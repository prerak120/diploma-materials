
<file path=[Content_Types].xml><?xml version="1.0" encoding="utf-8"?>
<Types xmlns="http://schemas.openxmlformats.org/package/2006/content-types">
  <Default Extension="png" ContentType="image/png"/>
  <Default Extension="jpeg" ContentType="image/jpeg"/>
  <Default Extension="JPG" ContentType="image/.jp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sldIdLst>
    <p:sldId id="256" r:id="rId3"/>
    <p:sldId id="257" r:id="rId4"/>
    <p:sldId id="258" r:id="rId5"/>
    <p:sldId id="259" r:id="rId6"/>
    <p:sldId id="262" r:id="rId7"/>
    <p:sldId id="263" r:id="rId8"/>
    <p:sldId id="265" r:id="rId9"/>
    <p:sldId id="267" r:id="rId10"/>
    <p:sldId id="271" r:id="rId11"/>
    <p:sldId id="282" r:id="rId12"/>
    <p:sldId id="283" r:id="rId13"/>
    <p:sldId id="284" r:id="rId14"/>
    <p:sldId id="285" r:id="rId15"/>
    <p:sldId id="286" r:id="rId16"/>
    <p:sldId id="287" r:id="rId17"/>
    <p:sldId id="272" r:id="rId18"/>
    <p:sldId id="297" r:id="rId19"/>
    <p:sldId id="298" r:id="rId20"/>
    <p:sldId id="307" r:id="rId21"/>
    <p:sldId id="308" r:id="rId22"/>
    <p:sldId id="309" r:id="rId23"/>
    <p:sldId id="318" r:id="rId24"/>
    <p:sldId id="319" r:id="rId25"/>
    <p:sldId id="277" r:id="rId26"/>
    <p:sldId id="278" r:id="rId27"/>
    <p:sldId id="279" r:id="rId28"/>
    <p:sldId id="281" r:id="rId29"/>
  </p:sldIdLst>
  <p:sldSz cx="9144000" cy="6858000" type="screen4x3"/>
  <p:notesSz cx="9144000" cy="6858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620"/>
    <p:restoredTop sz="94660"/>
  </p:normalViewPr>
  <p:slideViewPr>
    <p:cSldViewPr>
      <p:cViewPr varScale="1">
        <p:scale>
          <a:sx n="67" d="100"/>
          <a:sy n="67" d="100"/>
        </p:scale>
        <p:origin x="-612" y="-108"/>
      </p:cViewPr>
      <p:guideLst>
        <p:guide orient="horz" pos="2880"/>
        <p:guide pos="2099"/>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9" Type="http://schemas.openxmlformats.org/officeDocument/2006/relationships/slide" Target="slides/slide7.xml"/><Relationship Id="rId8" Type="http://schemas.openxmlformats.org/officeDocument/2006/relationships/slide" Target="slides/slide6.xml"/><Relationship Id="rId7" Type="http://schemas.openxmlformats.org/officeDocument/2006/relationships/slide" Target="slides/slide5.xml"/><Relationship Id="rId6" Type="http://schemas.openxmlformats.org/officeDocument/2006/relationships/slide" Target="slides/slide4.xml"/><Relationship Id="rId5" Type="http://schemas.openxmlformats.org/officeDocument/2006/relationships/slide" Target="slides/slide3.xml"/><Relationship Id="rId4" Type="http://schemas.openxmlformats.org/officeDocument/2006/relationships/slide" Target="slides/slide2.xml"/><Relationship Id="rId32" Type="http://schemas.openxmlformats.org/officeDocument/2006/relationships/tableStyles" Target="tableStyles.xml"/><Relationship Id="rId31" Type="http://schemas.openxmlformats.org/officeDocument/2006/relationships/viewProps" Target="viewProps.xml"/><Relationship Id="rId30" Type="http://schemas.openxmlformats.org/officeDocument/2006/relationships/presProps" Target="presProps.xml"/><Relationship Id="rId3" Type="http://schemas.openxmlformats.org/officeDocument/2006/relationships/slide" Target="slides/slide1.xml"/><Relationship Id="rId29" Type="http://schemas.openxmlformats.org/officeDocument/2006/relationships/slide" Target="slides/slide27.xml"/><Relationship Id="rId28" Type="http://schemas.openxmlformats.org/officeDocument/2006/relationships/slide" Target="slides/slide26.xml"/><Relationship Id="rId27" Type="http://schemas.openxmlformats.org/officeDocument/2006/relationships/slide" Target="slides/slide25.xml"/><Relationship Id="rId26" Type="http://schemas.openxmlformats.org/officeDocument/2006/relationships/slide" Target="slides/slide24.xml"/><Relationship Id="rId25" Type="http://schemas.openxmlformats.org/officeDocument/2006/relationships/slide" Target="slides/slide23.xml"/><Relationship Id="rId24" Type="http://schemas.openxmlformats.org/officeDocument/2006/relationships/slide" Target="slides/slide22.xml"/><Relationship Id="rId23" Type="http://schemas.openxmlformats.org/officeDocument/2006/relationships/slide" Target="slides/slide21.xml"/><Relationship Id="rId22" Type="http://schemas.openxmlformats.org/officeDocument/2006/relationships/slide" Target="slides/slide20.xml"/><Relationship Id="rId21" Type="http://schemas.openxmlformats.org/officeDocument/2006/relationships/slide" Target="slides/slide19.xml"/><Relationship Id="rId20" Type="http://schemas.openxmlformats.org/officeDocument/2006/relationships/slide" Target="slides/slide18.xml"/><Relationship Id="rId2" Type="http://schemas.openxmlformats.org/officeDocument/2006/relationships/theme" Target="theme/theme1.xml"/><Relationship Id="rId19" Type="http://schemas.openxmlformats.org/officeDocument/2006/relationships/slide" Target="slides/slide17.xml"/><Relationship Id="rId18" Type="http://schemas.openxmlformats.org/officeDocument/2006/relationships/slide" Target="slides/slide16.xml"/><Relationship Id="rId17" Type="http://schemas.openxmlformats.org/officeDocument/2006/relationships/slide" Target="slides/slide15.xml"/><Relationship Id="rId16" Type="http://schemas.openxmlformats.org/officeDocument/2006/relationships/slide" Target="slides/slide14.xml"/><Relationship Id="rId15" Type="http://schemas.openxmlformats.org/officeDocument/2006/relationships/slide" Target="slides/slide13.xml"/><Relationship Id="rId14" Type="http://schemas.openxmlformats.org/officeDocument/2006/relationships/slide" Target="slides/slide12.xml"/><Relationship Id="rId13" Type="http://schemas.openxmlformats.org/officeDocument/2006/relationships/slide" Target="slides/slide11.xml"/><Relationship Id="rId12" Type="http://schemas.openxmlformats.org/officeDocument/2006/relationships/slide" Target="slides/slide10.xml"/><Relationship Id="rId11" Type="http://schemas.openxmlformats.org/officeDocument/2006/relationships/slide" Target="slides/slide9.xml"/><Relationship Id="rId10" Type="http://schemas.openxmlformats.org/officeDocument/2006/relationships/slide" Target="slides/slide8.xml"/><Relationship Id="rId1" Type="http://schemas.openxmlformats.org/officeDocument/2006/relationships/slideMaster" Target="slideMasters/slideMaster1.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685800" y="2125980"/>
            <a:ext cx="7772400" cy="1440180"/>
          </a:xfrm>
          <a:prstGeom prst="rect">
            <a:avLst/>
          </a:prstGeom>
        </p:spPr>
        <p:txBody>
          <a:bodyPr wrap="square" lIns="0" tIns="0" rIns="0" bIns="0">
            <a:spAutoFit/>
          </a:bodyPr>
          <a:lstStyle>
            <a:lvl1pPr>
              <a:defRPr/>
            </a:lvl1pPr>
          </a:lstStyle>
          <a:p/>
        </p:txBody>
      </p:sp>
      <p:sp>
        <p:nvSpPr>
          <p:cNvPr id="3" name="Holder 3"/>
          <p:cNvSpPr>
            <a:spLocks noGrp="1"/>
          </p:cNvSpPr>
          <p:nvPr>
            <p:ph type="subTitle" idx="4"/>
          </p:nvPr>
        </p:nvSpPr>
        <p:spPr>
          <a:xfrm>
            <a:off x="1371600" y="3840480"/>
            <a:ext cx="6400800" cy="1714500"/>
          </a:xfrm>
          <a:prstGeom prst="rect">
            <a:avLst/>
          </a:prstGeom>
        </p:spPr>
        <p:txBody>
          <a:bodyPr wrap="square" lIns="0" tIns="0" rIns="0" bIns="0">
            <a:spAutoFit/>
          </a:bodyPr>
          <a:lstStyle>
            <a:lvl1pPr>
              <a:defRPr/>
            </a:lvl1pPr>
          </a:lstStyle>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fld>
            <a:endParaRPr lang="en-US"/>
          </a:p>
        </p:txBody>
      </p:sp>
      <p:sp>
        <p:nvSpPr>
          <p:cNvPr id="6" name="Holder 6"/>
          <p:cNvSpPr>
            <a:spLocks noGrp="1"/>
          </p:cNvSpPr>
          <p:nvPr>
            <p:ph type="sldNum" sz="quarter" idx="7"/>
          </p:nvPr>
        </p:nvSpPr>
        <p:spPr/>
        <p:txBody>
          <a:bodyPr lIns="0" tIns="0" rIns="0" bIns="0"/>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Tahoma" panose="020B0604030504040204"/>
                <a:cs typeface="Tahoma" panose="020B0604030504040204"/>
              </a:defRPr>
            </a:lvl1pPr>
          </a:lstStyle>
          <a:p/>
        </p:txBody>
      </p:sp>
      <p:sp>
        <p:nvSpPr>
          <p:cNvPr id="3" name="Holder 3"/>
          <p:cNvSpPr>
            <a:spLocks noGrp="1"/>
          </p:cNvSpPr>
          <p:nvPr>
            <p:ph type="body" idx="1"/>
          </p:nvPr>
        </p:nvSpPr>
        <p:spPr/>
        <p:txBody>
          <a:bodyPr lIns="0" tIns="0" rIns="0" bIns="0"/>
          <a:lstStyle>
            <a:lvl1pPr>
              <a:defRPr sz="2000" b="1" i="0">
                <a:solidFill>
                  <a:schemeClr val="tx1"/>
                </a:solidFill>
                <a:latin typeface="Tahoma" panose="020B0604030504040204"/>
                <a:cs typeface="Tahoma" panose="020B0604030504040204"/>
              </a:defRPr>
            </a:lvl1pPr>
          </a:lstStyle>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fld>
            <a:endParaRPr lang="en-US"/>
          </a:p>
        </p:txBody>
      </p:sp>
      <p:sp>
        <p:nvSpPr>
          <p:cNvPr id="6" name="Holder 6"/>
          <p:cNvSpPr>
            <a:spLocks noGrp="1"/>
          </p:cNvSpPr>
          <p:nvPr>
            <p:ph type="sldNum" sz="quarter" idx="7"/>
          </p:nvPr>
        </p:nvSpPr>
        <p:spPr/>
        <p:txBody>
          <a:bodyPr lIns="0" tIns="0" rIns="0" bIns="0"/>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Tahoma" panose="020B0604030504040204"/>
                <a:cs typeface="Tahoma" panose="020B0604030504040204"/>
              </a:defRPr>
            </a:lvl1pPr>
          </a:lstStyle>
          <a:p/>
        </p:txBody>
      </p:sp>
      <p:sp>
        <p:nvSpPr>
          <p:cNvPr id="3" name="Holder 3"/>
          <p:cNvSpPr>
            <a:spLocks noGrp="1"/>
          </p:cNvSpPr>
          <p:nvPr>
            <p:ph sz="half" idx="2"/>
          </p:nvPr>
        </p:nvSpPr>
        <p:spPr>
          <a:xfrm>
            <a:off x="457200" y="1577340"/>
            <a:ext cx="3977640" cy="4526280"/>
          </a:xfrm>
          <a:prstGeom prst="rect">
            <a:avLst/>
          </a:prstGeom>
        </p:spPr>
        <p:txBody>
          <a:bodyPr wrap="square" lIns="0" tIns="0" rIns="0" bIns="0">
            <a:spAutoFit/>
          </a:bodyPr>
          <a:lstStyle>
            <a:lvl1pPr>
              <a:defRPr/>
            </a:lvl1pPr>
          </a:lstStyle>
          <a:p/>
        </p:txBody>
      </p:sp>
      <p:sp>
        <p:nvSpPr>
          <p:cNvPr id="4" name="Holder 4"/>
          <p:cNvSpPr>
            <a:spLocks noGrp="1"/>
          </p:cNvSpPr>
          <p:nvPr>
            <p:ph sz="half" idx="3"/>
          </p:nvPr>
        </p:nvSpPr>
        <p:spPr>
          <a:xfrm>
            <a:off x="4709160" y="1577340"/>
            <a:ext cx="3977640" cy="4526280"/>
          </a:xfrm>
          <a:prstGeom prst="rect">
            <a:avLst/>
          </a:prstGeom>
        </p:spPr>
        <p:txBody>
          <a:bodyPr wrap="square" lIns="0" tIns="0" rIns="0" bIns="0">
            <a:spAutoFit/>
          </a:bodyPr>
          <a:lstStyle>
            <a:lvl1pPr>
              <a:defRPr/>
            </a:lvl1pPr>
          </a:lstStyle>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fld>
            <a:endParaRPr lang="en-US"/>
          </a:p>
        </p:txBody>
      </p:sp>
      <p:sp>
        <p:nvSpPr>
          <p:cNvPr id="7" name="Holder 7"/>
          <p:cNvSpPr>
            <a:spLocks noGrp="1"/>
          </p:cNvSpPr>
          <p:nvPr>
            <p:ph type="sldNum" sz="quarter" idx="7"/>
          </p:nvPr>
        </p:nvSpPr>
        <p:spPr/>
        <p:txBody>
          <a:bodyPr lIns="0" tIns="0" rIns="0" bIns="0"/>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Tahoma" panose="020B0604030504040204"/>
                <a:cs typeface="Tahoma" panose="020B0604030504040204"/>
              </a:defRPr>
            </a:lvl1pPr>
          </a:lstStyle>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fld>
            <a:endParaRPr lang="en-US"/>
          </a:p>
        </p:txBody>
      </p:sp>
      <p:sp>
        <p:nvSpPr>
          <p:cNvPr id="5" name="Holder 5"/>
          <p:cNvSpPr>
            <a:spLocks noGrp="1"/>
          </p:cNvSpPr>
          <p:nvPr>
            <p:ph type="sldNum" sz="quarter" idx="7"/>
          </p:nvPr>
        </p:nvSpPr>
        <p:spPr/>
        <p:txBody>
          <a:bodyPr lIns="0" tIns="0" rIns="0" bIns="0"/>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showMasterSp="0">
  <p:cSld name="Blank">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417830" y="1098550"/>
            <a:ext cx="438150" cy="422909"/>
          </a:xfrm>
          <a:custGeom>
            <a:avLst/>
            <a:gdLst/>
            <a:ahLst/>
            <a:cxnLst/>
            <a:rect l="l" t="t" r="r" b="b"/>
            <a:pathLst>
              <a:path w="438150" h="422909">
                <a:moveTo>
                  <a:pt x="0" y="422910"/>
                </a:moveTo>
                <a:lnTo>
                  <a:pt x="438150" y="422910"/>
                </a:lnTo>
                <a:lnTo>
                  <a:pt x="438150" y="0"/>
                </a:lnTo>
                <a:lnTo>
                  <a:pt x="0" y="0"/>
                </a:lnTo>
                <a:lnTo>
                  <a:pt x="0" y="422910"/>
                </a:lnTo>
                <a:close/>
              </a:path>
            </a:pathLst>
          </a:custGeom>
          <a:solidFill>
            <a:srgbClr val="FFCE00"/>
          </a:solidFill>
        </p:spPr>
        <p:txBody>
          <a:bodyPr wrap="square" lIns="0" tIns="0" rIns="0" bIns="0" rtlCol="0"/>
          <a:lstStyle/>
          <a:p/>
        </p:txBody>
      </p:sp>
      <p:sp>
        <p:nvSpPr>
          <p:cNvPr id="17" name="bg object 17"/>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18" name="bg object 18"/>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19" name="bg object 19"/>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20" name="bg object 20"/>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21" name="bg object 21"/>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22" name="bg object 22"/>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23" name="bg object 23"/>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24" name="bg object 24"/>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25" name="bg object 25"/>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26" name="bg object 26"/>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27" name="bg object 27"/>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28" name="bg object 28"/>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29" name="bg object 29"/>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30" name="bg object 30"/>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31" name="bg object 31"/>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32" name="bg object 32"/>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33" name="bg object 33"/>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34" name="bg object 34"/>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35" name="bg object 35"/>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36" name="bg object 36"/>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37" name="bg object 37"/>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38" name="bg object 38"/>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39" name="bg object 39"/>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40" name="bg object 40"/>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41" name="bg object 41"/>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42" name="bg object 42"/>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43" name="bg object 43"/>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44" name="bg object 44"/>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45" name="bg object 45"/>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46" name="bg object 46"/>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47" name="bg object 47"/>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48" name="bg object 48"/>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49" name="bg object 49"/>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50" name="bg object 50"/>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51" name="bg object 51"/>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52" name="bg object 52"/>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53" name="bg object 53"/>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54" name="bg object 54"/>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55" name="bg object 55"/>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56" name="bg object 56"/>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57" name="bg object 57"/>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58" name="bg object 58"/>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59" name="bg object 59"/>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60" name="bg object 60"/>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61" name="bg object 61"/>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62" name="bg object 62"/>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63" name="bg object 63"/>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64" name="bg object 64"/>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65" name="bg object 65"/>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66" name="bg object 66"/>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67" name="bg object 67"/>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68" name="bg object 68"/>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69" name="bg object 69"/>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70" name="bg object 70"/>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71" name="bg object 71"/>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72" name="bg object 72"/>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73" name="bg object 73"/>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74" name="bg object 74"/>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75" name="bg object 75"/>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76" name="bg object 76"/>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77" name="bg object 77"/>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78" name="bg object 78"/>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79" name="bg object 79"/>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80" name="bg object 80"/>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81" name="bg object 81"/>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82" name="bg object 82"/>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83" name="bg object 83"/>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84" name="bg object 84"/>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85" name="bg object 85"/>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86" name="bg object 86"/>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87" name="bg object 87"/>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88" name="bg object 88"/>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89" name="bg object 89"/>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90" name="bg object 90"/>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91" name="bg object 91"/>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92" name="bg object 92"/>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93" name="bg object 93"/>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94" name="bg object 94"/>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95" name="bg object 95"/>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96" name="bg object 96"/>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97" name="bg object 97"/>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98" name="bg object 98"/>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99" name="bg object 99"/>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100" name="bg object 100"/>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101" name="bg object 101"/>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102" name="bg object 102"/>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103" name="bg object 103"/>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104" name="bg object 104"/>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105" name="bg object 105"/>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106" name="bg object 106"/>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107" name="bg object 107"/>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108" name="bg object 108"/>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109" name="bg object 109"/>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110" name="bg object 110"/>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111" name="bg object 111"/>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112" name="bg object 112"/>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113" name="bg object 113"/>
          <p:cNvSpPr/>
          <p:nvPr/>
        </p:nvSpPr>
        <p:spPr>
          <a:xfrm>
            <a:off x="443229" y="1447800"/>
            <a:ext cx="245110" cy="245110"/>
          </a:xfrm>
          <a:prstGeom prst="rect">
            <a:avLst/>
          </a:prstGeom>
          <a:blipFill>
            <a:blip r:embed="rId2" cstate="print"/>
            <a:stretch>
              <a:fillRect/>
            </a:stretch>
          </a:blipFill>
        </p:spPr>
        <p:txBody>
          <a:bodyPr wrap="square" lIns="0" tIns="0" rIns="0" bIns="0" rtlCol="0"/>
          <a:lstStyle/>
          <a:p/>
        </p:txBody>
      </p:sp>
      <p:sp>
        <p:nvSpPr>
          <p:cNvPr id="114" name="bg object 114"/>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15" name="bg object 115"/>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16" name="bg object 116"/>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17" name="bg object 117"/>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18" name="bg object 118"/>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19" name="bg object 119"/>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20" name="bg object 120"/>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21" name="bg object 121"/>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22" name="bg object 122"/>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23" name="bg object 123"/>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24" name="bg object 124"/>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25" name="bg object 125"/>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26" name="bg object 126"/>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27" name="bg object 127"/>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28" name="bg object 128"/>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29" name="bg object 129"/>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30" name="bg object 130"/>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31" name="bg object 131"/>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32" name="bg object 132"/>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33" name="bg object 133"/>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34" name="bg object 134"/>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35" name="bg object 135"/>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36" name="bg object 136"/>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37" name="bg object 137"/>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38" name="bg object 138"/>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39" name="bg object 139"/>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40" name="bg object 140"/>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41" name="bg object 141"/>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42" name="bg object 142"/>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43" name="bg object 143"/>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44" name="bg object 144"/>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45" name="bg object 145"/>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46" name="bg object 146"/>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47" name="bg object 147"/>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48" name="bg object 148"/>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49" name="bg object 149"/>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50" name="bg object 150"/>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51" name="bg object 151"/>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52" name="bg object 152"/>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53" name="bg object 153"/>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54" name="bg object 154"/>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55" name="bg object 155"/>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56" name="bg object 156"/>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57" name="bg object 157"/>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58" name="bg object 158"/>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59" name="bg object 159"/>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60" name="bg object 160"/>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61" name="bg object 161"/>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62" name="bg object 162"/>
          <p:cNvSpPr/>
          <p:nvPr/>
        </p:nvSpPr>
        <p:spPr>
          <a:xfrm>
            <a:off x="127000" y="1625368"/>
            <a:ext cx="245974" cy="245341"/>
          </a:xfrm>
          <a:prstGeom prst="rect">
            <a:avLst/>
          </a:prstGeom>
          <a:blipFill>
            <a:blip r:embed="rId3" cstate="print"/>
            <a:stretch>
              <a:fillRect/>
            </a:stretch>
          </a:blipFill>
        </p:spPr>
        <p:txBody>
          <a:bodyPr wrap="square" lIns="0" tIns="0" rIns="0" bIns="0" rtlCol="0"/>
          <a:lstStyle/>
          <a:p/>
        </p:txBody>
      </p:sp>
      <p:sp>
        <p:nvSpPr>
          <p:cNvPr id="163" name="bg object 163"/>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sp>
        <p:nvSpPr>
          <p:cNvPr id="164" name="bg object 164"/>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165" name="bg object 165"/>
          <p:cNvSpPr/>
          <p:nvPr/>
        </p:nvSpPr>
        <p:spPr>
          <a:xfrm>
            <a:off x="541019" y="1521460"/>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166" name="bg object 166"/>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67" name="bg object 167"/>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68" name="bg object 168"/>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69" name="bg object 169"/>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70" name="bg object 170"/>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71" name="bg object 171"/>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72" name="bg object 172"/>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73" name="bg object 173"/>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74" name="bg object 174"/>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75" name="bg object 175"/>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76" name="bg object 176"/>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77" name="bg object 177"/>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78" name="bg object 178"/>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79" name="bg object 179"/>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80" name="bg object 180"/>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81" name="bg object 181"/>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82" name="bg object 182"/>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83" name="bg object 183"/>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84" name="bg object 184"/>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85" name="bg object 185"/>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86" name="bg object 186"/>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87" name="bg object 187"/>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88" name="bg object 188"/>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89" name="bg object 189"/>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fld>
            <a:endParaRPr lang="en-US"/>
          </a:p>
        </p:txBody>
      </p:sp>
      <p:sp>
        <p:nvSpPr>
          <p:cNvPr id="4" name="Holder 4"/>
          <p:cNvSpPr>
            <a:spLocks noGrp="1"/>
          </p:cNvSpPr>
          <p:nvPr>
            <p:ph type="sldNum" sz="quarter" idx="7"/>
          </p:nvPr>
        </p:nvSpPr>
        <p:spPr/>
        <p:txBody>
          <a:bodyPr lIns="0" tIns="0" rIns="0" bIns="0"/>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7" Type="http://schemas.openxmlformats.org/officeDocument/2006/relationships/image" Target="../media/image2.png"/><Relationship Id="rId6" Type="http://schemas.openxmlformats.org/officeDocument/2006/relationships/image" Target="../media/image1.png"/><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417830" y="1098550"/>
            <a:ext cx="438150" cy="422909"/>
          </a:xfrm>
          <a:custGeom>
            <a:avLst/>
            <a:gdLst/>
            <a:ahLst/>
            <a:cxnLst/>
            <a:rect l="l" t="t" r="r" b="b"/>
            <a:pathLst>
              <a:path w="438150" h="422909">
                <a:moveTo>
                  <a:pt x="0" y="422910"/>
                </a:moveTo>
                <a:lnTo>
                  <a:pt x="438150" y="422910"/>
                </a:lnTo>
                <a:lnTo>
                  <a:pt x="438150" y="0"/>
                </a:lnTo>
                <a:lnTo>
                  <a:pt x="0" y="0"/>
                </a:lnTo>
                <a:lnTo>
                  <a:pt x="0" y="422910"/>
                </a:lnTo>
                <a:close/>
              </a:path>
            </a:pathLst>
          </a:custGeom>
          <a:solidFill>
            <a:srgbClr val="FFCE00"/>
          </a:solidFill>
        </p:spPr>
        <p:txBody>
          <a:bodyPr wrap="square" lIns="0" tIns="0" rIns="0" bIns="0" rtlCol="0"/>
          <a:lstStyle/>
          <a:p/>
        </p:txBody>
      </p:sp>
      <p:sp>
        <p:nvSpPr>
          <p:cNvPr id="17" name="bg object 17"/>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18" name="bg object 18"/>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19" name="bg object 19"/>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20" name="bg object 20"/>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21" name="bg object 21"/>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22" name="bg object 22"/>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23" name="bg object 23"/>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24" name="bg object 24"/>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25" name="bg object 25"/>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26" name="bg object 26"/>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27" name="bg object 27"/>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28" name="bg object 28"/>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29" name="bg object 29"/>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30" name="bg object 30"/>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31" name="bg object 31"/>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32" name="bg object 32"/>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33" name="bg object 33"/>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34" name="bg object 34"/>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35" name="bg object 35"/>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36" name="bg object 36"/>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37" name="bg object 37"/>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38" name="bg object 38"/>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39" name="bg object 39"/>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40" name="bg object 40"/>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41" name="bg object 41"/>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42" name="bg object 42"/>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43" name="bg object 43"/>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44" name="bg object 44"/>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45" name="bg object 45"/>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46" name="bg object 46"/>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47" name="bg object 47"/>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48" name="bg object 48"/>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49" name="bg object 49"/>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50" name="bg object 50"/>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51" name="bg object 51"/>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52" name="bg object 52"/>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53" name="bg object 53"/>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54" name="bg object 54"/>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55" name="bg object 55"/>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56" name="bg object 56"/>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57" name="bg object 57"/>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58" name="bg object 58"/>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59" name="bg object 59"/>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60" name="bg object 60"/>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61" name="bg object 61"/>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62" name="bg object 62"/>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63" name="bg object 63"/>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64" name="bg object 64"/>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65" name="bg object 65"/>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66" name="bg object 66"/>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67" name="bg object 67"/>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68" name="bg object 68"/>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69" name="bg object 69"/>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70" name="bg object 70"/>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71" name="bg object 71"/>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72" name="bg object 72"/>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73" name="bg object 73"/>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74" name="bg object 74"/>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75" name="bg object 75"/>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76" name="bg object 76"/>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77" name="bg object 77"/>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78" name="bg object 78"/>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79" name="bg object 79"/>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80" name="bg object 80"/>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81" name="bg object 81"/>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82" name="bg object 82"/>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83" name="bg object 83"/>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84" name="bg object 84"/>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85" name="bg object 85"/>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86" name="bg object 86"/>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87" name="bg object 87"/>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88" name="bg object 88"/>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89" name="bg object 89"/>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90" name="bg object 90"/>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91" name="bg object 91"/>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92" name="bg object 92"/>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93" name="bg object 93"/>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94" name="bg object 94"/>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95" name="bg object 95"/>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96" name="bg object 96"/>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97" name="bg object 97"/>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98" name="bg object 98"/>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99" name="bg object 99"/>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100" name="bg object 100"/>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101" name="bg object 101"/>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102" name="bg object 102"/>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103" name="bg object 103"/>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104" name="bg object 104"/>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105" name="bg object 105"/>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106" name="bg object 106"/>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107" name="bg object 107"/>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108" name="bg object 108"/>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109" name="bg object 109"/>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110" name="bg object 110"/>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111" name="bg object 111"/>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112" name="bg object 112"/>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113" name="bg object 113"/>
          <p:cNvSpPr/>
          <p:nvPr/>
        </p:nvSpPr>
        <p:spPr>
          <a:xfrm>
            <a:off x="443229" y="1447800"/>
            <a:ext cx="245110" cy="245110"/>
          </a:xfrm>
          <a:prstGeom prst="rect">
            <a:avLst/>
          </a:prstGeom>
          <a:blipFill>
            <a:blip r:embed="rId6" cstate="print"/>
            <a:stretch>
              <a:fillRect/>
            </a:stretch>
          </a:blipFill>
        </p:spPr>
        <p:txBody>
          <a:bodyPr wrap="square" lIns="0" tIns="0" rIns="0" bIns="0" rtlCol="0"/>
          <a:lstStyle/>
          <a:p/>
        </p:txBody>
      </p:sp>
      <p:sp>
        <p:nvSpPr>
          <p:cNvPr id="114" name="bg object 114"/>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15" name="bg object 115"/>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16" name="bg object 116"/>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17" name="bg object 117"/>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18" name="bg object 118"/>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19" name="bg object 119"/>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20" name="bg object 120"/>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21" name="bg object 121"/>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22" name="bg object 122"/>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23" name="bg object 123"/>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24" name="bg object 124"/>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25" name="bg object 125"/>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26" name="bg object 126"/>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27" name="bg object 127"/>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28" name="bg object 128"/>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29" name="bg object 129"/>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30" name="bg object 130"/>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31" name="bg object 131"/>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32" name="bg object 132"/>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33" name="bg object 133"/>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34" name="bg object 134"/>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35" name="bg object 135"/>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36" name="bg object 136"/>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37" name="bg object 137"/>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38" name="bg object 138"/>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39" name="bg object 139"/>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40" name="bg object 140"/>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41" name="bg object 141"/>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42" name="bg object 142"/>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43" name="bg object 143"/>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44" name="bg object 144"/>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45" name="bg object 145"/>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46" name="bg object 146"/>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47" name="bg object 147"/>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48" name="bg object 148"/>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49" name="bg object 149"/>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50" name="bg object 150"/>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51" name="bg object 151"/>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52" name="bg object 152"/>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53" name="bg object 153"/>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54" name="bg object 154"/>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55" name="bg object 155"/>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56" name="bg object 156"/>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57" name="bg object 157"/>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58" name="bg object 158"/>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59" name="bg object 159"/>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60" name="bg object 160"/>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61" name="bg object 161"/>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62" name="bg object 162"/>
          <p:cNvSpPr/>
          <p:nvPr/>
        </p:nvSpPr>
        <p:spPr>
          <a:xfrm>
            <a:off x="127000" y="1625368"/>
            <a:ext cx="245974" cy="245341"/>
          </a:xfrm>
          <a:prstGeom prst="rect">
            <a:avLst/>
          </a:prstGeom>
          <a:blipFill>
            <a:blip r:embed="rId7" cstate="print"/>
            <a:stretch>
              <a:fillRect/>
            </a:stretch>
          </a:blipFill>
        </p:spPr>
        <p:txBody>
          <a:bodyPr wrap="square" lIns="0" tIns="0" rIns="0" bIns="0" rtlCol="0"/>
          <a:lstStyle/>
          <a:p/>
        </p:txBody>
      </p:sp>
      <p:sp>
        <p:nvSpPr>
          <p:cNvPr id="163" name="bg object 163"/>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sp>
        <p:nvSpPr>
          <p:cNvPr id="164" name="bg object 164"/>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165" name="bg object 165"/>
          <p:cNvSpPr/>
          <p:nvPr/>
        </p:nvSpPr>
        <p:spPr>
          <a:xfrm>
            <a:off x="541019" y="1521460"/>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166" name="bg object 166"/>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67" name="bg object 167"/>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68" name="bg object 168"/>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69" name="bg object 169"/>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70" name="bg object 170"/>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71" name="bg object 171"/>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72" name="bg object 172"/>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73" name="bg object 173"/>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74" name="bg object 174"/>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75" name="bg object 175"/>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76" name="bg object 176"/>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77" name="bg object 177"/>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78" name="bg object 178"/>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79" name="bg object 179"/>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80" name="bg object 180"/>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81" name="bg object 181"/>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82" name="bg object 182"/>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83" name="bg object 183"/>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84" name="bg object 184"/>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85" name="bg object 185"/>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86" name="bg object 186"/>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87" name="bg object 187"/>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88" name="bg object 188"/>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89" name="bg object 189"/>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sp>
        <p:nvSpPr>
          <p:cNvPr id="190" name="bg object 190"/>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91" name="bg object 191"/>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92" name="bg object 192"/>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93" name="bg object 193"/>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94" name="bg object 194"/>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95" name="bg object 195"/>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96" name="bg object 196"/>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97" name="bg object 197"/>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98" name="bg object 198"/>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99" name="bg object 199"/>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200" name="bg object 200"/>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201" name="bg object 201"/>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202" name="bg object 202"/>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203" name="bg object 203"/>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204" name="bg object 204"/>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205" name="bg object 205"/>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206" name="bg object 206"/>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207" name="bg object 207"/>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208" name="bg object 208"/>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209" name="bg object 209"/>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210" name="bg object 210"/>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211" name="bg object 211"/>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212" name="bg object 212"/>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213" name="bg object 213"/>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14" name="bg object 214"/>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15" name="bg object 215"/>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16" name="bg object 216"/>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17" name="bg object 217"/>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18" name="bg object 218"/>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19" name="bg object 219"/>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20" name="bg object 220"/>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21" name="bg object 221"/>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22" name="bg object 222"/>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23" name="bg object 223"/>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24" name="bg object 224"/>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25" name="bg object 225"/>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26" name="bg object 226"/>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27" name="bg object 227"/>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28" name="bg object 228"/>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29" name="bg object 229"/>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30" name="bg object 230"/>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31" name="bg object 231"/>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32" name="bg object 232"/>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33" name="bg object 233"/>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34" name="bg object 234"/>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35" name="bg object 235"/>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36" name="bg object 236"/>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37" name="bg object 237"/>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38" name="bg object 238"/>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39" name="bg object 239"/>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40" name="bg object 240"/>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41" name="bg object 241"/>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42" name="bg object 242"/>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43" name="bg object 243"/>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44" name="bg object 244"/>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45" name="bg object 245"/>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46" name="bg object 246"/>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47" name="bg object 247"/>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48" name="bg object 248"/>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49" name="bg object 249"/>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50" name="bg object 250"/>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51" name="bg object 251"/>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52" name="bg object 252"/>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53" name="bg object 253"/>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54" name="bg object 254"/>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55" name="bg object 255"/>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56" name="bg object 256"/>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57" name="bg object 257"/>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58" name="bg object 258"/>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59" name="bg object 259"/>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60" name="bg object 260"/>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61" name="bg object 261"/>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62" name="bg object 262"/>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63" name="bg object 263"/>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64" name="bg object 264"/>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65" name="bg object 265"/>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66" name="bg object 266"/>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67" name="bg object 267"/>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68" name="bg object 268"/>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69" name="bg object 269"/>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70" name="bg object 270"/>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71" name="bg object 271"/>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72" name="bg object 272"/>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73" name="bg object 273"/>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74" name="bg object 274"/>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75" name="bg object 275"/>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76" name="bg object 276"/>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77" name="bg object 277"/>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78" name="bg object 278"/>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79" name="bg object 279"/>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80" name="bg object 280"/>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81" name="bg object 281"/>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82" name="bg object 282"/>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83" name="bg object 283"/>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84" name="bg object 284"/>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85" name="bg object 285"/>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86" name="bg object 286"/>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87" name="bg object 287"/>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88" name="bg object 288"/>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89" name="bg object 289"/>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90" name="bg object 290"/>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91" name="bg object 291"/>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92" name="bg object 292"/>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93" name="bg object 293"/>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94" name="bg object 294"/>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95" name="bg object 295"/>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96" name="bg object 296"/>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97" name="bg object 297"/>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98" name="bg object 298"/>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99" name="bg object 299"/>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300" name="bg object 300"/>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301" name="bg object 301"/>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302" name="bg object 302"/>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303" name="bg object 303"/>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304" name="bg object 304"/>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305" name="bg object 305"/>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306" name="bg object 306"/>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307" name="bg object 307"/>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308" name="bg object 308"/>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309" name="bg object 309"/>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310" name="bg object 310"/>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311" name="bg object 311"/>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312" name="bg object 312"/>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313" name="bg object 313"/>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14" name="bg object 314"/>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15" name="bg object 315"/>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16" name="bg object 316"/>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17" name="bg object 317"/>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18" name="bg object 318"/>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19" name="bg object 319"/>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20" name="bg object 320"/>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21" name="bg object 321"/>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22" name="bg object 322"/>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23" name="bg object 323"/>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24" name="bg object 324"/>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25" name="bg object 325"/>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26" name="bg object 326"/>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27" name="bg object 327"/>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28" name="bg object 328"/>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29" name="bg object 329"/>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30" name="bg object 330"/>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31" name="bg object 331"/>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32" name="bg object 332"/>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33" name="bg object 333"/>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34" name="bg object 334"/>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35" name="bg object 335"/>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36" name="bg object 336"/>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37" name="bg object 337"/>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38" name="bg object 338"/>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39" name="bg object 339"/>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40" name="bg object 340"/>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41" name="bg object 341"/>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42" name="bg object 342"/>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43" name="bg object 343"/>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44" name="bg object 344"/>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45" name="bg object 345"/>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46" name="bg object 346"/>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47" name="bg object 347"/>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48" name="bg object 348"/>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49" name="bg object 349"/>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50" name="bg object 350"/>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51" name="bg object 351"/>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52" name="bg object 352"/>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53" name="bg object 353"/>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54" name="bg object 354"/>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55" name="bg object 355"/>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56" name="bg object 356"/>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57" name="bg object 357"/>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58" name="bg object 358"/>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59" name="bg object 359"/>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60" name="bg object 360"/>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61" name="bg object 361"/>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62" name="bg object 362"/>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63" name="bg object 363"/>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64" name="bg object 364"/>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65" name="bg object 365"/>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66" name="bg object 366"/>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67" name="bg object 367"/>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68" name="bg object 368"/>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69" name="bg object 369"/>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70" name="bg object 370"/>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71" name="bg object 371"/>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72" name="bg object 372"/>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73" name="bg object 373"/>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74" name="bg object 374"/>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75" name="bg object 375"/>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76" name="bg object 376"/>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77" name="bg object 377"/>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78" name="bg object 378"/>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79" name="bg object 379"/>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80" name="bg object 380"/>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81" name="bg object 381"/>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82" name="bg object 382"/>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83" name="bg object 383"/>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84" name="bg object 384"/>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85" name="bg object 385"/>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86" name="bg object 386"/>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sp>
        <p:nvSpPr>
          <p:cNvPr id="2" name="Holder 2"/>
          <p:cNvSpPr>
            <a:spLocks noGrp="1"/>
          </p:cNvSpPr>
          <p:nvPr>
            <p:ph type="title"/>
          </p:nvPr>
        </p:nvSpPr>
        <p:spPr>
          <a:xfrm>
            <a:off x="469265" y="2167890"/>
            <a:ext cx="8205469" cy="1000760"/>
          </a:xfrm>
          <a:prstGeom prst="rect">
            <a:avLst/>
          </a:prstGeom>
        </p:spPr>
        <p:txBody>
          <a:bodyPr wrap="square" lIns="0" tIns="0" rIns="0" bIns="0">
            <a:spAutoFit/>
          </a:bodyPr>
          <a:lstStyle>
            <a:lvl1pPr>
              <a:defRPr sz="2000" b="1" i="0">
                <a:solidFill>
                  <a:schemeClr val="tx1"/>
                </a:solidFill>
                <a:latin typeface="Tahoma" panose="020B0604030504040204"/>
                <a:cs typeface="Tahoma" panose="020B0604030504040204"/>
              </a:defRPr>
            </a:lvl1pPr>
          </a:lstStyle>
          <a:p/>
        </p:txBody>
      </p:sp>
      <p:sp>
        <p:nvSpPr>
          <p:cNvPr id="3" name="Holder 3"/>
          <p:cNvSpPr>
            <a:spLocks noGrp="1"/>
          </p:cNvSpPr>
          <p:nvPr>
            <p:ph type="body" idx="1"/>
          </p:nvPr>
        </p:nvSpPr>
        <p:spPr>
          <a:xfrm>
            <a:off x="534669" y="2457450"/>
            <a:ext cx="8153400" cy="3957320"/>
          </a:xfrm>
          <a:prstGeom prst="rect">
            <a:avLst/>
          </a:prstGeom>
        </p:spPr>
        <p:txBody>
          <a:bodyPr wrap="square" lIns="0" tIns="0" rIns="0" bIns="0">
            <a:spAutoFit/>
          </a:bodyPr>
          <a:lstStyle>
            <a:lvl1pPr>
              <a:defRPr sz="2000" b="1" i="0">
                <a:solidFill>
                  <a:schemeClr val="tx1"/>
                </a:solidFill>
                <a:latin typeface="Tahoma" panose="020B0604030504040204"/>
                <a:cs typeface="Tahoma" panose="020B0604030504040204"/>
              </a:defRPr>
            </a:lvl1pPr>
          </a:lstStyle>
          <a:p/>
        </p:txBody>
      </p:sp>
      <p:sp>
        <p:nvSpPr>
          <p:cNvPr id="4" name="Holder 4"/>
          <p:cNvSpPr>
            <a:spLocks noGrp="1"/>
          </p:cNvSpPr>
          <p:nvPr>
            <p:ph type="ftr" sz="quarter" idx="5"/>
          </p:nvPr>
        </p:nvSpPr>
        <p:spPr>
          <a:xfrm>
            <a:off x="3108960" y="6377940"/>
            <a:ext cx="2926080" cy="342900"/>
          </a:xfrm>
          <a:prstGeom prst="rect">
            <a:avLst/>
          </a:prstGeom>
        </p:spPr>
        <p:txBody>
          <a:bodyPr wrap="square" lIns="0" tIns="0" rIns="0" bIns="0">
            <a:spAutoFit/>
          </a:bodyPr>
          <a:lstStyle>
            <a:lvl1pPr algn="ctr">
              <a:defRPr>
                <a:solidFill>
                  <a:schemeClr val="tx1">
                    <a:tint val="75000"/>
                  </a:schemeClr>
                </a:solidFill>
              </a:defRPr>
            </a:lvl1pPr>
          </a:lstStyle>
          <a:p/>
        </p:txBody>
      </p:sp>
      <p:sp>
        <p:nvSpPr>
          <p:cNvPr id="5" name="Holder 5"/>
          <p:cNvSpPr>
            <a:spLocks noGrp="1"/>
          </p:cNvSpPr>
          <p:nvPr>
            <p:ph type="dt" sz="half" idx="6"/>
          </p:nvPr>
        </p:nvSpPr>
        <p:spPr>
          <a:xfrm>
            <a:off x="457200" y="6377940"/>
            <a:ext cx="210312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fld>
            <a:endParaRPr lang="en-US"/>
          </a:p>
        </p:txBody>
      </p:sp>
      <p:sp>
        <p:nvSpPr>
          <p:cNvPr id="6" name="Holder 6"/>
          <p:cNvSpPr>
            <a:spLocks noGrp="1"/>
          </p:cNvSpPr>
          <p:nvPr>
            <p:ph type="sldNum" sz="quarter" idx="7"/>
          </p:nvPr>
        </p:nvSpPr>
        <p:spPr>
          <a:xfrm>
            <a:off x="8624569" y="6426113"/>
            <a:ext cx="271145" cy="240029"/>
          </a:xfrm>
          <a:prstGeom prst="rect">
            <a:avLst/>
          </a:prstGeom>
        </p:spPr>
        <p:txBody>
          <a:bodyPr wrap="square" lIns="0" tIns="0" rIns="0" bIns="0">
            <a:spAutoFit/>
          </a:bodyPr>
          <a:lstStyle>
            <a:lvl1pPr>
              <a:defRPr sz="1400" b="0" i="0">
                <a:solidFill>
                  <a:schemeClr val="tx1"/>
                </a:solidFill>
                <a:latin typeface="Tahoma" panose="020B0604030504040204"/>
                <a:cs typeface="Tahoma" panose="020B0604030504040204"/>
              </a:defRPr>
            </a:lvl1pPr>
          </a:lstStyle>
          <a:p>
            <a:pPr marL="135890">
              <a:lnSpc>
                <a:spcPct val="100000"/>
              </a:lnSpc>
              <a:spcBef>
                <a:spcPts val="100"/>
              </a:spcBef>
            </a:pPr>
            <a:fld id="{81D60167-4931-47E6-BA6A-407CBD079E47}" type="slidenum">
              <a:rPr dirty="0"/>
            </a:fld>
            <a:endParaRPr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5" Type="http://schemas.openxmlformats.org/officeDocument/2006/relationships/slideLayout" Target="../slideLayouts/slideLayout5.xml"/><Relationship Id="rId4" Type="http://schemas.openxmlformats.org/officeDocument/2006/relationships/image" Target="../media/image6.png"/><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image" Target="../media/image3.png"/></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7.jpeg"/></Relationships>
</file>

<file path=ppt/slides/_rels/slide3.xml.rels><?xml version="1.0" encoding="UTF-8" standalone="yes"?>
<Relationships xmlns="http://schemas.openxmlformats.org/package/2006/relationships"><Relationship Id="rId4" Type="http://schemas.openxmlformats.org/officeDocument/2006/relationships/slideLayout" Target="../slideLayouts/slideLayout5.xml"/><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image" Target="../media/image8.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9" Type="http://schemas.openxmlformats.org/officeDocument/2006/relationships/image" Target="../media/image19.png"/><Relationship Id="rId8" Type="http://schemas.openxmlformats.org/officeDocument/2006/relationships/image" Target="../media/image18.png"/><Relationship Id="rId7" Type="http://schemas.openxmlformats.org/officeDocument/2006/relationships/image" Target="../media/image17.png"/><Relationship Id="rId6" Type="http://schemas.openxmlformats.org/officeDocument/2006/relationships/image" Target="../media/image16.png"/><Relationship Id="rId5" Type="http://schemas.openxmlformats.org/officeDocument/2006/relationships/image" Target="../media/image15.png"/><Relationship Id="rId43" Type="http://schemas.openxmlformats.org/officeDocument/2006/relationships/slideLayout" Target="../slideLayouts/slideLayout5.xml"/><Relationship Id="rId42" Type="http://schemas.openxmlformats.org/officeDocument/2006/relationships/image" Target="../media/image52.jpeg"/><Relationship Id="rId41" Type="http://schemas.openxmlformats.org/officeDocument/2006/relationships/image" Target="../media/image51.png"/><Relationship Id="rId40" Type="http://schemas.openxmlformats.org/officeDocument/2006/relationships/image" Target="../media/image50.png"/><Relationship Id="rId4" Type="http://schemas.openxmlformats.org/officeDocument/2006/relationships/image" Target="../media/image14.png"/><Relationship Id="rId39" Type="http://schemas.openxmlformats.org/officeDocument/2006/relationships/image" Target="../media/image49.png"/><Relationship Id="rId38" Type="http://schemas.openxmlformats.org/officeDocument/2006/relationships/image" Target="../media/image48.png"/><Relationship Id="rId37" Type="http://schemas.openxmlformats.org/officeDocument/2006/relationships/image" Target="../media/image47.png"/><Relationship Id="rId36" Type="http://schemas.openxmlformats.org/officeDocument/2006/relationships/image" Target="../media/image46.png"/><Relationship Id="rId35" Type="http://schemas.openxmlformats.org/officeDocument/2006/relationships/image" Target="../media/image45.png"/><Relationship Id="rId34" Type="http://schemas.openxmlformats.org/officeDocument/2006/relationships/image" Target="../media/image44.png"/><Relationship Id="rId33" Type="http://schemas.openxmlformats.org/officeDocument/2006/relationships/image" Target="../media/image43.png"/><Relationship Id="rId32" Type="http://schemas.openxmlformats.org/officeDocument/2006/relationships/image" Target="../media/image42.png"/><Relationship Id="rId31" Type="http://schemas.openxmlformats.org/officeDocument/2006/relationships/image" Target="../media/image41.png"/><Relationship Id="rId30" Type="http://schemas.openxmlformats.org/officeDocument/2006/relationships/image" Target="../media/image40.png"/><Relationship Id="rId3" Type="http://schemas.openxmlformats.org/officeDocument/2006/relationships/image" Target="../media/image13.png"/><Relationship Id="rId29" Type="http://schemas.openxmlformats.org/officeDocument/2006/relationships/image" Target="../media/image39.png"/><Relationship Id="rId28" Type="http://schemas.openxmlformats.org/officeDocument/2006/relationships/image" Target="../media/image38.png"/><Relationship Id="rId27" Type="http://schemas.openxmlformats.org/officeDocument/2006/relationships/image" Target="../media/image37.png"/><Relationship Id="rId26" Type="http://schemas.openxmlformats.org/officeDocument/2006/relationships/image" Target="../media/image36.png"/><Relationship Id="rId25" Type="http://schemas.openxmlformats.org/officeDocument/2006/relationships/image" Target="../media/image35.png"/><Relationship Id="rId24" Type="http://schemas.openxmlformats.org/officeDocument/2006/relationships/image" Target="../media/image34.png"/><Relationship Id="rId23" Type="http://schemas.openxmlformats.org/officeDocument/2006/relationships/image" Target="../media/image33.png"/><Relationship Id="rId22" Type="http://schemas.openxmlformats.org/officeDocument/2006/relationships/image" Target="../media/image32.png"/><Relationship Id="rId21" Type="http://schemas.openxmlformats.org/officeDocument/2006/relationships/image" Target="../media/image31.png"/><Relationship Id="rId20" Type="http://schemas.openxmlformats.org/officeDocument/2006/relationships/image" Target="../media/image30.png"/><Relationship Id="rId2" Type="http://schemas.openxmlformats.org/officeDocument/2006/relationships/image" Target="../media/image12.png"/><Relationship Id="rId19" Type="http://schemas.openxmlformats.org/officeDocument/2006/relationships/image" Target="../media/image29.png"/><Relationship Id="rId18" Type="http://schemas.openxmlformats.org/officeDocument/2006/relationships/image" Target="../media/image28.png"/><Relationship Id="rId17" Type="http://schemas.openxmlformats.org/officeDocument/2006/relationships/image" Target="../media/image27.png"/><Relationship Id="rId16" Type="http://schemas.openxmlformats.org/officeDocument/2006/relationships/image" Target="../media/image26.png"/><Relationship Id="rId15" Type="http://schemas.openxmlformats.org/officeDocument/2006/relationships/image" Target="../media/image25.png"/><Relationship Id="rId14" Type="http://schemas.openxmlformats.org/officeDocument/2006/relationships/image" Target="../media/image24.png"/><Relationship Id="rId13" Type="http://schemas.openxmlformats.org/officeDocument/2006/relationships/image" Target="../media/image23.png"/><Relationship Id="rId12" Type="http://schemas.openxmlformats.org/officeDocument/2006/relationships/image" Target="../media/image22.png"/><Relationship Id="rId11" Type="http://schemas.openxmlformats.org/officeDocument/2006/relationships/image" Target="../media/image21.png"/><Relationship Id="rId10" Type="http://schemas.openxmlformats.org/officeDocument/2006/relationships/image" Target="../media/image20.png"/><Relationship Id="rId1" Type="http://schemas.openxmlformats.org/officeDocument/2006/relationships/image" Target="../media/image1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9" Type="http://schemas.openxmlformats.org/officeDocument/2006/relationships/image" Target="../media/image61.png"/><Relationship Id="rId8" Type="http://schemas.openxmlformats.org/officeDocument/2006/relationships/image" Target="../media/image60.png"/><Relationship Id="rId7" Type="http://schemas.openxmlformats.org/officeDocument/2006/relationships/image" Target="../media/image59.png"/><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 Id="rId3" Type="http://schemas.openxmlformats.org/officeDocument/2006/relationships/image" Target="../media/image55.png"/><Relationship Id="rId24" Type="http://schemas.openxmlformats.org/officeDocument/2006/relationships/slideLayout" Target="../slideLayouts/slideLayout2.xml"/><Relationship Id="rId23" Type="http://schemas.openxmlformats.org/officeDocument/2006/relationships/image" Target="../media/image75.png"/><Relationship Id="rId22" Type="http://schemas.openxmlformats.org/officeDocument/2006/relationships/image" Target="../media/image74.png"/><Relationship Id="rId21" Type="http://schemas.openxmlformats.org/officeDocument/2006/relationships/image" Target="../media/image73.png"/><Relationship Id="rId20" Type="http://schemas.openxmlformats.org/officeDocument/2006/relationships/image" Target="../media/image72.png"/><Relationship Id="rId2" Type="http://schemas.openxmlformats.org/officeDocument/2006/relationships/image" Target="../media/image54.png"/><Relationship Id="rId19" Type="http://schemas.openxmlformats.org/officeDocument/2006/relationships/image" Target="../media/image71.png"/><Relationship Id="rId18" Type="http://schemas.openxmlformats.org/officeDocument/2006/relationships/image" Target="../media/image70.png"/><Relationship Id="rId17" Type="http://schemas.openxmlformats.org/officeDocument/2006/relationships/image" Target="../media/image69.png"/><Relationship Id="rId16" Type="http://schemas.openxmlformats.org/officeDocument/2006/relationships/image" Target="../media/image68.png"/><Relationship Id="rId15" Type="http://schemas.openxmlformats.org/officeDocument/2006/relationships/image" Target="../media/image67.png"/><Relationship Id="rId14" Type="http://schemas.openxmlformats.org/officeDocument/2006/relationships/image" Target="../media/image66.png"/><Relationship Id="rId13" Type="http://schemas.openxmlformats.org/officeDocument/2006/relationships/image" Target="../media/image65.png"/><Relationship Id="rId12" Type="http://schemas.openxmlformats.org/officeDocument/2006/relationships/image" Target="../media/image64.png"/><Relationship Id="rId11" Type="http://schemas.openxmlformats.org/officeDocument/2006/relationships/image" Target="../media/image63.png"/><Relationship Id="rId10" Type="http://schemas.openxmlformats.org/officeDocument/2006/relationships/image" Target="../media/image62.png"/><Relationship Id="rId1" Type="http://schemas.openxmlformats.org/officeDocument/2006/relationships/image" Target="../media/image53.png"/></Relationships>
</file>

<file path=ppt/slides/_rels/slide9.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png"/><Relationship Id="rId3" Type="http://schemas.openxmlformats.org/officeDocument/2006/relationships/image" Target="../media/image76.png"/><Relationship Id="rId23" Type="http://schemas.openxmlformats.org/officeDocument/2006/relationships/slideLayout" Target="../slideLayouts/slideLayout2.xml"/><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2.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9" Type="http://schemas.openxmlformats.org/officeDocument/2006/relationships/image" Target="../media/image102.png"/><Relationship Id="rId81" Type="http://schemas.openxmlformats.org/officeDocument/2006/relationships/slideLayout" Target="../slideLayouts/slideLayout5.xml"/><Relationship Id="rId80" Type="http://schemas.openxmlformats.org/officeDocument/2006/relationships/image" Target="../media/image173.png"/><Relationship Id="rId8" Type="http://schemas.openxmlformats.org/officeDocument/2006/relationships/image" Target="../media/image101.png"/><Relationship Id="rId79" Type="http://schemas.openxmlformats.org/officeDocument/2006/relationships/image" Target="../media/image172.png"/><Relationship Id="rId78" Type="http://schemas.openxmlformats.org/officeDocument/2006/relationships/image" Target="../media/image171.png"/><Relationship Id="rId77" Type="http://schemas.openxmlformats.org/officeDocument/2006/relationships/image" Target="../media/image170.png"/><Relationship Id="rId76" Type="http://schemas.openxmlformats.org/officeDocument/2006/relationships/image" Target="../media/image169.png"/><Relationship Id="rId75" Type="http://schemas.openxmlformats.org/officeDocument/2006/relationships/image" Target="../media/image168.png"/><Relationship Id="rId74" Type="http://schemas.openxmlformats.org/officeDocument/2006/relationships/image" Target="../media/image167.png"/><Relationship Id="rId73" Type="http://schemas.openxmlformats.org/officeDocument/2006/relationships/image" Target="../media/image166.png"/><Relationship Id="rId72" Type="http://schemas.openxmlformats.org/officeDocument/2006/relationships/image" Target="../media/image165.png"/><Relationship Id="rId71" Type="http://schemas.openxmlformats.org/officeDocument/2006/relationships/image" Target="../media/image164.png"/><Relationship Id="rId70" Type="http://schemas.openxmlformats.org/officeDocument/2006/relationships/image" Target="../media/image163.png"/><Relationship Id="rId7" Type="http://schemas.openxmlformats.org/officeDocument/2006/relationships/image" Target="../media/image100.png"/><Relationship Id="rId69" Type="http://schemas.openxmlformats.org/officeDocument/2006/relationships/image" Target="../media/image162.png"/><Relationship Id="rId68" Type="http://schemas.openxmlformats.org/officeDocument/2006/relationships/image" Target="../media/image161.png"/><Relationship Id="rId67" Type="http://schemas.openxmlformats.org/officeDocument/2006/relationships/image" Target="../media/image160.png"/><Relationship Id="rId66" Type="http://schemas.openxmlformats.org/officeDocument/2006/relationships/image" Target="../media/image159.png"/><Relationship Id="rId65" Type="http://schemas.openxmlformats.org/officeDocument/2006/relationships/image" Target="../media/image158.png"/><Relationship Id="rId64" Type="http://schemas.openxmlformats.org/officeDocument/2006/relationships/image" Target="../media/image157.png"/><Relationship Id="rId63" Type="http://schemas.openxmlformats.org/officeDocument/2006/relationships/image" Target="../media/image156.png"/><Relationship Id="rId62" Type="http://schemas.openxmlformats.org/officeDocument/2006/relationships/image" Target="../media/image155.png"/><Relationship Id="rId61" Type="http://schemas.openxmlformats.org/officeDocument/2006/relationships/image" Target="../media/image154.png"/><Relationship Id="rId60" Type="http://schemas.openxmlformats.org/officeDocument/2006/relationships/image" Target="../media/image153.png"/><Relationship Id="rId6" Type="http://schemas.openxmlformats.org/officeDocument/2006/relationships/image" Target="../media/image99.png"/><Relationship Id="rId59" Type="http://schemas.openxmlformats.org/officeDocument/2006/relationships/image" Target="../media/image152.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17.xml.rels><?xml version="1.0" encoding="UTF-8" standalone="yes"?>
<Relationships xmlns="http://schemas.openxmlformats.org/package/2006/relationships"><Relationship Id="rId9" Type="http://schemas.openxmlformats.org/officeDocument/2006/relationships/image" Target="../media/image102.png"/><Relationship Id="rId81" Type="http://schemas.openxmlformats.org/officeDocument/2006/relationships/slideLayout" Target="../slideLayouts/slideLayout5.xml"/><Relationship Id="rId80" Type="http://schemas.openxmlformats.org/officeDocument/2006/relationships/image" Target="../media/image173.png"/><Relationship Id="rId8" Type="http://schemas.openxmlformats.org/officeDocument/2006/relationships/image" Target="../media/image101.png"/><Relationship Id="rId79" Type="http://schemas.openxmlformats.org/officeDocument/2006/relationships/image" Target="../media/image172.png"/><Relationship Id="rId78" Type="http://schemas.openxmlformats.org/officeDocument/2006/relationships/image" Target="../media/image171.png"/><Relationship Id="rId77" Type="http://schemas.openxmlformats.org/officeDocument/2006/relationships/image" Target="../media/image170.png"/><Relationship Id="rId76" Type="http://schemas.openxmlformats.org/officeDocument/2006/relationships/image" Target="../media/image169.png"/><Relationship Id="rId75" Type="http://schemas.openxmlformats.org/officeDocument/2006/relationships/image" Target="../media/image168.png"/><Relationship Id="rId74" Type="http://schemas.openxmlformats.org/officeDocument/2006/relationships/image" Target="../media/image167.png"/><Relationship Id="rId73" Type="http://schemas.openxmlformats.org/officeDocument/2006/relationships/image" Target="../media/image166.png"/><Relationship Id="rId72" Type="http://schemas.openxmlformats.org/officeDocument/2006/relationships/image" Target="../media/image165.png"/><Relationship Id="rId71" Type="http://schemas.openxmlformats.org/officeDocument/2006/relationships/image" Target="../media/image164.png"/><Relationship Id="rId70" Type="http://schemas.openxmlformats.org/officeDocument/2006/relationships/image" Target="../media/image163.png"/><Relationship Id="rId7" Type="http://schemas.openxmlformats.org/officeDocument/2006/relationships/image" Target="../media/image100.png"/><Relationship Id="rId69" Type="http://schemas.openxmlformats.org/officeDocument/2006/relationships/image" Target="../media/image162.png"/><Relationship Id="rId68" Type="http://schemas.openxmlformats.org/officeDocument/2006/relationships/image" Target="../media/image161.png"/><Relationship Id="rId67" Type="http://schemas.openxmlformats.org/officeDocument/2006/relationships/image" Target="../media/image160.png"/><Relationship Id="rId66" Type="http://schemas.openxmlformats.org/officeDocument/2006/relationships/image" Target="../media/image159.png"/><Relationship Id="rId65" Type="http://schemas.openxmlformats.org/officeDocument/2006/relationships/image" Target="../media/image158.png"/><Relationship Id="rId64" Type="http://schemas.openxmlformats.org/officeDocument/2006/relationships/image" Target="../media/image157.png"/><Relationship Id="rId63" Type="http://schemas.openxmlformats.org/officeDocument/2006/relationships/image" Target="../media/image156.png"/><Relationship Id="rId62" Type="http://schemas.openxmlformats.org/officeDocument/2006/relationships/image" Target="../media/image155.png"/><Relationship Id="rId61" Type="http://schemas.openxmlformats.org/officeDocument/2006/relationships/image" Target="../media/image154.png"/><Relationship Id="rId60" Type="http://schemas.openxmlformats.org/officeDocument/2006/relationships/image" Target="../media/image153.png"/><Relationship Id="rId6" Type="http://schemas.openxmlformats.org/officeDocument/2006/relationships/image" Target="../media/image99.png"/><Relationship Id="rId59" Type="http://schemas.openxmlformats.org/officeDocument/2006/relationships/image" Target="../media/image152.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18.xml.rels><?xml version="1.0" encoding="UTF-8" standalone="yes"?>
<Relationships xmlns="http://schemas.openxmlformats.org/package/2006/relationships"><Relationship Id="rId9" Type="http://schemas.openxmlformats.org/officeDocument/2006/relationships/image" Target="../media/image102.png"/><Relationship Id="rId81" Type="http://schemas.openxmlformats.org/officeDocument/2006/relationships/slideLayout" Target="../slideLayouts/slideLayout5.xml"/><Relationship Id="rId80" Type="http://schemas.openxmlformats.org/officeDocument/2006/relationships/image" Target="../media/image173.png"/><Relationship Id="rId8" Type="http://schemas.openxmlformats.org/officeDocument/2006/relationships/image" Target="../media/image101.png"/><Relationship Id="rId79" Type="http://schemas.openxmlformats.org/officeDocument/2006/relationships/image" Target="../media/image172.png"/><Relationship Id="rId78" Type="http://schemas.openxmlformats.org/officeDocument/2006/relationships/image" Target="../media/image171.png"/><Relationship Id="rId77" Type="http://schemas.openxmlformats.org/officeDocument/2006/relationships/image" Target="../media/image170.png"/><Relationship Id="rId76" Type="http://schemas.openxmlformats.org/officeDocument/2006/relationships/image" Target="../media/image169.png"/><Relationship Id="rId75" Type="http://schemas.openxmlformats.org/officeDocument/2006/relationships/image" Target="../media/image168.png"/><Relationship Id="rId74" Type="http://schemas.openxmlformats.org/officeDocument/2006/relationships/image" Target="../media/image167.png"/><Relationship Id="rId73" Type="http://schemas.openxmlformats.org/officeDocument/2006/relationships/image" Target="../media/image166.png"/><Relationship Id="rId72" Type="http://schemas.openxmlformats.org/officeDocument/2006/relationships/image" Target="../media/image165.png"/><Relationship Id="rId71" Type="http://schemas.openxmlformats.org/officeDocument/2006/relationships/image" Target="../media/image164.png"/><Relationship Id="rId70" Type="http://schemas.openxmlformats.org/officeDocument/2006/relationships/image" Target="../media/image163.png"/><Relationship Id="rId7" Type="http://schemas.openxmlformats.org/officeDocument/2006/relationships/image" Target="../media/image100.png"/><Relationship Id="rId69" Type="http://schemas.openxmlformats.org/officeDocument/2006/relationships/image" Target="../media/image162.png"/><Relationship Id="rId68" Type="http://schemas.openxmlformats.org/officeDocument/2006/relationships/image" Target="../media/image161.png"/><Relationship Id="rId67" Type="http://schemas.openxmlformats.org/officeDocument/2006/relationships/image" Target="../media/image160.png"/><Relationship Id="rId66" Type="http://schemas.openxmlformats.org/officeDocument/2006/relationships/image" Target="../media/image159.png"/><Relationship Id="rId65" Type="http://schemas.openxmlformats.org/officeDocument/2006/relationships/image" Target="../media/image158.png"/><Relationship Id="rId64" Type="http://schemas.openxmlformats.org/officeDocument/2006/relationships/image" Target="../media/image157.png"/><Relationship Id="rId63" Type="http://schemas.openxmlformats.org/officeDocument/2006/relationships/image" Target="../media/image156.png"/><Relationship Id="rId62" Type="http://schemas.openxmlformats.org/officeDocument/2006/relationships/image" Target="../media/image155.png"/><Relationship Id="rId61" Type="http://schemas.openxmlformats.org/officeDocument/2006/relationships/image" Target="../media/image154.png"/><Relationship Id="rId60" Type="http://schemas.openxmlformats.org/officeDocument/2006/relationships/image" Target="../media/image153.png"/><Relationship Id="rId6" Type="http://schemas.openxmlformats.org/officeDocument/2006/relationships/image" Target="../media/image99.png"/><Relationship Id="rId59" Type="http://schemas.openxmlformats.org/officeDocument/2006/relationships/image" Target="../media/image152.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19.xml.rels><?xml version="1.0" encoding="UTF-8" standalone="yes"?>
<Relationships xmlns="http://schemas.openxmlformats.org/package/2006/relationships"><Relationship Id="rId9" Type="http://schemas.openxmlformats.org/officeDocument/2006/relationships/image" Target="../media/image102.png"/><Relationship Id="rId81" Type="http://schemas.openxmlformats.org/officeDocument/2006/relationships/slideLayout" Target="../slideLayouts/slideLayout5.xml"/><Relationship Id="rId80" Type="http://schemas.openxmlformats.org/officeDocument/2006/relationships/image" Target="../media/image173.png"/><Relationship Id="rId8" Type="http://schemas.openxmlformats.org/officeDocument/2006/relationships/image" Target="../media/image101.png"/><Relationship Id="rId79" Type="http://schemas.openxmlformats.org/officeDocument/2006/relationships/image" Target="../media/image172.png"/><Relationship Id="rId78" Type="http://schemas.openxmlformats.org/officeDocument/2006/relationships/image" Target="../media/image171.png"/><Relationship Id="rId77" Type="http://schemas.openxmlformats.org/officeDocument/2006/relationships/image" Target="../media/image170.png"/><Relationship Id="rId76" Type="http://schemas.openxmlformats.org/officeDocument/2006/relationships/image" Target="../media/image169.png"/><Relationship Id="rId75" Type="http://schemas.openxmlformats.org/officeDocument/2006/relationships/image" Target="../media/image168.png"/><Relationship Id="rId74" Type="http://schemas.openxmlformats.org/officeDocument/2006/relationships/image" Target="../media/image167.png"/><Relationship Id="rId73" Type="http://schemas.openxmlformats.org/officeDocument/2006/relationships/image" Target="../media/image166.png"/><Relationship Id="rId72" Type="http://schemas.openxmlformats.org/officeDocument/2006/relationships/image" Target="../media/image165.png"/><Relationship Id="rId71" Type="http://schemas.openxmlformats.org/officeDocument/2006/relationships/image" Target="../media/image164.png"/><Relationship Id="rId70" Type="http://schemas.openxmlformats.org/officeDocument/2006/relationships/image" Target="../media/image163.png"/><Relationship Id="rId7" Type="http://schemas.openxmlformats.org/officeDocument/2006/relationships/image" Target="../media/image100.png"/><Relationship Id="rId69" Type="http://schemas.openxmlformats.org/officeDocument/2006/relationships/image" Target="../media/image162.png"/><Relationship Id="rId68" Type="http://schemas.openxmlformats.org/officeDocument/2006/relationships/image" Target="../media/image161.png"/><Relationship Id="rId67" Type="http://schemas.openxmlformats.org/officeDocument/2006/relationships/image" Target="../media/image160.png"/><Relationship Id="rId66" Type="http://schemas.openxmlformats.org/officeDocument/2006/relationships/image" Target="../media/image159.png"/><Relationship Id="rId65" Type="http://schemas.openxmlformats.org/officeDocument/2006/relationships/image" Target="../media/image158.png"/><Relationship Id="rId64" Type="http://schemas.openxmlformats.org/officeDocument/2006/relationships/image" Target="../media/image157.png"/><Relationship Id="rId63" Type="http://schemas.openxmlformats.org/officeDocument/2006/relationships/image" Target="../media/image156.png"/><Relationship Id="rId62" Type="http://schemas.openxmlformats.org/officeDocument/2006/relationships/image" Target="../media/image155.png"/><Relationship Id="rId61" Type="http://schemas.openxmlformats.org/officeDocument/2006/relationships/image" Target="../media/image154.png"/><Relationship Id="rId60" Type="http://schemas.openxmlformats.org/officeDocument/2006/relationships/image" Target="../media/image153.png"/><Relationship Id="rId6" Type="http://schemas.openxmlformats.org/officeDocument/2006/relationships/image" Target="../media/image99.png"/><Relationship Id="rId59" Type="http://schemas.openxmlformats.org/officeDocument/2006/relationships/image" Target="../media/image152.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20.xml.rels><?xml version="1.0" encoding="UTF-8" standalone="yes"?>
<Relationships xmlns="http://schemas.openxmlformats.org/package/2006/relationships"><Relationship Id="rId9" Type="http://schemas.openxmlformats.org/officeDocument/2006/relationships/image" Target="../media/image102.png"/><Relationship Id="rId81" Type="http://schemas.openxmlformats.org/officeDocument/2006/relationships/slideLayout" Target="../slideLayouts/slideLayout5.xml"/><Relationship Id="rId80" Type="http://schemas.openxmlformats.org/officeDocument/2006/relationships/image" Target="../media/image173.png"/><Relationship Id="rId8" Type="http://schemas.openxmlformats.org/officeDocument/2006/relationships/image" Target="../media/image101.png"/><Relationship Id="rId79" Type="http://schemas.openxmlformats.org/officeDocument/2006/relationships/image" Target="../media/image172.png"/><Relationship Id="rId78" Type="http://schemas.openxmlformats.org/officeDocument/2006/relationships/image" Target="../media/image171.png"/><Relationship Id="rId77" Type="http://schemas.openxmlformats.org/officeDocument/2006/relationships/image" Target="../media/image170.png"/><Relationship Id="rId76" Type="http://schemas.openxmlformats.org/officeDocument/2006/relationships/image" Target="../media/image169.png"/><Relationship Id="rId75" Type="http://schemas.openxmlformats.org/officeDocument/2006/relationships/image" Target="../media/image168.png"/><Relationship Id="rId74" Type="http://schemas.openxmlformats.org/officeDocument/2006/relationships/image" Target="../media/image167.png"/><Relationship Id="rId73" Type="http://schemas.openxmlformats.org/officeDocument/2006/relationships/image" Target="../media/image166.png"/><Relationship Id="rId72" Type="http://schemas.openxmlformats.org/officeDocument/2006/relationships/image" Target="../media/image165.png"/><Relationship Id="rId71" Type="http://schemas.openxmlformats.org/officeDocument/2006/relationships/image" Target="../media/image164.png"/><Relationship Id="rId70" Type="http://schemas.openxmlformats.org/officeDocument/2006/relationships/image" Target="../media/image163.png"/><Relationship Id="rId7" Type="http://schemas.openxmlformats.org/officeDocument/2006/relationships/image" Target="../media/image100.png"/><Relationship Id="rId69" Type="http://schemas.openxmlformats.org/officeDocument/2006/relationships/image" Target="../media/image162.png"/><Relationship Id="rId68" Type="http://schemas.openxmlformats.org/officeDocument/2006/relationships/image" Target="../media/image161.png"/><Relationship Id="rId67" Type="http://schemas.openxmlformats.org/officeDocument/2006/relationships/image" Target="../media/image160.png"/><Relationship Id="rId66" Type="http://schemas.openxmlformats.org/officeDocument/2006/relationships/image" Target="../media/image159.png"/><Relationship Id="rId65" Type="http://schemas.openxmlformats.org/officeDocument/2006/relationships/image" Target="../media/image158.png"/><Relationship Id="rId64" Type="http://schemas.openxmlformats.org/officeDocument/2006/relationships/image" Target="../media/image157.png"/><Relationship Id="rId63" Type="http://schemas.openxmlformats.org/officeDocument/2006/relationships/image" Target="../media/image156.png"/><Relationship Id="rId62" Type="http://schemas.openxmlformats.org/officeDocument/2006/relationships/image" Target="../media/image155.png"/><Relationship Id="rId61" Type="http://schemas.openxmlformats.org/officeDocument/2006/relationships/image" Target="../media/image154.png"/><Relationship Id="rId60" Type="http://schemas.openxmlformats.org/officeDocument/2006/relationships/image" Target="../media/image153.png"/><Relationship Id="rId6" Type="http://schemas.openxmlformats.org/officeDocument/2006/relationships/image" Target="../media/image99.png"/><Relationship Id="rId59" Type="http://schemas.openxmlformats.org/officeDocument/2006/relationships/image" Target="../media/image152.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21.xml.rels><?xml version="1.0" encoding="UTF-8" standalone="yes"?>
<Relationships xmlns="http://schemas.openxmlformats.org/package/2006/relationships"><Relationship Id="rId9" Type="http://schemas.openxmlformats.org/officeDocument/2006/relationships/image" Target="../media/image102.png"/><Relationship Id="rId8" Type="http://schemas.openxmlformats.org/officeDocument/2006/relationships/image" Target="../media/image101.png"/><Relationship Id="rId79" Type="http://schemas.openxmlformats.org/officeDocument/2006/relationships/slideLayout" Target="../slideLayouts/slideLayout5.xml"/><Relationship Id="rId78" Type="http://schemas.openxmlformats.org/officeDocument/2006/relationships/image" Target="../media/image173.png"/><Relationship Id="rId77" Type="http://schemas.openxmlformats.org/officeDocument/2006/relationships/image" Target="../media/image172.png"/><Relationship Id="rId76" Type="http://schemas.openxmlformats.org/officeDocument/2006/relationships/image" Target="../media/image171.png"/><Relationship Id="rId75" Type="http://schemas.openxmlformats.org/officeDocument/2006/relationships/image" Target="../media/image170.png"/><Relationship Id="rId74" Type="http://schemas.openxmlformats.org/officeDocument/2006/relationships/image" Target="../media/image169.png"/><Relationship Id="rId73" Type="http://schemas.openxmlformats.org/officeDocument/2006/relationships/image" Target="../media/image168.png"/><Relationship Id="rId72" Type="http://schemas.openxmlformats.org/officeDocument/2006/relationships/image" Target="../media/image167.png"/><Relationship Id="rId71" Type="http://schemas.openxmlformats.org/officeDocument/2006/relationships/image" Target="../media/image166.png"/><Relationship Id="rId70" Type="http://schemas.openxmlformats.org/officeDocument/2006/relationships/image" Target="../media/image165.png"/><Relationship Id="rId7" Type="http://schemas.openxmlformats.org/officeDocument/2006/relationships/image" Target="../media/image100.png"/><Relationship Id="rId69" Type="http://schemas.openxmlformats.org/officeDocument/2006/relationships/image" Target="../media/image164.png"/><Relationship Id="rId68" Type="http://schemas.openxmlformats.org/officeDocument/2006/relationships/image" Target="../media/image163.png"/><Relationship Id="rId67" Type="http://schemas.openxmlformats.org/officeDocument/2006/relationships/image" Target="../media/image162.png"/><Relationship Id="rId66" Type="http://schemas.openxmlformats.org/officeDocument/2006/relationships/image" Target="../media/image161.png"/><Relationship Id="rId65" Type="http://schemas.openxmlformats.org/officeDocument/2006/relationships/image" Target="../media/image160.png"/><Relationship Id="rId64" Type="http://schemas.openxmlformats.org/officeDocument/2006/relationships/image" Target="../media/image159.png"/><Relationship Id="rId63" Type="http://schemas.openxmlformats.org/officeDocument/2006/relationships/image" Target="../media/image158.png"/><Relationship Id="rId62" Type="http://schemas.openxmlformats.org/officeDocument/2006/relationships/image" Target="../media/image157.png"/><Relationship Id="rId61" Type="http://schemas.openxmlformats.org/officeDocument/2006/relationships/image" Target="../media/image156.png"/><Relationship Id="rId60" Type="http://schemas.openxmlformats.org/officeDocument/2006/relationships/image" Target="../media/image155.png"/><Relationship Id="rId6" Type="http://schemas.openxmlformats.org/officeDocument/2006/relationships/image" Target="../media/image99.png"/><Relationship Id="rId59" Type="http://schemas.openxmlformats.org/officeDocument/2006/relationships/image" Target="../media/image154.png"/><Relationship Id="rId58" Type="http://schemas.openxmlformats.org/officeDocument/2006/relationships/image" Target="../media/image151.png"/><Relationship Id="rId57" Type="http://schemas.openxmlformats.org/officeDocument/2006/relationships/image" Target="../media/image150.png"/><Relationship Id="rId56" Type="http://schemas.openxmlformats.org/officeDocument/2006/relationships/image" Target="../media/image149.png"/><Relationship Id="rId55" Type="http://schemas.openxmlformats.org/officeDocument/2006/relationships/image" Target="../media/image148.png"/><Relationship Id="rId54" Type="http://schemas.openxmlformats.org/officeDocument/2006/relationships/image" Target="../media/image147.png"/><Relationship Id="rId53" Type="http://schemas.openxmlformats.org/officeDocument/2006/relationships/image" Target="../media/image146.png"/><Relationship Id="rId52" Type="http://schemas.openxmlformats.org/officeDocument/2006/relationships/image" Target="../media/image145.png"/><Relationship Id="rId51" Type="http://schemas.openxmlformats.org/officeDocument/2006/relationships/image" Target="../media/image144.png"/><Relationship Id="rId50" Type="http://schemas.openxmlformats.org/officeDocument/2006/relationships/image" Target="../media/image143.png"/><Relationship Id="rId5" Type="http://schemas.openxmlformats.org/officeDocument/2006/relationships/image" Target="../media/image98.png"/><Relationship Id="rId49" Type="http://schemas.openxmlformats.org/officeDocument/2006/relationships/image" Target="../media/image142.png"/><Relationship Id="rId48" Type="http://schemas.openxmlformats.org/officeDocument/2006/relationships/image" Target="../media/image141.png"/><Relationship Id="rId47" Type="http://schemas.openxmlformats.org/officeDocument/2006/relationships/image" Target="../media/image140.png"/><Relationship Id="rId46" Type="http://schemas.openxmlformats.org/officeDocument/2006/relationships/image" Target="../media/image139.png"/><Relationship Id="rId45" Type="http://schemas.openxmlformats.org/officeDocument/2006/relationships/image" Target="../media/image138.png"/><Relationship Id="rId44" Type="http://schemas.openxmlformats.org/officeDocument/2006/relationships/image" Target="../media/image137.png"/><Relationship Id="rId43" Type="http://schemas.openxmlformats.org/officeDocument/2006/relationships/image" Target="../media/image136.png"/><Relationship Id="rId42" Type="http://schemas.openxmlformats.org/officeDocument/2006/relationships/image" Target="../media/image135.png"/><Relationship Id="rId41" Type="http://schemas.openxmlformats.org/officeDocument/2006/relationships/image" Target="../media/image134.png"/><Relationship Id="rId40" Type="http://schemas.openxmlformats.org/officeDocument/2006/relationships/image" Target="../media/image133.png"/><Relationship Id="rId4" Type="http://schemas.openxmlformats.org/officeDocument/2006/relationships/image" Target="../media/image97.png"/><Relationship Id="rId39" Type="http://schemas.openxmlformats.org/officeDocument/2006/relationships/image" Target="../media/image132.png"/><Relationship Id="rId38" Type="http://schemas.openxmlformats.org/officeDocument/2006/relationships/image" Target="../media/image131.png"/><Relationship Id="rId37" Type="http://schemas.openxmlformats.org/officeDocument/2006/relationships/image" Target="../media/image130.png"/><Relationship Id="rId36" Type="http://schemas.openxmlformats.org/officeDocument/2006/relationships/image" Target="../media/image129.png"/><Relationship Id="rId35" Type="http://schemas.openxmlformats.org/officeDocument/2006/relationships/image" Target="../media/image128.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25.png"/><Relationship Id="rId31" Type="http://schemas.openxmlformats.org/officeDocument/2006/relationships/image" Target="../media/image124.png"/><Relationship Id="rId30" Type="http://schemas.openxmlformats.org/officeDocument/2006/relationships/image" Target="../media/image123.png"/><Relationship Id="rId3" Type="http://schemas.openxmlformats.org/officeDocument/2006/relationships/image" Target="../media/image96.png"/><Relationship Id="rId29" Type="http://schemas.openxmlformats.org/officeDocument/2006/relationships/image" Target="../media/image122.png"/><Relationship Id="rId28" Type="http://schemas.openxmlformats.org/officeDocument/2006/relationships/image" Target="../media/image121.png"/><Relationship Id="rId27" Type="http://schemas.openxmlformats.org/officeDocument/2006/relationships/image" Target="../media/image120.png"/><Relationship Id="rId26" Type="http://schemas.openxmlformats.org/officeDocument/2006/relationships/image" Target="../media/image119.png"/><Relationship Id="rId25" Type="http://schemas.openxmlformats.org/officeDocument/2006/relationships/image" Target="../media/image118.png"/><Relationship Id="rId24" Type="http://schemas.openxmlformats.org/officeDocument/2006/relationships/image" Target="../media/image117.png"/><Relationship Id="rId23" Type="http://schemas.openxmlformats.org/officeDocument/2006/relationships/image" Target="../media/image116.png"/><Relationship Id="rId22" Type="http://schemas.openxmlformats.org/officeDocument/2006/relationships/image" Target="../media/image115.png"/><Relationship Id="rId21" Type="http://schemas.openxmlformats.org/officeDocument/2006/relationships/image" Target="../media/image114.png"/><Relationship Id="rId20" Type="http://schemas.openxmlformats.org/officeDocument/2006/relationships/image" Target="../media/image113.png"/><Relationship Id="rId2" Type="http://schemas.openxmlformats.org/officeDocument/2006/relationships/image" Target="../media/image2.png"/><Relationship Id="rId19" Type="http://schemas.openxmlformats.org/officeDocument/2006/relationships/image" Target="../media/image112.png"/><Relationship Id="rId18" Type="http://schemas.openxmlformats.org/officeDocument/2006/relationships/image" Target="../media/image111.png"/><Relationship Id="rId17" Type="http://schemas.openxmlformats.org/officeDocument/2006/relationships/image" Target="../media/image110.png"/><Relationship Id="rId16" Type="http://schemas.openxmlformats.org/officeDocument/2006/relationships/image" Target="../media/image109.png"/><Relationship Id="rId15" Type="http://schemas.openxmlformats.org/officeDocument/2006/relationships/image" Target="../media/image108.png"/><Relationship Id="rId14" Type="http://schemas.openxmlformats.org/officeDocument/2006/relationships/image" Target="../media/image107.png"/><Relationship Id="rId13" Type="http://schemas.openxmlformats.org/officeDocument/2006/relationships/image" Target="../media/image106.png"/><Relationship Id="rId12" Type="http://schemas.openxmlformats.org/officeDocument/2006/relationships/image" Target="../media/image105.png"/><Relationship Id="rId11" Type="http://schemas.openxmlformats.org/officeDocument/2006/relationships/image" Target="../media/image104.png"/><Relationship Id="rId10" Type="http://schemas.openxmlformats.org/officeDocument/2006/relationships/image" Target="../media/image103.png"/><Relationship Id="rId1"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9" Type="http://schemas.openxmlformats.org/officeDocument/2006/relationships/image" Target="../media/image180.png"/><Relationship Id="rId8" Type="http://schemas.openxmlformats.org/officeDocument/2006/relationships/image" Target="../media/image179.png"/><Relationship Id="rId7" Type="http://schemas.openxmlformats.org/officeDocument/2006/relationships/image" Target="../media/image178.png"/><Relationship Id="rId6" Type="http://schemas.openxmlformats.org/officeDocument/2006/relationships/image" Target="../media/image177.png"/><Relationship Id="rId5" Type="http://schemas.openxmlformats.org/officeDocument/2006/relationships/image" Target="../media/image176.png"/><Relationship Id="rId4" Type="http://schemas.openxmlformats.org/officeDocument/2006/relationships/image" Target="../media/image175.png"/><Relationship Id="rId3" Type="http://schemas.openxmlformats.org/officeDocument/2006/relationships/image" Target="../media/image174.png"/><Relationship Id="rId23" Type="http://schemas.openxmlformats.org/officeDocument/2006/relationships/slideLayout" Target="../slideLayouts/slideLayout5.xml"/><Relationship Id="rId22" Type="http://schemas.openxmlformats.org/officeDocument/2006/relationships/image" Target="../media/image193.png"/><Relationship Id="rId21" Type="http://schemas.openxmlformats.org/officeDocument/2006/relationships/image" Target="../media/image192.png"/><Relationship Id="rId20" Type="http://schemas.openxmlformats.org/officeDocument/2006/relationships/image" Target="../media/image191.png"/><Relationship Id="rId2" Type="http://schemas.openxmlformats.org/officeDocument/2006/relationships/image" Target="../media/image2.png"/><Relationship Id="rId19" Type="http://schemas.openxmlformats.org/officeDocument/2006/relationships/image" Target="../media/image190.png"/><Relationship Id="rId18" Type="http://schemas.openxmlformats.org/officeDocument/2006/relationships/image" Target="../media/image189.png"/><Relationship Id="rId17" Type="http://schemas.openxmlformats.org/officeDocument/2006/relationships/image" Target="../media/image188.png"/><Relationship Id="rId16" Type="http://schemas.openxmlformats.org/officeDocument/2006/relationships/image" Target="../media/image187.png"/><Relationship Id="rId15" Type="http://schemas.openxmlformats.org/officeDocument/2006/relationships/image" Target="../media/image186.png"/><Relationship Id="rId14" Type="http://schemas.openxmlformats.org/officeDocument/2006/relationships/image" Target="../media/image185.png"/><Relationship Id="rId13" Type="http://schemas.openxmlformats.org/officeDocument/2006/relationships/image" Target="../media/image184.png"/><Relationship Id="rId12" Type="http://schemas.openxmlformats.org/officeDocument/2006/relationships/image" Target="../media/image183.png"/><Relationship Id="rId11" Type="http://schemas.openxmlformats.org/officeDocument/2006/relationships/image" Target="../media/image182.png"/><Relationship Id="rId10" Type="http://schemas.openxmlformats.org/officeDocument/2006/relationships/image" Target="../media/image181.png"/><Relationship Id="rId1" Type="http://schemas.openxmlformats.org/officeDocument/2006/relationships/image" Target="../media/image1.png"/></Relationships>
</file>

<file path=ppt/slides/_rels/slide25.xml.rels><?xml version="1.0" encoding="UTF-8" standalone="yes"?>
<Relationships xmlns="http://schemas.openxmlformats.org/package/2006/relationships"><Relationship Id="rId9" Type="http://schemas.openxmlformats.org/officeDocument/2006/relationships/image" Target="../media/image200.png"/><Relationship Id="rId8" Type="http://schemas.openxmlformats.org/officeDocument/2006/relationships/image" Target="../media/image199.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196.png"/><Relationship Id="rId4" Type="http://schemas.openxmlformats.org/officeDocument/2006/relationships/image" Target="../media/image195.png"/><Relationship Id="rId3" Type="http://schemas.openxmlformats.org/officeDocument/2006/relationships/image" Target="../media/image194.png"/><Relationship Id="rId23" Type="http://schemas.openxmlformats.org/officeDocument/2006/relationships/slideLayout" Target="../slideLayouts/slideLayout5.xml"/><Relationship Id="rId22" Type="http://schemas.openxmlformats.org/officeDocument/2006/relationships/image" Target="../media/image213.png"/><Relationship Id="rId21" Type="http://schemas.openxmlformats.org/officeDocument/2006/relationships/image" Target="../media/image212.png"/><Relationship Id="rId20" Type="http://schemas.openxmlformats.org/officeDocument/2006/relationships/image" Target="../media/image211.png"/><Relationship Id="rId2" Type="http://schemas.openxmlformats.org/officeDocument/2006/relationships/image" Target="../media/image2.png"/><Relationship Id="rId19" Type="http://schemas.openxmlformats.org/officeDocument/2006/relationships/image" Target="../media/image210.png"/><Relationship Id="rId18" Type="http://schemas.openxmlformats.org/officeDocument/2006/relationships/image" Target="../media/image209.png"/><Relationship Id="rId17" Type="http://schemas.openxmlformats.org/officeDocument/2006/relationships/image" Target="../media/image208.png"/><Relationship Id="rId16" Type="http://schemas.openxmlformats.org/officeDocument/2006/relationships/image" Target="../media/image207.png"/><Relationship Id="rId15" Type="http://schemas.openxmlformats.org/officeDocument/2006/relationships/image" Target="../media/image206.png"/><Relationship Id="rId14" Type="http://schemas.openxmlformats.org/officeDocument/2006/relationships/image" Target="../media/image205.png"/><Relationship Id="rId13" Type="http://schemas.openxmlformats.org/officeDocument/2006/relationships/image" Target="../media/image204.png"/><Relationship Id="rId12" Type="http://schemas.openxmlformats.org/officeDocument/2006/relationships/image" Target="../media/image203.png"/><Relationship Id="rId11" Type="http://schemas.openxmlformats.org/officeDocument/2006/relationships/image" Target="../media/image202.png"/><Relationship Id="rId10" Type="http://schemas.openxmlformats.org/officeDocument/2006/relationships/image" Target="../media/image201.png"/><Relationship Id="rId1" Type="http://schemas.openxmlformats.org/officeDocument/2006/relationships/image" Target="../media/image1.png"/></Relationships>
</file>

<file path=ppt/slides/_rels/slide26.xml.rels><?xml version="1.0" encoding="UTF-8" standalone="yes"?>
<Relationships xmlns="http://schemas.openxmlformats.org/package/2006/relationships"><Relationship Id="rId9" Type="http://schemas.openxmlformats.org/officeDocument/2006/relationships/image" Target="../media/image220.png"/><Relationship Id="rId8" Type="http://schemas.openxmlformats.org/officeDocument/2006/relationships/image" Target="../media/image219.png"/><Relationship Id="rId7" Type="http://schemas.openxmlformats.org/officeDocument/2006/relationships/image" Target="../media/image218.png"/><Relationship Id="rId6" Type="http://schemas.openxmlformats.org/officeDocument/2006/relationships/image" Target="../media/image217.png"/><Relationship Id="rId5" Type="http://schemas.openxmlformats.org/officeDocument/2006/relationships/image" Target="../media/image216.png"/><Relationship Id="rId4" Type="http://schemas.openxmlformats.org/officeDocument/2006/relationships/image" Target="../media/image215.png"/><Relationship Id="rId3" Type="http://schemas.openxmlformats.org/officeDocument/2006/relationships/image" Target="../media/image214.png"/><Relationship Id="rId24" Type="http://schemas.openxmlformats.org/officeDocument/2006/relationships/slideLayout" Target="../slideLayouts/slideLayout5.xml"/><Relationship Id="rId23" Type="http://schemas.openxmlformats.org/officeDocument/2006/relationships/image" Target="../media/image234.jpeg"/><Relationship Id="rId22" Type="http://schemas.openxmlformats.org/officeDocument/2006/relationships/image" Target="../media/image233.png"/><Relationship Id="rId21" Type="http://schemas.openxmlformats.org/officeDocument/2006/relationships/image" Target="../media/image232.png"/><Relationship Id="rId20" Type="http://schemas.openxmlformats.org/officeDocument/2006/relationships/image" Target="../media/image231.png"/><Relationship Id="rId2" Type="http://schemas.openxmlformats.org/officeDocument/2006/relationships/image" Target="../media/image2.png"/><Relationship Id="rId19" Type="http://schemas.openxmlformats.org/officeDocument/2006/relationships/image" Target="../media/image230.png"/><Relationship Id="rId18" Type="http://schemas.openxmlformats.org/officeDocument/2006/relationships/image" Target="../media/image229.png"/><Relationship Id="rId17" Type="http://schemas.openxmlformats.org/officeDocument/2006/relationships/image" Target="../media/image228.png"/><Relationship Id="rId16" Type="http://schemas.openxmlformats.org/officeDocument/2006/relationships/image" Target="../media/image227.png"/><Relationship Id="rId15" Type="http://schemas.openxmlformats.org/officeDocument/2006/relationships/image" Target="../media/image226.png"/><Relationship Id="rId14" Type="http://schemas.openxmlformats.org/officeDocument/2006/relationships/image" Target="../media/image225.png"/><Relationship Id="rId13" Type="http://schemas.openxmlformats.org/officeDocument/2006/relationships/image" Target="../media/image224.png"/><Relationship Id="rId12" Type="http://schemas.openxmlformats.org/officeDocument/2006/relationships/image" Target="../media/image223.png"/><Relationship Id="rId11" Type="http://schemas.openxmlformats.org/officeDocument/2006/relationships/image" Target="../media/image222.png"/><Relationship Id="rId10" Type="http://schemas.openxmlformats.org/officeDocument/2006/relationships/image" Target="../media/image221.png"/><Relationship Id="rId1" Type="http://schemas.openxmlformats.org/officeDocument/2006/relationships/image" Target="../media/image1.png"/></Relationships>
</file>

<file path=ppt/slides/_rels/slide27.xml.rels><?xml version="1.0" encoding="UTF-8" standalone="yes"?>
<Relationships xmlns="http://schemas.openxmlformats.org/package/2006/relationships"><Relationship Id="rId8" Type="http://schemas.openxmlformats.org/officeDocument/2006/relationships/slideLayout" Target="../slideLayouts/slideLayout5.xml"/><Relationship Id="rId7" Type="http://schemas.openxmlformats.org/officeDocument/2006/relationships/image" Target="../media/image239.png"/><Relationship Id="rId6" Type="http://schemas.openxmlformats.org/officeDocument/2006/relationships/image" Target="../media/image238.png"/><Relationship Id="rId5" Type="http://schemas.openxmlformats.org/officeDocument/2006/relationships/image" Target="../media/image237.png"/><Relationship Id="rId4" Type="http://schemas.openxmlformats.org/officeDocument/2006/relationships/image" Target="../media/image236.png"/><Relationship Id="rId3" Type="http://schemas.openxmlformats.org/officeDocument/2006/relationships/image" Target="../media/image235.png"/><Relationship Id="rId2" Type="http://schemas.openxmlformats.org/officeDocument/2006/relationships/image" Target="../media/image2.png"/><Relationship Id="rId1"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2" name="object 202"/>
          <p:cNvGrpSpPr/>
          <p:nvPr/>
        </p:nvGrpSpPr>
        <p:grpSpPr>
          <a:xfrm>
            <a:off x="8089900" y="1308100"/>
            <a:ext cx="143510" cy="472440"/>
            <a:chOff x="8089900" y="1308100"/>
            <a:chExt cx="143510" cy="472440"/>
          </a:xfrm>
        </p:grpSpPr>
        <p:sp>
          <p:nvSpPr>
            <p:cNvPr id="203" name="object 203"/>
            <p:cNvSpPr/>
            <p:nvPr/>
          </p:nvSpPr>
          <p:spPr>
            <a:xfrm>
              <a:off x="8102600" y="1346199"/>
              <a:ext cx="130810" cy="186690"/>
            </a:xfrm>
            <a:custGeom>
              <a:avLst/>
              <a:gdLst/>
              <a:ahLst/>
              <a:cxnLst/>
              <a:rect l="l" t="t" r="r" b="b"/>
              <a:pathLst>
                <a:path w="130809" h="186690">
                  <a:moveTo>
                    <a:pt x="130810" y="0"/>
                  </a:moveTo>
                  <a:lnTo>
                    <a:pt x="0" y="0"/>
                  </a:lnTo>
                  <a:lnTo>
                    <a:pt x="0" y="148590"/>
                  </a:lnTo>
                  <a:lnTo>
                    <a:pt x="0" y="186690"/>
                  </a:lnTo>
                  <a:lnTo>
                    <a:pt x="130810" y="186690"/>
                  </a:lnTo>
                  <a:lnTo>
                    <a:pt x="130810" y="148590"/>
                  </a:lnTo>
                  <a:lnTo>
                    <a:pt x="130810" y="0"/>
                  </a:lnTo>
                  <a:close/>
                </a:path>
              </a:pathLst>
            </a:custGeom>
            <a:solidFill>
              <a:srgbClr val="4C4C4C">
                <a:alpha val="79998"/>
              </a:srgbClr>
            </a:solidFill>
          </p:spPr>
          <p:txBody>
            <a:bodyPr wrap="square" lIns="0" tIns="0" rIns="0" bIns="0" rtlCol="0"/>
            <a:lstStyle/>
            <a:p/>
          </p:txBody>
        </p:sp>
        <p:sp>
          <p:nvSpPr>
            <p:cNvPr id="204" name="object 204"/>
            <p:cNvSpPr/>
            <p:nvPr/>
          </p:nvSpPr>
          <p:spPr>
            <a:xfrm>
              <a:off x="8089900" y="1308100"/>
              <a:ext cx="130810" cy="186690"/>
            </a:xfrm>
            <a:custGeom>
              <a:avLst/>
              <a:gdLst/>
              <a:ahLst/>
              <a:cxnLst/>
              <a:rect l="l" t="t" r="r" b="b"/>
              <a:pathLst>
                <a:path w="130809" h="186690">
                  <a:moveTo>
                    <a:pt x="130809" y="0"/>
                  </a:moveTo>
                  <a:lnTo>
                    <a:pt x="0" y="0"/>
                  </a:lnTo>
                  <a:lnTo>
                    <a:pt x="0" y="186689"/>
                  </a:lnTo>
                  <a:lnTo>
                    <a:pt x="130809" y="186689"/>
                  </a:lnTo>
                  <a:lnTo>
                    <a:pt x="130809" y="0"/>
                  </a:lnTo>
                  <a:close/>
                </a:path>
              </a:pathLst>
            </a:custGeom>
            <a:solidFill>
              <a:srgbClr val="00007F"/>
            </a:solidFill>
          </p:spPr>
          <p:txBody>
            <a:bodyPr wrap="square" lIns="0" tIns="0" rIns="0" bIns="0" rtlCol="0"/>
            <a:lstStyle/>
            <a:p/>
          </p:txBody>
        </p:sp>
        <p:sp>
          <p:nvSpPr>
            <p:cNvPr id="205" name="object 205"/>
            <p:cNvSpPr/>
            <p:nvPr/>
          </p:nvSpPr>
          <p:spPr>
            <a:xfrm>
              <a:off x="8102600" y="1593849"/>
              <a:ext cx="130810" cy="186690"/>
            </a:xfrm>
            <a:custGeom>
              <a:avLst/>
              <a:gdLst/>
              <a:ahLst/>
              <a:cxnLst/>
              <a:rect l="l" t="t" r="r" b="b"/>
              <a:pathLst>
                <a:path w="130809" h="186689">
                  <a:moveTo>
                    <a:pt x="130810" y="0"/>
                  </a:moveTo>
                  <a:lnTo>
                    <a:pt x="0" y="0"/>
                  </a:lnTo>
                  <a:lnTo>
                    <a:pt x="0" y="148590"/>
                  </a:lnTo>
                  <a:lnTo>
                    <a:pt x="0" y="186690"/>
                  </a:lnTo>
                  <a:lnTo>
                    <a:pt x="130810" y="186690"/>
                  </a:lnTo>
                  <a:lnTo>
                    <a:pt x="130810" y="148590"/>
                  </a:lnTo>
                  <a:lnTo>
                    <a:pt x="130810" y="0"/>
                  </a:lnTo>
                  <a:close/>
                </a:path>
              </a:pathLst>
            </a:custGeom>
            <a:solidFill>
              <a:srgbClr val="4C4C4C">
                <a:alpha val="79998"/>
              </a:srgbClr>
            </a:solidFill>
          </p:spPr>
          <p:txBody>
            <a:bodyPr wrap="square" lIns="0" tIns="0" rIns="0" bIns="0" rtlCol="0"/>
            <a:lstStyle/>
            <a:p/>
          </p:txBody>
        </p:sp>
        <p:sp>
          <p:nvSpPr>
            <p:cNvPr id="206" name="object 206"/>
            <p:cNvSpPr/>
            <p:nvPr/>
          </p:nvSpPr>
          <p:spPr>
            <a:xfrm>
              <a:off x="8089900" y="1555750"/>
              <a:ext cx="130810" cy="186690"/>
            </a:xfrm>
            <a:custGeom>
              <a:avLst/>
              <a:gdLst/>
              <a:ahLst/>
              <a:cxnLst/>
              <a:rect l="l" t="t" r="r" b="b"/>
              <a:pathLst>
                <a:path w="130809" h="186689">
                  <a:moveTo>
                    <a:pt x="130809" y="0"/>
                  </a:moveTo>
                  <a:lnTo>
                    <a:pt x="0" y="0"/>
                  </a:lnTo>
                  <a:lnTo>
                    <a:pt x="0" y="186689"/>
                  </a:lnTo>
                  <a:lnTo>
                    <a:pt x="130809" y="186689"/>
                  </a:lnTo>
                  <a:lnTo>
                    <a:pt x="130809" y="0"/>
                  </a:lnTo>
                  <a:close/>
                </a:path>
              </a:pathLst>
            </a:custGeom>
            <a:solidFill>
              <a:srgbClr val="00007F"/>
            </a:solidFill>
          </p:spPr>
          <p:txBody>
            <a:bodyPr wrap="square" lIns="0" tIns="0" rIns="0" bIns="0" rtlCol="0"/>
            <a:lstStyle/>
            <a:p/>
          </p:txBody>
        </p:sp>
      </p:grpSp>
      <p:grpSp>
        <p:nvGrpSpPr>
          <p:cNvPr id="207" name="object 207"/>
          <p:cNvGrpSpPr/>
          <p:nvPr/>
        </p:nvGrpSpPr>
        <p:grpSpPr>
          <a:xfrm>
            <a:off x="994817" y="2292757"/>
            <a:ext cx="747395" cy="1194435"/>
            <a:chOff x="994817" y="2292757"/>
            <a:chExt cx="747395" cy="1194435"/>
          </a:xfrm>
        </p:grpSpPr>
        <p:sp>
          <p:nvSpPr>
            <p:cNvPr id="208" name="object 208"/>
            <p:cNvSpPr/>
            <p:nvPr/>
          </p:nvSpPr>
          <p:spPr>
            <a:xfrm>
              <a:off x="999489" y="2297430"/>
              <a:ext cx="331470" cy="172720"/>
            </a:xfrm>
            <a:prstGeom prst="rect">
              <a:avLst/>
            </a:prstGeom>
            <a:blipFill>
              <a:blip r:embed="rId1" cstate="print"/>
              <a:stretch>
                <a:fillRect/>
              </a:stretch>
            </a:blipFill>
          </p:spPr>
          <p:txBody>
            <a:bodyPr wrap="square" lIns="0" tIns="0" rIns="0" bIns="0" rtlCol="0"/>
            <a:lstStyle/>
            <a:p/>
          </p:txBody>
        </p:sp>
        <p:sp>
          <p:nvSpPr>
            <p:cNvPr id="209" name="object 209"/>
            <p:cNvSpPr/>
            <p:nvPr/>
          </p:nvSpPr>
          <p:spPr>
            <a:xfrm>
              <a:off x="1093470" y="2470149"/>
              <a:ext cx="261620" cy="7620"/>
            </a:xfrm>
            <a:custGeom>
              <a:avLst/>
              <a:gdLst/>
              <a:ahLst/>
              <a:cxnLst/>
              <a:rect l="l" t="t" r="r" b="b"/>
              <a:pathLst>
                <a:path w="261619" h="7619">
                  <a:moveTo>
                    <a:pt x="237490" y="0"/>
                  </a:moveTo>
                  <a:lnTo>
                    <a:pt x="0" y="0"/>
                  </a:lnTo>
                  <a:lnTo>
                    <a:pt x="0" y="1270"/>
                  </a:lnTo>
                  <a:lnTo>
                    <a:pt x="237490" y="1270"/>
                  </a:lnTo>
                  <a:lnTo>
                    <a:pt x="237490" y="0"/>
                  </a:lnTo>
                  <a:close/>
                </a:path>
                <a:path w="261619" h="7619">
                  <a:moveTo>
                    <a:pt x="245097" y="1270"/>
                  </a:moveTo>
                  <a:lnTo>
                    <a:pt x="242557" y="1270"/>
                  </a:lnTo>
                  <a:lnTo>
                    <a:pt x="242557" y="2540"/>
                  </a:lnTo>
                  <a:lnTo>
                    <a:pt x="0" y="2540"/>
                  </a:lnTo>
                  <a:lnTo>
                    <a:pt x="0" y="3810"/>
                  </a:lnTo>
                  <a:lnTo>
                    <a:pt x="245097" y="3810"/>
                  </a:lnTo>
                  <a:lnTo>
                    <a:pt x="245097" y="2540"/>
                  </a:lnTo>
                  <a:lnTo>
                    <a:pt x="245097" y="1270"/>
                  </a:lnTo>
                  <a:close/>
                </a:path>
                <a:path w="261619" h="7619">
                  <a:moveTo>
                    <a:pt x="261607" y="5080"/>
                  </a:moveTo>
                  <a:lnTo>
                    <a:pt x="255257" y="5080"/>
                  </a:lnTo>
                  <a:lnTo>
                    <a:pt x="255257" y="3810"/>
                  </a:lnTo>
                  <a:lnTo>
                    <a:pt x="250190" y="3810"/>
                  </a:lnTo>
                  <a:lnTo>
                    <a:pt x="250190" y="5080"/>
                  </a:lnTo>
                  <a:lnTo>
                    <a:pt x="0" y="5080"/>
                  </a:lnTo>
                  <a:lnTo>
                    <a:pt x="0" y="7620"/>
                  </a:lnTo>
                  <a:lnTo>
                    <a:pt x="261607" y="7620"/>
                  </a:lnTo>
                  <a:lnTo>
                    <a:pt x="261607" y="5080"/>
                  </a:lnTo>
                  <a:close/>
                </a:path>
              </a:pathLst>
            </a:custGeom>
            <a:solidFill>
              <a:srgbClr val="241A00"/>
            </a:solidFill>
          </p:spPr>
          <p:txBody>
            <a:bodyPr wrap="square" lIns="0" tIns="0" rIns="0" bIns="0" rtlCol="0"/>
            <a:lstStyle/>
            <a:p/>
          </p:txBody>
        </p:sp>
        <p:sp>
          <p:nvSpPr>
            <p:cNvPr id="210" name="object 210"/>
            <p:cNvSpPr/>
            <p:nvPr/>
          </p:nvSpPr>
          <p:spPr>
            <a:xfrm>
              <a:off x="1093470" y="2477769"/>
              <a:ext cx="283210" cy="6350"/>
            </a:xfrm>
            <a:custGeom>
              <a:avLst/>
              <a:gdLst/>
              <a:ahLst/>
              <a:cxnLst/>
              <a:rect l="l" t="t" r="r" b="b"/>
              <a:pathLst>
                <a:path w="283209" h="6350">
                  <a:moveTo>
                    <a:pt x="269240" y="0"/>
                  </a:moveTo>
                  <a:lnTo>
                    <a:pt x="264147" y="0"/>
                  </a:lnTo>
                  <a:lnTo>
                    <a:pt x="264147" y="1270"/>
                  </a:lnTo>
                  <a:lnTo>
                    <a:pt x="0" y="1270"/>
                  </a:lnTo>
                  <a:lnTo>
                    <a:pt x="0" y="2540"/>
                  </a:lnTo>
                  <a:lnTo>
                    <a:pt x="269240" y="2540"/>
                  </a:lnTo>
                  <a:lnTo>
                    <a:pt x="269240" y="1270"/>
                  </a:lnTo>
                  <a:lnTo>
                    <a:pt x="269240" y="0"/>
                  </a:lnTo>
                  <a:close/>
                </a:path>
                <a:path w="283209" h="6350">
                  <a:moveTo>
                    <a:pt x="283210" y="3810"/>
                  </a:moveTo>
                  <a:lnTo>
                    <a:pt x="279400" y="3810"/>
                  </a:lnTo>
                  <a:lnTo>
                    <a:pt x="279400" y="2540"/>
                  </a:lnTo>
                  <a:lnTo>
                    <a:pt x="274307" y="2540"/>
                  </a:lnTo>
                  <a:lnTo>
                    <a:pt x="274307" y="3810"/>
                  </a:lnTo>
                  <a:lnTo>
                    <a:pt x="1270" y="3810"/>
                  </a:lnTo>
                  <a:lnTo>
                    <a:pt x="1270" y="6350"/>
                  </a:lnTo>
                  <a:lnTo>
                    <a:pt x="283210" y="6350"/>
                  </a:lnTo>
                  <a:lnTo>
                    <a:pt x="283210" y="3810"/>
                  </a:lnTo>
                  <a:close/>
                </a:path>
              </a:pathLst>
            </a:custGeom>
            <a:solidFill>
              <a:srgbClr val="251B00"/>
            </a:solidFill>
          </p:spPr>
          <p:txBody>
            <a:bodyPr wrap="square" lIns="0" tIns="0" rIns="0" bIns="0" rtlCol="0"/>
            <a:lstStyle/>
            <a:p/>
          </p:txBody>
        </p:sp>
        <p:sp>
          <p:nvSpPr>
            <p:cNvPr id="211" name="object 211"/>
            <p:cNvSpPr/>
            <p:nvPr/>
          </p:nvSpPr>
          <p:spPr>
            <a:xfrm>
              <a:off x="1094740" y="2484119"/>
              <a:ext cx="316230" cy="7620"/>
            </a:xfrm>
            <a:custGeom>
              <a:avLst/>
              <a:gdLst/>
              <a:ahLst/>
              <a:cxnLst/>
              <a:rect l="l" t="t" r="r" b="b"/>
              <a:pathLst>
                <a:path w="316230" h="7619">
                  <a:moveTo>
                    <a:pt x="292100" y="0"/>
                  </a:moveTo>
                  <a:lnTo>
                    <a:pt x="287020" y="0"/>
                  </a:lnTo>
                  <a:lnTo>
                    <a:pt x="287020" y="1270"/>
                  </a:lnTo>
                  <a:lnTo>
                    <a:pt x="0" y="1270"/>
                  </a:lnTo>
                  <a:lnTo>
                    <a:pt x="0" y="2540"/>
                  </a:lnTo>
                  <a:lnTo>
                    <a:pt x="292100" y="2540"/>
                  </a:lnTo>
                  <a:lnTo>
                    <a:pt x="292100" y="1270"/>
                  </a:lnTo>
                  <a:lnTo>
                    <a:pt x="292100" y="0"/>
                  </a:lnTo>
                  <a:close/>
                </a:path>
                <a:path w="316230" h="7619">
                  <a:moveTo>
                    <a:pt x="306070" y="3810"/>
                  </a:moveTo>
                  <a:lnTo>
                    <a:pt x="302260" y="3810"/>
                  </a:lnTo>
                  <a:lnTo>
                    <a:pt x="302260" y="2540"/>
                  </a:lnTo>
                  <a:lnTo>
                    <a:pt x="297180" y="2540"/>
                  </a:lnTo>
                  <a:lnTo>
                    <a:pt x="297180" y="3810"/>
                  </a:lnTo>
                  <a:lnTo>
                    <a:pt x="0" y="3810"/>
                  </a:lnTo>
                  <a:lnTo>
                    <a:pt x="0" y="6350"/>
                  </a:lnTo>
                  <a:lnTo>
                    <a:pt x="306070" y="6350"/>
                  </a:lnTo>
                  <a:lnTo>
                    <a:pt x="306070" y="3810"/>
                  </a:lnTo>
                  <a:close/>
                </a:path>
                <a:path w="316230" h="7619">
                  <a:moveTo>
                    <a:pt x="316230" y="6350"/>
                  </a:moveTo>
                  <a:lnTo>
                    <a:pt x="311150" y="6350"/>
                  </a:lnTo>
                  <a:lnTo>
                    <a:pt x="311150" y="7620"/>
                  </a:lnTo>
                  <a:lnTo>
                    <a:pt x="316230" y="7620"/>
                  </a:lnTo>
                  <a:lnTo>
                    <a:pt x="316230" y="6350"/>
                  </a:lnTo>
                  <a:close/>
                </a:path>
              </a:pathLst>
            </a:custGeom>
            <a:solidFill>
              <a:srgbClr val="271D00"/>
            </a:solidFill>
          </p:spPr>
          <p:txBody>
            <a:bodyPr wrap="square" lIns="0" tIns="0" rIns="0" bIns="0" rtlCol="0"/>
            <a:lstStyle/>
            <a:p/>
          </p:txBody>
        </p:sp>
        <p:sp>
          <p:nvSpPr>
            <p:cNvPr id="212" name="object 212"/>
            <p:cNvSpPr/>
            <p:nvPr/>
          </p:nvSpPr>
          <p:spPr>
            <a:xfrm>
              <a:off x="1094740" y="2491739"/>
              <a:ext cx="322580" cy="7620"/>
            </a:xfrm>
            <a:custGeom>
              <a:avLst/>
              <a:gdLst/>
              <a:ahLst/>
              <a:cxnLst/>
              <a:rect l="l" t="t" r="r" b="b"/>
              <a:pathLst>
                <a:path w="322580" h="7619">
                  <a:moveTo>
                    <a:pt x="322580" y="1270"/>
                  </a:moveTo>
                  <a:lnTo>
                    <a:pt x="316230" y="1270"/>
                  </a:lnTo>
                  <a:lnTo>
                    <a:pt x="316230" y="0"/>
                  </a:lnTo>
                  <a:lnTo>
                    <a:pt x="0" y="0"/>
                  </a:lnTo>
                  <a:lnTo>
                    <a:pt x="0" y="1270"/>
                  </a:lnTo>
                  <a:lnTo>
                    <a:pt x="0" y="7620"/>
                  </a:lnTo>
                  <a:lnTo>
                    <a:pt x="322580" y="7620"/>
                  </a:lnTo>
                  <a:lnTo>
                    <a:pt x="322580" y="1270"/>
                  </a:lnTo>
                  <a:close/>
                </a:path>
              </a:pathLst>
            </a:custGeom>
            <a:solidFill>
              <a:srgbClr val="281E00"/>
            </a:solidFill>
          </p:spPr>
          <p:txBody>
            <a:bodyPr wrap="square" lIns="0" tIns="0" rIns="0" bIns="0" rtlCol="0"/>
            <a:lstStyle/>
            <a:p/>
          </p:txBody>
        </p:sp>
        <p:sp>
          <p:nvSpPr>
            <p:cNvPr id="213" name="object 213"/>
            <p:cNvSpPr/>
            <p:nvPr/>
          </p:nvSpPr>
          <p:spPr>
            <a:xfrm>
              <a:off x="1094740" y="2499359"/>
              <a:ext cx="322580" cy="6350"/>
            </a:xfrm>
            <a:custGeom>
              <a:avLst/>
              <a:gdLst/>
              <a:ahLst/>
              <a:cxnLst/>
              <a:rect l="l" t="t" r="r" b="b"/>
              <a:pathLst>
                <a:path w="322580" h="6350">
                  <a:moveTo>
                    <a:pt x="231140" y="5080"/>
                  </a:moveTo>
                  <a:lnTo>
                    <a:pt x="0" y="5080"/>
                  </a:lnTo>
                  <a:lnTo>
                    <a:pt x="0" y="6350"/>
                  </a:lnTo>
                  <a:lnTo>
                    <a:pt x="231140" y="6350"/>
                  </a:lnTo>
                  <a:lnTo>
                    <a:pt x="231140" y="5080"/>
                  </a:lnTo>
                  <a:close/>
                </a:path>
                <a:path w="322580" h="6350">
                  <a:moveTo>
                    <a:pt x="322580" y="5080"/>
                  </a:moveTo>
                  <a:lnTo>
                    <a:pt x="265430" y="5080"/>
                  </a:lnTo>
                  <a:lnTo>
                    <a:pt x="265430" y="6350"/>
                  </a:lnTo>
                  <a:lnTo>
                    <a:pt x="322580" y="6350"/>
                  </a:lnTo>
                  <a:lnTo>
                    <a:pt x="322580" y="5080"/>
                  </a:lnTo>
                  <a:close/>
                </a:path>
                <a:path w="322580" h="6350">
                  <a:moveTo>
                    <a:pt x="322580" y="0"/>
                  </a:moveTo>
                  <a:lnTo>
                    <a:pt x="0" y="0"/>
                  </a:lnTo>
                  <a:lnTo>
                    <a:pt x="0" y="3810"/>
                  </a:lnTo>
                  <a:lnTo>
                    <a:pt x="231140" y="3810"/>
                  </a:lnTo>
                  <a:lnTo>
                    <a:pt x="231140" y="5080"/>
                  </a:lnTo>
                  <a:lnTo>
                    <a:pt x="237490" y="5080"/>
                  </a:lnTo>
                  <a:lnTo>
                    <a:pt x="237490" y="3810"/>
                  </a:lnTo>
                  <a:lnTo>
                    <a:pt x="259080" y="3810"/>
                  </a:lnTo>
                  <a:lnTo>
                    <a:pt x="259080" y="5080"/>
                  </a:lnTo>
                  <a:lnTo>
                    <a:pt x="265430" y="5080"/>
                  </a:lnTo>
                  <a:lnTo>
                    <a:pt x="265430" y="3810"/>
                  </a:lnTo>
                  <a:lnTo>
                    <a:pt x="322580" y="3810"/>
                  </a:lnTo>
                  <a:lnTo>
                    <a:pt x="322580" y="0"/>
                  </a:lnTo>
                  <a:close/>
                </a:path>
              </a:pathLst>
            </a:custGeom>
            <a:solidFill>
              <a:srgbClr val="2A1F00"/>
            </a:solidFill>
          </p:spPr>
          <p:txBody>
            <a:bodyPr wrap="square" lIns="0" tIns="0" rIns="0" bIns="0" rtlCol="0"/>
            <a:lstStyle/>
            <a:p/>
          </p:txBody>
        </p:sp>
        <p:sp>
          <p:nvSpPr>
            <p:cNvPr id="214" name="object 214"/>
            <p:cNvSpPr/>
            <p:nvPr/>
          </p:nvSpPr>
          <p:spPr>
            <a:xfrm>
              <a:off x="1094740" y="2505709"/>
              <a:ext cx="321310" cy="7620"/>
            </a:xfrm>
            <a:custGeom>
              <a:avLst/>
              <a:gdLst/>
              <a:ahLst/>
              <a:cxnLst/>
              <a:rect l="l" t="t" r="r" b="b"/>
              <a:pathLst>
                <a:path w="321309" h="7619">
                  <a:moveTo>
                    <a:pt x="214630" y="5080"/>
                  </a:moveTo>
                  <a:lnTo>
                    <a:pt x="0" y="5080"/>
                  </a:lnTo>
                  <a:lnTo>
                    <a:pt x="0" y="6350"/>
                  </a:lnTo>
                  <a:lnTo>
                    <a:pt x="210820" y="6350"/>
                  </a:lnTo>
                  <a:lnTo>
                    <a:pt x="210820" y="7620"/>
                  </a:lnTo>
                  <a:lnTo>
                    <a:pt x="212090" y="7620"/>
                  </a:lnTo>
                  <a:lnTo>
                    <a:pt x="212090" y="6350"/>
                  </a:lnTo>
                  <a:lnTo>
                    <a:pt x="214630" y="6350"/>
                  </a:lnTo>
                  <a:lnTo>
                    <a:pt x="214630" y="5080"/>
                  </a:lnTo>
                  <a:close/>
                </a:path>
                <a:path w="321309" h="7619">
                  <a:moveTo>
                    <a:pt x="218440" y="1270"/>
                  </a:moveTo>
                  <a:lnTo>
                    <a:pt x="0" y="1270"/>
                  </a:lnTo>
                  <a:lnTo>
                    <a:pt x="0" y="3810"/>
                  </a:lnTo>
                  <a:lnTo>
                    <a:pt x="214630" y="3810"/>
                  </a:lnTo>
                  <a:lnTo>
                    <a:pt x="214630" y="5080"/>
                  </a:lnTo>
                  <a:lnTo>
                    <a:pt x="217170" y="5080"/>
                  </a:lnTo>
                  <a:lnTo>
                    <a:pt x="217170" y="3810"/>
                  </a:lnTo>
                  <a:lnTo>
                    <a:pt x="218440" y="3810"/>
                  </a:lnTo>
                  <a:lnTo>
                    <a:pt x="218440" y="1270"/>
                  </a:lnTo>
                  <a:close/>
                </a:path>
                <a:path w="321309" h="7619">
                  <a:moveTo>
                    <a:pt x="226060" y="0"/>
                  </a:moveTo>
                  <a:lnTo>
                    <a:pt x="222250" y="0"/>
                  </a:lnTo>
                  <a:lnTo>
                    <a:pt x="222250" y="1270"/>
                  </a:lnTo>
                  <a:lnTo>
                    <a:pt x="226060" y="1270"/>
                  </a:lnTo>
                  <a:lnTo>
                    <a:pt x="226060" y="0"/>
                  </a:lnTo>
                  <a:close/>
                </a:path>
                <a:path w="321309" h="7619">
                  <a:moveTo>
                    <a:pt x="280670" y="0"/>
                  </a:moveTo>
                  <a:lnTo>
                    <a:pt x="274320" y="0"/>
                  </a:lnTo>
                  <a:lnTo>
                    <a:pt x="274320" y="1270"/>
                  </a:lnTo>
                  <a:lnTo>
                    <a:pt x="280670" y="1270"/>
                  </a:lnTo>
                  <a:lnTo>
                    <a:pt x="280670" y="0"/>
                  </a:lnTo>
                  <a:close/>
                </a:path>
                <a:path w="321309" h="7619">
                  <a:moveTo>
                    <a:pt x="321310" y="5080"/>
                  </a:moveTo>
                  <a:lnTo>
                    <a:pt x="294640" y="5080"/>
                  </a:lnTo>
                  <a:lnTo>
                    <a:pt x="294640" y="6350"/>
                  </a:lnTo>
                  <a:lnTo>
                    <a:pt x="298450" y="6350"/>
                  </a:lnTo>
                  <a:lnTo>
                    <a:pt x="298450" y="7620"/>
                  </a:lnTo>
                  <a:lnTo>
                    <a:pt x="303530" y="7620"/>
                  </a:lnTo>
                  <a:lnTo>
                    <a:pt x="303530" y="6350"/>
                  </a:lnTo>
                  <a:lnTo>
                    <a:pt x="321310" y="6350"/>
                  </a:lnTo>
                  <a:lnTo>
                    <a:pt x="321310" y="5080"/>
                  </a:lnTo>
                  <a:close/>
                </a:path>
                <a:path w="321309" h="7619">
                  <a:moveTo>
                    <a:pt x="321310" y="1270"/>
                  </a:moveTo>
                  <a:lnTo>
                    <a:pt x="283210" y="1270"/>
                  </a:lnTo>
                  <a:lnTo>
                    <a:pt x="283210" y="3810"/>
                  </a:lnTo>
                  <a:lnTo>
                    <a:pt x="289560" y="3810"/>
                  </a:lnTo>
                  <a:lnTo>
                    <a:pt x="289560" y="5080"/>
                  </a:lnTo>
                  <a:lnTo>
                    <a:pt x="294640" y="5080"/>
                  </a:lnTo>
                  <a:lnTo>
                    <a:pt x="294640" y="3810"/>
                  </a:lnTo>
                  <a:lnTo>
                    <a:pt x="321310" y="3810"/>
                  </a:lnTo>
                  <a:lnTo>
                    <a:pt x="321310" y="1270"/>
                  </a:lnTo>
                  <a:close/>
                </a:path>
              </a:pathLst>
            </a:custGeom>
            <a:solidFill>
              <a:srgbClr val="2B2000"/>
            </a:solidFill>
          </p:spPr>
          <p:txBody>
            <a:bodyPr wrap="square" lIns="0" tIns="0" rIns="0" bIns="0" rtlCol="0"/>
            <a:lstStyle/>
            <a:p/>
          </p:txBody>
        </p:sp>
        <p:sp>
          <p:nvSpPr>
            <p:cNvPr id="215" name="object 215"/>
            <p:cNvSpPr/>
            <p:nvPr/>
          </p:nvSpPr>
          <p:spPr>
            <a:xfrm>
              <a:off x="1094740" y="2513329"/>
              <a:ext cx="321310" cy="7620"/>
            </a:xfrm>
            <a:custGeom>
              <a:avLst/>
              <a:gdLst/>
              <a:ahLst/>
              <a:cxnLst/>
              <a:rect l="l" t="t" r="r" b="b"/>
              <a:pathLst>
                <a:path w="321309" h="7619">
                  <a:moveTo>
                    <a:pt x="204470" y="6362"/>
                  </a:moveTo>
                  <a:lnTo>
                    <a:pt x="0" y="6362"/>
                  </a:lnTo>
                  <a:lnTo>
                    <a:pt x="0" y="7620"/>
                  </a:lnTo>
                  <a:lnTo>
                    <a:pt x="204470" y="7620"/>
                  </a:lnTo>
                  <a:lnTo>
                    <a:pt x="204470" y="6362"/>
                  </a:lnTo>
                  <a:close/>
                </a:path>
                <a:path w="321309" h="7619">
                  <a:moveTo>
                    <a:pt x="207010" y="3810"/>
                  </a:moveTo>
                  <a:lnTo>
                    <a:pt x="0" y="3810"/>
                  </a:lnTo>
                  <a:lnTo>
                    <a:pt x="0" y="5080"/>
                  </a:lnTo>
                  <a:lnTo>
                    <a:pt x="205740" y="5080"/>
                  </a:lnTo>
                  <a:lnTo>
                    <a:pt x="205740" y="6350"/>
                  </a:lnTo>
                  <a:lnTo>
                    <a:pt x="207010" y="6350"/>
                  </a:lnTo>
                  <a:lnTo>
                    <a:pt x="207010" y="5080"/>
                  </a:lnTo>
                  <a:lnTo>
                    <a:pt x="207010" y="3810"/>
                  </a:lnTo>
                  <a:close/>
                </a:path>
                <a:path w="321309" h="7619">
                  <a:moveTo>
                    <a:pt x="209550" y="0"/>
                  </a:moveTo>
                  <a:lnTo>
                    <a:pt x="0" y="0"/>
                  </a:lnTo>
                  <a:lnTo>
                    <a:pt x="0" y="2540"/>
                  </a:lnTo>
                  <a:lnTo>
                    <a:pt x="207010" y="2540"/>
                  </a:lnTo>
                  <a:lnTo>
                    <a:pt x="207010" y="3810"/>
                  </a:lnTo>
                  <a:lnTo>
                    <a:pt x="208280" y="3810"/>
                  </a:lnTo>
                  <a:lnTo>
                    <a:pt x="208280" y="2540"/>
                  </a:lnTo>
                  <a:lnTo>
                    <a:pt x="209550" y="2540"/>
                  </a:lnTo>
                  <a:lnTo>
                    <a:pt x="209550" y="0"/>
                  </a:lnTo>
                  <a:close/>
                </a:path>
                <a:path w="321309" h="7619">
                  <a:moveTo>
                    <a:pt x="321310" y="3810"/>
                  </a:moveTo>
                  <a:lnTo>
                    <a:pt x="317500" y="3810"/>
                  </a:lnTo>
                  <a:lnTo>
                    <a:pt x="317500" y="5080"/>
                  </a:lnTo>
                  <a:lnTo>
                    <a:pt x="320040" y="5080"/>
                  </a:lnTo>
                  <a:lnTo>
                    <a:pt x="320040" y="6350"/>
                  </a:lnTo>
                  <a:lnTo>
                    <a:pt x="321310" y="6350"/>
                  </a:lnTo>
                  <a:lnTo>
                    <a:pt x="321310" y="5080"/>
                  </a:lnTo>
                  <a:lnTo>
                    <a:pt x="321310" y="3810"/>
                  </a:lnTo>
                  <a:close/>
                </a:path>
                <a:path w="321309" h="7619">
                  <a:moveTo>
                    <a:pt x="321310" y="0"/>
                  </a:moveTo>
                  <a:lnTo>
                    <a:pt x="307340" y="0"/>
                  </a:lnTo>
                  <a:lnTo>
                    <a:pt x="307340" y="2540"/>
                  </a:lnTo>
                  <a:lnTo>
                    <a:pt x="312420" y="2540"/>
                  </a:lnTo>
                  <a:lnTo>
                    <a:pt x="312420" y="3810"/>
                  </a:lnTo>
                  <a:lnTo>
                    <a:pt x="317500" y="3810"/>
                  </a:lnTo>
                  <a:lnTo>
                    <a:pt x="317500" y="2540"/>
                  </a:lnTo>
                  <a:lnTo>
                    <a:pt x="321310" y="2540"/>
                  </a:lnTo>
                  <a:lnTo>
                    <a:pt x="321310" y="0"/>
                  </a:lnTo>
                  <a:close/>
                </a:path>
              </a:pathLst>
            </a:custGeom>
            <a:solidFill>
              <a:srgbClr val="2D2100"/>
            </a:solidFill>
          </p:spPr>
          <p:txBody>
            <a:bodyPr wrap="square" lIns="0" tIns="0" rIns="0" bIns="0" rtlCol="0"/>
            <a:lstStyle/>
            <a:p/>
          </p:txBody>
        </p:sp>
        <p:sp>
          <p:nvSpPr>
            <p:cNvPr id="216" name="object 216"/>
            <p:cNvSpPr/>
            <p:nvPr/>
          </p:nvSpPr>
          <p:spPr>
            <a:xfrm>
              <a:off x="1094740" y="2520949"/>
              <a:ext cx="204470" cy="6350"/>
            </a:xfrm>
            <a:custGeom>
              <a:avLst/>
              <a:gdLst/>
              <a:ahLst/>
              <a:cxnLst/>
              <a:rect l="l" t="t" r="r" b="b"/>
              <a:pathLst>
                <a:path w="204469" h="6350">
                  <a:moveTo>
                    <a:pt x="200660" y="5092"/>
                  </a:moveTo>
                  <a:lnTo>
                    <a:pt x="0" y="5092"/>
                  </a:lnTo>
                  <a:lnTo>
                    <a:pt x="0" y="6350"/>
                  </a:lnTo>
                  <a:lnTo>
                    <a:pt x="200660" y="6350"/>
                  </a:lnTo>
                  <a:lnTo>
                    <a:pt x="200660" y="5092"/>
                  </a:lnTo>
                  <a:close/>
                </a:path>
                <a:path w="204469" h="6350">
                  <a:moveTo>
                    <a:pt x="204470" y="0"/>
                  </a:moveTo>
                  <a:lnTo>
                    <a:pt x="0" y="0"/>
                  </a:lnTo>
                  <a:lnTo>
                    <a:pt x="0" y="1270"/>
                  </a:lnTo>
                  <a:lnTo>
                    <a:pt x="0" y="2540"/>
                  </a:lnTo>
                  <a:lnTo>
                    <a:pt x="0" y="5080"/>
                  </a:lnTo>
                  <a:lnTo>
                    <a:pt x="201930" y="5080"/>
                  </a:lnTo>
                  <a:lnTo>
                    <a:pt x="201930" y="2540"/>
                  </a:lnTo>
                  <a:lnTo>
                    <a:pt x="203200" y="2540"/>
                  </a:lnTo>
                  <a:lnTo>
                    <a:pt x="203200" y="1270"/>
                  </a:lnTo>
                  <a:lnTo>
                    <a:pt x="204470" y="1270"/>
                  </a:lnTo>
                  <a:lnTo>
                    <a:pt x="204470" y="0"/>
                  </a:lnTo>
                  <a:close/>
                </a:path>
              </a:pathLst>
            </a:custGeom>
            <a:solidFill>
              <a:srgbClr val="2E2200"/>
            </a:solidFill>
          </p:spPr>
          <p:txBody>
            <a:bodyPr wrap="square" lIns="0" tIns="0" rIns="0" bIns="0" rtlCol="0"/>
            <a:lstStyle/>
            <a:p/>
          </p:txBody>
        </p:sp>
        <p:sp>
          <p:nvSpPr>
            <p:cNvPr id="217" name="object 217"/>
            <p:cNvSpPr/>
            <p:nvPr/>
          </p:nvSpPr>
          <p:spPr>
            <a:xfrm>
              <a:off x="1094740" y="2527299"/>
              <a:ext cx="200660" cy="7620"/>
            </a:xfrm>
            <a:custGeom>
              <a:avLst/>
              <a:gdLst/>
              <a:ahLst/>
              <a:cxnLst/>
              <a:rect l="l" t="t" r="r" b="b"/>
              <a:pathLst>
                <a:path w="200659" h="7619">
                  <a:moveTo>
                    <a:pt x="198120" y="2552"/>
                  </a:moveTo>
                  <a:lnTo>
                    <a:pt x="0" y="2552"/>
                  </a:lnTo>
                  <a:lnTo>
                    <a:pt x="0" y="7620"/>
                  </a:lnTo>
                  <a:lnTo>
                    <a:pt x="198120" y="7620"/>
                  </a:lnTo>
                  <a:lnTo>
                    <a:pt x="198120" y="2552"/>
                  </a:lnTo>
                  <a:close/>
                </a:path>
                <a:path w="200659" h="7619">
                  <a:moveTo>
                    <a:pt x="200660" y="0"/>
                  </a:moveTo>
                  <a:lnTo>
                    <a:pt x="0" y="0"/>
                  </a:lnTo>
                  <a:lnTo>
                    <a:pt x="0" y="1270"/>
                  </a:lnTo>
                  <a:lnTo>
                    <a:pt x="0" y="2540"/>
                  </a:lnTo>
                  <a:lnTo>
                    <a:pt x="199390" y="2540"/>
                  </a:lnTo>
                  <a:lnTo>
                    <a:pt x="199390" y="1270"/>
                  </a:lnTo>
                  <a:lnTo>
                    <a:pt x="200660" y="1270"/>
                  </a:lnTo>
                  <a:lnTo>
                    <a:pt x="200660" y="0"/>
                  </a:lnTo>
                  <a:close/>
                </a:path>
              </a:pathLst>
            </a:custGeom>
            <a:solidFill>
              <a:srgbClr val="302400"/>
            </a:solidFill>
          </p:spPr>
          <p:txBody>
            <a:bodyPr wrap="square" lIns="0" tIns="0" rIns="0" bIns="0" rtlCol="0"/>
            <a:lstStyle/>
            <a:p/>
          </p:txBody>
        </p:sp>
        <p:sp>
          <p:nvSpPr>
            <p:cNvPr id="218" name="object 218"/>
            <p:cNvSpPr/>
            <p:nvPr/>
          </p:nvSpPr>
          <p:spPr>
            <a:xfrm>
              <a:off x="1094740" y="2534919"/>
              <a:ext cx="196850" cy="7620"/>
            </a:xfrm>
            <a:custGeom>
              <a:avLst/>
              <a:gdLst/>
              <a:ahLst/>
              <a:cxnLst/>
              <a:rect l="l" t="t" r="r" b="b"/>
              <a:pathLst>
                <a:path w="196850" h="7619">
                  <a:moveTo>
                    <a:pt x="196850" y="0"/>
                  </a:moveTo>
                  <a:lnTo>
                    <a:pt x="0" y="0"/>
                  </a:lnTo>
                  <a:lnTo>
                    <a:pt x="0" y="6350"/>
                  </a:lnTo>
                  <a:lnTo>
                    <a:pt x="0" y="7620"/>
                  </a:lnTo>
                  <a:lnTo>
                    <a:pt x="195580" y="7620"/>
                  </a:lnTo>
                  <a:lnTo>
                    <a:pt x="195580" y="6350"/>
                  </a:lnTo>
                  <a:lnTo>
                    <a:pt x="196850" y="6350"/>
                  </a:lnTo>
                  <a:lnTo>
                    <a:pt x="196850" y="0"/>
                  </a:lnTo>
                  <a:close/>
                </a:path>
              </a:pathLst>
            </a:custGeom>
            <a:solidFill>
              <a:srgbClr val="332500"/>
            </a:solidFill>
          </p:spPr>
          <p:txBody>
            <a:bodyPr wrap="square" lIns="0" tIns="0" rIns="0" bIns="0" rtlCol="0"/>
            <a:lstStyle/>
            <a:p/>
          </p:txBody>
        </p:sp>
        <p:sp>
          <p:nvSpPr>
            <p:cNvPr id="219" name="object 219"/>
            <p:cNvSpPr/>
            <p:nvPr/>
          </p:nvSpPr>
          <p:spPr>
            <a:xfrm>
              <a:off x="1094739" y="2542540"/>
              <a:ext cx="195580" cy="6350"/>
            </a:xfrm>
            <a:custGeom>
              <a:avLst/>
              <a:gdLst/>
              <a:ahLst/>
              <a:cxnLst/>
              <a:rect l="l" t="t" r="r" b="b"/>
              <a:pathLst>
                <a:path w="195580" h="6350">
                  <a:moveTo>
                    <a:pt x="0" y="6350"/>
                  </a:moveTo>
                  <a:lnTo>
                    <a:pt x="0" y="0"/>
                  </a:lnTo>
                  <a:lnTo>
                    <a:pt x="195580" y="0"/>
                  </a:lnTo>
                  <a:lnTo>
                    <a:pt x="195580" y="6350"/>
                  </a:lnTo>
                  <a:lnTo>
                    <a:pt x="0" y="6350"/>
                  </a:lnTo>
                  <a:close/>
                </a:path>
              </a:pathLst>
            </a:custGeom>
            <a:solidFill>
              <a:srgbClr val="332600"/>
            </a:solidFill>
          </p:spPr>
          <p:txBody>
            <a:bodyPr wrap="square" lIns="0" tIns="0" rIns="0" bIns="0" rtlCol="0"/>
            <a:lstStyle/>
            <a:p/>
          </p:txBody>
        </p:sp>
        <p:sp>
          <p:nvSpPr>
            <p:cNvPr id="220" name="object 220"/>
            <p:cNvSpPr/>
            <p:nvPr/>
          </p:nvSpPr>
          <p:spPr>
            <a:xfrm>
              <a:off x="1094739" y="2548890"/>
              <a:ext cx="195580" cy="7620"/>
            </a:xfrm>
            <a:custGeom>
              <a:avLst/>
              <a:gdLst/>
              <a:ahLst/>
              <a:cxnLst/>
              <a:rect l="l" t="t" r="r" b="b"/>
              <a:pathLst>
                <a:path w="195580" h="7619">
                  <a:moveTo>
                    <a:pt x="0" y="7620"/>
                  </a:moveTo>
                  <a:lnTo>
                    <a:pt x="0" y="0"/>
                  </a:lnTo>
                  <a:lnTo>
                    <a:pt x="195580" y="0"/>
                  </a:lnTo>
                  <a:lnTo>
                    <a:pt x="195580" y="7620"/>
                  </a:lnTo>
                  <a:lnTo>
                    <a:pt x="0" y="7620"/>
                  </a:lnTo>
                  <a:close/>
                </a:path>
              </a:pathLst>
            </a:custGeom>
            <a:solidFill>
              <a:srgbClr val="352700"/>
            </a:solidFill>
          </p:spPr>
          <p:txBody>
            <a:bodyPr wrap="square" lIns="0" tIns="0" rIns="0" bIns="0" rtlCol="0"/>
            <a:lstStyle/>
            <a:p/>
          </p:txBody>
        </p:sp>
        <p:sp>
          <p:nvSpPr>
            <p:cNvPr id="221" name="object 221"/>
            <p:cNvSpPr/>
            <p:nvPr/>
          </p:nvSpPr>
          <p:spPr>
            <a:xfrm>
              <a:off x="1094740" y="2556509"/>
              <a:ext cx="195580" cy="7620"/>
            </a:xfrm>
            <a:custGeom>
              <a:avLst/>
              <a:gdLst/>
              <a:ahLst/>
              <a:cxnLst/>
              <a:rect l="l" t="t" r="r" b="b"/>
              <a:pathLst>
                <a:path w="195580" h="7619">
                  <a:moveTo>
                    <a:pt x="195580" y="0"/>
                  </a:moveTo>
                  <a:lnTo>
                    <a:pt x="0" y="0"/>
                  </a:lnTo>
                  <a:lnTo>
                    <a:pt x="0" y="3810"/>
                  </a:lnTo>
                  <a:lnTo>
                    <a:pt x="0" y="7620"/>
                  </a:lnTo>
                  <a:lnTo>
                    <a:pt x="194310" y="7620"/>
                  </a:lnTo>
                  <a:lnTo>
                    <a:pt x="194310" y="3810"/>
                  </a:lnTo>
                  <a:lnTo>
                    <a:pt x="195580" y="3810"/>
                  </a:lnTo>
                  <a:lnTo>
                    <a:pt x="195580" y="0"/>
                  </a:lnTo>
                  <a:close/>
                </a:path>
              </a:pathLst>
            </a:custGeom>
            <a:solidFill>
              <a:srgbClr val="362800"/>
            </a:solidFill>
          </p:spPr>
          <p:txBody>
            <a:bodyPr wrap="square" lIns="0" tIns="0" rIns="0" bIns="0" rtlCol="0"/>
            <a:lstStyle/>
            <a:p/>
          </p:txBody>
        </p:sp>
        <p:sp>
          <p:nvSpPr>
            <p:cNvPr id="222" name="object 222"/>
            <p:cNvSpPr/>
            <p:nvPr/>
          </p:nvSpPr>
          <p:spPr>
            <a:xfrm>
              <a:off x="1094739" y="256413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382900"/>
            </a:solidFill>
          </p:spPr>
          <p:txBody>
            <a:bodyPr wrap="square" lIns="0" tIns="0" rIns="0" bIns="0" rtlCol="0"/>
            <a:lstStyle/>
            <a:p/>
          </p:txBody>
        </p:sp>
        <p:sp>
          <p:nvSpPr>
            <p:cNvPr id="223" name="object 223"/>
            <p:cNvSpPr/>
            <p:nvPr/>
          </p:nvSpPr>
          <p:spPr>
            <a:xfrm>
              <a:off x="1093470" y="2571749"/>
              <a:ext cx="195580" cy="6350"/>
            </a:xfrm>
            <a:custGeom>
              <a:avLst/>
              <a:gdLst/>
              <a:ahLst/>
              <a:cxnLst/>
              <a:rect l="l" t="t" r="r" b="b"/>
              <a:pathLst>
                <a:path w="195580" h="6350">
                  <a:moveTo>
                    <a:pt x="194297" y="2552"/>
                  </a:moveTo>
                  <a:lnTo>
                    <a:pt x="0" y="2552"/>
                  </a:lnTo>
                  <a:lnTo>
                    <a:pt x="0" y="6350"/>
                  </a:lnTo>
                  <a:lnTo>
                    <a:pt x="194297" y="6350"/>
                  </a:lnTo>
                  <a:lnTo>
                    <a:pt x="194297" y="2552"/>
                  </a:lnTo>
                  <a:close/>
                </a:path>
                <a:path w="195580" h="6350">
                  <a:moveTo>
                    <a:pt x="195580" y="0"/>
                  </a:moveTo>
                  <a:lnTo>
                    <a:pt x="1270" y="0"/>
                  </a:lnTo>
                  <a:lnTo>
                    <a:pt x="1270" y="1270"/>
                  </a:lnTo>
                  <a:lnTo>
                    <a:pt x="1270" y="2540"/>
                  </a:lnTo>
                  <a:lnTo>
                    <a:pt x="194310" y="2540"/>
                  </a:lnTo>
                  <a:lnTo>
                    <a:pt x="194310" y="1270"/>
                  </a:lnTo>
                  <a:lnTo>
                    <a:pt x="195580" y="1270"/>
                  </a:lnTo>
                  <a:lnTo>
                    <a:pt x="195580" y="0"/>
                  </a:lnTo>
                  <a:close/>
                </a:path>
              </a:pathLst>
            </a:custGeom>
            <a:solidFill>
              <a:srgbClr val="392A00"/>
            </a:solidFill>
          </p:spPr>
          <p:txBody>
            <a:bodyPr wrap="square" lIns="0" tIns="0" rIns="0" bIns="0" rtlCol="0"/>
            <a:lstStyle/>
            <a:p/>
          </p:txBody>
        </p:sp>
        <p:sp>
          <p:nvSpPr>
            <p:cNvPr id="224" name="object 224"/>
            <p:cNvSpPr/>
            <p:nvPr/>
          </p:nvSpPr>
          <p:spPr>
            <a:xfrm>
              <a:off x="1093469" y="257810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3B2C00"/>
            </a:solidFill>
          </p:spPr>
          <p:txBody>
            <a:bodyPr wrap="square" lIns="0" tIns="0" rIns="0" bIns="0" rtlCol="0"/>
            <a:lstStyle/>
            <a:p/>
          </p:txBody>
        </p:sp>
        <p:sp>
          <p:nvSpPr>
            <p:cNvPr id="225" name="object 225"/>
            <p:cNvSpPr/>
            <p:nvPr/>
          </p:nvSpPr>
          <p:spPr>
            <a:xfrm>
              <a:off x="1093469" y="2585720"/>
              <a:ext cx="194310" cy="7620"/>
            </a:xfrm>
            <a:custGeom>
              <a:avLst/>
              <a:gdLst/>
              <a:ahLst/>
              <a:cxnLst/>
              <a:rect l="l" t="t" r="r" b="b"/>
              <a:pathLst>
                <a:path w="194309" h="7619">
                  <a:moveTo>
                    <a:pt x="0" y="7619"/>
                  </a:moveTo>
                  <a:lnTo>
                    <a:pt x="0" y="0"/>
                  </a:lnTo>
                  <a:lnTo>
                    <a:pt x="194309" y="0"/>
                  </a:lnTo>
                  <a:lnTo>
                    <a:pt x="194309" y="7619"/>
                  </a:lnTo>
                  <a:lnTo>
                    <a:pt x="0" y="7619"/>
                  </a:lnTo>
                  <a:close/>
                </a:path>
              </a:pathLst>
            </a:custGeom>
            <a:solidFill>
              <a:srgbClr val="3C2D00"/>
            </a:solidFill>
          </p:spPr>
          <p:txBody>
            <a:bodyPr wrap="square" lIns="0" tIns="0" rIns="0" bIns="0" rtlCol="0"/>
            <a:lstStyle/>
            <a:p/>
          </p:txBody>
        </p:sp>
        <p:sp>
          <p:nvSpPr>
            <p:cNvPr id="226" name="object 226"/>
            <p:cNvSpPr/>
            <p:nvPr/>
          </p:nvSpPr>
          <p:spPr>
            <a:xfrm>
              <a:off x="1093469" y="2593340"/>
              <a:ext cx="194310" cy="6350"/>
            </a:xfrm>
            <a:custGeom>
              <a:avLst/>
              <a:gdLst/>
              <a:ahLst/>
              <a:cxnLst/>
              <a:rect l="l" t="t" r="r" b="b"/>
              <a:pathLst>
                <a:path w="194309" h="6350">
                  <a:moveTo>
                    <a:pt x="0" y="6350"/>
                  </a:moveTo>
                  <a:lnTo>
                    <a:pt x="0" y="0"/>
                  </a:lnTo>
                  <a:lnTo>
                    <a:pt x="194309" y="0"/>
                  </a:lnTo>
                  <a:lnTo>
                    <a:pt x="194309" y="6350"/>
                  </a:lnTo>
                  <a:lnTo>
                    <a:pt x="0" y="6350"/>
                  </a:lnTo>
                  <a:close/>
                </a:path>
              </a:pathLst>
            </a:custGeom>
            <a:solidFill>
              <a:srgbClr val="3E2E00"/>
            </a:solidFill>
          </p:spPr>
          <p:txBody>
            <a:bodyPr wrap="square" lIns="0" tIns="0" rIns="0" bIns="0" rtlCol="0"/>
            <a:lstStyle/>
            <a:p/>
          </p:txBody>
        </p:sp>
        <p:sp>
          <p:nvSpPr>
            <p:cNvPr id="227" name="object 227"/>
            <p:cNvSpPr/>
            <p:nvPr/>
          </p:nvSpPr>
          <p:spPr>
            <a:xfrm>
              <a:off x="1093469" y="259969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3F2F00"/>
            </a:solidFill>
          </p:spPr>
          <p:txBody>
            <a:bodyPr wrap="square" lIns="0" tIns="0" rIns="0" bIns="0" rtlCol="0"/>
            <a:lstStyle/>
            <a:p/>
          </p:txBody>
        </p:sp>
        <p:sp>
          <p:nvSpPr>
            <p:cNvPr id="228" name="object 228"/>
            <p:cNvSpPr/>
            <p:nvPr/>
          </p:nvSpPr>
          <p:spPr>
            <a:xfrm>
              <a:off x="1093469" y="2607310"/>
              <a:ext cx="194310" cy="7620"/>
            </a:xfrm>
            <a:custGeom>
              <a:avLst/>
              <a:gdLst/>
              <a:ahLst/>
              <a:cxnLst/>
              <a:rect l="l" t="t" r="r" b="b"/>
              <a:pathLst>
                <a:path w="194309" h="7619">
                  <a:moveTo>
                    <a:pt x="0" y="7619"/>
                  </a:moveTo>
                  <a:lnTo>
                    <a:pt x="0" y="0"/>
                  </a:lnTo>
                  <a:lnTo>
                    <a:pt x="194309" y="0"/>
                  </a:lnTo>
                  <a:lnTo>
                    <a:pt x="194309" y="7619"/>
                  </a:lnTo>
                  <a:lnTo>
                    <a:pt x="0" y="7619"/>
                  </a:lnTo>
                  <a:close/>
                </a:path>
              </a:pathLst>
            </a:custGeom>
            <a:solidFill>
              <a:srgbClr val="413000"/>
            </a:solidFill>
          </p:spPr>
          <p:txBody>
            <a:bodyPr wrap="square" lIns="0" tIns="0" rIns="0" bIns="0" rtlCol="0"/>
            <a:lstStyle/>
            <a:p/>
          </p:txBody>
        </p:sp>
        <p:sp>
          <p:nvSpPr>
            <p:cNvPr id="229" name="object 229"/>
            <p:cNvSpPr/>
            <p:nvPr/>
          </p:nvSpPr>
          <p:spPr>
            <a:xfrm>
              <a:off x="1093469" y="2614930"/>
              <a:ext cx="194310" cy="6350"/>
            </a:xfrm>
            <a:custGeom>
              <a:avLst/>
              <a:gdLst/>
              <a:ahLst/>
              <a:cxnLst/>
              <a:rect l="l" t="t" r="r" b="b"/>
              <a:pathLst>
                <a:path w="194309" h="6350">
                  <a:moveTo>
                    <a:pt x="0" y="6350"/>
                  </a:moveTo>
                  <a:lnTo>
                    <a:pt x="0" y="0"/>
                  </a:lnTo>
                  <a:lnTo>
                    <a:pt x="194309" y="0"/>
                  </a:lnTo>
                  <a:lnTo>
                    <a:pt x="194309" y="6350"/>
                  </a:lnTo>
                  <a:lnTo>
                    <a:pt x="0" y="6350"/>
                  </a:lnTo>
                  <a:close/>
                </a:path>
              </a:pathLst>
            </a:custGeom>
            <a:solidFill>
              <a:srgbClr val="433100"/>
            </a:solidFill>
          </p:spPr>
          <p:txBody>
            <a:bodyPr wrap="square" lIns="0" tIns="0" rIns="0" bIns="0" rtlCol="0"/>
            <a:lstStyle/>
            <a:p/>
          </p:txBody>
        </p:sp>
        <p:sp>
          <p:nvSpPr>
            <p:cNvPr id="230" name="object 230"/>
            <p:cNvSpPr/>
            <p:nvPr/>
          </p:nvSpPr>
          <p:spPr>
            <a:xfrm>
              <a:off x="1093469" y="262128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443300"/>
            </a:solidFill>
          </p:spPr>
          <p:txBody>
            <a:bodyPr wrap="square" lIns="0" tIns="0" rIns="0" bIns="0" rtlCol="0"/>
            <a:lstStyle/>
            <a:p/>
          </p:txBody>
        </p:sp>
        <p:sp>
          <p:nvSpPr>
            <p:cNvPr id="231" name="object 231"/>
            <p:cNvSpPr/>
            <p:nvPr/>
          </p:nvSpPr>
          <p:spPr>
            <a:xfrm>
              <a:off x="1093469" y="262890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463400"/>
            </a:solidFill>
          </p:spPr>
          <p:txBody>
            <a:bodyPr wrap="square" lIns="0" tIns="0" rIns="0" bIns="0" rtlCol="0"/>
            <a:lstStyle/>
            <a:p/>
          </p:txBody>
        </p:sp>
        <p:sp>
          <p:nvSpPr>
            <p:cNvPr id="232" name="object 232"/>
            <p:cNvSpPr/>
            <p:nvPr/>
          </p:nvSpPr>
          <p:spPr>
            <a:xfrm>
              <a:off x="1093469" y="2636520"/>
              <a:ext cx="194310" cy="6350"/>
            </a:xfrm>
            <a:custGeom>
              <a:avLst/>
              <a:gdLst/>
              <a:ahLst/>
              <a:cxnLst/>
              <a:rect l="l" t="t" r="r" b="b"/>
              <a:pathLst>
                <a:path w="194309" h="6350">
                  <a:moveTo>
                    <a:pt x="0" y="6350"/>
                  </a:moveTo>
                  <a:lnTo>
                    <a:pt x="0" y="0"/>
                  </a:lnTo>
                  <a:lnTo>
                    <a:pt x="194309" y="0"/>
                  </a:lnTo>
                  <a:lnTo>
                    <a:pt x="194309" y="6350"/>
                  </a:lnTo>
                  <a:lnTo>
                    <a:pt x="0" y="6350"/>
                  </a:lnTo>
                  <a:close/>
                </a:path>
              </a:pathLst>
            </a:custGeom>
            <a:solidFill>
              <a:srgbClr val="473500"/>
            </a:solidFill>
          </p:spPr>
          <p:txBody>
            <a:bodyPr wrap="square" lIns="0" tIns="0" rIns="0" bIns="0" rtlCol="0"/>
            <a:lstStyle/>
            <a:p/>
          </p:txBody>
        </p:sp>
        <p:sp>
          <p:nvSpPr>
            <p:cNvPr id="233" name="object 233"/>
            <p:cNvSpPr/>
            <p:nvPr/>
          </p:nvSpPr>
          <p:spPr>
            <a:xfrm>
              <a:off x="1093469" y="2642870"/>
              <a:ext cx="193040" cy="7620"/>
            </a:xfrm>
            <a:custGeom>
              <a:avLst/>
              <a:gdLst/>
              <a:ahLst/>
              <a:cxnLst/>
              <a:rect l="l" t="t" r="r" b="b"/>
              <a:pathLst>
                <a:path w="193040" h="7619">
                  <a:moveTo>
                    <a:pt x="193040" y="0"/>
                  </a:moveTo>
                  <a:lnTo>
                    <a:pt x="0" y="0"/>
                  </a:lnTo>
                  <a:lnTo>
                    <a:pt x="0" y="7619"/>
                  </a:lnTo>
                  <a:lnTo>
                    <a:pt x="193040" y="7619"/>
                  </a:lnTo>
                  <a:lnTo>
                    <a:pt x="193040" y="0"/>
                  </a:lnTo>
                  <a:close/>
                </a:path>
              </a:pathLst>
            </a:custGeom>
            <a:solidFill>
              <a:srgbClr val="493600"/>
            </a:solidFill>
          </p:spPr>
          <p:txBody>
            <a:bodyPr wrap="square" lIns="0" tIns="0" rIns="0" bIns="0" rtlCol="0"/>
            <a:lstStyle/>
            <a:p/>
          </p:txBody>
        </p:sp>
        <p:sp>
          <p:nvSpPr>
            <p:cNvPr id="234" name="object 234"/>
            <p:cNvSpPr/>
            <p:nvPr/>
          </p:nvSpPr>
          <p:spPr>
            <a:xfrm>
              <a:off x="1093469" y="265049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4A3700"/>
            </a:solidFill>
          </p:spPr>
          <p:txBody>
            <a:bodyPr wrap="square" lIns="0" tIns="0" rIns="0" bIns="0" rtlCol="0"/>
            <a:lstStyle/>
            <a:p/>
          </p:txBody>
        </p:sp>
        <p:sp>
          <p:nvSpPr>
            <p:cNvPr id="235" name="object 235"/>
            <p:cNvSpPr/>
            <p:nvPr/>
          </p:nvSpPr>
          <p:spPr>
            <a:xfrm>
              <a:off x="1093469" y="265811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4C3800"/>
            </a:solidFill>
          </p:spPr>
          <p:txBody>
            <a:bodyPr wrap="square" lIns="0" tIns="0" rIns="0" bIns="0" rtlCol="0"/>
            <a:lstStyle/>
            <a:p/>
          </p:txBody>
        </p:sp>
        <p:sp>
          <p:nvSpPr>
            <p:cNvPr id="236" name="object 236"/>
            <p:cNvSpPr/>
            <p:nvPr/>
          </p:nvSpPr>
          <p:spPr>
            <a:xfrm>
              <a:off x="1093469" y="266446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4D3A00"/>
            </a:solidFill>
          </p:spPr>
          <p:txBody>
            <a:bodyPr wrap="square" lIns="0" tIns="0" rIns="0" bIns="0" rtlCol="0"/>
            <a:lstStyle/>
            <a:p/>
          </p:txBody>
        </p:sp>
        <p:sp>
          <p:nvSpPr>
            <p:cNvPr id="237" name="object 237"/>
            <p:cNvSpPr/>
            <p:nvPr/>
          </p:nvSpPr>
          <p:spPr>
            <a:xfrm>
              <a:off x="1092200" y="2673350"/>
              <a:ext cx="194310" cy="6350"/>
            </a:xfrm>
            <a:custGeom>
              <a:avLst/>
              <a:gdLst/>
              <a:ahLst/>
              <a:cxnLst/>
              <a:rect l="l" t="t" r="r" b="b"/>
              <a:pathLst>
                <a:path w="194309" h="6350">
                  <a:moveTo>
                    <a:pt x="194309" y="0"/>
                  </a:moveTo>
                  <a:lnTo>
                    <a:pt x="0" y="0"/>
                  </a:lnTo>
                  <a:lnTo>
                    <a:pt x="0" y="6350"/>
                  </a:lnTo>
                  <a:lnTo>
                    <a:pt x="194309" y="6350"/>
                  </a:lnTo>
                  <a:lnTo>
                    <a:pt x="194309" y="0"/>
                  </a:lnTo>
                  <a:close/>
                </a:path>
              </a:pathLst>
            </a:custGeom>
            <a:solidFill>
              <a:srgbClr val="4F3B00"/>
            </a:solidFill>
          </p:spPr>
          <p:txBody>
            <a:bodyPr wrap="square" lIns="0" tIns="0" rIns="0" bIns="0" rtlCol="0"/>
            <a:lstStyle/>
            <a:p/>
          </p:txBody>
        </p:sp>
        <p:sp>
          <p:nvSpPr>
            <p:cNvPr id="238" name="object 238"/>
            <p:cNvSpPr/>
            <p:nvPr/>
          </p:nvSpPr>
          <p:spPr>
            <a:xfrm>
              <a:off x="1092200" y="2679700"/>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503C00"/>
            </a:solidFill>
          </p:spPr>
          <p:txBody>
            <a:bodyPr wrap="square" lIns="0" tIns="0" rIns="0" bIns="0" rtlCol="0"/>
            <a:lstStyle/>
            <a:p/>
          </p:txBody>
        </p:sp>
        <p:sp>
          <p:nvSpPr>
            <p:cNvPr id="239" name="object 239"/>
            <p:cNvSpPr/>
            <p:nvPr/>
          </p:nvSpPr>
          <p:spPr>
            <a:xfrm>
              <a:off x="1092200" y="2687320"/>
              <a:ext cx="194310" cy="6350"/>
            </a:xfrm>
            <a:custGeom>
              <a:avLst/>
              <a:gdLst/>
              <a:ahLst/>
              <a:cxnLst/>
              <a:rect l="l" t="t" r="r" b="b"/>
              <a:pathLst>
                <a:path w="194309" h="6350">
                  <a:moveTo>
                    <a:pt x="0" y="6350"/>
                  </a:moveTo>
                  <a:lnTo>
                    <a:pt x="0" y="0"/>
                  </a:lnTo>
                  <a:lnTo>
                    <a:pt x="194309" y="0"/>
                  </a:lnTo>
                  <a:lnTo>
                    <a:pt x="194309" y="6350"/>
                  </a:lnTo>
                  <a:lnTo>
                    <a:pt x="0" y="6350"/>
                  </a:lnTo>
                  <a:close/>
                </a:path>
              </a:pathLst>
            </a:custGeom>
            <a:solidFill>
              <a:srgbClr val="523D00"/>
            </a:solidFill>
          </p:spPr>
          <p:txBody>
            <a:bodyPr wrap="square" lIns="0" tIns="0" rIns="0" bIns="0" rtlCol="0"/>
            <a:lstStyle/>
            <a:p/>
          </p:txBody>
        </p:sp>
        <p:sp>
          <p:nvSpPr>
            <p:cNvPr id="240" name="object 240"/>
            <p:cNvSpPr/>
            <p:nvPr/>
          </p:nvSpPr>
          <p:spPr>
            <a:xfrm>
              <a:off x="1092200" y="2693670"/>
              <a:ext cx="194310" cy="7620"/>
            </a:xfrm>
            <a:custGeom>
              <a:avLst/>
              <a:gdLst/>
              <a:ahLst/>
              <a:cxnLst/>
              <a:rect l="l" t="t" r="r" b="b"/>
              <a:pathLst>
                <a:path w="194309" h="7619">
                  <a:moveTo>
                    <a:pt x="0" y="7619"/>
                  </a:moveTo>
                  <a:lnTo>
                    <a:pt x="0" y="0"/>
                  </a:lnTo>
                  <a:lnTo>
                    <a:pt x="194309" y="0"/>
                  </a:lnTo>
                  <a:lnTo>
                    <a:pt x="194309" y="7619"/>
                  </a:lnTo>
                  <a:lnTo>
                    <a:pt x="0" y="7619"/>
                  </a:lnTo>
                  <a:close/>
                </a:path>
              </a:pathLst>
            </a:custGeom>
            <a:solidFill>
              <a:srgbClr val="543E00"/>
            </a:solidFill>
          </p:spPr>
          <p:txBody>
            <a:bodyPr wrap="square" lIns="0" tIns="0" rIns="0" bIns="0" rtlCol="0"/>
            <a:lstStyle/>
            <a:p/>
          </p:txBody>
        </p:sp>
        <p:sp>
          <p:nvSpPr>
            <p:cNvPr id="241" name="object 241"/>
            <p:cNvSpPr/>
            <p:nvPr/>
          </p:nvSpPr>
          <p:spPr>
            <a:xfrm>
              <a:off x="1092200" y="2701289"/>
              <a:ext cx="194310" cy="7620"/>
            </a:xfrm>
            <a:custGeom>
              <a:avLst/>
              <a:gdLst/>
              <a:ahLst/>
              <a:cxnLst/>
              <a:rect l="l" t="t" r="r" b="b"/>
              <a:pathLst>
                <a:path w="194309" h="7619">
                  <a:moveTo>
                    <a:pt x="194310" y="0"/>
                  </a:moveTo>
                  <a:lnTo>
                    <a:pt x="0" y="0"/>
                  </a:lnTo>
                  <a:lnTo>
                    <a:pt x="0" y="6350"/>
                  </a:lnTo>
                  <a:lnTo>
                    <a:pt x="0" y="7620"/>
                  </a:lnTo>
                  <a:lnTo>
                    <a:pt x="193040" y="7620"/>
                  </a:lnTo>
                  <a:lnTo>
                    <a:pt x="193040" y="6350"/>
                  </a:lnTo>
                  <a:lnTo>
                    <a:pt x="194310" y="6350"/>
                  </a:lnTo>
                  <a:lnTo>
                    <a:pt x="194310" y="0"/>
                  </a:lnTo>
                  <a:close/>
                </a:path>
              </a:pathLst>
            </a:custGeom>
            <a:solidFill>
              <a:srgbClr val="553F00"/>
            </a:solidFill>
          </p:spPr>
          <p:txBody>
            <a:bodyPr wrap="square" lIns="0" tIns="0" rIns="0" bIns="0" rtlCol="0"/>
            <a:lstStyle/>
            <a:p/>
          </p:txBody>
        </p:sp>
        <p:sp>
          <p:nvSpPr>
            <p:cNvPr id="242" name="object 242"/>
            <p:cNvSpPr/>
            <p:nvPr/>
          </p:nvSpPr>
          <p:spPr>
            <a:xfrm>
              <a:off x="1092200" y="270891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574000"/>
            </a:solidFill>
          </p:spPr>
          <p:txBody>
            <a:bodyPr wrap="square" lIns="0" tIns="0" rIns="0" bIns="0" rtlCol="0"/>
            <a:lstStyle/>
            <a:p/>
          </p:txBody>
        </p:sp>
        <p:sp>
          <p:nvSpPr>
            <p:cNvPr id="243" name="object 243"/>
            <p:cNvSpPr/>
            <p:nvPr/>
          </p:nvSpPr>
          <p:spPr>
            <a:xfrm>
              <a:off x="1092200" y="271526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584200"/>
            </a:solidFill>
          </p:spPr>
          <p:txBody>
            <a:bodyPr wrap="square" lIns="0" tIns="0" rIns="0" bIns="0" rtlCol="0"/>
            <a:lstStyle/>
            <a:p/>
          </p:txBody>
        </p:sp>
        <p:sp>
          <p:nvSpPr>
            <p:cNvPr id="244" name="object 244"/>
            <p:cNvSpPr/>
            <p:nvPr/>
          </p:nvSpPr>
          <p:spPr>
            <a:xfrm>
              <a:off x="1092200" y="272288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5A4300"/>
            </a:solidFill>
          </p:spPr>
          <p:txBody>
            <a:bodyPr wrap="square" lIns="0" tIns="0" rIns="0" bIns="0" rtlCol="0"/>
            <a:lstStyle/>
            <a:p/>
          </p:txBody>
        </p:sp>
        <p:sp>
          <p:nvSpPr>
            <p:cNvPr id="245" name="object 245"/>
            <p:cNvSpPr/>
            <p:nvPr/>
          </p:nvSpPr>
          <p:spPr>
            <a:xfrm>
              <a:off x="1092200" y="273050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5B4400"/>
            </a:solidFill>
          </p:spPr>
          <p:txBody>
            <a:bodyPr wrap="square" lIns="0" tIns="0" rIns="0" bIns="0" rtlCol="0"/>
            <a:lstStyle/>
            <a:p/>
          </p:txBody>
        </p:sp>
        <p:sp>
          <p:nvSpPr>
            <p:cNvPr id="246" name="object 246"/>
            <p:cNvSpPr/>
            <p:nvPr/>
          </p:nvSpPr>
          <p:spPr>
            <a:xfrm>
              <a:off x="1092200" y="273685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5D4500"/>
            </a:solidFill>
          </p:spPr>
          <p:txBody>
            <a:bodyPr wrap="square" lIns="0" tIns="0" rIns="0" bIns="0" rtlCol="0"/>
            <a:lstStyle/>
            <a:p/>
          </p:txBody>
        </p:sp>
        <p:sp>
          <p:nvSpPr>
            <p:cNvPr id="247" name="object 247"/>
            <p:cNvSpPr/>
            <p:nvPr/>
          </p:nvSpPr>
          <p:spPr>
            <a:xfrm>
              <a:off x="1092200" y="274447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5E4600"/>
            </a:solidFill>
          </p:spPr>
          <p:txBody>
            <a:bodyPr wrap="square" lIns="0" tIns="0" rIns="0" bIns="0" rtlCol="0"/>
            <a:lstStyle/>
            <a:p/>
          </p:txBody>
        </p:sp>
        <p:sp>
          <p:nvSpPr>
            <p:cNvPr id="248" name="object 248"/>
            <p:cNvSpPr/>
            <p:nvPr/>
          </p:nvSpPr>
          <p:spPr>
            <a:xfrm>
              <a:off x="1092200" y="275209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604700"/>
            </a:solidFill>
          </p:spPr>
          <p:txBody>
            <a:bodyPr wrap="square" lIns="0" tIns="0" rIns="0" bIns="0" rtlCol="0"/>
            <a:lstStyle/>
            <a:p/>
          </p:txBody>
        </p:sp>
        <p:sp>
          <p:nvSpPr>
            <p:cNvPr id="249" name="object 249"/>
            <p:cNvSpPr/>
            <p:nvPr/>
          </p:nvSpPr>
          <p:spPr>
            <a:xfrm>
              <a:off x="1092200" y="275971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614900"/>
            </a:solidFill>
          </p:spPr>
          <p:txBody>
            <a:bodyPr wrap="square" lIns="0" tIns="0" rIns="0" bIns="0" rtlCol="0"/>
            <a:lstStyle/>
            <a:p/>
          </p:txBody>
        </p:sp>
        <p:sp>
          <p:nvSpPr>
            <p:cNvPr id="250" name="object 250"/>
            <p:cNvSpPr/>
            <p:nvPr/>
          </p:nvSpPr>
          <p:spPr>
            <a:xfrm>
              <a:off x="1090930" y="2766059"/>
              <a:ext cx="194310" cy="7620"/>
            </a:xfrm>
            <a:custGeom>
              <a:avLst/>
              <a:gdLst/>
              <a:ahLst/>
              <a:cxnLst/>
              <a:rect l="l" t="t" r="r" b="b"/>
              <a:pathLst>
                <a:path w="194309" h="7619">
                  <a:moveTo>
                    <a:pt x="193040" y="5080"/>
                  </a:moveTo>
                  <a:lnTo>
                    <a:pt x="1270" y="5080"/>
                  </a:lnTo>
                  <a:lnTo>
                    <a:pt x="1270" y="3810"/>
                  </a:lnTo>
                  <a:lnTo>
                    <a:pt x="0" y="3810"/>
                  </a:lnTo>
                  <a:lnTo>
                    <a:pt x="0" y="5080"/>
                  </a:lnTo>
                  <a:lnTo>
                    <a:pt x="0" y="7620"/>
                  </a:lnTo>
                  <a:lnTo>
                    <a:pt x="193040" y="7620"/>
                  </a:lnTo>
                  <a:lnTo>
                    <a:pt x="193040" y="5080"/>
                  </a:lnTo>
                  <a:close/>
                </a:path>
                <a:path w="194309" h="7619">
                  <a:moveTo>
                    <a:pt x="194310" y="0"/>
                  </a:moveTo>
                  <a:lnTo>
                    <a:pt x="1270" y="0"/>
                  </a:lnTo>
                  <a:lnTo>
                    <a:pt x="1270" y="3810"/>
                  </a:lnTo>
                  <a:lnTo>
                    <a:pt x="194310" y="3810"/>
                  </a:lnTo>
                  <a:lnTo>
                    <a:pt x="194310" y="0"/>
                  </a:lnTo>
                  <a:close/>
                </a:path>
              </a:pathLst>
            </a:custGeom>
            <a:solidFill>
              <a:srgbClr val="634A00"/>
            </a:solidFill>
          </p:spPr>
          <p:txBody>
            <a:bodyPr wrap="square" lIns="0" tIns="0" rIns="0" bIns="0" rtlCol="0"/>
            <a:lstStyle/>
            <a:p/>
          </p:txBody>
        </p:sp>
        <p:sp>
          <p:nvSpPr>
            <p:cNvPr id="251" name="object 251"/>
            <p:cNvSpPr/>
            <p:nvPr/>
          </p:nvSpPr>
          <p:spPr>
            <a:xfrm>
              <a:off x="1090930" y="277368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664B00"/>
            </a:solidFill>
          </p:spPr>
          <p:txBody>
            <a:bodyPr wrap="square" lIns="0" tIns="0" rIns="0" bIns="0" rtlCol="0"/>
            <a:lstStyle/>
            <a:p/>
          </p:txBody>
        </p:sp>
        <p:sp>
          <p:nvSpPr>
            <p:cNvPr id="252" name="object 252"/>
            <p:cNvSpPr/>
            <p:nvPr/>
          </p:nvSpPr>
          <p:spPr>
            <a:xfrm>
              <a:off x="1090930" y="278130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664C00"/>
            </a:solidFill>
          </p:spPr>
          <p:txBody>
            <a:bodyPr wrap="square" lIns="0" tIns="0" rIns="0" bIns="0" rtlCol="0"/>
            <a:lstStyle/>
            <a:p/>
          </p:txBody>
        </p:sp>
        <p:sp>
          <p:nvSpPr>
            <p:cNvPr id="253" name="object 253"/>
            <p:cNvSpPr/>
            <p:nvPr/>
          </p:nvSpPr>
          <p:spPr>
            <a:xfrm>
              <a:off x="1090930" y="278765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684D00"/>
            </a:solidFill>
          </p:spPr>
          <p:txBody>
            <a:bodyPr wrap="square" lIns="0" tIns="0" rIns="0" bIns="0" rtlCol="0"/>
            <a:lstStyle/>
            <a:p/>
          </p:txBody>
        </p:sp>
        <p:sp>
          <p:nvSpPr>
            <p:cNvPr id="254" name="object 254"/>
            <p:cNvSpPr/>
            <p:nvPr/>
          </p:nvSpPr>
          <p:spPr>
            <a:xfrm>
              <a:off x="1090930" y="279527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694E00"/>
            </a:solidFill>
          </p:spPr>
          <p:txBody>
            <a:bodyPr wrap="square" lIns="0" tIns="0" rIns="0" bIns="0" rtlCol="0"/>
            <a:lstStyle/>
            <a:p/>
          </p:txBody>
        </p:sp>
        <p:sp>
          <p:nvSpPr>
            <p:cNvPr id="255" name="object 255"/>
            <p:cNvSpPr/>
            <p:nvPr/>
          </p:nvSpPr>
          <p:spPr>
            <a:xfrm>
              <a:off x="1090930" y="280289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6B5000"/>
            </a:solidFill>
          </p:spPr>
          <p:txBody>
            <a:bodyPr wrap="square" lIns="0" tIns="0" rIns="0" bIns="0" rtlCol="0"/>
            <a:lstStyle/>
            <a:p/>
          </p:txBody>
        </p:sp>
        <p:sp>
          <p:nvSpPr>
            <p:cNvPr id="256" name="object 256"/>
            <p:cNvSpPr/>
            <p:nvPr/>
          </p:nvSpPr>
          <p:spPr>
            <a:xfrm>
              <a:off x="1090930" y="280924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6C5100"/>
            </a:solidFill>
          </p:spPr>
          <p:txBody>
            <a:bodyPr wrap="square" lIns="0" tIns="0" rIns="0" bIns="0" rtlCol="0"/>
            <a:lstStyle/>
            <a:p/>
          </p:txBody>
        </p:sp>
        <p:sp>
          <p:nvSpPr>
            <p:cNvPr id="257" name="object 257"/>
            <p:cNvSpPr/>
            <p:nvPr/>
          </p:nvSpPr>
          <p:spPr>
            <a:xfrm>
              <a:off x="1090930" y="281686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6E5200"/>
            </a:solidFill>
          </p:spPr>
          <p:txBody>
            <a:bodyPr wrap="square" lIns="0" tIns="0" rIns="0" bIns="0" rtlCol="0"/>
            <a:lstStyle/>
            <a:p/>
          </p:txBody>
        </p:sp>
        <p:sp>
          <p:nvSpPr>
            <p:cNvPr id="258" name="object 258"/>
            <p:cNvSpPr/>
            <p:nvPr/>
          </p:nvSpPr>
          <p:spPr>
            <a:xfrm>
              <a:off x="1090930" y="282448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6F5300"/>
            </a:solidFill>
          </p:spPr>
          <p:txBody>
            <a:bodyPr wrap="square" lIns="0" tIns="0" rIns="0" bIns="0" rtlCol="0"/>
            <a:lstStyle/>
            <a:p/>
          </p:txBody>
        </p:sp>
        <p:sp>
          <p:nvSpPr>
            <p:cNvPr id="259" name="object 259"/>
            <p:cNvSpPr/>
            <p:nvPr/>
          </p:nvSpPr>
          <p:spPr>
            <a:xfrm>
              <a:off x="1090930" y="2832099"/>
              <a:ext cx="193040" cy="6350"/>
            </a:xfrm>
            <a:custGeom>
              <a:avLst/>
              <a:gdLst/>
              <a:ahLst/>
              <a:cxnLst/>
              <a:rect l="l" t="t" r="r" b="b"/>
              <a:pathLst>
                <a:path w="193040" h="6350">
                  <a:moveTo>
                    <a:pt x="193040" y="0"/>
                  </a:moveTo>
                  <a:lnTo>
                    <a:pt x="0" y="0"/>
                  </a:lnTo>
                  <a:lnTo>
                    <a:pt x="0" y="2540"/>
                  </a:lnTo>
                  <a:lnTo>
                    <a:pt x="0" y="6350"/>
                  </a:lnTo>
                  <a:lnTo>
                    <a:pt x="191770" y="6350"/>
                  </a:lnTo>
                  <a:lnTo>
                    <a:pt x="191770" y="2540"/>
                  </a:lnTo>
                  <a:lnTo>
                    <a:pt x="193040" y="2540"/>
                  </a:lnTo>
                  <a:lnTo>
                    <a:pt x="193040" y="0"/>
                  </a:lnTo>
                  <a:close/>
                </a:path>
              </a:pathLst>
            </a:custGeom>
            <a:solidFill>
              <a:srgbClr val="715400"/>
            </a:solidFill>
          </p:spPr>
          <p:txBody>
            <a:bodyPr wrap="square" lIns="0" tIns="0" rIns="0" bIns="0" rtlCol="0"/>
            <a:lstStyle/>
            <a:p/>
          </p:txBody>
        </p:sp>
        <p:sp>
          <p:nvSpPr>
            <p:cNvPr id="260" name="object 260"/>
            <p:cNvSpPr/>
            <p:nvPr/>
          </p:nvSpPr>
          <p:spPr>
            <a:xfrm>
              <a:off x="1090930" y="283845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725500"/>
            </a:solidFill>
          </p:spPr>
          <p:txBody>
            <a:bodyPr wrap="square" lIns="0" tIns="0" rIns="0" bIns="0" rtlCol="0"/>
            <a:lstStyle/>
            <a:p/>
          </p:txBody>
        </p:sp>
        <p:sp>
          <p:nvSpPr>
            <p:cNvPr id="261" name="object 261"/>
            <p:cNvSpPr/>
            <p:nvPr/>
          </p:nvSpPr>
          <p:spPr>
            <a:xfrm>
              <a:off x="1090930" y="2846070"/>
              <a:ext cx="191770" cy="7620"/>
            </a:xfrm>
            <a:custGeom>
              <a:avLst/>
              <a:gdLst/>
              <a:ahLst/>
              <a:cxnLst/>
              <a:rect l="l" t="t" r="r" b="b"/>
              <a:pathLst>
                <a:path w="191769" h="7619">
                  <a:moveTo>
                    <a:pt x="0" y="7619"/>
                  </a:moveTo>
                  <a:lnTo>
                    <a:pt x="0" y="0"/>
                  </a:lnTo>
                  <a:lnTo>
                    <a:pt x="191769" y="0"/>
                  </a:lnTo>
                  <a:lnTo>
                    <a:pt x="191769" y="7619"/>
                  </a:lnTo>
                  <a:lnTo>
                    <a:pt x="0" y="7619"/>
                  </a:lnTo>
                  <a:close/>
                </a:path>
              </a:pathLst>
            </a:custGeom>
            <a:solidFill>
              <a:srgbClr val="745600"/>
            </a:solidFill>
          </p:spPr>
          <p:txBody>
            <a:bodyPr wrap="square" lIns="0" tIns="0" rIns="0" bIns="0" rtlCol="0"/>
            <a:lstStyle/>
            <a:p/>
          </p:txBody>
        </p:sp>
        <p:sp>
          <p:nvSpPr>
            <p:cNvPr id="262" name="object 262"/>
            <p:cNvSpPr/>
            <p:nvPr/>
          </p:nvSpPr>
          <p:spPr>
            <a:xfrm>
              <a:off x="1090930" y="2853690"/>
              <a:ext cx="191770" cy="6350"/>
            </a:xfrm>
            <a:custGeom>
              <a:avLst/>
              <a:gdLst/>
              <a:ahLst/>
              <a:cxnLst/>
              <a:rect l="l" t="t" r="r" b="b"/>
              <a:pathLst>
                <a:path w="191769" h="6350">
                  <a:moveTo>
                    <a:pt x="0" y="6350"/>
                  </a:moveTo>
                  <a:lnTo>
                    <a:pt x="0" y="0"/>
                  </a:lnTo>
                  <a:lnTo>
                    <a:pt x="191769" y="0"/>
                  </a:lnTo>
                  <a:lnTo>
                    <a:pt x="191769" y="6350"/>
                  </a:lnTo>
                  <a:lnTo>
                    <a:pt x="0" y="6350"/>
                  </a:lnTo>
                  <a:close/>
                </a:path>
              </a:pathLst>
            </a:custGeom>
            <a:solidFill>
              <a:srgbClr val="765800"/>
            </a:solidFill>
          </p:spPr>
          <p:txBody>
            <a:bodyPr wrap="square" lIns="0" tIns="0" rIns="0" bIns="0" rtlCol="0"/>
            <a:lstStyle/>
            <a:p/>
          </p:txBody>
        </p:sp>
        <p:sp>
          <p:nvSpPr>
            <p:cNvPr id="263" name="object 263"/>
            <p:cNvSpPr/>
            <p:nvPr/>
          </p:nvSpPr>
          <p:spPr>
            <a:xfrm>
              <a:off x="1090930" y="2860040"/>
              <a:ext cx="191770" cy="7620"/>
            </a:xfrm>
            <a:custGeom>
              <a:avLst/>
              <a:gdLst/>
              <a:ahLst/>
              <a:cxnLst/>
              <a:rect l="l" t="t" r="r" b="b"/>
              <a:pathLst>
                <a:path w="191769" h="7619">
                  <a:moveTo>
                    <a:pt x="191769" y="0"/>
                  </a:moveTo>
                  <a:lnTo>
                    <a:pt x="0" y="0"/>
                  </a:lnTo>
                  <a:lnTo>
                    <a:pt x="0" y="7620"/>
                  </a:lnTo>
                  <a:lnTo>
                    <a:pt x="191769" y="7620"/>
                  </a:lnTo>
                  <a:lnTo>
                    <a:pt x="191769" y="0"/>
                  </a:lnTo>
                  <a:close/>
                </a:path>
              </a:pathLst>
            </a:custGeom>
            <a:solidFill>
              <a:srgbClr val="775900"/>
            </a:solidFill>
          </p:spPr>
          <p:txBody>
            <a:bodyPr wrap="square" lIns="0" tIns="0" rIns="0" bIns="0" rtlCol="0"/>
            <a:lstStyle/>
            <a:p/>
          </p:txBody>
        </p:sp>
        <p:sp>
          <p:nvSpPr>
            <p:cNvPr id="264" name="object 264"/>
            <p:cNvSpPr/>
            <p:nvPr/>
          </p:nvSpPr>
          <p:spPr>
            <a:xfrm>
              <a:off x="1089659" y="2867660"/>
              <a:ext cx="193040" cy="7620"/>
            </a:xfrm>
            <a:custGeom>
              <a:avLst/>
              <a:gdLst/>
              <a:ahLst/>
              <a:cxnLst/>
              <a:rect l="l" t="t" r="r" b="b"/>
              <a:pathLst>
                <a:path w="193040" h="7619">
                  <a:moveTo>
                    <a:pt x="0" y="7619"/>
                  </a:moveTo>
                  <a:lnTo>
                    <a:pt x="0" y="0"/>
                  </a:lnTo>
                  <a:lnTo>
                    <a:pt x="193040" y="0"/>
                  </a:lnTo>
                  <a:lnTo>
                    <a:pt x="193040" y="7619"/>
                  </a:lnTo>
                  <a:lnTo>
                    <a:pt x="0" y="7619"/>
                  </a:lnTo>
                  <a:close/>
                </a:path>
              </a:pathLst>
            </a:custGeom>
            <a:solidFill>
              <a:srgbClr val="795A00"/>
            </a:solidFill>
          </p:spPr>
          <p:txBody>
            <a:bodyPr wrap="square" lIns="0" tIns="0" rIns="0" bIns="0" rtlCol="0"/>
            <a:lstStyle/>
            <a:p/>
          </p:txBody>
        </p:sp>
        <p:sp>
          <p:nvSpPr>
            <p:cNvPr id="265" name="object 265"/>
            <p:cNvSpPr/>
            <p:nvPr/>
          </p:nvSpPr>
          <p:spPr>
            <a:xfrm>
              <a:off x="1089659" y="2875280"/>
              <a:ext cx="193040" cy="6350"/>
            </a:xfrm>
            <a:custGeom>
              <a:avLst/>
              <a:gdLst/>
              <a:ahLst/>
              <a:cxnLst/>
              <a:rect l="l" t="t" r="r" b="b"/>
              <a:pathLst>
                <a:path w="193040" h="6350">
                  <a:moveTo>
                    <a:pt x="0" y="6350"/>
                  </a:moveTo>
                  <a:lnTo>
                    <a:pt x="0" y="0"/>
                  </a:lnTo>
                  <a:lnTo>
                    <a:pt x="193040" y="0"/>
                  </a:lnTo>
                  <a:lnTo>
                    <a:pt x="193040" y="6350"/>
                  </a:lnTo>
                  <a:lnTo>
                    <a:pt x="0" y="6350"/>
                  </a:lnTo>
                  <a:close/>
                </a:path>
              </a:pathLst>
            </a:custGeom>
            <a:solidFill>
              <a:srgbClr val="7A5B00"/>
            </a:solidFill>
          </p:spPr>
          <p:txBody>
            <a:bodyPr wrap="square" lIns="0" tIns="0" rIns="0" bIns="0" rtlCol="0"/>
            <a:lstStyle/>
            <a:p/>
          </p:txBody>
        </p:sp>
        <p:sp>
          <p:nvSpPr>
            <p:cNvPr id="266" name="object 266"/>
            <p:cNvSpPr/>
            <p:nvPr/>
          </p:nvSpPr>
          <p:spPr>
            <a:xfrm>
              <a:off x="1089659" y="288163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7C5C00"/>
            </a:solidFill>
          </p:spPr>
          <p:txBody>
            <a:bodyPr wrap="square" lIns="0" tIns="0" rIns="0" bIns="0" rtlCol="0"/>
            <a:lstStyle/>
            <a:p/>
          </p:txBody>
        </p:sp>
        <p:sp>
          <p:nvSpPr>
            <p:cNvPr id="267" name="object 267"/>
            <p:cNvSpPr/>
            <p:nvPr/>
          </p:nvSpPr>
          <p:spPr>
            <a:xfrm>
              <a:off x="1089659" y="2889250"/>
              <a:ext cx="193040" cy="7620"/>
            </a:xfrm>
            <a:custGeom>
              <a:avLst/>
              <a:gdLst/>
              <a:ahLst/>
              <a:cxnLst/>
              <a:rect l="l" t="t" r="r" b="b"/>
              <a:pathLst>
                <a:path w="193040" h="7619">
                  <a:moveTo>
                    <a:pt x="0" y="7620"/>
                  </a:moveTo>
                  <a:lnTo>
                    <a:pt x="0" y="0"/>
                  </a:lnTo>
                  <a:lnTo>
                    <a:pt x="193040" y="0"/>
                  </a:lnTo>
                  <a:lnTo>
                    <a:pt x="193040" y="7620"/>
                  </a:lnTo>
                  <a:lnTo>
                    <a:pt x="0" y="7620"/>
                  </a:lnTo>
                  <a:close/>
                </a:path>
              </a:pathLst>
            </a:custGeom>
            <a:solidFill>
              <a:srgbClr val="7D5D00"/>
            </a:solidFill>
          </p:spPr>
          <p:txBody>
            <a:bodyPr wrap="square" lIns="0" tIns="0" rIns="0" bIns="0" rtlCol="0"/>
            <a:lstStyle/>
            <a:p/>
          </p:txBody>
        </p:sp>
        <p:sp>
          <p:nvSpPr>
            <p:cNvPr id="268" name="object 268"/>
            <p:cNvSpPr/>
            <p:nvPr/>
          </p:nvSpPr>
          <p:spPr>
            <a:xfrm>
              <a:off x="1089647" y="2896869"/>
              <a:ext cx="193675" cy="7620"/>
            </a:xfrm>
            <a:custGeom>
              <a:avLst/>
              <a:gdLst/>
              <a:ahLst/>
              <a:cxnLst/>
              <a:rect l="l" t="t" r="r" b="b"/>
              <a:pathLst>
                <a:path w="193675" h="7619">
                  <a:moveTo>
                    <a:pt x="193052" y="0"/>
                  </a:moveTo>
                  <a:lnTo>
                    <a:pt x="12" y="0"/>
                  </a:lnTo>
                  <a:lnTo>
                    <a:pt x="12" y="2540"/>
                  </a:lnTo>
                  <a:lnTo>
                    <a:pt x="0" y="7620"/>
                  </a:lnTo>
                  <a:lnTo>
                    <a:pt x="191770" y="7620"/>
                  </a:lnTo>
                  <a:lnTo>
                    <a:pt x="191770" y="2540"/>
                  </a:lnTo>
                  <a:lnTo>
                    <a:pt x="193052" y="2540"/>
                  </a:lnTo>
                  <a:lnTo>
                    <a:pt x="193052" y="0"/>
                  </a:lnTo>
                  <a:close/>
                </a:path>
              </a:pathLst>
            </a:custGeom>
            <a:solidFill>
              <a:srgbClr val="7F5F00"/>
            </a:solidFill>
          </p:spPr>
          <p:txBody>
            <a:bodyPr wrap="square" lIns="0" tIns="0" rIns="0" bIns="0" rtlCol="0"/>
            <a:lstStyle/>
            <a:p/>
          </p:txBody>
        </p:sp>
        <p:sp>
          <p:nvSpPr>
            <p:cNvPr id="269" name="object 269"/>
            <p:cNvSpPr/>
            <p:nvPr/>
          </p:nvSpPr>
          <p:spPr>
            <a:xfrm>
              <a:off x="1089659" y="2904490"/>
              <a:ext cx="191770" cy="6350"/>
            </a:xfrm>
            <a:custGeom>
              <a:avLst/>
              <a:gdLst/>
              <a:ahLst/>
              <a:cxnLst/>
              <a:rect l="l" t="t" r="r" b="b"/>
              <a:pathLst>
                <a:path w="191769" h="6350">
                  <a:moveTo>
                    <a:pt x="0" y="6350"/>
                  </a:moveTo>
                  <a:lnTo>
                    <a:pt x="0" y="0"/>
                  </a:lnTo>
                  <a:lnTo>
                    <a:pt x="191770" y="0"/>
                  </a:lnTo>
                  <a:lnTo>
                    <a:pt x="191770" y="6350"/>
                  </a:lnTo>
                  <a:lnTo>
                    <a:pt x="0" y="6350"/>
                  </a:lnTo>
                  <a:close/>
                </a:path>
              </a:pathLst>
            </a:custGeom>
            <a:solidFill>
              <a:srgbClr val="806000"/>
            </a:solidFill>
          </p:spPr>
          <p:txBody>
            <a:bodyPr wrap="square" lIns="0" tIns="0" rIns="0" bIns="0" rtlCol="0"/>
            <a:lstStyle/>
            <a:p/>
          </p:txBody>
        </p:sp>
        <p:sp>
          <p:nvSpPr>
            <p:cNvPr id="270" name="object 270"/>
            <p:cNvSpPr/>
            <p:nvPr/>
          </p:nvSpPr>
          <p:spPr>
            <a:xfrm>
              <a:off x="1089659" y="2910840"/>
              <a:ext cx="191770" cy="7620"/>
            </a:xfrm>
            <a:custGeom>
              <a:avLst/>
              <a:gdLst/>
              <a:ahLst/>
              <a:cxnLst/>
              <a:rect l="l" t="t" r="r" b="b"/>
              <a:pathLst>
                <a:path w="191769" h="7619">
                  <a:moveTo>
                    <a:pt x="0" y="7620"/>
                  </a:moveTo>
                  <a:lnTo>
                    <a:pt x="0" y="0"/>
                  </a:lnTo>
                  <a:lnTo>
                    <a:pt x="191770" y="0"/>
                  </a:lnTo>
                  <a:lnTo>
                    <a:pt x="191770" y="7620"/>
                  </a:lnTo>
                  <a:lnTo>
                    <a:pt x="0" y="7620"/>
                  </a:lnTo>
                  <a:close/>
                </a:path>
              </a:pathLst>
            </a:custGeom>
            <a:solidFill>
              <a:srgbClr val="826100"/>
            </a:solidFill>
          </p:spPr>
          <p:txBody>
            <a:bodyPr wrap="square" lIns="0" tIns="0" rIns="0" bIns="0" rtlCol="0"/>
            <a:lstStyle/>
            <a:p/>
          </p:txBody>
        </p:sp>
        <p:sp>
          <p:nvSpPr>
            <p:cNvPr id="271" name="object 271"/>
            <p:cNvSpPr/>
            <p:nvPr/>
          </p:nvSpPr>
          <p:spPr>
            <a:xfrm>
              <a:off x="1089659" y="2918460"/>
              <a:ext cx="191770" cy="7620"/>
            </a:xfrm>
            <a:custGeom>
              <a:avLst/>
              <a:gdLst/>
              <a:ahLst/>
              <a:cxnLst/>
              <a:rect l="l" t="t" r="r" b="b"/>
              <a:pathLst>
                <a:path w="191769" h="7619">
                  <a:moveTo>
                    <a:pt x="0" y="7619"/>
                  </a:moveTo>
                  <a:lnTo>
                    <a:pt x="0" y="0"/>
                  </a:lnTo>
                  <a:lnTo>
                    <a:pt x="191770" y="0"/>
                  </a:lnTo>
                  <a:lnTo>
                    <a:pt x="191770" y="7619"/>
                  </a:lnTo>
                  <a:lnTo>
                    <a:pt x="0" y="7619"/>
                  </a:lnTo>
                  <a:close/>
                </a:path>
              </a:pathLst>
            </a:custGeom>
            <a:solidFill>
              <a:srgbClr val="836200"/>
            </a:solidFill>
          </p:spPr>
          <p:txBody>
            <a:bodyPr wrap="square" lIns="0" tIns="0" rIns="0" bIns="0" rtlCol="0"/>
            <a:lstStyle/>
            <a:p/>
          </p:txBody>
        </p:sp>
        <p:sp>
          <p:nvSpPr>
            <p:cNvPr id="272" name="object 272"/>
            <p:cNvSpPr/>
            <p:nvPr/>
          </p:nvSpPr>
          <p:spPr>
            <a:xfrm>
              <a:off x="1089659" y="2926080"/>
              <a:ext cx="191770" cy="6350"/>
            </a:xfrm>
            <a:custGeom>
              <a:avLst/>
              <a:gdLst/>
              <a:ahLst/>
              <a:cxnLst/>
              <a:rect l="l" t="t" r="r" b="b"/>
              <a:pathLst>
                <a:path w="191769" h="6350">
                  <a:moveTo>
                    <a:pt x="0" y="6350"/>
                  </a:moveTo>
                  <a:lnTo>
                    <a:pt x="0" y="0"/>
                  </a:lnTo>
                  <a:lnTo>
                    <a:pt x="191770" y="0"/>
                  </a:lnTo>
                  <a:lnTo>
                    <a:pt x="191770" y="6350"/>
                  </a:lnTo>
                  <a:lnTo>
                    <a:pt x="0" y="6350"/>
                  </a:lnTo>
                  <a:close/>
                </a:path>
              </a:pathLst>
            </a:custGeom>
            <a:solidFill>
              <a:srgbClr val="856300"/>
            </a:solidFill>
          </p:spPr>
          <p:txBody>
            <a:bodyPr wrap="square" lIns="0" tIns="0" rIns="0" bIns="0" rtlCol="0"/>
            <a:lstStyle/>
            <a:p/>
          </p:txBody>
        </p:sp>
        <p:sp>
          <p:nvSpPr>
            <p:cNvPr id="273" name="object 273"/>
            <p:cNvSpPr/>
            <p:nvPr/>
          </p:nvSpPr>
          <p:spPr>
            <a:xfrm>
              <a:off x="1089659" y="2932430"/>
              <a:ext cx="191770" cy="7620"/>
            </a:xfrm>
            <a:custGeom>
              <a:avLst/>
              <a:gdLst/>
              <a:ahLst/>
              <a:cxnLst/>
              <a:rect l="l" t="t" r="r" b="b"/>
              <a:pathLst>
                <a:path w="191769" h="7619">
                  <a:moveTo>
                    <a:pt x="0" y="7620"/>
                  </a:moveTo>
                  <a:lnTo>
                    <a:pt x="0" y="0"/>
                  </a:lnTo>
                  <a:lnTo>
                    <a:pt x="191770" y="0"/>
                  </a:lnTo>
                  <a:lnTo>
                    <a:pt x="191770" y="7620"/>
                  </a:lnTo>
                  <a:lnTo>
                    <a:pt x="0" y="7620"/>
                  </a:lnTo>
                  <a:close/>
                </a:path>
              </a:pathLst>
            </a:custGeom>
            <a:solidFill>
              <a:srgbClr val="876400"/>
            </a:solidFill>
          </p:spPr>
          <p:txBody>
            <a:bodyPr wrap="square" lIns="0" tIns="0" rIns="0" bIns="0" rtlCol="0"/>
            <a:lstStyle/>
            <a:p/>
          </p:txBody>
        </p:sp>
        <p:sp>
          <p:nvSpPr>
            <p:cNvPr id="274" name="object 274"/>
            <p:cNvSpPr/>
            <p:nvPr/>
          </p:nvSpPr>
          <p:spPr>
            <a:xfrm>
              <a:off x="1089659" y="2940050"/>
              <a:ext cx="191770" cy="7620"/>
            </a:xfrm>
            <a:custGeom>
              <a:avLst/>
              <a:gdLst/>
              <a:ahLst/>
              <a:cxnLst/>
              <a:rect l="l" t="t" r="r" b="b"/>
              <a:pathLst>
                <a:path w="191769" h="7619">
                  <a:moveTo>
                    <a:pt x="0" y="7620"/>
                  </a:moveTo>
                  <a:lnTo>
                    <a:pt x="0" y="0"/>
                  </a:lnTo>
                  <a:lnTo>
                    <a:pt x="191770" y="0"/>
                  </a:lnTo>
                  <a:lnTo>
                    <a:pt x="191770" y="7620"/>
                  </a:lnTo>
                  <a:lnTo>
                    <a:pt x="0" y="7620"/>
                  </a:lnTo>
                  <a:close/>
                </a:path>
              </a:pathLst>
            </a:custGeom>
            <a:solidFill>
              <a:srgbClr val="886600"/>
            </a:solidFill>
          </p:spPr>
          <p:txBody>
            <a:bodyPr wrap="square" lIns="0" tIns="0" rIns="0" bIns="0" rtlCol="0"/>
            <a:lstStyle/>
            <a:p/>
          </p:txBody>
        </p:sp>
        <p:sp>
          <p:nvSpPr>
            <p:cNvPr id="275" name="object 275"/>
            <p:cNvSpPr/>
            <p:nvPr/>
          </p:nvSpPr>
          <p:spPr>
            <a:xfrm>
              <a:off x="1089659" y="2947670"/>
              <a:ext cx="191770" cy="6350"/>
            </a:xfrm>
            <a:custGeom>
              <a:avLst/>
              <a:gdLst/>
              <a:ahLst/>
              <a:cxnLst/>
              <a:rect l="l" t="t" r="r" b="b"/>
              <a:pathLst>
                <a:path w="191769" h="6350">
                  <a:moveTo>
                    <a:pt x="0" y="6350"/>
                  </a:moveTo>
                  <a:lnTo>
                    <a:pt x="0" y="0"/>
                  </a:lnTo>
                  <a:lnTo>
                    <a:pt x="191770" y="0"/>
                  </a:lnTo>
                  <a:lnTo>
                    <a:pt x="191770" y="6350"/>
                  </a:lnTo>
                  <a:lnTo>
                    <a:pt x="0" y="6350"/>
                  </a:lnTo>
                  <a:close/>
                </a:path>
              </a:pathLst>
            </a:custGeom>
            <a:solidFill>
              <a:srgbClr val="8A6700"/>
            </a:solidFill>
          </p:spPr>
          <p:txBody>
            <a:bodyPr wrap="square" lIns="0" tIns="0" rIns="0" bIns="0" rtlCol="0"/>
            <a:lstStyle/>
            <a:p/>
          </p:txBody>
        </p:sp>
        <p:sp>
          <p:nvSpPr>
            <p:cNvPr id="276" name="object 276"/>
            <p:cNvSpPr/>
            <p:nvPr/>
          </p:nvSpPr>
          <p:spPr>
            <a:xfrm>
              <a:off x="1089659" y="2954020"/>
              <a:ext cx="191770" cy="7620"/>
            </a:xfrm>
            <a:custGeom>
              <a:avLst/>
              <a:gdLst/>
              <a:ahLst/>
              <a:cxnLst/>
              <a:rect l="l" t="t" r="r" b="b"/>
              <a:pathLst>
                <a:path w="191769" h="7619">
                  <a:moveTo>
                    <a:pt x="0" y="7619"/>
                  </a:moveTo>
                  <a:lnTo>
                    <a:pt x="0" y="0"/>
                  </a:lnTo>
                  <a:lnTo>
                    <a:pt x="191770" y="0"/>
                  </a:lnTo>
                  <a:lnTo>
                    <a:pt x="191770" y="7619"/>
                  </a:lnTo>
                  <a:lnTo>
                    <a:pt x="0" y="7619"/>
                  </a:lnTo>
                  <a:close/>
                </a:path>
              </a:pathLst>
            </a:custGeom>
            <a:solidFill>
              <a:srgbClr val="8B6800"/>
            </a:solidFill>
          </p:spPr>
          <p:txBody>
            <a:bodyPr wrap="square" lIns="0" tIns="0" rIns="0" bIns="0" rtlCol="0"/>
            <a:lstStyle/>
            <a:p/>
          </p:txBody>
        </p:sp>
        <p:sp>
          <p:nvSpPr>
            <p:cNvPr id="277" name="object 277"/>
            <p:cNvSpPr/>
            <p:nvPr/>
          </p:nvSpPr>
          <p:spPr>
            <a:xfrm>
              <a:off x="1088390" y="2961639"/>
              <a:ext cx="193040" cy="7620"/>
            </a:xfrm>
            <a:custGeom>
              <a:avLst/>
              <a:gdLst/>
              <a:ahLst/>
              <a:cxnLst/>
              <a:rect l="l" t="t" r="r" b="b"/>
              <a:pathLst>
                <a:path w="193040" h="7619">
                  <a:moveTo>
                    <a:pt x="193027" y="0"/>
                  </a:moveTo>
                  <a:lnTo>
                    <a:pt x="1270" y="0"/>
                  </a:lnTo>
                  <a:lnTo>
                    <a:pt x="1270" y="2540"/>
                  </a:lnTo>
                  <a:lnTo>
                    <a:pt x="1270" y="3810"/>
                  </a:lnTo>
                  <a:lnTo>
                    <a:pt x="0" y="3810"/>
                  </a:lnTo>
                  <a:lnTo>
                    <a:pt x="0" y="7620"/>
                  </a:lnTo>
                  <a:lnTo>
                    <a:pt x="191770" y="7620"/>
                  </a:lnTo>
                  <a:lnTo>
                    <a:pt x="191770" y="3810"/>
                  </a:lnTo>
                  <a:lnTo>
                    <a:pt x="191770" y="2540"/>
                  </a:lnTo>
                  <a:lnTo>
                    <a:pt x="193027" y="2540"/>
                  </a:lnTo>
                  <a:lnTo>
                    <a:pt x="193027" y="0"/>
                  </a:lnTo>
                  <a:close/>
                </a:path>
              </a:pathLst>
            </a:custGeom>
            <a:solidFill>
              <a:srgbClr val="8D6900"/>
            </a:solidFill>
          </p:spPr>
          <p:txBody>
            <a:bodyPr wrap="square" lIns="0" tIns="0" rIns="0" bIns="0" rtlCol="0"/>
            <a:lstStyle/>
            <a:p/>
          </p:txBody>
        </p:sp>
        <p:sp>
          <p:nvSpPr>
            <p:cNvPr id="278" name="object 278"/>
            <p:cNvSpPr/>
            <p:nvPr/>
          </p:nvSpPr>
          <p:spPr>
            <a:xfrm>
              <a:off x="1088389" y="2969260"/>
              <a:ext cx="191770" cy="7620"/>
            </a:xfrm>
            <a:custGeom>
              <a:avLst/>
              <a:gdLst/>
              <a:ahLst/>
              <a:cxnLst/>
              <a:rect l="l" t="t" r="r" b="b"/>
              <a:pathLst>
                <a:path w="191769" h="7619">
                  <a:moveTo>
                    <a:pt x="0" y="7619"/>
                  </a:moveTo>
                  <a:lnTo>
                    <a:pt x="0" y="0"/>
                  </a:lnTo>
                  <a:lnTo>
                    <a:pt x="191769" y="0"/>
                  </a:lnTo>
                  <a:lnTo>
                    <a:pt x="191769" y="7619"/>
                  </a:lnTo>
                  <a:lnTo>
                    <a:pt x="0" y="7619"/>
                  </a:lnTo>
                  <a:close/>
                </a:path>
              </a:pathLst>
            </a:custGeom>
            <a:solidFill>
              <a:srgbClr val="8E6A00"/>
            </a:solidFill>
          </p:spPr>
          <p:txBody>
            <a:bodyPr wrap="square" lIns="0" tIns="0" rIns="0" bIns="0" rtlCol="0"/>
            <a:lstStyle/>
            <a:p/>
          </p:txBody>
        </p:sp>
        <p:sp>
          <p:nvSpPr>
            <p:cNvPr id="279" name="object 279"/>
            <p:cNvSpPr/>
            <p:nvPr/>
          </p:nvSpPr>
          <p:spPr>
            <a:xfrm>
              <a:off x="1088389" y="2976880"/>
              <a:ext cx="191770" cy="6350"/>
            </a:xfrm>
            <a:custGeom>
              <a:avLst/>
              <a:gdLst/>
              <a:ahLst/>
              <a:cxnLst/>
              <a:rect l="l" t="t" r="r" b="b"/>
              <a:pathLst>
                <a:path w="191769" h="6350">
                  <a:moveTo>
                    <a:pt x="0" y="6350"/>
                  </a:moveTo>
                  <a:lnTo>
                    <a:pt x="0" y="0"/>
                  </a:lnTo>
                  <a:lnTo>
                    <a:pt x="191769" y="0"/>
                  </a:lnTo>
                  <a:lnTo>
                    <a:pt x="191769" y="6350"/>
                  </a:lnTo>
                  <a:lnTo>
                    <a:pt x="0" y="6350"/>
                  </a:lnTo>
                  <a:close/>
                </a:path>
              </a:pathLst>
            </a:custGeom>
            <a:solidFill>
              <a:srgbClr val="906B00"/>
            </a:solidFill>
          </p:spPr>
          <p:txBody>
            <a:bodyPr wrap="square" lIns="0" tIns="0" rIns="0" bIns="0" rtlCol="0"/>
            <a:lstStyle/>
            <a:p/>
          </p:txBody>
        </p:sp>
        <p:sp>
          <p:nvSpPr>
            <p:cNvPr id="280" name="object 280"/>
            <p:cNvSpPr/>
            <p:nvPr/>
          </p:nvSpPr>
          <p:spPr>
            <a:xfrm>
              <a:off x="1088389" y="298323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916C00"/>
            </a:solidFill>
          </p:spPr>
          <p:txBody>
            <a:bodyPr wrap="square" lIns="0" tIns="0" rIns="0" bIns="0" rtlCol="0"/>
            <a:lstStyle/>
            <a:p/>
          </p:txBody>
        </p:sp>
        <p:sp>
          <p:nvSpPr>
            <p:cNvPr id="281" name="object 281"/>
            <p:cNvSpPr/>
            <p:nvPr/>
          </p:nvSpPr>
          <p:spPr>
            <a:xfrm>
              <a:off x="1088389" y="299085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936E00"/>
            </a:solidFill>
          </p:spPr>
          <p:txBody>
            <a:bodyPr wrap="square" lIns="0" tIns="0" rIns="0" bIns="0" rtlCol="0"/>
            <a:lstStyle/>
            <a:p/>
          </p:txBody>
        </p:sp>
        <p:sp>
          <p:nvSpPr>
            <p:cNvPr id="282" name="object 282"/>
            <p:cNvSpPr/>
            <p:nvPr/>
          </p:nvSpPr>
          <p:spPr>
            <a:xfrm>
              <a:off x="1088389" y="2998470"/>
              <a:ext cx="191770" cy="6350"/>
            </a:xfrm>
            <a:custGeom>
              <a:avLst/>
              <a:gdLst/>
              <a:ahLst/>
              <a:cxnLst/>
              <a:rect l="l" t="t" r="r" b="b"/>
              <a:pathLst>
                <a:path w="191769" h="6350">
                  <a:moveTo>
                    <a:pt x="0" y="6350"/>
                  </a:moveTo>
                  <a:lnTo>
                    <a:pt x="0" y="0"/>
                  </a:lnTo>
                  <a:lnTo>
                    <a:pt x="191769" y="0"/>
                  </a:lnTo>
                  <a:lnTo>
                    <a:pt x="191769" y="6350"/>
                  </a:lnTo>
                  <a:lnTo>
                    <a:pt x="0" y="6350"/>
                  </a:lnTo>
                  <a:close/>
                </a:path>
              </a:pathLst>
            </a:custGeom>
            <a:solidFill>
              <a:srgbClr val="946F00"/>
            </a:solidFill>
          </p:spPr>
          <p:txBody>
            <a:bodyPr wrap="square" lIns="0" tIns="0" rIns="0" bIns="0" rtlCol="0"/>
            <a:lstStyle/>
            <a:p/>
          </p:txBody>
        </p:sp>
        <p:sp>
          <p:nvSpPr>
            <p:cNvPr id="283" name="object 283"/>
            <p:cNvSpPr/>
            <p:nvPr/>
          </p:nvSpPr>
          <p:spPr>
            <a:xfrm>
              <a:off x="1088389" y="3004820"/>
              <a:ext cx="191770" cy="7620"/>
            </a:xfrm>
            <a:custGeom>
              <a:avLst/>
              <a:gdLst/>
              <a:ahLst/>
              <a:cxnLst/>
              <a:rect l="l" t="t" r="r" b="b"/>
              <a:pathLst>
                <a:path w="191769" h="7619">
                  <a:moveTo>
                    <a:pt x="0" y="7619"/>
                  </a:moveTo>
                  <a:lnTo>
                    <a:pt x="0" y="0"/>
                  </a:lnTo>
                  <a:lnTo>
                    <a:pt x="191769" y="0"/>
                  </a:lnTo>
                  <a:lnTo>
                    <a:pt x="191769" y="7619"/>
                  </a:lnTo>
                  <a:lnTo>
                    <a:pt x="0" y="7619"/>
                  </a:lnTo>
                  <a:close/>
                </a:path>
              </a:pathLst>
            </a:custGeom>
            <a:solidFill>
              <a:srgbClr val="967000"/>
            </a:solidFill>
          </p:spPr>
          <p:txBody>
            <a:bodyPr wrap="square" lIns="0" tIns="0" rIns="0" bIns="0" rtlCol="0"/>
            <a:lstStyle/>
            <a:p/>
          </p:txBody>
        </p:sp>
        <p:sp>
          <p:nvSpPr>
            <p:cNvPr id="284" name="object 284"/>
            <p:cNvSpPr/>
            <p:nvPr/>
          </p:nvSpPr>
          <p:spPr>
            <a:xfrm>
              <a:off x="1088389" y="301244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987100"/>
            </a:solidFill>
          </p:spPr>
          <p:txBody>
            <a:bodyPr wrap="square" lIns="0" tIns="0" rIns="0" bIns="0" rtlCol="0"/>
            <a:lstStyle/>
            <a:p/>
          </p:txBody>
        </p:sp>
        <p:sp>
          <p:nvSpPr>
            <p:cNvPr id="285" name="object 285"/>
            <p:cNvSpPr/>
            <p:nvPr/>
          </p:nvSpPr>
          <p:spPr>
            <a:xfrm>
              <a:off x="1088389" y="3020060"/>
              <a:ext cx="191770" cy="6350"/>
            </a:xfrm>
            <a:custGeom>
              <a:avLst/>
              <a:gdLst/>
              <a:ahLst/>
              <a:cxnLst/>
              <a:rect l="l" t="t" r="r" b="b"/>
              <a:pathLst>
                <a:path w="191769" h="6350">
                  <a:moveTo>
                    <a:pt x="0" y="6350"/>
                  </a:moveTo>
                  <a:lnTo>
                    <a:pt x="0" y="0"/>
                  </a:lnTo>
                  <a:lnTo>
                    <a:pt x="191769" y="0"/>
                  </a:lnTo>
                  <a:lnTo>
                    <a:pt x="191769" y="6350"/>
                  </a:lnTo>
                  <a:lnTo>
                    <a:pt x="0" y="6350"/>
                  </a:lnTo>
                  <a:close/>
                </a:path>
              </a:pathLst>
            </a:custGeom>
            <a:solidFill>
              <a:srgbClr val="997200"/>
            </a:solidFill>
          </p:spPr>
          <p:txBody>
            <a:bodyPr wrap="square" lIns="0" tIns="0" rIns="0" bIns="0" rtlCol="0"/>
            <a:lstStyle/>
            <a:p/>
          </p:txBody>
        </p:sp>
        <p:sp>
          <p:nvSpPr>
            <p:cNvPr id="286" name="object 286"/>
            <p:cNvSpPr/>
            <p:nvPr/>
          </p:nvSpPr>
          <p:spPr>
            <a:xfrm>
              <a:off x="1088390" y="3026409"/>
              <a:ext cx="191770" cy="7620"/>
            </a:xfrm>
            <a:custGeom>
              <a:avLst/>
              <a:gdLst/>
              <a:ahLst/>
              <a:cxnLst/>
              <a:rect l="l" t="t" r="r" b="b"/>
              <a:pathLst>
                <a:path w="191769" h="7619">
                  <a:moveTo>
                    <a:pt x="191770" y="0"/>
                  </a:moveTo>
                  <a:lnTo>
                    <a:pt x="0" y="0"/>
                  </a:lnTo>
                  <a:lnTo>
                    <a:pt x="0" y="1270"/>
                  </a:lnTo>
                  <a:lnTo>
                    <a:pt x="0" y="7620"/>
                  </a:lnTo>
                  <a:lnTo>
                    <a:pt x="190500" y="7620"/>
                  </a:lnTo>
                  <a:lnTo>
                    <a:pt x="190500" y="1270"/>
                  </a:lnTo>
                  <a:lnTo>
                    <a:pt x="191770" y="1270"/>
                  </a:lnTo>
                  <a:lnTo>
                    <a:pt x="191770" y="0"/>
                  </a:lnTo>
                  <a:close/>
                </a:path>
              </a:pathLst>
            </a:custGeom>
            <a:solidFill>
              <a:srgbClr val="9B7300"/>
            </a:solidFill>
          </p:spPr>
          <p:txBody>
            <a:bodyPr wrap="square" lIns="0" tIns="0" rIns="0" bIns="0" rtlCol="0"/>
            <a:lstStyle/>
            <a:p/>
          </p:txBody>
        </p:sp>
        <p:sp>
          <p:nvSpPr>
            <p:cNvPr id="287" name="object 287"/>
            <p:cNvSpPr/>
            <p:nvPr/>
          </p:nvSpPr>
          <p:spPr>
            <a:xfrm>
              <a:off x="1088389" y="3034030"/>
              <a:ext cx="190500" cy="7620"/>
            </a:xfrm>
            <a:custGeom>
              <a:avLst/>
              <a:gdLst/>
              <a:ahLst/>
              <a:cxnLst/>
              <a:rect l="l" t="t" r="r" b="b"/>
              <a:pathLst>
                <a:path w="190500" h="7619">
                  <a:moveTo>
                    <a:pt x="0" y="7620"/>
                  </a:moveTo>
                  <a:lnTo>
                    <a:pt x="0" y="0"/>
                  </a:lnTo>
                  <a:lnTo>
                    <a:pt x="190500" y="0"/>
                  </a:lnTo>
                  <a:lnTo>
                    <a:pt x="190500" y="7620"/>
                  </a:lnTo>
                  <a:lnTo>
                    <a:pt x="0" y="7620"/>
                  </a:lnTo>
                  <a:close/>
                </a:path>
              </a:pathLst>
            </a:custGeom>
            <a:solidFill>
              <a:srgbClr val="9C7500"/>
            </a:solidFill>
          </p:spPr>
          <p:txBody>
            <a:bodyPr wrap="square" lIns="0" tIns="0" rIns="0" bIns="0" rtlCol="0"/>
            <a:lstStyle/>
            <a:p/>
          </p:txBody>
        </p:sp>
        <p:sp>
          <p:nvSpPr>
            <p:cNvPr id="288" name="object 288"/>
            <p:cNvSpPr/>
            <p:nvPr/>
          </p:nvSpPr>
          <p:spPr>
            <a:xfrm>
              <a:off x="1088389" y="3041650"/>
              <a:ext cx="190500" cy="7620"/>
            </a:xfrm>
            <a:custGeom>
              <a:avLst/>
              <a:gdLst/>
              <a:ahLst/>
              <a:cxnLst/>
              <a:rect l="l" t="t" r="r" b="b"/>
              <a:pathLst>
                <a:path w="190500" h="7619">
                  <a:moveTo>
                    <a:pt x="0" y="7620"/>
                  </a:moveTo>
                  <a:lnTo>
                    <a:pt x="0" y="0"/>
                  </a:lnTo>
                  <a:lnTo>
                    <a:pt x="190500" y="0"/>
                  </a:lnTo>
                  <a:lnTo>
                    <a:pt x="190500" y="7620"/>
                  </a:lnTo>
                  <a:lnTo>
                    <a:pt x="0" y="7620"/>
                  </a:lnTo>
                  <a:close/>
                </a:path>
              </a:pathLst>
            </a:custGeom>
            <a:solidFill>
              <a:srgbClr val="9E7600"/>
            </a:solidFill>
          </p:spPr>
          <p:txBody>
            <a:bodyPr wrap="square" lIns="0" tIns="0" rIns="0" bIns="0" rtlCol="0"/>
            <a:lstStyle/>
            <a:p/>
          </p:txBody>
        </p:sp>
        <p:sp>
          <p:nvSpPr>
            <p:cNvPr id="289" name="object 289"/>
            <p:cNvSpPr/>
            <p:nvPr/>
          </p:nvSpPr>
          <p:spPr>
            <a:xfrm>
              <a:off x="1088389" y="3049270"/>
              <a:ext cx="190500" cy="6350"/>
            </a:xfrm>
            <a:custGeom>
              <a:avLst/>
              <a:gdLst/>
              <a:ahLst/>
              <a:cxnLst/>
              <a:rect l="l" t="t" r="r" b="b"/>
              <a:pathLst>
                <a:path w="190500" h="6350">
                  <a:moveTo>
                    <a:pt x="0" y="6350"/>
                  </a:moveTo>
                  <a:lnTo>
                    <a:pt x="0" y="0"/>
                  </a:lnTo>
                  <a:lnTo>
                    <a:pt x="190499" y="0"/>
                  </a:lnTo>
                  <a:lnTo>
                    <a:pt x="190499" y="6350"/>
                  </a:lnTo>
                  <a:lnTo>
                    <a:pt x="0" y="6350"/>
                  </a:lnTo>
                  <a:close/>
                </a:path>
              </a:pathLst>
            </a:custGeom>
            <a:solidFill>
              <a:srgbClr val="9F7700"/>
            </a:solidFill>
          </p:spPr>
          <p:txBody>
            <a:bodyPr wrap="square" lIns="0" tIns="0" rIns="0" bIns="0" rtlCol="0"/>
            <a:lstStyle/>
            <a:p/>
          </p:txBody>
        </p:sp>
        <p:sp>
          <p:nvSpPr>
            <p:cNvPr id="290" name="object 290"/>
            <p:cNvSpPr/>
            <p:nvPr/>
          </p:nvSpPr>
          <p:spPr>
            <a:xfrm>
              <a:off x="1088389" y="3055620"/>
              <a:ext cx="190500" cy="7620"/>
            </a:xfrm>
            <a:custGeom>
              <a:avLst/>
              <a:gdLst/>
              <a:ahLst/>
              <a:cxnLst/>
              <a:rect l="l" t="t" r="r" b="b"/>
              <a:pathLst>
                <a:path w="190500" h="7619">
                  <a:moveTo>
                    <a:pt x="190499" y="0"/>
                  </a:moveTo>
                  <a:lnTo>
                    <a:pt x="0" y="0"/>
                  </a:lnTo>
                  <a:lnTo>
                    <a:pt x="0" y="7619"/>
                  </a:lnTo>
                  <a:lnTo>
                    <a:pt x="190499" y="7619"/>
                  </a:lnTo>
                  <a:lnTo>
                    <a:pt x="190499" y="0"/>
                  </a:lnTo>
                  <a:close/>
                </a:path>
              </a:pathLst>
            </a:custGeom>
            <a:solidFill>
              <a:srgbClr val="A17800"/>
            </a:solidFill>
          </p:spPr>
          <p:txBody>
            <a:bodyPr wrap="square" lIns="0" tIns="0" rIns="0" bIns="0" rtlCol="0"/>
            <a:lstStyle/>
            <a:p/>
          </p:txBody>
        </p:sp>
        <p:sp>
          <p:nvSpPr>
            <p:cNvPr id="291" name="object 291"/>
            <p:cNvSpPr/>
            <p:nvPr/>
          </p:nvSpPr>
          <p:spPr>
            <a:xfrm>
              <a:off x="1087119" y="306324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A27900"/>
            </a:solidFill>
          </p:spPr>
          <p:txBody>
            <a:bodyPr wrap="square" lIns="0" tIns="0" rIns="0" bIns="0" rtlCol="0"/>
            <a:lstStyle/>
            <a:p/>
          </p:txBody>
        </p:sp>
        <p:sp>
          <p:nvSpPr>
            <p:cNvPr id="292" name="object 292"/>
            <p:cNvSpPr/>
            <p:nvPr/>
          </p:nvSpPr>
          <p:spPr>
            <a:xfrm>
              <a:off x="1087119" y="3070860"/>
              <a:ext cx="191770" cy="6350"/>
            </a:xfrm>
            <a:custGeom>
              <a:avLst/>
              <a:gdLst/>
              <a:ahLst/>
              <a:cxnLst/>
              <a:rect l="l" t="t" r="r" b="b"/>
              <a:pathLst>
                <a:path w="191769" h="6350">
                  <a:moveTo>
                    <a:pt x="0" y="6350"/>
                  </a:moveTo>
                  <a:lnTo>
                    <a:pt x="0" y="0"/>
                  </a:lnTo>
                  <a:lnTo>
                    <a:pt x="191769" y="0"/>
                  </a:lnTo>
                  <a:lnTo>
                    <a:pt x="191769" y="6350"/>
                  </a:lnTo>
                  <a:lnTo>
                    <a:pt x="0" y="6350"/>
                  </a:lnTo>
                  <a:close/>
                </a:path>
              </a:pathLst>
            </a:custGeom>
            <a:solidFill>
              <a:srgbClr val="A47A00"/>
            </a:solidFill>
          </p:spPr>
          <p:txBody>
            <a:bodyPr wrap="square" lIns="0" tIns="0" rIns="0" bIns="0" rtlCol="0"/>
            <a:lstStyle/>
            <a:p/>
          </p:txBody>
        </p:sp>
        <p:sp>
          <p:nvSpPr>
            <p:cNvPr id="293" name="object 293"/>
            <p:cNvSpPr/>
            <p:nvPr/>
          </p:nvSpPr>
          <p:spPr>
            <a:xfrm>
              <a:off x="1087119" y="3077210"/>
              <a:ext cx="191770" cy="7620"/>
            </a:xfrm>
            <a:custGeom>
              <a:avLst/>
              <a:gdLst/>
              <a:ahLst/>
              <a:cxnLst/>
              <a:rect l="l" t="t" r="r" b="b"/>
              <a:pathLst>
                <a:path w="191769" h="7619">
                  <a:moveTo>
                    <a:pt x="0" y="7619"/>
                  </a:moveTo>
                  <a:lnTo>
                    <a:pt x="0" y="0"/>
                  </a:lnTo>
                  <a:lnTo>
                    <a:pt x="191769" y="0"/>
                  </a:lnTo>
                  <a:lnTo>
                    <a:pt x="191769" y="7619"/>
                  </a:lnTo>
                  <a:lnTo>
                    <a:pt x="0" y="7619"/>
                  </a:lnTo>
                  <a:close/>
                </a:path>
              </a:pathLst>
            </a:custGeom>
            <a:solidFill>
              <a:srgbClr val="A57C00"/>
            </a:solidFill>
          </p:spPr>
          <p:txBody>
            <a:bodyPr wrap="square" lIns="0" tIns="0" rIns="0" bIns="0" rtlCol="0"/>
            <a:lstStyle/>
            <a:p/>
          </p:txBody>
        </p:sp>
        <p:sp>
          <p:nvSpPr>
            <p:cNvPr id="294" name="object 294"/>
            <p:cNvSpPr/>
            <p:nvPr/>
          </p:nvSpPr>
          <p:spPr>
            <a:xfrm>
              <a:off x="1087119" y="3084830"/>
              <a:ext cx="191770" cy="7620"/>
            </a:xfrm>
            <a:custGeom>
              <a:avLst/>
              <a:gdLst/>
              <a:ahLst/>
              <a:cxnLst/>
              <a:rect l="l" t="t" r="r" b="b"/>
              <a:pathLst>
                <a:path w="191769" h="7619">
                  <a:moveTo>
                    <a:pt x="0" y="7620"/>
                  </a:moveTo>
                  <a:lnTo>
                    <a:pt x="0" y="0"/>
                  </a:lnTo>
                  <a:lnTo>
                    <a:pt x="191769" y="0"/>
                  </a:lnTo>
                  <a:lnTo>
                    <a:pt x="191769" y="7620"/>
                  </a:lnTo>
                  <a:lnTo>
                    <a:pt x="0" y="7620"/>
                  </a:lnTo>
                  <a:close/>
                </a:path>
              </a:pathLst>
            </a:custGeom>
            <a:solidFill>
              <a:srgbClr val="A77D00"/>
            </a:solidFill>
          </p:spPr>
          <p:txBody>
            <a:bodyPr wrap="square" lIns="0" tIns="0" rIns="0" bIns="0" rtlCol="0"/>
            <a:lstStyle/>
            <a:p/>
          </p:txBody>
        </p:sp>
        <p:sp>
          <p:nvSpPr>
            <p:cNvPr id="295" name="object 295"/>
            <p:cNvSpPr/>
            <p:nvPr/>
          </p:nvSpPr>
          <p:spPr>
            <a:xfrm>
              <a:off x="1087119" y="3092450"/>
              <a:ext cx="190500" cy="6350"/>
            </a:xfrm>
            <a:custGeom>
              <a:avLst/>
              <a:gdLst/>
              <a:ahLst/>
              <a:cxnLst/>
              <a:rect l="l" t="t" r="r" b="b"/>
              <a:pathLst>
                <a:path w="190500" h="6350">
                  <a:moveTo>
                    <a:pt x="190500" y="0"/>
                  </a:moveTo>
                  <a:lnTo>
                    <a:pt x="0" y="0"/>
                  </a:lnTo>
                  <a:lnTo>
                    <a:pt x="0" y="6350"/>
                  </a:lnTo>
                  <a:lnTo>
                    <a:pt x="190500" y="6350"/>
                  </a:lnTo>
                  <a:lnTo>
                    <a:pt x="190500" y="0"/>
                  </a:lnTo>
                  <a:close/>
                </a:path>
              </a:pathLst>
            </a:custGeom>
            <a:solidFill>
              <a:srgbClr val="A97E00"/>
            </a:solidFill>
          </p:spPr>
          <p:txBody>
            <a:bodyPr wrap="square" lIns="0" tIns="0" rIns="0" bIns="0" rtlCol="0"/>
            <a:lstStyle/>
            <a:p/>
          </p:txBody>
        </p:sp>
        <p:sp>
          <p:nvSpPr>
            <p:cNvPr id="296" name="object 296"/>
            <p:cNvSpPr/>
            <p:nvPr/>
          </p:nvSpPr>
          <p:spPr>
            <a:xfrm>
              <a:off x="1087119" y="3098800"/>
              <a:ext cx="190500" cy="7620"/>
            </a:xfrm>
            <a:custGeom>
              <a:avLst/>
              <a:gdLst/>
              <a:ahLst/>
              <a:cxnLst/>
              <a:rect l="l" t="t" r="r" b="b"/>
              <a:pathLst>
                <a:path w="190500" h="7619">
                  <a:moveTo>
                    <a:pt x="0" y="7620"/>
                  </a:moveTo>
                  <a:lnTo>
                    <a:pt x="0" y="0"/>
                  </a:lnTo>
                  <a:lnTo>
                    <a:pt x="190500" y="0"/>
                  </a:lnTo>
                  <a:lnTo>
                    <a:pt x="190500" y="7620"/>
                  </a:lnTo>
                  <a:lnTo>
                    <a:pt x="0" y="7620"/>
                  </a:lnTo>
                  <a:close/>
                </a:path>
              </a:pathLst>
            </a:custGeom>
            <a:solidFill>
              <a:srgbClr val="AA7F00"/>
            </a:solidFill>
          </p:spPr>
          <p:txBody>
            <a:bodyPr wrap="square" lIns="0" tIns="0" rIns="0" bIns="0" rtlCol="0"/>
            <a:lstStyle/>
            <a:p/>
          </p:txBody>
        </p:sp>
        <p:sp>
          <p:nvSpPr>
            <p:cNvPr id="297" name="object 297"/>
            <p:cNvSpPr/>
            <p:nvPr/>
          </p:nvSpPr>
          <p:spPr>
            <a:xfrm>
              <a:off x="1087119" y="3106420"/>
              <a:ext cx="190500" cy="7620"/>
            </a:xfrm>
            <a:custGeom>
              <a:avLst/>
              <a:gdLst/>
              <a:ahLst/>
              <a:cxnLst/>
              <a:rect l="l" t="t" r="r" b="b"/>
              <a:pathLst>
                <a:path w="190500" h="7619">
                  <a:moveTo>
                    <a:pt x="0" y="7619"/>
                  </a:moveTo>
                  <a:lnTo>
                    <a:pt x="0" y="0"/>
                  </a:lnTo>
                  <a:lnTo>
                    <a:pt x="190500" y="0"/>
                  </a:lnTo>
                  <a:lnTo>
                    <a:pt x="190500" y="7619"/>
                  </a:lnTo>
                  <a:lnTo>
                    <a:pt x="0" y="7619"/>
                  </a:lnTo>
                  <a:close/>
                </a:path>
              </a:pathLst>
            </a:custGeom>
            <a:solidFill>
              <a:srgbClr val="AC8000"/>
            </a:solidFill>
          </p:spPr>
          <p:txBody>
            <a:bodyPr wrap="square" lIns="0" tIns="0" rIns="0" bIns="0" rtlCol="0"/>
            <a:lstStyle/>
            <a:p/>
          </p:txBody>
        </p:sp>
        <p:sp>
          <p:nvSpPr>
            <p:cNvPr id="298" name="object 298"/>
            <p:cNvSpPr/>
            <p:nvPr/>
          </p:nvSpPr>
          <p:spPr>
            <a:xfrm>
              <a:off x="1087119" y="3114040"/>
              <a:ext cx="190500" cy="7620"/>
            </a:xfrm>
            <a:custGeom>
              <a:avLst/>
              <a:gdLst/>
              <a:ahLst/>
              <a:cxnLst/>
              <a:rect l="l" t="t" r="r" b="b"/>
              <a:pathLst>
                <a:path w="190500" h="7619">
                  <a:moveTo>
                    <a:pt x="0" y="7620"/>
                  </a:moveTo>
                  <a:lnTo>
                    <a:pt x="0" y="0"/>
                  </a:lnTo>
                  <a:lnTo>
                    <a:pt x="190500" y="0"/>
                  </a:lnTo>
                  <a:lnTo>
                    <a:pt x="190500" y="7620"/>
                  </a:lnTo>
                  <a:lnTo>
                    <a:pt x="0" y="7620"/>
                  </a:lnTo>
                  <a:close/>
                </a:path>
              </a:pathLst>
            </a:custGeom>
            <a:solidFill>
              <a:srgbClr val="AD8100"/>
            </a:solidFill>
          </p:spPr>
          <p:txBody>
            <a:bodyPr wrap="square" lIns="0" tIns="0" rIns="0" bIns="0" rtlCol="0"/>
            <a:lstStyle/>
            <a:p/>
          </p:txBody>
        </p:sp>
        <p:sp>
          <p:nvSpPr>
            <p:cNvPr id="299" name="object 299"/>
            <p:cNvSpPr/>
            <p:nvPr/>
          </p:nvSpPr>
          <p:spPr>
            <a:xfrm>
              <a:off x="1087119" y="3121660"/>
              <a:ext cx="190500" cy="6350"/>
            </a:xfrm>
            <a:custGeom>
              <a:avLst/>
              <a:gdLst/>
              <a:ahLst/>
              <a:cxnLst/>
              <a:rect l="l" t="t" r="r" b="b"/>
              <a:pathLst>
                <a:path w="190500" h="6350">
                  <a:moveTo>
                    <a:pt x="0" y="6350"/>
                  </a:moveTo>
                  <a:lnTo>
                    <a:pt x="0" y="0"/>
                  </a:lnTo>
                  <a:lnTo>
                    <a:pt x="190500" y="0"/>
                  </a:lnTo>
                  <a:lnTo>
                    <a:pt x="190500" y="6350"/>
                  </a:lnTo>
                  <a:lnTo>
                    <a:pt x="0" y="6350"/>
                  </a:lnTo>
                  <a:close/>
                </a:path>
              </a:pathLst>
            </a:custGeom>
            <a:solidFill>
              <a:srgbClr val="AF8200"/>
            </a:solidFill>
          </p:spPr>
          <p:txBody>
            <a:bodyPr wrap="square" lIns="0" tIns="0" rIns="0" bIns="0" rtlCol="0"/>
            <a:lstStyle/>
            <a:p/>
          </p:txBody>
        </p:sp>
        <p:sp>
          <p:nvSpPr>
            <p:cNvPr id="300" name="object 300"/>
            <p:cNvSpPr/>
            <p:nvPr/>
          </p:nvSpPr>
          <p:spPr>
            <a:xfrm>
              <a:off x="1087119" y="3128010"/>
              <a:ext cx="190500" cy="7620"/>
            </a:xfrm>
            <a:custGeom>
              <a:avLst/>
              <a:gdLst/>
              <a:ahLst/>
              <a:cxnLst/>
              <a:rect l="l" t="t" r="r" b="b"/>
              <a:pathLst>
                <a:path w="190500" h="7619">
                  <a:moveTo>
                    <a:pt x="0" y="7619"/>
                  </a:moveTo>
                  <a:lnTo>
                    <a:pt x="0" y="0"/>
                  </a:lnTo>
                  <a:lnTo>
                    <a:pt x="190500" y="0"/>
                  </a:lnTo>
                  <a:lnTo>
                    <a:pt x="190500" y="7619"/>
                  </a:lnTo>
                  <a:lnTo>
                    <a:pt x="0" y="7619"/>
                  </a:lnTo>
                  <a:close/>
                </a:path>
              </a:pathLst>
            </a:custGeom>
            <a:solidFill>
              <a:srgbClr val="B08400"/>
            </a:solidFill>
          </p:spPr>
          <p:txBody>
            <a:bodyPr wrap="square" lIns="0" tIns="0" rIns="0" bIns="0" rtlCol="0"/>
            <a:lstStyle/>
            <a:p/>
          </p:txBody>
        </p:sp>
        <p:sp>
          <p:nvSpPr>
            <p:cNvPr id="301" name="object 301"/>
            <p:cNvSpPr/>
            <p:nvPr/>
          </p:nvSpPr>
          <p:spPr>
            <a:xfrm>
              <a:off x="1087119" y="3135630"/>
              <a:ext cx="190500" cy="7620"/>
            </a:xfrm>
            <a:custGeom>
              <a:avLst/>
              <a:gdLst/>
              <a:ahLst/>
              <a:cxnLst/>
              <a:rect l="l" t="t" r="r" b="b"/>
              <a:pathLst>
                <a:path w="190500" h="7619">
                  <a:moveTo>
                    <a:pt x="0" y="7620"/>
                  </a:moveTo>
                  <a:lnTo>
                    <a:pt x="0" y="0"/>
                  </a:lnTo>
                  <a:lnTo>
                    <a:pt x="190500" y="0"/>
                  </a:lnTo>
                  <a:lnTo>
                    <a:pt x="190500" y="7620"/>
                  </a:lnTo>
                  <a:lnTo>
                    <a:pt x="0" y="7620"/>
                  </a:lnTo>
                  <a:close/>
                </a:path>
              </a:pathLst>
            </a:custGeom>
            <a:solidFill>
              <a:srgbClr val="B28500"/>
            </a:solidFill>
          </p:spPr>
          <p:txBody>
            <a:bodyPr wrap="square" lIns="0" tIns="0" rIns="0" bIns="0" rtlCol="0"/>
            <a:lstStyle/>
            <a:p/>
          </p:txBody>
        </p:sp>
        <p:sp>
          <p:nvSpPr>
            <p:cNvPr id="302" name="object 302"/>
            <p:cNvSpPr/>
            <p:nvPr/>
          </p:nvSpPr>
          <p:spPr>
            <a:xfrm>
              <a:off x="1087119" y="3143250"/>
              <a:ext cx="190500" cy="6350"/>
            </a:xfrm>
            <a:custGeom>
              <a:avLst/>
              <a:gdLst/>
              <a:ahLst/>
              <a:cxnLst/>
              <a:rect l="l" t="t" r="r" b="b"/>
              <a:pathLst>
                <a:path w="190500" h="6350">
                  <a:moveTo>
                    <a:pt x="0" y="6350"/>
                  </a:moveTo>
                  <a:lnTo>
                    <a:pt x="0" y="0"/>
                  </a:lnTo>
                  <a:lnTo>
                    <a:pt x="190500" y="0"/>
                  </a:lnTo>
                  <a:lnTo>
                    <a:pt x="190500" y="6350"/>
                  </a:lnTo>
                  <a:lnTo>
                    <a:pt x="0" y="6350"/>
                  </a:lnTo>
                  <a:close/>
                </a:path>
              </a:pathLst>
            </a:custGeom>
            <a:solidFill>
              <a:srgbClr val="B38600"/>
            </a:solidFill>
          </p:spPr>
          <p:txBody>
            <a:bodyPr wrap="square" lIns="0" tIns="0" rIns="0" bIns="0" rtlCol="0"/>
            <a:lstStyle/>
            <a:p/>
          </p:txBody>
        </p:sp>
        <p:sp>
          <p:nvSpPr>
            <p:cNvPr id="303" name="object 303"/>
            <p:cNvSpPr/>
            <p:nvPr/>
          </p:nvSpPr>
          <p:spPr>
            <a:xfrm>
              <a:off x="999490" y="3149599"/>
              <a:ext cx="278130" cy="7620"/>
            </a:xfrm>
            <a:custGeom>
              <a:avLst/>
              <a:gdLst/>
              <a:ahLst/>
              <a:cxnLst/>
              <a:rect l="l" t="t" r="r" b="b"/>
              <a:pathLst>
                <a:path w="278130" h="7619">
                  <a:moveTo>
                    <a:pt x="5080" y="6350"/>
                  </a:moveTo>
                  <a:lnTo>
                    <a:pt x="3810" y="6350"/>
                  </a:lnTo>
                  <a:lnTo>
                    <a:pt x="3810" y="5080"/>
                  </a:lnTo>
                  <a:lnTo>
                    <a:pt x="2540" y="5080"/>
                  </a:lnTo>
                  <a:lnTo>
                    <a:pt x="2540" y="3810"/>
                  </a:lnTo>
                  <a:lnTo>
                    <a:pt x="1270" y="3810"/>
                  </a:lnTo>
                  <a:lnTo>
                    <a:pt x="1270" y="2540"/>
                  </a:lnTo>
                  <a:lnTo>
                    <a:pt x="0" y="2540"/>
                  </a:lnTo>
                  <a:lnTo>
                    <a:pt x="0" y="3810"/>
                  </a:lnTo>
                  <a:lnTo>
                    <a:pt x="0" y="5080"/>
                  </a:lnTo>
                  <a:lnTo>
                    <a:pt x="0" y="6350"/>
                  </a:lnTo>
                  <a:lnTo>
                    <a:pt x="0" y="7620"/>
                  </a:lnTo>
                  <a:lnTo>
                    <a:pt x="5080" y="7620"/>
                  </a:lnTo>
                  <a:lnTo>
                    <a:pt x="5080" y="6350"/>
                  </a:lnTo>
                  <a:close/>
                </a:path>
                <a:path w="278130" h="7619">
                  <a:moveTo>
                    <a:pt x="278130" y="0"/>
                  </a:moveTo>
                  <a:lnTo>
                    <a:pt x="87630" y="0"/>
                  </a:lnTo>
                  <a:lnTo>
                    <a:pt x="87630" y="3810"/>
                  </a:lnTo>
                  <a:lnTo>
                    <a:pt x="86360" y="3810"/>
                  </a:lnTo>
                  <a:lnTo>
                    <a:pt x="86360" y="6350"/>
                  </a:lnTo>
                  <a:lnTo>
                    <a:pt x="86360" y="7620"/>
                  </a:lnTo>
                  <a:lnTo>
                    <a:pt x="276860" y="7620"/>
                  </a:lnTo>
                  <a:lnTo>
                    <a:pt x="276860" y="6350"/>
                  </a:lnTo>
                  <a:lnTo>
                    <a:pt x="278130" y="6350"/>
                  </a:lnTo>
                  <a:lnTo>
                    <a:pt x="278130" y="3810"/>
                  </a:lnTo>
                  <a:lnTo>
                    <a:pt x="278130" y="0"/>
                  </a:lnTo>
                  <a:close/>
                </a:path>
              </a:pathLst>
            </a:custGeom>
            <a:solidFill>
              <a:srgbClr val="B58700"/>
            </a:solidFill>
          </p:spPr>
          <p:txBody>
            <a:bodyPr wrap="square" lIns="0" tIns="0" rIns="0" bIns="0" rtlCol="0"/>
            <a:lstStyle/>
            <a:p/>
          </p:txBody>
        </p:sp>
        <p:sp>
          <p:nvSpPr>
            <p:cNvPr id="304" name="object 304"/>
            <p:cNvSpPr/>
            <p:nvPr/>
          </p:nvSpPr>
          <p:spPr>
            <a:xfrm>
              <a:off x="999489" y="3157220"/>
              <a:ext cx="737870" cy="7620"/>
            </a:xfrm>
            <a:custGeom>
              <a:avLst/>
              <a:gdLst/>
              <a:ahLst/>
              <a:cxnLst/>
              <a:rect l="l" t="t" r="r" b="b"/>
              <a:pathLst>
                <a:path w="737869" h="7619">
                  <a:moveTo>
                    <a:pt x="11430" y="6350"/>
                  </a:moveTo>
                  <a:lnTo>
                    <a:pt x="10159" y="6350"/>
                  </a:lnTo>
                  <a:lnTo>
                    <a:pt x="10159" y="7619"/>
                  </a:lnTo>
                  <a:lnTo>
                    <a:pt x="11430" y="7619"/>
                  </a:lnTo>
                  <a:lnTo>
                    <a:pt x="11430" y="6350"/>
                  </a:lnTo>
                  <a:close/>
                </a:path>
                <a:path w="737869" h="7619">
                  <a:moveTo>
                    <a:pt x="5080" y="0"/>
                  </a:moveTo>
                  <a:lnTo>
                    <a:pt x="0" y="0"/>
                  </a:lnTo>
                  <a:lnTo>
                    <a:pt x="0" y="6350"/>
                  </a:lnTo>
                  <a:lnTo>
                    <a:pt x="10159" y="6350"/>
                  </a:lnTo>
                  <a:lnTo>
                    <a:pt x="10159" y="5079"/>
                  </a:lnTo>
                  <a:lnTo>
                    <a:pt x="8890" y="5079"/>
                  </a:lnTo>
                  <a:lnTo>
                    <a:pt x="8890" y="3810"/>
                  </a:lnTo>
                  <a:lnTo>
                    <a:pt x="7619" y="3810"/>
                  </a:lnTo>
                  <a:lnTo>
                    <a:pt x="7619" y="2539"/>
                  </a:lnTo>
                  <a:lnTo>
                    <a:pt x="6350" y="2539"/>
                  </a:lnTo>
                  <a:lnTo>
                    <a:pt x="6350" y="1269"/>
                  </a:lnTo>
                  <a:lnTo>
                    <a:pt x="5080" y="1269"/>
                  </a:lnTo>
                  <a:lnTo>
                    <a:pt x="5080" y="0"/>
                  </a:lnTo>
                  <a:close/>
                </a:path>
                <a:path w="737869" h="7619">
                  <a:moveTo>
                    <a:pt x="737870" y="6350"/>
                  </a:moveTo>
                  <a:lnTo>
                    <a:pt x="727710" y="6350"/>
                  </a:lnTo>
                  <a:lnTo>
                    <a:pt x="727710" y="7619"/>
                  </a:lnTo>
                  <a:lnTo>
                    <a:pt x="737870" y="7619"/>
                  </a:lnTo>
                  <a:lnTo>
                    <a:pt x="737870" y="6350"/>
                  </a:lnTo>
                  <a:close/>
                </a:path>
                <a:path w="737869" h="7619">
                  <a:moveTo>
                    <a:pt x="722629" y="3810"/>
                  </a:moveTo>
                  <a:lnTo>
                    <a:pt x="711199" y="3810"/>
                  </a:lnTo>
                  <a:lnTo>
                    <a:pt x="711199" y="6350"/>
                  </a:lnTo>
                  <a:lnTo>
                    <a:pt x="727710" y="6350"/>
                  </a:lnTo>
                  <a:lnTo>
                    <a:pt x="727710" y="5079"/>
                  </a:lnTo>
                  <a:lnTo>
                    <a:pt x="722629" y="5079"/>
                  </a:lnTo>
                  <a:lnTo>
                    <a:pt x="722629" y="3810"/>
                  </a:lnTo>
                  <a:close/>
                </a:path>
                <a:path w="737869" h="7619">
                  <a:moveTo>
                    <a:pt x="713740" y="1269"/>
                  </a:moveTo>
                  <a:lnTo>
                    <a:pt x="712470" y="1269"/>
                  </a:lnTo>
                  <a:lnTo>
                    <a:pt x="712470" y="3810"/>
                  </a:lnTo>
                  <a:lnTo>
                    <a:pt x="716280" y="3810"/>
                  </a:lnTo>
                  <a:lnTo>
                    <a:pt x="716280" y="2539"/>
                  </a:lnTo>
                  <a:lnTo>
                    <a:pt x="713740" y="2539"/>
                  </a:lnTo>
                  <a:lnTo>
                    <a:pt x="713740" y="1269"/>
                  </a:lnTo>
                  <a:close/>
                </a:path>
                <a:path w="737869" h="7619">
                  <a:moveTo>
                    <a:pt x="276859" y="0"/>
                  </a:moveTo>
                  <a:lnTo>
                    <a:pt x="86359" y="0"/>
                  </a:lnTo>
                  <a:lnTo>
                    <a:pt x="86359" y="6350"/>
                  </a:lnTo>
                  <a:lnTo>
                    <a:pt x="276859" y="6350"/>
                  </a:lnTo>
                  <a:lnTo>
                    <a:pt x="276859" y="0"/>
                  </a:lnTo>
                  <a:close/>
                </a:path>
              </a:pathLst>
            </a:custGeom>
            <a:solidFill>
              <a:srgbClr val="B68800"/>
            </a:solidFill>
          </p:spPr>
          <p:txBody>
            <a:bodyPr wrap="square" lIns="0" tIns="0" rIns="0" bIns="0" rtlCol="0"/>
            <a:lstStyle/>
            <a:p/>
          </p:txBody>
        </p:sp>
        <p:sp>
          <p:nvSpPr>
            <p:cNvPr id="305" name="object 305"/>
            <p:cNvSpPr/>
            <p:nvPr/>
          </p:nvSpPr>
          <p:spPr>
            <a:xfrm>
              <a:off x="999489" y="3164840"/>
              <a:ext cx="737870" cy="6350"/>
            </a:xfrm>
            <a:custGeom>
              <a:avLst/>
              <a:gdLst/>
              <a:ahLst/>
              <a:cxnLst/>
              <a:rect l="l" t="t" r="r" b="b"/>
              <a:pathLst>
                <a:path w="737869" h="6350">
                  <a:moveTo>
                    <a:pt x="16509" y="5080"/>
                  </a:moveTo>
                  <a:lnTo>
                    <a:pt x="15240" y="5080"/>
                  </a:lnTo>
                  <a:lnTo>
                    <a:pt x="15240" y="6350"/>
                  </a:lnTo>
                  <a:lnTo>
                    <a:pt x="16509" y="6350"/>
                  </a:lnTo>
                  <a:lnTo>
                    <a:pt x="16509" y="5080"/>
                  </a:lnTo>
                  <a:close/>
                </a:path>
                <a:path w="737869" h="6350">
                  <a:moveTo>
                    <a:pt x="11430" y="0"/>
                  </a:moveTo>
                  <a:lnTo>
                    <a:pt x="0" y="0"/>
                  </a:lnTo>
                  <a:lnTo>
                    <a:pt x="0" y="5080"/>
                  </a:lnTo>
                  <a:lnTo>
                    <a:pt x="15240" y="5080"/>
                  </a:lnTo>
                  <a:lnTo>
                    <a:pt x="15240" y="3810"/>
                  </a:lnTo>
                  <a:lnTo>
                    <a:pt x="13969" y="3810"/>
                  </a:lnTo>
                  <a:lnTo>
                    <a:pt x="13969" y="2540"/>
                  </a:lnTo>
                  <a:lnTo>
                    <a:pt x="12700" y="2540"/>
                  </a:lnTo>
                  <a:lnTo>
                    <a:pt x="12700" y="1270"/>
                  </a:lnTo>
                  <a:lnTo>
                    <a:pt x="11430" y="1270"/>
                  </a:lnTo>
                  <a:lnTo>
                    <a:pt x="11430" y="0"/>
                  </a:lnTo>
                  <a:close/>
                </a:path>
                <a:path w="737869" h="6350">
                  <a:moveTo>
                    <a:pt x="86359" y="5080"/>
                  </a:moveTo>
                  <a:lnTo>
                    <a:pt x="85090" y="5080"/>
                  </a:lnTo>
                  <a:lnTo>
                    <a:pt x="85090" y="6350"/>
                  </a:lnTo>
                  <a:lnTo>
                    <a:pt x="86359" y="6350"/>
                  </a:lnTo>
                  <a:lnTo>
                    <a:pt x="86359" y="5080"/>
                  </a:lnTo>
                  <a:close/>
                </a:path>
                <a:path w="737869" h="6350">
                  <a:moveTo>
                    <a:pt x="276859" y="0"/>
                  </a:moveTo>
                  <a:lnTo>
                    <a:pt x="86359" y="0"/>
                  </a:lnTo>
                  <a:lnTo>
                    <a:pt x="86359" y="5080"/>
                  </a:lnTo>
                  <a:lnTo>
                    <a:pt x="276859" y="5080"/>
                  </a:lnTo>
                  <a:lnTo>
                    <a:pt x="276859" y="0"/>
                  </a:lnTo>
                  <a:close/>
                </a:path>
                <a:path w="737869" h="6350">
                  <a:moveTo>
                    <a:pt x="737870" y="0"/>
                  </a:moveTo>
                  <a:lnTo>
                    <a:pt x="709929" y="0"/>
                  </a:lnTo>
                  <a:lnTo>
                    <a:pt x="709929" y="3810"/>
                  </a:lnTo>
                  <a:lnTo>
                    <a:pt x="708660" y="3810"/>
                  </a:lnTo>
                  <a:lnTo>
                    <a:pt x="708660" y="5080"/>
                  </a:lnTo>
                  <a:lnTo>
                    <a:pt x="737870" y="5080"/>
                  </a:lnTo>
                  <a:lnTo>
                    <a:pt x="737870" y="0"/>
                  </a:lnTo>
                  <a:close/>
                </a:path>
              </a:pathLst>
            </a:custGeom>
            <a:solidFill>
              <a:srgbClr val="B88900"/>
            </a:solidFill>
          </p:spPr>
          <p:txBody>
            <a:bodyPr wrap="square" lIns="0" tIns="0" rIns="0" bIns="0" rtlCol="0"/>
            <a:lstStyle/>
            <a:p/>
          </p:txBody>
        </p:sp>
        <p:sp>
          <p:nvSpPr>
            <p:cNvPr id="306" name="object 306"/>
            <p:cNvSpPr/>
            <p:nvPr/>
          </p:nvSpPr>
          <p:spPr>
            <a:xfrm>
              <a:off x="999489" y="3171190"/>
              <a:ext cx="737870" cy="7620"/>
            </a:xfrm>
            <a:custGeom>
              <a:avLst/>
              <a:gdLst/>
              <a:ahLst/>
              <a:cxnLst/>
              <a:rect l="l" t="t" r="r" b="b"/>
              <a:pathLst>
                <a:path w="737869" h="7619">
                  <a:moveTo>
                    <a:pt x="276859" y="6350"/>
                  </a:moveTo>
                  <a:lnTo>
                    <a:pt x="85090" y="6350"/>
                  </a:lnTo>
                  <a:lnTo>
                    <a:pt x="85090" y="7620"/>
                  </a:lnTo>
                  <a:lnTo>
                    <a:pt x="276859" y="7620"/>
                  </a:lnTo>
                  <a:lnTo>
                    <a:pt x="276859" y="6350"/>
                  </a:lnTo>
                  <a:close/>
                </a:path>
                <a:path w="737869" h="7619">
                  <a:moveTo>
                    <a:pt x="707390" y="5080"/>
                  </a:moveTo>
                  <a:lnTo>
                    <a:pt x="706120" y="5080"/>
                  </a:lnTo>
                  <a:lnTo>
                    <a:pt x="706120" y="7620"/>
                  </a:lnTo>
                  <a:lnTo>
                    <a:pt x="737870" y="7620"/>
                  </a:lnTo>
                  <a:lnTo>
                    <a:pt x="737870" y="6350"/>
                  </a:lnTo>
                  <a:lnTo>
                    <a:pt x="707390" y="6350"/>
                  </a:lnTo>
                  <a:lnTo>
                    <a:pt x="707390" y="5080"/>
                  </a:lnTo>
                  <a:close/>
                </a:path>
                <a:path w="737869" h="7619">
                  <a:moveTo>
                    <a:pt x="737870" y="0"/>
                  </a:moveTo>
                  <a:lnTo>
                    <a:pt x="708660" y="0"/>
                  </a:lnTo>
                  <a:lnTo>
                    <a:pt x="708660" y="1270"/>
                  </a:lnTo>
                  <a:lnTo>
                    <a:pt x="707390" y="1270"/>
                  </a:lnTo>
                  <a:lnTo>
                    <a:pt x="707390" y="5080"/>
                  </a:lnTo>
                  <a:lnTo>
                    <a:pt x="737870" y="5080"/>
                  </a:lnTo>
                  <a:lnTo>
                    <a:pt x="737870" y="0"/>
                  </a:lnTo>
                  <a:close/>
                </a:path>
                <a:path w="737869" h="7619">
                  <a:moveTo>
                    <a:pt x="22859" y="6350"/>
                  </a:moveTo>
                  <a:lnTo>
                    <a:pt x="1269" y="6350"/>
                  </a:lnTo>
                  <a:lnTo>
                    <a:pt x="1269" y="7620"/>
                  </a:lnTo>
                  <a:lnTo>
                    <a:pt x="22859" y="7620"/>
                  </a:lnTo>
                  <a:lnTo>
                    <a:pt x="22859" y="6350"/>
                  </a:lnTo>
                  <a:close/>
                </a:path>
                <a:path w="737869" h="7619">
                  <a:moveTo>
                    <a:pt x="21590" y="5080"/>
                  </a:moveTo>
                  <a:lnTo>
                    <a:pt x="20319" y="5080"/>
                  </a:lnTo>
                  <a:lnTo>
                    <a:pt x="20319" y="6350"/>
                  </a:lnTo>
                  <a:lnTo>
                    <a:pt x="21590" y="6350"/>
                  </a:lnTo>
                  <a:lnTo>
                    <a:pt x="21590" y="5080"/>
                  </a:lnTo>
                  <a:close/>
                </a:path>
                <a:path w="737869" h="7619">
                  <a:moveTo>
                    <a:pt x="17780" y="0"/>
                  </a:moveTo>
                  <a:lnTo>
                    <a:pt x="0" y="0"/>
                  </a:lnTo>
                  <a:lnTo>
                    <a:pt x="0" y="5080"/>
                  </a:lnTo>
                  <a:lnTo>
                    <a:pt x="20319" y="5080"/>
                  </a:lnTo>
                  <a:lnTo>
                    <a:pt x="20319" y="3810"/>
                  </a:lnTo>
                  <a:lnTo>
                    <a:pt x="19050" y="3810"/>
                  </a:lnTo>
                  <a:lnTo>
                    <a:pt x="19050" y="2540"/>
                  </a:lnTo>
                  <a:lnTo>
                    <a:pt x="17780" y="2540"/>
                  </a:lnTo>
                  <a:lnTo>
                    <a:pt x="17780" y="0"/>
                  </a:lnTo>
                  <a:close/>
                </a:path>
                <a:path w="737869" h="7619">
                  <a:moveTo>
                    <a:pt x="276859" y="0"/>
                  </a:moveTo>
                  <a:lnTo>
                    <a:pt x="85090" y="0"/>
                  </a:lnTo>
                  <a:lnTo>
                    <a:pt x="85090" y="5080"/>
                  </a:lnTo>
                  <a:lnTo>
                    <a:pt x="276859" y="5080"/>
                  </a:lnTo>
                  <a:lnTo>
                    <a:pt x="276859" y="0"/>
                  </a:lnTo>
                  <a:close/>
                </a:path>
              </a:pathLst>
            </a:custGeom>
            <a:solidFill>
              <a:srgbClr val="BA8B00"/>
            </a:solidFill>
          </p:spPr>
          <p:txBody>
            <a:bodyPr wrap="square" lIns="0" tIns="0" rIns="0" bIns="0" rtlCol="0"/>
            <a:lstStyle/>
            <a:p/>
          </p:txBody>
        </p:sp>
        <p:sp>
          <p:nvSpPr>
            <p:cNvPr id="307" name="object 307"/>
            <p:cNvSpPr/>
            <p:nvPr/>
          </p:nvSpPr>
          <p:spPr>
            <a:xfrm>
              <a:off x="1002030" y="3178809"/>
              <a:ext cx="734060" cy="7620"/>
            </a:xfrm>
            <a:custGeom>
              <a:avLst/>
              <a:gdLst/>
              <a:ahLst/>
              <a:cxnLst/>
              <a:rect l="l" t="t" r="r" b="b"/>
              <a:pathLst>
                <a:path w="734060" h="7619">
                  <a:moveTo>
                    <a:pt x="22860" y="2540"/>
                  </a:moveTo>
                  <a:lnTo>
                    <a:pt x="21590" y="2540"/>
                  </a:lnTo>
                  <a:lnTo>
                    <a:pt x="21590" y="1270"/>
                  </a:lnTo>
                  <a:lnTo>
                    <a:pt x="20320" y="1270"/>
                  </a:lnTo>
                  <a:lnTo>
                    <a:pt x="20320" y="0"/>
                  </a:lnTo>
                  <a:lnTo>
                    <a:pt x="0" y="0"/>
                  </a:lnTo>
                  <a:lnTo>
                    <a:pt x="0" y="1270"/>
                  </a:lnTo>
                  <a:lnTo>
                    <a:pt x="0" y="2540"/>
                  </a:lnTo>
                  <a:lnTo>
                    <a:pt x="1270" y="2540"/>
                  </a:lnTo>
                  <a:lnTo>
                    <a:pt x="1270" y="3810"/>
                  </a:lnTo>
                  <a:lnTo>
                    <a:pt x="1270" y="5080"/>
                  </a:lnTo>
                  <a:lnTo>
                    <a:pt x="2540" y="5080"/>
                  </a:lnTo>
                  <a:lnTo>
                    <a:pt x="2540" y="3810"/>
                  </a:lnTo>
                  <a:lnTo>
                    <a:pt x="22860" y="3810"/>
                  </a:lnTo>
                  <a:lnTo>
                    <a:pt x="22860" y="2540"/>
                  </a:lnTo>
                  <a:close/>
                </a:path>
                <a:path w="734060" h="7619">
                  <a:moveTo>
                    <a:pt x="25400" y="5080"/>
                  </a:moveTo>
                  <a:lnTo>
                    <a:pt x="24130" y="5080"/>
                  </a:lnTo>
                  <a:lnTo>
                    <a:pt x="24130" y="3810"/>
                  </a:lnTo>
                  <a:lnTo>
                    <a:pt x="22860" y="3810"/>
                  </a:lnTo>
                  <a:lnTo>
                    <a:pt x="22860" y="5080"/>
                  </a:lnTo>
                  <a:lnTo>
                    <a:pt x="3810" y="5080"/>
                  </a:lnTo>
                  <a:lnTo>
                    <a:pt x="3810" y="6350"/>
                  </a:lnTo>
                  <a:lnTo>
                    <a:pt x="5080" y="6350"/>
                  </a:lnTo>
                  <a:lnTo>
                    <a:pt x="5080" y="7620"/>
                  </a:lnTo>
                  <a:lnTo>
                    <a:pt x="25400" y="7620"/>
                  </a:lnTo>
                  <a:lnTo>
                    <a:pt x="25400" y="6350"/>
                  </a:lnTo>
                  <a:lnTo>
                    <a:pt x="25400" y="5080"/>
                  </a:lnTo>
                  <a:close/>
                </a:path>
                <a:path w="734060" h="7619">
                  <a:moveTo>
                    <a:pt x="274320" y="5080"/>
                  </a:moveTo>
                  <a:lnTo>
                    <a:pt x="81280" y="5080"/>
                  </a:lnTo>
                  <a:lnTo>
                    <a:pt x="81280" y="6350"/>
                  </a:lnTo>
                  <a:lnTo>
                    <a:pt x="80010" y="6350"/>
                  </a:lnTo>
                  <a:lnTo>
                    <a:pt x="80010" y="7620"/>
                  </a:lnTo>
                  <a:lnTo>
                    <a:pt x="274320" y="7620"/>
                  </a:lnTo>
                  <a:lnTo>
                    <a:pt x="274320" y="6350"/>
                  </a:lnTo>
                  <a:lnTo>
                    <a:pt x="274320" y="5080"/>
                  </a:lnTo>
                  <a:close/>
                </a:path>
                <a:path w="734060" h="7619">
                  <a:moveTo>
                    <a:pt x="274320" y="0"/>
                  </a:moveTo>
                  <a:lnTo>
                    <a:pt x="81280" y="0"/>
                  </a:lnTo>
                  <a:lnTo>
                    <a:pt x="81280" y="3810"/>
                  </a:lnTo>
                  <a:lnTo>
                    <a:pt x="274320" y="3810"/>
                  </a:lnTo>
                  <a:lnTo>
                    <a:pt x="274320" y="0"/>
                  </a:lnTo>
                  <a:close/>
                </a:path>
                <a:path w="734060" h="7619">
                  <a:moveTo>
                    <a:pt x="734060" y="5080"/>
                  </a:moveTo>
                  <a:lnTo>
                    <a:pt x="701040" y="5080"/>
                  </a:lnTo>
                  <a:lnTo>
                    <a:pt x="701040" y="7620"/>
                  </a:lnTo>
                  <a:lnTo>
                    <a:pt x="734060" y="7620"/>
                  </a:lnTo>
                  <a:lnTo>
                    <a:pt x="734060" y="5080"/>
                  </a:lnTo>
                  <a:close/>
                </a:path>
                <a:path w="734060" h="7619">
                  <a:moveTo>
                    <a:pt x="734060" y="0"/>
                  </a:moveTo>
                  <a:lnTo>
                    <a:pt x="703580" y="0"/>
                  </a:lnTo>
                  <a:lnTo>
                    <a:pt x="703580" y="1270"/>
                  </a:lnTo>
                  <a:lnTo>
                    <a:pt x="702310" y="1270"/>
                  </a:lnTo>
                  <a:lnTo>
                    <a:pt x="702310" y="3810"/>
                  </a:lnTo>
                  <a:lnTo>
                    <a:pt x="734060" y="3810"/>
                  </a:lnTo>
                  <a:lnTo>
                    <a:pt x="734060" y="1270"/>
                  </a:lnTo>
                  <a:lnTo>
                    <a:pt x="734060" y="0"/>
                  </a:lnTo>
                  <a:close/>
                </a:path>
              </a:pathLst>
            </a:custGeom>
            <a:solidFill>
              <a:srgbClr val="BB8C00"/>
            </a:solidFill>
          </p:spPr>
          <p:txBody>
            <a:bodyPr wrap="square" lIns="0" tIns="0" rIns="0" bIns="0" rtlCol="0"/>
            <a:lstStyle/>
            <a:p/>
          </p:txBody>
        </p:sp>
        <p:sp>
          <p:nvSpPr>
            <p:cNvPr id="308" name="object 308"/>
            <p:cNvSpPr/>
            <p:nvPr/>
          </p:nvSpPr>
          <p:spPr>
            <a:xfrm>
              <a:off x="1008380" y="3186429"/>
              <a:ext cx="727710" cy="7620"/>
            </a:xfrm>
            <a:custGeom>
              <a:avLst/>
              <a:gdLst/>
              <a:ahLst/>
              <a:cxnLst/>
              <a:rect l="l" t="t" r="r" b="b"/>
              <a:pathLst>
                <a:path w="727710" h="7619">
                  <a:moveTo>
                    <a:pt x="21590" y="1270"/>
                  </a:moveTo>
                  <a:lnTo>
                    <a:pt x="20320" y="1270"/>
                  </a:lnTo>
                  <a:lnTo>
                    <a:pt x="20320" y="0"/>
                  </a:lnTo>
                  <a:lnTo>
                    <a:pt x="0" y="0"/>
                  </a:lnTo>
                  <a:lnTo>
                    <a:pt x="0" y="1270"/>
                  </a:lnTo>
                  <a:lnTo>
                    <a:pt x="0" y="2540"/>
                  </a:lnTo>
                  <a:lnTo>
                    <a:pt x="0" y="3810"/>
                  </a:lnTo>
                  <a:lnTo>
                    <a:pt x="1270" y="3810"/>
                  </a:lnTo>
                  <a:lnTo>
                    <a:pt x="1270" y="2540"/>
                  </a:lnTo>
                  <a:lnTo>
                    <a:pt x="21590" y="2540"/>
                  </a:lnTo>
                  <a:lnTo>
                    <a:pt x="21590" y="1270"/>
                  </a:lnTo>
                  <a:close/>
                </a:path>
                <a:path w="727710" h="7619">
                  <a:moveTo>
                    <a:pt x="27940" y="6362"/>
                  </a:moveTo>
                  <a:lnTo>
                    <a:pt x="25400" y="6362"/>
                  </a:lnTo>
                  <a:lnTo>
                    <a:pt x="25400" y="5080"/>
                  </a:lnTo>
                  <a:lnTo>
                    <a:pt x="24130" y="5080"/>
                  </a:lnTo>
                  <a:lnTo>
                    <a:pt x="24130" y="3810"/>
                  </a:lnTo>
                  <a:lnTo>
                    <a:pt x="22860" y="3810"/>
                  </a:lnTo>
                  <a:lnTo>
                    <a:pt x="22860" y="2540"/>
                  </a:lnTo>
                  <a:lnTo>
                    <a:pt x="21590" y="2540"/>
                  </a:lnTo>
                  <a:lnTo>
                    <a:pt x="21590" y="3810"/>
                  </a:lnTo>
                  <a:lnTo>
                    <a:pt x="2540" y="3810"/>
                  </a:lnTo>
                  <a:lnTo>
                    <a:pt x="2540" y="5080"/>
                  </a:lnTo>
                  <a:lnTo>
                    <a:pt x="3810" y="5080"/>
                  </a:lnTo>
                  <a:lnTo>
                    <a:pt x="3810" y="6362"/>
                  </a:lnTo>
                  <a:lnTo>
                    <a:pt x="5080" y="6362"/>
                  </a:lnTo>
                  <a:lnTo>
                    <a:pt x="5080" y="7620"/>
                  </a:lnTo>
                  <a:lnTo>
                    <a:pt x="27940" y="7620"/>
                  </a:lnTo>
                  <a:lnTo>
                    <a:pt x="27940" y="6362"/>
                  </a:lnTo>
                  <a:close/>
                </a:path>
                <a:path w="727710" h="7619">
                  <a:moveTo>
                    <a:pt x="267970" y="3810"/>
                  </a:moveTo>
                  <a:lnTo>
                    <a:pt x="72390" y="3810"/>
                  </a:lnTo>
                  <a:lnTo>
                    <a:pt x="72390" y="5080"/>
                  </a:lnTo>
                  <a:lnTo>
                    <a:pt x="71120" y="5080"/>
                  </a:lnTo>
                  <a:lnTo>
                    <a:pt x="71120" y="7620"/>
                  </a:lnTo>
                  <a:lnTo>
                    <a:pt x="267970" y="7620"/>
                  </a:lnTo>
                  <a:lnTo>
                    <a:pt x="267970" y="5080"/>
                  </a:lnTo>
                  <a:lnTo>
                    <a:pt x="267970" y="3810"/>
                  </a:lnTo>
                  <a:close/>
                </a:path>
                <a:path w="727710" h="7619">
                  <a:moveTo>
                    <a:pt x="267970" y="0"/>
                  </a:moveTo>
                  <a:lnTo>
                    <a:pt x="73660" y="0"/>
                  </a:lnTo>
                  <a:lnTo>
                    <a:pt x="73660" y="2540"/>
                  </a:lnTo>
                  <a:lnTo>
                    <a:pt x="267970" y="2540"/>
                  </a:lnTo>
                  <a:lnTo>
                    <a:pt x="267970" y="0"/>
                  </a:lnTo>
                  <a:close/>
                </a:path>
                <a:path w="727710" h="7619">
                  <a:moveTo>
                    <a:pt x="726440" y="3810"/>
                  </a:moveTo>
                  <a:lnTo>
                    <a:pt x="692150" y="3810"/>
                  </a:lnTo>
                  <a:lnTo>
                    <a:pt x="692150" y="7620"/>
                  </a:lnTo>
                  <a:lnTo>
                    <a:pt x="726440" y="7620"/>
                  </a:lnTo>
                  <a:lnTo>
                    <a:pt x="726440" y="3810"/>
                  </a:lnTo>
                  <a:close/>
                </a:path>
                <a:path w="727710" h="7619">
                  <a:moveTo>
                    <a:pt x="727710" y="0"/>
                  </a:moveTo>
                  <a:lnTo>
                    <a:pt x="693420" y="0"/>
                  </a:lnTo>
                  <a:lnTo>
                    <a:pt x="693420" y="2540"/>
                  </a:lnTo>
                  <a:lnTo>
                    <a:pt x="726440" y="2540"/>
                  </a:lnTo>
                  <a:lnTo>
                    <a:pt x="726440" y="3810"/>
                  </a:lnTo>
                  <a:lnTo>
                    <a:pt x="727710" y="3810"/>
                  </a:lnTo>
                  <a:lnTo>
                    <a:pt x="727710" y="2540"/>
                  </a:lnTo>
                  <a:lnTo>
                    <a:pt x="727710" y="0"/>
                  </a:lnTo>
                  <a:close/>
                </a:path>
              </a:pathLst>
            </a:custGeom>
            <a:solidFill>
              <a:srgbClr val="BD8D00"/>
            </a:solidFill>
          </p:spPr>
          <p:txBody>
            <a:bodyPr wrap="square" lIns="0" tIns="0" rIns="0" bIns="0" rtlCol="0"/>
            <a:lstStyle/>
            <a:p/>
          </p:txBody>
        </p:sp>
        <p:sp>
          <p:nvSpPr>
            <p:cNvPr id="309" name="object 309"/>
            <p:cNvSpPr/>
            <p:nvPr/>
          </p:nvSpPr>
          <p:spPr>
            <a:xfrm>
              <a:off x="1013460" y="3194049"/>
              <a:ext cx="721360" cy="6350"/>
            </a:xfrm>
            <a:custGeom>
              <a:avLst/>
              <a:gdLst/>
              <a:ahLst/>
              <a:cxnLst/>
              <a:rect l="l" t="t" r="r" b="b"/>
              <a:pathLst>
                <a:path w="721360" h="6350">
                  <a:moveTo>
                    <a:pt x="24130" y="0"/>
                  </a:moveTo>
                  <a:lnTo>
                    <a:pt x="0" y="0"/>
                  </a:lnTo>
                  <a:lnTo>
                    <a:pt x="0" y="1270"/>
                  </a:lnTo>
                  <a:lnTo>
                    <a:pt x="0" y="2540"/>
                  </a:lnTo>
                  <a:lnTo>
                    <a:pt x="1270" y="2540"/>
                  </a:lnTo>
                  <a:lnTo>
                    <a:pt x="1270" y="1270"/>
                  </a:lnTo>
                  <a:lnTo>
                    <a:pt x="24130" y="1270"/>
                  </a:lnTo>
                  <a:lnTo>
                    <a:pt x="24130" y="0"/>
                  </a:lnTo>
                  <a:close/>
                </a:path>
                <a:path w="721360" h="6350">
                  <a:moveTo>
                    <a:pt x="31750" y="5092"/>
                  </a:moveTo>
                  <a:lnTo>
                    <a:pt x="29210" y="5092"/>
                  </a:lnTo>
                  <a:lnTo>
                    <a:pt x="29210" y="3810"/>
                  </a:lnTo>
                  <a:lnTo>
                    <a:pt x="27940" y="3810"/>
                  </a:lnTo>
                  <a:lnTo>
                    <a:pt x="27940" y="2540"/>
                  </a:lnTo>
                  <a:lnTo>
                    <a:pt x="25400" y="2540"/>
                  </a:lnTo>
                  <a:lnTo>
                    <a:pt x="25400" y="1270"/>
                  </a:lnTo>
                  <a:lnTo>
                    <a:pt x="24130" y="1270"/>
                  </a:lnTo>
                  <a:lnTo>
                    <a:pt x="24130" y="2540"/>
                  </a:lnTo>
                  <a:lnTo>
                    <a:pt x="2540" y="2540"/>
                  </a:lnTo>
                  <a:lnTo>
                    <a:pt x="2540" y="3810"/>
                  </a:lnTo>
                  <a:lnTo>
                    <a:pt x="3810" y="3810"/>
                  </a:lnTo>
                  <a:lnTo>
                    <a:pt x="3810" y="5092"/>
                  </a:lnTo>
                  <a:lnTo>
                    <a:pt x="5080" y="5092"/>
                  </a:lnTo>
                  <a:lnTo>
                    <a:pt x="5080" y="6350"/>
                  </a:lnTo>
                  <a:lnTo>
                    <a:pt x="31750" y="6350"/>
                  </a:lnTo>
                  <a:lnTo>
                    <a:pt x="31750" y="5092"/>
                  </a:lnTo>
                  <a:close/>
                </a:path>
                <a:path w="721360" h="6350">
                  <a:moveTo>
                    <a:pt x="262890" y="2540"/>
                  </a:moveTo>
                  <a:lnTo>
                    <a:pt x="63500" y="2540"/>
                  </a:lnTo>
                  <a:lnTo>
                    <a:pt x="63500" y="5080"/>
                  </a:lnTo>
                  <a:lnTo>
                    <a:pt x="62230" y="5080"/>
                  </a:lnTo>
                  <a:lnTo>
                    <a:pt x="62230" y="6350"/>
                  </a:lnTo>
                  <a:lnTo>
                    <a:pt x="262890" y="6350"/>
                  </a:lnTo>
                  <a:lnTo>
                    <a:pt x="262890" y="5080"/>
                  </a:lnTo>
                  <a:lnTo>
                    <a:pt x="262890" y="2540"/>
                  </a:lnTo>
                  <a:close/>
                </a:path>
                <a:path w="721360" h="6350">
                  <a:moveTo>
                    <a:pt x="262890" y="0"/>
                  </a:moveTo>
                  <a:lnTo>
                    <a:pt x="64770" y="0"/>
                  </a:lnTo>
                  <a:lnTo>
                    <a:pt x="64770" y="1270"/>
                  </a:lnTo>
                  <a:lnTo>
                    <a:pt x="262890" y="1270"/>
                  </a:lnTo>
                  <a:lnTo>
                    <a:pt x="262890" y="0"/>
                  </a:lnTo>
                  <a:close/>
                </a:path>
                <a:path w="721360" h="6350">
                  <a:moveTo>
                    <a:pt x="721360" y="2540"/>
                  </a:moveTo>
                  <a:lnTo>
                    <a:pt x="685800" y="2540"/>
                  </a:lnTo>
                  <a:lnTo>
                    <a:pt x="685800" y="3810"/>
                  </a:lnTo>
                  <a:lnTo>
                    <a:pt x="684530" y="3810"/>
                  </a:lnTo>
                  <a:lnTo>
                    <a:pt x="684530" y="5080"/>
                  </a:lnTo>
                  <a:lnTo>
                    <a:pt x="684530" y="6350"/>
                  </a:lnTo>
                  <a:lnTo>
                    <a:pt x="720090" y="6350"/>
                  </a:lnTo>
                  <a:lnTo>
                    <a:pt x="720090" y="5080"/>
                  </a:lnTo>
                  <a:lnTo>
                    <a:pt x="721360" y="5080"/>
                  </a:lnTo>
                  <a:lnTo>
                    <a:pt x="721360" y="3810"/>
                  </a:lnTo>
                  <a:lnTo>
                    <a:pt x="721360" y="2540"/>
                  </a:lnTo>
                  <a:close/>
                </a:path>
                <a:path w="721360" h="6350">
                  <a:moveTo>
                    <a:pt x="721360" y="0"/>
                  </a:moveTo>
                  <a:lnTo>
                    <a:pt x="685800" y="0"/>
                  </a:lnTo>
                  <a:lnTo>
                    <a:pt x="685800" y="1270"/>
                  </a:lnTo>
                  <a:lnTo>
                    <a:pt x="721360" y="1270"/>
                  </a:lnTo>
                  <a:lnTo>
                    <a:pt x="721360" y="0"/>
                  </a:lnTo>
                  <a:close/>
                </a:path>
              </a:pathLst>
            </a:custGeom>
            <a:solidFill>
              <a:srgbClr val="BE8E00"/>
            </a:solidFill>
          </p:spPr>
          <p:txBody>
            <a:bodyPr wrap="square" lIns="0" tIns="0" rIns="0" bIns="0" rtlCol="0"/>
            <a:lstStyle/>
            <a:p/>
          </p:txBody>
        </p:sp>
        <p:sp>
          <p:nvSpPr>
            <p:cNvPr id="310" name="object 310"/>
            <p:cNvSpPr/>
            <p:nvPr/>
          </p:nvSpPr>
          <p:spPr>
            <a:xfrm>
              <a:off x="1019810" y="3200399"/>
              <a:ext cx="713740" cy="7620"/>
            </a:xfrm>
            <a:custGeom>
              <a:avLst/>
              <a:gdLst/>
              <a:ahLst/>
              <a:cxnLst/>
              <a:rect l="l" t="t" r="r" b="b"/>
              <a:pathLst>
                <a:path w="713739" h="7619">
                  <a:moveTo>
                    <a:pt x="27940" y="0"/>
                  </a:moveTo>
                  <a:lnTo>
                    <a:pt x="0" y="0"/>
                  </a:lnTo>
                  <a:lnTo>
                    <a:pt x="0" y="1270"/>
                  </a:lnTo>
                  <a:lnTo>
                    <a:pt x="27940" y="1270"/>
                  </a:lnTo>
                  <a:lnTo>
                    <a:pt x="27940" y="0"/>
                  </a:lnTo>
                  <a:close/>
                </a:path>
                <a:path w="713739" h="7619">
                  <a:moveTo>
                    <a:pt x="256540" y="2540"/>
                  </a:moveTo>
                  <a:lnTo>
                    <a:pt x="54610" y="2540"/>
                  </a:lnTo>
                  <a:lnTo>
                    <a:pt x="54610" y="1270"/>
                  </a:lnTo>
                  <a:lnTo>
                    <a:pt x="52070" y="1270"/>
                  </a:lnTo>
                  <a:lnTo>
                    <a:pt x="52070" y="2540"/>
                  </a:lnTo>
                  <a:lnTo>
                    <a:pt x="50800" y="2540"/>
                  </a:lnTo>
                  <a:lnTo>
                    <a:pt x="50800" y="3810"/>
                  </a:lnTo>
                  <a:lnTo>
                    <a:pt x="46990" y="3810"/>
                  </a:lnTo>
                  <a:lnTo>
                    <a:pt x="46990" y="6350"/>
                  </a:lnTo>
                  <a:lnTo>
                    <a:pt x="44450" y="6350"/>
                  </a:lnTo>
                  <a:lnTo>
                    <a:pt x="44450" y="5092"/>
                  </a:lnTo>
                  <a:lnTo>
                    <a:pt x="38100" y="5092"/>
                  </a:lnTo>
                  <a:lnTo>
                    <a:pt x="38100" y="3810"/>
                  </a:lnTo>
                  <a:lnTo>
                    <a:pt x="33020" y="3810"/>
                  </a:lnTo>
                  <a:lnTo>
                    <a:pt x="33020" y="2540"/>
                  </a:lnTo>
                  <a:lnTo>
                    <a:pt x="29210" y="2540"/>
                  </a:lnTo>
                  <a:lnTo>
                    <a:pt x="29210" y="1270"/>
                  </a:lnTo>
                  <a:lnTo>
                    <a:pt x="27940" y="1270"/>
                  </a:lnTo>
                  <a:lnTo>
                    <a:pt x="27940" y="2540"/>
                  </a:lnTo>
                  <a:lnTo>
                    <a:pt x="1270" y="2540"/>
                  </a:lnTo>
                  <a:lnTo>
                    <a:pt x="1270" y="3810"/>
                  </a:lnTo>
                  <a:lnTo>
                    <a:pt x="2540" y="3810"/>
                  </a:lnTo>
                  <a:lnTo>
                    <a:pt x="2540" y="5092"/>
                  </a:lnTo>
                  <a:lnTo>
                    <a:pt x="3810" y="5092"/>
                  </a:lnTo>
                  <a:lnTo>
                    <a:pt x="3810" y="6350"/>
                  </a:lnTo>
                  <a:lnTo>
                    <a:pt x="5080" y="6350"/>
                  </a:lnTo>
                  <a:lnTo>
                    <a:pt x="5080" y="7620"/>
                  </a:lnTo>
                  <a:lnTo>
                    <a:pt x="255270" y="7620"/>
                  </a:lnTo>
                  <a:lnTo>
                    <a:pt x="255270" y="6350"/>
                  </a:lnTo>
                  <a:lnTo>
                    <a:pt x="255270" y="3810"/>
                  </a:lnTo>
                  <a:lnTo>
                    <a:pt x="256540" y="3810"/>
                  </a:lnTo>
                  <a:lnTo>
                    <a:pt x="256540" y="2540"/>
                  </a:lnTo>
                  <a:close/>
                </a:path>
                <a:path w="713739" h="7619">
                  <a:moveTo>
                    <a:pt x="256540" y="0"/>
                  </a:moveTo>
                  <a:lnTo>
                    <a:pt x="54610" y="0"/>
                  </a:lnTo>
                  <a:lnTo>
                    <a:pt x="54610" y="1270"/>
                  </a:lnTo>
                  <a:lnTo>
                    <a:pt x="256540" y="1270"/>
                  </a:lnTo>
                  <a:lnTo>
                    <a:pt x="256540" y="0"/>
                  </a:lnTo>
                  <a:close/>
                </a:path>
                <a:path w="713739" h="7619">
                  <a:moveTo>
                    <a:pt x="713740" y="2540"/>
                  </a:moveTo>
                  <a:lnTo>
                    <a:pt x="678180" y="2540"/>
                  </a:lnTo>
                  <a:lnTo>
                    <a:pt x="678180" y="1270"/>
                  </a:lnTo>
                  <a:lnTo>
                    <a:pt x="676910" y="1270"/>
                  </a:lnTo>
                  <a:lnTo>
                    <a:pt x="676910" y="2540"/>
                  </a:lnTo>
                  <a:lnTo>
                    <a:pt x="676910" y="5080"/>
                  </a:lnTo>
                  <a:lnTo>
                    <a:pt x="675640" y="5080"/>
                  </a:lnTo>
                  <a:lnTo>
                    <a:pt x="675640" y="7620"/>
                  </a:lnTo>
                  <a:lnTo>
                    <a:pt x="713740" y="7620"/>
                  </a:lnTo>
                  <a:lnTo>
                    <a:pt x="713740" y="5080"/>
                  </a:lnTo>
                  <a:lnTo>
                    <a:pt x="713740" y="2540"/>
                  </a:lnTo>
                  <a:close/>
                </a:path>
                <a:path w="713739" h="7619">
                  <a:moveTo>
                    <a:pt x="713740" y="0"/>
                  </a:moveTo>
                  <a:lnTo>
                    <a:pt x="678180" y="0"/>
                  </a:lnTo>
                  <a:lnTo>
                    <a:pt x="678180" y="1270"/>
                  </a:lnTo>
                  <a:lnTo>
                    <a:pt x="713740" y="1270"/>
                  </a:lnTo>
                  <a:lnTo>
                    <a:pt x="713740" y="0"/>
                  </a:lnTo>
                  <a:close/>
                </a:path>
              </a:pathLst>
            </a:custGeom>
            <a:solidFill>
              <a:srgbClr val="C08F00"/>
            </a:solidFill>
          </p:spPr>
          <p:txBody>
            <a:bodyPr wrap="square" lIns="0" tIns="0" rIns="0" bIns="0" rtlCol="0"/>
            <a:lstStyle/>
            <a:p/>
          </p:txBody>
        </p:sp>
        <p:sp>
          <p:nvSpPr>
            <p:cNvPr id="311" name="object 311"/>
            <p:cNvSpPr/>
            <p:nvPr/>
          </p:nvSpPr>
          <p:spPr>
            <a:xfrm>
              <a:off x="1024890" y="3208019"/>
              <a:ext cx="707390" cy="7620"/>
            </a:xfrm>
            <a:custGeom>
              <a:avLst/>
              <a:gdLst/>
              <a:ahLst/>
              <a:cxnLst/>
              <a:rect l="l" t="t" r="r" b="b"/>
              <a:pathLst>
                <a:path w="707389" h="7619">
                  <a:moveTo>
                    <a:pt x="1270" y="0"/>
                  </a:moveTo>
                  <a:lnTo>
                    <a:pt x="0" y="0"/>
                  </a:lnTo>
                  <a:lnTo>
                    <a:pt x="0" y="1270"/>
                  </a:lnTo>
                  <a:lnTo>
                    <a:pt x="1270" y="1270"/>
                  </a:lnTo>
                  <a:lnTo>
                    <a:pt x="1270" y="0"/>
                  </a:lnTo>
                  <a:close/>
                </a:path>
                <a:path w="707389" h="7619">
                  <a:moveTo>
                    <a:pt x="250190" y="1270"/>
                  </a:moveTo>
                  <a:lnTo>
                    <a:pt x="1270" y="1270"/>
                  </a:lnTo>
                  <a:lnTo>
                    <a:pt x="1270" y="2540"/>
                  </a:lnTo>
                  <a:lnTo>
                    <a:pt x="2540" y="2540"/>
                  </a:lnTo>
                  <a:lnTo>
                    <a:pt x="2540" y="3810"/>
                  </a:lnTo>
                  <a:lnTo>
                    <a:pt x="3810" y="3810"/>
                  </a:lnTo>
                  <a:lnTo>
                    <a:pt x="3810" y="5080"/>
                  </a:lnTo>
                  <a:lnTo>
                    <a:pt x="5080" y="5080"/>
                  </a:lnTo>
                  <a:lnTo>
                    <a:pt x="5080" y="7620"/>
                  </a:lnTo>
                  <a:lnTo>
                    <a:pt x="250190" y="7620"/>
                  </a:lnTo>
                  <a:lnTo>
                    <a:pt x="250190" y="5080"/>
                  </a:lnTo>
                  <a:lnTo>
                    <a:pt x="250190" y="3810"/>
                  </a:lnTo>
                  <a:lnTo>
                    <a:pt x="250190" y="2540"/>
                  </a:lnTo>
                  <a:lnTo>
                    <a:pt x="250190" y="1270"/>
                  </a:lnTo>
                  <a:close/>
                </a:path>
                <a:path w="707389" h="7619">
                  <a:moveTo>
                    <a:pt x="707390" y="1270"/>
                  </a:moveTo>
                  <a:lnTo>
                    <a:pt x="669290" y="1270"/>
                  </a:lnTo>
                  <a:lnTo>
                    <a:pt x="669290" y="3810"/>
                  </a:lnTo>
                  <a:lnTo>
                    <a:pt x="668020" y="3810"/>
                  </a:lnTo>
                  <a:lnTo>
                    <a:pt x="668020" y="7620"/>
                  </a:lnTo>
                  <a:lnTo>
                    <a:pt x="707377" y="7620"/>
                  </a:lnTo>
                  <a:lnTo>
                    <a:pt x="707377" y="3810"/>
                  </a:lnTo>
                  <a:lnTo>
                    <a:pt x="707390" y="1270"/>
                  </a:lnTo>
                  <a:close/>
                </a:path>
              </a:pathLst>
            </a:custGeom>
            <a:solidFill>
              <a:srgbClr val="C19000"/>
            </a:solidFill>
          </p:spPr>
          <p:txBody>
            <a:bodyPr wrap="square" lIns="0" tIns="0" rIns="0" bIns="0" rtlCol="0"/>
            <a:lstStyle/>
            <a:p/>
          </p:txBody>
        </p:sp>
        <p:sp>
          <p:nvSpPr>
            <p:cNvPr id="312" name="object 312"/>
            <p:cNvSpPr/>
            <p:nvPr/>
          </p:nvSpPr>
          <p:spPr>
            <a:xfrm>
              <a:off x="1031240" y="3215639"/>
              <a:ext cx="701040" cy="6350"/>
            </a:xfrm>
            <a:custGeom>
              <a:avLst/>
              <a:gdLst/>
              <a:ahLst/>
              <a:cxnLst/>
              <a:rect l="l" t="t" r="r" b="b"/>
              <a:pathLst>
                <a:path w="701039" h="6350">
                  <a:moveTo>
                    <a:pt x="243840" y="0"/>
                  </a:moveTo>
                  <a:lnTo>
                    <a:pt x="0" y="0"/>
                  </a:lnTo>
                  <a:lnTo>
                    <a:pt x="0" y="2540"/>
                  </a:lnTo>
                  <a:lnTo>
                    <a:pt x="1270" y="2540"/>
                  </a:lnTo>
                  <a:lnTo>
                    <a:pt x="1270" y="3810"/>
                  </a:lnTo>
                  <a:lnTo>
                    <a:pt x="2540" y="3810"/>
                  </a:lnTo>
                  <a:lnTo>
                    <a:pt x="2540" y="5080"/>
                  </a:lnTo>
                  <a:lnTo>
                    <a:pt x="2540" y="6350"/>
                  </a:lnTo>
                  <a:lnTo>
                    <a:pt x="3810" y="6350"/>
                  </a:lnTo>
                  <a:lnTo>
                    <a:pt x="3810" y="5080"/>
                  </a:lnTo>
                  <a:lnTo>
                    <a:pt x="243840" y="5080"/>
                  </a:lnTo>
                  <a:lnTo>
                    <a:pt x="243840" y="3810"/>
                  </a:lnTo>
                  <a:lnTo>
                    <a:pt x="243840" y="2540"/>
                  </a:lnTo>
                  <a:lnTo>
                    <a:pt x="243840" y="0"/>
                  </a:lnTo>
                  <a:close/>
                </a:path>
                <a:path w="701039" h="6350">
                  <a:moveTo>
                    <a:pt x="701040" y="0"/>
                  </a:moveTo>
                  <a:lnTo>
                    <a:pt x="660400" y="0"/>
                  </a:lnTo>
                  <a:lnTo>
                    <a:pt x="660400" y="2552"/>
                  </a:lnTo>
                  <a:lnTo>
                    <a:pt x="659130" y="2552"/>
                  </a:lnTo>
                  <a:lnTo>
                    <a:pt x="659130" y="5080"/>
                  </a:lnTo>
                  <a:lnTo>
                    <a:pt x="699770" y="5080"/>
                  </a:lnTo>
                  <a:lnTo>
                    <a:pt x="699757" y="2552"/>
                  </a:lnTo>
                  <a:lnTo>
                    <a:pt x="701027" y="2552"/>
                  </a:lnTo>
                  <a:lnTo>
                    <a:pt x="701040" y="0"/>
                  </a:lnTo>
                  <a:close/>
                </a:path>
              </a:pathLst>
            </a:custGeom>
            <a:solidFill>
              <a:srgbClr val="C39200"/>
            </a:solidFill>
          </p:spPr>
          <p:txBody>
            <a:bodyPr wrap="square" lIns="0" tIns="0" rIns="0" bIns="0" rtlCol="0"/>
            <a:lstStyle/>
            <a:p/>
          </p:txBody>
        </p:sp>
        <p:sp>
          <p:nvSpPr>
            <p:cNvPr id="313" name="object 313"/>
            <p:cNvSpPr/>
            <p:nvPr/>
          </p:nvSpPr>
          <p:spPr>
            <a:xfrm>
              <a:off x="1036320" y="3221989"/>
              <a:ext cx="694690" cy="7620"/>
            </a:xfrm>
            <a:custGeom>
              <a:avLst/>
              <a:gdLst/>
              <a:ahLst/>
              <a:cxnLst/>
              <a:rect l="l" t="t" r="r" b="b"/>
              <a:pathLst>
                <a:path w="694689" h="7619">
                  <a:moveTo>
                    <a:pt x="238760" y="6350"/>
                  </a:moveTo>
                  <a:lnTo>
                    <a:pt x="7620" y="6350"/>
                  </a:lnTo>
                  <a:lnTo>
                    <a:pt x="7620" y="7620"/>
                  </a:lnTo>
                  <a:lnTo>
                    <a:pt x="238760" y="7620"/>
                  </a:lnTo>
                  <a:lnTo>
                    <a:pt x="238760" y="6350"/>
                  </a:lnTo>
                  <a:close/>
                </a:path>
                <a:path w="694689" h="7619">
                  <a:moveTo>
                    <a:pt x="238760" y="2540"/>
                  </a:moveTo>
                  <a:lnTo>
                    <a:pt x="238747" y="1270"/>
                  </a:lnTo>
                  <a:lnTo>
                    <a:pt x="238747" y="0"/>
                  </a:lnTo>
                  <a:lnTo>
                    <a:pt x="0" y="0"/>
                  </a:lnTo>
                  <a:lnTo>
                    <a:pt x="0" y="1270"/>
                  </a:lnTo>
                  <a:lnTo>
                    <a:pt x="2540" y="1270"/>
                  </a:lnTo>
                  <a:lnTo>
                    <a:pt x="2540" y="2540"/>
                  </a:lnTo>
                  <a:lnTo>
                    <a:pt x="3810" y="2540"/>
                  </a:lnTo>
                  <a:lnTo>
                    <a:pt x="3810" y="3810"/>
                  </a:lnTo>
                  <a:lnTo>
                    <a:pt x="5080" y="3810"/>
                  </a:lnTo>
                  <a:lnTo>
                    <a:pt x="5080" y="5080"/>
                  </a:lnTo>
                  <a:lnTo>
                    <a:pt x="5080" y="6350"/>
                  </a:lnTo>
                  <a:lnTo>
                    <a:pt x="6350" y="6350"/>
                  </a:lnTo>
                  <a:lnTo>
                    <a:pt x="6350" y="5080"/>
                  </a:lnTo>
                  <a:lnTo>
                    <a:pt x="238760" y="5080"/>
                  </a:lnTo>
                  <a:lnTo>
                    <a:pt x="238760" y="3810"/>
                  </a:lnTo>
                  <a:lnTo>
                    <a:pt x="238760" y="2540"/>
                  </a:lnTo>
                  <a:close/>
                </a:path>
                <a:path w="694689" h="7619">
                  <a:moveTo>
                    <a:pt x="693420" y="6350"/>
                  </a:moveTo>
                  <a:lnTo>
                    <a:pt x="650240" y="6350"/>
                  </a:lnTo>
                  <a:lnTo>
                    <a:pt x="650240" y="7620"/>
                  </a:lnTo>
                  <a:lnTo>
                    <a:pt x="693420" y="7620"/>
                  </a:lnTo>
                  <a:lnTo>
                    <a:pt x="693420" y="6350"/>
                  </a:lnTo>
                  <a:close/>
                </a:path>
                <a:path w="694689" h="7619">
                  <a:moveTo>
                    <a:pt x="694690" y="0"/>
                  </a:moveTo>
                  <a:lnTo>
                    <a:pt x="652780" y="0"/>
                  </a:lnTo>
                  <a:lnTo>
                    <a:pt x="652780" y="2540"/>
                  </a:lnTo>
                  <a:lnTo>
                    <a:pt x="651510" y="2540"/>
                  </a:lnTo>
                  <a:lnTo>
                    <a:pt x="651510" y="5080"/>
                  </a:lnTo>
                  <a:lnTo>
                    <a:pt x="694690" y="5080"/>
                  </a:lnTo>
                  <a:lnTo>
                    <a:pt x="694690" y="2540"/>
                  </a:lnTo>
                  <a:lnTo>
                    <a:pt x="694690" y="0"/>
                  </a:lnTo>
                  <a:close/>
                </a:path>
              </a:pathLst>
            </a:custGeom>
            <a:solidFill>
              <a:srgbClr val="C49300"/>
            </a:solidFill>
          </p:spPr>
          <p:txBody>
            <a:bodyPr wrap="square" lIns="0" tIns="0" rIns="0" bIns="0" rtlCol="0"/>
            <a:lstStyle/>
            <a:p/>
          </p:txBody>
        </p:sp>
        <p:sp>
          <p:nvSpPr>
            <p:cNvPr id="314" name="object 314"/>
            <p:cNvSpPr/>
            <p:nvPr/>
          </p:nvSpPr>
          <p:spPr>
            <a:xfrm>
              <a:off x="1045210" y="3229609"/>
              <a:ext cx="684530" cy="7620"/>
            </a:xfrm>
            <a:custGeom>
              <a:avLst/>
              <a:gdLst/>
              <a:ahLst/>
              <a:cxnLst/>
              <a:rect l="l" t="t" r="r" b="b"/>
              <a:pathLst>
                <a:path w="684530" h="7619">
                  <a:moveTo>
                    <a:pt x="231140" y="5080"/>
                  </a:moveTo>
                  <a:lnTo>
                    <a:pt x="6350" y="5080"/>
                  </a:lnTo>
                  <a:lnTo>
                    <a:pt x="6350" y="6350"/>
                  </a:lnTo>
                  <a:lnTo>
                    <a:pt x="7620" y="6350"/>
                  </a:lnTo>
                  <a:lnTo>
                    <a:pt x="7620" y="7620"/>
                  </a:lnTo>
                  <a:lnTo>
                    <a:pt x="231140" y="7620"/>
                  </a:lnTo>
                  <a:lnTo>
                    <a:pt x="231140" y="6350"/>
                  </a:lnTo>
                  <a:lnTo>
                    <a:pt x="231140" y="5080"/>
                  </a:lnTo>
                  <a:close/>
                </a:path>
                <a:path w="684530" h="7619">
                  <a:moveTo>
                    <a:pt x="231140" y="2540"/>
                  </a:moveTo>
                  <a:lnTo>
                    <a:pt x="229870" y="2540"/>
                  </a:lnTo>
                  <a:lnTo>
                    <a:pt x="229870" y="1270"/>
                  </a:lnTo>
                  <a:lnTo>
                    <a:pt x="229870" y="0"/>
                  </a:lnTo>
                  <a:lnTo>
                    <a:pt x="0" y="0"/>
                  </a:lnTo>
                  <a:lnTo>
                    <a:pt x="0" y="1270"/>
                  </a:lnTo>
                  <a:lnTo>
                    <a:pt x="1270" y="1270"/>
                  </a:lnTo>
                  <a:lnTo>
                    <a:pt x="1270" y="2540"/>
                  </a:lnTo>
                  <a:lnTo>
                    <a:pt x="2540" y="2540"/>
                  </a:lnTo>
                  <a:lnTo>
                    <a:pt x="2540" y="3810"/>
                  </a:lnTo>
                  <a:lnTo>
                    <a:pt x="2540" y="5080"/>
                  </a:lnTo>
                  <a:lnTo>
                    <a:pt x="5080" y="5080"/>
                  </a:lnTo>
                  <a:lnTo>
                    <a:pt x="5080" y="3810"/>
                  </a:lnTo>
                  <a:lnTo>
                    <a:pt x="231140" y="3810"/>
                  </a:lnTo>
                  <a:lnTo>
                    <a:pt x="231140" y="2540"/>
                  </a:lnTo>
                  <a:close/>
                </a:path>
                <a:path w="684530" h="7619">
                  <a:moveTo>
                    <a:pt x="684530" y="5080"/>
                  </a:moveTo>
                  <a:lnTo>
                    <a:pt x="640080" y="5080"/>
                  </a:lnTo>
                  <a:lnTo>
                    <a:pt x="640080" y="3810"/>
                  </a:lnTo>
                  <a:lnTo>
                    <a:pt x="638810" y="3810"/>
                  </a:lnTo>
                  <a:lnTo>
                    <a:pt x="638810" y="5080"/>
                  </a:lnTo>
                  <a:lnTo>
                    <a:pt x="638810" y="7620"/>
                  </a:lnTo>
                  <a:lnTo>
                    <a:pt x="684530" y="7620"/>
                  </a:lnTo>
                  <a:lnTo>
                    <a:pt x="684530" y="5080"/>
                  </a:lnTo>
                  <a:close/>
                </a:path>
                <a:path w="684530" h="7619">
                  <a:moveTo>
                    <a:pt x="684530" y="0"/>
                  </a:moveTo>
                  <a:lnTo>
                    <a:pt x="641350" y="0"/>
                  </a:lnTo>
                  <a:lnTo>
                    <a:pt x="641350" y="1270"/>
                  </a:lnTo>
                  <a:lnTo>
                    <a:pt x="640080" y="1270"/>
                  </a:lnTo>
                  <a:lnTo>
                    <a:pt x="640080" y="3810"/>
                  </a:lnTo>
                  <a:lnTo>
                    <a:pt x="684530" y="3810"/>
                  </a:lnTo>
                  <a:lnTo>
                    <a:pt x="684530" y="1270"/>
                  </a:lnTo>
                  <a:lnTo>
                    <a:pt x="684530" y="0"/>
                  </a:lnTo>
                  <a:close/>
                </a:path>
              </a:pathLst>
            </a:custGeom>
            <a:solidFill>
              <a:srgbClr val="C69400"/>
            </a:solidFill>
          </p:spPr>
          <p:txBody>
            <a:bodyPr wrap="square" lIns="0" tIns="0" rIns="0" bIns="0" rtlCol="0"/>
            <a:lstStyle/>
            <a:p/>
          </p:txBody>
        </p:sp>
        <p:sp>
          <p:nvSpPr>
            <p:cNvPr id="315" name="object 315"/>
            <p:cNvSpPr/>
            <p:nvPr/>
          </p:nvSpPr>
          <p:spPr>
            <a:xfrm>
              <a:off x="1054100" y="3237229"/>
              <a:ext cx="675640" cy="6350"/>
            </a:xfrm>
            <a:custGeom>
              <a:avLst/>
              <a:gdLst/>
              <a:ahLst/>
              <a:cxnLst/>
              <a:rect l="l" t="t" r="r" b="b"/>
              <a:pathLst>
                <a:path w="675639" h="6350">
                  <a:moveTo>
                    <a:pt x="222250" y="3810"/>
                  </a:moveTo>
                  <a:lnTo>
                    <a:pt x="3810" y="3810"/>
                  </a:lnTo>
                  <a:lnTo>
                    <a:pt x="3810" y="5080"/>
                  </a:lnTo>
                  <a:lnTo>
                    <a:pt x="5080" y="5080"/>
                  </a:lnTo>
                  <a:lnTo>
                    <a:pt x="5080" y="6350"/>
                  </a:lnTo>
                  <a:lnTo>
                    <a:pt x="222250" y="6350"/>
                  </a:lnTo>
                  <a:lnTo>
                    <a:pt x="222250" y="5080"/>
                  </a:lnTo>
                  <a:lnTo>
                    <a:pt x="222250" y="3810"/>
                  </a:lnTo>
                  <a:close/>
                </a:path>
                <a:path w="675639" h="6350">
                  <a:moveTo>
                    <a:pt x="222250" y="0"/>
                  </a:moveTo>
                  <a:lnTo>
                    <a:pt x="0" y="0"/>
                  </a:lnTo>
                  <a:lnTo>
                    <a:pt x="0" y="1270"/>
                  </a:lnTo>
                  <a:lnTo>
                    <a:pt x="1270" y="1270"/>
                  </a:lnTo>
                  <a:lnTo>
                    <a:pt x="1270" y="2540"/>
                  </a:lnTo>
                  <a:lnTo>
                    <a:pt x="1270" y="3810"/>
                  </a:lnTo>
                  <a:lnTo>
                    <a:pt x="2540" y="3810"/>
                  </a:lnTo>
                  <a:lnTo>
                    <a:pt x="2540" y="2540"/>
                  </a:lnTo>
                  <a:lnTo>
                    <a:pt x="222250" y="2540"/>
                  </a:lnTo>
                  <a:lnTo>
                    <a:pt x="222250" y="1270"/>
                  </a:lnTo>
                  <a:lnTo>
                    <a:pt x="222250" y="0"/>
                  </a:lnTo>
                  <a:close/>
                </a:path>
                <a:path w="675639" h="6350">
                  <a:moveTo>
                    <a:pt x="674370" y="3810"/>
                  </a:moveTo>
                  <a:lnTo>
                    <a:pt x="628650" y="3810"/>
                  </a:lnTo>
                  <a:lnTo>
                    <a:pt x="628650" y="2540"/>
                  </a:lnTo>
                  <a:lnTo>
                    <a:pt x="627380" y="2540"/>
                  </a:lnTo>
                  <a:lnTo>
                    <a:pt x="627380" y="3810"/>
                  </a:lnTo>
                  <a:lnTo>
                    <a:pt x="627380" y="6350"/>
                  </a:lnTo>
                  <a:lnTo>
                    <a:pt x="674370" y="6350"/>
                  </a:lnTo>
                  <a:lnTo>
                    <a:pt x="674370" y="3810"/>
                  </a:lnTo>
                  <a:close/>
                </a:path>
                <a:path w="675639" h="6350">
                  <a:moveTo>
                    <a:pt x="675640" y="0"/>
                  </a:moveTo>
                  <a:lnTo>
                    <a:pt x="628650" y="0"/>
                  </a:lnTo>
                  <a:lnTo>
                    <a:pt x="628650" y="1270"/>
                  </a:lnTo>
                  <a:lnTo>
                    <a:pt x="628650" y="2540"/>
                  </a:lnTo>
                  <a:lnTo>
                    <a:pt x="674370" y="2540"/>
                  </a:lnTo>
                  <a:lnTo>
                    <a:pt x="674370" y="1270"/>
                  </a:lnTo>
                  <a:lnTo>
                    <a:pt x="675640" y="1270"/>
                  </a:lnTo>
                  <a:lnTo>
                    <a:pt x="675640" y="0"/>
                  </a:lnTo>
                  <a:close/>
                </a:path>
              </a:pathLst>
            </a:custGeom>
            <a:solidFill>
              <a:srgbClr val="C79500"/>
            </a:solidFill>
          </p:spPr>
          <p:txBody>
            <a:bodyPr wrap="square" lIns="0" tIns="0" rIns="0" bIns="0" rtlCol="0"/>
            <a:lstStyle/>
            <a:p/>
          </p:txBody>
        </p:sp>
        <p:sp>
          <p:nvSpPr>
            <p:cNvPr id="316" name="object 316"/>
            <p:cNvSpPr/>
            <p:nvPr/>
          </p:nvSpPr>
          <p:spPr>
            <a:xfrm>
              <a:off x="1061720" y="3243579"/>
              <a:ext cx="666750" cy="7620"/>
            </a:xfrm>
            <a:custGeom>
              <a:avLst/>
              <a:gdLst/>
              <a:ahLst/>
              <a:cxnLst/>
              <a:rect l="l" t="t" r="r" b="b"/>
              <a:pathLst>
                <a:path w="666750" h="7619">
                  <a:moveTo>
                    <a:pt x="214630" y="3810"/>
                  </a:moveTo>
                  <a:lnTo>
                    <a:pt x="3810" y="3810"/>
                  </a:lnTo>
                  <a:lnTo>
                    <a:pt x="3810" y="5080"/>
                  </a:lnTo>
                  <a:lnTo>
                    <a:pt x="5080" y="5080"/>
                  </a:lnTo>
                  <a:lnTo>
                    <a:pt x="5080" y="6350"/>
                  </a:lnTo>
                  <a:lnTo>
                    <a:pt x="6350" y="6350"/>
                  </a:lnTo>
                  <a:lnTo>
                    <a:pt x="6350" y="7620"/>
                  </a:lnTo>
                  <a:lnTo>
                    <a:pt x="214630" y="7620"/>
                  </a:lnTo>
                  <a:lnTo>
                    <a:pt x="214630" y="6350"/>
                  </a:lnTo>
                  <a:lnTo>
                    <a:pt x="214630" y="5080"/>
                  </a:lnTo>
                  <a:lnTo>
                    <a:pt x="214630" y="3810"/>
                  </a:lnTo>
                  <a:close/>
                </a:path>
                <a:path w="666750" h="7619">
                  <a:moveTo>
                    <a:pt x="214630" y="0"/>
                  </a:moveTo>
                  <a:lnTo>
                    <a:pt x="0" y="0"/>
                  </a:lnTo>
                  <a:lnTo>
                    <a:pt x="0" y="1270"/>
                  </a:lnTo>
                  <a:lnTo>
                    <a:pt x="1270" y="1270"/>
                  </a:lnTo>
                  <a:lnTo>
                    <a:pt x="1270" y="2540"/>
                  </a:lnTo>
                  <a:lnTo>
                    <a:pt x="1270" y="3810"/>
                  </a:lnTo>
                  <a:lnTo>
                    <a:pt x="2540" y="3810"/>
                  </a:lnTo>
                  <a:lnTo>
                    <a:pt x="2540" y="2540"/>
                  </a:lnTo>
                  <a:lnTo>
                    <a:pt x="214630" y="2540"/>
                  </a:lnTo>
                  <a:lnTo>
                    <a:pt x="214630" y="1270"/>
                  </a:lnTo>
                  <a:lnTo>
                    <a:pt x="214630" y="0"/>
                  </a:lnTo>
                  <a:close/>
                </a:path>
                <a:path w="666750" h="7619">
                  <a:moveTo>
                    <a:pt x="666750" y="3810"/>
                  </a:moveTo>
                  <a:lnTo>
                    <a:pt x="618490" y="3810"/>
                  </a:lnTo>
                  <a:lnTo>
                    <a:pt x="618490" y="2540"/>
                  </a:lnTo>
                  <a:lnTo>
                    <a:pt x="617220" y="2540"/>
                  </a:lnTo>
                  <a:lnTo>
                    <a:pt x="617220" y="3810"/>
                  </a:lnTo>
                  <a:lnTo>
                    <a:pt x="617220" y="5080"/>
                  </a:lnTo>
                  <a:lnTo>
                    <a:pt x="617220" y="6350"/>
                  </a:lnTo>
                  <a:lnTo>
                    <a:pt x="615950" y="6350"/>
                  </a:lnTo>
                  <a:lnTo>
                    <a:pt x="615950" y="7620"/>
                  </a:lnTo>
                  <a:lnTo>
                    <a:pt x="665480" y="7620"/>
                  </a:lnTo>
                  <a:lnTo>
                    <a:pt x="665480" y="6350"/>
                  </a:lnTo>
                  <a:lnTo>
                    <a:pt x="665480" y="5080"/>
                  </a:lnTo>
                  <a:lnTo>
                    <a:pt x="666750" y="5080"/>
                  </a:lnTo>
                  <a:lnTo>
                    <a:pt x="666750" y="3810"/>
                  </a:lnTo>
                  <a:close/>
                </a:path>
                <a:path w="666750" h="7619">
                  <a:moveTo>
                    <a:pt x="666750" y="0"/>
                  </a:moveTo>
                  <a:lnTo>
                    <a:pt x="618490" y="0"/>
                  </a:lnTo>
                  <a:lnTo>
                    <a:pt x="618490" y="2540"/>
                  </a:lnTo>
                  <a:lnTo>
                    <a:pt x="666750" y="2540"/>
                  </a:lnTo>
                  <a:lnTo>
                    <a:pt x="666750" y="0"/>
                  </a:lnTo>
                  <a:close/>
                </a:path>
              </a:pathLst>
            </a:custGeom>
            <a:solidFill>
              <a:srgbClr val="C99600"/>
            </a:solidFill>
          </p:spPr>
          <p:txBody>
            <a:bodyPr wrap="square" lIns="0" tIns="0" rIns="0" bIns="0" rtlCol="0"/>
            <a:lstStyle/>
            <a:p/>
          </p:txBody>
        </p:sp>
        <p:sp>
          <p:nvSpPr>
            <p:cNvPr id="317" name="object 317"/>
            <p:cNvSpPr/>
            <p:nvPr/>
          </p:nvSpPr>
          <p:spPr>
            <a:xfrm>
              <a:off x="1069340" y="3251199"/>
              <a:ext cx="657860" cy="7620"/>
            </a:xfrm>
            <a:custGeom>
              <a:avLst/>
              <a:gdLst/>
              <a:ahLst/>
              <a:cxnLst/>
              <a:rect l="l" t="t" r="r" b="b"/>
              <a:pathLst>
                <a:path w="657860" h="7620">
                  <a:moveTo>
                    <a:pt x="208280" y="2540"/>
                  </a:moveTo>
                  <a:lnTo>
                    <a:pt x="2540" y="2540"/>
                  </a:lnTo>
                  <a:lnTo>
                    <a:pt x="2540" y="3810"/>
                  </a:lnTo>
                  <a:lnTo>
                    <a:pt x="3810" y="3810"/>
                  </a:lnTo>
                  <a:lnTo>
                    <a:pt x="3810" y="5080"/>
                  </a:lnTo>
                  <a:lnTo>
                    <a:pt x="5080" y="5080"/>
                  </a:lnTo>
                  <a:lnTo>
                    <a:pt x="5080" y="6350"/>
                  </a:lnTo>
                  <a:lnTo>
                    <a:pt x="6350" y="6350"/>
                  </a:lnTo>
                  <a:lnTo>
                    <a:pt x="6350" y="7620"/>
                  </a:lnTo>
                  <a:lnTo>
                    <a:pt x="208280" y="7620"/>
                  </a:lnTo>
                  <a:lnTo>
                    <a:pt x="208280" y="6350"/>
                  </a:lnTo>
                  <a:lnTo>
                    <a:pt x="208280" y="5080"/>
                  </a:lnTo>
                  <a:lnTo>
                    <a:pt x="208280" y="3810"/>
                  </a:lnTo>
                  <a:lnTo>
                    <a:pt x="208280" y="2540"/>
                  </a:lnTo>
                  <a:close/>
                </a:path>
                <a:path w="657860" h="7620">
                  <a:moveTo>
                    <a:pt x="208280" y="0"/>
                  </a:moveTo>
                  <a:lnTo>
                    <a:pt x="0" y="0"/>
                  </a:lnTo>
                  <a:lnTo>
                    <a:pt x="0" y="1270"/>
                  </a:lnTo>
                  <a:lnTo>
                    <a:pt x="0" y="2540"/>
                  </a:lnTo>
                  <a:lnTo>
                    <a:pt x="1270" y="2540"/>
                  </a:lnTo>
                  <a:lnTo>
                    <a:pt x="1270" y="1270"/>
                  </a:lnTo>
                  <a:lnTo>
                    <a:pt x="208280" y="1270"/>
                  </a:lnTo>
                  <a:lnTo>
                    <a:pt x="208280" y="0"/>
                  </a:lnTo>
                  <a:close/>
                </a:path>
                <a:path w="657860" h="7620">
                  <a:moveTo>
                    <a:pt x="657860" y="2540"/>
                  </a:moveTo>
                  <a:lnTo>
                    <a:pt x="608330" y="2540"/>
                  </a:lnTo>
                  <a:lnTo>
                    <a:pt x="608330" y="1270"/>
                  </a:lnTo>
                  <a:lnTo>
                    <a:pt x="607060" y="1270"/>
                  </a:lnTo>
                  <a:lnTo>
                    <a:pt x="607060" y="2540"/>
                  </a:lnTo>
                  <a:lnTo>
                    <a:pt x="607060" y="3810"/>
                  </a:lnTo>
                  <a:lnTo>
                    <a:pt x="605790" y="3810"/>
                  </a:lnTo>
                  <a:lnTo>
                    <a:pt x="605790" y="6350"/>
                  </a:lnTo>
                  <a:lnTo>
                    <a:pt x="604520" y="6350"/>
                  </a:lnTo>
                  <a:lnTo>
                    <a:pt x="604520" y="7620"/>
                  </a:lnTo>
                  <a:lnTo>
                    <a:pt x="657860" y="7620"/>
                  </a:lnTo>
                  <a:lnTo>
                    <a:pt x="657860" y="6350"/>
                  </a:lnTo>
                  <a:lnTo>
                    <a:pt x="657860" y="3810"/>
                  </a:lnTo>
                  <a:lnTo>
                    <a:pt x="657860" y="2540"/>
                  </a:lnTo>
                  <a:close/>
                </a:path>
                <a:path w="657860" h="7620">
                  <a:moveTo>
                    <a:pt x="657860" y="0"/>
                  </a:moveTo>
                  <a:lnTo>
                    <a:pt x="608330" y="0"/>
                  </a:lnTo>
                  <a:lnTo>
                    <a:pt x="608330" y="1270"/>
                  </a:lnTo>
                  <a:lnTo>
                    <a:pt x="657860" y="1270"/>
                  </a:lnTo>
                  <a:lnTo>
                    <a:pt x="657860" y="0"/>
                  </a:lnTo>
                  <a:close/>
                </a:path>
              </a:pathLst>
            </a:custGeom>
            <a:solidFill>
              <a:srgbClr val="CC9700"/>
            </a:solidFill>
          </p:spPr>
          <p:txBody>
            <a:bodyPr wrap="square" lIns="0" tIns="0" rIns="0" bIns="0" rtlCol="0"/>
            <a:lstStyle/>
            <a:p/>
          </p:txBody>
        </p:sp>
        <p:sp>
          <p:nvSpPr>
            <p:cNvPr id="318" name="object 318"/>
            <p:cNvSpPr/>
            <p:nvPr/>
          </p:nvSpPr>
          <p:spPr>
            <a:xfrm>
              <a:off x="1075690" y="3258819"/>
              <a:ext cx="651510" cy="7620"/>
            </a:xfrm>
            <a:custGeom>
              <a:avLst/>
              <a:gdLst/>
              <a:ahLst/>
              <a:cxnLst/>
              <a:rect l="l" t="t" r="r" b="b"/>
              <a:pathLst>
                <a:path w="651510" h="7620">
                  <a:moveTo>
                    <a:pt x="2540" y="0"/>
                  </a:moveTo>
                  <a:lnTo>
                    <a:pt x="0" y="0"/>
                  </a:lnTo>
                  <a:lnTo>
                    <a:pt x="0" y="1270"/>
                  </a:lnTo>
                  <a:lnTo>
                    <a:pt x="2540" y="1270"/>
                  </a:lnTo>
                  <a:lnTo>
                    <a:pt x="2540" y="0"/>
                  </a:lnTo>
                  <a:close/>
                </a:path>
                <a:path w="651510" h="7620">
                  <a:moveTo>
                    <a:pt x="203200" y="2540"/>
                  </a:moveTo>
                  <a:lnTo>
                    <a:pt x="201930" y="2540"/>
                  </a:lnTo>
                  <a:lnTo>
                    <a:pt x="201930" y="1270"/>
                  </a:lnTo>
                  <a:lnTo>
                    <a:pt x="3810" y="1270"/>
                  </a:lnTo>
                  <a:lnTo>
                    <a:pt x="3810" y="2540"/>
                  </a:lnTo>
                  <a:lnTo>
                    <a:pt x="6350" y="2540"/>
                  </a:lnTo>
                  <a:lnTo>
                    <a:pt x="6350" y="3810"/>
                  </a:lnTo>
                  <a:lnTo>
                    <a:pt x="7620" y="3810"/>
                  </a:lnTo>
                  <a:lnTo>
                    <a:pt x="7620" y="5080"/>
                  </a:lnTo>
                  <a:lnTo>
                    <a:pt x="10160" y="5080"/>
                  </a:lnTo>
                  <a:lnTo>
                    <a:pt x="10160" y="6350"/>
                  </a:lnTo>
                  <a:lnTo>
                    <a:pt x="10160" y="7620"/>
                  </a:lnTo>
                  <a:lnTo>
                    <a:pt x="11430" y="7620"/>
                  </a:lnTo>
                  <a:lnTo>
                    <a:pt x="11430" y="6350"/>
                  </a:lnTo>
                  <a:lnTo>
                    <a:pt x="203200" y="6350"/>
                  </a:lnTo>
                  <a:lnTo>
                    <a:pt x="203200" y="5080"/>
                  </a:lnTo>
                  <a:lnTo>
                    <a:pt x="203200" y="3810"/>
                  </a:lnTo>
                  <a:lnTo>
                    <a:pt x="203200" y="2540"/>
                  </a:lnTo>
                  <a:close/>
                </a:path>
                <a:path w="651510" h="7620">
                  <a:moveTo>
                    <a:pt x="595630" y="6350"/>
                  </a:moveTo>
                  <a:lnTo>
                    <a:pt x="594360" y="6350"/>
                  </a:lnTo>
                  <a:lnTo>
                    <a:pt x="594360" y="7620"/>
                  </a:lnTo>
                  <a:lnTo>
                    <a:pt x="595630" y="7620"/>
                  </a:lnTo>
                  <a:lnTo>
                    <a:pt x="595630" y="6350"/>
                  </a:lnTo>
                  <a:close/>
                </a:path>
                <a:path w="651510" h="7620">
                  <a:moveTo>
                    <a:pt x="650240" y="1270"/>
                  </a:moveTo>
                  <a:lnTo>
                    <a:pt x="596900" y="1270"/>
                  </a:lnTo>
                  <a:lnTo>
                    <a:pt x="596900" y="3810"/>
                  </a:lnTo>
                  <a:lnTo>
                    <a:pt x="595630" y="3810"/>
                  </a:lnTo>
                  <a:lnTo>
                    <a:pt x="595630" y="6350"/>
                  </a:lnTo>
                  <a:lnTo>
                    <a:pt x="650240" y="6350"/>
                  </a:lnTo>
                  <a:lnTo>
                    <a:pt x="650240" y="3810"/>
                  </a:lnTo>
                  <a:lnTo>
                    <a:pt x="650240" y="1270"/>
                  </a:lnTo>
                  <a:close/>
                </a:path>
                <a:path w="651510" h="7620">
                  <a:moveTo>
                    <a:pt x="651510" y="0"/>
                  </a:moveTo>
                  <a:lnTo>
                    <a:pt x="650240" y="0"/>
                  </a:lnTo>
                  <a:lnTo>
                    <a:pt x="650240" y="1270"/>
                  </a:lnTo>
                  <a:lnTo>
                    <a:pt x="651510" y="1270"/>
                  </a:lnTo>
                  <a:lnTo>
                    <a:pt x="651510" y="0"/>
                  </a:lnTo>
                  <a:close/>
                </a:path>
              </a:pathLst>
            </a:custGeom>
            <a:solidFill>
              <a:srgbClr val="CC9800"/>
            </a:solidFill>
          </p:spPr>
          <p:txBody>
            <a:bodyPr wrap="square" lIns="0" tIns="0" rIns="0" bIns="0" rtlCol="0"/>
            <a:lstStyle/>
            <a:p/>
          </p:txBody>
        </p:sp>
        <p:sp>
          <p:nvSpPr>
            <p:cNvPr id="319" name="object 319"/>
            <p:cNvSpPr/>
            <p:nvPr/>
          </p:nvSpPr>
          <p:spPr>
            <a:xfrm>
              <a:off x="1089660" y="3266439"/>
              <a:ext cx="636270" cy="6350"/>
            </a:xfrm>
            <a:custGeom>
              <a:avLst/>
              <a:gdLst/>
              <a:ahLst/>
              <a:cxnLst/>
              <a:rect l="l" t="t" r="r" b="b"/>
              <a:pathLst>
                <a:path w="636269" h="6350">
                  <a:moveTo>
                    <a:pt x="190500" y="2540"/>
                  </a:moveTo>
                  <a:lnTo>
                    <a:pt x="189230" y="2540"/>
                  </a:lnTo>
                  <a:lnTo>
                    <a:pt x="189230" y="1270"/>
                  </a:lnTo>
                  <a:lnTo>
                    <a:pt x="189230" y="0"/>
                  </a:lnTo>
                  <a:lnTo>
                    <a:pt x="0" y="0"/>
                  </a:lnTo>
                  <a:lnTo>
                    <a:pt x="0" y="1270"/>
                  </a:lnTo>
                  <a:lnTo>
                    <a:pt x="1270" y="1270"/>
                  </a:lnTo>
                  <a:lnTo>
                    <a:pt x="1270" y="2540"/>
                  </a:lnTo>
                  <a:lnTo>
                    <a:pt x="3810" y="2540"/>
                  </a:lnTo>
                  <a:lnTo>
                    <a:pt x="3810" y="3810"/>
                  </a:lnTo>
                  <a:lnTo>
                    <a:pt x="5080" y="3810"/>
                  </a:lnTo>
                  <a:lnTo>
                    <a:pt x="5080" y="5080"/>
                  </a:lnTo>
                  <a:lnTo>
                    <a:pt x="5080" y="6350"/>
                  </a:lnTo>
                  <a:lnTo>
                    <a:pt x="6350" y="6350"/>
                  </a:lnTo>
                  <a:lnTo>
                    <a:pt x="6350" y="5080"/>
                  </a:lnTo>
                  <a:lnTo>
                    <a:pt x="190500" y="5080"/>
                  </a:lnTo>
                  <a:lnTo>
                    <a:pt x="190500" y="3810"/>
                  </a:lnTo>
                  <a:lnTo>
                    <a:pt x="190500" y="2540"/>
                  </a:lnTo>
                  <a:close/>
                </a:path>
                <a:path w="636269" h="6350">
                  <a:moveTo>
                    <a:pt x="579120" y="5080"/>
                  </a:moveTo>
                  <a:lnTo>
                    <a:pt x="577850" y="5080"/>
                  </a:lnTo>
                  <a:lnTo>
                    <a:pt x="577850" y="6350"/>
                  </a:lnTo>
                  <a:lnTo>
                    <a:pt x="579120" y="6350"/>
                  </a:lnTo>
                  <a:lnTo>
                    <a:pt x="579120" y="5080"/>
                  </a:lnTo>
                  <a:close/>
                </a:path>
                <a:path w="636269" h="6350">
                  <a:moveTo>
                    <a:pt x="636270" y="0"/>
                  </a:moveTo>
                  <a:lnTo>
                    <a:pt x="580390" y="0"/>
                  </a:lnTo>
                  <a:lnTo>
                    <a:pt x="580390" y="2552"/>
                  </a:lnTo>
                  <a:lnTo>
                    <a:pt x="579120" y="2552"/>
                  </a:lnTo>
                  <a:lnTo>
                    <a:pt x="579120" y="5080"/>
                  </a:lnTo>
                  <a:lnTo>
                    <a:pt x="635000" y="5080"/>
                  </a:lnTo>
                  <a:lnTo>
                    <a:pt x="635000" y="2552"/>
                  </a:lnTo>
                  <a:lnTo>
                    <a:pt x="636270" y="2552"/>
                  </a:lnTo>
                  <a:lnTo>
                    <a:pt x="636270" y="0"/>
                  </a:lnTo>
                  <a:close/>
                </a:path>
              </a:pathLst>
            </a:custGeom>
            <a:solidFill>
              <a:srgbClr val="CE9A00"/>
            </a:solidFill>
          </p:spPr>
          <p:txBody>
            <a:bodyPr wrap="square" lIns="0" tIns="0" rIns="0" bIns="0" rtlCol="0"/>
            <a:lstStyle/>
            <a:p/>
          </p:txBody>
        </p:sp>
        <p:sp>
          <p:nvSpPr>
            <p:cNvPr id="320" name="object 320"/>
            <p:cNvSpPr/>
            <p:nvPr/>
          </p:nvSpPr>
          <p:spPr>
            <a:xfrm>
              <a:off x="1098550" y="3272789"/>
              <a:ext cx="626110" cy="7620"/>
            </a:xfrm>
            <a:custGeom>
              <a:avLst/>
              <a:gdLst/>
              <a:ahLst/>
              <a:cxnLst/>
              <a:rect l="l" t="t" r="r" b="b"/>
              <a:pathLst>
                <a:path w="626110" h="7620">
                  <a:moveTo>
                    <a:pt x="181610" y="0"/>
                  </a:moveTo>
                  <a:lnTo>
                    <a:pt x="0" y="0"/>
                  </a:lnTo>
                  <a:lnTo>
                    <a:pt x="0" y="1270"/>
                  </a:lnTo>
                  <a:lnTo>
                    <a:pt x="1270" y="1270"/>
                  </a:lnTo>
                  <a:lnTo>
                    <a:pt x="1270" y="2540"/>
                  </a:lnTo>
                  <a:lnTo>
                    <a:pt x="3810" y="2540"/>
                  </a:lnTo>
                  <a:lnTo>
                    <a:pt x="3810" y="3810"/>
                  </a:lnTo>
                  <a:lnTo>
                    <a:pt x="5080" y="3810"/>
                  </a:lnTo>
                  <a:lnTo>
                    <a:pt x="5080" y="5080"/>
                  </a:lnTo>
                  <a:lnTo>
                    <a:pt x="5080" y="6350"/>
                  </a:lnTo>
                  <a:lnTo>
                    <a:pt x="7620" y="6350"/>
                  </a:lnTo>
                  <a:lnTo>
                    <a:pt x="7620" y="5080"/>
                  </a:lnTo>
                  <a:lnTo>
                    <a:pt x="181610" y="5080"/>
                  </a:lnTo>
                  <a:lnTo>
                    <a:pt x="181610" y="3810"/>
                  </a:lnTo>
                  <a:lnTo>
                    <a:pt x="181610" y="2540"/>
                  </a:lnTo>
                  <a:lnTo>
                    <a:pt x="181610" y="1270"/>
                  </a:lnTo>
                  <a:lnTo>
                    <a:pt x="181610" y="0"/>
                  </a:lnTo>
                  <a:close/>
                </a:path>
                <a:path w="626110" h="7620">
                  <a:moveTo>
                    <a:pt x="182880" y="6350"/>
                  </a:moveTo>
                  <a:lnTo>
                    <a:pt x="182867" y="5080"/>
                  </a:lnTo>
                  <a:lnTo>
                    <a:pt x="181610" y="5080"/>
                  </a:lnTo>
                  <a:lnTo>
                    <a:pt x="181610" y="6350"/>
                  </a:lnTo>
                  <a:lnTo>
                    <a:pt x="8890" y="6350"/>
                  </a:lnTo>
                  <a:lnTo>
                    <a:pt x="8890" y="7620"/>
                  </a:lnTo>
                  <a:lnTo>
                    <a:pt x="182880" y="7620"/>
                  </a:lnTo>
                  <a:lnTo>
                    <a:pt x="182880" y="6350"/>
                  </a:lnTo>
                  <a:close/>
                </a:path>
                <a:path w="626110" h="7620">
                  <a:moveTo>
                    <a:pt x="624840" y="6350"/>
                  </a:moveTo>
                  <a:lnTo>
                    <a:pt x="565150" y="6350"/>
                  </a:lnTo>
                  <a:lnTo>
                    <a:pt x="565150" y="7620"/>
                  </a:lnTo>
                  <a:lnTo>
                    <a:pt x="624840" y="7620"/>
                  </a:lnTo>
                  <a:lnTo>
                    <a:pt x="624840" y="6350"/>
                  </a:lnTo>
                  <a:close/>
                </a:path>
                <a:path w="626110" h="7620">
                  <a:moveTo>
                    <a:pt x="626110" y="0"/>
                  </a:moveTo>
                  <a:lnTo>
                    <a:pt x="568960" y="0"/>
                  </a:lnTo>
                  <a:lnTo>
                    <a:pt x="568960" y="1270"/>
                  </a:lnTo>
                  <a:lnTo>
                    <a:pt x="567690" y="1270"/>
                  </a:lnTo>
                  <a:lnTo>
                    <a:pt x="567690" y="3810"/>
                  </a:lnTo>
                  <a:lnTo>
                    <a:pt x="566420" y="3810"/>
                  </a:lnTo>
                  <a:lnTo>
                    <a:pt x="566420" y="5080"/>
                  </a:lnTo>
                  <a:lnTo>
                    <a:pt x="624840" y="5080"/>
                  </a:lnTo>
                  <a:lnTo>
                    <a:pt x="624840" y="6350"/>
                  </a:lnTo>
                  <a:lnTo>
                    <a:pt x="626097" y="6350"/>
                  </a:lnTo>
                  <a:lnTo>
                    <a:pt x="626097" y="5080"/>
                  </a:lnTo>
                  <a:lnTo>
                    <a:pt x="626097" y="3810"/>
                  </a:lnTo>
                  <a:lnTo>
                    <a:pt x="626110" y="1270"/>
                  </a:lnTo>
                  <a:lnTo>
                    <a:pt x="626110" y="0"/>
                  </a:lnTo>
                  <a:close/>
                </a:path>
              </a:pathLst>
            </a:custGeom>
            <a:solidFill>
              <a:srgbClr val="CF9B00"/>
            </a:solidFill>
          </p:spPr>
          <p:txBody>
            <a:bodyPr wrap="square" lIns="0" tIns="0" rIns="0" bIns="0" rtlCol="0"/>
            <a:lstStyle/>
            <a:p/>
          </p:txBody>
        </p:sp>
        <p:sp>
          <p:nvSpPr>
            <p:cNvPr id="321" name="object 321"/>
            <p:cNvSpPr/>
            <p:nvPr/>
          </p:nvSpPr>
          <p:spPr>
            <a:xfrm>
              <a:off x="1109980" y="3280409"/>
              <a:ext cx="613410" cy="7620"/>
            </a:xfrm>
            <a:custGeom>
              <a:avLst/>
              <a:gdLst/>
              <a:ahLst/>
              <a:cxnLst/>
              <a:rect l="l" t="t" r="r" b="b"/>
              <a:pathLst>
                <a:path w="613410" h="7620">
                  <a:moveTo>
                    <a:pt x="172720" y="1270"/>
                  </a:moveTo>
                  <a:lnTo>
                    <a:pt x="171450" y="1270"/>
                  </a:lnTo>
                  <a:lnTo>
                    <a:pt x="171450" y="0"/>
                  </a:lnTo>
                  <a:lnTo>
                    <a:pt x="0" y="0"/>
                  </a:lnTo>
                  <a:lnTo>
                    <a:pt x="0" y="1282"/>
                  </a:lnTo>
                  <a:lnTo>
                    <a:pt x="1270" y="1282"/>
                  </a:lnTo>
                  <a:lnTo>
                    <a:pt x="1270" y="2540"/>
                  </a:lnTo>
                  <a:lnTo>
                    <a:pt x="3810" y="2540"/>
                  </a:lnTo>
                  <a:lnTo>
                    <a:pt x="3810" y="3810"/>
                  </a:lnTo>
                  <a:lnTo>
                    <a:pt x="3810" y="5080"/>
                  </a:lnTo>
                  <a:lnTo>
                    <a:pt x="5080" y="5080"/>
                  </a:lnTo>
                  <a:lnTo>
                    <a:pt x="5080" y="3810"/>
                  </a:lnTo>
                  <a:lnTo>
                    <a:pt x="172720" y="3810"/>
                  </a:lnTo>
                  <a:lnTo>
                    <a:pt x="172720" y="2540"/>
                  </a:lnTo>
                  <a:lnTo>
                    <a:pt x="172720" y="1270"/>
                  </a:lnTo>
                  <a:close/>
                </a:path>
                <a:path w="613410" h="7620">
                  <a:moveTo>
                    <a:pt x="173990" y="6350"/>
                  </a:moveTo>
                  <a:lnTo>
                    <a:pt x="172720" y="6350"/>
                  </a:lnTo>
                  <a:lnTo>
                    <a:pt x="172720" y="5080"/>
                  </a:lnTo>
                  <a:lnTo>
                    <a:pt x="7620" y="5080"/>
                  </a:lnTo>
                  <a:lnTo>
                    <a:pt x="7620" y="6350"/>
                  </a:lnTo>
                  <a:lnTo>
                    <a:pt x="8890" y="6350"/>
                  </a:lnTo>
                  <a:lnTo>
                    <a:pt x="8890" y="7620"/>
                  </a:lnTo>
                  <a:lnTo>
                    <a:pt x="173990" y="7620"/>
                  </a:lnTo>
                  <a:lnTo>
                    <a:pt x="173990" y="6350"/>
                  </a:lnTo>
                  <a:close/>
                </a:path>
                <a:path w="613410" h="7620">
                  <a:moveTo>
                    <a:pt x="613410" y="5080"/>
                  </a:moveTo>
                  <a:lnTo>
                    <a:pt x="552450" y="5080"/>
                  </a:lnTo>
                  <a:lnTo>
                    <a:pt x="552450" y="3810"/>
                  </a:lnTo>
                  <a:lnTo>
                    <a:pt x="551180" y="3810"/>
                  </a:lnTo>
                  <a:lnTo>
                    <a:pt x="551180" y="5080"/>
                  </a:lnTo>
                  <a:lnTo>
                    <a:pt x="551180" y="6350"/>
                  </a:lnTo>
                  <a:lnTo>
                    <a:pt x="549897" y="6350"/>
                  </a:lnTo>
                  <a:lnTo>
                    <a:pt x="549897" y="7620"/>
                  </a:lnTo>
                  <a:lnTo>
                    <a:pt x="613410" y="7620"/>
                  </a:lnTo>
                  <a:lnTo>
                    <a:pt x="613410" y="6350"/>
                  </a:lnTo>
                  <a:lnTo>
                    <a:pt x="613410" y="5080"/>
                  </a:lnTo>
                  <a:close/>
                </a:path>
                <a:path w="613410" h="7620">
                  <a:moveTo>
                    <a:pt x="613410" y="0"/>
                  </a:moveTo>
                  <a:lnTo>
                    <a:pt x="553720" y="0"/>
                  </a:lnTo>
                  <a:lnTo>
                    <a:pt x="553720" y="1270"/>
                  </a:lnTo>
                  <a:lnTo>
                    <a:pt x="552450" y="1270"/>
                  </a:lnTo>
                  <a:lnTo>
                    <a:pt x="552450" y="3810"/>
                  </a:lnTo>
                  <a:lnTo>
                    <a:pt x="613410" y="3810"/>
                  </a:lnTo>
                  <a:lnTo>
                    <a:pt x="613410" y="1270"/>
                  </a:lnTo>
                  <a:lnTo>
                    <a:pt x="613410" y="0"/>
                  </a:lnTo>
                  <a:close/>
                </a:path>
              </a:pathLst>
            </a:custGeom>
            <a:solidFill>
              <a:srgbClr val="D19C00"/>
            </a:solidFill>
          </p:spPr>
          <p:txBody>
            <a:bodyPr wrap="square" lIns="0" tIns="0" rIns="0" bIns="0" rtlCol="0"/>
            <a:lstStyle/>
            <a:p/>
          </p:txBody>
        </p:sp>
        <p:sp>
          <p:nvSpPr>
            <p:cNvPr id="322" name="object 322"/>
            <p:cNvSpPr/>
            <p:nvPr/>
          </p:nvSpPr>
          <p:spPr>
            <a:xfrm>
              <a:off x="1121410" y="3288029"/>
              <a:ext cx="600710" cy="6350"/>
            </a:xfrm>
            <a:custGeom>
              <a:avLst/>
              <a:gdLst/>
              <a:ahLst/>
              <a:cxnLst/>
              <a:rect l="l" t="t" r="r" b="b"/>
              <a:pathLst>
                <a:path w="600710" h="6350">
                  <a:moveTo>
                    <a:pt x="163830" y="1270"/>
                  </a:moveTo>
                  <a:lnTo>
                    <a:pt x="162560" y="1270"/>
                  </a:lnTo>
                  <a:lnTo>
                    <a:pt x="162560" y="0"/>
                  </a:lnTo>
                  <a:lnTo>
                    <a:pt x="0" y="0"/>
                  </a:lnTo>
                  <a:lnTo>
                    <a:pt x="0" y="1270"/>
                  </a:lnTo>
                  <a:lnTo>
                    <a:pt x="1270" y="1270"/>
                  </a:lnTo>
                  <a:lnTo>
                    <a:pt x="1270" y="2540"/>
                  </a:lnTo>
                  <a:lnTo>
                    <a:pt x="1270" y="3810"/>
                  </a:lnTo>
                  <a:lnTo>
                    <a:pt x="2540" y="3810"/>
                  </a:lnTo>
                  <a:lnTo>
                    <a:pt x="2540" y="2540"/>
                  </a:lnTo>
                  <a:lnTo>
                    <a:pt x="163830" y="2540"/>
                  </a:lnTo>
                  <a:lnTo>
                    <a:pt x="163830" y="1270"/>
                  </a:lnTo>
                  <a:close/>
                </a:path>
                <a:path w="600710" h="6350">
                  <a:moveTo>
                    <a:pt x="165100" y="3810"/>
                  </a:moveTo>
                  <a:lnTo>
                    <a:pt x="5080" y="3810"/>
                  </a:lnTo>
                  <a:lnTo>
                    <a:pt x="5080" y="5080"/>
                  </a:lnTo>
                  <a:lnTo>
                    <a:pt x="6337" y="5080"/>
                  </a:lnTo>
                  <a:lnTo>
                    <a:pt x="6337" y="6350"/>
                  </a:lnTo>
                  <a:lnTo>
                    <a:pt x="165100" y="6350"/>
                  </a:lnTo>
                  <a:lnTo>
                    <a:pt x="165100" y="5080"/>
                  </a:lnTo>
                  <a:lnTo>
                    <a:pt x="165100" y="3810"/>
                  </a:lnTo>
                  <a:close/>
                </a:path>
                <a:path w="600710" h="6350">
                  <a:moveTo>
                    <a:pt x="600710" y="3810"/>
                  </a:moveTo>
                  <a:lnTo>
                    <a:pt x="537210" y="3810"/>
                  </a:lnTo>
                  <a:lnTo>
                    <a:pt x="537210" y="2540"/>
                  </a:lnTo>
                  <a:lnTo>
                    <a:pt x="535940" y="2540"/>
                  </a:lnTo>
                  <a:lnTo>
                    <a:pt x="535940" y="3810"/>
                  </a:lnTo>
                  <a:lnTo>
                    <a:pt x="535940" y="5080"/>
                  </a:lnTo>
                  <a:lnTo>
                    <a:pt x="534670" y="5080"/>
                  </a:lnTo>
                  <a:lnTo>
                    <a:pt x="534670" y="6350"/>
                  </a:lnTo>
                  <a:lnTo>
                    <a:pt x="600710" y="6350"/>
                  </a:lnTo>
                  <a:lnTo>
                    <a:pt x="600710" y="5080"/>
                  </a:lnTo>
                  <a:lnTo>
                    <a:pt x="600710" y="3810"/>
                  </a:lnTo>
                  <a:close/>
                </a:path>
                <a:path w="600710" h="6350">
                  <a:moveTo>
                    <a:pt x="600710" y="12"/>
                  </a:moveTo>
                  <a:lnTo>
                    <a:pt x="537210" y="12"/>
                  </a:lnTo>
                  <a:lnTo>
                    <a:pt x="537210" y="2540"/>
                  </a:lnTo>
                  <a:lnTo>
                    <a:pt x="600710" y="2540"/>
                  </a:lnTo>
                  <a:lnTo>
                    <a:pt x="600710" y="12"/>
                  </a:lnTo>
                  <a:close/>
                </a:path>
              </a:pathLst>
            </a:custGeom>
            <a:solidFill>
              <a:srgbClr val="D29D00"/>
            </a:solidFill>
          </p:spPr>
          <p:txBody>
            <a:bodyPr wrap="square" lIns="0" tIns="0" rIns="0" bIns="0" rtlCol="0"/>
            <a:lstStyle/>
            <a:p/>
          </p:txBody>
        </p:sp>
        <p:sp>
          <p:nvSpPr>
            <p:cNvPr id="323" name="object 323"/>
            <p:cNvSpPr/>
            <p:nvPr/>
          </p:nvSpPr>
          <p:spPr>
            <a:xfrm>
              <a:off x="1130300" y="3294379"/>
              <a:ext cx="591820" cy="7620"/>
            </a:xfrm>
            <a:custGeom>
              <a:avLst/>
              <a:gdLst/>
              <a:ahLst/>
              <a:cxnLst/>
              <a:rect l="l" t="t" r="r" b="b"/>
              <a:pathLst>
                <a:path w="591819" h="7620">
                  <a:moveTo>
                    <a:pt x="157480" y="0"/>
                  </a:moveTo>
                  <a:lnTo>
                    <a:pt x="0" y="0"/>
                  </a:lnTo>
                  <a:lnTo>
                    <a:pt x="0" y="1270"/>
                  </a:lnTo>
                  <a:lnTo>
                    <a:pt x="2540" y="1270"/>
                  </a:lnTo>
                  <a:lnTo>
                    <a:pt x="2540" y="2540"/>
                  </a:lnTo>
                  <a:lnTo>
                    <a:pt x="2540" y="3810"/>
                  </a:lnTo>
                  <a:lnTo>
                    <a:pt x="5080" y="3810"/>
                  </a:lnTo>
                  <a:lnTo>
                    <a:pt x="5080" y="2540"/>
                  </a:lnTo>
                  <a:lnTo>
                    <a:pt x="157480" y="2540"/>
                  </a:lnTo>
                  <a:lnTo>
                    <a:pt x="157480" y="1270"/>
                  </a:lnTo>
                  <a:lnTo>
                    <a:pt x="157480" y="0"/>
                  </a:lnTo>
                  <a:close/>
                </a:path>
                <a:path w="591819" h="7620">
                  <a:moveTo>
                    <a:pt x="161290" y="5080"/>
                  </a:moveTo>
                  <a:lnTo>
                    <a:pt x="160020" y="5080"/>
                  </a:lnTo>
                  <a:lnTo>
                    <a:pt x="160020" y="3810"/>
                  </a:lnTo>
                  <a:lnTo>
                    <a:pt x="158750" y="3810"/>
                  </a:lnTo>
                  <a:lnTo>
                    <a:pt x="158750" y="2540"/>
                  </a:lnTo>
                  <a:lnTo>
                    <a:pt x="157480" y="2540"/>
                  </a:lnTo>
                  <a:lnTo>
                    <a:pt x="157480" y="3810"/>
                  </a:lnTo>
                  <a:lnTo>
                    <a:pt x="7620" y="3810"/>
                  </a:lnTo>
                  <a:lnTo>
                    <a:pt x="7620" y="5080"/>
                  </a:lnTo>
                  <a:lnTo>
                    <a:pt x="8890" y="5080"/>
                  </a:lnTo>
                  <a:lnTo>
                    <a:pt x="8890" y="6350"/>
                  </a:lnTo>
                  <a:lnTo>
                    <a:pt x="11430" y="6350"/>
                  </a:lnTo>
                  <a:lnTo>
                    <a:pt x="11430" y="7620"/>
                  </a:lnTo>
                  <a:lnTo>
                    <a:pt x="161290" y="7620"/>
                  </a:lnTo>
                  <a:lnTo>
                    <a:pt x="161290" y="6350"/>
                  </a:lnTo>
                  <a:lnTo>
                    <a:pt x="161290" y="5080"/>
                  </a:lnTo>
                  <a:close/>
                </a:path>
                <a:path w="591819" h="7620">
                  <a:moveTo>
                    <a:pt x="590550" y="3810"/>
                  </a:moveTo>
                  <a:lnTo>
                    <a:pt x="524510" y="3810"/>
                  </a:lnTo>
                  <a:lnTo>
                    <a:pt x="524510" y="2540"/>
                  </a:lnTo>
                  <a:lnTo>
                    <a:pt x="523227" y="2540"/>
                  </a:lnTo>
                  <a:lnTo>
                    <a:pt x="523227" y="3810"/>
                  </a:lnTo>
                  <a:lnTo>
                    <a:pt x="521970" y="3810"/>
                  </a:lnTo>
                  <a:lnTo>
                    <a:pt x="521970" y="6350"/>
                  </a:lnTo>
                  <a:lnTo>
                    <a:pt x="520700" y="6350"/>
                  </a:lnTo>
                  <a:lnTo>
                    <a:pt x="520700" y="7620"/>
                  </a:lnTo>
                  <a:lnTo>
                    <a:pt x="590550" y="7620"/>
                  </a:lnTo>
                  <a:lnTo>
                    <a:pt x="590550" y="6350"/>
                  </a:lnTo>
                  <a:lnTo>
                    <a:pt x="590550" y="3810"/>
                  </a:lnTo>
                  <a:close/>
                </a:path>
                <a:path w="591819" h="7620">
                  <a:moveTo>
                    <a:pt x="591820" y="0"/>
                  </a:moveTo>
                  <a:lnTo>
                    <a:pt x="524510" y="0"/>
                  </a:lnTo>
                  <a:lnTo>
                    <a:pt x="524510" y="2540"/>
                  </a:lnTo>
                  <a:lnTo>
                    <a:pt x="591820" y="2540"/>
                  </a:lnTo>
                  <a:lnTo>
                    <a:pt x="591820" y="0"/>
                  </a:lnTo>
                  <a:close/>
                </a:path>
              </a:pathLst>
            </a:custGeom>
            <a:solidFill>
              <a:srgbClr val="D49E00"/>
            </a:solidFill>
          </p:spPr>
          <p:txBody>
            <a:bodyPr wrap="square" lIns="0" tIns="0" rIns="0" bIns="0" rtlCol="0"/>
            <a:lstStyle/>
            <a:p/>
          </p:txBody>
        </p:sp>
        <p:sp>
          <p:nvSpPr>
            <p:cNvPr id="324" name="object 324"/>
            <p:cNvSpPr/>
            <p:nvPr/>
          </p:nvSpPr>
          <p:spPr>
            <a:xfrm>
              <a:off x="1144270" y="3301999"/>
              <a:ext cx="576580" cy="7620"/>
            </a:xfrm>
            <a:custGeom>
              <a:avLst/>
              <a:gdLst/>
              <a:ahLst/>
              <a:cxnLst/>
              <a:rect l="l" t="t" r="r" b="b"/>
              <a:pathLst>
                <a:path w="576580" h="7620">
                  <a:moveTo>
                    <a:pt x="148590" y="0"/>
                  </a:moveTo>
                  <a:lnTo>
                    <a:pt x="0" y="0"/>
                  </a:lnTo>
                  <a:lnTo>
                    <a:pt x="0" y="1270"/>
                  </a:lnTo>
                  <a:lnTo>
                    <a:pt x="0" y="2540"/>
                  </a:lnTo>
                  <a:lnTo>
                    <a:pt x="2540" y="2540"/>
                  </a:lnTo>
                  <a:lnTo>
                    <a:pt x="2540" y="1270"/>
                  </a:lnTo>
                  <a:lnTo>
                    <a:pt x="148590" y="1270"/>
                  </a:lnTo>
                  <a:lnTo>
                    <a:pt x="148590" y="0"/>
                  </a:lnTo>
                  <a:close/>
                </a:path>
                <a:path w="576580" h="7620">
                  <a:moveTo>
                    <a:pt x="153670" y="6350"/>
                  </a:moveTo>
                  <a:lnTo>
                    <a:pt x="152400" y="6350"/>
                  </a:lnTo>
                  <a:lnTo>
                    <a:pt x="152400" y="5092"/>
                  </a:lnTo>
                  <a:lnTo>
                    <a:pt x="151130" y="5092"/>
                  </a:lnTo>
                  <a:lnTo>
                    <a:pt x="151130" y="3810"/>
                  </a:lnTo>
                  <a:lnTo>
                    <a:pt x="149860" y="3810"/>
                  </a:lnTo>
                  <a:lnTo>
                    <a:pt x="149860" y="2540"/>
                  </a:lnTo>
                  <a:lnTo>
                    <a:pt x="5080" y="2540"/>
                  </a:lnTo>
                  <a:lnTo>
                    <a:pt x="5080" y="3810"/>
                  </a:lnTo>
                  <a:lnTo>
                    <a:pt x="6350" y="3810"/>
                  </a:lnTo>
                  <a:lnTo>
                    <a:pt x="6350" y="5092"/>
                  </a:lnTo>
                  <a:lnTo>
                    <a:pt x="8890" y="5092"/>
                  </a:lnTo>
                  <a:lnTo>
                    <a:pt x="8890" y="6350"/>
                  </a:lnTo>
                  <a:lnTo>
                    <a:pt x="11430" y="6350"/>
                  </a:lnTo>
                  <a:lnTo>
                    <a:pt x="11430" y="7620"/>
                  </a:lnTo>
                  <a:lnTo>
                    <a:pt x="153670" y="7620"/>
                  </a:lnTo>
                  <a:lnTo>
                    <a:pt x="153670" y="6350"/>
                  </a:lnTo>
                  <a:close/>
                </a:path>
                <a:path w="576580" h="7620">
                  <a:moveTo>
                    <a:pt x="576580" y="2540"/>
                  </a:moveTo>
                  <a:lnTo>
                    <a:pt x="504190" y="2540"/>
                  </a:lnTo>
                  <a:lnTo>
                    <a:pt x="504190" y="3810"/>
                  </a:lnTo>
                  <a:lnTo>
                    <a:pt x="502907" y="3810"/>
                  </a:lnTo>
                  <a:lnTo>
                    <a:pt x="502907" y="5080"/>
                  </a:lnTo>
                  <a:lnTo>
                    <a:pt x="501650" y="5080"/>
                  </a:lnTo>
                  <a:lnTo>
                    <a:pt x="501650" y="6350"/>
                  </a:lnTo>
                  <a:lnTo>
                    <a:pt x="501650" y="7620"/>
                  </a:lnTo>
                  <a:lnTo>
                    <a:pt x="575310" y="7620"/>
                  </a:lnTo>
                  <a:lnTo>
                    <a:pt x="575310" y="6350"/>
                  </a:lnTo>
                  <a:lnTo>
                    <a:pt x="576580" y="6350"/>
                  </a:lnTo>
                  <a:lnTo>
                    <a:pt x="576580" y="5080"/>
                  </a:lnTo>
                  <a:lnTo>
                    <a:pt x="576580" y="3810"/>
                  </a:lnTo>
                  <a:lnTo>
                    <a:pt x="576580" y="2540"/>
                  </a:lnTo>
                  <a:close/>
                </a:path>
                <a:path w="576580" h="7620">
                  <a:moveTo>
                    <a:pt x="576580" y="0"/>
                  </a:moveTo>
                  <a:lnTo>
                    <a:pt x="505460" y="0"/>
                  </a:lnTo>
                  <a:lnTo>
                    <a:pt x="505460" y="1270"/>
                  </a:lnTo>
                  <a:lnTo>
                    <a:pt x="576580" y="1270"/>
                  </a:lnTo>
                  <a:lnTo>
                    <a:pt x="576580" y="0"/>
                  </a:lnTo>
                  <a:close/>
                </a:path>
              </a:pathLst>
            </a:custGeom>
            <a:solidFill>
              <a:srgbClr val="D59F00"/>
            </a:solidFill>
          </p:spPr>
          <p:txBody>
            <a:bodyPr wrap="square" lIns="0" tIns="0" rIns="0" bIns="0" rtlCol="0"/>
            <a:lstStyle/>
            <a:p/>
          </p:txBody>
        </p:sp>
        <p:sp>
          <p:nvSpPr>
            <p:cNvPr id="325" name="object 325"/>
            <p:cNvSpPr/>
            <p:nvPr/>
          </p:nvSpPr>
          <p:spPr>
            <a:xfrm>
              <a:off x="1155700" y="3309619"/>
              <a:ext cx="563880" cy="6350"/>
            </a:xfrm>
            <a:custGeom>
              <a:avLst/>
              <a:gdLst/>
              <a:ahLst/>
              <a:cxnLst/>
              <a:rect l="l" t="t" r="r" b="b"/>
              <a:pathLst>
                <a:path w="563880" h="6350">
                  <a:moveTo>
                    <a:pt x="2540" y="0"/>
                  </a:moveTo>
                  <a:lnTo>
                    <a:pt x="0" y="0"/>
                  </a:lnTo>
                  <a:lnTo>
                    <a:pt x="0" y="1270"/>
                  </a:lnTo>
                  <a:lnTo>
                    <a:pt x="2540" y="1270"/>
                  </a:lnTo>
                  <a:lnTo>
                    <a:pt x="2540" y="0"/>
                  </a:lnTo>
                  <a:close/>
                </a:path>
                <a:path w="563880" h="6350">
                  <a:moveTo>
                    <a:pt x="148590" y="5080"/>
                  </a:moveTo>
                  <a:lnTo>
                    <a:pt x="147320" y="5080"/>
                  </a:lnTo>
                  <a:lnTo>
                    <a:pt x="147320" y="3822"/>
                  </a:lnTo>
                  <a:lnTo>
                    <a:pt x="146050" y="3822"/>
                  </a:lnTo>
                  <a:lnTo>
                    <a:pt x="146050" y="2540"/>
                  </a:lnTo>
                  <a:lnTo>
                    <a:pt x="144780" y="2540"/>
                  </a:lnTo>
                  <a:lnTo>
                    <a:pt x="144780" y="1270"/>
                  </a:lnTo>
                  <a:lnTo>
                    <a:pt x="143510" y="1270"/>
                  </a:lnTo>
                  <a:lnTo>
                    <a:pt x="143510" y="0"/>
                  </a:lnTo>
                  <a:lnTo>
                    <a:pt x="142240" y="0"/>
                  </a:lnTo>
                  <a:lnTo>
                    <a:pt x="142240" y="1270"/>
                  </a:lnTo>
                  <a:lnTo>
                    <a:pt x="5080" y="1270"/>
                  </a:lnTo>
                  <a:lnTo>
                    <a:pt x="5080" y="2540"/>
                  </a:lnTo>
                  <a:lnTo>
                    <a:pt x="6350" y="2540"/>
                  </a:lnTo>
                  <a:lnTo>
                    <a:pt x="6350" y="3822"/>
                  </a:lnTo>
                  <a:lnTo>
                    <a:pt x="8890" y="3822"/>
                  </a:lnTo>
                  <a:lnTo>
                    <a:pt x="8890" y="5080"/>
                  </a:lnTo>
                  <a:lnTo>
                    <a:pt x="11430" y="5080"/>
                  </a:lnTo>
                  <a:lnTo>
                    <a:pt x="11430" y="6350"/>
                  </a:lnTo>
                  <a:lnTo>
                    <a:pt x="148590" y="6350"/>
                  </a:lnTo>
                  <a:lnTo>
                    <a:pt x="148590" y="5080"/>
                  </a:lnTo>
                  <a:close/>
                </a:path>
                <a:path w="563880" h="6350">
                  <a:moveTo>
                    <a:pt x="563880" y="1270"/>
                  </a:moveTo>
                  <a:lnTo>
                    <a:pt x="490220" y="1270"/>
                  </a:lnTo>
                  <a:lnTo>
                    <a:pt x="490220" y="0"/>
                  </a:lnTo>
                  <a:lnTo>
                    <a:pt x="488950" y="0"/>
                  </a:lnTo>
                  <a:lnTo>
                    <a:pt x="488950" y="1270"/>
                  </a:lnTo>
                  <a:lnTo>
                    <a:pt x="487680" y="1270"/>
                  </a:lnTo>
                  <a:lnTo>
                    <a:pt x="487680" y="3810"/>
                  </a:lnTo>
                  <a:lnTo>
                    <a:pt x="486410" y="3810"/>
                  </a:lnTo>
                  <a:lnTo>
                    <a:pt x="486410" y="5080"/>
                  </a:lnTo>
                  <a:lnTo>
                    <a:pt x="485127" y="5080"/>
                  </a:lnTo>
                  <a:lnTo>
                    <a:pt x="485127" y="6350"/>
                  </a:lnTo>
                  <a:lnTo>
                    <a:pt x="563880" y="6350"/>
                  </a:lnTo>
                  <a:lnTo>
                    <a:pt x="563880" y="5080"/>
                  </a:lnTo>
                  <a:lnTo>
                    <a:pt x="563880" y="3810"/>
                  </a:lnTo>
                  <a:lnTo>
                    <a:pt x="563880" y="1270"/>
                  </a:lnTo>
                  <a:close/>
                </a:path>
              </a:pathLst>
            </a:custGeom>
            <a:solidFill>
              <a:srgbClr val="D7A100"/>
            </a:solidFill>
          </p:spPr>
          <p:txBody>
            <a:bodyPr wrap="square" lIns="0" tIns="0" rIns="0" bIns="0" rtlCol="0"/>
            <a:lstStyle/>
            <a:p/>
          </p:txBody>
        </p:sp>
        <p:sp>
          <p:nvSpPr>
            <p:cNvPr id="326" name="object 326"/>
            <p:cNvSpPr/>
            <p:nvPr/>
          </p:nvSpPr>
          <p:spPr>
            <a:xfrm>
              <a:off x="1167130" y="3315969"/>
              <a:ext cx="552450" cy="7620"/>
            </a:xfrm>
            <a:custGeom>
              <a:avLst/>
              <a:gdLst/>
              <a:ahLst/>
              <a:cxnLst/>
              <a:rect l="l" t="t" r="r" b="b"/>
              <a:pathLst>
                <a:path w="552450" h="7620">
                  <a:moveTo>
                    <a:pt x="2540" y="0"/>
                  </a:moveTo>
                  <a:lnTo>
                    <a:pt x="0" y="0"/>
                  </a:lnTo>
                  <a:lnTo>
                    <a:pt x="0" y="1270"/>
                  </a:lnTo>
                  <a:lnTo>
                    <a:pt x="2540" y="1270"/>
                  </a:lnTo>
                  <a:lnTo>
                    <a:pt x="2540" y="0"/>
                  </a:lnTo>
                  <a:close/>
                </a:path>
                <a:path w="552450" h="7620">
                  <a:moveTo>
                    <a:pt x="143510" y="5080"/>
                  </a:moveTo>
                  <a:lnTo>
                    <a:pt x="142240" y="5080"/>
                  </a:lnTo>
                  <a:lnTo>
                    <a:pt x="142240" y="3822"/>
                  </a:lnTo>
                  <a:lnTo>
                    <a:pt x="140970" y="3822"/>
                  </a:lnTo>
                  <a:lnTo>
                    <a:pt x="140970" y="2540"/>
                  </a:lnTo>
                  <a:lnTo>
                    <a:pt x="139687" y="2540"/>
                  </a:lnTo>
                  <a:lnTo>
                    <a:pt x="139687" y="1270"/>
                  </a:lnTo>
                  <a:lnTo>
                    <a:pt x="138430" y="1270"/>
                  </a:lnTo>
                  <a:lnTo>
                    <a:pt x="138430" y="0"/>
                  </a:lnTo>
                  <a:lnTo>
                    <a:pt x="137160" y="0"/>
                  </a:lnTo>
                  <a:lnTo>
                    <a:pt x="137160" y="1270"/>
                  </a:lnTo>
                  <a:lnTo>
                    <a:pt x="5080" y="1270"/>
                  </a:lnTo>
                  <a:lnTo>
                    <a:pt x="5080" y="2540"/>
                  </a:lnTo>
                  <a:lnTo>
                    <a:pt x="6350" y="2540"/>
                  </a:lnTo>
                  <a:lnTo>
                    <a:pt x="6350" y="3822"/>
                  </a:lnTo>
                  <a:lnTo>
                    <a:pt x="8890" y="3822"/>
                  </a:lnTo>
                  <a:lnTo>
                    <a:pt x="8890" y="5080"/>
                  </a:lnTo>
                  <a:lnTo>
                    <a:pt x="11430" y="5080"/>
                  </a:lnTo>
                  <a:lnTo>
                    <a:pt x="11430" y="6350"/>
                  </a:lnTo>
                  <a:lnTo>
                    <a:pt x="11430" y="7620"/>
                  </a:lnTo>
                  <a:lnTo>
                    <a:pt x="13970" y="7620"/>
                  </a:lnTo>
                  <a:lnTo>
                    <a:pt x="13970" y="6350"/>
                  </a:lnTo>
                  <a:lnTo>
                    <a:pt x="143510" y="6350"/>
                  </a:lnTo>
                  <a:lnTo>
                    <a:pt x="143510" y="5080"/>
                  </a:lnTo>
                  <a:close/>
                </a:path>
                <a:path w="552450" h="7620">
                  <a:moveTo>
                    <a:pt x="146050" y="6350"/>
                  </a:moveTo>
                  <a:lnTo>
                    <a:pt x="143510" y="6350"/>
                  </a:lnTo>
                  <a:lnTo>
                    <a:pt x="143510" y="7620"/>
                  </a:lnTo>
                  <a:lnTo>
                    <a:pt x="146050" y="7620"/>
                  </a:lnTo>
                  <a:lnTo>
                    <a:pt x="146050" y="6350"/>
                  </a:lnTo>
                  <a:close/>
                </a:path>
                <a:path w="552450" h="7620">
                  <a:moveTo>
                    <a:pt x="469900" y="6350"/>
                  </a:moveTo>
                  <a:lnTo>
                    <a:pt x="468630" y="6350"/>
                  </a:lnTo>
                  <a:lnTo>
                    <a:pt x="468630" y="7620"/>
                  </a:lnTo>
                  <a:lnTo>
                    <a:pt x="469900" y="7620"/>
                  </a:lnTo>
                  <a:lnTo>
                    <a:pt x="469900" y="6350"/>
                  </a:lnTo>
                  <a:close/>
                </a:path>
                <a:path w="552450" h="7620">
                  <a:moveTo>
                    <a:pt x="552450" y="1270"/>
                  </a:moveTo>
                  <a:lnTo>
                    <a:pt x="472440" y="1270"/>
                  </a:lnTo>
                  <a:lnTo>
                    <a:pt x="472440" y="2540"/>
                  </a:lnTo>
                  <a:lnTo>
                    <a:pt x="471170" y="2540"/>
                  </a:lnTo>
                  <a:lnTo>
                    <a:pt x="471170" y="3810"/>
                  </a:lnTo>
                  <a:lnTo>
                    <a:pt x="469900" y="3810"/>
                  </a:lnTo>
                  <a:lnTo>
                    <a:pt x="469900" y="6350"/>
                  </a:lnTo>
                  <a:lnTo>
                    <a:pt x="551180" y="6350"/>
                  </a:lnTo>
                  <a:lnTo>
                    <a:pt x="551180" y="3810"/>
                  </a:lnTo>
                  <a:lnTo>
                    <a:pt x="551180" y="2540"/>
                  </a:lnTo>
                  <a:lnTo>
                    <a:pt x="552450" y="2540"/>
                  </a:lnTo>
                  <a:lnTo>
                    <a:pt x="552450" y="1270"/>
                  </a:lnTo>
                  <a:close/>
                </a:path>
              </a:pathLst>
            </a:custGeom>
            <a:solidFill>
              <a:srgbClr val="D8A200"/>
            </a:solidFill>
          </p:spPr>
          <p:txBody>
            <a:bodyPr wrap="square" lIns="0" tIns="0" rIns="0" bIns="0" rtlCol="0"/>
            <a:lstStyle/>
            <a:p/>
          </p:txBody>
        </p:sp>
        <p:sp>
          <p:nvSpPr>
            <p:cNvPr id="327" name="object 327"/>
            <p:cNvSpPr/>
            <p:nvPr/>
          </p:nvSpPr>
          <p:spPr>
            <a:xfrm>
              <a:off x="1182370" y="3323589"/>
              <a:ext cx="535940" cy="7620"/>
            </a:xfrm>
            <a:custGeom>
              <a:avLst/>
              <a:gdLst/>
              <a:ahLst/>
              <a:cxnLst/>
              <a:rect l="l" t="t" r="r" b="b"/>
              <a:pathLst>
                <a:path w="535939" h="7620">
                  <a:moveTo>
                    <a:pt x="137147" y="3810"/>
                  </a:moveTo>
                  <a:lnTo>
                    <a:pt x="135890" y="3810"/>
                  </a:lnTo>
                  <a:lnTo>
                    <a:pt x="135890" y="2552"/>
                  </a:lnTo>
                  <a:lnTo>
                    <a:pt x="133350" y="2552"/>
                  </a:lnTo>
                  <a:lnTo>
                    <a:pt x="133350" y="1270"/>
                  </a:lnTo>
                  <a:lnTo>
                    <a:pt x="132080" y="1270"/>
                  </a:lnTo>
                  <a:lnTo>
                    <a:pt x="132080" y="0"/>
                  </a:lnTo>
                  <a:lnTo>
                    <a:pt x="0" y="0"/>
                  </a:lnTo>
                  <a:lnTo>
                    <a:pt x="0" y="1270"/>
                  </a:lnTo>
                  <a:lnTo>
                    <a:pt x="2540" y="1270"/>
                  </a:lnTo>
                  <a:lnTo>
                    <a:pt x="2540" y="2552"/>
                  </a:lnTo>
                  <a:lnTo>
                    <a:pt x="5080" y="2552"/>
                  </a:lnTo>
                  <a:lnTo>
                    <a:pt x="5080" y="3810"/>
                  </a:lnTo>
                  <a:lnTo>
                    <a:pt x="6350" y="3810"/>
                  </a:lnTo>
                  <a:lnTo>
                    <a:pt x="6350" y="5080"/>
                  </a:lnTo>
                  <a:lnTo>
                    <a:pt x="6350" y="6350"/>
                  </a:lnTo>
                  <a:lnTo>
                    <a:pt x="10160" y="6350"/>
                  </a:lnTo>
                  <a:lnTo>
                    <a:pt x="10160" y="5080"/>
                  </a:lnTo>
                  <a:lnTo>
                    <a:pt x="137147" y="5080"/>
                  </a:lnTo>
                  <a:lnTo>
                    <a:pt x="137147" y="3810"/>
                  </a:lnTo>
                  <a:close/>
                </a:path>
                <a:path w="535939" h="7620">
                  <a:moveTo>
                    <a:pt x="140970" y="6350"/>
                  </a:moveTo>
                  <a:lnTo>
                    <a:pt x="139700" y="6350"/>
                  </a:lnTo>
                  <a:lnTo>
                    <a:pt x="139700" y="5080"/>
                  </a:lnTo>
                  <a:lnTo>
                    <a:pt x="137147" y="5080"/>
                  </a:lnTo>
                  <a:lnTo>
                    <a:pt x="137147" y="6350"/>
                  </a:lnTo>
                  <a:lnTo>
                    <a:pt x="13970" y="6350"/>
                  </a:lnTo>
                  <a:lnTo>
                    <a:pt x="13970" y="7620"/>
                  </a:lnTo>
                  <a:lnTo>
                    <a:pt x="140970" y="7620"/>
                  </a:lnTo>
                  <a:lnTo>
                    <a:pt x="140970" y="6350"/>
                  </a:lnTo>
                  <a:close/>
                </a:path>
                <a:path w="535939" h="7620">
                  <a:moveTo>
                    <a:pt x="534670" y="6350"/>
                  </a:moveTo>
                  <a:lnTo>
                    <a:pt x="449580" y="6350"/>
                  </a:lnTo>
                  <a:lnTo>
                    <a:pt x="449580" y="5080"/>
                  </a:lnTo>
                  <a:lnTo>
                    <a:pt x="448310" y="5080"/>
                  </a:lnTo>
                  <a:lnTo>
                    <a:pt x="448310" y="6350"/>
                  </a:lnTo>
                  <a:lnTo>
                    <a:pt x="447040" y="6350"/>
                  </a:lnTo>
                  <a:lnTo>
                    <a:pt x="447040" y="7620"/>
                  </a:lnTo>
                  <a:lnTo>
                    <a:pt x="534670" y="7620"/>
                  </a:lnTo>
                  <a:lnTo>
                    <a:pt x="534670" y="6350"/>
                  </a:lnTo>
                  <a:close/>
                </a:path>
                <a:path w="535939" h="7620">
                  <a:moveTo>
                    <a:pt x="535940" y="0"/>
                  </a:moveTo>
                  <a:lnTo>
                    <a:pt x="452107" y="0"/>
                  </a:lnTo>
                  <a:lnTo>
                    <a:pt x="452107" y="1270"/>
                  </a:lnTo>
                  <a:lnTo>
                    <a:pt x="450850" y="1270"/>
                  </a:lnTo>
                  <a:lnTo>
                    <a:pt x="450850" y="2540"/>
                  </a:lnTo>
                  <a:lnTo>
                    <a:pt x="449580" y="2540"/>
                  </a:lnTo>
                  <a:lnTo>
                    <a:pt x="449580" y="5080"/>
                  </a:lnTo>
                  <a:lnTo>
                    <a:pt x="534670" y="5080"/>
                  </a:lnTo>
                  <a:lnTo>
                    <a:pt x="534670" y="6350"/>
                  </a:lnTo>
                  <a:lnTo>
                    <a:pt x="535940" y="6350"/>
                  </a:lnTo>
                  <a:lnTo>
                    <a:pt x="535940" y="5080"/>
                  </a:lnTo>
                  <a:lnTo>
                    <a:pt x="535940" y="2540"/>
                  </a:lnTo>
                  <a:lnTo>
                    <a:pt x="535940" y="1270"/>
                  </a:lnTo>
                  <a:lnTo>
                    <a:pt x="535940" y="0"/>
                  </a:lnTo>
                  <a:close/>
                </a:path>
              </a:pathLst>
            </a:custGeom>
            <a:solidFill>
              <a:srgbClr val="DAA300"/>
            </a:solidFill>
          </p:spPr>
          <p:txBody>
            <a:bodyPr wrap="square" lIns="0" tIns="0" rIns="0" bIns="0" rtlCol="0"/>
            <a:lstStyle/>
            <a:p/>
          </p:txBody>
        </p:sp>
        <p:sp>
          <p:nvSpPr>
            <p:cNvPr id="328" name="object 328"/>
            <p:cNvSpPr/>
            <p:nvPr/>
          </p:nvSpPr>
          <p:spPr>
            <a:xfrm>
              <a:off x="1198880" y="3331209"/>
              <a:ext cx="518159" cy="8255"/>
            </a:xfrm>
            <a:custGeom>
              <a:avLst/>
              <a:gdLst/>
              <a:ahLst/>
              <a:cxnLst/>
              <a:rect l="l" t="t" r="r" b="b"/>
              <a:pathLst>
                <a:path w="518160" h="8254">
                  <a:moveTo>
                    <a:pt x="132080" y="2540"/>
                  </a:moveTo>
                  <a:lnTo>
                    <a:pt x="129540" y="2540"/>
                  </a:lnTo>
                  <a:lnTo>
                    <a:pt x="129540" y="1282"/>
                  </a:lnTo>
                  <a:lnTo>
                    <a:pt x="127000" y="1282"/>
                  </a:lnTo>
                  <a:lnTo>
                    <a:pt x="127000" y="0"/>
                  </a:lnTo>
                  <a:lnTo>
                    <a:pt x="0" y="0"/>
                  </a:lnTo>
                  <a:lnTo>
                    <a:pt x="0" y="1282"/>
                  </a:lnTo>
                  <a:lnTo>
                    <a:pt x="2540" y="1282"/>
                  </a:lnTo>
                  <a:lnTo>
                    <a:pt x="2540" y="2540"/>
                  </a:lnTo>
                  <a:lnTo>
                    <a:pt x="6350" y="2540"/>
                  </a:lnTo>
                  <a:lnTo>
                    <a:pt x="6350" y="3810"/>
                  </a:lnTo>
                  <a:lnTo>
                    <a:pt x="6350" y="5080"/>
                  </a:lnTo>
                  <a:lnTo>
                    <a:pt x="8890" y="5080"/>
                  </a:lnTo>
                  <a:lnTo>
                    <a:pt x="8890" y="3810"/>
                  </a:lnTo>
                  <a:lnTo>
                    <a:pt x="132080" y="3810"/>
                  </a:lnTo>
                  <a:lnTo>
                    <a:pt x="132080" y="2540"/>
                  </a:lnTo>
                  <a:close/>
                </a:path>
                <a:path w="518160" h="8254">
                  <a:moveTo>
                    <a:pt x="140970" y="6350"/>
                  </a:moveTo>
                  <a:lnTo>
                    <a:pt x="138430" y="6350"/>
                  </a:lnTo>
                  <a:lnTo>
                    <a:pt x="138430" y="5080"/>
                  </a:lnTo>
                  <a:lnTo>
                    <a:pt x="135890" y="5080"/>
                  </a:lnTo>
                  <a:lnTo>
                    <a:pt x="135890" y="3810"/>
                  </a:lnTo>
                  <a:lnTo>
                    <a:pt x="132080" y="3810"/>
                  </a:lnTo>
                  <a:lnTo>
                    <a:pt x="132080" y="5080"/>
                  </a:lnTo>
                  <a:lnTo>
                    <a:pt x="12700" y="5080"/>
                  </a:lnTo>
                  <a:lnTo>
                    <a:pt x="12700" y="6350"/>
                  </a:lnTo>
                  <a:lnTo>
                    <a:pt x="15240" y="6350"/>
                  </a:lnTo>
                  <a:lnTo>
                    <a:pt x="15240" y="7632"/>
                  </a:lnTo>
                  <a:lnTo>
                    <a:pt x="140970" y="7632"/>
                  </a:lnTo>
                  <a:lnTo>
                    <a:pt x="140970" y="6350"/>
                  </a:lnTo>
                  <a:close/>
                </a:path>
                <a:path w="518160" h="8254">
                  <a:moveTo>
                    <a:pt x="518160" y="5080"/>
                  </a:moveTo>
                  <a:lnTo>
                    <a:pt x="426720" y="5080"/>
                  </a:lnTo>
                  <a:lnTo>
                    <a:pt x="426720" y="3810"/>
                  </a:lnTo>
                  <a:lnTo>
                    <a:pt x="425450" y="3810"/>
                  </a:lnTo>
                  <a:lnTo>
                    <a:pt x="425450" y="5080"/>
                  </a:lnTo>
                  <a:lnTo>
                    <a:pt x="424180" y="5080"/>
                  </a:lnTo>
                  <a:lnTo>
                    <a:pt x="424180" y="7632"/>
                  </a:lnTo>
                  <a:lnTo>
                    <a:pt x="518160" y="7632"/>
                  </a:lnTo>
                  <a:lnTo>
                    <a:pt x="518160" y="5080"/>
                  </a:lnTo>
                  <a:close/>
                </a:path>
                <a:path w="518160" h="8254">
                  <a:moveTo>
                    <a:pt x="518160" y="0"/>
                  </a:moveTo>
                  <a:lnTo>
                    <a:pt x="429247" y="0"/>
                  </a:lnTo>
                  <a:lnTo>
                    <a:pt x="429247" y="1270"/>
                  </a:lnTo>
                  <a:lnTo>
                    <a:pt x="427990" y="1270"/>
                  </a:lnTo>
                  <a:lnTo>
                    <a:pt x="427990" y="2540"/>
                  </a:lnTo>
                  <a:lnTo>
                    <a:pt x="426720" y="2540"/>
                  </a:lnTo>
                  <a:lnTo>
                    <a:pt x="426720" y="3810"/>
                  </a:lnTo>
                  <a:lnTo>
                    <a:pt x="518160" y="3810"/>
                  </a:lnTo>
                  <a:lnTo>
                    <a:pt x="518160" y="2540"/>
                  </a:lnTo>
                  <a:lnTo>
                    <a:pt x="518160" y="1270"/>
                  </a:lnTo>
                  <a:lnTo>
                    <a:pt x="518160" y="0"/>
                  </a:lnTo>
                  <a:close/>
                </a:path>
              </a:pathLst>
            </a:custGeom>
            <a:solidFill>
              <a:srgbClr val="DCA400"/>
            </a:solidFill>
          </p:spPr>
          <p:txBody>
            <a:bodyPr wrap="square" lIns="0" tIns="0" rIns="0" bIns="0" rtlCol="0"/>
            <a:lstStyle/>
            <a:p/>
          </p:txBody>
        </p:sp>
        <p:sp>
          <p:nvSpPr>
            <p:cNvPr id="329" name="object 329"/>
            <p:cNvSpPr/>
            <p:nvPr/>
          </p:nvSpPr>
          <p:spPr>
            <a:xfrm>
              <a:off x="1216660" y="3338829"/>
              <a:ext cx="499109" cy="6985"/>
            </a:xfrm>
            <a:custGeom>
              <a:avLst/>
              <a:gdLst/>
              <a:ahLst/>
              <a:cxnLst/>
              <a:rect l="l" t="t" r="r" b="b"/>
              <a:pathLst>
                <a:path w="499110" h="6985">
                  <a:moveTo>
                    <a:pt x="130810" y="1270"/>
                  </a:moveTo>
                  <a:lnTo>
                    <a:pt x="127000" y="1270"/>
                  </a:lnTo>
                  <a:lnTo>
                    <a:pt x="127000" y="12"/>
                  </a:lnTo>
                  <a:lnTo>
                    <a:pt x="0" y="12"/>
                  </a:lnTo>
                  <a:lnTo>
                    <a:pt x="0" y="1270"/>
                  </a:lnTo>
                  <a:lnTo>
                    <a:pt x="3810" y="1270"/>
                  </a:lnTo>
                  <a:lnTo>
                    <a:pt x="3810" y="2540"/>
                  </a:lnTo>
                  <a:lnTo>
                    <a:pt x="3810" y="3810"/>
                  </a:lnTo>
                  <a:lnTo>
                    <a:pt x="6350" y="3810"/>
                  </a:lnTo>
                  <a:lnTo>
                    <a:pt x="6350" y="2540"/>
                  </a:lnTo>
                  <a:lnTo>
                    <a:pt x="130810" y="2540"/>
                  </a:lnTo>
                  <a:lnTo>
                    <a:pt x="130810" y="1270"/>
                  </a:lnTo>
                  <a:close/>
                </a:path>
                <a:path w="499110" h="6985">
                  <a:moveTo>
                    <a:pt x="142240" y="5080"/>
                  </a:moveTo>
                  <a:lnTo>
                    <a:pt x="139700" y="5080"/>
                  </a:lnTo>
                  <a:lnTo>
                    <a:pt x="139700" y="3810"/>
                  </a:lnTo>
                  <a:lnTo>
                    <a:pt x="134607" y="3810"/>
                  </a:lnTo>
                  <a:lnTo>
                    <a:pt x="134607" y="2540"/>
                  </a:lnTo>
                  <a:lnTo>
                    <a:pt x="130810" y="2540"/>
                  </a:lnTo>
                  <a:lnTo>
                    <a:pt x="130810" y="3810"/>
                  </a:lnTo>
                  <a:lnTo>
                    <a:pt x="10160" y="3810"/>
                  </a:lnTo>
                  <a:lnTo>
                    <a:pt x="10160" y="5080"/>
                  </a:lnTo>
                  <a:lnTo>
                    <a:pt x="12700" y="5080"/>
                  </a:lnTo>
                  <a:lnTo>
                    <a:pt x="12700" y="6362"/>
                  </a:lnTo>
                  <a:lnTo>
                    <a:pt x="142240" y="6362"/>
                  </a:lnTo>
                  <a:lnTo>
                    <a:pt x="142240" y="5080"/>
                  </a:lnTo>
                  <a:close/>
                </a:path>
                <a:path w="499110" h="6985">
                  <a:moveTo>
                    <a:pt x="499110" y="3810"/>
                  </a:moveTo>
                  <a:lnTo>
                    <a:pt x="403860" y="3810"/>
                  </a:lnTo>
                  <a:lnTo>
                    <a:pt x="403860" y="2540"/>
                  </a:lnTo>
                  <a:lnTo>
                    <a:pt x="402590" y="2540"/>
                  </a:lnTo>
                  <a:lnTo>
                    <a:pt x="402590" y="3810"/>
                  </a:lnTo>
                  <a:lnTo>
                    <a:pt x="401320" y="3810"/>
                  </a:lnTo>
                  <a:lnTo>
                    <a:pt x="401320" y="5080"/>
                  </a:lnTo>
                  <a:lnTo>
                    <a:pt x="398780" y="5080"/>
                  </a:lnTo>
                  <a:lnTo>
                    <a:pt x="398780" y="6350"/>
                  </a:lnTo>
                  <a:lnTo>
                    <a:pt x="499110" y="6350"/>
                  </a:lnTo>
                  <a:lnTo>
                    <a:pt x="499110" y="5080"/>
                  </a:lnTo>
                  <a:lnTo>
                    <a:pt x="499110" y="3810"/>
                  </a:lnTo>
                  <a:close/>
                </a:path>
                <a:path w="499110" h="6985">
                  <a:moveTo>
                    <a:pt x="499110" y="0"/>
                  </a:moveTo>
                  <a:lnTo>
                    <a:pt x="405130" y="0"/>
                  </a:lnTo>
                  <a:lnTo>
                    <a:pt x="405130" y="1270"/>
                  </a:lnTo>
                  <a:lnTo>
                    <a:pt x="403860" y="1270"/>
                  </a:lnTo>
                  <a:lnTo>
                    <a:pt x="403860" y="2540"/>
                  </a:lnTo>
                  <a:lnTo>
                    <a:pt x="499110" y="2540"/>
                  </a:lnTo>
                  <a:lnTo>
                    <a:pt x="499110" y="1270"/>
                  </a:lnTo>
                  <a:lnTo>
                    <a:pt x="499110" y="0"/>
                  </a:lnTo>
                  <a:close/>
                </a:path>
              </a:pathLst>
            </a:custGeom>
            <a:solidFill>
              <a:srgbClr val="DDA500"/>
            </a:solidFill>
          </p:spPr>
          <p:txBody>
            <a:bodyPr wrap="square" lIns="0" tIns="0" rIns="0" bIns="0" rtlCol="0"/>
            <a:lstStyle/>
            <a:p/>
          </p:txBody>
        </p:sp>
        <p:sp>
          <p:nvSpPr>
            <p:cNvPr id="330" name="object 330"/>
            <p:cNvSpPr/>
            <p:nvPr/>
          </p:nvSpPr>
          <p:spPr>
            <a:xfrm>
              <a:off x="1231900" y="3345179"/>
              <a:ext cx="483870" cy="7620"/>
            </a:xfrm>
            <a:custGeom>
              <a:avLst/>
              <a:gdLst/>
              <a:ahLst/>
              <a:cxnLst/>
              <a:rect l="l" t="t" r="r" b="b"/>
              <a:pathLst>
                <a:path w="483869" h="7620">
                  <a:moveTo>
                    <a:pt x="135890" y="1270"/>
                  </a:moveTo>
                  <a:lnTo>
                    <a:pt x="132080" y="1270"/>
                  </a:lnTo>
                  <a:lnTo>
                    <a:pt x="132080" y="12"/>
                  </a:lnTo>
                  <a:lnTo>
                    <a:pt x="0" y="12"/>
                  </a:lnTo>
                  <a:lnTo>
                    <a:pt x="0" y="1270"/>
                  </a:lnTo>
                  <a:lnTo>
                    <a:pt x="3810" y="1270"/>
                  </a:lnTo>
                  <a:lnTo>
                    <a:pt x="3810" y="2540"/>
                  </a:lnTo>
                  <a:lnTo>
                    <a:pt x="3810" y="3810"/>
                  </a:lnTo>
                  <a:lnTo>
                    <a:pt x="6350" y="3810"/>
                  </a:lnTo>
                  <a:lnTo>
                    <a:pt x="6350" y="2540"/>
                  </a:lnTo>
                  <a:lnTo>
                    <a:pt x="135890" y="2540"/>
                  </a:lnTo>
                  <a:lnTo>
                    <a:pt x="135890" y="1270"/>
                  </a:lnTo>
                  <a:close/>
                </a:path>
                <a:path w="483869" h="7620">
                  <a:moveTo>
                    <a:pt x="153670" y="6362"/>
                  </a:moveTo>
                  <a:lnTo>
                    <a:pt x="151130" y="6362"/>
                  </a:lnTo>
                  <a:lnTo>
                    <a:pt x="151130" y="5080"/>
                  </a:lnTo>
                  <a:lnTo>
                    <a:pt x="144767" y="5080"/>
                  </a:lnTo>
                  <a:lnTo>
                    <a:pt x="144767" y="3810"/>
                  </a:lnTo>
                  <a:lnTo>
                    <a:pt x="140970" y="3810"/>
                  </a:lnTo>
                  <a:lnTo>
                    <a:pt x="140970" y="2540"/>
                  </a:lnTo>
                  <a:lnTo>
                    <a:pt x="135890" y="2540"/>
                  </a:lnTo>
                  <a:lnTo>
                    <a:pt x="135890" y="3810"/>
                  </a:lnTo>
                  <a:lnTo>
                    <a:pt x="10160" y="3810"/>
                  </a:lnTo>
                  <a:lnTo>
                    <a:pt x="10160" y="5080"/>
                  </a:lnTo>
                  <a:lnTo>
                    <a:pt x="12700" y="5080"/>
                  </a:lnTo>
                  <a:lnTo>
                    <a:pt x="12700" y="6362"/>
                  </a:lnTo>
                  <a:lnTo>
                    <a:pt x="15240" y="6362"/>
                  </a:lnTo>
                  <a:lnTo>
                    <a:pt x="15240" y="7620"/>
                  </a:lnTo>
                  <a:lnTo>
                    <a:pt x="153670" y="7620"/>
                  </a:lnTo>
                  <a:lnTo>
                    <a:pt x="153670" y="6362"/>
                  </a:lnTo>
                  <a:close/>
                </a:path>
                <a:path w="483869" h="7620">
                  <a:moveTo>
                    <a:pt x="482600" y="3810"/>
                  </a:moveTo>
                  <a:lnTo>
                    <a:pt x="381000" y="3810"/>
                  </a:lnTo>
                  <a:lnTo>
                    <a:pt x="381000" y="2540"/>
                  </a:lnTo>
                  <a:lnTo>
                    <a:pt x="378460" y="2540"/>
                  </a:lnTo>
                  <a:lnTo>
                    <a:pt x="378460" y="3810"/>
                  </a:lnTo>
                  <a:lnTo>
                    <a:pt x="377190" y="3810"/>
                  </a:lnTo>
                  <a:lnTo>
                    <a:pt x="377190" y="5080"/>
                  </a:lnTo>
                  <a:lnTo>
                    <a:pt x="375920" y="5080"/>
                  </a:lnTo>
                  <a:lnTo>
                    <a:pt x="375920" y="6350"/>
                  </a:lnTo>
                  <a:lnTo>
                    <a:pt x="373380" y="6350"/>
                  </a:lnTo>
                  <a:lnTo>
                    <a:pt x="373380" y="7620"/>
                  </a:lnTo>
                  <a:lnTo>
                    <a:pt x="482600" y="7620"/>
                  </a:lnTo>
                  <a:lnTo>
                    <a:pt x="482600" y="6350"/>
                  </a:lnTo>
                  <a:lnTo>
                    <a:pt x="482600" y="5080"/>
                  </a:lnTo>
                  <a:lnTo>
                    <a:pt x="482600" y="3810"/>
                  </a:lnTo>
                  <a:close/>
                </a:path>
                <a:path w="483869" h="7620">
                  <a:moveTo>
                    <a:pt x="483870" y="0"/>
                  </a:moveTo>
                  <a:lnTo>
                    <a:pt x="382270" y="0"/>
                  </a:lnTo>
                  <a:lnTo>
                    <a:pt x="382270" y="1270"/>
                  </a:lnTo>
                  <a:lnTo>
                    <a:pt x="381000" y="1270"/>
                  </a:lnTo>
                  <a:lnTo>
                    <a:pt x="381000" y="2540"/>
                  </a:lnTo>
                  <a:lnTo>
                    <a:pt x="483870" y="2540"/>
                  </a:lnTo>
                  <a:lnTo>
                    <a:pt x="483870" y="1270"/>
                  </a:lnTo>
                  <a:lnTo>
                    <a:pt x="483870" y="0"/>
                  </a:lnTo>
                  <a:close/>
                </a:path>
              </a:pathLst>
            </a:custGeom>
            <a:solidFill>
              <a:srgbClr val="DFA600"/>
            </a:solidFill>
          </p:spPr>
          <p:txBody>
            <a:bodyPr wrap="square" lIns="0" tIns="0" rIns="0" bIns="0" rtlCol="0"/>
            <a:lstStyle/>
            <a:p/>
          </p:txBody>
        </p:sp>
        <p:sp>
          <p:nvSpPr>
            <p:cNvPr id="331" name="object 331"/>
            <p:cNvSpPr/>
            <p:nvPr/>
          </p:nvSpPr>
          <p:spPr>
            <a:xfrm>
              <a:off x="1250950" y="3352799"/>
              <a:ext cx="463550" cy="7620"/>
            </a:xfrm>
            <a:custGeom>
              <a:avLst/>
              <a:gdLst/>
              <a:ahLst/>
              <a:cxnLst/>
              <a:rect l="l" t="t" r="r" b="b"/>
              <a:pathLst>
                <a:path w="463550" h="7620">
                  <a:moveTo>
                    <a:pt x="138430" y="0"/>
                  </a:moveTo>
                  <a:lnTo>
                    <a:pt x="0" y="0"/>
                  </a:lnTo>
                  <a:lnTo>
                    <a:pt x="0" y="1270"/>
                  </a:lnTo>
                  <a:lnTo>
                    <a:pt x="0" y="2540"/>
                  </a:lnTo>
                  <a:lnTo>
                    <a:pt x="2540" y="2540"/>
                  </a:lnTo>
                  <a:lnTo>
                    <a:pt x="2540" y="1270"/>
                  </a:lnTo>
                  <a:lnTo>
                    <a:pt x="138430" y="1270"/>
                  </a:lnTo>
                  <a:lnTo>
                    <a:pt x="138430" y="0"/>
                  </a:lnTo>
                  <a:close/>
                </a:path>
                <a:path w="463550" h="7620">
                  <a:moveTo>
                    <a:pt x="160020" y="6350"/>
                  </a:moveTo>
                  <a:lnTo>
                    <a:pt x="154940" y="6350"/>
                  </a:lnTo>
                  <a:lnTo>
                    <a:pt x="154940" y="5092"/>
                  </a:lnTo>
                  <a:lnTo>
                    <a:pt x="151130" y="5092"/>
                  </a:lnTo>
                  <a:lnTo>
                    <a:pt x="151130" y="3810"/>
                  </a:lnTo>
                  <a:lnTo>
                    <a:pt x="147320" y="3810"/>
                  </a:lnTo>
                  <a:lnTo>
                    <a:pt x="147320" y="2540"/>
                  </a:lnTo>
                  <a:lnTo>
                    <a:pt x="143510" y="2540"/>
                  </a:lnTo>
                  <a:lnTo>
                    <a:pt x="143510" y="1270"/>
                  </a:lnTo>
                  <a:lnTo>
                    <a:pt x="138430" y="1270"/>
                  </a:lnTo>
                  <a:lnTo>
                    <a:pt x="138430" y="2540"/>
                  </a:lnTo>
                  <a:lnTo>
                    <a:pt x="6350" y="2540"/>
                  </a:lnTo>
                  <a:lnTo>
                    <a:pt x="6350" y="3810"/>
                  </a:lnTo>
                  <a:lnTo>
                    <a:pt x="8890" y="3810"/>
                  </a:lnTo>
                  <a:lnTo>
                    <a:pt x="8890" y="5092"/>
                  </a:lnTo>
                  <a:lnTo>
                    <a:pt x="11430" y="5092"/>
                  </a:lnTo>
                  <a:lnTo>
                    <a:pt x="11430" y="6350"/>
                  </a:lnTo>
                  <a:lnTo>
                    <a:pt x="15240" y="6350"/>
                  </a:lnTo>
                  <a:lnTo>
                    <a:pt x="15240" y="7620"/>
                  </a:lnTo>
                  <a:lnTo>
                    <a:pt x="160020" y="7620"/>
                  </a:lnTo>
                  <a:lnTo>
                    <a:pt x="160020" y="6350"/>
                  </a:lnTo>
                  <a:close/>
                </a:path>
                <a:path w="463550" h="7620">
                  <a:moveTo>
                    <a:pt x="463550" y="2540"/>
                  </a:moveTo>
                  <a:lnTo>
                    <a:pt x="353060" y="2540"/>
                  </a:lnTo>
                  <a:lnTo>
                    <a:pt x="353060" y="1270"/>
                  </a:lnTo>
                  <a:lnTo>
                    <a:pt x="351790" y="1270"/>
                  </a:lnTo>
                  <a:lnTo>
                    <a:pt x="351790" y="2540"/>
                  </a:lnTo>
                  <a:lnTo>
                    <a:pt x="349250" y="2540"/>
                  </a:lnTo>
                  <a:lnTo>
                    <a:pt x="349250" y="3810"/>
                  </a:lnTo>
                  <a:lnTo>
                    <a:pt x="347980" y="3810"/>
                  </a:lnTo>
                  <a:lnTo>
                    <a:pt x="347980" y="5080"/>
                  </a:lnTo>
                  <a:lnTo>
                    <a:pt x="346710" y="5080"/>
                  </a:lnTo>
                  <a:lnTo>
                    <a:pt x="346710" y="6350"/>
                  </a:lnTo>
                  <a:lnTo>
                    <a:pt x="344170" y="6350"/>
                  </a:lnTo>
                  <a:lnTo>
                    <a:pt x="344170" y="7620"/>
                  </a:lnTo>
                  <a:lnTo>
                    <a:pt x="463550" y="7620"/>
                  </a:lnTo>
                  <a:lnTo>
                    <a:pt x="463550" y="6350"/>
                  </a:lnTo>
                  <a:lnTo>
                    <a:pt x="463550" y="5080"/>
                  </a:lnTo>
                  <a:lnTo>
                    <a:pt x="463550" y="3810"/>
                  </a:lnTo>
                  <a:lnTo>
                    <a:pt x="463550" y="2540"/>
                  </a:lnTo>
                  <a:close/>
                </a:path>
                <a:path w="463550" h="7620">
                  <a:moveTo>
                    <a:pt x="463550" y="0"/>
                  </a:moveTo>
                  <a:lnTo>
                    <a:pt x="353060" y="0"/>
                  </a:lnTo>
                  <a:lnTo>
                    <a:pt x="353060" y="1270"/>
                  </a:lnTo>
                  <a:lnTo>
                    <a:pt x="463550" y="1270"/>
                  </a:lnTo>
                  <a:lnTo>
                    <a:pt x="463550" y="0"/>
                  </a:lnTo>
                  <a:close/>
                </a:path>
              </a:pathLst>
            </a:custGeom>
            <a:solidFill>
              <a:srgbClr val="E0A800"/>
            </a:solidFill>
          </p:spPr>
          <p:txBody>
            <a:bodyPr wrap="square" lIns="0" tIns="0" rIns="0" bIns="0" rtlCol="0"/>
            <a:lstStyle/>
            <a:p/>
          </p:txBody>
        </p:sp>
        <p:sp>
          <p:nvSpPr>
            <p:cNvPr id="332" name="object 332"/>
            <p:cNvSpPr/>
            <p:nvPr/>
          </p:nvSpPr>
          <p:spPr>
            <a:xfrm>
              <a:off x="1266190" y="3360419"/>
              <a:ext cx="448309" cy="6350"/>
            </a:xfrm>
            <a:custGeom>
              <a:avLst/>
              <a:gdLst/>
              <a:ahLst/>
              <a:cxnLst/>
              <a:rect l="l" t="t" r="r" b="b"/>
              <a:pathLst>
                <a:path w="448310" h="6350">
                  <a:moveTo>
                    <a:pt x="2540" y="0"/>
                  </a:moveTo>
                  <a:lnTo>
                    <a:pt x="0" y="0"/>
                  </a:lnTo>
                  <a:lnTo>
                    <a:pt x="0" y="1270"/>
                  </a:lnTo>
                  <a:lnTo>
                    <a:pt x="2540" y="1270"/>
                  </a:lnTo>
                  <a:lnTo>
                    <a:pt x="2540" y="0"/>
                  </a:lnTo>
                  <a:close/>
                </a:path>
                <a:path w="448310" h="6350">
                  <a:moveTo>
                    <a:pt x="165100" y="5080"/>
                  </a:moveTo>
                  <a:lnTo>
                    <a:pt x="160020" y="5080"/>
                  </a:lnTo>
                  <a:lnTo>
                    <a:pt x="160020" y="3822"/>
                  </a:lnTo>
                  <a:lnTo>
                    <a:pt x="156210" y="3822"/>
                  </a:lnTo>
                  <a:lnTo>
                    <a:pt x="156210" y="2540"/>
                  </a:lnTo>
                  <a:lnTo>
                    <a:pt x="152400" y="2540"/>
                  </a:lnTo>
                  <a:lnTo>
                    <a:pt x="152400" y="1270"/>
                  </a:lnTo>
                  <a:lnTo>
                    <a:pt x="148590" y="1270"/>
                  </a:lnTo>
                  <a:lnTo>
                    <a:pt x="148590" y="0"/>
                  </a:lnTo>
                  <a:lnTo>
                    <a:pt x="144780" y="0"/>
                  </a:lnTo>
                  <a:lnTo>
                    <a:pt x="144780" y="1270"/>
                  </a:lnTo>
                  <a:lnTo>
                    <a:pt x="6350" y="1270"/>
                  </a:lnTo>
                  <a:lnTo>
                    <a:pt x="6350" y="2540"/>
                  </a:lnTo>
                  <a:lnTo>
                    <a:pt x="8890" y="2540"/>
                  </a:lnTo>
                  <a:lnTo>
                    <a:pt x="8890" y="3822"/>
                  </a:lnTo>
                  <a:lnTo>
                    <a:pt x="11430" y="3822"/>
                  </a:lnTo>
                  <a:lnTo>
                    <a:pt x="11430" y="5080"/>
                  </a:lnTo>
                  <a:lnTo>
                    <a:pt x="15240" y="5080"/>
                  </a:lnTo>
                  <a:lnTo>
                    <a:pt x="15240" y="6350"/>
                  </a:lnTo>
                  <a:lnTo>
                    <a:pt x="165100" y="6350"/>
                  </a:lnTo>
                  <a:lnTo>
                    <a:pt x="165100" y="5080"/>
                  </a:lnTo>
                  <a:close/>
                </a:path>
                <a:path w="448310" h="6350">
                  <a:moveTo>
                    <a:pt x="447040" y="1270"/>
                  </a:moveTo>
                  <a:lnTo>
                    <a:pt x="328930" y="1270"/>
                  </a:lnTo>
                  <a:lnTo>
                    <a:pt x="328930" y="0"/>
                  </a:lnTo>
                  <a:lnTo>
                    <a:pt x="326390" y="0"/>
                  </a:lnTo>
                  <a:lnTo>
                    <a:pt x="326390" y="1270"/>
                  </a:lnTo>
                  <a:lnTo>
                    <a:pt x="325120" y="1270"/>
                  </a:lnTo>
                  <a:lnTo>
                    <a:pt x="325120" y="2540"/>
                  </a:lnTo>
                  <a:lnTo>
                    <a:pt x="322580" y="2540"/>
                  </a:lnTo>
                  <a:lnTo>
                    <a:pt x="322580" y="3810"/>
                  </a:lnTo>
                  <a:lnTo>
                    <a:pt x="321310" y="3810"/>
                  </a:lnTo>
                  <a:lnTo>
                    <a:pt x="321310" y="5080"/>
                  </a:lnTo>
                  <a:lnTo>
                    <a:pt x="318770" y="5080"/>
                  </a:lnTo>
                  <a:lnTo>
                    <a:pt x="318770" y="6350"/>
                  </a:lnTo>
                  <a:lnTo>
                    <a:pt x="447040" y="6350"/>
                  </a:lnTo>
                  <a:lnTo>
                    <a:pt x="447040" y="5080"/>
                  </a:lnTo>
                  <a:lnTo>
                    <a:pt x="447040" y="3810"/>
                  </a:lnTo>
                  <a:lnTo>
                    <a:pt x="447040" y="2540"/>
                  </a:lnTo>
                  <a:lnTo>
                    <a:pt x="447040" y="1270"/>
                  </a:lnTo>
                  <a:close/>
                </a:path>
                <a:path w="448310" h="6350">
                  <a:moveTo>
                    <a:pt x="448310" y="0"/>
                  </a:moveTo>
                  <a:lnTo>
                    <a:pt x="447040" y="0"/>
                  </a:lnTo>
                  <a:lnTo>
                    <a:pt x="447040" y="1270"/>
                  </a:lnTo>
                  <a:lnTo>
                    <a:pt x="448310" y="1270"/>
                  </a:lnTo>
                  <a:lnTo>
                    <a:pt x="448310" y="0"/>
                  </a:lnTo>
                  <a:close/>
                </a:path>
              </a:pathLst>
            </a:custGeom>
            <a:solidFill>
              <a:srgbClr val="E2A900"/>
            </a:solidFill>
          </p:spPr>
          <p:txBody>
            <a:bodyPr wrap="square" lIns="0" tIns="0" rIns="0" bIns="0" rtlCol="0"/>
            <a:lstStyle/>
            <a:p/>
          </p:txBody>
        </p:sp>
        <p:sp>
          <p:nvSpPr>
            <p:cNvPr id="333" name="object 333"/>
            <p:cNvSpPr/>
            <p:nvPr/>
          </p:nvSpPr>
          <p:spPr>
            <a:xfrm>
              <a:off x="1281430" y="3366769"/>
              <a:ext cx="431800" cy="7620"/>
            </a:xfrm>
            <a:custGeom>
              <a:avLst/>
              <a:gdLst/>
              <a:ahLst/>
              <a:cxnLst/>
              <a:rect l="l" t="t" r="r" b="b"/>
              <a:pathLst>
                <a:path w="431800" h="7620">
                  <a:moveTo>
                    <a:pt x="2540" y="0"/>
                  </a:moveTo>
                  <a:lnTo>
                    <a:pt x="0" y="0"/>
                  </a:lnTo>
                  <a:lnTo>
                    <a:pt x="0" y="1270"/>
                  </a:lnTo>
                  <a:lnTo>
                    <a:pt x="2540" y="1270"/>
                  </a:lnTo>
                  <a:lnTo>
                    <a:pt x="2540" y="0"/>
                  </a:lnTo>
                  <a:close/>
                </a:path>
                <a:path w="431800" h="7620">
                  <a:moveTo>
                    <a:pt x="171437" y="5080"/>
                  </a:moveTo>
                  <a:lnTo>
                    <a:pt x="166370" y="5080"/>
                  </a:lnTo>
                  <a:lnTo>
                    <a:pt x="166370" y="3822"/>
                  </a:lnTo>
                  <a:lnTo>
                    <a:pt x="161290" y="3822"/>
                  </a:lnTo>
                  <a:lnTo>
                    <a:pt x="161290" y="2540"/>
                  </a:lnTo>
                  <a:lnTo>
                    <a:pt x="157480" y="2540"/>
                  </a:lnTo>
                  <a:lnTo>
                    <a:pt x="157480" y="1270"/>
                  </a:lnTo>
                  <a:lnTo>
                    <a:pt x="153670" y="1270"/>
                  </a:lnTo>
                  <a:lnTo>
                    <a:pt x="153670" y="0"/>
                  </a:lnTo>
                  <a:lnTo>
                    <a:pt x="149860" y="0"/>
                  </a:lnTo>
                  <a:lnTo>
                    <a:pt x="149860" y="1270"/>
                  </a:lnTo>
                  <a:lnTo>
                    <a:pt x="6350" y="1270"/>
                  </a:lnTo>
                  <a:lnTo>
                    <a:pt x="6350" y="2540"/>
                  </a:lnTo>
                  <a:lnTo>
                    <a:pt x="8890" y="2540"/>
                  </a:lnTo>
                  <a:lnTo>
                    <a:pt x="8890" y="3822"/>
                  </a:lnTo>
                  <a:lnTo>
                    <a:pt x="11430" y="3822"/>
                  </a:lnTo>
                  <a:lnTo>
                    <a:pt x="11430" y="5080"/>
                  </a:lnTo>
                  <a:lnTo>
                    <a:pt x="15240" y="5080"/>
                  </a:lnTo>
                  <a:lnTo>
                    <a:pt x="15240" y="6350"/>
                  </a:lnTo>
                  <a:lnTo>
                    <a:pt x="15240" y="7620"/>
                  </a:lnTo>
                  <a:lnTo>
                    <a:pt x="17780" y="7620"/>
                  </a:lnTo>
                  <a:lnTo>
                    <a:pt x="17780" y="6350"/>
                  </a:lnTo>
                  <a:lnTo>
                    <a:pt x="171437" y="6350"/>
                  </a:lnTo>
                  <a:lnTo>
                    <a:pt x="171437" y="5080"/>
                  </a:lnTo>
                  <a:close/>
                </a:path>
                <a:path w="431800" h="7620">
                  <a:moveTo>
                    <a:pt x="175260" y="6350"/>
                  </a:moveTo>
                  <a:lnTo>
                    <a:pt x="171437" y="6350"/>
                  </a:lnTo>
                  <a:lnTo>
                    <a:pt x="171437" y="7620"/>
                  </a:lnTo>
                  <a:lnTo>
                    <a:pt x="175260" y="7620"/>
                  </a:lnTo>
                  <a:lnTo>
                    <a:pt x="175260" y="6350"/>
                  </a:lnTo>
                  <a:close/>
                </a:path>
                <a:path w="431800" h="7620">
                  <a:moveTo>
                    <a:pt x="289560" y="6350"/>
                  </a:moveTo>
                  <a:lnTo>
                    <a:pt x="285750" y="6350"/>
                  </a:lnTo>
                  <a:lnTo>
                    <a:pt x="285750" y="7620"/>
                  </a:lnTo>
                  <a:lnTo>
                    <a:pt x="289560" y="7620"/>
                  </a:lnTo>
                  <a:lnTo>
                    <a:pt x="289560" y="6350"/>
                  </a:lnTo>
                  <a:close/>
                </a:path>
                <a:path w="431800" h="7620">
                  <a:moveTo>
                    <a:pt x="431800" y="1270"/>
                  </a:moveTo>
                  <a:lnTo>
                    <a:pt x="303530" y="1270"/>
                  </a:lnTo>
                  <a:lnTo>
                    <a:pt x="303530" y="0"/>
                  </a:lnTo>
                  <a:lnTo>
                    <a:pt x="300990" y="0"/>
                  </a:lnTo>
                  <a:lnTo>
                    <a:pt x="300990" y="1270"/>
                  </a:lnTo>
                  <a:lnTo>
                    <a:pt x="298450" y="1270"/>
                  </a:lnTo>
                  <a:lnTo>
                    <a:pt x="298450" y="2540"/>
                  </a:lnTo>
                  <a:lnTo>
                    <a:pt x="295910" y="2540"/>
                  </a:lnTo>
                  <a:lnTo>
                    <a:pt x="295910" y="3810"/>
                  </a:lnTo>
                  <a:lnTo>
                    <a:pt x="294640" y="3810"/>
                  </a:lnTo>
                  <a:lnTo>
                    <a:pt x="294640" y="5080"/>
                  </a:lnTo>
                  <a:lnTo>
                    <a:pt x="289560" y="5080"/>
                  </a:lnTo>
                  <a:lnTo>
                    <a:pt x="289560" y="6350"/>
                  </a:lnTo>
                  <a:lnTo>
                    <a:pt x="430530" y="6350"/>
                  </a:lnTo>
                  <a:lnTo>
                    <a:pt x="430530" y="5080"/>
                  </a:lnTo>
                  <a:lnTo>
                    <a:pt x="430517" y="3810"/>
                  </a:lnTo>
                  <a:lnTo>
                    <a:pt x="431800" y="3810"/>
                  </a:lnTo>
                  <a:lnTo>
                    <a:pt x="431800" y="2540"/>
                  </a:lnTo>
                  <a:lnTo>
                    <a:pt x="431800" y="1270"/>
                  </a:lnTo>
                  <a:close/>
                </a:path>
              </a:pathLst>
            </a:custGeom>
            <a:solidFill>
              <a:srgbClr val="E3AA00"/>
            </a:solidFill>
          </p:spPr>
          <p:txBody>
            <a:bodyPr wrap="square" lIns="0" tIns="0" rIns="0" bIns="0" rtlCol="0"/>
            <a:lstStyle/>
            <a:p/>
          </p:txBody>
        </p:sp>
        <p:sp>
          <p:nvSpPr>
            <p:cNvPr id="334" name="object 334"/>
            <p:cNvSpPr/>
            <p:nvPr/>
          </p:nvSpPr>
          <p:spPr>
            <a:xfrm>
              <a:off x="1303020" y="3374389"/>
              <a:ext cx="408940" cy="7620"/>
            </a:xfrm>
            <a:custGeom>
              <a:avLst/>
              <a:gdLst/>
              <a:ahLst/>
              <a:cxnLst/>
              <a:rect l="l" t="t" r="r" b="b"/>
              <a:pathLst>
                <a:path w="408939" h="7620">
                  <a:moveTo>
                    <a:pt x="173990" y="3810"/>
                  </a:moveTo>
                  <a:lnTo>
                    <a:pt x="168910" y="3810"/>
                  </a:lnTo>
                  <a:lnTo>
                    <a:pt x="168910" y="2552"/>
                  </a:lnTo>
                  <a:lnTo>
                    <a:pt x="166370" y="2552"/>
                  </a:lnTo>
                  <a:lnTo>
                    <a:pt x="166370" y="1270"/>
                  </a:lnTo>
                  <a:lnTo>
                    <a:pt x="158750" y="1270"/>
                  </a:lnTo>
                  <a:lnTo>
                    <a:pt x="158750" y="0"/>
                  </a:lnTo>
                  <a:lnTo>
                    <a:pt x="0" y="0"/>
                  </a:lnTo>
                  <a:lnTo>
                    <a:pt x="0" y="1270"/>
                  </a:lnTo>
                  <a:lnTo>
                    <a:pt x="2540" y="1270"/>
                  </a:lnTo>
                  <a:lnTo>
                    <a:pt x="2540" y="2552"/>
                  </a:lnTo>
                  <a:lnTo>
                    <a:pt x="5080" y="2552"/>
                  </a:lnTo>
                  <a:lnTo>
                    <a:pt x="5080" y="3810"/>
                  </a:lnTo>
                  <a:lnTo>
                    <a:pt x="8890" y="3810"/>
                  </a:lnTo>
                  <a:lnTo>
                    <a:pt x="8890" y="5080"/>
                  </a:lnTo>
                  <a:lnTo>
                    <a:pt x="8890" y="6350"/>
                  </a:lnTo>
                  <a:lnTo>
                    <a:pt x="11430" y="6350"/>
                  </a:lnTo>
                  <a:lnTo>
                    <a:pt x="11430" y="5080"/>
                  </a:lnTo>
                  <a:lnTo>
                    <a:pt x="173990" y="5080"/>
                  </a:lnTo>
                  <a:lnTo>
                    <a:pt x="173990" y="3810"/>
                  </a:lnTo>
                  <a:close/>
                </a:path>
                <a:path w="408939" h="7620">
                  <a:moveTo>
                    <a:pt x="191770" y="6350"/>
                  </a:moveTo>
                  <a:lnTo>
                    <a:pt x="181610" y="6350"/>
                  </a:lnTo>
                  <a:lnTo>
                    <a:pt x="181610" y="5080"/>
                  </a:lnTo>
                  <a:lnTo>
                    <a:pt x="173990" y="5080"/>
                  </a:lnTo>
                  <a:lnTo>
                    <a:pt x="173990" y="6350"/>
                  </a:lnTo>
                  <a:lnTo>
                    <a:pt x="13970" y="6350"/>
                  </a:lnTo>
                  <a:lnTo>
                    <a:pt x="13970" y="7620"/>
                  </a:lnTo>
                  <a:lnTo>
                    <a:pt x="191770" y="7620"/>
                  </a:lnTo>
                  <a:lnTo>
                    <a:pt x="191770" y="6350"/>
                  </a:lnTo>
                  <a:close/>
                </a:path>
                <a:path w="408939" h="7620">
                  <a:moveTo>
                    <a:pt x="408940" y="6350"/>
                  </a:moveTo>
                  <a:lnTo>
                    <a:pt x="250190" y="6350"/>
                  </a:lnTo>
                  <a:lnTo>
                    <a:pt x="250190" y="5080"/>
                  </a:lnTo>
                  <a:lnTo>
                    <a:pt x="241300" y="5080"/>
                  </a:lnTo>
                  <a:lnTo>
                    <a:pt x="241300" y="6350"/>
                  </a:lnTo>
                  <a:lnTo>
                    <a:pt x="237490" y="6350"/>
                  </a:lnTo>
                  <a:lnTo>
                    <a:pt x="237490" y="7620"/>
                  </a:lnTo>
                  <a:lnTo>
                    <a:pt x="408940" y="7620"/>
                  </a:lnTo>
                  <a:lnTo>
                    <a:pt x="408940" y="6350"/>
                  </a:lnTo>
                  <a:close/>
                </a:path>
                <a:path w="408939" h="7620">
                  <a:moveTo>
                    <a:pt x="408940" y="0"/>
                  </a:moveTo>
                  <a:lnTo>
                    <a:pt x="261620" y="0"/>
                  </a:lnTo>
                  <a:lnTo>
                    <a:pt x="261620" y="1270"/>
                  </a:lnTo>
                  <a:lnTo>
                    <a:pt x="256540" y="1270"/>
                  </a:lnTo>
                  <a:lnTo>
                    <a:pt x="256540" y="2540"/>
                  </a:lnTo>
                  <a:lnTo>
                    <a:pt x="252730" y="2540"/>
                  </a:lnTo>
                  <a:lnTo>
                    <a:pt x="252730" y="3810"/>
                  </a:lnTo>
                  <a:lnTo>
                    <a:pt x="250190" y="3810"/>
                  </a:lnTo>
                  <a:lnTo>
                    <a:pt x="250190" y="5080"/>
                  </a:lnTo>
                  <a:lnTo>
                    <a:pt x="408940" y="5080"/>
                  </a:lnTo>
                  <a:lnTo>
                    <a:pt x="408940" y="3810"/>
                  </a:lnTo>
                  <a:lnTo>
                    <a:pt x="408940" y="2540"/>
                  </a:lnTo>
                  <a:lnTo>
                    <a:pt x="408940" y="1270"/>
                  </a:lnTo>
                  <a:lnTo>
                    <a:pt x="408940" y="0"/>
                  </a:lnTo>
                  <a:close/>
                </a:path>
              </a:pathLst>
            </a:custGeom>
            <a:solidFill>
              <a:srgbClr val="E5AB00"/>
            </a:solidFill>
          </p:spPr>
          <p:txBody>
            <a:bodyPr wrap="square" lIns="0" tIns="0" rIns="0" bIns="0" rtlCol="0"/>
            <a:lstStyle/>
            <a:p/>
          </p:txBody>
        </p:sp>
        <p:sp>
          <p:nvSpPr>
            <p:cNvPr id="335" name="object 335"/>
            <p:cNvSpPr/>
            <p:nvPr/>
          </p:nvSpPr>
          <p:spPr>
            <a:xfrm>
              <a:off x="1320800" y="3382009"/>
              <a:ext cx="389890" cy="6350"/>
            </a:xfrm>
            <a:custGeom>
              <a:avLst/>
              <a:gdLst/>
              <a:ahLst/>
              <a:cxnLst/>
              <a:rect l="l" t="t" r="r" b="b"/>
              <a:pathLst>
                <a:path w="389889" h="6350">
                  <a:moveTo>
                    <a:pt x="389890" y="5080"/>
                  </a:moveTo>
                  <a:lnTo>
                    <a:pt x="11430" y="5080"/>
                  </a:lnTo>
                  <a:lnTo>
                    <a:pt x="11430" y="6350"/>
                  </a:lnTo>
                  <a:lnTo>
                    <a:pt x="389890" y="6350"/>
                  </a:lnTo>
                  <a:lnTo>
                    <a:pt x="389890" y="5080"/>
                  </a:lnTo>
                  <a:close/>
                </a:path>
                <a:path w="389889" h="6350">
                  <a:moveTo>
                    <a:pt x="389890" y="0"/>
                  </a:moveTo>
                  <a:lnTo>
                    <a:pt x="191770" y="0"/>
                  </a:lnTo>
                  <a:lnTo>
                    <a:pt x="191770" y="1270"/>
                  </a:lnTo>
                  <a:lnTo>
                    <a:pt x="179070" y="1270"/>
                  </a:lnTo>
                  <a:lnTo>
                    <a:pt x="179070" y="0"/>
                  </a:lnTo>
                  <a:lnTo>
                    <a:pt x="0" y="0"/>
                  </a:lnTo>
                  <a:lnTo>
                    <a:pt x="0" y="1282"/>
                  </a:lnTo>
                  <a:lnTo>
                    <a:pt x="2540" y="1282"/>
                  </a:lnTo>
                  <a:lnTo>
                    <a:pt x="2540" y="2540"/>
                  </a:lnTo>
                  <a:lnTo>
                    <a:pt x="6350" y="2540"/>
                  </a:lnTo>
                  <a:lnTo>
                    <a:pt x="6350" y="3810"/>
                  </a:lnTo>
                  <a:lnTo>
                    <a:pt x="6350" y="5080"/>
                  </a:lnTo>
                  <a:lnTo>
                    <a:pt x="8890" y="5080"/>
                  </a:lnTo>
                  <a:lnTo>
                    <a:pt x="8890" y="3810"/>
                  </a:lnTo>
                  <a:lnTo>
                    <a:pt x="389890" y="3810"/>
                  </a:lnTo>
                  <a:lnTo>
                    <a:pt x="389890" y="2540"/>
                  </a:lnTo>
                  <a:lnTo>
                    <a:pt x="389890" y="1270"/>
                  </a:lnTo>
                  <a:lnTo>
                    <a:pt x="389890" y="0"/>
                  </a:lnTo>
                  <a:close/>
                </a:path>
              </a:pathLst>
            </a:custGeom>
            <a:solidFill>
              <a:srgbClr val="E6AC00"/>
            </a:solidFill>
          </p:spPr>
          <p:txBody>
            <a:bodyPr wrap="square" lIns="0" tIns="0" rIns="0" bIns="0" rtlCol="0"/>
            <a:lstStyle/>
            <a:p/>
          </p:txBody>
        </p:sp>
        <p:sp>
          <p:nvSpPr>
            <p:cNvPr id="336" name="object 336"/>
            <p:cNvSpPr/>
            <p:nvPr/>
          </p:nvSpPr>
          <p:spPr>
            <a:xfrm>
              <a:off x="1334770" y="3388359"/>
              <a:ext cx="375920" cy="7620"/>
            </a:xfrm>
            <a:custGeom>
              <a:avLst/>
              <a:gdLst/>
              <a:ahLst/>
              <a:cxnLst/>
              <a:rect l="l" t="t" r="r" b="b"/>
              <a:pathLst>
                <a:path w="375919" h="7620">
                  <a:moveTo>
                    <a:pt x="374650" y="5080"/>
                  </a:moveTo>
                  <a:lnTo>
                    <a:pt x="19050" y="5080"/>
                  </a:lnTo>
                  <a:lnTo>
                    <a:pt x="19050" y="6350"/>
                  </a:lnTo>
                  <a:lnTo>
                    <a:pt x="22860" y="6350"/>
                  </a:lnTo>
                  <a:lnTo>
                    <a:pt x="22860" y="7620"/>
                  </a:lnTo>
                  <a:lnTo>
                    <a:pt x="374650" y="7620"/>
                  </a:lnTo>
                  <a:lnTo>
                    <a:pt x="374650" y="6350"/>
                  </a:lnTo>
                  <a:lnTo>
                    <a:pt x="374650" y="5080"/>
                  </a:lnTo>
                  <a:close/>
                </a:path>
                <a:path w="375919" h="7620">
                  <a:moveTo>
                    <a:pt x="375920" y="0"/>
                  </a:moveTo>
                  <a:lnTo>
                    <a:pt x="0" y="0"/>
                  </a:lnTo>
                  <a:lnTo>
                    <a:pt x="0" y="1270"/>
                  </a:lnTo>
                  <a:lnTo>
                    <a:pt x="6350" y="1270"/>
                  </a:lnTo>
                  <a:lnTo>
                    <a:pt x="6350" y="2540"/>
                  </a:lnTo>
                  <a:lnTo>
                    <a:pt x="10160" y="2540"/>
                  </a:lnTo>
                  <a:lnTo>
                    <a:pt x="10160" y="3810"/>
                  </a:lnTo>
                  <a:lnTo>
                    <a:pt x="10160" y="5080"/>
                  </a:lnTo>
                  <a:lnTo>
                    <a:pt x="13970" y="5080"/>
                  </a:lnTo>
                  <a:lnTo>
                    <a:pt x="13970" y="3810"/>
                  </a:lnTo>
                  <a:lnTo>
                    <a:pt x="374650" y="3810"/>
                  </a:lnTo>
                  <a:lnTo>
                    <a:pt x="374650" y="5080"/>
                  </a:lnTo>
                  <a:lnTo>
                    <a:pt x="375920" y="5080"/>
                  </a:lnTo>
                  <a:lnTo>
                    <a:pt x="375920" y="3810"/>
                  </a:lnTo>
                  <a:lnTo>
                    <a:pt x="375920" y="2540"/>
                  </a:lnTo>
                  <a:lnTo>
                    <a:pt x="375920" y="1270"/>
                  </a:lnTo>
                  <a:lnTo>
                    <a:pt x="375920" y="0"/>
                  </a:lnTo>
                  <a:close/>
                </a:path>
              </a:pathLst>
            </a:custGeom>
            <a:solidFill>
              <a:srgbClr val="E8AD00"/>
            </a:solidFill>
          </p:spPr>
          <p:txBody>
            <a:bodyPr wrap="square" lIns="0" tIns="0" rIns="0" bIns="0" rtlCol="0"/>
            <a:lstStyle/>
            <a:p/>
          </p:txBody>
        </p:sp>
        <p:sp>
          <p:nvSpPr>
            <p:cNvPr id="337" name="object 337"/>
            <p:cNvSpPr/>
            <p:nvPr/>
          </p:nvSpPr>
          <p:spPr>
            <a:xfrm>
              <a:off x="1361440" y="3395979"/>
              <a:ext cx="347980" cy="7620"/>
            </a:xfrm>
            <a:custGeom>
              <a:avLst/>
              <a:gdLst/>
              <a:ahLst/>
              <a:cxnLst/>
              <a:rect l="l" t="t" r="r" b="b"/>
              <a:pathLst>
                <a:path w="347980" h="7620">
                  <a:moveTo>
                    <a:pt x="346710" y="6362"/>
                  </a:moveTo>
                  <a:lnTo>
                    <a:pt x="21590" y="6362"/>
                  </a:lnTo>
                  <a:lnTo>
                    <a:pt x="21590" y="7620"/>
                  </a:lnTo>
                  <a:lnTo>
                    <a:pt x="346710" y="7620"/>
                  </a:lnTo>
                  <a:lnTo>
                    <a:pt x="346710" y="6362"/>
                  </a:lnTo>
                  <a:close/>
                </a:path>
                <a:path w="347980" h="7620">
                  <a:moveTo>
                    <a:pt x="347980" y="3810"/>
                  </a:moveTo>
                  <a:lnTo>
                    <a:pt x="12700" y="3810"/>
                  </a:lnTo>
                  <a:lnTo>
                    <a:pt x="12700" y="5080"/>
                  </a:lnTo>
                  <a:lnTo>
                    <a:pt x="17780" y="5080"/>
                  </a:lnTo>
                  <a:lnTo>
                    <a:pt x="17780" y="6350"/>
                  </a:lnTo>
                  <a:lnTo>
                    <a:pt x="347980" y="6350"/>
                  </a:lnTo>
                  <a:lnTo>
                    <a:pt x="347980" y="5080"/>
                  </a:lnTo>
                  <a:lnTo>
                    <a:pt x="347980" y="3810"/>
                  </a:lnTo>
                  <a:close/>
                </a:path>
                <a:path w="347980" h="7620">
                  <a:moveTo>
                    <a:pt x="347980" y="0"/>
                  </a:moveTo>
                  <a:lnTo>
                    <a:pt x="0" y="0"/>
                  </a:lnTo>
                  <a:lnTo>
                    <a:pt x="0" y="1270"/>
                  </a:lnTo>
                  <a:lnTo>
                    <a:pt x="5080" y="1270"/>
                  </a:lnTo>
                  <a:lnTo>
                    <a:pt x="5080" y="2540"/>
                  </a:lnTo>
                  <a:lnTo>
                    <a:pt x="5080" y="3810"/>
                  </a:lnTo>
                  <a:lnTo>
                    <a:pt x="8890" y="3810"/>
                  </a:lnTo>
                  <a:lnTo>
                    <a:pt x="8890" y="2540"/>
                  </a:lnTo>
                  <a:lnTo>
                    <a:pt x="347980" y="2540"/>
                  </a:lnTo>
                  <a:lnTo>
                    <a:pt x="347980" y="1270"/>
                  </a:lnTo>
                  <a:lnTo>
                    <a:pt x="347980" y="0"/>
                  </a:lnTo>
                  <a:close/>
                </a:path>
              </a:pathLst>
            </a:custGeom>
            <a:solidFill>
              <a:srgbClr val="E9AE00"/>
            </a:solidFill>
          </p:spPr>
          <p:txBody>
            <a:bodyPr wrap="square" lIns="0" tIns="0" rIns="0" bIns="0" rtlCol="0"/>
            <a:lstStyle/>
            <a:p/>
          </p:txBody>
        </p:sp>
        <p:sp>
          <p:nvSpPr>
            <p:cNvPr id="338" name="object 338"/>
            <p:cNvSpPr/>
            <p:nvPr/>
          </p:nvSpPr>
          <p:spPr>
            <a:xfrm>
              <a:off x="1386840" y="3403599"/>
              <a:ext cx="321310" cy="7620"/>
            </a:xfrm>
            <a:custGeom>
              <a:avLst/>
              <a:gdLst/>
              <a:ahLst/>
              <a:cxnLst/>
              <a:rect l="l" t="t" r="r" b="b"/>
              <a:pathLst>
                <a:path w="321310" h="7620">
                  <a:moveTo>
                    <a:pt x="321310" y="2540"/>
                  </a:moveTo>
                  <a:lnTo>
                    <a:pt x="8890" y="2540"/>
                  </a:lnTo>
                  <a:lnTo>
                    <a:pt x="8890" y="3810"/>
                  </a:lnTo>
                  <a:lnTo>
                    <a:pt x="12700" y="3810"/>
                  </a:lnTo>
                  <a:lnTo>
                    <a:pt x="12700" y="5080"/>
                  </a:lnTo>
                  <a:lnTo>
                    <a:pt x="17780" y="5080"/>
                  </a:lnTo>
                  <a:lnTo>
                    <a:pt x="17780" y="6350"/>
                  </a:lnTo>
                  <a:lnTo>
                    <a:pt x="21590" y="6350"/>
                  </a:lnTo>
                  <a:lnTo>
                    <a:pt x="21590" y="7620"/>
                  </a:lnTo>
                  <a:lnTo>
                    <a:pt x="321310" y="7620"/>
                  </a:lnTo>
                  <a:lnTo>
                    <a:pt x="321310" y="6350"/>
                  </a:lnTo>
                  <a:lnTo>
                    <a:pt x="321310" y="5080"/>
                  </a:lnTo>
                  <a:lnTo>
                    <a:pt x="321310" y="3810"/>
                  </a:lnTo>
                  <a:lnTo>
                    <a:pt x="321310" y="2540"/>
                  </a:lnTo>
                  <a:close/>
                </a:path>
                <a:path w="321310" h="7620">
                  <a:moveTo>
                    <a:pt x="321310" y="0"/>
                  </a:moveTo>
                  <a:lnTo>
                    <a:pt x="0" y="0"/>
                  </a:lnTo>
                  <a:lnTo>
                    <a:pt x="0" y="1270"/>
                  </a:lnTo>
                  <a:lnTo>
                    <a:pt x="0" y="2540"/>
                  </a:lnTo>
                  <a:lnTo>
                    <a:pt x="5080" y="2540"/>
                  </a:lnTo>
                  <a:lnTo>
                    <a:pt x="5080" y="1270"/>
                  </a:lnTo>
                  <a:lnTo>
                    <a:pt x="321310" y="1270"/>
                  </a:lnTo>
                  <a:lnTo>
                    <a:pt x="321310" y="0"/>
                  </a:lnTo>
                  <a:close/>
                </a:path>
              </a:pathLst>
            </a:custGeom>
            <a:solidFill>
              <a:srgbClr val="EBB000"/>
            </a:solidFill>
          </p:spPr>
          <p:txBody>
            <a:bodyPr wrap="square" lIns="0" tIns="0" rIns="0" bIns="0" rtlCol="0"/>
            <a:lstStyle/>
            <a:p/>
          </p:txBody>
        </p:sp>
        <p:sp>
          <p:nvSpPr>
            <p:cNvPr id="339" name="object 339"/>
            <p:cNvSpPr/>
            <p:nvPr/>
          </p:nvSpPr>
          <p:spPr>
            <a:xfrm>
              <a:off x="1408430" y="3411219"/>
              <a:ext cx="299720" cy="6350"/>
            </a:xfrm>
            <a:custGeom>
              <a:avLst/>
              <a:gdLst/>
              <a:ahLst/>
              <a:cxnLst/>
              <a:rect l="l" t="t" r="r" b="b"/>
              <a:pathLst>
                <a:path w="299719" h="6350">
                  <a:moveTo>
                    <a:pt x="5080" y="0"/>
                  </a:moveTo>
                  <a:lnTo>
                    <a:pt x="0" y="0"/>
                  </a:lnTo>
                  <a:lnTo>
                    <a:pt x="0" y="1270"/>
                  </a:lnTo>
                  <a:lnTo>
                    <a:pt x="5080" y="1270"/>
                  </a:lnTo>
                  <a:lnTo>
                    <a:pt x="5080" y="0"/>
                  </a:lnTo>
                  <a:close/>
                </a:path>
                <a:path w="299719" h="6350">
                  <a:moveTo>
                    <a:pt x="299720" y="1270"/>
                  </a:moveTo>
                  <a:lnTo>
                    <a:pt x="8890" y="1270"/>
                  </a:lnTo>
                  <a:lnTo>
                    <a:pt x="8890" y="2540"/>
                  </a:lnTo>
                  <a:lnTo>
                    <a:pt x="12700" y="2540"/>
                  </a:lnTo>
                  <a:lnTo>
                    <a:pt x="12700" y="3810"/>
                  </a:lnTo>
                  <a:lnTo>
                    <a:pt x="17780" y="3810"/>
                  </a:lnTo>
                  <a:lnTo>
                    <a:pt x="17780" y="5080"/>
                  </a:lnTo>
                  <a:lnTo>
                    <a:pt x="21590" y="5080"/>
                  </a:lnTo>
                  <a:lnTo>
                    <a:pt x="21590" y="6350"/>
                  </a:lnTo>
                  <a:lnTo>
                    <a:pt x="298450" y="6350"/>
                  </a:lnTo>
                  <a:lnTo>
                    <a:pt x="298450" y="5080"/>
                  </a:lnTo>
                  <a:lnTo>
                    <a:pt x="298450" y="3810"/>
                  </a:lnTo>
                  <a:lnTo>
                    <a:pt x="298450" y="2540"/>
                  </a:lnTo>
                  <a:lnTo>
                    <a:pt x="299720" y="2540"/>
                  </a:lnTo>
                  <a:lnTo>
                    <a:pt x="299720" y="1270"/>
                  </a:lnTo>
                  <a:close/>
                </a:path>
              </a:pathLst>
            </a:custGeom>
            <a:solidFill>
              <a:srgbClr val="EDB100"/>
            </a:solidFill>
          </p:spPr>
          <p:txBody>
            <a:bodyPr wrap="square" lIns="0" tIns="0" rIns="0" bIns="0" rtlCol="0"/>
            <a:lstStyle/>
            <a:p/>
          </p:txBody>
        </p:sp>
        <p:sp>
          <p:nvSpPr>
            <p:cNvPr id="340" name="object 340"/>
            <p:cNvSpPr/>
            <p:nvPr/>
          </p:nvSpPr>
          <p:spPr>
            <a:xfrm>
              <a:off x="1430020" y="3417569"/>
              <a:ext cx="276860" cy="7620"/>
            </a:xfrm>
            <a:custGeom>
              <a:avLst/>
              <a:gdLst/>
              <a:ahLst/>
              <a:cxnLst/>
              <a:rect l="l" t="t" r="r" b="b"/>
              <a:pathLst>
                <a:path w="276860" h="7620">
                  <a:moveTo>
                    <a:pt x="3810" y="0"/>
                  </a:moveTo>
                  <a:lnTo>
                    <a:pt x="0" y="0"/>
                  </a:lnTo>
                  <a:lnTo>
                    <a:pt x="0" y="1270"/>
                  </a:lnTo>
                  <a:lnTo>
                    <a:pt x="3810" y="1270"/>
                  </a:lnTo>
                  <a:lnTo>
                    <a:pt x="3810" y="0"/>
                  </a:lnTo>
                  <a:close/>
                </a:path>
                <a:path w="276860" h="7620">
                  <a:moveTo>
                    <a:pt x="276860" y="1270"/>
                  </a:moveTo>
                  <a:lnTo>
                    <a:pt x="8890" y="1270"/>
                  </a:lnTo>
                  <a:lnTo>
                    <a:pt x="8890" y="2540"/>
                  </a:lnTo>
                  <a:lnTo>
                    <a:pt x="12700" y="2540"/>
                  </a:lnTo>
                  <a:lnTo>
                    <a:pt x="12700" y="3810"/>
                  </a:lnTo>
                  <a:lnTo>
                    <a:pt x="16510" y="3810"/>
                  </a:lnTo>
                  <a:lnTo>
                    <a:pt x="16510" y="5080"/>
                  </a:lnTo>
                  <a:lnTo>
                    <a:pt x="21590" y="5080"/>
                  </a:lnTo>
                  <a:lnTo>
                    <a:pt x="21590" y="6350"/>
                  </a:lnTo>
                  <a:lnTo>
                    <a:pt x="21590" y="7620"/>
                  </a:lnTo>
                  <a:lnTo>
                    <a:pt x="25400" y="7620"/>
                  </a:lnTo>
                  <a:lnTo>
                    <a:pt x="25400" y="6350"/>
                  </a:lnTo>
                  <a:lnTo>
                    <a:pt x="275577" y="6350"/>
                  </a:lnTo>
                  <a:lnTo>
                    <a:pt x="275590" y="7620"/>
                  </a:lnTo>
                  <a:lnTo>
                    <a:pt x="276860" y="7620"/>
                  </a:lnTo>
                  <a:lnTo>
                    <a:pt x="276860" y="6350"/>
                  </a:lnTo>
                  <a:lnTo>
                    <a:pt x="276860" y="5080"/>
                  </a:lnTo>
                  <a:lnTo>
                    <a:pt x="276860" y="3810"/>
                  </a:lnTo>
                  <a:lnTo>
                    <a:pt x="276860" y="2540"/>
                  </a:lnTo>
                  <a:lnTo>
                    <a:pt x="276860" y="1270"/>
                  </a:lnTo>
                  <a:close/>
                </a:path>
              </a:pathLst>
            </a:custGeom>
            <a:solidFill>
              <a:srgbClr val="EEB200"/>
            </a:solidFill>
          </p:spPr>
          <p:txBody>
            <a:bodyPr wrap="square" lIns="0" tIns="0" rIns="0" bIns="0" rtlCol="0"/>
            <a:lstStyle/>
            <a:p/>
          </p:txBody>
        </p:sp>
        <p:sp>
          <p:nvSpPr>
            <p:cNvPr id="341" name="object 341"/>
            <p:cNvSpPr/>
            <p:nvPr/>
          </p:nvSpPr>
          <p:spPr>
            <a:xfrm>
              <a:off x="1459230" y="3425189"/>
              <a:ext cx="246379" cy="7620"/>
            </a:xfrm>
            <a:custGeom>
              <a:avLst/>
              <a:gdLst/>
              <a:ahLst/>
              <a:cxnLst/>
              <a:rect l="l" t="t" r="r" b="b"/>
              <a:pathLst>
                <a:path w="246380" h="7620">
                  <a:moveTo>
                    <a:pt x="246380" y="6350"/>
                  </a:moveTo>
                  <a:lnTo>
                    <a:pt x="21590" y="6350"/>
                  </a:lnTo>
                  <a:lnTo>
                    <a:pt x="21590" y="7620"/>
                  </a:lnTo>
                  <a:lnTo>
                    <a:pt x="246380" y="7620"/>
                  </a:lnTo>
                  <a:lnTo>
                    <a:pt x="246380" y="6350"/>
                  </a:lnTo>
                  <a:close/>
                </a:path>
                <a:path w="246380" h="7620">
                  <a:moveTo>
                    <a:pt x="246380" y="0"/>
                  </a:moveTo>
                  <a:lnTo>
                    <a:pt x="0" y="0"/>
                  </a:lnTo>
                  <a:lnTo>
                    <a:pt x="0" y="1270"/>
                  </a:lnTo>
                  <a:lnTo>
                    <a:pt x="5080" y="1270"/>
                  </a:lnTo>
                  <a:lnTo>
                    <a:pt x="5080" y="2540"/>
                  </a:lnTo>
                  <a:lnTo>
                    <a:pt x="8890" y="2540"/>
                  </a:lnTo>
                  <a:lnTo>
                    <a:pt x="8890" y="3810"/>
                  </a:lnTo>
                  <a:lnTo>
                    <a:pt x="12700" y="3810"/>
                  </a:lnTo>
                  <a:lnTo>
                    <a:pt x="12700" y="5080"/>
                  </a:lnTo>
                  <a:lnTo>
                    <a:pt x="12700" y="6350"/>
                  </a:lnTo>
                  <a:lnTo>
                    <a:pt x="17780" y="6350"/>
                  </a:lnTo>
                  <a:lnTo>
                    <a:pt x="17780" y="5080"/>
                  </a:lnTo>
                  <a:lnTo>
                    <a:pt x="246380" y="5080"/>
                  </a:lnTo>
                  <a:lnTo>
                    <a:pt x="246380" y="3810"/>
                  </a:lnTo>
                  <a:lnTo>
                    <a:pt x="246380" y="2540"/>
                  </a:lnTo>
                  <a:lnTo>
                    <a:pt x="246380" y="1270"/>
                  </a:lnTo>
                  <a:lnTo>
                    <a:pt x="246380" y="0"/>
                  </a:lnTo>
                  <a:close/>
                </a:path>
              </a:pathLst>
            </a:custGeom>
            <a:solidFill>
              <a:srgbClr val="F0B300"/>
            </a:solidFill>
          </p:spPr>
          <p:txBody>
            <a:bodyPr wrap="square" lIns="0" tIns="0" rIns="0" bIns="0" rtlCol="0"/>
            <a:lstStyle/>
            <a:p/>
          </p:txBody>
        </p:sp>
        <p:sp>
          <p:nvSpPr>
            <p:cNvPr id="342" name="object 342"/>
            <p:cNvSpPr/>
            <p:nvPr/>
          </p:nvSpPr>
          <p:spPr>
            <a:xfrm>
              <a:off x="1484630" y="3432809"/>
              <a:ext cx="220979" cy="6350"/>
            </a:xfrm>
            <a:custGeom>
              <a:avLst/>
              <a:gdLst/>
              <a:ahLst/>
              <a:cxnLst/>
              <a:rect l="l" t="t" r="r" b="b"/>
              <a:pathLst>
                <a:path w="220980" h="6350">
                  <a:moveTo>
                    <a:pt x="219710" y="5080"/>
                  </a:moveTo>
                  <a:lnTo>
                    <a:pt x="17780" y="5080"/>
                  </a:lnTo>
                  <a:lnTo>
                    <a:pt x="17780" y="6350"/>
                  </a:lnTo>
                  <a:lnTo>
                    <a:pt x="219710" y="6350"/>
                  </a:lnTo>
                  <a:lnTo>
                    <a:pt x="219710" y="5080"/>
                  </a:lnTo>
                  <a:close/>
                </a:path>
                <a:path w="220980" h="6350">
                  <a:moveTo>
                    <a:pt x="220980" y="0"/>
                  </a:moveTo>
                  <a:lnTo>
                    <a:pt x="0" y="0"/>
                  </a:lnTo>
                  <a:lnTo>
                    <a:pt x="0" y="1270"/>
                  </a:lnTo>
                  <a:lnTo>
                    <a:pt x="5080" y="1270"/>
                  </a:lnTo>
                  <a:lnTo>
                    <a:pt x="5080" y="2540"/>
                  </a:lnTo>
                  <a:lnTo>
                    <a:pt x="7620" y="2540"/>
                  </a:lnTo>
                  <a:lnTo>
                    <a:pt x="7620" y="3810"/>
                  </a:lnTo>
                  <a:lnTo>
                    <a:pt x="7620" y="5080"/>
                  </a:lnTo>
                  <a:lnTo>
                    <a:pt x="12700" y="5080"/>
                  </a:lnTo>
                  <a:lnTo>
                    <a:pt x="12700" y="3810"/>
                  </a:lnTo>
                  <a:lnTo>
                    <a:pt x="219710" y="3810"/>
                  </a:lnTo>
                  <a:lnTo>
                    <a:pt x="219710" y="2540"/>
                  </a:lnTo>
                  <a:lnTo>
                    <a:pt x="220980" y="2540"/>
                  </a:lnTo>
                  <a:lnTo>
                    <a:pt x="220980" y="1270"/>
                  </a:lnTo>
                  <a:lnTo>
                    <a:pt x="220980" y="0"/>
                  </a:lnTo>
                  <a:close/>
                </a:path>
              </a:pathLst>
            </a:custGeom>
            <a:solidFill>
              <a:srgbClr val="F1B400"/>
            </a:solidFill>
          </p:spPr>
          <p:txBody>
            <a:bodyPr wrap="square" lIns="0" tIns="0" rIns="0" bIns="0" rtlCol="0"/>
            <a:lstStyle/>
            <a:p/>
          </p:txBody>
        </p:sp>
        <p:sp>
          <p:nvSpPr>
            <p:cNvPr id="343" name="object 343"/>
            <p:cNvSpPr/>
            <p:nvPr/>
          </p:nvSpPr>
          <p:spPr>
            <a:xfrm>
              <a:off x="1506220" y="3439159"/>
              <a:ext cx="198120" cy="7620"/>
            </a:xfrm>
            <a:custGeom>
              <a:avLst/>
              <a:gdLst/>
              <a:ahLst/>
              <a:cxnLst/>
              <a:rect l="l" t="t" r="r" b="b"/>
              <a:pathLst>
                <a:path w="198119" h="7620">
                  <a:moveTo>
                    <a:pt x="198120" y="5080"/>
                  </a:moveTo>
                  <a:lnTo>
                    <a:pt x="20320" y="5080"/>
                  </a:lnTo>
                  <a:lnTo>
                    <a:pt x="20320" y="6350"/>
                  </a:lnTo>
                  <a:lnTo>
                    <a:pt x="25400" y="6350"/>
                  </a:lnTo>
                  <a:lnTo>
                    <a:pt x="25400" y="7620"/>
                  </a:lnTo>
                  <a:lnTo>
                    <a:pt x="196850" y="7620"/>
                  </a:lnTo>
                  <a:lnTo>
                    <a:pt x="196850" y="6350"/>
                  </a:lnTo>
                  <a:lnTo>
                    <a:pt x="198120" y="6350"/>
                  </a:lnTo>
                  <a:lnTo>
                    <a:pt x="198120" y="5080"/>
                  </a:lnTo>
                  <a:close/>
                </a:path>
                <a:path w="198119" h="7620">
                  <a:moveTo>
                    <a:pt x="198120" y="0"/>
                  </a:moveTo>
                  <a:lnTo>
                    <a:pt x="0" y="0"/>
                  </a:lnTo>
                  <a:lnTo>
                    <a:pt x="0" y="1270"/>
                  </a:lnTo>
                  <a:lnTo>
                    <a:pt x="3810" y="1270"/>
                  </a:lnTo>
                  <a:lnTo>
                    <a:pt x="3810" y="2540"/>
                  </a:lnTo>
                  <a:lnTo>
                    <a:pt x="6350" y="2540"/>
                  </a:lnTo>
                  <a:lnTo>
                    <a:pt x="6350" y="3810"/>
                  </a:lnTo>
                  <a:lnTo>
                    <a:pt x="6350" y="5080"/>
                  </a:lnTo>
                  <a:lnTo>
                    <a:pt x="13970" y="5080"/>
                  </a:lnTo>
                  <a:lnTo>
                    <a:pt x="13970" y="3810"/>
                  </a:lnTo>
                  <a:lnTo>
                    <a:pt x="198120" y="3810"/>
                  </a:lnTo>
                  <a:lnTo>
                    <a:pt x="198120" y="2540"/>
                  </a:lnTo>
                  <a:lnTo>
                    <a:pt x="198120" y="1270"/>
                  </a:lnTo>
                  <a:lnTo>
                    <a:pt x="198120" y="0"/>
                  </a:lnTo>
                  <a:close/>
                </a:path>
              </a:pathLst>
            </a:custGeom>
            <a:solidFill>
              <a:srgbClr val="F3B500"/>
            </a:solidFill>
          </p:spPr>
          <p:txBody>
            <a:bodyPr wrap="square" lIns="0" tIns="0" rIns="0" bIns="0" rtlCol="0"/>
            <a:lstStyle/>
            <a:p/>
          </p:txBody>
        </p:sp>
        <p:sp>
          <p:nvSpPr>
            <p:cNvPr id="344" name="object 344"/>
            <p:cNvSpPr/>
            <p:nvPr/>
          </p:nvSpPr>
          <p:spPr>
            <a:xfrm>
              <a:off x="1537970" y="3446779"/>
              <a:ext cx="165100" cy="7620"/>
            </a:xfrm>
            <a:custGeom>
              <a:avLst/>
              <a:gdLst/>
              <a:ahLst/>
              <a:cxnLst/>
              <a:rect l="l" t="t" r="r" b="b"/>
              <a:pathLst>
                <a:path w="165100" h="7620">
                  <a:moveTo>
                    <a:pt x="165100" y="3810"/>
                  </a:moveTo>
                  <a:lnTo>
                    <a:pt x="17780" y="3810"/>
                  </a:lnTo>
                  <a:lnTo>
                    <a:pt x="17780" y="5080"/>
                  </a:lnTo>
                  <a:lnTo>
                    <a:pt x="22860" y="5080"/>
                  </a:lnTo>
                  <a:lnTo>
                    <a:pt x="22860" y="6350"/>
                  </a:lnTo>
                  <a:lnTo>
                    <a:pt x="29210" y="6350"/>
                  </a:lnTo>
                  <a:lnTo>
                    <a:pt x="29210" y="7620"/>
                  </a:lnTo>
                  <a:lnTo>
                    <a:pt x="165100" y="7620"/>
                  </a:lnTo>
                  <a:lnTo>
                    <a:pt x="165100" y="6350"/>
                  </a:lnTo>
                  <a:lnTo>
                    <a:pt x="165100" y="5080"/>
                  </a:lnTo>
                  <a:lnTo>
                    <a:pt x="165100" y="3810"/>
                  </a:lnTo>
                  <a:close/>
                </a:path>
                <a:path w="165100" h="7620">
                  <a:moveTo>
                    <a:pt x="165100" y="0"/>
                  </a:moveTo>
                  <a:lnTo>
                    <a:pt x="0" y="0"/>
                  </a:lnTo>
                  <a:lnTo>
                    <a:pt x="0" y="1270"/>
                  </a:lnTo>
                  <a:lnTo>
                    <a:pt x="6350" y="1270"/>
                  </a:lnTo>
                  <a:lnTo>
                    <a:pt x="6350" y="2540"/>
                  </a:lnTo>
                  <a:lnTo>
                    <a:pt x="6350" y="3810"/>
                  </a:lnTo>
                  <a:lnTo>
                    <a:pt x="11430" y="3810"/>
                  </a:lnTo>
                  <a:lnTo>
                    <a:pt x="11430" y="2540"/>
                  </a:lnTo>
                  <a:lnTo>
                    <a:pt x="165100" y="2540"/>
                  </a:lnTo>
                  <a:lnTo>
                    <a:pt x="165100" y="1270"/>
                  </a:lnTo>
                  <a:lnTo>
                    <a:pt x="165100" y="0"/>
                  </a:lnTo>
                  <a:close/>
                </a:path>
              </a:pathLst>
            </a:custGeom>
            <a:solidFill>
              <a:srgbClr val="F4B700"/>
            </a:solidFill>
          </p:spPr>
          <p:txBody>
            <a:bodyPr wrap="square" lIns="0" tIns="0" rIns="0" bIns="0" rtlCol="0"/>
            <a:lstStyle/>
            <a:p/>
          </p:txBody>
        </p:sp>
        <p:sp>
          <p:nvSpPr>
            <p:cNvPr id="345" name="object 345"/>
            <p:cNvSpPr/>
            <p:nvPr/>
          </p:nvSpPr>
          <p:spPr>
            <a:xfrm>
              <a:off x="1572260" y="3454399"/>
              <a:ext cx="130810" cy="6350"/>
            </a:xfrm>
            <a:custGeom>
              <a:avLst/>
              <a:gdLst/>
              <a:ahLst/>
              <a:cxnLst/>
              <a:rect l="l" t="t" r="r" b="b"/>
              <a:pathLst>
                <a:path w="130810" h="6350">
                  <a:moveTo>
                    <a:pt x="129540" y="2540"/>
                  </a:moveTo>
                  <a:lnTo>
                    <a:pt x="12700" y="2540"/>
                  </a:lnTo>
                  <a:lnTo>
                    <a:pt x="12700" y="3810"/>
                  </a:lnTo>
                  <a:lnTo>
                    <a:pt x="17780" y="3810"/>
                  </a:lnTo>
                  <a:lnTo>
                    <a:pt x="17780" y="5080"/>
                  </a:lnTo>
                  <a:lnTo>
                    <a:pt x="24130" y="5080"/>
                  </a:lnTo>
                  <a:lnTo>
                    <a:pt x="24130" y="6350"/>
                  </a:lnTo>
                  <a:lnTo>
                    <a:pt x="129540" y="6350"/>
                  </a:lnTo>
                  <a:lnTo>
                    <a:pt x="129540" y="5080"/>
                  </a:lnTo>
                  <a:lnTo>
                    <a:pt x="129540" y="3810"/>
                  </a:lnTo>
                  <a:lnTo>
                    <a:pt x="129540" y="2540"/>
                  </a:lnTo>
                  <a:close/>
                </a:path>
                <a:path w="130810" h="6350">
                  <a:moveTo>
                    <a:pt x="130810" y="0"/>
                  </a:moveTo>
                  <a:lnTo>
                    <a:pt x="0" y="0"/>
                  </a:lnTo>
                  <a:lnTo>
                    <a:pt x="0" y="1270"/>
                  </a:lnTo>
                  <a:lnTo>
                    <a:pt x="0" y="2540"/>
                  </a:lnTo>
                  <a:lnTo>
                    <a:pt x="6350" y="2540"/>
                  </a:lnTo>
                  <a:lnTo>
                    <a:pt x="6350" y="1270"/>
                  </a:lnTo>
                  <a:lnTo>
                    <a:pt x="129540" y="1270"/>
                  </a:lnTo>
                  <a:lnTo>
                    <a:pt x="129540" y="2540"/>
                  </a:lnTo>
                  <a:lnTo>
                    <a:pt x="130810" y="2540"/>
                  </a:lnTo>
                  <a:lnTo>
                    <a:pt x="130810" y="1270"/>
                  </a:lnTo>
                  <a:lnTo>
                    <a:pt x="130810" y="0"/>
                  </a:lnTo>
                  <a:close/>
                </a:path>
              </a:pathLst>
            </a:custGeom>
            <a:solidFill>
              <a:srgbClr val="F6B800"/>
            </a:solidFill>
          </p:spPr>
          <p:txBody>
            <a:bodyPr wrap="square" lIns="0" tIns="0" rIns="0" bIns="0" rtlCol="0"/>
            <a:lstStyle/>
            <a:p/>
          </p:txBody>
        </p:sp>
        <p:sp>
          <p:nvSpPr>
            <p:cNvPr id="346" name="object 346"/>
            <p:cNvSpPr/>
            <p:nvPr/>
          </p:nvSpPr>
          <p:spPr>
            <a:xfrm>
              <a:off x="1601470" y="3460749"/>
              <a:ext cx="100330" cy="7620"/>
            </a:xfrm>
            <a:custGeom>
              <a:avLst/>
              <a:gdLst/>
              <a:ahLst/>
              <a:cxnLst/>
              <a:rect l="l" t="t" r="r" b="b"/>
              <a:pathLst>
                <a:path w="100330" h="7620">
                  <a:moveTo>
                    <a:pt x="100330" y="2540"/>
                  </a:moveTo>
                  <a:lnTo>
                    <a:pt x="11430" y="2540"/>
                  </a:lnTo>
                  <a:lnTo>
                    <a:pt x="11430" y="3810"/>
                  </a:lnTo>
                  <a:lnTo>
                    <a:pt x="17780" y="3810"/>
                  </a:lnTo>
                  <a:lnTo>
                    <a:pt x="17780" y="5080"/>
                  </a:lnTo>
                  <a:lnTo>
                    <a:pt x="22860" y="5080"/>
                  </a:lnTo>
                  <a:lnTo>
                    <a:pt x="22860" y="6350"/>
                  </a:lnTo>
                  <a:lnTo>
                    <a:pt x="29210" y="6350"/>
                  </a:lnTo>
                  <a:lnTo>
                    <a:pt x="29210" y="7620"/>
                  </a:lnTo>
                  <a:lnTo>
                    <a:pt x="99060" y="7620"/>
                  </a:lnTo>
                  <a:lnTo>
                    <a:pt x="99060" y="6350"/>
                  </a:lnTo>
                  <a:lnTo>
                    <a:pt x="100330" y="6350"/>
                  </a:lnTo>
                  <a:lnTo>
                    <a:pt x="100330" y="5080"/>
                  </a:lnTo>
                  <a:lnTo>
                    <a:pt x="100330" y="3810"/>
                  </a:lnTo>
                  <a:lnTo>
                    <a:pt x="100330" y="2540"/>
                  </a:lnTo>
                  <a:close/>
                </a:path>
                <a:path w="100330" h="7620">
                  <a:moveTo>
                    <a:pt x="100330" y="0"/>
                  </a:moveTo>
                  <a:lnTo>
                    <a:pt x="0" y="0"/>
                  </a:lnTo>
                  <a:lnTo>
                    <a:pt x="0" y="1270"/>
                  </a:lnTo>
                  <a:lnTo>
                    <a:pt x="0" y="2540"/>
                  </a:lnTo>
                  <a:lnTo>
                    <a:pt x="6350" y="2540"/>
                  </a:lnTo>
                  <a:lnTo>
                    <a:pt x="6350" y="1270"/>
                  </a:lnTo>
                  <a:lnTo>
                    <a:pt x="100330" y="1270"/>
                  </a:lnTo>
                  <a:lnTo>
                    <a:pt x="100330" y="0"/>
                  </a:lnTo>
                  <a:close/>
                </a:path>
              </a:pathLst>
            </a:custGeom>
            <a:solidFill>
              <a:srgbClr val="F7B900"/>
            </a:solidFill>
          </p:spPr>
          <p:txBody>
            <a:bodyPr wrap="square" lIns="0" tIns="0" rIns="0" bIns="0" rtlCol="0"/>
            <a:lstStyle/>
            <a:p/>
          </p:txBody>
        </p:sp>
        <p:sp>
          <p:nvSpPr>
            <p:cNvPr id="347" name="object 347"/>
            <p:cNvSpPr/>
            <p:nvPr/>
          </p:nvSpPr>
          <p:spPr>
            <a:xfrm>
              <a:off x="1630680" y="3468370"/>
              <a:ext cx="69850" cy="7620"/>
            </a:xfrm>
            <a:custGeom>
              <a:avLst/>
              <a:gdLst/>
              <a:ahLst/>
              <a:cxnLst/>
              <a:rect l="l" t="t" r="r" b="b"/>
              <a:pathLst>
                <a:path w="69850" h="7620">
                  <a:moveTo>
                    <a:pt x="69850" y="1269"/>
                  </a:moveTo>
                  <a:lnTo>
                    <a:pt x="11430" y="1269"/>
                  </a:lnTo>
                  <a:lnTo>
                    <a:pt x="11430" y="2539"/>
                  </a:lnTo>
                  <a:lnTo>
                    <a:pt x="17780" y="2539"/>
                  </a:lnTo>
                  <a:lnTo>
                    <a:pt x="17780" y="3810"/>
                  </a:lnTo>
                  <a:lnTo>
                    <a:pt x="22859" y="3810"/>
                  </a:lnTo>
                  <a:lnTo>
                    <a:pt x="22859" y="5079"/>
                  </a:lnTo>
                  <a:lnTo>
                    <a:pt x="29209" y="5079"/>
                  </a:lnTo>
                  <a:lnTo>
                    <a:pt x="29209" y="7619"/>
                  </a:lnTo>
                  <a:lnTo>
                    <a:pt x="34289" y="7619"/>
                  </a:lnTo>
                  <a:lnTo>
                    <a:pt x="34289" y="6350"/>
                  </a:lnTo>
                  <a:lnTo>
                    <a:pt x="69850" y="6350"/>
                  </a:lnTo>
                  <a:lnTo>
                    <a:pt x="69850" y="1269"/>
                  </a:lnTo>
                  <a:close/>
                </a:path>
                <a:path w="69850" h="7620">
                  <a:moveTo>
                    <a:pt x="6350" y="0"/>
                  </a:moveTo>
                  <a:lnTo>
                    <a:pt x="0" y="0"/>
                  </a:lnTo>
                  <a:lnTo>
                    <a:pt x="0" y="1269"/>
                  </a:lnTo>
                  <a:lnTo>
                    <a:pt x="6350" y="1269"/>
                  </a:lnTo>
                  <a:lnTo>
                    <a:pt x="6350" y="0"/>
                  </a:lnTo>
                  <a:close/>
                </a:path>
              </a:pathLst>
            </a:custGeom>
            <a:solidFill>
              <a:srgbClr val="F9BA00"/>
            </a:solidFill>
          </p:spPr>
          <p:txBody>
            <a:bodyPr wrap="square" lIns="0" tIns="0" rIns="0" bIns="0" rtlCol="0"/>
            <a:lstStyle/>
            <a:p/>
          </p:txBody>
        </p:sp>
        <p:sp>
          <p:nvSpPr>
            <p:cNvPr id="348" name="object 348"/>
            <p:cNvSpPr/>
            <p:nvPr/>
          </p:nvSpPr>
          <p:spPr>
            <a:xfrm>
              <a:off x="1671319" y="3475990"/>
              <a:ext cx="29209" cy="6350"/>
            </a:xfrm>
            <a:custGeom>
              <a:avLst/>
              <a:gdLst/>
              <a:ahLst/>
              <a:cxnLst/>
              <a:rect l="l" t="t" r="r" b="b"/>
              <a:pathLst>
                <a:path w="29210" h="6350">
                  <a:moveTo>
                    <a:pt x="27939" y="1270"/>
                  </a:moveTo>
                  <a:lnTo>
                    <a:pt x="6350" y="1270"/>
                  </a:lnTo>
                  <a:lnTo>
                    <a:pt x="6350" y="2540"/>
                  </a:lnTo>
                  <a:lnTo>
                    <a:pt x="11430" y="2540"/>
                  </a:lnTo>
                  <a:lnTo>
                    <a:pt x="11430" y="3810"/>
                  </a:lnTo>
                  <a:lnTo>
                    <a:pt x="17780" y="3810"/>
                  </a:lnTo>
                  <a:lnTo>
                    <a:pt x="17780" y="6350"/>
                  </a:lnTo>
                  <a:lnTo>
                    <a:pt x="22860" y="6350"/>
                  </a:lnTo>
                  <a:lnTo>
                    <a:pt x="22860" y="5080"/>
                  </a:lnTo>
                  <a:lnTo>
                    <a:pt x="27940" y="5080"/>
                  </a:lnTo>
                  <a:lnTo>
                    <a:pt x="27939" y="1270"/>
                  </a:lnTo>
                  <a:close/>
                </a:path>
                <a:path w="29210" h="6350">
                  <a:moveTo>
                    <a:pt x="29210" y="0"/>
                  </a:moveTo>
                  <a:lnTo>
                    <a:pt x="0" y="0"/>
                  </a:lnTo>
                  <a:lnTo>
                    <a:pt x="0" y="1270"/>
                  </a:lnTo>
                  <a:lnTo>
                    <a:pt x="29210" y="1270"/>
                  </a:lnTo>
                  <a:lnTo>
                    <a:pt x="29210" y="0"/>
                  </a:lnTo>
                  <a:close/>
                </a:path>
              </a:pathLst>
            </a:custGeom>
            <a:solidFill>
              <a:srgbClr val="FABB00"/>
            </a:solidFill>
          </p:spPr>
          <p:txBody>
            <a:bodyPr wrap="square" lIns="0" tIns="0" rIns="0" bIns="0" rtlCol="0"/>
            <a:lstStyle/>
            <a:p/>
          </p:txBody>
        </p:sp>
        <p:sp>
          <p:nvSpPr>
            <p:cNvPr id="349" name="object 349"/>
            <p:cNvSpPr/>
            <p:nvPr/>
          </p:nvSpPr>
          <p:spPr>
            <a:xfrm>
              <a:off x="999489" y="2297430"/>
              <a:ext cx="737870" cy="1184910"/>
            </a:xfrm>
            <a:custGeom>
              <a:avLst/>
              <a:gdLst/>
              <a:ahLst/>
              <a:cxnLst/>
              <a:rect l="l" t="t" r="r" b="b"/>
              <a:pathLst>
                <a:path w="737869" h="1184910">
                  <a:moveTo>
                    <a:pt x="737870" y="866140"/>
                  </a:moveTo>
                  <a:lnTo>
                    <a:pt x="717549" y="1024890"/>
                  </a:lnTo>
                  <a:lnTo>
                    <a:pt x="698499" y="1184910"/>
                  </a:lnTo>
                  <a:lnTo>
                    <a:pt x="513079" y="1144270"/>
                  </a:lnTo>
                  <a:lnTo>
                    <a:pt x="492759" y="1137920"/>
                  </a:lnTo>
                  <a:lnTo>
                    <a:pt x="335279" y="1090930"/>
                  </a:lnTo>
                  <a:lnTo>
                    <a:pt x="317500" y="1083310"/>
                  </a:lnTo>
                  <a:lnTo>
                    <a:pt x="189229" y="1029970"/>
                  </a:lnTo>
                  <a:lnTo>
                    <a:pt x="173990" y="1021080"/>
                  </a:lnTo>
                  <a:lnTo>
                    <a:pt x="128269" y="995680"/>
                  </a:lnTo>
                  <a:lnTo>
                    <a:pt x="115569" y="986790"/>
                  </a:lnTo>
                  <a:lnTo>
                    <a:pt x="76200" y="960120"/>
                  </a:lnTo>
                  <a:lnTo>
                    <a:pt x="67309" y="951230"/>
                  </a:lnTo>
                  <a:lnTo>
                    <a:pt x="33019" y="920750"/>
                  </a:lnTo>
                  <a:lnTo>
                    <a:pt x="29209" y="914400"/>
                  </a:lnTo>
                  <a:lnTo>
                    <a:pt x="0" y="878840"/>
                  </a:lnTo>
                  <a:lnTo>
                    <a:pt x="0" y="854710"/>
                  </a:lnTo>
                  <a:lnTo>
                    <a:pt x="19050" y="877570"/>
                  </a:lnTo>
                  <a:lnTo>
                    <a:pt x="24129" y="883920"/>
                  </a:lnTo>
                  <a:lnTo>
                    <a:pt x="29209" y="890270"/>
                  </a:lnTo>
                  <a:lnTo>
                    <a:pt x="33019" y="894080"/>
                  </a:lnTo>
                  <a:lnTo>
                    <a:pt x="35559" y="895350"/>
                  </a:lnTo>
                  <a:lnTo>
                    <a:pt x="40640" y="899160"/>
                  </a:lnTo>
                  <a:lnTo>
                    <a:pt x="46990" y="902970"/>
                  </a:lnTo>
                  <a:lnTo>
                    <a:pt x="52069" y="905510"/>
                  </a:lnTo>
                  <a:lnTo>
                    <a:pt x="57150" y="906780"/>
                  </a:lnTo>
                  <a:lnTo>
                    <a:pt x="60959" y="906780"/>
                  </a:lnTo>
                  <a:lnTo>
                    <a:pt x="63500" y="908050"/>
                  </a:lnTo>
                  <a:lnTo>
                    <a:pt x="64769" y="908050"/>
                  </a:lnTo>
                  <a:lnTo>
                    <a:pt x="67309" y="908050"/>
                  </a:lnTo>
                  <a:lnTo>
                    <a:pt x="67309" y="906780"/>
                  </a:lnTo>
                  <a:lnTo>
                    <a:pt x="69850" y="906780"/>
                  </a:lnTo>
                  <a:lnTo>
                    <a:pt x="72390" y="904240"/>
                  </a:lnTo>
                  <a:lnTo>
                    <a:pt x="74929" y="902970"/>
                  </a:lnTo>
                  <a:lnTo>
                    <a:pt x="77469" y="900430"/>
                  </a:lnTo>
                  <a:lnTo>
                    <a:pt x="78740" y="896620"/>
                  </a:lnTo>
                  <a:lnTo>
                    <a:pt x="81279" y="892810"/>
                  </a:lnTo>
                  <a:lnTo>
                    <a:pt x="82550" y="891540"/>
                  </a:lnTo>
                  <a:lnTo>
                    <a:pt x="82550" y="889000"/>
                  </a:lnTo>
                  <a:lnTo>
                    <a:pt x="83819" y="883920"/>
                  </a:lnTo>
                  <a:lnTo>
                    <a:pt x="85090" y="876300"/>
                  </a:lnTo>
                  <a:lnTo>
                    <a:pt x="86359" y="867410"/>
                  </a:lnTo>
                  <a:lnTo>
                    <a:pt x="87629" y="843280"/>
                  </a:lnTo>
                  <a:lnTo>
                    <a:pt x="87629" y="814070"/>
                  </a:lnTo>
                  <a:lnTo>
                    <a:pt x="95250" y="227330"/>
                  </a:lnTo>
                  <a:lnTo>
                    <a:pt x="95250" y="195580"/>
                  </a:lnTo>
                  <a:lnTo>
                    <a:pt x="93979" y="170180"/>
                  </a:lnTo>
                  <a:lnTo>
                    <a:pt x="93979" y="160020"/>
                  </a:lnTo>
                  <a:lnTo>
                    <a:pt x="92709" y="151130"/>
                  </a:lnTo>
                  <a:lnTo>
                    <a:pt x="91440" y="143510"/>
                  </a:lnTo>
                  <a:lnTo>
                    <a:pt x="90169" y="140970"/>
                  </a:lnTo>
                  <a:lnTo>
                    <a:pt x="90169" y="138430"/>
                  </a:lnTo>
                  <a:lnTo>
                    <a:pt x="87629" y="133350"/>
                  </a:lnTo>
                  <a:lnTo>
                    <a:pt x="86359" y="127000"/>
                  </a:lnTo>
                  <a:lnTo>
                    <a:pt x="85090" y="125730"/>
                  </a:lnTo>
                  <a:lnTo>
                    <a:pt x="73659" y="105410"/>
                  </a:lnTo>
                  <a:lnTo>
                    <a:pt x="69850" y="99060"/>
                  </a:lnTo>
                  <a:lnTo>
                    <a:pt x="66040" y="92710"/>
                  </a:lnTo>
                  <a:lnTo>
                    <a:pt x="62229" y="86360"/>
                  </a:lnTo>
                  <a:lnTo>
                    <a:pt x="57150" y="80010"/>
                  </a:lnTo>
                  <a:lnTo>
                    <a:pt x="50800" y="74930"/>
                  </a:lnTo>
                  <a:lnTo>
                    <a:pt x="45719" y="68580"/>
                  </a:lnTo>
                  <a:lnTo>
                    <a:pt x="39369" y="62230"/>
                  </a:lnTo>
                  <a:lnTo>
                    <a:pt x="38100" y="60960"/>
                  </a:lnTo>
                  <a:lnTo>
                    <a:pt x="33019" y="57150"/>
                  </a:lnTo>
                  <a:lnTo>
                    <a:pt x="33019" y="55880"/>
                  </a:lnTo>
                  <a:lnTo>
                    <a:pt x="26669" y="50800"/>
                  </a:lnTo>
                  <a:lnTo>
                    <a:pt x="20319" y="44450"/>
                  </a:lnTo>
                  <a:lnTo>
                    <a:pt x="0" y="22860"/>
                  </a:lnTo>
                  <a:lnTo>
                    <a:pt x="0" y="0"/>
                  </a:lnTo>
                  <a:lnTo>
                    <a:pt x="33019" y="31750"/>
                  </a:lnTo>
                  <a:lnTo>
                    <a:pt x="39369" y="35560"/>
                  </a:lnTo>
                  <a:lnTo>
                    <a:pt x="74929" y="62230"/>
                  </a:lnTo>
                  <a:lnTo>
                    <a:pt x="128269" y="91440"/>
                  </a:lnTo>
                  <a:lnTo>
                    <a:pt x="187959" y="119380"/>
                  </a:lnTo>
                  <a:lnTo>
                    <a:pt x="204469" y="127000"/>
                  </a:lnTo>
                  <a:lnTo>
                    <a:pt x="335279" y="172720"/>
                  </a:lnTo>
                  <a:lnTo>
                    <a:pt x="354329" y="177800"/>
                  </a:lnTo>
                  <a:lnTo>
                    <a:pt x="416559" y="194310"/>
                  </a:lnTo>
                  <a:lnTo>
                    <a:pt x="415290" y="219710"/>
                  </a:lnTo>
                  <a:lnTo>
                    <a:pt x="378459" y="209550"/>
                  </a:lnTo>
                  <a:lnTo>
                    <a:pt x="369569" y="207010"/>
                  </a:lnTo>
                  <a:lnTo>
                    <a:pt x="360679" y="205740"/>
                  </a:lnTo>
                  <a:lnTo>
                    <a:pt x="354329" y="204470"/>
                  </a:lnTo>
                  <a:lnTo>
                    <a:pt x="353059" y="204470"/>
                  </a:lnTo>
                  <a:lnTo>
                    <a:pt x="345440" y="204470"/>
                  </a:lnTo>
                  <a:lnTo>
                    <a:pt x="337819" y="204470"/>
                  </a:lnTo>
                  <a:lnTo>
                    <a:pt x="334009" y="204470"/>
                  </a:lnTo>
                  <a:lnTo>
                    <a:pt x="331469" y="204470"/>
                  </a:lnTo>
                  <a:lnTo>
                    <a:pt x="325119" y="205740"/>
                  </a:lnTo>
                  <a:lnTo>
                    <a:pt x="320040" y="207010"/>
                  </a:lnTo>
                  <a:lnTo>
                    <a:pt x="316229" y="208280"/>
                  </a:lnTo>
                  <a:lnTo>
                    <a:pt x="312419" y="209550"/>
                  </a:lnTo>
                  <a:lnTo>
                    <a:pt x="308609" y="212090"/>
                  </a:lnTo>
                  <a:lnTo>
                    <a:pt x="306069" y="213360"/>
                  </a:lnTo>
                  <a:lnTo>
                    <a:pt x="302259" y="217170"/>
                  </a:lnTo>
                  <a:lnTo>
                    <a:pt x="299719" y="220980"/>
                  </a:lnTo>
                  <a:lnTo>
                    <a:pt x="297179" y="224790"/>
                  </a:lnTo>
                  <a:lnTo>
                    <a:pt x="294640" y="229870"/>
                  </a:lnTo>
                  <a:lnTo>
                    <a:pt x="293369" y="231140"/>
                  </a:lnTo>
                  <a:lnTo>
                    <a:pt x="292100" y="233680"/>
                  </a:lnTo>
                  <a:lnTo>
                    <a:pt x="290829" y="240030"/>
                  </a:lnTo>
                  <a:lnTo>
                    <a:pt x="289559" y="247650"/>
                  </a:lnTo>
                  <a:lnTo>
                    <a:pt x="289559" y="256540"/>
                  </a:lnTo>
                  <a:lnTo>
                    <a:pt x="287019" y="280670"/>
                  </a:lnTo>
                  <a:lnTo>
                    <a:pt x="287019" y="312420"/>
                  </a:lnTo>
                  <a:lnTo>
                    <a:pt x="275590" y="890270"/>
                  </a:lnTo>
                  <a:lnTo>
                    <a:pt x="274319" y="922020"/>
                  </a:lnTo>
                  <a:lnTo>
                    <a:pt x="275590" y="947420"/>
                  </a:lnTo>
                  <a:lnTo>
                    <a:pt x="276859" y="958850"/>
                  </a:lnTo>
                  <a:lnTo>
                    <a:pt x="278129" y="967740"/>
                  </a:lnTo>
                  <a:lnTo>
                    <a:pt x="279400" y="975360"/>
                  </a:lnTo>
                  <a:lnTo>
                    <a:pt x="279400" y="979170"/>
                  </a:lnTo>
                  <a:lnTo>
                    <a:pt x="280669" y="981710"/>
                  </a:lnTo>
                  <a:lnTo>
                    <a:pt x="281940" y="985520"/>
                  </a:lnTo>
                  <a:lnTo>
                    <a:pt x="281940" y="988060"/>
                  </a:lnTo>
                  <a:lnTo>
                    <a:pt x="283209" y="990600"/>
                  </a:lnTo>
                  <a:lnTo>
                    <a:pt x="284479" y="993140"/>
                  </a:lnTo>
                  <a:lnTo>
                    <a:pt x="285750" y="995680"/>
                  </a:lnTo>
                  <a:lnTo>
                    <a:pt x="287019" y="998220"/>
                  </a:lnTo>
                  <a:lnTo>
                    <a:pt x="289559" y="1000760"/>
                  </a:lnTo>
                  <a:lnTo>
                    <a:pt x="290829" y="1003300"/>
                  </a:lnTo>
                  <a:lnTo>
                    <a:pt x="292100" y="1005840"/>
                  </a:lnTo>
                  <a:lnTo>
                    <a:pt x="294640" y="1008380"/>
                  </a:lnTo>
                  <a:lnTo>
                    <a:pt x="298450" y="1012190"/>
                  </a:lnTo>
                  <a:lnTo>
                    <a:pt x="303529" y="1017270"/>
                  </a:lnTo>
                  <a:lnTo>
                    <a:pt x="308609" y="1022350"/>
                  </a:lnTo>
                  <a:lnTo>
                    <a:pt x="309879" y="1023620"/>
                  </a:lnTo>
                  <a:lnTo>
                    <a:pt x="312419" y="1024890"/>
                  </a:lnTo>
                  <a:lnTo>
                    <a:pt x="317500" y="1028700"/>
                  </a:lnTo>
                  <a:lnTo>
                    <a:pt x="325119" y="1033780"/>
                  </a:lnTo>
                  <a:lnTo>
                    <a:pt x="334009" y="1037590"/>
                  </a:lnTo>
                  <a:lnTo>
                    <a:pt x="336550" y="1038860"/>
                  </a:lnTo>
                  <a:lnTo>
                    <a:pt x="355600" y="1045210"/>
                  </a:lnTo>
                  <a:lnTo>
                    <a:pt x="382269" y="1052830"/>
                  </a:lnTo>
                  <a:lnTo>
                    <a:pt x="452119" y="1074420"/>
                  </a:lnTo>
                  <a:lnTo>
                    <a:pt x="468629" y="1078230"/>
                  </a:lnTo>
                  <a:lnTo>
                    <a:pt x="483869" y="1082040"/>
                  </a:lnTo>
                  <a:lnTo>
                    <a:pt x="494029" y="1083310"/>
                  </a:lnTo>
                  <a:lnTo>
                    <a:pt x="499109" y="1084580"/>
                  </a:lnTo>
                  <a:lnTo>
                    <a:pt x="513079" y="1085850"/>
                  </a:lnTo>
                  <a:lnTo>
                    <a:pt x="513079" y="1084580"/>
                  </a:lnTo>
                  <a:lnTo>
                    <a:pt x="527050" y="1084580"/>
                  </a:lnTo>
                  <a:lnTo>
                    <a:pt x="565150" y="1076960"/>
                  </a:lnTo>
                  <a:lnTo>
                    <a:pt x="608329" y="1052830"/>
                  </a:lnTo>
                  <a:lnTo>
                    <a:pt x="627379" y="1035050"/>
                  </a:lnTo>
                  <a:lnTo>
                    <a:pt x="636270" y="1024890"/>
                  </a:lnTo>
                  <a:lnTo>
                    <a:pt x="645160" y="1012190"/>
                  </a:lnTo>
                  <a:lnTo>
                    <a:pt x="654049" y="999490"/>
                  </a:lnTo>
                  <a:lnTo>
                    <a:pt x="662940" y="985520"/>
                  </a:lnTo>
                  <a:lnTo>
                    <a:pt x="670560" y="969010"/>
                  </a:lnTo>
                  <a:lnTo>
                    <a:pt x="679449" y="949960"/>
                  </a:lnTo>
                  <a:lnTo>
                    <a:pt x="695960" y="909320"/>
                  </a:lnTo>
                  <a:lnTo>
                    <a:pt x="712470" y="861060"/>
                  </a:lnTo>
                  <a:lnTo>
                    <a:pt x="721360" y="863600"/>
                  </a:lnTo>
                  <a:lnTo>
                    <a:pt x="737870" y="866140"/>
                  </a:lnTo>
                  <a:close/>
                </a:path>
              </a:pathLst>
            </a:custGeom>
            <a:ln w="9344">
              <a:solidFill>
                <a:srgbClr val="000000"/>
              </a:solidFill>
            </a:ln>
          </p:spPr>
          <p:txBody>
            <a:bodyPr wrap="square" lIns="0" tIns="0" rIns="0" bIns="0" rtlCol="0"/>
            <a:lstStyle/>
            <a:p/>
          </p:txBody>
        </p:sp>
      </p:grpSp>
      <p:grpSp>
        <p:nvGrpSpPr>
          <p:cNvPr id="350" name="object 350"/>
          <p:cNvGrpSpPr/>
          <p:nvPr/>
        </p:nvGrpSpPr>
        <p:grpSpPr>
          <a:xfrm>
            <a:off x="1798727" y="2570887"/>
            <a:ext cx="479425" cy="992505"/>
            <a:chOff x="1798727" y="2570887"/>
            <a:chExt cx="479425" cy="992505"/>
          </a:xfrm>
        </p:grpSpPr>
        <p:sp>
          <p:nvSpPr>
            <p:cNvPr id="351" name="object 351"/>
            <p:cNvSpPr/>
            <p:nvPr/>
          </p:nvSpPr>
          <p:spPr>
            <a:xfrm>
              <a:off x="1822450" y="2575559"/>
              <a:ext cx="66040" cy="13970"/>
            </a:xfrm>
            <a:custGeom>
              <a:avLst/>
              <a:gdLst/>
              <a:ahLst/>
              <a:cxnLst/>
              <a:rect l="l" t="t" r="r" b="b"/>
              <a:pathLst>
                <a:path w="66039" h="13969">
                  <a:moveTo>
                    <a:pt x="12700" y="2667"/>
                  </a:moveTo>
                  <a:lnTo>
                    <a:pt x="5080" y="2667"/>
                  </a:lnTo>
                  <a:lnTo>
                    <a:pt x="5080" y="1270"/>
                  </a:lnTo>
                  <a:lnTo>
                    <a:pt x="1270" y="1270"/>
                  </a:lnTo>
                  <a:lnTo>
                    <a:pt x="1270" y="0"/>
                  </a:lnTo>
                  <a:lnTo>
                    <a:pt x="0" y="0"/>
                  </a:lnTo>
                  <a:lnTo>
                    <a:pt x="0" y="3810"/>
                  </a:lnTo>
                  <a:lnTo>
                    <a:pt x="12700" y="3810"/>
                  </a:lnTo>
                  <a:lnTo>
                    <a:pt x="12700" y="2667"/>
                  </a:lnTo>
                  <a:close/>
                </a:path>
                <a:path w="66039" h="13969">
                  <a:moveTo>
                    <a:pt x="25400" y="5207"/>
                  </a:moveTo>
                  <a:lnTo>
                    <a:pt x="19050" y="5207"/>
                  </a:lnTo>
                  <a:lnTo>
                    <a:pt x="19050" y="3810"/>
                  </a:lnTo>
                  <a:lnTo>
                    <a:pt x="12700" y="3810"/>
                  </a:lnTo>
                  <a:lnTo>
                    <a:pt x="12700" y="3937"/>
                  </a:lnTo>
                  <a:lnTo>
                    <a:pt x="0" y="3937"/>
                  </a:lnTo>
                  <a:lnTo>
                    <a:pt x="0" y="6350"/>
                  </a:lnTo>
                  <a:lnTo>
                    <a:pt x="25400" y="6350"/>
                  </a:lnTo>
                  <a:lnTo>
                    <a:pt x="25400" y="5207"/>
                  </a:lnTo>
                  <a:close/>
                </a:path>
                <a:path w="66039" h="13969">
                  <a:moveTo>
                    <a:pt x="45720" y="9017"/>
                  </a:moveTo>
                  <a:lnTo>
                    <a:pt x="39370" y="9017"/>
                  </a:lnTo>
                  <a:lnTo>
                    <a:pt x="39370" y="7620"/>
                  </a:lnTo>
                  <a:lnTo>
                    <a:pt x="33020" y="7620"/>
                  </a:lnTo>
                  <a:lnTo>
                    <a:pt x="33020" y="6350"/>
                  </a:lnTo>
                  <a:lnTo>
                    <a:pt x="25400" y="6350"/>
                  </a:lnTo>
                  <a:lnTo>
                    <a:pt x="25400" y="6477"/>
                  </a:lnTo>
                  <a:lnTo>
                    <a:pt x="0" y="6477"/>
                  </a:lnTo>
                  <a:lnTo>
                    <a:pt x="0" y="10160"/>
                  </a:lnTo>
                  <a:lnTo>
                    <a:pt x="45720" y="10160"/>
                  </a:lnTo>
                  <a:lnTo>
                    <a:pt x="45720" y="9017"/>
                  </a:lnTo>
                  <a:close/>
                </a:path>
                <a:path w="66039" h="13969">
                  <a:moveTo>
                    <a:pt x="59690" y="11557"/>
                  </a:moveTo>
                  <a:lnTo>
                    <a:pt x="53340" y="11557"/>
                  </a:lnTo>
                  <a:lnTo>
                    <a:pt x="53340" y="10160"/>
                  </a:lnTo>
                  <a:lnTo>
                    <a:pt x="45720" y="10160"/>
                  </a:lnTo>
                  <a:lnTo>
                    <a:pt x="45720" y="10287"/>
                  </a:lnTo>
                  <a:lnTo>
                    <a:pt x="0" y="10287"/>
                  </a:lnTo>
                  <a:lnTo>
                    <a:pt x="0" y="12700"/>
                  </a:lnTo>
                  <a:lnTo>
                    <a:pt x="59690" y="12700"/>
                  </a:lnTo>
                  <a:lnTo>
                    <a:pt x="59690" y="11557"/>
                  </a:lnTo>
                  <a:close/>
                </a:path>
                <a:path w="66039" h="13969">
                  <a:moveTo>
                    <a:pt x="66040" y="12700"/>
                  </a:moveTo>
                  <a:lnTo>
                    <a:pt x="59690" y="12700"/>
                  </a:lnTo>
                  <a:lnTo>
                    <a:pt x="59690" y="12827"/>
                  </a:lnTo>
                  <a:lnTo>
                    <a:pt x="0" y="12827"/>
                  </a:lnTo>
                  <a:lnTo>
                    <a:pt x="0" y="13970"/>
                  </a:lnTo>
                  <a:lnTo>
                    <a:pt x="66040" y="13970"/>
                  </a:lnTo>
                  <a:lnTo>
                    <a:pt x="66040" y="12700"/>
                  </a:lnTo>
                  <a:close/>
                </a:path>
              </a:pathLst>
            </a:custGeom>
            <a:solidFill>
              <a:srgbClr val="000000"/>
            </a:solidFill>
          </p:spPr>
          <p:txBody>
            <a:bodyPr wrap="square" lIns="0" tIns="0" rIns="0" bIns="0" rtlCol="0"/>
            <a:lstStyle/>
            <a:p/>
          </p:txBody>
        </p:sp>
        <p:sp>
          <p:nvSpPr>
            <p:cNvPr id="352" name="object 352"/>
            <p:cNvSpPr/>
            <p:nvPr/>
          </p:nvSpPr>
          <p:spPr>
            <a:xfrm>
              <a:off x="1821180" y="2589529"/>
              <a:ext cx="101600" cy="6350"/>
            </a:xfrm>
            <a:custGeom>
              <a:avLst/>
              <a:gdLst/>
              <a:ahLst/>
              <a:cxnLst/>
              <a:rect l="l" t="t" r="r" b="b"/>
              <a:pathLst>
                <a:path w="101600" h="6350">
                  <a:moveTo>
                    <a:pt x="101600" y="5080"/>
                  </a:moveTo>
                  <a:lnTo>
                    <a:pt x="95250" y="5080"/>
                  </a:lnTo>
                  <a:lnTo>
                    <a:pt x="95250" y="3810"/>
                  </a:lnTo>
                  <a:lnTo>
                    <a:pt x="87630" y="3810"/>
                  </a:lnTo>
                  <a:lnTo>
                    <a:pt x="87630" y="2540"/>
                  </a:lnTo>
                  <a:lnTo>
                    <a:pt x="81280" y="2540"/>
                  </a:lnTo>
                  <a:lnTo>
                    <a:pt x="81280" y="1270"/>
                  </a:lnTo>
                  <a:lnTo>
                    <a:pt x="74930" y="1270"/>
                  </a:lnTo>
                  <a:lnTo>
                    <a:pt x="74930" y="0"/>
                  </a:lnTo>
                  <a:lnTo>
                    <a:pt x="0" y="0"/>
                  </a:lnTo>
                  <a:lnTo>
                    <a:pt x="0" y="6350"/>
                  </a:lnTo>
                  <a:lnTo>
                    <a:pt x="101600" y="6350"/>
                  </a:lnTo>
                  <a:lnTo>
                    <a:pt x="101600" y="5080"/>
                  </a:lnTo>
                  <a:close/>
                </a:path>
              </a:pathLst>
            </a:custGeom>
            <a:solidFill>
              <a:srgbClr val="020100"/>
            </a:solidFill>
          </p:spPr>
          <p:txBody>
            <a:bodyPr wrap="square" lIns="0" tIns="0" rIns="0" bIns="0" rtlCol="0"/>
            <a:lstStyle/>
            <a:p/>
          </p:txBody>
        </p:sp>
        <p:sp>
          <p:nvSpPr>
            <p:cNvPr id="353" name="object 353"/>
            <p:cNvSpPr/>
            <p:nvPr/>
          </p:nvSpPr>
          <p:spPr>
            <a:xfrm>
              <a:off x="1821180" y="2595879"/>
              <a:ext cx="152400" cy="7620"/>
            </a:xfrm>
            <a:custGeom>
              <a:avLst/>
              <a:gdLst/>
              <a:ahLst/>
              <a:cxnLst/>
              <a:rect l="l" t="t" r="r" b="b"/>
              <a:pathLst>
                <a:path w="152400" h="7619">
                  <a:moveTo>
                    <a:pt x="152387" y="6350"/>
                  </a:moveTo>
                  <a:lnTo>
                    <a:pt x="142240" y="6350"/>
                  </a:lnTo>
                  <a:lnTo>
                    <a:pt x="142240" y="5080"/>
                  </a:lnTo>
                  <a:lnTo>
                    <a:pt x="135890" y="5080"/>
                  </a:lnTo>
                  <a:lnTo>
                    <a:pt x="135890" y="3810"/>
                  </a:lnTo>
                  <a:lnTo>
                    <a:pt x="123190" y="3810"/>
                  </a:lnTo>
                  <a:lnTo>
                    <a:pt x="123190" y="2540"/>
                  </a:lnTo>
                  <a:lnTo>
                    <a:pt x="118110" y="2540"/>
                  </a:lnTo>
                  <a:lnTo>
                    <a:pt x="118110" y="1270"/>
                  </a:lnTo>
                  <a:lnTo>
                    <a:pt x="107950" y="1270"/>
                  </a:lnTo>
                  <a:lnTo>
                    <a:pt x="107950" y="0"/>
                  </a:lnTo>
                  <a:lnTo>
                    <a:pt x="0" y="0"/>
                  </a:lnTo>
                  <a:lnTo>
                    <a:pt x="0" y="1270"/>
                  </a:lnTo>
                  <a:lnTo>
                    <a:pt x="0" y="2540"/>
                  </a:lnTo>
                  <a:lnTo>
                    <a:pt x="0" y="3810"/>
                  </a:lnTo>
                  <a:lnTo>
                    <a:pt x="0" y="5080"/>
                  </a:lnTo>
                  <a:lnTo>
                    <a:pt x="0" y="6350"/>
                  </a:lnTo>
                  <a:lnTo>
                    <a:pt x="10160" y="6350"/>
                  </a:lnTo>
                  <a:lnTo>
                    <a:pt x="10160" y="7620"/>
                  </a:lnTo>
                  <a:lnTo>
                    <a:pt x="152387" y="7620"/>
                  </a:lnTo>
                  <a:lnTo>
                    <a:pt x="152387" y="6350"/>
                  </a:lnTo>
                  <a:close/>
                </a:path>
              </a:pathLst>
            </a:custGeom>
            <a:solidFill>
              <a:srgbClr val="040300"/>
            </a:solidFill>
          </p:spPr>
          <p:txBody>
            <a:bodyPr wrap="square" lIns="0" tIns="0" rIns="0" bIns="0" rtlCol="0"/>
            <a:lstStyle/>
            <a:p/>
          </p:txBody>
        </p:sp>
        <p:sp>
          <p:nvSpPr>
            <p:cNvPr id="354" name="object 354"/>
            <p:cNvSpPr/>
            <p:nvPr/>
          </p:nvSpPr>
          <p:spPr>
            <a:xfrm>
              <a:off x="1831340" y="2603499"/>
              <a:ext cx="203200" cy="7620"/>
            </a:xfrm>
            <a:custGeom>
              <a:avLst/>
              <a:gdLst/>
              <a:ahLst/>
              <a:cxnLst/>
              <a:rect l="l" t="t" r="r" b="b"/>
              <a:pathLst>
                <a:path w="203200" h="7619">
                  <a:moveTo>
                    <a:pt x="203200" y="6477"/>
                  </a:moveTo>
                  <a:lnTo>
                    <a:pt x="193040" y="6477"/>
                  </a:lnTo>
                  <a:lnTo>
                    <a:pt x="193040" y="5080"/>
                  </a:lnTo>
                  <a:lnTo>
                    <a:pt x="182880" y="5080"/>
                  </a:lnTo>
                  <a:lnTo>
                    <a:pt x="182880" y="3810"/>
                  </a:lnTo>
                  <a:lnTo>
                    <a:pt x="172707" y="3810"/>
                  </a:lnTo>
                  <a:lnTo>
                    <a:pt x="172707" y="2540"/>
                  </a:lnTo>
                  <a:lnTo>
                    <a:pt x="162560" y="2540"/>
                  </a:lnTo>
                  <a:lnTo>
                    <a:pt x="162560" y="1270"/>
                  </a:lnTo>
                  <a:lnTo>
                    <a:pt x="152400" y="1270"/>
                  </a:lnTo>
                  <a:lnTo>
                    <a:pt x="152400" y="0"/>
                  </a:lnTo>
                  <a:lnTo>
                    <a:pt x="142227" y="0"/>
                  </a:lnTo>
                  <a:lnTo>
                    <a:pt x="6350" y="0"/>
                  </a:lnTo>
                  <a:lnTo>
                    <a:pt x="0" y="0"/>
                  </a:lnTo>
                  <a:lnTo>
                    <a:pt x="0" y="127"/>
                  </a:lnTo>
                  <a:lnTo>
                    <a:pt x="6350" y="127"/>
                  </a:lnTo>
                  <a:lnTo>
                    <a:pt x="6350" y="1270"/>
                  </a:lnTo>
                  <a:lnTo>
                    <a:pt x="13970" y="1270"/>
                  </a:lnTo>
                  <a:lnTo>
                    <a:pt x="13970" y="2540"/>
                  </a:lnTo>
                  <a:lnTo>
                    <a:pt x="17780" y="2540"/>
                  </a:lnTo>
                  <a:lnTo>
                    <a:pt x="17780" y="3810"/>
                  </a:lnTo>
                  <a:lnTo>
                    <a:pt x="24130" y="3810"/>
                  </a:lnTo>
                  <a:lnTo>
                    <a:pt x="24130" y="5080"/>
                  </a:lnTo>
                  <a:lnTo>
                    <a:pt x="26670" y="5080"/>
                  </a:lnTo>
                  <a:lnTo>
                    <a:pt x="26670" y="6477"/>
                  </a:lnTo>
                  <a:lnTo>
                    <a:pt x="35560" y="6477"/>
                  </a:lnTo>
                  <a:lnTo>
                    <a:pt x="35560" y="7620"/>
                  </a:lnTo>
                  <a:lnTo>
                    <a:pt x="203200" y="7620"/>
                  </a:lnTo>
                  <a:lnTo>
                    <a:pt x="203200" y="6477"/>
                  </a:lnTo>
                  <a:close/>
                </a:path>
              </a:pathLst>
            </a:custGeom>
            <a:solidFill>
              <a:srgbClr val="060400"/>
            </a:solidFill>
          </p:spPr>
          <p:txBody>
            <a:bodyPr wrap="square" lIns="0" tIns="0" rIns="0" bIns="0" rtlCol="0"/>
            <a:lstStyle/>
            <a:p/>
          </p:txBody>
        </p:sp>
        <p:sp>
          <p:nvSpPr>
            <p:cNvPr id="355" name="object 355"/>
            <p:cNvSpPr/>
            <p:nvPr/>
          </p:nvSpPr>
          <p:spPr>
            <a:xfrm>
              <a:off x="1866900" y="2611119"/>
              <a:ext cx="218440" cy="6350"/>
            </a:xfrm>
            <a:custGeom>
              <a:avLst/>
              <a:gdLst/>
              <a:ahLst/>
              <a:cxnLst/>
              <a:rect l="l" t="t" r="r" b="b"/>
              <a:pathLst>
                <a:path w="218439" h="6350">
                  <a:moveTo>
                    <a:pt x="218440" y="5207"/>
                  </a:moveTo>
                  <a:lnTo>
                    <a:pt x="208280" y="5207"/>
                  </a:lnTo>
                  <a:lnTo>
                    <a:pt x="208280" y="3810"/>
                  </a:lnTo>
                  <a:lnTo>
                    <a:pt x="198120" y="3810"/>
                  </a:lnTo>
                  <a:lnTo>
                    <a:pt x="198120" y="2540"/>
                  </a:lnTo>
                  <a:lnTo>
                    <a:pt x="187947" y="2540"/>
                  </a:lnTo>
                  <a:lnTo>
                    <a:pt x="187947" y="1270"/>
                  </a:lnTo>
                  <a:lnTo>
                    <a:pt x="177800" y="1270"/>
                  </a:lnTo>
                  <a:lnTo>
                    <a:pt x="177800" y="0"/>
                  </a:lnTo>
                  <a:lnTo>
                    <a:pt x="5080" y="0"/>
                  </a:lnTo>
                  <a:lnTo>
                    <a:pt x="0" y="0"/>
                  </a:lnTo>
                  <a:lnTo>
                    <a:pt x="0" y="127"/>
                  </a:lnTo>
                  <a:lnTo>
                    <a:pt x="5080" y="127"/>
                  </a:lnTo>
                  <a:lnTo>
                    <a:pt x="5080" y="1270"/>
                  </a:lnTo>
                  <a:lnTo>
                    <a:pt x="7620" y="1270"/>
                  </a:lnTo>
                  <a:lnTo>
                    <a:pt x="7620" y="2540"/>
                  </a:lnTo>
                  <a:lnTo>
                    <a:pt x="11430" y="2540"/>
                  </a:lnTo>
                  <a:lnTo>
                    <a:pt x="11430" y="3810"/>
                  </a:lnTo>
                  <a:lnTo>
                    <a:pt x="13970" y="3810"/>
                  </a:lnTo>
                  <a:lnTo>
                    <a:pt x="13970" y="5207"/>
                  </a:lnTo>
                  <a:lnTo>
                    <a:pt x="15240" y="5207"/>
                  </a:lnTo>
                  <a:lnTo>
                    <a:pt x="15240" y="6350"/>
                  </a:lnTo>
                  <a:lnTo>
                    <a:pt x="218440" y="6350"/>
                  </a:lnTo>
                  <a:lnTo>
                    <a:pt x="218440" y="5207"/>
                  </a:lnTo>
                  <a:close/>
                </a:path>
              </a:pathLst>
            </a:custGeom>
            <a:solidFill>
              <a:srgbClr val="080500"/>
            </a:solidFill>
          </p:spPr>
          <p:txBody>
            <a:bodyPr wrap="square" lIns="0" tIns="0" rIns="0" bIns="0" rtlCol="0"/>
            <a:lstStyle/>
            <a:p/>
          </p:txBody>
        </p:sp>
        <p:sp>
          <p:nvSpPr>
            <p:cNvPr id="356" name="object 356"/>
            <p:cNvSpPr/>
            <p:nvPr/>
          </p:nvSpPr>
          <p:spPr>
            <a:xfrm>
              <a:off x="1882140" y="2617469"/>
              <a:ext cx="265430" cy="7620"/>
            </a:xfrm>
            <a:custGeom>
              <a:avLst/>
              <a:gdLst/>
              <a:ahLst/>
              <a:cxnLst/>
              <a:rect l="l" t="t" r="r" b="b"/>
              <a:pathLst>
                <a:path w="265430" h="7619">
                  <a:moveTo>
                    <a:pt x="265430" y="6350"/>
                  </a:moveTo>
                  <a:lnTo>
                    <a:pt x="255257" y="6350"/>
                  </a:lnTo>
                  <a:lnTo>
                    <a:pt x="255257" y="5080"/>
                  </a:lnTo>
                  <a:lnTo>
                    <a:pt x="245110" y="5080"/>
                  </a:lnTo>
                  <a:lnTo>
                    <a:pt x="245110" y="3810"/>
                  </a:lnTo>
                  <a:lnTo>
                    <a:pt x="233680" y="3810"/>
                  </a:lnTo>
                  <a:lnTo>
                    <a:pt x="233680" y="2540"/>
                  </a:lnTo>
                  <a:lnTo>
                    <a:pt x="223507" y="2540"/>
                  </a:lnTo>
                  <a:lnTo>
                    <a:pt x="223507" y="1270"/>
                  </a:lnTo>
                  <a:lnTo>
                    <a:pt x="213360" y="1270"/>
                  </a:lnTo>
                  <a:lnTo>
                    <a:pt x="213360" y="0"/>
                  </a:lnTo>
                  <a:lnTo>
                    <a:pt x="3810" y="0"/>
                  </a:lnTo>
                  <a:lnTo>
                    <a:pt x="0" y="0"/>
                  </a:lnTo>
                  <a:lnTo>
                    <a:pt x="0" y="127"/>
                  </a:lnTo>
                  <a:lnTo>
                    <a:pt x="3810" y="127"/>
                  </a:lnTo>
                  <a:lnTo>
                    <a:pt x="3810" y="1270"/>
                  </a:lnTo>
                  <a:lnTo>
                    <a:pt x="6350" y="1270"/>
                  </a:lnTo>
                  <a:lnTo>
                    <a:pt x="6350" y="2540"/>
                  </a:lnTo>
                  <a:lnTo>
                    <a:pt x="8890" y="2540"/>
                  </a:lnTo>
                  <a:lnTo>
                    <a:pt x="8890" y="3810"/>
                  </a:lnTo>
                  <a:lnTo>
                    <a:pt x="11430" y="3810"/>
                  </a:lnTo>
                  <a:lnTo>
                    <a:pt x="11430" y="5207"/>
                  </a:lnTo>
                  <a:lnTo>
                    <a:pt x="12700" y="5207"/>
                  </a:lnTo>
                  <a:lnTo>
                    <a:pt x="12700" y="6350"/>
                  </a:lnTo>
                  <a:lnTo>
                    <a:pt x="15240" y="6350"/>
                  </a:lnTo>
                  <a:lnTo>
                    <a:pt x="15240" y="7620"/>
                  </a:lnTo>
                  <a:lnTo>
                    <a:pt x="265430" y="7620"/>
                  </a:lnTo>
                  <a:lnTo>
                    <a:pt x="265430" y="6350"/>
                  </a:lnTo>
                  <a:close/>
                </a:path>
              </a:pathLst>
            </a:custGeom>
            <a:solidFill>
              <a:srgbClr val="0A0700"/>
            </a:solidFill>
          </p:spPr>
          <p:txBody>
            <a:bodyPr wrap="square" lIns="0" tIns="0" rIns="0" bIns="0" rtlCol="0"/>
            <a:lstStyle/>
            <a:p/>
          </p:txBody>
        </p:sp>
        <p:sp>
          <p:nvSpPr>
            <p:cNvPr id="357" name="object 357"/>
            <p:cNvSpPr/>
            <p:nvPr/>
          </p:nvSpPr>
          <p:spPr>
            <a:xfrm>
              <a:off x="1897380" y="2625089"/>
              <a:ext cx="311150" cy="7620"/>
            </a:xfrm>
            <a:custGeom>
              <a:avLst/>
              <a:gdLst/>
              <a:ahLst/>
              <a:cxnLst/>
              <a:rect l="l" t="t" r="r" b="b"/>
              <a:pathLst>
                <a:path w="311150" h="7619">
                  <a:moveTo>
                    <a:pt x="300990" y="5080"/>
                  </a:moveTo>
                  <a:lnTo>
                    <a:pt x="290830" y="5080"/>
                  </a:lnTo>
                  <a:lnTo>
                    <a:pt x="290830" y="3810"/>
                  </a:lnTo>
                  <a:lnTo>
                    <a:pt x="280670" y="3810"/>
                  </a:lnTo>
                  <a:lnTo>
                    <a:pt x="280670" y="2540"/>
                  </a:lnTo>
                  <a:lnTo>
                    <a:pt x="270510" y="2540"/>
                  </a:lnTo>
                  <a:lnTo>
                    <a:pt x="270510" y="1270"/>
                  </a:lnTo>
                  <a:lnTo>
                    <a:pt x="260350" y="1270"/>
                  </a:lnTo>
                  <a:lnTo>
                    <a:pt x="260350" y="0"/>
                  </a:lnTo>
                  <a:lnTo>
                    <a:pt x="250190" y="0"/>
                  </a:lnTo>
                  <a:lnTo>
                    <a:pt x="2540" y="0"/>
                  </a:lnTo>
                  <a:lnTo>
                    <a:pt x="0" y="0"/>
                  </a:lnTo>
                  <a:lnTo>
                    <a:pt x="0" y="127"/>
                  </a:lnTo>
                  <a:lnTo>
                    <a:pt x="2540" y="127"/>
                  </a:lnTo>
                  <a:lnTo>
                    <a:pt x="2540" y="1270"/>
                  </a:lnTo>
                  <a:lnTo>
                    <a:pt x="3810" y="1270"/>
                  </a:lnTo>
                  <a:lnTo>
                    <a:pt x="3810" y="2540"/>
                  </a:lnTo>
                  <a:lnTo>
                    <a:pt x="6350" y="2540"/>
                  </a:lnTo>
                  <a:lnTo>
                    <a:pt x="6350" y="3937"/>
                  </a:lnTo>
                  <a:lnTo>
                    <a:pt x="7620" y="3937"/>
                  </a:lnTo>
                  <a:lnTo>
                    <a:pt x="7620" y="5080"/>
                  </a:lnTo>
                  <a:lnTo>
                    <a:pt x="8890" y="5080"/>
                  </a:lnTo>
                  <a:lnTo>
                    <a:pt x="8890" y="6350"/>
                  </a:lnTo>
                  <a:lnTo>
                    <a:pt x="300990" y="6350"/>
                  </a:lnTo>
                  <a:lnTo>
                    <a:pt x="300990" y="5080"/>
                  </a:lnTo>
                  <a:close/>
                </a:path>
                <a:path w="311150" h="7619">
                  <a:moveTo>
                    <a:pt x="311150" y="6477"/>
                  </a:moveTo>
                  <a:lnTo>
                    <a:pt x="11430" y="6477"/>
                  </a:lnTo>
                  <a:lnTo>
                    <a:pt x="11430" y="7620"/>
                  </a:lnTo>
                  <a:lnTo>
                    <a:pt x="311150" y="7620"/>
                  </a:lnTo>
                  <a:lnTo>
                    <a:pt x="311150" y="6477"/>
                  </a:lnTo>
                  <a:close/>
                </a:path>
              </a:pathLst>
            </a:custGeom>
            <a:solidFill>
              <a:srgbClr val="0C0800"/>
            </a:solidFill>
          </p:spPr>
          <p:txBody>
            <a:bodyPr wrap="square" lIns="0" tIns="0" rIns="0" bIns="0" rtlCol="0"/>
            <a:lstStyle/>
            <a:p/>
          </p:txBody>
        </p:sp>
        <p:sp>
          <p:nvSpPr>
            <p:cNvPr id="358" name="object 358"/>
            <p:cNvSpPr/>
            <p:nvPr/>
          </p:nvSpPr>
          <p:spPr>
            <a:xfrm>
              <a:off x="1908810" y="2632709"/>
              <a:ext cx="350520" cy="6350"/>
            </a:xfrm>
            <a:custGeom>
              <a:avLst/>
              <a:gdLst/>
              <a:ahLst/>
              <a:cxnLst/>
              <a:rect l="l" t="t" r="r" b="b"/>
              <a:pathLst>
                <a:path w="350519" h="6350">
                  <a:moveTo>
                    <a:pt x="340360" y="3810"/>
                  </a:moveTo>
                  <a:lnTo>
                    <a:pt x="330187" y="3810"/>
                  </a:lnTo>
                  <a:lnTo>
                    <a:pt x="330187" y="2540"/>
                  </a:lnTo>
                  <a:lnTo>
                    <a:pt x="320040" y="2540"/>
                  </a:lnTo>
                  <a:lnTo>
                    <a:pt x="320040" y="1270"/>
                  </a:lnTo>
                  <a:lnTo>
                    <a:pt x="309880" y="1270"/>
                  </a:lnTo>
                  <a:lnTo>
                    <a:pt x="309880" y="0"/>
                  </a:lnTo>
                  <a:lnTo>
                    <a:pt x="1270" y="0"/>
                  </a:lnTo>
                  <a:lnTo>
                    <a:pt x="0" y="0"/>
                  </a:lnTo>
                  <a:lnTo>
                    <a:pt x="0" y="127"/>
                  </a:lnTo>
                  <a:lnTo>
                    <a:pt x="1270" y="127"/>
                  </a:lnTo>
                  <a:lnTo>
                    <a:pt x="1270" y="1270"/>
                  </a:lnTo>
                  <a:lnTo>
                    <a:pt x="2540" y="1270"/>
                  </a:lnTo>
                  <a:lnTo>
                    <a:pt x="2540" y="2667"/>
                  </a:lnTo>
                  <a:lnTo>
                    <a:pt x="3810" y="2667"/>
                  </a:lnTo>
                  <a:lnTo>
                    <a:pt x="3810" y="3810"/>
                  </a:lnTo>
                  <a:lnTo>
                    <a:pt x="5080" y="3810"/>
                  </a:lnTo>
                  <a:lnTo>
                    <a:pt x="5080" y="5080"/>
                  </a:lnTo>
                  <a:lnTo>
                    <a:pt x="340360" y="5080"/>
                  </a:lnTo>
                  <a:lnTo>
                    <a:pt x="340360" y="3810"/>
                  </a:lnTo>
                  <a:close/>
                </a:path>
                <a:path w="350519" h="6350">
                  <a:moveTo>
                    <a:pt x="350520" y="5207"/>
                  </a:moveTo>
                  <a:lnTo>
                    <a:pt x="6350" y="5207"/>
                  </a:lnTo>
                  <a:lnTo>
                    <a:pt x="6350" y="6350"/>
                  </a:lnTo>
                  <a:lnTo>
                    <a:pt x="350520" y="6350"/>
                  </a:lnTo>
                  <a:lnTo>
                    <a:pt x="350520" y="5207"/>
                  </a:lnTo>
                  <a:close/>
                </a:path>
              </a:pathLst>
            </a:custGeom>
            <a:solidFill>
              <a:srgbClr val="0D0A00"/>
            </a:solidFill>
          </p:spPr>
          <p:txBody>
            <a:bodyPr wrap="square" lIns="0" tIns="0" rIns="0" bIns="0" rtlCol="0"/>
            <a:lstStyle/>
            <a:p/>
          </p:txBody>
        </p:sp>
        <p:sp>
          <p:nvSpPr>
            <p:cNvPr id="359" name="object 359"/>
            <p:cNvSpPr/>
            <p:nvPr/>
          </p:nvSpPr>
          <p:spPr>
            <a:xfrm>
              <a:off x="1915160" y="2639059"/>
              <a:ext cx="358140" cy="7620"/>
            </a:xfrm>
            <a:custGeom>
              <a:avLst/>
              <a:gdLst/>
              <a:ahLst/>
              <a:cxnLst/>
              <a:rect l="l" t="t" r="r" b="b"/>
              <a:pathLst>
                <a:path w="358139" h="7619">
                  <a:moveTo>
                    <a:pt x="35814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6350" y="5080"/>
                  </a:lnTo>
                  <a:lnTo>
                    <a:pt x="6350" y="7620"/>
                  </a:lnTo>
                  <a:lnTo>
                    <a:pt x="358140" y="7620"/>
                  </a:lnTo>
                  <a:lnTo>
                    <a:pt x="358140" y="5080"/>
                  </a:lnTo>
                  <a:lnTo>
                    <a:pt x="358140" y="3810"/>
                  </a:lnTo>
                  <a:lnTo>
                    <a:pt x="358140" y="2540"/>
                  </a:lnTo>
                  <a:lnTo>
                    <a:pt x="358140" y="1270"/>
                  </a:lnTo>
                  <a:lnTo>
                    <a:pt x="358140" y="0"/>
                  </a:lnTo>
                  <a:close/>
                </a:path>
              </a:pathLst>
            </a:custGeom>
            <a:solidFill>
              <a:srgbClr val="0F0B00"/>
            </a:solidFill>
          </p:spPr>
          <p:txBody>
            <a:bodyPr wrap="square" lIns="0" tIns="0" rIns="0" bIns="0" rtlCol="0"/>
            <a:lstStyle/>
            <a:p/>
          </p:txBody>
        </p:sp>
        <p:sp>
          <p:nvSpPr>
            <p:cNvPr id="360" name="object 360"/>
            <p:cNvSpPr/>
            <p:nvPr/>
          </p:nvSpPr>
          <p:spPr>
            <a:xfrm>
              <a:off x="1921510" y="2646679"/>
              <a:ext cx="351790" cy="7620"/>
            </a:xfrm>
            <a:custGeom>
              <a:avLst/>
              <a:gdLst/>
              <a:ahLst/>
              <a:cxnLst/>
              <a:rect l="l" t="t" r="r" b="b"/>
              <a:pathLst>
                <a:path w="351789" h="7619">
                  <a:moveTo>
                    <a:pt x="351790" y="0"/>
                  </a:moveTo>
                  <a:lnTo>
                    <a:pt x="0" y="0"/>
                  </a:lnTo>
                  <a:lnTo>
                    <a:pt x="343204" y="5080"/>
                  </a:lnTo>
                  <a:lnTo>
                    <a:pt x="3810" y="5080"/>
                  </a:lnTo>
                  <a:lnTo>
                    <a:pt x="3810" y="6350"/>
                  </a:lnTo>
                  <a:lnTo>
                    <a:pt x="5080" y="6350"/>
                  </a:lnTo>
                  <a:lnTo>
                    <a:pt x="5080" y="7620"/>
                  </a:lnTo>
                  <a:lnTo>
                    <a:pt x="351790" y="7620"/>
                  </a:lnTo>
                  <a:lnTo>
                    <a:pt x="351790" y="6350"/>
                  </a:lnTo>
                  <a:lnTo>
                    <a:pt x="351790" y="5207"/>
                  </a:lnTo>
                  <a:lnTo>
                    <a:pt x="351790" y="5080"/>
                  </a:lnTo>
                  <a:lnTo>
                    <a:pt x="351790" y="0"/>
                  </a:lnTo>
                  <a:close/>
                </a:path>
              </a:pathLst>
            </a:custGeom>
            <a:solidFill>
              <a:srgbClr val="110C00"/>
            </a:solidFill>
          </p:spPr>
          <p:txBody>
            <a:bodyPr wrap="square" lIns="0" tIns="0" rIns="0" bIns="0" rtlCol="0"/>
            <a:lstStyle/>
            <a:p/>
          </p:txBody>
        </p:sp>
        <p:sp>
          <p:nvSpPr>
            <p:cNvPr id="361" name="object 361"/>
            <p:cNvSpPr/>
            <p:nvPr/>
          </p:nvSpPr>
          <p:spPr>
            <a:xfrm>
              <a:off x="1927860" y="2654299"/>
              <a:ext cx="345440" cy="7620"/>
            </a:xfrm>
            <a:custGeom>
              <a:avLst/>
              <a:gdLst/>
              <a:ahLst/>
              <a:cxnLst/>
              <a:rect l="l" t="t" r="r" b="b"/>
              <a:pathLst>
                <a:path w="345439" h="7619">
                  <a:moveTo>
                    <a:pt x="275590" y="6477"/>
                  </a:moveTo>
                  <a:lnTo>
                    <a:pt x="3810" y="6477"/>
                  </a:lnTo>
                  <a:lnTo>
                    <a:pt x="3810" y="7620"/>
                  </a:lnTo>
                  <a:lnTo>
                    <a:pt x="275590" y="7620"/>
                  </a:lnTo>
                  <a:lnTo>
                    <a:pt x="275590" y="6477"/>
                  </a:lnTo>
                  <a:close/>
                </a:path>
                <a:path w="345439" h="7619">
                  <a:moveTo>
                    <a:pt x="345440" y="0"/>
                  </a:moveTo>
                  <a:lnTo>
                    <a:pt x="0" y="0"/>
                  </a:lnTo>
                  <a:lnTo>
                    <a:pt x="0" y="1270"/>
                  </a:lnTo>
                  <a:lnTo>
                    <a:pt x="1270" y="1270"/>
                  </a:lnTo>
                  <a:lnTo>
                    <a:pt x="1270" y="2540"/>
                  </a:lnTo>
                  <a:lnTo>
                    <a:pt x="2540" y="2540"/>
                  </a:lnTo>
                  <a:lnTo>
                    <a:pt x="2540" y="5080"/>
                  </a:lnTo>
                  <a:lnTo>
                    <a:pt x="2540" y="6350"/>
                  </a:lnTo>
                  <a:lnTo>
                    <a:pt x="283210" y="6350"/>
                  </a:lnTo>
                  <a:lnTo>
                    <a:pt x="283210" y="5080"/>
                  </a:lnTo>
                  <a:lnTo>
                    <a:pt x="306070" y="5080"/>
                  </a:lnTo>
                  <a:lnTo>
                    <a:pt x="306070" y="6350"/>
                  </a:lnTo>
                  <a:lnTo>
                    <a:pt x="316230" y="6350"/>
                  </a:lnTo>
                  <a:lnTo>
                    <a:pt x="316230" y="7620"/>
                  </a:lnTo>
                  <a:lnTo>
                    <a:pt x="345440" y="7620"/>
                  </a:lnTo>
                  <a:lnTo>
                    <a:pt x="345440" y="6350"/>
                  </a:lnTo>
                  <a:lnTo>
                    <a:pt x="345440" y="5080"/>
                  </a:lnTo>
                  <a:lnTo>
                    <a:pt x="345440" y="2540"/>
                  </a:lnTo>
                  <a:lnTo>
                    <a:pt x="345440" y="1270"/>
                  </a:lnTo>
                  <a:lnTo>
                    <a:pt x="345440" y="0"/>
                  </a:lnTo>
                  <a:close/>
                </a:path>
              </a:pathLst>
            </a:custGeom>
            <a:solidFill>
              <a:srgbClr val="130E00"/>
            </a:solidFill>
          </p:spPr>
          <p:txBody>
            <a:bodyPr wrap="square" lIns="0" tIns="0" rIns="0" bIns="0" rtlCol="0"/>
            <a:lstStyle/>
            <a:p/>
          </p:txBody>
        </p:sp>
        <p:sp>
          <p:nvSpPr>
            <p:cNvPr id="362" name="object 362"/>
            <p:cNvSpPr/>
            <p:nvPr/>
          </p:nvSpPr>
          <p:spPr>
            <a:xfrm>
              <a:off x="1931670" y="2661919"/>
              <a:ext cx="341630" cy="6350"/>
            </a:xfrm>
            <a:custGeom>
              <a:avLst/>
              <a:gdLst/>
              <a:ahLst/>
              <a:cxnLst/>
              <a:rect l="l" t="t" r="r" b="b"/>
              <a:pathLst>
                <a:path w="341630" h="6350">
                  <a:moveTo>
                    <a:pt x="259080" y="2667"/>
                  </a:moveTo>
                  <a:lnTo>
                    <a:pt x="1270" y="2667"/>
                  </a:lnTo>
                  <a:lnTo>
                    <a:pt x="1270" y="3810"/>
                  </a:lnTo>
                  <a:lnTo>
                    <a:pt x="2540" y="3810"/>
                  </a:lnTo>
                  <a:lnTo>
                    <a:pt x="2540" y="5080"/>
                  </a:lnTo>
                  <a:lnTo>
                    <a:pt x="2540" y="6350"/>
                  </a:lnTo>
                  <a:lnTo>
                    <a:pt x="252730" y="6350"/>
                  </a:lnTo>
                  <a:lnTo>
                    <a:pt x="252730" y="5080"/>
                  </a:lnTo>
                  <a:lnTo>
                    <a:pt x="256540" y="5080"/>
                  </a:lnTo>
                  <a:lnTo>
                    <a:pt x="256540" y="3810"/>
                  </a:lnTo>
                  <a:lnTo>
                    <a:pt x="259080" y="3810"/>
                  </a:lnTo>
                  <a:lnTo>
                    <a:pt x="259080" y="2667"/>
                  </a:lnTo>
                  <a:close/>
                </a:path>
                <a:path w="341630" h="6350">
                  <a:moveTo>
                    <a:pt x="265430" y="127"/>
                  </a:moveTo>
                  <a:lnTo>
                    <a:pt x="0" y="127"/>
                  </a:lnTo>
                  <a:lnTo>
                    <a:pt x="0" y="1397"/>
                  </a:lnTo>
                  <a:lnTo>
                    <a:pt x="1270" y="1397"/>
                  </a:lnTo>
                  <a:lnTo>
                    <a:pt x="1270" y="2540"/>
                  </a:lnTo>
                  <a:lnTo>
                    <a:pt x="262877" y="2540"/>
                  </a:lnTo>
                  <a:lnTo>
                    <a:pt x="262877" y="1397"/>
                  </a:lnTo>
                  <a:lnTo>
                    <a:pt x="265430" y="1397"/>
                  </a:lnTo>
                  <a:lnTo>
                    <a:pt x="265430" y="127"/>
                  </a:lnTo>
                  <a:close/>
                </a:path>
                <a:path w="341630" h="6350">
                  <a:moveTo>
                    <a:pt x="271780" y="0"/>
                  </a:moveTo>
                  <a:lnTo>
                    <a:pt x="265430" y="0"/>
                  </a:lnTo>
                  <a:lnTo>
                    <a:pt x="265430" y="127"/>
                  </a:lnTo>
                  <a:lnTo>
                    <a:pt x="271780" y="127"/>
                  </a:lnTo>
                  <a:lnTo>
                    <a:pt x="271780" y="0"/>
                  </a:lnTo>
                  <a:close/>
                </a:path>
                <a:path w="341630" h="6350">
                  <a:moveTo>
                    <a:pt x="341630" y="2667"/>
                  </a:moveTo>
                  <a:lnTo>
                    <a:pt x="340360" y="2667"/>
                  </a:lnTo>
                  <a:lnTo>
                    <a:pt x="340360" y="3810"/>
                  </a:lnTo>
                  <a:lnTo>
                    <a:pt x="341630" y="3810"/>
                  </a:lnTo>
                  <a:lnTo>
                    <a:pt x="341630" y="2667"/>
                  </a:lnTo>
                  <a:close/>
                </a:path>
                <a:path w="341630" h="6350">
                  <a:moveTo>
                    <a:pt x="341630" y="0"/>
                  </a:moveTo>
                  <a:lnTo>
                    <a:pt x="326390" y="0"/>
                  </a:lnTo>
                  <a:lnTo>
                    <a:pt x="312420" y="0"/>
                  </a:lnTo>
                  <a:lnTo>
                    <a:pt x="312420" y="127"/>
                  </a:lnTo>
                  <a:lnTo>
                    <a:pt x="326390" y="127"/>
                  </a:lnTo>
                  <a:lnTo>
                    <a:pt x="326390" y="1270"/>
                  </a:lnTo>
                  <a:lnTo>
                    <a:pt x="335280" y="1270"/>
                  </a:lnTo>
                  <a:lnTo>
                    <a:pt x="335280" y="2540"/>
                  </a:lnTo>
                  <a:lnTo>
                    <a:pt x="341630" y="2540"/>
                  </a:lnTo>
                  <a:lnTo>
                    <a:pt x="341630" y="1270"/>
                  </a:lnTo>
                  <a:lnTo>
                    <a:pt x="341630" y="0"/>
                  </a:lnTo>
                  <a:close/>
                </a:path>
              </a:pathLst>
            </a:custGeom>
            <a:solidFill>
              <a:srgbClr val="150F00"/>
            </a:solidFill>
          </p:spPr>
          <p:txBody>
            <a:bodyPr wrap="square" lIns="0" tIns="0" rIns="0" bIns="0" rtlCol="0"/>
            <a:lstStyle/>
            <a:p/>
          </p:txBody>
        </p:sp>
        <p:sp>
          <p:nvSpPr>
            <p:cNvPr id="363" name="object 363"/>
            <p:cNvSpPr/>
            <p:nvPr/>
          </p:nvSpPr>
          <p:spPr>
            <a:xfrm>
              <a:off x="1934210" y="2668269"/>
              <a:ext cx="250190" cy="7620"/>
            </a:xfrm>
            <a:custGeom>
              <a:avLst/>
              <a:gdLst/>
              <a:ahLst/>
              <a:cxnLst/>
              <a:rect l="l" t="t" r="r" b="b"/>
              <a:pathLst>
                <a:path w="250189" h="7619">
                  <a:moveTo>
                    <a:pt x="238760" y="6477"/>
                  </a:moveTo>
                  <a:lnTo>
                    <a:pt x="1270" y="6477"/>
                  </a:lnTo>
                  <a:lnTo>
                    <a:pt x="1270" y="7620"/>
                  </a:lnTo>
                  <a:lnTo>
                    <a:pt x="238760" y="7620"/>
                  </a:lnTo>
                  <a:lnTo>
                    <a:pt x="238760" y="6477"/>
                  </a:lnTo>
                  <a:close/>
                </a:path>
                <a:path w="250189" h="7619">
                  <a:moveTo>
                    <a:pt x="250190" y="0"/>
                  </a:moveTo>
                  <a:lnTo>
                    <a:pt x="248920" y="0"/>
                  </a:lnTo>
                  <a:lnTo>
                    <a:pt x="1270" y="0"/>
                  </a:lnTo>
                  <a:lnTo>
                    <a:pt x="0" y="0"/>
                  </a:lnTo>
                  <a:lnTo>
                    <a:pt x="0" y="127"/>
                  </a:lnTo>
                  <a:lnTo>
                    <a:pt x="1270" y="127"/>
                  </a:lnTo>
                  <a:lnTo>
                    <a:pt x="1270" y="1270"/>
                  </a:lnTo>
                  <a:lnTo>
                    <a:pt x="1270" y="2540"/>
                  </a:lnTo>
                  <a:lnTo>
                    <a:pt x="1270" y="3810"/>
                  </a:lnTo>
                  <a:lnTo>
                    <a:pt x="1270" y="5080"/>
                  </a:lnTo>
                  <a:lnTo>
                    <a:pt x="1270" y="6350"/>
                  </a:lnTo>
                  <a:lnTo>
                    <a:pt x="241300" y="6350"/>
                  </a:lnTo>
                  <a:lnTo>
                    <a:pt x="241300" y="5080"/>
                  </a:lnTo>
                  <a:lnTo>
                    <a:pt x="242570" y="5080"/>
                  </a:lnTo>
                  <a:lnTo>
                    <a:pt x="242570" y="3810"/>
                  </a:lnTo>
                  <a:lnTo>
                    <a:pt x="245110" y="3810"/>
                  </a:lnTo>
                  <a:lnTo>
                    <a:pt x="245110" y="2540"/>
                  </a:lnTo>
                  <a:lnTo>
                    <a:pt x="246380" y="2540"/>
                  </a:lnTo>
                  <a:lnTo>
                    <a:pt x="246380" y="1270"/>
                  </a:lnTo>
                  <a:lnTo>
                    <a:pt x="248920" y="1270"/>
                  </a:lnTo>
                  <a:lnTo>
                    <a:pt x="248920" y="127"/>
                  </a:lnTo>
                  <a:lnTo>
                    <a:pt x="250190" y="127"/>
                  </a:lnTo>
                  <a:lnTo>
                    <a:pt x="250190" y="0"/>
                  </a:lnTo>
                  <a:close/>
                </a:path>
              </a:pathLst>
            </a:custGeom>
            <a:solidFill>
              <a:srgbClr val="171100"/>
            </a:solidFill>
          </p:spPr>
          <p:txBody>
            <a:bodyPr wrap="square" lIns="0" tIns="0" rIns="0" bIns="0" rtlCol="0"/>
            <a:lstStyle/>
            <a:p/>
          </p:txBody>
        </p:sp>
        <p:sp>
          <p:nvSpPr>
            <p:cNvPr id="364" name="object 364"/>
            <p:cNvSpPr/>
            <p:nvPr/>
          </p:nvSpPr>
          <p:spPr>
            <a:xfrm>
              <a:off x="1935480" y="2675889"/>
              <a:ext cx="236220" cy="7620"/>
            </a:xfrm>
            <a:custGeom>
              <a:avLst/>
              <a:gdLst/>
              <a:ahLst/>
              <a:cxnLst/>
              <a:rect l="l" t="t" r="r" b="b"/>
              <a:pathLst>
                <a:path w="236219" h="7619">
                  <a:moveTo>
                    <a:pt x="234950" y="1397"/>
                  </a:moveTo>
                  <a:lnTo>
                    <a:pt x="0" y="1397"/>
                  </a:lnTo>
                  <a:lnTo>
                    <a:pt x="0" y="2540"/>
                  </a:lnTo>
                  <a:lnTo>
                    <a:pt x="1270" y="2540"/>
                  </a:lnTo>
                  <a:lnTo>
                    <a:pt x="1270" y="3810"/>
                  </a:lnTo>
                  <a:lnTo>
                    <a:pt x="1270" y="5080"/>
                  </a:lnTo>
                  <a:lnTo>
                    <a:pt x="1270" y="6350"/>
                  </a:lnTo>
                  <a:lnTo>
                    <a:pt x="1270" y="7620"/>
                  </a:lnTo>
                  <a:lnTo>
                    <a:pt x="229870" y="7620"/>
                  </a:lnTo>
                  <a:lnTo>
                    <a:pt x="229870" y="6350"/>
                  </a:lnTo>
                  <a:lnTo>
                    <a:pt x="231140" y="6350"/>
                  </a:lnTo>
                  <a:lnTo>
                    <a:pt x="231140" y="5080"/>
                  </a:lnTo>
                  <a:lnTo>
                    <a:pt x="232410" y="5080"/>
                  </a:lnTo>
                  <a:lnTo>
                    <a:pt x="232410" y="3810"/>
                  </a:lnTo>
                  <a:lnTo>
                    <a:pt x="233680" y="3810"/>
                  </a:lnTo>
                  <a:lnTo>
                    <a:pt x="233680" y="2540"/>
                  </a:lnTo>
                  <a:lnTo>
                    <a:pt x="234950" y="2540"/>
                  </a:lnTo>
                  <a:lnTo>
                    <a:pt x="234950" y="1397"/>
                  </a:lnTo>
                  <a:close/>
                </a:path>
                <a:path w="236219" h="7619">
                  <a:moveTo>
                    <a:pt x="236220" y="0"/>
                  </a:moveTo>
                  <a:lnTo>
                    <a:pt x="0" y="0"/>
                  </a:lnTo>
                  <a:lnTo>
                    <a:pt x="0" y="1270"/>
                  </a:lnTo>
                  <a:lnTo>
                    <a:pt x="236220" y="1270"/>
                  </a:lnTo>
                  <a:lnTo>
                    <a:pt x="236220" y="0"/>
                  </a:lnTo>
                  <a:close/>
                </a:path>
              </a:pathLst>
            </a:custGeom>
            <a:solidFill>
              <a:srgbClr val="191200"/>
            </a:solidFill>
          </p:spPr>
          <p:txBody>
            <a:bodyPr wrap="square" lIns="0" tIns="0" rIns="0" bIns="0" rtlCol="0"/>
            <a:lstStyle/>
            <a:p/>
          </p:txBody>
        </p:sp>
        <p:sp>
          <p:nvSpPr>
            <p:cNvPr id="365" name="object 365"/>
            <p:cNvSpPr/>
            <p:nvPr/>
          </p:nvSpPr>
          <p:spPr>
            <a:xfrm>
              <a:off x="1936750" y="2683509"/>
              <a:ext cx="228600" cy="6350"/>
            </a:xfrm>
            <a:custGeom>
              <a:avLst/>
              <a:gdLst/>
              <a:ahLst/>
              <a:cxnLst/>
              <a:rect l="l" t="t" r="r" b="b"/>
              <a:pathLst>
                <a:path w="228600" h="6350">
                  <a:moveTo>
                    <a:pt x="228600" y="0"/>
                  </a:moveTo>
                  <a:lnTo>
                    <a:pt x="227330" y="0"/>
                  </a:lnTo>
                  <a:lnTo>
                    <a:pt x="0" y="0"/>
                  </a:lnTo>
                  <a:lnTo>
                    <a:pt x="0" y="1270"/>
                  </a:lnTo>
                  <a:lnTo>
                    <a:pt x="1270" y="1270"/>
                  </a:lnTo>
                  <a:lnTo>
                    <a:pt x="1270" y="2540"/>
                  </a:lnTo>
                  <a:lnTo>
                    <a:pt x="1270" y="3810"/>
                  </a:lnTo>
                  <a:lnTo>
                    <a:pt x="1270" y="6350"/>
                  </a:lnTo>
                  <a:lnTo>
                    <a:pt x="224790" y="6350"/>
                  </a:lnTo>
                  <a:lnTo>
                    <a:pt x="224790" y="3810"/>
                  </a:lnTo>
                  <a:lnTo>
                    <a:pt x="226047" y="3810"/>
                  </a:lnTo>
                  <a:lnTo>
                    <a:pt x="226047" y="2540"/>
                  </a:lnTo>
                  <a:lnTo>
                    <a:pt x="227330" y="2540"/>
                  </a:lnTo>
                  <a:lnTo>
                    <a:pt x="227330" y="1270"/>
                  </a:lnTo>
                  <a:lnTo>
                    <a:pt x="227330" y="127"/>
                  </a:lnTo>
                  <a:lnTo>
                    <a:pt x="228600" y="127"/>
                  </a:lnTo>
                  <a:lnTo>
                    <a:pt x="228600" y="0"/>
                  </a:lnTo>
                  <a:close/>
                </a:path>
              </a:pathLst>
            </a:custGeom>
            <a:solidFill>
              <a:srgbClr val="1A1300"/>
            </a:solidFill>
          </p:spPr>
          <p:txBody>
            <a:bodyPr wrap="square" lIns="0" tIns="0" rIns="0" bIns="0" rtlCol="0"/>
            <a:lstStyle/>
            <a:p/>
          </p:txBody>
        </p:sp>
        <p:sp>
          <p:nvSpPr>
            <p:cNvPr id="366" name="object 366"/>
            <p:cNvSpPr/>
            <p:nvPr/>
          </p:nvSpPr>
          <p:spPr>
            <a:xfrm>
              <a:off x="1938020" y="2689859"/>
              <a:ext cx="222250" cy="7620"/>
            </a:xfrm>
            <a:custGeom>
              <a:avLst/>
              <a:gdLst/>
              <a:ahLst/>
              <a:cxnLst/>
              <a:rect l="l" t="t" r="r" b="b"/>
              <a:pathLst>
                <a:path w="222250" h="7619">
                  <a:moveTo>
                    <a:pt x="222250" y="0"/>
                  </a:moveTo>
                  <a:lnTo>
                    <a:pt x="0" y="0"/>
                  </a:lnTo>
                  <a:lnTo>
                    <a:pt x="0" y="2540"/>
                  </a:lnTo>
                  <a:lnTo>
                    <a:pt x="0" y="3810"/>
                  </a:lnTo>
                  <a:lnTo>
                    <a:pt x="1270" y="3810"/>
                  </a:lnTo>
                  <a:lnTo>
                    <a:pt x="1270" y="5080"/>
                  </a:lnTo>
                  <a:lnTo>
                    <a:pt x="1270" y="7620"/>
                  </a:lnTo>
                  <a:lnTo>
                    <a:pt x="219697" y="7620"/>
                  </a:lnTo>
                  <a:lnTo>
                    <a:pt x="219697" y="5080"/>
                  </a:lnTo>
                  <a:lnTo>
                    <a:pt x="220980" y="5080"/>
                  </a:lnTo>
                  <a:lnTo>
                    <a:pt x="220980" y="3810"/>
                  </a:lnTo>
                  <a:lnTo>
                    <a:pt x="220980" y="2540"/>
                  </a:lnTo>
                  <a:lnTo>
                    <a:pt x="222250" y="2540"/>
                  </a:lnTo>
                  <a:lnTo>
                    <a:pt x="222250" y="0"/>
                  </a:lnTo>
                  <a:close/>
                </a:path>
              </a:pathLst>
            </a:custGeom>
            <a:solidFill>
              <a:srgbClr val="1C1500"/>
            </a:solidFill>
          </p:spPr>
          <p:txBody>
            <a:bodyPr wrap="square" lIns="0" tIns="0" rIns="0" bIns="0" rtlCol="0"/>
            <a:lstStyle/>
            <a:p/>
          </p:txBody>
        </p:sp>
        <p:sp>
          <p:nvSpPr>
            <p:cNvPr id="367" name="object 367"/>
            <p:cNvSpPr/>
            <p:nvPr/>
          </p:nvSpPr>
          <p:spPr>
            <a:xfrm>
              <a:off x="1939290" y="2697479"/>
              <a:ext cx="217170" cy="7620"/>
            </a:xfrm>
            <a:custGeom>
              <a:avLst/>
              <a:gdLst/>
              <a:ahLst/>
              <a:cxnLst/>
              <a:rect l="l" t="t" r="r" b="b"/>
              <a:pathLst>
                <a:path w="217169" h="7619">
                  <a:moveTo>
                    <a:pt x="217157" y="0"/>
                  </a:moveTo>
                  <a:lnTo>
                    <a:pt x="0" y="0"/>
                  </a:lnTo>
                  <a:lnTo>
                    <a:pt x="0" y="2540"/>
                  </a:lnTo>
                  <a:lnTo>
                    <a:pt x="0" y="7620"/>
                  </a:lnTo>
                  <a:lnTo>
                    <a:pt x="215900" y="7620"/>
                  </a:lnTo>
                  <a:lnTo>
                    <a:pt x="215900" y="2540"/>
                  </a:lnTo>
                  <a:lnTo>
                    <a:pt x="217157" y="2540"/>
                  </a:lnTo>
                  <a:lnTo>
                    <a:pt x="217157" y="0"/>
                  </a:lnTo>
                  <a:close/>
                </a:path>
              </a:pathLst>
            </a:custGeom>
            <a:solidFill>
              <a:srgbClr val="1E1600"/>
            </a:solidFill>
          </p:spPr>
          <p:txBody>
            <a:bodyPr wrap="square" lIns="0" tIns="0" rIns="0" bIns="0" rtlCol="0"/>
            <a:lstStyle/>
            <a:p/>
          </p:txBody>
        </p:sp>
        <p:sp>
          <p:nvSpPr>
            <p:cNvPr id="368" name="object 368"/>
            <p:cNvSpPr/>
            <p:nvPr/>
          </p:nvSpPr>
          <p:spPr>
            <a:xfrm>
              <a:off x="1939290" y="2705099"/>
              <a:ext cx="214629" cy="7620"/>
            </a:xfrm>
            <a:custGeom>
              <a:avLst/>
              <a:gdLst/>
              <a:ahLst/>
              <a:cxnLst/>
              <a:rect l="l" t="t" r="r" b="b"/>
              <a:pathLst>
                <a:path w="214630" h="7619">
                  <a:moveTo>
                    <a:pt x="214630" y="0"/>
                  </a:moveTo>
                  <a:lnTo>
                    <a:pt x="0" y="0"/>
                  </a:lnTo>
                  <a:lnTo>
                    <a:pt x="0" y="6350"/>
                  </a:lnTo>
                  <a:lnTo>
                    <a:pt x="0" y="7620"/>
                  </a:lnTo>
                  <a:lnTo>
                    <a:pt x="213360" y="7620"/>
                  </a:lnTo>
                  <a:lnTo>
                    <a:pt x="213360" y="6350"/>
                  </a:lnTo>
                  <a:lnTo>
                    <a:pt x="214630" y="6350"/>
                  </a:lnTo>
                  <a:lnTo>
                    <a:pt x="214630" y="0"/>
                  </a:lnTo>
                  <a:close/>
                </a:path>
              </a:pathLst>
            </a:custGeom>
            <a:solidFill>
              <a:srgbClr val="201800"/>
            </a:solidFill>
          </p:spPr>
          <p:txBody>
            <a:bodyPr wrap="square" lIns="0" tIns="0" rIns="0" bIns="0" rtlCol="0"/>
            <a:lstStyle/>
            <a:p/>
          </p:txBody>
        </p:sp>
        <p:sp>
          <p:nvSpPr>
            <p:cNvPr id="369" name="object 369"/>
            <p:cNvSpPr/>
            <p:nvPr/>
          </p:nvSpPr>
          <p:spPr>
            <a:xfrm>
              <a:off x="1939289" y="2712719"/>
              <a:ext cx="213360" cy="6350"/>
            </a:xfrm>
            <a:custGeom>
              <a:avLst/>
              <a:gdLst/>
              <a:ahLst/>
              <a:cxnLst/>
              <a:rect l="l" t="t" r="r" b="b"/>
              <a:pathLst>
                <a:path w="213360" h="6350">
                  <a:moveTo>
                    <a:pt x="0" y="6350"/>
                  </a:moveTo>
                  <a:lnTo>
                    <a:pt x="0" y="0"/>
                  </a:lnTo>
                  <a:lnTo>
                    <a:pt x="213360" y="0"/>
                  </a:lnTo>
                  <a:lnTo>
                    <a:pt x="213360" y="6350"/>
                  </a:lnTo>
                  <a:lnTo>
                    <a:pt x="0" y="6350"/>
                  </a:lnTo>
                  <a:close/>
                </a:path>
              </a:pathLst>
            </a:custGeom>
            <a:solidFill>
              <a:srgbClr val="221900"/>
            </a:solidFill>
          </p:spPr>
          <p:txBody>
            <a:bodyPr wrap="square" lIns="0" tIns="0" rIns="0" bIns="0" rtlCol="0"/>
            <a:lstStyle/>
            <a:p/>
          </p:txBody>
        </p:sp>
        <p:sp>
          <p:nvSpPr>
            <p:cNvPr id="370" name="object 370"/>
            <p:cNvSpPr/>
            <p:nvPr/>
          </p:nvSpPr>
          <p:spPr>
            <a:xfrm>
              <a:off x="1939290" y="2719069"/>
              <a:ext cx="213360" cy="7620"/>
            </a:xfrm>
            <a:custGeom>
              <a:avLst/>
              <a:gdLst/>
              <a:ahLst/>
              <a:cxnLst/>
              <a:rect l="l" t="t" r="r" b="b"/>
              <a:pathLst>
                <a:path w="213360" h="7619">
                  <a:moveTo>
                    <a:pt x="212077" y="1282"/>
                  </a:moveTo>
                  <a:lnTo>
                    <a:pt x="0" y="1282"/>
                  </a:lnTo>
                  <a:lnTo>
                    <a:pt x="0" y="7620"/>
                  </a:lnTo>
                  <a:lnTo>
                    <a:pt x="212077" y="7620"/>
                  </a:lnTo>
                  <a:lnTo>
                    <a:pt x="212077" y="1282"/>
                  </a:lnTo>
                  <a:close/>
                </a:path>
                <a:path w="213360" h="7619">
                  <a:moveTo>
                    <a:pt x="213360" y="0"/>
                  </a:moveTo>
                  <a:lnTo>
                    <a:pt x="0" y="0"/>
                  </a:lnTo>
                  <a:lnTo>
                    <a:pt x="0" y="1270"/>
                  </a:lnTo>
                  <a:lnTo>
                    <a:pt x="213360" y="1270"/>
                  </a:lnTo>
                  <a:lnTo>
                    <a:pt x="213360" y="0"/>
                  </a:lnTo>
                  <a:close/>
                </a:path>
              </a:pathLst>
            </a:custGeom>
            <a:solidFill>
              <a:srgbClr val="241A00"/>
            </a:solidFill>
          </p:spPr>
          <p:txBody>
            <a:bodyPr wrap="square" lIns="0" tIns="0" rIns="0" bIns="0" rtlCol="0"/>
            <a:lstStyle/>
            <a:p/>
          </p:txBody>
        </p:sp>
        <p:sp>
          <p:nvSpPr>
            <p:cNvPr id="371" name="object 371"/>
            <p:cNvSpPr/>
            <p:nvPr/>
          </p:nvSpPr>
          <p:spPr>
            <a:xfrm>
              <a:off x="1939289" y="2726689"/>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261C00"/>
            </a:solidFill>
          </p:spPr>
          <p:txBody>
            <a:bodyPr wrap="square" lIns="0" tIns="0" rIns="0" bIns="0" rtlCol="0"/>
            <a:lstStyle/>
            <a:p/>
          </p:txBody>
        </p:sp>
        <p:sp>
          <p:nvSpPr>
            <p:cNvPr id="372" name="object 372"/>
            <p:cNvSpPr/>
            <p:nvPr/>
          </p:nvSpPr>
          <p:spPr>
            <a:xfrm>
              <a:off x="1939290" y="2734309"/>
              <a:ext cx="212090" cy="6350"/>
            </a:xfrm>
            <a:custGeom>
              <a:avLst/>
              <a:gdLst/>
              <a:ahLst/>
              <a:cxnLst/>
              <a:rect l="l" t="t" r="r" b="b"/>
              <a:pathLst>
                <a:path w="212089" h="6350">
                  <a:moveTo>
                    <a:pt x="212077" y="0"/>
                  </a:moveTo>
                  <a:lnTo>
                    <a:pt x="0" y="0"/>
                  </a:lnTo>
                  <a:lnTo>
                    <a:pt x="0" y="3810"/>
                  </a:lnTo>
                  <a:lnTo>
                    <a:pt x="0" y="6350"/>
                  </a:lnTo>
                  <a:lnTo>
                    <a:pt x="210807" y="6350"/>
                  </a:lnTo>
                  <a:lnTo>
                    <a:pt x="210807" y="3810"/>
                  </a:lnTo>
                  <a:lnTo>
                    <a:pt x="212077" y="3810"/>
                  </a:lnTo>
                  <a:lnTo>
                    <a:pt x="212077" y="0"/>
                  </a:lnTo>
                  <a:close/>
                </a:path>
              </a:pathLst>
            </a:custGeom>
            <a:solidFill>
              <a:srgbClr val="271D00"/>
            </a:solidFill>
          </p:spPr>
          <p:txBody>
            <a:bodyPr wrap="square" lIns="0" tIns="0" rIns="0" bIns="0" rtlCol="0"/>
            <a:lstStyle/>
            <a:p/>
          </p:txBody>
        </p:sp>
        <p:sp>
          <p:nvSpPr>
            <p:cNvPr id="373" name="object 373"/>
            <p:cNvSpPr/>
            <p:nvPr/>
          </p:nvSpPr>
          <p:spPr>
            <a:xfrm>
              <a:off x="1939289" y="274065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291F00"/>
            </a:solidFill>
          </p:spPr>
          <p:txBody>
            <a:bodyPr wrap="square" lIns="0" tIns="0" rIns="0" bIns="0" rtlCol="0"/>
            <a:lstStyle/>
            <a:p/>
          </p:txBody>
        </p:sp>
        <p:sp>
          <p:nvSpPr>
            <p:cNvPr id="374" name="object 374"/>
            <p:cNvSpPr/>
            <p:nvPr/>
          </p:nvSpPr>
          <p:spPr>
            <a:xfrm>
              <a:off x="1939289" y="274827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2B2000"/>
            </a:solidFill>
          </p:spPr>
          <p:txBody>
            <a:bodyPr wrap="square" lIns="0" tIns="0" rIns="0" bIns="0" rtlCol="0"/>
            <a:lstStyle/>
            <a:p/>
          </p:txBody>
        </p:sp>
        <p:sp>
          <p:nvSpPr>
            <p:cNvPr id="375" name="object 375"/>
            <p:cNvSpPr/>
            <p:nvPr/>
          </p:nvSpPr>
          <p:spPr>
            <a:xfrm>
              <a:off x="1939289" y="275589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2D2100"/>
            </a:solidFill>
          </p:spPr>
          <p:txBody>
            <a:bodyPr wrap="square" lIns="0" tIns="0" rIns="0" bIns="0" rtlCol="0"/>
            <a:lstStyle/>
            <a:p/>
          </p:txBody>
        </p:sp>
        <p:sp>
          <p:nvSpPr>
            <p:cNvPr id="376" name="object 376"/>
            <p:cNvSpPr/>
            <p:nvPr/>
          </p:nvSpPr>
          <p:spPr>
            <a:xfrm>
              <a:off x="1939290" y="2762249"/>
              <a:ext cx="210820" cy="7620"/>
            </a:xfrm>
            <a:custGeom>
              <a:avLst/>
              <a:gdLst/>
              <a:ahLst/>
              <a:cxnLst/>
              <a:rect l="l" t="t" r="r" b="b"/>
              <a:pathLst>
                <a:path w="210819" h="7619">
                  <a:moveTo>
                    <a:pt x="210807" y="0"/>
                  </a:moveTo>
                  <a:lnTo>
                    <a:pt x="0" y="0"/>
                  </a:lnTo>
                  <a:lnTo>
                    <a:pt x="0" y="3810"/>
                  </a:lnTo>
                  <a:lnTo>
                    <a:pt x="0" y="7620"/>
                  </a:lnTo>
                  <a:lnTo>
                    <a:pt x="209550" y="7620"/>
                  </a:lnTo>
                  <a:lnTo>
                    <a:pt x="209550" y="3810"/>
                  </a:lnTo>
                  <a:lnTo>
                    <a:pt x="210807" y="3810"/>
                  </a:lnTo>
                  <a:lnTo>
                    <a:pt x="210807" y="0"/>
                  </a:lnTo>
                  <a:close/>
                </a:path>
              </a:pathLst>
            </a:custGeom>
            <a:solidFill>
              <a:srgbClr val="2F2300"/>
            </a:solidFill>
          </p:spPr>
          <p:txBody>
            <a:bodyPr wrap="square" lIns="0" tIns="0" rIns="0" bIns="0" rtlCol="0"/>
            <a:lstStyle/>
            <a:p/>
          </p:txBody>
        </p:sp>
        <p:sp>
          <p:nvSpPr>
            <p:cNvPr id="377" name="object 377"/>
            <p:cNvSpPr/>
            <p:nvPr/>
          </p:nvSpPr>
          <p:spPr>
            <a:xfrm>
              <a:off x="1939289" y="2769869"/>
              <a:ext cx="209550" cy="7620"/>
            </a:xfrm>
            <a:custGeom>
              <a:avLst/>
              <a:gdLst/>
              <a:ahLst/>
              <a:cxnLst/>
              <a:rect l="l" t="t" r="r" b="b"/>
              <a:pathLst>
                <a:path w="209550" h="7619">
                  <a:moveTo>
                    <a:pt x="0" y="7619"/>
                  </a:moveTo>
                  <a:lnTo>
                    <a:pt x="0" y="0"/>
                  </a:lnTo>
                  <a:lnTo>
                    <a:pt x="209550" y="0"/>
                  </a:lnTo>
                  <a:lnTo>
                    <a:pt x="209550" y="7619"/>
                  </a:lnTo>
                  <a:lnTo>
                    <a:pt x="0" y="7619"/>
                  </a:lnTo>
                  <a:close/>
                </a:path>
              </a:pathLst>
            </a:custGeom>
            <a:solidFill>
              <a:srgbClr val="312400"/>
            </a:solidFill>
          </p:spPr>
          <p:txBody>
            <a:bodyPr wrap="square" lIns="0" tIns="0" rIns="0" bIns="0" rtlCol="0"/>
            <a:lstStyle/>
            <a:p/>
          </p:txBody>
        </p:sp>
        <p:sp>
          <p:nvSpPr>
            <p:cNvPr id="378" name="object 378"/>
            <p:cNvSpPr/>
            <p:nvPr/>
          </p:nvSpPr>
          <p:spPr>
            <a:xfrm>
              <a:off x="1939289" y="2777489"/>
              <a:ext cx="209550" cy="7620"/>
            </a:xfrm>
            <a:custGeom>
              <a:avLst/>
              <a:gdLst/>
              <a:ahLst/>
              <a:cxnLst/>
              <a:rect l="l" t="t" r="r" b="b"/>
              <a:pathLst>
                <a:path w="209550" h="7619">
                  <a:moveTo>
                    <a:pt x="0" y="7620"/>
                  </a:moveTo>
                  <a:lnTo>
                    <a:pt x="0" y="0"/>
                  </a:lnTo>
                  <a:lnTo>
                    <a:pt x="209550" y="0"/>
                  </a:lnTo>
                  <a:lnTo>
                    <a:pt x="209550" y="7620"/>
                  </a:lnTo>
                  <a:lnTo>
                    <a:pt x="0" y="7620"/>
                  </a:lnTo>
                  <a:close/>
                </a:path>
              </a:pathLst>
            </a:custGeom>
            <a:solidFill>
              <a:srgbClr val="332600"/>
            </a:solidFill>
          </p:spPr>
          <p:txBody>
            <a:bodyPr wrap="square" lIns="0" tIns="0" rIns="0" bIns="0" rtlCol="0"/>
            <a:lstStyle/>
            <a:p/>
          </p:txBody>
        </p:sp>
        <p:sp>
          <p:nvSpPr>
            <p:cNvPr id="379" name="object 379"/>
            <p:cNvSpPr/>
            <p:nvPr/>
          </p:nvSpPr>
          <p:spPr>
            <a:xfrm>
              <a:off x="1938020" y="2785109"/>
              <a:ext cx="210820" cy="6350"/>
            </a:xfrm>
            <a:custGeom>
              <a:avLst/>
              <a:gdLst/>
              <a:ahLst/>
              <a:cxnLst/>
              <a:rect l="l" t="t" r="r" b="b"/>
              <a:pathLst>
                <a:path w="210819" h="6350">
                  <a:moveTo>
                    <a:pt x="210820" y="0"/>
                  </a:moveTo>
                  <a:lnTo>
                    <a:pt x="1270" y="0"/>
                  </a:lnTo>
                  <a:lnTo>
                    <a:pt x="1270" y="5080"/>
                  </a:lnTo>
                  <a:lnTo>
                    <a:pt x="0" y="5080"/>
                  </a:lnTo>
                  <a:lnTo>
                    <a:pt x="0" y="6350"/>
                  </a:lnTo>
                  <a:lnTo>
                    <a:pt x="210820" y="6350"/>
                  </a:lnTo>
                  <a:lnTo>
                    <a:pt x="210820" y="5080"/>
                  </a:lnTo>
                  <a:lnTo>
                    <a:pt x="210820" y="0"/>
                  </a:lnTo>
                  <a:close/>
                </a:path>
              </a:pathLst>
            </a:custGeom>
            <a:solidFill>
              <a:srgbClr val="342700"/>
            </a:solidFill>
          </p:spPr>
          <p:txBody>
            <a:bodyPr wrap="square" lIns="0" tIns="0" rIns="0" bIns="0" rtlCol="0"/>
            <a:lstStyle/>
            <a:p/>
          </p:txBody>
        </p:sp>
        <p:sp>
          <p:nvSpPr>
            <p:cNvPr id="380" name="object 380"/>
            <p:cNvSpPr/>
            <p:nvPr/>
          </p:nvSpPr>
          <p:spPr>
            <a:xfrm>
              <a:off x="1938019" y="279145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362800"/>
            </a:solidFill>
          </p:spPr>
          <p:txBody>
            <a:bodyPr wrap="square" lIns="0" tIns="0" rIns="0" bIns="0" rtlCol="0"/>
            <a:lstStyle/>
            <a:p/>
          </p:txBody>
        </p:sp>
        <p:sp>
          <p:nvSpPr>
            <p:cNvPr id="381" name="object 381"/>
            <p:cNvSpPr/>
            <p:nvPr/>
          </p:nvSpPr>
          <p:spPr>
            <a:xfrm>
              <a:off x="1938019" y="279907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382A00"/>
            </a:solidFill>
          </p:spPr>
          <p:txBody>
            <a:bodyPr wrap="square" lIns="0" tIns="0" rIns="0" bIns="0" rtlCol="0"/>
            <a:lstStyle/>
            <a:p/>
          </p:txBody>
        </p:sp>
        <p:sp>
          <p:nvSpPr>
            <p:cNvPr id="382" name="object 382"/>
            <p:cNvSpPr/>
            <p:nvPr/>
          </p:nvSpPr>
          <p:spPr>
            <a:xfrm>
              <a:off x="1938019" y="280669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3A2B00"/>
            </a:solidFill>
          </p:spPr>
          <p:txBody>
            <a:bodyPr wrap="square" lIns="0" tIns="0" rIns="0" bIns="0" rtlCol="0"/>
            <a:lstStyle/>
            <a:p/>
          </p:txBody>
        </p:sp>
        <p:sp>
          <p:nvSpPr>
            <p:cNvPr id="383" name="object 383"/>
            <p:cNvSpPr/>
            <p:nvPr/>
          </p:nvSpPr>
          <p:spPr>
            <a:xfrm>
              <a:off x="1938020" y="2813049"/>
              <a:ext cx="210820" cy="7620"/>
            </a:xfrm>
            <a:custGeom>
              <a:avLst/>
              <a:gdLst/>
              <a:ahLst/>
              <a:cxnLst/>
              <a:rect l="l" t="t" r="r" b="b"/>
              <a:pathLst>
                <a:path w="210819" h="7619">
                  <a:moveTo>
                    <a:pt x="210820" y="0"/>
                  </a:moveTo>
                  <a:lnTo>
                    <a:pt x="0" y="0"/>
                  </a:lnTo>
                  <a:lnTo>
                    <a:pt x="0" y="6350"/>
                  </a:lnTo>
                  <a:lnTo>
                    <a:pt x="0" y="7620"/>
                  </a:lnTo>
                  <a:lnTo>
                    <a:pt x="209550" y="7620"/>
                  </a:lnTo>
                  <a:lnTo>
                    <a:pt x="209550" y="6350"/>
                  </a:lnTo>
                  <a:lnTo>
                    <a:pt x="210820" y="6350"/>
                  </a:lnTo>
                  <a:lnTo>
                    <a:pt x="210820" y="0"/>
                  </a:lnTo>
                  <a:close/>
                </a:path>
              </a:pathLst>
            </a:custGeom>
            <a:solidFill>
              <a:srgbClr val="3C2D00"/>
            </a:solidFill>
          </p:spPr>
          <p:txBody>
            <a:bodyPr wrap="square" lIns="0" tIns="0" rIns="0" bIns="0" rtlCol="0"/>
            <a:lstStyle/>
            <a:p/>
          </p:txBody>
        </p:sp>
        <p:sp>
          <p:nvSpPr>
            <p:cNvPr id="384" name="object 384"/>
            <p:cNvSpPr/>
            <p:nvPr/>
          </p:nvSpPr>
          <p:spPr>
            <a:xfrm>
              <a:off x="1938019" y="2820669"/>
              <a:ext cx="209550" cy="7620"/>
            </a:xfrm>
            <a:custGeom>
              <a:avLst/>
              <a:gdLst/>
              <a:ahLst/>
              <a:cxnLst/>
              <a:rect l="l" t="t" r="r" b="b"/>
              <a:pathLst>
                <a:path w="209550" h="7619">
                  <a:moveTo>
                    <a:pt x="0" y="7619"/>
                  </a:moveTo>
                  <a:lnTo>
                    <a:pt x="0" y="0"/>
                  </a:lnTo>
                  <a:lnTo>
                    <a:pt x="209550" y="0"/>
                  </a:lnTo>
                  <a:lnTo>
                    <a:pt x="209550" y="7619"/>
                  </a:lnTo>
                  <a:lnTo>
                    <a:pt x="0" y="7619"/>
                  </a:lnTo>
                  <a:close/>
                </a:path>
              </a:pathLst>
            </a:custGeom>
            <a:solidFill>
              <a:srgbClr val="3E2E00"/>
            </a:solidFill>
          </p:spPr>
          <p:txBody>
            <a:bodyPr wrap="square" lIns="0" tIns="0" rIns="0" bIns="0" rtlCol="0"/>
            <a:lstStyle/>
            <a:p/>
          </p:txBody>
        </p:sp>
        <p:sp>
          <p:nvSpPr>
            <p:cNvPr id="385" name="object 385"/>
            <p:cNvSpPr/>
            <p:nvPr/>
          </p:nvSpPr>
          <p:spPr>
            <a:xfrm>
              <a:off x="1938019" y="2828289"/>
              <a:ext cx="209550" cy="6350"/>
            </a:xfrm>
            <a:custGeom>
              <a:avLst/>
              <a:gdLst/>
              <a:ahLst/>
              <a:cxnLst/>
              <a:rect l="l" t="t" r="r" b="b"/>
              <a:pathLst>
                <a:path w="209550" h="6350">
                  <a:moveTo>
                    <a:pt x="0" y="6350"/>
                  </a:moveTo>
                  <a:lnTo>
                    <a:pt x="0" y="0"/>
                  </a:lnTo>
                  <a:lnTo>
                    <a:pt x="209550" y="0"/>
                  </a:lnTo>
                  <a:lnTo>
                    <a:pt x="209550" y="6350"/>
                  </a:lnTo>
                  <a:lnTo>
                    <a:pt x="0" y="6350"/>
                  </a:lnTo>
                  <a:close/>
                </a:path>
              </a:pathLst>
            </a:custGeom>
            <a:solidFill>
              <a:srgbClr val="402F00"/>
            </a:solidFill>
          </p:spPr>
          <p:txBody>
            <a:bodyPr wrap="square" lIns="0" tIns="0" rIns="0" bIns="0" rtlCol="0"/>
            <a:lstStyle/>
            <a:p/>
          </p:txBody>
        </p:sp>
        <p:sp>
          <p:nvSpPr>
            <p:cNvPr id="386" name="object 386"/>
            <p:cNvSpPr/>
            <p:nvPr/>
          </p:nvSpPr>
          <p:spPr>
            <a:xfrm>
              <a:off x="1938019" y="2834639"/>
              <a:ext cx="209550" cy="7620"/>
            </a:xfrm>
            <a:custGeom>
              <a:avLst/>
              <a:gdLst/>
              <a:ahLst/>
              <a:cxnLst/>
              <a:rect l="l" t="t" r="r" b="b"/>
              <a:pathLst>
                <a:path w="209550" h="7619">
                  <a:moveTo>
                    <a:pt x="0" y="7620"/>
                  </a:moveTo>
                  <a:lnTo>
                    <a:pt x="0" y="0"/>
                  </a:lnTo>
                  <a:lnTo>
                    <a:pt x="209550" y="0"/>
                  </a:lnTo>
                  <a:lnTo>
                    <a:pt x="209550" y="7620"/>
                  </a:lnTo>
                  <a:lnTo>
                    <a:pt x="0" y="7620"/>
                  </a:lnTo>
                  <a:close/>
                </a:path>
              </a:pathLst>
            </a:custGeom>
            <a:solidFill>
              <a:srgbClr val="423100"/>
            </a:solidFill>
          </p:spPr>
          <p:txBody>
            <a:bodyPr wrap="square" lIns="0" tIns="0" rIns="0" bIns="0" rtlCol="0"/>
            <a:lstStyle/>
            <a:p/>
          </p:txBody>
        </p:sp>
        <p:sp>
          <p:nvSpPr>
            <p:cNvPr id="387" name="object 387"/>
            <p:cNvSpPr/>
            <p:nvPr/>
          </p:nvSpPr>
          <p:spPr>
            <a:xfrm>
              <a:off x="1938019" y="2842259"/>
              <a:ext cx="209550" cy="7620"/>
            </a:xfrm>
            <a:custGeom>
              <a:avLst/>
              <a:gdLst/>
              <a:ahLst/>
              <a:cxnLst/>
              <a:rect l="l" t="t" r="r" b="b"/>
              <a:pathLst>
                <a:path w="209550" h="7619">
                  <a:moveTo>
                    <a:pt x="0" y="7619"/>
                  </a:moveTo>
                  <a:lnTo>
                    <a:pt x="0" y="0"/>
                  </a:lnTo>
                  <a:lnTo>
                    <a:pt x="209550" y="0"/>
                  </a:lnTo>
                  <a:lnTo>
                    <a:pt x="209550" y="7619"/>
                  </a:lnTo>
                  <a:lnTo>
                    <a:pt x="0" y="7619"/>
                  </a:lnTo>
                  <a:close/>
                </a:path>
              </a:pathLst>
            </a:custGeom>
            <a:solidFill>
              <a:srgbClr val="433300"/>
            </a:solidFill>
          </p:spPr>
          <p:txBody>
            <a:bodyPr wrap="square" lIns="0" tIns="0" rIns="0" bIns="0" rtlCol="0"/>
            <a:lstStyle/>
            <a:p/>
          </p:txBody>
        </p:sp>
        <p:sp>
          <p:nvSpPr>
            <p:cNvPr id="388" name="object 388"/>
            <p:cNvSpPr/>
            <p:nvPr/>
          </p:nvSpPr>
          <p:spPr>
            <a:xfrm>
              <a:off x="1938019" y="2849879"/>
              <a:ext cx="209550" cy="7620"/>
            </a:xfrm>
            <a:custGeom>
              <a:avLst/>
              <a:gdLst/>
              <a:ahLst/>
              <a:cxnLst/>
              <a:rect l="l" t="t" r="r" b="b"/>
              <a:pathLst>
                <a:path w="209550" h="7619">
                  <a:moveTo>
                    <a:pt x="209550" y="0"/>
                  </a:moveTo>
                  <a:lnTo>
                    <a:pt x="0" y="0"/>
                  </a:lnTo>
                  <a:lnTo>
                    <a:pt x="0" y="7620"/>
                  </a:lnTo>
                  <a:lnTo>
                    <a:pt x="209550" y="7620"/>
                  </a:lnTo>
                  <a:lnTo>
                    <a:pt x="209550" y="0"/>
                  </a:lnTo>
                  <a:close/>
                </a:path>
              </a:pathLst>
            </a:custGeom>
            <a:solidFill>
              <a:srgbClr val="453300"/>
            </a:solidFill>
          </p:spPr>
          <p:txBody>
            <a:bodyPr wrap="square" lIns="0" tIns="0" rIns="0" bIns="0" rtlCol="0"/>
            <a:lstStyle/>
            <a:p/>
          </p:txBody>
        </p:sp>
        <p:sp>
          <p:nvSpPr>
            <p:cNvPr id="389" name="object 389"/>
            <p:cNvSpPr/>
            <p:nvPr/>
          </p:nvSpPr>
          <p:spPr>
            <a:xfrm>
              <a:off x="1936749" y="285749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473500"/>
            </a:solidFill>
          </p:spPr>
          <p:txBody>
            <a:bodyPr wrap="square" lIns="0" tIns="0" rIns="0" bIns="0" rtlCol="0"/>
            <a:lstStyle/>
            <a:p/>
          </p:txBody>
        </p:sp>
        <p:sp>
          <p:nvSpPr>
            <p:cNvPr id="390" name="object 390"/>
            <p:cNvSpPr/>
            <p:nvPr/>
          </p:nvSpPr>
          <p:spPr>
            <a:xfrm>
              <a:off x="1936749" y="286384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493600"/>
            </a:solidFill>
          </p:spPr>
          <p:txBody>
            <a:bodyPr wrap="square" lIns="0" tIns="0" rIns="0" bIns="0" rtlCol="0"/>
            <a:lstStyle/>
            <a:p/>
          </p:txBody>
        </p:sp>
        <p:sp>
          <p:nvSpPr>
            <p:cNvPr id="391" name="object 391"/>
            <p:cNvSpPr/>
            <p:nvPr/>
          </p:nvSpPr>
          <p:spPr>
            <a:xfrm>
              <a:off x="1936749" y="287146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4B3800"/>
            </a:solidFill>
          </p:spPr>
          <p:txBody>
            <a:bodyPr wrap="square" lIns="0" tIns="0" rIns="0" bIns="0" rtlCol="0"/>
            <a:lstStyle/>
            <a:p/>
          </p:txBody>
        </p:sp>
        <p:sp>
          <p:nvSpPr>
            <p:cNvPr id="392" name="object 392"/>
            <p:cNvSpPr/>
            <p:nvPr/>
          </p:nvSpPr>
          <p:spPr>
            <a:xfrm>
              <a:off x="1936749" y="287908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4D3900"/>
            </a:solidFill>
          </p:spPr>
          <p:txBody>
            <a:bodyPr wrap="square" lIns="0" tIns="0" rIns="0" bIns="0" rtlCol="0"/>
            <a:lstStyle/>
            <a:p/>
          </p:txBody>
        </p:sp>
        <p:sp>
          <p:nvSpPr>
            <p:cNvPr id="393" name="object 393"/>
            <p:cNvSpPr/>
            <p:nvPr/>
          </p:nvSpPr>
          <p:spPr>
            <a:xfrm>
              <a:off x="1936749" y="288543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4F3A00"/>
            </a:solidFill>
          </p:spPr>
          <p:txBody>
            <a:bodyPr wrap="square" lIns="0" tIns="0" rIns="0" bIns="0" rtlCol="0"/>
            <a:lstStyle/>
            <a:p/>
          </p:txBody>
        </p:sp>
        <p:sp>
          <p:nvSpPr>
            <p:cNvPr id="394" name="object 394"/>
            <p:cNvSpPr/>
            <p:nvPr/>
          </p:nvSpPr>
          <p:spPr>
            <a:xfrm>
              <a:off x="1936750" y="2893059"/>
              <a:ext cx="210820" cy="7620"/>
            </a:xfrm>
            <a:custGeom>
              <a:avLst/>
              <a:gdLst/>
              <a:ahLst/>
              <a:cxnLst/>
              <a:rect l="l" t="t" r="r" b="b"/>
              <a:pathLst>
                <a:path w="210819" h="7619">
                  <a:moveTo>
                    <a:pt x="210820" y="0"/>
                  </a:moveTo>
                  <a:lnTo>
                    <a:pt x="0" y="0"/>
                  </a:lnTo>
                  <a:lnTo>
                    <a:pt x="0" y="2540"/>
                  </a:lnTo>
                  <a:lnTo>
                    <a:pt x="0" y="7620"/>
                  </a:lnTo>
                  <a:lnTo>
                    <a:pt x="209550" y="7620"/>
                  </a:lnTo>
                  <a:lnTo>
                    <a:pt x="209550" y="2540"/>
                  </a:lnTo>
                  <a:lnTo>
                    <a:pt x="210820" y="2540"/>
                  </a:lnTo>
                  <a:lnTo>
                    <a:pt x="210820" y="0"/>
                  </a:lnTo>
                  <a:close/>
                </a:path>
              </a:pathLst>
            </a:custGeom>
            <a:solidFill>
              <a:srgbClr val="503C00"/>
            </a:solidFill>
          </p:spPr>
          <p:txBody>
            <a:bodyPr wrap="square" lIns="0" tIns="0" rIns="0" bIns="0" rtlCol="0"/>
            <a:lstStyle/>
            <a:p/>
          </p:txBody>
        </p:sp>
        <p:sp>
          <p:nvSpPr>
            <p:cNvPr id="395" name="object 395"/>
            <p:cNvSpPr/>
            <p:nvPr/>
          </p:nvSpPr>
          <p:spPr>
            <a:xfrm>
              <a:off x="1936749" y="2900679"/>
              <a:ext cx="209550" cy="7620"/>
            </a:xfrm>
            <a:custGeom>
              <a:avLst/>
              <a:gdLst/>
              <a:ahLst/>
              <a:cxnLst/>
              <a:rect l="l" t="t" r="r" b="b"/>
              <a:pathLst>
                <a:path w="209550" h="7619">
                  <a:moveTo>
                    <a:pt x="0" y="7620"/>
                  </a:moveTo>
                  <a:lnTo>
                    <a:pt x="0" y="0"/>
                  </a:lnTo>
                  <a:lnTo>
                    <a:pt x="209550" y="0"/>
                  </a:lnTo>
                  <a:lnTo>
                    <a:pt x="209550" y="7620"/>
                  </a:lnTo>
                  <a:lnTo>
                    <a:pt x="0" y="7620"/>
                  </a:lnTo>
                  <a:close/>
                </a:path>
              </a:pathLst>
            </a:custGeom>
            <a:solidFill>
              <a:srgbClr val="523D00"/>
            </a:solidFill>
          </p:spPr>
          <p:txBody>
            <a:bodyPr wrap="square" lIns="0" tIns="0" rIns="0" bIns="0" rtlCol="0"/>
            <a:lstStyle/>
            <a:p/>
          </p:txBody>
        </p:sp>
        <p:sp>
          <p:nvSpPr>
            <p:cNvPr id="396" name="object 396"/>
            <p:cNvSpPr/>
            <p:nvPr/>
          </p:nvSpPr>
          <p:spPr>
            <a:xfrm>
              <a:off x="1936749" y="2908299"/>
              <a:ext cx="209550" cy="6350"/>
            </a:xfrm>
            <a:custGeom>
              <a:avLst/>
              <a:gdLst/>
              <a:ahLst/>
              <a:cxnLst/>
              <a:rect l="l" t="t" r="r" b="b"/>
              <a:pathLst>
                <a:path w="209550" h="6350">
                  <a:moveTo>
                    <a:pt x="0" y="6350"/>
                  </a:moveTo>
                  <a:lnTo>
                    <a:pt x="0" y="0"/>
                  </a:lnTo>
                  <a:lnTo>
                    <a:pt x="209550" y="0"/>
                  </a:lnTo>
                  <a:lnTo>
                    <a:pt x="209550" y="6350"/>
                  </a:lnTo>
                  <a:lnTo>
                    <a:pt x="0" y="6350"/>
                  </a:lnTo>
                  <a:close/>
                </a:path>
              </a:pathLst>
            </a:custGeom>
            <a:solidFill>
              <a:srgbClr val="543F00"/>
            </a:solidFill>
          </p:spPr>
          <p:txBody>
            <a:bodyPr wrap="square" lIns="0" tIns="0" rIns="0" bIns="0" rtlCol="0"/>
            <a:lstStyle/>
            <a:p/>
          </p:txBody>
        </p:sp>
        <p:sp>
          <p:nvSpPr>
            <p:cNvPr id="397" name="object 397"/>
            <p:cNvSpPr/>
            <p:nvPr/>
          </p:nvSpPr>
          <p:spPr>
            <a:xfrm>
              <a:off x="1936749" y="2914649"/>
              <a:ext cx="209550" cy="7620"/>
            </a:xfrm>
            <a:custGeom>
              <a:avLst/>
              <a:gdLst/>
              <a:ahLst/>
              <a:cxnLst/>
              <a:rect l="l" t="t" r="r" b="b"/>
              <a:pathLst>
                <a:path w="209550" h="7619">
                  <a:moveTo>
                    <a:pt x="0" y="7620"/>
                  </a:moveTo>
                  <a:lnTo>
                    <a:pt x="0" y="0"/>
                  </a:lnTo>
                  <a:lnTo>
                    <a:pt x="209550" y="0"/>
                  </a:lnTo>
                  <a:lnTo>
                    <a:pt x="209550" y="7620"/>
                  </a:lnTo>
                  <a:lnTo>
                    <a:pt x="0" y="7620"/>
                  </a:lnTo>
                  <a:close/>
                </a:path>
              </a:pathLst>
            </a:custGeom>
            <a:solidFill>
              <a:srgbClr val="564000"/>
            </a:solidFill>
          </p:spPr>
          <p:txBody>
            <a:bodyPr wrap="square" lIns="0" tIns="0" rIns="0" bIns="0" rtlCol="0"/>
            <a:lstStyle/>
            <a:p/>
          </p:txBody>
        </p:sp>
        <p:sp>
          <p:nvSpPr>
            <p:cNvPr id="398" name="object 398"/>
            <p:cNvSpPr/>
            <p:nvPr/>
          </p:nvSpPr>
          <p:spPr>
            <a:xfrm>
              <a:off x="1935480" y="2922269"/>
              <a:ext cx="210820" cy="7620"/>
            </a:xfrm>
            <a:custGeom>
              <a:avLst/>
              <a:gdLst/>
              <a:ahLst/>
              <a:cxnLst/>
              <a:rect l="l" t="t" r="r" b="b"/>
              <a:pathLst>
                <a:path w="210819" h="7619">
                  <a:moveTo>
                    <a:pt x="210820" y="0"/>
                  </a:moveTo>
                  <a:lnTo>
                    <a:pt x="1270" y="0"/>
                  </a:lnTo>
                  <a:lnTo>
                    <a:pt x="1270" y="2540"/>
                  </a:lnTo>
                  <a:lnTo>
                    <a:pt x="0" y="2540"/>
                  </a:lnTo>
                  <a:lnTo>
                    <a:pt x="0" y="7620"/>
                  </a:lnTo>
                  <a:lnTo>
                    <a:pt x="210820" y="7620"/>
                  </a:lnTo>
                  <a:lnTo>
                    <a:pt x="210820" y="2540"/>
                  </a:lnTo>
                  <a:lnTo>
                    <a:pt x="210820" y="0"/>
                  </a:lnTo>
                  <a:close/>
                </a:path>
              </a:pathLst>
            </a:custGeom>
            <a:solidFill>
              <a:srgbClr val="584100"/>
            </a:solidFill>
          </p:spPr>
          <p:txBody>
            <a:bodyPr wrap="square" lIns="0" tIns="0" rIns="0" bIns="0" rtlCol="0"/>
            <a:lstStyle/>
            <a:p/>
          </p:txBody>
        </p:sp>
        <p:sp>
          <p:nvSpPr>
            <p:cNvPr id="399" name="object 399"/>
            <p:cNvSpPr/>
            <p:nvPr/>
          </p:nvSpPr>
          <p:spPr>
            <a:xfrm>
              <a:off x="1935479" y="292988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5A4300"/>
            </a:solidFill>
          </p:spPr>
          <p:txBody>
            <a:bodyPr wrap="square" lIns="0" tIns="0" rIns="0" bIns="0" rtlCol="0"/>
            <a:lstStyle/>
            <a:p/>
          </p:txBody>
        </p:sp>
        <p:sp>
          <p:nvSpPr>
            <p:cNvPr id="400" name="object 400"/>
            <p:cNvSpPr/>
            <p:nvPr/>
          </p:nvSpPr>
          <p:spPr>
            <a:xfrm>
              <a:off x="1935479" y="293623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5C4400"/>
            </a:solidFill>
          </p:spPr>
          <p:txBody>
            <a:bodyPr wrap="square" lIns="0" tIns="0" rIns="0" bIns="0" rtlCol="0"/>
            <a:lstStyle/>
            <a:p/>
          </p:txBody>
        </p:sp>
        <p:sp>
          <p:nvSpPr>
            <p:cNvPr id="401" name="object 401"/>
            <p:cNvSpPr/>
            <p:nvPr/>
          </p:nvSpPr>
          <p:spPr>
            <a:xfrm>
              <a:off x="1935479" y="294385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5D4600"/>
            </a:solidFill>
          </p:spPr>
          <p:txBody>
            <a:bodyPr wrap="square" lIns="0" tIns="0" rIns="0" bIns="0" rtlCol="0"/>
            <a:lstStyle/>
            <a:p/>
          </p:txBody>
        </p:sp>
        <p:sp>
          <p:nvSpPr>
            <p:cNvPr id="402" name="object 402"/>
            <p:cNvSpPr/>
            <p:nvPr/>
          </p:nvSpPr>
          <p:spPr>
            <a:xfrm>
              <a:off x="1935479" y="295147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5F4700"/>
            </a:solidFill>
          </p:spPr>
          <p:txBody>
            <a:bodyPr wrap="square" lIns="0" tIns="0" rIns="0" bIns="0" rtlCol="0"/>
            <a:lstStyle/>
            <a:p/>
          </p:txBody>
        </p:sp>
        <p:sp>
          <p:nvSpPr>
            <p:cNvPr id="403" name="object 403"/>
            <p:cNvSpPr/>
            <p:nvPr/>
          </p:nvSpPr>
          <p:spPr>
            <a:xfrm>
              <a:off x="1935479" y="295782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614800"/>
            </a:solidFill>
          </p:spPr>
          <p:txBody>
            <a:bodyPr wrap="square" lIns="0" tIns="0" rIns="0" bIns="0" rtlCol="0"/>
            <a:lstStyle/>
            <a:p/>
          </p:txBody>
        </p:sp>
        <p:sp>
          <p:nvSpPr>
            <p:cNvPr id="404" name="object 404"/>
            <p:cNvSpPr/>
            <p:nvPr/>
          </p:nvSpPr>
          <p:spPr>
            <a:xfrm>
              <a:off x="1935480" y="2965449"/>
              <a:ext cx="210820" cy="7620"/>
            </a:xfrm>
            <a:custGeom>
              <a:avLst/>
              <a:gdLst/>
              <a:ahLst/>
              <a:cxnLst/>
              <a:rect l="l" t="t" r="r" b="b"/>
              <a:pathLst>
                <a:path w="210819" h="7619">
                  <a:moveTo>
                    <a:pt x="210820" y="0"/>
                  </a:moveTo>
                  <a:lnTo>
                    <a:pt x="0" y="0"/>
                  </a:lnTo>
                  <a:lnTo>
                    <a:pt x="0" y="6350"/>
                  </a:lnTo>
                  <a:lnTo>
                    <a:pt x="0" y="7620"/>
                  </a:lnTo>
                  <a:lnTo>
                    <a:pt x="209550" y="7620"/>
                  </a:lnTo>
                  <a:lnTo>
                    <a:pt x="209550" y="6350"/>
                  </a:lnTo>
                  <a:lnTo>
                    <a:pt x="210820" y="6350"/>
                  </a:lnTo>
                  <a:lnTo>
                    <a:pt x="210820" y="0"/>
                  </a:lnTo>
                  <a:close/>
                </a:path>
              </a:pathLst>
            </a:custGeom>
            <a:solidFill>
              <a:srgbClr val="634A00"/>
            </a:solidFill>
          </p:spPr>
          <p:txBody>
            <a:bodyPr wrap="square" lIns="0" tIns="0" rIns="0" bIns="0" rtlCol="0"/>
            <a:lstStyle/>
            <a:p/>
          </p:txBody>
        </p:sp>
        <p:sp>
          <p:nvSpPr>
            <p:cNvPr id="405" name="object 405"/>
            <p:cNvSpPr/>
            <p:nvPr/>
          </p:nvSpPr>
          <p:spPr>
            <a:xfrm>
              <a:off x="1935479" y="2973069"/>
              <a:ext cx="209550" cy="7620"/>
            </a:xfrm>
            <a:custGeom>
              <a:avLst/>
              <a:gdLst/>
              <a:ahLst/>
              <a:cxnLst/>
              <a:rect l="l" t="t" r="r" b="b"/>
              <a:pathLst>
                <a:path w="209550" h="7619">
                  <a:moveTo>
                    <a:pt x="0" y="7619"/>
                  </a:moveTo>
                  <a:lnTo>
                    <a:pt x="0" y="0"/>
                  </a:lnTo>
                  <a:lnTo>
                    <a:pt x="209550" y="0"/>
                  </a:lnTo>
                  <a:lnTo>
                    <a:pt x="209550" y="7619"/>
                  </a:lnTo>
                  <a:lnTo>
                    <a:pt x="0" y="7619"/>
                  </a:lnTo>
                  <a:close/>
                </a:path>
              </a:pathLst>
            </a:custGeom>
            <a:solidFill>
              <a:srgbClr val="664B00"/>
            </a:solidFill>
          </p:spPr>
          <p:txBody>
            <a:bodyPr wrap="square" lIns="0" tIns="0" rIns="0" bIns="0" rtlCol="0"/>
            <a:lstStyle/>
            <a:p/>
          </p:txBody>
        </p:sp>
        <p:sp>
          <p:nvSpPr>
            <p:cNvPr id="406" name="object 406"/>
            <p:cNvSpPr/>
            <p:nvPr/>
          </p:nvSpPr>
          <p:spPr>
            <a:xfrm>
              <a:off x="1935479" y="2980689"/>
              <a:ext cx="209550" cy="6350"/>
            </a:xfrm>
            <a:custGeom>
              <a:avLst/>
              <a:gdLst/>
              <a:ahLst/>
              <a:cxnLst/>
              <a:rect l="l" t="t" r="r" b="b"/>
              <a:pathLst>
                <a:path w="209550" h="6350">
                  <a:moveTo>
                    <a:pt x="0" y="6350"/>
                  </a:moveTo>
                  <a:lnTo>
                    <a:pt x="0" y="0"/>
                  </a:lnTo>
                  <a:lnTo>
                    <a:pt x="209550" y="0"/>
                  </a:lnTo>
                  <a:lnTo>
                    <a:pt x="209550" y="6350"/>
                  </a:lnTo>
                  <a:lnTo>
                    <a:pt x="0" y="6350"/>
                  </a:lnTo>
                  <a:close/>
                </a:path>
              </a:pathLst>
            </a:custGeom>
            <a:solidFill>
              <a:srgbClr val="674D00"/>
            </a:solidFill>
          </p:spPr>
          <p:txBody>
            <a:bodyPr wrap="square" lIns="0" tIns="0" rIns="0" bIns="0" rtlCol="0"/>
            <a:lstStyle/>
            <a:p/>
          </p:txBody>
        </p:sp>
        <p:sp>
          <p:nvSpPr>
            <p:cNvPr id="407" name="object 407"/>
            <p:cNvSpPr/>
            <p:nvPr/>
          </p:nvSpPr>
          <p:spPr>
            <a:xfrm>
              <a:off x="1934210" y="2987039"/>
              <a:ext cx="210820" cy="7620"/>
            </a:xfrm>
            <a:custGeom>
              <a:avLst/>
              <a:gdLst/>
              <a:ahLst/>
              <a:cxnLst/>
              <a:rect l="l" t="t" r="r" b="b"/>
              <a:pathLst>
                <a:path w="210819" h="7619">
                  <a:moveTo>
                    <a:pt x="210820" y="0"/>
                  </a:moveTo>
                  <a:lnTo>
                    <a:pt x="1270" y="0"/>
                  </a:lnTo>
                  <a:lnTo>
                    <a:pt x="1270" y="5080"/>
                  </a:lnTo>
                  <a:lnTo>
                    <a:pt x="0" y="5080"/>
                  </a:lnTo>
                  <a:lnTo>
                    <a:pt x="0" y="7620"/>
                  </a:lnTo>
                  <a:lnTo>
                    <a:pt x="210820" y="7620"/>
                  </a:lnTo>
                  <a:lnTo>
                    <a:pt x="210820" y="5080"/>
                  </a:lnTo>
                  <a:lnTo>
                    <a:pt x="210820" y="0"/>
                  </a:lnTo>
                  <a:close/>
                </a:path>
              </a:pathLst>
            </a:custGeom>
            <a:solidFill>
              <a:srgbClr val="694E00"/>
            </a:solidFill>
          </p:spPr>
          <p:txBody>
            <a:bodyPr wrap="square" lIns="0" tIns="0" rIns="0" bIns="0" rtlCol="0"/>
            <a:lstStyle/>
            <a:p/>
          </p:txBody>
        </p:sp>
        <p:sp>
          <p:nvSpPr>
            <p:cNvPr id="408" name="object 408"/>
            <p:cNvSpPr/>
            <p:nvPr/>
          </p:nvSpPr>
          <p:spPr>
            <a:xfrm>
              <a:off x="1934209" y="299465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6A4F00"/>
            </a:solidFill>
          </p:spPr>
          <p:txBody>
            <a:bodyPr wrap="square" lIns="0" tIns="0" rIns="0" bIns="0" rtlCol="0"/>
            <a:lstStyle/>
            <a:p/>
          </p:txBody>
        </p:sp>
        <p:sp>
          <p:nvSpPr>
            <p:cNvPr id="409" name="object 409"/>
            <p:cNvSpPr/>
            <p:nvPr/>
          </p:nvSpPr>
          <p:spPr>
            <a:xfrm>
              <a:off x="1934209" y="300227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6C5100"/>
            </a:solidFill>
          </p:spPr>
          <p:txBody>
            <a:bodyPr wrap="square" lIns="0" tIns="0" rIns="0" bIns="0" rtlCol="0"/>
            <a:lstStyle/>
            <a:p/>
          </p:txBody>
        </p:sp>
        <p:sp>
          <p:nvSpPr>
            <p:cNvPr id="410" name="object 410"/>
            <p:cNvSpPr/>
            <p:nvPr/>
          </p:nvSpPr>
          <p:spPr>
            <a:xfrm>
              <a:off x="1934209" y="300862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6E5200"/>
            </a:solidFill>
          </p:spPr>
          <p:txBody>
            <a:bodyPr wrap="square" lIns="0" tIns="0" rIns="0" bIns="0" rtlCol="0"/>
            <a:lstStyle/>
            <a:p/>
          </p:txBody>
        </p:sp>
        <p:sp>
          <p:nvSpPr>
            <p:cNvPr id="411" name="object 411"/>
            <p:cNvSpPr/>
            <p:nvPr/>
          </p:nvSpPr>
          <p:spPr>
            <a:xfrm>
              <a:off x="1934209" y="3016250"/>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705400"/>
            </a:solidFill>
          </p:spPr>
          <p:txBody>
            <a:bodyPr wrap="square" lIns="0" tIns="0" rIns="0" bIns="0" rtlCol="0"/>
            <a:lstStyle/>
            <a:p/>
          </p:txBody>
        </p:sp>
        <p:sp>
          <p:nvSpPr>
            <p:cNvPr id="412" name="object 412"/>
            <p:cNvSpPr/>
            <p:nvPr/>
          </p:nvSpPr>
          <p:spPr>
            <a:xfrm>
              <a:off x="1934209" y="302386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725500"/>
            </a:solidFill>
          </p:spPr>
          <p:txBody>
            <a:bodyPr wrap="square" lIns="0" tIns="0" rIns="0" bIns="0" rtlCol="0"/>
            <a:lstStyle/>
            <a:p/>
          </p:txBody>
        </p:sp>
        <p:sp>
          <p:nvSpPr>
            <p:cNvPr id="413" name="object 413"/>
            <p:cNvSpPr/>
            <p:nvPr/>
          </p:nvSpPr>
          <p:spPr>
            <a:xfrm>
              <a:off x="1934209" y="303021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745600"/>
            </a:solidFill>
          </p:spPr>
          <p:txBody>
            <a:bodyPr wrap="square" lIns="0" tIns="0" rIns="0" bIns="0" rtlCol="0"/>
            <a:lstStyle/>
            <a:p/>
          </p:txBody>
        </p:sp>
        <p:sp>
          <p:nvSpPr>
            <p:cNvPr id="414" name="object 414"/>
            <p:cNvSpPr/>
            <p:nvPr/>
          </p:nvSpPr>
          <p:spPr>
            <a:xfrm>
              <a:off x="1934209" y="303783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765800"/>
            </a:solidFill>
          </p:spPr>
          <p:txBody>
            <a:bodyPr wrap="square" lIns="0" tIns="0" rIns="0" bIns="0" rtlCol="0"/>
            <a:lstStyle/>
            <a:p/>
          </p:txBody>
        </p:sp>
        <p:sp>
          <p:nvSpPr>
            <p:cNvPr id="415" name="object 415"/>
            <p:cNvSpPr/>
            <p:nvPr/>
          </p:nvSpPr>
          <p:spPr>
            <a:xfrm>
              <a:off x="1934210" y="3045459"/>
              <a:ext cx="210820" cy="6350"/>
            </a:xfrm>
            <a:custGeom>
              <a:avLst/>
              <a:gdLst/>
              <a:ahLst/>
              <a:cxnLst/>
              <a:rect l="l" t="t" r="r" b="b"/>
              <a:pathLst>
                <a:path w="210819" h="6350">
                  <a:moveTo>
                    <a:pt x="210820" y="0"/>
                  </a:moveTo>
                  <a:lnTo>
                    <a:pt x="0" y="0"/>
                  </a:lnTo>
                  <a:lnTo>
                    <a:pt x="0" y="1270"/>
                  </a:lnTo>
                  <a:lnTo>
                    <a:pt x="0" y="6350"/>
                  </a:lnTo>
                  <a:lnTo>
                    <a:pt x="209550" y="6350"/>
                  </a:lnTo>
                  <a:lnTo>
                    <a:pt x="209550" y="1270"/>
                  </a:lnTo>
                  <a:lnTo>
                    <a:pt x="210820" y="1270"/>
                  </a:lnTo>
                  <a:lnTo>
                    <a:pt x="210820" y="0"/>
                  </a:lnTo>
                  <a:close/>
                </a:path>
              </a:pathLst>
            </a:custGeom>
            <a:solidFill>
              <a:srgbClr val="775900"/>
            </a:solidFill>
          </p:spPr>
          <p:txBody>
            <a:bodyPr wrap="square" lIns="0" tIns="0" rIns="0" bIns="0" rtlCol="0"/>
            <a:lstStyle/>
            <a:p/>
          </p:txBody>
        </p:sp>
        <p:sp>
          <p:nvSpPr>
            <p:cNvPr id="416" name="object 416"/>
            <p:cNvSpPr/>
            <p:nvPr/>
          </p:nvSpPr>
          <p:spPr>
            <a:xfrm>
              <a:off x="1934209" y="3051809"/>
              <a:ext cx="209550" cy="7620"/>
            </a:xfrm>
            <a:custGeom>
              <a:avLst/>
              <a:gdLst/>
              <a:ahLst/>
              <a:cxnLst/>
              <a:rect l="l" t="t" r="r" b="b"/>
              <a:pathLst>
                <a:path w="209550" h="7619">
                  <a:moveTo>
                    <a:pt x="0" y="7619"/>
                  </a:moveTo>
                  <a:lnTo>
                    <a:pt x="0" y="0"/>
                  </a:lnTo>
                  <a:lnTo>
                    <a:pt x="209550" y="0"/>
                  </a:lnTo>
                  <a:lnTo>
                    <a:pt x="209550" y="7619"/>
                  </a:lnTo>
                  <a:lnTo>
                    <a:pt x="0" y="7619"/>
                  </a:lnTo>
                  <a:close/>
                </a:path>
              </a:pathLst>
            </a:custGeom>
            <a:solidFill>
              <a:srgbClr val="795B00"/>
            </a:solidFill>
          </p:spPr>
          <p:txBody>
            <a:bodyPr wrap="square" lIns="0" tIns="0" rIns="0" bIns="0" rtlCol="0"/>
            <a:lstStyle/>
            <a:p/>
          </p:txBody>
        </p:sp>
        <p:sp>
          <p:nvSpPr>
            <p:cNvPr id="417" name="object 417"/>
            <p:cNvSpPr/>
            <p:nvPr/>
          </p:nvSpPr>
          <p:spPr>
            <a:xfrm>
              <a:off x="1932940" y="3059429"/>
              <a:ext cx="210820" cy="7620"/>
            </a:xfrm>
            <a:custGeom>
              <a:avLst/>
              <a:gdLst/>
              <a:ahLst/>
              <a:cxnLst/>
              <a:rect l="l" t="t" r="r" b="b"/>
              <a:pathLst>
                <a:path w="210819" h="7619">
                  <a:moveTo>
                    <a:pt x="210820" y="0"/>
                  </a:moveTo>
                  <a:lnTo>
                    <a:pt x="1270" y="0"/>
                  </a:lnTo>
                  <a:lnTo>
                    <a:pt x="1270" y="1270"/>
                  </a:lnTo>
                  <a:lnTo>
                    <a:pt x="0" y="1270"/>
                  </a:lnTo>
                  <a:lnTo>
                    <a:pt x="0" y="7620"/>
                  </a:lnTo>
                  <a:lnTo>
                    <a:pt x="210820" y="7620"/>
                  </a:lnTo>
                  <a:lnTo>
                    <a:pt x="210820" y="1270"/>
                  </a:lnTo>
                  <a:lnTo>
                    <a:pt x="210820" y="0"/>
                  </a:lnTo>
                  <a:close/>
                </a:path>
              </a:pathLst>
            </a:custGeom>
            <a:solidFill>
              <a:srgbClr val="7B5C00"/>
            </a:solidFill>
          </p:spPr>
          <p:txBody>
            <a:bodyPr wrap="square" lIns="0" tIns="0" rIns="0" bIns="0" rtlCol="0"/>
            <a:lstStyle/>
            <a:p/>
          </p:txBody>
        </p:sp>
        <p:sp>
          <p:nvSpPr>
            <p:cNvPr id="418" name="object 418"/>
            <p:cNvSpPr/>
            <p:nvPr/>
          </p:nvSpPr>
          <p:spPr>
            <a:xfrm>
              <a:off x="1932939" y="3067050"/>
              <a:ext cx="210820" cy="7620"/>
            </a:xfrm>
            <a:custGeom>
              <a:avLst/>
              <a:gdLst/>
              <a:ahLst/>
              <a:cxnLst/>
              <a:rect l="l" t="t" r="r" b="b"/>
              <a:pathLst>
                <a:path w="210819" h="7619">
                  <a:moveTo>
                    <a:pt x="0" y="7620"/>
                  </a:moveTo>
                  <a:lnTo>
                    <a:pt x="0" y="0"/>
                  </a:lnTo>
                  <a:lnTo>
                    <a:pt x="210820" y="0"/>
                  </a:lnTo>
                  <a:lnTo>
                    <a:pt x="210820" y="7620"/>
                  </a:lnTo>
                  <a:lnTo>
                    <a:pt x="0" y="7620"/>
                  </a:lnTo>
                  <a:close/>
                </a:path>
              </a:pathLst>
            </a:custGeom>
            <a:solidFill>
              <a:srgbClr val="7D5D00"/>
            </a:solidFill>
          </p:spPr>
          <p:txBody>
            <a:bodyPr wrap="square" lIns="0" tIns="0" rIns="0" bIns="0" rtlCol="0"/>
            <a:lstStyle/>
            <a:p/>
          </p:txBody>
        </p:sp>
        <p:sp>
          <p:nvSpPr>
            <p:cNvPr id="419" name="object 419"/>
            <p:cNvSpPr/>
            <p:nvPr/>
          </p:nvSpPr>
          <p:spPr>
            <a:xfrm>
              <a:off x="1932939" y="3074669"/>
              <a:ext cx="210820" cy="6350"/>
            </a:xfrm>
            <a:custGeom>
              <a:avLst/>
              <a:gdLst/>
              <a:ahLst/>
              <a:cxnLst/>
              <a:rect l="l" t="t" r="r" b="b"/>
              <a:pathLst>
                <a:path w="210819" h="6350">
                  <a:moveTo>
                    <a:pt x="0" y="6350"/>
                  </a:moveTo>
                  <a:lnTo>
                    <a:pt x="0" y="0"/>
                  </a:lnTo>
                  <a:lnTo>
                    <a:pt x="210820" y="0"/>
                  </a:lnTo>
                  <a:lnTo>
                    <a:pt x="210820" y="6350"/>
                  </a:lnTo>
                  <a:lnTo>
                    <a:pt x="0" y="6350"/>
                  </a:lnTo>
                  <a:close/>
                </a:path>
              </a:pathLst>
            </a:custGeom>
            <a:solidFill>
              <a:srgbClr val="7F5F00"/>
            </a:solidFill>
          </p:spPr>
          <p:txBody>
            <a:bodyPr wrap="square" lIns="0" tIns="0" rIns="0" bIns="0" rtlCol="0"/>
            <a:lstStyle/>
            <a:p/>
          </p:txBody>
        </p:sp>
        <p:sp>
          <p:nvSpPr>
            <p:cNvPr id="420" name="object 420"/>
            <p:cNvSpPr/>
            <p:nvPr/>
          </p:nvSpPr>
          <p:spPr>
            <a:xfrm>
              <a:off x="1932939" y="3081019"/>
              <a:ext cx="210820" cy="7620"/>
            </a:xfrm>
            <a:custGeom>
              <a:avLst/>
              <a:gdLst/>
              <a:ahLst/>
              <a:cxnLst/>
              <a:rect l="l" t="t" r="r" b="b"/>
              <a:pathLst>
                <a:path w="210819" h="7619">
                  <a:moveTo>
                    <a:pt x="0" y="7619"/>
                  </a:moveTo>
                  <a:lnTo>
                    <a:pt x="0" y="0"/>
                  </a:lnTo>
                  <a:lnTo>
                    <a:pt x="210820" y="0"/>
                  </a:lnTo>
                  <a:lnTo>
                    <a:pt x="210820" y="7619"/>
                  </a:lnTo>
                  <a:lnTo>
                    <a:pt x="0" y="7619"/>
                  </a:lnTo>
                  <a:close/>
                </a:path>
              </a:pathLst>
            </a:custGeom>
            <a:solidFill>
              <a:srgbClr val="816000"/>
            </a:solidFill>
          </p:spPr>
          <p:txBody>
            <a:bodyPr wrap="square" lIns="0" tIns="0" rIns="0" bIns="0" rtlCol="0"/>
            <a:lstStyle/>
            <a:p/>
          </p:txBody>
        </p:sp>
        <p:sp>
          <p:nvSpPr>
            <p:cNvPr id="421" name="object 421"/>
            <p:cNvSpPr/>
            <p:nvPr/>
          </p:nvSpPr>
          <p:spPr>
            <a:xfrm>
              <a:off x="1932939" y="3088639"/>
              <a:ext cx="210820" cy="7620"/>
            </a:xfrm>
            <a:custGeom>
              <a:avLst/>
              <a:gdLst/>
              <a:ahLst/>
              <a:cxnLst/>
              <a:rect l="l" t="t" r="r" b="b"/>
              <a:pathLst>
                <a:path w="210819" h="7619">
                  <a:moveTo>
                    <a:pt x="0" y="7620"/>
                  </a:moveTo>
                  <a:lnTo>
                    <a:pt x="0" y="0"/>
                  </a:lnTo>
                  <a:lnTo>
                    <a:pt x="210820" y="0"/>
                  </a:lnTo>
                  <a:lnTo>
                    <a:pt x="210819" y="7620"/>
                  </a:lnTo>
                  <a:lnTo>
                    <a:pt x="0" y="7620"/>
                  </a:lnTo>
                  <a:close/>
                </a:path>
              </a:pathLst>
            </a:custGeom>
            <a:solidFill>
              <a:srgbClr val="836100"/>
            </a:solidFill>
          </p:spPr>
          <p:txBody>
            <a:bodyPr wrap="square" lIns="0" tIns="0" rIns="0" bIns="0" rtlCol="0"/>
            <a:lstStyle/>
            <a:p/>
          </p:txBody>
        </p:sp>
        <p:sp>
          <p:nvSpPr>
            <p:cNvPr id="422" name="object 422"/>
            <p:cNvSpPr/>
            <p:nvPr/>
          </p:nvSpPr>
          <p:spPr>
            <a:xfrm>
              <a:off x="1932939" y="309625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856300"/>
            </a:solidFill>
          </p:spPr>
          <p:txBody>
            <a:bodyPr wrap="square" lIns="0" tIns="0" rIns="0" bIns="0" rtlCol="0"/>
            <a:lstStyle/>
            <a:p/>
          </p:txBody>
        </p:sp>
        <p:sp>
          <p:nvSpPr>
            <p:cNvPr id="423" name="object 423"/>
            <p:cNvSpPr/>
            <p:nvPr/>
          </p:nvSpPr>
          <p:spPr>
            <a:xfrm>
              <a:off x="1932939" y="310260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866400"/>
            </a:solidFill>
          </p:spPr>
          <p:txBody>
            <a:bodyPr wrap="square" lIns="0" tIns="0" rIns="0" bIns="0" rtlCol="0"/>
            <a:lstStyle/>
            <a:p/>
          </p:txBody>
        </p:sp>
        <p:sp>
          <p:nvSpPr>
            <p:cNvPr id="424" name="object 424"/>
            <p:cNvSpPr/>
            <p:nvPr/>
          </p:nvSpPr>
          <p:spPr>
            <a:xfrm>
              <a:off x="1932939" y="311022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886600"/>
            </a:solidFill>
          </p:spPr>
          <p:txBody>
            <a:bodyPr wrap="square" lIns="0" tIns="0" rIns="0" bIns="0" rtlCol="0"/>
            <a:lstStyle/>
            <a:p/>
          </p:txBody>
        </p:sp>
        <p:sp>
          <p:nvSpPr>
            <p:cNvPr id="425" name="object 425"/>
            <p:cNvSpPr/>
            <p:nvPr/>
          </p:nvSpPr>
          <p:spPr>
            <a:xfrm>
              <a:off x="1932940" y="3117849"/>
              <a:ext cx="210820" cy="6350"/>
            </a:xfrm>
            <a:custGeom>
              <a:avLst/>
              <a:gdLst/>
              <a:ahLst/>
              <a:cxnLst/>
              <a:rect l="l" t="t" r="r" b="b"/>
              <a:pathLst>
                <a:path w="210819" h="6350">
                  <a:moveTo>
                    <a:pt x="209550" y="5092"/>
                  </a:moveTo>
                  <a:lnTo>
                    <a:pt x="0" y="5092"/>
                  </a:lnTo>
                  <a:lnTo>
                    <a:pt x="0" y="6350"/>
                  </a:lnTo>
                  <a:lnTo>
                    <a:pt x="209550" y="6350"/>
                  </a:lnTo>
                  <a:lnTo>
                    <a:pt x="209550" y="5092"/>
                  </a:lnTo>
                  <a:close/>
                </a:path>
                <a:path w="210819" h="6350">
                  <a:moveTo>
                    <a:pt x="210807" y="0"/>
                  </a:moveTo>
                  <a:lnTo>
                    <a:pt x="0" y="0"/>
                  </a:lnTo>
                  <a:lnTo>
                    <a:pt x="0" y="5080"/>
                  </a:lnTo>
                  <a:lnTo>
                    <a:pt x="210807" y="5080"/>
                  </a:lnTo>
                  <a:lnTo>
                    <a:pt x="210807" y="0"/>
                  </a:lnTo>
                  <a:close/>
                </a:path>
              </a:pathLst>
            </a:custGeom>
            <a:solidFill>
              <a:srgbClr val="8A6700"/>
            </a:solidFill>
          </p:spPr>
          <p:txBody>
            <a:bodyPr wrap="square" lIns="0" tIns="0" rIns="0" bIns="0" rtlCol="0"/>
            <a:lstStyle/>
            <a:p/>
          </p:txBody>
        </p:sp>
        <p:sp>
          <p:nvSpPr>
            <p:cNvPr id="426" name="object 426"/>
            <p:cNvSpPr/>
            <p:nvPr/>
          </p:nvSpPr>
          <p:spPr>
            <a:xfrm>
              <a:off x="1931670" y="3124199"/>
              <a:ext cx="210820" cy="7620"/>
            </a:xfrm>
            <a:custGeom>
              <a:avLst/>
              <a:gdLst/>
              <a:ahLst/>
              <a:cxnLst/>
              <a:rect l="l" t="t" r="r" b="b"/>
              <a:pathLst>
                <a:path w="210819" h="7619">
                  <a:moveTo>
                    <a:pt x="210820" y="0"/>
                  </a:moveTo>
                  <a:lnTo>
                    <a:pt x="1270" y="0"/>
                  </a:lnTo>
                  <a:lnTo>
                    <a:pt x="1270" y="3810"/>
                  </a:lnTo>
                  <a:lnTo>
                    <a:pt x="0" y="3810"/>
                  </a:lnTo>
                  <a:lnTo>
                    <a:pt x="0" y="7620"/>
                  </a:lnTo>
                  <a:lnTo>
                    <a:pt x="210820" y="7620"/>
                  </a:lnTo>
                  <a:lnTo>
                    <a:pt x="210820" y="3810"/>
                  </a:lnTo>
                  <a:lnTo>
                    <a:pt x="210820" y="0"/>
                  </a:lnTo>
                  <a:close/>
                </a:path>
              </a:pathLst>
            </a:custGeom>
            <a:solidFill>
              <a:srgbClr val="8C6800"/>
            </a:solidFill>
          </p:spPr>
          <p:txBody>
            <a:bodyPr wrap="square" lIns="0" tIns="0" rIns="0" bIns="0" rtlCol="0"/>
            <a:lstStyle/>
            <a:p/>
          </p:txBody>
        </p:sp>
        <p:sp>
          <p:nvSpPr>
            <p:cNvPr id="427" name="object 427"/>
            <p:cNvSpPr/>
            <p:nvPr/>
          </p:nvSpPr>
          <p:spPr>
            <a:xfrm>
              <a:off x="1931669" y="313181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8E6A00"/>
            </a:solidFill>
          </p:spPr>
          <p:txBody>
            <a:bodyPr wrap="square" lIns="0" tIns="0" rIns="0" bIns="0" rtlCol="0"/>
            <a:lstStyle/>
            <a:p/>
          </p:txBody>
        </p:sp>
        <p:sp>
          <p:nvSpPr>
            <p:cNvPr id="428" name="object 428"/>
            <p:cNvSpPr/>
            <p:nvPr/>
          </p:nvSpPr>
          <p:spPr>
            <a:xfrm>
              <a:off x="1931669" y="313943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906B00"/>
            </a:solidFill>
          </p:spPr>
          <p:txBody>
            <a:bodyPr wrap="square" lIns="0" tIns="0" rIns="0" bIns="0" rtlCol="0"/>
            <a:lstStyle/>
            <a:p/>
          </p:txBody>
        </p:sp>
        <p:sp>
          <p:nvSpPr>
            <p:cNvPr id="429" name="object 429"/>
            <p:cNvSpPr/>
            <p:nvPr/>
          </p:nvSpPr>
          <p:spPr>
            <a:xfrm>
              <a:off x="1931669" y="314578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926D00"/>
            </a:solidFill>
          </p:spPr>
          <p:txBody>
            <a:bodyPr wrap="square" lIns="0" tIns="0" rIns="0" bIns="0" rtlCol="0"/>
            <a:lstStyle/>
            <a:p/>
          </p:txBody>
        </p:sp>
        <p:sp>
          <p:nvSpPr>
            <p:cNvPr id="430" name="object 430"/>
            <p:cNvSpPr/>
            <p:nvPr/>
          </p:nvSpPr>
          <p:spPr>
            <a:xfrm>
              <a:off x="1931669" y="315340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936E00"/>
            </a:solidFill>
          </p:spPr>
          <p:txBody>
            <a:bodyPr wrap="square" lIns="0" tIns="0" rIns="0" bIns="0" rtlCol="0"/>
            <a:lstStyle/>
            <a:p/>
          </p:txBody>
        </p:sp>
        <p:sp>
          <p:nvSpPr>
            <p:cNvPr id="431" name="object 431"/>
            <p:cNvSpPr/>
            <p:nvPr/>
          </p:nvSpPr>
          <p:spPr>
            <a:xfrm>
              <a:off x="1931669" y="316102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956F00"/>
            </a:solidFill>
          </p:spPr>
          <p:txBody>
            <a:bodyPr wrap="square" lIns="0" tIns="0" rIns="0" bIns="0" rtlCol="0"/>
            <a:lstStyle/>
            <a:p/>
          </p:txBody>
        </p:sp>
        <p:sp>
          <p:nvSpPr>
            <p:cNvPr id="432" name="object 432"/>
            <p:cNvSpPr/>
            <p:nvPr/>
          </p:nvSpPr>
          <p:spPr>
            <a:xfrm>
              <a:off x="1931669" y="3168650"/>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977100"/>
            </a:solidFill>
          </p:spPr>
          <p:txBody>
            <a:bodyPr wrap="square" lIns="0" tIns="0" rIns="0" bIns="0" rtlCol="0"/>
            <a:lstStyle/>
            <a:p/>
          </p:txBody>
        </p:sp>
        <p:sp>
          <p:nvSpPr>
            <p:cNvPr id="433" name="object 433"/>
            <p:cNvSpPr/>
            <p:nvPr/>
          </p:nvSpPr>
          <p:spPr>
            <a:xfrm>
              <a:off x="1931669" y="3175000"/>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997200"/>
            </a:solidFill>
          </p:spPr>
          <p:txBody>
            <a:bodyPr wrap="square" lIns="0" tIns="0" rIns="0" bIns="0" rtlCol="0"/>
            <a:lstStyle/>
            <a:p/>
          </p:txBody>
        </p:sp>
        <p:sp>
          <p:nvSpPr>
            <p:cNvPr id="434" name="object 434"/>
            <p:cNvSpPr/>
            <p:nvPr/>
          </p:nvSpPr>
          <p:spPr>
            <a:xfrm>
              <a:off x="1931669" y="318261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9B7400"/>
            </a:solidFill>
          </p:spPr>
          <p:txBody>
            <a:bodyPr wrap="square" lIns="0" tIns="0" rIns="0" bIns="0" rtlCol="0"/>
            <a:lstStyle/>
            <a:p/>
          </p:txBody>
        </p:sp>
        <p:sp>
          <p:nvSpPr>
            <p:cNvPr id="435" name="object 435"/>
            <p:cNvSpPr/>
            <p:nvPr/>
          </p:nvSpPr>
          <p:spPr>
            <a:xfrm>
              <a:off x="1930400" y="3190239"/>
              <a:ext cx="212090" cy="6350"/>
            </a:xfrm>
            <a:custGeom>
              <a:avLst/>
              <a:gdLst/>
              <a:ahLst/>
              <a:cxnLst/>
              <a:rect l="l" t="t" r="r" b="b"/>
              <a:pathLst>
                <a:path w="212089" h="6350">
                  <a:moveTo>
                    <a:pt x="212090" y="0"/>
                  </a:moveTo>
                  <a:lnTo>
                    <a:pt x="1270" y="0"/>
                  </a:lnTo>
                  <a:lnTo>
                    <a:pt x="1270" y="5080"/>
                  </a:lnTo>
                  <a:lnTo>
                    <a:pt x="0" y="5080"/>
                  </a:lnTo>
                  <a:lnTo>
                    <a:pt x="0" y="6350"/>
                  </a:lnTo>
                  <a:lnTo>
                    <a:pt x="212090" y="6350"/>
                  </a:lnTo>
                  <a:lnTo>
                    <a:pt x="212090" y="5080"/>
                  </a:lnTo>
                  <a:lnTo>
                    <a:pt x="212090" y="0"/>
                  </a:lnTo>
                  <a:close/>
                </a:path>
              </a:pathLst>
            </a:custGeom>
            <a:solidFill>
              <a:srgbClr val="9D7500"/>
            </a:solidFill>
          </p:spPr>
          <p:txBody>
            <a:bodyPr wrap="square" lIns="0" tIns="0" rIns="0" bIns="0" rtlCol="0"/>
            <a:lstStyle/>
            <a:p/>
          </p:txBody>
        </p:sp>
        <p:sp>
          <p:nvSpPr>
            <p:cNvPr id="436" name="object 436"/>
            <p:cNvSpPr/>
            <p:nvPr/>
          </p:nvSpPr>
          <p:spPr>
            <a:xfrm>
              <a:off x="1930400" y="3196589"/>
              <a:ext cx="212090" cy="7620"/>
            </a:xfrm>
            <a:custGeom>
              <a:avLst/>
              <a:gdLst/>
              <a:ahLst/>
              <a:cxnLst/>
              <a:rect l="l" t="t" r="r" b="b"/>
              <a:pathLst>
                <a:path w="212089" h="7619">
                  <a:moveTo>
                    <a:pt x="212090" y="0"/>
                  </a:moveTo>
                  <a:lnTo>
                    <a:pt x="0" y="0"/>
                  </a:lnTo>
                  <a:lnTo>
                    <a:pt x="0" y="1270"/>
                  </a:lnTo>
                  <a:lnTo>
                    <a:pt x="0" y="7620"/>
                  </a:lnTo>
                  <a:lnTo>
                    <a:pt x="210820" y="7620"/>
                  </a:lnTo>
                  <a:lnTo>
                    <a:pt x="210820" y="1270"/>
                  </a:lnTo>
                  <a:lnTo>
                    <a:pt x="212090" y="1270"/>
                  </a:lnTo>
                  <a:lnTo>
                    <a:pt x="212090" y="0"/>
                  </a:lnTo>
                  <a:close/>
                </a:path>
              </a:pathLst>
            </a:custGeom>
            <a:solidFill>
              <a:srgbClr val="9F7600"/>
            </a:solidFill>
          </p:spPr>
          <p:txBody>
            <a:bodyPr wrap="square" lIns="0" tIns="0" rIns="0" bIns="0" rtlCol="0"/>
            <a:lstStyle/>
            <a:p/>
          </p:txBody>
        </p:sp>
        <p:sp>
          <p:nvSpPr>
            <p:cNvPr id="437" name="object 437"/>
            <p:cNvSpPr/>
            <p:nvPr/>
          </p:nvSpPr>
          <p:spPr>
            <a:xfrm>
              <a:off x="1930399" y="320420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A07800"/>
            </a:solidFill>
          </p:spPr>
          <p:txBody>
            <a:bodyPr wrap="square" lIns="0" tIns="0" rIns="0" bIns="0" rtlCol="0"/>
            <a:lstStyle/>
            <a:p/>
          </p:txBody>
        </p:sp>
        <p:sp>
          <p:nvSpPr>
            <p:cNvPr id="438" name="object 438"/>
            <p:cNvSpPr/>
            <p:nvPr/>
          </p:nvSpPr>
          <p:spPr>
            <a:xfrm>
              <a:off x="1930399" y="321182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A27900"/>
            </a:solidFill>
          </p:spPr>
          <p:txBody>
            <a:bodyPr wrap="square" lIns="0" tIns="0" rIns="0" bIns="0" rtlCol="0"/>
            <a:lstStyle/>
            <a:p/>
          </p:txBody>
        </p:sp>
        <p:sp>
          <p:nvSpPr>
            <p:cNvPr id="439" name="object 439"/>
            <p:cNvSpPr/>
            <p:nvPr/>
          </p:nvSpPr>
          <p:spPr>
            <a:xfrm>
              <a:off x="1930399" y="3218179"/>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A47B00"/>
            </a:solidFill>
          </p:spPr>
          <p:txBody>
            <a:bodyPr wrap="square" lIns="0" tIns="0" rIns="0" bIns="0" rtlCol="0"/>
            <a:lstStyle/>
            <a:p/>
          </p:txBody>
        </p:sp>
        <p:sp>
          <p:nvSpPr>
            <p:cNvPr id="440" name="object 440"/>
            <p:cNvSpPr/>
            <p:nvPr/>
          </p:nvSpPr>
          <p:spPr>
            <a:xfrm>
              <a:off x="1930399" y="3225800"/>
              <a:ext cx="210820" cy="7620"/>
            </a:xfrm>
            <a:custGeom>
              <a:avLst/>
              <a:gdLst/>
              <a:ahLst/>
              <a:cxnLst/>
              <a:rect l="l" t="t" r="r" b="b"/>
              <a:pathLst>
                <a:path w="210819" h="7619">
                  <a:moveTo>
                    <a:pt x="0" y="7620"/>
                  </a:moveTo>
                  <a:lnTo>
                    <a:pt x="0" y="0"/>
                  </a:lnTo>
                  <a:lnTo>
                    <a:pt x="210819" y="0"/>
                  </a:lnTo>
                  <a:lnTo>
                    <a:pt x="210819" y="7620"/>
                  </a:lnTo>
                  <a:lnTo>
                    <a:pt x="0" y="7620"/>
                  </a:lnTo>
                  <a:close/>
                </a:path>
              </a:pathLst>
            </a:custGeom>
            <a:solidFill>
              <a:srgbClr val="A67C00"/>
            </a:solidFill>
          </p:spPr>
          <p:txBody>
            <a:bodyPr wrap="square" lIns="0" tIns="0" rIns="0" bIns="0" rtlCol="0"/>
            <a:lstStyle/>
            <a:p/>
          </p:txBody>
        </p:sp>
        <p:sp>
          <p:nvSpPr>
            <p:cNvPr id="441" name="object 441"/>
            <p:cNvSpPr/>
            <p:nvPr/>
          </p:nvSpPr>
          <p:spPr>
            <a:xfrm>
              <a:off x="1930399" y="3233419"/>
              <a:ext cx="210820" cy="7620"/>
            </a:xfrm>
            <a:custGeom>
              <a:avLst/>
              <a:gdLst/>
              <a:ahLst/>
              <a:cxnLst/>
              <a:rect l="l" t="t" r="r" b="b"/>
              <a:pathLst>
                <a:path w="210819" h="7619">
                  <a:moveTo>
                    <a:pt x="0" y="7619"/>
                  </a:moveTo>
                  <a:lnTo>
                    <a:pt x="0" y="0"/>
                  </a:lnTo>
                  <a:lnTo>
                    <a:pt x="210819" y="0"/>
                  </a:lnTo>
                  <a:lnTo>
                    <a:pt x="210819" y="7619"/>
                  </a:lnTo>
                  <a:lnTo>
                    <a:pt x="0" y="7619"/>
                  </a:lnTo>
                  <a:close/>
                </a:path>
              </a:pathLst>
            </a:custGeom>
            <a:solidFill>
              <a:srgbClr val="A87D00"/>
            </a:solidFill>
          </p:spPr>
          <p:txBody>
            <a:bodyPr wrap="square" lIns="0" tIns="0" rIns="0" bIns="0" rtlCol="0"/>
            <a:lstStyle/>
            <a:p/>
          </p:txBody>
        </p:sp>
        <p:sp>
          <p:nvSpPr>
            <p:cNvPr id="442" name="object 442"/>
            <p:cNvSpPr/>
            <p:nvPr/>
          </p:nvSpPr>
          <p:spPr>
            <a:xfrm>
              <a:off x="1930399" y="324103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AA7F00"/>
            </a:solidFill>
          </p:spPr>
          <p:txBody>
            <a:bodyPr wrap="square" lIns="0" tIns="0" rIns="0" bIns="0" rtlCol="0"/>
            <a:lstStyle/>
            <a:p/>
          </p:txBody>
        </p:sp>
        <p:sp>
          <p:nvSpPr>
            <p:cNvPr id="443" name="object 443"/>
            <p:cNvSpPr/>
            <p:nvPr/>
          </p:nvSpPr>
          <p:spPr>
            <a:xfrm>
              <a:off x="1930399" y="3247389"/>
              <a:ext cx="210820" cy="7620"/>
            </a:xfrm>
            <a:custGeom>
              <a:avLst/>
              <a:gdLst/>
              <a:ahLst/>
              <a:cxnLst/>
              <a:rect l="l" t="t" r="r" b="b"/>
              <a:pathLst>
                <a:path w="210819" h="7620">
                  <a:moveTo>
                    <a:pt x="0" y="7620"/>
                  </a:moveTo>
                  <a:lnTo>
                    <a:pt x="0" y="0"/>
                  </a:lnTo>
                  <a:lnTo>
                    <a:pt x="210819" y="0"/>
                  </a:lnTo>
                  <a:lnTo>
                    <a:pt x="210819" y="7620"/>
                  </a:lnTo>
                  <a:lnTo>
                    <a:pt x="0" y="7620"/>
                  </a:lnTo>
                  <a:close/>
                </a:path>
              </a:pathLst>
            </a:custGeom>
            <a:solidFill>
              <a:srgbClr val="AC8000"/>
            </a:solidFill>
          </p:spPr>
          <p:txBody>
            <a:bodyPr wrap="square" lIns="0" tIns="0" rIns="0" bIns="0" rtlCol="0"/>
            <a:lstStyle/>
            <a:p/>
          </p:txBody>
        </p:sp>
        <p:sp>
          <p:nvSpPr>
            <p:cNvPr id="444" name="object 444"/>
            <p:cNvSpPr/>
            <p:nvPr/>
          </p:nvSpPr>
          <p:spPr>
            <a:xfrm>
              <a:off x="1930399" y="3255009"/>
              <a:ext cx="210820" cy="7620"/>
            </a:xfrm>
            <a:custGeom>
              <a:avLst/>
              <a:gdLst/>
              <a:ahLst/>
              <a:cxnLst/>
              <a:rect l="l" t="t" r="r" b="b"/>
              <a:pathLst>
                <a:path w="210819" h="7620">
                  <a:moveTo>
                    <a:pt x="210819" y="0"/>
                  </a:moveTo>
                  <a:lnTo>
                    <a:pt x="0" y="0"/>
                  </a:lnTo>
                  <a:lnTo>
                    <a:pt x="0" y="7619"/>
                  </a:lnTo>
                  <a:lnTo>
                    <a:pt x="210819" y="7619"/>
                  </a:lnTo>
                  <a:lnTo>
                    <a:pt x="210819" y="0"/>
                  </a:lnTo>
                  <a:close/>
                </a:path>
              </a:pathLst>
            </a:custGeom>
            <a:solidFill>
              <a:srgbClr val="AD8200"/>
            </a:solidFill>
          </p:spPr>
          <p:txBody>
            <a:bodyPr wrap="square" lIns="0" tIns="0" rIns="0" bIns="0" rtlCol="0"/>
            <a:lstStyle/>
            <a:p/>
          </p:txBody>
        </p:sp>
        <p:sp>
          <p:nvSpPr>
            <p:cNvPr id="445" name="object 445"/>
            <p:cNvSpPr/>
            <p:nvPr/>
          </p:nvSpPr>
          <p:spPr>
            <a:xfrm>
              <a:off x="1929129" y="3262629"/>
              <a:ext cx="212090" cy="6350"/>
            </a:xfrm>
            <a:custGeom>
              <a:avLst/>
              <a:gdLst/>
              <a:ahLst/>
              <a:cxnLst/>
              <a:rect l="l" t="t" r="r" b="b"/>
              <a:pathLst>
                <a:path w="212089" h="6350">
                  <a:moveTo>
                    <a:pt x="212089" y="0"/>
                  </a:moveTo>
                  <a:lnTo>
                    <a:pt x="0" y="0"/>
                  </a:lnTo>
                  <a:lnTo>
                    <a:pt x="0" y="6350"/>
                  </a:lnTo>
                  <a:lnTo>
                    <a:pt x="212089" y="6350"/>
                  </a:lnTo>
                  <a:lnTo>
                    <a:pt x="212089" y="0"/>
                  </a:lnTo>
                  <a:close/>
                </a:path>
              </a:pathLst>
            </a:custGeom>
            <a:solidFill>
              <a:srgbClr val="AF8300"/>
            </a:solidFill>
          </p:spPr>
          <p:txBody>
            <a:bodyPr wrap="square" lIns="0" tIns="0" rIns="0" bIns="0" rtlCol="0"/>
            <a:lstStyle/>
            <a:p/>
          </p:txBody>
        </p:sp>
        <p:sp>
          <p:nvSpPr>
            <p:cNvPr id="446" name="object 446"/>
            <p:cNvSpPr/>
            <p:nvPr/>
          </p:nvSpPr>
          <p:spPr>
            <a:xfrm>
              <a:off x="1929130" y="3268979"/>
              <a:ext cx="212090" cy="7620"/>
            </a:xfrm>
            <a:custGeom>
              <a:avLst/>
              <a:gdLst/>
              <a:ahLst/>
              <a:cxnLst/>
              <a:rect l="l" t="t" r="r" b="b"/>
              <a:pathLst>
                <a:path w="212089" h="7620">
                  <a:moveTo>
                    <a:pt x="212090" y="0"/>
                  </a:moveTo>
                  <a:lnTo>
                    <a:pt x="0" y="0"/>
                  </a:lnTo>
                  <a:lnTo>
                    <a:pt x="0" y="5080"/>
                  </a:lnTo>
                  <a:lnTo>
                    <a:pt x="0" y="7620"/>
                  </a:lnTo>
                  <a:lnTo>
                    <a:pt x="210820" y="7620"/>
                  </a:lnTo>
                  <a:lnTo>
                    <a:pt x="210820" y="5080"/>
                  </a:lnTo>
                  <a:lnTo>
                    <a:pt x="212090" y="5080"/>
                  </a:lnTo>
                  <a:lnTo>
                    <a:pt x="212090" y="0"/>
                  </a:lnTo>
                  <a:close/>
                </a:path>
              </a:pathLst>
            </a:custGeom>
            <a:solidFill>
              <a:srgbClr val="B18400"/>
            </a:solidFill>
          </p:spPr>
          <p:txBody>
            <a:bodyPr wrap="square" lIns="0" tIns="0" rIns="0" bIns="0" rtlCol="0"/>
            <a:lstStyle/>
            <a:p/>
          </p:txBody>
        </p:sp>
        <p:sp>
          <p:nvSpPr>
            <p:cNvPr id="447" name="object 447"/>
            <p:cNvSpPr/>
            <p:nvPr/>
          </p:nvSpPr>
          <p:spPr>
            <a:xfrm>
              <a:off x="1929129" y="3276600"/>
              <a:ext cx="210820" cy="7620"/>
            </a:xfrm>
            <a:custGeom>
              <a:avLst/>
              <a:gdLst/>
              <a:ahLst/>
              <a:cxnLst/>
              <a:rect l="l" t="t" r="r" b="b"/>
              <a:pathLst>
                <a:path w="210819" h="7620">
                  <a:moveTo>
                    <a:pt x="0" y="7620"/>
                  </a:moveTo>
                  <a:lnTo>
                    <a:pt x="0" y="0"/>
                  </a:lnTo>
                  <a:lnTo>
                    <a:pt x="210819" y="0"/>
                  </a:lnTo>
                  <a:lnTo>
                    <a:pt x="210819" y="7620"/>
                  </a:lnTo>
                  <a:lnTo>
                    <a:pt x="0" y="7620"/>
                  </a:lnTo>
                  <a:close/>
                </a:path>
              </a:pathLst>
            </a:custGeom>
            <a:solidFill>
              <a:srgbClr val="B38600"/>
            </a:solidFill>
          </p:spPr>
          <p:txBody>
            <a:bodyPr wrap="square" lIns="0" tIns="0" rIns="0" bIns="0" rtlCol="0"/>
            <a:lstStyle/>
            <a:p/>
          </p:txBody>
        </p:sp>
        <p:sp>
          <p:nvSpPr>
            <p:cNvPr id="448" name="object 448"/>
            <p:cNvSpPr/>
            <p:nvPr/>
          </p:nvSpPr>
          <p:spPr>
            <a:xfrm>
              <a:off x="1929129" y="328421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B58700"/>
            </a:solidFill>
          </p:spPr>
          <p:txBody>
            <a:bodyPr wrap="square" lIns="0" tIns="0" rIns="0" bIns="0" rtlCol="0"/>
            <a:lstStyle/>
            <a:p/>
          </p:txBody>
        </p:sp>
        <p:sp>
          <p:nvSpPr>
            <p:cNvPr id="449" name="object 449"/>
            <p:cNvSpPr/>
            <p:nvPr/>
          </p:nvSpPr>
          <p:spPr>
            <a:xfrm>
              <a:off x="1929129" y="3290569"/>
              <a:ext cx="210820" cy="7620"/>
            </a:xfrm>
            <a:custGeom>
              <a:avLst/>
              <a:gdLst/>
              <a:ahLst/>
              <a:cxnLst/>
              <a:rect l="l" t="t" r="r" b="b"/>
              <a:pathLst>
                <a:path w="210819" h="7620">
                  <a:moveTo>
                    <a:pt x="0" y="7619"/>
                  </a:moveTo>
                  <a:lnTo>
                    <a:pt x="0" y="0"/>
                  </a:lnTo>
                  <a:lnTo>
                    <a:pt x="210819" y="0"/>
                  </a:lnTo>
                  <a:lnTo>
                    <a:pt x="210819" y="7619"/>
                  </a:lnTo>
                  <a:lnTo>
                    <a:pt x="0" y="7619"/>
                  </a:lnTo>
                  <a:close/>
                </a:path>
              </a:pathLst>
            </a:custGeom>
            <a:solidFill>
              <a:srgbClr val="B78900"/>
            </a:solidFill>
          </p:spPr>
          <p:txBody>
            <a:bodyPr wrap="square" lIns="0" tIns="0" rIns="0" bIns="0" rtlCol="0"/>
            <a:lstStyle/>
            <a:p/>
          </p:txBody>
        </p:sp>
        <p:sp>
          <p:nvSpPr>
            <p:cNvPr id="450" name="object 450"/>
            <p:cNvSpPr/>
            <p:nvPr/>
          </p:nvSpPr>
          <p:spPr>
            <a:xfrm>
              <a:off x="1929129" y="3298189"/>
              <a:ext cx="210820" cy="7620"/>
            </a:xfrm>
            <a:custGeom>
              <a:avLst/>
              <a:gdLst/>
              <a:ahLst/>
              <a:cxnLst/>
              <a:rect l="l" t="t" r="r" b="b"/>
              <a:pathLst>
                <a:path w="210819" h="7620">
                  <a:moveTo>
                    <a:pt x="0" y="7620"/>
                  </a:moveTo>
                  <a:lnTo>
                    <a:pt x="0" y="0"/>
                  </a:lnTo>
                  <a:lnTo>
                    <a:pt x="210819" y="0"/>
                  </a:lnTo>
                  <a:lnTo>
                    <a:pt x="210819" y="7620"/>
                  </a:lnTo>
                  <a:lnTo>
                    <a:pt x="0" y="7620"/>
                  </a:lnTo>
                  <a:close/>
                </a:path>
              </a:pathLst>
            </a:custGeom>
            <a:solidFill>
              <a:srgbClr val="B98A00"/>
            </a:solidFill>
          </p:spPr>
          <p:txBody>
            <a:bodyPr wrap="square" lIns="0" tIns="0" rIns="0" bIns="0" rtlCol="0"/>
            <a:lstStyle/>
            <a:p/>
          </p:txBody>
        </p:sp>
        <p:sp>
          <p:nvSpPr>
            <p:cNvPr id="451" name="object 451"/>
            <p:cNvSpPr/>
            <p:nvPr/>
          </p:nvSpPr>
          <p:spPr>
            <a:xfrm>
              <a:off x="1929129" y="3305809"/>
              <a:ext cx="210820" cy="7620"/>
            </a:xfrm>
            <a:custGeom>
              <a:avLst/>
              <a:gdLst/>
              <a:ahLst/>
              <a:cxnLst/>
              <a:rect l="l" t="t" r="r" b="b"/>
              <a:pathLst>
                <a:path w="210819" h="7620">
                  <a:moveTo>
                    <a:pt x="0" y="7619"/>
                  </a:moveTo>
                  <a:lnTo>
                    <a:pt x="0" y="0"/>
                  </a:lnTo>
                  <a:lnTo>
                    <a:pt x="210819" y="0"/>
                  </a:lnTo>
                  <a:lnTo>
                    <a:pt x="210819" y="7619"/>
                  </a:lnTo>
                  <a:lnTo>
                    <a:pt x="0" y="7619"/>
                  </a:lnTo>
                  <a:close/>
                </a:path>
              </a:pathLst>
            </a:custGeom>
            <a:solidFill>
              <a:srgbClr val="BA8B00"/>
            </a:solidFill>
          </p:spPr>
          <p:txBody>
            <a:bodyPr wrap="square" lIns="0" tIns="0" rIns="0" bIns="0" rtlCol="0"/>
            <a:lstStyle/>
            <a:p/>
          </p:txBody>
        </p:sp>
        <p:sp>
          <p:nvSpPr>
            <p:cNvPr id="452" name="object 452"/>
            <p:cNvSpPr/>
            <p:nvPr/>
          </p:nvSpPr>
          <p:spPr>
            <a:xfrm>
              <a:off x="1929129" y="331342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BC8D00"/>
            </a:solidFill>
          </p:spPr>
          <p:txBody>
            <a:bodyPr wrap="square" lIns="0" tIns="0" rIns="0" bIns="0" rtlCol="0"/>
            <a:lstStyle/>
            <a:p/>
          </p:txBody>
        </p:sp>
        <p:sp>
          <p:nvSpPr>
            <p:cNvPr id="453" name="object 453"/>
            <p:cNvSpPr/>
            <p:nvPr/>
          </p:nvSpPr>
          <p:spPr>
            <a:xfrm>
              <a:off x="1929129" y="3319779"/>
              <a:ext cx="210820" cy="7620"/>
            </a:xfrm>
            <a:custGeom>
              <a:avLst/>
              <a:gdLst/>
              <a:ahLst/>
              <a:cxnLst/>
              <a:rect l="l" t="t" r="r" b="b"/>
              <a:pathLst>
                <a:path w="210819" h="7620">
                  <a:moveTo>
                    <a:pt x="0" y="7620"/>
                  </a:moveTo>
                  <a:lnTo>
                    <a:pt x="0" y="0"/>
                  </a:lnTo>
                  <a:lnTo>
                    <a:pt x="210819" y="0"/>
                  </a:lnTo>
                  <a:lnTo>
                    <a:pt x="210819" y="7620"/>
                  </a:lnTo>
                  <a:lnTo>
                    <a:pt x="0" y="7620"/>
                  </a:lnTo>
                  <a:close/>
                </a:path>
              </a:pathLst>
            </a:custGeom>
            <a:solidFill>
              <a:srgbClr val="BE8E00"/>
            </a:solidFill>
          </p:spPr>
          <p:txBody>
            <a:bodyPr wrap="square" lIns="0" tIns="0" rIns="0" bIns="0" rtlCol="0"/>
            <a:lstStyle/>
            <a:p/>
          </p:txBody>
        </p:sp>
        <p:sp>
          <p:nvSpPr>
            <p:cNvPr id="454" name="object 454"/>
            <p:cNvSpPr/>
            <p:nvPr/>
          </p:nvSpPr>
          <p:spPr>
            <a:xfrm>
              <a:off x="1927860" y="3327399"/>
              <a:ext cx="212090" cy="7620"/>
            </a:xfrm>
            <a:custGeom>
              <a:avLst/>
              <a:gdLst/>
              <a:ahLst/>
              <a:cxnLst/>
              <a:rect l="l" t="t" r="r" b="b"/>
              <a:pathLst>
                <a:path w="212089" h="7620">
                  <a:moveTo>
                    <a:pt x="212090" y="0"/>
                  </a:moveTo>
                  <a:lnTo>
                    <a:pt x="1270" y="0"/>
                  </a:lnTo>
                  <a:lnTo>
                    <a:pt x="1270" y="2540"/>
                  </a:lnTo>
                  <a:lnTo>
                    <a:pt x="0" y="2540"/>
                  </a:lnTo>
                  <a:lnTo>
                    <a:pt x="0" y="7620"/>
                  </a:lnTo>
                  <a:lnTo>
                    <a:pt x="212090" y="7620"/>
                  </a:lnTo>
                  <a:lnTo>
                    <a:pt x="212090" y="2540"/>
                  </a:lnTo>
                  <a:lnTo>
                    <a:pt x="212090" y="0"/>
                  </a:lnTo>
                  <a:close/>
                </a:path>
              </a:pathLst>
            </a:custGeom>
            <a:solidFill>
              <a:srgbClr val="C08F00"/>
            </a:solidFill>
          </p:spPr>
          <p:txBody>
            <a:bodyPr wrap="square" lIns="0" tIns="0" rIns="0" bIns="0" rtlCol="0"/>
            <a:lstStyle/>
            <a:p/>
          </p:txBody>
        </p:sp>
        <p:sp>
          <p:nvSpPr>
            <p:cNvPr id="455" name="object 455"/>
            <p:cNvSpPr/>
            <p:nvPr/>
          </p:nvSpPr>
          <p:spPr>
            <a:xfrm>
              <a:off x="1927859" y="3335019"/>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C29100"/>
            </a:solidFill>
          </p:spPr>
          <p:txBody>
            <a:bodyPr wrap="square" lIns="0" tIns="0" rIns="0" bIns="0" rtlCol="0"/>
            <a:lstStyle/>
            <a:p/>
          </p:txBody>
        </p:sp>
        <p:sp>
          <p:nvSpPr>
            <p:cNvPr id="456" name="object 456"/>
            <p:cNvSpPr/>
            <p:nvPr/>
          </p:nvSpPr>
          <p:spPr>
            <a:xfrm>
              <a:off x="1927859" y="3341369"/>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C49200"/>
            </a:solidFill>
          </p:spPr>
          <p:txBody>
            <a:bodyPr wrap="square" lIns="0" tIns="0" rIns="0" bIns="0" rtlCol="0"/>
            <a:lstStyle/>
            <a:p/>
          </p:txBody>
        </p:sp>
        <p:sp>
          <p:nvSpPr>
            <p:cNvPr id="457" name="object 457"/>
            <p:cNvSpPr/>
            <p:nvPr/>
          </p:nvSpPr>
          <p:spPr>
            <a:xfrm>
              <a:off x="1927860" y="3348989"/>
              <a:ext cx="212090" cy="7620"/>
            </a:xfrm>
            <a:custGeom>
              <a:avLst/>
              <a:gdLst/>
              <a:ahLst/>
              <a:cxnLst/>
              <a:rect l="l" t="t" r="r" b="b"/>
              <a:pathLst>
                <a:path w="212089" h="7620">
                  <a:moveTo>
                    <a:pt x="212090" y="0"/>
                  </a:moveTo>
                  <a:lnTo>
                    <a:pt x="0" y="0"/>
                  </a:lnTo>
                  <a:lnTo>
                    <a:pt x="0" y="1270"/>
                  </a:lnTo>
                  <a:lnTo>
                    <a:pt x="0" y="7620"/>
                  </a:lnTo>
                  <a:lnTo>
                    <a:pt x="210820" y="7620"/>
                  </a:lnTo>
                  <a:lnTo>
                    <a:pt x="210820" y="1270"/>
                  </a:lnTo>
                  <a:lnTo>
                    <a:pt x="212090" y="1270"/>
                  </a:lnTo>
                  <a:lnTo>
                    <a:pt x="212090" y="0"/>
                  </a:lnTo>
                  <a:close/>
                </a:path>
              </a:pathLst>
            </a:custGeom>
            <a:solidFill>
              <a:srgbClr val="C69400"/>
            </a:solidFill>
          </p:spPr>
          <p:txBody>
            <a:bodyPr wrap="square" lIns="0" tIns="0" rIns="0" bIns="0" rtlCol="0"/>
            <a:lstStyle/>
            <a:p/>
          </p:txBody>
        </p:sp>
        <p:sp>
          <p:nvSpPr>
            <p:cNvPr id="458" name="object 458"/>
            <p:cNvSpPr/>
            <p:nvPr/>
          </p:nvSpPr>
          <p:spPr>
            <a:xfrm>
              <a:off x="1927859" y="3356609"/>
              <a:ext cx="210820" cy="7620"/>
            </a:xfrm>
            <a:custGeom>
              <a:avLst/>
              <a:gdLst/>
              <a:ahLst/>
              <a:cxnLst/>
              <a:rect l="l" t="t" r="r" b="b"/>
              <a:pathLst>
                <a:path w="210819" h="7620">
                  <a:moveTo>
                    <a:pt x="0" y="7619"/>
                  </a:moveTo>
                  <a:lnTo>
                    <a:pt x="0" y="0"/>
                  </a:lnTo>
                  <a:lnTo>
                    <a:pt x="210819" y="0"/>
                  </a:lnTo>
                  <a:lnTo>
                    <a:pt x="210819" y="7619"/>
                  </a:lnTo>
                  <a:lnTo>
                    <a:pt x="0" y="7619"/>
                  </a:lnTo>
                  <a:close/>
                </a:path>
              </a:pathLst>
            </a:custGeom>
            <a:solidFill>
              <a:srgbClr val="C89500"/>
            </a:solidFill>
          </p:spPr>
          <p:txBody>
            <a:bodyPr wrap="square" lIns="0" tIns="0" rIns="0" bIns="0" rtlCol="0"/>
            <a:lstStyle/>
            <a:p/>
          </p:txBody>
        </p:sp>
        <p:sp>
          <p:nvSpPr>
            <p:cNvPr id="459" name="object 459"/>
            <p:cNvSpPr/>
            <p:nvPr/>
          </p:nvSpPr>
          <p:spPr>
            <a:xfrm>
              <a:off x="1927859" y="3364229"/>
              <a:ext cx="210820" cy="6350"/>
            </a:xfrm>
            <a:custGeom>
              <a:avLst/>
              <a:gdLst/>
              <a:ahLst/>
              <a:cxnLst/>
              <a:rect l="l" t="t" r="r" b="b"/>
              <a:pathLst>
                <a:path w="210819" h="6350">
                  <a:moveTo>
                    <a:pt x="0" y="6350"/>
                  </a:moveTo>
                  <a:lnTo>
                    <a:pt x="0" y="0"/>
                  </a:lnTo>
                  <a:lnTo>
                    <a:pt x="210819" y="0"/>
                  </a:lnTo>
                  <a:lnTo>
                    <a:pt x="210819" y="6350"/>
                  </a:lnTo>
                  <a:lnTo>
                    <a:pt x="0" y="6350"/>
                  </a:lnTo>
                  <a:close/>
                </a:path>
              </a:pathLst>
            </a:custGeom>
            <a:solidFill>
              <a:srgbClr val="C99600"/>
            </a:solidFill>
          </p:spPr>
          <p:txBody>
            <a:bodyPr wrap="square" lIns="0" tIns="0" rIns="0" bIns="0" rtlCol="0"/>
            <a:lstStyle/>
            <a:p/>
          </p:txBody>
        </p:sp>
        <p:sp>
          <p:nvSpPr>
            <p:cNvPr id="460" name="object 460"/>
            <p:cNvSpPr/>
            <p:nvPr/>
          </p:nvSpPr>
          <p:spPr>
            <a:xfrm>
              <a:off x="1927859" y="3370579"/>
              <a:ext cx="210820" cy="7620"/>
            </a:xfrm>
            <a:custGeom>
              <a:avLst/>
              <a:gdLst/>
              <a:ahLst/>
              <a:cxnLst/>
              <a:rect l="l" t="t" r="r" b="b"/>
              <a:pathLst>
                <a:path w="210819" h="7620">
                  <a:moveTo>
                    <a:pt x="0" y="7620"/>
                  </a:moveTo>
                  <a:lnTo>
                    <a:pt x="0" y="0"/>
                  </a:lnTo>
                  <a:lnTo>
                    <a:pt x="210819" y="0"/>
                  </a:lnTo>
                  <a:lnTo>
                    <a:pt x="210819" y="7620"/>
                  </a:lnTo>
                  <a:lnTo>
                    <a:pt x="0" y="7620"/>
                  </a:lnTo>
                  <a:close/>
                </a:path>
              </a:pathLst>
            </a:custGeom>
            <a:solidFill>
              <a:srgbClr val="CC9800"/>
            </a:solidFill>
          </p:spPr>
          <p:txBody>
            <a:bodyPr wrap="square" lIns="0" tIns="0" rIns="0" bIns="0" rtlCol="0"/>
            <a:lstStyle/>
            <a:p/>
          </p:txBody>
        </p:sp>
        <p:sp>
          <p:nvSpPr>
            <p:cNvPr id="461" name="object 461"/>
            <p:cNvSpPr/>
            <p:nvPr/>
          </p:nvSpPr>
          <p:spPr>
            <a:xfrm>
              <a:off x="1926590" y="3378199"/>
              <a:ext cx="212090" cy="7620"/>
            </a:xfrm>
            <a:custGeom>
              <a:avLst/>
              <a:gdLst/>
              <a:ahLst/>
              <a:cxnLst/>
              <a:rect l="l" t="t" r="r" b="b"/>
              <a:pathLst>
                <a:path w="212089" h="7620">
                  <a:moveTo>
                    <a:pt x="212077" y="0"/>
                  </a:moveTo>
                  <a:lnTo>
                    <a:pt x="1270" y="0"/>
                  </a:lnTo>
                  <a:lnTo>
                    <a:pt x="1270" y="1270"/>
                  </a:lnTo>
                  <a:lnTo>
                    <a:pt x="0" y="1270"/>
                  </a:lnTo>
                  <a:lnTo>
                    <a:pt x="0" y="7620"/>
                  </a:lnTo>
                  <a:lnTo>
                    <a:pt x="212077" y="7620"/>
                  </a:lnTo>
                  <a:lnTo>
                    <a:pt x="212077" y="1270"/>
                  </a:lnTo>
                  <a:lnTo>
                    <a:pt x="212077" y="0"/>
                  </a:lnTo>
                  <a:close/>
                </a:path>
              </a:pathLst>
            </a:custGeom>
            <a:solidFill>
              <a:srgbClr val="CD9900"/>
            </a:solidFill>
          </p:spPr>
          <p:txBody>
            <a:bodyPr wrap="square" lIns="0" tIns="0" rIns="0" bIns="0" rtlCol="0"/>
            <a:lstStyle/>
            <a:p/>
          </p:txBody>
        </p:sp>
        <p:sp>
          <p:nvSpPr>
            <p:cNvPr id="462" name="object 462"/>
            <p:cNvSpPr/>
            <p:nvPr/>
          </p:nvSpPr>
          <p:spPr>
            <a:xfrm>
              <a:off x="1926589" y="3385819"/>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CF9B00"/>
            </a:solidFill>
          </p:spPr>
          <p:txBody>
            <a:bodyPr wrap="square" lIns="0" tIns="0" rIns="0" bIns="0" rtlCol="0"/>
            <a:lstStyle/>
            <a:p/>
          </p:txBody>
        </p:sp>
        <p:sp>
          <p:nvSpPr>
            <p:cNvPr id="463" name="object 463"/>
            <p:cNvSpPr/>
            <p:nvPr/>
          </p:nvSpPr>
          <p:spPr>
            <a:xfrm>
              <a:off x="1926589" y="3392169"/>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D19C00"/>
            </a:solidFill>
          </p:spPr>
          <p:txBody>
            <a:bodyPr wrap="square" lIns="0" tIns="0" rIns="0" bIns="0" rtlCol="0"/>
            <a:lstStyle/>
            <a:p/>
          </p:txBody>
        </p:sp>
        <p:sp>
          <p:nvSpPr>
            <p:cNvPr id="464" name="object 464"/>
            <p:cNvSpPr/>
            <p:nvPr/>
          </p:nvSpPr>
          <p:spPr>
            <a:xfrm>
              <a:off x="1926590" y="3399789"/>
              <a:ext cx="212090" cy="7620"/>
            </a:xfrm>
            <a:custGeom>
              <a:avLst/>
              <a:gdLst/>
              <a:ahLst/>
              <a:cxnLst/>
              <a:rect l="l" t="t" r="r" b="b"/>
              <a:pathLst>
                <a:path w="212089" h="7620">
                  <a:moveTo>
                    <a:pt x="212077" y="0"/>
                  </a:moveTo>
                  <a:lnTo>
                    <a:pt x="0" y="0"/>
                  </a:lnTo>
                  <a:lnTo>
                    <a:pt x="0" y="3810"/>
                  </a:lnTo>
                  <a:lnTo>
                    <a:pt x="0" y="7620"/>
                  </a:lnTo>
                  <a:lnTo>
                    <a:pt x="210807" y="7620"/>
                  </a:lnTo>
                  <a:lnTo>
                    <a:pt x="210807" y="3810"/>
                  </a:lnTo>
                  <a:lnTo>
                    <a:pt x="212077" y="3810"/>
                  </a:lnTo>
                  <a:lnTo>
                    <a:pt x="212077" y="0"/>
                  </a:lnTo>
                  <a:close/>
                </a:path>
              </a:pathLst>
            </a:custGeom>
            <a:solidFill>
              <a:srgbClr val="D39D00"/>
            </a:solidFill>
          </p:spPr>
          <p:txBody>
            <a:bodyPr wrap="square" lIns="0" tIns="0" rIns="0" bIns="0" rtlCol="0"/>
            <a:lstStyle/>
            <a:p/>
          </p:txBody>
        </p:sp>
        <p:sp>
          <p:nvSpPr>
            <p:cNvPr id="465" name="object 465"/>
            <p:cNvSpPr/>
            <p:nvPr/>
          </p:nvSpPr>
          <p:spPr>
            <a:xfrm>
              <a:off x="1925319" y="3407409"/>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D59F00"/>
            </a:solidFill>
          </p:spPr>
          <p:txBody>
            <a:bodyPr wrap="square" lIns="0" tIns="0" rIns="0" bIns="0" rtlCol="0"/>
            <a:lstStyle/>
            <a:p/>
          </p:txBody>
        </p:sp>
        <p:sp>
          <p:nvSpPr>
            <p:cNvPr id="466" name="object 466"/>
            <p:cNvSpPr/>
            <p:nvPr/>
          </p:nvSpPr>
          <p:spPr>
            <a:xfrm>
              <a:off x="1925319" y="3413759"/>
              <a:ext cx="212090" cy="7620"/>
            </a:xfrm>
            <a:custGeom>
              <a:avLst/>
              <a:gdLst/>
              <a:ahLst/>
              <a:cxnLst/>
              <a:rect l="l" t="t" r="r" b="b"/>
              <a:pathLst>
                <a:path w="212089" h="7620">
                  <a:moveTo>
                    <a:pt x="0" y="7619"/>
                  </a:moveTo>
                  <a:lnTo>
                    <a:pt x="0" y="0"/>
                  </a:lnTo>
                  <a:lnTo>
                    <a:pt x="212089" y="0"/>
                  </a:lnTo>
                  <a:lnTo>
                    <a:pt x="212090" y="7619"/>
                  </a:lnTo>
                  <a:lnTo>
                    <a:pt x="0" y="7619"/>
                  </a:lnTo>
                  <a:close/>
                </a:path>
              </a:pathLst>
            </a:custGeom>
            <a:solidFill>
              <a:srgbClr val="D6A000"/>
            </a:solidFill>
          </p:spPr>
          <p:txBody>
            <a:bodyPr wrap="square" lIns="0" tIns="0" rIns="0" bIns="0" rtlCol="0"/>
            <a:lstStyle/>
            <a:p/>
          </p:txBody>
        </p:sp>
        <p:sp>
          <p:nvSpPr>
            <p:cNvPr id="467" name="object 467"/>
            <p:cNvSpPr/>
            <p:nvPr/>
          </p:nvSpPr>
          <p:spPr>
            <a:xfrm>
              <a:off x="1924050" y="3421379"/>
              <a:ext cx="213360" cy="7620"/>
            </a:xfrm>
            <a:custGeom>
              <a:avLst/>
              <a:gdLst/>
              <a:ahLst/>
              <a:cxnLst/>
              <a:rect l="l" t="t" r="r" b="b"/>
              <a:pathLst>
                <a:path w="213360" h="7620">
                  <a:moveTo>
                    <a:pt x="213360" y="0"/>
                  </a:moveTo>
                  <a:lnTo>
                    <a:pt x="1270" y="0"/>
                  </a:lnTo>
                  <a:lnTo>
                    <a:pt x="1270" y="3810"/>
                  </a:lnTo>
                  <a:lnTo>
                    <a:pt x="0" y="3810"/>
                  </a:lnTo>
                  <a:lnTo>
                    <a:pt x="0" y="7620"/>
                  </a:lnTo>
                  <a:lnTo>
                    <a:pt x="213360" y="7620"/>
                  </a:lnTo>
                  <a:lnTo>
                    <a:pt x="213360" y="3810"/>
                  </a:lnTo>
                  <a:lnTo>
                    <a:pt x="213360" y="0"/>
                  </a:lnTo>
                  <a:close/>
                </a:path>
              </a:pathLst>
            </a:custGeom>
            <a:solidFill>
              <a:srgbClr val="D8A200"/>
            </a:solidFill>
          </p:spPr>
          <p:txBody>
            <a:bodyPr wrap="square" lIns="0" tIns="0" rIns="0" bIns="0" rtlCol="0"/>
            <a:lstStyle/>
            <a:p/>
          </p:txBody>
        </p:sp>
        <p:sp>
          <p:nvSpPr>
            <p:cNvPr id="468" name="object 468"/>
            <p:cNvSpPr/>
            <p:nvPr/>
          </p:nvSpPr>
          <p:spPr>
            <a:xfrm>
              <a:off x="1922780" y="3428999"/>
              <a:ext cx="215900" cy="7620"/>
            </a:xfrm>
            <a:custGeom>
              <a:avLst/>
              <a:gdLst/>
              <a:ahLst/>
              <a:cxnLst/>
              <a:rect l="l" t="t" r="r" b="b"/>
              <a:pathLst>
                <a:path w="215900" h="7620">
                  <a:moveTo>
                    <a:pt x="215900" y="5092"/>
                  </a:moveTo>
                  <a:lnTo>
                    <a:pt x="0" y="5092"/>
                  </a:lnTo>
                  <a:lnTo>
                    <a:pt x="0" y="7620"/>
                  </a:lnTo>
                  <a:lnTo>
                    <a:pt x="215900" y="7620"/>
                  </a:lnTo>
                  <a:lnTo>
                    <a:pt x="215900" y="5092"/>
                  </a:lnTo>
                  <a:close/>
                </a:path>
                <a:path w="215900" h="7620">
                  <a:moveTo>
                    <a:pt x="215900" y="2540"/>
                  </a:moveTo>
                  <a:lnTo>
                    <a:pt x="214630" y="2540"/>
                  </a:lnTo>
                  <a:lnTo>
                    <a:pt x="214630" y="0"/>
                  </a:lnTo>
                  <a:lnTo>
                    <a:pt x="1270" y="0"/>
                  </a:lnTo>
                  <a:lnTo>
                    <a:pt x="1270" y="2540"/>
                  </a:lnTo>
                  <a:lnTo>
                    <a:pt x="1270" y="5080"/>
                  </a:lnTo>
                  <a:lnTo>
                    <a:pt x="215900" y="5080"/>
                  </a:lnTo>
                  <a:lnTo>
                    <a:pt x="215900" y="2540"/>
                  </a:lnTo>
                  <a:close/>
                </a:path>
              </a:pathLst>
            </a:custGeom>
            <a:solidFill>
              <a:srgbClr val="DAA300"/>
            </a:solidFill>
          </p:spPr>
          <p:txBody>
            <a:bodyPr wrap="square" lIns="0" tIns="0" rIns="0" bIns="0" rtlCol="0"/>
            <a:lstStyle/>
            <a:p/>
          </p:txBody>
        </p:sp>
        <p:sp>
          <p:nvSpPr>
            <p:cNvPr id="469" name="object 469"/>
            <p:cNvSpPr/>
            <p:nvPr/>
          </p:nvSpPr>
          <p:spPr>
            <a:xfrm>
              <a:off x="1921510" y="3436619"/>
              <a:ext cx="217170" cy="6350"/>
            </a:xfrm>
            <a:custGeom>
              <a:avLst/>
              <a:gdLst/>
              <a:ahLst/>
              <a:cxnLst/>
              <a:rect l="l" t="t" r="r" b="b"/>
              <a:pathLst>
                <a:path w="217169" h="6350">
                  <a:moveTo>
                    <a:pt x="217170" y="0"/>
                  </a:moveTo>
                  <a:lnTo>
                    <a:pt x="1270" y="0"/>
                  </a:lnTo>
                  <a:lnTo>
                    <a:pt x="1270" y="2540"/>
                  </a:lnTo>
                  <a:lnTo>
                    <a:pt x="0" y="2540"/>
                  </a:lnTo>
                  <a:lnTo>
                    <a:pt x="0" y="6350"/>
                  </a:lnTo>
                  <a:lnTo>
                    <a:pt x="217170" y="6350"/>
                  </a:lnTo>
                  <a:lnTo>
                    <a:pt x="217170" y="2540"/>
                  </a:lnTo>
                  <a:lnTo>
                    <a:pt x="217170" y="0"/>
                  </a:lnTo>
                  <a:close/>
                </a:path>
              </a:pathLst>
            </a:custGeom>
            <a:solidFill>
              <a:srgbClr val="DCA400"/>
            </a:solidFill>
          </p:spPr>
          <p:txBody>
            <a:bodyPr wrap="square" lIns="0" tIns="0" rIns="0" bIns="0" rtlCol="0"/>
            <a:lstStyle/>
            <a:p/>
          </p:txBody>
        </p:sp>
        <p:sp>
          <p:nvSpPr>
            <p:cNvPr id="470" name="object 470"/>
            <p:cNvSpPr/>
            <p:nvPr/>
          </p:nvSpPr>
          <p:spPr>
            <a:xfrm>
              <a:off x="1918970" y="3442969"/>
              <a:ext cx="220979" cy="7620"/>
            </a:xfrm>
            <a:custGeom>
              <a:avLst/>
              <a:gdLst/>
              <a:ahLst/>
              <a:cxnLst/>
              <a:rect l="l" t="t" r="r" b="b"/>
              <a:pathLst>
                <a:path w="220980" h="7620">
                  <a:moveTo>
                    <a:pt x="220980" y="6350"/>
                  </a:moveTo>
                  <a:lnTo>
                    <a:pt x="219710" y="6350"/>
                  </a:lnTo>
                  <a:lnTo>
                    <a:pt x="219710" y="5080"/>
                  </a:lnTo>
                  <a:lnTo>
                    <a:pt x="219710" y="2540"/>
                  </a:lnTo>
                  <a:lnTo>
                    <a:pt x="219710" y="0"/>
                  </a:lnTo>
                  <a:lnTo>
                    <a:pt x="2540" y="0"/>
                  </a:lnTo>
                  <a:lnTo>
                    <a:pt x="2540" y="2540"/>
                  </a:lnTo>
                  <a:lnTo>
                    <a:pt x="1270" y="2540"/>
                  </a:lnTo>
                  <a:lnTo>
                    <a:pt x="1270" y="5080"/>
                  </a:lnTo>
                  <a:lnTo>
                    <a:pt x="0" y="5080"/>
                  </a:lnTo>
                  <a:lnTo>
                    <a:pt x="0" y="6350"/>
                  </a:lnTo>
                  <a:lnTo>
                    <a:pt x="0" y="7620"/>
                  </a:lnTo>
                  <a:lnTo>
                    <a:pt x="220980" y="7620"/>
                  </a:lnTo>
                  <a:lnTo>
                    <a:pt x="220980" y="6350"/>
                  </a:lnTo>
                  <a:close/>
                </a:path>
              </a:pathLst>
            </a:custGeom>
            <a:solidFill>
              <a:srgbClr val="DEA600"/>
            </a:solidFill>
          </p:spPr>
          <p:txBody>
            <a:bodyPr wrap="square" lIns="0" tIns="0" rIns="0" bIns="0" rtlCol="0"/>
            <a:lstStyle/>
            <a:p/>
          </p:txBody>
        </p:sp>
        <p:sp>
          <p:nvSpPr>
            <p:cNvPr id="471" name="object 471"/>
            <p:cNvSpPr/>
            <p:nvPr/>
          </p:nvSpPr>
          <p:spPr>
            <a:xfrm>
              <a:off x="1913890" y="3450589"/>
              <a:ext cx="226060" cy="7620"/>
            </a:xfrm>
            <a:custGeom>
              <a:avLst/>
              <a:gdLst/>
              <a:ahLst/>
              <a:cxnLst/>
              <a:rect l="l" t="t" r="r" b="b"/>
              <a:pathLst>
                <a:path w="226060" h="7620">
                  <a:moveTo>
                    <a:pt x="226060" y="0"/>
                  </a:moveTo>
                  <a:lnTo>
                    <a:pt x="3810" y="0"/>
                  </a:lnTo>
                  <a:lnTo>
                    <a:pt x="3810" y="2540"/>
                  </a:lnTo>
                  <a:lnTo>
                    <a:pt x="2540" y="2540"/>
                  </a:lnTo>
                  <a:lnTo>
                    <a:pt x="2540" y="3810"/>
                  </a:lnTo>
                  <a:lnTo>
                    <a:pt x="1270" y="3810"/>
                  </a:lnTo>
                  <a:lnTo>
                    <a:pt x="1270" y="6350"/>
                  </a:lnTo>
                  <a:lnTo>
                    <a:pt x="0" y="6350"/>
                  </a:lnTo>
                  <a:lnTo>
                    <a:pt x="0" y="7620"/>
                  </a:lnTo>
                  <a:lnTo>
                    <a:pt x="226060" y="7620"/>
                  </a:lnTo>
                  <a:lnTo>
                    <a:pt x="226060" y="6350"/>
                  </a:lnTo>
                  <a:lnTo>
                    <a:pt x="226060" y="3810"/>
                  </a:lnTo>
                  <a:lnTo>
                    <a:pt x="226060" y="2540"/>
                  </a:lnTo>
                  <a:lnTo>
                    <a:pt x="226060" y="0"/>
                  </a:lnTo>
                  <a:close/>
                </a:path>
              </a:pathLst>
            </a:custGeom>
            <a:solidFill>
              <a:srgbClr val="E0A700"/>
            </a:solidFill>
          </p:spPr>
          <p:txBody>
            <a:bodyPr wrap="square" lIns="0" tIns="0" rIns="0" bIns="0" rtlCol="0"/>
            <a:lstStyle/>
            <a:p/>
          </p:txBody>
        </p:sp>
        <p:sp>
          <p:nvSpPr>
            <p:cNvPr id="472" name="object 472"/>
            <p:cNvSpPr/>
            <p:nvPr/>
          </p:nvSpPr>
          <p:spPr>
            <a:xfrm>
              <a:off x="1910080" y="3458209"/>
              <a:ext cx="231140" cy="6350"/>
            </a:xfrm>
            <a:custGeom>
              <a:avLst/>
              <a:gdLst/>
              <a:ahLst/>
              <a:cxnLst/>
              <a:rect l="l" t="t" r="r" b="b"/>
              <a:pathLst>
                <a:path w="231139" h="6350">
                  <a:moveTo>
                    <a:pt x="229870" y="0"/>
                  </a:moveTo>
                  <a:lnTo>
                    <a:pt x="3810" y="0"/>
                  </a:lnTo>
                  <a:lnTo>
                    <a:pt x="3810" y="1270"/>
                  </a:lnTo>
                  <a:lnTo>
                    <a:pt x="229870" y="1270"/>
                  </a:lnTo>
                  <a:lnTo>
                    <a:pt x="229870" y="0"/>
                  </a:lnTo>
                  <a:close/>
                </a:path>
                <a:path w="231139" h="6350">
                  <a:moveTo>
                    <a:pt x="231140" y="1397"/>
                  </a:moveTo>
                  <a:lnTo>
                    <a:pt x="2540" y="1397"/>
                  </a:lnTo>
                  <a:lnTo>
                    <a:pt x="2540" y="3810"/>
                  </a:lnTo>
                  <a:lnTo>
                    <a:pt x="1270" y="3810"/>
                  </a:lnTo>
                  <a:lnTo>
                    <a:pt x="1270" y="5080"/>
                  </a:lnTo>
                  <a:lnTo>
                    <a:pt x="0" y="5080"/>
                  </a:lnTo>
                  <a:lnTo>
                    <a:pt x="0" y="6350"/>
                  </a:lnTo>
                  <a:lnTo>
                    <a:pt x="231140" y="6350"/>
                  </a:lnTo>
                  <a:lnTo>
                    <a:pt x="231140" y="5080"/>
                  </a:lnTo>
                  <a:lnTo>
                    <a:pt x="231140" y="3810"/>
                  </a:lnTo>
                  <a:lnTo>
                    <a:pt x="231140" y="1397"/>
                  </a:lnTo>
                  <a:close/>
                </a:path>
              </a:pathLst>
            </a:custGeom>
            <a:solidFill>
              <a:srgbClr val="E2A900"/>
            </a:solidFill>
          </p:spPr>
          <p:txBody>
            <a:bodyPr wrap="square" lIns="0" tIns="0" rIns="0" bIns="0" rtlCol="0"/>
            <a:lstStyle/>
            <a:p/>
          </p:txBody>
        </p:sp>
        <p:sp>
          <p:nvSpPr>
            <p:cNvPr id="473" name="object 473"/>
            <p:cNvSpPr/>
            <p:nvPr/>
          </p:nvSpPr>
          <p:spPr>
            <a:xfrm>
              <a:off x="1902460" y="3464559"/>
              <a:ext cx="240029" cy="7620"/>
            </a:xfrm>
            <a:custGeom>
              <a:avLst/>
              <a:gdLst/>
              <a:ahLst/>
              <a:cxnLst/>
              <a:rect l="l" t="t" r="r" b="b"/>
              <a:pathLst>
                <a:path w="240030" h="7620">
                  <a:moveTo>
                    <a:pt x="240030" y="2540"/>
                  </a:moveTo>
                  <a:lnTo>
                    <a:pt x="238760" y="2540"/>
                  </a:lnTo>
                  <a:lnTo>
                    <a:pt x="238760" y="1270"/>
                  </a:lnTo>
                  <a:lnTo>
                    <a:pt x="23876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240030" y="7620"/>
                  </a:lnTo>
                  <a:lnTo>
                    <a:pt x="240030" y="6350"/>
                  </a:lnTo>
                  <a:lnTo>
                    <a:pt x="240030" y="5080"/>
                  </a:lnTo>
                  <a:lnTo>
                    <a:pt x="240030" y="3810"/>
                  </a:lnTo>
                  <a:lnTo>
                    <a:pt x="240030" y="2540"/>
                  </a:lnTo>
                  <a:close/>
                </a:path>
              </a:pathLst>
            </a:custGeom>
            <a:solidFill>
              <a:srgbClr val="E3AA00"/>
            </a:solidFill>
          </p:spPr>
          <p:txBody>
            <a:bodyPr wrap="square" lIns="0" tIns="0" rIns="0" bIns="0" rtlCol="0"/>
            <a:lstStyle/>
            <a:p/>
          </p:txBody>
        </p:sp>
        <p:sp>
          <p:nvSpPr>
            <p:cNvPr id="474" name="object 474"/>
            <p:cNvSpPr/>
            <p:nvPr/>
          </p:nvSpPr>
          <p:spPr>
            <a:xfrm>
              <a:off x="1803400" y="3472179"/>
              <a:ext cx="341630" cy="7620"/>
            </a:xfrm>
            <a:custGeom>
              <a:avLst/>
              <a:gdLst/>
              <a:ahLst/>
              <a:cxnLst/>
              <a:rect l="l" t="t" r="r" b="b"/>
              <a:pathLst>
                <a:path w="341630" h="7620">
                  <a:moveTo>
                    <a:pt x="20320" y="6350"/>
                  </a:moveTo>
                  <a:lnTo>
                    <a:pt x="12700" y="6350"/>
                  </a:lnTo>
                  <a:lnTo>
                    <a:pt x="12700" y="5080"/>
                  </a:lnTo>
                  <a:lnTo>
                    <a:pt x="5080" y="5080"/>
                  </a:lnTo>
                  <a:lnTo>
                    <a:pt x="5080" y="3810"/>
                  </a:lnTo>
                  <a:lnTo>
                    <a:pt x="1270" y="3810"/>
                  </a:lnTo>
                  <a:lnTo>
                    <a:pt x="1270" y="2540"/>
                  </a:lnTo>
                  <a:lnTo>
                    <a:pt x="0" y="2540"/>
                  </a:lnTo>
                  <a:lnTo>
                    <a:pt x="0" y="3810"/>
                  </a:lnTo>
                  <a:lnTo>
                    <a:pt x="0" y="5080"/>
                  </a:lnTo>
                  <a:lnTo>
                    <a:pt x="0" y="6350"/>
                  </a:lnTo>
                  <a:lnTo>
                    <a:pt x="0" y="7620"/>
                  </a:lnTo>
                  <a:lnTo>
                    <a:pt x="20320" y="7620"/>
                  </a:lnTo>
                  <a:lnTo>
                    <a:pt x="20320" y="6350"/>
                  </a:lnTo>
                  <a:close/>
                </a:path>
                <a:path w="341630" h="7620">
                  <a:moveTo>
                    <a:pt x="341630" y="6350"/>
                  </a:moveTo>
                  <a:lnTo>
                    <a:pt x="341617" y="5080"/>
                  </a:lnTo>
                  <a:lnTo>
                    <a:pt x="340360" y="5080"/>
                  </a:lnTo>
                  <a:lnTo>
                    <a:pt x="340360" y="3810"/>
                  </a:lnTo>
                  <a:lnTo>
                    <a:pt x="340347" y="2540"/>
                  </a:lnTo>
                  <a:lnTo>
                    <a:pt x="340360" y="1270"/>
                  </a:lnTo>
                  <a:lnTo>
                    <a:pt x="340347" y="0"/>
                  </a:lnTo>
                  <a:lnTo>
                    <a:pt x="97790" y="0"/>
                  </a:lnTo>
                  <a:lnTo>
                    <a:pt x="97790" y="1270"/>
                  </a:lnTo>
                  <a:lnTo>
                    <a:pt x="93980" y="1270"/>
                  </a:lnTo>
                  <a:lnTo>
                    <a:pt x="93980" y="2540"/>
                  </a:lnTo>
                  <a:lnTo>
                    <a:pt x="91440" y="2540"/>
                  </a:lnTo>
                  <a:lnTo>
                    <a:pt x="91440" y="3810"/>
                  </a:lnTo>
                  <a:lnTo>
                    <a:pt x="88900" y="3810"/>
                  </a:lnTo>
                  <a:lnTo>
                    <a:pt x="88900" y="5080"/>
                  </a:lnTo>
                  <a:lnTo>
                    <a:pt x="85090" y="5080"/>
                  </a:lnTo>
                  <a:lnTo>
                    <a:pt x="85090" y="6350"/>
                  </a:lnTo>
                  <a:lnTo>
                    <a:pt x="83820" y="6350"/>
                  </a:lnTo>
                  <a:lnTo>
                    <a:pt x="83820" y="7620"/>
                  </a:lnTo>
                  <a:lnTo>
                    <a:pt x="341630" y="7620"/>
                  </a:lnTo>
                  <a:lnTo>
                    <a:pt x="341630" y="6350"/>
                  </a:lnTo>
                  <a:close/>
                </a:path>
              </a:pathLst>
            </a:custGeom>
            <a:solidFill>
              <a:srgbClr val="E5AB00"/>
            </a:solidFill>
          </p:spPr>
          <p:txBody>
            <a:bodyPr wrap="square" lIns="0" tIns="0" rIns="0" bIns="0" rtlCol="0"/>
            <a:lstStyle/>
            <a:p/>
          </p:txBody>
        </p:sp>
        <p:sp>
          <p:nvSpPr>
            <p:cNvPr id="475" name="object 475"/>
            <p:cNvSpPr/>
            <p:nvPr/>
          </p:nvSpPr>
          <p:spPr>
            <a:xfrm>
              <a:off x="1803400" y="3479799"/>
              <a:ext cx="345440" cy="6350"/>
            </a:xfrm>
            <a:custGeom>
              <a:avLst/>
              <a:gdLst/>
              <a:ahLst/>
              <a:cxnLst/>
              <a:rect l="l" t="t" r="r" b="b"/>
              <a:pathLst>
                <a:path w="345439" h="6350">
                  <a:moveTo>
                    <a:pt x="345440" y="5080"/>
                  </a:moveTo>
                  <a:lnTo>
                    <a:pt x="344170" y="5080"/>
                  </a:lnTo>
                  <a:lnTo>
                    <a:pt x="344170" y="3810"/>
                  </a:lnTo>
                  <a:lnTo>
                    <a:pt x="344170" y="2540"/>
                  </a:lnTo>
                  <a:lnTo>
                    <a:pt x="342900" y="2540"/>
                  </a:lnTo>
                  <a:lnTo>
                    <a:pt x="342900" y="1270"/>
                  </a:lnTo>
                  <a:lnTo>
                    <a:pt x="342900" y="0"/>
                  </a:lnTo>
                  <a:lnTo>
                    <a:pt x="77470" y="0"/>
                  </a:lnTo>
                  <a:lnTo>
                    <a:pt x="77470" y="1270"/>
                  </a:lnTo>
                  <a:lnTo>
                    <a:pt x="69850" y="1270"/>
                  </a:lnTo>
                  <a:lnTo>
                    <a:pt x="69850" y="2540"/>
                  </a:lnTo>
                  <a:lnTo>
                    <a:pt x="62230" y="2540"/>
                  </a:lnTo>
                  <a:lnTo>
                    <a:pt x="62230" y="3810"/>
                  </a:lnTo>
                  <a:lnTo>
                    <a:pt x="48260" y="3810"/>
                  </a:lnTo>
                  <a:lnTo>
                    <a:pt x="48260" y="2540"/>
                  </a:lnTo>
                  <a:lnTo>
                    <a:pt x="39370" y="2540"/>
                  </a:lnTo>
                  <a:lnTo>
                    <a:pt x="39370" y="1270"/>
                  </a:lnTo>
                  <a:lnTo>
                    <a:pt x="30480" y="1270"/>
                  </a:lnTo>
                  <a:lnTo>
                    <a:pt x="30480" y="0"/>
                  </a:lnTo>
                  <a:lnTo>
                    <a:pt x="0" y="0"/>
                  </a:lnTo>
                  <a:lnTo>
                    <a:pt x="0" y="1270"/>
                  </a:lnTo>
                  <a:lnTo>
                    <a:pt x="0" y="2540"/>
                  </a:lnTo>
                  <a:lnTo>
                    <a:pt x="0" y="3810"/>
                  </a:lnTo>
                  <a:lnTo>
                    <a:pt x="0" y="5080"/>
                  </a:lnTo>
                  <a:lnTo>
                    <a:pt x="0" y="6350"/>
                  </a:lnTo>
                  <a:lnTo>
                    <a:pt x="345440" y="6350"/>
                  </a:lnTo>
                  <a:lnTo>
                    <a:pt x="345440" y="5080"/>
                  </a:lnTo>
                  <a:close/>
                </a:path>
              </a:pathLst>
            </a:custGeom>
            <a:solidFill>
              <a:srgbClr val="E7AD00"/>
            </a:solidFill>
          </p:spPr>
          <p:txBody>
            <a:bodyPr wrap="square" lIns="0" tIns="0" rIns="0" bIns="0" rtlCol="0"/>
            <a:lstStyle/>
            <a:p/>
          </p:txBody>
        </p:sp>
        <p:sp>
          <p:nvSpPr>
            <p:cNvPr id="476" name="object 476"/>
            <p:cNvSpPr/>
            <p:nvPr/>
          </p:nvSpPr>
          <p:spPr>
            <a:xfrm>
              <a:off x="1803400" y="3486149"/>
              <a:ext cx="350520" cy="7620"/>
            </a:xfrm>
            <a:custGeom>
              <a:avLst/>
              <a:gdLst/>
              <a:ahLst/>
              <a:cxnLst/>
              <a:rect l="l" t="t" r="r" b="b"/>
              <a:pathLst>
                <a:path w="350519" h="7620">
                  <a:moveTo>
                    <a:pt x="350520" y="6350"/>
                  </a:moveTo>
                  <a:lnTo>
                    <a:pt x="349250" y="6350"/>
                  </a:lnTo>
                  <a:lnTo>
                    <a:pt x="349250" y="5080"/>
                  </a:lnTo>
                  <a:lnTo>
                    <a:pt x="347980" y="5080"/>
                  </a:lnTo>
                  <a:lnTo>
                    <a:pt x="347980" y="2540"/>
                  </a:lnTo>
                  <a:lnTo>
                    <a:pt x="346710" y="2540"/>
                  </a:lnTo>
                  <a:lnTo>
                    <a:pt x="346710" y="0"/>
                  </a:lnTo>
                  <a:lnTo>
                    <a:pt x="0" y="0"/>
                  </a:lnTo>
                  <a:lnTo>
                    <a:pt x="0" y="2540"/>
                  </a:lnTo>
                  <a:lnTo>
                    <a:pt x="0" y="5080"/>
                  </a:lnTo>
                  <a:lnTo>
                    <a:pt x="0" y="6350"/>
                  </a:lnTo>
                  <a:lnTo>
                    <a:pt x="0" y="7620"/>
                  </a:lnTo>
                  <a:lnTo>
                    <a:pt x="350520" y="7620"/>
                  </a:lnTo>
                  <a:lnTo>
                    <a:pt x="350520" y="6350"/>
                  </a:lnTo>
                  <a:close/>
                </a:path>
              </a:pathLst>
            </a:custGeom>
            <a:solidFill>
              <a:srgbClr val="E9AE00"/>
            </a:solidFill>
          </p:spPr>
          <p:txBody>
            <a:bodyPr wrap="square" lIns="0" tIns="0" rIns="0" bIns="0" rtlCol="0"/>
            <a:lstStyle/>
            <a:p/>
          </p:txBody>
        </p:sp>
        <p:sp>
          <p:nvSpPr>
            <p:cNvPr id="477" name="object 477"/>
            <p:cNvSpPr/>
            <p:nvPr/>
          </p:nvSpPr>
          <p:spPr>
            <a:xfrm>
              <a:off x="1803400" y="3493769"/>
              <a:ext cx="358140" cy="7620"/>
            </a:xfrm>
            <a:custGeom>
              <a:avLst/>
              <a:gdLst/>
              <a:ahLst/>
              <a:cxnLst/>
              <a:rect l="l" t="t" r="r" b="b"/>
              <a:pathLst>
                <a:path w="358139" h="7620">
                  <a:moveTo>
                    <a:pt x="358140" y="6350"/>
                  </a:moveTo>
                  <a:lnTo>
                    <a:pt x="356870" y="6350"/>
                  </a:lnTo>
                  <a:lnTo>
                    <a:pt x="356870" y="5080"/>
                  </a:lnTo>
                  <a:lnTo>
                    <a:pt x="355600" y="5080"/>
                  </a:lnTo>
                  <a:lnTo>
                    <a:pt x="355600" y="3810"/>
                  </a:lnTo>
                  <a:lnTo>
                    <a:pt x="354330" y="3810"/>
                  </a:lnTo>
                  <a:lnTo>
                    <a:pt x="354330" y="2540"/>
                  </a:lnTo>
                  <a:lnTo>
                    <a:pt x="353060" y="2540"/>
                  </a:lnTo>
                  <a:lnTo>
                    <a:pt x="353060" y="1270"/>
                  </a:lnTo>
                  <a:lnTo>
                    <a:pt x="351790" y="1270"/>
                  </a:lnTo>
                  <a:lnTo>
                    <a:pt x="351790" y="0"/>
                  </a:lnTo>
                  <a:lnTo>
                    <a:pt x="0" y="0"/>
                  </a:lnTo>
                  <a:lnTo>
                    <a:pt x="0" y="1270"/>
                  </a:lnTo>
                  <a:lnTo>
                    <a:pt x="0" y="2540"/>
                  </a:lnTo>
                  <a:lnTo>
                    <a:pt x="0" y="3810"/>
                  </a:lnTo>
                  <a:lnTo>
                    <a:pt x="0" y="5080"/>
                  </a:lnTo>
                  <a:lnTo>
                    <a:pt x="0" y="6350"/>
                  </a:lnTo>
                  <a:lnTo>
                    <a:pt x="0" y="7620"/>
                  </a:lnTo>
                  <a:lnTo>
                    <a:pt x="358140" y="7620"/>
                  </a:lnTo>
                  <a:lnTo>
                    <a:pt x="358140" y="6350"/>
                  </a:lnTo>
                  <a:close/>
                </a:path>
              </a:pathLst>
            </a:custGeom>
            <a:solidFill>
              <a:srgbClr val="EBB000"/>
            </a:solidFill>
          </p:spPr>
          <p:txBody>
            <a:bodyPr wrap="square" lIns="0" tIns="0" rIns="0" bIns="0" rtlCol="0"/>
            <a:lstStyle/>
            <a:p/>
          </p:txBody>
        </p:sp>
        <p:sp>
          <p:nvSpPr>
            <p:cNvPr id="478" name="object 478"/>
            <p:cNvSpPr/>
            <p:nvPr/>
          </p:nvSpPr>
          <p:spPr>
            <a:xfrm>
              <a:off x="1813560" y="3501389"/>
              <a:ext cx="355600" cy="7620"/>
            </a:xfrm>
            <a:custGeom>
              <a:avLst/>
              <a:gdLst/>
              <a:ahLst/>
              <a:cxnLst/>
              <a:rect l="l" t="t" r="r" b="b"/>
              <a:pathLst>
                <a:path w="355600" h="7620">
                  <a:moveTo>
                    <a:pt x="355587" y="6350"/>
                  </a:moveTo>
                  <a:lnTo>
                    <a:pt x="354330" y="6350"/>
                  </a:lnTo>
                  <a:lnTo>
                    <a:pt x="354330" y="5080"/>
                  </a:lnTo>
                  <a:lnTo>
                    <a:pt x="351790" y="5080"/>
                  </a:lnTo>
                  <a:lnTo>
                    <a:pt x="351790" y="3810"/>
                  </a:lnTo>
                  <a:lnTo>
                    <a:pt x="350520" y="3810"/>
                  </a:lnTo>
                  <a:lnTo>
                    <a:pt x="350520" y="2552"/>
                  </a:lnTo>
                  <a:lnTo>
                    <a:pt x="349250" y="2552"/>
                  </a:lnTo>
                  <a:lnTo>
                    <a:pt x="349250" y="1270"/>
                  </a:lnTo>
                  <a:lnTo>
                    <a:pt x="347980" y="1270"/>
                  </a:lnTo>
                  <a:lnTo>
                    <a:pt x="347980" y="0"/>
                  </a:lnTo>
                  <a:lnTo>
                    <a:pt x="0" y="0"/>
                  </a:lnTo>
                  <a:lnTo>
                    <a:pt x="0" y="1270"/>
                  </a:lnTo>
                  <a:lnTo>
                    <a:pt x="7620" y="1270"/>
                  </a:lnTo>
                  <a:lnTo>
                    <a:pt x="7620" y="2552"/>
                  </a:lnTo>
                  <a:lnTo>
                    <a:pt x="15240" y="2552"/>
                  </a:lnTo>
                  <a:lnTo>
                    <a:pt x="15240" y="3810"/>
                  </a:lnTo>
                  <a:lnTo>
                    <a:pt x="21590" y="3810"/>
                  </a:lnTo>
                  <a:lnTo>
                    <a:pt x="21590" y="5080"/>
                  </a:lnTo>
                  <a:lnTo>
                    <a:pt x="29210" y="5080"/>
                  </a:lnTo>
                  <a:lnTo>
                    <a:pt x="29210" y="6350"/>
                  </a:lnTo>
                  <a:lnTo>
                    <a:pt x="36830" y="6350"/>
                  </a:lnTo>
                  <a:lnTo>
                    <a:pt x="36830" y="7620"/>
                  </a:lnTo>
                  <a:lnTo>
                    <a:pt x="355587" y="7620"/>
                  </a:lnTo>
                  <a:lnTo>
                    <a:pt x="355587" y="6350"/>
                  </a:lnTo>
                  <a:close/>
                </a:path>
              </a:pathLst>
            </a:custGeom>
            <a:solidFill>
              <a:srgbClr val="EDB100"/>
            </a:solidFill>
          </p:spPr>
          <p:txBody>
            <a:bodyPr wrap="square" lIns="0" tIns="0" rIns="0" bIns="0" rtlCol="0"/>
            <a:lstStyle/>
            <a:p/>
          </p:txBody>
        </p:sp>
        <p:sp>
          <p:nvSpPr>
            <p:cNvPr id="479" name="object 479"/>
            <p:cNvSpPr/>
            <p:nvPr/>
          </p:nvSpPr>
          <p:spPr>
            <a:xfrm>
              <a:off x="1858010" y="3509009"/>
              <a:ext cx="320040" cy="6350"/>
            </a:xfrm>
            <a:custGeom>
              <a:avLst/>
              <a:gdLst/>
              <a:ahLst/>
              <a:cxnLst/>
              <a:rect l="l" t="t" r="r" b="b"/>
              <a:pathLst>
                <a:path w="320039" h="6350">
                  <a:moveTo>
                    <a:pt x="320040" y="5080"/>
                  </a:moveTo>
                  <a:lnTo>
                    <a:pt x="317500" y="5080"/>
                  </a:lnTo>
                  <a:lnTo>
                    <a:pt x="317500" y="3810"/>
                  </a:lnTo>
                  <a:lnTo>
                    <a:pt x="316230" y="3810"/>
                  </a:lnTo>
                  <a:lnTo>
                    <a:pt x="316230" y="2540"/>
                  </a:lnTo>
                  <a:lnTo>
                    <a:pt x="314960" y="2540"/>
                  </a:lnTo>
                  <a:lnTo>
                    <a:pt x="314960" y="1282"/>
                  </a:lnTo>
                  <a:lnTo>
                    <a:pt x="312420" y="1282"/>
                  </a:lnTo>
                  <a:lnTo>
                    <a:pt x="312420" y="0"/>
                  </a:lnTo>
                  <a:lnTo>
                    <a:pt x="0" y="0"/>
                  </a:lnTo>
                  <a:lnTo>
                    <a:pt x="0" y="1282"/>
                  </a:lnTo>
                  <a:lnTo>
                    <a:pt x="6350" y="1282"/>
                  </a:lnTo>
                  <a:lnTo>
                    <a:pt x="6350" y="2540"/>
                  </a:lnTo>
                  <a:lnTo>
                    <a:pt x="13970" y="2540"/>
                  </a:lnTo>
                  <a:lnTo>
                    <a:pt x="13970" y="3810"/>
                  </a:lnTo>
                  <a:lnTo>
                    <a:pt x="21590" y="3810"/>
                  </a:lnTo>
                  <a:lnTo>
                    <a:pt x="21590" y="5080"/>
                  </a:lnTo>
                  <a:lnTo>
                    <a:pt x="29210" y="5080"/>
                  </a:lnTo>
                  <a:lnTo>
                    <a:pt x="29210" y="6350"/>
                  </a:lnTo>
                  <a:lnTo>
                    <a:pt x="320040" y="6350"/>
                  </a:lnTo>
                  <a:lnTo>
                    <a:pt x="320040" y="5080"/>
                  </a:lnTo>
                  <a:close/>
                </a:path>
              </a:pathLst>
            </a:custGeom>
            <a:solidFill>
              <a:srgbClr val="EFB200"/>
            </a:solidFill>
          </p:spPr>
          <p:txBody>
            <a:bodyPr wrap="square" lIns="0" tIns="0" rIns="0" bIns="0" rtlCol="0"/>
            <a:lstStyle/>
            <a:p/>
          </p:txBody>
        </p:sp>
        <p:sp>
          <p:nvSpPr>
            <p:cNvPr id="480" name="object 480"/>
            <p:cNvSpPr/>
            <p:nvPr/>
          </p:nvSpPr>
          <p:spPr>
            <a:xfrm>
              <a:off x="1893570" y="3515359"/>
              <a:ext cx="299720" cy="8255"/>
            </a:xfrm>
            <a:custGeom>
              <a:avLst/>
              <a:gdLst/>
              <a:ahLst/>
              <a:cxnLst/>
              <a:rect l="l" t="t" r="r" b="b"/>
              <a:pathLst>
                <a:path w="299719" h="8254">
                  <a:moveTo>
                    <a:pt x="299720" y="6350"/>
                  </a:moveTo>
                  <a:lnTo>
                    <a:pt x="297180" y="6350"/>
                  </a:lnTo>
                  <a:lnTo>
                    <a:pt x="297180" y="5080"/>
                  </a:lnTo>
                  <a:lnTo>
                    <a:pt x="294640" y="5080"/>
                  </a:lnTo>
                  <a:lnTo>
                    <a:pt x="294640" y="3810"/>
                  </a:lnTo>
                  <a:lnTo>
                    <a:pt x="292100" y="3810"/>
                  </a:lnTo>
                  <a:lnTo>
                    <a:pt x="292100" y="2540"/>
                  </a:lnTo>
                  <a:lnTo>
                    <a:pt x="290830" y="2540"/>
                  </a:lnTo>
                  <a:lnTo>
                    <a:pt x="290830" y="1282"/>
                  </a:lnTo>
                  <a:lnTo>
                    <a:pt x="287020" y="1282"/>
                  </a:lnTo>
                  <a:lnTo>
                    <a:pt x="287020" y="0"/>
                  </a:lnTo>
                  <a:lnTo>
                    <a:pt x="0" y="0"/>
                  </a:lnTo>
                  <a:lnTo>
                    <a:pt x="0" y="1282"/>
                  </a:lnTo>
                  <a:lnTo>
                    <a:pt x="7620" y="1282"/>
                  </a:lnTo>
                  <a:lnTo>
                    <a:pt x="7620" y="2540"/>
                  </a:lnTo>
                  <a:lnTo>
                    <a:pt x="15240" y="2540"/>
                  </a:lnTo>
                  <a:lnTo>
                    <a:pt x="15240" y="3810"/>
                  </a:lnTo>
                  <a:lnTo>
                    <a:pt x="22860" y="3810"/>
                  </a:lnTo>
                  <a:lnTo>
                    <a:pt x="22860" y="5080"/>
                  </a:lnTo>
                  <a:lnTo>
                    <a:pt x="26670" y="5080"/>
                  </a:lnTo>
                  <a:lnTo>
                    <a:pt x="26670" y="6350"/>
                  </a:lnTo>
                  <a:lnTo>
                    <a:pt x="39370" y="6350"/>
                  </a:lnTo>
                  <a:lnTo>
                    <a:pt x="39370" y="7632"/>
                  </a:lnTo>
                  <a:lnTo>
                    <a:pt x="299720" y="7632"/>
                  </a:lnTo>
                  <a:lnTo>
                    <a:pt x="299720" y="6350"/>
                  </a:lnTo>
                  <a:close/>
                </a:path>
              </a:pathLst>
            </a:custGeom>
            <a:solidFill>
              <a:srgbClr val="F0B400"/>
            </a:solidFill>
          </p:spPr>
          <p:txBody>
            <a:bodyPr wrap="square" lIns="0" tIns="0" rIns="0" bIns="0" rtlCol="0"/>
            <a:lstStyle/>
            <a:p/>
          </p:txBody>
        </p:sp>
        <p:sp>
          <p:nvSpPr>
            <p:cNvPr id="481" name="object 481"/>
            <p:cNvSpPr/>
            <p:nvPr/>
          </p:nvSpPr>
          <p:spPr>
            <a:xfrm>
              <a:off x="1938020" y="3522992"/>
              <a:ext cx="292100" cy="7620"/>
            </a:xfrm>
            <a:custGeom>
              <a:avLst/>
              <a:gdLst/>
              <a:ahLst/>
              <a:cxnLst/>
              <a:rect l="l" t="t" r="r" b="b"/>
              <a:pathLst>
                <a:path w="292100" h="7620">
                  <a:moveTo>
                    <a:pt x="292100" y="6350"/>
                  </a:moveTo>
                  <a:lnTo>
                    <a:pt x="283210" y="6350"/>
                  </a:lnTo>
                  <a:lnTo>
                    <a:pt x="283210" y="5067"/>
                  </a:lnTo>
                  <a:lnTo>
                    <a:pt x="275577" y="5067"/>
                  </a:lnTo>
                  <a:lnTo>
                    <a:pt x="275577" y="3797"/>
                  </a:lnTo>
                  <a:lnTo>
                    <a:pt x="266700" y="3797"/>
                  </a:lnTo>
                  <a:lnTo>
                    <a:pt x="266700" y="2527"/>
                  </a:lnTo>
                  <a:lnTo>
                    <a:pt x="261620" y="2527"/>
                  </a:lnTo>
                  <a:lnTo>
                    <a:pt x="261620" y="1257"/>
                  </a:lnTo>
                  <a:lnTo>
                    <a:pt x="259080" y="1257"/>
                  </a:lnTo>
                  <a:lnTo>
                    <a:pt x="259080" y="0"/>
                  </a:lnTo>
                  <a:lnTo>
                    <a:pt x="0" y="0"/>
                  </a:lnTo>
                  <a:lnTo>
                    <a:pt x="0" y="1257"/>
                  </a:lnTo>
                  <a:lnTo>
                    <a:pt x="16510" y="1257"/>
                  </a:lnTo>
                  <a:lnTo>
                    <a:pt x="16510" y="2527"/>
                  </a:lnTo>
                  <a:lnTo>
                    <a:pt x="27940" y="2527"/>
                  </a:lnTo>
                  <a:lnTo>
                    <a:pt x="27940" y="3797"/>
                  </a:lnTo>
                  <a:lnTo>
                    <a:pt x="39370" y="3797"/>
                  </a:lnTo>
                  <a:lnTo>
                    <a:pt x="39370" y="5067"/>
                  </a:lnTo>
                  <a:lnTo>
                    <a:pt x="50800" y="5067"/>
                  </a:lnTo>
                  <a:lnTo>
                    <a:pt x="50800" y="6350"/>
                  </a:lnTo>
                  <a:lnTo>
                    <a:pt x="62230" y="6350"/>
                  </a:lnTo>
                  <a:lnTo>
                    <a:pt x="62230" y="7607"/>
                  </a:lnTo>
                  <a:lnTo>
                    <a:pt x="292100" y="7607"/>
                  </a:lnTo>
                  <a:lnTo>
                    <a:pt x="292100" y="6350"/>
                  </a:lnTo>
                  <a:close/>
                </a:path>
              </a:pathLst>
            </a:custGeom>
            <a:solidFill>
              <a:srgbClr val="F2B500"/>
            </a:solidFill>
          </p:spPr>
          <p:txBody>
            <a:bodyPr wrap="square" lIns="0" tIns="0" rIns="0" bIns="0" rtlCol="0"/>
            <a:lstStyle/>
            <a:p/>
          </p:txBody>
        </p:sp>
        <p:sp>
          <p:nvSpPr>
            <p:cNvPr id="482" name="object 482"/>
            <p:cNvSpPr/>
            <p:nvPr/>
          </p:nvSpPr>
          <p:spPr>
            <a:xfrm>
              <a:off x="2011680" y="3530599"/>
              <a:ext cx="247650" cy="6350"/>
            </a:xfrm>
            <a:custGeom>
              <a:avLst/>
              <a:gdLst/>
              <a:ahLst/>
              <a:cxnLst/>
              <a:rect l="l" t="t" r="r" b="b"/>
              <a:pathLst>
                <a:path w="247650" h="6350">
                  <a:moveTo>
                    <a:pt x="247650" y="3810"/>
                  </a:moveTo>
                  <a:lnTo>
                    <a:pt x="247637" y="2540"/>
                  </a:lnTo>
                  <a:lnTo>
                    <a:pt x="233680" y="2540"/>
                  </a:lnTo>
                  <a:lnTo>
                    <a:pt x="233680" y="1270"/>
                  </a:lnTo>
                  <a:lnTo>
                    <a:pt x="223520" y="1270"/>
                  </a:lnTo>
                  <a:lnTo>
                    <a:pt x="223520" y="0"/>
                  </a:lnTo>
                  <a:lnTo>
                    <a:pt x="0" y="0"/>
                  </a:lnTo>
                  <a:lnTo>
                    <a:pt x="0" y="1270"/>
                  </a:lnTo>
                  <a:lnTo>
                    <a:pt x="11430" y="1270"/>
                  </a:lnTo>
                  <a:lnTo>
                    <a:pt x="11430" y="2540"/>
                  </a:lnTo>
                  <a:lnTo>
                    <a:pt x="22860" y="2540"/>
                  </a:lnTo>
                  <a:lnTo>
                    <a:pt x="22860" y="3810"/>
                  </a:lnTo>
                  <a:lnTo>
                    <a:pt x="34290" y="3810"/>
                  </a:lnTo>
                  <a:lnTo>
                    <a:pt x="34290" y="5080"/>
                  </a:lnTo>
                  <a:lnTo>
                    <a:pt x="45720" y="5080"/>
                  </a:lnTo>
                  <a:lnTo>
                    <a:pt x="45720" y="6350"/>
                  </a:lnTo>
                  <a:lnTo>
                    <a:pt x="247650" y="6350"/>
                  </a:lnTo>
                  <a:lnTo>
                    <a:pt x="247650" y="5080"/>
                  </a:lnTo>
                  <a:lnTo>
                    <a:pt x="247650" y="3810"/>
                  </a:lnTo>
                  <a:close/>
                </a:path>
              </a:pathLst>
            </a:custGeom>
            <a:solidFill>
              <a:srgbClr val="F4B700"/>
            </a:solidFill>
          </p:spPr>
          <p:txBody>
            <a:bodyPr wrap="square" lIns="0" tIns="0" rIns="0" bIns="0" rtlCol="0"/>
            <a:lstStyle/>
            <a:p/>
          </p:txBody>
        </p:sp>
        <p:sp>
          <p:nvSpPr>
            <p:cNvPr id="483" name="object 483"/>
            <p:cNvSpPr/>
            <p:nvPr/>
          </p:nvSpPr>
          <p:spPr>
            <a:xfrm>
              <a:off x="2068830" y="3536949"/>
              <a:ext cx="190500" cy="7620"/>
            </a:xfrm>
            <a:custGeom>
              <a:avLst/>
              <a:gdLst/>
              <a:ahLst/>
              <a:cxnLst/>
              <a:rect l="l" t="t" r="r" b="b"/>
              <a:pathLst>
                <a:path w="190500" h="7620">
                  <a:moveTo>
                    <a:pt x="190500" y="0"/>
                  </a:moveTo>
                  <a:lnTo>
                    <a:pt x="0" y="0"/>
                  </a:lnTo>
                  <a:lnTo>
                    <a:pt x="0" y="1270"/>
                  </a:lnTo>
                  <a:lnTo>
                    <a:pt x="11430" y="1270"/>
                  </a:lnTo>
                  <a:lnTo>
                    <a:pt x="11430" y="2540"/>
                  </a:lnTo>
                  <a:lnTo>
                    <a:pt x="22860" y="2540"/>
                  </a:lnTo>
                  <a:lnTo>
                    <a:pt x="22860" y="3810"/>
                  </a:lnTo>
                  <a:lnTo>
                    <a:pt x="34290" y="3810"/>
                  </a:lnTo>
                  <a:lnTo>
                    <a:pt x="34290" y="5080"/>
                  </a:lnTo>
                  <a:lnTo>
                    <a:pt x="45720" y="5080"/>
                  </a:lnTo>
                  <a:lnTo>
                    <a:pt x="45720" y="6350"/>
                  </a:lnTo>
                  <a:lnTo>
                    <a:pt x="57150" y="6350"/>
                  </a:lnTo>
                  <a:lnTo>
                    <a:pt x="57150" y="7620"/>
                  </a:lnTo>
                  <a:lnTo>
                    <a:pt x="190500" y="7620"/>
                  </a:lnTo>
                  <a:lnTo>
                    <a:pt x="190500" y="1270"/>
                  </a:lnTo>
                  <a:lnTo>
                    <a:pt x="190500" y="0"/>
                  </a:lnTo>
                  <a:close/>
                </a:path>
              </a:pathLst>
            </a:custGeom>
            <a:solidFill>
              <a:srgbClr val="F6B800"/>
            </a:solidFill>
          </p:spPr>
          <p:txBody>
            <a:bodyPr wrap="square" lIns="0" tIns="0" rIns="0" bIns="0" rtlCol="0"/>
            <a:lstStyle/>
            <a:p/>
          </p:txBody>
        </p:sp>
        <p:sp>
          <p:nvSpPr>
            <p:cNvPr id="484" name="object 484"/>
            <p:cNvSpPr/>
            <p:nvPr/>
          </p:nvSpPr>
          <p:spPr>
            <a:xfrm>
              <a:off x="2125980" y="3544569"/>
              <a:ext cx="133350" cy="7620"/>
            </a:xfrm>
            <a:custGeom>
              <a:avLst/>
              <a:gdLst/>
              <a:ahLst/>
              <a:cxnLst/>
              <a:rect l="l" t="t" r="r" b="b"/>
              <a:pathLst>
                <a:path w="133350" h="7620">
                  <a:moveTo>
                    <a:pt x="133350" y="6477"/>
                  </a:moveTo>
                  <a:lnTo>
                    <a:pt x="68580" y="6477"/>
                  </a:lnTo>
                  <a:lnTo>
                    <a:pt x="68580" y="7620"/>
                  </a:lnTo>
                  <a:lnTo>
                    <a:pt x="133350" y="7620"/>
                  </a:lnTo>
                  <a:lnTo>
                    <a:pt x="133350" y="6477"/>
                  </a:lnTo>
                  <a:close/>
                </a:path>
                <a:path w="133350" h="7620">
                  <a:moveTo>
                    <a:pt x="133350" y="0"/>
                  </a:moveTo>
                  <a:lnTo>
                    <a:pt x="11430" y="0"/>
                  </a:lnTo>
                  <a:lnTo>
                    <a:pt x="0" y="12"/>
                  </a:lnTo>
                  <a:lnTo>
                    <a:pt x="11430" y="127"/>
                  </a:lnTo>
                  <a:lnTo>
                    <a:pt x="11430" y="1270"/>
                  </a:lnTo>
                  <a:lnTo>
                    <a:pt x="22860" y="1270"/>
                  </a:lnTo>
                  <a:lnTo>
                    <a:pt x="22860" y="2540"/>
                  </a:lnTo>
                  <a:lnTo>
                    <a:pt x="34290" y="2540"/>
                  </a:lnTo>
                  <a:lnTo>
                    <a:pt x="34290" y="3810"/>
                  </a:lnTo>
                  <a:lnTo>
                    <a:pt x="45720" y="3810"/>
                  </a:lnTo>
                  <a:lnTo>
                    <a:pt x="45720" y="5080"/>
                  </a:lnTo>
                  <a:lnTo>
                    <a:pt x="57150" y="5080"/>
                  </a:lnTo>
                  <a:lnTo>
                    <a:pt x="57150" y="6350"/>
                  </a:lnTo>
                  <a:lnTo>
                    <a:pt x="133350" y="6350"/>
                  </a:lnTo>
                  <a:lnTo>
                    <a:pt x="133350" y="5080"/>
                  </a:lnTo>
                  <a:lnTo>
                    <a:pt x="133350" y="3810"/>
                  </a:lnTo>
                  <a:lnTo>
                    <a:pt x="133350" y="2540"/>
                  </a:lnTo>
                  <a:lnTo>
                    <a:pt x="133350" y="1270"/>
                  </a:lnTo>
                  <a:lnTo>
                    <a:pt x="133350" y="0"/>
                  </a:lnTo>
                  <a:close/>
                </a:path>
              </a:pathLst>
            </a:custGeom>
            <a:solidFill>
              <a:srgbClr val="F8B900"/>
            </a:solidFill>
          </p:spPr>
          <p:txBody>
            <a:bodyPr wrap="square" lIns="0" tIns="0" rIns="0" bIns="0" rtlCol="0"/>
            <a:lstStyle/>
            <a:p/>
          </p:txBody>
        </p:sp>
        <p:sp>
          <p:nvSpPr>
            <p:cNvPr id="485" name="object 485"/>
            <p:cNvSpPr/>
            <p:nvPr/>
          </p:nvSpPr>
          <p:spPr>
            <a:xfrm>
              <a:off x="2205989" y="3552189"/>
              <a:ext cx="53340" cy="6350"/>
            </a:xfrm>
            <a:custGeom>
              <a:avLst/>
              <a:gdLst/>
              <a:ahLst/>
              <a:cxnLst/>
              <a:rect l="l" t="t" r="r" b="b"/>
              <a:pathLst>
                <a:path w="53339" h="6350">
                  <a:moveTo>
                    <a:pt x="53340" y="5207"/>
                  </a:moveTo>
                  <a:lnTo>
                    <a:pt x="45720" y="5207"/>
                  </a:lnTo>
                  <a:lnTo>
                    <a:pt x="45720" y="6350"/>
                  </a:lnTo>
                  <a:lnTo>
                    <a:pt x="53340" y="6350"/>
                  </a:lnTo>
                  <a:lnTo>
                    <a:pt x="53340" y="5207"/>
                  </a:lnTo>
                  <a:close/>
                </a:path>
                <a:path w="53339" h="6350">
                  <a:moveTo>
                    <a:pt x="53340" y="0"/>
                  </a:moveTo>
                  <a:lnTo>
                    <a:pt x="0" y="0"/>
                  </a:lnTo>
                  <a:lnTo>
                    <a:pt x="0" y="1270"/>
                  </a:lnTo>
                  <a:lnTo>
                    <a:pt x="11430" y="1270"/>
                  </a:lnTo>
                  <a:lnTo>
                    <a:pt x="11430" y="2540"/>
                  </a:lnTo>
                  <a:lnTo>
                    <a:pt x="22860" y="2540"/>
                  </a:lnTo>
                  <a:lnTo>
                    <a:pt x="22860" y="3810"/>
                  </a:lnTo>
                  <a:lnTo>
                    <a:pt x="34290" y="3810"/>
                  </a:lnTo>
                  <a:lnTo>
                    <a:pt x="34290" y="5207"/>
                  </a:lnTo>
                  <a:lnTo>
                    <a:pt x="45720" y="5207"/>
                  </a:lnTo>
                  <a:lnTo>
                    <a:pt x="53340" y="5080"/>
                  </a:lnTo>
                  <a:lnTo>
                    <a:pt x="53340" y="0"/>
                  </a:lnTo>
                  <a:close/>
                </a:path>
              </a:pathLst>
            </a:custGeom>
            <a:solidFill>
              <a:srgbClr val="FABB00"/>
            </a:solidFill>
          </p:spPr>
          <p:txBody>
            <a:bodyPr wrap="square" lIns="0" tIns="0" rIns="0" bIns="0" rtlCol="0"/>
            <a:lstStyle/>
            <a:p/>
          </p:txBody>
        </p:sp>
        <p:sp>
          <p:nvSpPr>
            <p:cNvPr id="486" name="object 486"/>
            <p:cNvSpPr/>
            <p:nvPr/>
          </p:nvSpPr>
          <p:spPr>
            <a:xfrm>
              <a:off x="1803399" y="2575559"/>
              <a:ext cx="469900" cy="982980"/>
            </a:xfrm>
            <a:custGeom>
              <a:avLst/>
              <a:gdLst/>
              <a:ahLst/>
              <a:cxnLst/>
              <a:rect l="l" t="t" r="r" b="b"/>
              <a:pathLst>
                <a:path w="469900" h="982979">
                  <a:moveTo>
                    <a:pt x="454660" y="957579"/>
                  </a:moveTo>
                  <a:lnTo>
                    <a:pt x="454660" y="982979"/>
                  </a:lnTo>
                  <a:lnTo>
                    <a:pt x="134619" y="947419"/>
                  </a:lnTo>
                  <a:lnTo>
                    <a:pt x="116839" y="944879"/>
                  </a:lnTo>
                  <a:lnTo>
                    <a:pt x="0" y="924560"/>
                  </a:lnTo>
                  <a:lnTo>
                    <a:pt x="0" y="899160"/>
                  </a:lnTo>
                  <a:lnTo>
                    <a:pt x="29210" y="904239"/>
                  </a:lnTo>
                  <a:lnTo>
                    <a:pt x="38100" y="905510"/>
                  </a:lnTo>
                  <a:lnTo>
                    <a:pt x="46989" y="906779"/>
                  </a:lnTo>
                  <a:lnTo>
                    <a:pt x="54610" y="906779"/>
                  </a:lnTo>
                  <a:lnTo>
                    <a:pt x="62230" y="906779"/>
                  </a:lnTo>
                  <a:lnTo>
                    <a:pt x="69850" y="905510"/>
                  </a:lnTo>
                  <a:lnTo>
                    <a:pt x="77469" y="904239"/>
                  </a:lnTo>
                  <a:lnTo>
                    <a:pt x="83819" y="902969"/>
                  </a:lnTo>
                  <a:lnTo>
                    <a:pt x="88900" y="900429"/>
                  </a:lnTo>
                  <a:lnTo>
                    <a:pt x="91439" y="899160"/>
                  </a:lnTo>
                  <a:lnTo>
                    <a:pt x="93980" y="897889"/>
                  </a:lnTo>
                  <a:lnTo>
                    <a:pt x="95250" y="897889"/>
                  </a:lnTo>
                  <a:lnTo>
                    <a:pt x="97789" y="896619"/>
                  </a:lnTo>
                  <a:lnTo>
                    <a:pt x="101600" y="892810"/>
                  </a:lnTo>
                  <a:lnTo>
                    <a:pt x="104139" y="890269"/>
                  </a:lnTo>
                  <a:lnTo>
                    <a:pt x="107950" y="886460"/>
                  </a:lnTo>
                  <a:lnTo>
                    <a:pt x="110489" y="881379"/>
                  </a:lnTo>
                  <a:lnTo>
                    <a:pt x="113030" y="877569"/>
                  </a:lnTo>
                  <a:lnTo>
                    <a:pt x="115569" y="872489"/>
                  </a:lnTo>
                  <a:lnTo>
                    <a:pt x="116839" y="869950"/>
                  </a:lnTo>
                  <a:lnTo>
                    <a:pt x="118110" y="867410"/>
                  </a:lnTo>
                  <a:lnTo>
                    <a:pt x="118110" y="864869"/>
                  </a:lnTo>
                  <a:lnTo>
                    <a:pt x="123189" y="819150"/>
                  </a:lnTo>
                  <a:lnTo>
                    <a:pt x="135889" y="180339"/>
                  </a:lnTo>
                  <a:lnTo>
                    <a:pt x="135889" y="148589"/>
                  </a:lnTo>
                  <a:lnTo>
                    <a:pt x="135889" y="123189"/>
                  </a:lnTo>
                  <a:lnTo>
                    <a:pt x="134619" y="111760"/>
                  </a:lnTo>
                  <a:lnTo>
                    <a:pt x="133350" y="104139"/>
                  </a:lnTo>
                  <a:lnTo>
                    <a:pt x="132080" y="99060"/>
                  </a:lnTo>
                  <a:lnTo>
                    <a:pt x="132080" y="96519"/>
                  </a:lnTo>
                  <a:lnTo>
                    <a:pt x="132080" y="93979"/>
                  </a:lnTo>
                  <a:lnTo>
                    <a:pt x="130810" y="90169"/>
                  </a:lnTo>
                  <a:lnTo>
                    <a:pt x="128269" y="86360"/>
                  </a:lnTo>
                  <a:lnTo>
                    <a:pt x="127000" y="81279"/>
                  </a:lnTo>
                  <a:lnTo>
                    <a:pt x="123189" y="77469"/>
                  </a:lnTo>
                  <a:lnTo>
                    <a:pt x="120650" y="72389"/>
                  </a:lnTo>
                  <a:lnTo>
                    <a:pt x="116839" y="67310"/>
                  </a:lnTo>
                  <a:lnTo>
                    <a:pt x="113030" y="63500"/>
                  </a:lnTo>
                  <a:lnTo>
                    <a:pt x="107950" y="58419"/>
                  </a:lnTo>
                  <a:lnTo>
                    <a:pt x="102869" y="54610"/>
                  </a:lnTo>
                  <a:lnTo>
                    <a:pt x="97789" y="50800"/>
                  </a:lnTo>
                  <a:lnTo>
                    <a:pt x="91439" y="46989"/>
                  </a:lnTo>
                  <a:lnTo>
                    <a:pt x="85089" y="43179"/>
                  </a:lnTo>
                  <a:lnTo>
                    <a:pt x="78739" y="40639"/>
                  </a:lnTo>
                  <a:lnTo>
                    <a:pt x="71119" y="36829"/>
                  </a:lnTo>
                  <a:lnTo>
                    <a:pt x="63500" y="34289"/>
                  </a:lnTo>
                  <a:lnTo>
                    <a:pt x="54610" y="33019"/>
                  </a:lnTo>
                  <a:lnTo>
                    <a:pt x="45719" y="30479"/>
                  </a:lnTo>
                  <a:lnTo>
                    <a:pt x="17780" y="25400"/>
                  </a:lnTo>
                  <a:lnTo>
                    <a:pt x="19050" y="0"/>
                  </a:lnTo>
                  <a:lnTo>
                    <a:pt x="134619" y="21589"/>
                  </a:lnTo>
                  <a:lnTo>
                    <a:pt x="152400" y="24129"/>
                  </a:lnTo>
                  <a:lnTo>
                    <a:pt x="469900" y="63500"/>
                  </a:lnTo>
                  <a:lnTo>
                    <a:pt x="468630" y="88900"/>
                  </a:lnTo>
                  <a:lnTo>
                    <a:pt x="440689" y="85089"/>
                  </a:lnTo>
                  <a:lnTo>
                    <a:pt x="430530" y="83819"/>
                  </a:lnTo>
                  <a:lnTo>
                    <a:pt x="422910" y="83819"/>
                  </a:lnTo>
                  <a:lnTo>
                    <a:pt x="414019" y="83819"/>
                  </a:lnTo>
                  <a:lnTo>
                    <a:pt x="406400" y="83819"/>
                  </a:lnTo>
                  <a:lnTo>
                    <a:pt x="398780" y="85089"/>
                  </a:lnTo>
                  <a:lnTo>
                    <a:pt x="392430" y="86360"/>
                  </a:lnTo>
                  <a:lnTo>
                    <a:pt x="386080" y="88900"/>
                  </a:lnTo>
                  <a:lnTo>
                    <a:pt x="379730" y="91439"/>
                  </a:lnTo>
                  <a:lnTo>
                    <a:pt x="353060" y="120650"/>
                  </a:lnTo>
                  <a:lnTo>
                    <a:pt x="351789" y="123189"/>
                  </a:lnTo>
                  <a:lnTo>
                    <a:pt x="345439" y="173989"/>
                  </a:lnTo>
                  <a:lnTo>
                    <a:pt x="334010" y="811529"/>
                  </a:lnTo>
                  <a:lnTo>
                    <a:pt x="332739" y="843279"/>
                  </a:lnTo>
                  <a:lnTo>
                    <a:pt x="336550" y="887729"/>
                  </a:lnTo>
                  <a:lnTo>
                    <a:pt x="339089" y="897889"/>
                  </a:lnTo>
                  <a:lnTo>
                    <a:pt x="339089" y="900429"/>
                  </a:lnTo>
                  <a:lnTo>
                    <a:pt x="340360" y="902969"/>
                  </a:lnTo>
                  <a:lnTo>
                    <a:pt x="341630" y="905510"/>
                  </a:lnTo>
                  <a:lnTo>
                    <a:pt x="344169" y="909319"/>
                  </a:lnTo>
                  <a:lnTo>
                    <a:pt x="346710" y="914400"/>
                  </a:lnTo>
                  <a:lnTo>
                    <a:pt x="350519" y="918210"/>
                  </a:lnTo>
                  <a:lnTo>
                    <a:pt x="354330" y="922019"/>
                  </a:lnTo>
                  <a:lnTo>
                    <a:pt x="358139" y="927100"/>
                  </a:lnTo>
                  <a:lnTo>
                    <a:pt x="363219" y="930910"/>
                  </a:lnTo>
                  <a:lnTo>
                    <a:pt x="368300" y="934719"/>
                  </a:lnTo>
                  <a:lnTo>
                    <a:pt x="373380" y="938529"/>
                  </a:lnTo>
                  <a:lnTo>
                    <a:pt x="379730" y="941069"/>
                  </a:lnTo>
                  <a:lnTo>
                    <a:pt x="386080" y="944879"/>
                  </a:lnTo>
                  <a:lnTo>
                    <a:pt x="392430" y="947419"/>
                  </a:lnTo>
                  <a:lnTo>
                    <a:pt x="400050" y="949960"/>
                  </a:lnTo>
                  <a:lnTo>
                    <a:pt x="408939" y="951229"/>
                  </a:lnTo>
                  <a:lnTo>
                    <a:pt x="416560" y="952500"/>
                  </a:lnTo>
                  <a:lnTo>
                    <a:pt x="425450" y="953769"/>
                  </a:lnTo>
                  <a:lnTo>
                    <a:pt x="454660" y="957579"/>
                  </a:lnTo>
                  <a:close/>
                </a:path>
              </a:pathLst>
            </a:custGeom>
            <a:ln w="9344">
              <a:solidFill>
                <a:srgbClr val="000000"/>
              </a:solidFill>
            </a:ln>
          </p:spPr>
          <p:txBody>
            <a:bodyPr wrap="square" lIns="0" tIns="0" rIns="0" bIns="0" rtlCol="0"/>
            <a:lstStyle/>
            <a:p/>
          </p:txBody>
        </p:sp>
      </p:grpSp>
      <p:grpSp>
        <p:nvGrpSpPr>
          <p:cNvPr id="487" name="object 487"/>
          <p:cNvGrpSpPr/>
          <p:nvPr/>
        </p:nvGrpSpPr>
        <p:grpSpPr>
          <a:xfrm>
            <a:off x="2351177" y="2647087"/>
            <a:ext cx="626745" cy="968375"/>
            <a:chOff x="2351177" y="2647087"/>
            <a:chExt cx="626745" cy="968375"/>
          </a:xfrm>
        </p:grpSpPr>
        <p:sp>
          <p:nvSpPr>
            <p:cNvPr id="488" name="object 488"/>
            <p:cNvSpPr/>
            <p:nvPr/>
          </p:nvSpPr>
          <p:spPr>
            <a:xfrm>
              <a:off x="2533650" y="2651759"/>
              <a:ext cx="171450" cy="13970"/>
            </a:xfrm>
            <a:custGeom>
              <a:avLst/>
              <a:gdLst/>
              <a:ahLst/>
              <a:cxnLst/>
              <a:rect l="l" t="t" r="r" b="b"/>
              <a:pathLst>
                <a:path w="171450" h="13969">
                  <a:moveTo>
                    <a:pt x="2540" y="12700"/>
                  </a:moveTo>
                  <a:lnTo>
                    <a:pt x="0" y="12700"/>
                  </a:lnTo>
                  <a:lnTo>
                    <a:pt x="0" y="13970"/>
                  </a:lnTo>
                  <a:lnTo>
                    <a:pt x="2540" y="13970"/>
                  </a:lnTo>
                  <a:lnTo>
                    <a:pt x="2540" y="12700"/>
                  </a:lnTo>
                  <a:close/>
                </a:path>
                <a:path w="171450" h="13969">
                  <a:moveTo>
                    <a:pt x="106680" y="1270"/>
                  </a:moveTo>
                  <a:lnTo>
                    <a:pt x="78740" y="1270"/>
                  </a:lnTo>
                  <a:lnTo>
                    <a:pt x="78740" y="0"/>
                  </a:lnTo>
                  <a:lnTo>
                    <a:pt x="77470" y="0"/>
                  </a:lnTo>
                  <a:lnTo>
                    <a:pt x="77470" y="1270"/>
                  </a:lnTo>
                  <a:lnTo>
                    <a:pt x="50800" y="1270"/>
                  </a:lnTo>
                  <a:lnTo>
                    <a:pt x="50800" y="3810"/>
                  </a:lnTo>
                  <a:lnTo>
                    <a:pt x="106680" y="3810"/>
                  </a:lnTo>
                  <a:lnTo>
                    <a:pt x="106680" y="1270"/>
                  </a:lnTo>
                  <a:close/>
                </a:path>
                <a:path w="171450" h="13969">
                  <a:moveTo>
                    <a:pt x="132067" y="3810"/>
                  </a:moveTo>
                  <a:lnTo>
                    <a:pt x="128270" y="3810"/>
                  </a:lnTo>
                  <a:lnTo>
                    <a:pt x="128270" y="5080"/>
                  </a:lnTo>
                  <a:lnTo>
                    <a:pt x="41910" y="5080"/>
                  </a:lnTo>
                  <a:lnTo>
                    <a:pt x="41910" y="3810"/>
                  </a:lnTo>
                  <a:lnTo>
                    <a:pt x="34290" y="3810"/>
                  </a:lnTo>
                  <a:lnTo>
                    <a:pt x="34290" y="5080"/>
                  </a:lnTo>
                  <a:lnTo>
                    <a:pt x="34290" y="6350"/>
                  </a:lnTo>
                  <a:lnTo>
                    <a:pt x="132067" y="6350"/>
                  </a:lnTo>
                  <a:lnTo>
                    <a:pt x="132067" y="5080"/>
                  </a:lnTo>
                  <a:lnTo>
                    <a:pt x="132067" y="3810"/>
                  </a:lnTo>
                  <a:close/>
                </a:path>
                <a:path w="171450" h="13969">
                  <a:moveTo>
                    <a:pt x="151130" y="7620"/>
                  </a:moveTo>
                  <a:lnTo>
                    <a:pt x="148590" y="7620"/>
                  </a:lnTo>
                  <a:lnTo>
                    <a:pt x="148590" y="6350"/>
                  </a:lnTo>
                  <a:lnTo>
                    <a:pt x="138417" y="6350"/>
                  </a:lnTo>
                  <a:lnTo>
                    <a:pt x="138417" y="7620"/>
                  </a:lnTo>
                  <a:lnTo>
                    <a:pt x="27940" y="7620"/>
                  </a:lnTo>
                  <a:lnTo>
                    <a:pt x="27940" y="6350"/>
                  </a:lnTo>
                  <a:lnTo>
                    <a:pt x="24130" y="6350"/>
                  </a:lnTo>
                  <a:lnTo>
                    <a:pt x="24130" y="7620"/>
                  </a:lnTo>
                  <a:lnTo>
                    <a:pt x="17780" y="7620"/>
                  </a:lnTo>
                  <a:lnTo>
                    <a:pt x="17780" y="10160"/>
                  </a:lnTo>
                  <a:lnTo>
                    <a:pt x="151130" y="10160"/>
                  </a:lnTo>
                  <a:lnTo>
                    <a:pt x="151130" y="7620"/>
                  </a:lnTo>
                  <a:close/>
                </a:path>
                <a:path w="171450" h="13969">
                  <a:moveTo>
                    <a:pt x="161290" y="10160"/>
                  </a:moveTo>
                  <a:lnTo>
                    <a:pt x="158750" y="10160"/>
                  </a:lnTo>
                  <a:lnTo>
                    <a:pt x="158750" y="11430"/>
                  </a:lnTo>
                  <a:lnTo>
                    <a:pt x="12700" y="11430"/>
                  </a:lnTo>
                  <a:lnTo>
                    <a:pt x="12700" y="10160"/>
                  </a:lnTo>
                  <a:lnTo>
                    <a:pt x="7620" y="10160"/>
                  </a:lnTo>
                  <a:lnTo>
                    <a:pt x="7620" y="11430"/>
                  </a:lnTo>
                  <a:lnTo>
                    <a:pt x="7620" y="12700"/>
                  </a:lnTo>
                  <a:lnTo>
                    <a:pt x="161290" y="12700"/>
                  </a:lnTo>
                  <a:lnTo>
                    <a:pt x="161290" y="11430"/>
                  </a:lnTo>
                  <a:lnTo>
                    <a:pt x="161290" y="10160"/>
                  </a:lnTo>
                  <a:close/>
                </a:path>
                <a:path w="171450" h="13969">
                  <a:moveTo>
                    <a:pt x="171450" y="12700"/>
                  </a:moveTo>
                  <a:lnTo>
                    <a:pt x="168897" y="12700"/>
                  </a:lnTo>
                  <a:lnTo>
                    <a:pt x="168897" y="13970"/>
                  </a:lnTo>
                  <a:lnTo>
                    <a:pt x="171450" y="13970"/>
                  </a:lnTo>
                  <a:lnTo>
                    <a:pt x="171450" y="12700"/>
                  </a:lnTo>
                  <a:close/>
                </a:path>
              </a:pathLst>
            </a:custGeom>
            <a:solidFill>
              <a:srgbClr val="000000"/>
            </a:solidFill>
          </p:spPr>
          <p:txBody>
            <a:bodyPr wrap="square" lIns="0" tIns="0" rIns="0" bIns="0" rtlCol="0"/>
            <a:lstStyle/>
            <a:p/>
          </p:txBody>
        </p:sp>
        <p:sp>
          <p:nvSpPr>
            <p:cNvPr id="489" name="object 489"/>
            <p:cNvSpPr/>
            <p:nvPr/>
          </p:nvSpPr>
          <p:spPr>
            <a:xfrm>
              <a:off x="2517140" y="2665729"/>
              <a:ext cx="208279" cy="6350"/>
            </a:xfrm>
            <a:custGeom>
              <a:avLst/>
              <a:gdLst/>
              <a:ahLst/>
              <a:cxnLst/>
              <a:rect l="l" t="t" r="r" b="b"/>
              <a:pathLst>
                <a:path w="208280" h="6350">
                  <a:moveTo>
                    <a:pt x="3810" y="5080"/>
                  </a:moveTo>
                  <a:lnTo>
                    <a:pt x="0" y="5080"/>
                  </a:lnTo>
                  <a:lnTo>
                    <a:pt x="0" y="6350"/>
                  </a:lnTo>
                  <a:lnTo>
                    <a:pt x="3810" y="6350"/>
                  </a:lnTo>
                  <a:lnTo>
                    <a:pt x="3810" y="5080"/>
                  </a:lnTo>
                  <a:close/>
                </a:path>
                <a:path w="208280" h="6350">
                  <a:moveTo>
                    <a:pt x="195580" y="0"/>
                  </a:moveTo>
                  <a:lnTo>
                    <a:pt x="12700" y="0"/>
                  </a:lnTo>
                  <a:lnTo>
                    <a:pt x="12700" y="2540"/>
                  </a:lnTo>
                  <a:lnTo>
                    <a:pt x="195580" y="2540"/>
                  </a:lnTo>
                  <a:lnTo>
                    <a:pt x="195580" y="0"/>
                  </a:lnTo>
                  <a:close/>
                </a:path>
                <a:path w="208280" h="6350">
                  <a:moveTo>
                    <a:pt x="200660" y="2540"/>
                  </a:moveTo>
                  <a:lnTo>
                    <a:pt x="198120" y="2540"/>
                  </a:lnTo>
                  <a:lnTo>
                    <a:pt x="198120" y="3810"/>
                  </a:lnTo>
                  <a:lnTo>
                    <a:pt x="10160" y="3810"/>
                  </a:lnTo>
                  <a:lnTo>
                    <a:pt x="10160" y="2540"/>
                  </a:lnTo>
                  <a:lnTo>
                    <a:pt x="6350" y="2540"/>
                  </a:lnTo>
                  <a:lnTo>
                    <a:pt x="6350" y="3810"/>
                  </a:lnTo>
                  <a:lnTo>
                    <a:pt x="6350" y="5080"/>
                  </a:lnTo>
                  <a:lnTo>
                    <a:pt x="200660" y="5080"/>
                  </a:lnTo>
                  <a:lnTo>
                    <a:pt x="200660" y="3810"/>
                  </a:lnTo>
                  <a:lnTo>
                    <a:pt x="200660" y="2540"/>
                  </a:lnTo>
                  <a:close/>
                </a:path>
                <a:path w="208280" h="6350">
                  <a:moveTo>
                    <a:pt x="208280" y="5080"/>
                  </a:moveTo>
                  <a:lnTo>
                    <a:pt x="205740" y="5080"/>
                  </a:lnTo>
                  <a:lnTo>
                    <a:pt x="205740" y="6350"/>
                  </a:lnTo>
                  <a:lnTo>
                    <a:pt x="208280" y="6350"/>
                  </a:lnTo>
                  <a:lnTo>
                    <a:pt x="208280" y="5080"/>
                  </a:lnTo>
                  <a:close/>
                </a:path>
              </a:pathLst>
            </a:custGeom>
            <a:solidFill>
              <a:srgbClr val="020100"/>
            </a:solidFill>
          </p:spPr>
          <p:txBody>
            <a:bodyPr wrap="square" lIns="0" tIns="0" rIns="0" bIns="0" rtlCol="0"/>
            <a:lstStyle/>
            <a:p/>
          </p:txBody>
        </p:sp>
        <p:sp>
          <p:nvSpPr>
            <p:cNvPr id="490" name="object 490"/>
            <p:cNvSpPr/>
            <p:nvPr/>
          </p:nvSpPr>
          <p:spPr>
            <a:xfrm>
              <a:off x="2500630" y="2672079"/>
              <a:ext cx="245110" cy="7620"/>
            </a:xfrm>
            <a:custGeom>
              <a:avLst/>
              <a:gdLst/>
              <a:ahLst/>
              <a:cxnLst/>
              <a:rect l="l" t="t" r="r" b="b"/>
              <a:pathLst>
                <a:path w="245110" h="7619">
                  <a:moveTo>
                    <a:pt x="229870" y="0"/>
                  </a:moveTo>
                  <a:lnTo>
                    <a:pt x="13970" y="0"/>
                  </a:lnTo>
                  <a:lnTo>
                    <a:pt x="13970" y="2540"/>
                  </a:lnTo>
                  <a:lnTo>
                    <a:pt x="229870" y="2540"/>
                  </a:lnTo>
                  <a:lnTo>
                    <a:pt x="229870" y="0"/>
                  </a:lnTo>
                  <a:close/>
                </a:path>
                <a:path w="245110" h="7619">
                  <a:moveTo>
                    <a:pt x="237490" y="2540"/>
                  </a:moveTo>
                  <a:lnTo>
                    <a:pt x="232410" y="2540"/>
                  </a:lnTo>
                  <a:lnTo>
                    <a:pt x="232410" y="3810"/>
                  </a:lnTo>
                  <a:lnTo>
                    <a:pt x="11430" y="3810"/>
                  </a:lnTo>
                  <a:lnTo>
                    <a:pt x="11430" y="2540"/>
                  </a:lnTo>
                  <a:lnTo>
                    <a:pt x="8890" y="2540"/>
                  </a:lnTo>
                  <a:lnTo>
                    <a:pt x="8890" y="3810"/>
                  </a:lnTo>
                  <a:lnTo>
                    <a:pt x="8890" y="5080"/>
                  </a:lnTo>
                  <a:lnTo>
                    <a:pt x="237490" y="5080"/>
                  </a:lnTo>
                  <a:lnTo>
                    <a:pt x="237490" y="3810"/>
                  </a:lnTo>
                  <a:lnTo>
                    <a:pt x="237490" y="2540"/>
                  </a:lnTo>
                  <a:close/>
                </a:path>
                <a:path w="245110" h="7619">
                  <a:moveTo>
                    <a:pt x="245110" y="6350"/>
                  </a:moveTo>
                  <a:lnTo>
                    <a:pt x="242570" y="6350"/>
                  </a:lnTo>
                  <a:lnTo>
                    <a:pt x="242570" y="5080"/>
                  </a:lnTo>
                  <a:lnTo>
                    <a:pt x="240030" y="5080"/>
                  </a:lnTo>
                  <a:lnTo>
                    <a:pt x="240030" y="6350"/>
                  </a:lnTo>
                  <a:lnTo>
                    <a:pt x="5080" y="6350"/>
                  </a:lnTo>
                  <a:lnTo>
                    <a:pt x="5080" y="5080"/>
                  </a:lnTo>
                  <a:lnTo>
                    <a:pt x="2540" y="5080"/>
                  </a:lnTo>
                  <a:lnTo>
                    <a:pt x="2540" y="6350"/>
                  </a:lnTo>
                  <a:lnTo>
                    <a:pt x="0" y="6350"/>
                  </a:lnTo>
                  <a:lnTo>
                    <a:pt x="0" y="7620"/>
                  </a:lnTo>
                  <a:lnTo>
                    <a:pt x="245110" y="7620"/>
                  </a:lnTo>
                  <a:lnTo>
                    <a:pt x="245110" y="6350"/>
                  </a:lnTo>
                  <a:close/>
                </a:path>
              </a:pathLst>
            </a:custGeom>
            <a:solidFill>
              <a:srgbClr val="040300"/>
            </a:solidFill>
          </p:spPr>
          <p:txBody>
            <a:bodyPr wrap="square" lIns="0" tIns="0" rIns="0" bIns="0" rtlCol="0"/>
            <a:lstStyle/>
            <a:p/>
          </p:txBody>
        </p:sp>
        <p:sp>
          <p:nvSpPr>
            <p:cNvPr id="491" name="object 491"/>
            <p:cNvSpPr/>
            <p:nvPr/>
          </p:nvSpPr>
          <p:spPr>
            <a:xfrm>
              <a:off x="2487930" y="2679699"/>
              <a:ext cx="271780" cy="7620"/>
            </a:xfrm>
            <a:custGeom>
              <a:avLst/>
              <a:gdLst/>
              <a:ahLst/>
              <a:cxnLst/>
              <a:rect l="l" t="t" r="r" b="b"/>
              <a:pathLst>
                <a:path w="271780" h="7619">
                  <a:moveTo>
                    <a:pt x="257810" y="0"/>
                  </a:moveTo>
                  <a:lnTo>
                    <a:pt x="12700" y="0"/>
                  </a:lnTo>
                  <a:lnTo>
                    <a:pt x="12700" y="1270"/>
                  </a:lnTo>
                  <a:lnTo>
                    <a:pt x="257810" y="1270"/>
                  </a:lnTo>
                  <a:lnTo>
                    <a:pt x="257810" y="0"/>
                  </a:lnTo>
                  <a:close/>
                </a:path>
                <a:path w="271780" h="7619">
                  <a:moveTo>
                    <a:pt x="264160" y="1270"/>
                  </a:moveTo>
                  <a:lnTo>
                    <a:pt x="261620" y="1270"/>
                  </a:lnTo>
                  <a:lnTo>
                    <a:pt x="261620" y="2540"/>
                  </a:lnTo>
                  <a:lnTo>
                    <a:pt x="10160" y="2540"/>
                  </a:lnTo>
                  <a:lnTo>
                    <a:pt x="10160" y="1270"/>
                  </a:lnTo>
                  <a:lnTo>
                    <a:pt x="7620" y="1270"/>
                  </a:lnTo>
                  <a:lnTo>
                    <a:pt x="7620" y="2540"/>
                  </a:lnTo>
                  <a:lnTo>
                    <a:pt x="7620" y="3810"/>
                  </a:lnTo>
                  <a:lnTo>
                    <a:pt x="264160" y="3810"/>
                  </a:lnTo>
                  <a:lnTo>
                    <a:pt x="264160" y="2540"/>
                  </a:lnTo>
                  <a:lnTo>
                    <a:pt x="264160" y="1270"/>
                  </a:lnTo>
                  <a:close/>
                </a:path>
                <a:path w="271780" h="7619">
                  <a:moveTo>
                    <a:pt x="271780" y="5080"/>
                  </a:moveTo>
                  <a:lnTo>
                    <a:pt x="269240" y="5080"/>
                  </a:lnTo>
                  <a:lnTo>
                    <a:pt x="269240" y="3810"/>
                  </a:lnTo>
                  <a:lnTo>
                    <a:pt x="267970" y="3810"/>
                  </a:lnTo>
                  <a:lnTo>
                    <a:pt x="267970" y="5080"/>
                  </a:lnTo>
                  <a:lnTo>
                    <a:pt x="5080" y="5080"/>
                  </a:lnTo>
                  <a:lnTo>
                    <a:pt x="5080" y="3810"/>
                  </a:lnTo>
                  <a:lnTo>
                    <a:pt x="2540" y="3810"/>
                  </a:lnTo>
                  <a:lnTo>
                    <a:pt x="2540" y="5080"/>
                  </a:lnTo>
                  <a:lnTo>
                    <a:pt x="0" y="5080"/>
                  </a:lnTo>
                  <a:lnTo>
                    <a:pt x="0" y="7620"/>
                  </a:lnTo>
                  <a:lnTo>
                    <a:pt x="271780" y="7620"/>
                  </a:lnTo>
                  <a:lnTo>
                    <a:pt x="271780" y="5080"/>
                  </a:lnTo>
                  <a:close/>
                </a:path>
              </a:pathLst>
            </a:custGeom>
            <a:solidFill>
              <a:srgbClr val="060400"/>
            </a:solidFill>
          </p:spPr>
          <p:txBody>
            <a:bodyPr wrap="square" lIns="0" tIns="0" rIns="0" bIns="0" rtlCol="0"/>
            <a:lstStyle/>
            <a:p/>
          </p:txBody>
        </p:sp>
        <p:sp>
          <p:nvSpPr>
            <p:cNvPr id="492" name="object 492"/>
            <p:cNvSpPr/>
            <p:nvPr/>
          </p:nvSpPr>
          <p:spPr>
            <a:xfrm>
              <a:off x="2479040" y="2687319"/>
              <a:ext cx="293370" cy="6350"/>
            </a:xfrm>
            <a:custGeom>
              <a:avLst/>
              <a:gdLst/>
              <a:ahLst/>
              <a:cxnLst/>
              <a:rect l="l" t="t" r="r" b="b"/>
              <a:pathLst>
                <a:path w="293369" h="6350">
                  <a:moveTo>
                    <a:pt x="285750" y="0"/>
                  </a:moveTo>
                  <a:lnTo>
                    <a:pt x="283210" y="0"/>
                  </a:lnTo>
                  <a:lnTo>
                    <a:pt x="283210" y="1270"/>
                  </a:lnTo>
                  <a:lnTo>
                    <a:pt x="7620" y="1270"/>
                  </a:lnTo>
                  <a:lnTo>
                    <a:pt x="7620" y="0"/>
                  </a:lnTo>
                  <a:lnTo>
                    <a:pt x="5080" y="0"/>
                  </a:lnTo>
                  <a:lnTo>
                    <a:pt x="5080" y="1270"/>
                  </a:lnTo>
                  <a:lnTo>
                    <a:pt x="5080" y="2540"/>
                  </a:lnTo>
                  <a:lnTo>
                    <a:pt x="285750" y="2540"/>
                  </a:lnTo>
                  <a:lnTo>
                    <a:pt x="285750" y="1270"/>
                  </a:lnTo>
                  <a:lnTo>
                    <a:pt x="285750" y="0"/>
                  </a:lnTo>
                  <a:close/>
                </a:path>
                <a:path w="293369" h="6350">
                  <a:moveTo>
                    <a:pt x="293357" y="3810"/>
                  </a:moveTo>
                  <a:lnTo>
                    <a:pt x="290830" y="3810"/>
                  </a:lnTo>
                  <a:lnTo>
                    <a:pt x="290830" y="2540"/>
                  </a:lnTo>
                  <a:lnTo>
                    <a:pt x="288290" y="2540"/>
                  </a:lnTo>
                  <a:lnTo>
                    <a:pt x="288290" y="3810"/>
                  </a:lnTo>
                  <a:lnTo>
                    <a:pt x="3810" y="3810"/>
                  </a:lnTo>
                  <a:lnTo>
                    <a:pt x="3810" y="2540"/>
                  </a:lnTo>
                  <a:lnTo>
                    <a:pt x="1270" y="2540"/>
                  </a:lnTo>
                  <a:lnTo>
                    <a:pt x="1270" y="3810"/>
                  </a:lnTo>
                  <a:lnTo>
                    <a:pt x="0" y="3810"/>
                  </a:lnTo>
                  <a:lnTo>
                    <a:pt x="0" y="6350"/>
                  </a:lnTo>
                  <a:lnTo>
                    <a:pt x="293357" y="6350"/>
                  </a:lnTo>
                  <a:lnTo>
                    <a:pt x="293357" y="3810"/>
                  </a:lnTo>
                  <a:close/>
                </a:path>
              </a:pathLst>
            </a:custGeom>
            <a:solidFill>
              <a:srgbClr val="080600"/>
            </a:solidFill>
          </p:spPr>
          <p:txBody>
            <a:bodyPr wrap="square" lIns="0" tIns="0" rIns="0" bIns="0" rtlCol="0"/>
            <a:lstStyle/>
            <a:p/>
          </p:txBody>
        </p:sp>
        <p:sp>
          <p:nvSpPr>
            <p:cNvPr id="493" name="object 493"/>
            <p:cNvSpPr/>
            <p:nvPr/>
          </p:nvSpPr>
          <p:spPr>
            <a:xfrm>
              <a:off x="2466340" y="2693669"/>
              <a:ext cx="321310" cy="7620"/>
            </a:xfrm>
            <a:custGeom>
              <a:avLst/>
              <a:gdLst/>
              <a:ahLst/>
              <a:cxnLst/>
              <a:rect l="l" t="t" r="r" b="b"/>
              <a:pathLst>
                <a:path w="321310" h="7619">
                  <a:moveTo>
                    <a:pt x="1270" y="6350"/>
                  </a:moveTo>
                  <a:lnTo>
                    <a:pt x="0" y="6350"/>
                  </a:lnTo>
                  <a:lnTo>
                    <a:pt x="0" y="7620"/>
                  </a:lnTo>
                  <a:lnTo>
                    <a:pt x="1270" y="7620"/>
                  </a:lnTo>
                  <a:lnTo>
                    <a:pt x="1270" y="6350"/>
                  </a:lnTo>
                  <a:close/>
                </a:path>
                <a:path w="321310" h="7619">
                  <a:moveTo>
                    <a:pt x="309880" y="0"/>
                  </a:moveTo>
                  <a:lnTo>
                    <a:pt x="308610" y="0"/>
                  </a:lnTo>
                  <a:lnTo>
                    <a:pt x="308610" y="1270"/>
                  </a:lnTo>
                  <a:lnTo>
                    <a:pt x="10160" y="1270"/>
                  </a:lnTo>
                  <a:lnTo>
                    <a:pt x="10160" y="0"/>
                  </a:lnTo>
                  <a:lnTo>
                    <a:pt x="8890" y="0"/>
                  </a:lnTo>
                  <a:lnTo>
                    <a:pt x="8890" y="1270"/>
                  </a:lnTo>
                  <a:lnTo>
                    <a:pt x="8890" y="2540"/>
                  </a:lnTo>
                  <a:lnTo>
                    <a:pt x="309880" y="2540"/>
                  </a:lnTo>
                  <a:lnTo>
                    <a:pt x="309880" y="1270"/>
                  </a:lnTo>
                  <a:lnTo>
                    <a:pt x="309880" y="0"/>
                  </a:lnTo>
                  <a:close/>
                </a:path>
                <a:path w="321310" h="7619">
                  <a:moveTo>
                    <a:pt x="317500" y="3810"/>
                  </a:moveTo>
                  <a:lnTo>
                    <a:pt x="314960" y="3810"/>
                  </a:lnTo>
                  <a:lnTo>
                    <a:pt x="314960" y="2540"/>
                  </a:lnTo>
                  <a:lnTo>
                    <a:pt x="312420" y="2540"/>
                  </a:lnTo>
                  <a:lnTo>
                    <a:pt x="312420" y="3810"/>
                  </a:lnTo>
                  <a:lnTo>
                    <a:pt x="7620" y="3810"/>
                  </a:lnTo>
                  <a:lnTo>
                    <a:pt x="7620" y="2540"/>
                  </a:lnTo>
                  <a:lnTo>
                    <a:pt x="5080" y="2540"/>
                  </a:lnTo>
                  <a:lnTo>
                    <a:pt x="5080" y="3810"/>
                  </a:lnTo>
                  <a:lnTo>
                    <a:pt x="3810" y="3810"/>
                  </a:lnTo>
                  <a:lnTo>
                    <a:pt x="3810" y="6350"/>
                  </a:lnTo>
                  <a:lnTo>
                    <a:pt x="317500" y="6350"/>
                  </a:lnTo>
                  <a:lnTo>
                    <a:pt x="317500" y="3810"/>
                  </a:lnTo>
                  <a:close/>
                </a:path>
                <a:path w="321310" h="7619">
                  <a:moveTo>
                    <a:pt x="321310" y="6350"/>
                  </a:moveTo>
                  <a:lnTo>
                    <a:pt x="318770" y="6350"/>
                  </a:lnTo>
                  <a:lnTo>
                    <a:pt x="318770" y="7620"/>
                  </a:lnTo>
                  <a:lnTo>
                    <a:pt x="321310" y="7620"/>
                  </a:lnTo>
                  <a:lnTo>
                    <a:pt x="321310" y="6350"/>
                  </a:lnTo>
                  <a:close/>
                </a:path>
              </a:pathLst>
            </a:custGeom>
            <a:solidFill>
              <a:srgbClr val="0A0700"/>
            </a:solidFill>
          </p:spPr>
          <p:txBody>
            <a:bodyPr wrap="square" lIns="0" tIns="0" rIns="0" bIns="0" rtlCol="0"/>
            <a:lstStyle/>
            <a:p/>
          </p:txBody>
        </p:sp>
        <p:sp>
          <p:nvSpPr>
            <p:cNvPr id="494" name="object 494"/>
            <p:cNvSpPr/>
            <p:nvPr/>
          </p:nvSpPr>
          <p:spPr>
            <a:xfrm>
              <a:off x="2458720" y="2701289"/>
              <a:ext cx="340360" cy="7620"/>
            </a:xfrm>
            <a:custGeom>
              <a:avLst/>
              <a:gdLst/>
              <a:ahLst/>
              <a:cxnLst/>
              <a:rect l="l" t="t" r="r" b="b"/>
              <a:pathLst>
                <a:path w="340360" h="7619">
                  <a:moveTo>
                    <a:pt x="147320" y="6350"/>
                  </a:moveTo>
                  <a:lnTo>
                    <a:pt x="1270" y="6350"/>
                  </a:lnTo>
                  <a:lnTo>
                    <a:pt x="1270" y="5080"/>
                  </a:lnTo>
                  <a:lnTo>
                    <a:pt x="0" y="5080"/>
                  </a:lnTo>
                  <a:lnTo>
                    <a:pt x="0" y="6350"/>
                  </a:lnTo>
                  <a:lnTo>
                    <a:pt x="0" y="7620"/>
                  </a:lnTo>
                  <a:lnTo>
                    <a:pt x="147320" y="7620"/>
                  </a:lnTo>
                  <a:lnTo>
                    <a:pt x="147320" y="6350"/>
                  </a:lnTo>
                  <a:close/>
                </a:path>
                <a:path w="340360" h="7619">
                  <a:moveTo>
                    <a:pt x="161290" y="2540"/>
                  </a:moveTo>
                  <a:lnTo>
                    <a:pt x="6350" y="2540"/>
                  </a:lnTo>
                  <a:lnTo>
                    <a:pt x="6350" y="1270"/>
                  </a:lnTo>
                  <a:lnTo>
                    <a:pt x="3810" y="1270"/>
                  </a:lnTo>
                  <a:lnTo>
                    <a:pt x="3810" y="2540"/>
                  </a:lnTo>
                  <a:lnTo>
                    <a:pt x="2540" y="2540"/>
                  </a:lnTo>
                  <a:lnTo>
                    <a:pt x="2540" y="5080"/>
                  </a:lnTo>
                  <a:lnTo>
                    <a:pt x="147320" y="5080"/>
                  </a:lnTo>
                  <a:lnTo>
                    <a:pt x="147320" y="6350"/>
                  </a:lnTo>
                  <a:lnTo>
                    <a:pt x="157480" y="6350"/>
                  </a:lnTo>
                  <a:lnTo>
                    <a:pt x="157480" y="5080"/>
                  </a:lnTo>
                  <a:lnTo>
                    <a:pt x="161290" y="5080"/>
                  </a:lnTo>
                  <a:lnTo>
                    <a:pt x="161290" y="2540"/>
                  </a:lnTo>
                  <a:close/>
                </a:path>
                <a:path w="340360" h="7619">
                  <a:moveTo>
                    <a:pt x="328930" y="0"/>
                  </a:moveTo>
                  <a:lnTo>
                    <a:pt x="7620" y="0"/>
                  </a:lnTo>
                  <a:lnTo>
                    <a:pt x="7620" y="1270"/>
                  </a:lnTo>
                  <a:lnTo>
                    <a:pt x="328930" y="1270"/>
                  </a:lnTo>
                  <a:lnTo>
                    <a:pt x="328930" y="0"/>
                  </a:lnTo>
                  <a:close/>
                </a:path>
                <a:path w="340360" h="7619">
                  <a:moveTo>
                    <a:pt x="336550" y="2540"/>
                  </a:moveTo>
                  <a:lnTo>
                    <a:pt x="334010" y="2540"/>
                  </a:lnTo>
                  <a:lnTo>
                    <a:pt x="334010" y="1270"/>
                  </a:lnTo>
                  <a:lnTo>
                    <a:pt x="331470" y="1270"/>
                  </a:lnTo>
                  <a:lnTo>
                    <a:pt x="331470" y="2540"/>
                  </a:lnTo>
                  <a:lnTo>
                    <a:pt x="191770" y="2540"/>
                  </a:lnTo>
                  <a:lnTo>
                    <a:pt x="191770" y="5080"/>
                  </a:lnTo>
                  <a:lnTo>
                    <a:pt x="201930" y="5080"/>
                  </a:lnTo>
                  <a:lnTo>
                    <a:pt x="201930" y="6350"/>
                  </a:lnTo>
                  <a:lnTo>
                    <a:pt x="213360" y="6350"/>
                  </a:lnTo>
                  <a:lnTo>
                    <a:pt x="213360" y="5080"/>
                  </a:lnTo>
                  <a:lnTo>
                    <a:pt x="336550" y="5080"/>
                  </a:lnTo>
                  <a:lnTo>
                    <a:pt x="336550" y="2540"/>
                  </a:lnTo>
                  <a:close/>
                </a:path>
                <a:path w="340360" h="7619">
                  <a:moveTo>
                    <a:pt x="340360" y="5080"/>
                  </a:moveTo>
                  <a:lnTo>
                    <a:pt x="337820" y="5080"/>
                  </a:lnTo>
                  <a:lnTo>
                    <a:pt x="337820" y="6350"/>
                  </a:lnTo>
                  <a:lnTo>
                    <a:pt x="213360" y="6350"/>
                  </a:lnTo>
                  <a:lnTo>
                    <a:pt x="213360" y="7620"/>
                  </a:lnTo>
                  <a:lnTo>
                    <a:pt x="340360" y="7620"/>
                  </a:lnTo>
                  <a:lnTo>
                    <a:pt x="340360" y="6350"/>
                  </a:lnTo>
                  <a:lnTo>
                    <a:pt x="340360" y="5080"/>
                  </a:lnTo>
                  <a:close/>
                </a:path>
              </a:pathLst>
            </a:custGeom>
            <a:solidFill>
              <a:srgbClr val="0C0800"/>
            </a:solidFill>
          </p:spPr>
          <p:txBody>
            <a:bodyPr wrap="square" lIns="0" tIns="0" rIns="0" bIns="0" rtlCol="0"/>
            <a:lstStyle/>
            <a:p/>
          </p:txBody>
        </p:sp>
        <p:sp>
          <p:nvSpPr>
            <p:cNvPr id="495" name="object 495"/>
            <p:cNvSpPr/>
            <p:nvPr/>
          </p:nvSpPr>
          <p:spPr>
            <a:xfrm>
              <a:off x="2451100" y="2708909"/>
              <a:ext cx="359410" cy="6350"/>
            </a:xfrm>
            <a:custGeom>
              <a:avLst/>
              <a:gdLst/>
              <a:ahLst/>
              <a:cxnLst/>
              <a:rect l="l" t="t" r="r" b="b"/>
              <a:pathLst>
                <a:path w="359410" h="6350">
                  <a:moveTo>
                    <a:pt x="129540" y="5080"/>
                  </a:moveTo>
                  <a:lnTo>
                    <a:pt x="1270" y="5080"/>
                  </a:lnTo>
                  <a:lnTo>
                    <a:pt x="1270" y="3810"/>
                  </a:lnTo>
                  <a:lnTo>
                    <a:pt x="0" y="3810"/>
                  </a:lnTo>
                  <a:lnTo>
                    <a:pt x="0" y="5080"/>
                  </a:lnTo>
                  <a:lnTo>
                    <a:pt x="0" y="6350"/>
                  </a:lnTo>
                  <a:lnTo>
                    <a:pt x="129540" y="6350"/>
                  </a:lnTo>
                  <a:lnTo>
                    <a:pt x="129540" y="5080"/>
                  </a:lnTo>
                  <a:close/>
                </a:path>
                <a:path w="359410" h="6350">
                  <a:moveTo>
                    <a:pt x="139700" y="1270"/>
                  </a:moveTo>
                  <a:lnTo>
                    <a:pt x="6350" y="1270"/>
                  </a:lnTo>
                  <a:lnTo>
                    <a:pt x="6350" y="0"/>
                  </a:lnTo>
                  <a:lnTo>
                    <a:pt x="3810" y="0"/>
                  </a:lnTo>
                  <a:lnTo>
                    <a:pt x="3810" y="1270"/>
                  </a:lnTo>
                  <a:lnTo>
                    <a:pt x="2540" y="1270"/>
                  </a:lnTo>
                  <a:lnTo>
                    <a:pt x="2540" y="3810"/>
                  </a:lnTo>
                  <a:lnTo>
                    <a:pt x="129540" y="3810"/>
                  </a:lnTo>
                  <a:lnTo>
                    <a:pt x="129540" y="5080"/>
                  </a:lnTo>
                  <a:lnTo>
                    <a:pt x="135890" y="5080"/>
                  </a:lnTo>
                  <a:lnTo>
                    <a:pt x="135890" y="3810"/>
                  </a:lnTo>
                  <a:lnTo>
                    <a:pt x="139700" y="3810"/>
                  </a:lnTo>
                  <a:lnTo>
                    <a:pt x="139700" y="1270"/>
                  </a:lnTo>
                  <a:close/>
                </a:path>
                <a:path w="359410" h="6350">
                  <a:moveTo>
                    <a:pt x="151130" y="0"/>
                  </a:moveTo>
                  <a:lnTo>
                    <a:pt x="142240" y="0"/>
                  </a:lnTo>
                  <a:lnTo>
                    <a:pt x="142240" y="1270"/>
                  </a:lnTo>
                  <a:lnTo>
                    <a:pt x="151130" y="1270"/>
                  </a:lnTo>
                  <a:lnTo>
                    <a:pt x="151130" y="0"/>
                  </a:lnTo>
                  <a:close/>
                </a:path>
                <a:path w="359410" h="6350">
                  <a:moveTo>
                    <a:pt x="231140" y="0"/>
                  </a:moveTo>
                  <a:lnTo>
                    <a:pt x="228600" y="0"/>
                  </a:lnTo>
                  <a:lnTo>
                    <a:pt x="228600" y="1270"/>
                  </a:lnTo>
                  <a:lnTo>
                    <a:pt x="231140" y="1270"/>
                  </a:lnTo>
                  <a:lnTo>
                    <a:pt x="231140" y="0"/>
                  </a:lnTo>
                  <a:close/>
                </a:path>
                <a:path w="359410" h="6350">
                  <a:moveTo>
                    <a:pt x="354317" y="1270"/>
                  </a:moveTo>
                  <a:lnTo>
                    <a:pt x="353047" y="1270"/>
                  </a:lnTo>
                  <a:lnTo>
                    <a:pt x="353047" y="0"/>
                  </a:lnTo>
                  <a:lnTo>
                    <a:pt x="350520" y="0"/>
                  </a:lnTo>
                  <a:lnTo>
                    <a:pt x="350520" y="1270"/>
                  </a:lnTo>
                  <a:lnTo>
                    <a:pt x="237490" y="1270"/>
                  </a:lnTo>
                  <a:lnTo>
                    <a:pt x="237490" y="3810"/>
                  </a:lnTo>
                  <a:lnTo>
                    <a:pt x="240030" y="3810"/>
                  </a:lnTo>
                  <a:lnTo>
                    <a:pt x="240030" y="5080"/>
                  </a:lnTo>
                  <a:lnTo>
                    <a:pt x="247650" y="5080"/>
                  </a:lnTo>
                  <a:lnTo>
                    <a:pt x="247650" y="3810"/>
                  </a:lnTo>
                  <a:lnTo>
                    <a:pt x="354317" y="3810"/>
                  </a:lnTo>
                  <a:lnTo>
                    <a:pt x="354317" y="1270"/>
                  </a:lnTo>
                  <a:close/>
                </a:path>
                <a:path w="359410" h="6350">
                  <a:moveTo>
                    <a:pt x="359410" y="3810"/>
                  </a:moveTo>
                  <a:lnTo>
                    <a:pt x="356870" y="3810"/>
                  </a:lnTo>
                  <a:lnTo>
                    <a:pt x="356870" y="5080"/>
                  </a:lnTo>
                  <a:lnTo>
                    <a:pt x="247650" y="5080"/>
                  </a:lnTo>
                  <a:lnTo>
                    <a:pt x="247650" y="6350"/>
                  </a:lnTo>
                  <a:lnTo>
                    <a:pt x="359410" y="6350"/>
                  </a:lnTo>
                  <a:lnTo>
                    <a:pt x="359410" y="5080"/>
                  </a:lnTo>
                  <a:lnTo>
                    <a:pt x="359410" y="3810"/>
                  </a:lnTo>
                  <a:close/>
                </a:path>
              </a:pathLst>
            </a:custGeom>
            <a:solidFill>
              <a:srgbClr val="0E0A00"/>
            </a:solidFill>
          </p:spPr>
          <p:txBody>
            <a:bodyPr wrap="square" lIns="0" tIns="0" rIns="0" bIns="0" rtlCol="0"/>
            <a:lstStyle/>
            <a:p/>
          </p:txBody>
        </p:sp>
        <p:sp>
          <p:nvSpPr>
            <p:cNvPr id="496" name="object 496"/>
            <p:cNvSpPr/>
            <p:nvPr/>
          </p:nvSpPr>
          <p:spPr>
            <a:xfrm>
              <a:off x="2440940" y="2715259"/>
              <a:ext cx="387350" cy="7620"/>
            </a:xfrm>
            <a:custGeom>
              <a:avLst/>
              <a:gdLst/>
              <a:ahLst/>
              <a:cxnLst/>
              <a:rect l="l" t="t" r="r" b="b"/>
              <a:pathLst>
                <a:path w="387350" h="7619">
                  <a:moveTo>
                    <a:pt x="1270" y="6350"/>
                  </a:moveTo>
                  <a:lnTo>
                    <a:pt x="0" y="6350"/>
                  </a:lnTo>
                  <a:lnTo>
                    <a:pt x="0" y="7620"/>
                  </a:lnTo>
                  <a:lnTo>
                    <a:pt x="1270" y="7620"/>
                  </a:lnTo>
                  <a:lnTo>
                    <a:pt x="1270" y="6350"/>
                  </a:lnTo>
                  <a:close/>
                </a:path>
                <a:path w="387350" h="7619">
                  <a:moveTo>
                    <a:pt x="127000" y="5080"/>
                  </a:moveTo>
                  <a:lnTo>
                    <a:pt x="3810" y="5080"/>
                  </a:lnTo>
                  <a:lnTo>
                    <a:pt x="3810" y="3810"/>
                  </a:lnTo>
                  <a:lnTo>
                    <a:pt x="2540" y="3810"/>
                  </a:lnTo>
                  <a:lnTo>
                    <a:pt x="2540" y="5080"/>
                  </a:lnTo>
                  <a:lnTo>
                    <a:pt x="2540" y="6350"/>
                  </a:lnTo>
                  <a:lnTo>
                    <a:pt x="124460" y="6350"/>
                  </a:lnTo>
                  <a:lnTo>
                    <a:pt x="124460" y="7620"/>
                  </a:lnTo>
                  <a:lnTo>
                    <a:pt x="125730" y="7620"/>
                  </a:lnTo>
                  <a:lnTo>
                    <a:pt x="125730" y="6350"/>
                  </a:lnTo>
                  <a:lnTo>
                    <a:pt x="127000" y="6350"/>
                  </a:lnTo>
                  <a:lnTo>
                    <a:pt x="127000" y="5080"/>
                  </a:lnTo>
                  <a:close/>
                </a:path>
                <a:path w="387350" h="7619">
                  <a:moveTo>
                    <a:pt x="133350" y="1270"/>
                  </a:moveTo>
                  <a:lnTo>
                    <a:pt x="7620" y="1270"/>
                  </a:lnTo>
                  <a:lnTo>
                    <a:pt x="7620" y="0"/>
                  </a:lnTo>
                  <a:lnTo>
                    <a:pt x="6350" y="0"/>
                  </a:lnTo>
                  <a:lnTo>
                    <a:pt x="6350" y="1270"/>
                  </a:lnTo>
                  <a:lnTo>
                    <a:pt x="5080" y="1270"/>
                  </a:lnTo>
                  <a:lnTo>
                    <a:pt x="5080" y="3810"/>
                  </a:lnTo>
                  <a:lnTo>
                    <a:pt x="127000" y="3810"/>
                  </a:lnTo>
                  <a:lnTo>
                    <a:pt x="127000" y="5080"/>
                  </a:lnTo>
                  <a:lnTo>
                    <a:pt x="130810" y="5080"/>
                  </a:lnTo>
                  <a:lnTo>
                    <a:pt x="130810" y="3810"/>
                  </a:lnTo>
                  <a:lnTo>
                    <a:pt x="133350" y="3810"/>
                  </a:lnTo>
                  <a:lnTo>
                    <a:pt x="133350" y="1270"/>
                  </a:lnTo>
                  <a:close/>
                </a:path>
                <a:path w="387350" h="7619">
                  <a:moveTo>
                    <a:pt x="138430" y="0"/>
                  </a:moveTo>
                  <a:lnTo>
                    <a:pt x="135877" y="0"/>
                  </a:lnTo>
                  <a:lnTo>
                    <a:pt x="135877" y="1270"/>
                  </a:lnTo>
                  <a:lnTo>
                    <a:pt x="138430" y="1270"/>
                  </a:lnTo>
                  <a:lnTo>
                    <a:pt x="138430" y="0"/>
                  </a:lnTo>
                  <a:close/>
                </a:path>
                <a:path w="387350" h="7619">
                  <a:moveTo>
                    <a:pt x="265430" y="0"/>
                  </a:moveTo>
                  <a:lnTo>
                    <a:pt x="260350" y="0"/>
                  </a:lnTo>
                  <a:lnTo>
                    <a:pt x="260350" y="1270"/>
                  </a:lnTo>
                  <a:lnTo>
                    <a:pt x="265430" y="1270"/>
                  </a:lnTo>
                  <a:lnTo>
                    <a:pt x="265430" y="0"/>
                  </a:lnTo>
                  <a:close/>
                </a:path>
                <a:path w="387350" h="7619">
                  <a:moveTo>
                    <a:pt x="377190" y="1270"/>
                  </a:moveTo>
                  <a:lnTo>
                    <a:pt x="374650" y="1270"/>
                  </a:lnTo>
                  <a:lnTo>
                    <a:pt x="374650" y="0"/>
                  </a:lnTo>
                  <a:lnTo>
                    <a:pt x="372110" y="0"/>
                  </a:lnTo>
                  <a:lnTo>
                    <a:pt x="372110" y="1270"/>
                  </a:lnTo>
                  <a:lnTo>
                    <a:pt x="269240" y="1270"/>
                  </a:lnTo>
                  <a:lnTo>
                    <a:pt x="269240" y="3810"/>
                  </a:lnTo>
                  <a:lnTo>
                    <a:pt x="271780" y="3810"/>
                  </a:lnTo>
                  <a:lnTo>
                    <a:pt x="271780" y="5080"/>
                  </a:lnTo>
                  <a:lnTo>
                    <a:pt x="275590" y="5080"/>
                  </a:lnTo>
                  <a:lnTo>
                    <a:pt x="275590" y="3810"/>
                  </a:lnTo>
                  <a:lnTo>
                    <a:pt x="377190" y="3810"/>
                  </a:lnTo>
                  <a:lnTo>
                    <a:pt x="377190" y="1270"/>
                  </a:lnTo>
                  <a:close/>
                </a:path>
                <a:path w="387350" h="7619">
                  <a:moveTo>
                    <a:pt x="383540" y="3810"/>
                  </a:moveTo>
                  <a:lnTo>
                    <a:pt x="379730" y="3810"/>
                  </a:lnTo>
                  <a:lnTo>
                    <a:pt x="379730" y="5080"/>
                  </a:lnTo>
                  <a:lnTo>
                    <a:pt x="275590" y="5080"/>
                  </a:lnTo>
                  <a:lnTo>
                    <a:pt x="275590" y="6350"/>
                  </a:lnTo>
                  <a:lnTo>
                    <a:pt x="278130" y="6350"/>
                  </a:lnTo>
                  <a:lnTo>
                    <a:pt x="278130" y="7620"/>
                  </a:lnTo>
                  <a:lnTo>
                    <a:pt x="280670" y="7620"/>
                  </a:lnTo>
                  <a:lnTo>
                    <a:pt x="280670" y="6350"/>
                  </a:lnTo>
                  <a:lnTo>
                    <a:pt x="383540" y="6350"/>
                  </a:lnTo>
                  <a:lnTo>
                    <a:pt x="383540" y="5080"/>
                  </a:lnTo>
                  <a:lnTo>
                    <a:pt x="383540" y="3810"/>
                  </a:lnTo>
                  <a:close/>
                </a:path>
                <a:path w="387350" h="7619">
                  <a:moveTo>
                    <a:pt x="387350" y="6350"/>
                  </a:moveTo>
                  <a:lnTo>
                    <a:pt x="384810" y="6350"/>
                  </a:lnTo>
                  <a:lnTo>
                    <a:pt x="384810" y="7620"/>
                  </a:lnTo>
                  <a:lnTo>
                    <a:pt x="387350" y="7620"/>
                  </a:lnTo>
                  <a:lnTo>
                    <a:pt x="387350" y="6350"/>
                  </a:lnTo>
                  <a:close/>
                </a:path>
              </a:pathLst>
            </a:custGeom>
            <a:solidFill>
              <a:srgbClr val="100B00"/>
            </a:solidFill>
          </p:spPr>
          <p:txBody>
            <a:bodyPr wrap="square" lIns="0" tIns="0" rIns="0" bIns="0" rtlCol="0"/>
            <a:lstStyle/>
            <a:p/>
          </p:txBody>
        </p:sp>
        <p:sp>
          <p:nvSpPr>
            <p:cNvPr id="497" name="object 497"/>
            <p:cNvSpPr/>
            <p:nvPr/>
          </p:nvSpPr>
          <p:spPr>
            <a:xfrm>
              <a:off x="2433320" y="2722879"/>
              <a:ext cx="129539" cy="7620"/>
            </a:xfrm>
            <a:custGeom>
              <a:avLst/>
              <a:gdLst/>
              <a:ahLst/>
              <a:cxnLst/>
              <a:rect l="l" t="t" r="r" b="b"/>
              <a:pathLst>
                <a:path w="129539" h="7619">
                  <a:moveTo>
                    <a:pt x="119380" y="6350"/>
                  </a:moveTo>
                  <a:lnTo>
                    <a:pt x="2540" y="6350"/>
                  </a:lnTo>
                  <a:lnTo>
                    <a:pt x="2540" y="5080"/>
                  </a:lnTo>
                  <a:lnTo>
                    <a:pt x="1270" y="5080"/>
                  </a:lnTo>
                  <a:lnTo>
                    <a:pt x="1270" y="6350"/>
                  </a:lnTo>
                  <a:lnTo>
                    <a:pt x="0" y="6350"/>
                  </a:lnTo>
                  <a:lnTo>
                    <a:pt x="0" y="7620"/>
                  </a:lnTo>
                  <a:lnTo>
                    <a:pt x="119380" y="7620"/>
                  </a:lnTo>
                  <a:lnTo>
                    <a:pt x="119380" y="6350"/>
                  </a:lnTo>
                  <a:close/>
                </a:path>
                <a:path w="129539" h="7619">
                  <a:moveTo>
                    <a:pt x="124460" y="3810"/>
                  </a:moveTo>
                  <a:lnTo>
                    <a:pt x="5080" y="3810"/>
                  </a:lnTo>
                  <a:lnTo>
                    <a:pt x="5080" y="2540"/>
                  </a:lnTo>
                  <a:lnTo>
                    <a:pt x="3810" y="2540"/>
                  </a:lnTo>
                  <a:lnTo>
                    <a:pt x="3810" y="3810"/>
                  </a:lnTo>
                  <a:lnTo>
                    <a:pt x="3810" y="5080"/>
                  </a:lnTo>
                  <a:lnTo>
                    <a:pt x="121920" y="5080"/>
                  </a:lnTo>
                  <a:lnTo>
                    <a:pt x="121920" y="6350"/>
                  </a:lnTo>
                  <a:lnTo>
                    <a:pt x="123190" y="6350"/>
                  </a:lnTo>
                  <a:lnTo>
                    <a:pt x="123190" y="5080"/>
                  </a:lnTo>
                  <a:lnTo>
                    <a:pt x="124460" y="5080"/>
                  </a:lnTo>
                  <a:lnTo>
                    <a:pt x="124460" y="3810"/>
                  </a:lnTo>
                  <a:close/>
                </a:path>
                <a:path w="129539" h="7619">
                  <a:moveTo>
                    <a:pt x="129527" y="0"/>
                  </a:moveTo>
                  <a:lnTo>
                    <a:pt x="6350" y="0"/>
                  </a:lnTo>
                  <a:lnTo>
                    <a:pt x="6350" y="2540"/>
                  </a:lnTo>
                  <a:lnTo>
                    <a:pt x="124460" y="2540"/>
                  </a:lnTo>
                  <a:lnTo>
                    <a:pt x="124460" y="3810"/>
                  </a:lnTo>
                  <a:lnTo>
                    <a:pt x="128270" y="3810"/>
                  </a:lnTo>
                  <a:lnTo>
                    <a:pt x="128270" y="2540"/>
                  </a:lnTo>
                  <a:lnTo>
                    <a:pt x="129527" y="2540"/>
                  </a:lnTo>
                  <a:lnTo>
                    <a:pt x="129527" y="0"/>
                  </a:lnTo>
                  <a:close/>
                </a:path>
              </a:pathLst>
            </a:custGeom>
            <a:solidFill>
              <a:srgbClr val="120D00"/>
            </a:solidFill>
          </p:spPr>
          <p:txBody>
            <a:bodyPr wrap="square" lIns="0" tIns="0" rIns="0" bIns="0" rtlCol="0"/>
            <a:lstStyle/>
            <a:p/>
          </p:txBody>
        </p:sp>
        <p:sp>
          <p:nvSpPr>
            <p:cNvPr id="498" name="object 498"/>
            <p:cNvSpPr/>
            <p:nvPr/>
          </p:nvSpPr>
          <p:spPr>
            <a:xfrm>
              <a:off x="2900679" y="2670809"/>
              <a:ext cx="1270" cy="1270"/>
            </a:xfrm>
            <a:custGeom>
              <a:avLst/>
              <a:gdLst/>
              <a:ahLst/>
              <a:cxnLst/>
              <a:rect l="l" t="t" r="r" b="b"/>
              <a:pathLst>
                <a:path w="1269" h="1269">
                  <a:moveTo>
                    <a:pt x="1269" y="0"/>
                  </a:moveTo>
                  <a:lnTo>
                    <a:pt x="0" y="0"/>
                  </a:lnTo>
                  <a:lnTo>
                    <a:pt x="0" y="1270"/>
                  </a:lnTo>
                  <a:lnTo>
                    <a:pt x="1269" y="1270"/>
                  </a:lnTo>
                  <a:lnTo>
                    <a:pt x="1269" y="0"/>
                  </a:lnTo>
                  <a:close/>
                </a:path>
              </a:pathLst>
            </a:custGeom>
            <a:solidFill>
              <a:srgbClr val="020100"/>
            </a:solidFill>
          </p:spPr>
          <p:txBody>
            <a:bodyPr wrap="square" lIns="0" tIns="0" rIns="0" bIns="0" rtlCol="0"/>
            <a:lstStyle/>
            <a:p/>
          </p:txBody>
        </p:sp>
        <p:sp>
          <p:nvSpPr>
            <p:cNvPr id="499" name="object 499"/>
            <p:cNvSpPr/>
            <p:nvPr/>
          </p:nvSpPr>
          <p:spPr>
            <a:xfrm>
              <a:off x="2898140" y="2672079"/>
              <a:ext cx="21590" cy="7620"/>
            </a:xfrm>
            <a:custGeom>
              <a:avLst/>
              <a:gdLst/>
              <a:ahLst/>
              <a:cxnLst/>
              <a:rect l="l" t="t" r="r" b="b"/>
              <a:pathLst>
                <a:path w="21589" h="7619">
                  <a:moveTo>
                    <a:pt x="21590" y="6350"/>
                  </a:moveTo>
                  <a:lnTo>
                    <a:pt x="0" y="6350"/>
                  </a:lnTo>
                  <a:lnTo>
                    <a:pt x="0" y="7620"/>
                  </a:lnTo>
                  <a:lnTo>
                    <a:pt x="21577" y="7620"/>
                  </a:lnTo>
                  <a:lnTo>
                    <a:pt x="21590" y="6350"/>
                  </a:lnTo>
                  <a:close/>
                </a:path>
                <a:path w="21589" h="7619">
                  <a:moveTo>
                    <a:pt x="21590" y="3810"/>
                  </a:moveTo>
                  <a:lnTo>
                    <a:pt x="1270" y="3810"/>
                  </a:lnTo>
                  <a:lnTo>
                    <a:pt x="1270" y="5080"/>
                  </a:lnTo>
                  <a:lnTo>
                    <a:pt x="21590" y="5080"/>
                  </a:lnTo>
                  <a:lnTo>
                    <a:pt x="21590" y="3810"/>
                  </a:lnTo>
                  <a:close/>
                </a:path>
                <a:path w="21589" h="7619">
                  <a:moveTo>
                    <a:pt x="21590" y="0"/>
                  </a:moveTo>
                  <a:lnTo>
                    <a:pt x="2540" y="0"/>
                  </a:lnTo>
                  <a:lnTo>
                    <a:pt x="2540" y="2540"/>
                  </a:lnTo>
                  <a:lnTo>
                    <a:pt x="21590" y="2540"/>
                  </a:lnTo>
                  <a:lnTo>
                    <a:pt x="21590" y="0"/>
                  </a:lnTo>
                  <a:close/>
                </a:path>
              </a:pathLst>
            </a:custGeom>
            <a:solidFill>
              <a:srgbClr val="040300"/>
            </a:solidFill>
          </p:spPr>
          <p:txBody>
            <a:bodyPr wrap="square" lIns="0" tIns="0" rIns="0" bIns="0" rtlCol="0"/>
            <a:lstStyle/>
            <a:p/>
          </p:txBody>
        </p:sp>
        <p:sp>
          <p:nvSpPr>
            <p:cNvPr id="500" name="object 500"/>
            <p:cNvSpPr/>
            <p:nvPr/>
          </p:nvSpPr>
          <p:spPr>
            <a:xfrm>
              <a:off x="2896870" y="2679699"/>
              <a:ext cx="22860" cy="7620"/>
            </a:xfrm>
            <a:custGeom>
              <a:avLst/>
              <a:gdLst/>
              <a:ahLst/>
              <a:cxnLst/>
              <a:rect l="l" t="t" r="r" b="b"/>
              <a:pathLst>
                <a:path w="22860" h="7619">
                  <a:moveTo>
                    <a:pt x="22860" y="5080"/>
                  </a:moveTo>
                  <a:lnTo>
                    <a:pt x="0" y="5080"/>
                  </a:lnTo>
                  <a:lnTo>
                    <a:pt x="0" y="7620"/>
                  </a:lnTo>
                  <a:lnTo>
                    <a:pt x="22860" y="7620"/>
                  </a:lnTo>
                  <a:lnTo>
                    <a:pt x="22860" y="5080"/>
                  </a:lnTo>
                  <a:close/>
                </a:path>
                <a:path w="22860" h="7619">
                  <a:moveTo>
                    <a:pt x="22860" y="2540"/>
                  </a:moveTo>
                  <a:lnTo>
                    <a:pt x="1270" y="2540"/>
                  </a:lnTo>
                  <a:lnTo>
                    <a:pt x="1270" y="3810"/>
                  </a:lnTo>
                  <a:lnTo>
                    <a:pt x="22860" y="3810"/>
                  </a:lnTo>
                  <a:lnTo>
                    <a:pt x="22860" y="2540"/>
                  </a:lnTo>
                  <a:close/>
                </a:path>
                <a:path w="22860" h="7619">
                  <a:moveTo>
                    <a:pt x="22860" y="0"/>
                  </a:moveTo>
                  <a:lnTo>
                    <a:pt x="1270" y="0"/>
                  </a:lnTo>
                  <a:lnTo>
                    <a:pt x="1270" y="1270"/>
                  </a:lnTo>
                  <a:lnTo>
                    <a:pt x="22847" y="1270"/>
                  </a:lnTo>
                  <a:lnTo>
                    <a:pt x="22860" y="0"/>
                  </a:lnTo>
                  <a:close/>
                </a:path>
              </a:pathLst>
            </a:custGeom>
            <a:solidFill>
              <a:srgbClr val="060400"/>
            </a:solidFill>
          </p:spPr>
          <p:txBody>
            <a:bodyPr wrap="square" lIns="0" tIns="0" rIns="0" bIns="0" rtlCol="0"/>
            <a:lstStyle/>
            <a:p/>
          </p:txBody>
        </p:sp>
        <p:sp>
          <p:nvSpPr>
            <p:cNvPr id="501" name="object 501"/>
            <p:cNvSpPr/>
            <p:nvPr/>
          </p:nvSpPr>
          <p:spPr>
            <a:xfrm>
              <a:off x="2894330" y="2687319"/>
              <a:ext cx="25400" cy="6350"/>
            </a:xfrm>
            <a:custGeom>
              <a:avLst/>
              <a:gdLst/>
              <a:ahLst/>
              <a:cxnLst/>
              <a:rect l="l" t="t" r="r" b="b"/>
              <a:pathLst>
                <a:path w="25400" h="6350">
                  <a:moveTo>
                    <a:pt x="25400" y="3810"/>
                  </a:moveTo>
                  <a:lnTo>
                    <a:pt x="0" y="3810"/>
                  </a:lnTo>
                  <a:lnTo>
                    <a:pt x="0" y="6350"/>
                  </a:lnTo>
                  <a:lnTo>
                    <a:pt x="25400" y="6350"/>
                  </a:lnTo>
                  <a:lnTo>
                    <a:pt x="25400" y="3810"/>
                  </a:lnTo>
                  <a:close/>
                </a:path>
                <a:path w="25400" h="6350">
                  <a:moveTo>
                    <a:pt x="25400" y="1270"/>
                  </a:moveTo>
                  <a:lnTo>
                    <a:pt x="2540" y="1270"/>
                  </a:lnTo>
                  <a:lnTo>
                    <a:pt x="2540" y="0"/>
                  </a:lnTo>
                  <a:lnTo>
                    <a:pt x="1270" y="0"/>
                  </a:lnTo>
                  <a:lnTo>
                    <a:pt x="1270" y="1270"/>
                  </a:lnTo>
                  <a:lnTo>
                    <a:pt x="1270" y="2540"/>
                  </a:lnTo>
                  <a:lnTo>
                    <a:pt x="25400" y="2540"/>
                  </a:lnTo>
                  <a:lnTo>
                    <a:pt x="25400" y="1270"/>
                  </a:lnTo>
                  <a:close/>
                </a:path>
              </a:pathLst>
            </a:custGeom>
            <a:solidFill>
              <a:srgbClr val="080600"/>
            </a:solidFill>
          </p:spPr>
          <p:txBody>
            <a:bodyPr wrap="square" lIns="0" tIns="0" rIns="0" bIns="0" rtlCol="0"/>
            <a:lstStyle/>
            <a:p/>
          </p:txBody>
        </p:sp>
        <p:sp>
          <p:nvSpPr>
            <p:cNvPr id="502" name="object 502"/>
            <p:cNvSpPr/>
            <p:nvPr/>
          </p:nvSpPr>
          <p:spPr>
            <a:xfrm>
              <a:off x="2893060" y="2694939"/>
              <a:ext cx="26670" cy="5080"/>
            </a:xfrm>
            <a:custGeom>
              <a:avLst/>
              <a:gdLst/>
              <a:ahLst/>
              <a:cxnLst/>
              <a:rect l="l" t="t" r="r" b="b"/>
              <a:pathLst>
                <a:path w="26669" h="5080">
                  <a:moveTo>
                    <a:pt x="26670" y="2540"/>
                  </a:moveTo>
                  <a:lnTo>
                    <a:pt x="0" y="2540"/>
                  </a:lnTo>
                  <a:lnTo>
                    <a:pt x="0" y="5080"/>
                  </a:lnTo>
                  <a:lnTo>
                    <a:pt x="26670" y="5080"/>
                  </a:lnTo>
                  <a:lnTo>
                    <a:pt x="26670" y="2540"/>
                  </a:lnTo>
                  <a:close/>
                </a:path>
                <a:path w="26669" h="5080">
                  <a:moveTo>
                    <a:pt x="26670" y="0"/>
                  </a:moveTo>
                  <a:lnTo>
                    <a:pt x="1270" y="0"/>
                  </a:lnTo>
                  <a:lnTo>
                    <a:pt x="1270" y="1270"/>
                  </a:lnTo>
                  <a:lnTo>
                    <a:pt x="26670" y="1270"/>
                  </a:lnTo>
                  <a:lnTo>
                    <a:pt x="26670" y="0"/>
                  </a:lnTo>
                  <a:close/>
                </a:path>
              </a:pathLst>
            </a:custGeom>
            <a:solidFill>
              <a:srgbClr val="0A0700"/>
            </a:solidFill>
          </p:spPr>
          <p:txBody>
            <a:bodyPr wrap="square" lIns="0" tIns="0" rIns="0" bIns="0" rtlCol="0"/>
            <a:lstStyle/>
            <a:p/>
          </p:txBody>
        </p:sp>
        <p:sp>
          <p:nvSpPr>
            <p:cNvPr id="503" name="object 503"/>
            <p:cNvSpPr/>
            <p:nvPr/>
          </p:nvSpPr>
          <p:spPr>
            <a:xfrm>
              <a:off x="2889250" y="2701289"/>
              <a:ext cx="30480" cy="7620"/>
            </a:xfrm>
            <a:custGeom>
              <a:avLst/>
              <a:gdLst/>
              <a:ahLst/>
              <a:cxnLst/>
              <a:rect l="l" t="t" r="r" b="b"/>
              <a:pathLst>
                <a:path w="30480" h="7619">
                  <a:moveTo>
                    <a:pt x="30480" y="6350"/>
                  </a:moveTo>
                  <a:lnTo>
                    <a:pt x="1270" y="6350"/>
                  </a:lnTo>
                  <a:lnTo>
                    <a:pt x="1270" y="5080"/>
                  </a:lnTo>
                  <a:lnTo>
                    <a:pt x="0" y="5080"/>
                  </a:lnTo>
                  <a:lnTo>
                    <a:pt x="0" y="6350"/>
                  </a:lnTo>
                  <a:lnTo>
                    <a:pt x="0" y="7620"/>
                  </a:lnTo>
                  <a:lnTo>
                    <a:pt x="30480" y="7620"/>
                  </a:lnTo>
                  <a:lnTo>
                    <a:pt x="30480" y="6350"/>
                  </a:lnTo>
                  <a:close/>
                </a:path>
                <a:path w="30480" h="7619">
                  <a:moveTo>
                    <a:pt x="30480" y="2540"/>
                  </a:moveTo>
                  <a:lnTo>
                    <a:pt x="2540" y="2540"/>
                  </a:lnTo>
                  <a:lnTo>
                    <a:pt x="2540" y="1270"/>
                  </a:lnTo>
                  <a:lnTo>
                    <a:pt x="1270" y="1270"/>
                  </a:lnTo>
                  <a:lnTo>
                    <a:pt x="1270" y="2540"/>
                  </a:lnTo>
                  <a:lnTo>
                    <a:pt x="1270" y="5080"/>
                  </a:lnTo>
                  <a:lnTo>
                    <a:pt x="30480" y="5080"/>
                  </a:lnTo>
                  <a:lnTo>
                    <a:pt x="30480" y="2540"/>
                  </a:lnTo>
                  <a:close/>
                </a:path>
                <a:path w="30480" h="7619">
                  <a:moveTo>
                    <a:pt x="30480" y="0"/>
                  </a:moveTo>
                  <a:lnTo>
                    <a:pt x="2540" y="0"/>
                  </a:lnTo>
                  <a:lnTo>
                    <a:pt x="2540" y="1270"/>
                  </a:lnTo>
                  <a:lnTo>
                    <a:pt x="30480" y="1270"/>
                  </a:lnTo>
                  <a:lnTo>
                    <a:pt x="30480" y="0"/>
                  </a:lnTo>
                  <a:close/>
                </a:path>
              </a:pathLst>
            </a:custGeom>
            <a:solidFill>
              <a:srgbClr val="0C0800"/>
            </a:solidFill>
          </p:spPr>
          <p:txBody>
            <a:bodyPr wrap="square" lIns="0" tIns="0" rIns="0" bIns="0" rtlCol="0"/>
            <a:lstStyle/>
            <a:p/>
          </p:txBody>
        </p:sp>
        <p:sp>
          <p:nvSpPr>
            <p:cNvPr id="504" name="object 504"/>
            <p:cNvSpPr/>
            <p:nvPr/>
          </p:nvSpPr>
          <p:spPr>
            <a:xfrm>
              <a:off x="2886710" y="2708909"/>
              <a:ext cx="33020" cy="6350"/>
            </a:xfrm>
            <a:custGeom>
              <a:avLst/>
              <a:gdLst/>
              <a:ahLst/>
              <a:cxnLst/>
              <a:rect l="l" t="t" r="r" b="b"/>
              <a:pathLst>
                <a:path w="33019" h="6350">
                  <a:moveTo>
                    <a:pt x="33020" y="5080"/>
                  </a:moveTo>
                  <a:lnTo>
                    <a:pt x="0" y="5080"/>
                  </a:lnTo>
                  <a:lnTo>
                    <a:pt x="0" y="6350"/>
                  </a:lnTo>
                  <a:lnTo>
                    <a:pt x="33020" y="6350"/>
                  </a:lnTo>
                  <a:lnTo>
                    <a:pt x="33020" y="5080"/>
                  </a:lnTo>
                  <a:close/>
                </a:path>
                <a:path w="33019" h="6350">
                  <a:moveTo>
                    <a:pt x="33020" y="1270"/>
                  </a:moveTo>
                  <a:lnTo>
                    <a:pt x="2540" y="1270"/>
                  </a:lnTo>
                  <a:lnTo>
                    <a:pt x="2540" y="0"/>
                  </a:lnTo>
                  <a:lnTo>
                    <a:pt x="1270" y="0"/>
                  </a:lnTo>
                  <a:lnTo>
                    <a:pt x="1270" y="1270"/>
                  </a:lnTo>
                  <a:lnTo>
                    <a:pt x="1270" y="3810"/>
                  </a:lnTo>
                  <a:lnTo>
                    <a:pt x="33020" y="3810"/>
                  </a:lnTo>
                  <a:lnTo>
                    <a:pt x="33020" y="1270"/>
                  </a:lnTo>
                  <a:close/>
                </a:path>
              </a:pathLst>
            </a:custGeom>
            <a:solidFill>
              <a:srgbClr val="0E0A00"/>
            </a:solidFill>
          </p:spPr>
          <p:txBody>
            <a:bodyPr wrap="square" lIns="0" tIns="0" rIns="0" bIns="0" rtlCol="0"/>
            <a:lstStyle/>
            <a:p/>
          </p:txBody>
        </p:sp>
        <p:sp>
          <p:nvSpPr>
            <p:cNvPr id="505" name="object 505"/>
            <p:cNvSpPr/>
            <p:nvPr/>
          </p:nvSpPr>
          <p:spPr>
            <a:xfrm>
              <a:off x="2881630" y="2716529"/>
              <a:ext cx="38100" cy="6350"/>
            </a:xfrm>
            <a:custGeom>
              <a:avLst/>
              <a:gdLst/>
              <a:ahLst/>
              <a:cxnLst/>
              <a:rect l="l" t="t" r="r" b="b"/>
              <a:pathLst>
                <a:path w="38100" h="6350">
                  <a:moveTo>
                    <a:pt x="1270" y="5080"/>
                  </a:moveTo>
                  <a:lnTo>
                    <a:pt x="0" y="5080"/>
                  </a:lnTo>
                  <a:lnTo>
                    <a:pt x="0" y="6350"/>
                  </a:lnTo>
                  <a:lnTo>
                    <a:pt x="1270" y="6350"/>
                  </a:lnTo>
                  <a:lnTo>
                    <a:pt x="1270" y="5080"/>
                  </a:lnTo>
                  <a:close/>
                </a:path>
                <a:path w="38100" h="6350">
                  <a:moveTo>
                    <a:pt x="38100" y="3810"/>
                  </a:moveTo>
                  <a:lnTo>
                    <a:pt x="2540" y="3810"/>
                  </a:lnTo>
                  <a:lnTo>
                    <a:pt x="2540" y="5080"/>
                  </a:lnTo>
                  <a:lnTo>
                    <a:pt x="38100" y="5080"/>
                  </a:lnTo>
                  <a:lnTo>
                    <a:pt x="38100" y="3810"/>
                  </a:lnTo>
                  <a:close/>
                </a:path>
                <a:path w="38100" h="6350">
                  <a:moveTo>
                    <a:pt x="38100" y="0"/>
                  </a:moveTo>
                  <a:lnTo>
                    <a:pt x="2540" y="0"/>
                  </a:lnTo>
                  <a:lnTo>
                    <a:pt x="2540" y="2540"/>
                  </a:lnTo>
                  <a:lnTo>
                    <a:pt x="38100" y="2540"/>
                  </a:lnTo>
                  <a:lnTo>
                    <a:pt x="38100" y="0"/>
                  </a:lnTo>
                  <a:close/>
                </a:path>
              </a:pathLst>
            </a:custGeom>
            <a:solidFill>
              <a:srgbClr val="100B00"/>
            </a:solidFill>
          </p:spPr>
          <p:txBody>
            <a:bodyPr wrap="square" lIns="0" tIns="0" rIns="0" bIns="0" rtlCol="0"/>
            <a:lstStyle/>
            <a:p/>
          </p:txBody>
        </p:sp>
        <p:sp>
          <p:nvSpPr>
            <p:cNvPr id="506" name="object 506"/>
            <p:cNvSpPr/>
            <p:nvPr/>
          </p:nvSpPr>
          <p:spPr>
            <a:xfrm>
              <a:off x="2724150" y="2722879"/>
              <a:ext cx="196850" cy="7620"/>
            </a:xfrm>
            <a:custGeom>
              <a:avLst/>
              <a:gdLst/>
              <a:ahLst/>
              <a:cxnLst/>
              <a:rect l="l" t="t" r="r" b="b"/>
              <a:pathLst>
                <a:path w="196850" h="7619">
                  <a:moveTo>
                    <a:pt x="107950" y="0"/>
                  </a:moveTo>
                  <a:lnTo>
                    <a:pt x="0" y="0"/>
                  </a:lnTo>
                  <a:lnTo>
                    <a:pt x="0" y="2540"/>
                  </a:lnTo>
                  <a:lnTo>
                    <a:pt x="2540" y="2540"/>
                  </a:lnTo>
                  <a:lnTo>
                    <a:pt x="2540" y="3810"/>
                  </a:lnTo>
                  <a:lnTo>
                    <a:pt x="5080" y="3810"/>
                  </a:lnTo>
                  <a:lnTo>
                    <a:pt x="5080" y="2540"/>
                  </a:lnTo>
                  <a:lnTo>
                    <a:pt x="107950" y="2540"/>
                  </a:lnTo>
                  <a:lnTo>
                    <a:pt x="107950" y="0"/>
                  </a:lnTo>
                  <a:close/>
                </a:path>
                <a:path w="196850" h="7619">
                  <a:moveTo>
                    <a:pt x="115570" y="2540"/>
                  </a:moveTo>
                  <a:lnTo>
                    <a:pt x="110490" y="2540"/>
                  </a:lnTo>
                  <a:lnTo>
                    <a:pt x="110490" y="3810"/>
                  </a:lnTo>
                  <a:lnTo>
                    <a:pt x="5080" y="3810"/>
                  </a:lnTo>
                  <a:lnTo>
                    <a:pt x="5080" y="5080"/>
                  </a:lnTo>
                  <a:lnTo>
                    <a:pt x="7620" y="5080"/>
                  </a:lnTo>
                  <a:lnTo>
                    <a:pt x="7620" y="6350"/>
                  </a:lnTo>
                  <a:lnTo>
                    <a:pt x="10160" y="6350"/>
                  </a:lnTo>
                  <a:lnTo>
                    <a:pt x="10160" y="5080"/>
                  </a:lnTo>
                  <a:lnTo>
                    <a:pt x="115570" y="5080"/>
                  </a:lnTo>
                  <a:lnTo>
                    <a:pt x="115570" y="3810"/>
                  </a:lnTo>
                  <a:lnTo>
                    <a:pt x="115570" y="2540"/>
                  </a:lnTo>
                  <a:close/>
                </a:path>
                <a:path w="196850" h="7619">
                  <a:moveTo>
                    <a:pt x="127000" y="6350"/>
                  </a:moveTo>
                  <a:lnTo>
                    <a:pt x="121920" y="6350"/>
                  </a:lnTo>
                  <a:lnTo>
                    <a:pt x="121920" y="5080"/>
                  </a:lnTo>
                  <a:lnTo>
                    <a:pt x="118097" y="5080"/>
                  </a:lnTo>
                  <a:lnTo>
                    <a:pt x="118097" y="6350"/>
                  </a:lnTo>
                  <a:lnTo>
                    <a:pt x="12700" y="6350"/>
                  </a:lnTo>
                  <a:lnTo>
                    <a:pt x="12700" y="7620"/>
                  </a:lnTo>
                  <a:lnTo>
                    <a:pt x="127000" y="7620"/>
                  </a:lnTo>
                  <a:lnTo>
                    <a:pt x="127000" y="6350"/>
                  </a:lnTo>
                  <a:close/>
                </a:path>
                <a:path w="196850" h="7619">
                  <a:moveTo>
                    <a:pt x="196850" y="6350"/>
                  </a:moveTo>
                  <a:lnTo>
                    <a:pt x="148590" y="6350"/>
                  </a:lnTo>
                  <a:lnTo>
                    <a:pt x="148590" y="5080"/>
                  </a:lnTo>
                  <a:lnTo>
                    <a:pt x="146050" y="5080"/>
                  </a:lnTo>
                  <a:lnTo>
                    <a:pt x="146050" y="6350"/>
                  </a:lnTo>
                  <a:lnTo>
                    <a:pt x="142240" y="6350"/>
                  </a:lnTo>
                  <a:lnTo>
                    <a:pt x="142240" y="7620"/>
                  </a:lnTo>
                  <a:lnTo>
                    <a:pt x="196850" y="7620"/>
                  </a:lnTo>
                  <a:lnTo>
                    <a:pt x="196850" y="6350"/>
                  </a:lnTo>
                  <a:close/>
                </a:path>
                <a:path w="196850" h="7619">
                  <a:moveTo>
                    <a:pt x="196850" y="3810"/>
                  </a:moveTo>
                  <a:lnTo>
                    <a:pt x="153670" y="3810"/>
                  </a:lnTo>
                  <a:lnTo>
                    <a:pt x="153670" y="2540"/>
                  </a:lnTo>
                  <a:lnTo>
                    <a:pt x="152400" y="2540"/>
                  </a:lnTo>
                  <a:lnTo>
                    <a:pt x="152400" y="3810"/>
                  </a:lnTo>
                  <a:lnTo>
                    <a:pt x="152400" y="5080"/>
                  </a:lnTo>
                  <a:lnTo>
                    <a:pt x="196850" y="5080"/>
                  </a:lnTo>
                  <a:lnTo>
                    <a:pt x="196850" y="3810"/>
                  </a:lnTo>
                  <a:close/>
                </a:path>
                <a:path w="196850" h="7619">
                  <a:moveTo>
                    <a:pt x="196850" y="0"/>
                  </a:moveTo>
                  <a:lnTo>
                    <a:pt x="154940" y="0"/>
                  </a:lnTo>
                  <a:lnTo>
                    <a:pt x="154940" y="2540"/>
                  </a:lnTo>
                  <a:lnTo>
                    <a:pt x="196850" y="2540"/>
                  </a:lnTo>
                  <a:lnTo>
                    <a:pt x="196850" y="0"/>
                  </a:lnTo>
                  <a:close/>
                </a:path>
              </a:pathLst>
            </a:custGeom>
            <a:solidFill>
              <a:srgbClr val="120D00"/>
            </a:solidFill>
          </p:spPr>
          <p:txBody>
            <a:bodyPr wrap="square" lIns="0" tIns="0" rIns="0" bIns="0" rtlCol="0"/>
            <a:lstStyle/>
            <a:p/>
          </p:txBody>
        </p:sp>
        <p:sp>
          <p:nvSpPr>
            <p:cNvPr id="507" name="object 507"/>
            <p:cNvSpPr/>
            <p:nvPr/>
          </p:nvSpPr>
          <p:spPr>
            <a:xfrm>
              <a:off x="2426970" y="2730499"/>
              <a:ext cx="494030" cy="6350"/>
            </a:xfrm>
            <a:custGeom>
              <a:avLst/>
              <a:gdLst/>
              <a:ahLst/>
              <a:cxnLst/>
              <a:rect l="l" t="t" r="r" b="b"/>
              <a:pathLst>
                <a:path w="494030" h="6350">
                  <a:moveTo>
                    <a:pt x="118110" y="5080"/>
                  </a:moveTo>
                  <a:lnTo>
                    <a:pt x="2540" y="5080"/>
                  </a:lnTo>
                  <a:lnTo>
                    <a:pt x="2540" y="3810"/>
                  </a:lnTo>
                  <a:lnTo>
                    <a:pt x="1270" y="3810"/>
                  </a:lnTo>
                  <a:lnTo>
                    <a:pt x="1270" y="5080"/>
                  </a:lnTo>
                  <a:lnTo>
                    <a:pt x="0" y="5080"/>
                  </a:lnTo>
                  <a:lnTo>
                    <a:pt x="0" y="6350"/>
                  </a:lnTo>
                  <a:lnTo>
                    <a:pt x="118110" y="6350"/>
                  </a:lnTo>
                  <a:lnTo>
                    <a:pt x="118110" y="5080"/>
                  </a:lnTo>
                  <a:close/>
                </a:path>
                <a:path w="494030" h="6350">
                  <a:moveTo>
                    <a:pt x="123190" y="2540"/>
                  </a:moveTo>
                  <a:lnTo>
                    <a:pt x="5080" y="2540"/>
                  </a:lnTo>
                  <a:lnTo>
                    <a:pt x="5080" y="1270"/>
                  </a:lnTo>
                  <a:lnTo>
                    <a:pt x="3810" y="1270"/>
                  </a:lnTo>
                  <a:lnTo>
                    <a:pt x="3810" y="2540"/>
                  </a:lnTo>
                  <a:lnTo>
                    <a:pt x="3810" y="3810"/>
                  </a:lnTo>
                  <a:lnTo>
                    <a:pt x="119380" y="3810"/>
                  </a:lnTo>
                  <a:lnTo>
                    <a:pt x="119380" y="5080"/>
                  </a:lnTo>
                  <a:lnTo>
                    <a:pt x="120650" y="5080"/>
                  </a:lnTo>
                  <a:lnTo>
                    <a:pt x="120650" y="3810"/>
                  </a:lnTo>
                  <a:lnTo>
                    <a:pt x="123190" y="3810"/>
                  </a:lnTo>
                  <a:lnTo>
                    <a:pt x="123190" y="2540"/>
                  </a:lnTo>
                  <a:close/>
                </a:path>
                <a:path w="494030" h="6350">
                  <a:moveTo>
                    <a:pt x="125730" y="0"/>
                  </a:moveTo>
                  <a:lnTo>
                    <a:pt x="6350" y="0"/>
                  </a:lnTo>
                  <a:lnTo>
                    <a:pt x="6350" y="1270"/>
                  </a:lnTo>
                  <a:lnTo>
                    <a:pt x="123190" y="1270"/>
                  </a:lnTo>
                  <a:lnTo>
                    <a:pt x="123190" y="2540"/>
                  </a:lnTo>
                  <a:lnTo>
                    <a:pt x="124460" y="2540"/>
                  </a:lnTo>
                  <a:lnTo>
                    <a:pt x="124460" y="1270"/>
                  </a:lnTo>
                  <a:lnTo>
                    <a:pt x="125730" y="1270"/>
                  </a:lnTo>
                  <a:lnTo>
                    <a:pt x="125730" y="0"/>
                  </a:lnTo>
                  <a:close/>
                </a:path>
                <a:path w="494030" h="6350">
                  <a:moveTo>
                    <a:pt x="424180" y="0"/>
                  </a:moveTo>
                  <a:lnTo>
                    <a:pt x="309880" y="0"/>
                  </a:lnTo>
                  <a:lnTo>
                    <a:pt x="309880" y="1270"/>
                  </a:lnTo>
                  <a:lnTo>
                    <a:pt x="311150" y="1270"/>
                  </a:lnTo>
                  <a:lnTo>
                    <a:pt x="311150" y="2540"/>
                  </a:lnTo>
                  <a:lnTo>
                    <a:pt x="313690" y="2540"/>
                  </a:lnTo>
                  <a:lnTo>
                    <a:pt x="313690" y="1270"/>
                  </a:lnTo>
                  <a:lnTo>
                    <a:pt x="424180" y="1270"/>
                  </a:lnTo>
                  <a:lnTo>
                    <a:pt x="424180" y="0"/>
                  </a:lnTo>
                  <a:close/>
                </a:path>
                <a:path w="494030" h="6350">
                  <a:moveTo>
                    <a:pt x="494030" y="5080"/>
                  </a:moveTo>
                  <a:lnTo>
                    <a:pt x="320040" y="5080"/>
                  </a:lnTo>
                  <a:lnTo>
                    <a:pt x="320040" y="6350"/>
                  </a:lnTo>
                  <a:lnTo>
                    <a:pt x="494030" y="6350"/>
                  </a:lnTo>
                  <a:lnTo>
                    <a:pt x="494030" y="5080"/>
                  </a:lnTo>
                  <a:close/>
                </a:path>
                <a:path w="494030" h="6350">
                  <a:moveTo>
                    <a:pt x="494030" y="2540"/>
                  </a:moveTo>
                  <a:lnTo>
                    <a:pt x="435610" y="2540"/>
                  </a:lnTo>
                  <a:lnTo>
                    <a:pt x="435610" y="1270"/>
                  </a:lnTo>
                  <a:lnTo>
                    <a:pt x="426720" y="1270"/>
                  </a:lnTo>
                  <a:lnTo>
                    <a:pt x="426720" y="2540"/>
                  </a:lnTo>
                  <a:lnTo>
                    <a:pt x="313690" y="2540"/>
                  </a:lnTo>
                  <a:lnTo>
                    <a:pt x="313690" y="3810"/>
                  </a:lnTo>
                  <a:lnTo>
                    <a:pt x="316230" y="3810"/>
                  </a:lnTo>
                  <a:lnTo>
                    <a:pt x="316230" y="5080"/>
                  </a:lnTo>
                  <a:lnTo>
                    <a:pt x="317500" y="5080"/>
                  </a:lnTo>
                  <a:lnTo>
                    <a:pt x="317500" y="3810"/>
                  </a:lnTo>
                  <a:lnTo>
                    <a:pt x="494030" y="3810"/>
                  </a:lnTo>
                  <a:lnTo>
                    <a:pt x="494030" y="2540"/>
                  </a:lnTo>
                  <a:close/>
                </a:path>
                <a:path w="494030" h="6350">
                  <a:moveTo>
                    <a:pt x="494030" y="0"/>
                  </a:moveTo>
                  <a:lnTo>
                    <a:pt x="439420" y="0"/>
                  </a:lnTo>
                  <a:lnTo>
                    <a:pt x="439420" y="1270"/>
                  </a:lnTo>
                  <a:lnTo>
                    <a:pt x="494030" y="1270"/>
                  </a:lnTo>
                  <a:lnTo>
                    <a:pt x="494030" y="0"/>
                  </a:lnTo>
                  <a:close/>
                </a:path>
              </a:pathLst>
            </a:custGeom>
            <a:solidFill>
              <a:srgbClr val="130E00"/>
            </a:solidFill>
          </p:spPr>
          <p:txBody>
            <a:bodyPr wrap="square" lIns="0" tIns="0" rIns="0" bIns="0" rtlCol="0"/>
            <a:lstStyle/>
            <a:p/>
          </p:txBody>
        </p:sp>
        <p:sp>
          <p:nvSpPr>
            <p:cNvPr id="508" name="object 508"/>
            <p:cNvSpPr/>
            <p:nvPr/>
          </p:nvSpPr>
          <p:spPr>
            <a:xfrm>
              <a:off x="2421890" y="2736849"/>
              <a:ext cx="499109" cy="7620"/>
            </a:xfrm>
            <a:custGeom>
              <a:avLst/>
              <a:gdLst/>
              <a:ahLst/>
              <a:cxnLst/>
              <a:rect l="l" t="t" r="r" b="b"/>
              <a:pathLst>
                <a:path w="499110" h="7619">
                  <a:moveTo>
                    <a:pt x="116827" y="5080"/>
                  </a:moveTo>
                  <a:lnTo>
                    <a:pt x="2540" y="5080"/>
                  </a:lnTo>
                  <a:lnTo>
                    <a:pt x="2540" y="3810"/>
                  </a:lnTo>
                  <a:lnTo>
                    <a:pt x="1270" y="3810"/>
                  </a:lnTo>
                  <a:lnTo>
                    <a:pt x="1270" y="5080"/>
                  </a:lnTo>
                  <a:lnTo>
                    <a:pt x="0" y="5080"/>
                  </a:lnTo>
                  <a:lnTo>
                    <a:pt x="0" y="7620"/>
                  </a:lnTo>
                  <a:lnTo>
                    <a:pt x="116827" y="7620"/>
                  </a:lnTo>
                  <a:lnTo>
                    <a:pt x="116827" y="5080"/>
                  </a:lnTo>
                  <a:close/>
                </a:path>
                <a:path w="499110" h="7619">
                  <a:moveTo>
                    <a:pt x="120650" y="2540"/>
                  </a:moveTo>
                  <a:lnTo>
                    <a:pt x="3810" y="2540"/>
                  </a:lnTo>
                  <a:lnTo>
                    <a:pt x="3810" y="1270"/>
                  </a:lnTo>
                  <a:lnTo>
                    <a:pt x="2540" y="1270"/>
                  </a:lnTo>
                  <a:lnTo>
                    <a:pt x="2540" y="2540"/>
                  </a:lnTo>
                  <a:lnTo>
                    <a:pt x="2540" y="3810"/>
                  </a:lnTo>
                  <a:lnTo>
                    <a:pt x="118110" y="3810"/>
                  </a:lnTo>
                  <a:lnTo>
                    <a:pt x="118110" y="5080"/>
                  </a:lnTo>
                  <a:lnTo>
                    <a:pt x="119380" y="5080"/>
                  </a:lnTo>
                  <a:lnTo>
                    <a:pt x="119380" y="3810"/>
                  </a:lnTo>
                  <a:lnTo>
                    <a:pt x="120650" y="3810"/>
                  </a:lnTo>
                  <a:lnTo>
                    <a:pt x="120650" y="2540"/>
                  </a:lnTo>
                  <a:close/>
                </a:path>
                <a:path w="499110" h="7619">
                  <a:moveTo>
                    <a:pt x="123190" y="0"/>
                  </a:moveTo>
                  <a:lnTo>
                    <a:pt x="5080" y="0"/>
                  </a:lnTo>
                  <a:lnTo>
                    <a:pt x="5080" y="1270"/>
                  </a:lnTo>
                  <a:lnTo>
                    <a:pt x="120650" y="1270"/>
                  </a:lnTo>
                  <a:lnTo>
                    <a:pt x="120650" y="2540"/>
                  </a:lnTo>
                  <a:lnTo>
                    <a:pt x="121920" y="2540"/>
                  </a:lnTo>
                  <a:lnTo>
                    <a:pt x="121920" y="1270"/>
                  </a:lnTo>
                  <a:lnTo>
                    <a:pt x="123190" y="1270"/>
                  </a:lnTo>
                  <a:lnTo>
                    <a:pt x="123190" y="0"/>
                  </a:lnTo>
                  <a:close/>
                </a:path>
                <a:path w="499110" h="7619">
                  <a:moveTo>
                    <a:pt x="499110" y="5080"/>
                  </a:moveTo>
                  <a:lnTo>
                    <a:pt x="334010" y="5080"/>
                  </a:lnTo>
                  <a:lnTo>
                    <a:pt x="334010" y="7620"/>
                  </a:lnTo>
                  <a:lnTo>
                    <a:pt x="499110" y="7620"/>
                  </a:lnTo>
                  <a:lnTo>
                    <a:pt x="499110" y="5080"/>
                  </a:lnTo>
                  <a:close/>
                </a:path>
                <a:path w="499110" h="7619">
                  <a:moveTo>
                    <a:pt x="499110" y="2540"/>
                  </a:moveTo>
                  <a:lnTo>
                    <a:pt x="328930" y="2540"/>
                  </a:lnTo>
                  <a:lnTo>
                    <a:pt x="328930" y="3810"/>
                  </a:lnTo>
                  <a:lnTo>
                    <a:pt x="331470" y="3810"/>
                  </a:lnTo>
                  <a:lnTo>
                    <a:pt x="331470" y="5080"/>
                  </a:lnTo>
                  <a:lnTo>
                    <a:pt x="332740" y="5080"/>
                  </a:lnTo>
                  <a:lnTo>
                    <a:pt x="332740" y="3810"/>
                  </a:lnTo>
                  <a:lnTo>
                    <a:pt x="499110" y="3810"/>
                  </a:lnTo>
                  <a:lnTo>
                    <a:pt x="499110" y="2540"/>
                  </a:lnTo>
                  <a:close/>
                </a:path>
                <a:path w="499110" h="7619">
                  <a:moveTo>
                    <a:pt x="499110" y="0"/>
                  </a:moveTo>
                  <a:lnTo>
                    <a:pt x="325120" y="0"/>
                  </a:lnTo>
                  <a:lnTo>
                    <a:pt x="325120" y="1270"/>
                  </a:lnTo>
                  <a:lnTo>
                    <a:pt x="327660" y="1270"/>
                  </a:lnTo>
                  <a:lnTo>
                    <a:pt x="327660" y="2540"/>
                  </a:lnTo>
                  <a:lnTo>
                    <a:pt x="328930" y="2540"/>
                  </a:lnTo>
                  <a:lnTo>
                    <a:pt x="328930" y="1270"/>
                  </a:lnTo>
                  <a:lnTo>
                    <a:pt x="499110" y="1270"/>
                  </a:lnTo>
                  <a:lnTo>
                    <a:pt x="499110" y="0"/>
                  </a:lnTo>
                  <a:close/>
                </a:path>
              </a:pathLst>
            </a:custGeom>
            <a:solidFill>
              <a:srgbClr val="151000"/>
            </a:solidFill>
          </p:spPr>
          <p:txBody>
            <a:bodyPr wrap="square" lIns="0" tIns="0" rIns="0" bIns="0" rtlCol="0"/>
            <a:lstStyle/>
            <a:p/>
          </p:txBody>
        </p:sp>
        <p:sp>
          <p:nvSpPr>
            <p:cNvPr id="509" name="object 509"/>
            <p:cNvSpPr/>
            <p:nvPr/>
          </p:nvSpPr>
          <p:spPr>
            <a:xfrm>
              <a:off x="2414270" y="2744469"/>
              <a:ext cx="506730" cy="7620"/>
            </a:xfrm>
            <a:custGeom>
              <a:avLst/>
              <a:gdLst/>
              <a:ahLst/>
              <a:cxnLst/>
              <a:rect l="l" t="t" r="r" b="b"/>
              <a:pathLst>
                <a:path w="506730" h="7619">
                  <a:moveTo>
                    <a:pt x="1270" y="6350"/>
                  </a:moveTo>
                  <a:lnTo>
                    <a:pt x="0" y="6350"/>
                  </a:lnTo>
                  <a:lnTo>
                    <a:pt x="0" y="7620"/>
                  </a:lnTo>
                  <a:lnTo>
                    <a:pt x="1270" y="7620"/>
                  </a:lnTo>
                  <a:lnTo>
                    <a:pt x="1270" y="6350"/>
                  </a:lnTo>
                  <a:close/>
                </a:path>
                <a:path w="506730" h="7619">
                  <a:moveTo>
                    <a:pt x="119380" y="3810"/>
                  </a:moveTo>
                  <a:lnTo>
                    <a:pt x="3810" y="3810"/>
                  </a:lnTo>
                  <a:lnTo>
                    <a:pt x="3810" y="2540"/>
                  </a:lnTo>
                  <a:lnTo>
                    <a:pt x="2540" y="2540"/>
                  </a:lnTo>
                  <a:lnTo>
                    <a:pt x="2540" y="3810"/>
                  </a:lnTo>
                  <a:lnTo>
                    <a:pt x="1270" y="3810"/>
                  </a:lnTo>
                  <a:lnTo>
                    <a:pt x="1270" y="6350"/>
                  </a:lnTo>
                  <a:lnTo>
                    <a:pt x="119380" y="6350"/>
                  </a:lnTo>
                  <a:lnTo>
                    <a:pt x="119380" y="3810"/>
                  </a:lnTo>
                  <a:close/>
                </a:path>
                <a:path w="506730" h="7619">
                  <a:moveTo>
                    <a:pt x="121920" y="1270"/>
                  </a:moveTo>
                  <a:lnTo>
                    <a:pt x="6350" y="1270"/>
                  </a:lnTo>
                  <a:lnTo>
                    <a:pt x="6350" y="0"/>
                  </a:lnTo>
                  <a:lnTo>
                    <a:pt x="5080" y="0"/>
                  </a:lnTo>
                  <a:lnTo>
                    <a:pt x="5080" y="1270"/>
                  </a:lnTo>
                  <a:lnTo>
                    <a:pt x="5080" y="2540"/>
                  </a:lnTo>
                  <a:lnTo>
                    <a:pt x="120650" y="2540"/>
                  </a:lnTo>
                  <a:lnTo>
                    <a:pt x="120650" y="3810"/>
                  </a:lnTo>
                  <a:lnTo>
                    <a:pt x="121920" y="3810"/>
                  </a:lnTo>
                  <a:lnTo>
                    <a:pt x="121920" y="2540"/>
                  </a:lnTo>
                  <a:lnTo>
                    <a:pt x="121920" y="1270"/>
                  </a:lnTo>
                  <a:close/>
                </a:path>
                <a:path w="506730" h="7619">
                  <a:moveTo>
                    <a:pt x="123177" y="0"/>
                  </a:moveTo>
                  <a:lnTo>
                    <a:pt x="121920" y="0"/>
                  </a:lnTo>
                  <a:lnTo>
                    <a:pt x="121920" y="1270"/>
                  </a:lnTo>
                  <a:lnTo>
                    <a:pt x="123177" y="1270"/>
                  </a:lnTo>
                  <a:lnTo>
                    <a:pt x="123177" y="0"/>
                  </a:lnTo>
                  <a:close/>
                </a:path>
                <a:path w="506730" h="7619">
                  <a:moveTo>
                    <a:pt x="345440" y="0"/>
                  </a:moveTo>
                  <a:lnTo>
                    <a:pt x="344170" y="0"/>
                  </a:lnTo>
                  <a:lnTo>
                    <a:pt x="344170" y="1270"/>
                  </a:lnTo>
                  <a:lnTo>
                    <a:pt x="345440" y="1270"/>
                  </a:lnTo>
                  <a:lnTo>
                    <a:pt x="345440" y="0"/>
                  </a:lnTo>
                  <a:close/>
                </a:path>
                <a:path w="506730" h="7619">
                  <a:moveTo>
                    <a:pt x="506730" y="3810"/>
                  </a:moveTo>
                  <a:lnTo>
                    <a:pt x="350520" y="3810"/>
                  </a:lnTo>
                  <a:lnTo>
                    <a:pt x="350520" y="6350"/>
                  </a:lnTo>
                  <a:lnTo>
                    <a:pt x="351790" y="6350"/>
                  </a:lnTo>
                  <a:lnTo>
                    <a:pt x="351790" y="7620"/>
                  </a:lnTo>
                  <a:lnTo>
                    <a:pt x="354330" y="7620"/>
                  </a:lnTo>
                  <a:lnTo>
                    <a:pt x="354330" y="6350"/>
                  </a:lnTo>
                  <a:lnTo>
                    <a:pt x="506730" y="6350"/>
                  </a:lnTo>
                  <a:lnTo>
                    <a:pt x="506730" y="3810"/>
                  </a:lnTo>
                  <a:close/>
                </a:path>
                <a:path w="506730" h="7619">
                  <a:moveTo>
                    <a:pt x="506730" y="1270"/>
                  </a:moveTo>
                  <a:lnTo>
                    <a:pt x="345440" y="1270"/>
                  </a:lnTo>
                  <a:lnTo>
                    <a:pt x="345440" y="2540"/>
                  </a:lnTo>
                  <a:lnTo>
                    <a:pt x="346710" y="2540"/>
                  </a:lnTo>
                  <a:lnTo>
                    <a:pt x="346710" y="3810"/>
                  </a:lnTo>
                  <a:lnTo>
                    <a:pt x="349250" y="3810"/>
                  </a:lnTo>
                  <a:lnTo>
                    <a:pt x="349250" y="2540"/>
                  </a:lnTo>
                  <a:lnTo>
                    <a:pt x="506730" y="2540"/>
                  </a:lnTo>
                  <a:lnTo>
                    <a:pt x="506730" y="1270"/>
                  </a:lnTo>
                  <a:close/>
                </a:path>
              </a:pathLst>
            </a:custGeom>
            <a:solidFill>
              <a:srgbClr val="171100"/>
            </a:solidFill>
          </p:spPr>
          <p:txBody>
            <a:bodyPr wrap="square" lIns="0" tIns="0" rIns="0" bIns="0" rtlCol="0"/>
            <a:lstStyle/>
            <a:p/>
          </p:txBody>
        </p:sp>
        <p:sp>
          <p:nvSpPr>
            <p:cNvPr id="510" name="object 510"/>
            <p:cNvSpPr/>
            <p:nvPr/>
          </p:nvSpPr>
          <p:spPr>
            <a:xfrm>
              <a:off x="2409190" y="2752089"/>
              <a:ext cx="511809" cy="6350"/>
            </a:xfrm>
            <a:custGeom>
              <a:avLst/>
              <a:gdLst/>
              <a:ahLst/>
              <a:cxnLst/>
              <a:rect l="l" t="t" r="r" b="b"/>
              <a:pathLst>
                <a:path w="511810" h="6350">
                  <a:moveTo>
                    <a:pt x="1270" y="5080"/>
                  </a:moveTo>
                  <a:lnTo>
                    <a:pt x="0" y="5080"/>
                  </a:lnTo>
                  <a:lnTo>
                    <a:pt x="0" y="6350"/>
                  </a:lnTo>
                  <a:lnTo>
                    <a:pt x="1270" y="6350"/>
                  </a:lnTo>
                  <a:lnTo>
                    <a:pt x="1270" y="5080"/>
                  </a:lnTo>
                  <a:close/>
                </a:path>
                <a:path w="511810" h="6350">
                  <a:moveTo>
                    <a:pt x="119380" y="2540"/>
                  </a:moveTo>
                  <a:lnTo>
                    <a:pt x="3810" y="2540"/>
                  </a:lnTo>
                  <a:lnTo>
                    <a:pt x="3810" y="1270"/>
                  </a:lnTo>
                  <a:lnTo>
                    <a:pt x="2540" y="1270"/>
                  </a:lnTo>
                  <a:lnTo>
                    <a:pt x="2540" y="2540"/>
                  </a:lnTo>
                  <a:lnTo>
                    <a:pt x="1270" y="2540"/>
                  </a:lnTo>
                  <a:lnTo>
                    <a:pt x="1270" y="5080"/>
                  </a:lnTo>
                  <a:lnTo>
                    <a:pt x="116827" y="5080"/>
                  </a:lnTo>
                  <a:lnTo>
                    <a:pt x="116827" y="6350"/>
                  </a:lnTo>
                  <a:lnTo>
                    <a:pt x="118110" y="6350"/>
                  </a:lnTo>
                  <a:lnTo>
                    <a:pt x="118110" y="5080"/>
                  </a:lnTo>
                  <a:lnTo>
                    <a:pt x="119380" y="5080"/>
                  </a:lnTo>
                  <a:lnTo>
                    <a:pt x="119380" y="2540"/>
                  </a:lnTo>
                  <a:close/>
                </a:path>
                <a:path w="511810" h="6350">
                  <a:moveTo>
                    <a:pt x="123190" y="0"/>
                  </a:moveTo>
                  <a:lnTo>
                    <a:pt x="5080" y="0"/>
                  </a:lnTo>
                  <a:lnTo>
                    <a:pt x="5080" y="1270"/>
                  </a:lnTo>
                  <a:lnTo>
                    <a:pt x="120650" y="1270"/>
                  </a:lnTo>
                  <a:lnTo>
                    <a:pt x="120650" y="2540"/>
                  </a:lnTo>
                  <a:lnTo>
                    <a:pt x="121920" y="2540"/>
                  </a:lnTo>
                  <a:lnTo>
                    <a:pt x="121920" y="1270"/>
                  </a:lnTo>
                  <a:lnTo>
                    <a:pt x="123190" y="1270"/>
                  </a:lnTo>
                  <a:lnTo>
                    <a:pt x="123190" y="0"/>
                  </a:lnTo>
                  <a:close/>
                </a:path>
                <a:path w="511810" h="6350">
                  <a:moveTo>
                    <a:pt x="511810" y="2540"/>
                  </a:moveTo>
                  <a:lnTo>
                    <a:pt x="364490" y="2540"/>
                  </a:lnTo>
                  <a:lnTo>
                    <a:pt x="364490" y="5080"/>
                  </a:lnTo>
                  <a:lnTo>
                    <a:pt x="365760" y="5080"/>
                  </a:lnTo>
                  <a:lnTo>
                    <a:pt x="365760" y="6350"/>
                  </a:lnTo>
                  <a:lnTo>
                    <a:pt x="368300" y="6350"/>
                  </a:lnTo>
                  <a:lnTo>
                    <a:pt x="368300" y="5080"/>
                  </a:lnTo>
                  <a:lnTo>
                    <a:pt x="511810" y="5080"/>
                  </a:lnTo>
                  <a:lnTo>
                    <a:pt x="511810" y="2540"/>
                  </a:lnTo>
                  <a:close/>
                </a:path>
                <a:path w="511810" h="6350">
                  <a:moveTo>
                    <a:pt x="511810" y="0"/>
                  </a:moveTo>
                  <a:lnTo>
                    <a:pt x="359410" y="0"/>
                  </a:lnTo>
                  <a:lnTo>
                    <a:pt x="359410" y="1270"/>
                  </a:lnTo>
                  <a:lnTo>
                    <a:pt x="360680" y="1270"/>
                  </a:lnTo>
                  <a:lnTo>
                    <a:pt x="360680" y="2540"/>
                  </a:lnTo>
                  <a:lnTo>
                    <a:pt x="363220" y="2540"/>
                  </a:lnTo>
                  <a:lnTo>
                    <a:pt x="363220" y="1270"/>
                  </a:lnTo>
                  <a:lnTo>
                    <a:pt x="511810" y="1270"/>
                  </a:lnTo>
                  <a:lnTo>
                    <a:pt x="511810" y="0"/>
                  </a:lnTo>
                  <a:close/>
                </a:path>
              </a:pathLst>
            </a:custGeom>
            <a:solidFill>
              <a:srgbClr val="191200"/>
            </a:solidFill>
          </p:spPr>
          <p:txBody>
            <a:bodyPr wrap="square" lIns="0" tIns="0" rIns="0" bIns="0" rtlCol="0"/>
            <a:lstStyle/>
            <a:p/>
          </p:txBody>
        </p:sp>
        <p:sp>
          <p:nvSpPr>
            <p:cNvPr id="511" name="object 511"/>
            <p:cNvSpPr/>
            <p:nvPr/>
          </p:nvSpPr>
          <p:spPr>
            <a:xfrm>
              <a:off x="2405380" y="2758439"/>
              <a:ext cx="515620" cy="7620"/>
            </a:xfrm>
            <a:custGeom>
              <a:avLst/>
              <a:gdLst/>
              <a:ahLst/>
              <a:cxnLst/>
              <a:rect l="l" t="t" r="r" b="b"/>
              <a:pathLst>
                <a:path w="515619" h="7619">
                  <a:moveTo>
                    <a:pt x="116840" y="6350"/>
                  </a:moveTo>
                  <a:lnTo>
                    <a:pt x="1270" y="6350"/>
                  </a:lnTo>
                  <a:lnTo>
                    <a:pt x="1270" y="5080"/>
                  </a:lnTo>
                  <a:lnTo>
                    <a:pt x="0" y="5080"/>
                  </a:lnTo>
                  <a:lnTo>
                    <a:pt x="0" y="6350"/>
                  </a:lnTo>
                  <a:lnTo>
                    <a:pt x="0" y="7620"/>
                  </a:lnTo>
                  <a:lnTo>
                    <a:pt x="116840" y="7620"/>
                  </a:lnTo>
                  <a:lnTo>
                    <a:pt x="116840" y="6350"/>
                  </a:lnTo>
                  <a:close/>
                </a:path>
                <a:path w="515619" h="7619">
                  <a:moveTo>
                    <a:pt x="118110" y="2540"/>
                  </a:moveTo>
                  <a:lnTo>
                    <a:pt x="3810" y="2540"/>
                  </a:lnTo>
                  <a:lnTo>
                    <a:pt x="3810" y="1270"/>
                  </a:lnTo>
                  <a:lnTo>
                    <a:pt x="2540" y="1270"/>
                  </a:lnTo>
                  <a:lnTo>
                    <a:pt x="2540" y="2540"/>
                  </a:lnTo>
                  <a:lnTo>
                    <a:pt x="1270" y="2540"/>
                  </a:lnTo>
                  <a:lnTo>
                    <a:pt x="1270" y="5080"/>
                  </a:lnTo>
                  <a:lnTo>
                    <a:pt x="118110" y="5080"/>
                  </a:lnTo>
                  <a:lnTo>
                    <a:pt x="118110" y="2540"/>
                  </a:lnTo>
                  <a:close/>
                </a:path>
                <a:path w="515619" h="7619">
                  <a:moveTo>
                    <a:pt x="120637" y="0"/>
                  </a:moveTo>
                  <a:lnTo>
                    <a:pt x="3810" y="0"/>
                  </a:lnTo>
                  <a:lnTo>
                    <a:pt x="3810" y="1270"/>
                  </a:lnTo>
                  <a:lnTo>
                    <a:pt x="120637" y="1270"/>
                  </a:lnTo>
                  <a:lnTo>
                    <a:pt x="120637" y="0"/>
                  </a:lnTo>
                  <a:close/>
                </a:path>
                <a:path w="515619" h="7619">
                  <a:moveTo>
                    <a:pt x="515620" y="6350"/>
                  </a:moveTo>
                  <a:lnTo>
                    <a:pt x="379730" y="6350"/>
                  </a:lnTo>
                  <a:lnTo>
                    <a:pt x="379730" y="7620"/>
                  </a:lnTo>
                  <a:lnTo>
                    <a:pt x="515620" y="7620"/>
                  </a:lnTo>
                  <a:lnTo>
                    <a:pt x="515620" y="6350"/>
                  </a:lnTo>
                  <a:close/>
                </a:path>
                <a:path w="515619" h="7619">
                  <a:moveTo>
                    <a:pt x="515620" y="2540"/>
                  </a:moveTo>
                  <a:lnTo>
                    <a:pt x="377190" y="2540"/>
                  </a:lnTo>
                  <a:lnTo>
                    <a:pt x="377190" y="5080"/>
                  </a:lnTo>
                  <a:lnTo>
                    <a:pt x="378460" y="5080"/>
                  </a:lnTo>
                  <a:lnTo>
                    <a:pt x="378460" y="6350"/>
                  </a:lnTo>
                  <a:lnTo>
                    <a:pt x="379730" y="6350"/>
                  </a:lnTo>
                  <a:lnTo>
                    <a:pt x="379730" y="5080"/>
                  </a:lnTo>
                  <a:lnTo>
                    <a:pt x="515620" y="5080"/>
                  </a:lnTo>
                  <a:lnTo>
                    <a:pt x="515620" y="2540"/>
                  </a:lnTo>
                  <a:close/>
                </a:path>
                <a:path w="515619" h="7619">
                  <a:moveTo>
                    <a:pt x="515620" y="0"/>
                  </a:moveTo>
                  <a:lnTo>
                    <a:pt x="372110" y="0"/>
                  </a:lnTo>
                  <a:lnTo>
                    <a:pt x="372110" y="1270"/>
                  </a:lnTo>
                  <a:lnTo>
                    <a:pt x="373380" y="1270"/>
                  </a:lnTo>
                  <a:lnTo>
                    <a:pt x="373380" y="2540"/>
                  </a:lnTo>
                  <a:lnTo>
                    <a:pt x="374650" y="2540"/>
                  </a:lnTo>
                  <a:lnTo>
                    <a:pt x="374650" y="1270"/>
                  </a:lnTo>
                  <a:lnTo>
                    <a:pt x="515620" y="1270"/>
                  </a:lnTo>
                  <a:lnTo>
                    <a:pt x="515620" y="0"/>
                  </a:lnTo>
                  <a:close/>
                </a:path>
              </a:pathLst>
            </a:custGeom>
            <a:solidFill>
              <a:srgbClr val="1B1400"/>
            </a:solidFill>
          </p:spPr>
          <p:txBody>
            <a:bodyPr wrap="square" lIns="0" tIns="0" rIns="0" bIns="0" rtlCol="0"/>
            <a:lstStyle/>
            <a:p/>
          </p:txBody>
        </p:sp>
        <p:sp>
          <p:nvSpPr>
            <p:cNvPr id="512" name="object 512"/>
            <p:cNvSpPr/>
            <p:nvPr/>
          </p:nvSpPr>
          <p:spPr>
            <a:xfrm>
              <a:off x="2401570" y="2766059"/>
              <a:ext cx="519430" cy="7620"/>
            </a:xfrm>
            <a:custGeom>
              <a:avLst/>
              <a:gdLst/>
              <a:ahLst/>
              <a:cxnLst/>
              <a:rect l="l" t="t" r="r" b="b"/>
              <a:pathLst>
                <a:path w="519430" h="7619">
                  <a:moveTo>
                    <a:pt x="116840" y="5080"/>
                  </a:moveTo>
                  <a:lnTo>
                    <a:pt x="1270" y="5080"/>
                  </a:lnTo>
                  <a:lnTo>
                    <a:pt x="1270" y="3810"/>
                  </a:lnTo>
                  <a:lnTo>
                    <a:pt x="0" y="3810"/>
                  </a:lnTo>
                  <a:lnTo>
                    <a:pt x="0" y="5080"/>
                  </a:lnTo>
                  <a:lnTo>
                    <a:pt x="0" y="6350"/>
                  </a:lnTo>
                  <a:lnTo>
                    <a:pt x="115570" y="6350"/>
                  </a:lnTo>
                  <a:lnTo>
                    <a:pt x="115570" y="7620"/>
                  </a:lnTo>
                  <a:lnTo>
                    <a:pt x="116840" y="7620"/>
                  </a:lnTo>
                  <a:lnTo>
                    <a:pt x="116840" y="6350"/>
                  </a:lnTo>
                  <a:lnTo>
                    <a:pt x="116840" y="5080"/>
                  </a:lnTo>
                  <a:close/>
                </a:path>
                <a:path w="519430" h="7619">
                  <a:moveTo>
                    <a:pt x="118097" y="1270"/>
                  </a:moveTo>
                  <a:lnTo>
                    <a:pt x="1270" y="1270"/>
                  </a:lnTo>
                  <a:lnTo>
                    <a:pt x="1270" y="3810"/>
                  </a:lnTo>
                  <a:lnTo>
                    <a:pt x="116840" y="3810"/>
                  </a:lnTo>
                  <a:lnTo>
                    <a:pt x="116840" y="5080"/>
                  </a:lnTo>
                  <a:lnTo>
                    <a:pt x="118097" y="5080"/>
                  </a:lnTo>
                  <a:lnTo>
                    <a:pt x="118097" y="3810"/>
                  </a:lnTo>
                  <a:lnTo>
                    <a:pt x="118097" y="1270"/>
                  </a:lnTo>
                  <a:close/>
                </a:path>
                <a:path w="519430" h="7619">
                  <a:moveTo>
                    <a:pt x="387350" y="0"/>
                  </a:moveTo>
                  <a:lnTo>
                    <a:pt x="386080" y="0"/>
                  </a:lnTo>
                  <a:lnTo>
                    <a:pt x="386080" y="1270"/>
                  </a:lnTo>
                  <a:lnTo>
                    <a:pt x="387350" y="1270"/>
                  </a:lnTo>
                  <a:lnTo>
                    <a:pt x="387350" y="0"/>
                  </a:lnTo>
                  <a:close/>
                </a:path>
                <a:path w="519430" h="7619">
                  <a:moveTo>
                    <a:pt x="519430" y="5080"/>
                  </a:moveTo>
                  <a:lnTo>
                    <a:pt x="391160" y="5080"/>
                  </a:lnTo>
                  <a:lnTo>
                    <a:pt x="391160" y="6350"/>
                  </a:lnTo>
                  <a:lnTo>
                    <a:pt x="392430" y="6350"/>
                  </a:lnTo>
                  <a:lnTo>
                    <a:pt x="392430" y="7620"/>
                  </a:lnTo>
                  <a:lnTo>
                    <a:pt x="393700" y="7620"/>
                  </a:lnTo>
                  <a:lnTo>
                    <a:pt x="393700" y="6350"/>
                  </a:lnTo>
                  <a:lnTo>
                    <a:pt x="519430" y="6350"/>
                  </a:lnTo>
                  <a:lnTo>
                    <a:pt x="519430" y="5080"/>
                  </a:lnTo>
                  <a:close/>
                </a:path>
                <a:path w="519430" h="7619">
                  <a:moveTo>
                    <a:pt x="519430" y="1270"/>
                  </a:moveTo>
                  <a:lnTo>
                    <a:pt x="388620" y="1270"/>
                  </a:lnTo>
                  <a:lnTo>
                    <a:pt x="388620" y="3810"/>
                  </a:lnTo>
                  <a:lnTo>
                    <a:pt x="389890" y="3810"/>
                  </a:lnTo>
                  <a:lnTo>
                    <a:pt x="389890" y="5080"/>
                  </a:lnTo>
                  <a:lnTo>
                    <a:pt x="391160" y="5080"/>
                  </a:lnTo>
                  <a:lnTo>
                    <a:pt x="391160" y="3810"/>
                  </a:lnTo>
                  <a:lnTo>
                    <a:pt x="519430" y="3810"/>
                  </a:lnTo>
                  <a:lnTo>
                    <a:pt x="519430" y="1270"/>
                  </a:lnTo>
                  <a:close/>
                </a:path>
              </a:pathLst>
            </a:custGeom>
            <a:solidFill>
              <a:srgbClr val="1D1500"/>
            </a:solidFill>
          </p:spPr>
          <p:txBody>
            <a:bodyPr wrap="square" lIns="0" tIns="0" rIns="0" bIns="0" rtlCol="0"/>
            <a:lstStyle/>
            <a:p/>
          </p:txBody>
        </p:sp>
        <p:sp>
          <p:nvSpPr>
            <p:cNvPr id="513" name="object 513"/>
            <p:cNvSpPr/>
            <p:nvPr/>
          </p:nvSpPr>
          <p:spPr>
            <a:xfrm>
              <a:off x="2395220" y="2773679"/>
              <a:ext cx="525780" cy="7620"/>
            </a:xfrm>
            <a:custGeom>
              <a:avLst/>
              <a:gdLst/>
              <a:ahLst/>
              <a:cxnLst/>
              <a:rect l="l" t="t" r="r" b="b"/>
              <a:pathLst>
                <a:path w="525780" h="7619">
                  <a:moveTo>
                    <a:pt x="119380" y="6350"/>
                  </a:moveTo>
                  <a:lnTo>
                    <a:pt x="0" y="6350"/>
                  </a:lnTo>
                  <a:lnTo>
                    <a:pt x="0" y="7620"/>
                  </a:lnTo>
                  <a:lnTo>
                    <a:pt x="119380" y="7620"/>
                  </a:lnTo>
                  <a:lnTo>
                    <a:pt x="119380" y="6350"/>
                  </a:lnTo>
                  <a:close/>
                </a:path>
                <a:path w="525780" h="7619">
                  <a:moveTo>
                    <a:pt x="120650" y="3810"/>
                  </a:moveTo>
                  <a:lnTo>
                    <a:pt x="2540" y="3810"/>
                  </a:lnTo>
                  <a:lnTo>
                    <a:pt x="2540" y="5080"/>
                  </a:lnTo>
                  <a:lnTo>
                    <a:pt x="119380" y="5080"/>
                  </a:lnTo>
                  <a:lnTo>
                    <a:pt x="119380" y="6350"/>
                  </a:lnTo>
                  <a:lnTo>
                    <a:pt x="120650" y="6350"/>
                  </a:lnTo>
                  <a:lnTo>
                    <a:pt x="120650" y="5080"/>
                  </a:lnTo>
                  <a:lnTo>
                    <a:pt x="120650" y="3810"/>
                  </a:lnTo>
                  <a:close/>
                </a:path>
                <a:path w="525780" h="7619">
                  <a:moveTo>
                    <a:pt x="121920" y="0"/>
                  </a:moveTo>
                  <a:lnTo>
                    <a:pt x="3810" y="0"/>
                  </a:lnTo>
                  <a:lnTo>
                    <a:pt x="3810" y="2540"/>
                  </a:lnTo>
                  <a:lnTo>
                    <a:pt x="121920" y="2540"/>
                  </a:lnTo>
                  <a:lnTo>
                    <a:pt x="121920" y="0"/>
                  </a:lnTo>
                  <a:close/>
                </a:path>
                <a:path w="525780" h="7619">
                  <a:moveTo>
                    <a:pt x="525780" y="6350"/>
                  </a:moveTo>
                  <a:lnTo>
                    <a:pt x="407670" y="6350"/>
                  </a:lnTo>
                  <a:lnTo>
                    <a:pt x="407670" y="7620"/>
                  </a:lnTo>
                  <a:lnTo>
                    <a:pt x="525780" y="7620"/>
                  </a:lnTo>
                  <a:lnTo>
                    <a:pt x="525780" y="6350"/>
                  </a:lnTo>
                  <a:close/>
                </a:path>
                <a:path w="525780" h="7619">
                  <a:moveTo>
                    <a:pt x="525780" y="3810"/>
                  </a:moveTo>
                  <a:lnTo>
                    <a:pt x="403860" y="3810"/>
                  </a:lnTo>
                  <a:lnTo>
                    <a:pt x="403860" y="5080"/>
                  </a:lnTo>
                  <a:lnTo>
                    <a:pt x="405130" y="5080"/>
                  </a:lnTo>
                  <a:lnTo>
                    <a:pt x="405130" y="6350"/>
                  </a:lnTo>
                  <a:lnTo>
                    <a:pt x="406400" y="6350"/>
                  </a:lnTo>
                  <a:lnTo>
                    <a:pt x="406400" y="5080"/>
                  </a:lnTo>
                  <a:lnTo>
                    <a:pt x="525780" y="5080"/>
                  </a:lnTo>
                  <a:lnTo>
                    <a:pt x="525780" y="3810"/>
                  </a:lnTo>
                  <a:close/>
                </a:path>
                <a:path w="525780" h="7619">
                  <a:moveTo>
                    <a:pt x="525780" y="0"/>
                  </a:moveTo>
                  <a:lnTo>
                    <a:pt x="401320" y="0"/>
                  </a:lnTo>
                  <a:lnTo>
                    <a:pt x="401320" y="2540"/>
                  </a:lnTo>
                  <a:lnTo>
                    <a:pt x="402590" y="2540"/>
                  </a:lnTo>
                  <a:lnTo>
                    <a:pt x="402590" y="3810"/>
                  </a:lnTo>
                  <a:lnTo>
                    <a:pt x="403860" y="3810"/>
                  </a:lnTo>
                  <a:lnTo>
                    <a:pt x="403860" y="2540"/>
                  </a:lnTo>
                  <a:lnTo>
                    <a:pt x="525780" y="2540"/>
                  </a:lnTo>
                  <a:lnTo>
                    <a:pt x="525780" y="0"/>
                  </a:lnTo>
                  <a:close/>
                </a:path>
              </a:pathLst>
            </a:custGeom>
            <a:solidFill>
              <a:srgbClr val="1F1700"/>
            </a:solidFill>
          </p:spPr>
          <p:txBody>
            <a:bodyPr wrap="square" lIns="0" tIns="0" rIns="0" bIns="0" rtlCol="0"/>
            <a:lstStyle/>
            <a:p/>
          </p:txBody>
        </p:sp>
        <p:sp>
          <p:nvSpPr>
            <p:cNvPr id="514" name="object 514"/>
            <p:cNvSpPr/>
            <p:nvPr/>
          </p:nvSpPr>
          <p:spPr>
            <a:xfrm>
              <a:off x="2391410" y="2781299"/>
              <a:ext cx="529590" cy="6350"/>
            </a:xfrm>
            <a:custGeom>
              <a:avLst/>
              <a:gdLst/>
              <a:ahLst/>
              <a:cxnLst/>
              <a:rect l="l" t="t" r="r" b="b"/>
              <a:pathLst>
                <a:path w="529589" h="6350">
                  <a:moveTo>
                    <a:pt x="120650" y="5080"/>
                  </a:moveTo>
                  <a:lnTo>
                    <a:pt x="0" y="5080"/>
                  </a:lnTo>
                  <a:lnTo>
                    <a:pt x="0" y="6350"/>
                  </a:lnTo>
                  <a:lnTo>
                    <a:pt x="120650" y="6350"/>
                  </a:lnTo>
                  <a:lnTo>
                    <a:pt x="120650" y="5080"/>
                  </a:lnTo>
                  <a:close/>
                </a:path>
                <a:path w="529589" h="6350">
                  <a:moveTo>
                    <a:pt x="123190" y="2540"/>
                  </a:moveTo>
                  <a:lnTo>
                    <a:pt x="2540" y="2540"/>
                  </a:lnTo>
                  <a:lnTo>
                    <a:pt x="2540" y="3810"/>
                  </a:lnTo>
                  <a:lnTo>
                    <a:pt x="123190" y="3810"/>
                  </a:lnTo>
                  <a:lnTo>
                    <a:pt x="123190" y="2540"/>
                  </a:lnTo>
                  <a:close/>
                </a:path>
                <a:path w="529589" h="6350">
                  <a:moveTo>
                    <a:pt x="123190" y="0"/>
                  </a:moveTo>
                  <a:lnTo>
                    <a:pt x="3810" y="0"/>
                  </a:lnTo>
                  <a:lnTo>
                    <a:pt x="3810" y="1270"/>
                  </a:lnTo>
                  <a:lnTo>
                    <a:pt x="123190" y="1270"/>
                  </a:lnTo>
                  <a:lnTo>
                    <a:pt x="123190" y="0"/>
                  </a:lnTo>
                  <a:close/>
                </a:path>
                <a:path w="529589" h="6350">
                  <a:moveTo>
                    <a:pt x="529590" y="5080"/>
                  </a:moveTo>
                  <a:lnTo>
                    <a:pt x="417830" y="5080"/>
                  </a:lnTo>
                  <a:lnTo>
                    <a:pt x="417830" y="6350"/>
                  </a:lnTo>
                  <a:lnTo>
                    <a:pt x="529590" y="6350"/>
                  </a:lnTo>
                  <a:lnTo>
                    <a:pt x="529590" y="5080"/>
                  </a:lnTo>
                  <a:close/>
                </a:path>
                <a:path w="529589" h="6350">
                  <a:moveTo>
                    <a:pt x="529590" y="2540"/>
                  </a:moveTo>
                  <a:lnTo>
                    <a:pt x="414020" y="2540"/>
                  </a:lnTo>
                  <a:lnTo>
                    <a:pt x="414020" y="3810"/>
                  </a:lnTo>
                  <a:lnTo>
                    <a:pt x="415290" y="3810"/>
                  </a:lnTo>
                  <a:lnTo>
                    <a:pt x="415290" y="5080"/>
                  </a:lnTo>
                  <a:lnTo>
                    <a:pt x="416560" y="5080"/>
                  </a:lnTo>
                  <a:lnTo>
                    <a:pt x="416560" y="3810"/>
                  </a:lnTo>
                  <a:lnTo>
                    <a:pt x="529590" y="3810"/>
                  </a:lnTo>
                  <a:lnTo>
                    <a:pt x="529590" y="2540"/>
                  </a:lnTo>
                  <a:close/>
                </a:path>
                <a:path w="529589" h="6350">
                  <a:moveTo>
                    <a:pt x="529590" y="0"/>
                  </a:moveTo>
                  <a:lnTo>
                    <a:pt x="411480" y="0"/>
                  </a:lnTo>
                  <a:lnTo>
                    <a:pt x="411480" y="1270"/>
                  </a:lnTo>
                  <a:lnTo>
                    <a:pt x="412750" y="1270"/>
                  </a:lnTo>
                  <a:lnTo>
                    <a:pt x="412750" y="2540"/>
                  </a:lnTo>
                  <a:lnTo>
                    <a:pt x="414020" y="2540"/>
                  </a:lnTo>
                  <a:lnTo>
                    <a:pt x="414020" y="1270"/>
                  </a:lnTo>
                  <a:lnTo>
                    <a:pt x="529590" y="1270"/>
                  </a:lnTo>
                  <a:lnTo>
                    <a:pt x="529590" y="0"/>
                  </a:lnTo>
                  <a:close/>
                </a:path>
              </a:pathLst>
            </a:custGeom>
            <a:solidFill>
              <a:srgbClr val="211800"/>
            </a:solidFill>
          </p:spPr>
          <p:txBody>
            <a:bodyPr wrap="square" lIns="0" tIns="0" rIns="0" bIns="0" rtlCol="0"/>
            <a:lstStyle/>
            <a:p/>
          </p:txBody>
        </p:sp>
        <p:sp>
          <p:nvSpPr>
            <p:cNvPr id="515" name="object 515"/>
            <p:cNvSpPr/>
            <p:nvPr/>
          </p:nvSpPr>
          <p:spPr>
            <a:xfrm>
              <a:off x="2388870" y="2787649"/>
              <a:ext cx="532130" cy="7620"/>
            </a:xfrm>
            <a:custGeom>
              <a:avLst/>
              <a:gdLst/>
              <a:ahLst/>
              <a:cxnLst/>
              <a:rect l="l" t="t" r="r" b="b"/>
              <a:pathLst>
                <a:path w="532130" h="7619">
                  <a:moveTo>
                    <a:pt x="121920" y="5080"/>
                  </a:moveTo>
                  <a:lnTo>
                    <a:pt x="1270" y="5080"/>
                  </a:lnTo>
                  <a:lnTo>
                    <a:pt x="1270" y="3810"/>
                  </a:lnTo>
                  <a:lnTo>
                    <a:pt x="0" y="3810"/>
                  </a:lnTo>
                  <a:lnTo>
                    <a:pt x="0" y="5080"/>
                  </a:lnTo>
                  <a:lnTo>
                    <a:pt x="0" y="7620"/>
                  </a:lnTo>
                  <a:lnTo>
                    <a:pt x="121920" y="7620"/>
                  </a:lnTo>
                  <a:lnTo>
                    <a:pt x="121920" y="5080"/>
                  </a:lnTo>
                  <a:close/>
                </a:path>
                <a:path w="532130" h="7619">
                  <a:moveTo>
                    <a:pt x="123177" y="2540"/>
                  </a:moveTo>
                  <a:lnTo>
                    <a:pt x="2540" y="2540"/>
                  </a:lnTo>
                  <a:lnTo>
                    <a:pt x="2540" y="1270"/>
                  </a:lnTo>
                  <a:lnTo>
                    <a:pt x="1270" y="1270"/>
                  </a:lnTo>
                  <a:lnTo>
                    <a:pt x="1270" y="2540"/>
                  </a:lnTo>
                  <a:lnTo>
                    <a:pt x="1270" y="3810"/>
                  </a:lnTo>
                  <a:lnTo>
                    <a:pt x="123177" y="3810"/>
                  </a:lnTo>
                  <a:lnTo>
                    <a:pt x="123177" y="2540"/>
                  </a:lnTo>
                  <a:close/>
                </a:path>
                <a:path w="532130" h="7619">
                  <a:moveTo>
                    <a:pt x="123190" y="0"/>
                  </a:moveTo>
                  <a:lnTo>
                    <a:pt x="2540" y="0"/>
                  </a:lnTo>
                  <a:lnTo>
                    <a:pt x="2540" y="1270"/>
                  </a:lnTo>
                  <a:lnTo>
                    <a:pt x="123190" y="1270"/>
                  </a:lnTo>
                  <a:lnTo>
                    <a:pt x="123190" y="0"/>
                  </a:lnTo>
                  <a:close/>
                </a:path>
                <a:path w="532130" h="7619">
                  <a:moveTo>
                    <a:pt x="532130" y="5080"/>
                  </a:moveTo>
                  <a:lnTo>
                    <a:pt x="426720" y="5080"/>
                  </a:lnTo>
                  <a:lnTo>
                    <a:pt x="426720" y="7620"/>
                  </a:lnTo>
                  <a:lnTo>
                    <a:pt x="532130" y="7620"/>
                  </a:lnTo>
                  <a:lnTo>
                    <a:pt x="532130" y="5080"/>
                  </a:lnTo>
                  <a:close/>
                </a:path>
                <a:path w="532130" h="7619">
                  <a:moveTo>
                    <a:pt x="532130" y="2540"/>
                  </a:moveTo>
                  <a:lnTo>
                    <a:pt x="422910" y="2540"/>
                  </a:lnTo>
                  <a:lnTo>
                    <a:pt x="422910" y="3810"/>
                  </a:lnTo>
                  <a:lnTo>
                    <a:pt x="424180" y="3810"/>
                  </a:lnTo>
                  <a:lnTo>
                    <a:pt x="424180" y="5080"/>
                  </a:lnTo>
                  <a:lnTo>
                    <a:pt x="425450" y="5080"/>
                  </a:lnTo>
                  <a:lnTo>
                    <a:pt x="425450" y="3810"/>
                  </a:lnTo>
                  <a:lnTo>
                    <a:pt x="532130" y="3810"/>
                  </a:lnTo>
                  <a:lnTo>
                    <a:pt x="532130" y="2540"/>
                  </a:lnTo>
                  <a:close/>
                </a:path>
                <a:path w="532130" h="7619">
                  <a:moveTo>
                    <a:pt x="532130" y="0"/>
                  </a:moveTo>
                  <a:lnTo>
                    <a:pt x="420370" y="0"/>
                  </a:lnTo>
                  <a:lnTo>
                    <a:pt x="420370" y="1270"/>
                  </a:lnTo>
                  <a:lnTo>
                    <a:pt x="421640" y="1270"/>
                  </a:lnTo>
                  <a:lnTo>
                    <a:pt x="421640" y="2540"/>
                  </a:lnTo>
                  <a:lnTo>
                    <a:pt x="422910" y="2540"/>
                  </a:lnTo>
                  <a:lnTo>
                    <a:pt x="422910" y="1270"/>
                  </a:lnTo>
                  <a:lnTo>
                    <a:pt x="532130" y="1270"/>
                  </a:lnTo>
                  <a:lnTo>
                    <a:pt x="532130" y="0"/>
                  </a:lnTo>
                  <a:close/>
                </a:path>
              </a:pathLst>
            </a:custGeom>
            <a:solidFill>
              <a:srgbClr val="231A00"/>
            </a:solidFill>
          </p:spPr>
          <p:txBody>
            <a:bodyPr wrap="square" lIns="0" tIns="0" rIns="0" bIns="0" rtlCol="0"/>
            <a:lstStyle/>
            <a:p/>
          </p:txBody>
        </p:sp>
        <p:sp>
          <p:nvSpPr>
            <p:cNvPr id="516" name="object 516"/>
            <p:cNvSpPr/>
            <p:nvPr/>
          </p:nvSpPr>
          <p:spPr>
            <a:xfrm>
              <a:off x="2386330" y="2795269"/>
              <a:ext cx="534670" cy="7620"/>
            </a:xfrm>
            <a:custGeom>
              <a:avLst/>
              <a:gdLst/>
              <a:ahLst/>
              <a:cxnLst/>
              <a:rect l="l" t="t" r="r" b="b"/>
              <a:pathLst>
                <a:path w="534669" h="7619">
                  <a:moveTo>
                    <a:pt x="123190" y="3810"/>
                  </a:moveTo>
                  <a:lnTo>
                    <a:pt x="1270" y="3810"/>
                  </a:lnTo>
                  <a:lnTo>
                    <a:pt x="1270" y="2540"/>
                  </a:lnTo>
                  <a:lnTo>
                    <a:pt x="0" y="2540"/>
                  </a:lnTo>
                  <a:lnTo>
                    <a:pt x="0" y="3810"/>
                  </a:lnTo>
                  <a:lnTo>
                    <a:pt x="0" y="6350"/>
                  </a:lnTo>
                  <a:lnTo>
                    <a:pt x="123190" y="6350"/>
                  </a:lnTo>
                  <a:lnTo>
                    <a:pt x="123190" y="3810"/>
                  </a:lnTo>
                  <a:close/>
                </a:path>
                <a:path w="534669" h="7619">
                  <a:moveTo>
                    <a:pt x="123190" y="1270"/>
                  </a:moveTo>
                  <a:lnTo>
                    <a:pt x="1270" y="1270"/>
                  </a:lnTo>
                  <a:lnTo>
                    <a:pt x="1270" y="2540"/>
                  </a:lnTo>
                  <a:lnTo>
                    <a:pt x="123190" y="2540"/>
                  </a:lnTo>
                  <a:lnTo>
                    <a:pt x="123190" y="1270"/>
                  </a:lnTo>
                  <a:close/>
                </a:path>
                <a:path w="534669" h="7619">
                  <a:moveTo>
                    <a:pt x="124460" y="0"/>
                  </a:moveTo>
                  <a:lnTo>
                    <a:pt x="123190" y="0"/>
                  </a:lnTo>
                  <a:lnTo>
                    <a:pt x="123190" y="1270"/>
                  </a:lnTo>
                  <a:lnTo>
                    <a:pt x="124460" y="1270"/>
                  </a:lnTo>
                  <a:lnTo>
                    <a:pt x="124460" y="0"/>
                  </a:lnTo>
                  <a:close/>
                </a:path>
                <a:path w="534669" h="7619">
                  <a:moveTo>
                    <a:pt x="430530" y="0"/>
                  </a:moveTo>
                  <a:lnTo>
                    <a:pt x="429260" y="0"/>
                  </a:lnTo>
                  <a:lnTo>
                    <a:pt x="429260" y="1270"/>
                  </a:lnTo>
                  <a:lnTo>
                    <a:pt x="430530" y="1270"/>
                  </a:lnTo>
                  <a:lnTo>
                    <a:pt x="430530" y="0"/>
                  </a:lnTo>
                  <a:close/>
                </a:path>
                <a:path w="534669" h="7619">
                  <a:moveTo>
                    <a:pt x="534670" y="3810"/>
                  </a:moveTo>
                  <a:lnTo>
                    <a:pt x="434340" y="3810"/>
                  </a:lnTo>
                  <a:lnTo>
                    <a:pt x="434340" y="6350"/>
                  </a:lnTo>
                  <a:lnTo>
                    <a:pt x="435610" y="6350"/>
                  </a:lnTo>
                  <a:lnTo>
                    <a:pt x="435610" y="7620"/>
                  </a:lnTo>
                  <a:lnTo>
                    <a:pt x="436880" y="7620"/>
                  </a:lnTo>
                  <a:lnTo>
                    <a:pt x="436880" y="6350"/>
                  </a:lnTo>
                  <a:lnTo>
                    <a:pt x="534670" y="6350"/>
                  </a:lnTo>
                  <a:lnTo>
                    <a:pt x="534670" y="3810"/>
                  </a:lnTo>
                  <a:close/>
                </a:path>
                <a:path w="534669" h="7619">
                  <a:moveTo>
                    <a:pt x="534670" y="1270"/>
                  </a:moveTo>
                  <a:lnTo>
                    <a:pt x="430530" y="1270"/>
                  </a:lnTo>
                  <a:lnTo>
                    <a:pt x="430530" y="2540"/>
                  </a:lnTo>
                  <a:lnTo>
                    <a:pt x="431800" y="2540"/>
                  </a:lnTo>
                  <a:lnTo>
                    <a:pt x="431800" y="3810"/>
                  </a:lnTo>
                  <a:lnTo>
                    <a:pt x="433070" y="3810"/>
                  </a:lnTo>
                  <a:lnTo>
                    <a:pt x="433070" y="2540"/>
                  </a:lnTo>
                  <a:lnTo>
                    <a:pt x="534670" y="2540"/>
                  </a:lnTo>
                  <a:lnTo>
                    <a:pt x="534670" y="1270"/>
                  </a:lnTo>
                  <a:close/>
                </a:path>
              </a:pathLst>
            </a:custGeom>
            <a:solidFill>
              <a:srgbClr val="251B00"/>
            </a:solidFill>
          </p:spPr>
          <p:txBody>
            <a:bodyPr wrap="square" lIns="0" tIns="0" rIns="0" bIns="0" rtlCol="0"/>
            <a:lstStyle/>
            <a:p/>
          </p:txBody>
        </p:sp>
        <p:sp>
          <p:nvSpPr>
            <p:cNvPr id="517" name="object 517"/>
            <p:cNvSpPr/>
            <p:nvPr/>
          </p:nvSpPr>
          <p:spPr>
            <a:xfrm>
              <a:off x="2382520" y="2802889"/>
              <a:ext cx="538480" cy="6350"/>
            </a:xfrm>
            <a:custGeom>
              <a:avLst/>
              <a:gdLst/>
              <a:ahLst/>
              <a:cxnLst/>
              <a:rect l="l" t="t" r="r" b="b"/>
              <a:pathLst>
                <a:path w="538480" h="6350">
                  <a:moveTo>
                    <a:pt x="127000" y="2540"/>
                  </a:moveTo>
                  <a:lnTo>
                    <a:pt x="0" y="2540"/>
                  </a:lnTo>
                  <a:lnTo>
                    <a:pt x="0" y="5080"/>
                  </a:lnTo>
                  <a:lnTo>
                    <a:pt x="127000" y="5080"/>
                  </a:lnTo>
                  <a:lnTo>
                    <a:pt x="127000" y="2540"/>
                  </a:lnTo>
                  <a:close/>
                </a:path>
                <a:path w="538480" h="6350">
                  <a:moveTo>
                    <a:pt x="127000" y="0"/>
                  </a:moveTo>
                  <a:lnTo>
                    <a:pt x="2540" y="0"/>
                  </a:lnTo>
                  <a:lnTo>
                    <a:pt x="2540" y="1270"/>
                  </a:lnTo>
                  <a:lnTo>
                    <a:pt x="127000" y="1270"/>
                  </a:lnTo>
                  <a:lnTo>
                    <a:pt x="127000" y="0"/>
                  </a:lnTo>
                  <a:close/>
                </a:path>
                <a:path w="538480" h="6350">
                  <a:moveTo>
                    <a:pt x="538480" y="2540"/>
                  </a:moveTo>
                  <a:lnTo>
                    <a:pt x="443230" y="2540"/>
                  </a:lnTo>
                  <a:lnTo>
                    <a:pt x="443230" y="5080"/>
                  </a:lnTo>
                  <a:lnTo>
                    <a:pt x="444500" y="5080"/>
                  </a:lnTo>
                  <a:lnTo>
                    <a:pt x="444500" y="6350"/>
                  </a:lnTo>
                  <a:lnTo>
                    <a:pt x="445770" y="6350"/>
                  </a:lnTo>
                  <a:lnTo>
                    <a:pt x="445770" y="5080"/>
                  </a:lnTo>
                  <a:lnTo>
                    <a:pt x="538480" y="5080"/>
                  </a:lnTo>
                  <a:lnTo>
                    <a:pt x="538480" y="2540"/>
                  </a:lnTo>
                  <a:close/>
                </a:path>
                <a:path w="538480" h="6350">
                  <a:moveTo>
                    <a:pt x="538480" y="0"/>
                  </a:moveTo>
                  <a:lnTo>
                    <a:pt x="440690" y="0"/>
                  </a:lnTo>
                  <a:lnTo>
                    <a:pt x="440690" y="1270"/>
                  </a:lnTo>
                  <a:lnTo>
                    <a:pt x="441960" y="1270"/>
                  </a:lnTo>
                  <a:lnTo>
                    <a:pt x="441960" y="2540"/>
                  </a:lnTo>
                  <a:lnTo>
                    <a:pt x="443230" y="2540"/>
                  </a:lnTo>
                  <a:lnTo>
                    <a:pt x="443230" y="1270"/>
                  </a:lnTo>
                  <a:lnTo>
                    <a:pt x="538480" y="1270"/>
                  </a:lnTo>
                  <a:lnTo>
                    <a:pt x="538480" y="0"/>
                  </a:lnTo>
                  <a:close/>
                </a:path>
              </a:pathLst>
            </a:custGeom>
            <a:solidFill>
              <a:srgbClr val="261C00"/>
            </a:solidFill>
          </p:spPr>
          <p:txBody>
            <a:bodyPr wrap="square" lIns="0" tIns="0" rIns="0" bIns="0" rtlCol="0"/>
            <a:lstStyle/>
            <a:p/>
          </p:txBody>
        </p:sp>
        <p:sp>
          <p:nvSpPr>
            <p:cNvPr id="518" name="object 518"/>
            <p:cNvSpPr/>
            <p:nvPr/>
          </p:nvSpPr>
          <p:spPr>
            <a:xfrm>
              <a:off x="2379980" y="2809239"/>
              <a:ext cx="541020" cy="7620"/>
            </a:xfrm>
            <a:custGeom>
              <a:avLst/>
              <a:gdLst/>
              <a:ahLst/>
              <a:cxnLst/>
              <a:rect l="l" t="t" r="r" b="b"/>
              <a:pathLst>
                <a:path w="541019" h="7619">
                  <a:moveTo>
                    <a:pt x="128270" y="0"/>
                  </a:moveTo>
                  <a:lnTo>
                    <a:pt x="2540" y="0"/>
                  </a:lnTo>
                  <a:lnTo>
                    <a:pt x="2540" y="1270"/>
                  </a:lnTo>
                  <a:lnTo>
                    <a:pt x="1270" y="1270"/>
                  </a:lnTo>
                  <a:lnTo>
                    <a:pt x="1270" y="5080"/>
                  </a:lnTo>
                  <a:lnTo>
                    <a:pt x="0" y="5080"/>
                  </a:lnTo>
                  <a:lnTo>
                    <a:pt x="0" y="7620"/>
                  </a:lnTo>
                  <a:lnTo>
                    <a:pt x="128270" y="7620"/>
                  </a:lnTo>
                  <a:lnTo>
                    <a:pt x="128270" y="5080"/>
                  </a:lnTo>
                  <a:lnTo>
                    <a:pt x="128270" y="1270"/>
                  </a:lnTo>
                  <a:lnTo>
                    <a:pt x="128270" y="0"/>
                  </a:lnTo>
                  <a:close/>
                </a:path>
                <a:path w="541019" h="7619">
                  <a:moveTo>
                    <a:pt x="541020" y="0"/>
                  </a:moveTo>
                  <a:lnTo>
                    <a:pt x="448310" y="0"/>
                  </a:lnTo>
                  <a:lnTo>
                    <a:pt x="448310" y="1270"/>
                  </a:lnTo>
                  <a:lnTo>
                    <a:pt x="449580" y="1270"/>
                  </a:lnTo>
                  <a:lnTo>
                    <a:pt x="449580" y="2540"/>
                  </a:lnTo>
                  <a:lnTo>
                    <a:pt x="450850" y="2540"/>
                  </a:lnTo>
                  <a:lnTo>
                    <a:pt x="450850" y="5080"/>
                  </a:lnTo>
                  <a:lnTo>
                    <a:pt x="452120" y="5080"/>
                  </a:lnTo>
                  <a:lnTo>
                    <a:pt x="452120" y="6350"/>
                  </a:lnTo>
                  <a:lnTo>
                    <a:pt x="453390" y="6350"/>
                  </a:lnTo>
                  <a:lnTo>
                    <a:pt x="453390" y="7620"/>
                  </a:lnTo>
                  <a:lnTo>
                    <a:pt x="541020" y="7620"/>
                  </a:lnTo>
                  <a:lnTo>
                    <a:pt x="541020" y="6350"/>
                  </a:lnTo>
                  <a:lnTo>
                    <a:pt x="541020" y="5080"/>
                  </a:lnTo>
                  <a:lnTo>
                    <a:pt x="541020" y="2540"/>
                  </a:lnTo>
                  <a:lnTo>
                    <a:pt x="541020" y="1270"/>
                  </a:lnTo>
                  <a:lnTo>
                    <a:pt x="541020" y="0"/>
                  </a:lnTo>
                  <a:close/>
                </a:path>
              </a:pathLst>
            </a:custGeom>
            <a:solidFill>
              <a:srgbClr val="281E00"/>
            </a:solidFill>
          </p:spPr>
          <p:txBody>
            <a:bodyPr wrap="square" lIns="0" tIns="0" rIns="0" bIns="0" rtlCol="0"/>
            <a:lstStyle/>
            <a:p/>
          </p:txBody>
        </p:sp>
        <p:sp>
          <p:nvSpPr>
            <p:cNvPr id="519" name="object 519"/>
            <p:cNvSpPr/>
            <p:nvPr/>
          </p:nvSpPr>
          <p:spPr>
            <a:xfrm>
              <a:off x="2378709" y="2816859"/>
              <a:ext cx="542290" cy="7620"/>
            </a:xfrm>
            <a:custGeom>
              <a:avLst/>
              <a:gdLst/>
              <a:ahLst/>
              <a:cxnLst/>
              <a:rect l="l" t="t" r="r" b="b"/>
              <a:pathLst>
                <a:path w="542289" h="7619">
                  <a:moveTo>
                    <a:pt x="461009" y="6349"/>
                  </a:moveTo>
                  <a:lnTo>
                    <a:pt x="459739" y="6349"/>
                  </a:lnTo>
                  <a:lnTo>
                    <a:pt x="459739" y="7619"/>
                  </a:lnTo>
                  <a:lnTo>
                    <a:pt x="461009" y="7619"/>
                  </a:lnTo>
                  <a:lnTo>
                    <a:pt x="461009" y="6349"/>
                  </a:lnTo>
                  <a:close/>
                </a:path>
                <a:path w="542289" h="7619">
                  <a:moveTo>
                    <a:pt x="542289" y="1269"/>
                  </a:moveTo>
                  <a:lnTo>
                    <a:pt x="457200" y="1269"/>
                  </a:lnTo>
                  <a:lnTo>
                    <a:pt x="457200" y="3809"/>
                  </a:lnTo>
                  <a:lnTo>
                    <a:pt x="458469" y="3809"/>
                  </a:lnTo>
                  <a:lnTo>
                    <a:pt x="458469" y="6349"/>
                  </a:lnTo>
                  <a:lnTo>
                    <a:pt x="542289" y="6349"/>
                  </a:lnTo>
                  <a:lnTo>
                    <a:pt x="542289" y="1269"/>
                  </a:lnTo>
                  <a:close/>
                </a:path>
                <a:path w="542289" h="7619">
                  <a:moveTo>
                    <a:pt x="455929" y="0"/>
                  </a:moveTo>
                  <a:lnTo>
                    <a:pt x="454659" y="0"/>
                  </a:lnTo>
                  <a:lnTo>
                    <a:pt x="454659" y="1269"/>
                  </a:lnTo>
                  <a:lnTo>
                    <a:pt x="455929" y="1269"/>
                  </a:lnTo>
                  <a:lnTo>
                    <a:pt x="455929" y="0"/>
                  </a:lnTo>
                  <a:close/>
                </a:path>
                <a:path w="542289" h="7619">
                  <a:moveTo>
                    <a:pt x="1269" y="0"/>
                  </a:moveTo>
                  <a:lnTo>
                    <a:pt x="0" y="0"/>
                  </a:lnTo>
                  <a:lnTo>
                    <a:pt x="0" y="6349"/>
                  </a:lnTo>
                  <a:lnTo>
                    <a:pt x="129539" y="6349"/>
                  </a:lnTo>
                  <a:lnTo>
                    <a:pt x="129539" y="1269"/>
                  </a:lnTo>
                  <a:lnTo>
                    <a:pt x="1269" y="1269"/>
                  </a:lnTo>
                  <a:lnTo>
                    <a:pt x="1269" y="0"/>
                  </a:lnTo>
                  <a:close/>
                </a:path>
              </a:pathLst>
            </a:custGeom>
            <a:solidFill>
              <a:srgbClr val="2A1F00"/>
            </a:solidFill>
          </p:spPr>
          <p:txBody>
            <a:bodyPr wrap="square" lIns="0" tIns="0" rIns="0" bIns="0" rtlCol="0"/>
            <a:lstStyle/>
            <a:p/>
          </p:txBody>
        </p:sp>
        <p:sp>
          <p:nvSpPr>
            <p:cNvPr id="520" name="object 520"/>
            <p:cNvSpPr/>
            <p:nvPr/>
          </p:nvSpPr>
          <p:spPr>
            <a:xfrm>
              <a:off x="2376170" y="2824479"/>
              <a:ext cx="546100" cy="6350"/>
            </a:xfrm>
            <a:custGeom>
              <a:avLst/>
              <a:gdLst/>
              <a:ahLst/>
              <a:cxnLst/>
              <a:rect l="l" t="t" r="r" b="b"/>
              <a:pathLst>
                <a:path w="546100" h="6350">
                  <a:moveTo>
                    <a:pt x="132080" y="0"/>
                  </a:moveTo>
                  <a:lnTo>
                    <a:pt x="1270" y="0"/>
                  </a:lnTo>
                  <a:lnTo>
                    <a:pt x="1270" y="2540"/>
                  </a:lnTo>
                  <a:lnTo>
                    <a:pt x="0" y="2540"/>
                  </a:lnTo>
                  <a:lnTo>
                    <a:pt x="0" y="6350"/>
                  </a:lnTo>
                  <a:lnTo>
                    <a:pt x="132080" y="6350"/>
                  </a:lnTo>
                  <a:lnTo>
                    <a:pt x="132080" y="2540"/>
                  </a:lnTo>
                  <a:lnTo>
                    <a:pt x="132080" y="0"/>
                  </a:lnTo>
                  <a:close/>
                </a:path>
                <a:path w="546100" h="6350">
                  <a:moveTo>
                    <a:pt x="546100" y="0"/>
                  </a:moveTo>
                  <a:lnTo>
                    <a:pt x="464820" y="0"/>
                  </a:lnTo>
                  <a:lnTo>
                    <a:pt x="464820" y="2540"/>
                  </a:lnTo>
                  <a:lnTo>
                    <a:pt x="466090" y="2540"/>
                  </a:lnTo>
                  <a:lnTo>
                    <a:pt x="466090" y="5080"/>
                  </a:lnTo>
                  <a:lnTo>
                    <a:pt x="467360" y="5080"/>
                  </a:lnTo>
                  <a:lnTo>
                    <a:pt x="467360" y="6350"/>
                  </a:lnTo>
                  <a:lnTo>
                    <a:pt x="546100" y="6350"/>
                  </a:lnTo>
                  <a:lnTo>
                    <a:pt x="546100" y="5080"/>
                  </a:lnTo>
                  <a:lnTo>
                    <a:pt x="546100" y="2540"/>
                  </a:lnTo>
                  <a:lnTo>
                    <a:pt x="546100" y="0"/>
                  </a:lnTo>
                  <a:close/>
                </a:path>
              </a:pathLst>
            </a:custGeom>
            <a:solidFill>
              <a:srgbClr val="2C2100"/>
            </a:solidFill>
          </p:spPr>
          <p:txBody>
            <a:bodyPr wrap="square" lIns="0" tIns="0" rIns="0" bIns="0" rtlCol="0"/>
            <a:lstStyle/>
            <a:p/>
          </p:txBody>
        </p:sp>
        <p:sp>
          <p:nvSpPr>
            <p:cNvPr id="521" name="object 521"/>
            <p:cNvSpPr/>
            <p:nvPr/>
          </p:nvSpPr>
          <p:spPr>
            <a:xfrm>
              <a:off x="2373630" y="2830829"/>
              <a:ext cx="548640" cy="7620"/>
            </a:xfrm>
            <a:custGeom>
              <a:avLst/>
              <a:gdLst/>
              <a:ahLst/>
              <a:cxnLst/>
              <a:rect l="l" t="t" r="r" b="b"/>
              <a:pathLst>
                <a:path w="548639" h="7619">
                  <a:moveTo>
                    <a:pt x="135890" y="6362"/>
                  </a:moveTo>
                  <a:lnTo>
                    <a:pt x="0" y="6362"/>
                  </a:lnTo>
                  <a:lnTo>
                    <a:pt x="0" y="7620"/>
                  </a:lnTo>
                  <a:lnTo>
                    <a:pt x="135890" y="7620"/>
                  </a:lnTo>
                  <a:lnTo>
                    <a:pt x="135890" y="6362"/>
                  </a:lnTo>
                  <a:close/>
                </a:path>
                <a:path w="548639" h="7619">
                  <a:moveTo>
                    <a:pt x="135890" y="3810"/>
                  </a:moveTo>
                  <a:lnTo>
                    <a:pt x="134620" y="3810"/>
                  </a:lnTo>
                  <a:lnTo>
                    <a:pt x="134620" y="1270"/>
                  </a:lnTo>
                  <a:lnTo>
                    <a:pt x="134620" y="0"/>
                  </a:lnTo>
                  <a:lnTo>
                    <a:pt x="2540" y="0"/>
                  </a:lnTo>
                  <a:lnTo>
                    <a:pt x="2540" y="1270"/>
                  </a:lnTo>
                  <a:lnTo>
                    <a:pt x="1270" y="1270"/>
                  </a:lnTo>
                  <a:lnTo>
                    <a:pt x="1270" y="3810"/>
                  </a:lnTo>
                  <a:lnTo>
                    <a:pt x="1270" y="6350"/>
                  </a:lnTo>
                  <a:lnTo>
                    <a:pt x="135890" y="6350"/>
                  </a:lnTo>
                  <a:lnTo>
                    <a:pt x="135890" y="3810"/>
                  </a:lnTo>
                  <a:close/>
                </a:path>
                <a:path w="548639" h="7619">
                  <a:moveTo>
                    <a:pt x="548640" y="6362"/>
                  </a:moveTo>
                  <a:lnTo>
                    <a:pt x="474980" y="6362"/>
                  </a:lnTo>
                  <a:lnTo>
                    <a:pt x="474980" y="7620"/>
                  </a:lnTo>
                  <a:lnTo>
                    <a:pt x="548640" y="7620"/>
                  </a:lnTo>
                  <a:lnTo>
                    <a:pt x="548640" y="6362"/>
                  </a:lnTo>
                  <a:close/>
                </a:path>
                <a:path w="548639" h="7619">
                  <a:moveTo>
                    <a:pt x="548640" y="0"/>
                  </a:moveTo>
                  <a:lnTo>
                    <a:pt x="471170" y="0"/>
                  </a:lnTo>
                  <a:lnTo>
                    <a:pt x="471170" y="2540"/>
                  </a:lnTo>
                  <a:lnTo>
                    <a:pt x="472440" y="2540"/>
                  </a:lnTo>
                  <a:lnTo>
                    <a:pt x="472440" y="5080"/>
                  </a:lnTo>
                  <a:lnTo>
                    <a:pt x="473710" y="5080"/>
                  </a:lnTo>
                  <a:lnTo>
                    <a:pt x="473710" y="6350"/>
                  </a:lnTo>
                  <a:lnTo>
                    <a:pt x="548640" y="6350"/>
                  </a:lnTo>
                  <a:lnTo>
                    <a:pt x="548640" y="5080"/>
                  </a:lnTo>
                  <a:lnTo>
                    <a:pt x="548640" y="2540"/>
                  </a:lnTo>
                  <a:lnTo>
                    <a:pt x="548640" y="0"/>
                  </a:lnTo>
                  <a:close/>
                </a:path>
              </a:pathLst>
            </a:custGeom>
            <a:solidFill>
              <a:srgbClr val="2E2200"/>
            </a:solidFill>
          </p:spPr>
          <p:txBody>
            <a:bodyPr wrap="square" lIns="0" tIns="0" rIns="0" bIns="0" rtlCol="0"/>
            <a:lstStyle/>
            <a:p/>
          </p:txBody>
        </p:sp>
        <p:sp>
          <p:nvSpPr>
            <p:cNvPr id="522" name="object 522"/>
            <p:cNvSpPr/>
            <p:nvPr/>
          </p:nvSpPr>
          <p:spPr>
            <a:xfrm>
              <a:off x="2372360" y="2838449"/>
              <a:ext cx="549910" cy="7620"/>
            </a:xfrm>
            <a:custGeom>
              <a:avLst/>
              <a:gdLst/>
              <a:ahLst/>
              <a:cxnLst/>
              <a:rect l="l" t="t" r="r" b="b"/>
              <a:pathLst>
                <a:path w="549910" h="7619">
                  <a:moveTo>
                    <a:pt x="138430" y="5092"/>
                  </a:moveTo>
                  <a:lnTo>
                    <a:pt x="0" y="5092"/>
                  </a:lnTo>
                  <a:lnTo>
                    <a:pt x="0" y="7620"/>
                  </a:lnTo>
                  <a:lnTo>
                    <a:pt x="138430" y="7620"/>
                  </a:lnTo>
                  <a:lnTo>
                    <a:pt x="138430" y="5092"/>
                  </a:lnTo>
                  <a:close/>
                </a:path>
                <a:path w="549910" h="7619">
                  <a:moveTo>
                    <a:pt x="138430" y="3810"/>
                  </a:moveTo>
                  <a:lnTo>
                    <a:pt x="137160" y="3810"/>
                  </a:lnTo>
                  <a:lnTo>
                    <a:pt x="137160" y="2540"/>
                  </a:lnTo>
                  <a:lnTo>
                    <a:pt x="137160" y="0"/>
                  </a:lnTo>
                  <a:lnTo>
                    <a:pt x="1270" y="0"/>
                  </a:lnTo>
                  <a:lnTo>
                    <a:pt x="1270" y="2540"/>
                  </a:lnTo>
                  <a:lnTo>
                    <a:pt x="0" y="2540"/>
                  </a:lnTo>
                  <a:lnTo>
                    <a:pt x="0" y="3810"/>
                  </a:lnTo>
                  <a:lnTo>
                    <a:pt x="0" y="5080"/>
                  </a:lnTo>
                  <a:lnTo>
                    <a:pt x="138430" y="5080"/>
                  </a:lnTo>
                  <a:lnTo>
                    <a:pt x="138430" y="3810"/>
                  </a:lnTo>
                  <a:close/>
                </a:path>
                <a:path w="549910" h="7619">
                  <a:moveTo>
                    <a:pt x="549910" y="5092"/>
                  </a:moveTo>
                  <a:lnTo>
                    <a:pt x="480060" y="5092"/>
                  </a:lnTo>
                  <a:lnTo>
                    <a:pt x="480060" y="7620"/>
                  </a:lnTo>
                  <a:lnTo>
                    <a:pt x="549910" y="7620"/>
                  </a:lnTo>
                  <a:lnTo>
                    <a:pt x="549910" y="5092"/>
                  </a:lnTo>
                  <a:close/>
                </a:path>
                <a:path w="549910" h="7619">
                  <a:moveTo>
                    <a:pt x="549910" y="0"/>
                  </a:moveTo>
                  <a:lnTo>
                    <a:pt x="476250" y="0"/>
                  </a:lnTo>
                  <a:lnTo>
                    <a:pt x="476250" y="1270"/>
                  </a:lnTo>
                  <a:lnTo>
                    <a:pt x="477520" y="1270"/>
                  </a:lnTo>
                  <a:lnTo>
                    <a:pt x="477520" y="2540"/>
                  </a:lnTo>
                  <a:lnTo>
                    <a:pt x="478790" y="2540"/>
                  </a:lnTo>
                  <a:lnTo>
                    <a:pt x="478790" y="5080"/>
                  </a:lnTo>
                  <a:lnTo>
                    <a:pt x="549910" y="5080"/>
                  </a:lnTo>
                  <a:lnTo>
                    <a:pt x="549910" y="2540"/>
                  </a:lnTo>
                  <a:lnTo>
                    <a:pt x="549910" y="1270"/>
                  </a:lnTo>
                  <a:lnTo>
                    <a:pt x="549910" y="0"/>
                  </a:lnTo>
                  <a:close/>
                </a:path>
              </a:pathLst>
            </a:custGeom>
            <a:solidFill>
              <a:srgbClr val="302400"/>
            </a:solidFill>
          </p:spPr>
          <p:txBody>
            <a:bodyPr wrap="square" lIns="0" tIns="0" rIns="0" bIns="0" rtlCol="0"/>
            <a:lstStyle/>
            <a:p/>
          </p:txBody>
        </p:sp>
        <p:sp>
          <p:nvSpPr>
            <p:cNvPr id="523" name="object 523"/>
            <p:cNvSpPr/>
            <p:nvPr/>
          </p:nvSpPr>
          <p:spPr>
            <a:xfrm>
              <a:off x="2371090" y="2846069"/>
              <a:ext cx="551180" cy="6350"/>
            </a:xfrm>
            <a:custGeom>
              <a:avLst/>
              <a:gdLst/>
              <a:ahLst/>
              <a:cxnLst/>
              <a:rect l="l" t="t" r="r" b="b"/>
              <a:pathLst>
                <a:path w="551180" h="6350">
                  <a:moveTo>
                    <a:pt x="140957" y="2540"/>
                  </a:moveTo>
                  <a:lnTo>
                    <a:pt x="139700" y="2540"/>
                  </a:lnTo>
                  <a:lnTo>
                    <a:pt x="139700" y="0"/>
                  </a:lnTo>
                  <a:lnTo>
                    <a:pt x="0" y="0"/>
                  </a:lnTo>
                  <a:lnTo>
                    <a:pt x="0" y="2540"/>
                  </a:lnTo>
                  <a:lnTo>
                    <a:pt x="0" y="6350"/>
                  </a:lnTo>
                  <a:lnTo>
                    <a:pt x="140957" y="6350"/>
                  </a:lnTo>
                  <a:lnTo>
                    <a:pt x="140957" y="2540"/>
                  </a:lnTo>
                  <a:close/>
                </a:path>
                <a:path w="551180" h="6350">
                  <a:moveTo>
                    <a:pt x="551180" y="0"/>
                  </a:moveTo>
                  <a:lnTo>
                    <a:pt x="482600" y="0"/>
                  </a:lnTo>
                  <a:lnTo>
                    <a:pt x="482600" y="2540"/>
                  </a:lnTo>
                  <a:lnTo>
                    <a:pt x="483870" y="2540"/>
                  </a:lnTo>
                  <a:lnTo>
                    <a:pt x="483870" y="5080"/>
                  </a:lnTo>
                  <a:lnTo>
                    <a:pt x="485140" y="5080"/>
                  </a:lnTo>
                  <a:lnTo>
                    <a:pt x="485140" y="6350"/>
                  </a:lnTo>
                  <a:lnTo>
                    <a:pt x="551180" y="6350"/>
                  </a:lnTo>
                  <a:lnTo>
                    <a:pt x="551180" y="5080"/>
                  </a:lnTo>
                  <a:lnTo>
                    <a:pt x="551180" y="2540"/>
                  </a:lnTo>
                  <a:lnTo>
                    <a:pt x="551180" y="0"/>
                  </a:lnTo>
                  <a:close/>
                </a:path>
              </a:pathLst>
            </a:custGeom>
            <a:solidFill>
              <a:srgbClr val="332500"/>
            </a:solidFill>
          </p:spPr>
          <p:txBody>
            <a:bodyPr wrap="square" lIns="0" tIns="0" rIns="0" bIns="0" rtlCol="0"/>
            <a:lstStyle/>
            <a:p/>
          </p:txBody>
        </p:sp>
        <p:sp>
          <p:nvSpPr>
            <p:cNvPr id="524" name="object 524"/>
            <p:cNvSpPr/>
            <p:nvPr/>
          </p:nvSpPr>
          <p:spPr>
            <a:xfrm>
              <a:off x="2369820" y="2852419"/>
              <a:ext cx="552450" cy="7620"/>
            </a:xfrm>
            <a:custGeom>
              <a:avLst/>
              <a:gdLst/>
              <a:ahLst/>
              <a:cxnLst/>
              <a:rect l="l" t="t" r="r" b="b"/>
              <a:pathLst>
                <a:path w="552450" h="7619">
                  <a:moveTo>
                    <a:pt x="146050" y="6350"/>
                  </a:moveTo>
                  <a:lnTo>
                    <a:pt x="144780" y="6350"/>
                  </a:lnTo>
                  <a:lnTo>
                    <a:pt x="144780" y="3810"/>
                  </a:lnTo>
                  <a:lnTo>
                    <a:pt x="143510" y="3810"/>
                  </a:lnTo>
                  <a:lnTo>
                    <a:pt x="143510" y="1270"/>
                  </a:lnTo>
                  <a:lnTo>
                    <a:pt x="142227" y="1270"/>
                  </a:lnTo>
                  <a:lnTo>
                    <a:pt x="142227" y="0"/>
                  </a:lnTo>
                  <a:lnTo>
                    <a:pt x="0" y="0"/>
                  </a:lnTo>
                  <a:lnTo>
                    <a:pt x="0" y="1270"/>
                  </a:lnTo>
                  <a:lnTo>
                    <a:pt x="0" y="3810"/>
                  </a:lnTo>
                  <a:lnTo>
                    <a:pt x="0" y="6350"/>
                  </a:lnTo>
                  <a:lnTo>
                    <a:pt x="0" y="7620"/>
                  </a:lnTo>
                  <a:lnTo>
                    <a:pt x="146050" y="7620"/>
                  </a:lnTo>
                  <a:lnTo>
                    <a:pt x="146050" y="6350"/>
                  </a:lnTo>
                  <a:close/>
                </a:path>
                <a:path w="552450" h="7619">
                  <a:moveTo>
                    <a:pt x="552450" y="0"/>
                  </a:moveTo>
                  <a:lnTo>
                    <a:pt x="486410" y="0"/>
                  </a:lnTo>
                  <a:lnTo>
                    <a:pt x="486410" y="1270"/>
                  </a:lnTo>
                  <a:lnTo>
                    <a:pt x="487680" y="1270"/>
                  </a:lnTo>
                  <a:lnTo>
                    <a:pt x="487680" y="3810"/>
                  </a:lnTo>
                  <a:lnTo>
                    <a:pt x="488950" y="3810"/>
                  </a:lnTo>
                  <a:lnTo>
                    <a:pt x="488950" y="6350"/>
                  </a:lnTo>
                  <a:lnTo>
                    <a:pt x="490220" y="6350"/>
                  </a:lnTo>
                  <a:lnTo>
                    <a:pt x="490220" y="7620"/>
                  </a:lnTo>
                  <a:lnTo>
                    <a:pt x="552450" y="7620"/>
                  </a:lnTo>
                  <a:lnTo>
                    <a:pt x="552450" y="6350"/>
                  </a:lnTo>
                  <a:lnTo>
                    <a:pt x="552450" y="3810"/>
                  </a:lnTo>
                  <a:lnTo>
                    <a:pt x="552450" y="1270"/>
                  </a:lnTo>
                  <a:lnTo>
                    <a:pt x="552450" y="0"/>
                  </a:lnTo>
                  <a:close/>
                </a:path>
              </a:pathLst>
            </a:custGeom>
            <a:solidFill>
              <a:srgbClr val="342600"/>
            </a:solidFill>
          </p:spPr>
          <p:txBody>
            <a:bodyPr wrap="square" lIns="0" tIns="0" rIns="0" bIns="0" rtlCol="0"/>
            <a:lstStyle/>
            <a:p/>
          </p:txBody>
        </p:sp>
        <p:sp>
          <p:nvSpPr>
            <p:cNvPr id="525" name="object 525"/>
            <p:cNvSpPr/>
            <p:nvPr/>
          </p:nvSpPr>
          <p:spPr>
            <a:xfrm>
              <a:off x="2368550" y="2860039"/>
              <a:ext cx="553720" cy="7620"/>
            </a:xfrm>
            <a:custGeom>
              <a:avLst/>
              <a:gdLst/>
              <a:ahLst/>
              <a:cxnLst/>
              <a:rect l="l" t="t" r="r" b="b"/>
              <a:pathLst>
                <a:path w="553719" h="7619">
                  <a:moveTo>
                    <a:pt x="151130" y="6350"/>
                  </a:moveTo>
                  <a:lnTo>
                    <a:pt x="149860" y="6350"/>
                  </a:lnTo>
                  <a:lnTo>
                    <a:pt x="149860" y="3810"/>
                  </a:lnTo>
                  <a:lnTo>
                    <a:pt x="148590" y="3810"/>
                  </a:lnTo>
                  <a:lnTo>
                    <a:pt x="148590" y="2540"/>
                  </a:lnTo>
                  <a:lnTo>
                    <a:pt x="148590" y="1270"/>
                  </a:lnTo>
                  <a:lnTo>
                    <a:pt x="147320" y="1270"/>
                  </a:lnTo>
                  <a:lnTo>
                    <a:pt x="147320" y="0"/>
                  </a:lnTo>
                  <a:lnTo>
                    <a:pt x="1270" y="0"/>
                  </a:lnTo>
                  <a:lnTo>
                    <a:pt x="1270" y="1270"/>
                  </a:lnTo>
                  <a:lnTo>
                    <a:pt x="1270" y="2540"/>
                  </a:lnTo>
                  <a:lnTo>
                    <a:pt x="0" y="2540"/>
                  </a:lnTo>
                  <a:lnTo>
                    <a:pt x="0" y="3810"/>
                  </a:lnTo>
                  <a:lnTo>
                    <a:pt x="0" y="6350"/>
                  </a:lnTo>
                  <a:lnTo>
                    <a:pt x="0" y="7620"/>
                  </a:lnTo>
                  <a:lnTo>
                    <a:pt x="151130" y="7620"/>
                  </a:lnTo>
                  <a:lnTo>
                    <a:pt x="151130" y="6350"/>
                  </a:lnTo>
                  <a:close/>
                </a:path>
                <a:path w="553719" h="7619">
                  <a:moveTo>
                    <a:pt x="553720" y="0"/>
                  </a:moveTo>
                  <a:lnTo>
                    <a:pt x="491490" y="0"/>
                  </a:lnTo>
                  <a:lnTo>
                    <a:pt x="491490" y="1270"/>
                  </a:lnTo>
                  <a:lnTo>
                    <a:pt x="492760" y="1270"/>
                  </a:lnTo>
                  <a:lnTo>
                    <a:pt x="492760" y="3810"/>
                  </a:lnTo>
                  <a:lnTo>
                    <a:pt x="494030" y="3810"/>
                  </a:lnTo>
                  <a:lnTo>
                    <a:pt x="494030" y="6350"/>
                  </a:lnTo>
                  <a:lnTo>
                    <a:pt x="495300" y="6350"/>
                  </a:lnTo>
                  <a:lnTo>
                    <a:pt x="495300" y="7620"/>
                  </a:lnTo>
                  <a:lnTo>
                    <a:pt x="553720" y="7620"/>
                  </a:lnTo>
                  <a:lnTo>
                    <a:pt x="553720" y="6350"/>
                  </a:lnTo>
                  <a:lnTo>
                    <a:pt x="553720" y="3810"/>
                  </a:lnTo>
                  <a:lnTo>
                    <a:pt x="553720" y="1270"/>
                  </a:lnTo>
                  <a:lnTo>
                    <a:pt x="553720" y="0"/>
                  </a:lnTo>
                  <a:close/>
                </a:path>
              </a:pathLst>
            </a:custGeom>
            <a:solidFill>
              <a:srgbClr val="362800"/>
            </a:solidFill>
          </p:spPr>
          <p:txBody>
            <a:bodyPr wrap="square" lIns="0" tIns="0" rIns="0" bIns="0" rtlCol="0"/>
            <a:lstStyle/>
            <a:p/>
          </p:txBody>
        </p:sp>
        <p:sp>
          <p:nvSpPr>
            <p:cNvPr id="526" name="object 526"/>
            <p:cNvSpPr/>
            <p:nvPr/>
          </p:nvSpPr>
          <p:spPr>
            <a:xfrm>
              <a:off x="2368550" y="2867659"/>
              <a:ext cx="553720" cy="6350"/>
            </a:xfrm>
            <a:custGeom>
              <a:avLst/>
              <a:gdLst/>
              <a:ahLst/>
              <a:cxnLst/>
              <a:rect l="l" t="t" r="r" b="b"/>
              <a:pathLst>
                <a:path w="553719" h="6350">
                  <a:moveTo>
                    <a:pt x="151130" y="0"/>
                  </a:moveTo>
                  <a:lnTo>
                    <a:pt x="0" y="0"/>
                  </a:lnTo>
                  <a:lnTo>
                    <a:pt x="0" y="1270"/>
                  </a:lnTo>
                  <a:lnTo>
                    <a:pt x="151130" y="1270"/>
                  </a:lnTo>
                  <a:lnTo>
                    <a:pt x="151130" y="0"/>
                  </a:lnTo>
                  <a:close/>
                </a:path>
                <a:path w="553719" h="6350">
                  <a:moveTo>
                    <a:pt x="153670" y="5080"/>
                  </a:moveTo>
                  <a:lnTo>
                    <a:pt x="152400" y="5080"/>
                  </a:lnTo>
                  <a:lnTo>
                    <a:pt x="152400" y="2540"/>
                  </a:lnTo>
                  <a:lnTo>
                    <a:pt x="0" y="2540"/>
                  </a:lnTo>
                  <a:lnTo>
                    <a:pt x="0" y="5080"/>
                  </a:lnTo>
                  <a:lnTo>
                    <a:pt x="0" y="6350"/>
                  </a:lnTo>
                  <a:lnTo>
                    <a:pt x="153670" y="6350"/>
                  </a:lnTo>
                  <a:lnTo>
                    <a:pt x="153670" y="5080"/>
                  </a:lnTo>
                  <a:close/>
                </a:path>
                <a:path w="553719" h="6350">
                  <a:moveTo>
                    <a:pt x="553720" y="2540"/>
                  </a:moveTo>
                  <a:lnTo>
                    <a:pt x="496570" y="2540"/>
                  </a:lnTo>
                  <a:lnTo>
                    <a:pt x="496570" y="5080"/>
                  </a:lnTo>
                  <a:lnTo>
                    <a:pt x="497840" y="5080"/>
                  </a:lnTo>
                  <a:lnTo>
                    <a:pt x="497840" y="6350"/>
                  </a:lnTo>
                  <a:lnTo>
                    <a:pt x="553720" y="6350"/>
                  </a:lnTo>
                  <a:lnTo>
                    <a:pt x="553720" y="5080"/>
                  </a:lnTo>
                  <a:lnTo>
                    <a:pt x="553720" y="2540"/>
                  </a:lnTo>
                  <a:close/>
                </a:path>
                <a:path w="553719" h="6350">
                  <a:moveTo>
                    <a:pt x="553720" y="0"/>
                  </a:moveTo>
                  <a:lnTo>
                    <a:pt x="495300" y="0"/>
                  </a:lnTo>
                  <a:lnTo>
                    <a:pt x="495300" y="1270"/>
                  </a:lnTo>
                  <a:lnTo>
                    <a:pt x="553720" y="1270"/>
                  </a:lnTo>
                  <a:lnTo>
                    <a:pt x="553720" y="0"/>
                  </a:lnTo>
                  <a:close/>
                </a:path>
              </a:pathLst>
            </a:custGeom>
            <a:solidFill>
              <a:srgbClr val="382900"/>
            </a:solidFill>
          </p:spPr>
          <p:txBody>
            <a:bodyPr wrap="square" lIns="0" tIns="0" rIns="0" bIns="0" rtlCol="0"/>
            <a:lstStyle/>
            <a:p/>
          </p:txBody>
        </p:sp>
        <p:sp>
          <p:nvSpPr>
            <p:cNvPr id="527" name="object 527"/>
            <p:cNvSpPr/>
            <p:nvPr/>
          </p:nvSpPr>
          <p:spPr>
            <a:xfrm>
              <a:off x="2368550" y="2874009"/>
              <a:ext cx="553720" cy="7620"/>
            </a:xfrm>
            <a:custGeom>
              <a:avLst/>
              <a:gdLst/>
              <a:ahLst/>
              <a:cxnLst/>
              <a:rect l="l" t="t" r="r" b="b"/>
              <a:pathLst>
                <a:path w="553719" h="7619">
                  <a:moveTo>
                    <a:pt x="156210" y="3810"/>
                  </a:moveTo>
                  <a:lnTo>
                    <a:pt x="154940" y="3810"/>
                  </a:lnTo>
                  <a:lnTo>
                    <a:pt x="154940" y="1270"/>
                  </a:lnTo>
                  <a:lnTo>
                    <a:pt x="153670" y="1270"/>
                  </a:lnTo>
                  <a:lnTo>
                    <a:pt x="153670" y="0"/>
                  </a:lnTo>
                  <a:lnTo>
                    <a:pt x="0" y="0"/>
                  </a:lnTo>
                  <a:lnTo>
                    <a:pt x="0" y="1270"/>
                  </a:lnTo>
                  <a:lnTo>
                    <a:pt x="0" y="3810"/>
                  </a:lnTo>
                  <a:lnTo>
                    <a:pt x="0" y="6350"/>
                  </a:lnTo>
                  <a:lnTo>
                    <a:pt x="156210" y="6350"/>
                  </a:lnTo>
                  <a:lnTo>
                    <a:pt x="156210" y="3810"/>
                  </a:lnTo>
                  <a:close/>
                </a:path>
                <a:path w="553719" h="7619">
                  <a:moveTo>
                    <a:pt x="158750" y="6350"/>
                  </a:moveTo>
                  <a:lnTo>
                    <a:pt x="157480" y="6350"/>
                  </a:lnTo>
                  <a:lnTo>
                    <a:pt x="157480" y="7620"/>
                  </a:lnTo>
                  <a:lnTo>
                    <a:pt x="158750" y="7620"/>
                  </a:lnTo>
                  <a:lnTo>
                    <a:pt x="158750" y="6350"/>
                  </a:lnTo>
                  <a:close/>
                </a:path>
                <a:path w="553719" h="7619">
                  <a:moveTo>
                    <a:pt x="553720" y="0"/>
                  </a:moveTo>
                  <a:lnTo>
                    <a:pt x="497840" y="0"/>
                  </a:lnTo>
                  <a:lnTo>
                    <a:pt x="497840" y="1270"/>
                  </a:lnTo>
                  <a:lnTo>
                    <a:pt x="499110" y="1270"/>
                  </a:lnTo>
                  <a:lnTo>
                    <a:pt x="499110" y="3810"/>
                  </a:lnTo>
                  <a:lnTo>
                    <a:pt x="500380" y="3810"/>
                  </a:lnTo>
                  <a:lnTo>
                    <a:pt x="500380" y="6350"/>
                  </a:lnTo>
                  <a:lnTo>
                    <a:pt x="500380" y="7620"/>
                  </a:lnTo>
                  <a:lnTo>
                    <a:pt x="501650" y="7620"/>
                  </a:lnTo>
                  <a:lnTo>
                    <a:pt x="501650" y="6350"/>
                  </a:lnTo>
                  <a:lnTo>
                    <a:pt x="553720" y="6350"/>
                  </a:lnTo>
                  <a:lnTo>
                    <a:pt x="553720" y="3810"/>
                  </a:lnTo>
                  <a:lnTo>
                    <a:pt x="553720" y="1270"/>
                  </a:lnTo>
                  <a:lnTo>
                    <a:pt x="553720" y="0"/>
                  </a:lnTo>
                  <a:close/>
                </a:path>
              </a:pathLst>
            </a:custGeom>
            <a:solidFill>
              <a:srgbClr val="392B00"/>
            </a:solidFill>
          </p:spPr>
          <p:txBody>
            <a:bodyPr wrap="square" lIns="0" tIns="0" rIns="0" bIns="0" rtlCol="0"/>
            <a:lstStyle/>
            <a:p/>
          </p:txBody>
        </p:sp>
        <p:sp>
          <p:nvSpPr>
            <p:cNvPr id="528" name="object 528"/>
            <p:cNvSpPr/>
            <p:nvPr/>
          </p:nvSpPr>
          <p:spPr>
            <a:xfrm>
              <a:off x="2367280" y="2881629"/>
              <a:ext cx="554990" cy="7620"/>
            </a:xfrm>
            <a:custGeom>
              <a:avLst/>
              <a:gdLst/>
              <a:ahLst/>
              <a:cxnLst/>
              <a:rect l="l" t="t" r="r" b="b"/>
              <a:pathLst>
                <a:path w="554989" h="7619">
                  <a:moveTo>
                    <a:pt x="162560" y="3810"/>
                  </a:moveTo>
                  <a:lnTo>
                    <a:pt x="161290" y="3810"/>
                  </a:lnTo>
                  <a:lnTo>
                    <a:pt x="161290" y="2540"/>
                  </a:lnTo>
                  <a:lnTo>
                    <a:pt x="160020" y="2540"/>
                  </a:lnTo>
                  <a:lnTo>
                    <a:pt x="160020" y="0"/>
                  </a:lnTo>
                  <a:lnTo>
                    <a:pt x="0" y="0"/>
                  </a:lnTo>
                  <a:lnTo>
                    <a:pt x="0" y="2540"/>
                  </a:lnTo>
                  <a:lnTo>
                    <a:pt x="0" y="3810"/>
                  </a:lnTo>
                  <a:lnTo>
                    <a:pt x="0" y="5080"/>
                  </a:lnTo>
                  <a:lnTo>
                    <a:pt x="162560" y="5080"/>
                  </a:lnTo>
                  <a:lnTo>
                    <a:pt x="162560" y="3810"/>
                  </a:lnTo>
                  <a:close/>
                </a:path>
                <a:path w="554989" h="7619">
                  <a:moveTo>
                    <a:pt x="165100" y="6350"/>
                  </a:moveTo>
                  <a:lnTo>
                    <a:pt x="163830" y="6350"/>
                  </a:lnTo>
                  <a:lnTo>
                    <a:pt x="163830" y="5080"/>
                  </a:lnTo>
                  <a:lnTo>
                    <a:pt x="162560" y="5080"/>
                  </a:lnTo>
                  <a:lnTo>
                    <a:pt x="162560" y="6350"/>
                  </a:lnTo>
                  <a:lnTo>
                    <a:pt x="0" y="6350"/>
                  </a:lnTo>
                  <a:lnTo>
                    <a:pt x="0" y="7620"/>
                  </a:lnTo>
                  <a:lnTo>
                    <a:pt x="165100" y="7620"/>
                  </a:lnTo>
                  <a:lnTo>
                    <a:pt x="165100" y="6350"/>
                  </a:lnTo>
                  <a:close/>
                </a:path>
                <a:path w="554989" h="7619">
                  <a:moveTo>
                    <a:pt x="554990" y="6350"/>
                  </a:moveTo>
                  <a:lnTo>
                    <a:pt x="505460" y="6350"/>
                  </a:lnTo>
                  <a:lnTo>
                    <a:pt x="505460" y="7620"/>
                  </a:lnTo>
                  <a:lnTo>
                    <a:pt x="554990" y="7620"/>
                  </a:lnTo>
                  <a:lnTo>
                    <a:pt x="554990" y="6350"/>
                  </a:lnTo>
                  <a:close/>
                </a:path>
                <a:path w="554989" h="7619">
                  <a:moveTo>
                    <a:pt x="554990" y="0"/>
                  </a:moveTo>
                  <a:lnTo>
                    <a:pt x="502920" y="0"/>
                  </a:lnTo>
                  <a:lnTo>
                    <a:pt x="502920" y="2540"/>
                  </a:lnTo>
                  <a:lnTo>
                    <a:pt x="504190" y="2540"/>
                  </a:lnTo>
                  <a:lnTo>
                    <a:pt x="504190" y="5080"/>
                  </a:lnTo>
                  <a:lnTo>
                    <a:pt x="504190" y="6350"/>
                  </a:lnTo>
                  <a:lnTo>
                    <a:pt x="505460" y="6350"/>
                  </a:lnTo>
                  <a:lnTo>
                    <a:pt x="505460" y="5080"/>
                  </a:lnTo>
                  <a:lnTo>
                    <a:pt x="554990" y="5080"/>
                  </a:lnTo>
                  <a:lnTo>
                    <a:pt x="554990" y="2540"/>
                  </a:lnTo>
                  <a:lnTo>
                    <a:pt x="554990" y="0"/>
                  </a:lnTo>
                  <a:close/>
                </a:path>
              </a:pathLst>
            </a:custGeom>
            <a:solidFill>
              <a:srgbClr val="3B2C00"/>
            </a:solidFill>
          </p:spPr>
          <p:txBody>
            <a:bodyPr wrap="square" lIns="0" tIns="0" rIns="0" bIns="0" rtlCol="0"/>
            <a:lstStyle/>
            <a:p/>
          </p:txBody>
        </p:sp>
        <p:sp>
          <p:nvSpPr>
            <p:cNvPr id="529" name="object 529"/>
            <p:cNvSpPr/>
            <p:nvPr/>
          </p:nvSpPr>
          <p:spPr>
            <a:xfrm>
              <a:off x="2367280" y="2889249"/>
              <a:ext cx="554990" cy="7620"/>
            </a:xfrm>
            <a:custGeom>
              <a:avLst/>
              <a:gdLst/>
              <a:ahLst/>
              <a:cxnLst/>
              <a:rect l="l" t="t" r="r" b="b"/>
              <a:pathLst>
                <a:path w="554989" h="7619">
                  <a:moveTo>
                    <a:pt x="165100" y="0"/>
                  </a:moveTo>
                  <a:lnTo>
                    <a:pt x="0" y="0"/>
                  </a:lnTo>
                  <a:lnTo>
                    <a:pt x="0" y="1270"/>
                  </a:lnTo>
                  <a:lnTo>
                    <a:pt x="165100" y="1270"/>
                  </a:lnTo>
                  <a:lnTo>
                    <a:pt x="165100" y="0"/>
                  </a:lnTo>
                  <a:close/>
                </a:path>
                <a:path w="554989" h="7619">
                  <a:moveTo>
                    <a:pt x="168910" y="5080"/>
                  </a:moveTo>
                  <a:lnTo>
                    <a:pt x="167640" y="5080"/>
                  </a:lnTo>
                  <a:lnTo>
                    <a:pt x="167640" y="3810"/>
                  </a:lnTo>
                  <a:lnTo>
                    <a:pt x="166370" y="3810"/>
                  </a:lnTo>
                  <a:lnTo>
                    <a:pt x="166370" y="2540"/>
                  </a:lnTo>
                  <a:lnTo>
                    <a:pt x="166370" y="1270"/>
                  </a:lnTo>
                  <a:lnTo>
                    <a:pt x="165100" y="1270"/>
                  </a:lnTo>
                  <a:lnTo>
                    <a:pt x="165100" y="2540"/>
                  </a:lnTo>
                  <a:lnTo>
                    <a:pt x="0" y="2540"/>
                  </a:lnTo>
                  <a:lnTo>
                    <a:pt x="0" y="3810"/>
                  </a:lnTo>
                  <a:lnTo>
                    <a:pt x="0" y="5080"/>
                  </a:lnTo>
                  <a:lnTo>
                    <a:pt x="0" y="7620"/>
                  </a:lnTo>
                  <a:lnTo>
                    <a:pt x="168910" y="7620"/>
                  </a:lnTo>
                  <a:lnTo>
                    <a:pt x="168910" y="5080"/>
                  </a:lnTo>
                  <a:close/>
                </a:path>
                <a:path w="554989" h="7619">
                  <a:moveTo>
                    <a:pt x="554990" y="2540"/>
                  </a:moveTo>
                  <a:lnTo>
                    <a:pt x="506730" y="2540"/>
                  </a:lnTo>
                  <a:lnTo>
                    <a:pt x="506730" y="3810"/>
                  </a:lnTo>
                  <a:lnTo>
                    <a:pt x="508000" y="3810"/>
                  </a:lnTo>
                  <a:lnTo>
                    <a:pt x="508000" y="7620"/>
                  </a:lnTo>
                  <a:lnTo>
                    <a:pt x="554990" y="7620"/>
                  </a:lnTo>
                  <a:lnTo>
                    <a:pt x="554990" y="3810"/>
                  </a:lnTo>
                  <a:lnTo>
                    <a:pt x="554990" y="2540"/>
                  </a:lnTo>
                  <a:close/>
                </a:path>
                <a:path w="554989" h="7619">
                  <a:moveTo>
                    <a:pt x="554990" y="0"/>
                  </a:moveTo>
                  <a:lnTo>
                    <a:pt x="505460" y="0"/>
                  </a:lnTo>
                  <a:lnTo>
                    <a:pt x="505460" y="1270"/>
                  </a:lnTo>
                  <a:lnTo>
                    <a:pt x="554990" y="1270"/>
                  </a:lnTo>
                  <a:lnTo>
                    <a:pt x="554990" y="0"/>
                  </a:lnTo>
                  <a:close/>
                </a:path>
              </a:pathLst>
            </a:custGeom>
            <a:solidFill>
              <a:srgbClr val="3D2E00"/>
            </a:solidFill>
          </p:spPr>
          <p:txBody>
            <a:bodyPr wrap="square" lIns="0" tIns="0" rIns="0" bIns="0" rtlCol="0"/>
            <a:lstStyle/>
            <a:p/>
          </p:txBody>
        </p:sp>
        <p:sp>
          <p:nvSpPr>
            <p:cNvPr id="530" name="object 530"/>
            <p:cNvSpPr/>
            <p:nvPr/>
          </p:nvSpPr>
          <p:spPr>
            <a:xfrm>
              <a:off x="2367267" y="2896869"/>
              <a:ext cx="555625" cy="6350"/>
            </a:xfrm>
            <a:custGeom>
              <a:avLst/>
              <a:gdLst/>
              <a:ahLst/>
              <a:cxnLst/>
              <a:rect l="l" t="t" r="r" b="b"/>
              <a:pathLst>
                <a:path w="555625" h="6350">
                  <a:moveTo>
                    <a:pt x="174002" y="3810"/>
                  </a:moveTo>
                  <a:lnTo>
                    <a:pt x="172732" y="3810"/>
                  </a:lnTo>
                  <a:lnTo>
                    <a:pt x="172732" y="2540"/>
                  </a:lnTo>
                  <a:lnTo>
                    <a:pt x="171462" y="2540"/>
                  </a:lnTo>
                  <a:lnTo>
                    <a:pt x="171462" y="1270"/>
                  </a:lnTo>
                  <a:lnTo>
                    <a:pt x="171462" y="0"/>
                  </a:lnTo>
                  <a:lnTo>
                    <a:pt x="170192" y="0"/>
                  </a:lnTo>
                  <a:lnTo>
                    <a:pt x="170192" y="1270"/>
                  </a:lnTo>
                  <a:lnTo>
                    <a:pt x="12" y="1270"/>
                  </a:lnTo>
                  <a:lnTo>
                    <a:pt x="12" y="2540"/>
                  </a:lnTo>
                  <a:lnTo>
                    <a:pt x="12" y="3810"/>
                  </a:lnTo>
                  <a:lnTo>
                    <a:pt x="0" y="6350"/>
                  </a:lnTo>
                  <a:lnTo>
                    <a:pt x="174002" y="6350"/>
                  </a:lnTo>
                  <a:lnTo>
                    <a:pt x="174002" y="3810"/>
                  </a:lnTo>
                  <a:close/>
                </a:path>
                <a:path w="555625" h="6350">
                  <a:moveTo>
                    <a:pt x="555002" y="1270"/>
                  </a:moveTo>
                  <a:lnTo>
                    <a:pt x="509282" y="1270"/>
                  </a:lnTo>
                  <a:lnTo>
                    <a:pt x="509282" y="3810"/>
                  </a:lnTo>
                  <a:lnTo>
                    <a:pt x="510552" y="3810"/>
                  </a:lnTo>
                  <a:lnTo>
                    <a:pt x="510552" y="6350"/>
                  </a:lnTo>
                  <a:lnTo>
                    <a:pt x="555002" y="6350"/>
                  </a:lnTo>
                  <a:lnTo>
                    <a:pt x="555002" y="3810"/>
                  </a:lnTo>
                  <a:lnTo>
                    <a:pt x="555002" y="1270"/>
                  </a:lnTo>
                  <a:close/>
                </a:path>
              </a:pathLst>
            </a:custGeom>
            <a:solidFill>
              <a:srgbClr val="3F2F00"/>
            </a:solidFill>
          </p:spPr>
          <p:txBody>
            <a:bodyPr wrap="square" lIns="0" tIns="0" rIns="0" bIns="0" rtlCol="0"/>
            <a:lstStyle/>
            <a:p/>
          </p:txBody>
        </p:sp>
        <p:sp>
          <p:nvSpPr>
            <p:cNvPr id="531" name="object 531"/>
            <p:cNvSpPr/>
            <p:nvPr/>
          </p:nvSpPr>
          <p:spPr>
            <a:xfrm>
              <a:off x="2367280" y="2903219"/>
              <a:ext cx="554990" cy="7620"/>
            </a:xfrm>
            <a:custGeom>
              <a:avLst/>
              <a:gdLst/>
              <a:ahLst/>
              <a:cxnLst/>
              <a:rect l="l" t="t" r="r" b="b"/>
              <a:pathLst>
                <a:path w="554989" h="7619">
                  <a:moveTo>
                    <a:pt x="176530" y="0"/>
                  </a:moveTo>
                  <a:lnTo>
                    <a:pt x="175260" y="0"/>
                  </a:lnTo>
                  <a:lnTo>
                    <a:pt x="175260" y="1270"/>
                  </a:lnTo>
                  <a:lnTo>
                    <a:pt x="0" y="1270"/>
                  </a:lnTo>
                  <a:lnTo>
                    <a:pt x="0" y="2540"/>
                  </a:lnTo>
                  <a:lnTo>
                    <a:pt x="176530" y="2540"/>
                  </a:lnTo>
                  <a:lnTo>
                    <a:pt x="176530" y="1270"/>
                  </a:lnTo>
                  <a:lnTo>
                    <a:pt x="176530" y="0"/>
                  </a:lnTo>
                  <a:close/>
                </a:path>
                <a:path w="554989" h="7619">
                  <a:moveTo>
                    <a:pt x="180340" y="3810"/>
                  </a:moveTo>
                  <a:lnTo>
                    <a:pt x="179070" y="3810"/>
                  </a:lnTo>
                  <a:lnTo>
                    <a:pt x="179070" y="2540"/>
                  </a:lnTo>
                  <a:lnTo>
                    <a:pt x="177800" y="2540"/>
                  </a:lnTo>
                  <a:lnTo>
                    <a:pt x="177800" y="3810"/>
                  </a:lnTo>
                  <a:lnTo>
                    <a:pt x="0" y="3810"/>
                  </a:lnTo>
                  <a:lnTo>
                    <a:pt x="0" y="6350"/>
                  </a:lnTo>
                  <a:lnTo>
                    <a:pt x="180340" y="6350"/>
                  </a:lnTo>
                  <a:lnTo>
                    <a:pt x="180340" y="3810"/>
                  </a:lnTo>
                  <a:close/>
                </a:path>
                <a:path w="554989" h="7619">
                  <a:moveTo>
                    <a:pt x="182880" y="6350"/>
                  </a:moveTo>
                  <a:lnTo>
                    <a:pt x="181610" y="6350"/>
                  </a:lnTo>
                  <a:lnTo>
                    <a:pt x="181610" y="7620"/>
                  </a:lnTo>
                  <a:lnTo>
                    <a:pt x="182880" y="7620"/>
                  </a:lnTo>
                  <a:lnTo>
                    <a:pt x="182880" y="6350"/>
                  </a:lnTo>
                  <a:close/>
                </a:path>
                <a:path w="554989" h="7619">
                  <a:moveTo>
                    <a:pt x="511810" y="0"/>
                  </a:moveTo>
                  <a:lnTo>
                    <a:pt x="510540" y="0"/>
                  </a:lnTo>
                  <a:lnTo>
                    <a:pt x="510540" y="1270"/>
                  </a:lnTo>
                  <a:lnTo>
                    <a:pt x="511810" y="1270"/>
                  </a:lnTo>
                  <a:lnTo>
                    <a:pt x="511810" y="0"/>
                  </a:lnTo>
                  <a:close/>
                </a:path>
                <a:path w="554989" h="7619">
                  <a:moveTo>
                    <a:pt x="554990" y="3810"/>
                  </a:moveTo>
                  <a:lnTo>
                    <a:pt x="513080" y="3810"/>
                  </a:lnTo>
                  <a:lnTo>
                    <a:pt x="513080" y="6350"/>
                  </a:lnTo>
                  <a:lnTo>
                    <a:pt x="513080" y="7620"/>
                  </a:lnTo>
                  <a:lnTo>
                    <a:pt x="514350" y="7620"/>
                  </a:lnTo>
                  <a:lnTo>
                    <a:pt x="514350" y="6350"/>
                  </a:lnTo>
                  <a:lnTo>
                    <a:pt x="554990" y="6350"/>
                  </a:lnTo>
                  <a:lnTo>
                    <a:pt x="554990" y="3810"/>
                  </a:lnTo>
                  <a:close/>
                </a:path>
                <a:path w="554989" h="7619">
                  <a:moveTo>
                    <a:pt x="554990" y="1270"/>
                  </a:moveTo>
                  <a:lnTo>
                    <a:pt x="511810" y="1270"/>
                  </a:lnTo>
                  <a:lnTo>
                    <a:pt x="511810" y="2540"/>
                  </a:lnTo>
                  <a:lnTo>
                    <a:pt x="554990" y="2540"/>
                  </a:lnTo>
                  <a:lnTo>
                    <a:pt x="554990" y="1270"/>
                  </a:lnTo>
                  <a:close/>
                </a:path>
              </a:pathLst>
            </a:custGeom>
            <a:solidFill>
              <a:srgbClr val="413000"/>
            </a:solidFill>
          </p:spPr>
          <p:txBody>
            <a:bodyPr wrap="square" lIns="0" tIns="0" rIns="0" bIns="0" rtlCol="0"/>
            <a:lstStyle/>
            <a:p/>
          </p:txBody>
        </p:sp>
        <p:sp>
          <p:nvSpPr>
            <p:cNvPr id="532" name="object 532"/>
            <p:cNvSpPr/>
            <p:nvPr/>
          </p:nvSpPr>
          <p:spPr>
            <a:xfrm>
              <a:off x="2367280" y="2910839"/>
              <a:ext cx="554990" cy="7620"/>
            </a:xfrm>
            <a:custGeom>
              <a:avLst/>
              <a:gdLst/>
              <a:ahLst/>
              <a:cxnLst/>
              <a:rect l="l" t="t" r="r" b="b"/>
              <a:pathLst>
                <a:path w="554989" h="7619">
                  <a:moveTo>
                    <a:pt x="182880" y="0"/>
                  </a:moveTo>
                  <a:lnTo>
                    <a:pt x="0" y="0"/>
                  </a:lnTo>
                  <a:lnTo>
                    <a:pt x="0" y="1270"/>
                  </a:lnTo>
                  <a:lnTo>
                    <a:pt x="182880" y="1270"/>
                  </a:lnTo>
                  <a:lnTo>
                    <a:pt x="182880" y="0"/>
                  </a:lnTo>
                  <a:close/>
                </a:path>
                <a:path w="554989" h="7619">
                  <a:moveTo>
                    <a:pt x="186690" y="2540"/>
                  </a:moveTo>
                  <a:lnTo>
                    <a:pt x="185420" y="2540"/>
                  </a:lnTo>
                  <a:lnTo>
                    <a:pt x="185420" y="1270"/>
                  </a:lnTo>
                  <a:lnTo>
                    <a:pt x="184150" y="1270"/>
                  </a:lnTo>
                  <a:lnTo>
                    <a:pt x="184150" y="2540"/>
                  </a:lnTo>
                  <a:lnTo>
                    <a:pt x="0" y="2540"/>
                  </a:lnTo>
                  <a:lnTo>
                    <a:pt x="0" y="5080"/>
                  </a:lnTo>
                  <a:lnTo>
                    <a:pt x="186690" y="5080"/>
                  </a:lnTo>
                  <a:lnTo>
                    <a:pt x="186690" y="2540"/>
                  </a:lnTo>
                  <a:close/>
                </a:path>
                <a:path w="554989" h="7619">
                  <a:moveTo>
                    <a:pt x="189230" y="5080"/>
                  </a:moveTo>
                  <a:lnTo>
                    <a:pt x="187960" y="5080"/>
                  </a:lnTo>
                  <a:lnTo>
                    <a:pt x="187960" y="6350"/>
                  </a:lnTo>
                  <a:lnTo>
                    <a:pt x="0" y="6350"/>
                  </a:lnTo>
                  <a:lnTo>
                    <a:pt x="0" y="7620"/>
                  </a:lnTo>
                  <a:lnTo>
                    <a:pt x="189230" y="7620"/>
                  </a:lnTo>
                  <a:lnTo>
                    <a:pt x="189230" y="6350"/>
                  </a:lnTo>
                  <a:lnTo>
                    <a:pt x="189230" y="5080"/>
                  </a:lnTo>
                  <a:close/>
                </a:path>
                <a:path w="554989" h="7619">
                  <a:moveTo>
                    <a:pt x="554990" y="6350"/>
                  </a:moveTo>
                  <a:lnTo>
                    <a:pt x="515620" y="6350"/>
                  </a:lnTo>
                  <a:lnTo>
                    <a:pt x="515620" y="7620"/>
                  </a:lnTo>
                  <a:lnTo>
                    <a:pt x="554990" y="7620"/>
                  </a:lnTo>
                  <a:lnTo>
                    <a:pt x="554990" y="6350"/>
                  </a:lnTo>
                  <a:close/>
                </a:path>
                <a:path w="554989" h="7619">
                  <a:moveTo>
                    <a:pt x="554990" y="2540"/>
                  </a:moveTo>
                  <a:lnTo>
                    <a:pt x="515620" y="2540"/>
                  </a:lnTo>
                  <a:lnTo>
                    <a:pt x="515620" y="5080"/>
                  </a:lnTo>
                  <a:lnTo>
                    <a:pt x="554990" y="5080"/>
                  </a:lnTo>
                  <a:lnTo>
                    <a:pt x="554990" y="2540"/>
                  </a:lnTo>
                  <a:close/>
                </a:path>
                <a:path w="554989" h="7619">
                  <a:moveTo>
                    <a:pt x="554990" y="0"/>
                  </a:moveTo>
                  <a:lnTo>
                    <a:pt x="514350" y="0"/>
                  </a:lnTo>
                  <a:lnTo>
                    <a:pt x="514350" y="1270"/>
                  </a:lnTo>
                  <a:lnTo>
                    <a:pt x="554990" y="1270"/>
                  </a:lnTo>
                  <a:lnTo>
                    <a:pt x="554990" y="0"/>
                  </a:lnTo>
                  <a:close/>
                </a:path>
              </a:pathLst>
            </a:custGeom>
            <a:solidFill>
              <a:srgbClr val="433300"/>
            </a:solidFill>
          </p:spPr>
          <p:txBody>
            <a:bodyPr wrap="square" lIns="0" tIns="0" rIns="0" bIns="0" rtlCol="0"/>
            <a:lstStyle/>
            <a:p/>
          </p:txBody>
        </p:sp>
        <p:sp>
          <p:nvSpPr>
            <p:cNvPr id="533" name="object 533"/>
            <p:cNvSpPr/>
            <p:nvPr/>
          </p:nvSpPr>
          <p:spPr>
            <a:xfrm>
              <a:off x="2367280" y="2918459"/>
              <a:ext cx="554990" cy="6350"/>
            </a:xfrm>
            <a:custGeom>
              <a:avLst/>
              <a:gdLst/>
              <a:ahLst/>
              <a:cxnLst/>
              <a:rect l="l" t="t" r="r" b="b"/>
              <a:pathLst>
                <a:path w="554989" h="6350">
                  <a:moveTo>
                    <a:pt x="1270" y="0"/>
                  </a:moveTo>
                  <a:lnTo>
                    <a:pt x="0" y="0"/>
                  </a:lnTo>
                  <a:lnTo>
                    <a:pt x="0" y="1270"/>
                  </a:lnTo>
                  <a:lnTo>
                    <a:pt x="1270" y="1270"/>
                  </a:lnTo>
                  <a:lnTo>
                    <a:pt x="1270" y="0"/>
                  </a:lnTo>
                  <a:close/>
                </a:path>
                <a:path w="554989" h="6350">
                  <a:moveTo>
                    <a:pt x="193040" y="1270"/>
                  </a:moveTo>
                  <a:lnTo>
                    <a:pt x="191770" y="1270"/>
                  </a:lnTo>
                  <a:lnTo>
                    <a:pt x="191770" y="0"/>
                  </a:lnTo>
                  <a:lnTo>
                    <a:pt x="190500" y="0"/>
                  </a:lnTo>
                  <a:lnTo>
                    <a:pt x="190500" y="1270"/>
                  </a:lnTo>
                  <a:lnTo>
                    <a:pt x="1270" y="1270"/>
                  </a:lnTo>
                  <a:lnTo>
                    <a:pt x="1270" y="3810"/>
                  </a:lnTo>
                  <a:lnTo>
                    <a:pt x="193040" y="3810"/>
                  </a:lnTo>
                  <a:lnTo>
                    <a:pt x="193040" y="1270"/>
                  </a:lnTo>
                  <a:close/>
                </a:path>
                <a:path w="554989" h="6350">
                  <a:moveTo>
                    <a:pt x="195580" y="3810"/>
                  </a:moveTo>
                  <a:lnTo>
                    <a:pt x="194310" y="3810"/>
                  </a:lnTo>
                  <a:lnTo>
                    <a:pt x="194310" y="5080"/>
                  </a:lnTo>
                  <a:lnTo>
                    <a:pt x="1270" y="5080"/>
                  </a:lnTo>
                  <a:lnTo>
                    <a:pt x="1270" y="6350"/>
                  </a:lnTo>
                  <a:lnTo>
                    <a:pt x="195580" y="6350"/>
                  </a:lnTo>
                  <a:lnTo>
                    <a:pt x="195580" y="5080"/>
                  </a:lnTo>
                  <a:lnTo>
                    <a:pt x="195580" y="3810"/>
                  </a:lnTo>
                  <a:close/>
                </a:path>
                <a:path w="554989" h="6350">
                  <a:moveTo>
                    <a:pt x="554990" y="5080"/>
                  </a:moveTo>
                  <a:lnTo>
                    <a:pt x="518160" y="5080"/>
                  </a:lnTo>
                  <a:lnTo>
                    <a:pt x="518160" y="6350"/>
                  </a:lnTo>
                  <a:lnTo>
                    <a:pt x="554990" y="6350"/>
                  </a:lnTo>
                  <a:lnTo>
                    <a:pt x="554990" y="5080"/>
                  </a:lnTo>
                  <a:close/>
                </a:path>
                <a:path w="554989" h="6350">
                  <a:moveTo>
                    <a:pt x="554990" y="1270"/>
                  </a:moveTo>
                  <a:lnTo>
                    <a:pt x="516890" y="1270"/>
                  </a:lnTo>
                  <a:lnTo>
                    <a:pt x="516890" y="3810"/>
                  </a:lnTo>
                  <a:lnTo>
                    <a:pt x="554990" y="3810"/>
                  </a:lnTo>
                  <a:lnTo>
                    <a:pt x="554990" y="1270"/>
                  </a:lnTo>
                  <a:close/>
                </a:path>
              </a:pathLst>
            </a:custGeom>
            <a:solidFill>
              <a:srgbClr val="453300"/>
            </a:solidFill>
          </p:spPr>
          <p:txBody>
            <a:bodyPr wrap="square" lIns="0" tIns="0" rIns="0" bIns="0" rtlCol="0"/>
            <a:lstStyle/>
            <a:p/>
          </p:txBody>
        </p:sp>
        <p:sp>
          <p:nvSpPr>
            <p:cNvPr id="534" name="object 534"/>
            <p:cNvSpPr/>
            <p:nvPr/>
          </p:nvSpPr>
          <p:spPr>
            <a:xfrm>
              <a:off x="2368550" y="2924809"/>
              <a:ext cx="554990" cy="7620"/>
            </a:xfrm>
            <a:custGeom>
              <a:avLst/>
              <a:gdLst/>
              <a:ahLst/>
              <a:cxnLst/>
              <a:rect l="l" t="t" r="r" b="b"/>
              <a:pathLst>
                <a:path w="554989" h="7619">
                  <a:moveTo>
                    <a:pt x="199390" y="1270"/>
                  </a:moveTo>
                  <a:lnTo>
                    <a:pt x="196850" y="1270"/>
                  </a:lnTo>
                  <a:lnTo>
                    <a:pt x="196850" y="0"/>
                  </a:lnTo>
                  <a:lnTo>
                    <a:pt x="195580" y="0"/>
                  </a:lnTo>
                  <a:lnTo>
                    <a:pt x="195580" y="1270"/>
                  </a:lnTo>
                  <a:lnTo>
                    <a:pt x="0" y="1270"/>
                  </a:lnTo>
                  <a:lnTo>
                    <a:pt x="0" y="3810"/>
                  </a:lnTo>
                  <a:lnTo>
                    <a:pt x="199390" y="3810"/>
                  </a:lnTo>
                  <a:lnTo>
                    <a:pt x="199390" y="1270"/>
                  </a:lnTo>
                  <a:close/>
                </a:path>
                <a:path w="554989" h="7619">
                  <a:moveTo>
                    <a:pt x="201930" y="3810"/>
                  </a:moveTo>
                  <a:lnTo>
                    <a:pt x="200660" y="3810"/>
                  </a:lnTo>
                  <a:lnTo>
                    <a:pt x="200660" y="5080"/>
                  </a:lnTo>
                  <a:lnTo>
                    <a:pt x="0" y="5080"/>
                  </a:lnTo>
                  <a:lnTo>
                    <a:pt x="0" y="6350"/>
                  </a:lnTo>
                  <a:lnTo>
                    <a:pt x="201930" y="6350"/>
                  </a:lnTo>
                  <a:lnTo>
                    <a:pt x="201930" y="5080"/>
                  </a:lnTo>
                  <a:lnTo>
                    <a:pt x="201930" y="3810"/>
                  </a:lnTo>
                  <a:close/>
                </a:path>
                <a:path w="554989" h="7619">
                  <a:moveTo>
                    <a:pt x="204470" y="6350"/>
                  </a:moveTo>
                  <a:lnTo>
                    <a:pt x="203200" y="6350"/>
                  </a:lnTo>
                  <a:lnTo>
                    <a:pt x="203200" y="7620"/>
                  </a:lnTo>
                  <a:lnTo>
                    <a:pt x="204470" y="7620"/>
                  </a:lnTo>
                  <a:lnTo>
                    <a:pt x="204470" y="6350"/>
                  </a:lnTo>
                  <a:close/>
                </a:path>
                <a:path w="554989" h="7619">
                  <a:moveTo>
                    <a:pt x="554990" y="5080"/>
                  </a:moveTo>
                  <a:lnTo>
                    <a:pt x="518160" y="5080"/>
                  </a:lnTo>
                  <a:lnTo>
                    <a:pt x="518160" y="6350"/>
                  </a:lnTo>
                  <a:lnTo>
                    <a:pt x="554990" y="6350"/>
                  </a:lnTo>
                  <a:lnTo>
                    <a:pt x="554990" y="5080"/>
                  </a:lnTo>
                  <a:close/>
                </a:path>
                <a:path w="554989" h="7619">
                  <a:moveTo>
                    <a:pt x="554990" y="1270"/>
                  </a:moveTo>
                  <a:lnTo>
                    <a:pt x="518160" y="1270"/>
                  </a:lnTo>
                  <a:lnTo>
                    <a:pt x="518160" y="3810"/>
                  </a:lnTo>
                  <a:lnTo>
                    <a:pt x="554990" y="3810"/>
                  </a:lnTo>
                  <a:lnTo>
                    <a:pt x="554990" y="1270"/>
                  </a:lnTo>
                  <a:close/>
                </a:path>
              </a:pathLst>
            </a:custGeom>
            <a:solidFill>
              <a:srgbClr val="473500"/>
            </a:solidFill>
          </p:spPr>
          <p:txBody>
            <a:bodyPr wrap="square" lIns="0" tIns="0" rIns="0" bIns="0" rtlCol="0"/>
            <a:lstStyle/>
            <a:p/>
          </p:txBody>
        </p:sp>
        <p:sp>
          <p:nvSpPr>
            <p:cNvPr id="535" name="object 535"/>
            <p:cNvSpPr/>
            <p:nvPr/>
          </p:nvSpPr>
          <p:spPr>
            <a:xfrm>
              <a:off x="2368550" y="2932429"/>
              <a:ext cx="554990" cy="7620"/>
            </a:xfrm>
            <a:custGeom>
              <a:avLst/>
              <a:gdLst/>
              <a:ahLst/>
              <a:cxnLst/>
              <a:rect l="l" t="t" r="r" b="b"/>
              <a:pathLst>
                <a:path w="554989" h="7619">
                  <a:moveTo>
                    <a:pt x="205740" y="0"/>
                  </a:moveTo>
                  <a:lnTo>
                    <a:pt x="0" y="0"/>
                  </a:lnTo>
                  <a:lnTo>
                    <a:pt x="0" y="2540"/>
                  </a:lnTo>
                  <a:lnTo>
                    <a:pt x="0" y="3810"/>
                  </a:lnTo>
                  <a:lnTo>
                    <a:pt x="1270" y="3810"/>
                  </a:lnTo>
                  <a:lnTo>
                    <a:pt x="1270" y="2540"/>
                  </a:lnTo>
                  <a:lnTo>
                    <a:pt x="205740" y="2540"/>
                  </a:lnTo>
                  <a:lnTo>
                    <a:pt x="205740" y="0"/>
                  </a:lnTo>
                  <a:close/>
                </a:path>
                <a:path w="554989" h="7619">
                  <a:moveTo>
                    <a:pt x="208280" y="2540"/>
                  </a:moveTo>
                  <a:lnTo>
                    <a:pt x="207010" y="2540"/>
                  </a:lnTo>
                  <a:lnTo>
                    <a:pt x="207010" y="3810"/>
                  </a:lnTo>
                  <a:lnTo>
                    <a:pt x="1270" y="3810"/>
                  </a:lnTo>
                  <a:lnTo>
                    <a:pt x="1270" y="5080"/>
                  </a:lnTo>
                  <a:lnTo>
                    <a:pt x="208280" y="5080"/>
                  </a:lnTo>
                  <a:lnTo>
                    <a:pt x="208280" y="3810"/>
                  </a:lnTo>
                  <a:lnTo>
                    <a:pt x="208280" y="2540"/>
                  </a:lnTo>
                  <a:close/>
                </a:path>
                <a:path w="554989" h="7619">
                  <a:moveTo>
                    <a:pt x="212090" y="6350"/>
                  </a:moveTo>
                  <a:lnTo>
                    <a:pt x="210820" y="6350"/>
                  </a:lnTo>
                  <a:lnTo>
                    <a:pt x="210820" y="5080"/>
                  </a:lnTo>
                  <a:lnTo>
                    <a:pt x="209550" y="5080"/>
                  </a:lnTo>
                  <a:lnTo>
                    <a:pt x="209550" y="6350"/>
                  </a:lnTo>
                  <a:lnTo>
                    <a:pt x="1270" y="6350"/>
                  </a:lnTo>
                  <a:lnTo>
                    <a:pt x="1270" y="7620"/>
                  </a:lnTo>
                  <a:lnTo>
                    <a:pt x="212090" y="7620"/>
                  </a:lnTo>
                  <a:lnTo>
                    <a:pt x="212090" y="6350"/>
                  </a:lnTo>
                  <a:close/>
                </a:path>
                <a:path w="554989" h="7619">
                  <a:moveTo>
                    <a:pt x="554990" y="6350"/>
                  </a:moveTo>
                  <a:lnTo>
                    <a:pt x="521970" y="6350"/>
                  </a:lnTo>
                  <a:lnTo>
                    <a:pt x="521970" y="7620"/>
                  </a:lnTo>
                  <a:lnTo>
                    <a:pt x="554990" y="7620"/>
                  </a:lnTo>
                  <a:lnTo>
                    <a:pt x="554990" y="6350"/>
                  </a:lnTo>
                  <a:close/>
                </a:path>
                <a:path w="554989" h="7619">
                  <a:moveTo>
                    <a:pt x="554990" y="3810"/>
                  </a:moveTo>
                  <a:lnTo>
                    <a:pt x="520700" y="3810"/>
                  </a:lnTo>
                  <a:lnTo>
                    <a:pt x="520700" y="5080"/>
                  </a:lnTo>
                  <a:lnTo>
                    <a:pt x="554990" y="5080"/>
                  </a:lnTo>
                  <a:lnTo>
                    <a:pt x="554990" y="3810"/>
                  </a:lnTo>
                  <a:close/>
                </a:path>
                <a:path w="554989" h="7619">
                  <a:moveTo>
                    <a:pt x="554990" y="0"/>
                  </a:moveTo>
                  <a:lnTo>
                    <a:pt x="519430" y="0"/>
                  </a:lnTo>
                  <a:lnTo>
                    <a:pt x="519430" y="2540"/>
                  </a:lnTo>
                  <a:lnTo>
                    <a:pt x="519430" y="3810"/>
                  </a:lnTo>
                  <a:lnTo>
                    <a:pt x="520700" y="3810"/>
                  </a:lnTo>
                  <a:lnTo>
                    <a:pt x="520700" y="2540"/>
                  </a:lnTo>
                  <a:lnTo>
                    <a:pt x="554990" y="2540"/>
                  </a:lnTo>
                  <a:lnTo>
                    <a:pt x="554990" y="0"/>
                  </a:lnTo>
                  <a:close/>
                </a:path>
              </a:pathLst>
            </a:custGeom>
            <a:solidFill>
              <a:srgbClr val="493600"/>
            </a:solidFill>
          </p:spPr>
          <p:txBody>
            <a:bodyPr wrap="square" lIns="0" tIns="0" rIns="0" bIns="0" rtlCol="0"/>
            <a:lstStyle/>
            <a:p/>
          </p:txBody>
        </p:sp>
        <p:sp>
          <p:nvSpPr>
            <p:cNvPr id="536" name="object 536"/>
            <p:cNvSpPr/>
            <p:nvPr/>
          </p:nvSpPr>
          <p:spPr>
            <a:xfrm>
              <a:off x="2369820" y="2940049"/>
              <a:ext cx="553720" cy="6350"/>
            </a:xfrm>
            <a:custGeom>
              <a:avLst/>
              <a:gdLst/>
              <a:ahLst/>
              <a:cxnLst/>
              <a:rect l="l" t="t" r="r" b="b"/>
              <a:pathLst>
                <a:path w="553719" h="6350">
                  <a:moveTo>
                    <a:pt x="210820" y="0"/>
                  </a:moveTo>
                  <a:lnTo>
                    <a:pt x="0" y="0"/>
                  </a:lnTo>
                  <a:lnTo>
                    <a:pt x="0" y="1270"/>
                  </a:lnTo>
                  <a:lnTo>
                    <a:pt x="210820" y="1270"/>
                  </a:lnTo>
                  <a:lnTo>
                    <a:pt x="210820" y="0"/>
                  </a:lnTo>
                  <a:close/>
                </a:path>
                <a:path w="553719" h="6350">
                  <a:moveTo>
                    <a:pt x="214630" y="1270"/>
                  </a:moveTo>
                  <a:lnTo>
                    <a:pt x="213360" y="1270"/>
                  </a:lnTo>
                  <a:lnTo>
                    <a:pt x="213360" y="2540"/>
                  </a:lnTo>
                  <a:lnTo>
                    <a:pt x="0" y="2540"/>
                  </a:lnTo>
                  <a:lnTo>
                    <a:pt x="0" y="3810"/>
                  </a:lnTo>
                  <a:lnTo>
                    <a:pt x="214630" y="3810"/>
                  </a:lnTo>
                  <a:lnTo>
                    <a:pt x="214630" y="2540"/>
                  </a:lnTo>
                  <a:lnTo>
                    <a:pt x="214630" y="1270"/>
                  </a:lnTo>
                  <a:close/>
                </a:path>
                <a:path w="553719" h="6350">
                  <a:moveTo>
                    <a:pt x="219697" y="5080"/>
                  </a:moveTo>
                  <a:lnTo>
                    <a:pt x="218427" y="5080"/>
                  </a:lnTo>
                  <a:lnTo>
                    <a:pt x="218427" y="3810"/>
                  </a:lnTo>
                  <a:lnTo>
                    <a:pt x="215900" y="3810"/>
                  </a:lnTo>
                  <a:lnTo>
                    <a:pt x="215900" y="5080"/>
                  </a:lnTo>
                  <a:lnTo>
                    <a:pt x="1270" y="5080"/>
                  </a:lnTo>
                  <a:lnTo>
                    <a:pt x="1270" y="6350"/>
                  </a:lnTo>
                  <a:lnTo>
                    <a:pt x="219697" y="6350"/>
                  </a:lnTo>
                  <a:lnTo>
                    <a:pt x="219697" y="5080"/>
                  </a:lnTo>
                  <a:close/>
                </a:path>
                <a:path w="553719" h="6350">
                  <a:moveTo>
                    <a:pt x="553720" y="5080"/>
                  </a:moveTo>
                  <a:lnTo>
                    <a:pt x="521970" y="5080"/>
                  </a:lnTo>
                  <a:lnTo>
                    <a:pt x="521970" y="6350"/>
                  </a:lnTo>
                  <a:lnTo>
                    <a:pt x="553720" y="6350"/>
                  </a:lnTo>
                  <a:lnTo>
                    <a:pt x="553720" y="5080"/>
                  </a:lnTo>
                  <a:close/>
                </a:path>
                <a:path w="553719" h="6350">
                  <a:moveTo>
                    <a:pt x="553720" y="2540"/>
                  </a:moveTo>
                  <a:lnTo>
                    <a:pt x="520700" y="2540"/>
                  </a:lnTo>
                  <a:lnTo>
                    <a:pt x="520700" y="3810"/>
                  </a:lnTo>
                  <a:lnTo>
                    <a:pt x="520700" y="5080"/>
                  </a:lnTo>
                  <a:lnTo>
                    <a:pt x="521970" y="5080"/>
                  </a:lnTo>
                  <a:lnTo>
                    <a:pt x="521970" y="3810"/>
                  </a:lnTo>
                  <a:lnTo>
                    <a:pt x="553720" y="3810"/>
                  </a:lnTo>
                  <a:lnTo>
                    <a:pt x="553720" y="2540"/>
                  </a:lnTo>
                  <a:close/>
                </a:path>
                <a:path w="553719" h="6350">
                  <a:moveTo>
                    <a:pt x="553720" y="0"/>
                  </a:moveTo>
                  <a:lnTo>
                    <a:pt x="520700" y="0"/>
                  </a:lnTo>
                  <a:lnTo>
                    <a:pt x="520700" y="1270"/>
                  </a:lnTo>
                  <a:lnTo>
                    <a:pt x="553720" y="1270"/>
                  </a:lnTo>
                  <a:lnTo>
                    <a:pt x="553720" y="0"/>
                  </a:lnTo>
                  <a:close/>
                </a:path>
              </a:pathLst>
            </a:custGeom>
            <a:solidFill>
              <a:srgbClr val="4B3800"/>
            </a:solidFill>
          </p:spPr>
          <p:txBody>
            <a:bodyPr wrap="square" lIns="0" tIns="0" rIns="0" bIns="0" rtlCol="0"/>
            <a:lstStyle/>
            <a:p/>
          </p:txBody>
        </p:sp>
        <p:sp>
          <p:nvSpPr>
            <p:cNvPr id="537" name="object 537"/>
            <p:cNvSpPr/>
            <p:nvPr/>
          </p:nvSpPr>
          <p:spPr>
            <a:xfrm>
              <a:off x="2371090" y="2946399"/>
              <a:ext cx="552450" cy="7620"/>
            </a:xfrm>
            <a:custGeom>
              <a:avLst/>
              <a:gdLst/>
              <a:ahLst/>
              <a:cxnLst/>
              <a:rect l="l" t="t" r="r" b="b"/>
              <a:pathLst>
                <a:path w="552450" h="7619">
                  <a:moveTo>
                    <a:pt x="218427" y="0"/>
                  </a:moveTo>
                  <a:lnTo>
                    <a:pt x="0" y="0"/>
                  </a:lnTo>
                  <a:lnTo>
                    <a:pt x="0" y="1270"/>
                  </a:lnTo>
                  <a:lnTo>
                    <a:pt x="218427" y="1270"/>
                  </a:lnTo>
                  <a:lnTo>
                    <a:pt x="218427" y="0"/>
                  </a:lnTo>
                  <a:close/>
                </a:path>
                <a:path w="552450" h="7619">
                  <a:moveTo>
                    <a:pt x="222250" y="1270"/>
                  </a:moveTo>
                  <a:lnTo>
                    <a:pt x="220980" y="1270"/>
                  </a:lnTo>
                  <a:lnTo>
                    <a:pt x="220980" y="2540"/>
                  </a:lnTo>
                  <a:lnTo>
                    <a:pt x="0" y="2540"/>
                  </a:lnTo>
                  <a:lnTo>
                    <a:pt x="0" y="3810"/>
                  </a:lnTo>
                  <a:lnTo>
                    <a:pt x="0" y="5080"/>
                  </a:lnTo>
                  <a:lnTo>
                    <a:pt x="1270" y="5080"/>
                  </a:lnTo>
                  <a:lnTo>
                    <a:pt x="1270" y="3810"/>
                  </a:lnTo>
                  <a:lnTo>
                    <a:pt x="222250" y="3810"/>
                  </a:lnTo>
                  <a:lnTo>
                    <a:pt x="222250" y="2540"/>
                  </a:lnTo>
                  <a:lnTo>
                    <a:pt x="222250" y="1270"/>
                  </a:lnTo>
                  <a:close/>
                </a:path>
                <a:path w="552450" h="7619">
                  <a:moveTo>
                    <a:pt x="228600" y="5080"/>
                  </a:moveTo>
                  <a:lnTo>
                    <a:pt x="226060" y="5080"/>
                  </a:lnTo>
                  <a:lnTo>
                    <a:pt x="226060" y="3810"/>
                  </a:lnTo>
                  <a:lnTo>
                    <a:pt x="224777" y="3810"/>
                  </a:lnTo>
                  <a:lnTo>
                    <a:pt x="224777" y="5080"/>
                  </a:lnTo>
                  <a:lnTo>
                    <a:pt x="1270" y="5080"/>
                  </a:lnTo>
                  <a:lnTo>
                    <a:pt x="1270" y="7620"/>
                  </a:lnTo>
                  <a:lnTo>
                    <a:pt x="228600" y="7620"/>
                  </a:lnTo>
                  <a:lnTo>
                    <a:pt x="228600" y="5080"/>
                  </a:lnTo>
                  <a:close/>
                </a:path>
                <a:path w="552450" h="7619">
                  <a:moveTo>
                    <a:pt x="552450" y="5080"/>
                  </a:moveTo>
                  <a:lnTo>
                    <a:pt x="521970" y="5080"/>
                  </a:lnTo>
                  <a:lnTo>
                    <a:pt x="521970" y="7620"/>
                  </a:lnTo>
                  <a:lnTo>
                    <a:pt x="552450" y="7620"/>
                  </a:lnTo>
                  <a:lnTo>
                    <a:pt x="552450" y="5080"/>
                  </a:lnTo>
                  <a:close/>
                </a:path>
                <a:path w="552450" h="7619">
                  <a:moveTo>
                    <a:pt x="552450" y="2540"/>
                  </a:moveTo>
                  <a:lnTo>
                    <a:pt x="520700" y="2540"/>
                  </a:lnTo>
                  <a:lnTo>
                    <a:pt x="520700" y="3810"/>
                  </a:lnTo>
                  <a:lnTo>
                    <a:pt x="552450" y="3810"/>
                  </a:lnTo>
                  <a:lnTo>
                    <a:pt x="552450" y="2540"/>
                  </a:lnTo>
                  <a:close/>
                </a:path>
                <a:path w="552450" h="7619">
                  <a:moveTo>
                    <a:pt x="552450" y="0"/>
                  </a:moveTo>
                  <a:lnTo>
                    <a:pt x="520700" y="0"/>
                  </a:lnTo>
                  <a:lnTo>
                    <a:pt x="520700" y="1270"/>
                  </a:lnTo>
                  <a:lnTo>
                    <a:pt x="552450" y="1270"/>
                  </a:lnTo>
                  <a:lnTo>
                    <a:pt x="552450" y="0"/>
                  </a:lnTo>
                  <a:close/>
                </a:path>
              </a:pathLst>
            </a:custGeom>
            <a:solidFill>
              <a:srgbClr val="4D3900"/>
            </a:solidFill>
          </p:spPr>
          <p:txBody>
            <a:bodyPr wrap="square" lIns="0" tIns="0" rIns="0" bIns="0" rtlCol="0"/>
            <a:lstStyle/>
            <a:p/>
          </p:txBody>
        </p:sp>
        <p:sp>
          <p:nvSpPr>
            <p:cNvPr id="538" name="object 538"/>
            <p:cNvSpPr/>
            <p:nvPr/>
          </p:nvSpPr>
          <p:spPr>
            <a:xfrm>
              <a:off x="2372360" y="2954019"/>
              <a:ext cx="551180" cy="7620"/>
            </a:xfrm>
            <a:custGeom>
              <a:avLst/>
              <a:gdLst/>
              <a:ahLst/>
              <a:cxnLst/>
              <a:rect l="l" t="t" r="r" b="b"/>
              <a:pathLst>
                <a:path w="551180" h="7619">
                  <a:moveTo>
                    <a:pt x="231140" y="0"/>
                  </a:moveTo>
                  <a:lnTo>
                    <a:pt x="228600" y="0"/>
                  </a:lnTo>
                  <a:lnTo>
                    <a:pt x="228600" y="1270"/>
                  </a:lnTo>
                  <a:lnTo>
                    <a:pt x="0" y="1270"/>
                  </a:lnTo>
                  <a:lnTo>
                    <a:pt x="0" y="2540"/>
                  </a:lnTo>
                  <a:lnTo>
                    <a:pt x="231140" y="2540"/>
                  </a:lnTo>
                  <a:lnTo>
                    <a:pt x="231140" y="1270"/>
                  </a:lnTo>
                  <a:lnTo>
                    <a:pt x="231140" y="0"/>
                  </a:lnTo>
                  <a:close/>
                </a:path>
                <a:path w="551180" h="7619">
                  <a:moveTo>
                    <a:pt x="236220" y="3810"/>
                  </a:moveTo>
                  <a:lnTo>
                    <a:pt x="234950" y="3810"/>
                  </a:lnTo>
                  <a:lnTo>
                    <a:pt x="234950" y="2540"/>
                  </a:lnTo>
                  <a:lnTo>
                    <a:pt x="232410" y="2540"/>
                  </a:lnTo>
                  <a:lnTo>
                    <a:pt x="232410" y="3810"/>
                  </a:lnTo>
                  <a:lnTo>
                    <a:pt x="1270" y="3810"/>
                  </a:lnTo>
                  <a:lnTo>
                    <a:pt x="1270" y="6350"/>
                  </a:lnTo>
                  <a:lnTo>
                    <a:pt x="1270" y="7620"/>
                  </a:lnTo>
                  <a:lnTo>
                    <a:pt x="2540" y="7620"/>
                  </a:lnTo>
                  <a:lnTo>
                    <a:pt x="2540" y="6350"/>
                  </a:lnTo>
                  <a:lnTo>
                    <a:pt x="236220" y="6350"/>
                  </a:lnTo>
                  <a:lnTo>
                    <a:pt x="236220" y="3810"/>
                  </a:lnTo>
                  <a:close/>
                </a:path>
                <a:path w="551180" h="7619">
                  <a:moveTo>
                    <a:pt x="240030" y="6350"/>
                  </a:moveTo>
                  <a:lnTo>
                    <a:pt x="237490" y="6350"/>
                  </a:lnTo>
                  <a:lnTo>
                    <a:pt x="237490" y="7620"/>
                  </a:lnTo>
                  <a:lnTo>
                    <a:pt x="240030" y="7620"/>
                  </a:lnTo>
                  <a:lnTo>
                    <a:pt x="240030" y="6350"/>
                  </a:lnTo>
                  <a:close/>
                </a:path>
                <a:path w="551180" h="7619">
                  <a:moveTo>
                    <a:pt x="551180" y="3810"/>
                  </a:moveTo>
                  <a:lnTo>
                    <a:pt x="521970" y="3810"/>
                  </a:lnTo>
                  <a:lnTo>
                    <a:pt x="521970" y="6350"/>
                  </a:lnTo>
                  <a:lnTo>
                    <a:pt x="551180" y="6350"/>
                  </a:lnTo>
                  <a:lnTo>
                    <a:pt x="551180" y="3810"/>
                  </a:lnTo>
                  <a:close/>
                </a:path>
                <a:path w="551180" h="7619">
                  <a:moveTo>
                    <a:pt x="551180" y="1270"/>
                  </a:moveTo>
                  <a:lnTo>
                    <a:pt x="520700" y="1270"/>
                  </a:lnTo>
                  <a:lnTo>
                    <a:pt x="520700" y="2540"/>
                  </a:lnTo>
                  <a:lnTo>
                    <a:pt x="520700" y="3810"/>
                  </a:lnTo>
                  <a:lnTo>
                    <a:pt x="521970" y="3810"/>
                  </a:lnTo>
                  <a:lnTo>
                    <a:pt x="521970" y="2540"/>
                  </a:lnTo>
                  <a:lnTo>
                    <a:pt x="551180" y="2540"/>
                  </a:lnTo>
                  <a:lnTo>
                    <a:pt x="551180" y="1270"/>
                  </a:lnTo>
                  <a:close/>
                </a:path>
              </a:pathLst>
            </a:custGeom>
            <a:solidFill>
              <a:srgbClr val="4E3A00"/>
            </a:solidFill>
          </p:spPr>
          <p:txBody>
            <a:bodyPr wrap="square" lIns="0" tIns="0" rIns="0" bIns="0" rtlCol="0"/>
            <a:lstStyle/>
            <a:p/>
          </p:txBody>
        </p:sp>
        <p:sp>
          <p:nvSpPr>
            <p:cNvPr id="539" name="object 539"/>
            <p:cNvSpPr/>
            <p:nvPr/>
          </p:nvSpPr>
          <p:spPr>
            <a:xfrm>
              <a:off x="2374900" y="2961639"/>
              <a:ext cx="548640" cy="6350"/>
            </a:xfrm>
            <a:custGeom>
              <a:avLst/>
              <a:gdLst/>
              <a:ahLst/>
              <a:cxnLst/>
              <a:rect l="l" t="t" r="r" b="b"/>
              <a:pathLst>
                <a:path w="548639" h="6350">
                  <a:moveTo>
                    <a:pt x="237490" y="0"/>
                  </a:moveTo>
                  <a:lnTo>
                    <a:pt x="0" y="0"/>
                  </a:lnTo>
                  <a:lnTo>
                    <a:pt x="0" y="1270"/>
                  </a:lnTo>
                  <a:lnTo>
                    <a:pt x="237490" y="1270"/>
                  </a:lnTo>
                  <a:lnTo>
                    <a:pt x="237490" y="0"/>
                  </a:lnTo>
                  <a:close/>
                </a:path>
                <a:path w="548639" h="6350">
                  <a:moveTo>
                    <a:pt x="242570" y="2540"/>
                  </a:moveTo>
                  <a:lnTo>
                    <a:pt x="241300" y="2540"/>
                  </a:lnTo>
                  <a:lnTo>
                    <a:pt x="241300" y="1270"/>
                  </a:lnTo>
                  <a:lnTo>
                    <a:pt x="238760" y="1270"/>
                  </a:lnTo>
                  <a:lnTo>
                    <a:pt x="238760" y="2540"/>
                  </a:lnTo>
                  <a:lnTo>
                    <a:pt x="0" y="2540"/>
                  </a:lnTo>
                  <a:lnTo>
                    <a:pt x="0" y="5080"/>
                  </a:lnTo>
                  <a:lnTo>
                    <a:pt x="242570" y="5080"/>
                  </a:lnTo>
                  <a:lnTo>
                    <a:pt x="242570" y="2540"/>
                  </a:lnTo>
                  <a:close/>
                </a:path>
                <a:path w="548639" h="6350">
                  <a:moveTo>
                    <a:pt x="246380" y="5080"/>
                  </a:moveTo>
                  <a:lnTo>
                    <a:pt x="245097" y="5080"/>
                  </a:lnTo>
                  <a:lnTo>
                    <a:pt x="245097" y="6350"/>
                  </a:lnTo>
                  <a:lnTo>
                    <a:pt x="246380" y="6350"/>
                  </a:lnTo>
                  <a:lnTo>
                    <a:pt x="246380" y="5080"/>
                  </a:lnTo>
                  <a:close/>
                </a:path>
                <a:path w="548639" h="6350">
                  <a:moveTo>
                    <a:pt x="548640" y="2540"/>
                  </a:moveTo>
                  <a:lnTo>
                    <a:pt x="520700" y="2540"/>
                  </a:lnTo>
                  <a:lnTo>
                    <a:pt x="520700" y="5080"/>
                  </a:lnTo>
                  <a:lnTo>
                    <a:pt x="548640" y="5080"/>
                  </a:lnTo>
                  <a:lnTo>
                    <a:pt x="548640" y="2540"/>
                  </a:lnTo>
                  <a:close/>
                </a:path>
                <a:path w="548639" h="6350">
                  <a:moveTo>
                    <a:pt x="548640" y="0"/>
                  </a:moveTo>
                  <a:lnTo>
                    <a:pt x="519430" y="0"/>
                  </a:lnTo>
                  <a:lnTo>
                    <a:pt x="519430" y="1270"/>
                  </a:lnTo>
                  <a:lnTo>
                    <a:pt x="519430" y="2540"/>
                  </a:lnTo>
                  <a:lnTo>
                    <a:pt x="520700" y="2540"/>
                  </a:lnTo>
                  <a:lnTo>
                    <a:pt x="520700" y="1270"/>
                  </a:lnTo>
                  <a:lnTo>
                    <a:pt x="548640" y="1270"/>
                  </a:lnTo>
                  <a:lnTo>
                    <a:pt x="548640" y="0"/>
                  </a:lnTo>
                  <a:close/>
                </a:path>
              </a:pathLst>
            </a:custGeom>
            <a:solidFill>
              <a:srgbClr val="503C00"/>
            </a:solidFill>
          </p:spPr>
          <p:txBody>
            <a:bodyPr wrap="square" lIns="0" tIns="0" rIns="0" bIns="0" rtlCol="0"/>
            <a:lstStyle/>
            <a:p/>
          </p:txBody>
        </p:sp>
        <p:sp>
          <p:nvSpPr>
            <p:cNvPr id="540" name="object 540"/>
            <p:cNvSpPr/>
            <p:nvPr/>
          </p:nvSpPr>
          <p:spPr>
            <a:xfrm>
              <a:off x="2376170" y="2967989"/>
              <a:ext cx="547370" cy="7620"/>
            </a:xfrm>
            <a:custGeom>
              <a:avLst/>
              <a:gdLst/>
              <a:ahLst/>
              <a:cxnLst/>
              <a:rect l="l" t="t" r="r" b="b"/>
              <a:pathLst>
                <a:path w="547369" h="7619">
                  <a:moveTo>
                    <a:pt x="245110" y="0"/>
                  </a:moveTo>
                  <a:lnTo>
                    <a:pt x="0" y="0"/>
                  </a:lnTo>
                  <a:lnTo>
                    <a:pt x="0" y="1270"/>
                  </a:lnTo>
                  <a:lnTo>
                    <a:pt x="245110" y="1270"/>
                  </a:lnTo>
                  <a:lnTo>
                    <a:pt x="245110" y="0"/>
                  </a:lnTo>
                  <a:close/>
                </a:path>
                <a:path w="547369" h="7619">
                  <a:moveTo>
                    <a:pt x="250177" y="2540"/>
                  </a:moveTo>
                  <a:lnTo>
                    <a:pt x="248920" y="2540"/>
                  </a:lnTo>
                  <a:lnTo>
                    <a:pt x="248920" y="1270"/>
                  </a:lnTo>
                  <a:lnTo>
                    <a:pt x="246380" y="1270"/>
                  </a:lnTo>
                  <a:lnTo>
                    <a:pt x="246380" y="2540"/>
                  </a:lnTo>
                  <a:lnTo>
                    <a:pt x="1270" y="2540"/>
                  </a:lnTo>
                  <a:lnTo>
                    <a:pt x="1270" y="5080"/>
                  </a:lnTo>
                  <a:lnTo>
                    <a:pt x="250177" y="5080"/>
                  </a:lnTo>
                  <a:lnTo>
                    <a:pt x="250177" y="2540"/>
                  </a:lnTo>
                  <a:close/>
                </a:path>
                <a:path w="547369" h="7619">
                  <a:moveTo>
                    <a:pt x="254000" y="5080"/>
                  </a:moveTo>
                  <a:lnTo>
                    <a:pt x="252730" y="5080"/>
                  </a:lnTo>
                  <a:lnTo>
                    <a:pt x="252730" y="6350"/>
                  </a:lnTo>
                  <a:lnTo>
                    <a:pt x="1270" y="6350"/>
                  </a:lnTo>
                  <a:lnTo>
                    <a:pt x="1270" y="7620"/>
                  </a:lnTo>
                  <a:lnTo>
                    <a:pt x="254000" y="7620"/>
                  </a:lnTo>
                  <a:lnTo>
                    <a:pt x="254000" y="6350"/>
                  </a:lnTo>
                  <a:lnTo>
                    <a:pt x="254000" y="5080"/>
                  </a:lnTo>
                  <a:close/>
                </a:path>
                <a:path w="547369" h="7619">
                  <a:moveTo>
                    <a:pt x="547370" y="6350"/>
                  </a:moveTo>
                  <a:lnTo>
                    <a:pt x="520700" y="6350"/>
                  </a:lnTo>
                  <a:lnTo>
                    <a:pt x="520700" y="7620"/>
                  </a:lnTo>
                  <a:lnTo>
                    <a:pt x="547370" y="7620"/>
                  </a:lnTo>
                  <a:lnTo>
                    <a:pt x="547370" y="6350"/>
                  </a:lnTo>
                  <a:close/>
                </a:path>
                <a:path w="547369" h="7619">
                  <a:moveTo>
                    <a:pt x="547370" y="2540"/>
                  </a:moveTo>
                  <a:lnTo>
                    <a:pt x="520700" y="2540"/>
                  </a:lnTo>
                  <a:lnTo>
                    <a:pt x="520700" y="5080"/>
                  </a:lnTo>
                  <a:lnTo>
                    <a:pt x="547370" y="5080"/>
                  </a:lnTo>
                  <a:lnTo>
                    <a:pt x="547370" y="2540"/>
                  </a:lnTo>
                  <a:close/>
                </a:path>
                <a:path w="547369" h="7619">
                  <a:moveTo>
                    <a:pt x="547370" y="0"/>
                  </a:moveTo>
                  <a:lnTo>
                    <a:pt x="519430" y="0"/>
                  </a:lnTo>
                  <a:lnTo>
                    <a:pt x="519430" y="1270"/>
                  </a:lnTo>
                  <a:lnTo>
                    <a:pt x="547370" y="1270"/>
                  </a:lnTo>
                  <a:lnTo>
                    <a:pt x="547370" y="0"/>
                  </a:lnTo>
                  <a:close/>
                </a:path>
              </a:pathLst>
            </a:custGeom>
            <a:solidFill>
              <a:srgbClr val="523D00"/>
            </a:solidFill>
          </p:spPr>
          <p:txBody>
            <a:bodyPr wrap="square" lIns="0" tIns="0" rIns="0" bIns="0" rtlCol="0"/>
            <a:lstStyle/>
            <a:p/>
          </p:txBody>
        </p:sp>
        <p:sp>
          <p:nvSpPr>
            <p:cNvPr id="541" name="object 541"/>
            <p:cNvSpPr/>
            <p:nvPr/>
          </p:nvSpPr>
          <p:spPr>
            <a:xfrm>
              <a:off x="2378710" y="2975609"/>
              <a:ext cx="543560" cy="7620"/>
            </a:xfrm>
            <a:custGeom>
              <a:avLst/>
              <a:gdLst/>
              <a:ahLst/>
              <a:cxnLst/>
              <a:rect l="l" t="t" r="r" b="b"/>
              <a:pathLst>
                <a:path w="543560" h="7619">
                  <a:moveTo>
                    <a:pt x="257810" y="1270"/>
                  </a:moveTo>
                  <a:lnTo>
                    <a:pt x="256540" y="1270"/>
                  </a:lnTo>
                  <a:lnTo>
                    <a:pt x="256540" y="0"/>
                  </a:lnTo>
                  <a:lnTo>
                    <a:pt x="254000" y="0"/>
                  </a:lnTo>
                  <a:lnTo>
                    <a:pt x="254000" y="1270"/>
                  </a:lnTo>
                  <a:lnTo>
                    <a:pt x="0" y="1270"/>
                  </a:lnTo>
                  <a:lnTo>
                    <a:pt x="0" y="3810"/>
                  </a:lnTo>
                  <a:lnTo>
                    <a:pt x="0" y="5080"/>
                  </a:lnTo>
                  <a:lnTo>
                    <a:pt x="1270" y="5080"/>
                  </a:lnTo>
                  <a:lnTo>
                    <a:pt x="1270" y="3810"/>
                  </a:lnTo>
                  <a:lnTo>
                    <a:pt x="257810" y="3810"/>
                  </a:lnTo>
                  <a:lnTo>
                    <a:pt x="257810" y="1270"/>
                  </a:lnTo>
                  <a:close/>
                </a:path>
                <a:path w="543560" h="7619">
                  <a:moveTo>
                    <a:pt x="261620" y="3810"/>
                  </a:moveTo>
                  <a:lnTo>
                    <a:pt x="260350" y="3810"/>
                  </a:lnTo>
                  <a:lnTo>
                    <a:pt x="260350" y="5080"/>
                  </a:lnTo>
                  <a:lnTo>
                    <a:pt x="1270" y="5080"/>
                  </a:lnTo>
                  <a:lnTo>
                    <a:pt x="1270" y="6350"/>
                  </a:lnTo>
                  <a:lnTo>
                    <a:pt x="261620" y="6350"/>
                  </a:lnTo>
                  <a:lnTo>
                    <a:pt x="261620" y="5080"/>
                  </a:lnTo>
                  <a:lnTo>
                    <a:pt x="261620" y="3810"/>
                  </a:lnTo>
                  <a:close/>
                </a:path>
                <a:path w="543560" h="7619">
                  <a:moveTo>
                    <a:pt x="266700" y="6350"/>
                  </a:moveTo>
                  <a:lnTo>
                    <a:pt x="264160" y="6350"/>
                  </a:lnTo>
                  <a:lnTo>
                    <a:pt x="264160" y="7620"/>
                  </a:lnTo>
                  <a:lnTo>
                    <a:pt x="266700" y="7620"/>
                  </a:lnTo>
                  <a:lnTo>
                    <a:pt x="266700" y="6350"/>
                  </a:lnTo>
                  <a:close/>
                </a:path>
                <a:path w="543560" h="7619">
                  <a:moveTo>
                    <a:pt x="543560" y="0"/>
                  </a:moveTo>
                  <a:lnTo>
                    <a:pt x="537210" y="0"/>
                  </a:lnTo>
                  <a:lnTo>
                    <a:pt x="537210" y="1270"/>
                  </a:lnTo>
                  <a:lnTo>
                    <a:pt x="543560" y="1270"/>
                  </a:lnTo>
                  <a:lnTo>
                    <a:pt x="543560" y="0"/>
                  </a:lnTo>
                  <a:close/>
                </a:path>
              </a:pathLst>
            </a:custGeom>
            <a:solidFill>
              <a:srgbClr val="543F00"/>
            </a:solidFill>
          </p:spPr>
          <p:txBody>
            <a:bodyPr wrap="square" lIns="0" tIns="0" rIns="0" bIns="0" rtlCol="0"/>
            <a:lstStyle/>
            <a:p/>
          </p:txBody>
        </p:sp>
        <p:sp>
          <p:nvSpPr>
            <p:cNvPr id="542" name="object 542"/>
            <p:cNvSpPr/>
            <p:nvPr/>
          </p:nvSpPr>
          <p:spPr>
            <a:xfrm>
              <a:off x="2379980" y="2983229"/>
              <a:ext cx="275590" cy="6350"/>
            </a:xfrm>
            <a:custGeom>
              <a:avLst/>
              <a:gdLst/>
              <a:ahLst/>
              <a:cxnLst/>
              <a:rect l="l" t="t" r="r" b="b"/>
              <a:pathLst>
                <a:path w="275589" h="6350">
                  <a:moveTo>
                    <a:pt x="266700" y="0"/>
                  </a:moveTo>
                  <a:lnTo>
                    <a:pt x="0" y="0"/>
                  </a:lnTo>
                  <a:lnTo>
                    <a:pt x="0" y="2540"/>
                  </a:lnTo>
                  <a:lnTo>
                    <a:pt x="266700" y="2540"/>
                  </a:lnTo>
                  <a:lnTo>
                    <a:pt x="266700" y="0"/>
                  </a:lnTo>
                  <a:close/>
                </a:path>
                <a:path w="275589" h="6350">
                  <a:moveTo>
                    <a:pt x="271780" y="2540"/>
                  </a:moveTo>
                  <a:lnTo>
                    <a:pt x="269240" y="2540"/>
                  </a:lnTo>
                  <a:lnTo>
                    <a:pt x="269240" y="3810"/>
                  </a:lnTo>
                  <a:lnTo>
                    <a:pt x="1270" y="3810"/>
                  </a:lnTo>
                  <a:lnTo>
                    <a:pt x="1270" y="5080"/>
                  </a:lnTo>
                  <a:lnTo>
                    <a:pt x="1270" y="6350"/>
                  </a:lnTo>
                  <a:lnTo>
                    <a:pt x="2540" y="6350"/>
                  </a:lnTo>
                  <a:lnTo>
                    <a:pt x="2540" y="5080"/>
                  </a:lnTo>
                  <a:lnTo>
                    <a:pt x="271780" y="5080"/>
                  </a:lnTo>
                  <a:lnTo>
                    <a:pt x="271780" y="3810"/>
                  </a:lnTo>
                  <a:lnTo>
                    <a:pt x="271780" y="2540"/>
                  </a:lnTo>
                  <a:close/>
                </a:path>
                <a:path w="275589" h="6350">
                  <a:moveTo>
                    <a:pt x="275590" y="5080"/>
                  </a:moveTo>
                  <a:lnTo>
                    <a:pt x="273050" y="5080"/>
                  </a:lnTo>
                  <a:lnTo>
                    <a:pt x="273050" y="6350"/>
                  </a:lnTo>
                  <a:lnTo>
                    <a:pt x="275590" y="6350"/>
                  </a:lnTo>
                  <a:lnTo>
                    <a:pt x="275590" y="5080"/>
                  </a:lnTo>
                  <a:close/>
                </a:path>
              </a:pathLst>
            </a:custGeom>
            <a:solidFill>
              <a:srgbClr val="564000"/>
            </a:solidFill>
          </p:spPr>
          <p:txBody>
            <a:bodyPr wrap="square" lIns="0" tIns="0" rIns="0" bIns="0" rtlCol="0"/>
            <a:lstStyle/>
            <a:p/>
          </p:txBody>
        </p:sp>
        <p:sp>
          <p:nvSpPr>
            <p:cNvPr id="543" name="object 543"/>
            <p:cNvSpPr/>
            <p:nvPr/>
          </p:nvSpPr>
          <p:spPr>
            <a:xfrm>
              <a:off x="2382520" y="2989579"/>
              <a:ext cx="285750" cy="7620"/>
            </a:xfrm>
            <a:custGeom>
              <a:avLst/>
              <a:gdLst/>
              <a:ahLst/>
              <a:cxnLst/>
              <a:rect l="l" t="t" r="r" b="b"/>
              <a:pathLst>
                <a:path w="285750" h="7619">
                  <a:moveTo>
                    <a:pt x="275577" y="0"/>
                  </a:moveTo>
                  <a:lnTo>
                    <a:pt x="0" y="0"/>
                  </a:lnTo>
                  <a:lnTo>
                    <a:pt x="0" y="2540"/>
                  </a:lnTo>
                  <a:lnTo>
                    <a:pt x="275577" y="2540"/>
                  </a:lnTo>
                  <a:lnTo>
                    <a:pt x="275577" y="0"/>
                  </a:lnTo>
                  <a:close/>
                </a:path>
                <a:path w="285750" h="7619">
                  <a:moveTo>
                    <a:pt x="279400" y="2540"/>
                  </a:moveTo>
                  <a:lnTo>
                    <a:pt x="276847" y="2540"/>
                  </a:lnTo>
                  <a:lnTo>
                    <a:pt x="276847" y="3810"/>
                  </a:lnTo>
                  <a:lnTo>
                    <a:pt x="1270" y="3810"/>
                  </a:lnTo>
                  <a:lnTo>
                    <a:pt x="1270" y="5080"/>
                  </a:lnTo>
                  <a:lnTo>
                    <a:pt x="1270" y="6350"/>
                  </a:lnTo>
                  <a:lnTo>
                    <a:pt x="2540" y="6350"/>
                  </a:lnTo>
                  <a:lnTo>
                    <a:pt x="2540" y="5080"/>
                  </a:lnTo>
                  <a:lnTo>
                    <a:pt x="279400" y="5080"/>
                  </a:lnTo>
                  <a:lnTo>
                    <a:pt x="279400" y="3810"/>
                  </a:lnTo>
                  <a:lnTo>
                    <a:pt x="279400" y="2540"/>
                  </a:lnTo>
                  <a:close/>
                </a:path>
                <a:path w="285750" h="7619">
                  <a:moveTo>
                    <a:pt x="285750" y="6350"/>
                  </a:moveTo>
                  <a:lnTo>
                    <a:pt x="283210" y="6350"/>
                  </a:lnTo>
                  <a:lnTo>
                    <a:pt x="283210" y="5080"/>
                  </a:lnTo>
                  <a:lnTo>
                    <a:pt x="280670" y="5080"/>
                  </a:lnTo>
                  <a:lnTo>
                    <a:pt x="280670" y="6350"/>
                  </a:lnTo>
                  <a:lnTo>
                    <a:pt x="2540" y="6350"/>
                  </a:lnTo>
                  <a:lnTo>
                    <a:pt x="2540" y="7620"/>
                  </a:lnTo>
                  <a:lnTo>
                    <a:pt x="285750" y="7620"/>
                  </a:lnTo>
                  <a:lnTo>
                    <a:pt x="285750" y="6350"/>
                  </a:lnTo>
                  <a:close/>
                </a:path>
              </a:pathLst>
            </a:custGeom>
            <a:solidFill>
              <a:srgbClr val="584100"/>
            </a:solidFill>
          </p:spPr>
          <p:txBody>
            <a:bodyPr wrap="square" lIns="0" tIns="0" rIns="0" bIns="0" rtlCol="0"/>
            <a:lstStyle/>
            <a:p/>
          </p:txBody>
        </p:sp>
        <p:sp>
          <p:nvSpPr>
            <p:cNvPr id="544" name="object 544"/>
            <p:cNvSpPr/>
            <p:nvPr/>
          </p:nvSpPr>
          <p:spPr>
            <a:xfrm>
              <a:off x="2385060" y="2997199"/>
              <a:ext cx="293370" cy="7620"/>
            </a:xfrm>
            <a:custGeom>
              <a:avLst/>
              <a:gdLst/>
              <a:ahLst/>
              <a:cxnLst/>
              <a:rect l="l" t="t" r="r" b="b"/>
              <a:pathLst>
                <a:path w="293369" h="7619">
                  <a:moveTo>
                    <a:pt x="283210" y="0"/>
                  </a:moveTo>
                  <a:lnTo>
                    <a:pt x="0" y="0"/>
                  </a:lnTo>
                  <a:lnTo>
                    <a:pt x="0" y="1270"/>
                  </a:lnTo>
                  <a:lnTo>
                    <a:pt x="283210" y="1270"/>
                  </a:lnTo>
                  <a:lnTo>
                    <a:pt x="283210" y="0"/>
                  </a:lnTo>
                  <a:close/>
                </a:path>
                <a:path w="293369" h="7619">
                  <a:moveTo>
                    <a:pt x="287020" y="1270"/>
                  </a:moveTo>
                  <a:lnTo>
                    <a:pt x="284480" y="1270"/>
                  </a:lnTo>
                  <a:lnTo>
                    <a:pt x="284480" y="2540"/>
                  </a:lnTo>
                  <a:lnTo>
                    <a:pt x="1270" y="2540"/>
                  </a:lnTo>
                  <a:lnTo>
                    <a:pt x="1270" y="3810"/>
                  </a:lnTo>
                  <a:lnTo>
                    <a:pt x="287020" y="3810"/>
                  </a:lnTo>
                  <a:lnTo>
                    <a:pt x="287020" y="2540"/>
                  </a:lnTo>
                  <a:lnTo>
                    <a:pt x="287020" y="1270"/>
                  </a:lnTo>
                  <a:close/>
                </a:path>
                <a:path w="293369" h="7619">
                  <a:moveTo>
                    <a:pt x="293370" y="5080"/>
                  </a:moveTo>
                  <a:lnTo>
                    <a:pt x="292100" y="5080"/>
                  </a:lnTo>
                  <a:lnTo>
                    <a:pt x="292100" y="3810"/>
                  </a:lnTo>
                  <a:lnTo>
                    <a:pt x="289560" y="3810"/>
                  </a:lnTo>
                  <a:lnTo>
                    <a:pt x="289560" y="5080"/>
                  </a:lnTo>
                  <a:lnTo>
                    <a:pt x="2540" y="5080"/>
                  </a:lnTo>
                  <a:lnTo>
                    <a:pt x="2540" y="7620"/>
                  </a:lnTo>
                  <a:lnTo>
                    <a:pt x="293370" y="7620"/>
                  </a:lnTo>
                  <a:lnTo>
                    <a:pt x="293370" y="5080"/>
                  </a:lnTo>
                  <a:close/>
                </a:path>
              </a:pathLst>
            </a:custGeom>
            <a:solidFill>
              <a:srgbClr val="5A4300"/>
            </a:solidFill>
          </p:spPr>
          <p:txBody>
            <a:bodyPr wrap="square" lIns="0" tIns="0" rIns="0" bIns="0" rtlCol="0"/>
            <a:lstStyle/>
            <a:p/>
          </p:txBody>
        </p:sp>
        <p:sp>
          <p:nvSpPr>
            <p:cNvPr id="545" name="object 545"/>
            <p:cNvSpPr/>
            <p:nvPr/>
          </p:nvSpPr>
          <p:spPr>
            <a:xfrm>
              <a:off x="2388870" y="3004819"/>
              <a:ext cx="306070" cy="7620"/>
            </a:xfrm>
            <a:custGeom>
              <a:avLst/>
              <a:gdLst/>
              <a:ahLst/>
              <a:cxnLst/>
              <a:rect l="l" t="t" r="r" b="b"/>
              <a:pathLst>
                <a:path w="306069" h="7619">
                  <a:moveTo>
                    <a:pt x="294627" y="0"/>
                  </a:moveTo>
                  <a:lnTo>
                    <a:pt x="292100" y="0"/>
                  </a:lnTo>
                  <a:lnTo>
                    <a:pt x="292100" y="1270"/>
                  </a:lnTo>
                  <a:lnTo>
                    <a:pt x="0" y="1270"/>
                  </a:lnTo>
                  <a:lnTo>
                    <a:pt x="0" y="2540"/>
                  </a:lnTo>
                  <a:lnTo>
                    <a:pt x="0" y="3810"/>
                  </a:lnTo>
                  <a:lnTo>
                    <a:pt x="1270" y="3810"/>
                  </a:lnTo>
                  <a:lnTo>
                    <a:pt x="1270" y="2540"/>
                  </a:lnTo>
                  <a:lnTo>
                    <a:pt x="294627" y="2540"/>
                  </a:lnTo>
                  <a:lnTo>
                    <a:pt x="294627" y="1270"/>
                  </a:lnTo>
                  <a:lnTo>
                    <a:pt x="294627" y="0"/>
                  </a:lnTo>
                  <a:close/>
                </a:path>
                <a:path w="306069" h="7619">
                  <a:moveTo>
                    <a:pt x="300977" y="3810"/>
                  </a:moveTo>
                  <a:lnTo>
                    <a:pt x="299720" y="3810"/>
                  </a:lnTo>
                  <a:lnTo>
                    <a:pt x="299720" y="2540"/>
                  </a:lnTo>
                  <a:lnTo>
                    <a:pt x="297180" y="2540"/>
                  </a:lnTo>
                  <a:lnTo>
                    <a:pt x="297180" y="3810"/>
                  </a:lnTo>
                  <a:lnTo>
                    <a:pt x="1270" y="3810"/>
                  </a:lnTo>
                  <a:lnTo>
                    <a:pt x="1270" y="6350"/>
                  </a:lnTo>
                  <a:lnTo>
                    <a:pt x="300977" y="6350"/>
                  </a:lnTo>
                  <a:lnTo>
                    <a:pt x="300977" y="3810"/>
                  </a:lnTo>
                  <a:close/>
                </a:path>
                <a:path w="306069" h="7619">
                  <a:moveTo>
                    <a:pt x="306070" y="6350"/>
                  </a:moveTo>
                  <a:lnTo>
                    <a:pt x="303530" y="6350"/>
                  </a:lnTo>
                  <a:lnTo>
                    <a:pt x="303530" y="7620"/>
                  </a:lnTo>
                  <a:lnTo>
                    <a:pt x="306070" y="7620"/>
                  </a:lnTo>
                  <a:lnTo>
                    <a:pt x="306070" y="6350"/>
                  </a:lnTo>
                  <a:close/>
                </a:path>
              </a:pathLst>
            </a:custGeom>
            <a:solidFill>
              <a:srgbClr val="5C4400"/>
            </a:solidFill>
          </p:spPr>
          <p:txBody>
            <a:bodyPr wrap="square" lIns="0" tIns="0" rIns="0" bIns="0" rtlCol="0"/>
            <a:lstStyle/>
            <a:p/>
          </p:txBody>
        </p:sp>
        <p:sp>
          <p:nvSpPr>
            <p:cNvPr id="546" name="object 546"/>
            <p:cNvSpPr/>
            <p:nvPr/>
          </p:nvSpPr>
          <p:spPr>
            <a:xfrm>
              <a:off x="2391410" y="3012439"/>
              <a:ext cx="314960" cy="6350"/>
            </a:xfrm>
            <a:custGeom>
              <a:avLst/>
              <a:gdLst/>
              <a:ahLst/>
              <a:cxnLst/>
              <a:rect l="l" t="t" r="r" b="b"/>
              <a:pathLst>
                <a:path w="314960" h="6350">
                  <a:moveTo>
                    <a:pt x="303530" y="0"/>
                  </a:moveTo>
                  <a:lnTo>
                    <a:pt x="0" y="0"/>
                  </a:lnTo>
                  <a:lnTo>
                    <a:pt x="0" y="1270"/>
                  </a:lnTo>
                  <a:lnTo>
                    <a:pt x="0" y="2540"/>
                  </a:lnTo>
                  <a:lnTo>
                    <a:pt x="1270" y="2540"/>
                  </a:lnTo>
                  <a:lnTo>
                    <a:pt x="1270" y="1270"/>
                  </a:lnTo>
                  <a:lnTo>
                    <a:pt x="303530" y="1270"/>
                  </a:lnTo>
                  <a:lnTo>
                    <a:pt x="303530" y="0"/>
                  </a:lnTo>
                  <a:close/>
                </a:path>
                <a:path w="314960" h="6350">
                  <a:moveTo>
                    <a:pt x="309880" y="2540"/>
                  </a:moveTo>
                  <a:lnTo>
                    <a:pt x="307340" y="2540"/>
                  </a:lnTo>
                  <a:lnTo>
                    <a:pt x="307340" y="1270"/>
                  </a:lnTo>
                  <a:lnTo>
                    <a:pt x="306070" y="1270"/>
                  </a:lnTo>
                  <a:lnTo>
                    <a:pt x="306070" y="2540"/>
                  </a:lnTo>
                  <a:lnTo>
                    <a:pt x="1270" y="2540"/>
                  </a:lnTo>
                  <a:lnTo>
                    <a:pt x="1270" y="5080"/>
                  </a:lnTo>
                  <a:lnTo>
                    <a:pt x="309880" y="5080"/>
                  </a:lnTo>
                  <a:lnTo>
                    <a:pt x="309880" y="2540"/>
                  </a:lnTo>
                  <a:close/>
                </a:path>
                <a:path w="314960" h="6350">
                  <a:moveTo>
                    <a:pt x="314960" y="5080"/>
                  </a:moveTo>
                  <a:lnTo>
                    <a:pt x="312420" y="5080"/>
                  </a:lnTo>
                  <a:lnTo>
                    <a:pt x="312420" y="6350"/>
                  </a:lnTo>
                  <a:lnTo>
                    <a:pt x="314960" y="6350"/>
                  </a:lnTo>
                  <a:lnTo>
                    <a:pt x="314960" y="5080"/>
                  </a:lnTo>
                  <a:close/>
                </a:path>
              </a:pathLst>
            </a:custGeom>
            <a:solidFill>
              <a:srgbClr val="5E4600"/>
            </a:solidFill>
          </p:spPr>
          <p:txBody>
            <a:bodyPr wrap="square" lIns="0" tIns="0" rIns="0" bIns="0" rtlCol="0"/>
            <a:lstStyle/>
            <a:p/>
          </p:txBody>
        </p:sp>
        <p:sp>
          <p:nvSpPr>
            <p:cNvPr id="547" name="object 547"/>
            <p:cNvSpPr/>
            <p:nvPr/>
          </p:nvSpPr>
          <p:spPr>
            <a:xfrm>
              <a:off x="2393950" y="3018789"/>
              <a:ext cx="323850" cy="7620"/>
            </a:xfrm>
            <a:custGeom>
              <a:avLst/>
              <a:gdLst/>
              <a:ahLst/>
              <a:cxnLst/>
              <a:rect l="l" t="t" r="r" b="b"/>
              <a:pathLst>
                <a:path w="323850" h="7619">
                  <a:moveTo>
                    <a:pt x="312420" y="0"/>
                  </a:moveTo>
                  <a:lnTo>
                    <a:pt x="0" y="0"/>
                  </a:lnTo>
                  <a:lnTo>
                    <a:pt x="0" y="1270"/>
                  </a:lnTo>
                  <a:lnTo>
                    <a:pt x="312420" y="1270"/>
                  </a:lnTo>
                  <a:lnTo>
                    <a:pt x="312420" y="0"/>
                  </a:lnTo>
                  <a:close/>
                </a:path>
                <a:path w="323850" h="7619">
                  <a:moveTo>
                    <a:pt x="318770" y="2540"/>
                  </a:moveTo>
                  <a:lnTo>
                    <a:pt x="316230" y="2540"/>
                  </a:lnTo>
                  <a:lnTo>
                    <a:pt x="316230" y="1270"/>
                  </a:lnTo>
                  <a:lnTo>
                    <a:pt x="314947" y="1270"/>
                  </a:lnTo>
                  <a:lnTo>
                    <a:pt x="314947" y="2540"/>
                  </a:lnTo>
                  <a:lnTo>
                    <a:pt x="2540" y="2540"/>
                  </a:lnTo>
                  <a:lnTo>
                    <a:pt x="2540" y="5080"/>
                  </a:lnTo>
                  <a:lnTo>
                    <a:pt x="2540" y="6350"/>
                  </a:lnTo>
                  <a:lnTo>
                    <a:pt x="3810" y="6350"/>
                  </a:lnTo>
                  <a:lnTo>
                    <a:pt x="3810" y="5080"/>
                  </a:lnTo>
                  <a:lnTo>
                    <a:pt x="318770" y="5080"/>
                  </a:lnTo>
                  <a:lnTo>
                    <a:pt x="318770" y="2540"/>
                  </a:lnTo>
                  <a:close/>
                </a:path>
                <a:path w="323850" h="7619">
                  <a:moveTo>
                    <a:pt x="323850" y="5080"/>
                  </a:moveTo>
                  <a:lnTo>
                    <a:pt x="321297" y="5080"/>
                  </a:lnTo>
                  <a:lnTo>
                    <a:pt x="321297" y="6350"/>
                  </a:lnTo>
                  <a:lnTo>
                    <a:pt x="3810" y="6350"/>
                  </a:lnTo>
                  <a:lnTo>
                    <a:pt x="3810" y="7620"/>
                  </a:lnTo>
                  <a:lnTo>
                    <a:pt x="323850" y="7620"/>
                  </a:lnTo>
                  <a:lnTo>
                    <a:pt x="323850" y="6350"/>
                  </a:lnTo>
                  <a:lnTo>
                    <a:pt x="323850" y="5080"/>
                  </a:lnTo>
                  <a:close/>
                </a:path>
              </a:pathLst>
            </a:custGeom>
            <a:solidFill>
              <a:srgbClr val="604700"/>
            </a:solidFill>
          </p:spPr>
          <p:txBody>
            <a:bodyPr wrap="square" lIns="0" tIns="0" rIns="0" bIns="0" rtlCol="0"/>
            <a:lstStyle/>
            <a:p/>
          </p:txBody>
        </p:sp>
        <p:sp>
          <p:nvSpPr>
            <p:cNvPr id="548" name="object 548"/>
            <p:cNvSpPr/>
            <p:nvPr/>
          </p:nvSpPr>
          <p:spPr>
            <a:xfrm>
              <a:off x="2397760" y="3026409"/>
              <a:ext cx="334010" cy="7620"/>
            </a:xfrm>
            <a:custGeom>
              <a:avLst/>
              <a:gdLst/>
              <a:ahLst/>
              <a:cxnLst/>
              <a:rect l="l" t="t" r="r" b="b"/>
              <a:pathLst>
                <a:path w="334010" h="7619">
                  <a:moveTo>
                    <a:pt x="1270" y="0"/>
                  </a:moveTo>
                  <a:lnTo>
                    <a:pt x="0" y="0"/>
                  </a:lnTo>
                  <a:lnTo>
                    <a:pt x="0" y="1270"/>
                  </a:lnTo>
                  <a:lnTo>
                    <a:pt x="1270" y="1270"/>
                  </a:lnTo>
                  <a:lnTo>
                    <a:pt x="1270" y="0"/>
                  </a:lnTo>
                  <a:close/>
                </a:path>
                <a:path w="334010" h="7619">
                  <a:moveTo>
                    <a:pt x="326390" y="1270"/>
                  </a:moveTo>
                  <a:lnTo>
                    <a:pt x="323850" y="1270"/>
                  </a:lnTo>
                  <a:lnTo>
                    <a:pt x="323850" y="0"/>
                  </a:lnTo>
                  <a:lnTo>
                    <a:pt x="321310" y="0"/>
                  </a:lnTo>
                  <a:lnTo>
                    <a:pt x="321310" y="1270"/>
                  </a:lnTo>
                  <a:lnTo>
                    <a:pt x="1270" y="1270"/>
                  </a:lnTo>
                  <a:lnTo>
                    <a:pt x="1270" y="3810"/>
                  </a:lnTo>
                  <a:lnTo>
                    <a:pt x="2540" y="3810"/>
                  </a:lnTo>
                  <a:lnTo>
                    <a:pt x="2540" y="5080"/>
                  </a:lnTo>
                  <a:lnTo>
                    <a:pt x="3810" y="5080"/>
                  </a:lnTo>
                  <a:lnTo>
                    <a:pt x="3810" y="3810"/>
                  </a:lnTo>
                  <a:lnTo>
                    <a:pt x="326390" y="3810"/>
                  </a:lnTo>
                  <a:lnTo>
                    <a:pt x="326390" y="1270"/>
                  </a:lnTo>
                  <a:close/>
                </a:path>
                <a:path w="334010" h="7619">
                  <a:moveTo>
                    <a:pt x="330187" y="3810"/>
                  </a:moveTo>
                  <a:lnTo>
                    <a:pt x="327660" y="3810"/>
                  </a:lnTo>
                  <a:lnTo>
                    <a:pt x="327660" y="5080"/>
                  </a:lnTo>
                  <a:lnTo>
                    <a:pt x="3810" y="5080"/>
                  </a:lnTo>
                  <a:lnTo>
                    <a:pt x="3810" y="6350"/>
                  </a:lnTo>
                  <a:lnTo>
                    <a:pt x="3810" y="7620"/>
                  </a:lnTo>
                  <a:lnTo>
                    <a:pt x="5080" y="7620"/>
                  </a:lnTo>
                  <a:lnTo>
                    <a:pt x="5080" y="6350"/>
                  </a:lnTo>
                  <a:lnTo>
                    <a:pt x="330187" y="6350"/>
                  </a:lnTo>
                  <a:lnTo>
                    <a:pt x="330187" y="5080"/>
                  </a:lnTo>
                  <a:lnTo>
                    <a:pt x="330187" y="3810"/>
                  </a:lnTo>
                  <a:close/>
                </a:path>
                <a:path w="334010" h="7619">
                  <a:moveTo>
                    <a:pt x="334010" y="6350"/>
                  </a:moveTo>
                  <a:lnTo>
                    <a:pt x="331470" y="6350"/>
                  </a:lnTo>
                  <a:lnTo>
                    <a:pt x="331470" y="7620"/>
                  </a:lnTo>
                  <a:lnTo>
                    <a:pt x="334010" y="7620"/>
                  </a:lnTo>
                  <a:lnTo>
                    <a:pt x="334010" y="6350"/>
                  </a:lnTo>
                  <a:close/>
                </a:path>
              </a:pathLst>
            </a:custGeom>
            <a:solidFill>
              <a:srgbClr val="614900"/>
            </a:solidFill>
          </p:spPr>
          <p:txBody>
            <a:bodyPr wrap="square" lIns="0" tIns="0" rIns="0" bIns="0" rtlCol="0"/>
            <a:lstStyle/>
            <a:p/>
          </p:txBody>
        </p:sp>
        <p:sp>
          <p:nvSpPr>
            <p:cNvPr id="549" name="object 549"/>
            <p:cNvSpPr/>
            <p:nvPr/>
          </p:nvSpPr>
          <p:spPr>
            <a:xfrm>
              <a:off x="2402840" y="3034029"/>
              <a:ext cx="339090" cy="6350"/>
            </a:xfrm>
            <a:custGeom>
              <a:avLst/>
              <a:gdLst/>
              <a:ahLst/>
              <a:cxnLst/>
              <a:rect l="l" t="t" r="r" b="b"/>
              <a:pathLst>
                <a:path w="339089" h="6350">
                  <a:moveTo>
                    <a:pt x="331457" y="0"/>
                  </a:moveTo>
                  <a:lnTo>
                    <a:pt x="0" y="0"/>
                  </a:lnTo>
                  <a:lnTo>
                    <a:pt x="0" y="2540"/>
                  </a:lnTo>
                  <a:lnTo>
                    <a:pt x="331457" y="2540"/>
                  </a:lnTo>
                  <a:lnTo>
                    <a:pt x="331457" y="0"/>
                  </a:lnTo>
                  <a:close/>
                </a:path>
                <a:path w="339089" h="6350">
                  <a:moveTo>
                    <a:pt x="335280" y="2540"/>
                  </a:moveTo>
                  <a:lnTo>
                    <a:pt x="332740" y="2540"/>
                  </a:lnTo>
                  <a:lnTo>
                    <a:pt x="332740" y="3810"/>
                  </a:lnTo>
                  <a:lnTo>
                    <a:pt x="1270" y="3810"/>
                  </a:lnTo>
                  <a:lnTo>
                    <a:pt x="1270" y="5080"/>
                  </a:lnTo>
                  <a:lnTo>
                    <a:pt x="335280" y="5080"/>
                  </a:lnTo>
                  <a:lnTo>
                    <a:pt x="335280" y="3810"/>
                  </a:lnTo>
                  <a:lnTo>
                    <a:pt x="335280" y="2540"/>
                  </a:lnTo>
                  <a:close/>
                </a:path>
                <a:path w="339089" h="6350">
                  <a:moveTo>
                    <a:pt x="339090" y="5080"/>
                  </a:moveTo>
                  <a:lnTo>
                    <a:pt x="336550" y="5080"/>
                  </a:lnTo>
                  <a:lnTo>
                    <a:pt x="336550" y="6350"/>
                  </a:lnTo>
                  <a:lnTo>
                    <a:pt x="339090" y="6350"/>
                  </a:lnTo>
                  <a:lnTo>
                    <a:pt x="339090" y="5080"/>
                  </a:lnTo>
                  <a:close/>
                </a:path>
              </a:pathLst>
            </a:custGeom>
            <a:solidFill>
              <a:srgbClr val="634A00"/>
            </a:solidFill>
          </p:spPr>
          <p:txBody>
            <a:bodyPr wrap="square" lIns="0" tIns="0" rIns="0" bIns="0" rtlCol="0"/>
            <a:lstStyle/>
            <a:p/>
          </p:txBody>
        </p:sp>
        <p:sp>
          <p:nvSpPr>
            <p:cNvPr id="550" name="object 550"/>
            <p:cNvSpPr/>
            <p:nvPr/>
          </p:nvSpPr>
          <p:spPr>
            <a:xfrm>
              <a:off x="2406650" y="3040379"/>
              <a:ext cx="347980" cy="7620"/>
            </a:xfrm>
            <a:custGeom>
              <a:avLst/>
              <a:gdLst/>
              <a:ahLst/>
              <a:cxnLst/>
              <a:rect l="l" t="t" r="r" b="b"/>
              <a:pathLst>
                <a:path w="347980" h="7619">
                  <a:moveTo>
                    <a:pt x="337820" y="0"/>
                  </a:moveTo>
                  <a:lnTo>
                    <a:pt x="0" y="0"/>
                  </a:lnTo>
                  <a:lnTo>
                    <a:pt x="0" y="2540"/>
                  </a:lnTo>
                  <a:lnTo>
                    <a:pt x="0" y="3810"/>
                  </a:lnTo>
                  <a:lnTo>
                    <a:pt x="1270" y="3810"/>
                  </a:lnTo>
                  <a:lnTo>
                    <a:pt x="1270" y="2540"/>
                  </a:lnTo>
                  <a:lnTo>
                    <a:pt x="337820" y="2540"/>
                  </a:lnTo>
                  <a:lnTo>
                    <a:pt x="337820" y="0"/>
                  </a:lnTo>
                  <a:close/>
                </a:path>
                <a:path w="347980" h="7619">
                  <a:moveTo>
                    <a:pt x="341630" y="2540"/>
                  </a:moveTo>
                  <a:lnTo>
                    <a:pt x="339090" y="2540"/>
                  </a:lnTo>
                  <a:lnTo>
                    <a:pt x="339090" y="3810"/>
                  </a:lnTo>
                  <a:lnTo>
                    <a:pt x="1270" y="3810"/>
                  </a:lnTo>
                  <a:lnTo>
                    <a:pt x="1270" y="5080"/>
                  </a:lnTo>
                  <a:lnTo>
                    <a:pt x="341630" y="5080"/>
                  </a:lnTo>
                  <a:lnTo>
                    <a:pt x="341630" y="3810"/>
                  </a:lnTo>
                  <a:lnTo>
                    <a:pt x="341630" y="2540"/>
                  </a:lnTo>
                  <a:close/>
                </a:path>
                <a:path w="347980" h="7619">
                  <a:moveTo>
                    <a:pt x="347980" y="6350"/>
                  </a:moveTo>
                  <a:lnTo>
                    <a:pt x="345440" y="6350"/>
                  </a:lnTo>
                  <a:lnTo>
                    <a:pt x="345440" y="5080"/>
                  </a:lnTo>
                  <a:lnTo>
                    <a:pt x="344170" y="5080"/>
                  </a:lnTo>
                  <a:lnTo>
                    <a:pt x="344170" y="6350"/>
                  </a:lnTo>
                  <a:lnTo>
                    <a:pt x="3810" y="6350"/>
                  </a:lnTo>
                  <a:lnTo>
                    <a:pt x="3810" y="7620"/>
                  </a:lnTo>
                  <a:lnTo>
                    <a:pt x="347980" y="7620"/>
                  </a:lnTo>
                  <a:lnTo>
                    <a:pt x="347980" y="6350"/>
                  </a:lnTo>
                  <a:close/>
                </a:path>
              </a:pathLst>
            </a:custGeom>
            <a:solidFill>
              <a:srgbClr val="664B00"/>
            </a:solidFill>
          </p:spPr>
          <p:txBody>
            <a:bodyPr wrap="square" lIns="0" tIns="0" rIns="0" bIns="0" rtlCol="0"/>
            <a:lstStyle/>
            <a:p/>
          </p:txBody>
        </p:sp>
        <p:sp>
          <p:nvSpPr>
            <p:cNvPr id="551" name="object 551"/>
            <p:cNvSpPr/>
            <p:nvPr/>
          </p:nvSpPr>
          <p:spPr>
            <a:xfrm>
              <a:off x="2410460" y="3047999"/>
              <a:ext cx="354330" cy="7620"/>
            </a:xfrm>
            <a:custGeom>
              <a:avLst/>
              <a:gdLst/>
              <a:ahLst/>
              <a:cxnLst/>
              <a:rect l="l" t="t" r="r" b="b"/>
              <a:pathLst>
                <a:path w="354330" h="7619">
                  <a:moveTo>
                    <a:pt x="344170" y="0"/>
                  </a:moveTo>
                  <a:lnTo>
                    <a:pt x="0" y="0"/>
                  </a:lnTo>
                  <a:lnTo>
                    <a:pt x="0" y="1270"/>
                  </a:lnTo>
                  <a:lnTo>
                    <a:pt x="344170" y="1270"/>
                  </a:lnTo>
                  <a:lnTo>
                    <a:pt x="344170" y="0"/>
                  </a:lnTo>
                  <a:close/>
                </a:path>
                <a:path w="354330" h="7619">
                  <a:moveTo>
                    <a:pt x="347980" y="1270"/>
                  </a:moveTo>
                  <a:lnTo>
                    <a:pt x="345440" y="1270"/>
                  </a:lnTo>
                  <a:lnTo>
                    <a:pt x="345440" y="2540"/>
                  </a:lnTo>
                  <a:lnTo>
                    <a:pt x="1270" y="2540"/>
                  </a:lnTo>
                  <a:lnTo>
                    <a:pt x="1270" y="3810"/>
                  </a:lnTo>
                  <a:lnTo>
                    <a:pt x="347980" y="3810"/>
                  </a:lnTo>
                  <a:lnTo>
                    <a:pt x="347980" y="2540"/>
                  </a:lnTo>
                  <a:lnTo>
                    <a:pt x="347980" y="1270"/>
                  </a:lnTo>
                  <a:close/>
                </a:path>
                <a:path w="354330" h="7619">
                  <a:moveTo>
                    <a:pt x="354330" y="5080"/>
                  </a:moveTo>
                  <a:lnTo>
                    <a:pt x="351790" y="5080"/>
                  </a:lnTo>
                  <a:lnTo>
                    <a:pt x="351790" y="3810"/>
                  </a:lnTo>
                  <a:lnTo>
                    <a:pt x="350520" y="3810"/>
                  </a:lnTo>
                  <a:lnTo>
                    <a:pt x="350520" y="5080"/>
                  </a:lnTo>
                  <a:lnTo>
                    <a:pt x="3810" y="5080"/>
                  </a:lnTo>
                  <a:lnTo>
                    <a:pt x="3810" y="7620"/>
                  </a:lnTo>
                  <a:lnTo>
                    <a:pt x="354330" y="7620"/>
                  </a:lnTo>
                  <a:lnTo>
                    <a:pt x="354330" y="5080"/>
                  </a:lnTo>
                  <a:close/>
                </a:path>
              </a:pathLst>
            </a:custGeom>
            <a:solidFill>
              <a:srgbClr val="674D00"/>
            </a:solidFill>
          </p:spPr>
          <p:txBody>
            <a:bodyPr wrap="square" lIns="0" tIns="0" rIns="0" bIns="0" rtlCol="0"/>
            <a:lstStyle/>
            <a:p/>
          </p:txBody>
        </p:sp>
        <p:sp>
          <p:nvSpPr>
            <p:cNvPr id="552" name="object 552"/>
            <p:cNvSpPr/>
            <p:nvPr/>
          </p:nvSpPr>
          <p:spPr>
            <a:xfrm>
              <a:off x="2415540" y="3055619"/>
              <a:ext cx="359410" cy="6350"/>
            </a:xfrm>
            <a:custGeom>
              <a:avLst/>
              <a:gdLst/>
              <a:ahLst/>
              <a:cxnLst/>
              <a:rect l="l" t="t" r="r" b="b"/>
              <a:pathLst>
                <a:path w="359410" h="6350">
                  <a:moveTo>
                    <a:pt x="353060" y="0"/>
                  </a:moveTo>
                  <a:lnTo>
                    <a:pt x="351777" y="0"/>
                  </a:lnTo>
                  <a:lnTo>
                    <a:pt x="351777" y="1270"/>
                  </a:lnTo>
                  <a:lnTo>
                    <a:pt x="0" y="1270"/>
                  </a:lnTo>
                  <a:lnTo>
                    <a:pt x="0" y="2540"/>
                  </a:lnTo>
                  <a:lnTo>
                    <a:pt x="1270" y="2540"/>
                  </a:lnTo>
                  <a:lnTo>
                    <a:pt x="1270" y="3810"/>
                  </a:lnTo>
                  <a:lnTo>
                    <a:pt x="2540" y="3810"/>
                  </a:lnTo>
                  <a:lnTo>
                    <a:pt x="2540" y="2540"/>
                  </a:lnTo>
                  <a:lnTo>
                    <a:pt x="353060" y="2540"/>
                  </a:lnTo>
                  <a:lnTo>
                    <a:pt x="353060" y="1270"/>
                  </a:lnTo>
                  <a:lnTo>
                    <a:pt x="353060" y="0"/>
                  </a:lnTo>
                  <a:close/>
                </a:path>
                <a:path w="359410" h="6350">
                  <a:moveTo>
                    <a:pt x="359410" y="3810"/>
                  </a:moveTo>
                  <a:lnTo>
                    <a:pt x="356870" y="3810"/>
                  </a:lnTo>
                  <a:lnTo>
                    <a:pt x="356870" y="2540"/>
                  </a:lnTo>
                  <a:lnTo>
                    <a:pt x="355600" y="2540"/>
                  </a:lnTo>
                  <a:lnTo>
                    <a:pt x="355600" y="3810"/>
                  </a:lnTo>
                  <a:lnTo>
                    <a:pt x="2540" y="3810"/>
                  </a:lnTo>
                  <a:lnTo>
                    <a:pt x="2540" y="6350"/>
                  </a:lnTo>
                  <a:lnTo>
                    <a:pt x="359410" y="6350"/>
                  </a:lnTo>
                  <a:lnTo>
                    <a:pt x="359410" y="3810"/>
                  </a:lnTo>
                  <a:close/>
                </a:path>
              </a:pathLst>
            </a:custGeom>
            <a:solidFill>
              <a:srgbClr val="694E00"/>
            </a:solidFill>
          </p:spPr>
          <p:txBody>
            <a:bodyPr wrap="square" lIns="0" tIns="0" rIns="0" bIns="0" rtlCol="0"/>
            <a:lstStyle/>
            <a:p/>
          </p:txBody>
        </p:sp>
        <p:sp>
          <p:nvSpPr>
            <p:cNvPr id="553" name="object 553"/>
            <p:cNvSpPr/>
            <p:nvPr/>
          </p:nvSpPr>
          <p:spPr>
            <a:xfrm>
              <a:off x="2419350" y="3061969"/>
              <a:ext cx="369570" cy="7620"/>
            </a:xfrm>
            <a:custGeom>
              <a:avLst/>
              <a:gdLst/>
              <a:ahLst/>
              <a:cxnLst/>
              <a:rect l="l" t="t" r="r" b="b"/>
              <a:pathLst>
                <a:path w="369569" h="7619">
                  <a:moveTo>
                    <a:pt x="1270" y="0"/>
                  </a:moveTo>
                  <a:lnTo>
                    <a:pt x="0" y="0"/>
                  </a:lnTo>
                  <a:lnTo>
                    <a:pt x="0" y="1270"/>
                  </a:lnTo>
                  <a:lnTo>
                    <a:pt x="1270" y="1270"/>
                  </a:lnTo>
                  <a:lnTo>
                    <a:pt x="1270" y="0"/>
                  </a:lnTo>
                  <a:close/>
                </a:path>
                <a:path w="369569" h="7619">
                  <a:moveTo>
                    <a:pt x="359397" y="0"/>
                  </a:moveTo>
                  <a:lnTo>
                    <a:pt x="358140" y="0"/>
                  </a:lnTo>
                  <a:lnTo>
                    <a:pt x="358140" y="1270"/>
                  </a:lnTo>
                  <a:lnTo>
                    <a:pt x="1270" y="1270"/>
                  </a:lnTo>
                  <a:lnTo>
                    <a:pt x="1270" y="2540"/>
                  </a:lnTo>
                  <a:lnTo>
                    <a:pt x="359397" y="2540"/>
                  </a:lnTo>
                  <a:lnTo>
                    <a:pt x="359397" y="1270"/>
                  </a:lnTo>
                  <a:lnTo>
                    <a:pt x="359397" y="0"/>
                  </a:lnTo>
                  <a:close/>
                </a:path>
                <a:path w="369569" h="7619">
                  <a:moveTo>
                    <a:pt x="365760" y="3810"/>
                  </a:moveTo>
                  <a:lnTo>
                    <a:pt x="363220" y="3810"/>
                  </a:lnTo>
                  <a:lnTo>
                    <a:pt x="363220" y="2540"/>
                  </a:lnTo>
                  <a:lnTo>
                    <a:pt x="361950" y="2540"/>
                  </a:lnTo>
                  <a:lnTo>
                    <a:pt x="361950" y="3810"/>
                  </a:lnTo>
                  <a:lnTo>
                    <a:pt x="3810" y="3810"/>
                  </a:lnTo>
                  <a:lnTo>
                    <a:pt x="3810" y="6350"/>
                  </a:lnTo>
                  <a:lnTo>
                    <a:pt x="5080" y="6350"/>
                  </a:lnTo>
                  <a:lnTo>
                    <a:pt x="5080" y="7620"/>
                  </a:lnTo>
                  <a:lnTo>
                    <a:pt x="6350" y="7620"/>
                  </a:lnTo>
                  <a:lnTo>
                    <a:pt x="6350" y="6350"/>
                  </a:lnTo>
                  <a:lnTo>
                    <a:pt x="365760" y="6350"/>
                  </a:lnTo>
                  <a:lnTo>
                    <a:pt x="365760" y="3810"/>
                  </a:lnTo>
                  <a:close/>
                </a:path>
                <a:path w="369569" h="7619">
                  <a:moveTo>
                    <a:pt x="369570" y="6350"/>
                  </a:moveTo>
                  <a:lnTo>
                    <a:pt x="368300" y="6350"/>
                  </a:lnTo>
                  <a:lnTo>
                    <a:pt x="368300" y="7620"/>
                  </a:lnTo>
                  <a:lnTo>
                    <a:pt x="369570" y="7620"/>
                  </a:lnTo>
                  <a:lnTo>
                    <a:pt x="369570" y="6350"/>
                  </a:lnTo>
                  <a:close/>
                </a:path>
              </a:pathLst>
            </a:custGeom>
            <a:solidFill>
              <a:srgbClr val="6B5000"/>
            </a:solidFill>
          </p:spPr>
          <p:txBody>
            <a:bodyPr wrap="square" lIns="0" tIns="0" rIns="0" bIns="0" rtlCol="0"/>
            <a:lstStyle/>
            <a:p/>
          </p:txBody>
        </p:sp>
        <p:sp>
          <p:nvSpPr>
            <p:cNvPr id="554" name="object 554"/>
            <p:cNvSpPr/>
            <p:nvPr/>
          </p:nvSpPr>
          <p:spPr>
            <a:xfrm>
              <a:off x="2425700" y="3069589"/>
              <a:ext cx="372110" cy="7620"/>
            </a:xfrm>
            <a:custGeom>
              <a:avLst/>
              <a:gdLst/>
              <a:ahLst/>
              <a:cxnLst/>
              <a:rect l="l" t="t" r="r" b="b"/>
              <a:pathLst>
                <a:path w="372110" h="7619">
                  <a:moveTo>
                    <a:pt x="363220" y="0"/>
                  </a:moveTo>
                  <a:lnTo>
                    <a:pt x="0" y="0"/>
                  </a:lnTo>
                  <a:lnTo>
                    <a:pt x="0" y="1270"/>
                  </a:lnTo>
                  <a:lnTo>
                    <a:pt x="0" y="2540"/>
                  </a:lnTo>
                  <a:lnTo>
                    <a:pt x="1270" y="2540"/>
                  </a:lnTo>
                  <a:lnTo>
                    <a:pt x="1270" y="1270"/>
                  </a:lnTo>
                  <a:lnTo>
                    <a:pt x="363220" y="1270"/>
                  </a:lnTo>
                  <a:lnTo>
                    <a:pt x="363220" y="0"/>
                  </a:lnTo>
                  <a:close/>
                </a:path>
                <a:path w="372110" h="7619">
                  <a:moveTo>
                    <a:pt x="368300" y="2540"/>
                  </a:moveTo>
                  <a:lnTo>
                    <a:pt x="367030" y="2540"/>
                  </a:lnTo>
                  <a:lnTo>
                    <a:pt x="367030" y="1270"/>
                  </a:lnTo>
                  <a:lnTo>
                    <a:pt x="365760" y="1270"/>
                  </a:lnTo>
                  <a:lnTo>
                    <a:pt x="365760" y="2540"/>
                  </a:lnTo>
                  <a:lnTo>
                    <a:pt x="2540" y="2540"/>
                  </a:lnTo>
                  <a:lnTo>
                    <a:pt x="2540" y="5080"/>
                  </a:lnTo>
                  <a:lnTo>
                    <a:pt x="368300" y="5080"/>
                  </a:lnTo>
                  <a:lnTo>
                    <a:pt x="368300" y="2540"/>
                  </a:lnTo>
                  <a:close/>
                </a:path>
                <a:path w="372110" h="7619">
                  <a:moveTo>
                    <a:pt x="372110" y="5080"/>
                  </a:moveTo>
                  <a:lnTo>
                    <a:pt x="370840" y="5080"/>
                  </a:lnTo>
                  <a:lnTo>
                    <a:pt x="370840" y="6350"/>
                  </a:lnTo>
                  <a:lnTo>
                    <a:pt x="3810" y="6350"/>
                  </a:lnTo>
                  <a:lnTo>
                    <a:pt x="3810" y="7620"/>
                  </a:lnTo>
                  <a:lnTo>
                    <a:pt x="372110" y="7620"/>
                  </a:lnTo>
                  <a:lnTo>
                    <a:pt x="372110" y="6350"/>
                  </a:lnTo>
                  <a:lnTo>
                    <a:pt x="372110" y="5080"/>
                  </a:lnTo>
                  <a:close/>
                </a:path>
              </a:pathLst>
            </a:custGeom>
            <a:solidFill>
              <a:srgbClr val="6D5100"/>
            </a:solidFill>
          </p:spPr>
          <p:txBody>
            <a:bodyPr wrap="square" lIns="0" tIns="0" rIns="0" bIns="0" rtlCol="0"/>
            <a:lstStyle/>
            <a:p/>
          </p:txBody>
        </p:sp>
        <p:sp>
          <p:nvSpPr>
            <p:cNvPr id="555" name="object 555"/>
            <p:cNvSpPr/>
            <p:nvPr/>
          </p:nvSpPr>
          <p:spPr>
            <a:xfrm>
              <a:off x="2430780" y="3077209"/>
              <a:ext cx="375920" cy="6350"/>
            </a:xfrm>
            <a:custGeom>
              <a:avLst/>
              <a:gdLst/>
              <a:ahLst/>
              <a:cxnLst/>
              <a:rect l="l" t="t" r="r" b="b"/>
              <a:pathLst>
                <a:path w="375919" h="6350">
                  <a:moveTo>
                    <a:pt x="1270" y="0"/>
                  </a:moveTo>
                  <a:lnTo>
                    <a:pt x="0" y="0"/>
                  </a:lnTo>
                  <a:lnTo>
                    <a:pt x="0" y="1270"/>
                  </a:lnTo>
                  <a:lnTo>
                    <a:pt x="1270" y="1270"/>
                  </a:lnTo>
                  <a:lnTo>
                    <a:pt x="1270" y="0"/>
                  </a:lnTo>
                  <a:close/>
                </a:path>
                <a:path w="375919" h="6350">
                  <a:moveTo>
                    <a:pt x="372110" y="1270"/>
                  </a:moveTo>
                  <a:lnTo>
                    <a:pt x="370840" y="1270"/>
                  </a:lnTo>
                  <a:lnTo>
                    <a:pt x="370840" y="0"/>
                  </a:lnTo>
                  <a:lnTo>
                    <a:pt x="369570" y="0"/>
                  </a:lnTo>
                  <a:lnTo>
                    <a:pt x="369570" y="1270"/>
                  </a:lnTo>
                  <a:lnTo>
                    <a:pt x="2540" y="1270"/>
                  </a:lnTo>
                  <a:lnTo>
                    <a:pt x="2540" y="3810"/>
                  </a:lnTo>
                  <a:lnTo>
                    <a:pt x="2540" y="5080"/>
                  </a:lnTo>
                  <a:lnTo>
                    <a:pt x="3810" y="5080"/>
                  </a:lnTo>
                  <a:lnTo>
                    <a:pt x="3810" y="3810"/>
                  </a:lnTo>
                  <a:lnTo>
                    <a:pt x="372110" y="3810"/>
                  </a:lnTo>
                  <a:lnTo>
                    <a:pt x="372110" y="1270"/>
                  </a:lnTo>
                  <a:close/>
                </a:path>
                <a:path w="375919" h="6350">
                  <a:moveTo>
                    <a:pt x="375920" y="3810"/>
                  </a:moveTo>
                  <a:lnTo>
                    <a:pt x="374650" y="3810"/>
                  </a:lnTo>
                  <a:lnTo>
                    <a:pt x="374650" y="5080"/>
                  </a:lnTo>
                  <a:lnTo>
                    <a:pt x="3810" y="5080"/>
                  </a:lnTo>
                  <a:lnTo>
                    <a:pt x="3810" y="6350"/>
                  </a:lnTo>
                  <a:lnTo>
                    <a:pt x="375920" y="6350"/>
                  </a:lnTo>
                  <a:lnTo>
                    <a:pt x="375920" y="5080"/>
                  </a:lnTo>
                  <a:lnTo>
                    <a:pt x="375920" y="3810"/>
                  </a:lnTo>
                  <a:close/>
                </a:path>
              </a:pathLst>
            </a:custGeom>
            <a:solidFill>
              <a:srgbClr val="6F5300"/>
            </a:solidFill>
          </p:spPr>
          <p:txBody>
            <a:bodyPr wrap="square" lIns="0" tIns="0" rIns="0" bIns="0" rtlCol="0"/>
            <a:lstStyle/>
            <a:p/>
          </p:txBody>
        </p:sp>
        <p:sp>
          <p:nvSpPr>
            <p:cNvPr id="556" name="object 556"/>
            <p:cNvSpPr/>
            <p:nvPr/>
          </p:nvSpPr>
          <p:spPr>
            <a:xfrm>
              <a:off x="2434590" y="3083559"/>
              <a:ext cx="384810" cy="7620"/>
            </a:xfrm>
            <a:custGeom>
              <a:avLst/>
              <a:gdLst/>
              <a:ahLst/>
              <a:cxnLst/>
              <a:rect l="l" t="t" r="r" b="b"/>
              <a:pathLst>
                <a:path w="384810" h="7619">
                  <a:moveTo>
                    <a:pt x="1270" y="0"/>
                  </a:moveTo>
                  <a:lnTo>
                    <a:pt x="0" y="0"/>
                  </a:lnTo>
                  <a:lnTo>
                    <a:pt x="0" y="1270"/>
                  </a:lnTo>
                  <a:lnTo>
                    <a:pt x="1270" y="1270"/>
                  </a:lnTo>
                  <a:lnTo>
                    <a:pt x="1270" y="0"/>
                  </a:lnTo>
                  <a:close/>
                </a:path>
                <a:path w="384810" h="7619">
                  <a:moveTo>
                    <a:pt x="378460" y="1270"/>
                  </a:moveTo>
                  <a:lnTo>
                    <a:pt x="375920" y="1270"/>
                  </a:lnTo>
                  <a:lnTo>
                    <a:pt x="375920" y="0"/>
                  </a:lnTo>
                  <a:lnTo>
                    <a:pt x="374650" y="0"/>
                  </a:lnTo>
                  <a:lnTo>
                    <a:pt x="374650" y="1270"/>
                  </a:lnTo>
                  <a:lnTo>
                    <a:pt x="2540" y="1270"/>
                  </a:lnTo>
                  <a:lnTo>
                    <a:pt x="2540" y="3810"/>
                  </a:lnTo>
                  <a:lnTo>
                    <a:pt x="3810" y="3810"/>
                  </a:lnTo>
                  <a:lnTo>
                    <a:pt x="3810" y="5080"/>
                  </a:lnTo>
                  <a:lnTo>
                    <a:pt x="5080" y="5080"/>
                  </a:lnTo>
                  <a:lnTo>
                    <a:pt x="5080" y="3810"/>
                  </a:lnTo>
                  <a:lnTo>
                    <a:pt x="378460" y="3810"/>
                  </a:lnTo>
                  <a:lnTo>
                    <a:pt x="378460" y="1270"/>
                  </a:lnTo>
                  <a:close/>
                </a:path>
                <a:path w="384810" h="7619">
                  <a:moveTo>
                    <a:pt x="381000" y="3810"/>
                  </a:moveTo>
                  <a:lnTo>
                    <a:pt x="379730" y="3810"/>
                  </a:lnTo>
                  <a:lnTo>
                    <a:pt x="379730" y="5080"/>
                  </a:lnTo>
                  <a:lnTo>
                    <a:pt x="5080" y="5080"/>
                  </a:lnTo>
                  <a:lnTo>
                    <a:pt x="5080" y="6350"/>
                  </a:lnTo>
                  <a:lnTo>
                    <a:pt x="381000" y="6350"/>
                  </a:lnTo>
                  <a:lnTo>
                    <a:pt x="381000" y="5080"/>
                  </a:lnTo>
                  <a:lnTo>
                    <a:pt x="381000" y="3810"/>
                  </a:lnTo>
                  <a:close/>
                </a:path>
                <a:path w="384810" h="7619">
                  <a:moveTo>
                    <a:pt x="384810" y="6350"/>
                  </a:moveTo>
                  <a:lnTo>
                    <a:pt x="383527" y="6350"/>
                  </a:lnTo>
                  <a:lnTo>
                    <a:pt x="383527" y="7620"/>
                  </a:lnTo>
                  <a:lnTo>
                    <a:pt x="384810" y="7620"/>
                  </a:lnTo>
                  <a:lnTo>
                    <a:pt x="384810" y="6350"/>
                  </a:lnTo>
                  <a:close/>
                </a:path>
              </a:pathLst>
            </a:custGeom>
            <a:solidFill>
              <a:srgbClr val="715400"/>
            </a:solidFill>
          </p:spPr>
          <p:txBody>
            <a:bodyPr wrap="square" lIns="0" tIns="0" rIns="0" bIns="0" rtlCol="0"/>
            <a:lstStyle/>
            <a:p/>
          </p:txBody>
        </p:sp>
        <p:sp>
          <p:nvSpPr>
            <p:cNvPr id="557" name="object 557"/>
            <p:cNvSpPr/>
            <p:nvPr/>
          </p:nvSpPr>
          <p:spPr>
            <a:xfrm>
              <a:off x="2442210" y="3091179"/>
              <a:ext cx="388620" cy="7620"/>
            </a:xfrm>
            <a:custGeom>
              <a:avLst/>
              <a:gdLst/>
              <a:ahLst/>
              <a:cxnLst/>
              <a:rect l="l" t="t" r="r" b="b"/>
              <a:pathLst>
                <a:path w="388619" h="7619">
                  <a:moveTo>
                    <a:pt x="379730" y="0"/>
                  </a:moveTo>
                  <a:lnTo>
                    <a:pt x="0" y="0"/>
                  </a:lnTo>
                  <a:lnTo>
                    <a:pt x="0" y="2540"/>
                  </a:lnTo>
                  <a:lnTo>
                    <a:pt x="1270" y="2540"/>
                  </a:lnTo>
                  <a:lnTo>
                    <a:pt x="1270" y="3810"/>
                  </a:lnTo>
                  <a:lnTo>
                    <a:pt x="2540" y="3810"/>
                  </a:lnTo>
                  <a:lnTo>
                    <a:pt x="2540" y="2540"/>
                  </a:lnTo>
                  <a:lnTo>
                    <a:pt x="379730" y="2540"/>
                  </a:lnTo>
                  <a:lnTo>
                    <a:pt x="379730" y="0"/>
                  </a:lnTo>
                  <a:close/>
                </a:path>
                <a:path w="388619" h="7619">
                  <a:moveTo>
                    <a:pt x="382270" y="2540"/>
                  </a:moveTo>
                  <a:lnTo>
                    <a:pt x="381000" y="2540"/>
                  </a:lnTo>
                  <a:lnTo>
                    <a:pt x="381000" y="3810"/>
                  </a:lnTo>
                  <a:lnTo>
                    <a:pt x="2540" y="3810"/>
                  </a:lnTo>
                  <a:lnTo>
                    <a:pt x="2540" y="5080"/>
                  </a:lnTo>
                  <a:lnTo>
                    <a:pt x="3810" y="5080"/>
                  </a:lnTo>
                  <a:lnTo>
                    <a:pt x="3810" y="6350"/>
                  </a:lnTo>
                  <a:lnTo>
                    <a:pt x="5080" y="6350"/>
                  </a:lnTo>
                  <a:lnTo>
                    <a:pt x="5080" y="5080"/>
                  </a:lnTo>
                  <a:lnTo>
                    <a:pt x="382270" y="5080"/>
                  </a:lnTo>
                  <a:lnTo>
                    <a:pt x="382270" y="3810"/>
                  </a:lnTo>
                  <a:lnTo>
                    <a:pt x="382270" y="2540"/>
                  </a:lnTo>
                  <a:close/>
                </a:path>
                <a:path w="388619" h="7619">
                  <a:moveTo>
                    <a:pt x="388620" y="6350"/>
                  </a:moveTo>
                  <a:lnTo>
                    <a:pt x="386080" y="6350"/>
                  </a:lnTo>
                  <a:lnTo>
                    <a:pt x="386080" y="5080"/>
                  </a:lnTo>
                  <a:lnTo>
                    <a:pt x="384810" y="5080"/>
                  </a:lnTo>
                  <a:lnTo>
                    <a:pt x="384810" y="6350"/>
                  </a:lnTo>
                  <a:lnTo>
                    <a:pt x="6350" y="6350"/>
                  </a:lnTo>
                  <a:lnTo>
                    <a:pt x="6350" y="7620"/>
                  </a:lnTo>
                  <a:lnTo>
                    <a:pt x="388620" y="7620"/>
                  </a:lnTo>
                  <a:lnTo>
                    <a:pt x="388620" y="6350"/>
                  </a:lnTo>
                  <a:close/>
                </a:path>
              </a:pathLst>
            </a:custGeom>
            <a:solidFill>
              <a:srgbClr val="735500"/>
            </a:solidFill>
          </p:spPr>
          <p:txBody>
            <a:bodyPr wrap="square" lIns="0" tIns="0" rIns="0" bIns="0" rtlCol="0"/>
            <a:lstStyle/>
            <a:p/>
          </p:txBody>
        </p:sp>
        <p:sp>
          <p:nvSpPr>
            <p:cNvPr id="558" name="object 558"/>
            <p:cNvSpPr/>
            <p:nvPr/>
          </p:nvSpPr>
          <p:spPr>
            <a:xfrm>
              <a:off x="2448560" y="3098799"/>
              <a:ext cx="391160" cy="6350"/>
            </a:xfrm>
            <a:custGeom>
              <a:avLst/>
              <a:gdLst/>
              <a:ahLst/>
              <a:cxnLst/>
              <a:rect l="l" t="t" r="r" b="b"/>
              <a:pathLst>
                <a:path w="391160" h="6350">
                  <a:moveTo>
                    <a:pt x="382270" y="0"/>
                  </a:moveTo>
                  <a:lnTo>
                    <a:pt x="0" y="0"/>
                  </a:lnTo>
                  <a:lnTo>
                    <a:pt x="0" y="1270"/>
                  </a:lnTo>
                  <a:lnTo>
                    <a:pt x="1270" y="1270"/>
                  </a:lnTo>
                  <a:lnTo>
                    <a:pt x="1270" y="2540"/>
                  </a:lnTo>
                  <a:lnTo>
                    <a:pt x="2540" y="2540"/>
                  </a:lnTo>
                  <a:lnTo>
                    <a:pt x="2540" y="1270"/>
                  </a:lnTo>
                  <a:lnTo>
                    <a:pt x="382270" y="1270"/>
                  </a:lnTo>
                  <a:lnTo>
                    <a:pt x="382270" y="0"/>
                  </a:lnTo>
                  <a:close/>
                </a:path>
                <a:path w="391160" h="6350">
                  <a:moveTo>
                    <a:pt x="384810" y="1270"/>
                  </a:moveTo>
                  <a:lnTo>
                    <a:pt x="383540" y="1270"/>
                  </a:lnTo>
                  <a:lnTo>
                    <a:pt x="383540" y="2540"/>
                  </a:lnTo>
                  <a:lnTo>
                    <a:pt x="2540" y="2540"/>
                  </a:lnTo>
                  <a:lnTo>
                    <a:pt x="2540" y="3810"/>
                  </a:lnTo>
                  <a:lnTo>
                    <a:pt x="3810" y="3810"/>
                  </a:lnTo>
                  <a:lnTo>
                    <a:pt x="3810" y="5080"/>
                  </a:lnTo>
                  <a:lnTo>
                    <a:pt x="5080" y="5080"/>
                  </a:lnTo>
                  <a:lnTo>
                    <a:pt x="5080" y="3810"/>
                  </a:lnTo>
                  <a:lnTo>
                    <a:pt x="384810" y="3810"/>
                  </a:lnTo>
                  <a:lnTo>
                    <a:pt x="384810" y="2540"/>
                  </a:lnTo>
                  <a:lnTo>
                    <a:pt x="384810" y="1270"/>
                  </a:lnTo>
                  <a:close/>
                </a:path>
                <a:path w="391160" h="6350">
                  <a:moveTo>
                    <a:pt x="391160" y="5080"/>
                  </a:moveTo>
                  <a:lnTo>
                    <a:pt x="388607" y="5080"/>
                  </a:lnTo>
                  <a:lnTo>
                    <a:pt x="388607" y="3810"/>
                  </a:lnTo>
                  <a:lnTo>
                    <a:pt x="387337" y="3810"/>
                  </a:lnTo>
                  <a:lnTo>
                    <a:pt x="387337" y="5080"/>
                  </a:lnTo>
                  <a:lnTo>
                    <a:pt x="6350" y="5080"/>
                  </a:lnTo>
                  <a:lnTo>
                    <a:pt x="6350" y="6350"/>
                  </a:lnTo>
                  <a:lnTo>
                    <a:pt x="391160" y="6350"/>
                  </a:lnTo>
                  <a:lnTo>
                    <a:pt x="391160" y="5080"/>
                  </a:lnTo>
                  <a:close/>
                </a:path>
              </a:pathLst>
            </a:custGeom>
            <a:solidFill>
              <a:srgbClr val="745700"/>
            </a:solidFill>
          </p:spPr>
          <p:txBody>
            <a:bodyPr wrap="square" lIns="0" tIns="0" rIns="0" bIns="0" rtlCol="0"/>
            <a:lstStyle/>
            <a:p/>
          </p:txBody>
        </p:sp>
        <p:sp>
          <p:nvSpPr>
            <p:cNvPr id="559" name="object 559"/>
            <p:cNvSpPr/>
            <p:nvPr/>
          </p:nvSpPr>
          <p:spPr>
            <a:xfrm>
              <a:off x="2454910" y="3105149"/>
              <a:ext cx="392430" cy="7620"/>
            </a:xfrm>
            <a:custGeom>
              <a:avLst/>
              <a:gdLst/>
              <a:ahLst/>
              <a:cxnLst/>
              <a:rect l="l" t="t" r="r" b="b"/>
              <a:pathLst>
                <a:path w="392430" h="7619">
                  <a:moveTo>
                    <a:pt x="384810" y="0"/>
                  </a:moveTo>
                  <a:lnTo>
                    <a:pt x="0" y="0"/>
                  </a:lnTo>
                  <a:lnTo>
                    <a:pt x="0" y="1270"/>
                  </a:lnTo>
                  <a:lnTo>
                    <a:pt x="1270" y="1270"/>
                  </a:lnTo>
                  <a:lnTo>
                    <a:pt x="1270" y="2540"/>
                  </a:lnTo>
                  <a:lnTo>
                    <a:pt x="2540" y="2540"/>
                  </a:lnTo>
                  <a:lnTo>
                    <a:pt x="2540" y="1270"/>
                  </a:lnTo>
                  <a:lnTo>
                    <a:pt x="384810" y="1270"/>
                  </a:lnTo>
                  <a:lnTo>
                    <a:pt x="384810" y="0"/>
                  </a:lnTo>
                  <a:close/>
                </a:path>
                <a:path w="392430" h="7619">
                  <a:moveTo>
                    <a:pt x="387350" y="1270"/>
                  </a:moveTo>
                  <a:lnTo>
                    <a:pt x="386080" y="1270"/>
                  </a:lnTo>
                  <a:lnTo>
                    <a:pt x="386080" y="2540"/>
                  </a:lnTo>
                  <a:lnTo>
                    <a:pt x="2540" y="2540"/>
                  </a:lnTo>
                  <a:lnTo>
                    <a:pt x="2540" y="3810"/>
                  </a:lnTo>
                  <a:lnTo>
                    <a:pt x="3810" y="3810"/>
                  </a:lnTo>
                  <a:lnTo>
                    <a:pt x="3810" y="5080"/>
                  </a:lnTo>
                  <a:lnTo>
                    <a:pt x="5080" y="5080"/>
                  </a:lnTo>
                  <a:lnTo>
                    <a:pt x="5080" y="3810"/>
                  </a:lnTo>
                  <a:lnTo>
                    <a:pt x="387350" y="3810"/>
                  </a:lnTo>
                  <a:lnTo>
                    <a:pt x="387350" y="2540"/>
                  </a:lnTo>
                  <a:lnTo>
                    <a:pt x="387350" y="1270"/>
                  </a:lnTo>
                  <a:close/>
                </a:path>
                <a:path w="392430" h="7619">
                  <a:moveTo>
                    <a:pt x="392430" y="5080"/>
                  </a:moveTo>
                  <a:lnTo>
                    <a:pt x="391160" y="5080"/>
                  </a:lnTo>
                  <a:lnTo>
                    <a:pt x="391160" y="3810"/>
                  </a:lnTo>
                  <a:lnTo>
                    <a:pt x="389890" y="3810"/>
                  </a:lnTo>
                  <a:lnTo>
                    <a:pt x="389890" y="5080"/>
                  </a:lnTo>
                  <a:lnTo>
                    <a:pt x="6350" y="5080"/>
                  </a:lnTo>
                  <a:lnTo>
                    <a:pt x="6350" y="7620"/>
                  </a:lnTo>
                  <a:lnTo>
                    <a:pt x="392430" y="7620"/>
                  </a:lnTo>
                  <a:lnTo>
                    <a:pt x="392430" y="5080"/>
                  </a:lnTo>
                  <a:close/>
                </a:path>
              </a:pathLst>
            </a:custGeom>
            <a:solidFill>
              <a:srgbClr val="765800"/>
            </a:solidFill>
          </p:spPr>
          <p:txBody>
            <a:bodyPr wrap="square" lIns="0" tIns="0" rIns="0" bIns="0" rtlCol="0"/>
            <a:lstStyle/>
            <a:p/>
          </p:txBody>
        </p:sp>
        <p:sp>
          <p:nvSpPr>
            <p:cNvPr id="560" name="object 560"/>
            <p:cNvSpPr/>
            <p:nvPr/>
          </p:nvSpPr>
          <p:spPr>
            <a:xfrm>
              <a:off x="2462530" y="3112769"/>
              <a:ext cx="396240" cy="7620"/>
            </a:xfrm>
            <a:custGeom>
              <a:avLst/>
              <a:gdLst/>
              <a:ahLst/>
              <a:cxnLst/>
              <a:rect l="l" t="t" r="r" b="b"/>
              <a:pathLst>
                <a:path w="396239" h="7619">
                  <a:moveTo>
                    <a:pt x="1270" y="0"/>
                  </a:moveTo>
                  <a:lnTo>
                    <a:pt x="0" y="0"/>
                  </a:lnTo>
                  <a:lnTo>
                    <a:pt x="0" y="1270"/>
                  </a:lnTo>
                  <a:lnTo>
                    <a:pt x="1270" y="1270"/>
                  </a:lnTo>
                  <a:lnTo>
                    <a:pt x="1270" y="0"/>
                  </a:lnTo>
                  <a:close/>
                </a:path>
                <a:path w="396239" h="7619">
                  <a:moveTo>
                    <a:pt x="388620" y="0"/>
                  </a:moveTo>
                  <a:lnTo>
                    <a:pt x="386080" y="0"/>
                  </a:lnTo>
                  <a:lnTo>
                    <a:pt x="386080" y="1270"/>
                  </a:lnTo>
                  <a:lnTo>
                    <a:pt x="1270" y="1270"/>
                  </a:lnTo>
                  <a:lnTo>
                    <a:pt x="1270" y="2540"/>
                  </a:lnTo>
                  <a:lnTo>
                    <a:pt x="2540" y="2540"/>
                  </a:lnTo>
                  <a:lnTo>
                    <a:pt x="2540" y="3810"/>
                  </a:lnTo>
                  <a:lnTo>
                    <a:pt x="3810" y="3810"/>
                  </a:lnTo>
                  <a:lnTo>
                    <a:pt x="3810" y="2540"/>
                  </a:lnTo>
                  <a:lnTo>
                    <a:pt x="388620" y="2540"/>
                  </a:lnTo>
                  <a:lnTo>
                    <a:pt x="388620" y="1270"/>
                  </a:lnTo>
                  <a:lnTo>
                    <a:pt x="388620" y="0"/>
                  </a:lnTo>
                  <a:close/>
                </a:path>
                <a:path w="396239" h="7619">
                  <a:moveTo>
                    <a:pt x="392430" y="3810"/>
                  </a:moveTo>
                  <a:lnTo>
                    <a:pt x="391160" y="3810"/>
                  </a:lnTo>
                  <a:lnTo>
                    <a:pt x="391160" y="2540"/>
                  </a:lnTo>
                  <a:lnTo>
                    <a:pt x="389890" y="2540"/>
                  </a:lnTo>
                  <a:lnTo>
                    <a:pt x="389890" y="3810"/>
                  </a:lnTo>
                  <a:lnTo>
                    <a:pt x="5080" y="3810"/>
                  </a:lnTo>
                  <a:lnTo>
                    <a:pt x="5080" y="6350"/>
                  </a:lnTo>
                  <a:lnTo>
                    <a:pt x="6350" y="6350"/>
                  </a:lnTo>
                  <a:lnTo>
                    <a:pt x="6350" y="7620"/>
                  </a:lnTo>
                  <a:lnTo>
                    <a:pt x="7620" y="7620"/>
                  </a:lnTo>
                  <a:lnTo>
                    <a:pt x="7620" y="6350"/>
                  </a:lnTo>
                  <a:lnTo>
                    <a:pt x="392430" y="6350"/>
                  </a:lnTo>
                  <a:lnTo>
                    <a:pt x="392430" y="3810"/>
                  </a:lnTo>
                  <a:close/>
                </a:path>
                <a:path w="396239" h="7619">
                  <a:moveTo>
                    <a:pt x="396240" y="6350"/>
                  </a:moveTo>
                  <a:lnTo>
                    <a:pt x="393700" y="6350"/>
                  </a:lnTo>
                  <a:lnTo>
                    <a:pt x="393700" y="7620"/>
                  </a:lnTo>
                  <a:lnTo>
                    <a:pt x="396240" y="7620"/>
                  </a:lnTo>
                  <a:lnTo>
                    <a:pt x="396240" y="6350"/>
                  </a:lnTo>
                  <a:close/>
                </a:path>
              </a:pathLst>
            </a:custGeom>
            <a:solidFill>
              <a:srgbClr val="785A00"/>
            </a:solidFill>
          </p:spPr>
          <p:txBody>
            <a:bodyPr wrap="square" lIns="0" tIns="0" rIns="0" bIns="0" rtlCol="0"/>
            <a:lstStyle/>
            <a:p/>
          </p:txBody>
        </p:sp>
        <p:sp>
          <p:nvSpPr>
            <p:cNvPr id="561" name="object 561"/>
            <p:cNvSpPr/>
            <p:nvPr/>
          </p:nvSpPr>
          <p:spPr>
            <a:xfrm>
              <a:off x="2470150" y="3120389"/>
              <a:ext cx="396240" cy="6350"/>
            </a:xfrm>
            <a:custGeom>
              <a:avLst/>
              <a:gdLst/>
              <a:ahLst/>
              <a:cxnLst/>
              <a:rect l="l" t="t" r="r" b="b"/>
              <a:pathLst>
                <a:path w="396239" h="6350">
                  <a:moveTo>
                    <a:pt x="388620" y="0"/>
                  </a:moveTo>
                  <a:lnTo>
                    <a:pt x="0" y="0"/>
                  </a:lnTo>
                  <a:lnTo>
                    <a:pt x="0" y="1270"/>
                  </a:lnTo>
                  <a:lnTo>
                    <a:pt x="1270" y="1270"/>
                  </a:lnTo>
                  <a:lnTo>
                    <a:pt x="1270" y="2540"/>
                  </a:lnTo>
                  <a:lnTo>
                    <a:pt x="2540" y="2540"/>
                  </a:lnTo>
                  <a:lnTo>
                    <a:pt x="2540" y="1270"/>
                  </a:lnTo>
                  <a:lnTo>
                    <a:pt x="388620" y="1270"/>
                  </a:lnTo>
                  <a:lnTo>
                    <a:pt x="388620" y="0"/>
                  </a:lnTo>
                  <a:close/>
                </a:path>
                <a:path w="396239" h="6350">
                  <a:moveTo>
                    <a:pt x="392430" y="2540"/>
                  </a:moveTo>
                  <a:lnTo>
                    <a:pt x="391147" y="2540"/>
                  </a:lnTo>
                  <a:lnTo>
                    <a:pt x="391147" y="1270"/>
                  </a:lnTo>
                  <a:lnTo>
                    <a:pt x="389890" y="1270"/>
                  </a:lnTo>
                  <a:lnTo>
                    <a:pt x="389890" y="2540"/>
                  </a:lnTo>
                  <a:lnTo>
                    <a:pt x="5080" y="2540"/>
                  </a:lnTo>
                  <a:lnTo>
                    <a:pt x="5080" y="5080"/>
                  </a:lnTo>
                  <a:lnTo>
                    <a:pt x="6350" y="5080"/>
                  </a:lnTo>
                  <a:lnTo>
                    <a:pt x="6350" y="6350"/>
                  </a:lnTo>
                  <a:lnTo>
                    <a:pt x="7620" y="6350"/>
                  </a:lnTo>
                  <a:lnTo>
                    <a:pt x="7620" y="5080"/>
                  </a:lnTo>
                  <a:lnTo>
                    <a:pt x="392430" y="5080"/>
                  </a:lnTo>
                  <a:lnTo>
                    <a:pt x="392430" y="2540"/>
                  </a:lnTo>
                  <a:close/>
                </a:path>
                <a:path w="396239" h="6350">
                  <a:moveTo>
                    <a:pt x="396240" y="5080"/>
                  </a:moveTo>
                  <a:lnTo>
                    <a:pt x="393700" y="5080"/>
                  </a:lnTo>
                  <a:lnTo>
                    <a:pt x="393700" y="6350"/>
                  </a:lnTo>
                  <a:lnTo>
                    <a:pt x="396240" y="6350"/>
                  </a:lnTo>
                  <a:lnTo>
                    <a:pt x="396240" y="5080"/>
                  </a:lnTo>
                  <a:close/>
                </a:path>
              </a:pathLst>
            </a:custGeom>
            <a:solidFill>
              <a:srgbClr val="7A5B00"/>
            </a:solidFill>
          </p:spPr>
          <p:txBody>
            <a:bodyPr wrap="square" lIns="0" tIns="0" rIns="0" bIns="0" rtlCol="0"/>
            <a:lstStyle/>
            <a:p/>
          </p:txBody>
        </p:sp>
        <p:sp>
          <p:nvSpPr>
            <p:cNvPr id="562" name="object 562"/>
            <p:cNvSpPr/>
            <p:nvPr/>
          </p:nvSpPr>
          <p:spPr>
            <a:xfrm>
              <a:off x="2477770" y="3126739"/>
              <a:ext cx="394970" cy="7620"/>
            </a:xfrm>
            <a:custGeom>
              <a:avLst/>
              <a:gdLst/>
              <a:ahLst/>
              <a:cxnLst/>
              <a:rect l="l" t="t" r="r" b="b"/>
              <a:pathLst>
                <a:path w="394969" h="7619">
                  <a:moveTo>
                    <a:pt x="388620" y="0"/>
                  </a:moveTo>
                  <a:lnTo>
                    <a:pt x="0" y="0"/>
                  </a:lnTo>
                  <a:lnTo>
                    <a:pt x="0" y="1270"/>
                  </a:lnTo>
                  <a:lnTo>
                    <a:pt x="1270" y="1270"/>
                  </a:lnTo>
                  <a:lnTo>
                    <a:pt x="1270" y="2540"/>
                  </a:lnTo>
                  <a:lnTo>
                    <a:pt x="2540" y="2540"/>
                  </a:lnTo>
                  <a:lnTo>
                    <a:pt x="2540" y="1270"/>
                  </a:lnTo>
                  <a:lnTo>
                    <a:pt x="388620" y="1270"/>
                  </a:lnTo>
                  <a:lnTo>
                    <a:pt x="388620" y="0"/>
                  </a:lnTo>
                  <a:close/>
                </a:path>
                <a:path w="394969" h="7619">
                  <a:moveTo>
                    <a:pt x="392430" y="2540"/>
                  </a:moveTo>
                  <a:lnTo>
                    <a:pt x="391160" y="2540"/>
                  </a:lnTo>
                  <a:lnTo>
                    <a:pt x="391160" y="1270"/>
                  </a:lnTo>
                  <a:lnTo>
                    <a:pt x="389877" y="1270"/>
                  </a:lnTo>
                  <a:lnTo>
                    <a:pt x="389877" y="2540"/>
                  </a:lnTo>
                  <a:lnTo>
                    <a:pt x="5080" y="2540"/>
                  </a:lnTo>
                  <a:lnTo>
                    <a:pt x="5080" y="5080"/>
                  </a:lnTo>
                  <a:lnTo>
                    <a:pt x="6350" y="5080"/>
                  </a:lnTo>
                  <a:lnTo>
                    <a:pt x="6350" y="6350"/>
                  </a:lnTo>
                  <a:lnTo>
                    <a:pt x="7620" y="6350"/>
                  </a:lnTo>
                  <a:lnTo>
                    <a:pt x="7620" y="5080"/>
                  </a:lnTo>
                  <a:lnTo>
                    <a:pt x="392430" y="5080"/>
                  </a:lnTo>
                  <a:lnTo>
                    <a:pt x="392430" y="2540"/>
                  </a:lnTo>
                  <a:close/>
                </a:path>
                <a:path w="394969" h="7619">
                  <a:moveTo>
                    <a:pt x="394970" y="5080"/>
                  </a:moveTo>
                  <a:lnTo>
                    <a:pt x="393700" y="5080"/>
                  </a:lnTo>
                  <a:lnTo>
                    <a:pt x="393700" y="6350"/>
                  </a:lnTo>
                  <a:lnTo>
                    <a:pt x="7620" y="6350"/>
                  </a:lnTo>
                  <a:lnTo>
                    <a:pt x="7620" y="7620"/>
                  </a:lnTo>
                  <a:lnTo>
                    <a:pt x="394970" y="7620"/>
                  </a:lnTo>
                  <a:lnTo>
                    <a:pt x="394970" y="6350"/>
                  </a:lnTo>
                  <a:lnTo>
                    <a:pt x="394970" y="5080"/>
                  </a:lnTo>
                  <a:close/>
                </a:path>
              </a:pathLst>
            </a:custGeom>
            <a:solidFill>
              <a:srgbClr val="7C5D00"/>
            </a:solidFill>
          </p:spPr>
          <p:txBody>
            <a:bodyPr wrap="square" lIns="0" tIns="0" rIns="0" bIns="0" rtlCol="0"/>
            <a:lstStyle/>
            <a:p/>
          </p:txBody>
        </p:sp>
        <p:sp>
          <p:nvSpPr>
            <p:cNvPr id="563" name="object 563"/>
            <p:cNvSpPr/>
            <p:nvPr/>
          </p:nvSpPr>
          <p:spPr>
            <a:xfrm>
              <a:off x="2487930" y="3134359"/>
              <a:ext cx="394970" cy="7620"/>
            </a:xfrm>
            <a:custGeom>
              <a:avLst/>
              <a:gdLst/>
              <a:ahLst/>
              <a:cxnLst/>
              <a:rect l="l" t="t" r="r" b="b"/>
              <a:pathLst>
                <a:path w="394969" h="7619">
                  <a:moveTo>
                    <a:pt x="1270" y="0"/>
                  </a:moveTo>
                  <a:lnTo>
                    <a:pt x="0" y="0"/>
                  </a:lnTo>
                  <a:lnTo>
                    <a:pt x="0" y="1270"/>
                  </a:lnTo>
                  <a:lnTo>
                    <a:pt x="1270" y="1270"/>
                  </a:lnTo>
                  <a:lnTo>
                    <a:pt x="1270" y="0"/>
                  </a:lnTo>
                  <a:close/>
                </a:path>
                <a:path w="394969" h="7619">
                  <a:moveTo>
                    <a:pt x="389890" y="1270"/>
                  </a:moveTo>
                  <a:lnTo>
                    <a:pt x="388620" y="1270"/>
                  </a:lnTo>
                  <a:lnTo>
                    <a:pt x="388620" y="0"/>
                  </a:lnTo>
                  <a:lnTo>
                    <a:pt x="386080" y="0"/>
                  </a:lnTo>
                  <a:lnTo>
                    <a:pt x="386080" y="1270"/>
                  </a:lnTo>
                  <a:lnTo>
                    <a:pt x="3810" y="1270"/>
                  </a:lnTo>
                  <a:lnTo>
                    <a:pt x="3810" y="3810"/>
                  </a:lnTo>
                  <a:lnTo>
                    <a:pt x="5080" y="3810"/>
                  </a:lnTo>
                  <a:lnTo>
                    <a:pt x="5080" y="5080"/>
                  </a:lnTo>
                  <a:lnTo>
                    <a:pt x="6350" y="5080"/>
                  </a:lnTo>
                  <a:lnTo>
                    <a:pt x="6350" y="3810"/>
                  </a:lnTo>
                  <a:lnTo>
                    <a:pt x="389890" y="3810"/>
                  </a:lnTo>
                  <a:lnTo>
                    <a:pt x="389890" y="1270"/>
                  </a:lnTo>
                  <a:close/>
                </a:path>
                <a:path w="394969" h="7619">
                  <a:moveTo>
                    <a:pt x="392430" y="3810"/>
                  </a:moveTo>
                  <a:lnTo>
                    <a:pt x="391160" y="3810"/>
                  </a:lnTo>
                  <a:lnTo>
                    <a:pt x="391160" y="5080"/>
                  </a:lnTo>
                  <a:lnTo>
                    <a:pt x="6350" y="5080"/>
                  </a:lnTo>
                  <a:lnTo>
                    <a:pt x="6350" y="6350"/>
                  </a:lnTo>
                  <a:lnTo>
                    <a:pt x="8890" y="6350"/>
                  </a:lnTo>
                  <a:lnTo>
                    <a:pt x="8890" y="7620"/>
                  </a:lnTo>
                  <a:lnTo>
                    <a:pt x="10160" y="7620"/>
                  </a:lnTo>
                  <a:lnTo>
                    <a:pt x="10160" y="6350"/>
                  </a:lnTo>
                  <a:lnTo>
                    <a:pt x="392430" y="6350"/>
                  </a:lnTo>
                  <a:lnTo>
                    <a:pt x="392430" y="5080"/>
                  </a:lnTo>
                  <a:lnTo>
                    <a:pt x="392430" y="3810"/>
                  </a:lnTo>
                  <a:close/>
                </a:path>
                <a:path w="394969" h="7619">
                  <a:moveTo>
                    <a:pt x="394970" y="6350"/>
                  </a:moveTo>
                  <a:lnTo>
                    <a:pt x="393700" y="6350"/>
                  </a:lnTo>
                  <a:lnTo>
                    <a:pt x="393700" y="7620"/>
                  </a:lnTo>
                  <a:lnTo>
                    <a:pt x="394970" y="7620"/>
                  </a:lnTo>
                  <a:lnTo>
                    <a:pt x="394970" y="6350"/>
                  </a:lnTo>
                  <a:close/>
                </a:path>
              </a:pathLst>
            </a:custGeom>
            <a:solidFill>
              <a:srgbClr val="7E5E00"/>
            </a:solidFill>
          </p:spPr>
          <p:txBody>
            <a:bodyPr wrap="square" lIns="0" tIns="0" rIns="0" bIns="0" rtlCol="0"/>
            <a:lstStyle/>
            <a:p/>
          </p:txBody>
        </p:sp>
        <p:sp>
          <p:nvSpPr>
            <p:cNvPr id="564" name="object 564"/>
            <p:cNvSpPr/>
            <p:nvPr/>
          </p:nvSpPr>
          <p:spPr>
            <a:xfrm>
              <a:off x="2500630" y="3141979"/>
              <a:ext cx="391160" cy="7620"/>
            </a:xfrm>
            <a:custGeom>
              <a:avLst/>
              <a:gdLst/>
              <a:ahLst/>
              <a:cxnLst/>
              <a:rect l="l" t="t" r="r" b="b"/>
              <a:pathLst>
                <a:path w="391160" h="7619">
                  <a:moveTo>
                    <a:pt x="383540" y="0"/>
                  </a:moveTo>
                  <a:lnTo>
                    <a:pt x="0" y="0"/>
                  </a:lnTo>
                  <a:lnTo>
                    <a:pt x="0" y="2540"/>
                  </a:lnTo>
                  <a:lnTo>
                    <a:pt x="1270" y="2540"/>
                  </a:lnTo>
                  <a:lnTo>
                    <a:pt x="1270" y="3810"/>
                  </a:lnTo>
                  <a:lnTo>
                    <a:pt x="3810" y="3810"/>
                  </a:lnTo>
                  <a:lnTo>
                    <a:pt x="3810" y="2540"/>
                  </a:lnTo>
                  <a:lnTo>
                    <a:pt x="383540" y="2540"/>
                  </a:lnTo>
                  <a:lnTo>
                    <a:pt x="383540" y="0"/>
                  </a:lnTo>
                  <a:close/>
                </a:path>
                <a:path w="391160" h="7619">
                  <a:moveTo>
                    <a:pt x="387337" y="2540"/>
                  </a:moveTo>
                  <a:lnTo>
                    <a:pt x="386080" y="2540"/>
                  </a:lnTo>
                  <a:lnTo>
                    <a:pt x="386080" y="3810"/>
                  </a:lnTo>
                  <a:lnTo>
                    <a:pt x="3810" y="3810"/>
                  </a:lnTo>
                  <a:lnTo>
                    <a:pt x="3810" y="5080"/>
                  </a:lnTo>
                  <a:lnTo>
                    <a:pt x="5080" y="5080"/>
                  </a:lnTo>
                  <a:lnTo>
                    <a:pt x="5080" y="6350"/>
                  </a:lnTo>
                  <a:lnTo>
                    <a:pt x="6350" y="6350"/>
                  </a:lnTo>
                  <a:lnTo>
                    <a:pt x="6350" y="5080"/>
                  </a:lnTo>
                  <a:lnTo>
                    <a:pt x="387337" y="5080"/>
                  </a:lnTo>
                  <a:lnTo>
                    <a:pt x="387337" y="3810"/>
                  </a:lnTo>
                  <a:lnTo>
                    <a:pt x="387337" y="2540"/>
                  </a:lnTo>
                  <a:close/>
                </a:path>
                <a:path w="391160" h="7619">
                  <a:moveTo>
                    <a:pt x="391160" y="6350"/>
                  </a:moveTo>
                  <a:lnTo>
                    <a:pt x="389890" y="6350"/>
                  </a:lnTo>
                  <a:lnTo>
                    <a:pt x="389890" y="5080"/>
                  </a:lnTo>
                  <a:lnTo>
                    <a:pt x="388620" y="5080"/>
                  </a:lnTo>
                  <a:lnTo>
                    <a:pt x="388620" y="6350"/>
                  </a:lnTo>
                  <a:lnTo>
                    <a:pt x="8890" y="6350"/>
                  </a:lnTo>
                  <a:lnTo>
                    <a:pt x="8890" y="7620"/>
                  </a:lnTo>
                  <a:lnTo>
                    <a:pt x="391160" y="7620"/>
                  </a:lnTo>
                  <a:lnTo>
                    <a:pt x="391160" y="6350"/>
                  </a:lnTo>
                  <a:close/>
                </a:path>
              </a:pathLst>
            </a:custGeom>
            <a:solidFill>
              <a:srgbClr val="805F00"/>
            </a:solidFill>
          </p:spPr>
          <p:txBody>
            <a:bodyPr wrap="square" lIns="0" tIns="0" rIns="0" bIns="0" rtlCol="0"/>
            <a:lstStyle/>
            <a:p/>
          </p:txBody>
        </p:sp>
        <p:sp>
          <p:nvSpPr>
            <p:cNvPr id="565" name="object 565"/>
            <p:cNvSpPr/>
            <p:nvPr/>
          </p:nvSpPr>
          <p:spPr>
            <a:xfrm>
              <a:off x="2509520" y="3149599"/>
              <a:ext cx="388620" cy="6350"/>
            </a:xfrm>
            <a:custGeom>
              <a:avLst/>
              <a:gdLst/>
              <a:ahLst/>
              <a:cxnLst/>
              <a:rect l="l" t="t" r="r" b="b"/>
              <a:pathLst>
                <a:path w="388619" h="6350">
                  <a:moveTo>
                    <a:pt x="382270" y="0"/>
                  </a:moveTo>
                  <a:lnTo>
                    <a:pt x="0" y="0"/>
                  </a:lnTo>
                  <a:lnTo>
                    <a:pt x="0" y="1270"/>
                  </a:lnTo>
                  <a:lnTo>
                    <a:pt x="1270" y="1270"/>
                  </a:lnTo>
                  <a:lnTo>
                    <a:pt x="1270" y="2540"/>
                  </a:lnTo>
                  <a:lnTo>
                    <a:pt x="2540" y="2540"/>
                  </a:lnTo>
                  <a:lnTo>
                    <a:pt x="2540" y="1270"/>
                  </a:lnTo>
                  <a:lnTo>
                    <a:pt x="382270" y="1270"/>
                  </a:lnTo>
                  <a:lnTo>
                    <a:pt x="382270" y="0"/>
                  </a:lnTo>
                  <a:close/>
                </a:path>
                <a:path w="388619" h="6350">
                  <a:moveTo>
                    <a:pt x="384810" y="1270"/>
                  </a:moveTo>
                  <a:lnTo>
                    <a:pt x="383527" y="1270"/>
                  </a:lnTo>
                  <a:lnTo>
                    <a:pt x="383527" y="2540"/>
                  </a:lnTo>
                  <a:lnTo>
                    <a:pt x="2540" y="2540"/>
                  </a:lnTo>
                  <a:lnTo>
                    <a:pt x="2540" y="3810"/>
                  </a:lnTo>
                  <a:lnTo>
                    <a:pt x="5080" y="3810"/>
                  </a:lnTo>
                  <a:lnTo>
                    <a:pt x="5080" y="5080"/>
                  </a:lnTo>
                  <a:lnTo>
                    <a:pt x="6350" y="5080"/>
                  </a:lnTo>
                  <a:lnTo>
                    <a:pt x="6350" y="3810"/>
                  </a:lnTo>
                  <a:lnTo>
                    <a:pt x="384810" y="3810"/>
                  </a:lnTo>
                  <a:lnTo>
                    <a:pt x="384810" y="2540"/>
                  </a:lnTo>
                  <a:lnTo>
                    <a:pt x="384810" y="1270"/>
                  </a:lnTo>
                  <a:close/>
                </a:path>
                <a:path w="388619" h="6350">
                  <a:moveTo>
                    <a:pt x="388620" y="5080"/>
                  </a:moveTo>
                  <a:lnTo>
                    <a:pt x="387350" y="5080"/>
                  </a:lnTo>
                  <a:lnTo>
                    <a:pt x="387350" y="3810"/>
                  </a:lnTo>
                  <a:lnTo>
                    <a:pt x="386080" y="3810"/>
                  </a:lnTo>
                  <a:lnTo>
                    <a:pt x="386080" y="5080"/>
                  </a:lnTo>
                  <a:lnTo>
                    <a:pt x="7620" y="5080"/>
                  </a:lnTo>
                  <a:lnTo>
                    <a:pt x="7620" y="6350"/>
                  </a:lnTo>
                  <a:lnTo>
                    <a:pt x="388620" y="6350"/>
                  </a:lnTo>
                  <a:lnTo>
                    <a:pt x="388620" y="5080"/>
                  </a:lnTo>
                  <a:close/>
                </a:path>
              </a:pathLst>
            </a:custGeom>
            <a:solidFill>
              <a:srgbClr val="826100"/>
            </a:solidFill>
          </p:spPr>
          <p:txBody>
            <a:bodyPr wrap="square" lIns="0" tIns="0" rIns="0" bIns="0" rtlCol="0"/>
            <a:lstStyle/>
            <a:p/>
          </p:txBody>
        </p:sp>
        <p:sp>
          <p:nvSpPr>
            <p:cNvPr id="566" name="object 566"/>
            <p:cNvSpPr/>
            <p:nvPr/>
          </p:nvSpPr>
          <p:spPr>
            <a:xfrm>
              <a:off x="2517140" y="3155949"/>
              <a:ext cx="386080" cy="7620"/>
            </a:xfrm>
            <a:custGeom>
              <a:avLst/>
              <a:gdLst/>
              <a:ahLst/>
              <a:cxnLst/>
              <a:rect l="l" t="t" r="r" b="b"/>
              <a:pathLst>
                <a:path w="386080" h="7619">
                  <a:moveTo>
                    <a:pt x="381000" y="0"/>
                  </a:moveTo>
                  <a:lnTo>
                    <a:pt x="0" y="0"/>
                  </a:lnTo>
                  <a:lnTo>
                    <a:pt x="0" y="1270"/>
                  </a:lnTo>
                  <a:lnTo>
                    <a:pt x="2540" y="1270"/>
                  </a:lnTo>
                  <a:lnTo>
                    <a:pt x="2540" y="2540"/>
                  </a:lnTo>
                  <a:lnTo>
                    <a:pt x="3810" y="2540"/>
                  </a:lnTo>
                  <a:lnTo>
                    <a:pt x="3810" y="1270"/>
                  </a:lnTo>
                  <a:lnTo>
                    <a:pt x="381000" y="1270"/>
                  </a:lnTo>
                  <a:lnTo>
                    <a:pt x="381000" y="0"/>
                  </a:lnTo>
                  <a:close/>
                </a:path>
                <a:path w="386080" h="7619">
                  <a:moveTo>
                    <a:pt x="382270" y="2540"/>
                  </a:moveTo>
                  <a:lnTo>
                    <a:pt x="3810" y="2540"/>
                  </a:lnTo>
                  <a:lnTo>
                    <a:pt x="3810" y="3810"/>
                  </a:lnTo>
                  <a:lnTo>
                    <a:pt x="6350" y="3810"/>
                  </a:lnTo>
                  <a:lnTo>
                    <a:pt x="6350" y="5080"/>
                  </a:lnTo>
                  <a:lnTo>
                    <a:pt x="7620" y="5080"/>
                  </a:lnTo>
                  <a:lnTo>
                    <a:pt x="7620" y="3810"/>
                  </a:lnTo>
                  <a:lnTo>
                    <a:pt x="382270" y="3810"/>
                  </a:lnTo>
                  <a:lnTo>
                    <a:pt x="382270" y="2540"/>
                  </a:lnTo>
                  <a:close/>
                </a:path>
                <a:path w="386080" h="7619">
                  <a:moveTo>
                    <a:pt x="386080" y="5080"/>
                  </a:moveTo>
                  <a:lnTo>
                    <a:pt x="384810" y="5080"/>
                  </a:lnTo>
                  <a:lnTo>
                    <a:pt x="384810" y="3810"/>
                  </a:lnTo>
                  <a:lnTo>
                    <a:pt x="383527" y="3810"/>
                  </a:lnTo>
                  <a:lnTo>
                    <a:pt x="383527" y="5080"/>
                  </a:lnTo>
                  <a:lnTo>
                    <a:pt x="8890" y="5080"/>
                  </a:lnTo>
                  <a:lnTo>
                    <a:pt x="8890" y="7620"/>
                  </a:lnTo>
                  <a:lnTo>
                    <a:pt x="386080" y="7620"/>
                  </a:lnTo>
                  <a:lnTo>
                    <a:pt x="386080" y="5080"/>
                  </a:lnTo>
                  <a:close/>
                </a:path>
              </a:pathLst>
            </a:custGeom>
            <a:solidFill>
              <a:srgbClr val="846200"/>
            </a:solidFill>
          </p:spPr>
          <p:txBody>
            <a:bodyPr wrap="square" lIns="0" tIns="0" rIns="0" bIns="0" rtlCol="0"/>
            <a:lstStyle/>
            <a:p/>
          </p:txBody>
        </p:sp>
        <p:sp>
          <p:nvSpPr>
            <p:cNvPr id="567" name="object 567"/>
            <p:cNvSpPr/>
            <p:nvPr/>
          </p:nvSpPr>
          <p:spPr>
            <a:xfrm>
              <a:off x="2528570" y="3163569"/>
              <a:ext cx="382270" cy="7620"/>
            </a:xfrm>
            <a:custGeom>
              <a:avLst/>
              <a:gdLst/>
              <a:ahLst/>
              <a:cxnLst/>
              <a:rect l="l" t="t" r="r" b="b"/>
              <a:pathLst>
                <a:path w="382269" h="7619">
                  <a:moveTo>
                    <a:pt x="1270" y="0"/>
                  </a:moveTo>
                  <a:lnTo>
                    <a:pt x="0" y="0"/>
                  </a:lnTo>
                  <a:lnTo>
                    <a:pt x="0" y="1270"/>
                  </a:lnTo>
                  <a:lnTo>
                    <a:pt x="1270" y="1270"/>
                  </a:lnTo>
                  <a:lnTo>
                    <a:pt x="1270" y="0"/>
                  </a:lnTo>
                  <a:close/>
                </a:path>
                <a:path w="382269" h="7619">
                  <a:moveTo>
                    <a:pt x="377177" y="0"/>
                  </a:moveTo>
                  <a:lnTo>
                    <a:pt x="375920" y="0"/>
                  </a:lnTo>
                  <a:lnTo>
                    <a:pt x="375920" y="1270"/>
                  </a:lnTo>
                  <a:lnTo>
                    <a:pt x="1270" y="1270"/>
                  </a:lnTo>
                  <a:lnTo>
                    <a:pt x="1270" y="2540"/>
                  </a:lnTo>
                  <a:lnTo>
                    <a:pt x="2540" y="2540"/>
                  </a:lnTo>
                  <a:lnTo>
                    <a:pt x="2540" y="3810"/>
                  </a:lnTo>
                  <a:lnTo>
                    <a:pt x="5080" y="3810"/>
                  </a:lnTo>
                  <a:lnTo>
                    <a:pt x="5080" y="2540"/>
                  </a:lnTo>
                  <a:lnTo>
                    <a:pt x="377177" y="2540"/>
                  </a:lnTo>
                  <a:lnTo>
                    <a:pt x="377177" y="1270"/>
                  </a:lnTo>
                  <a:lnTo>
                    <a:pt x="377177" y="0"/>
                  </a:lnTo>
                  <a:close/>
                </a:path>
                <a:path w="382269" h="7619">
                  <a:moveTo>
                    <a:pt x="381000" y="3810"/>
                  </a:moveTo>
                  <a:lnTo>
                    <a:pt x="379730" y="3810"/>
                  </a:lnTo>
                  <a:lnTo>
                    <a:pt x="379730" y="2540"/>
                  </a:lnTo>
                  <a:lnTo>
                    <a:pt x="378460" y="2540"/>
                  </a:lnTo>
                  <a:lnTo>
                    <a:pt x="378460" y="3810"/>
                  </a:lnTo>
                  <a:lnTo>
                    <a:pt x="6350" y="3810"/>
                  </a:lnTo>
                  <a:lnTo>
                    <a:pt x="6350" y="6350"/>
                  </a:lnTo>
                  <a:lnTo>
                    <a:pt x="7620" y="6350"/>
                  </a:lnTo>
                  <a:lnTo>
                    <a:pt x="7620" y="7620"/>
                  </a:lnTo>
                  <a:lnTo>
                    <a:pt x="10160" y="7620"/>
                  </a:lnTo>
                  <a:lnTo>
                    <a:pt x="10160" y="6350"/>
                  </a:lnTo>
                  <a:lnTo>
                    <a:pt x="381000" y="6350"/>
                  </a:lnTo>
                  <a:lnTo>
                    <a:pt x="381000" y="3810"/>
                  </a:lnTo>
                  <a:close/>
                </a:path>
                <a:path w="382269" h="7619">
                  <a:moveTo>
                    <a:pt x="382270" y="6350"/>
                  </a:moveTo>
                  <a:lnTo>
                    <a:pt x="381000" y="6350"/>
                  </a:lnTo>
                  <a:lnTo>
                    <a:pt x="381000" y="7620"/>
                  </a:lnTo>
                  <a:lnTo>
                    <a:pt x="382270" y="7620"/>
                  </a:lnTo>
                  <a:lnTo>
                    <a:pt x="382270" y="6350"/>
                  </a:lnTo>
                  <a:close/>
                </a:path>
              </a:pathLst>
            </a:custGeom>
            <a:solidFill>
              <a:srgbClr val="866400"/>
            </a:solidFill>
          </p:spPr>
          <p:txBody>
            <a:bodyPr wrap="square" lIns="0" tIns="0" rIns="0" bIns="0" rtlCol="0"/>
            <a:lstStyle/>
            <a:p/>
          </p:txBody>
        </p:sp>
        <p:sp>
          <p:nvSpPr>
            <p:cNvPr id="568" name="object 568"/>
            <p:cNvSpPr/>
            <p:nvPr/>
          </p:nvSpPr>
          <p:spPr>
            <a:xfrm>
              <a:off x="2538730" y="3171189"/>
              <a:ext cx="377190" cy="6350"/>
            </a:xfrm>
            <a:custGeom>
              <a:avLst/>
              <a:gdLst/>
              <a:ahLst/>
              <a:cxnLst/>
              <a:rect l="l" t="t" r="r" b="b"/>
              <a:pathLst>
                <a:path w="377189" h="6350">
                  <a:moveTo>
                    <a:pt x="372110" y="0"/>
                  </a:moveTo>
                  <a:lnTo>
                    <a:pt x="0" y="0"/>
                  </a:lnTo>
                  <a:lnTo>
                    <a:pt x="0" y="1270"/>
                  </a:lnTo>
                  <a:lnTo>
                    <a:pt x="1270" y="1270"/>
                  </a:lnTo>
                  <a:lnTo>
                    <a:pt x="1270" y="2540"/>
                  </a:lnTo>
                  <a:lnTo>
                    <a:pt x="3810" y="2540"/>
                  </a:lnTo>
                  <a:lnTo>
                    <a:pt x="3810" y="1270"/>
                  </a:lnTo>
                  <a:lnTo>
                    <a:pt x="372110" y="1270"/>
                  </a:lnTo>
                  <a:lnTo>
                    <a:pt x="372110" y="0"/>
                  </a:lnTo>
                  <a:close/>
                </a:path>
                <a:path w="377189" h="6350">
                  <a:moveTo>
                    <a:pt x="374650" y="2540"/>
                  </a:moveTo>
                  <a:lnTo>
                    <a:pt x="374637" y="1270"/>
                  </a:lnTo>
                  <a:lnTo>
                    <a:pt x="373380" y="1270"/>
                  </a:lnTo>
                  <a:lnTo>
                    <a:pt x="373380" y="2540"/>
                  </a:lnTo>
                  <a:lnTo>
                    <a:pt x="5080" y="2540"/>
                  </a:lnTo>
                  <a:lnTo>
                    <a:pt x="5080" y="5080"/>
                  </a:lnTo>
                  <a:lnTo>
                    <a:pt x="7620" y="5080"/>
                  </a:lnTo>
                  <a:lnTo>
                    <a:pt x="7620" y="6350"/>
                  </a:lnTo>
                  <a:lnTo>
                    <a:pt x="8890" y="6350"/>
                  </a:lnTo>
                  <a:lnTo>
                    <a:pt x="8890" y="5080"/>
                  </a:lnTo>
                  <a:lnTo>
                    <a:pt x="374650" y="5080"/>
                  </a:lnTo>
                  <a:lnTo>
                    <a:pt x="374650" y="2540"/>
                  </a:lnTo>
                  <a:close/>
                </a:path>
                <a:path w="377189" h="6350">
                  <a:moveTo>
                    <a:pt x="377190" y="5080"/>
                  </a:moveTo>
                  <a:lnTo>
                    <a:pt x="375920" y="5080"/>
                  </a:lnTo>
                  <a:lnTo>
                    <a:pt x="375920" y="6350"/>
                  </a:lnTo>
                  <a:lnTo>
                    <a:pt x="377190" y="6350"/>
                  </a:lnTo>
                  <a:lnTo>
                    <a:pt x="377190" y="5080"/>
                  </a:lnTo>
                  <a:close/>
                </a:path>
              </a:pathLst>
            </a:custGeom>
            <a:solidFill>
              <a:srgbClr val="886600"/>
            </a:solidFill>
          </p:spPr>
          <p:txBody>
            <a:bodyPr wrap="square" lIns="0" tIns="0" rIns="0" bIns="0" rtlCol="0"/>
            <a:lstStyle/>
            <a:p/>
          </p:txBody>
        </p:sp>
        <p:sp>
          <p:nvSpPr>
            <p:cNvPr id="569" name="object 569"/>
            <p:cNvSpPr/>
            <p:nvPr/>
          </p:nvSpPr>
          <p:spPr>
            <a:xfrm>
              <a:off x="2547620" y="3177539"/>
              <a:ext cx="373380" cy="7620"/>
            </a:xfrm>
            <a:custGeom>
              <a:avLst/>
              <a:gdLst/>
              <a:ahLst/>
              <a:cxnLst/>
              <a:rect l="l" t="t" r="r" b="b"/>
              <a:pathLst>
                <a:path w="373380" h="7619">
                  <a:moveTo>
                    <a:pt x="368300" y="0"/>
                  </a:moveTo>
                  <a:lnTo>
                    <a:pt x="0" y="0"/>
                  </a:lnTo>
                  <a:lnTo>
                    <a:pt x="0" y="1270"/>
                  </a:lnTo>
                  <a:lnTo>
                    <a:pt x="2540" y="1270"/>
                  </a:lnTo>
                  <a:lnTo>
                    <a:pt x="2540" y="2540"/>
                  </a:lnTo>
                  <a:lnTo>
                    <a:pt x="3810" y="2540"/>
                  </a:lnTo>
                  <a:lnTo>
                    <a:pt x="3810" y="1270"/>
                  </a:lnTo>
                  <a:lnTo>
                    <a:pt x="368300" y="1270"/>
                  </a:lnTo>
                  <a:lnTo>
                    <a:pt x="368300" y="0"/>
                  </a:lnTo>
                  <a:close/>
                </a:path>
                <a:path w="373380" h="7619">
                  <a:moveTo>
                    <a:pt x="370827" y="2540"/>
                  </a:moveTo>
                  <a:lnTo>
                    <a:pt x="6350" y="2540"/>
                  </a:lnTo>
                  <a:lnTo>
                    <a:pt x="6350" y="5080"/>
                  </a:lnTo>
                  <a:lnTo>
                    <a:pt x="7620" y="5080"/>
                  </a:lnTo>
                  <a:lnTo>
                    <a:pt x="7620" y="6350"/>
                  </a:lnTo>
                  <a:lnTo>
                    <a:pt x="10160" y="6350"/>
                  </a:lnTo>
                  <a:lnTo>
                    <a:pt x="10160" y="5080"/>
                  </a:lnTo>
                  <a:lnTo>
                    <a:pt x="370827" y="5080"/>
                  </a:lnTo>
                  <a:lnTo>
                    <a:pt x="370827" y="2540"/>
                  </a:lnTo>
                  <a:close/>
                </a:path>
                <a:path w="373380" h="7619">
                  <a:moveTo>
                    <a:pt x="373380" y="5080"/>
                  </a:moveTo>
                  <a:lnTo>
                    <a:pt x="372097" y="5080"/>
                  </a:lnTo>
                  <a:lnTo>
                    <a:pt x="372097" y="6350"/>
                  </a:lnTo>
                  <a:lnTo>
                    <a:pt x="10160" y="6350"/>
                  </a:lnTo>
                  <a:lnTo>
                    <a:pt x="10160" y="7620"/>
                  </a:lnTo>
                  <a:lnTo>
                    <a:pt x="373380" y="7620"/>
                  </a:lnTo>
                  <a:lnTo>
                    <a:pt x="373380" y="6350"/>
                  </a:lnTo>
                  <a:lnTo>
                    <a:pt x="373380" y="5080"/>
                  </a:lnTo>
                  <a:close/>
                </a:path>
              </a:pathLst>
            </a:custGeom>
            <a:solidFill>
              <a:srgbClr val="896700"/>
            </a:solidFill>
          </p:spPr>
          <p:txBody>
            <a:bodyPr wrap="square" lIns="0" tIns="0" rIns="0" bIns="0" rtlCol="0"/>
            <a:lstStyle/>
            <a:p/>
          </p:txBody>
        </p:sp>
        <p:sp>
          <p:nvSpPr>
            <p:cNvPr id="570" name="object 570"/>
            <p:cNvSpPr/>
            <p:nvPr/>
          </p:nvSpPr>
          <p:spPr>
            <a:xfrm>
              <a:off x="2559050" y="3185159"/>
              <a:ext cx="368300" cy="7620"/>
            </a:xfrm>
            <a:custGeom>
              <a:avLst/>
              <a:gdLst/>
              <a:ahLst/>
              <a:cxnLst/>
              <a:rect l="l" t="t" r="r" b="b"/>
              <a:pathLst>
                <a:path w="368300" h="7619">
                  <a:moveTo>
                    <a:pt x="2540" y="0"/>
                  </a:moveTo>
                  <a:lnTo>
                    <a:pt x="0" y="0"/>
                  </a:lnTo>
                  <a:lnTo>
                    <a:pt x="0" y="1270"/>
                  </a:lnTo>
                  <a:lnTo>
                    <a:pt x="2540" y="1270"/>
                  </a:lnTo>
                  <a:lnTo>
                    <a:pt x="2540" y="0"/>
                  </a:lnTo>
                  <a:close/>
                </a:path>
                <a:path w="368300" h="7619">
                  <a:moveTo>
                    <a:pt x="364490" y="1270"/>
                  </a:moveTo>
                  <a:lnTo>
                    <a:pt x="363220" y="1270"/>
                  </a:lnTo>
                  <a:lnTo>
                    <a:pt x="363220" y="0"/>
                  </a:lnTo>
                  <a:lnTo>
                    <a:pt x="361950" y="0"/>
                  </a:lnTo>
                  <a:lnTo>
                    <a:pt x="361950" y="1270"/>
                  </a:lnTo>
                  <a:lnTo>
                    <a:pt x="3810" y="1270"/>
                  </a:lnTo>
                  <a:lnTo>
                    <a:pt x="3810" y="3810"/>
                  </a:lnTo>
                  <a:lnTo>
                    <a:pt x="6350" y="3810"/>
                  </a:lnTo>
                  <a:lnTo>
                    <a:pt x="6350" y="5080"/>
                  </a:lnTo>
                  <a:lnTo>
                    <a:pt x="7620" y="5080"/>
                  </a:lnTo>
                  <a:lnTo>
                    <a:pt x="7620" y="3810"/>
                  </a:lnTo>
                  <a:lnTo>
                    <a:pt x="364490" y="3810"/>
                  </a:lnTo>
                  <a:lnTo>
                    <a:pt x="364490" y="1270"/>
                  </a:lnTo>
                  <a:close/>
                </a:path>
                <a:path w="368300" h="7619">
                  <a:moveTo>
                    <a:pt x="365747" y="3810"/>
                  </a:moveTo>
                  <a:lnTo>
                    <a:pt x="364490" y="3810"/>
                  </a:lnTo>
                  <a:lnTo>
                    <a:pt x="364490" y="5080"/>
                  </a:lnTo>
                  <a:lnTo>
                    <a:pt x="7620" y="5080"/>
                  </a:lnTo>
                  <a:lnTo>
                    <a:pt x="7620" y="6350"/>
                  </a:lnTo>
                  <a:lnTo>
                    <a:pt x="10160" y="6350"/>
                  </a:lnTo>
                  <a:lnTo>
                    <a:pt x="10160" y="7620"/>
                  </a:lnTo>
                  <a:lnTo>
                    <a:pt x="11430" y="7620"/>
                  </a:lnTo>
                  <a:lnTo>
                    <a:pt x="11430" y="6350"/>
                  </a:lnTo>
                  <a:lnTo>
                    <a:pt x="365747" y="6350"/>
                  </a:lnTo>
                  <a:lnTo>
                    <a:pt x="365747" y="5080"/>
                  </a:lnTo>
                  <a:lnTo>
                    <a:pt x="365747" y="3810"/>
                  </a:lnTo>
                  <a:close/>
                </a:path>
                <a:path w="368300" h="7619">
                  <a:moveTo>
                    <a:pt x="368300" y="6350"/>
                  </a:moveTo>
                  <a:lnTo>
                    <a:pt x="367030" y="6350"/>
                  </a:lnTo>
                  <a:lnTo>
                    <a:pt x="367030" y="7620"/>
                  </a:lnTo>
                  <a:lnTo>
                    <a:pt x="368300" y="7620"/>
                  </a:lnTo>
                  <a:lnTo>
                    <a:pt x="368300" y="6350"/>
                  </a:lnTo>
                  <a:close/>
                </a:path>
              </a:pathLst>
            </a:custGeom>
            <a:solidFill>
              <a:srgbClr val="8B6800"/>
            </a:solidFill>
          </p:spPr>
          <p:txBody>
            <a:bodyPr wrap="square" lIns="0" tIns="0" rIns="0" bIns="0" rtlCol="0"/>
            <a:lstStyle/>
            <a:p/>
          </p:txBody>
        </p:sp>
        <p:sp>
          <p:nvSpPr>
            <p:cNvPr id="571" name="object 571"/>
            <p:cNvSpPr/>
            <p:nvPr/>
          </p:nvSpPr>
          <p:spPr>
            <a:xfrm>
              <a:off x="2573020" y="3192779"/>
              <a:ext cx="358140" cy="6350"/>
            </a:xfrm>
            <a:custGeom>
              <a:avLst/>
              <a:gdLst/>
              <a:ahLst/>
              <a:cxnLst/>
              <a:rect l="l" t="t" r="r" b="b"/>
              <a:pathLst>
                <a:path w="358139" h="6350">
                  <a:moveTo>
                    <a:pt x="354330" y="0"/>
                  </a:moveTo>
                  <a:lnTo>
                    <a:pt x="0" y="0"/>
                  </a:lnTo>
                  <a:lnTo>
                    <a:pt x="0" y="2540"/>
                  </a:lnTo>
                  <a:lnTo>
                    <a:pt x="1270" y="2540"/>
                  </a:lnTo>
                  <a:lnTo>
                    <a:pt x="1270" y="3810"/>
                  </a:lnTo>
                  <a:lnTo>
                    <a:pt x="3810" y="3810"/>
                  </a:lnTo>
                  <a:lnTo>
                    <a:pt x="3810" y="2540"/>
                  </a:lnTo>
                  <a:lnTo>
                    <a:pt x="354330" y="2540"/>
                  </a:lnTo>
                  <a:lnTo>
                    <a:pt x="354330" y="0"/>
                  </a:lnTo>
                  <a:close/>
                </a:path>
                <a:path w="358139" h="6350">
                  <a:moveTo>
                    <a:pt x="356870" y="2540"/>
                  </a:moveTo>
                  <a:lnTo>
                    <a:pt x="355600" y="2540"/>
                  </a:lnTo>
                  <a:lnTo>
                    <a:pt x="355600" y="3810"/>
                  </a:lnTo>
                  <a:lnTo>
                    <a:pt x="3810" y="3810"/>
                  </a:lnTo>
                  <a:lnTo>
                    <a:pt x="3810" y="5080"/>
                  </a:lnTo>
                  <a:lnTo>
                    <a:pt x="5080" y="5080"/>
                  </a:lnTo>
                  <a:lnTo>
                    <a:pt x="5080" y="6350"/>
                  </a:lnTo>
                  <a:lnTo>
                    <a:pt x="7620" y="6350"/>
                  </a:lnTo>
                  <a:lnTo>
                    <a:pt x="7620" y="5080"/>
                  </a:lnTo>
                  <a:lnTo>
                    <a:pt x="356870" y="5080"/>
                  </a:lnTo>
                  <a:lnTo>
                    <a:pt x="356870" y="3810"/>
                  </a:lnTo>
                  <a:lnTo>
                    <a:pt x="356870" y="2540"/>
                  </a:lnTo>
                  <a:close/>
                </a:path>
                <a:path w="358139" h="6350">
                  <a:moveTo>
                    <a:pt x="358127" y="5080"/>
                  </a:moveTo>
                  <a:lnTo>
                    <a:pt x="356870" y="5080"/>
                  </a:lnTo>
                  <a:lnTo>
                    <a:pt x="356870" y="6350"/>
                  </a:lnTo>
                  <a:lnTo>
                    <a:pt x="358127" y="6350"/>
                  </a:lnTo>
                  <a:lnTo>
                    <a:pt x="358127" y="5080"/>
                  </a:lnTo>
                  <a:close/>
                </a:path>
              </a:pathLst>
            </a:custGeom>
            <a:solidFill>
              <a:srgbClr val="8D6900"/>
            </a:solidFill>
          </p:spPr>
          <p:txBody>
            <a:bodyPr wrap="square" lIns="0" tIns="0" rIns="0" bIns="0" rtlCol="0"/>
            <a:lstStyle/>
            <a:p/>
          </p:txBody>
        </p:sp>
        <p:sp>
          <p:nvSpPr>
            <p:cNvPr id="572" name="object 572"/>
            <p:cNvSpPr/>
            <p:nvPr/>
          </p:nvSpPr>
          <p:spPr>
            <a:xfrm>
              <a:off x="2581910" y="3199129"/>
              <a:ext cx="354330" cy="7620"/>
            </a:xfrm>
            <a:custGeom>
              <a:avLst/>
              <a:gdLst/>
              <a:ahLst/>
              <a:cxnLst/>
              <a:rect l="l" t="t" r="r" b="b"/>
              <a:pathLst>
                <a:path w="354330" h="7619">
                  <a:moveTo>
                    <a:pt x="350520" y="0"/>
                  </a:moveTo>
                  <a:lnTo>
                    <a:pt x="0" y="0"/>
                  </a:lnTo>
                  <a:lnTo>
                    <a:pt x="0" y="2540"/>
                  </a:lnTo>
                  <a:lnTo>
                    <a:pt x="2540" y="2540"/>
                  </a:lnTo>
                  <a:lnTo>
                    <a:pt x="2540" y="3810"/>
                  </a:lnTo>
                  <a:lnTo>
                    <a:pt x="3810" y="3810"/>
                  </a:lnTo>
                  <a:lnTo>
                    <a:pt x="3810" y="2540"/>
                  </a:lnTo>
                  <a:lnTo>
                    <a:pt x="350520" y="2540"/>
                  </a:lnTo>
                  <a:lnTo>
                    <a:pt x="350520" y="0"/>
                  </a:lnTo>
                  <a:close/>
                </a:path>
                <a:path w="354330" h="7619">
                  <a:moveTo>
                    <a:pt x="351790" y="3810"/>
                  </a:moveTo>
                  <a:lnTo>
                    <a:pt x="3810" y="3810"/>
                  </a:lnTo>
                  <a:lnTo>
                    <a:pt x="3810" y="5080"/>
                  </a:lnTo>
                  <a:lnTo>
                    <a:pt x="6350" y="5080"/>
                  </a:lnTo>
                  <a:lnTo>
                    <a:pt x="6350" y="6350"/>
                  </a:lnTo>
                  <a:lnTo>
                    <a:pt x="8890" y="6350"/>
                  </a:lnTo>
                  <a:lnTo>
                    <a:pt x="8890" y="5080"/>
                  </a:lnTo>
                  <a:lnTo>
                    <a:pt x="351790" y="5080"/>
                  </a:lnTo>
                  <a:lnTo>
                    <a:pt x="351790" y="3810"/>
                  </a:lnTo>
                  <a:close/>
                </a:path>
                <a:path w="354330" h="7619">
                  <a:moveTo>
                    <a:pt x="354330" y="5080"/>
                  </a:moveTo>
                  <a:lnTo>
                    <a:pt x="353060" y="5080"/>
                  </a:lnTo>
                  <a:lnTo>
                    <a:pt x="353060" y="6350"/>
                  </a:lnTo>
                  <a:lnTo>
                    <a:pt x="11430" y="6350"/>
                  </a:lnTo>
                  <a:lnTo>
                    <a:pt x="11430" y="7620"/>
                  </a:lnTo>
                  <a:lnTo>
                    <a:pt x="354330" y="7620"/>
                  </a:lnTo>
                  <a:lnTo>
                    <a:pt x="354330" y="6350"/>
                  </a:lnTo>
                  <a:lnTo>
                    <a:pt x="354330" y="5080"/>
                  </a:lnTo>
                  <a:close/>
                </a:path>
              </a:pathLst>
            </a:custGeom>
            <a:solidFill>
              <a:srgbClr val="8F6B00"/>
            </a:solidFill>
          </p:spPr>
          <p:txBody>
            <a:bodyPr wrap="square" lIns="0" tIns="0" rIns="0" bIns="0" rtlCol="0"/>
            <a:lstStyle/>
            <a:p/>
          </p:txBody>
        </p:sp>
        <p:sp>
          <p:nvSpPr>
            <p:cNvPr id="573" name="object 573"/>
            <p:cNvSpPr/>
            <p:nvPr/>
          </p:nvSpPr>
          <p:spPr>
            <a:xfrm>
              <a:off x="2593340" y="3206749"/>
              <a:ext cx="346710" cy="7620"/>
            </a:xfrm>
            <a:custGeom>
              <a:avLst/>
              <a:gdLst/>
              <a:ahLst/>
              <a:cxnLst/>
              <a:rect l="l" t="t" r="r" b="b"/>
              <a:pathLst>
                <a:path w="346710" h="7619">
                  <a:moveTo>
                    <a:pt x="342900" y="0"/>
                  </a:moveTo>
                  <a:lnTo>
                    <a:pt x="0" y="0"/>
                  </a:lnTo>
                  <a:lnTo>
                    <a:pt x="0" y="1270"/>
                  </a:lnTo>
                  <a:lnTo>
                    <a:pt x="1270" y="1270"/>
                  </a:lnTo>
                  <a:lnTo>
                    <a:pt x="1270" y="2540"/>
                  </a:lnTo>
                  <a:lnTo>
                    <a:pt x="3810" y="2540"/>
                  </a:lnTo>
                  <a:lnTo>
                    <a:pt x="3810" y="1270"/>
                  </a:lnTo>
                  <a:lnTo>
                    <a:pt x="342900" y="1270"/>
                  </a:lnTo>
                  <a:lnTo>
                    <a:pt x="342900" y="0"/>
                  </a:lnTo>
                  <a:close/>
                </a:path>
                <a:path w="346710" h="7619">
                  <a:moveTo>
                    <a:pt x="344170" y="2540"/>
                  </a:moveTo>
                  <a:lnTo>
                    <a:pt x="3810" y="2540"/>
                  </a:lnTo>
                  <a:lnTo>
                    <a:pt x="3810" y="3810"/>
                  </a:lnTo>
                  <a:lnTo>
                    <a:pt x="6350" y="3810"/>
                  </a:lnTo>
                  <a:lnTo>
                    <a:pt x="6350" y="5080"/>
                  </a:lnTo>
                  <a:lnTo>
                    <a:pt x="8890" y="5080"/>
                  </a:lnTo>
                  <a:lnTo>
                    <a:pt x="8890" y="3810"/>
                  </a:lnTo>
                  <a:lnTo>
                    <a:pt x="344170" y="3810"/>
                  </a:lnTo>
                  <a:lnTo>
                    <a:pt x="344170" y="2540"/>
                  </a:lnTo>
                  <a:close/>
                </a:path>
                <a:path w="346710" h="7619">
                  <a:moveTo>
                    <a:pt x="346710" y="5080"/>
                  </a:moveTo>
                  <a:lnTo>
                    <a:pt x="10160" y="5080"/>
                  </a:lnTo>
                  <a:lnTo>
                    <a:pt x="10160" y="7620"/>
                  </a:lnTo>
                  <a:lnTo>
                    <a:pt x="346710" y="7620"/>
                  </a:lnTo>
                  <a:lnTo>
                    <a:pt x="346710" y="5080"/>
                  </a:lnTo>
                  <a:close/>
                </a:path>
              </a:pathLst>
            </a:custGeom>
            <a:solidFill>
              <a:srgbClr val="916C00"/>
            </a:solidFill>
          </p:spPr>
          <p:txBody>
            <a:bodyPr wrap="square" lIns="0" tIns="0" rIns="0" bIns="0" rtlCol="0"/>
            <a:lstStyle/>
            <a:p/>
          </p:txBody>
        </p:sp>
        <p:sp>
          <p:nvSpPr>
            <p:cNvPr id="574" name="object 574"/>
            <p:cNvSpPr/>
            <p:nvPr/>
          </p:nvSpPr>
          <p:spPr>
            <a:xfrm>
              <a:off x="2606040" y="3214369"/>
              <a:ext cx="336550" cy="6350"/>
            </a:xfrm>
            <a:custGeom>
              <a:avLst/>
              <a:gdLst/>
              <a:ahLst/>
              <a:cxnLst/>
              <a:rect l="l" t="t" r="r" b="b"/>
              <a:pathLst>
                <a:path w="336550" h="6350">
                  <a:moveTo>
                    <a:pt x="2540" y="0"/>
                  </a:moveTo>
                  <a:lnTo>
                    <a:pt x="0" y="0"/>
                  </a:lnTo>
                  <a:lnTo>
                    <a:pt x="0" y="1270"/>
                  </a:lnTo>
                  <a:lnTo>
                    <a:pt x="2540" y="1270"/>
                  </a:lnTo>
                  <a:lnTo>
                    <a:pt x="2540" y="0"/>
                  </a:lnTo>
                  <a:close/>
                </a:path>
                <a:path w="336550" h="6350">
                  <a:moveTo>
                    <a:pt x="335280" y="0"/>
                  </a:moveTo>
                  <a:lnTo>
                    <a:pt x="334010" y="0"/>
                  </a:lnTo>
                  <a:lnTo>
                    <a:pt x="334010" y="1270"/>
                  </a:lnTo>
                  <a:lnTo>
                    <a:pt x="2540" y="1270"/>
                  </a:lnTo>
                  <a:lnTo>
                    <a:pt x="2540" y="2540"/>
                  </a:lnTo>
                  <a:lnTo>
                    <a:pt x="5080" y="2540"/>
                  </a:lnTo>
                  <a:lnTo>
                    <a:pt x="5080" y="3810"/>
                  </a:lnTo>
                  <a:lnTo>
                    <a:pt x="7620" y="3810"/>
                  </a:lnTo>
                  <a:lnTo>
                    <a:pt x="7620" y="2540"/>
                  </a:lnTo>
                  <a:lnTo>
                    <a:pt x="335280" y="2540"/>
                  </a:lnTo>
                  <a:lnTo>
                    <a:pt x="335280" y="1270"/>
                  </a:lnTo>
                  <a:lnTo>
                    <a:pt x="335280" y="0"/>
                  </a:lnTo>
                  <a:close/>
                </a:path>
                <a:path w="336550" h="6350">
                  <a:moveTo>
                    <a:pt x="336550" y="2540"/>
                  </a:moveTo>
                  <a:lnTo>
                    <a:pt x="335280" y="2540"/>
                  </a:lnTo>
                  <a:lnTo>
                    <a:pt x="335280" y="3810"/>
                  </a:lnTo>
                  <a:lnTo>
                    <a:pt x="8890" y="3810"/>
                  </a:lnTo>
                  <a:lnTo>
                    <a:pt x="8890" y="6350"/>
                  </a:lnTo>
                  <a:lnTo>
                    <a:pt x="336550" y="6350"/>
                  </a:lnTo>
                  <a:lnTo>
                    <a:pt x="336550" y="3810"/>
                  </a:lnTo>
                  <a:lnTo>
                    <a:pt x="336550" y="2540"/>
                  </a:lnTo>
                  <a:close/>
                </a:path>
              </a:pathLst>
            </a:custGeom>
            <a:solidFill>
              <a:srgbClr val="936E00"/>
            </a:solidFill>
          </p:spPr>
          <p:txBody>
            <a:bodyPr wrap="square" lIns="0" tIns="0" rIns="0" bIns="0" rtlCol="0"/>
            <a:lstStyle/>
            <a:p/>
          </p:txBody>
        </p:sp>
        <p:sp>
          <p:nvSpPr>
            <p:cNvPr id="575" name="object 575"/>
            <p:cNvSpPr/>
            <p:nvPr/>
          </p:nvSpPr>
          <p:spPr>
            <a:xfrm>
              <a:off x="2617470" y="3220719"/>
              <a:ext cx="330200" cy="7620"/>
            </a:xfrm>
            <a:custGeom>
              <a:avLst/>
              <a:gdLst/>
              <a:ahLst/>
              <a:cxnLst/>
              <a:rect l="l" t="t" r="r" b="b"/>
              <a:pathLst>
                <a:path w="330200" h="7619">
                  <a:moveTo>
                    <a:pt x="2540" y="0"/>
                  </a:moveTo>
                  <a:lnTo>
                    <a:pt x="0" y="0"/>
                  </a:lnTo>
                  <a:lnTo>
                    <a:pt x="0" y="1270"/>
                  </a:lnTo>
                  <a:lnTo>
                    <a:pt x="2540" y="1270"/>
                  </a:lnTo>
                  <a:lnTo>
                    <a:pt x="2540" y="0"/>
                  </a:lnTo>
                  <a:close/>
                </a:path>
                <a:path w="330200" h="7619">
                  <a:moveTo>
                    <a:pt x="326390" y="1270"/>
                  </a:moveTo>
                  <a:lnTo>
                    <a:pt x="2540" y="1270"/>
                  </a:lnTo>
                  <a:lnTo>
                    <a:pt x="2540" y="2540"/>
                  </a:lnTo>
                  <a:lnTo>
                    <a:pt x="5080" y="2540"/>
                  </a:lnTo>
                  <a:lnTo>
                    <a:pt x="5080" y="3810"/>
                  </a:lnTo>
                  <a:lnTo>
                    <a:pt x="6350" y="3810"/>
                  </a:lnTo>
                  <a:lnTo>
                    <a:pt x="6350" y="2540"/>
                  </a:lnTo>
                  <a:lnTo>
                    <a:pt x="326390" y="2540"/>
                  </a:lnTo>
                  <a:lnTo>
                    <a:pt x="326390" y="1270"/>
                  </a:lnTo>
                  <a:close/>
                </a:path>
                <a:path w="330200" h="7619">
                  <a:moveTo>
                    <a:pt x="328930" y="3810"/>
                  </a:moveTo>
                  <a:lnTo>
                    <a:pt x="8890" y="3810"/>
                  </a:lnTo>
                  <a:lnTo>
                    <a:pt x="8890" y="6350"/>
                  </a:lnTo>
                  <a:lnTo>
                    <a:pt x="11430" y="6350"/>
                  </a:lnTo>
                  <a:lnTo>
                    <a:pt x="11430" y="7620"/>
                  </a:lnTo>
                  <a:lnTo>
                    <a:pt x="13970" y="7620"/>
                  </a:lnTo>
                  <a:lnTo>
                    <a:pt x="13970" y="6350"/>
                  </a:lnTo>
                  <a:lnTo>
                    <a:pt x="328930" y="6350"/>
                  </a:lnTo>
                  <a:lnTo>
                    <a:pt x="328930" y="3810"/>
                  </a:lnTo>
                  <a:close/>
                </a:path>
                <a:path w="330200" h="7619">
                  <a:moveTo>
                    <a:pt x="330200" y="6350"/>
                  </a:moveTo>
                  <a:lnTo>
                    <a:pt x="328930" y="6350"/>
                  </a:lnTo>
                  <a:lnTo>
                    <a:pt x="328930" y="7620"/>
                  </a:lnTo>
                  <a:lnTo>
                    <a:pt x="330200" y="7620"/>
                  </a:lnTo>
                  <a:lnTo>
                    <a:pt x="330200" y="6350"/>
                  </a:lnTo>
                  <a:close/>
                </a:path>
              </a:pathLst>
            </a:custGeom>
            <a:solidFill>
              <a:srgbClr val="956F00"/>
            </a:solidFill>
          </p:spPr>
          <p:txBody>
            <a:bodyPr wrap="square" lIns="0" tIns="0" rIns="0" bIns="0" rtlCol="0"/>
            <a:lstStyle/>
            <a:p/>
          </p:txBody>
        </p:sp>
        <p:sp>
          <p:nvSpPr>
            <p:cNvPr id="576" name="object 576"/>
            <p:cNvSpPr/>
            <p:nvPr/>
          </p:nvSpPr>
          <p:spPr>
            <a:xfrm>
              <a:off x="2631440" y="3228339"/>
              <a:ext cx="318770" cy="7620"/>
            </a:xfrm>
            <a:custGeom>
              <a:avLst/>
              <a:gdLst/>
              <a:ahLst/>
              <a:cxnLst/>
              <a:rect l="l" t="t" r="r" b="b"/>
              <a:pathLst>
                <a:path w="318769" h="7619">
                  <a:moveTo>
                    <a:pt x="316230" y="0"/>
                  </a:moveTo>
                  <a:lnTo>
                    <a:pt x="0" y="0"/>
                  </a:lnTo>
                  <a:lnTo>
                    <a:pt x="0" y="1270"/>
                  </a:lnTo>
                  <a:lnTo>
                    <a:pt x="1270" y="1270"/>
                  </a:lnTo>
                  <a:lnTo>
                    <a:pt x="1270" y="2540"/>
                  </a:lnTo>
                  <a:lnTo>
                    <a:pt x="3810" y="2540"/>
                  </a:lnTo>
                  <a:lnTo>
                    <a:pt x="3810" y="1270"/>
                  </a:lnTo>
                  <a:lnTo>
                    <a:pt x="316230" y="1270"/>
                  </a:lnTo>
                  <a:lnTo>
                    <a:pt x="316230" y="0"/>
                  </a:lnTo>
                  <a:close/>
                </a:path>
                <a:path w="318769" h="7619">
                  <a:moveTo>
                    <a:pt x="317500" y="1270"/>
                  </a:moveTo>
                  <a:lnTo>
                    <a:pt x="316230" y="1270"/>
                  </a:lnTo>
                  <a:lnTo>
                    <a:pt x="316230" y="2540"/>
                  </a:lnTo>
                  <a:lnTo>
                    <a:pt x="6350" y="2540"/>
                  </a:lnTo>
                  <a:lnTo>
                    <a:pt x="6350" y="5080"/>
                  </a:lnTo>
                  <a:lnTo>
                    <a:pt x="8890" y="5080"/>
                  </a:lnTo>
                  <a:lnTo>
                    <a:pt x="8890" y="6350"/>
                  </a:lnTo>
                  <a:lnTo>
                    <a:pt x="10160" y="6350"/>
                  </a:lnTo>
                  <a:lnTo>
                    <a:pt x="10160" y="5080"/>
                  </a:lnTo>
                  <a:lnTo>
                    <a:pt x="317500" y="5080"/>
                  </a:lnTo>
                  <a:lnTo>
                    <a:pt x="317500" y="2540"/>
                  </a:lnTo>
                  <a:lnTo>
                    <a:pt x="317500" y="1270"/>
                  </a:lnTo>
                  <a:close/>
                </a:path>
                <a:path w="318769" h="7619">
                  <a:moveTo>
                    <a:pt x="318770" y="6350"/>
                  </a:moveTo>
                  <a:lnTo>
                    <a:pt x="10160" y="6350"/>
                  </a:lnTo>
                  <a:lnTo>
                    <a:pt x="10160" y="7620"/>
                  </a:lnTo>
                  <a:lnTo>
                    <a:pt x="318770" y="7620"/>
                  </a:lnTo>
                  <a:lnTo>
                    <a:pt x="318770" y="6350"/>
                  </a:lnTo>
                  <a:close/>
                </a:path>
              </a:pathLst>
            </a:custGeom>
            <a:solidFill>
              <a:srgbClr val="977100"/>
            </a:solidFill>
          </p:spPr>
          <p:txBody>
            <a:bodyPr wrap="square" lIns="0" tIns="0" rIns="0" bIns="0" rtlCol="0"/>
            <a:lstStyle/>
            <a:p/>
          </p:txBody>
        </p:sp>
        <p:sp>
          <p:nvSpPr>
            <p:cNvPr id="577" name="object 577"/>
            <p:cNvSpPr/>
            <p:nvPr/>
          </p:nvSpPr>
          <p:spPr>
            <a:xfrm>
              <a:off x="2644140" y="3235959"/>
              <a:ext cx="309880" cy="6350"/>
            </a:xfrm>
            <a:custGeom>
              <a:avLst/>
              <a:gdLst/>
              <a:ahLst/>
              <a:cxnLst/>
              <a:rect l="l" t="t" r="r" b="b"/>
              <a:pathLst>
                <a:path w="309880" h="6350">
                  <a:moveTo>
                    <a:pt x="1270" y="0"/>
                  </a:moveTo>
                  <a:lnTo>
                    <a:pt x="0" y="0"/>
                  </a:lnTo>
                  <a:lnTo>
                    <a:pt x="0" y="1270"/>
                  </a:lnTo>
                  <a:lnTo>
                    <a:pt x="1270" y="1270"/>
                  </a:lnTo>
                  <a:lnTo>
                    <a:pt x="1270" y="0"/>
                  </a:lnTo>
                  <a:close/>
                </a:path>
                <a:path w="309880" h="6350">
                  <a:moveTo>
                    <a:pt x="308610" y="1270"/>
                  </a:moveTo>
                  <a:lnTo>
                    <a:pt x="3810" y="1270"/>
                  </a:lnTo>
                  <a:lnTo>
                    <a:pt x="3810" y="3810"/>
                  </a:lnTo>
                  <a:lnTo>
                    <a:pt x="6350" y="3810"/>
                  </a:lnTo>
                  <a:lnTo>
                    <a:pt x="6350" y="5080"/>
                  </a:lnTo>
                  <a:lnTo>
                    <a:pt x="7620" y="5080"/>
                  </a:lnTo>
                  <a:lnTo>
                    <a:pt x="7620" y="3810"/>
                  </a:lnTo>
                  <a:lnTo>
                    <a:pt x="308610" y="3810"/>
                  </a:lnTo>
                  <a:lnTo>
                    <a:pt x="308610" y="1270"/>
                  </a:lnTo>
                  <a:close/>
                </a:path>
                <a:path w="309880" h="6350">
                  <a:moveTo>
                    <a:pt x="309880" y="3810"/>
                  </a:moveTo>
                  <a:lnTo>
                    <a:pt x="308610" y="3810"/>
                  </a:lnTo>
                  <a:lnTo>
                    <a:pt x="308610" y="5080"/>
                  </a:lnTo>
                  <a:lnTo>
                    <a:pt x="7620" y="5080"/>
                  </a:lnTo>
                  <a:lnTo>
                    <a:pt x="7620" y="6350"/>
                  </a:lnTo>
                  <a:lnTo>
                    <a:pt x="309880" y="6350"/>
                  </a:lnTo>
                  <a:lnTo>
                    <a:pt x="309880" y="5080"/>
                  </a:lnTo>
                  <a:lnTo>
                    <a:pt x="309880" y="3810"/>
                  </a:lnTo>
                  <a:close/>
                </a:path>
              </a:pathLst>
            </a:custGeom>
            <a:solidFill>
              <a:srgbClr val="997200"/>
            </a:solidFill>
          </p:spPr>
          <p:txBody>
            <a:bodyPr wrap="square" lIns="0" tIns="0" rIns="0" bIns="0" rtlCol="0"/>
            <a:lstStyle/>
            <a:p/>
          </p:txBody>
        </p:sp>
        <p:sp>
          <p:nvSpPr>
            <p:cNvPr id="578" name="object 578"/>
            <p:cNvSpPr/>
            <p:nvPr/>
          </p:nvSpPr>
          <p:spPr>
            <a:xfrm>
              <a:off x="2360930" y="3242309"/>
              <a:ext cx="595630" cy="7620"/>
            </a:xfrm>
            <a:custGeom>
              <a:avLst/>
              <a:gdLst/>
              <a:ahLst/>
              <a:cxnLst/>
              <a:rect l="l" t="t" r="r" b="b"/>
              <a:pathLst>
                <a:path w="595630" h="7619">
                  <a:moveTo>
                    <a:pt x="1270" y="1270"/>
                  </a:moveTo>
                  <a:lnTo>
                    <a:pt x="0" y="1270"/>
                  </a:lnTo>
                  <a:lnTo>
                    <a:pt x="0" y="3810"/>
                  </a:lnTo>
                  <a:lnTo>
                    <a:pt x="1270" y="3810"/>
                  </a:lnTo>
                  <a:lnTo>
                    <a:pt x="1270" y="1270"/>
                  </a:lnTo>
                  <a:close/>
                </a:path>
                <a:path w="595630" h="7619">
                  <a:moveTo>
                    <a:pt x="25400" y="3810"/>
                  </a:moveTo>
                  <a:lnTo>
                    <a:pt x="7620" y="3810"/>
                  </a:lnTo>
                  <a:lnTo>
                    <a:pt x="7620" y="5080"/>
                  </a:lnTo>
                  <a:lnTo>
                    <a:pt x="0" y="5080"/>
                  </a:lnTo>
                  <a:lnTo>
                    <a:pt x="0" y="6350"/>
                  </a:lnTo>
                  <a:lnTo>
                    <a:pt x="25400" y="6350"/>
                  </a:lnTo>
                  <a:lnTo>
                    <a:pt x="25400" y="5080"/>
                  </a:lnTo>
                  <a:lnTo>
                    <a:pt x="25400" y="3810"/>
                  </a:lnTo>
                  <a:close/>
                </a:path>
                <a:path w="595630" h="7619">
                  <a:moveTo>
                    <a:pt x="294640" y="0"/>
                  </a:moveTo>
                  <a:lnTo>
                    <a:pt x="293370" y="0"/>
                  </a:lnTo>
                  <a:lnTo>
                    <a:pt x="293370" y="1270"/>
                  </a:lnTo>
                  <a:lnTo>
                    <a:pt x="294640" y="1270"/>
                  </a:lnTo>
                  <a:lnTo>
                    <a:pt x="294640" y="0"/>
                  </a:lnTo>
                  <a:close/>
                </a:path>
                <a:path w="595630" h="7619">
                  <a:moveTo>
                    <a:pt x="594360" y="1270"/>
                  </a:moveTo>
                  <a:lnTo>
                    <a:pt x="297180" y="1270"/>
                  </a:lnTo>
                  <a:lnTo>
                    <a:pt x="297180" y="3810"/>
                  </a:lnTo>
                  <a:lnTo>
                    <a:pt x="299720" y="3810"/>
                  </a:lnTo>
                  <a:lnTo>
                    <a:pt x="299720" y="5080"/>
                  </a:lnTo>
                  <a:lnTo>
                    <a:pt x="300990" y="5080"/>
                  </a:lnTo>
                  <a:lnTo>
                    <a:pt x="300990" y="3810"/>
                  </a:lnTo>
                  <a:lnTo>
                    <a:pt x="594360" y="3810"/>
                  </a:lnTo>
                  <a:lnTo>
                    <a:pt x="594360" y="1270"/>
                  </a:lnTo>
                  <a:close/>
                </a:path>
                <a:path w="595630" h="7619">
                  <a:moveTo>
                    <a:pt x="595617" y="3810"/>
                  </a:moveTo>
                  <a:lnTo>
                    <a:pt x="594360" y="3810"/>
                  </a:lnTo>
                  <a:lnTo>
                    <a:pt x="594360" y="5080"/>
                  </a:lnTo>
                  <a:lnTo>
                    <a:pt x="300990" y="5080"/>
                  </a:lnTo>
                  <a:lnTo>
                    <a:pt x="300990" y="6350"/>
                  </a:lnTo>
                  <a:lnTo>
                    <a:pt x="303530" y="6350"/>
                  </a:lnTo>
                  <a:lnTo>
                    <a:pt x="303530" y="7620"/>
                  </a:lnTo>
                  <a:lnTo>
                    <a:pt x="304800" y="7620"/>
                  </a:lnTo>
                  <a:lnTo>
                    <a:pt x="304800" y="6350"/>
                  </a:lnTo>
                  <a:lnTo>
                    <a:pt x="595617" y="6350"/>
                  </a:lnTo>
                  <a:lnTo>
                    <a:pt x="595617" y="5080"/>
                  </a:lnTo>
                  <a:lnTo>
                    <a:pt x="595617" y="3810"/>
                  </a:lnTo>
                  <a:close/>
                </a:path>
              </a:pathLst>
            </a:custGeom>
            <a:solidFill>
              <a:srgbClr val="9B7300"/>
            </a:solidFill>
          </p:spPr>
          <p:txBody>
            <a:bodyPr wrap="square" lIns="0" tIns="0" rIns="0" bIns="0" rtlCol="0"/>
            <a:lstStyle/>
            <a:p/>
          </p:txBody>
        </p:sp>
        <p:sp>
          <p:nvSpPr>
            <p:cNvPr id="579" name="object 579"/>
            <p:cNvSpPr/>
            <p:nvPr/>
          </p:nvSpPr>
          <p:spPr>
            <a:xfrm>
              <a:off x="2360930" y="3249929"/>
              <a:ext cx="599440" cy="7620"/>
            </a:xfrm>
            <a:custGeom>
              <a:avLst/>
              <a:gdLst/>
              <a:ahLst/>
              <a:cxnLst/>
              <a:rect l="l" t="t" r="r" b="b"/>
              <a:pathLst>
                <a:path w="599439" h="7620">
                  <a:moveTo>
                    <a:pt x="26670" y="6350"/>
                  </a:moveTo>
                  <a:lnTo>
                    <a:pt x="0" y="6350"/>
                  </a:lnTo>
                  <a:lnTo>
                    <a:pt x="0" y="7620"/>
                  </a:lnTo>
                  <a:lnTo>
                    <a:pt x="26670" y="7620"/>
                  </a:lnTo>
                  <a:lnTo>
                    <a:pt x="26670" y="6350"/>
                  </a:lnTo>
                  <a:close/>
                </a:path>
                <a:path w="599439" h="7620">
                  <a:moveTo>
                    <a:pt x="26670" y="3810"/>
                  </a:moveTo>
                  <a:lnTo>
                    <a:pt x="0" y="3810"/>
                  </a:lnTo>
                  <a:lnTo>
                    <a:pt x="0" y="5080"/>
                  </a:lnTo>
                  <a:lnTo>
                    <a:pt x="26670" y="5080"/>
                  </a:lnTo>
                  <a:lnTo>
                    <a:pt x="26670" y="3810"/>
                  </a:lnTo>
                  <a:close/>
                </a:path>
                <a:path w="599439" h="7620">
                  <a:moveTo>
                    <a:pt x="26670" y="0"/>
                  </a:moveTo>
                  <a:lnTo>
                    <a:pt x="0" y="0"/>
                  </a:lnTo>
                  <a:lnTo>
                    <a:pt x="0" y="2540"/>
                  </a:lnTo>
                  <a:lnTo>
                    <a:pt x="26670" y="2540"/>
                  </a:lnTo>
                  <a:lnTo>
                    <a:pt x="26670" y="0"/>
                  </a:lnTo>
                  <a:close/>
                </a:path>
                <a:path w="599439" h="7620">
                  <a:moveTo>
                    <a:pt x="596900" y="3810"/>
                  </a:moveTo>
                  <a:lnTo>
                    <a:pt x="311150" y="3810"/>
                  </a:lnTo>
                  <a:lnTo>
                    <a:pt x="311150" y="5080"/>
                  </a:lnTo>
                  <a:lnTo>
                    <a:pt x="313690" y="5080"/>
                  </a:lnTo>
                  <a:lnTo>
                    <a:pt x="313690" y="6350"/>
                  </a:lnTo>
                  <a:lnTo>
                    <a:pt x="314960" y="6350"/>
                  </a:lnTo>
                  <a:lnTo>
                    <a:pt x="314960" y="5080"/>
                  </a:lnTo>
                  <a:lnTo>
                    <a:pt x="596900" y="5080"/>
                  </a:lnTo>
                  <a:lnTo>
                    <a:pt x="596900" y="3810"/>
                  </a:lnTo>
                  <a:close/>
                </a:path>
                <a:path w="599439" h="7620">
                  <a:moveTo>
                    <a:pt x="596900" y="0"/>
                  </a:moveTo>
                  <a:lnTo>
                    <a:pt x="307340" y="0"/>
                  </a:lnTo>
                  <a:lnTo>
                    <a:pt x="307340" y="2540"/>
                  </a:lnTo>
                  <a:lnTo>
                    <a:pt x="308610" y="2540"/>
                  </a:lnTo>
                  <a:lnTo>
                    <a:pt x="308610" y="3810"/>
                  </a:lnTo>
                  <a:lnTo>
                    <a:pt x="311150" y="3810"/>
                  </a:lnTo>
                  <a:lnTo>
                    <a:pt x="311150" y="2540"/>
                  </a:lnTo>
                  <a:lnTo>
                    <a:pt x="596887" y="2540"/>
                  </a:lnTo>
                  <a:lnTo>
                    <a:pt x="596900" y="0"/>
                  </a:lnTo>
                  <a:close/>
                </a:path>
                <a:path w="599439" h="7620">
                  <a:moveTo>
                    <a:pt x="599440" y="6350"/>
                  </a:moveTo>
                  <a:lnTo>
                    <a:pt x="317500" y="6350"/>
                  </a:lnTo>
                  <a:lnTo>
                    <a:pt x="317500" y="7620"/>
                  </a:lnTo>
                  <a:lnTo>
                    <a:pt x="599440" y="7620"/>
                  </a:lnTo>
                  <a:lnTo>
                    <a:pt x="599440" y="6350"/>
                  </a:lnTo>
                  <a:close/>
                </a:path>
              </a:pathLst>
            </a:custGeom>
            <a:solidFill>
              <a:srgbClr val="9C7500"/>
            </a:solidFill>
          </p:spPr>
          <p:txBody>
            <a:bodyPr wrap="square" lIns="0" tIns="0" rIns="0" bIns="0" rtlCol="0"/>
            <a:lstStyle/>
            <a:p/>
          </p:txBody>
        </p:sp>
        <p:sp>
          <p:nvSpPr>
            <p:cNvPr id="580" name="object 580"/>
            <p:cNvSpPr/>
            <p:nvPr/>
          </p:nvSpPr>
          <p:spPr>
            <a:xfrm>
              <a:off x="2360930" y="3257549"/>
              <a:ext cx="600710" cy="7620"/>
            </a:xfrm>
            <a:custGeom>
              <a:avLst/>
              <a:gdLst/>
              <a:ahLst/>
              <a:cxnLst/>
              <a:rect l="l" t="t" r="r" b="b"/>
              <a:pathLst>
                <a:path w="600710" h="7620">
                  <a:moveTo>
                    <a:pt x="26670" y="0"/>
                  </a:moveTo>
                  <a:lnTo>
                    <a:pt x="0" y="0"/>
                  </a:lnTo>
                  <a:lnTo>
                    <a:pt x="0" y="1270"/>
                  </a:lnTo>
                  <a:lnTo>
                    <a:pt x="26670" y="1270"/>
                  </a:lnTo>
                  <a:lnTo>
                    <a:pt x="26670" y="0"/>
                  </a:lnTo>
                  <a:close/>
                </a:path>
                <a:path w="600710" h="7620">
                  <a:moveTo>
                    <a:pt x="27940" y="5080"/>
                  </a:moveTo>
                  <a:lnTo>
                    <a:pt x="0" y="5080"/>
                  </a:lnTo>
                  <a:lnTo>
                    <a:pt x="0" y="7620"/>
                  </a:lnTo>
                  <a:lnTo>
                    <a:pt x="27940" y="7620"/>
                  </a:lnTo>
                  <a:lnTo>
                    <a:pt x="27940" y="5080"/>
                  </a:lnTo>
                  <a:close/>
                </a:path>
                <a:path w="600710" h="7620">
                  <a:moveTo>
                    <a:pt x="27940" y="2540"/>
                  </a:moveTo>
                  <a:lnTo>
                    <a:pt x="0" y="2540"/>
                  </a:lnTo>
                  <a:lnTo>
                    <a:pt x="0" y="3810"/>
                  </a:lnTo>
                  <a:lnTo>
                    <a:pt x="27940" y="3810"/>
                  </a:lnTo>
                  <a:lnTo>
                    <a:pt x="27940" y="2540"/>
                  </a:lnTo>
                  <a:close/>
                </a:path>
                <a:path w="600710" h="7620">
                  <a:moveTo>
                    <a:pt x="599440" y="2540"/>
                  </a:moveTo>
                  <a:lnTo>
                    <a:pt x="321310" y="2540"/>
                  </a:lnTo>
                  <a:lnTo>
                    <a:pt x="321310" y="3810"/>
                  </a:lnTo>
                  <a:lnTo>
                    <a:pt x="323850" y="3810"/>
                  </a:lnTo>
                  <a:lnTo>
                    <a:pt x="323850" y="5080"/>
                  </a:lnTo>
                  <a:lnTo>
                    <a:pt x="326390" y="5080"/>
                  </a:lnTo>
                  <a:lnTo>
                    <a:pt x="326390" y="3810"/>
                  </a:lnTo>
                  <a:lnTo>
                    <a:pt x="599440" y="3810"/>
                  </a:lnTo>
                  <a:lnTo>
                    <a:pt x="599440" y="2540"/>
                  </a:lnTo>
                  <a:close/>
                </a:path>
                <a:path w="600710" h="7620">
                  <a:moveTo>
                    <a:pt x="599440" y="0"/>
                  </a:moveTo>
                  <a:lnTo>
                    <a:pt x="317500" y="0"/>
                  </a:lnTo>
                  <a:lnTo>
                    <a:pt x="317500" y="1270"/>
                  </a:lnTo>
                  <a:lnTo>
                    <a:pt x="318770" y="1270"/>
                  </a:lnTo>
                  <a:lnTo>
                    <a:pt x="318770" y="2540"/>
                  </a:lnTo>
                  <a:lnTo>
                    <a:pt x="321310" y="2540"/>
                  </a:lnTo>
                  <a:lnTo>
                    <a:pt x="321310" y="1270"/>
                  </a:lnTo>
                  <a:lnTo>
                    <a:pt x="599440" y="1270"/>
                  </a:lnTo>
                  <a:lnTo>
                    <a:pt x="599440" y="0"/>
                  </a:lnTo>
                  <a:close/>
                </a:path>
                <a:path w="600710" h="7620">
                  <a:moveTo>
                    <a:pt x="600710" y="5080"/>
                  </a:moveTo>
                  <a:lnTo>
                    <a:pt x="327660" y="5080"/>
                  </a:lnTo>
                  <a:lnTo>
                    <a:pt x="327660" y="7620"/>
                  </a:lnTo>
                  <a:lnTo>
                    <a:pt x="600710" y="7620"/>
                  </a:lnTo>
                  <a:lnTo>
                    <a:pt x="600710" y="5080"/>
                  </a:lnTo>
                  <a:close/>
                </a:path>
              </a:pathLst>
            </a:custGeom>
            <a:solidFill>
              <a:srgbClr val="9E7600"/>
            </a:solidFill>
          </p:spPr>
          <p:txBody>
            <a:bodyPr wrap="square" lIns="0" tIns="0" rIns="0" bIns="0" rtlCol="0"/>
            <a:lstStyle/>
            <a:p/>
          </p:txBody>
        </p:sp>
        <p:sp>
          <p:nvSpPr>
            <p:cNvPr id="581" name="object 581"/>
            <p:cNvSpPr/>
            <p:nvPr/>
          </p:nvSpPr>
          <p:spPr>
            <a:xfrm>
              <a:off x="2360930" y="3265169"/>
              <a:ext cx="603250" cy="6350"/>
            </a:xfrm>
            <a:custGeom>
              <a:avLst/>
              <a:gdLst/>
              <a:ahLst/>
              <a:cxnLst/>
              <a:rect l="l" t="t" r="r" b="b"/>
              <a:pathLst>
                <a:path w="603250" h="6350">
                  <a:moveTo>
                    <a:pt x="29210" y="3810"/>
                  </a:moveTo>
                  <a:lnTo>
                    <a:pt x="0" y="3810"/>
                  </a:lnTo>
                  <a:lnTo>
                    <a:pt x="0" y="6350"/>
                  </a:lnTo>
                  <a:lnTo>
                    <a:pt x="29210" y="6350"/>
                  </a:lnTo>
                  <a:lnTo>
                    <a:pt x="29210" y="3810"/>
                  </a:lnTo>
                  <a:close/>
                </a:path>
                <a:path w="603250" h="6350">
                  <a:moveTo>
                    <a:pt x="29210" y="0"/>
                  </a:moveTo>
                  <a:lnTo>
                    <a:pt x="27940" y="0"/>
                  </a:lnTo>
                  <a:lnTo>
                    <a:pt x="27940" y="1270"/>
                  </a:lnTo>
                  <a:lnTo>
                    <a:pt x="0" y="1270"/>
                  </a:lnTo>
                  <a:lnTo>
                    <a:pt x="0" y="2540"/>
                  </a:lnTo>
                  <a:lnTo>
                    <a:pt x="29210" y="2540"/>
                  </a:lnTo>
                  <a:lnTo>
                    <a:pt x="29210" y="1270"/>
                  </a:lnTo>
                  <a:lnTo>
                    <a:pt x="29210" y="0"/>
                  </a:lnTo>
                  <a:close/>
                </a:path>
                <a:path w="603250" h="6350">
                  <a:moveTo>
                    <a:pt x="332740" y="0"/>
                  </a:moveTo>
                  <a:lnTo>
                    <a:pt x="330200" y="0"/>
                  </a:lnTo>
                  <a:lnTo>
                    <a:pt x="330200" y="1270"/>
                  </a:lnTo>
                  <a:lnTo>
                    <a:pt x="332740" y="1270"/>
                  </a:lnTo>
                  <a:lnTo>
                    <a:pt x="332740" y="0"/>
                  </a:lnTo>
                  <a:close/>
                </a:path>
                <a:path w="603250" h="6350">
                  <a:moveTo>
                    <a:pt x="601980" y="1270"/>
                  </a:moveTo>
                  <a:lnTo>
                    <a:pt x="332740" y="1270"/>
                  </a:lnTo>
                  <a:lnTo>
                    <a:pt x="332740" y="2540"/>
                  </a:lnTo>
                  <a:lnTo>
                    <a:pt x="335280" y="2540"/>
                  </a:lnTo>
                  <a:lnTo>
                    <a:pt x="335280" y="3810"/>
                  </a:lnTo>
                  <a:lnTo>
                    <a:pt x="336550" y="3810"/>
                  </a:lnTo>
                  <a:lnTo>
                    <a:pt x="336550" y="2540"/>
                  </a:lnTo>
                  <a:lnTo>
                    <a:pt x="601967" y="2540"/>
                  </a:lnTo>
                  <a:lnTo>
                    <a:pt x="601980" y="1270"/>
                  </a:lnTo>
                  <a:close/>
                </a:path>
                <a:path w="603250" h="6350">
                  <a:moveTo>
                    <a:pt x="603250" y="3810"/>
                  </a:moveTo>
                  <a:lnTo>
                    <a:pt x="339090" y="3810"/>
                  </a:lnTo>
                  <a:lnTo>
                    <a:pt x="339090" y="6350"/>
                  </a:lnTo>
                  <a:lnTo>
                    <a:pt x="603250" y="6350"/>
                  </a:lnTo>
                  <a:lnTo>
                    <a:pt x="603250" y="3810"/>
                  </a:lnTo>
                  <a:close/>
                </a:path>
              </a:pathLst>
            </a:custGeom>
            <a:solidFill>
              <a:srgbClr val="A07800"/>
            </a:solidFill>
          </p:spPr>
          <p:txBody>
            <a:bodyPr wrap="square" lIns="0" tIns="0" rIns="0" bIns="0" rtlCol="0"/>
            <a:lstStyle/>
            <a:p/>
          </p:txBody>
        </p:sp>
        <p:sp>
          <p:nvSpPr>
            <p:cNvPr id="582" name="object 582"/>
            <p:cNvSpPr/>
            <p:nvPr/>
          </p:nvSpPr>
          <p:spPr>
            <a:xfrm>
              <a:off x="2360930" y="3271519"/>
              <a:ext cx="604520" cy="7620"/>
            </a:xfrm>
            <a:custGeom>
              <a:avLst/>
              <a:gdLst/>
              <a:ahLst/>
              <a:cxnLst/>
              <a:rect l="l" t="t" r="r" b="b"/>
              <a:pathLst>
                <a:path w="604519" h="7620">
                  <a:moveTo>
                    <a:pt x="29210" y="1270"/>
                  </a:moveTo>
                  <a:lnTo>
                    <a:pt x="0" y="1270"/>
                  </a:lnTo>
                  <a:lnTo>
                    <a:pt x="0" y="2540"/>
                  </a:lnTo>
                  <a:lnTo>
                    <a:pt x="29210" y="2540"/>
                  </a:lnTo>
                  <a:lnTo>
                    <a:pt x="29210" y="1270"/>
                  </a:lnTo>
                  <a:close/>
                </a:path>
                <a:path w="604519" h="7620">
                  <a:moveTo>
                    <a:pt x="30480" y="3810"/>
                  </a:moveTo>
                  <a:lnTo>
                    <a:pt x="0" y="3810"/>
                  </a:lnTo>
                  <a:lnTo>
                    <a:pt x="0" y="6350"/>
                  </a:lnTo>
                  <a:lnTo>
                    <a:pt x="30480" y="6350"/>
                  </a:lnTo>
                  <a:lnTo>
                    <a:pt x="30480" y="3810"/>
                  </a:lnTo>
                  <a:close/>
                </a:path>
                <a:path w="604519" h="7620">
                  <a:moveTo>
                    <a:pt x="342900" y="0"/>
                  </a:moveTo>
                  <a:lnTo>
                    <a:pt x="341630" y="0"/>
                  </a:lnTo>
                  <a:lnTo>
                    <a:pt x="341630" y="1270"/>
                  </a:lnTo>
                  <a:lnTo>
                    <a:pt x="342900" y="1270"/>
                  </a:lnTo>
                  <a:lnTo>
                    <a:pt x="342900" y="0"/>
                  </a:lnTo>
                  <a:close/>
                </a:path>
                <a:path w="604519" h="7620">
                  <a:moveTo>
                    <a:pt x="603250" y="1270"/>
                  </a:moveTo>
                  <a:lnTo>
                    <a:pt x="342900" y="1270"/>
                  </a:lnTo>
                  <a:lnTo>
                    <a:pt x="342900" y="2540"/>
                  </a:lnTo>
                  <a:lnTo>
                    <a:pt x="345440" y="2540"/>
                  </a:lnTo>
                  <a:lnTo>
                    <a:pt x="345440" y="3810"/>
                  </a:lnTo>
                  <a:lnTo>
                    <a:pt x="347980" y="3810"/>
                  </a:lnTo>
                  <a:lnTo>
                    <a:pt x="347980" y="2540"/>
                  </a:lnTo>
                  <a:lnTo>
                    <a:pt x="603250" y="2540"/>
                  </a:lnTo>
                  <a:lnTo>
                    <a:pt x="603250" y="1270"/>
                  </a:lnTo>
                  <a:close/>
                </a:path>
                <a:path w="604519" h="7620">
                  <a:moveTo>
                    <a:pt x="604520" y="2540"/>
                  </a:moveTo>
                  <a:lnTo>
                    <a:pt x="603250" y="2540"/>
                  </a:lnTo>
                  <a:lnTo>
                    <a:pt x="603250" y="3810"/>
                  </a:lnTo>
                  <a:lnTo>
                    <a:pt x="350520" y="3810"/>
                  </a:lnTo>
                  <a:lnTo>
                    <a:pt x="350520" y="6350"/>
                  </a:lnTo>
                  <a:lnTo>
                    <a:pt x="351790" y="6350"/>
                  </a:lnTo>
                  <a:lnTo>
                    <a:pt x="351790" y="7620"/>
                  </a:lnTo>
                  <a:lnTo>
                    <a:pt x="354330" y="7620"/>
                  </a:lnTo>
                  <a:lnTo>
                    <a:pt x="354330" y="6350"/>
                  </a:lnTo>
                  <a:lnTo>
                    <a:pt x="604520" y="6350"/>
                  </a:lnTo>
                  <a:lnTo>
                    <a:pt x="604520" y="3810"/>
                  </a:lnTo>
                  <a:lnTo>
                    <a:pt x="604520" y="2540"/>
                  </a:lnTo>
                  <a:close/>
                </a:path>
              </a:pathLst>
            </a:custGeom>
            <a:solidFill>
              <a:srgbClr val="A27900"/>
            </a:solidFill>
          </p:spPr>
          <p:txBody>
            <a:bodyPr wrap="square" lIns="0" tIns="0" rIns="0" bIns="0" rtlCol="0"/>
            <a:lstStyle/>
            <a:p/>
          </p:txBody>
        </p:sp>
        <p:sp>
          <p:nvSpPr>
            <p:cNvPr id="583" name="object 583"/>
            <p:cNvSpPr/>
            <p:nvPr/>
          </p:nvSpPr>
          <p:spPr>
            <a:xfrm>
              <a:off x="2360930" y="3279139"/>
              <a:ext cx="605790" cy="7620"/>
            </a:xfrm>
            <a:custGeom>
              <a:avLst/>
              <a:gdLst/>
              <a:ahLst/>
              <a:cxnLst/>
              <a:rect l="l" t="t" r="r" b="b"/>
              <a:pathLst>
                <a:path w="605789" h="7620">
                  <a:moveTo>
                    <a:pt x="30480" y="0"/>
                  </a:moveTo>
                  <a:lnTo>
                    <a:pt x="0" y="0"/>
                  </a:lnTo>
                  <a:lnTo>
                    <a:pt x="0" y="1270"/>
                  </a:lnTo>
                  <a:lnTo>
                    <a:pt x="30480" y="1270"/>
                  </a:lnTo>
                  <a:lnTo>
                    <a:pt x="30480" y="0"/>
                  </a:lnTo>
                  <a:close/>
                </a:path>
                <a:path w="605789" h="7620">
                  <a:moveTo>
                    <a:pt x="31750" y="6350"/>
                  </a:moveTo>
                  <a:lnTo>
                    <a:pt x="0" y="6350"/>
                  </a:lnTo>
                  <a:lnTo>
                    <a:pt x="0" y="7620"/>
                  </a:lnTo>
                  <a:lnTo>
                    <a:pt x="31750" y="7620"/>
                  </a:lnTo>
                  <a:lnTo>
                    <a:pt x="31750" y="6350"/>
                  </a:lnTo>
                  <a:close/>
                </a:path>
                <a:path w="605789" h="7620">
                  <a:moveTo>
                    <a:pt x="31750" y="1270"/>
                  </a:moveTo>
                  <a:lnTo>
                    <a:pt x="30480" y="1270"/>
                  </a:lnTo>
                  <a:lnTo>
                    <a:pt x="30480" y="2540"/>
                  </a:lnTo>
                  <a:lnTo>
                    <a:pt x="0" y="2540"/>
                  </a:lnTo>
                  <a:lnTo>
                    <a:pt x="0" y="5080"/>
                  </a:lnTo>
                  <a:lnTo>
                    <a:pt x="31750" y="5080"/>
                  </a:lnTo>
                  <a:lnTo>
                    <a:pt x="31750" y="2540"/>
                  </a:lnTo>
                  <a:lnTo>
                    <a:pt x="31750" y="1270"/>
                  </a:lnTo>
                  <a:close/>
                </a:path>
                <a:path w="605789" h="7620">
                  <a:moveTo>
                    <a:pt x="604520" y="0"/>
                  </a:moveTo>
                  <a:lnTo>
                    <a:pt x="354330" y="0"/>
                  </a:lnTo>
                  <a:lnTo>
                    <a:pt x="354330" y="1270"/>
                  </a:lnTo>
                  <a:lnTo>
                    <a:pt x="355600" y="1270"/>
                  </a:lnTo>
                  <a:lnTo>
                    <a:pt x="355600" y="2540"/>
                  </a:lnTo>
                  <a:lnTo>
                    <a:pt x="356870" y="2540"/>
                  </a:lnTo>
                  <a:lnTo>
                    <a:pt x="356870" y="1270"/>
                  </a:lnTo>
                  <a:lnTo>
                    <a:pt x="604520" y="1270"/>
                  </a:lnTo>
                  <a:lnTo>
                    <a:pt x="604520" y="0"/>
                  </a:lnTo>
                  <a:close/>
                </a:path>
                <a:path w="605789" h="7620">
                  <a:moveTo>
                    <a:pt x="605790" y="6350"/>
                  </a:moveTo>
                  <a:lnTo>
                    <a:pt x="363220" y="6350"/>
                  </a:lnTo>
                  <a:lnTo>
                    <a:pt x="363220" y="7620"/>
                  </a:lnTo>
                  <a:lnTo>
                    <a:pt x="605790" y="7620"/>
                  </a:lnTo>
                  <a:lnTo>
                    <a:pt x="605790" y="6350"/>
                  </a:lnTo>
                  <a:close/>
                </a:path>
                <a:path w="605789" h="7620">
                  <a:moveTo>
                    <a:pt x="605790" y="2540"/>
                  </a:moveTo>
                  <a:lnTo>
                    <a:pt x="359410" y="2540"/>
                  </a:lnTo>
                  <a:lnTo>
                    <a:pt x="359410" y="5080"/>
                  </a:lnTo>
                  <a:lnTo>
                    <a:pt x="360680" y="5080"/>
                  </a:lnTo>
                  <a:lnTo>
                    <a:pt x="360680" y="6350"/>
                  </a:lnTo>
                  <a:lnTo>
                    <a:pt x="363220" y="6350"/>
                  </a:lnTo>
                  <a:lnTo>
                    <a:pt x="363220" y="5080"/>
                  </a:lnTo>
                  <a:lnTo>
                    <a:pt x="605790" y="5080"/>
                  </a:lnTo>
                  <a:lnTo>
                    <a:pt x="605790" y="2540"/>
                  </a:lnTo>
                  <a:close/>
                </a:path>
              </a:pathLst>
            </a:custGeom>
            <a:solidFill>
              <a:srgbClr val="A47B00"/>
            </a:solidFill>
          </p:spPr>
          <p:txBody>
            <a:bodyPr wrap="square" lIns="0" tIns="0" rIns="0" bIns="0" rtlCol="0"/>
            <a:lstStyle/>
            <a:p/>
          </p:txBody>
        </p:sp>
        <p:sp>
          <p:nvSpPr>
            <p:cNvPr id="584" name="object 584"/>
            <p:cNvSpPr/>
            <p:nvPr/>
          </p:nvSpPr>
          <p:spPr>
            <a:xfrm>
              <a:off x="2359660" y="3286759"/>
              <a:ext cx="608330" cy="6350"/>
            </a:xfrm>
            <a:custGeom>
              <a:avLst/>
              <a:gdLst/>
              <a:ahLst/>
              <a:cxnLst/>
              <a:rect l="l" t="t" r="r" b="b"/>
              <a:pathLst>
                <a:path w="608330" h="6350">
                  <a:moveTo>
                    <a:pt x="34290" y="1270"/>
                  </a:moveTo>
                  <a:lnTo>
                    <a:pt x="0" y="1270"/>
                  </a:lnTo>
                  <a:lnTo>
                    <a:pt x="0" y="3810"/>
                  </a:lnTo>
                  <a:lnTo>
                    <a:pt x="34290" y="3810"/>
                  </a:lnTo>
                  <a:lnTo>
                    <a:pt x="34290" y="1270"/>
                  </a:lnTo>
                  <a:close/>
                </a:path>
                <a:path w="608330" h="6350">
                  <a:moveTo>
                    <a:pt x="35560" y="3810"/>
                  </a:moveTo>
                  <a:lnTo>
                    <a:pt x="34290" y="3810"/>
                  </a:lnTo>
                  <a:lnTo>
                    <a:pt x="34290" y="5080"/>
                  </a:lnTo>
                  <a:lnTo>
                    <a:pt x="0" y="5080"/>
                  </a:lnTo>
                  <a:lnTo>
                    <a:pt x="0" y="6350"/>
                  </a:lnTo>
                  <a:lnTo>
                    <a:pt x="35560" y="6350"/>
                  </a:lnTo>
                  <a:lnTo>
                    <a:pt x="35560" y="5080"/>
                  </a:lnTo>
                  <a:lnTo>
                    <a:pt x="35560" y="3810"/>
                  </a:lnTo>
                  <a:close/>
                </a:path>
                <a:path w="608330" h="6350">
                  <a:moveTo>
                    <a:pt x="367030" y="0"/>
                  </a:moveTo>
                  <a:lnTo>
                    <a:pt x="365760" y="0"/>
                  </a:lnTo>
                  <a:lnTo>
                    <a:pt x="365760" y="1270"/>
                  </a:lnTo>
                  <a:lnTo>
                    <a:pt x="367030" y="1270"/>
                  </a:lnTo>
                  <a:lnTo>
                    <a:pt x="367030" y="0"/>
                  </a:lnTo>
                  <a:close/>
                </a:path>
                <a:path w="608330" h="6350">
                  <a:moveTo>
                    <a:pt x="608330" y="5080"/>
                  </a:moveTo>
                  <a:lnTo>
                    <a:pt x="373380" y="5080"/>
                  </a:lnTo>
                  <a:lnTo>
                    <a:pt x="373380" y="6350"/>
                  </a:lnTo>
                  <a:lnTo>
                    <a:pt x="608330" y="6350"/>
                  </a:lnTo>
                  <a:lnTo>
                    <a:pt x="608330" y="5080"/>
                  </a:lnTo>
                  <a:close/>
                </a:path>
                <a:path w="608330" h="6350">
                  <a:moveTo>
                    <a:pt x="608330" y="1270"/>
                  </a:moveTo>
                  <a:lnTo>
                    <a:pt x="369570" y="1270"/>
                  </a:lnTo>
                  <a:lnTo>
                    <a:pt x="369570" y="3810"/>
                  </a:lnTo>
                  <a:lnTo>
                    <a:pt x="370840" y="3810"/>
                  </a:lnTo>
                  <a:lnTo>
                    <a:pt x="370840" y="5080"/>
                  </a:lnTo>
                  <a:lnTo>
                    <a:pt x="373380" y="5080"/>
                  </a:lnTo>
                  <a:lnTo>
                    <a:pt x="373380" y="3810"/>
                  </a:lnTo>
                  <a:lnTo>
                    <a:pt x="608330" y="3810"/>
                  </a:lnTo>
                  <a:lnTo>
                    <a:pt x="608330" y="1270"/>
                  </a:lnTo>
                  <a:close/>
                </a:path>
              </a:pathLst>
            </a:custGeom>
            <a:solidFill>
              <a:srgbClr val="A67C00"/>
            </a:solidFill>
          </p:spPr>
          <p:txBody>
            <a:bodyPr wrap="square" lIns="0" tIns="0" rIns="0" bIns="0" rtlCol="0"/>
            <a:lstStyle/>
            <a:p/>
          </p:txBody>
        </p:sp>
        <p:sp>
          <p:nvSpPr>
            <p:cNvPr id="585" name="object 585"/>
            <p:cNvSpPr/>
            <p:nvPr/>
          </p:nvSpPr>
          <p:spPr>
            <a:xfrm>
              <a:off x="2359660" y="3293109"/>
              <a:ext cx="609600" cy="7620"/>
            </a:xfrm>
            <a:custGeom>
              <a:avLst/>
              <a:gdLst/>
              <a:ahLst/>
              <a:cxnLst/>
              <a:rect l="l" t="t" r="r" b="b"/>
              <a:pathLst>
                <a:path w="609600" h="7620">
                  <a:moveTo>
                    <a:pt x="36830" y="5080"/>
                  </a:moveTo>
                  <a:lnTo>
                    <a:pt x="0" y="5080"/>
                  </a:lnTo>
                  <a:lnTo>
                    <a:pt x="0" y="6350"/>
                  </a:lnTo>
                  <a:lnTo>
                    <a:pt x="36830" y="6350"/>
                  </a:lnTo>
                  <a:lnTo>
                    <a:pt x="36830" y="5080"/>
                  </a:lnTo>
                  <a:close/>
                </a:path>
                <a:path w="609600" h="7620">
                  <a:moveTo>
                    <a:pt x="36830" y="1270"/>
                  </a:moveTo>
                  <a:lnTo>
                    <a:pt x="0" y="1270"/>
                  </a:lnTo>
                  <a:lnTo>
                    <a:pt x="0" y="3810"/>
                  </a:lnTo>
                  <a:lnTo>
                    <a:pt x="36830" y="3810"/>
                  </a:lnTo>
                  <a:lnTo>
                    <a:pt x="36830" y="1270"/>
                  </a:lnTo>
                  <a:close/>
                </a:path>
                <a:path w="609600" h="7620">
                  <a:moveTo>
                    <a:pt x="375920" y="0"/>
                  </a:moveTo>
                  <a:lnTo>
                    <a:pt x="374650" y="0"/>
                  </a:lnTo>
                  <a:lnTo>
                    <a:pt x="374650" y="1270"/>
                  </a:lnTo>
                  <a:lnTo>
                    <a:pt x="375920" y="1270"/>
                  </a:lnTo>
                  <a:lnTo>
                    <a:pt x="375920" y="0"/>
                  </a:lnTo>
                  <a:close/>
                </a:path>
                <a:path w="609600" h="7620">
                  <a:moveTo>
                    <a:pt x="609600" y="5080"/>
                  </a:moveTo>
                  <a:lnTo>
                    <a:pt x="382270" y="5080"/>
                  </a:lnTo>
                  <a:lnTo>
                    <a:pt x="382270" y="6350"/>
                  </a:lnTo>
                  <a:lnTo>
                    <a:pt x="383540" y="6350"/>
                  </a:lnTo>
                  <a:lnTo>
                    <a:pt x="383540" y="7620"/>
                  </a:lnTo>
                  <a:lnTo>
                    <a:pt x="384810" y="7620"/>
                  </a:lnTo>
                  <a:lnTo>
                    <a:pt x="384810" y="6350"/>
                  </a:lnTo>
                  <a:lnTo>
                    <a:pt x="609587" y="6350"/>
                  </a:lnTo>
                  <a:lnTo>
                    <a:pt x="609600" y="5080"/>
                  </a:lnTo>
                  <a:close/>
                </a:path>
                <a:path w="609600" h="7620">
                  <a:moveTo>
                    <a:pt x="609600" y="0"/>
                  </a:moveTo>
                  <a:lnTo>
                    <a:pt x="608330" y="0"/>
                  </a:lnTo>
                  <a:lnTo>
                    <a:pt x="608330" y="1270"/>
                  </a:lnTo>
                  <a:lnTo>
                    <a:pt x="378460" y="1270"/>
                  </a:lnTo>
                  <a:lnTo>
                    <a:pt x="378460" y="3810"/>
                  </a:lnTo>
                  <a:lnTo>
                    <a:pt x="379730" y="3810"/>
                  </a:lnTo>
                  <a:lnTo>
                    <a:pt x="379730" y="5080"/>
                  </a:lnTo>
                  <a:lnTo>
                    <a:pt x="382270" y="5080"/>
                  </a:lnTo>
                  <a:lnTo>
                    <a:pt x="382270" y="3810"/>
                  </a:lnTo>
                  <a:lnTo>
                    <a:pt x="609587" y="3810"/>
                  </a:lnTo>
                  <a:lnTo>
                    <a:pt x="609587" y="1270"/>
                  </a:lnTo>
                  <a:lnTo>
                    <a:pt x="609600" y="0"/>
                  </a:lnTo>
                  <a:close/>
                </a:path>
              </a:pathLst>
            </a:custGeom>
            <a:solidFill>
              <a:srgbClr val="A87D00"/>
            </a:solidFill>
          </p:spPr>
          <p:txBody>
            <a:bodyPr wrap="square" lIns="0" tIns="0" rIns="0" bIns="0" rtlCol="0"/>
            <a:lstStyle/>
            <a:p/>
          </p:txBody>
        </p:sp>
        <p:sp>
          <p:nvSpPr>
            <p:cNvPr id="586" name="object 586"/>
            <p:cNvSpPr/>
            <p:nvPr/>
          </p:nvSpPr>
          <p:spPr>
            <a:xfrm>
              <a:off x="2359660" y="3300729"/>
              <a:ext cx="610870" cy="7620"/>
            </a:xfrm>
            <a:custGeom>
              <a:avLst/>
              <a:gdLst/>
              <a:ahLst/>
              <a:cxnLst/>
              <a:rect l="l" t="t" r="r" b="b"/>
              <a:pathLst>
                <a:path w="610869" h="7620">
                  <a:moveTo>
                    <a:pt x="38100" y="0"/>
                  </a:moveTo>
                  <a:lnTo>
                    <a:pt x="0" y="0"/>
                  </a:lnTo>
                  <a:lnTo>
                    <a:pt x="0" y="2540"/>
                  </a:lnTo>
                  <a:lnTo>
                    <a:pt x="38100" y="2540"/>
                  </a:lnTo>
                  <a:lnTo>
                    <a:pt x="38100" y="0"/>
                  </a:lnTo>
                  <a:close/>
                </a:path>
                <a:path w="610869" h="7620">
                  <a:moveTo>
                    <a:pt x="39370" y="2540"/>
                  </a:moveTo>
                  <a:lnTo>
                    <a:pt x="38100" y="2540"/>
                  </a:lnTo>
                  <a:lnTo>
                    <a:pt x="38100" y="3810"/>
                  </a:lnTo>
                  <a:lnTo>
                    <a:pt x="0" y="3810"/>
                  </a:lnTo>
                  <a:lnTo>
                    <a:pt x="0" y="5080"/>
                  </a:lnTo>
                  <a:lnTo>
                    <a:pt x="39370" y="5080"/>
                  </a:lnTo>
                  <a:lnTo>
                    <a:pt x="39370" y="3810"/>
                  </a:lnTo>
                  <a:lnTo>
                    <a:pt x="39370" y="2540"/>
                  </a:lnTo>
                  <a:close/>
                </a:path>
                <a:path w="610869" h="7620">
                  <a:moveTo>
                    <a:pt x="40640" y="6350"/>
                  </a:moveTo>
                  <a:lnTo>
                    <a:pt x="0" y="6350"/>
                  </a:lnTo>
                  <a:lnTo>
                    <a:pt x="0" y="7620"/>
                  </a:lnTo>
                  <a:lnTo>
                    <a:pt x="40640" y="7620"/>
                  </a:lnTo>
                  <a:lnTo>
                    <a:pt x="40640" y="6350"/>
                  </a:lnTo>
                  <a:close/>
                </a:path>
                <a:path w="610869" h="7620">
                  <a:moveTo>
                    <a:pt x="610870" y="6350"/>
                  </a:moveTo>
                  <a:lnTo>
                    <a:pt x="394970" y="6350"/>
                  </a:lnTo>
                  <a:lnTo>
                    <a:pt x="394970" y="7620"/>
                  </a:lnTo>
                  <a:lnTo>
                    <a:pt x="610870" y="7620"/>
                  </a:lnTo>
                  <a:lnTo>
                    <a:pt x="610870" y="6350"/>
                  </a:lnTo>
                  <a:close/>
                </a:path>
                <a:path w="610869" h="7620">
                  <a:moveTo>
                    <a:pt x="610870" y="3810"/>
                  </a:moveTo>
                  <a:lnTo>
                    <a:pt x="389890" y="3810"/>
                  </a:lnTo>
                  <a:lnTo>
                    <a:pt x="389890" y="5080"/>
                  </a:lnTo>
                  <a:lnTo>
                    <a:pt x="391160" y="5080"/>
                  </a:lnTo>
                  <a:lnTo>
                    <a:pt x="391160" y="6350"/>
                  </a:lnTo>
                  <a:lnTo>
                    <a:pt x="392430" y="6350"/>
                  </a:lnTo>
                  <a:lnTo>
                    <a:pt x="392430" y="5080"/>
                  </a:lnTo>
                  <a:lnTo>
                    <a:pt x="610870" y="5080"/>
                  </a:lnTo>
                  <a:lnTo>
                    <a:pt x="610870" y="3810"/>
                  </a:lnTo>
                  <a:close/>
                </a:path>
                <a:path w="610869" h="7620">
                  <a:moveTo>
                    <a:pt x="610870" y="0"/>
                  </a:moveTo>
                  <a:lnTo>
                    <a:pt x="387350" y="0"/>
                  </a:lnTo>
                  <a:lnTo>
                    <a:pt x="387350" y="2540"/>
                  </a:lnTo>
                  <a:lnTo>
                    <a:pt x="388620" y="2540"/>
                  </a:lnTo>
                  <a:lnTo>
                    <a:pt x="388620" y="3810"/>
                  </a:lnTo>
                  <a:lnTo>
                    <a:pt x="389890" y="3810"/>
                  </a:lnTo>
                  <a:lnTo>
                    <a:pt x="389890" y="2540"/>
                  </a:lnTo>
                  <a:lnTo>
                    <a:pt x="610870" y="2540"/>
                  </a:lnTo>
                  <a:lnTo>
                    <a:pt x="610870" y="0"/>
                  </a:lnTo>
                  <a:close/>
                </a:path>
              </a:pathLst>
            </a:custGeom>
            <a:solidFill>
              <a:srgbClr val="AA7F00"/>
            </a:solidFill>
          </p:spPr>
          <p:txBody>
            <a:bodyPr wrap="square" lIns="0" tIns="0" rIns="0" bIns="0" rtlCol="0"/>
            <a:lstStyle/>
            <a:p/>
          </p:txBody>
        </p:sp>
        <p:sp>
          <p:nvSpPr>
            <p:cNvPr id="587" name="object 587"/>
            <p:cNvSpPr/>
            <p:nvPr/>
          </p:nvSpPr>
          <p:spPr>
            <a:xfrm>
              <a:off x="2359660" y="3308349"/>
              <a:ext cx="612140" cy="6350"/>
            </a:xfrm>
            <a:custGeom>
              <a:avLst/>
              <a:gdLst/>
              <a:ahLst/>
              <a:cxnLst/>
              <a:rect l="l" t="t" r="r" b="b"/>
              <a:pathLst>
                <a:path w="612139" h="6350">
                  <a:moveTo>
                    <a:pt x="40640" y="2540"/>
                  </a:moveTo>
                  <a:lnTo>
                    <a:pt x="0" y="2540"/>
                  </a:lnTo>
                  <a:lnTo>
                    <a:pt x="0" y="3810"/>
                  </a:lnTo>
                  <a:lnTo>
                    <a:pt x="40640" y="3810"/>
                  </a:lnTo>
                  <a:lnTo>
                    <a:pt x="40640" y="2540"/>
                  </a:lnTo>
                  <a:close/>
                </a:path>
                <a:path w="612139" h="6350">
                  <a:moveTo>
                    <a:pt x="40640" y="0"/>
                  </a:moveTo>
                  <a:lnTo>
                    <a:pt x="0" y="0"/>
                  </a:lnTo>
                  <a:lnTo>
                    <a:pt x="0" y="1270"/>
                  </a:lnTo>
                  <a:lnTo>
                    <a:pt x="40640" y="1270"/>
                  </a:lnTo>
                  <a:lnTo>
                    <a:pt x="40640" y="0"/>
                  </a:lnTo>
                  <a:close/>
                </a:path>
                <a:path w="612139" h="6350">
                  <a:moveTo>
                    <a:pt x="41910" y="5080"/>
                  </a:moveTo>
                  <a:lnTo>
                    <a:pt x="0" y="5080"/>
                  </a:lnTo>
                  <a:lnTo>
                    <a:pt x="0" y="6350"/>
                  </a:lnTo>
                  <a:lnTo>
                    <a:pt x="41910" y="6350"/>
                  </a:lnTo>
                  <a:lnTo>
                    <a:pt x="41910" y="5080"/>
                  </a:lnTo>
                  <a:close/>
                </a:path>
                <a:path w="612139" h="6350">
                  <a:moveTo>
                    <a:pt x="610870" y="0"/>
                  </a:moveTo>
                  <a:lnTo>
                    <a:pt x="394970" y="0"/>
                  </a:lnTo>
                  <a:lnTo>
                    <a:pt x="394970" y="1270"/>
                  </a:lnTo>
                  <a:lnTo>
                    <a:pt x="396240" y="1270"/>
                  </a:lnTo>
                  <a:lnTo>
                    <a:pt x="396240" y="2540"/>
                  </a:lnTo>
                  <a:lnTo>
                    <a:pt x="397510" y="2540"/>
                  </a:lnTo>
                  <a:lnTo>
                    <a:pt x="397510" y="1270"/>
                  </a:lnTo>
                  <a:lnTo>
                    <a:pt x="610870" y="1270"/>
                  </a:lnTo>
                  <a:lnTo>
                    <a:pt x="610870" y="0"/>
                  </a:lnTo>
                  <a:close/>
                </a:path>
                <a:path w="612139" h="6350">
                  <a:moveTo>
                    <a:pt x="612140" y="5080"/>
                  </a:moveTo>
                  <a:lnTo>
                    <a:pt x="401320" y="5080"/>
                  </a:lnTo>
                  <a:lnTo>
                    <a:pt x="401320" y="6350"/>
                  </a:lnTo>
                  <a:lnTo>
                    <a:pt x="612140" y="6350"/>
                  </a:lnTo>
                  <a:lnTo>
                    <a:pt x="612140" y="5080"/>
                  </a:lnTo>
                  <a:close/>
                </a:path>
                <a:path w="612139" h="6350">
                  <a:moveTo>
                    <a:pt x="612140" y="1270"/>
                  </a:moveTo>
                  <a:lnTo>
                    <a:pt x="610870" y="1270"/>
                  </a:lnTo>
                  <a:lnTo>
                    <a:pt x="610870" y="2540"/>
                  </a:lnTo>
                  <a:lnTo>
                    <a:pt x="397510" y="2540"/>
                  </a:lnTo>
                  <a:lnTo>
                    <a:pt x="397510" y="3810"/>
                  </a:lnTo>
                  <a:lnTo>
                    <a:pt x="398780" y="3810"/>
                  </a:lnTo>
                  <a:lnTo>
                    <a:pt x="398780" y="5080"/>
                  </a:lnTo>
                  <a:lnTo>
                    <a:pt x="400050" y="5080"/>
                  </a:lnTo>
                  <a:lnTo>
                    <a:pt x="400050" y="3810"/>
                  </a:lnTo>
                  <a:lnTo>
                    <a:pt x="612140" y="3810"/>
                  </a:lnTo>
                  <a:lnTo>
                    <a:pt x="612140" y="2540"/>
                  </a:lnTo>
                  <a:lnTo>
                    <a:pt x="612140" y="1270"/>
                  </a:lnTo>
                  <a:close/>
                </a:path>
              </a:pathLst>
            </a:custGeom>
            <a:solidFill>
              <a:srgbClr val="AC8000"/>
            </a:solidFill>
          </p:spPr>
          <p:txBody>
            <a:bodyPr wrap="square" lIns="0" tIns="0" rIns="0" bIns="0" rtlCol="0"/>
            <a:lstStyle/>
            <a:p/>
          </p:txBody>
        </p:sp>
        <p:sp>
          <p:nvSpPr>
            <p:cNvPr id="588" name="object 588"/>
            <p:cNvSpPr/>
            <p:nvPr/>
          </p:nvSpPr>
          <p:spPr>
            <a:xfrm>
              <a:off x="2359660" y="3314699"/>
              <a:ext cx="613410" cy="7620"/>
            </a:xfrm>
            <a:custGeom>
              <a:avLst/>
              <a:gdLst/>
              <a:ahLst/>
              <a:cxnLst/>
              <a:rect l="l" t="t" r="r" b="b"/>
              <a:pathLst>
                <a:path w="613410" h="7620">
                  <a:moveTo>
                    <a:pt x="41910" y="0"/>
                  </a:moveTo>
                  <a:lnTo>
                    <a:pt x="0" y="0"/>
                  </a:lnTo>
                  <a:lnTo>
                    <a:pt x="0" y="1270"/>
                  </a:lnTo>
                  <a:lnTo>
                    <a:pt x="41910" y="1270"/>
                  </a:lnTo>
                  <a:lnTo>
                    <a:pt x="41910" y="0"/>
                  </a:lnTo>
                  <a:close/>
                </a:path>
                <a:path w="613410" h="7620">
                  <a:moveTo>
                    <a:pt x="43180" y="1270"/>
                  </a:moveTo>
                  <a:lnTo>
                    <a:pt x="41910" y="1270"/>
                  </a:lnTo>
                  <a:lnTo>
                    <a:pt x="41910" y="2540"/>
                  </a:lnTo>
                  <a:lnTo>
                    <a:pt x="0" y="2540"/>
                  </a:lnTo>
                  <a:lnTo>
                    <a:pt x="0" y="3810"/>
                  </a:lnTo>
                  <a:lnTo>
                    <a:pt x="43180" y="3810"/>
                  </a:lnTo>
                  <a:lnTo>
                    <a:pt x="43180" y="2540"/>
                  </a:lnTo>
                  <a:lnTo>
                    <a:pt x="43180" y="1270"/>
                  </a:lnTo>
                  <a:close/>
                </a:path>
                <a:path w="613410" h="7620">
                  <a:moveTo>
                    <a:pt x="44450" y="5080"/>
                  </a:moveTo>
                  <a:lnTo>
                    <a:pt x="0" y="5080"/>
                  </a:lnTo>
                  <a:lnTo>
                    <a:pt x="0" y="7620"/>
                  </a:lnTo>
                  <a:lnTo>
                    <a:pt x="44450" y="7620"/>
                  </a:lnTo>
                  <a:lnTo>
                    <a:pt x="44450" y="5080"/>
                  </a:lnTo>
                  <a:close/>
                </a:path>
                <a:path w="613410" h="7620">
                  <a:moveTo>
                    <a:pt x="612140" y="2540"/>
                  </a:moveTo>
                  <a:lnTo>
                    <a:pt x="405130" y="2540"/>
                  </a:lnTo>
                  <a:lnTo>
                    <a:pt x="405130" y="3810"/>
                  </a:lnTo>
                  <a:lnTo>
                    <a:pt x="406400" y="3810"/>
                  </a:lnTo>
                  <a:lnTo>
                    <a:pt x="406400" y="5080"/>
                  </a:lnTo>
                  <a:lnTo>
                    <a:pt x="407670" y="5080"/>
                  </a:lnTo>
                  <a:lnTo>
                    <a:pt x="407670" y="3810"/>
                  </a:lnTo>
                  <a:lnTo>
                    <a:pt x="612140" y="3810"/>
                  </a:lnTo>
                  <a:lnTo>
                    <a:pt x="612140" y="2540"/>
                  </a:lnTo>
                  <a:close/>
                </a:path>
                <a:path w="613410" h="7620">
                  <a:moveTo>
                    <a:pt x="612140" y="0"/>
                  </a:moveTo>
                  <a:lnTo>
                    <a:pt x="401320" y="0"/>
                  </a:lnTo>
                  <a:lnTo>
                    <a:pt x="401320" y="1270"/>
                  </a:lnTo>
                  <a:lnTo>
                    <a:pt x="403860" y="1270"/>
                  </a:lnTo>
                  <a:lnTo>
                    <a:pt x="403860" y="2540"/>
                  </a:lnTo>
                  <a:lnTo>
                    <a:pt x="405130" y="2540"/>
                  </a:lnTo>
                  <a:lnTo>
                    <a:pt x="405130" y="1270"/>
                  </a:lnTo>
                  <a:lnTo>
                    <a:pt x="612140" y="1270"/>
                  </a:lnTo>
                  <a:lnTo>
                    <a:pt x="612140" y="0"/>
                  </a:lnTo>
                  <a:close/>
                </a:path>
                <a:path w="613410" h="7620">
                  <a:moveTo>
                    <a:pt x="613410" y="5080"/>
                  </a:moveTo>
                  <a:lnTo>
                    <a:pt x="408940" y="5080"/>
                  </a:lnTo>
                  <a:lnTo>
                    <a:pt x="408940" y="7620"/>
                  </a:lnTo>
                  <a:lnTo>
                    <a:pt x="613410" y="7620"/>
                  </a:lnTo>
                  <a:lnTo>
                    <a:pt x="613410" y="5080"/>
                  </a:lnTo>
                  <a:close/>
                </a:path>
              </a:pathLst>
            </a:custGeom>
            <a:solidFill>
              <a:srgbClr val="AE8200"/>
            </a:solidFill>
          </p:spPr>
          <p:txBody>
            <a:bodyPr wrap="square" lIns="0" tIns="0" rIns="0" bIns="0" rtlCol="0"/>
            <a:lstStyle/>
            <a:p/>
          </p:txBody>
        </p:sp>
        <p:sp>
          <p:nvSpPr>
            <p:cNvPr id="589" name="object 589"/>
            <p:cNvSpPr/>
            <p:nvPr/>
          </p:nvSpPr>
          <p:spPr>
            <a:xfrm>
              <a:off x="2359660" y="3322319"/>
              <a:ext cx="613410" cy="7620"/>
            </a:xfrm>
            <a:custGeom>
              <a:avLst/>
              <a:gdLst/>
              <a:ahLst/>
              <a:cxnLst/>
              <a:rect l="l" t="t" r="r" b="b"/>
              <a:pathLst>
                <a:path w="613410" h="7620">
                  <a:moveTo>
                    <a:pt x="44450" y="0"/>
                  </a:moveTo>
                  <a:lnTo>
                    <a:pt x="0" y="0"/>
                  </a:lnTo>
                  <a:lnTo>
                    <a:pt x="0" y="2540"/>
                  </a:lnTo>
                  <a:lnTo>
                    <a:pt x="44450" y="2540"/>
                  </a:lnTo>
                  <a:lnTo>
                    <a:pt x="44450" y="0"/>
                  </a:lnTo>
                  <a:close/>
                </a:path>
                <a:path w="613410" h="7620">
                  <a:moveTo>
                    <a:pt x="45720" y="3810"/>
                  </a:moveTo>
                  <a:lnTo>
                    <a:pt x="0" y="3810"/>
                  </a:lnTo>
                  <a:lnTo>
                    <a:pt x="0" y="6350"/>
                  </a:lnTo>
                  <a:lnTo>
                    <a:pt x="45720" y="6350"/>
                  </a:lnTo>
                  <a:lnTo>
                    <a:pt x="45720" y="3810"/>
                  </a:lnTo>
                  <a:close/>
                </a:path>
                <a:path w="613410" h="7620">
                  <a:moveTo>
                    <a:pt x="613410" y="3810"/>
                  </a:moveTo>
                  <a:lnTo>
                    <a:pt x="414020" y="3810"/>
                  </a:lnTo>
                  <a:lnTo>
                    <a:pt x="414020" y="6350"/>
                  </a:lnTo>
                  <a:lnTo>
                    <a:pt x="415290" y="6350"/>
                  </a:lnTo>
                  <a:lnTo>
                    <a:pt x="415290" y="7620"/>
                  </a:lnTo>
                  <a:lnTo>
                    <a:pt x="416560" y="7620"/>
                  </a:lnTo>
                  <a:lnTo>
                    <a:pt x="416560" y="6350"/>
                  </a:lnTo>
                  <a:lnTo>
                    <a:pt x="613410" y="6350"/>
                  </a:lnTo>
                  <a:lnTo>
                    <a:pt x="613410" y="3810"/>
                  </a:lnTo>
                  <a:close/>
                </a:path>
                <a:path w="613410" h="7620">
                  <a:moveTo>
                    <a:pt x="613410" y="0"/>
                  </a:moveTo>
                  <a:lnTo>
                    <a:pt x="410210" y="0"/>
                  </a:lnTo>
                  <a:lnTo>
                    <a:pt x="410210" y="2540"/>
                  </a:lnTo>
                  <a:lnTo>
                    <a:pt x="411480" y="2540"/>
                  </a:lnTo>
                  <a:lnTo>
                    <a:pt x="411480" y="3810"/>
                  </a:lnTo>
                  <a:lnTo>
                    <a:pt x="412750" y="3810"/>
                  </a:lnTo>
                  <a:lnTo>
                    <a:pt x="412750" y="2540"/>
                  </a:lnTo>
                  <a:lnTo>
                    <a:pt x="613410" y="2540"/>
                  </a:lnTo>
                  <a:lnTo>
                    <a:pt x="613410" y="0"/>
                  </a:lnTo>
                  <a:close/>
                </a:path>
              </a:pathLst>
            </a:custGeom>
            <a:solidFill>
              <a:srgbClr val="AF8300"/>
            </a:solidFill>
          </p:spPr>
          <p:txBody>
            <a:bodyPr wrap="square" lIns="0" tIns="0" rIns="0" bIns="0" rtlCol="0"/>
            <a:lstStyle/>
            <a:p/>
          </p:txBody>
        </p:sp>
        <p:sp>
          <p:nvSpPr>
            <p:cNvPr id="590" name="object 590"/>
            <p:cNvSpPr/>
            <p:nvPr/>
          </p:nvSpPr>
          <p:spPr>
            <a:xfrm>
              <a:off x="2359660" y="3329939"/>
              <a:ext cx="613410" cy="6350"/>
            </a:xfrm>
            <a:custGeom>
              <a:avLst/>
              <a:gdLst/>
              <a:ahLst/>
              <a:cxnLst/>
              <a:rect l="l" t="t" r="r" b="b"/>
              <a:pathLst>
                <a:path w="613410" h="6350">
                  <a:moveTo>
                    <a:pt x="46990" y="0"/>
                  </a:moveTo>
                  <a:lnTo>
                    <a:pt x="0" y="0"/>
                  </a:lnTo>
                  <a:lnTo>
                    <a:pt x="0" y="1270"/>
                  </a:lnTo>
                  <a:lnTo>
                    <a:pt x="46990" y="1270"/>
                  </a:lnTo>
                  <a:lnTo>
                    <a:pt x="46990" y="0"/>
                  </a:lnTo>
                  <a:close/>
                </a:path>
                <a:path w="613410" h="6350">
                  <a:moveTo>
                    <a:pt x="48260" y="1270"/>
                  </a:moveTo>
                  <a:lnTo>
                    <a:pt x="46990" y="1270"/>
                  </a:lnTo>
                  <a:lnTo>
                    <a:pt x="46990" y="2540"/>
                  </a:lnTo>
                  <a:lnTo>
                    <a:pt x="0" y="2540"/>
                  </a:lnTo>
                  <a:lnTo>
                    <a:pt x="0" y="5080"/>
                  </a:lnTo>
                  <a:lnTo>
                    <a:pt x="48260" y="5080"/>
                  </a:lnTo>
                  <a:lnTo>
                    <a:pt x="48260" y="2540"/>
                  </a:lnTo>
                  <a:lnTo>
                    <a:pt x="48260" y="1270"/>
                  </a:lnTo>
                  <a:close/>
                </a:path>
                <a:path w="613410" h="6350">
                  <a:moveTo>
                    <a:pt x="613410" y="2540"/>
                  </a:moveTo>
                  <a:lnTo>
                    <a:pt x="420370" y="2540"/>
                  </a:lnTo>
                  <a:lnTo>
                    <a:pt x="420370" y="5080"/>
                  </a:lnTo>
                  <a:lnTo>
                    <a:pt x="421640" y="5080"/>
                  </a:lnTo>
                  <a:lnTo>
                    <a:pt x="421640" y="6350"/>
                  </a:lnTo>
                  <a:lnTo>
                    <a:pt x="422910" y="6350"/>
                  </a:lnTo>
                  <a:lnTo>
                    <a:pt x="422910" y="5080"/>
                  </a:lnTo>
                  <a:lnTo>
                    <a:pt x="613410" y="5080"/>
                  </a:lnTo>
                  <a:lnTo>
                    <a:pt x="613410" y="2540"/>
                  </a:lnTo>
                  <a:close/>
                </a:path>
                <a:path w="613410" h="6350">
                  <a:moveTo>
                    <a:pt x="613410" y="0"/>
                  </a:moveTo>
                  <a:lnTo>
                    <a:pt x="416560" y="0"/>
                  </a:lnTo>
                  <a:lnTo>
                    <a:pt x="416560" y="1270"/>
                  </a:lnTo>
                  <a:lnTo>
                    <a:pt x="417830" y="1270"/>
                  </a:lnTo>
                  <a:lnTo>
                    <a:pt x="417830" y="2540"/>
                  </a:lnTo>
                  <a:lnTo>
                    <a:pt x="419100" y="2540"/>
                  </a:lnTo>
                  <a:lnTo>
                    <a:pt x="419100" y="1270"/>
                  </a:lnTo>
                  <a:lnTo>
                    <a:pt x="613410" y="1270"/>
                  </a:lnTo>
                  <a:lnTo>
                    <a:pt x="613410" y="0"/>
                  </a:lnTo>
                  <a:close/>
                </a:path>
              </a:pathLst>
            </a:custGeom>
            <a:solidFill>
              <a:srgbClr val="B18400"/>
            </a:solidFill>
          </p:spPr>
          <p:txBody>
            <a:bodyPr wrap="square" lIns="0" tIns="0" rIns="0" bIns="0" rtlCol="0"/>
            <a:lstStyle/>
            <a:p/>
          </p:txBody>
        </p:sp>
        <p:sp>
          <p:nvSpPr>
            <p:cNvPr id="591" name="object 591"/>
            <p:cNvSpPr/>
            <p:nvPr/>
          </p:nvSpPr>
          <p:spPr>
            <a:xfrm>
              <a:off x="2359660" y="3336289"/>
              <a:ext cx="613410" cy="7620"/>
            </a:xfrm>
            <a:custGeom>
              <a:avLst/>
              <a:gdLst/>
              <a:ahLst/>
              <a:cxnLst/>
              <a:rect l="l" t="t" r="r" b="b"/>
              <a:pathLst>
                <a:path w="613410" h="7620">
                  <a:moveTo>
                    <a:pt x="48260" y="0"/>
                  </a:moveTo>
                  <a:lnTo>
                    <a:pt x="0" y="0"/>
                  </a:lnTo>
                  <a:lnTo>
                    <a:pt x="0" y="1270"/>
                  </a:lnTo>
                  <a:lnTo>
                    <a:pt x="48260" y="1270"/>
                  </a:lnTo>
                  <a:lnTo>
                    <a:pt x="48260" y="0"/>
                  </a:lnTo>
                  <a:close/>
                </a:path>
                <a:path w="613410" h="7620">
                  <a:moveTo>
                    <a:pt x="50800" y="5080"/>
                  </a:moveTo>
                  <a:lnTo>
                    <a:pt x="49530" y="5080"/>
                  </a:lnTo>
                  <a:lnTo>
                    <a:pt x="49530" y="2540"/>
                  </a:lnTo>
                  <a:lnTo>
                    <a:pt x="0" y="2540"/>
                  </a:lnTo>
                  <a:lnTo>
                    <a:pt x="0" y="5080"/>
                  </a:lnTo>
                  <a:lnTo>
                    <a:pt x="0" y="7620"/>
                  </a:lnTo>
                  <a:lnTo>
                    <a:pt x="50800" y="7620"/>
                  </a:lnTo>
                  <a:lnTo>
                    <a:pt x="50800" y="5080"/>
                  </a:lnTo>
                  <a:close/>
                </a:path>
                <a:path w="613410" h="7620">
                  <a:moveTo>
                    <a:pt x="613410" y="2540"/>
                  </a:moveTo>
                  <a:lnTo>
                    <a:pt x="426720" y="2540"/>
                  </a:lnTo>
                  <a:lnTo>
                    <a:pt x="426720" y="5080"/>
                  </a:lnTo>
                  <a:lnTo>
                    <a:pt x="427990" y="5080"/>
                  </a:lnTo>
                  <a:lnTo>
                    <a:pt x="427990" y="6350"/>
                  </a:lnTo>
                  <a:lnTo>
                    <a:pt x="429260" y="6350"/>
                  </a:lnTo>
                  <a:lnTo>
                    <a:pt x="429260" y="7620"/>
                  </a:lnTo>
                  <a:lnTo>
                    <a:pt x="613410" y="7620"/>
                  </a:lnTo>
                  <a:lnTo>
                    <a:pt x="613410" y="6350"/>
                  </a:lnTo>
                  <a:lnTo>
                    <a:pt x="613410" y="5080"/>
                  </a:lnTo>
                  <a:lnTo>
                    <a:pt x="613410" y="2540"/>
                  </a:lnTo>
                  <a:close/>
                </a:path>
                <a:path w="613410" h="7620">
                  <a:moveTo>
                    <a:pt x="613410" y="0"/>
                  </a:moveTo>
                  <a:lnTo>
                    <a:pt x="422910" y="0"/>
                  </a:lnTo>
                  <a:lnTo>
                    <a:pt x="422910" y="1270"/>
                  </a:lnTo>
                  <a:lnTo>
                    <a:pt x="424180" y="1270"/>
                  </a:lnTo>
                  <a:lnTo>
                    <a:pt x="424180" y="2540"/>
                  </a:lnTo>
                  <a:lnTo>
                    <a:pt x="425450" y="2540"/>
                  </a:lnTo>
                  <a:lnTo>
                    <a:pt x="425450" y="1270"/>
                  </a:lnTo>
                  <a:lnTo>
                    <a:pt x="613410" y="1270"/>
                  </a:lnTo>
                  <a:lnTo>
                    <a:pt x="613410" y="0"/>
                  </a:lnTo>
                  <a:close/>
                </a:path>
              </a:pathLst>
            </a:custGeom>
            <a:solidFill>
              <a:srgbClr val="B38600"/>
            </a:solidFill>
          </p:spPr>
          <p:txBody>
            <a:bodyPr wrap="square" lIns="0" tIns="0" rIns="0" bIns="0" rtlCol="0"/>
            <a:lstStyle/>
            <a:p/>
          </p:txBody>
        </p:sp>
        <p:sp>
          <p:nvSpPr>
            <p:cNvPr id="592" name="object 592"/>
            <p:cNvSpPr/>
            <p:nvPr/>
          </p:nvSpPr>
          <p:spPr>
            <a:xfrm>
              <a:off x="2359660" y="3343909"/>
              <a:ext cx="613410" cy="7620"/>
            </a:xfrm>
            <a:custGeom>
              <a:avLst/>
              <a:gdLst/>
              <a:ahLst/>
              <a:cxnLst/>
              <a:rect l="l" t="t" r="r" b="b"/>
              <a:pathLst>
                <a:path w="613410" h="7620">
                  <a:moveTo>
                    <a:pt x="53340" y="3810"/>
                  </a:moveTo>
                  <a:lnTo>
                    <a:pt x="52070" y="3810"/>
                  </a:lnTo>
                  <a:lnTo>
                    <a:pt x="52070" y="1270"/>
                  </a:lnTo>
                  <a:lnTo>
                    <a:pt x="52070" y="0"/>
                  </a:lnTo>
                  <a:lnTo>
                    <a:pt x="50800" y="0"/>
                  </a:lnTo>
                  <a:lnTo>
                    <a:pt x="50800" y="1270"/>
                  </a:lnTo>
                  <a:lnTo>
                    <a:pt x="0" y="1270"/>
                  </a:lnTo>
                  <a:lnTo>
                    <a:pt x="0" y="3810"/>
                  </a:lnTo>
                  <a:lnTo>
                    <a:pt x="0" y="7620"/>
                  </a:lnTo>
                  <a:lnTo>
                    <a:pt x="53340" y="7620"/>
                  </a:lnTo>
                  <a:lnTo>
                    <a:pt x="53340" y="3810"/>
                  </a:lnTo>
                  <a:close/>
                </a:path>
                <a:path w="613410" h="7620">
                  <a:moveTo>
                    <a:pt x="430530" y="0"/>
                  </a:moveTo>
                  <a:lnTo>
                    <a:pt x="429260" y="0"/>
                  </a:lnTo>
                  <a:lnTo>
                    <a:pt x="429260" y="1270"/>
                  </a:lnTo>
                  <a:lnTo>
                    <a:pt x="430530" y="1270"/>
                  </a:lnTo>
                  <a:lnTo>
                    <a:pt x="430530" y="0"/>
                  </a:lnTo>
                  <a:close/>
                </a:path>
                <a:path w="613410" h="7620">
                  <a:moveTo>
                    <a:pt x="613410" y="1270"/>
                  </a:moveTo>
                  <a:lnTo>
                    <a:pt x="431800" y="1270"/>
                  </a:lnTo>
                  <a:lnTo>
                    <a:pt x="431800" y="3810"/>
                  </a:lnTo>
                  <a:lnTo>
                    <a:pt x="433070" y="3810"/>
                  </a:lnTo>
                  <a:lnTo>
                    <a:pt x="433070" y="5080"/>
                  </a:lnTo>
                  <a:lnTo>
                    <a:pt x="434340" y="5080"/>
                  </a:lnTo>
                  <a:lnTo>
                    <a:pt x="434340" y="6350"/>
                  </a:lnTo>
                  <a:lnTo>
                    <a:pt x="435610" y="6350"/>
                  </a:lnTo>
                  <a:lnTo>
                    <a:pt x="435610" y="7620"/>
                  </a:lnTo>
                  <a:lnTo>
                    <a:pt x="613410" y="7620"/>
                  </a:lnTo>
                  <a:lnTo>
                    <a:pt x="613410" y="6350"/>
                  </a:lnTo>
                  <a:lnTo>
                    <a:pt x="613410" y="5080"/>
                  </a:lnTo>
                  <a:lnTo>
                    <a:pt x="613410" y="3810"/>
                  </a:lnTo>
                  <a:lnTo>
                    <a:pt x="613410" y="1270"/>
                  </a:lnTo>
                  <a:close/>
                </a:path>
              </a:pathLst>
            </a:custGeom>
            <a:solidFill>
              <a:srgbClr val="B58700"/>
            </a:solidFill>
          </p:spPr>
          <p:txBody>
            <a:bodyPr wrap="square" lIns="0" tIns="0" rIns="0" bIns="0" rtlCol="0"/>
            <a:lstStyle/>
            <a:p/>
          </p:txBody>
        </p:sp>
        <p:sp>
          <p:nvSpPr>
            <p:cNvPr id="593" name="object 593"/>
            <p:cNvSpPr/>
            <p:nvPr/>
          </p:nvSpPr>
          <p:spPr>
            <a:xfrm>
              <a:off x="2359660" y="3351529"/>
              <a:ext cx="613410" cy="6350"/>
            </a:xfrm>
            <a:custGeom>
              <a:avLst/>
              <a:gdLst/>
              <a:ahLst/>
              <a:cxnLst/>
              <a:rect l="l" t="t" r="r" b="b"/>
              <a:pathLst>
                <a:path w="613410" h="6350">
                  <a:moveTo>
                    <a:pt x="57150" y="5080"/>
                  </a:moveTo>
                  <a:lnTo>
                    <a:pt x="55880" y="5080"/>
                  </a:lnTo>
                  <a:lnTo>
                    <a:pt x="55880" y="2540"/>
                  </a:lnTo>
                  <a:lnTo>
                    <a:pt x="54610" y="2540"/>
                  </a:lnTo>
                  <a:lnTo>
                    <a:pt x="54610" y="0"/>
                  </a:lnTo>
                  <a:lnTo>
                    <a:pt x="0" y="0"/>
                  </a:lnTo>
                  <a:lnTo>
                    <a:pt x="0" y="2540"/>
                  </a:lnTo>
                  <a:lnTo>
                    <a:pt x="0" y="5080"/>
                  </a:lnTo>
                  <a:lnTo>
                    <a:pt x="0" y="6350"/>
                  </a:lnTo>
                  <a:lnTo>
                    <a:pt x="57150" y="6350"/>
                  </a:lnTo>
                  <a:lnTo>
                    <a:pt x="57150" y="5080"/>
                  </a:lnTo>
                  <a:close/>
                </a:path>
                <a:path w="613410" h="6350">
                  <a:moveTo>
                    <a:pt x="613410" y="0"/>
                  </a:moveTo>
                  <a:lnTo>
                    <a:pt x="435610" y="0"/>
                  </a:lnTo>
                  <a:lnTo>
                    <a:pt x="435610" y="1270"/>
                  </a:lnTo>
                  <a:lnTo>
                    <a:pt x="436880" y="1270"/>
                  </a:lnTo>
                  <a:lnTo>
                    <a:pt x="436880" y="2540"/>
                  </a:lnTo>
                  <a:lnTo>
                    <a:pt x="438150" y="2540"/>
                  </a:lnTo>
                  <a:lnTo>
                    <a:pt x="438150" y="3810"/>
                  </a:lnTo>
                  <a:lnTo>
                    <a:pt x="439420" y="3810"/>
                  </a:lnTo>
                  <a:lnTo>
                    <a:pt x="439420" y="5080"/>
                  </a:lnTo>
                  <a:lnTo>
                    <a:pt x="440690" y="5080"/>
                  </a:lnTo>
                  <a:lnTo>
                    <a:pt x="440690" y="6350"/>
                  </a:lnTo>
                  <a:lnTo>
                    <a:pt x="613410" y="6350"/>
                  </a:lnTo>
                  <a:lnTo>
                    <a:pt x="613410" y="5080"/>
                  </a:lnTo>
                  <a:lnTo>
                    <a:pt x="613410" y="3810"/>
                  </a:lnTo>
                  <a:lnTo>
                    <a:pt x="613410" y="2540"/>
                  </a:lnTo>
                  <a:lnTo>
                    <a:pt x="613410" y="1270"/>
                  </a:lnTo>
                  <a:lnTo>
                    <a:pt x="613410" y="0"/>
                  </a:lnTo>
                  <a:close/>
                </a:path>
              </a:pathLst>
            </a:custGeom>
            <a:solidFill>
              <a:srgbClr val="B78900"/>
            </a:solidFill>
          </p:spPr>
          <p:txBody>
            <a:bodyPr wrap="square" lIns="0" tIns="0" rIns="0" bIns="0" rtlCol="0"/>
            <a:lstStyle/>
            <a:p/>
          </p:txBody>
        </p:sp>
        <p:sp>
          <p:nvSpPr>
            <p:cNvPr id="594" name="object 594"/>
            <p:cNvSpPr/>
            <p:nvPr/>
          </p:nvSpPr>
          <p:spPr>
            <a:xfrm>
              <a:off x="2359660" y="3357879"/>
              <a:ext cx="613410" cy="7620"/>
            </a:xfrm>
            <a:custGeom>
              <a:avLst/>
              <a:gdLst/>
              <a:ahLst/>
              <a:cxnLst/>
              <a:rect l="l" t="t" r="r" b="b"/>
              <a:pathLst>
                <a:path w="613410" h="7620">
                  <a:moveTo>
                    <a:pt x="59690" y="5080"/>
                  </a:moveTo>
                  <a:lnTo>
                    <a:pt x="58420" y="5080"/>
                  </a:lnTo>
                  <a:lnTo>
                    <a:pt x="58420" y="2540"/>
                  </a:lnTo>
                  <a:lnTo>
                    <a:pt x="57150" y="2540"/>
                  </a:lnTo>
                  <a:lnTo>
                    <a:pt x="57150" y="0"/>
                  </a:lnTo>
                  <a:lnTo>
                    <a:pt x="0" y="0"/>
                  </a:lnTo>
                  <a:lnTo>
                    <a:pt x="0" y="2540"/>
                  </a:lnTo>
                  <a:lnTo>
                    <a:pt x="0" y="5080"/>
                  </a:lnTo>
                  <a:lnTo>
                    <a:pt x="0" y="7620"/>
                  </a:lnTo>
                  <a:lnTo>
                    <a:pt x="59690" y="7620"/>
                  </a:lnTo>
                  <a:lnTo>
                    <a:pt x="59690" y="5080"/>
                  </a:lnTo>
                  <a:close/>
                </a:path>
                <a:path w="613410" h="7620">
                  <a:moveTo>
                    <a:pt x="613410" y="0"/>
                  </a:moveTo>
                  <a:lnTo>
                    <a:pt x="440690" y="0"/>
                  </a:lnTo>
                  <a:lnTo>
                    <a:pt x="440690" y="1270"/>
                  </a:lnTo>
                  <a:lnTo>
                    <a:pt x="441960" y="1270"/>
                  </a:lnTo>
                  <a:lnTo>
                    <a:pt x="441960" y="2540"/>
                  </a:lnTo>
                  <a:lnTo>
                    <a:pt x="443230" y="2540"/>
                  </a:lnTo>
                  <a:lnTo>
                    <a:pt x="443230" y="5080"/>
                  </a:lnTo>
                  <a:lnTo>
                    <a:pt x="444500" y="5080"/>
                  </a:lnTo>
                  <a:lnTo>
                    <a:pt x="444500" y="7620"/>
                  </a:lnTo>
                  <a:lnTo>
                    <a:pt x="613410" y="7620"/>
                  </a:lnTo>
                  <a:lnTo>
                    <a:pt x="613410" y="5080"/>
                  </a:lnTo>
                  <a:lnTo>
                    <a:pt x="613410" y="2540"/>
                  </a:lnTo>
                  <a:lnTo>
                    <a:pt x="613410" y="1270"/>
                  </a:lnTo>
                  <a:lnTo>
                    <a:pt x="613410" y="0"/>
                  </a:lnTo>
                  <a:close/>
                </a:path>
              </a:pathLst>
            </a:custGeom>
            <a:solidFill>
              <a:srgbClr val="B98A00"/>
            </a:solidFill>
          </p:spPr>
          <p:txBody>
            <a:bodyPr wrap="square" lIns="0" tIns="0" rIns="0" bIns="0" rtlCol="0"/>
            <a:lstStyle/>
            <a:p/>
          </p:txBody>
        </p:sp>
        <p:sp>
          <p:nvSpPr>
            <p:cNvPr id="595" name="object 595"/>
            <p:cNvSpPr/>
            <p:nvPr/>
          </p:nvSpPr>
          <p:spPr>
            <a:xfrm>
              <a:off x="2359660" y="3365499"/>
              <a:ext cx="613410" cy="7620"/>
            </a:xfrm>
            <a:custGeom>
              <a:avLst/>
              <a:gdLst/>
              <a:ahLst/>
              <a:cxnLst/>
              <a:rect l="l" t="t" r="r" b="b"/>
              <a:pathLst>
                <a:path w="613410" h="7620">
                  <a:moveTo>
                    <a:pt x="63500" y="6350"/>
                  </a:moveTo>
                  <a:lnTo>
                    <a:pt x="62230" y="6350"/>
                  </a:lnTo>
                  <a:lnTo>
                    <a:pt x="62230" y="3810"/>
                  </a:lnTo>
                  <a:lnTo>
                    <a:pt x="60960" y="3810"/>
                  </a:lnTo>
                  <a:lnTo>
                    <a:pt x="60960" y="1270"/>
                  </a:lnTo>
                  <a:lnTo>
                    <a:pt x="59690" y="1270"/>
                  </a:lnTo>
                  <a:lnTo>
                    <a:pt x="59690" y="0"/>
                  </a:lnTo>
                  <a:lnTo>
                    <a:pt x="0" y="0"/>
                  </a:lnTo>
                  <a:lnTo>
                    <a:pt x="0" y="1270"/>
                  </a:lnTo>
                  <a:lnTo>
                    <a:pt x="0" y="3810"/>
                  </a:lnTo>
                  <a:lnTo>
                    <a:pt x="0" y="6350"/>
                  </a:lnTo>
                  <a:lnTo>
                    <a:pt x="0" y="7620"/>
                  </a:lnTo>
                  <a:lnTo>
                    <a:pt x="63500" y="7620"/>
                  </a:lnTo>
                  <a:lnTo>
                    <a:pt x="63500" y="6350"/>
                  </a:lnTo>
                  <a:close/>
                </a:path>
                <a:path w="613410" h="7620">
                  <a:moveTo>
                    <a:pt x="613410" y="0"/>
                  </a:moveTo>
                  <a:lnTo>
                    <a:pt x="445770" y="0"/>
                  </a:lnTo>
                  <a:lnTo>
                    <a:pt x="445770" y="2540"/>
                  </a:lnTo>
                  <a:lnTo>
                    <a:pt x="447040" y="2540"/>
                  </a:lnTo>
                  <a:lnTo>
                    <a:pt x="447040" y="5080"/>
                  </a:lnTo>
                  <a:lnTo>
                    <a:pt x="448310" y="5080"/>
                  </a:lnTo>
                  <a:lnTo>
                    <a:pt x="448310" y="7620"/>
                  </a:lnTo>
                  <a:lnTo>
                    <a:pt x="612140" y="7620"/>
                  </a:lnTo>
                  <a:lnTo>
                    <a:pt x="612140" y="5080"/>
                  </a:lnTo>
                  <a:lnTo>
                    <a:pt x="612140" y="2540"/>
                  </a:lnTo>
                  <a:lnTo>
                    <a:pt x="613410" y="2540"/>
                  </a:lnTo>
                  <a:lnTo>
                    <a:pt x="613410" y="0"/>
                  </a:lnTo>
                  <a:close/>
                </a:path>
              </a:pathLst>
            </a:custGeom>
            <a:solidFill>
              <a:srgbClr val="BB8C00"/>
            </a:solidFill>
          </p:spPr>
          <p:txBody>
            <a:bodyPr wrap="square" lIns="0" tIns="0" rIns="0" bIns="0" rtlCol="0"/>
            <a:lstStyle/>
            <a:p/>
          </p:txBody>
        </p:sp>
        <p:sp>
          <p:nvSpPr>
            <p:cNvPr id="596" name="object 596"/>
            <p:cNvSpPr/>
            <p:nvPr/>
          </p:nvSpPr>
          <p:spPr>
            <a:xfrm>
              <a:off x="2358390" y="3373119"/>
              <a:ext cx="613410" cy="7620"/>
            </a:xfrm>
            <a:custGeom>
              <a:avLst/>
              <a:gdLst/>
              <a:ahLst/>
              <a:cxnLst/>
              <a:rect l="l" t="t" r="r" b="b"/>
              <a:pathLst>
                <a:path w="613410" h="7620">
                  <a:moveTo>
                    <a:pt x="67310" y="5080"/>
                  </a:moveTo>
                  <a:lnTo>
                    <a:pt x="66027" y="5080"/>
                  </a:lnTo>
                  <a:lnTo>
                    <a:pt x="66027" y="2540"/>
                  </a:lnTo>
                  <a:lnTo>
                    <a:pt x="64757" y="2540"/>
                  </a:lnTo>
                  <a:lnTo>
                    <a:pt x="64757" y="1270"/>
                  </a:lnTo>
                  <a:lnTo>
                    <a:pt x="64770" y="0"/>
                  </a:lnTo>
                  <a:lnTo>
                    <a:pt x="1270" y="0"/>
                  </a:lnTo>
                  <a:lnTo>
                    <a:pt x="1270" y="1270"/>
                  </a:lnTo>
                  <a:lnTo>
                    <a:pt x="0" y="1270"/>
                  </a:lnTo>
                  <a:lnTo>
                    <a:pt x="0" y="2540"/>
                  </a:lnTo>
                  <a:lnTo>
                    <a:pt x="0" y="5080"/>
                  </a:lnTo>
                  <a:lnTo>
                    <a:pt x="0" y="7620"/>
                  </a:lnTo>
                  <a:lnTo>
                    <a:pt x="67310" y="7620"/>
                  </a:lnTo>
                  <a:lnTo>
                    <a:pt x="67310" y="5080"/>
                  </a:lnTo>
                  <a:close/>
                </a:path>
                <a:path w="613410" h="7620">
                  <a:moveTo>
                    <a:pt x="613410" y="0"/>
                  </a:moveTo>
                  <a:lnTo>
                    <a:pt x="450850" y="0"/>
                  </a:lnTo>
                  <a:lnTo>
                    <a:pt x="450850" y="2540"/>
                  </a:lnTo>
                  <a:lnTo>
                    <a:pt x="452120" y="2540"/>
                  </a:lnTo>
                  <a:lnTo>
                    <a:pt x="452120" y="5080"/>
                  </a:lnTo>
                  <a:lnTo>
                    <a:pt x="453390" y="5080"/>
                  </a:lnTo>
                  <a:lnTo>
                    <a:pt x="453390" y="7620"/>
                  </a:lnTo>
                  <a:lnTo>
                    <a:pt x="613410" y="7620"/>
                  </a:lnTo>
                  <a:lnTo>
                    <a:pt x="613410" y="5080"/>
                  </a:lnTo>
                  <a:lnTo>
                    <a:pt x="613410" y="2540"/>
                  </a:lnTo>
                  <a:lnTo>
                    <a:pt x="613410" y="0"/>
                  </a:lnTo>
                  <a:close/>
                </a:path>
              </a:pathLst>
            </a:custGeom>
            <a:solidFill>
              <a:srgbClr val="BD8D00"/>
            </a:solidFill>
          </p:spPr>
          <p:txBody>
            <a:bodyPr wrap="square" lIns="0" tIns="0" rIns="0" bIns="0" rtlCol="0"/>
            <a:lstStyle/>
            <a:p/>
          </p:txBody>
        </p:sp>
        <p:sp>
          <p:nvSpPr>
            <p:cNvPr id="597" name="object 597"/>
            <p:cNvSpPr/>
            <p:nvPr/>
          </p:nvSpPr>
          <p:spPr>
            <a:xfrm>
              <a:off x="2358390" y="3380739"/>
              <a:ext cx="613410" cy="6350"/>
            </a:xfrm>
            <a:custGeom>
              <a:avLst/>
              <a:gdLst/>
              <a:ahLst/>
              <a:cxnLst/>
              <a:rect l="l" t="t" r="r" b="b"/>
              <a:pathLst>
                <a:path w="613410" h="6350">
                  <a:moveTo>
                    <a:pt x="69850" y="3810"/>
                  </a:moveTo>
                  <a:lnTo>
                    <a:pt x="68580" y="3810"/>
                  </a:lnTo>
                  <a:lnTo>
                    <a:pt x="68580" y="1270"/>
                  </a:lnTo>
                  <a:lnTo>
                    <a:pt x="67310" y="1270"/>
                  </a:lnTo>
                  <a:lnTo>
                    <a:pt x="67310" y="0"/>
                  </a:lnTo>
                  <a:lnTo>
                    <a:pt x="0" y="0"/>
                  </a:lnTo>
                  <a:lnTo>
                    <a:pt x="0" y="1270"/>
                  </a:lnTo>
                  <a:lnTo>
                    <a:pt x="0" y="3810"/>
                  </a:lnTo>
                  <a:lnTo>
                    <a:pt x="0" y="6350"/>
                  </a:lnTo>
                  <a:lnTo>
                    <a:pt x="69850" y="6350"/>
                  </a:lnTo>
                  <a:lnTo>
                    <a:pt x="69850" y="3810"/>
                  </a:lnTo>
                  <a:close/>
                </a:path>
                <a:path w="613410" h="6350">
                  <a:moveTo>
                    <a:pt x="613410" y="0"/>
                  </a:moveTo>
                  <a:lnTo>
                    <a:pt x="454660" y="0"/>
                  </a:lnTo>
                  <a:lnTo>
                    <a:pt x="454660" y="1270"/>
                  </a:lnTo>
                  <a:lnTo>
                    <a:pt x="454660" y="2540"/>
                  </a:lnTo>
                  <a:lnTo>
                    <a:pt x="455930" y="2540"/>
                  </a:lnTo>
                  <a:lnTo>
                    <a:pt x="455930" y="5080"/>
                  </a:lnTo>
                  <a:lnTo>
                    <a:pt x="457200" y="5080"/>
                  </a:lnTo>
                  <a:lnTo>
                    <a:pt x="457200" y="6350"/>
                  </a:lnTo>
                  <a:lnTo>
                    <a:pt x="612127" y="6350"/>
                  </a:lnTo>
                  <a:lnTo>
                    <a:pt x="612127" y="5080"/>
                  </a:lnTo>
                  <a:lnTo>
                    <a:pt x="612127" y="2540"/>
                  </a:lnTo>
                  <a:lnTo>
                    <a:pt x="612140" y="1270"/>
                  </a:lnTo>
                  <a:lnTo>
                    <a:pt x="613410" y="1270"/>
                  </a:lnTo>
                  <a:lnTo>
                    <a:pt x="613410" y="0"/>
                  </a:lnTo>
                  <a:close/>
                </a:path>
              </a:pathLst>
            </a:custGeom>
            <a:solidFill>
              <a:srgbClr val="BF8E00"/>
            </a:solidFill>
          </p:spPr>
          <p:txBody>
            <a:bodyPr wrap="square" lIns="0" tIns="0" rIns="0" bIns="0" rtlCol="0"/>
            <a:lstStyle/>
            <a:p/>
          </p:txBody>
        </p:sp>
        <p:sp>
          <p:nvSpPr>
            <p:cNvPr id="598" name="object 598"/>
            <p:cNvSpPr/>
            <p:nvPr/>
          </p:nvSpPr>
          <p:spPr>
            <a:xfrm>
              <a:off x="2358390" y="3387089"/>
              <a:ext cx="612140" cy="7620"/>
            </a:xfrm>
            <a:custGeom>
              <a:avLst/>
              <a:gdLst/>
              <a:ahLst/>
              <a:cxnLst/>
              <a:rect l="l" t="t" r="r" b="b"/>
              <a:pathLst>
                <a:path w="612139" h="7620">
                  <a:moveTo>
                    <a:pt x="73660" y="5080"/>
                  </a:moveTo>
                  <a:lnTo>
                    <a:pt x="72377" y="5080"/>
                  </a:lnTo>
                  <a:lnTo>
                    <a:pt x="72377" y="2540"/>
                  </a:lnTo>
                  <a:lnTo>
                    <a:pt x="71107" y="2540"/>
                  </a:lnTo>
                  <a:lnTo>
                    <a:pt x="71107" y="0"/>
                  </a:lnTo>
                  <a:lnTo>
                    <a:pt x="0" y="0"/>
                  </a:lnTo>
                  <a:lnTo>
                    <a:pt x="0" y="2540"/>
                  </a:lnTo>
                  <a:lnTo>
                    <a:pt x="0" y="5080"/>
                  </a:lnTo>
                  <a:lnTo>
                    <a:pt x="0" y="7620"/>
                  </a:lnTo>
                  <a:lnTo>
                    <a:pt x="73660" y="7620"/>
                  </a:lnTo>
                  <a:lnTo>
                    <a:pt x="73660" y="5080"/>
                  </a:lnTo>
                  <a:close/>
                </a:path>
                <a:path w="612139" h="7620">
                  <a:moveTo>
                    <a:pt x="612140" y="2540"/>
                  </a:moveTo>
                  <a:lnTo>
                    <a:pt x="612127" y="0"/>
                  </a:lnTo>
                  <a:lnTo>
                    <a:pt x="457200" y="0"/>
                  </a:lnTo>
                  <a:lnTo>
                    <a:pt x="457200" y="2540"/>
                  </a:lnTo>
                  <a:lnTo>
                    <a:pt x="458470" y="2540"/>
                  </a:lnTo>
                  <a:lnTo>
                    <a:pt x="458470" y="5080"/>
                  </a:lnTo>
                  <a:lnTo>
                    <a:pt x="458470" y="6350"/>
                  </a:lnTo>
                  <a:lnTo>
                    <a:pt x="459740" y="6350"/>
                  </a:lnTo>
                  <a:lnTo>
                    <a:pt x="459740" y="7620"/>
                  </a:lnTo>
                  <a:lnTo>
                    <a:pt x="610870" y="7620"/>
                  </a:lnTo>
                  <a:lnTo>
                    <a:pt x="610870" y="6350"/>
                  </a:lnTo>
                  <a:lnTo>
                    <a:pt x="610870" y="5080"/>
                  </a:lnTo>
                  <a:lnTo>
                    <a:pt x="612140" y="5080"/>
                  </a:lnTo>
                  <a:lnTo>
                    <a:pt x="612140" y="2540"/>
                  </a:lnTo>
                  <a:close/>
                </a:path>
              </a:pathLst>
            </a:custGeom>
            <a:solidFill>
              <a:srgbClr val="C19000"/>
            </a:solidFill>
          </p:spPr>
          <p:txBody>
            <a:bodyPr wrap="square" lIns="0" tIns="0" rIns="0" bIns="0" rtlCol="0"/>
            <a:lstStyle/>
            <a:p/>
          </p:txBody>
        </p:sp>
        <p:sp>
          <p:nvSpPr>
            <p:cNvPr id="599" name="object 599"/>
            <p:cNvSpPr/>
            <p:nvPr/>
          </p:nvSpPr>
          <p:spPr>
            <a:xfrm>
              <a:off x="2358390" y="3394709"/>
              <a:ext cx="610870" cy="7620"/>
            </a:xfrm>
            <a:custGeom>
              <a:avLst/>
              <a:gdLst/>
              <a:ahLst/>
              <a:cxnLst/>
              <a:rect l="l" t="t" r="r" b="b"/>
              <a:pathLst>
                <a:path w="610869" h="7620">
                  <a:moveTo>
                    <a:pt x="77457" y="5080"/>
                  </a:moveTo>
                  <a:lnTo>
                    <a:pt x="76200" y="5080"/>
                  </a:lnTo>
                  <a:lnTo>
                    <a:pt x="76200" y="2540"/>
                  </a:lnTo>
                  <a:lnTo>
                    <a:pt x="74930" y="2540"/>
                  </a:lnTo>
                  <a:lnTo>
                    <a:pt x="74930" y="0"/>
                  </a:lnTo>
                  <a:lnTo>
                    <a:pt x="0" y="0"/>
                  </a:lnTo>
                  <a:lnTo>
                    <a:pt x="0" y="2540"/>
                  </a:lnTo>
                  <a:lnTo>
                    <a:pt x="0" y="5080"/>
                  </a:lnTo>
                  <a:lnTo>
                    <a:pt x="0" y="7620"/>
                  </a:lnTo>
                  <a:lnTo>
                    <a:pt x="77457" y="7620"/>
                  </a:lnTo>
                  <a:lnTo>
                    <a:pt x="77457" y="5080"/>
                  </a:lnTo>
                  <a:close/>
                </a:path>
                <a:path w="610869" h="7620">
                  <a:moveTo>
                    <a:pt x="610870" y="0"/>
                  </a:moveTo>
                  <a:lnTo>
                    <a:pt x="459740" y="0"/>
                  </a:lnTo>
                  <a:lnTo>
                    <a:pt x="459740" y="3810"/>
                  </a:lnTo>
                  <a:lnTo>
                    <a:pt x="459740" y="5080"/>
                  </a:lnTo>
                  <a:lnTo>
                    <a:pt x="461010" y="5080"/>
                  </a:lnTo>
                  <a:lnTo>
                    <a:pt x="461010" y="7620"/>
                  </a:lnTo>
                  <a:lnTo>
                    <a:pt x="609600" y="7620"/>
                  </a:lnTo>
                  <a:lnTo>
                    <a:pt x="609600" y="5080"/>
                  </a:lnTo>
                  <a:lnTo>
                    <a:pt x="609600" y="3810"/>
                  </a:lnTo>
                  <a:lnTo>
                    <a:pt x="610870" y="3810"/>
                  </a:lnTo>
                  <a:lnTo>
                    <a:pt x="610870" y="0"/>
                  </a:lnTo>
                  <a:close/>
                </a:path>
              </a:pathLst>
            </a:custGeom>
            <a:solidFill>
              <a:srgbClr val="C39100"/>
            </a:solidFill>
          </p:spPr>
          <p:txBody>
            <a:bodyPr wrap="square" lIns="0" tIns="0" rIns="0" bIns="0" rtlCol="0"/>
            <a:lstStyle/>
            <a:p/>
          </p:txBody>
        </p:sp>
        <p:sp>
          <p:nvSpPr>
            <p:cNvPr id="600" name="object 600"/>
            <p:cNvSpPr/>
            <p:nvPr/>
          </p:nvSpPr>
          <p:spPr>
            <a:xfrm>
              <a:off x="2358390" y="3402329"/>
              <a:ext cx="609600" cy="6350"/>
            </a:xfrm>
            <a:custGeom>
              <a:avLst/>
              <a:gdLst/>
              <a:ahLst/>
              <a:cxnLst/>
              <a:rect l="l" t="t" r="r" b="b"/>
              <a:pathLst>
                <a:path w="609600" h="6350">
                  <a:moveTo>
                    <a:pt x="81280" y="5080"/>
                  </a:moveTo>
                  <a:lnTo>
                    <a:pt x="80010" y="5080"/>
                  </a:lnTo>
                  <a:lnTo>
                    <a:pt x="80010" y="2540"/>
                  </a:lnTo>
                  <a:lnTo>
                    <a:pt x="78727" y="2540"/>
                  </a:lnTo>
                  <a:lnTo>
                    <a:pt x="78727" y="0"/>
                  </a:lnTo>
                  <a:lnTo>
                    <a:pt x="0" y="0"/>
                  </a:lnTo>
                  <a:lnTo>
                    <a:pt x="0" y="2540"/>
                  </a:lnTo>
                  <a:lnTo>
                    <a:pt x="0" y="5080"/>
                  </a:lnTo>
                  <a:lnTo>
                    <a:pt x="0" y="6350"/>
                  </a:lnTo>
                  <a:lnTo>
                    <a:pt x="81280" y="6350"/>
                  </a:lnTo>
                  <a:lnTo>
                    <a:pt x="81280" y="5080"/>
                  </a:lnTo>
                  <a:close/>
                </a:path>
                <a:path w="609600" h="6350">
                  <a:moveTo>
                    <a:pt x="609600" y="0"/>
                  </a:moveTo>
                  <a:lnTo>
                    <a:pt x="461010" y="0"/>
                  </a:lnTo>
                  <a:lnTo>
                    <a:pt x="461010" y="1270"/>
                  </a:lnTo>
                  <a:lnTo>
                    <a:pt x="461010" y="2540"/>
                  </a:lnTo>
                  <a:lnTo>
                    <a:pt x="462280" y="2540"/>
                  </a:lnTo>
                  <a:lnTo>
                    <a:pt x="462280" y="6350"/>
                  </a:lnTo>
                  <a:lnTo>
                    <a:pt x="608330" y="6350"/>
                  </a:lnTo>
                  <a:lnTo>
                    <a:pt x="608330" y="2540"/>
                  </a:lnTo>
                  <a:lnTo>
                    <a:pt x="608330" y="1270"/>
                  </a:lnTo>
                  <a:lnTo>
                    <a:pt x="609600" y="1270"/>
                  </a:lnTo>
                  <a:lnTo>
                    <a:pt x="609600" y="0"/>
                  </a:lnTo>
                  <a:close/>
                </a:path>
              </a:pathLst>
            </a:custGeom>
            <a:solidFill>
              <a:srgbClr val="C49300"/>
            </a:solidFill>
          </p:spPr>
          <p:txBody>
            <a:bodyPr wrap="square" lIns="0" tIns="0" rIns="0" bIns="0" rtlCol="0"/>
            <a:lstStyle/>
            <a:p/>
          </p:txBody>
        </p:sp>
        <p:sp>
          <p:nvSpPr>
            <p:cNvPr id="601" name="object 601"/>
            <p:cNvSpPr/>
            <p:nvPr/>
          </p:nvSpPr>
          <p:spPr>
            <a:xfrm>
              <a:off x="2358390" y="3408679"/>
              <a:ext cx="607060" cy="7620"/>
            </a:xfrm>
            <a:custGeom>
              <a:avLst/>
              <a:gdLst/>
              <a:ahLst/>
              <a:cxnLst/>
              <a:rect l="l" t="t" r="r" b="b"/>
              <a:pathLst>
                <a:path w="607060" h="7620">
                  <a:moveTo>
                    <a:pt x="83807" y="3810"/>
                  </a:moveTo>
                  <a:lnTo>
                    <a:pt x="82550" y="3810"/>
                  </a:lnTo>
                  <a:lnTo>
                    <a:pt x="82550" y="1270"/>
                  </a:lnTo>
                  <a:lnTo>
                    <a:pt x="81280" y="1270"/>
                  </a:lnTo>
                  <a:lnTo>
                    <a:pt x="81280" y="0"/>
                  </a:lnTo>
                  <a:lnTo>
                    <a:pt x="0" y="0"/>
                  </a:lnTo>
                  <a:lnTo>
                    <a:pt x="0" y="1270"/>
                  </a:lnTo>
                  <a:lnTo>
                    <a:pt x="0" y="3810"/>
                  </a:lnTo>
                  <a:lnTo>
                    <a:pt x="0" y="6350"/>
                  </a:lnTo>
                  <a:lnTo>
                    <a:pt x="83807" y="6350"/>
                  </a:lnTo>
                  <a:lnTo>
                    <a:pt x="83807" y="3810"/>
                  </a:lnTo>
                  <a:close/>
                </a:path>
                <a:path w="607060" h="7620">
                  <a:moveTo>
                    <a:pt x="85077" y="6362"/>
                  </a:moveTo>
                  <a:lnTo>
                    <a:pt x="0" y="6362"/>
                  </a:lnTo>
                  <a:lnTo>
                    <a:pt x="0" y="7620"/>
                  </a:lnTo>
                  <a:lnTo>
                    <a:pt x="85077" y="7620"/>
                  </a:lnTo>
                  <a:lnTo>
                    <a:pt x="85077" y="6362"/>
                  </a:lnTo>
                  <a:close/>
                </a:path>
                <a:path w="607060" h="7620">
                  <a:moveTo>
                    <a:pt x="605790" y="6362"/>
                  </a:moveTo>
                  <a:lnTo>
                    <a:pt x="464820" y="6362"/>
                  </a:lnTo>
                  <a:lnTo>
                    <a:pt x="464820" y="7620"/>
                  </a:lnTo>
                  <a:lnTo>
                    <a:pt x="605790" y="7620"/>
                  </a:lnTo>
                  <a:lnTo>
                    <a:pt x="605790" y="6362"/>
                  </a:lnTo>
                  <a:close/>
                </a:path>
                <a:path w="607060" h="7620">
                  <a:moveTo>
                    <a:pt x="607060" y="0"/>
                  </a:moveTo>
                  <a:lnTo>
                    <a:pt x="462280" y="0"/>
                  </a:lnTo>
                  <a:lnTo>
                    <a:pt x="462280" y="1270"/>
                  </a:lnTo>
                  <a:lnTo>
                    <a:pt x="463550" y="1270"/>
                  </a:lnTo>
                  <a:lnTo>
                    <a:pt x="463550" y="5080"/>
                  </a:lnTo>
                  <a:lnTo>
                    <a:pt x="463550" y="6350"/>
                  </a:lnTo>
                  <a:lnTo>
                    <a:pt x="605777" y="6350"/>
                  </a:lnTo>
                  <a:lnTo>
                    <a:pt x="605777" y="5080"/>
                  </a:lnTo>
                  <a:lnTo>
                    <a:pt x="607060" y="5080"/>
                  </a:lnTo>
                  <a:lnTo>
                    <a:pt x="607060" y="1270"/>
                  </a:lnTo>
                  <a:lnTo>
                    <a:pt x="607060" y="0"/>
                  </a:lnTo>
                  <a:close/>
                </a:path>
              </a:pathLst>
            </a:custGeom>
            <a:solidFill>
              <a:srgbClr val="C69400"/>
            </a:solidFill>
          </p:spPr>
          <p:txBody>
            <a:bodyPr wrap="square" lIns="0" tIns="0" rIns="0" bIns="0" rtlCol="0"/>
            <a:lstStyle/>
            <a:p/>
          </p:txBody>
        </p:sp>
        <p:sp>
          <p:nvSpPr>
            <p:cNvPr id="602" name="object 602"/>
            <p:cNvSpPr/>
            <p:nvPr/>
          </p:nvSpPr>
          <p:spPr>
            <a:xfrm>
              <a:off x="2358390" y="3416299"/>
              <a:ext cx="605790" cy="7620"/>
            </a:xfrm>
            <a:custGeom>
              <a:avLst/>
              <a:gdLst/>
              <a:ahLst/>
              <a:cxnLst/>
              <a:rect l="l" t="t" r="r" b="b"/>
              <a:pathLst>
                <a:path w="605789" h="7620">
                  <a:moveTo>
                    <a:pt x="87630" y="2540"/>
                  </a:moveTo>
                  <a:lnTo>
                    <a:pt x="86360" y="2540"/>
                  </a:lnTo>
                  <a:lnTo>
                    <a:pt x="86360" y="1270"/>
                  </a:lnTo>
                  <a:lnTo>
                    <a:pt x="85077" y="1270"/>
                  </a:lnTo>
                  <a:lnTo>
                    <a:pt x="85077" y="0"/>
                  </a:lnTo>
                  <a:lnTo>
                    <a:pt x="0" y="0"/>
                  </a:lnTo>
                  <a:lnTo>
                    <a:pt x="0" y="1270"/>
                  </a:lnTo>
                  <a:lnTo>
                    <a:pt x="0" y="2540"/>
                  </a:lnTo>
                  <a:lnTo>
                    <a:pt x="0" y="5080"/>
                  </a:lnTo>
                  <a:lnTo>
                    <a:pt x="87630" y="5080"/>
                  </a:lnTo>
                  <a:lnTo>
                    <a:pt x="87630" y="2540"/>
                  </a:lnTo>
                  <a:close/>
                </a:path>
                <a:path w="605789" h="7620">
                  <a:moveTo>
                    <a:pt x="88900" y="5092"/>
                  </a:moveTo>
                  <a:lnTo>
                    <a:pt x="0" y="5092"/>
                  </a:lnTo>
                  <a:lnTo>
                    <a:pt x="0" y="7620"/>
                  </a:lnTo>
                  <a:lnTo>
                    <a:pt x="88900" y="7620"/>
                  </a:lnTo>
                  <a:lnTo>
                    <a:pt x="88900" y="5092"/>
                  </a:lnTo>
                  <a:close/>
                </a:path>
                <a:path w="605789" h="7620">
                  <a:moveTo>
                    <a:pt x="603250" y="5092"/>
                  </a:moveTo>
                  <a:lnTo>
                    <a:pt x="464820" y="5092"/>
                  </a:lnTo>
                  <a:lnTo>
                    <a:pt x="464820" y="7620"/>
                  </a:lnTo>
                  <a:lnTo>
                    <a:pt x="603250" y="7620"/>
                  </a:lnTo>
                  <a:lnTo>
                    <a:pt x="603250" y="5092"/>
                  </a:lnTo>
                  <a:close/>
                </a:path>
                <a:path w="605789" h="7620">
                  <a:moveTo>
                    <a:pt x="605790" y="0"/>
                  </a:moveTo>
                  <a:lnTo>
                    <a:pt x="464820" y="0"/>
                  </a:lnTo>
                  <a:lnTo>
                    <a:pt x="464820" y="1270"/>
                  </a:lnTo>
                  <a:lnTo>
                    <a:pt x="464820" y="5080"/>
                  </a:lnTo>
                  <a:lnTo>
                    <a:pt x="604520" y="5080"/>
                  </a:lnTo>
                  <a:lnTo>
                    <a:pt x="604520" y="1270"/>
                  </a:lnTo>
                  <a:lnTo>
                    <a:pt x="605790" y="1270"/>
                  </a:lnTo>
                  <a:lnTo>
                    <a:pt x="605790" y="0"/>
                  </a:lnTo>
                  <a:close/>
                </a:path>
              </a:pathLst>
            </a:custGeom>
            <a:solidFill>
              <a:srgbClr val="C89600"/>
            </a:solidFill>
          </p:spPr>
          <p:txBody>
            <a:bodyPr wrap="square" lIns="0" tIns="0" rIns="0" bIns="0" rtlCol="0"/>
            <a:lstStyle/>
            <a:p/>
          </p:txBody>
        </p:sp>
        <p:sp>
          <p:nvSpPr>
            <p:cNvPr id="603" name="object 603"/>
            <p:cNvSpPr/>
            <p:nvPr/>
          </p:nvSpPr>
          <p:spPr>
            <a:xfrm>
              <a:off x="2358390" y="3423919"/>
              <a:ext cx="603250" cy="6350"/>
            </a:xfrm>
            <a:custGeom>
              <a:avLst/>
              <a:gdLst/>
              <a:ahLst/>
              <a:cxnLst/>
              <a:rect l="l" t="t" r="r" b="b"/>
              <a:pathLst>
                <a:path w="603250" h="6350">
                  <a:moveTo>
                    <a:pt x="93980" y="5080"/>
                  </a:moveTo>
                  <a:lnTo>
                    <a:pt x="92710" y="5080"/>
                  </a:lnTo>
                  <a:lnTo>
                    <a:pt x="92710" y="3810"/>
                  </a:lnTo>
                  <a:lnTo>
                    <a:pt x="91427" y="3810"/>
                  </a:lnTo>
                  <a:lnTo>
                    <a:pt x="91427" y="1270"/>
                  </a:lnTo>
                  <a:lnTo>
                    <a:pt x="90157" y="1270"/>
                  </a:lnTo>
                  <a:lnTo>
                    <a:pt x="90157" y="0"/>
                  </a:lnTo>
                  <a:lnTo>
                    <a:pt x="0" y="0"/>
                  </a:lnTo>
                  <a:lnTo>
                    <a:pt x="0" y="1270"/>
                  </a:lnTo>
                  <a:lnTo>
                    <a:pt x="0" y="3810"/>
                  </a:lnTo>
                  <a:lnTo>
                    <a:pt x="0" y="5080"/>
                  </a:lnTo>
                  <a:lnTo>
                    <a:pt x="0" y="6350"/>
                  </a:lnTo>
                  <a:lnTo>
                    <a:pt x="93980" y="6350"/>
                  </a:lnTo>
                  <a:lnTo>
                    <a:pt x="93980" y="5080"/>
                  </a:lnTo>
                  <a:close/>
                </a:path>
                <a:path w="603250" h="6350">
                  <a:moveTo>
                    <a:pt x="603250" y="0"/>
                  </a:moveTo>
                  <a:lnTo>
                    <a:pt x="464820" y="0"/>
                  </a:lnTo>
                  <a:lnTo>
                    <a:pt x="464820" y="2540"/>
                  </a:lnTo>
                  <a:lnTo>
                    <a:pt x="464820" y="6350"/>
                  </a:lnTo>
                  <a:lnTo>
                    <a:pt x="601980" y="6350"/>
                  </a:lnTo>
                  <a:lnTo>
                    <a:pt x="601980" y="2540"/>
                  </a:lnTo>
                  <a:lnTo>
                    <a:pt x="603250" y="2540"/>
                  </a:lnTo>
                  <a:lnTo>
                    <a:pt x="603250" y="0"/>
                  </a:lnTo>
                  <a:close/>
                </a:path>
              </a:pathLst>
            </a:custGeom>
            <a:solidFill>
              <a:srgbClr val="CA9700"/>
            </a:solidFill>
          </p:spPr>
          <p:txBody>
            <a:bodyPr wrap="square" lIns="0" tIns="0" rIns="0" bIns="0" rtlCol="0"/>
            <a:lstStyle/>
            <a:p/>
          </p:txBody>
        </p:sp>
        <p:sp>
          <p:nvSpPr>
            <p:cNvPr id="604" name="object 604"/>
            <p:cNvSpPr/>
            <p:nvPr/>
          </p:nvSpPr>
          <p:spPr>
            <a:xfrm>
              <a:off x="2358390" y="3430269"/>
              <a:ext cx="600710" cy="7620"/>
            </a:xfrm>
            <a:custGeom>
              <a:avLst/>
              <a:gdLst/>
              <a:ahLst/>
              <a:cxnLst/>
              <a:rect l="l" t="t" r="r" b="b"/>
              <a:pathLst>
                <a:path w="600710" h="7620">
                  <a:moveTo>
                    <a:pt x="99060" y="6350"/>
                  </a:moveTo>
                  <a:lnTo>
                    <a:pt x="97777" y="6350"/>
                  </a:lnTo>
                  <a:lnTo>
                    <a:pt x="97777" y="5080"/>
                  </a:lnTo>
                  <a:lnTo>
                    <a:pt x="96507" y="5080"/>
                  </a:lnTo>
                  <a:lnTo>
                    <a:pt x="96507" y="3810"/>
                  </a:lnTo>
                  <a:lnTo>
                    <a:pt x="95250" y="3810"/>
                  </a:lnTo>
                  <a:lnTo>
                    <a:pt x="95250" y="1270"/>
                  </a:lnTo>
                  <a:lnTo>
                    <a:pt x="93980" y="1270"/>
                  </a:lnTo>
                  <a:lnTo>
                    <a:pt x="93980" y="0"/>
                  </a:lnTo>
                  <a:lnTo>
                    <a:pt x="0" y="0"/>
                  </a:lnTo>
                  <a:lnTo>
                    <a:pt x="0" y="7620"/>
                  </a:lnTo>
                  <a:lnTo>
                    <a:pt x="99060" y="7620"/>
                  </a:lnTo>
                  <a:lnTo>
                    <a:pt x="99060" y="6350"/>
                  </a:lnTo>
                  <a:close/>
                </a:path>
                <a:path w="600710" h="7620">
                  <a:moveTo>
                    <a:pt x="600710" y="0"/>
                  </a:moveTo>
                  <a:lnTo>
                    <a:pt x="464820" y="0"/>
                  </a:lnTo>
                  <a:lnTo>
                    <a:pt x="464820" y="3810"/>
                  </a:lnTo>
                  <a:lnTo>
                    <a:pt x="464820" y="7620"/>
                  </a:lnTo>
                  <a:lnTo>
                    <a:pt x="599440" y="7620"/>
                  </a:lnTo>
                  <a:lnTo>
                    <a:pt x="599440" y="3810"/>
                  </a:lnTo>
                  <a:lnTo>
                    <a:pt x="600710" y="3810"/>
                  </a:lnTo>
                  <a:lnTo>
                    <a:pt x="600710" y="0"/>
                  </a:lnTo>
                  <a:close/>
                </a:path>
              </a:pathLst>
            </a:custGeom>
            <a:solidFill>
              <a:srgbClr val="CC9800"/>
            </a:solidFill>
          </p:spPr>
          <p:txBody>
            <a:bodyPr wrap="square" lIns="0" tIns="0" rIns="0" bIns="0" rtlCol="0"/>
            <a:lstStyle/>
            <a:p/>
          </p:txBody>
        </p:sp>
        <p:sp>
          <p:nvSpPr>
            <p:cNvPr id="605" name="object 605"/>
            <p:cNvSpPr/>
            <p:nvPr/>
          </p:nvSpPr>
          <p:spPr>
            <a:xfrm>
              <a:off x="2358390" y="3437889"/>
              <a:ext cx="598170" cy="7620"/>
            </a:xfrm>
            <a:custGeom>
              <a:avLst/>
              <a:gdLst/>
              <a:ahLst/>
              <a:cxnLst/>
              <a:rect l="l" t="t" r="r" b="b"/>
              <a:pathLst>
                <a:path w="598169" h="7620">
                  <a:moveTo>
                    <a:pt x="104127" y="6350"/>
                  </a:moveTo>
                  <a:lnTo>
                    <a:pt x="102857" y="6350"/>
                  </a:lnTo>
                  <a:lnTo>
                    <a:pt x="102857" y="3810"/>
                  </a:lnTo>
                  <a:lnTo>
                    <a:pt x="101600" y="3810"/>
                  </a:lnTo>
                  <a:lnTo>
                    <a:pt x="101600" y="2540"/>
                  </a:lnTo>
                  <a:lnTo>
                    <a:pt x="100330" y="2540"/>
                  </a:lnTo>
                  <a:lnTo>
                    <a:pt x="100330" y="1270"/>
                  </a:lnTo>
                  <a:lnTo>
                    <a:pt x="99060" y="1270"/>
                  </a:lnTo>
                  <a:lnTo>
                    <a:pt x="99060" y="0"/>
                  </a:lnTo>
                  <a:lnTo>
                    <a:pt x="0" y="0"/>
                  </a:lnTo>
                  <a:lnTo>
                    <a:pt x="0" y="7620"/>
                  </a:lnTo>
                  <a:lnTo>
                    <a:pt x="104127" y="7620"/>
                  </a:lnTo>
                  <a:lnTo>
                    <a:pt x="104127" y="6350"/>
                  </a:lnTo>
                  <a:close/>
                </a:path>
                <a:path w="598169" h="7620">
                  <a:moveTo>
                    <a:pt x="598170" y="0"/>
                  </a:moveTo>
                  <a:lnTo>
                    <a:pt x="464820" y="0"/>
                  </a:lnTo>
                  <a:lnTo>
                    <a:pt x="464820" y="3810"/>
                  </a:lnTo>
                  <a:lnTo>
                    <a:pt x="464820" y="6350"/>
                  </a:lnTo>
                  <a:lnTo>
                    <a:pt x="464820" y="7620"/>
                  </a:lnTo>
                  <a:lnTo>
                    <a:pt x="595630" y="7620"/>
                  </a:lnTo>
                  <a:lnTo>
                    <a:pt x="595630" y="6350"/>
                  </a:lnTo>
                  <a:lnTo>
                    <a:pt x="596900" y="6350"/>
                  </a:lnTo>
                  <a:lnTo>
                    <a:pt x="596900" y="3810"/>
                  </a:lnTo>
                  <a:lnTo>
                    <a:pt x="598170" y="3810"/>
                  </a:lnTo>
                  <a:lnTo>
                    <a:pt x="598170" y="0"/>
                  </a:lnTo>
                  <a:close/>
                </a:path>
              </a:pathLst>
            </a:custGeom>
            <a:solidFill>
              <a:srgbClr val="CE9A00"/>
            </a:solidFill>
          </p:spPr>
          <p:txBody>
            <a:bodyPr wrap="square" lIns="0" tIns="0" rIns="0" bIns="0" rtlCol="0"/>
            <a:lstStyle/>
            <a:p/>
          </p:txBody>
        </p:sp>
        <p:sp>
          <p:nvSpPr>
            <p:cNvPr id="606" name="object 606"/>
            <p:cNvSpPr/>
            <p:nvPr/>
          </p:nvSpPr>
          <p:spPr>
            <a:xfrm>
              <a:off x="2358390" y="3445509"/>
              <a:ext cx="595630" cy="6350"/>
            </a:xfrm>
            <a:custGeom>
              <a:avLst/>
              <a:gdLst/>
              <a:ahLst/>
              <a:cxnLst/>
              <a:rect l="l" t="t" r="r" b="b"/>
              <a:pathLst>
                <a:path w="595630" h="6350">
                  <a:moveTo>
                    <a:pt x="109207" y="5080"/>
                  </a:moveTo>
                  <a:lnTo>
                    <a:pt x="107950" y="5080"/>
                  </a:lnTo>
                  <a:lnTo>
                    <a:pt x="107950" y="2540"/>
                  </a:lnTo>
                  <a:lnTo>
                    <a:pt x="106680" y="2540"/>
                  </a:lnTo>
                  <a:lnTo>
                    <a:pt x="106680" y="1270"/>
                  </a:lnTo>
                  <a:lnTo>
                    <a:pt x="105410" y="1270"/>
                  </a:lnTo>
                  <a:lnTo>
                    <a:pt x="105410" y="0"/>
                  </a:lnTo>
                  <a:lnTo>
                    <a:pt x="0" y="0"/>
                  </a:lnTo>
                  <a:lnTo>
                    <a:pt x="0" y="1270"/>
                  </a:lnTo>
                  <a:lnTo>
                    <a:pt x="0" y="2540"/>
                  </a:lnTo>
                  <a:lnTo>
                    <a:pt x="0" y="5080"/>
                  </a:lnTo>
                  <a:lnTo>
                    <a:pt x="0" y="6350"/>
                  </a:lnTo>
                  <a:lnTo>
                    <a:pt x="109207" y="6350"/>
                  </a:lnTo>
                  <a:lnTo>
                    <a:pt x="109207" y="5080"/>
                  </a:lnTo>
                  <a:close/>
                </a:path>
                <a:path w="595630" h="6350">
                  <a:moveTo>
                    <a:pt x="595630" y="0"/>
                  </a:moveTo>
                  <a:lnTo>
                    <a:pt x="464820" y="0"/>
                  </a:lnTo>
                  <a:lnTo>
                    <a:pt x="464820" y="2540"/>
                  </a:lnTo>
                  <a:lnTo>
                    <a:pt x="464820" y="5080"/>
                  </a:lnTo>
                  <a:lnTo>
                    <a:pt x="464820" y="6350"/>
                  </a:lnTo>
                  <a:lnTo>
                    <a:pt x="593077" y="6350"/>
                  </a:lnTo>
                  <a:lnTo>
                    <a:pt x="593077" y="5080"/>
                  </a:lnTo>
                  <a:lnTo>
                    <a:pt x="594360" y="5080"/>
                  </a:lnTo>
                  <a:lnTo>
                    <a:pt x="594360" y="2540"/>
                  </a:lnTo>
                  <a:lnTo>
                    <a:pt x="595630" y="2540"/>
                  </a:lnTo>
                  <a:lnTo>
                    <a:pt x="595630" y="0"/>
                  </a:lnTo>
                  <a:close/>
                </a:path>
              </a:pathLst>
            </a:custGeom>
            <a:solidFill>
              <a:srgbClr val="D09B00"/>
            </a:solidFill>
          </p:spPr>
          <p:txBody>
            <a:bodyPr wrap="square" lIns="0" tIns="0" rIns="0" bIns="0" rtlCol="0"/>
            <a:lstStyle/>
            <a:p/>
          </p:txBody>
        </p:sp>
        <p:sp>
          <p:nvSpPr>
            <p:cNvPr id="607" name="object 607"/>
            <p:cNvSpPr/>
            <p:nvPr/>
          </p:nvSpPr>
          <p:spPr>
            <a:xfrm>
              <a:off x="2358390" y="3451859"/>
              <a:ext cx="593090" cy="7620"/>
            </a:xfrm>
            <a:custGeom>
              <a:avLst/>
              <a:gdLst/>
              <a:ahLst/>
              <a:cxnLst/>
              <a:rect l="l" t="t" r="r" b="b"/>
              <a:pathLst>
                <a:path w="593089" h="7620">
                  <a:moveTo>
                    <a:pt x="115557" y="6350"/>
                  </a:moveTo>
                  <a:lnTo>
                    <a:pt x="114300" y="6350"/>
                  </a:lnTo>
                  <a:lnTo>
                    <a:pt x="114300" y="5080"/>
                  </a:lnTo>
                  <a:lnTo>
                    <a:pt x="113030" y="5080"/>
                  </a:lnTo>
                  <a:lnTo>
                    <a:pt x="113030" y="3810"/>
                  </a:lnTo>
                  <a:lnTo>
                    <a:pt x="111760" y="3810"/>
                  </a:lnTo>
                  <a:lnTo>
                    <a:pt x="111760" y="1270"/>
                  </a:lnTo>
                  <a:lnTo>
                    <a:pt x="110477" y="1270"/>
                  </a:lnTo>
                  <a:lnTo>
                    <a:pt x="110477" y="0"/>
                  </a:lnTo>
                  <a:lnTo>
                    <a:pt x="0" y="0"/>
                  </a:lnTo>
                  <a:lnTo>
                    <a:pt x="0" y="7620"/>
                  </a:lnTo>
                  <a:lnTo>
                    <a:pt x="115557" y="7620"/>
                  </a:lnTo>
                  <a:lnTo>
                    <a:pt x="115557" y="6350"/>
                  </a:lnTo>
                  <a:close/>
                </a:path>
                <a:path w="593089" h="7620">
                  <a:moveTo>
                    <a:pt x="593077" y="0"/>
                  </a:moveTo>
                  <a:lnTo>
                    <a:pt x="463550" y="0"/>
                  </a:lnTo>
                  <a:lnTo>
                    <a:pt x="463550" y="1270"/>
                  </a:lnTo>
                  <a:lnTo>
                    <a:pt x="463550" y="3810"/>
                  </a:lnTo>
                  <a:lnTo>
                    <a:pt x="463550" y="6350"/>
                  </a:lnTo>
                  <a:lnTo>
                    <a:pt x="462280" y="6350"/>
                  </a:lnTo>
                  <a:lnTo>
                    <a:pt x="462280" y="7620"/>
                  </a:lnTo>
                  <a:lnTo>
                    <a:pt x="589280" y="7620"/>
                  </a:lnTo>
                  <a:lnTo>
                    <a:pt x="589280" y="6350"/>
                  </a:lnTo>
                  <a:lnTo>
                    <a:pt x="590550" y="6350"/>
                  </a:lnTo>
                  <a:lnTo>
                    <a:pt x="590550" y="3810"/>
                  </a:lnTo>
                  <a:lnTo>
                    <a:pt x="591807" y="3810"/>
                  </a:lnTo>
                  <a:lnTo>
                    <a:pt x="591807" y="1270"/>
                  </a:lnTo>
                  <a:lnTo>
                    <a:pt x="593077" y="1270"/>
                  </a:lnTo>
                  <a:lnTo>
                    <a:pt x="593077" y="0"/>
                  </a:lnTo>
                  <a:close/>
                </a:path>
              </a:pathLst>
            </a:custGeom>
            <a:solidFill>
              <a:srgbClr val="D29D00"/>
            </a:solidFill>
          </p:spPr>
          <p:txBody>
            <a:bodyPr wrap="square" lIns="0" tIns="0" rIns="0" bIns="0" rtlCol="0"/>
            <a:lstStyle/>
            <a:p/>
          </p:txBody>
        </p:sp>
        <p:sp>
          <p:nvSpPr>
            <p:cNvPr id="608" name="object 608"/>
            <p:cNvSpPr/>
            <p:nvPr/>
          </p:nvSpPr>
          <p:spPr>
            <a:xfrm>
              <a:off x="2357120" y="3459479"/>
              <a:ext cx="590550" cy="7620"/>
            </a:xfrm>
            <a:custGeom>
              <a:avLst/>
              <a:gdLst/>
              <a:ahLst/>
              <a:cxnLst/>
              <a:rect l="l" t="t" r="r" b="b"/>
              <a:pathLst>
                <a:path w="590550" h="7620">
                  <a:moveTo>
                    <a:pt x="123177" y="6350"/>
                  </a:moveTo>
                  <a:lnTo>
                    <a:pt x="121920" y="6350"/>
                  </a:lnTo>
                  <a:lnTo>
                    <a:pt x="121920" y="5080"/>
                  </a:lnTo>
                  <a:lnTo>
                    <a:pt x="120650" y="5080"/>
                  </a:lnTo>
                  <a:lnTo>
                    <a:pt x="120650" y="2540"/>
                  </a:lnTo>
                  <a:lnTo>
                    <a:pt x="119380" y="2540"/>
                  </a:lnTo>
                  <a:lnTo>
                    <a:pt x="119380" y="1270"/>
                  </a:lnTo>
                  <a:lnTo>
                    <a:pt x="118097" y="1270"/>
                  </a:lnTo>
                  <a:lnTo>
                    <a:pt x="118097" y="0"/>
                  </a:lnTo>
                  <a:lnTo>
                    <a:pt x="1270" y="0"/>
                  </a:lnTo>
                  <a:lnTo>
                    <a:pt x="1270" y="1270"/>
                  </a:lnTo>
                  <a:lnTo>
                    <a:pt x="0" y="1270"/>
                  </a:lnTo>
                  <a:lnTo>
                    <a:pt x="0" y="2540"/>
                  </a:lnTo>
                  <a:lnTo>
                    <a:pt x="0" y="5080"/>
                  </a:lnTo>
                  <a:lnTo>
                    <a:pt x="0" y="6350"/>
                  </a:lnTo>
                  <a:lnTo>
                    <a:pt x="0" y="7620"/>
                  </a:lnTo>
                  <a:lnTo>
                    <a:pt x="123177" y="7620"/>
                  </a:lnTo>
                  <a:lnTo>
                    <a:pt x="123177" y="6350"/>
                  </a:lnTo>
                  <a:close/>
                </a:path>
                <a:path w="590550" h="7620">
                  <a:moveTo>
                    <a:pt x="590550" y="0"/>
                  </a:moveTo>
                  <a:lnTo>
                    <a:pt x="463550" y="0"/>
                  </a:lnTo>
                  <a:lnTo>
                    <a:pt x="463550" y="1270"/>
                  </a:lnTo>
                  <a:lnTo>
                    <a:pt x="463550" y="3810"/>
                  </a:lnTo>
                  <a:lnTo>
                    <a:pt x="463550" y="5080"/>
                  </a:lnTo>
                  <a:lnTo>
                    <a:pt x="462280" y="5080"/>
                  </a:lnTo>
                  <a:lnTo>
                    <a:pt x="462280" y="7620"/>
                  </a:lnTo>
                  <a:lnTo>
                    <a:pt x="586740" y="7620"/>
                  </a:lnTo>
                  <a:lnTo>
                    <a:pt x="586740" y="5080"/>
                  </a:lnTo>
                  <a:lnTo>
                    <a:pt x="588010" y="5080"/>
                  </a:lnTo>
                  <a:lnTo>
                    <a:pt x="588010" y="3810"/>
                  </a:lnTo>
                  <a:lnTo>
                    <a:pt x="589280" y="3810"/>
                  </a:lnTo>
                  <a:lnTo>
                    <a:pt x="589280" y="1270"/>
                  </a:lnTo>
                  <a:lnTo>
                    <a:pt x="590550" y="1270"/>
                  </a:lnTo>
                  <a:lnTo>
                    <a:pt x="590550" y="0"/>
                  </a:lnTo>
                  <a:close/>
                </a:path>
              </a:pathLst>
            </a:custGeom>
            <a:solidFill>
              <a:srgbClr val="D49E00"/>
            </a:solidFill>
          </p:spPr>
          <p:txBody>
            <a:bodyPr wrap="square" lIns="0" tIns="0" rIns="0" bIns="0" rtlCol="0"/>
            <a:lstStyle/>
            <a:p/>
          </p:txBody>
        </p:sp>
        <p:sp>
          <p:nvSpPr>
            <p:cNvPr id="609" name="object 609"/>
            <p:cNvSpPr/>
            <p:nvPr/>
          </p:nvSpPr>
          <p:spPr>
            <a:xfrm>
              <a:off x="2357120" y="3467099"/>
              <a:ext cx="585470" cy="5080"/>
            </a:xfrm>
            <a:custGeom>
              <a:avLst/>
              <a:gdLst/>
              <a:ahLst/>
              <a:cxnLst/>
              <a:rect l="l" t="t" r="r" b="b"/>
              <a:pathLst>
                <a:path w="585469" h="5079">
                  <a:moveTo>
                    <a:pt x="128270" y="3810"/>
                  </a:moveTo>
                  <a:lnTo>
                    <a:pt x="127000" y="3810"/>
                  </a:lnTo>
                  <a:lnTo>
                    <a:pt x="127000" y="2540"/>
                  </a:lnTo>
                  <a:lnTo>
                    <a:pt x="125730" y="2540"/>
                  </a:lnTo>
                  <a:lnTo>
                    <a:pt x="125730" y="1270"/>
                  </a:lnTo>
                  <a:lnTo>
                    <a:pt x="124460" y="1270"/>
                  </a:lnTo>
                  <a:lnTo>
                    <a:pt x="124460" y="0"/>
                  </a:lnTo>
                  <a:lnTo>
                    <a:pt x="0" y="0"/>
                  </a:lnTo>
                  <a:lnTo>
                    <a:pt x="0" y="1270"/>
                  </a:lnTo>
                  <a:lnTo>
                    <a:pt x="0" y="2540"/>
                  </a:lnTo>
                  <a:lnTo>
                    <a:pt x="0" y="3810"/>
                  </a:lnTo>
                  <a:lnTo>
                    <a:pt x="0" y="5080"/>
                  </a:lnTo>
                  <a:lnTo>
                    <a:pt x="128270" y="5080"/>
                  </a:lnTo>
                  <a:lnTo>
                    <a:pt x="128270" y="3810"/>
                  </a:lnTo>
                  <a:close/>
                </a:path>
                <a:path w="585469" h="5079">
                  <a:moveTo>
                    <a:pt x="585470" y="0"/>
                  </a:moveTo>
                  <a:lnTo>
                    <a:pt x="462280" y="0"/>
                  </a:lnTo>
                  <a:lnTo>
                    <a:pt x="462280" y="2540"/>
                  </a:lnTo>
                  <a:lnTo>
                    <a:pt x="461010" y="2540"/>
                  </a:lnTo>
                  <a:lnTo>
                    <a:pt x="461010" y="5080"/>
                  </a:lnTo>
                  <a:lnTo>
                    <a:pt x="584200" y="5080"/>
                  </a:lnTo>
                  <a:lnTo>
                    <a:pt x="584200" y="2540"/>
                  </a:lnTo>
                  <a:lnTo>
                    <a:pt x="585470" y="2540"/>
                  </a:lnTo>
                  <a:lnTo>
                    <a:pt x="585470" y="0"/>
                  </a:lnTo>
                  <a:close/>
                </a:path>
              </a:pathLst>
            </a:custGeom>
            <a:solidFill>
              <a:srgbClr val="D6A000"/>
            </a:solidFill>
          </p:spPr>
          <p:txBody>
            <a:bodyPr wrap="square" lIns="0" tIns="0" rIns="0" bIns="0" rtlCol="0"/>
            <a:lstStyle/>
            <a:p/>
          </p:txBody>
        </p:sp>
        <p:sp>
          <p:nvSpPr>
            <p:cNvPr id="610" name="object 610"/>
            <p:cNvSpPr/>
            <p:nvPr/>
          </p:nvSpPr>
          <p:spPr>
            <a:xfrm>
              <a:off x="2357120" y="3473449"/>
              <a:ext cx="582930" cy="7620"/>
            </a:xfrm>
            <a:custGeom>
              <a:avLst/>
              <a:gdLst/>
              <a:ahLst/>
              <a:cxnLst/>
              <a:rect l="l" t="t" r="r" b="b"/>
              <a:pathLst>
                <a:path w="582930" h="7620">
                  <a:moveTo>
                    <a:pt x="129527" y="0"/>
                  </a:moveTo>
                  <a:lnTo>
                    <a:pt x="0" y="0"/>
                  </a:lnTo>
                  <a:lnTo>
                    <a:pt x="0" y="1270"/>
                  </a:lnTo>
                  <a:lnTo>
                    <a:pt x="129527" y="1270"/>
                  </a:lnTo>
                  <a:lnTo>
                    <a:pt x="129527" y="0"/>
                  </a:lnTo>
                  <a:close/>
                </a:path>
                <a:path w="582930" h="7620">
                  <a:moveTo>
                    <a:pt x="132080" y="2540"/>
                  </a:moveTo>
                  <a:lnTo>
                    <a:pt x="130810" y="2540"/>
                  </a:lnTo>
                  <a:lnTo>
                    <a:pt x="130810" y="1270"/>
                  </a:lnTo>
                  <a:lnTo>
                    <a:pt x="129527" y="1270"/>
                  </a:lnTo>
                  <a:lnTo>
                    <a:pt x="129527" y="2540"/>
                  </a:lnTo>
                  <a:lnTo>
                    <a:pt x="0" y="2540"/>
                  </a:lnTo>
                  <a:lnTo>
                    <a:pt x="0" y="3810"/>
                  </a:lnTo>
                  <a:lnTo>
                    <a:pt x="132080" y="3810"/>
                  </a:lnTo>
                  <a:lnTo>
                    <a:pt x="132080" y="2540"/>
                  </a:lnTo>
                  <a:close/>
                </a:path>
                <a:path w="582930" h="7620">
                  <a:moveTo>
                    <a:pt x="134620" y="5080"/>
                  </a:moveTo>
                  <a:lnTo>
                    <a:pt x="133350" y="5080"/>
                  </a:lnTo>
                  <a:lnTo>
                    <a:pt x="133350" y="3810"/>
                  </a:lnTo>
                  <a:lnTo>
                    <a:pt x="132080" y="3810"/>
                  </a:lnTo>
                  <a:lnTo>
                    <a:pt x="132080" y="5080"/>
                  </a:lnTo>
                  <a:lnTo>
                    <a:pt x="0" y="5080"/>
                  </a:lnTo>
                  <a:lnTo>
                    <a:pt x="0" y="7620"/>
                  </a:lnTo>
                  <a:lnTo>
                    <a:pt x="134620" y="7620"/>
                  </a:lnTo>
                  <a:lnTo>
                    <a:pt x="134620" y="5080"/>
                  </a:lnTo>
                  <a:close/>
                </a:path>
                <a:path w="582930" h="7620">
                  <a:moveTo>
                    <a:pt x="579120" y="5080"/>
                  </a:moveTo>
                  <a:lnTo>
                    <a:pt x="458470" y="5080"/>
                  </a:lnTo>
                  <a:lnTo>
                    <a:pt x="458470" y="3810"/>
                  </a:lnTo>
                  <a:lnTo>
                    <a:pt x="457200" y="3810"/>
                  </a:lnTo>
                  <a:lnTo>
                    <a:pt x="457200" y="5080"/>
                  </a:lnTo>
                  <a:lnTo>
                    <a:pt x="457200" y="7620"/>
                  </a:lnTo>
                  <a:lnTo>
                    <a:pt x="579120" y="7620"/>
                  </a:lnTo>
                  <a:lnTo>
                    <a:pt x="579120" y="5080"/>
                  </a:lnTo>
                  <a:close/>
                </a:path>
                <a:path w="582930" h="7620">
                  <a:moveTo>
                    <a:pt x="580377" y="2540"/>
                  </a:moveTo>
                  <a:lnTo>
                    <a:pt x="459740" y="2540"/>
                  </a:lnTo>
                  <a:lnTo>
                    <a:pt x="459740" y="1270"/>
                  </a:lnTo>
                  <a:lnTo>
                    <a:pt x="458470" y="1270"/>
                  </a:lnTo>
                  <a:lnTo>
                    <a:pt x="458470" y="2540"/>
                  </a:lnTo>
                  <a:lnTo>
                    <a:pt x="458470" y="3810"/>
                  </a:lnTo>
                  <a:lnTo>
                    <a:pt x="580377" y="3810"/>
                  </a:lnTo>
                  <a:lnTo>
                    <a:pt x="580377" y="2540"/>
                  </a:lnTo>
                  <a:close/>
                </a:path>
                <a:path w="582930" h="7620">
                  <a:moveTo>
                    <a:pt x="582930" y="0"/>
                  </a:moveTo>
                  <a:lnTo>
                    <a:pt x="459740" y="0"/>
                  </a:lnTo>
                  <a:lnTo>
                    <a:pt x="459740" y="1270"/>
                  </a:lnTo>
                  <a:lnTo>
                    <a:pt x="581647" y="1270"/>
                  </a:lnTo>
                  <a:lnTo>
                    <a:pt x="581647" y="2540"/>
                  </a:lnTo>
                  <a:lnTo>
                    <a:pt x="582930" y="2540"/>
                  </a:lnTo>
                  <a:lnTo>
                    <a:pt x="582930" y="1270"/>
                  </a:lnTo>
                  <a:lnTo>
                    <a:pt x="582930" y="0"/>
                  </a:lnTo>
                  <a:close/>
                </a:path>
              </a:pathLst>
            </a:custGeom>
            <a:solidFill>
              <a:srgbClr val="D7A100"/>
            </a:solidFill>
          </p:spPr>
          <p:txBody>
            <a:bodyPr wrap="square" lIns="0" tIns="0" rIns="0" bIns="0" rtlCol="0"/>
            <a:lstStyle/>
            <a:p/>
          </p:txBody>
        </p:sp>
        <p:sp>
          <p:nvSpPr>
            <p:cNvPr id="611" name="object 611"/>
            <p:cNvSpPr/>
            <p:nvPr/>
          </p:nvSpPr>
          <p:spPr>
            <a:xfrm>
              <a:off x="2357120" y="3481069"/>
              <a:ext cx="576580" cy="7620"/>
            </a:xfrm>
            <a:custGeom>
              <a:avLst/>
              <a:gdLst/>
              <a:ahLst/>
              <a:cxnLst/>
              <a:rect l="l" t="t" r="r" b="b"/>
              <a:pathLst>
                <a:path w="576580" h="7620">
                  <a:moveTo>
                    <a:pt x="138430" y="1270"/>
                  </a:moveTo>
                  <a:lnTo>
                    <a:pt x="137160" y="1270"/>
                  </a:lnTo>
                  <a:lnTo>
                    <a:pt x="137160" y="0"/>
                  </a:lnTo>
                  <a:lnTo>
                    <a:pt x="135877" y="0"/>
                  </a:lnTo>
                  <a:lnTo>
                    <a:pt x="135877" y="1270"/>
                  </a:lnTo>
                  <a:lnTo>
                    <a:pt x="0" y="1270"/>
                  </a:lnTo>
                  <a:lnTo>
                    <a:pt x="0" y="2540"/>
                  </a:lnTo>
                  <a:lnTo>
                    <a:pt x="138430" y="2540"/>
                  </a:lnTo>
                  <a:lnTo>
                    <a:pt x="138430" y="1270"/>
                  </a:lnTo>
                  <a:close/>
                </a:path>
                <a:path w="576580" h="7620">
                  <a:moveTo>
                    <a:pt x="140970" y="3810"/>
                  </a:moveTo>
                  <a:lnTo>
                    <a:pt x="139700" y="3810"/>
                  </a:lnTo>
                  <a:lnTo>
                    <a:pt x="139700" y="2540"/>
                  </a:lnTo>
                  <a:lnTo>
                    <a:pt x="138430" y="2540"/>
                  </a:lnTo>
                  <a:lnTo>
                    <a:pt x="138430" y="3810"/>
                  </a:lnTo>
                  <a:lnTo>
                    <a:pt x="0" y="3810"/>
                  </a:lnTo>
                  <a:lnTo>
                    <a:pt x="0" y="6350"/>
                  </a:lnTo>
                  <a:lnTo>
                    <a:pt x="140970" y="6350"/>
                  </a:lnTo>
                  <a:lnTo>
                    <a:pt x="140970" y="3810"/>
                  </a:lnTo>
                  <a:close/>
                </a:path>
                <a:path w="576580" h="7620">
                  <a:moveTo>
                    <a:pt x="143510" y="6350"/>
                  </a:moveTo>
                  <a:lnTo>
                    <a:pt x="142227" y="6350"/>
                  </a:lnTo>
                  <a:lnTo>
                    <a:pt x="142227" y="7620"/>
                  </a:lnTo>
                  <a:lnTo>
                    <a:pt x="143510" y="7620"/>
                  </a:lnTo>
                  <a:lnTo>
                    <a:pt x="143510" y="6350"/>
                  </a:lnTo>
                  <a:close/>
                </a:path>
                <a:path w="576580" h="7620">
                  <a:moveTo>
                    <a:pt x="454660" y="6350"/>
                  </a:moveTo>
                  <a:lnTo>
                    <a:pt x="453390" y="6350"/>
                  </a:lnTo>
                  <a:lnTo>
                    <a:pt x="453390" y="7620"/>
                  </a:lnTo>
                  <a:lnTo>
                    <a:pt x="454660" y="7620"/>
                  </a:lnTo>
                  <a:lnTo>
                    <a:pt x="454660" y="6350"/>
                  </a:lnTo>
                  <a:close/>
                </a:path>
                <a:path w="576580" h="7620">
                  <a:moveTo>
                    <a:pt x="575310" y="3810"/>
                  </a:moveTo>
                  <a:lnTo>
                    <a:pt x="455930" y="3810"/>
                  </a:lnTo>
                  <a:lnTo>
                    <a:pt x="455930" y="2540"/>
                  </a:lnTo>
                  <a:lnTo>
                    <a:pt x="454660" y="2540"/>
                  </a:lnTo>
                  <a:lnTo>
                    <a:pt x="454660" y="3810"/>
                  </a:lnTo>
                  <a:lnTo>
                    <a:pt x="454660" y="6350"/>
                  </a:lnTo>
                  <a:lnTo>
                    <a:pt x="572770" y="6350"/>
                  </a:lnTo>
                  <a:lnTo>
                    <a:pt x="572770" y="7620"/>
                  </a:lnTo>
                  <a:lnTo>
                    <a:pt x="574040" y="7620"/>
                  </a:lnTo>
                  <a:lnTo>
                    <a:pt x="574040" y="6350"/>
                  </a:lnTo>
                  <a:lnTo>
                    <a:pt x="575310" y="6350"/>
                  </a:lnTo>
                  <a:lnTo>
                    <a:pt x="575310" y="3810"/>
                  </a:lnTo>
                  <a:close/>
                </a:path>
                <a:path w="576580" h="7620">
                  <a:moveTo>
                    <a:pt x="576580" y="1270"/>
                  </a:moveTo>
                  <a:lnTo>
                    <a:pt x="457200" y="1270"/>
                  </a:lnTo>
                  <a:lnTo>
                    <a:pt x="457200" y="0"/>
                  </a:lnTo>
                  <a:lnTo>
                    <a:pt x="455930" y="0"/>
                  </a:lnTo>
                  <a:lnTo>
                    <a:pt x="455930" y="1270"/>
                  </a:lnTo>
                  <a:lnTo>
                    <a:pt x="455930" y="2540"/>
                  </a:lnTo>
                  <a:lnTo>
                    <a:pt x="575310" y="2540"/>
                  </a:lnTo>
                  <a:lnTo>
                    <a:pt x="575310" y="3810"/>
                  </a:lnTo>
                  <a:lnTo>
                    <a:pt x="576580" y="3810"/>
                  </a:lnTo>
                  <a:lnTo>
                    <a:pt x="576580" y="2540"/>
                  </a:lnTo>
                  <a:lnTo>
                    <a:pt x="576580" y="1270"/>
                  </a:lnTo>
                  <a:close/>
                </a:path>
              </a:pathLst>
            </a:custGeom>
            <a:solidFill>
              <a:srgbClr val="D9A200"/>
            </a:solidFill>
          </p:spPr>
          <p:txBody>
            <a:bodyPr wrap="square" lIns="0" tIns="0" rIns="0" bIns="0" rtlCol="0"/>
            <a:lstStyle/>
            <a:p/>
          </p:txBody>
        </p:sp>
        <p:sp>
          <p:nvSpPr>
            <p:cNvPr id="612" name="object 612"/>
            <p:cNvSpPr/>
            <p:nvPr/>
          </p:nvSpPr>
          <p:spPr>
            <a:xfrm>
              <a:off x="2357120" y="3488689"/>
              <a:ext cx="572770" cy="7620"/>
            </a:xfrm>
            <a:custGeom>
              <a:avLst/>
              <a:gdLst/>
              <a:ahLst/>
              <a:cxnLst/>
              <a:rect l="l" t="t" r="r" b="b"/>
              <a:pathLst>
                <a:path w="572769" h="7620">
                  <a:moveTo>
                    <a:pt x="144780" y="0"/>
                  </a:moveTo>
                  <a:lnTo>
                    <a:pt x="0" y="0"/>
                  </a:lnTo>
                  <a:lnTo>
                    <a:pt x="0" y="1270"/>
                  </a:lnTo>
                  <a:lnTo>
                    <a:pt x="144780" y="1270"/>
                  </a:lnTo>
                  <a:lnTo>
                    <a:pt x="144780" y="0"/>
                  </a:lnTo>
                  <a:close/>
                </a:path>
                <a:path w="572769" h="7620">
                  <a:moveTo>
                    <a:pt x="148577" y="2540"/>
                  </a:moveTo>
                  <a:lnTo>
                    <a:pt x="147320" y="2540"/>
                  </a:lnTo>
                  <a:lnTo>
                    <a:pt x="147320" y="1270"/>
                  </a:lnTo>
                  <a:lnTo>
                    <a:pt x="144780" y="1270"/>
                  </a:lnTo>
                  <a:lnTo>
                    <a:pt x="144780" y="2540"/>
                  </a:lnTo>
                  <a:lnTo>
                    <a:pt x="0" y="2540"/>
                  </a:lnTo>
                  <a:lnTo>
                    <a:pt x="0" y="5080"/>
                  </a:lnTo>
                  <a:lnTo>
                    <a:pt x="148577" y="5080"/>
                  </a:lnTo>
                  <a:lnTo>
                    <a:pt x="148577" y="2540"/>
                  </a:lnTo>
                  <a:close/>
                </a:path>
                <a:path w="572769" h="7620">
                  <a:moveTo>
                    <a:pt x="152400" y="6350"/>
                  </a:moveTo>
                  <a:lnTo>
                    <a:pt x="151130" y="6350"/>
                  </a:lnTo>
                  <a:lnTo>
                    <a:pt x="151130" y="5080"/>
                  </a:lnTo>
                  <a:lnTo>
                    <a:pt x="149860" y="5080"/>
                  </a:lnTo>
                  <a:lnTo>
                    <a:pt x="149860" y="6350"/>
                  </a:lnTo>
                  <a:lnTo>
                    <a:pt x="0" y="6350"/>
                  </a:lnTo>
                  <a:lnTo>
                    <a:pt x="0" y="7620"/>
                  </a:lnTo>
                  <a:lnTo>
                    <a:pt x="152400" y="7620"/>
                  </a:lnTo>
                  <a:lnTo>
                    <a:pt x="152400" y="6350"/>
                  </a:lnTo>
                  <a:close/>
                </a:path>
                <a:path w="572769" h="7620">
                  <a:moveTo>
                    <a:pt x="567690" y="6350"/>
                  </a:moveTo>
                  <a:lnTo>
                    <a:pt x="449580" y="6350"/>
                  </a:lnTo>
                  <a:lnTo>
                    <a:pt x="449580" y="7620"/>
                  </a:lnTo>
                  <a:lnTo>
                    <a:pt x="567690" y="7620"/>
                  </a:lnTo>
                  <a:lnTo>
                    <a:pt x="567690" y="6350"/>
                  </a:lnTo>
                  <a:close/>
                </a:path>
                <a:path w="572769" h="7620">
                  <a:moveTo>
                    <a:pt x="570230" y="2540"/>
                  </a:moveTo>
                  <a:lnTo>
                    <a:pt x="453390" y="2540"/>
                  </a:lnTo>
                  <a:lnTo>
                    <a:pt x="453390" y="1270"/>
                  </a:lnTo>
                  <a:lnTo>
                    <a:pt x="452120" y="1270"/>
                  </a:lnTo>
                  <a:lnTo>
                    <a:pt x="452120" y="2540"/>
                  </a:lnTo>
                  <a:lnTo>
                    <a:pt x="452120" y="5080"/>
                  </a:lnTo>
                  <a:lnTo>
                    <a:pt x="568960" y="5080"/>
                  </a:lnTo>
                  <a:lnTo>
                    <a:pt x="568960" y="6350"/>
                  </a:lnTo>
                  <a:lnTo>
                    <a:pt x="570230" y="6350"/>
                  </a:lnTo>
                  <a:lnTo>
                    <a:pt x="570230" y="5080"/>
                  </a:lnTo>
                  <a:lnTo>
                    <a:pt x="570230" y="2540"/>
                  </a:lnTo>
                  <a:close/>
                </a:path>
                <a:path w="572769" h="7620">
                  <a:moveTo>
                    <a:pt x="572770" y="0"/>
                  </a:moveTo>
                  <a:lnTo>
                    <a:pt x="453390" y="0"/>
                  </a:lnTo>
                  <a:lnTo>
                    <a:pt x="453390" y="1270"/>
                  </a:lnTo>
                  <a:lnTo>
                    <a:pt x="571500" y="1270"/>
                  </a:lnTo>
                  <a:lnTo>
                    <a:pt x="571500" y="2540"/>
                  </a:lnTo>
                  <a:lnTo>
                    <a:pt x="572770" y="2540"/>
                  </a:lnTo>
                  <a:lnTo>
                    <a:pt x="572770" y="1270"/>
                  </a:lnTo>
                  <a:lnTo>
                    <a:pt x="572770" y="0"/>
                  </a:lnTo>
                  <a:close/>
                </a:path>
              </a:pathLst>
            </a:custGeom>
            <a:solidFill>
              <a:srgbClr val="DBA400"/>
            </a:solidFill>
          </p:spPr>
          <p:txBody>
            <a:bodyPr wrap="square" lIns="0" tIns="0" rIns="0" bIns="0" rtlCol="0"/>
            <a:lstStyle/>
            <a:p/>
          </p:txBody>
        </p:sp>
        <p:sp>
          <p:nvSpPr>
            <p:cNvPr id="613" name="object 613"/>
            <p:cNvSpPr/>
            <p:nvPr/>
          </p:nvSpPr>
          <p:spPr>
            <a:xfrm>
              <a:off x="2357120" y="3496309"/>
              <a:ext cx="566420" cy="6350"/>
            </a:xfrm>
            <a:custGeom>
              <a:avLst/>
              <a:gdLst/>
              <a:ahLst/>
              <a:cxnLst/>
              <a:rect l="l" t="t" r="r" b="b"/>
              <a:pathLst>
                <a:path w="566419" h="6350">
                  <a:moveTo>
                    <a:pt x="154927" y="1270"/>
                  </a:moveTo>
                  <a:lnTo>
                    <a:pt x="153670" y="1270"/>
                  </a:lnTo>
                  <a:lnTo>
                    <a:pt x="153670" y="0"/>
                  </a:lnTo>
                  <a:lnTo>
                    <a:pt x="152400" y="0"/>
                  </a:lnTo>
                  <a:lnTo>
                    <a:pt x="152400" y="1270"/>
                  </a:lnTo>
                  <a:lnTo>
                    <a:pt x="0" y="1270"/>
                  </a:lnTo>
                  <a:lnTo>
                    <a:pt x="0" y="3810"/>
                  </a:lnTo>
                  <a:lnTo>
                    <a:pt x="154927" y="3810"/>
                  </a:lnTo>
                  <a:lnTo>
                    <a:pt x="154927" y="1270"/>
                  </a:lnTo>
                  <a:close/>
                </a:path>
                <a:path w="566419" h="6350">
                  <a:moveTo>
                    <a:pt x="160020" y="5080"/>
                  </a:moveTo>
                  <a:lnTo>
                    <a:pt x="157480" y="5080"/>
                  </a:lnTo>
                  <a:lnTo>
                    <a:pt x="157480" y="3810"/>
                  </a:lnTo>
                  <a:lnTo>
                    <a:pt x="156210" y="3810"/>
                  </a:lnTo>
                  <a:lnTo>
                    <a:pt x="156210" y="5080"/>
                  </a:lnTo>
                  <a:lnTo>
                    <a:pt x="0" y="5080"/>
                  </a:lnTo>
                  <a:lnTo>
                    <a:pt x="0" y="6350"/>
                  </a:lnTo>
                  <a:lnTo>
                    <a:pt x="160020" y="6350"/>
                  </a:lnTo>
                  <a:lnTo>
                    <a:pt x="160020" y="5080"/>
                  </a:lnTo>
                  <a:close/>
                </a:path>
                <a:path w="566419" h="6350">
                  <a:moveTo>
                    <a:pt x="562610" y="5080"/>
                  </a:moveTo>
                  <a:lnTo>
                    <a:pt x="447040" y="5080"/>
                  </a:lnTo>
                  <a:lnTo>
                    <a:pt x="447040" y="3810"/>
                  </a:lnTo>
                  <a:lnTo>
                    <a:pt x="445770" y="3810"/>
                  </a:lnTo>
                  <a:lnTo>
                    <a:pt x="445770" y="5080"/>
                  </a:lnTo>
                  <a:lnTo>
                    <a:pt x="444500" y="5080"/>
                  </a:lnTo>
                  <a:lnTo>
                    <a:pt x="444500" y="6350"/>
                  </a:lnTo>
                  <a:lnTo>
                    <a:pt x="562610" y="6350"/>
                  </a:lnTo>
                  <a:lnTo>
                    <a:pt x="562610" y="5080"/>
                  </a:lnTo>
                  <a:close/>
                </a:path>
                <a:path w="566419" h="6350">
                  <a:moveTo>
                    <a:pt x="566420" y="1270"/>
                  </a:moveTo>
                  <a:lnTo>
                    <a:pt x="448310" y="1270"/>
                  </a:lnTo>
                  <a:lnTo>
                    <a:pt x="448310" y="3810"/>
                  </a:lnTo>
                  <a:lnTo>
                    <a:pt x="563880" y="3810"/>
                  </a:lnTo>
                  <a:lnTo>
                    <a:pt x="563880" y="5080"/>
                  </a:lnTo>
                  <a:lnTo>
                    <a:pt x="565150" y="5080"/>
                  </a:lnTo>
                  <a:lnTo>
                    <a:pt x="565150" y="3810"/>
                  </a:lnTo>
                  <a:lnTo>
                    <a:pt x="566420" y="3810"/>
                  </a:lnTo>
                  <a:lnTo>
                    <a:pt x="566420" y="1270"/>
                  </a:lnTo>
                  <a:close/>
                </a:path>
              </a:pathLst>
            </a:custGeom>
            <a:solidFill>
              <a:srgbClr val="DDA500"/>
            </a:solidFill>
          </p:spPr>
          <p:txBody>
            <a:bodyPr wrap="square" lIns="0" tIns="0" rIns="0" bIns="0" rtlCol="0"/>
            <a:lstStyle/>
            <a:p/>
          </p:txBody>
        </p:sp>
        <p:sp>
          <p:nvSpPr>
            <p:cNvPr id="614" name="object 614"/>
            <p:cNvSpPr/>
            <p:nvPr/>
          </p:nvSpPr>
          <p:spPr>
            <a:xfrm>
              <a:off x="2357120" y="3502659"/>
              <a:ext cx="562610" cy="7620"/>
            </a:xfrm>
            <a:custGeom>
              <a:avLst/>
              <a:gdLst/>
              <a:ahLst/>
              <a:cxnLst/>
              <a:rect l="l" t="t" r="r" b="b"/>
              <a:pathLst>
                <a:path w="562610" h="7620">
                  <a:moveTo>
                    <a:pt x="162560" y="1270"/>
                  </a:moveTo>
                  <a:lnTo>
                    <a:pt x="161277" y="1270"/>
                  </a:lnTo>
                  <a:lnTo>
                    <a:pt x="161277" y="0"/>
                  </a:lnTo>
                  <a:lnTo>
                    <a:pt x="160020" y="0"/>
                  </a:lnTo>
                  <a:lnTo>
                    <a:pt x="160020" y="1270"/>
                  </a:lnTo>
                  <a:lnTo>
                    <a:pt x="0" y="1270"/>
                  </a:lnTo>
                  <a:lnTo>
                    <a:pt x="0" y="3810"/>
                  </a:lnTo>
                  <a:lnTo>
                    <a:pt x="162560" y="3810"/>
                  </a:lnTo>
                  <a:lnTo>
                    <a:pt x="162560" y="1270"/>
                  </a:lnTo>
                  <a:close/>
                </a:path>
                <a:path w="562610" h="7620">
                  <a:moveTo>
                    <a:pt x="167627" y="5080"/>
                  </a:moveTo>
                  <a:lnTo>
                    <a:pt x="165100" y="5080"/>
                  </a:lnTo>
                  <a:lnTo>
                    <a:pt x="165100" y="3810"/>
                  </a:lnTo>
                  <a:lnTo>
                    <a:pt x="163830" y="3810"/>
                  </a:lnTo>
                  <a:lnTo>
                    <a:pt x="163830" y="5080"/>
                  </a:lnTo>
                  <a:lnTo>
                    <a:pt x="0" y="5080"/>
                  </a:lnTo>
                  <a:lnTo>
                    <a:pt x="0" y="6350"/>
                  </a:lnTo>
                  <a:lnTo>
                    <a:pt x="167627" y="6350"/>
                  </a:lnTo>
                  <a:lnTo>
                    <a:pt x="167627" y="5080"/>
                  </a:lnTo>
                  <a:close/>
                </a:path>
                <a:path w="562610" h="7620">
                  <a:moveTo>
                    <a:pt x="168910" y="6350"/>
                  </a:moveTo>
                  <a:lnTo>
                    <a:pt x="167627" y="6350"/>
                  </a:lnTo>
                  <a:lnTo>
                    <a:pt x="167627" y="7620"/>
                  </a:lnTo>
                  <a:lnTo>
                    <a:pt x="168910" y="7620"/>
                  </a:lnTo>
                  <a:lnTo>
                    <a:pt x="168910" y="6350"/>
                  </a:lnTo>
                  <a:close/>
                </a:path>
                <a:path w="562610" h="7620">
                  <a:moveTo>
                    <a:pt x="441960" y="6350"/>
                  </a:moveTo>
                  <a:lnTo>
                    <a:pt x="440690" y="6350"/>
                  </a:lnTo>
                  <a:lnTo>
                    <a:pt x="440690" y="7620"/>
                  </a:lnTo>
                  <a:lnTo>
                    <a:pt x="441960" y="7620"/>
                  </a:lnTo>
                  <a:lnTo>
                    <a:pt x="441960" y="6350"/>
                  </a:lnTo>
                  <a:close/>
                </a:path>
                <a:path w="562610" h="7620">
                  <a:moveTo>
                    <a:pt x="557530" y="5080"/>
                  </a:moveTo>
                  <a:lnTo>
                    <a:pt x="443230" y="5080"/>
                  </a:lnTo>
                  <a:lnTo>
                    <a:pt x="443230" y="3810"/>
                  </a:lnTo>
                  <a:lnTo>
                    <a:pt x="441960" y="3810"/>
                  </a:lnTo>
                  <a:lnTo>
                    <a:pt x="441960" y="5080"/>
                  </a:lnTo>
                  <a:lnTo>
                    <a:pt x="441960" y="6350"/>
                  </a:lnTo>
                  <a:lnTo>
                    <a:pt x="556260" y="6350"/>
                  </a:lnTo>
                  <a:lnTo>
                    <a:pt x="556260" y="7620"/>
                  </a:lnTo>
                  <a:lnTo>
                    <a:pt x="557530" y="7620"/>
                  </a:lnTo>
                  <a:lnTo>
                    <a:pt x="557530" y="6350"/>
                  </a:lnTo>
                  <a:lnTo>
                    <a:pt x="557530" y="5080"/>
                  </a:lnTo>
                  <a:close/>
                </a:path>
                <a:path w="562610" h="7620">
                  <a:moveTo>
                    <a:pt x="561340" y="1270"/>
                  </a:moveTo>
                  <a:lnTo>
                    <a:pt x="443230" y="1270"/>
                  </a:lnTo>
                  <a:lnTo>
                    <a:pt x="443230" y="3810"/>
                  </a:lnTo>
                  <a:lnTo>
                    <a:pt x="558800" y="3810"/>
                  </a:lnTo>
                  <a:lnTo>
                    <a:pt x="558800" y="5080"/>
                  </a:lnTo>
                  <a:lnTo>
                    <a:pt x="560070" y="5080"/>
                  </a:lnTo>
                  <a:lnTo>
                    <a:pt x="560070" y="3810"/>
                  </a:lnTo>
                  <a:lnTo>
                    <a:pt x="561340" y="3810"/>
                  </a:lnTo>
                  <a:lnTo>
                    <a:pt x="561340" y="1270"/>
                  </a:lnTo>
                  <a:close/>
                </a:path>
                <a:path w="562610" h="7620">
                  <a:moveTo>
                    <a:pt x="562610" y="0"/>
                  </a:moveTo>
                  <a:lnTo>
                    <a:pt x="561327" y="0"/>
                  </a:lnTo>
                  <a:lnTo>
                    <a:pt x="561340" y="1270"/>
                  </a:lnTo>
                  <a:lnTo>
                    <a:pt x="562610" y="1270"/>
                  </a:lnTo>
                  <a:lnTo>
                    <a:pt x="562610" y="0"/>
                  </a:lnTo>
                  <a:close/>
                </a:path>
              </a:pathLst>
            </a:custGeom>
            <a:solidFill>
              <a:srgbClr val="DFA700"/>
            </a:solidFill>
          </p:spPr>
          <p:txBody>
            <a:bodyPr wrap="square" lIns="0" tIns="0" rIns="0" bIns="0" rtlCol="0"/>
            <a:lstStyle/>
            <a:p/>
          </p:txBody>
        </p:sp>
        <p:sp>
          <p:nvSpPr>
            <p:cNvPr id="615" name="object 615"/>
            <p:cNvSpPr/>
            <p:nvPr/>
          </p:nvSpPr>
          <p:spPr>
            <a:xfrm>
              <a:off x="2357120" y="3510279"/>
              <a:ext cx="554990" cy="7620"/>
            </a:xfrm>
            <a:custGeom>
              <a:avLst/>
              <a:gdLst/>
              <a:ahLst/>
              <a:cxnLst/>
              <a:rect l="l" t="t" r="r" b="b"/>
              <a:pathLst>
                <a:path w="554989" h="7620">
                  <a:moveTo>
                    <a:pt x="170180" y="0"/>
                  </a:moveTo>
                  <a:lnTo>
                    <a:pt x="0" y="0"/>
                  </a:lnTo>
                  <a:lnTo>
                    <a:pt x="0" y="2540"/>
                  </a:lnTo>
                  <a:lnTo>
                    <a:pt x="170180" y="2540"/>
                  </a:lnTo>
                  <a:lnTo>
                    <a:pt x="170180" y="0"/>
                  </a:lnTo>
                  <a:close/>
                </a:path>
                <a:path w="554989" h="7620">
                  <a:moveTo>
                    <a:pt x="175260" y="3810"/>
                  </a:moveTo>
                  <a:lnTo>
                    <a:pt x="173977" y="3810"/>
                  </a:lnTo>
                  <a:lnTo>
                    <a:pt x="173977" y="2540"/>
                  </a:lnTo>
                  <a:lnTo>
                    <a:pt x="171450" y="2540"/>
                  </a:lnTo>
                  <a:lnTo>
                    <a:pt x="171450" y="3810"/>
                  </a:lnTo>
                  <a:lnTo>
                    <a:pt x="0" y="3810"/>
                  </a:lnTo>
                  <a:lnTo>
                    <a:pt x="0" y="5080"/>
                  </a:lnTo>
                  <a:lnTo>
                    <a:pt x="175260" y="5080"/>
                  </a:lnTo>
                  <a:lnTo>
                    <a:pt x="175260" y="3810"/>
                  </a:lnTo>
                  <a:close/>
                </a:path>
                <a:path w="554989" h="7620">
                  <a:moveTo>
                    <a:pt x="179070" y="6350"/>
                  </a:moveTo>
                  <a:lnTo>
                    <a:pt x="176530" y="6350"/>
                  </a:lnTo>
                  <a:lnTo>
                    <a:pt x="176530" y="5080"/>
                  </a:lnTo>
                  <a:lnTo>
                    <a:pt x="175260" y="5080"/>
                  </a:lnTo>
                  <a:lnTo>
                    <a:pt x="175260" y="6350"/>
                  </a:lnTo>
                  <a:lnTo>
                    <a:pt x="0" y="6350"/>
                  </a:lnTo>
                  <a:lnTo>
                    <a:pt x="0" y="7620"/>
                  </a:lnTo>
                  <a:lnTo>
                    <a:pt x="179070" y="7620"/>
                  </a:lnTo>
                  <a:lnTo>
                    <a:pt x="179070" y="6350"/>
                  </a:lnTo>
                  <a:close/>
                </a:path>
                <a:path w="554989" h="7620">
                  <a:moveTo>
                    <a:pt x="549910" y="6350"/>
                  </a:moveTo>
                  <a:lnTo>
                    <a:pt x="436880" y="6350"/>
                  </a:lnTo>
                  <a:lnTo>
                    <a:pt x="436880" y="5080"/>
                  </a:lnTo>
                  <a:lnTo>
                    <a:pt x="435610" y="5080"/>
                  </a:lnTo>
                  <a:lnTo>
                    <a:pt x="435610" y="6350"/>
                  </a:lnTo>
                  <a:lnTo>
                    <a:pt x="434340" y="6350"/>
                  </a:lnTo>
                  <a:lnTo>
                    <a:pt x="434340" y="7620"/>
                  </a:lnTo>
                  <a:lnTo>
                    <a:pt x="549910" y="7620"/>
                  </a:lnTo>
                  <a:lnTo>
                    <a:pt x="549910" y="6350"/>
                  </a:lnTo>
                  <a:close/>
                </a:path>
                <a:path w="554989" h="7620">
                  <a:moveTo>
                    <a:pt x="552450" y="3810"/>
                  </a:moveTo>
                  <a:lnTo>
                    <a:pt x="436880" y="3810"/>
                  </a:lnTo>
                  <a:lnTo>
                    <a:pt x="436880" y="5080"/>
                  </a:lnTo>
                  <a:lnTo>
                    <a:pt x="551180" y="5080"/>
                  </a:lnTo>
                  <a:lnTo>
                    <a:pt x="551180" y="6350"/>
                  </a:lnTo>
                  <a:lnTo>
                    <a:pt x="552450" y="6350"/>
                  </a:lnTo>
                  <a:lnTo>
                    <a:pt x="552450" y="5080"/>
                  </a:lnTo>
                  <a:lnTo>
                    <a:pt x="552450" y="3810"/>
                  </a:lnTo>
                  <a:close/>
                </a:path>
                <a:path w="554989" h="7620">
                  <a:moveTo>
                    <a:pt x="554977" y="0"/>
                  </a:moveTo>
                  <a:lnTo>
                    <a:pt x="439420" y="0"/>
                  </a:lnTo>
                  <a:lnTo>
                    <a:pt x="439420" y="2540"/>
                  </a:lnTo>
                  <a:lnTo>
                    <a:pt x="552450" y="2540"/>
                  </a:lnTo>
                  <a:lnTo>
                    <a:pt x="552450" y="3810"/>
                  </a:lnTo>
                  <a:lnTo>
                    <a:pt x="553720" y="3810"/>
                  </a:lnTo>
                  <a:lnTo>
                    <a:pt x="553720" y="2540"/>
                  </a:lnTo>
                  <a:lnTo>
                    <a:pt x="554977" y="2540"/>
                  </a:lnTo>
                  <a:lnTo>
                    <a:pt x="554977" y="0"/>
                  </a:lnTo>
                  <a:close/>
                </a:path>
              </a:pathLst>
            </a:custGeom>
            <a:solidFill>
              <a:srgbClr val="E1A800"/>
            </a:solidFill>
          </p:spPr>
          <p:txBody>
            <a:bodyPr wrap="square" lIns="0" tIns="0" rIns="0" bIns="0" rtlCol="0"/>
            <a:lstStyle/>
            <a:p/>
          </p:txBody>
        </p:sp>
        <p:sp>
          <p:nvSpPr>
            <p:cNvPr id="616" name="object 616"/>
            <p:cNvSpPr/>
            <p:nvPr/>
          </p:nvSpPr>
          <p:spPr>
            <a:xfrm>
              <a:off x="2357120" y="3517899"/>
              <a:ext cx="549910" cy="6350"/>
            </a:xfrm>
            <a:custGeom>
              <a:avLst/>
              <a:gdLst/>
              <a:ahLst/>
              <a:cxnLst/>
              <a:rect l="l" t="t" r="r" b="b"/>
              <a:pathLst>
                <a:path w="549910" h="6350">
                  <a:moveTo>
                    <a:pt x="179070" y="0"/>
                  </a:moveTo>
                  <a:lnTo>
                    <a:pt x="0" y="0"/>
                  </a:lnTo>
                  <a:lnTo>
                    <a:pt x="0" y="1270"/>
                  </a:lnTo>
                  <a:lnTo>
                    <a:pt x="179070" y="1270"/>
                  </a:lnTo>
                  <a:lnTo>
                    <a:pt x="179070" y="0"/>
                  </a:lnTo>
                  <a:close/>
                </a:path>
                <a:path w="549910" h="6350">
                  <a:moveTo>
                    <a:pt x="184150" y="2540"/>
                  </a:moveTo>
                  <a:lnTo>
                    <a:pt x="182880" y="2540"/>
                  </a:lnTo>
                  <a:lnTo>
                    <a:pt x="182880" y="1270"/>
                  </a:lnTo>
                  <a:lnTo>
                    <a:pt x="180327" y="1270"/>
                  </a:lnTo>
                  <a:lnTo>
                    <a:pt x="180327" y="2540"/>
                  </a:lnTo>
                  <a:lnTo>
                    <a:pt x="0" y="2540"/>
                  </a:lnTo>
                  <a:lnTo>
                    <a:pt x="0" y="3810"/>
                  </a:lnTo>
                  <a:lnTo>
                    <a:pt x="184150" y="3810"/>
                  </a:lnTo>
                  <a:lnTo>
                    <a:pt x="184150" y="2540"/>
                  </a:lnTo>
                  <a:close/>
                </a:path>
                <a:path w="549910" h="6350">
                  <a:moveTo>
                    <a:pt x="187960" y="5080"/>
                  </a:moveTo>
                  <a:lnTo>
                    <a:pt x="185420" y="5080"/>
                  </a:lnTo>
                  <a:lnTo>
                    <a:pt x="185420" y="3810"/>
                  </a:lnTo>
                  <a:lnTo>
                    <a:pt x="184150" y="3810"/>
                  </a:lnTo>
                  <a:lnTo>
                    <a:pt x="184150" y="5080"/>
                  </a:lnTo>
                  <a:lnTo>
                    <a:pt x="0" y="5080"/>
                  </a:lnTo>
                  <a:lnTo>
                    <a:pt x="0" y="6350"/>
                  </a:lnTo>
                  <a:lnTo>
                    <a:pt x="187960" y="6350"/>
                  </a:lnTo>
                  <a:lnTo>
                    <a:pt x="187960" y="5080"/>
                  </a:lnTo>
                  <a:close/>
                </a:path>
                <a:path w="549910" h="6350">
                  <a:moveTo>
                    <a:pt x="543547" y="5080"/>
                  </a:moveTo>
                  <a:lnTo>
                    <a:pt x="430530" y="5080"/>
                  </a:lnTo>
                  <a:lnTo>
                    <a:pt x="430530" y="3810"/>
                  </a:lnTo>
                  <a:lnTo>
                    <a:pt x="427990" y="3810"/>
                  </a:lnTo>
                  <a:lnTo>
                    <a:pt x="427990" y="5080"/>
                  </a:lnTo>
                  <a:lnTo>
                    <a:pt x="426720" y="5080"/>
                  </a:lnTo>
                  <a:lnTo>
                    <a:pt x="426720" y="6350"/>
                  </a:lnTo>
                  <a:lnTo>
                    <a:pt x="543547" y="6350"/>
                  </a:lnTo>
                  <a:lnTo>
                    <a:pt x="543547" y="5080"/>
                  </a:lnTo>
                  <a:close/>
                </a:path>
                <a:path w="549910" h="6350">
                  <a:moveTo>
                    <a:pt x="546100" y="2540"/>
                  </a:moveTo>
                  <a:lnTo>
                    <a:pt x="433070" y="2540"/>
                  </a:lnTo>
                  <a:lnTo>
                    <a:pt x="433070" y="1270"/>
                  </a:lnTo>
                  <a:lnTo>
                    <a:pt x="431800" y="1270"/>
                  </a:lnTo>
                  <a:lnTo>
                    <a:pt x="431800" y="2540"/>
                  </a:lnTo>
                  <a:lnTo>
                    <a:pt x="430530" y="2540"/>
                  </a:lnTo>
                  <a:lnTo>
                    <a:pt x="430530" y="3810"/>
                  </a:lnTo>
                  <a:lnTo>
                    <a:pt x="544830" y="3810"/>
                  </a:lnTo>
                  <a:lnTo>
                    <a:pt x="544830" y="5080"/>
                  </a:lnTo>
                  <a:lnTo>
                    <a:pt x="546100" y="5080"/>
                  </a:lnTo>
                  <a:lnTo>
                    <a:pt x="546100" y="3810"/>
                  </a:lnTo>
                  <a:lnTo>
                    <a:pt x="546100" y="2540"/>
                  </a:lnTo>
                  <a:close/>
                </a:path>
                <a:path w="549910" h="6350">
                  <a:moveTo>
                    <a:pt x="549910" y="0"/>
                  </a:moveTo>
                  <a:lnTo>
                    <a:pt x="434340" y="0"/>
                  </a:lnTo>
                  <a:lnTo>
                    <a:pt x="434340" y="1270"/>
                  </a:lnTo>
                  <a:lnTo>
                    <a:pt x="547370" y="1270"/>
                  </a:lnTo>
                  <a:lnTo>
                    <a:pt x="547370" y="2540"/>
                  </a:lnTo>
                  <a:lnTo>
                    <a:pt x="548627" y="2540"/>
                  </a:lnTo>
                  <a:lnTo>
                    <a:pt x="548627" y="1270"/>
                  </a:lnTo>
                  <a:lnTo>
                    <a:pt x="549910" y="1270"/>
                  </a:lnTo>
                  <a:lnTo>
                    <a:pt x="549910" y="0"/>
                  </a:lnTo>
                  <a:close/>
                </a:path>
              </a:pathLst>
            </a:custGeom>
            <a:solidFill>
              <a:srgbClr val="E3AA00"/>
            </a:solidFill>
          </p:spPr>
          <p:txBody>
            <a:bodyPr wrap="square" lIns="0" tIns="0" rIns="0" bIns="0" rtlCol="0"/>
            <a:lstStyle/>
            <a:p/>
          </p:txBody>
        </p:sp>
        <p:sp>
          <p:nvSpPr>
            <p:cNvPr id="617" name="object 617"/>
            <p:cNvSpPr/>
            <p:nvPr/>
          </p:nvSpPr>
          <p:spPr>
            <a:xfrm>
              <a:off x="2357120" y="3524249"/>
              <a:ext cx="543560" cy="7620"/>
            </a:xfrm>
            <a:custGeom>
              <a:avLst/>
              <a:gdLst/>
              <a:ahLst/>
              <a:cxnLst/>
              <a:rect l="l" t="t" r="r" b="b"/>
              <a:pathLst>
                <a:path w="543560" h="7620">
                  <a:moveTo>
                    <a:pt x="187960" y="0"/>
                  </a:moveTo>
                  <a:lnTo>
                    <a:pt x="0" y="0"/>
                  </a:lnTo>
                  <a:lnTo>
                    <a:pt x="0" y="1270"/>
                  </a:lnTo>
                  <a:lnTo>
                    <a:pt x="187960" y="1270"/>
                  </a:lnTo>
                  <a:lnTo>
                    <a:pt x="187960" y="0"/>
                  </a:lnTo>
                  <a:close/>
                </a:path>
                <a:path w="543560" h="7620">
                  <a:moveTo>
                    <a:pt x="193027" y="2540"/>
                  </a:moveTo>
                  <a:lnTo>
                    <a:pt x="191770" y="2540"/>
                  </a:lnTo>
                  <a:lnTo>
                    <a:pt x="191770" y="1270"/>
                  </a:lnTo>
                  <a:lnTo>
                    <a:pt x="189230" y="1270"/>
                  </a:lnTo>
                  <a:lnTo>
                    <a:pt x="189230" y="2540"/>
                  </a:lnTo>
                  <a:lnTo>
                    <a:pt x="0" y="2540"/>
                  </a:lnTo>
                  <a:lnTo>
                    <a:pt x="0" y="3810"/>
                  </a:lnTo>
                  <a:lnTo>
                    <a:pt x="193027" y="3810"/>
                  </a:lnTo>
                  <a:lnTo>
                    <a:pt x="193027" y="2540"/>
                  </a:lnTo>
                  <a:close/>
                </a:path>
                <a:path w="543560" h="7620">
                  <a:moveTo>
                    <a:pt x="196850" y="5080"/>
                  </a:moveTo>
                  <a:lnTo>
                    <a:pt x="195580" y="5080"/>
                  </a:lnTo>
                  <a:lnTo>
                    <a:pt x="195580" y="3810"/>
                  </a:lnTo>
                  <a:lnTo>
                    <a:pt x="193027" y="3810"/>
                  </a:lnTo>
                  <a:lnTo>
                    <a:pt x="193027" y="5080"/>
                  </a:lnTo>
                  <a:lnTo>
                    <a:pt x="0" y="5080"/>
                  </a:lnTo>
                  <a:lnTo>
                    <a:pt x="0" y="7620"/>
                  </a:lnTo>
                  <a:lnTo>
                    <a:pt x="196850" y="7620"/>
                  </a:lnTo>
                  <a:lnTo>
                    <a:pt x="196850" y="5080"/>
                  </a:lnTo>
                  <a:close/>
                </a:path>
                <a:path w="543560" h="7620">
                  <a:moveTo>
                    <a:pt x="537210" y="5080"/>
                  </a:moveTo>
                  <a:lnTo>
                    <a:pt x="422910" y="5080"/>
                  </a:lnTo>
                  <a:lnTo>
                    <a:pt x="422910" y="3810"/>
                  </a:lnTo>
                  <a:lnTo>
                    <a:pt x="421640" y="3810"/>
                  </a:lnTo>
                  <a:lnTo>
                    <a:pt x="421640" y="5080"/>
                  </a:lnTo>
                  <a:lnTo>
                    <a:pt x="419100" y="5080"/>
                  </a:lnTo>
                  <a:lnTo>
                    <a:pt x="419100" y="7620"/>
                  </a:lnTo>
                  <a:lnTo>
                    <a:pt x="537210" y="7620"/>
                  </a:lnTo>
                  <a:lnTo>
                    <a:pt x="537210" y="5080"/>
                  </a:lnTo>
                  <a:close/>
                </a:path>
                <a:path w="543560" h="7620">
                  <a:moveTo>
                    <a:pt x="539750" y="2540"/>
                  </a:moveTo>
                  <a:lnTo>
                    <a:pt x="425450" y="2540"/>
                  </a:lnTo>
                  <a:lnTo>
                    <a:pt x="425450" y="1270"/>
                  </a:lnTo>
                  <a:lnTo>
                    <a:pt x="424180" y="1270"/>
                  </a:lnTo>
                  <a:lnTo>
                    <a:pt x="424180" y="2540"/>
                  </a:lnTo>
                  <a:lnTo>
                    <a:pt x="422910" y="2540"/>
                  </a:lnTo>
                  <a:lnTo>
                    <a:pt x="422910" y="3810"/>
                  </a:lnTo>
                  <a:lnTo>
                    <a:pt x="538480" y="3810"/>
                  </a:lnTo>
                  <a:lnTo>
                    <a:pt x="538480" y="5080"/>
                  </a:lnTo>
                  <a:lnTo>
                    <a:pt x="539750" y="5080"/>
                  </a:lnTo>
                  <a:lnTo>
                    <a:pt x="539750" y="3810"/>
                  </a:lnTo>
                  <a:lnTo>
                    <a:pt x="539750" y="2540"/>
                  </a:lnTo>
                  <a:close/>
                </a:path>
                <a:path w="543560" h="7620">
                  <a:moveTo>
                    <a:pt x="543547" y="0"/>
                  </a:moveTo>
                  <a:lnTo>
                    <a:pt x="426720" y="0"/>
                  </a:lnTo>
                  <a:lnTo>
                    <a:pt x="426720" y="1270"/>
                  </a:lnTo>
                  <a:lnTo>
                    <a:pt x="541020" y="1270"/>
                  </a:lnTo>
                  <a:lnTo>
                    <a:pt x="541020" y="2540"/>
                  </a:lnTo>
                  <a:lnTo>
                    <a:pt x="542277" y="2540"/>
                  </a:lnTo>
                  <a:lnTo>
                    <a:pt x="542277" y="1270"/>
                  </a:lnTo>
                  <a:lnTo>
                    <a:pt x="543547" y="1270"/>
                  </a:lnTo>
                  <a:lnTo>
                    <a:pt x="543547" y="0"/>
                  </a:lnTo>
                  <a:close/>
                </a:path>
              </a:pathLst>
            </a:custGeom>
            <a:solidFill>
              <a:srgbClr val="E5AB00"/>
            </a:solidFill>
          </p:spPr>
          <p:txBody>
            <a:bodyPr wrap="square" lIns="0" tIns="0" rIns="0" bIns="0" rtlCol="0"/>
            <a:lstStyle/>
            <a:p/>
          </p:txBody>
        </p:sp>
        <p:sp>
          <p:nvSpPr>
            <p:cNvPr id="618" name="object 618"/>
            <p:cNvSpPr/>
            <p:nvPr/>
          </p:nvSpPr>
          <p:spPr>
            <a:xfrm>
              <a:off x="2357120" y="3531882"/>
              <a:ext cx="535940" cy="7620"/>
            </a:xfrm>
            <a:custGeom>
              <a:avLst/>
              <a:gdLst/>
              <a:ahLst/>
              <a:cxnLst/>
              <a:rect l="l" t="t" r="r" b="b"/>
              <a:pathLst>
                <a:path w="535939" h="7620">
                  <a:moveTo>
                    <a:pt x="204470" y="1257"/>
                  </a:moveTo>
                  <a:lnTo>
                    <a:pt x="201930" y="1257"/>
                  </a:lnTo>
                  <a:lnTo>
                    <a:pt x="201930" y="0"/>
                  </a:lnTo>
                  <a:lnTo>
                    <a:pt x="199377" y="0"/>
                  </a:lnTo>
                  <a:lnTo>
                    <a:pt x="199377" y="1257"/>
                  </a:lnTo>
                  <a:lnTo>
                    <a:pt x="0" y="1257"/>
                  </a:lnTo>
                  <a:lnTo>
                    <a:pt x="0" y="2527"/>
                  </a:lnTo>
                  <a:lnTo>
                    <a:pt x="204470" y="2527"/>
                  </a:lnTo>
                  <a:lnTo>
                    <a:pt x="204470" y="1257"/>
                  </a:lnTo>
                  <a:close/>
                </a:path>
                <a:path w="535939" h="7620">
                  <a:moveTo>
                    <a:pt x="209550" y="3797"/>
                  </a:moveTo>
                  <a:lnTo>
                    <a:pt x="207010" y="3797"/>
                  </a:lnTo>
                  <a:lnTo>
                    <a:pt x="207010" y="2527"/>
                  </a:lnTo>
                  <a:lnTo>
                    <a:pt x="204470" y="2527"/>
                  </a:lnTo>
                  <a:lnTo>
                    <a:pt x="204470" y="3797"/>
                  </a:lnTo>
                  <a:lnTo>
                    <a:pt x="0" y="3797"/>
                  </a:lnTo>
                  <a:lnTo>
                    <a:pt x="0" y="6337"/>
                  </a:lnTo>
                  <a:lnTo>
                    <a:pt x="209550" y="6337"/>
                  </a:lnTo>
                  <a:lnTo>
                    <a:pt x="209550" y="3797"/>
                  </a:lnTo>
                  <a:close/>
                </a:path>
                <a:path w="535939" h="7620">
                  <a:moveTo>
                    <a:pt x="214630" y="6337"/>
                  </a:moveTo>
                  <a:lnTo>
                    <a:pt x="212077" y="6337"/>
                  </a:lnTo>
                  <a:lnTo>
                    <a:pt x="212077" y="7607"/>
                  </a:lnTo>
                  <a:lnTo>
                    <a:pt x="214630" y="7607"/>
                  </a:lnTo>
                  <a:lnTo>
                    <a:pt x="214630" y="6337"/>
                  </a:lnTo>
                  <a:close/>
                </a:path>
                <a:path w="535939" h="7620">
                  <a:moveTo>
                    <a:pt x="410210" y="6337"/>
                  </a:moveTo>
                  <a:lnTo>
                    <a:pt x="407670" y="6337"/>
                  </a:lnTo>
                  <a:lnTo>
                    <a:pt x="407670" y="7607"/>
                  </a:lnTo>
                  <a:lnTo>
                    <a:pt x="410210" y="7607"/>
                  </a:lnTo>
                  <a:lnTo>
                    <a:pt x="410210" y="6337"/>
                  </a:lnTo>
                  <a:close/>
                </a:path>
                <a:path w="535939" h="7620">
                  <a:moveTo>
                    <a:pt x="530860" y="3797"/>
                  </a:moveTo>
                  <a:lnTo>
                    <a:pt x="414020" y="3797"/>
                  </a:lnTo>
                  <a:lnTo>
                    <a:pt x="414020" y="2527"/>
                  </a:lnTo>
                  <a:lnTo>
                    <a:pt x="412750" y="2527"/>
                  </a:lnTo>
                  <a:lnTo>
                    <a:pt x="412750" y="3797"/>
                  </a:lnTo>
                  <a:lnTo>
                    <a:pt x="411480" y="3797"/>
                  </a:lnTo>
                  <a:lnTo>
                    <a:pt x="411480" y="6337"/>
                  </a:lnTo>
                  <a:lnTo>
                    <a:pt x="528320" y="6337"/>
                  </a:lnTo>
                  <a:lnTo>
                    <a:pt x="528320" y="7607"/>
                  </a:lnTo>
                  <a:lnTo>
                    <a:pt x="529590" y="7607"/>
                  </a:lnTo>
                  <a:lnTo>
                    <a:pt x="529590" y="6337"/>
                  </a:lnTo>
                  <a:lnTo>
                    <a:pt x="530860" y="6337"/>
                  </a:lnTo>
                  <a:lnTo>
                    <a:pt x="530860" y="3797"/>
                  </a:lnTo>
                  <a:close/>
                </a:path>
                <a:path w="535939" h="7620">
                  <a:moveTo>
                    <a:pt x="533400" y="1257"/>
                  </a:moveTo>
                  <a:lnTo>
                    <a:pt x="417830" y="1257"/>
                  </a:lnTo>
                  <a:lnTo>
                    <a:pt x="417830" y="0"/>
                  </a:lnTo>
                  <a:lnTo>
                    <a:pt x="416560" y="0"/>
                  </a:lnTo>
                  <a:lnTo>
                    <a:pt x="416560" y="1257"/>
                  </a:lnTo>
                  <a:lnTo>
                    <a:pt x="414020" y="1257"/>
                  </a:lnTo>
                  <a:lnTo>
                    <a:pt x="414020" y="2527"/>
                  </a:lnTo>
                  <a:lnTo>
                    <a:pt x="532130" y="2527"/>
                  </a:lnTo>
                  <a:lnTo>
                    <a:pt x="532130" y="3797"/>
                  </a:lnTo>
                  <a:lnTo>
                    <a:pt x="533400" y="3797"/>
                  </a:lnTo>
                  <a:lnTo>
                    <a:pt x="533400" y="2527"/>
                  </a:lnTo>
                  <a:lnTo>
                    <a:pt x="533400" y="1257"/>
                  </a:lnTo>
                  <a:close/>
                </a:path>
                <a:path w="535939" h="7620">
                  <a:moveTo>
                    <a:pt x="535940" y="0"/>
                  </a:moveTo>
                  <a:lnTo>
                    <a:pt x="534670" y="0"/>
                  </a:lnTo>
                  <a:lnTo>
                    <a:pt x="534670" y="1257"/>
                  </a:lnTo>
                  <a:lnTo>
                    <a:pt x="535940" y="1257"/>
                  </a:lnTo>
                  <a:lnTo>
                    <a:pt x="535940" y="0"/>
                  </a:lnTo>
                  <a:close/>
                </a:path>
              </a:pathLst>
            </a:custGeom>
            <a:solidFill>
              <a:srgbClr val="E7AC00"/>
            </a:solidFill>
          </p:spPr>
          <p:txBody>
            <a:bodyPr wrap="square" lIns="0" tIns="0" rIns="0" bIns="0" rtlCol="0"/>
            <a:lstStyle/>
            <a:p/>
          </p:txBody>
        </p:sp>
        <p:sp>
          <p:nvSpPr>
            <p:cNvPr id="619" name="object 619"/>
            <p:cNvSpPr/>
            <p:nvPr/>
          </p:nvSpPr>
          <p:spPr>
            <a:xfrm>
              <a:off x="2357120" y="3539489"/>
              <a:ext cx="527050" cy="6350"/>
            </a:xfrm>
            <a:custGeom>
              <a:avLst/>
              <a:gdLst/>
              <a:ahLst/>
              <a:cxnLst/>
              <a:rect l="l" t="t" r="r" b="b"/>
              <a:pathLst>
                <a:path w="527050" h="6350">
                  <a:moveTo>
                    <a:pt x="217170" y="0"/>
                  </a:moveTo>
                  <a:lnTo>
                    <a:pt x="0" y="0"/>
                  </a:lnTo>
                  <a:lnTo>
                    <a:pt x="0" y="1270"/>
                  </a:lnTo>
                  <a:lnTo>
                    <a:pt x="217170" y="1270"/>
                  </a:lnTo>
                  <a:lnTo>
                    <a:pt x="217170" y="0"/>
                  </a:lnTo>
                  <a:close/>
                </a:path>
                <a:path w="527050" h="6350">
                  <a:moveTo>
                    <a:pt x="222250" y="2540"/>
                  </a:moveTo>
                  <a:lnTo>
                    <a:pt x="219710" y="2540"/>
                  </a:lnTo>
                  <a:lnTo>
                    <a:pt x="219710" y="1270"/>
                  </a:lnTo>
                  <a:lnTo>
                    <a:pt x="217170" y="1270"/>
                  </a:lnTo>
                  <a:lnTo>
                    <a:pt x="217170" y="2540"/>
                  </a:lnTo>
                  <a:lnTo>
                    <a:pt x="0" y="2540"/>
                  </a:lnTo>
                  <a:lnTo>
                    <a:pt x="0" y="5080"/>
                  </a:lnTo>
                  <a:lnTo>
                    <a:pt x="81280" y="5080"/>
                  </a:lnTo>
                  <a:lnTo>
                    <a:pt x="81280" y="6350"/>
                  </a:lnTo>
                  <a:lnTo>
                    <a:pt x="88900" y="6350"/>
                  </a:lnTo>
                  <a:lnTo>
                    <a:pt x="88900" y="5080"/>
                  </a:lnTo>
                  <a:lnTo>
                    <a:pt x="222250" y="5080"/>
                  </a:lnTo>
                  <a:lnTo>
                    <a:pt x="222250" y="2540"/>
                  </a:lnTo>
                  <a:close/>
                </a:path>
                <a:path w="527050" h="6350">
                  <a:moveTo>
                    <a:pt x="227330" y="5080"/>
                  </a:moveTo>
                  <a:lnTo>
                    <a:pt x="224777" y="5080"/>
                  </a:lnTo>
                  <a:lnTo>
                    <a:pt x="224777" y="6350"/>
                  </a:lnTo>
                  <a:lnTo>
                    <a:pt x="227330" y="6350"/>
                  </a:lnTo>
                  <a:lnTo>
                    <a:pt x="227330" y="5080"/>
                  </a:lnTo>
                  <a:close/>
                </a:path>
                <a:path w="527050" h="6350">
                  <a:moveTo>
                    <a:pt x="400050" y="5080"/>
                  </a:moveTo>
                  <a:lnTo>
                    <a:pt x="398780" y="5080"/>
                  </a:lnTo>
                  <a:lnTo>
                    <a:pt x="398780" y="6350"/>
                  </a:lnTo>
                  <a:lnTo>
                    <a:pt x="400050" y="6350"/>
                  </a:lnTo>
                  <a:lnTo>
                    <a:pt x="400050" y="5080"/>
                  </a:lnTo>
                  <a:close/>
                </a:path>
                <a:path w="527050" h="6350">
                  <a:moveTo>
                    <a:pt x="523240" y="2540"/>
                  </a:moveTo>
                  <a:lnTo>
                    <a:pt x="406400" y="2540"/>
                  </a:lnTo>
                  <a:lnTo>
                    <a:pt x="406400" y="1270"/>
                  </a:lnTo>
                  <a:lnTo>
                    <a:pt x="405130" y="1270"/>
                  </a:lnTo>
                  <a:lnTo>
                    <a:pt x="405130" y="2540"/>
                  </a:lnTo>
                  <a:lnTo>
                    <a:pt x="402590" y="2540"/>
                  </a:lnTo>
                  <a:lnTo>
                    <a:pt x="402590" y="5080"/>
                  </a:lnTo>
                  <a:lnTo>
                    <a:pt x="520700" y="5080"/>
                  </a:lnTo>
                  <a:lnTo>
                    <a:pt x="520700" y="6350"/>
                  </a:lnTo>
                  <a:lnTo>
                    <a:pt x="521970" y="6350"/>
                  </a:lnTo>
                  <a:lnTo>
                    <a:pt x="521970" y="5080"/>
                  </a:lnTo>
                  <a:lnTo>
                    <a:pt x="523240" y="5080"/>
                  </a:lnTo>
                  <a:lnTo>
                    <a:pt x="523240" y="2540"/>
                  </a:lnTo>
                  <a:close/>
                </a:path>
                <a:path w="527050" h="6350">
                  <a:moveTo>
                    <a:pt x="527050" y="0"/>
                  </a:moveTo>
                  <a:lnTo>
                    <a:pt x="406400" y="0"/>
                  </a:lnTo>
                  <a:lnTo>
                    <a:pt x="406400" y="1270"/>
                  </a:lnTo>
                  <a:lnTo>
                    <a:pt x="525780" y="1270"/>
                  </a:lnTo>
                  <a:lnTo>
                    <a:pt x="525780" y="2540"/>
                  </a:lnTo>
                  <a:lnTo>
                    <a:pt x="527050" y="2540"/>
                  </a:lnTo>
                  <a:lnTo>
                    <a:pt x="527050" y="1270"/>
                  </a:lnTo>
                  <a:lnTo>
                    <a:pt x="527050" y="0"/>
                  </a:lnTo>
                  <a:close/>
                </a:path>
              </a:pathLst>
            </a:custGeom>
            <a:solidFill>
              <a:srgbClr val="E9AE00"/>
            </a:solidFill>
          </p:spPr>
          <p:txBody>
            <a:bodyPr wrap="square" lIns="0" tIns="0" rIns="0" bIns="0" rtlCol="0"/>
            <a:lstStyle/>
            <a:p/>
          </p:txBody>
        </p:sp>
        <p:sp>
          <p:nvSpPr>
            <p:cNvPr id="620" name="object 620"/>
            <p:cNvSpPr/>
            <p:nvPr/>
          </p:nvSpPr>
          <p:spPr>
            <a:xfrm>
              <a:off x="2355850" y="3545839"/>
              <a:ext cx="520700" cy="7620"/>
            </a:xfrm>
            <a:custGeom>
              <a:avLst/>
              <a:gdLst/>
              <a:ahLst/>
              <a:cxnLst/>
              <a:rect l="l" t="t" r="r" b="b"/>
              <a:pathLst>
                <a:path w="520700" h="7620">
                  <a:moveTo>
                    <a:pt x="59690" y="6350"/>
                  </a:moveTo>
                  <a:lnTo>
                    <a:pt x="0" y="6350"/>
                  </a:lnTo>
                  <a:lnTo>
                    <a:pt x="0" y="7620"/>
                  </a:lnTo>
                  <a:lnTo>
                    <a:pt x="59690" y="7620"/>
                  </a:lnTo>
                  <a:lnTo>
                    <a:pt x="59690" y="6350"/>
                  </a:lnTo>
                  <a:close/>
                </a:path>
                <a:path w="520700" h="7620">
                  <a:moveTo>
                    <a:pt x="69850" y="2540"/>
                  </a:moveTo>
                  <a:lnTo>
                    <a:pt x="1270" y="2540"/>
                  </a:lnTo>
                  <a:lnTo>
                    <a:pt x="1270" y="1270"/>
                  </a:lnTo>
                  <a:lnTo>
                    <a:pt x="0" y="1270"/>
                  </a:lnTo>
                  <a:lnTo>
                    <a:pt x="0" y="2540"/>
                  </a:lnTo>
                  <a:lnTo>
                    <a:pt x="0" y="5080"/>
                  </a:lnTo>
                  <a:lnTo>
                    <a:pt x="63500" y="5080"/>
                  </a:lnTo>
                  <a:lnTo>
                    <a:pt x="63500" y="6350"/>
                  </a:lnTo>
                  <a:lnTo>
                    <a:pt x="64770" y="6350"/>
                  </a:lnTo>
                  <a:lnTo>
                    <a:pt x="64770" y="5080"/>
                  </a:lnTo>
                  <a:lnTo>
                    <a:pt x="69850" y="5080"/>
                  </a:lnTo>
                  <a:lnTo>
                    <a:pt x="69850" y="2540"/>
                  </a:lnTo>
                  <a:close/>
                </a:path>
                <a:path w="520700" h="7620">
                  <a:moveTo>
                    <a:pt x="78740" y="0"/>
                  </a:moveTo>
                  <a:lnTo>
                    <a:pt x="1270" y="0"/>
                  </a:lnTo>
                  <a:lnTo>
                    <a:pt x="1270" y="1270"/>
                  </a:lnTo>
                  <a:lnTo>
                    <a:pt x="73660" y="1270"/>
                  </a:lnTo>
                  <a:lnTo>
                    <a:pt x="73660" y="2540"/>
                  </a:lnTo>
                  <a:lnTo>
                    <a:pt x="78740" y="2540"/>
                  </a:lnTo>
                  <a:lnTo>
                    <a:pt x="78740" y="1270"/>
                  </a:lnTo>
                  <a:lnTo>
                    <a:pt x="78740" y="0"/>
                  </a:lnTo>
                  <a:close/>
                </a:path>
                <a:path w="520700" h="7620">
                  <a:moveTo>
                    <a:pt x="232410" y="0"/>
                  </a:moveTo>
                  <a:lnTo>
                    <a:pt x="95250" y="0"/>
                  </a:lnTo>
                  <a:lnTo>
                    <a:pt x="95250" y="1270"/>
                  </a:lnTo>
                  <a:lnTo>
                    <a:pt x="95250" y="2540"/>
                  </a:lnTo>
                  <a:lnTo>
                    <a:pt x="106680" y="2540"/>
                  </a:lnTo>
                  <a:lnTo>
                    <a:pt x="106680" y="1270"/>
                  </a:lnTo>
                  <a:lnTo>
                    <a:pt x="232410" y="1270"/>
                  </a:lnTo>
                  <a:lnTo>
                    <a:pt x="232410" y="0"/>
                  </a:lnTo>
                  <a:close/>
                </a:path>
                <a:path w="520700" h="7620">
                  <a:moveTo>
                    <a:pt x="237490" y="2540"/>
                  </a:moveTo>
                  <a:lnTo>
                    <a:pt x="234950" y="2540"/>
                  </a:lnTo>
                  <a:lnTo>
                    <a:pt x="234950" y="1270"/>
                  </a:lnTo>
                  <a:lnTo>
                    <a:pt x="232410" y="1270"/>
                  </a:lnTo>
                  <a:lnTo>
                    <a:pt x="232410" y="2540"/>
                  </a:lnTo>
                  <a:lnTo>
                    <a:pt x="110490" y="2540"/>
                  </a:lnTo>
                  <a:lnTo>
                    <a:pt x="110490" y="5080"/>
                  </a:lnTo>
                  <a:lnTo>
                    <a:pt x="113030" y="5080"/>
                  </a:lnTo>
                  <a:lnTo>
                    <a:pt x="113030" y="6350"/>
                  </a:lnTo>
                  <a:lnTo>
                    <a:pt x="119380" y="6350"/>
                  </a:lnTo>
                  <a:lnTo>
                    <a:pt x="119380" y="5080"/>
                  </a:lnTo>
                  <a:lnTo>
                    <a:pt x="237490" y="5080"/>
                  </a:lnTo>
                  <a:lnTo>
                    <a:pt x="237490" y="2540"/>
                  </a:lnTo>
                  <a:close/>
                </a:path>
                <a:path w="520700" h="7620">
                  <a:moveTo>
                    <a:pt x="248920" y="6350"/>
                  </a:moveTo>
                  <a:lnTo>
                    <a:pt x="243840" y="6350"/>
                  </a:lnTo>
                  <a:lnTo>
                    <a:pt x="243840" y="5080"/>
                  </a:lnTo>
                  <a:lnTo>
                    <a:pt x="241300" y="5080"/>
                  </a:lnTo>
                  <a:lnTo>
                    <a:pt x="241300" y="6350"/>
                  </a:lnTo>
                  <a:lnTo>
                    <a:pt x="121920" y="6350"/>
                  </a:lnTo>
                  <a:lnTo>
                    <a:pt x="121920" y="7620"/>
                  </a:lnTo>
                  <a:lnTo>
                    <a:pt x="248920" y="7620"/>
                  </a:lnTo>
                  <a:lnTo>
                    <a:pt x="248920" y="6350"/>
                  </a:lnTo>
                  <a:close/>
                </a:path>
                <a:path w="520700" h="7620">
                  <a:moveTo>
                    <a:pt x="513080" y="6350"/>
                  </a:moveTo>
                  <a:lnTo>
                    <a:pt x="388620" y="6350"/>
                  </a:lnTo>
                  <a:lnTo>
                    <a:pt x="388620" y="5080"/>
                  </a:lnTo>
                  <a:lnTo>
                    <a:pt x="387350" y="5080"/>
                  </a:lnTo>
                  <a:lnTo>
                    <a:pt x="387350" y="6350"/>
                  </a:lnTo>
                  <a:lnTo>
                    <a:pt x="382270" y="6350"/>
                  </a:lnTo>
                  <a:lnTo>
                    <a:pt x="382270" y="7620"/>
                  </a:lnTo>
                  <a:lnTo>
                    <a:pt x="513080" y="7620"/>
                  </a:lnTo>
                  <a:lnTo>
                    <a:pt x="513080" y="6350"/>
                  </a:lnTo>
                  <a:close/>
                </a:path>
                <a:path w="520700" h="7620">
                  <a:moveTo>
                    <a:pt x="516890" y="2540"/>
                  </a:moveTo>
                  <a:lnTo>
                    <a:pt x="396240" y="2540"/>
                  </a:lnTo>
                  <a:lnTo>
                    <a:pt x="396240" y="1270"/>
                  </a:lnTo>
                  <a:lnTo>
                    <a:pt x="393700" y="1270"/>
                  </a:lnTo>
                  <a:lnTo>
                    <a:pt x="393700" y="2540"/>
                  </a:lnTo>
                  <a:lnTo>
                    <a:pt x="391160" y="2540"/>
                  </a:lnTo>
                  <a:lnTo>
                    <a:pt x="391160" y="5080"/>
                  </a:lnTo>
                  <a:lnTo>
                    <a:pt x="514350" y="5080"/>
                  </a:lnTo>
                  <a:lnTo>
                    <a:pt x="514350" y="6350"/>
                  </a:lnTo>
                  <a:lnTo>
                    <a:pt x="515620" y="6350"/>
                  </a:lnTo>
                  <a:lnTo>
                    <a:pt x="515620" y="5080"/>
                  </a:lnTo>
                  <a:lnTo>
                    <a:pt x="516890" y="5080"/>
                  </a:lnTo>
                  <a:lnTo>
                    <a:pt x="516890" y="2540"/>
                  </a:lnTo>
                  <a:close/>
                </a:path>
                <a:path w="520700" h="7620">
                  <a:moveTo>
                    <a:pt x="520700" y="0"/>
                  </a:moveTo>
                  <a:lnTo>
                    <a:pt x="396240" y="0"/>
                  </a:lnTo>
                  <a:lnTo>
                    <a:pt x="396240" y="1270"/>
                  </a:lnTo>
                  <a:lnTo>
                    <a:pt x="519430" y="1270"/>
                  </a:lnTo>
                  <a:lnTo>
                    <a:pt x="519430" y="2540"/>
                  </a:lnTo>
                  <a:lnTo>
                    <a:pt x="520700" y="2540"/>
                  </a:lnTo>
                  <a:lnTo>
                    <a:pt x="520700" y="1270"/>
                  </a:lnTo>
                  <a:lnTo>
                    <a:pt x="520700" y="0"/>
                  </a:lnTo>
                  <a:close/>
                </a:path>
              </a:pathLst>
            </a:custGeom>
            <a:solidFill>
              <a:srgbClr val="EAAF00"/>
            </a:solidFill>
          </p:spPr>
          <p:txBody>
            <a:bodyPr wrap="square" lIns="0" tIns="0" rIns="0" bIns="0" rtlCol="0"/>
            <a:lstStyle/>
            <a:p/>
          </p:txBody>
        </p:sp>
        <p:sp>
          <p:nvSpPr>
            <p:cNvPr id="621" name="object 621"/>
            <p:cNvSpPr/>
            <p:nvPr/>
          </p:nvSpPr>
          <p:spPr>
            <a:xfrm>
              <a:off x="2355849" y="3553459"/>
              <a:ext cx="513080" cy="7620"/>
            </a:xfrm>
            <a:custGeom>
              <a:avLst/>
              <a:gdLst/>
              <a:ahLst/>
              <a:cxnLst/>
              <a:rect l="l" t="t" r="r" b="b"/>
              <a:pathLst>
                <a:path w="513080" h="7620">
                  <a:moveTo>
                    <a:pt x="49530" y="5079"/>
                  </a:moveTo>
                  <a:lnTo>
                    <a:pt x="0" y="5079"/>
                  </a:lnTo>
                  <a:lnTo>
                    <a:pt x="0" y="6350"/>
                  </a:lnTo>
                  <a:lnTo>
                    <a:pt x="48260" y="6350"/>
                  </a:lnTo>
                  <a:lnTo>
                    <a:pt x="48260" y="7619"/>
                  </a:lnTo>
                  <a:lnTo>
                    <a:pt x="49530" y="7619"/>
                  </a:lnTo>
                  <a:lnTo>
                    <a:pt x="49530" y="5079"/>
                  </a:lnTo>
                  <a:close/>
                </a:path>
                <a:path w="513080" h="7620">
                  <a:moveTo>
                    <a:pt x="274319" y="5079"/>
                  </a:moveTo>
                  <a:lnTo>
                    <a:pt x="135889" y="5079"/>
                  </a:lnTo>
                  <a:lnTo>
                    <a:pt x="135889" y="7619"/>
                  </a:lnTo>
                  <a:lnTo>
                    <a:pt x="138430" y="7619"/>
                  </a:lnTo>
                  <a:lnTo>
                    <a:pt x="138430" y="6350"/>
                  </a:lnTo>
                  <a:lnTo>
                    <a:pt x="274319" y="6350"/>
                  </a:lnTo>
                  <a:lnTo>
                    <a:pt x="274319" y="5079"/>
                  </a:lnTo>
                  <a:close/>
                </a:path>
                <a:path w="513080" h="7620">
                  <a:moveTo>
                    <a:pt x="278130" y="6350"/>
                  </a:moveTo>
                  <a:lnTo>
                    <a:pt x="274319" y="6350"/>
                  </a:lnTo>
                  <a:lnTo>
                    <a:pt x="274319" y="7619"/>
                  </a:lnTo>
                  <a:lnTo>
                    <a:pt x="278130" y="7619"/>
                  </a:lnTo>
                  <a:lnTo>
                    <a:pt x="278130" y="6350"/>
                  </a:lnTo>
                  <a:close/>
                </a:path>
                <a:path w="513080" h="7620">
                  <a:moveTo>
                    <a:pt x="133350" y="3809"/>
                  </a:moveTo>
                  <a:lnTo>
                    <a:pt x="129539" y="3809"/>
                  </a:lnTo>
                  <a:lnTo>
                    <a:pt x="129539" y="5079"/>
                  </a:lnTo>
                  <a:lnTo>
                    <a:pt x="133350" y="5079"/>
                  </a:lnTo>
                  <a:lnTo>
                    <a:pt x="133350" y="3809"/>
                  </a:lnTo>
                  <a:close/>
                </a:path>
                <a:path w="513080" h="7620">
                  <a:moveTo>
                    <a:pt x="266700" y="3809"/>
                  </a:moveTo>
                  <a:lnTo>
                    <a:pt x="262889" y="3809"/>
                  </a:lnTo>
                  <a:lnTo>
                    <a:pt x="262889" y="5079"/>
                  </a:lnTo>
                  <a:lnTo>
                    <a:pt x="266700" y="5079"/>
                  </a:lnTo>
                  <a:lnTo>
                    <a:pt x="266700" y="3809"/>
                  </a:lnTo>
                  <a:close/>
                </a:path>
                <a:path w="513080" h="7620">
                  <a:moveTo>
                    <a:pt x="256540" y="1269"/>
                  </a:moveTo>
                  <a:lnTo>
                    <a:pt x="125730" y="1269"/>
                  </a:lnTo>
                  <a:lnTo>
                    <a:pt x="125730" y="3809"/>
                  </a:lnTo>
                  <a:lnTo>
                    <a:pt x="256540" y="3809"/>
                  </a:lnTo>
                  <a:lnTo>
                    <a:pt x="256540" y="1269"/>
                  </a:lnTo>
                  <a:close/>
                </a:path>
                <a:path w="513080" h="7620">
                  <a:moveTo>
                    <a:pt x="124460" y="0"/>
                  </a:moveTo>
                  <a:lnTo>
                    <a:pt x="121919" y="0"/>
                  </a:lnTo>
                  <a:lnTo>
                    <a:pt x="121919" y="1269"/>
                  </a:lnTo>
                  <a:lnTo>
                    <a:pt x="124460" y="1269"/>
                  </a:lnTo>
                  <a:lnTo>
                    <a:pt x="124460" y="0"/>
                  </a:lnTo>
                  <a:close/>
                </a:path>
                <a:path w="513080" h="7620">
                  <a:moveTo>
                    <a:pt x="252730" y="0"/>
                  </a:moveTo>
                  <a:lnTo>
                    <a:pt x="248919" y="0"/>
                  </a:lnTo>
                  <a:lnTo>
                    <a:pt x="248919" y="1269"/>
                  </a:lnTo>
                  <a:lnTo>
                    <a:pt x="252730" y="1269"/>
                  </a:lnTo>
                  <a:lnTo>
                    <a:pt x="252730" y="0"/>
                  </a:lnTo>
                  <a:close/>
                </a:path>
                <a:path w="513080" h="7620">
                  <a:moveTo>
                    <a:pt x="360680" y="6350"/>
                  </a:moveTo>
                  <a:lnTo>
                    <a:pt x="358139" y="6350"/>
                  </a:lnTo>
                  <a:lnTo>
                    <a:pt x="358139" y="7619"/>
                  </a:lnTo>
                  <a:lnTo>
                    <a:pt x="360680" y="7619"/>
                  </a:lnTo>
                  <a:lnTo>
                    <a:pt x="360680" y="6350"/>
                  </a:lnTo>
                  <a:close/>
                </a:path>
                <a:path w="513080" h="7620">
                  <a:moveTo>
                    <a:pt x="504190" y="5079"/>
                  </a:moveTo>
                  <a:lnTo>
                    <a:pt x="360680" y="5079"/>
                  </a:lnTo>
                  <a:lnTo>
                    <a:pt x="360680" y="6350"/>
                  </a:lnTo>
                  <a:lnTo>
                    <a:pt x="502919" y="6350"/>
                  </a:lnTo>
                  <a:lnTo>
                    <a:pt x="502919" y="7619"/>
                  </a:lnTo>
                  <a:lnTo>
                    <a:pt x="504190" y="7619"/>
                  </a:lnTo>
                  <a:lnTo>
                    <a:pt x="504190" y="5079"/>
                  </a:lnTo>
                  <a:close/>
                </a:path>
                <a:path w="513080" h="7620">
                  <a:moveTo>
                    <a:pt x="373380" y="3809"/>
                  </a:moveTo>
                  <a:lnTo>
                    <a:pt x="365760" y="3809"/>
                  </a:lnTo>
                  <a:lnTo>
                    <a:pt x="365760" y="5079"/>
                  </a:lnTo>
                  <a:lnTo>
                    <a:pt x="373380" y="5079"/>
                  </a:lnTo>
                  <a:lnTo>
                    <a:pt x="373380" y="3809"/>
                  </a:lnTo>
                  <a:close/>
                </a:path>
                <a:path w="513080" h="7620">
                  <a:moveTo>
                    <a:pt x="508000" y="3809"/>
                  </a:moveTo>
                  <a:lnTo>
                    <a:pt x="506730" y="3809"/>
                  </a:lnTo>
                  <a:lnTo>
                    <a:pt x="506730" y="5079"/>
                  </a:lnTo>
                  <a:lnTo>
                    <a:pt x="508000" y="5079"/>
                  </a:lnTo>
                  <a:lnTo>
                    <a:pt x="508000" y="3809"/>
                  </a:lnTo>
                  <a:close/>
                </a:path>
                <a:path w="513080" h="7620">
                  <a:moveTo>
                    <a:pt x="509269" y="1269"/>
                  </a:moveTo>
                  <a:lnTo>
                    <a:pt x="375919" y="1269"/>
                  </a:lnTo>
                  <a:lnTo>
                    <a:pt x="375919" y="3809"/>
                  </a:lnTo>
                  <a:lnTo>
                    <a:pt x="509269" y="3809"/>
                  </a:lnTo>
                  <a:lnTo>
                    <a:pt x="509269" y="1269"/>
                  </a:lnTo>
                  <a:close/>
                </a:path>
                <a:path w="513080" h="7620">
                  <a:moveTo>
                    <a:pt x="382269" y="0"/>
                  </a:moveTo>
                  <a:lnTo>
                    <a:pt x="379730" y="0"/>
                  </a:lnTo>
                  <a:lnTo>
                    <a:pt x="379730" y="1269"/>
                  </a:lnTo>
                  <a:lnTo>
                    <a:pt x="382269" y="1269"/>
                  </a:lnTo>
                  <a:lnTo>
                    <a:pt x="382269" y="0"/>
                  </a:lnTo>
                  <a:close/>
                </a:path>
                <a:path w="513080" h="7620">
                  <a:moveTo>
                    <a:pt x="513080" y="0"/>
                  </a:moveTo>
                  <a:lnTo>
                    <a:pt x="511810" y="0"/>
                  </a:lnTo>
                  <a:lnTo>
                    <a:pt x="511810" y="1269"/>
                  </a:lnTo>
                  <a:lnTo>
                    <a:pt x="513080" y="1269"/>
                  </a:lnTo>
                  <a:lnTo>
                    <a:pt x="513080" y="0"/>
                  </a:lnTo>
                  <a:close/>
                </a:path>
                <a:path w="513080" h="7620">
                  <a:moveTo>
                    <a:pt x="54610" y="3809"/>
                  </a:moveTo>
                  <a:lnTo>
                    <a:pt x="50800" y="3809"/>
                  </a:lnTo>
                  <a:lnTo>
                    <a:pt x="50800" y="5079"/>
                  </a:lnTo>
                  <a:lnTo>
                    <a:pt x="54610" y="5079"/>
                  </a:lnTo>
                  <a:lnTo>
                    <a:pt x="54610" y="3809"/>
                  </a:lnTo>
                  <a:close/>
                </a:path>
                <a:path w="513080" h="7620">
                  <a:moveTo>
                    <a:pt x="55880" y="1269"/>
                  </a:moveTo>
                  <a:lnTo>
                    <a:pt x="0" y="1269"/>
                  </a:lnTo>
                  <a:lnTo>
                    <a:pt x="0" y="3809"/>
                  </a:lnTo>
                  <a:lnTo>
                    <a:pt x="55880" y="3809"/>
                  </a:lnTo>
                  <a:lnTo>
                    <a:pt x="55880" y="1269"/>
                  </a:lnTo>
                  <a:close/>
                </a:path>
                <a:path w="513080" h="7620">
                  <a:moveTo>
                    <a:pt x="59689" y="0"/>
                  </a:moveTo>
                  <a:lnTo>
                    <a:pt x="58419" y="0"/>
                  </a:lnTo>
                  <a:lnTo>
                    <a:pt x="58419" y="1269"/>
                  </a:lnTo>
                  <a:lnTo>
                    <a:pt x="59689" y="1269"/>
                  </a:lnTo>
                  <a:lnTo>
                    <a:pt x="59689" y="0"/>
                  </a:lnTo>
                  <a:close/>
                </a:path>
              </a:pathLst>
            </a:custGeom>
            <a:solidFill>
              <a:srgbClr val="ECB100"/>
            </a:solidFill>
          </p:spPr>
          <p:txBody>
            <a:bodyPr wrap="square" lIns="0" tIns="0" rIns="0" bIns="0" rtlCol="0"/>
            <a:lstStyle/>
            <a:p/>
          </p:txBody>
        </p:sp>
        <p:sp>
          <p:nvSpPr>
            <p:cNvPr id="622" name="object 622"/>
            <p:cNvSpPr/>
            <p:nvPr/>
          </p:nvSpPr>
          <p:spPr>
            <a:xfrm>
              <a:off x="2355850" y="3561079"/>
              <a:ext cx="500380" cy="6350"/>
            </a:xfrm>
            <a:custGeom>
              <a:avLst/>
              <a:gdLst/>
              <a:ahLst/>
              <a:cxnLst/>
              <a:rect l="l" t="t" r="r" b="b"/>
              <a:pathLst>
                <a:path w="500380" h="6350">
                  <a:moveTo>
                    <a:pt x="41910" y="3810"/>
                  </a:moveTo>
                  <a:lnTo>
                    <a:pt x="0" y="3810"/>
                  </a:lnTo>
                  <a:lnTo>
                    <a:pt x="0" y="5080"/>
                  </a:lnTo>
                  <a:lnTo>
                    <a:pt x="40640" y="5080"/>
                  </a:lnTo>
                  <a:lnTo>
                    <a:pt x="40640" y="6350"/>
                  </a:lnTo>
                  <a:lnTo>
                    <a:pt x="41910" y="6350"/>
                  </a:lnTo>
                  <a:lnTo>
                    <a:pt x="41910" y="5080"/>
                  </a:lnTo>
                  <a:lnTo>
                    <a:pt x="41910" y="3810"/>
                  </a:lnTo>
                  <a:close/>
                </a:path>
                <a:path w="500380" h="6350">
                  <a:moveTo>
                    <a:pt x="46990" y="0"/>
                  </a:moveTo>
                  <a:lnTo>
                    <a:pt x="0" y="0"/>
                  </a:lnTo>
                  <a:lnTo>
                    <a:pt x="0" y="2540"/>
                  </a:lnTo>
                  <a:lnTo>
                    <a:pt x="44450" y="2540"/>
                  </a:lnTo>
                  <a:lnTo>
                    <a:pt x="44450" y="3810"/>
                  </a:lnTo>
                  <a:lnTo>
                    <a:pt x="45720" y="3810"/>
                  </a:lnTo>
                  <a:lnTo>
                    <a:pt x="45720" y="2540"/>
                  </a:lnTo>
                  <a:lnTo>
                    <a:pt x="46990" y="2540"/>
                  </a:lnTo>
                  <a:lnTo>
                    <a:pt x="46990" y="0"/>
                  </a:lnTo>
                  <a:close/>
                </a:path>
                <a:path w="500380" h="6350">
                  <a:moveTo>
                    <a:pt x="285750" y="0"/>
                  </a:moveTo>
                  <a:lnTo>
                    <a:pt x="140970" y="0"/>
                  </a:lnTo>
                  <a:lnTo>
                    <a:pt x="140970" y="2540"/>
                  </a:lnTo>
                  <a:lnTo>
                    <a:pt x="144780" y="2540"/>
                  </a:lnTo>
                  <a:lnTo>
                    <a:pt x="144780" y="3810"/>
                  </a:lnTo>
                  <a:lnTo>
                    <a:pt x="147320" y="3810"/>
                  </a:lnTo>
                  <a:lnTo>
                    <a:pt x="147320" y="2540"/>
                  </a:lnTo>
                  <a:lnTo>
                    <a:pt x="285750" y="2540"/>
                  </a:lnTo>
                  <a:lnTo>
                    <a:pt x="285750" y="0"/>
                  </a:lnTo>
                  <a:close/>
                </a:path>
                <a:path w="500380" h="6350">
                  <a:moveTo>
                    <a:pt x="494030" y="3810"/>
                  </a:moveTo>
                  <a:lnTo>
                    <a:pt x="342900" y="3810"/>
                  </a:lnTo>
                  <a:lnTo>
                    <a:pt x="342900" y="2540"/>
                  </a:lnTo>
                  <a:lnTo>
                    <a:pt x="326390" y="2540"/>
                  </a:lnTo>
                  <a:lnTo>
                    <a:pt x="326390" y="3810"/>
                  </a:lnTo>
                  <a:lnTo>
                    <a:pt x="309880" y="3810"/>
                  </a:lnTo>
                  <a:lnTo>
                    <a:pt x="309880" y="2540"/>
                  </a:lnTo>
                  <a:lnTo>
                    <a:pt x="292100" y="2540"/>
                  </a:lnTo>
                  <a:lnTo>
                    <a:pt x="292100" y="3810"/>
                  </a:lnTo>
                  <a:lnTo>
                    <a:pt x="151130" y="3810"/>
                  </a:lnTo>
                  <a:lnTo>
                    <a:pt x="151130" y="5080"/>
                  </a:lnTo>
                  <a:lnTo>
                    <a:pt x="151130" y="6350"/>
                  </a:lnTo>
                  <a:lnTo>
                    <a:pt x="153670" y="6350"/>
                  </a:lnTo>
                  <a:lnTo>
                    <a:pt x="153670" y="5080"/>
                  </a:lnTo>
                  <a:lnTo>
                    <a:pt x="492747" y="5080"/>
                  </a:lnTo>
                  <a:lnTo>
                    <a:pt x="492747" y="6350"/>
                  </a:lnTo>
                  <a:lnTo>
                    <a:pt x="494030" y="6350"/>
                  </a:lnTo>
                  <a:lnTo>
                    <a:pt x="494030" y="5080"/>
                  </a:lnTo>
                  <a:lnTo>
                    <a:pt x="494030" y="3810"/>
                  </a:lnTo>
                  <a:close/>
                </a:path>
                <a:path w="500380" h="6350">
                  <a:moveTo>
                    <a:pt x="500380" y="0"/>
                  </a:moveTo>
                  <a:lnTo>
                    <a:pt x="346710" y="0"/>
                  </a:lnTo>
                  <a:lnTo>
                    <a:pt x="346710" y="2540"/>
                  </a:lnTo>
                  <a:lnTo>
                    <a:pt x="496570" y="2540"/>
                  </a:lnTo>
                  <a:lnTo>
                    <a:pt x="496570" y="3810"/>
                  </a:lnTo>
                  <a:lnTo>
                    <a:pt x="497840" y="3810"/>
                  </a:lnTo>
                  <a:lnTo>
                    <a:pt x="497840" y="2540"/>
                  </a:lnTo>
                  <a:lnTo>
                    <a:pt x="500380" y="2540"/>
                  </a:lnTo>
                  <a:lnTo>
                    <a:pt x="500380" y="0"/>
                  </a:lnTo>
                  <a:close/>
                </a:path>
              </a:pathLst>
            </a:custGeom>
            <a:solidFill>
              <a:srgbClr val="EEB200"/>
            </a:solidFill>
          </p:spPr>
          <p:txBody>
            <a:bodyPr wrap="square" lIns="0" tIns="0" rIns="0" bIns="0" rtlCol="0"/>
            <a:lstStyle/>
            <a:p/>
          </p:txBody>
        </p:sp>
        <p:sp>
          <p:nvSpPr>
            <p:cNvPr id="623" name="object 623"/>
            <p:cNvSpPr/>
            <p:nvPr/>
          </p:nvSpPr>
          <p:spPr>
            <a:xfrm>
              <a:off x="2355850" y="3567429"/>
              <a:ext cx="490220" cy="7620"/>
            </a:xfrm>
            <a:custGeom>
              <a:avLst/>
              <a:gdLst/>
              <a:ahLst/>
              <a:cxnLst/>
              <a:rect l="l" t="t" r="r" b="b"/>
              <a:pathLst>
                <a:path w="490219" h="7620">
                  <a:moveTo>
                    <a:pt x="35560" y="6350"/>
                  </a:moveTo>
                  <a:lnTo>
                    <a:pt x="0" y="6350"/>
                  </a:lnTo>
                  <a:lnTo>
                    <a:pt x="0" y="7620"/>
                  </a:lnTo>
                  <a:lnTo>
                    <a:pt x="35560" y="7620"/>
                  </a:lnTo>
                  <a:lnTo>
                    <a:pt x="35560" y="6350"/>
                  </a:lnTo>
                  <a:close/>
                </a:path>
                <a:path w="490219" h="7620">
                  <a:moveTo>
                    <a:pt x="36830" y="3810"/>
                  </a:moveTo>
                  <a:lnTo>
                    <a:pt x="0" y="3810"/>
                  </a:lnTo>
                  <a:lnTo>
                    <a:pt x="0" y="5080"/>
                  </a:lnTo>
                  <a:lnTo>
                    <a:pt x="35560" y="5080"/>
                  </a:lnTo>
                  <a:lnTo>
                    <a:pt x="35560" y="6350"/>
                  </a:lnTo>
                  <a:lnTo>
                    <a:pt x="36830" y="6350"/>
                  </a:lnTo>
                  <a:lnTo>
                    <a:pt x="36830" y="5080"/>
                  </a:lnTo>
                  <a:lnTo>
                    <a:pt x="36830" y="3810"/>
                  </a:lnTo>
                  <a:close/>
                </a:path>
                <a:path w="490219" h="7620">
                  <a:moveTo>
                    <a:pt x="39370" y="0"/>
                  </a:moveTo>
                  <a:lnTo>
                    <a:pt x="0" y="0"/>
                  </a:lnTo>
                  <a:lnTo>
                    <a:pt x="0" y="2540"/>
                  </a:lnTo>
                  <a:lnTo>
                    <a:pt x="38100" y="2540"/>
                  </a:lnTo>
                  <a:lnTo>
                    <a:pt x="38100" y="3810"/>
                  </a:lnTo>
                  <a:lnTo>
                    <a:pt x="39370" y="3810"/>
                  </a:lnTo>
                  <a:lnTo>
                    <a:pt x="39370" y="2540"/>
                  </a:lnTo>
                  <a:lnTo>
                    <a:pt x="39370" y="0"/>
                  </a:lnTo>
                  <a:close/>
                </a:path>
                <a:path w="490219" h="7620">
                  <a:moveTo>
                    <a:pt x="480060" y="6350"/>
                  </a:moveTo>
                  <a:lnTo>
                    <a:pt x="171450" y="6350"/>
                  </a:lnTo>
                  <a:lnTo>
                    <a:pt x="171450" y="7620"/>
                  </a:lnTo>
                  <a:lnTo>
                    <a:pt x="480060" y="7620"/>
                  </a:lnTo>
                  <a:lnTo>
                    <a:pt x="480060" y="6350"/>
                  </a:lnTo>
                  <a:close/>
                </a:path>
                <a:path w="490219" h="7620">
                  <a:moveTo>
                    <a:pt x="483870" y="3810"/>
                  </a:moveTo>
                  <a:lnTo>
                    <a:pt x="165100" y="3810"/>
                  </a:lnTo>
                  <a:lnTo>
                    <a:pt x="165100" y="5080"/>
                  </a:lnTo>
                  <a:lnTo>
                    <a:pt x="165100" y="6350"/>
                  </a:lnTo>
                  <a:lnTo>
                    <a:pt x="167640" y="6350"/>
                  </a:lnTo>
                  <a:lnTo>
                    <a:pt x="167640" y="5080"/>
                  </a:lnTo>
                  <a:lnTo>
                    <a:pt x="482600" y="5080"/>
                  </a:lnTo>
                  <a:lnTo>
                    <a:pt x="482600" y="6350"/>
                  </a:lnTo>
                  <a:lnTo>
                    <a:pt x="483870" y="6350"/>
                  </a:lnTo>
                  <a:lnTo>
                    <a:pt x="483870" y="5080"/>
                  </a:lnTo>
                  <a:lnTo>
                    <a:pt x="483870" y="3810"/>
                  </a:lnTo>
                  <a:close/>
                </a:path>
                <a:path w="490219" h="7620">
                  <a:moveTo>
                    <a:pt x="490220" y="0"/>
                  </a:moveTo>
                  <a:lnTo>
                    <a:pt x="156210" y="0"/>
                  </a:lnTo>
                  <a:lnTo>
                    <a:pt x="156210" y="2540"/>
                  </a:lnTo>
                  <a:lnTo>
                    <a:pt x="160020" y="2540"/>
                  </a:lnTo>
                  <a:lnTo>
                    <a:pt x="160020" y="3810"/>
                  </a:lnTo>
                  <a:lnTo>
                    <a:pt x="162560" y="3810"/>
                  </a:lnTo>
                  <a:lnTo>
                    <a:pt x="162560" y="2540"/>
                  </a:lnTo>
                  <a:lnTo>
                    <a:pt x="486410" y="2540"/>
                  </a:lnTo>
                  <a:lnTo>
                    <a:pt x="486410" y="3810"/>
                  </a:lnTo>
                  <a:lnTo>
                    <a:pt x="487680" y="3810"/>
                  </a:lnTo>
                  <a:lnTo>
                    <a:pt x="487680" y="2540"/>
                  </a:lnTo>
                  <a:lnTo>
                    <a:pt x="490220" y="2540"/>
                  </a:lnTo>
                  <a:lnTo>
                    <a:pt x="490220" y="0"/>
                  </a:lnTo>
                  <a:close/>
                </a:path>
              </a:pathLst>
            </a:custGeom>
            <a:solidFill>
              <a:srgbClr val="F0B400"/>
            </a:solidFill>
          </p:spPr>
          <p:txBody>
            <a:bodyPr wrap="square" lIns="0" tIns="0" rIns="0" bIns="0" rtlCol="0"/>
            <a:lstStyle/>
            <a:p/>
          </p:txBody>
        </p:sp>
        <p:sp>
          <p:nvSpPr>
            <p:cNvPr id="624" name="object 624"/>
            <p:cNvSpPr/>
            <p:nvPr/>
          </p:nvSpPr>
          <p:spPr>
            <a:xfrm>
              <a:off x="2355850" y="3575049"/>
              <a:ext cx="480059" cy="7620"/>
            </a:xfrm>
            <a:custGeom>
              <a:avLst/>
              <a:gdLst/>
              <a:ahLst/>
              <a:cxnLst/>
              <a:rect l="l" t="t" r="r" b="b"/>
              <a:pathLst>
                <a:path w="480060" h="7620">
                  <a:moveTo>
                    <a:pt x="31750" y="5080"/>
                  </a:moveTo>
                  <a:lnTo>
                    <a:pt x="0" y="5080"/>
                  </a:lnTo>
                  <a:lnTo>
                    <a:pt x="0" y="7620"/>
                  </a:lnTo>
                  <a:lnTo>
                    <a:pt x="31750" y="7620"/>
                  </a:lnTo>
                  <a:lnTo>
                    <a:pt x="31750" y="5080"/>
                  </a:lnTo>
                  <a:close/>
                </a:path>
                <a:path w="480060" h="7620">
                  <a:moveTo>
                    <a:pt x="33020" y="2540"/>
                  </a:moveTo>
                  <a:lnTo>
                    <a:pt x="0" y="2540"/>
                  </a:lnTo>
                  <a:lnTo>
                    <a:pt x="0" y="3810"/>
                  </a:lnTo>
                  <a:lnTo>
                    <a:pt x="31750" y="3810"/>
                  </a:lnTo>
                  <a:lnTo>
                    <a:pt x="31750" y="5080"/>
                  </a:lnTo>
                  <a:lnTo>
                    <a:pt x="33020" y="5080"/>
                  </a:lnTo>
                  <a:lnTo>
                    <a:pt x="33020" y="3810"/>
                  </a:lnTo>
                  <a:lnTo>
                    <a:pt x="33020" y="2540"/>
                  </a:lnTo>
                  <a:close/>
                </a:path>
                <a:path w="480060" h="7620">
                  <a:moveTo>
                    <a:pt x="35560" y="0"/>
                  </a:moveTo>
                  <a:lnTo>
                    <a:pt x="0" y="0"/>
                  </a:lnTo>
                  <a:lnTo>
                    <a:pt x="0" y="1270"/>
                  </a:lnTo>
                  <a:lnTo>
                    <a:pt x="33020" y="1270"/>
                  </a:lnTo>
                  <a:lnTo>
                    <a:pt x="33020" y="2540"/>
                  </a:lnTo>
                  <a:lnTo>
                    <a:pt x="34290" y="2540"/>
                  </a:lnTo>
                  <a:lnTo>
                    <a:pt x="34290" y="1270"/>
                  </a:lnTo>
                  <a:lnTo>
                    <a:pt x="35560" y="1270"/>
                  </a:lnTo>
                  <a:lnTo>
                    <a:pt x="35560" y="0"/>
                  </a:lnTo>
                  <a:close/>
                </a:path>
                <a:path w="480060" h="7620">
                  <a:moveTo>
                    <a:pt x="467360" y="5080"/>
                  </a:moveTo>
                  <a:lnTo>
                    <a:pt x="184150" y="5080"/>
                  </a:lnTo>
                  <a:lnTo>
                    <a:pt x="184150" y="7620"/>
                  </a:lnTo>
                  <a:lnTo>
                    <a:pt x="467360" y="7620"/>
                  </a:lnTo>
                  <a:lnTo>
                    <a:pt x="467360" y="5080"/>
                  </a:lnTo>
                  <a:close/>
                </a:path>
                <a:path w="480060" h="7620">
                  <a:moveTo>
                    <a:pt x="472440" y="2540"/>
                  </a:moveTo>
                  <a:lnTo>
                    <a:pt x="179070" y="2540"/>
                  </a:lnTo>
                  <a:lnTo>
                    <a:pt x="179070" y="3810"/>
                  </a:lnTo>
                  <a:lnTo>
                    <a:pt x="179070" y="5080"/>
                  </a:lnTo>
                  <a:lnTo>
                    <a:pt x="181610" y="5080"/>
                  </a:lnTo>
                  <a:lnTo>
                    <a:pt x="181610" y="3810"/>
                  </a:lnTo>
                  <a:lnTo>
                    <a:pt x="469900" y="3810"/>
                  </a:lnTo>
                  <a:lnTo>
                    <a:pt x="469900" y="5080"/>
                  </a:lnTo>
                  <a:lnTo>
                    <a:pt x="472440" y="5080"/>
                  </a:lnTo>
                  <a:lnTo>
                    <a:pt x="472440" y="3810"/>
                  </a:lnTo>
                  <a:lnTo>
                    <a:pt x="472440" y="2540"/>
                  </a:lnTo>
                  <a:close/>
                </a:path>
                <a:path w="480060" h="7620">
                  <a:moveTo>
                    <a:pt x="480060" y="0"/>
                  </a:moveTo>
                  <a:lnTo>
                    <a:pt x="171450" y="0"/>
                  </a:lnTo>
                  <a:lnTo>
                    <a:pt x="171450" y="1270"/>
                  </a:lnTo>
                  <a:lnTo>
                    <a:pt x="173990" y="1270"/>
                  </a:lnTo>
                  <a:lnTo>
                    <a:pt x="173990" y="2540"/>
                  </a:lnTo>
                  <a:lnTo>
                    <a:pt x="176530" y="2540"/>
                  </a:lnTo>
                  <a:lnTo>
                    <a:pt x="176530" y="1270"/>
                  </a:lnTo>
                  <a:lnTo>
                    <a:pt x="474980" y="1270"/>
                  </a:lnTo>
                  <a:lnTo>
                    <a:pt x="474980" y="2540"/>
                  </a:lnTo>
                  <a:lnTo>
                    <a:pt x="477520" y="2540"/>
                  </a:lnTo>
                  <a:lnTo>
                    <a:pt x="477520" y="1270"/>
                  </a:lnTo>
                  <a:lnTo>
                    <a:pt x="480060" y="1270"/>
                  </a:lnTo>
                  <a:lnTo>
                    <a:pt x="480060" y="0"/>
                  </a:lnTo>
                  <a:close/>
                </a:path>
              </a:pathLst>
            </a:custGeom>
            <a:solidFill>
              <a:srgbClr val="F2B500"/>
            </a:solidFill>
          </p:spPr>
          <p:txBody>
            <a:bodyPr wrap="square" lIns="0" tIns="0" rIns="0" bIns="0" rtlCol="0"/>
            <a:lstStyle/>
            <a:p/>
          </p:txBody>
        </p:sp>
        <p:sp>
          <p:nvSpPr>
            <p:cNvPr id="625" name="object 625"/>
            <p:cNvSpPr/>
            <p:nvPr/>
          </p:nvSpPr>
          <p:spPr>
            <a:xfrm>
              <a:off x="2355850" y="3582682"/>
              <a:ext cx="464820" cy="6350"/>
            </a:xfrm>
            <a:custGeom>
              <a:avLst/>
              <a:gdLst/>
              <a:ahLst/>
              <a:cxnLst/>
              <a:rect l="l" t="t" r="r" b="b"/>
              <a:pathLst>
                <a:path w="464819" h="6350">
                  <a:moveTo>
                    <a:pt x="27940" y="3797"/>
                  </a:moveTo>
                  <a:lnTo>
                    <a:pt x="0" y="3797"/>
                  </a:lnTo>
                  <a:lnTo>
                    <a:pt x="0" y="6337"/>
                  </a:lnTo>
                  <a:lnTo>
                    <a:pt x="27940" y="6337"/>
                  </a:lnTo>
                  <a:lnTo>
                    <a:pt x="27940" y="3797"/>
                  </a:lnTo>
                  <a:close/>
                </a:path>
                <a:path w="464819" h="6350">
                  <a:moveTo>
                    <a:pt x="29210" y="1257"/>
                  </a:moveTo>
                  <a:lnTo>
                    <a:pt x="0" y="1257"/>
                  </a:lnTo>
                  <a:lnTo>
                    <a:pt x="0" y="2527"/>
                  </a:lnTo>
                  <a:lnTo>
                    <a:pt x="29210" y="2527"/>
                  </a:lnTo>
                  <a:lnTo>
                    <a:pt x="29210" y="1257"/>
                  </a:lnTo>
                  <a:close/>
                </a:path>
                <a:path w="464819" h="6350">
                  <a:moveTo>
                    <a:pt x="189230" y="0"/>
                  </a:moveTo>
                  <a:lnTo>
                    <a:pt x="186690" y="0"/>
                  </a:lnTo>
                  <a:lnTo>
                    <a:pt x="186690" y="1257"/>
                  </a:lnTo>
                  <a:lnTo>
                    <a:pt x="189230" y="1257"/>
                  </a:lnTo>
                  <a:lnTo>
                    <a:pt x="189230" y="0"/>
                  </a:lnTo>
                  <a:close/>
                </a:path>
                <a:path w="464819" h="6350">
                  <a:moveTo>
                    <a:pt x="453390" y="3797"/>
                  </a:moveTo>
                  <a:lnTo>
                    <a:pt x="200660" y="3797"/>
                  </a:lnTo>
                  <a:lnTo>
                    <a:pt x="200660" y="6337"/>
                  </a:lnTo>
                  <a:lnTo>
                    <a:pt x="453390" y="6337"/>
                  </a:lnTo>
                  <a:lnTo>
                    <a:pt x="453390" y="3797"/>
                  </a:lnTo>
                  <a:close/>
                </a:path>
                <a:path w="464819" h="6350">
                  <a:moveTo>
                    <a:pt x="458470" y="1257"/>
                  </a:moveTo>
                  <a:lnTo>
                    <a:pt x="191770" y="1257"/>
                  </a:lnTo>
                  <a:lnTo>
                    <a:pt x="191770" y="2527"/>
                  </a:lnTo>
                  <a:lnTo>
                    <a:pt x="191770" y="3797"/>
                  </a:lnTo>
                  <a:lnTo>
                    <a:pt x="196850" y="3797"/>
                  </a:lnTo>
                  <a:lnTo>
                    <a:pt x="196850" y="2527"/>
                  </a:lnTo>
                  <a:lnTo>
                    <a:pt x="455930" y="2527"/>
                  </a:lnTo>
                  <a:lnTo>
                    <a:pt x="455930" y="3797"/>
                  </a:lnTo>
                  <a:lnTo>
                    <a:pt x="458470" y="3797"/>
                  </a:lnTo>
                  <a:lnTo>
                    <a:pt x="458470" y="2527"/>
                  </a:lnTo>
                  <a:lnTo>
                    <a:pt x="458470" y="1257"/>
                  </a:lnTo>
                  <a:close/>
                </a:path>
                <a:path w="464819" h="6350">
                  <a:moveTo>
                    <a:pt x="464820" y="0"/>
                  </a:moveTo>
                  <a:lnTo>
                    <a:pt x="462280" y="0"/>
                  </a:lnTo>
                  <a:lnTo>
                    <a:pt x="462280" y="1257"/>
                  </a:lnTo>
                  <a:lnTo>
                    <a:pt x="464820" y="1257"/>
                  </a:lnTo>
                  <a:lnTo>
                    <a:pt x="464820" y="0"/>
                  </a:lnTo>
                  <a:close/>
                </a:path>
              </a:pathLst>
            </a:custGeom>
            <a:solidFill>
              <a:srgbClr val="F4B600"/>
            </a:solidFill>
          </p:spPr>
          <p:txBody>
            <a:bodyPr wrap="square" lIns="0" tIns="0" rIns="0" bIns="0" rtlCol="0"/>
            <a:lstStyle/>
            <a:p/>
          </p:txBody>
        </p:sp>
        <p:sp>
          <p:nvSpPr>
            <p:cNvPr id="626" name="object 626"/>
            <p:cNvSpPr/>
            <p:nvPr/>
          </p:nvSpPr>
          <p:spPr>
            <a:xfrm>
              <a:off x="2355849" y="3589019"/>
              <a:ext cx="450850" cy="7620"/>
            </a:xfrm>
            <a:custGeom>
              <a:avLst/>
              <a:gdLst/>
              <a:ahLst/>
              <a:cxnLst/>
              <a:rect l="l" t="t" r="r" b="b"/>
              <a:pathLst>
                <a:path w="450850" h="7620">
                  <a:moveTo>
                    <a:pt x="222250" y="6349"/>
                  </a:moveTo>
                  <a:lnTo>
                    <a:pt x="219710" y="6349"/>
                  </a:lnTo>
                  <a:lnTo>
                    <a:pt x="219710" y="7619"/>
                  </a:lnTo>
                  <a:lnTo>
                    <a:pt x="222250" y="7619"/>
                  </a:lnTo>
                  <a:lnTo>
                    <a:pt x="222250" y="6349"/>
                  </a:lnTo>
                  <a:close/>
                </a:path>
                <a:path w="450850" h="7620">
                  <a:moveTo>
                    <a:pt x="435610" y="6349"/>
                  </a:moveTo>
                  <a:lnTo>
                    <a:pt x="431800" y="6349"/>
                  </a:lnTo>
                  <a:lnTo>
                    <a:pt x="431800" y="7619"/>
                  </a:lnTo>
                  <a:lnTo>
                    <a:pt x="435610" y="7619"/>
                  </a:lnTo>
                  <a:lnTo>
                    <a:pt x="435610" y="6349"/>
                  </a:lnTo>
                  <a:close/>
                </a:path>
                <a:path w="450850" h="7620">
                  <a:moveTo>
                    <a:pt x="438150" y="3809"/>
                  </a:moveTo>
                  <a:lnTo>
                    <a:pt x="217169" y="3809"/>
                  </a:lnTo>
                  <a:lnTo>
                    <a:pt x="217169" y="6349"/>
                  </a:lnTo>
                  <a:lnTo>
                    <a:pt x="438150" y="6349"/>
                  </a:lnTo>
                  <a:lnTo>
                    <a:pt x="438150" y="3809"/>
                  </a:lnTo>
                  <a:close/>
                </a:path>
                <a:path w="450850" h="7620">
                  <a:moveTo>
                    <a:pt x="444500" y="1269"/>
                  </a:moveTo>
                  <a:lnTo>
                    <a:pt x="210819" y="1269"/>
                  </a:lnTo>
                  <a:lnTo>
                    <a:pt x="210819" y="3809"/>
                  </a:lnTo>
                  <a:lnTo>
                    <a:pt x="213360" y="3809"/>
                  </a:lnTo>
                  <a:lnTo>
                    <a:pt x="213360" y="2539"/>
                  </a:lnTo>
                  <a:lnTo>
                    <a:pt x="444500" y="2539"/>
                  </a:lnTo>
                  <a:lnTo>
                    <a:pt x="444500" y="1269"/>
                  </a:lnTo>
                  <a:close/>
                </a:path>
                <a:path w="450850" h="7620">
                  <a:moveTo>
                    <a:pt x="444500" y="2539"/>
                  </a:moveTo>
                  <a:lnTo>
                    <a:pt x="441960" y="2539"/>
                  </a:lnTo>
                  <a:lnTo>
                    <a:pt x="441960" y="3809"/>
                  </a:lnTo>
                  <a:lnTo>
                    <a:pt x="444500" y="3809"/>
                  </a:lnTo>
                  <a:lnTo>
                    <a:pt x="444500" y="2539"/>
                  </a:lnTo>
                  <a:close/>
                </a:path>
                <a:path w="450850" h="7620">
                  <a:moveTo>
                    <a:pt x="24130" y="3809"/>
                  </a:moveTo>
                  <a:lnTo>
                    <a:pt x="22860" y="3809"/>
                  </a:lnTo>
                  <a:lnTo>
                    <a:pt x="22860" y="6349"/>
                  </a:lnTo>
                  <a:lnTo>
                    <a:pt x="24130" y="6349"/>
                  </a:lnTo>
                  <a:lnTo>
                    <a:pt x="24130" y="3809"/>
                  </a:lnTo>
                  <a:close/>
                </a:path>
                <a:path w="450850" h="7620">
                  <a:moveTo>
                    <a:pt x="25400" y="1269"/>
                  </a:moveTo>
                  <a:lnTo>
                    <a:pt x="0" y="1269"/>
                  </a:lnTo>
                  <a:lnTo>
                    <a:pt x="0" y="3809"/>
                  </a:lnTo>
                  <a:lnTo>
                    <a:pt x="16510" y="3809"/>
                  </a:lnTo>
                  <a:lnTo>
                    <a:pt x="16510" y="2539"/>
                  </a:lnTo>
                  <a:lnTo>
                    <a:pt x="25400" y="2539"/>
                  </a:lnTo>
                  <a:lnTo>
                    <a:pt x="25400" y="1269"/>
                  </a:lnTo>
                  <a:close/>
                </a:path>
                <a:path w="450850" h="7620">
                  <a:moveTo>
                    <a:pt x="207010" y="0"/>
                  </a:moveTo>
                  <a:lnTo>
                    <a:pt x="203200" y="0"/>
                  </a:lnTo>
                  <a:lnTo>
                    <a:pt x="203200" y="1269"/>
                  </a:lnTo>
                  <a:lnTo>
                    <a:pt x="207010" y="1269"/>
                  </a:lnTo>
                  <a:lnTo>
                    <a:pt x="207010" y="0"/>
                  </a:lnTo>
                  <a:close/>
                </a:path>
                <a:path w="450850" h="7620">
                  <a:moveTo>
                    <a:pt x="450850" y="0"/>
                  </a:moveTo>
                  <a:lnTo>
                    <a:pt x="447040" y="0"/>
                  </a:lnTo>
                  <a:lnTo>
                    <a:pt x="447040" y="1269"/>
                  </a:lnTo>
                  <a:lnTo>
                    <a:pt x="450850" y="1269"/>
                  </a:lnTo>
                  <a:lnTo>
                    <a:pt x="450850" y="0"/>
                  </a:lnTo>
                  <a:close/>
                </a:path>
              </a:pathLst>
            </a:custGeom>
            <a:solidFill>
              <a:srgbClr val="F6B800"/>
            </a:solidFill>
          </p:spPr>
          <p:txBody>
            <a:bodyPr wrap="square" lIns="0" tIns="0" rIns="0" bIns="0" rtlCol="0"/>
            <a:lstStyle/>
            <a:p/>
          </p:txBody>
        </p:sp>
        <p:sp>
          <p:nvSpPr>
            <p:cNvPr id="627" name="object 627"/>
            <p:cNvSpPr/>
            <p:nvPr/>
          </p:nvSpPr>
          <p:spPr>
            <a:xfrm>
              <a:off x="2585720" y="3596639"/>
              <a:ext cx="199390" cy="7620"/>
            </a:xfrm>
            <a:custGeom>
              <a:avLst/>
              <a:gdLst/>
              <a:ahLst/>
              <a:cxnLst/>
              <a:rect l="l" t="t" r="r" b="b"/>
              <a:pathLst>
                <a:path w="199389" h="7620">
                  <a:moveTo>
                    <a:pt x="173990" y="6350"/>
                  </a:moveTo>
                  <a:lnTo>
                    <a:pt x="21590" y="6350"/>
                  </a:lnTo>
                  <a:lnTo>
                    <a:pt x="21590" y="7620"/>
                  </a:lnTo>
                  <a:lnTo>
                    <a:pt x="173990" y="7620"/>
                  </a:lnTo>
                  <a:lnTo>
                    <a:pt x="173990" y="6350"/>
                  </a:lnTo>
                  <a:close/>
                </a:path>
                <a:path w="199389" h="7620">
                  <a:moveTo>
                    <a:pt x="189230" y="2540"/>
                  </a:moveTo>
                  <a:lnTo>
                    <a:pt x="8890" y="2540"/>
                  </a:lnTo>
                  <a:lnTo>
                    <a:pt x="8890" y="5080"/>
                  </a:lnTo>
                  <a:lnTo>
                    <a:pt x="11430" y="5080"/>
                  </a:lnTo>
                  <a:lnTo>
                    <a:pt x="11430" y="6350"/>
                  </a:lnTo>
                  <a:lnTo>
                    <a:pt x="19050" y="6350"/>
                  </a:lnTo>
                  <a:lnTo>
                    <a:pt x="19050" y="5080"/>
                  </a:lnTo>
                  <a:lnTo>
                    <a:pt x="180327" y="5080"/>
                  </a:lnTo>
                  <a:lnTo>
                    <a:pt x="180327" y="6350"/>
                  </a:lnTo>
                  <a:lnTo>
                    <a:pt x="185420" y="6350"/>
                  </a:lnTo>
                  <a:lnTo>
                    <a:pt x="185420" y="5080"/>
                  </a:lnTo>
                  <a:lnTo>
                    <a:pt x="189230" y="5080"/>
                  </a:lnTo>
                  <a:lnTo>
                    <a:pt x="189230" y="2540"/>
                  </a:lnTo>
                  <a:close/>
                </a:path>
                <a:path w="199389" h="7620">
                  <a:moveTo>
                    <a:pt x="199377" y="0"/>
                  </a:moveTo>
                  <a:lnTo>
                    <a:pt x="0" y="0"/>
                  </a:lnTo>
                  <a:lnTo>
                    <a:pt x="0" y="1270"/>
                  </a:lnTo>
                  <a:lnTo>
                    <a:pt x="0" y="2540"/>
                  </a:lnTo>
                  <a:lnTo>
                    <a:pt x="2540" y="2540"/>
                  </a:lnTo>
                  <a:lnTo>
                    <a:pt x="2540" y="1270"/>
                  </a:lnTo>
                  <a:lnTo>
                    <a:pt x="194310" y="1270"/>
                  </a:lnTo>
                  <a:lnTo>
                    <a:pt x="194310" y="2540"/>
                  </a:lnTo>
                  <a:lnTo>
                    <a:pt x="199377" y="2540"/>
                  </a:lnTo>
                  <a:lnTo>
                    <a:pt x="199377" y="1270"/>
                  </a:lnTo>
                  <a:lnTo>
                    <a:pt x="199377" y="0"/>
                  </a:lnTo>
                  <a:close/>
                </a:path>
              </a:pathLst>
            </a:custGeom>
            <a:solidFill>
              <a:srgbClr val="F8B900"/>
            </a:solidFill>
          </p:spPr>
          <p:txBody>
            <a:bodyPr wrap="square" lIns="0" tIns="0" rIns="0" bIns="0" rtlCol="0"/>
            <a:lstStyle/>
            <a:p/>
          </p:txBody>
        </p:sp>
        <p:sp>
          <p:nvSpPr>
            <p:cNvPr id="628" name="object 628"/>
            <p:cNvSpPr/>
            <p:nvPr/>
          </p:nvSpPr>
          <p:spPr>
            <a:xfrm>
              <a:off x="2607310" y="3604259"/>
              <a:ext cx="152400" cy="6350"/>
            </a:xfrm>
            <a:custGeom>
              <a:avLst/>
              <a:gdLst/>
              <a:ahLst/>
              <a:cxnLst/>
              <a:rect l="l" t="t" r="r" b="b"/>
              <a:pathLst>
                <a:path w="152400" h="6350">
                  <a:moveTo>
                    <a:pt x="13970" y="0"/>
                  </a:moveTo>
                  <a:lnTo>
                    <a:pt x="0" y="0"/>
                  </a:lnTo>
                  <a:lnTo>
                    <a:pt x="0" y="1270"/>
                  </a:lnTo>
                  <a:lnTo>
                    <a:pt x="13970" y="1270"/>
                  </a:lnTo>
                  <a:lnTo>
                    <a:pt x="13970" y="0"/>
                  </a:lnTo>
                  <a:close/>
                </a:path>
                <a:path w="152400" h="6350">
                  <a:moveTo>
                    <a:pt x="115570" y="5092"/>
                  </a:moveTo>
                  <a:lnTo>
                    <a:pt x="53340" y="5092"/>
                  </a:lnTo>
                  <a:lnTo>
                    <a:pt x="53340" y="6350"/>
                  </a:lnTo>
                  <a:lnTo>
                    <a:pt x="115570" y="6350"/>
                  </a:lnTo>
                  <a:lnTo>
                    <a:pt x="115570" y="5092"/>
                  </a:lnTo>
                  <a:close/>
                </a:path>
                <a:path w="152400" h="6350">
                  <a:moveTo>
                    <a:pt x="140970" y="1270"/>
                  </a:moveTo>
                  <a:lnTo>
                    <a:pt x="19050" y="1270"/>
                  </a:lnTo>
                  <a:lnTo>
                    <a:pt x="19050" y="3810"/>
                  </a:lnTo>
                  <a:lnTo>
                    <a:pt x="33020" y="3810"/>
                  </a:lnTo>
                  <a:lnTo>
                    <a:pt x="33020" y="5080"/>
                  </a:lnTo>
                  <a:lnTo>
                    <a:pt x="133350" y="5080"/>
                  </a:lnTo>
                  <a:lnTo>
                    <a:pt x="133350" y="3810"/>
                  </a:lnTo>
                  <a:lnTo>
                    <a:pt x="140970" y="3810"/>
                  </a:lnTo>
                  <a:lnTo>
                    <a:pt x="140970" y="1270"/>
                  </a:lnTo>
                  <a:close/>
                </a:path>
                <a:path w="152400" h="6350">
                  <a:moveTo>
                    <a:pt x="152400" y="0"/>
                  </a:moveTo>
                  <a:lnTo>
                    <a:pt x="148590" y="0"/>
                  </a:lnTo>
                  <a:lnTo>
                    <a:pt x="148590" y="1270"/>
                  </a:lnTo>
                  <a:lnTo>
                    <a:pt x="152400" y="1270"/>
                  </a:lnTo>
                  <a:lnTo>
                    <a:pt x="152400" y="0"/>
                  </a:lnTo>
                  <a:close/>
                </a:path>
              </a:pathLst>
            </a:custGeom>
            <a:solidFill>
              <a:srgbClr val="FABB00"/>
            </a:solidFill>
          </p:spPr>
          <p:txBody>
            <a:bodyPr wrap="square" lIns="0" tIns="0" rIns="0" bIns="0" rtlCol="0"/>
            <a:lstStyle/>
            <a:p/>
          </p:txBody>
        </p:sp>
        <p:sp>
          <p:nvSpPr>
            <p:cNvPr id="629" name="object 629"/>
            <p:cNvSpPr/>
            <p:nvPr/>
          </p:nvSpPr>
          <p:spPr>
            <a:xfrm>
              <a:off x="2355849" y="2651759"/>
              <a:ext cx="617220" cy="958850"/>
            </a:xfrm>
            <a:custGeom>
              <a:avLst/>
              <a:gdLst/>
              <a:ahLst/>
              <a:cxnLst/>
              <a:rect l="l" t="t" r="r" b="b"/>
              <a:pathLst>
                <a:path w="617219" h="958850">
                  <a:moveTo>
                    <a:pt x="562610" y="20319"/>
                  </a:moveTo>
                  <a:lnTo>
                    <a:pt x="566419" y="323850"/>
                  </a:lnTo>
                  <a:lnTo>
                    <a:pt x="541019" y="321310"/>
                  </a:lnTo>
                  <a:lnTo>
                    <a:pt x="535939" y="293369"/>
                  </a:lnTo>
                  <a:lnTo>
                    <a:pt x="528319" y="266700"/>
                  </a:lnTo>
                  <a:lnTo>
                    <a:pt x="509269" y="217169"/>
                  </a:lnTo>
                  <a:lnTo>
                    <a:pt x="483869" y="171450"/>
                  </a:lnTo>
                  <a:lnTo>
                    <a:pt x="450850" y="132079"/>
                  </a:lnTo>
                  <a:lnTo>
                    <a:pt x="414019" y="100329"/>
                  </a:lnTo>
                  <a:lnTo>
                    <a:pt x="375919" y="74929"/>
                  </a:lnTo>
                  <a:lnTo>
                    <a:pt x="335280" y="59689"/>
                  </a:lnTo>
                  <a:lnTo>
                    <a:pt x="326389" y="57150"/>
                  </a:lnTo>
                  <a:lnTo>
                    <a:pt x="316230" y="54610"/>
                  </a:lnTo>
                  <a:lnTo>
                    <a:pt x="304800" y="53339"/>
                  </a:lnTo>
                  <a:lnTo>
                    <a:pt x="294639" y="52069"/>
                  </a:lnTo>
                  <a:lnTo>
                    <a:pt x="278130" y="52069"/>
                  </a:lnTo>
                  <a:lnTo>
                    <a:pt x="262889" y="52069"/>
                  </a:lnTo>
                  <a:lnTo>
                    <a:pt x="248919" y="54610"/>
                  </a:lnTo>
                  <a:lnTo>
                    <a:pt x="236219" y="57150"/>
                  </a:lnTo>
                  <a:lnTo>
                    <a:pt x="223519" y="60960"/>
                  </a:lnTo>
                  <a:lnTo>
                    <a:pt x="217169" y="64769"/>
                  </a:lnTo>
                  <a:lnTo>
                    <a:pt x="210819" y="67310"/>
                  </a:lnTo>
                  <a:lnTo>
                    <a:pt x="205739" y="71119"/>
                  </a:lnTo>
                  <a:lnTo>
                    <a:pt x="200660" y="73660"/>
                  </a:lnTo>
                  <a:lnTo>
                    <a:pt x="195580" y="77469"/>
                  </a:lnTo>
                  <a:lnTo>
                    <a:pt x="190500" y="81279"/>
                  </a:lnTo>
                  <a:lnTo>
                    <a:pt x="181610" y="90169"/>
                  </a:lnTo>
                  <a:lnTo>
                    <a:pt x="173989" y="100329"/>
                  </a:lnTo>
                  <a:lnTo>
                    <a:pt x="170180" y="104139"/>
                  </a:lnTo>
                  <a:lnTo>
                    <a:pt x="166369" y="109219"/>
                  </a:lnTo>
                  <a:lnTo>
                    <a:pt x="163830" y="114300"/>
                  </a:lnTo>
                  <a:lnTo>
                    <a:pt x="161289" y="119379"/>
                  </a:lnTo>
                  <a:lnTo>
                    <a:pt x="158750" y="124460"/>
                  </a:lnTo>
                  <a:lnTo>
                    <a:pt x="157480" y="129539"/>
                  </a:lnTo>
                  <a:lnTo>
                    <a:pt x="154939" y="135889"/>
                  </a:lnTo>
                  <a:lnTo>
                    <a:pt x="153669" y="140969"/>
                  </a:lnTo>
                  <a:lnTo>
                    <a:pt x="152400" y="146050"/>
                  </a:lnTo>
                  <a:lnTo>
                    <a:pt x="152400" y="152400"/>
                  </a:lnTo>
                  <a:lnTo>
                    <a:pt x="151130" y="157479"/>
                  </a:lnTo>
                  <a:lnTo>
                    <a:pt x="151130" y="163829"/>
                  </a:lnTo>
                  <a:lnTo>
                    <a:pt x="151130" y="171450"/>
                  </a:lnTo>
                  <a:lnTo>
                    <a:pt x="151130" y="179069"/>
                  </a:lnTo>
                  <a:lnTo>
                    <a:pt x="152400" y="186689"/>
                  </a:lnTo>
                  <a:lnTo>
                    <a:pt x="153669" y="193039"/>
                  </a:lnTo>
                  <a:lnTo>
                    <a:pt x="154939" y="199389"/>
                  </a:lnTo>
                  <a:lnTo>
                    <a:pt x="157480" y="205739"/>
                  </a:lnTo>
                  <a:lnTo>
                    <a:pt x="180339" y="243839"/>
                  </a:lnTo>
                  <a:lnTo>
                    <a:pt x="213360" y="276860"/>
                  </a:lnTo>
                  <a:lnTo>
                    <a:pt x="222250" y="285750"/>
                  </a:lnTo>
                  <a:lnTo>
                    <a:pt x="231139" y="292100"/>
                  </a:lnTo>
                  <a:lnTo>
                    <a:pt x="242569" y="299719"/>
                  </a:lnTo>
                  <a:lnTo>
                    <a:pt x="271780" y="320039"/>
                  </a:lnTo>
                  <a:lnTo>
                    <a:pt x="311150" y="344169"/>
                  </a:lnTo>
                  <a:lnTo>
                    <a:pt x="360680" y="372110"/>
                  </a:lnTo>
                  <a:lnTo>
                    <a:pt x="430530" y="415289"/>
                  </a:lnTo>
                  <a:lnTo>
                    <a:pt x="487680" y="455929"/>
                  </a:lnTo>
                  <a:lnTo>
                    <a:pt x="533400" y="495300"/>
                  </a:lnTo>
                  <a:lnTo>
                    <a:pt x="565150" y="533400"/>
                  </a:lnTo>
                  <a:lnTo>
                    <a:pt x="588010" y="570229"/>
                  </a:lnTo>
                  <a:lnTo>
                    <a:pt x="604519" y="609600"/>
                  </a:lnTo>
                  <a:lnTo>
                    <a:pt x="613410" y="651510"/>
                  </a:lnTo>
                  <a:lnTo>
                    <a:pt x="617219" y="694689"/>
                  </a:lnTo>
                  <a:lnTo>
                    <a:pt x="615950" y="708660"/>
                  </a:lnTo>
                  <a:lnTo>
                    <a:pt x="614680" y="722629"/>
                  </a:lnTo>
                  <a:lnTo>
                    <a:pt x="613410" y="736600"/>
                  </a:lnTo>
                  <a:lnTo>
                    <a:pt x="603250" y="775969"/>
                  </a:lnTo>
                  <a:lnTo>
                    <a:pt x="588010" y="811529"/>
                  </a:lnTo>
                  <a:lnTo>
                    <a:pt x="581660" y="822960"/>
                  </a:lnTo>
                  <a:lnTo>
                    <a:pt x="574039" y="834389"/>
                  </a:lnTo>
                  <a:lnTo>
                    <a:pt x="566419" y="845819"/>
                  </a:lnTo>
                  <a:lnTo>
                    <a:pt x="548639" y="866139"/>
                  </a:lnTo>
                  <a:lnTo>
                    <a:pt x="506730" y="904239"/>
                  </a:lnTo>
                  <a:lnTo>
                    <a:pt x="457200" y="932179"/>
                  </a:lnTo>
                  <a:lnTo>
                    <a:pt x="402589" y="951229"/>
                  </a:lnTo>
                  <a:lnTo>
                    <a:pt x="342900" y="958850"/>
                  </a:lnTo>
                  <a:lnTo>
                    <a:pt x="311150" y="958850"/>
                  </a:lnTo>
                  <a:lnTo>
                    <a:pt x="289560" y="956309"/>
                  </a:lnTo>
                  <a:lnTo>
                    <a:pt x="270510" y="953769"/>
                  </a:lnTo>
                  <a:lnTo>
                    <a:pt x="251460" y="951229"/>
                  </a:lnTo>
                  <a:lnTo>
                    <a:pt x="241300" y="948689"/>
                  </a:lnTo>
                  <a:lnTo>
                    <a:pt x="232410" y="946150"/>
                  </a:lnTo>
                  <a:lnTo>
                    <a:pt x="222250" y="943610"/>
                  </a:lnTo>
                  <a:lnTo>
                    <a:pt x="213360" y="939800"/>
                  </a:lnTo>
                  <a:lnTo>
                    <a:pt x="191769" y="932179"/>
                  </a:lnTo>
                  <a:lnTo>
                    <a:pt x="167639" y="920750"/>
                  </a:lnTo>
                  <a:lnTo>
                    <a:pt x="140969" y="909319"/>
                  </a:lnTo>
                  <a:lnTo>
                    <a:pt x="125730" y="902969"/>
                  </a:lnTo>
                  <a:lnTo>
                    <a:pt x="119380" y="899160"/>
                  </a:lnTo>
                  <a:lnTo>
                    <a:pt x="113030" y="897889"/>
                  </a:lnTo>
                  <a:lnTo>
                    <a:pt x="106680" y="895350"/>
                  </a:lnTo>
                  <a:lnTo>
                    <a:pt x="100330" y="894079"/>
                  </a:lnTo>
                  <a:lnTo>
                    <a:pt x="95250" y="894079"/>
                  </a:lnTo>
                  <a:lnTo>
                    <a:pt x="90169" y="892810"/>
                  </a:lnTo>
                  <a:lnTo>
                    <a:pt x="85089" y="892810"/>
                  </a:lnTo>
                  <a:lnTo>
                    <a:pt x="82550" y="892810"/>
                  </a:lnTo>
                  <a:lnTo>
                    <a:pt x="81280" y="892810"/>
                  </a:lnTo>
                  <a:lnTo>
                    <a:pt x="77469" y="894079"/>
                  </a:lnTo>
                  <a:lnTo>
                    <a:pt x="72389" y="895350"/>
                  </a:lnTo>
                  <a:lnTo>
                    <a:pt x="68580" y="896619"/>
                  </a:lnTo>
                  <a:lnTo>
                    <a:pt x="63500" y="897889"/>
                  </a:lnTo>
                  <a:lnTo>
                    <a:pt x="58419" y="900429"/>
                  </a:lnTo>
                  <a:lnTo>
                    <a:pt x="54610" y="902969"/>
                  </a:lnTo>
                  <a:lnTo>
                    <a:pt x="49530" y="905510"/>
                  </a:lnTo>
                  <a:lnTo>
                    <a:pt x="45719" y="909319"/>
                  </a:lnTo>
                  <a:lnTo>
                    <a:pt x="40639" y="913129"/>
                  </a:lnTo>
                  <a:lnTo>
                    <a:pt x="36830" y="918210"/>
                  </a:lnTo>
                  <a:lnTo>
                    <a:pt x="33019" y="923289"/>
                  </a:lnTo>
                  <a:lnTo>
                    <a:pt x="30480" y="928369"/>
                  </a:lnTo>
                  <a:lnTo>
                    <a:pt x="26669" y="934719"/>
                  </a:lnTo>
                  <a:lnTo>
                    <a:pt x="22860" y="941069"/>
                  </a:lnTo>
                  <a:lnTo>
                    <a:pt x="0" y="938529"/>
                  </a:lnTo>
                  <a:lnTo>
                    <a:pt x="5080" y="591819"/>
                  </a:lnTo>
                  <a:lnTo>
                    <a:pt x="29210" y="594360"/>
                  </a:lnTo>
                  <a:lnTo>
                    <a:pt x="35560" y="631189"/>
                  </a:lnTo>
                  <a:lnTo>
                    <a:pt x="45719" y="665479"/>
                  </a:lnTo>
                  <a:lnTo>
                    <a:pt x="55880" y="697229"/>
                  </a:lnTo>
                  <a:lnTo>
                    <a:pt x="68580" y="727710"/>
                  </a:lnTo>
                  <a:lnTo>
                    <a:pt x="71119" y="734060"/>
                  </a:lnTo>
                  <a:lnTo>
                    <a:pt x="82550" y="756919"/>
                  </a:lnTo>
                  <a:lnTo>
                    <a:pt x="85089" y="762000"/>
                  </a:lnTo>
                  <a:lnTo>
                    <a:pt x="97789" y="782319"/>
                  </a:lnTo>
                  <a:lnTo>
                    <a:pt x="134619" y="826769"/>
                  </a:lnTo>
                  <a:lnTo>
                    <a:pt x="175260" y="862329"/>
                  </a:lnTo>
                  <a:lnTo>
                    <a:pt x="217169" y="887729"/>
                  </a:lnTo>
                  <a:lnTo>
                    <a:pt x="261619" y="904239"/>
                  </a:lnTo>
                  <a:lnTo>
                    <a:pt x="273050" y="906779"/>
                  </a:lnTo>
                  <a:lnTo>
                    <a:pt x="284480" y="909319"/>
                  </a:lnTo>
                  <a:lnTo>
                    <a:pt x="308610" y="911860"/>
                  </a:lnTo>
                  <a:lnTo>
                    <a:pt x="326389" y="911860"/>
                  </a:lnTo>
                  <a:lnTo>
                    <a:pt x="373380" y="904239"/>
                  </a:lnTo>
                  <a:lnTo>
                    <a:pt x="393700" y="895350"/>
                  </a:lnTo>
                  <a:lnTo>
                    <a:pt x="400050" y="892810"/>
                  </a:lnTo>
                  <a:lnTo>
                    <a:pt x="406400" y="889000"/>
                  </a:lnTo>
                  <a:lnTo>
                    <a:pt x="412750" y="883919"/>
                  </a:lnTo>
                  <a:lnTo>
                    <a:pt x="417830" y="880110"/>
                  </a:lnTo>
                  <a:lnTo>
                    <a:pt x="424180" y="875029"/>
                  </a:lnTo>
                  <a:lnTo>
                    <a:pt x="434339" y="866139"/>
                  </a:lnTo>
                  <a:lnTo>
                    <a:pt x="443230" y="855979"/>
                  </a:lnTo>
                  <a:lnTo>
                    <a:pt x="445769" y="849629"/>
                  </a:lnTo>
                  <a:lnTo>
                    <a:pt x="450850" y="844550"/>
                  </a:lnTo>
                  <a:lnTo>
                    <a:pt x="453389" y="838200"/>
                  </a:lnTo>
                  <a:lnTo>
                    <a:pt x="455930" y="833119"/>
                  </a:lnTo>
                  <a:lnTo>
                    <a:pt x="458469" y="826769"/>
                  </a:lnTo>
                  <a:lnTo>
                    <a:pt x="461010" y="820419"/>
                  </a:lnTo>
                  <a:lnTo>
                    <a:pt x="463550" y="815339"/>
                  </a:lnTo>
                  <a:lnTo>
                    <a:pt x="464819" y="808989"/>
                  </a:lnTo>
                  <a:lnTo>
                    <a:pt x="466089" y="802639"/>
                  </a:lnTo>
                  <a:lnTo>
                    <a:pt x="467360" y="796289"/>
                  </a:lnTo>
                  <a:lnTo>
                    <a:pt x="467360" y="789939"/>
                  </a:lnTo>
                  <a:lnTo>
                    <a:pt x="467360" y="782319"/>
                  </a:lnTo>
                  <a:lnTo>
                    <a:pt x="467360" y="774700"/>
                  </a:lnTo>
                  <a:lnTo>
                    <a:pt x="467360" y="765810"/>
                  </a:lnTo>
                  <a:lnTo>
                    <a:pt x="466089" y="759460"/>
                  </a:lnTo>
                  <a:lnTo>
                    <a:pt x="463550" y="750569"/>
                  </a:lnTo>
                  <a:lnTo>
                    <a:pt x="462280" y="742950"/>
                  </a:lnTo>
                  <a:lnTo>
                    <a:pt x="459739" y="735329"/>
                  </a:lnTo>
                  <a:lnTo>
                    <a:pt x="455930" y="726439"/>
                  </a:lnTo>
                  <a:lnTo>
                    <a:pt x="452119" y="718819"/>
                  </a:lnTo>
                  <a:lnTo>
                    <a:pt x="448310" y="711200"/>
                  </a:lnTo>
                  <a:lnTo>
                    <a:pt x="443230" y="703579"/>
                  </a:lnTo>
                  <a:lnTo>
                    <a:pt x="436880" y="695960"/>
                  </a:lnTo>
                  <a:lnTo>
                    <a:pt x="431800" y="688339"/>
                  </a:lnTo>
                  <a:lnTo>
                    <a:pt x="425450" y="681989"/>
                  </a:lnTo>
                  <a:lnTo>
                    <a:pt x="417830" y="674369"/>
                  </a:lnTo>
                  <a:lnTo>
                    <a:pt x="411480" y="666750"/>
                  </a:lnTo>
                  <a:lnTo>
                    <a:pt x="402589" y="659129"/>
                  </a:lnTo>
                  <a:lnTo>
                    <a:pt x="393700" y="651510"/>
                  </a:lnTo>
                  <a:lnTo>
                    <a:pt x="383539" y="643889"/>
                  </a:lnTo>
                  <a:lnTo>
                    <a:pt x="356869" y="624839"/>
                  </a:lnTo>
                  <a:lnTo>
                    <a:pt x="323850" y="605789"/>
                  </a:lnTo>
                  <a:lnTo>
                    <a:pt x="285750" y="581660"/>
                  </a:lnTo>
                  <a:lnTo>
                    <a:pt x="229869" y="549910"/>
                  </a:lnTo>
                  <a:lnTo>
                    <a:pt x="184150" y="519429"/>
                  </a:lnTo>
                  <a:lnTo>
                    <a:pt x="146050" y="491489"/>
                  </a:lnTo>
                  <a:lnTo>
                    <a:pt x="129539" y="480060"/>
                  </a:lnTo>
                  <a:lnTo>
                    <a:pt x="115569" y="468629"/>
                  </a:lnTo>
                  <a:lnTo>
                    <a:pt x="102869" y="455929"/>
                  </a:lnTo>
                  <a:lnTo>
                    <a:pt x="91439" y="444500"/>
                  </a:lnTo>
                  <a:lnTo>
                    <a:pt x="90169" y="443229"/>
                  </a:lnTo>
                  <a:lnTo>
                    <a:pt x="80010" y="431800"/>
                  </a:lnTo>
                  <a:lnTo>
                    <a:pt x="76200" y="425450"/>
                  </a:lnTo>
                  <a:lnTo>
                    <a:pt x="71119" y="419100"/>
                  </a:lnTo>
                  <a:lnTo>
                    <a:pt x="60960" y="405129"/>
                  </a:lnTo>
                  <a:lnTo>
                    <a:pt x="52069" y="391160"/>
                  </a:lnTo>
                  <a:lnTo>
                    <a:pt x="44450" y="377189"/>
                  </a:lnTo>
                  <a:lnTo>
                    <a:pt x="36830" y="363219"/>
                  </a:lnTo>
                  <a:lnTo>
                    <a:pt x="31750" y="349250"/>
                  </a:lnTo>
                  <a:lnTo>
                    <a:pt x="25400" y="334010"/>
                  </a:lnTo>
                  <a:lnTo>
                    <a:pt x="21589" y="320039"/>
                  </a:lnTo>
                  <a:lnTo>
                    <a:pt x="17780" y="304800"/>
                  </a:lnTo>
                  <a:lnTo>
                    <a:pt x="13969" y="289560"/>
                  </a:lnTo>
                  <a:lnTo>
                    <a:pt x="12700" y="274319"/>
                  </a:lnTo>
                  <a:lnTo>
                    <a:pt x="11430" y="257810"/>
                  </a:lnTo>
                  <a:lnTo>
                    <a:pt x="11430" y="242569"/>
                  </a:lnTo>
                  <a:lnTo>
                    <a:pt x="12700" y="215900"/>
                  </a:lnTo>
                  <a:lnTo>
                    <a:pt x="13969" y="203200"/>
                  </a:lnTo>
                  <a:lnTo>
                    <a:pt x="16510" y="190500"/>
                  </a:lnTo>
                  <a:lnTo>
                    <a:pt x="20319" y="177800"/>
                  </a:lnTo>
                  <a:lnTo>
                    <a:pt x="22860" y="166369"/>
                  </a:lnTo>
                  <a:lnTo>
                    <a:pt x="26669" y="154939"/>
                  </a:lnTo>
                  <a:lnTo>
                    <a:pt x="31750" y="143510"/>
                  </a:lnTo>
                  <a:lnTo>
                    <a:pt x="36830" y="132079"/>
                  </a:lnTo>
                  <a:lnTo>
                    <a:pt x="43180" y="121919"/>
                  </a:lnTo>
                  <a:lnTo>
                    <a:pt x="49530" y="111760"/>
                  </a:lnTo>
                  <a:lnTo>
                    <a:pt x="55880" y="101600"/>
                  </a:lnTo>
                  <a:lnTo>
                    <a:pt x="72389" y="82550"/>
                  </a:lnTo>
                  <a:lnTo>
                    <a:pt x="81280" y="73660"/>
                  </a:lnTo>
                  <a:lnTo>
                    <a:pt x="90169" y="64769"/>
                  </a:lnTo>
                  <a:lnTo>
                    <a:pt x="96519" y="59689"/>
                  </a:lnTo>
                  <a:lnTo>
                    <a:pt x="110489" y="48260"/>
                  </a:lnTo>
                  <a:lnTo>
                    <a:pt x="130810" y="34289"/>
                  </a:lnTo>
                  <a:lnTo>
                    <a:pt x="177800" y="12700"/>
                  </a:lnTo>
                  <a:lnTo>
                    <a:pt x="228600" y="1269"/>
                  </a:lnTo>
                  <a:lnTo>
                    <a:pt x="255269" y="0"/>
                  </a:lnTo>
                  <a:lnTo>
                    <a:pt x="283210" y="1269"/>
                  </a:lnTo>
                  <a:lnTo>
                    <a:pt x="304800" y="2539"/>
                  </a:lnTo>
                  <a:lnTo>
                    <a:pt x="325119" y="6350"/>
                  </a:lnTo>
                  <a:lnTo>
                    <a:pt x="335280" y="8889"/>
                  </a:lnTo>
                  <a:lnTo>
                    <a:pt x="345439" y="11429"/>
                  </a:lnTo>
                  <a:lnTo>
                    <a:pt x="355600" y="13969"/>
                  </a:lnTo>
                  <a:lnTo>
                    <a:pt x="365760" y="17779"/>
                  </a:lnTo>
                  <a:lnTo>
                    <a:pt x="373380" y="20319"/>
                  </a:lnTo>
                  <a:lnTo>
                    <a:pt x="381000" y="22860"/>
                  </a:lnTo>
                  <a:lnTo>
                    <a:pt x="398780" y="30479"/>
                  </a:lnTo>
                  <a:lnTo>
                    <a:pt x="417830" y="40639"/>
                  </a:lnTo>
                  <a:lnTo>
                    <a:pt x="438150" y="52069"/>
                  </a:lnTo>
                  <a:lnTo>
                    <a:pt x="458469" y="63500"/>
                  </a:lnTo>
                  <a:lnTo>
                    <a:pt x="467360" y="67310"/>
                  </a:lnTo>
                  <a:lnTo>
                    <a:pt x="474980" y="71119"/>
                  </a:lnTo>
                  <a:lnTo>
                    <a:pt x="482600" y="73660"/>
                  </a:lnTo>
                  <a:lnTo>
                    <a:pt x="488950" y="76200"/>
                  </a:lnTo>
                  <a:lnTo>
                    <a:pt x="494030" y="77469"/>
                  </a:lnTo>
                  <a:lnTo>
                    <a:pt x="496569" y="78739"/>
                  </a:lnTo>
                  <a:lnTo>
                    <a:pt x="499110" y="78739"/>
                  </a:lnTo>
                  <a:lnTo>
                    <a:pt x="502919" y="78739"/>
                  </a:lnTo>
                  <a:lnTo>
                    <a:pt x="506730" y="78739"/>
                  </a:lnTo>
                  <a:lnTo>
                    <a:pt x="510539" y="77469"/>
                  </a:lnTo>
                  <a:lnTo>
                    <a:pt x="511810" y="77469"/>
                  </a:lnTo>
                  <a:lnTo>
                    <a:pt x="514350" y="76200"/>
                  </a:lnTo>
                  <a:lnTo>
                    <a:pt x="515619" y="76200"/>
                  </a:lnTo>
                  <a:lnTo>
                    <a:pt x="516889" y="74929"/>
                  </a:lnTo>
                  <a:lnTo>
                    <a:pt x="518160" y="74929"/>
                  </a:lnTo>
                  <a:lnTo>
                    <a:pt x="520700" y="73660"/>
                  </a:lnTo>
                  <a:lnTo>
                    <a:pt x="521969" y="72389"/>
                  </a:lnTo>
                  <a:lnTo>
                    <a:pt x="523239" y="71119"/>
                  </a:lnTo>
                  <a:lnTo>
                    <a:pt x="524510" y="71119"/>
                  </a:lnTo>
                  <a:lnTo>
                    <a:pt x="525780" y="69850"/>
                  </a:lnTo>
                  <a:lnTo>
                    <a:pt x="527050" y="68579"/>
                  </a:lnTo>
                  <a:lnTo>
                    <a:pt x="528319" y="66039"/>
                  </a:lnTo>
                  <a:lnTo>
                    <a:pt x="529589" y="62229"/>
                  </a:lnTo>
                  <a:lnTo>
                    <a:pt x="532130" y="57150"/>
                  </a:lnTo>
                  <a:lnTo>
                    <a:pt x="534669" y="52069"/>
                  </a:lnTo>
                  <a:lnTo>
                    <a:pt x="537210" y="44450"/>
                  </a:lnTo>
                  <a:lnTo>
                    <a:pt x="539750" y="36829"/>
                  </a:lnTo>
                  <a:lnTo>
                    <a:pt x="544830" y="19050"/>
                  </a:lnTo>
                  <a:lnTo>
                    <a:pt x="562610" y="20319"/>
                  </a:lnTo>
                  <a:close/>
                </a:path>
              </a:pathLst>
            </a:custGeom>
            <a:ln w="9344">
              <a:solidFill>
                <a:srgbClr val="000000"/>
              </a:solidFill>
            </a:ln>
          </p:spPr>
          <p:txBody>
            <a:bodyPr wrap="square" lIns="0" tIns="0" rIns="0" bIns="0" rtlCol="0"/>
            <a:lstStyle/>
            <a:p/>
          </p:txBody>
        </p:sp>
      </p:grpSp>
      <p:grpSp>
        <p:nvGrpSpPr>
          <p:cNvPr id="630" name="object 630"/>
          <p:cNvGrpSpPr/>
          <p:nvPr/>
        </p:nvGrpSpPr>
        <p:grpSpPr>
          <a:xfrm>
            <a:off x="3072537" y="2699157"/>
            <a:ext cx="793115" cy="935355"/>
            <a:chOff x="3072537" y="2699157"/>
            <a:chExt cx="793115" cy="935355"/>
          </a:xfrm>
        </p:grpSpPr>
        <p:sp>
          <p:nvSpPr>
            <p:cNvPr id="631" name="object 631"/>
            <p:cNvSpPr/>
            <p:nvPr/>
          </p:nvSpPr>
          <p:spPr>
            <a:xfrm>
              <a:off x="3079750" y="2703829"/>
              <a:ext cx="176530" cy="13970"/>
            </a:xfrm>
            <a:custGeom>
              <a:avLst/>
              <a:gdLst/>
              <a:ahLst/>
              <a:cxnLst/>
              <a:rect l="l" t="t" r="r" b="b"/>
              <a:pathLst>
                <a:path w="176529" h="13969">
                  <a:moveTo>
                    <a:pt x="176517" y="12700"/>
                  </a:moveTo>
                  <a:lnTo>
                    <a:pt x="157480" y="12700"/>
                  </a:lnTo>
                  <a:lnTo>
                    <a:pt x="157480" y="11430"/>
                  </a:lnTo>
                  <a:lnTo>
                    <a:pt x="139700" y="11430"/>
                  </a:lnTo>
                  <a:lnTo>
                    <a:pt x="139700" y="10160"/>
                  </a:lnTo>
                  <a:lnTo>
                    <a:pt x="120650" y="10160"/>
                  </a:lnTo>
                  <a:lnTo>
                    <a:pt x="120650" y="8890"/>
                  </a:lnTo>
                  <a:lnTo>
                    <a:pt x="102870" y="8890"/>
                  </a:lnTo>
                  <a:lnTo>
                    <a:pt x="102870" y="7620"/>
                  </a:lnTo>
                  <a:lnTo>
                    <a:pt x="83820" y="7620"/>
                  </a:lnTo>
                  <a:lnTo>
                    <a:pt x="83820" y="6350"/>
                  </a:lnTo>
                  <a:lnTo>
                    <a:pt x="66040" y="6350"/>
                  </a:lnTo>
                  <a:lnTo>
                    <a:pt x="66040" y="5080"/>
                  </a:lnTo>
                  <a:lnTo>
                    <a:pt x="48260" y="5080"/>
                  </a:lnTo>
                  <a:lnTo>
                    <a:pt x="48260" y="3810"/>
                  </a:lnTo>
                  <a:lnTo>
                    <a:pt x="29210" y="3810"/>
                  </a:lnTo>
                  <a:lnTo>
                    <a:pt x="29210" y="2540"/>
                  </a:lnTo>
                  <a:lnTo>
                    <a:pt x="11430" y="2540"/>
                  </a:lnTo>
                  <a:lnTo>
                    <a:pt x="11430" y="1270"/>
                  </a:lnTo>
                  <a:lnTo>
                    <a:pt x="1270" y="1270"/>
                  </a:lnTo>
                  <a:lnTo>
                    <a:pt x="1270" y="0"/>
                  </a:lnTo>
                  <a:lnTo>
                    <a:pt x="0" y="0"/>
                  </a:lnTo>
                  <a:lnTo>
                    <a:pt x="0" y="13970"/>
                  </a:lnTo>
                  <a:lnTo>
                    <a:pt x="176517" y="13970"/>
                  </a:lnTo>
                  <a:lnTo>
                    <a:pt x="176517" y="12700"/>
                  </a:lnTo>
                  <a:close/>
                </a:path>
              </a:pathLst>
            </a:custGeom>
            <a:solidFill>
              <a:srgbClr val="000000"/>
            </a:solidFill>
          </p:spPr>
          <p:txBody>
            <a:bodyPr wrap="square" lIns="0" tIns="0" rIns="0" bIns="0" rtlCol="0"/>
            <a:lstStyle/>
            <a:p/>
          </p:txBody>
        </p:sp>
        <p:sp>
          <p:nvSpPr>
            <p:cNvPr id="632" name="object 632"/>
            <p:cNvSpPr/>
            <p:nvPr/>
          </p:nvSpPr>
          <p:spPr>
            <a:xfrm>
              <a:off x="3079750" y="2717799"/>
              <a:ext cx="267970" cy="6350"/>
            </a:xfrm>
            <a:custGeom>
              <a:avLst/>
              <a:gdLst/>
              <a:ahLst/>
              <a:cxnLst/>
              <a:rect l="l" t="t" r="r" b="b"/>
              <a:pathLst>
                <a:path w="267970" h="6350">
                  <a:moveTo>
                    <a:pt x="267970" y="5080"/>
                  </a:moveTo>
                  <a:lnTo>
                    <a:pt x="248920" y="5080"/>
                  </a:lnTo>
                  <a:lnTo>
                    <a:pt x="248920" y="3810"/>
                  </a:lnTo>
                  <a:lnTo>
                    <a:pt x="231140" y="3810"/>
                  </a:lnTo>
                  <a:lnTo>
                    <a:pt x="231140" y="2540"/>
                  </a:lnTo>
                  <a:lnTo>
                    <a:pt x="213360" y="2540"/>
                  </a:lnTo>
                  <a:lnTo>
                    <a:pt x="213360" y="1270"/>
                  </a:lnTo>
                  <a:lnTo>
                    <a:pt x="194310" y="1270"/>
                  </a:lnTo>
                  <a:lnTo>
                    <a:pt x="194310" y="0"/>
                  </a:lnTo>
                  <a:lnTo>
                    <a:pt x="0" y="0"/>
                  </a:lnTo>
                  <a:lnTo>
                    <a:pt x="0" y="6350"/>
                  </a:lnTo>
                  <a:lnTo>
                    <a:pt x="267970" y="6350"/>
                  </a:lnTo>
                  <a:lnTo>
                    <a:pt x="267970" y="5080"/>
                  </a:lnTo>
                  <a:close/>
                </a:path>
              </a:pathLst>
            </a:custGeom>
            <a:solidFill>
              <a:srgbClr val="020100"/>
            </a:solidFill>
          </p:spPr>
          <p:txBody>
            <a:bodyPr wrap="square" lIns="0" tIns="0" rIns="0" bIns="0" rtlCol="0"/>
            <a:lstStyle/>
            <a:p/>
          </p:txBody>
        </p:sp>
        <p:sp>
          <p:nvSpPr>
            <p:cNvPr id="633" name="object 633"/>
            <p:cNvSpPr/>
            <p:nvPr/>
          </p:nvSpPr>
          <p:spPr>
            <a:xfrm>
              <a:off x="3079750" y="2724149"/>
              <a:ext cx="378460" cy="7620"/>
            </a:xfrm>
            <a:custGeom>
              <a:avLst/>
              <a:gdLst/>
              <a:ahLst/>
              <a:cxnLst/>
              <a:rect l="l" t="t" r="r" b="b"/>
              <a:pathLst>
                <a:path w="378460" h="7619">
                  <a:moveTo>
                    <a:pt x="378460" y="6350"/>
                  </a:moveTo>
                  <a:lnTo>
                    <a:pt x="359410" y="6350"/>
                  </a:lnTo>
                  <a:lnTo>
                    <a:pt x="359410" y="5080"/>
                  </a:lnTo>
                  <a:lnTo>
                    <a:pt x="341630" y="5080"/>
                  </a:lnTo>
                  <a:lnTo>
                    <a:pt x="341630" y="3810"/>
                  </a:lnTo>
                  <a:lnTo>
                    <a:pt x="322580" y="3810"/>
                  </a:lnTo>
                  <a:lnTo>
                    <a:pt x="322580" y="2540"/>
                  </a:lnTo>
                  <a:lnTo>
                    <a:pt x="304800" y="2540"/>
                  </a:lnTo>
                  <a:lnTo>
                    <a:pt x="304800" y="1270"/>
                  </a:lnTo>
                  <a:lnTo>
                    <a:pt x="285750" y="1270"/>
                  </a:lnTo>
                  <a:lnTo>
                    <a:pt x="285750" y="0"/>
                  </a:lnTo>
                  <a:lnTo>
                    <a:pt x="0" y="0"/>
                  </a:lnTo>
                  <a:lnTo>
                    <a:pt x="0" y="1270"/>
                  </a:lnTo>
                  <a:lnTo>
                    <a:pt x="0" y="2540"/>
                  </a:lnTo>
                  <a:lnTo>
                    <a:pt x="0" y="3810"/>
                  </a:lnTo>
                  <a:lnTo>
                    <a:pt x="0" y="5080"/>
                  </a:lnTo>
                  <a:lnTo>
                    <a:pt x="0" y="6350"/>
                  </a:lnTo>
                  <a:lnTo>
                    <a:pt x="0" y="7620"/>
                  </a:lnTo>
                  <a:lnTo>
                    <a:pt x="378460" y="7620"/>
                  </a:lnTo>
                  <a:lnTo>
                    <a:pt x="378460" y="6350"/>
                  </a:lnTo>
                  <a:close/>
                </a:path>
              </a:pathLst>
            </a:custGeom>
            <a:solidFill>
              <a:srgbClr val="040300"/>
            </a:solidFill>
          </p:spPr>
          <p:txBody>
            <a:bodyPr wrap="square" lIns="0" tIns="0" rIns="0" bIns="0" rtlCol="0"/>
            <a:lstStyle/>
            <a:p/>
          </p:txBody>
        </p:sp>
        <p:sp>
          <p:nvSpPr>
            <p:cNvPr id="634" name="object 634"/>
            <p:cNvSpPr/>
            <p:nvPr/>
          </p:nvSpPr>
          <p:spPr>
            <a:xfrm>
              <a:off x="3079750" y="2731769"/>
              <a:ext cx="562610" cy="7620"/>
            </a:xfrm>
            <a:custGeom>
              <a:avLst/>
              <a:gdLst/>
              <a:ahLst/>
              <a:cxnLst/>
              <a:rect l="l" t="t" r="r" b="b"/>
              <a:pathLst>
                <a:path w="562610" h="7619">
                  <a:moveTo>
                    <a:pt x="562610" y="6350"/>
                  </a:moveTo>
                  <a:lnTo>
                    <a:pt x="499110" y="6350"/>
                  </a:lnTo>
                  <a:lnTo>
                    <a:pt x="499110" y="5080"/>
                  </a:lnTo>
                  <a:lnTo>
                    <a:pt x="459740" y="5080"/>
                  </a:lnTo>
                  <a:lnTo>
                    <a:pt x="459740" y="3810"/>
                  </a:lnTo>
                  <a:lnTo>
                    <a:pt x="433070" y="3810"/>
                  </a:lnTo>
                  <a:lnTo>
                    <a:pt x="433070" y="2540"/>
                  </a:lnTo>
                  <a:lnTo>
                    <a:pt x="414020" y="2540"/>
                  </a:lnTo>
                  <a:lnTo>
                    <a:pt x="414020" y="1270"/>
                  </a:lnTo>
                  <a:lnTo>
                    <a:pt x="396240" y="1270"/>
                  </a:lnTo>
                  <a:lnTo>
                    <a:pt x="396240" y="0"/>
                  </a:lnTo>
                  <a:lnTo>
                    <a:pt x="0" y="0"/>
                  </a:lnTo>
                  <a:lnTo>
                    <a:pt x="0" y="1270"/>
                  </a:lnTo>
                  <a:lnTo>
                    <a:pt x="0" y="2540"/>
                  </a:lnTo>
                  <a:lnTo>
                    <a:pt x="0" y="3810"/>
                  </a:lnTo>
                  <a:lnTo>
                    <a:pt x="0" y="5080"/>
                  </a:lnTo>
                  <a:lnTo>
                    <a:pt x="0" y="6350"/>
                  </a:lnTo>
                  <a:lnTo>
                    <a:pt x="0" y="7620"/>
                  </a:lnTo>
                  <a:lnTo>
                    <a:pt x="562610" y="7620"/>
                  </a:lnTo>
                  <a:lnTo>
                    <a:pt x="562610" y="6350"/>
                  </a:lnTo>
                  <a:close/>
                </a:path>
              </a:pathLst>
            </a:custGeom>
            <a:solidFill>
              <a:srgbClr val="060400"/>
            </a:solidFill>
          </p:spPr>
          <p:txBody>
            <a:bodyPr wrap="square" lIns="0" tIns="0" rIns="0" bIns="0" rtlCol="0"/>
            <a:lstStyle/>
            <a:p/>
          </p:txBody>
        </p:sp>
        <p:sp>
          <p:nvSpPr>
            <p:cNvPr id="635" name="object 635"/>
            <p:cNvSpPr/>
            <p:nvPr/>
          </p:nvSpPr>
          <p:spPr>
            <a:xfrm>
              <a:off x="3079750" y="2739389"/>
              <a:ext cx="782320" cy="6350"/>
            </a:xfrm>
            <a:custGeom>
              <a:avLst/>
              <a:gdLst/>
              <a:ahLst/>
              <a:cxnLst/>
              <a:rect l="l" t="t" r="r" b="b"/>
              <a:pathLst>
                <a:path w="782320" h="6350">
                  <a:moveTo>
                    <a:pt x="688340" y="1270"/>
                  </a:moveTo>
                  <a:lnTo>
                    <a:pt x="624840" y="1270"/>
                  </a:lnTo>
                  <a:lnTo>
                    <a:pt x="624840" y="0"/>
                  </a:lnTo>
                  <a:lnTo>
                    <a:pt x="0" y="0"/>
                  </a:lnTo>
                  <a:lnTo>
                    <a:pt x="0" y="1270"/>
                  </a:lnTo>
                  <a:lnTo>
                    <a:pt x="0" y="2540"/>
                  </a:lnTo>
                  <a:lnTo>
                    <a:pt x="688340" y="2540"/>
                  </a:lnTo>
                  <a:lnTo>
                    <a:pt x="688340" y="1270"/>
                  </a:lnTo>
                  <a:close/>
                </a:path>
                <a:path w="782320" h="6350">
                  <a:moveTo>
                    <a:pt x="782320" y="2667"/>
                  </a:moveTo>
                  <a:lnTo>
                    <a:pt x="0" y="2667"/>
                  </a:lnTo>
                  <a:lnTo>
                    <a:pt x="0" y="6350"/>
                  </a:lnTo>
                  <a:lnTo>
                    <a:pt x="782320" y="6350"/>
                  </a:lnTo>
                  <a:lnTo>
                    <a:pt x="782320" y="2667"/>
                  </a:lnTo>
                  <a:close/>
                </a:path>
              </a:pathLst>
            </a:custGeom>
            <a:solidFill>
              <a:srgbClr val="080600"/>
            </a:solidFill>
          </p:spPr>
          <p:txBody>
            <a:bodyPr wrap="square" lIns="0" tIns="0" rIns="0" bIns="0" rtlCol="0"/>
            <a:lstStyle/>
            <a:p/>
          </p:txBody>
        </p:sp>
        <p:sp>
          <p:nvSpPr>
            <p:cNvPr id="636" name="object 636"/>
            <p:cNvSpPr/>
            <p:nvPr/>
          </p:nvSpPr>
          <p:spPr>
            <a:xfrm>
              <a:off x="3079749" y="2745740"/>
              <a:ext cx="782320" cy="7620"/>
            </a:xfrm>
            <a:custGeom>
              <a:avLst/>
              <a:gdLst/>
              <a:ahLst/>
              <a:cxnLst/>
              <a:rect l="l" t="t" r="r" b="b"/>
              <a:pathLst>
                <a:path w="782320" h="7619">
                  <a:moveTo>
                    <a:pt x="0" y="7620"/>
                  </a:moveTo>
                  <a:lnTo>
                    <a:pt x="0" y="0"/>
                  </a:lnTo>
                  <a:lnTo>
                    <a:pt x="782320" y="0"/>
                  </a:lnTo>
                  <a:lnTo>
                    <a:pt x="782320" y="7620"/>
                  </a:lnTo>
                  <a:lnTo>
                    <a:pt x="0" y="7620"/>
                  </a:lnTo>
                  <a:close/>
                </a:path>
              </a:pathLst>
            </a:custGeom>
            <a:solidFill>
              <a:srgbClr val="0A0700"/>
            </a:solidFill>
          </p:spPr>
          <p:txBody>
            <a:bodyPr wrap="square" lIns="0" tIns="0" rIns="0" bIns="0" rtlCol="0"/>
            <a:lstStyle/>
            <a:p/>
          </p:txBody>
        </p:sp>
        <p:sp>
          <p:nvSpPr>
            <p:cNvPr id="637" name="object 637"/>
            <p:cNvSpPr/>
            <p:nvPr/>
          </p:nvSpPr>
          <p:spPr>
            <a:xfrm>
              <a:off x="3079749" y="2753360"/>
              <a:ext cx="782320" cy="7620"/>
            </a:xfrm>
            <a:custGeom>
              <a:avLst/>
              <a:gdLst/>
              <a:ahLst/>
              <a:cxnLst/>
              <a:rect l="l" t="t" r="r" b="b"/>
              <a:pathLst>
                <a:path w="782320" h="7619">
                  <a:moveTo>
                    <a:pt x="0" y="7619"/>
                  </a:moveTo>
                  <a:lnTo>
                    <a:pt x="0" y="0"/>
                  </a:lnTo>
                  <a:lnTo>
                    <a:pt x="782320" y="0"/>
                  </a:lnTo>
                  <a:lnTo>
                    <a:pt x="782320" y="7619"/>
                  </a:lnTo>
                  <a:lnTo>
                    <a:pt x="0" y="7619"/>
                  </a:lnTo>
                  <a:close/>
                </a:path>
              </a:pathLst>
            </a:custGeom>
            <a:solidFill>
              <a:srgbClr val="0C0900"/>
            </a:solidFill>
          </p:spPr>
          <p:txBody>
            <a:bodyPr wrap="square" lIns="0" tIns="0" rIns="0" bIns="0" rtlCol="0"/>
            <a:lstStyle/>
            <a:p/>
          </p:txBody>
        </p:sp>
        <p:sp>
          <p:nvSpPr>
            <p:cNvPr id="638" name="object 638"/>
            <p:cNvSpPr/>
            <p:nvPr/>
          </p:nvSpPr>
          <p:spPr>
            <a:xfrm>
              <a:off x="3078480" y="2760979"/>
              <a:ext cx="783590" cy="7620"/>
            </a:xfrm>
            <a:custGeom>
              <a:avLst/>
              <a:gdLst/>
              <a:ahLst/>
              <a:cxnLst/>
              <a:rect l="l" t="t" r="r" b="b"/>
              <a:pathLst>
                <a:path w="783589" h="7619">
                  <a:moveTo>
                    <a:pt x="783590" y="0"/>
                  </a:moveTo>
                  <a:lnTo>
                    <a:pt x="1270" y="0"/>
                  </a:lnTo>
                  <a:lnTo>
                    <a:pt x="1270" y="5080"/>
                  </a:lnTo>
                  <a:lnTo>
                    <a:pt x="0" y="5080"/>
                  </a:lnTo>
                  <a:lnTo>
                    <a:pt x="0" y="7620"/>
                  </a:lnTo>
                  <a:lnTo>
                    <a:pt x="783590" y="7620"/>
                  </a:lnTo>
                  <a:lnTo>
                    <a:pt x="783590" y="5080"/>
                  </a:lnTo>
                  <a:lnTo>
                    <a:pt x="783590" y="0"/>
                  </a:lnTo>
                  <a:close/>
                </a:path>
              </a:pathLst>
            </a:custGeom>
            <a:solidFill>
              <a:srgbClr val="0E0A00"/>
            </a:solidFill>
          </p:spPr>
          <p:txBody>
            <a:bodyPr wrap="square" lIns="0" tIns="0" rIns="0" bIns="0" rtlCol="0"/>
            <a:lstStyle/>
            <a:p/>
          </p:txBody>
        </p:sp>
        <p:sp>
          <p:nvSpPr>
            <p:cNvPr id="639" name="object 639"/>
            <p:cNvSpPr/>
            <p:nvPr/>
          </p:nvSpPr>
          <p:spPr>
            <a:xfrm>
              <a:off x="3078480" y="2768599"/>
              <a:ext cx="783590" cy="6350"/>
            </a:xfrm>
            <a:custGeom>
              <a:avLst/>
              <a:gdLst/>
              <a:ahLst/>
              <a:cxnLst/>
              <a:rect l="l" t="t" r="r" b="b"/>
              <a:pathLst>
                <a:path w="783589" h="6350">
                  <a:moveTo>
                    <a:pt x="783590" y="0"/>
                  </a:moveTo>
                  <a:lnTo>
                    <a:pt x="0" y="0"/>
                  </a:lnTo>
                  <a:lnTo>
                    <a:pt x="0" y="1270"/>
                  </a:lnTo>
                  <a:lnTo>
                    <a:pt x="0" y="2540"/>
                  </a:lnTo>
                  <a:lnTo>
                    <a:pt x="0" y="3810"/>
                  </a:lnTo>
                  <a:lnTo>
                    <a:pt x="0" y="5080"/>
                  </a:lnTo>
                  <a:lnTo>
                    <a:pt x="0" y="6350"/>
                  </a:lnTo>
                  <a:lnTo>
                    <a:pt x="160020" y="6350"/>
                  </a:lnTo>
                  <a:lnTo>
                    <a:pt x="160020" y="5080"/>
                  </a:lnTo>
                  <a:lnTo>
                    <a:pt x="165100" y="5080"/>
                  </a:lnTo>
                  <a:lnTo>
                    <a:pt x="165100" y="3810"/>
                  </a:lnTo>
                  <a:lnTo>
                    <a:pt x="179070" y="3810"/>
                  </a:lnTo>
                  <a:lnTo>
                    <a:pt x="179070" y="2540"/>
                  </a:lnTo>
                  <a:lnTo>
                    <a:pt x="184137" y="2540"/>
                  </a:lnTo>
                  <a:lnTo>
                    <a:pt x="184137" y="1397"/>
                  </a:lnTo>
                  <a:lnTo>
                    <a:pt x="223520" y="1397"/>
                  </a:lnTo>
                  <a:lnTo>
                    <a:pt x="223520" y="2540"/>
                  </a:lnTo>
                  <a:lnTo>
                    <a:pt x="246380" y="2540"/>
                  </a:lnTo>
                  <a:lnTo>
                    <a:pt x="246380" y="3810"/>
                  </a:lnTo>
                  <a:lnTo>
                    <a:pt x="261620" y="3810"/>
                  </a:lnTo>
                  <a:lnTo>
                    <a:pt x="261620" y="5080"/>
                  </a:lnTo>
                  <a:lnTo>
                    <a:pt x="276860" y="5080"/>
                  </a:lnTo>
                  <a:lnTo>
                    <a:pt x="276860" y="6350"/>
                  </a:lnTo>
                  <a:lnTo>
                    <a:pt x="783590" y="6350"/>
                  </a:lnTo>
                  <a:lnTo>
                    <a:pt x="783590" y="5080"/>
                  </a:lnTo>
                  <a:lnTo>
                    <a:pt x="783590" y="3810"/>
                  </a:lnTo>
                  <a:lnTo>
                    <a:pt x="783590" y="2540"/>
                  </a:lnTo>
                  <a:lnTo>
                    <a:pt x="783590" y="1270"/>
                  </a:lnTo>
                  <a:lnTo>
                    <a:pt x="783590" y="0"/>
                  </a:lnTo>
                  <a:close/>
                </a:path>
              </a:pathLst>
            </a:custGeom>
            <a:solidFill>
              <a:srgbClr val="100C00"/>
            </a:solidFill>
          </p:spPr>
          <p:txBody>
            <a:bodyPr wrap="square" lIns="0" tIns="0" rIns="0" bIns="0" rtlCol="0"/>
            <a:lstStyle/>
            <a:p/>
          </p:txBody>
        </p:sp>
        <p:sp>
          <p:nvSpPr>
            <p:cNvPr id="640" name="object 640"/>
            <p:cNvSpPr/>
            <p:nvPr/>
          </p:nvSpPr>
          <p:spPr>
            <a:xfrm>
              <a:off x="3078480" y="2774949"/>
              <a:ext cx="783590" cy="7620"/>
            </a:xfrm>
            <a:custGeom>
              <a:avLst/>
              <a:gdLst/>
              <a:ahLst/>
              <a:cxnLst/>
              <a:rect l="l" t="t" r="r" b="b"/>
              <a:pathLst>
                <a:path w="783589" h="7619">
                  <a:moveTo>
                    <a:pt x="148590" y="0"/>
                  </a:moveTo>
                  <a:lnTo>
                    <a:pt x="0" y="0"/>
                  </a:lnTo>
                  <a:lnTo>
                    <a:pt x="0" y="1270"/>
                  </a:lnTo>
                  <a:lnTo>
                    <a:pt x="0" y="2540"/>
                  </a:lnTo>
                  <a:lnTo>
                    <a:pt x="0" y="3810"/>
                  </a:lnTo>
                  <a:lnTo>
                    <a:pt x="0" y="5080"/>
                  </a:lnTo>
                  <a:lnTo>
                    <a:pt x="0" y="6350"/>
                  </a:lnTo>
                  <a:lnTo>
                    <a:pt x="0" y="7620"/>
                  </a:lnTo>
                  <a:lnTo>
                    <a:pt x="129540" y="7620"/>
                  </a:lnTo>
                  <a:lnTo>
                    <a:pt x="129540" y="6350"/>
                  </a:lnTo>
                  <a:lnTo>
                    <a:pt x="132080" y="6350"/>
                  </a:lnTo>
                  <a:lnTo>
                    <a:pt x="132080" y="5080"/>
                  </a:lnTo>
                  <a:lnTo>
                    <a:pt x="133350" y="5080"/>
                  </a:lnTo>
                  <a:lnTo>
                    <a:pt x="133350" y="3810"/>
                  </a:lnTo>
                  <a:lnTo>
                    <a:pt x="140970" y="3810"/>
                  </a:lnTo>
                  <a:lnTo>
                    <a:pt x="140970" y="2540"/>
                  </a:lnTo>
                  <a:lnTo>
                    <a:pt x="146050" y="2540"/>
                  </a:lnTo>
                  <a:lnTo>
                    <a:pt x="146050" y="1270"/>
                  </a:lnTo>
                  <a:lnTo>
                    <a:pt x="148590" y="1270"/>
                  </a:lnTo>
                  <a:lnTo>
                    <a:pt x="148590" y="0"/>
                  </a:lnTo>
                  <a:close/>
                </a:path>
                <a:path w="783589" h="7619">
                  <a:moveTo>
                    <a:pt x="783577" y="3937"/>
                  </a:moveTo>
                  <a:lnTo>
                    <a:pt x="285750" y="3937"/>
                  </a:lnTo>
                  <a:lnTo>
                    <a:pt x="285750" y="7620"/>
                  </a:lnTo>
                  <a:lnTo>
                    <a:pt x="783577" y="7620"/>
                  </a:lnTo>
                  <a:lnTo>
                    <a:pt x="783577" y="3937"/>
                  </a:lnTo>
                  <a:close/>
                </a:path>
                <a:path w="783589" h="7619">
                  <a:moveTo>
                    <a:pt x="783577" y="1397"/>
                  </a:moveTo>
                  <a:lnTo>
                    <a:pt x="285750" y="1397"/>
                  </a:lnTo>
                  <a:lnTo>
                    <a:pt x="285750" y="3810"/>
                  </a:lnTo>
                  <a:lnTo>
                    <a:pt x="783577" y="3810"/>
                  </a:lnTo>
                  <a:lnTo>
                    <a:pt x="783577" y="1397"/>
                  </a:lnTo>
                  <a:close/>
                </a:path>
                <a:path w="783589" h="7619">
                  <a:moveTo>
                    <a:pt x="783577" y="0"/>
                  </a:moveTo>
                  <a:lnTo>
                    <a:pt x="285750" y="0"/>
                  </a:lnTo>
                  <a:lnTo>
                    <a:pt x="285750" y="1270"/>
                  </a:lnTo>
                  <a:lnTo>
                    <a:pt x="783577" y="1270"/>
                  </a:lnTo>
                  <a:lnTo>
                    <a:pt x="783577" y="0"/>
                  </a:lnTo>
                  <a:close/>
                </a:path>
              </a:pathLst>
            </a:custGeom>
            <a:solidFill>
              <a:srgbClr val="120D00"/>
            </a:solidFill>
          </p:spPr>
          <p:txBody>
            <a:bodyPr wrap="square" lIns="0" tIns="0" rIns="0" bIns="0" rtlCol="0"/>
            <a:lstStyle/>
            <a:p/>
          </p:txBody>
        </p:sp>
        <p:sp>
          <p:nvSpPr>
            <p:cNvPr id="641" name="object 641"/>
            <p:cNvSpPr/>
            <p:nvPr/>
          </p:nvSpPr>
          <p:spPr>
            <a:xfrm>
              <a:off x="3078480" y="2782569"/>
              <a:ext cx="783590" cy="7620"/>
            </a:xfrm>
            <a:custGeom>
              <a:avLst/>
              <a:gdLst/>
              <a:ahLst/>
              <a:cxnLst/>
              <a:rect l="l" t="t" r="r" b="b"/>
              <a:pathLst>
                <a:path w="783589" h="7619">
                  <a:moveTo>
                    <a:pt x="113030" y="6477"/>
                  </a:moveTo>
                  <a:lnTo>
                    <a:pt x="0" y="6477"/>
                  </a:lnTo>
                  <a:lnTo>
                    <a:pt x="0" y="7620"/>
                  </a:lnTo>
                  <a:lnTo>
                    <a:pt x="113030" y="7620"/>
                  </a:lnTo>
                  <a:lnTo>
                    <a:pt x="113030" y="6477"/>
                  </a:lnTo>
                  <a:close/>
                </a:path>
                <a:path w="783589" h="7619">
                  <a:moveTo>
                    <a:pt x="129540" y="0"/>
                  </a:moveTo>
                  <a:lnTo>
                    <a:pt x="127000" y="0"/>
                  </a:lnTo>
                  <a:lnTo>
                    <a:pt x="0" y="0"/>
                  </a:lnTo>
                  <a:lnTo>
                    <a:pt x="0" y="1270"/>
                  </a:lnTo>
                  <a:lnTo>
                    <a:pt x="0" y="2540"/>
                  </a:lnTo>
                  <a:lnTo>
                    <a:pt x="0" y="3810"/>
                  </a:lnTo>
                  <a:lnTo>
                    <a:pt x="0" y="5080"/>
                  </a:lnTo>
                  <a:lnTo>
                    <a:pt x="0" y="6350"/>
                  </a:lnTo>
                  <a:lnTo>
                    <a:pt x="115570" y="6350"/>
                  </a:lnTo>
                  <a:lnTo>
                    <a:pt x="115570" y="5080"/>
                  </a:lnTo>
                  <a:lnTo>
                    <a:pt x="118110" y="5080"/>
                  </a:lnTo>
                  <a:lnTo>
                    <a:pt x="118110" y="3810"/>
                  </a:lnTo>
                  <a:lnTo>
                    <a:pt x="119380" y="3810"/>
                  </a:lnTo>
                  <a:lnTo>
                    <a:pt x="119380" y="2540"/>
                  </a:lnTo>
                  <a:lnTo>
                    <a:pt x="124460" y="2540"/>
                  </a:lnTo>
                  <a:lnTo>
                    <a:pt x="124460" y="1270"/>
                  </a:lnTo>
                  <a:lnTo>
                    <a:pt x="127000" y="1270"/>
                  </a:lnTo>
                  <a:lnTo>
                    <a:pt x="127000" y="127"/>
                  </a:lnTo>
                  <a:lnTo>
                    <a:pt x="129540" y="127"/>
                  </a:lnTo>
                  <a:lnTo>
                    <a:pt x="129540" y="0"/>
                  </a:lnTo>
                  <a:close/>
                </a:path>
                <a:path w="783589" h="7619">
                  <a:moveTo>
                    <a:pt x="496570" y="6477"/>
                  </a:moveTo>
                  <a:lnTo>
                    <a:pt x="285750" y="6477"/>
                  </a:lnTo>
                  <a:lnTo>
                    <a:pt x="285750" y="7620"/>
                  </a:lnTo>
                  <a:lnTo>
                    <a:pt x="496570" y="7620"/>
                  </a:lnTo>
                  <a:lnTo>
                    <a:pt x="496570" y="6477"/>
                  </a:lnTo>
                  <a:close/>
                </a:path>
                <a:path w="783589" h="7619">
                  <a:moveTo>
                    <a:pt x="783577" y="127"/>
                  </a:moveTo>
                  <a:lnTo>
                    <a:pt x="285750" y="127"/>
                  </a:lnTo>
                  <a:lnTo>
                    <a:pt x="285750" y="2540"/>
                  </a:lnTo>
                  <a:lnTo>
                    <a:pt x="783577" y="2540"/>
                  </a:lnTo>
                  <a:lnTo>
                    <a:pt x="783577" y="127"/>
                  </a:lnTo>
                  <a:close/>
                </a:path>
                <a:path w="783589" h="7619">
                  <a:moveTo>
                    <a:pt x="783590" y="6477"/>
                  </a:moveTo>
                  <a:lnTo>
                    <a:pt x="560070" y="6477"/>
                  </a:lnTo>
                  <a:lnTo>
                    <a:pt x="560070" y="7620"/>
                  </a:lnTo>
                  <a:lnTo>
                    <a:pt x="783590" y="7620"/>
                  </a:lnTo>
                  <a:lnTo>
                    <a:pt x="783590" y="6477"/>
                  </a:lnTo>
                  <a:close/>
                </a:path>
                <a:path w="783589" h="7619">
                  <a:moveTo>
                    <a:pt x="783590" y="6350"/>
                  </a:moveTo>
                  <a:lnTo>
                    <a:pt x="783577" y="2667"/>
                  </a:lnTo>
                  <a:lnTo>
                    <a:pt x="285750" y="2667"/>
                  </a:lnTo>
                  <a:lnTo>
                    <a:pt x="285750" y="6350"/>
                  </a:lnTo>
                  <a:lnTo>
                    <a:pt x="496570" y="6350"/>
                  </a:lnTo>
                  <a:lnTo>
                    <a:pt x="496570" y="6477"/>
                  </a:lnTo>
                  <a:lnTo>
                    <a:pt x="560070" y="6477"/>
                  </a:lnTo>
                  <a:lnTo>
                    <a:pt x="560070" y="6350"/>
                  </a:lnTo>
                  <a:lnTo>
                    <a:pt x="783590" y="6350"/>
                  </a:lnTo>
                  <a:close/>
                </a:path>
              </a:pathLst>
            </a:custGeom>
            <a:solidFill>
              <a:srgbClr val="140F00"/>
            </a:solidFill>
          </p:spPr>
          <p:txBody>
            <a:bodyPr wrap="square" lIns="0" tIns="0" rIns="0" bIns="0" rtlCol="0"/>
            <a:lstStyle/>
            <a:p/>
          </p:txBody>
        </p:sp>
        <p:sp>
          <p:nvSpPr>
            <p:cNvPr id="642" name="object 642"/>
            <p:cNvSpPr/>
            <p:nvPr/>
          </p:nvSpPr>
          <p:spPr>
            <a:xfrm>
              <a:off x="3078480" y="2790189"/>
              <a:ext cx="783590" cy="6350"/>
            </a:xfrm>
            <a:custGeom>
              <a:avLst/>
              <a:gdLst/>
              <a:ahLst/>
              <a:cxnLst/>
              <a:rect l="l" t="t" r="r" b="b"/>
              <a:pathLst>
                <a:path w="783589" h="6350">
                  <a:moveTo>
                    <a:pt x="104140" y="5207"/>
                  </a:moveTo>
                  <a:lnTo>
                    <a:pt x="0" y="5207"/>
                  </a:lnTo>
                  <a:lnTo>
                    <a:pt x="0" y="6350"/>
                  </a:lnTo>
                  <a:lnTo>
                    <a:pt x="104140" y="6350"/>
                  </a:lnTo>
                  <a:lnTo>
                    <a:pt x="104140" y="5207"/>
                  </a:lnTo>
                  <a:close/>
                </a:path>
                <a:path w="783589" h="6350">
                  <a:moveTo>
                    <a:pt x="111760" y="0"/>
                  </a:moveTo>
                  <a:lnTo>
                    <a:pt x="0" y="0"/>
                  </a:lnTo>
                  <a:lnTo>
                    <a:pt x="0" y="1270"/>
                  </a:lnTo>
                  <a:lnTo>
                    <a:pt x="0" y="2540"/>
                  </a:lnTo>
                  <a:lnTo>
                    <a:pt x="0" y="3810"/>
                  </a:lnTo>
                  <a:lnTo>
                    <a:pt x="0" y="5080"/>
                  </a:lnTo>
                  <a:lnTo>
                    <a:pt x="106680" y="5080"/>
                  </a:lnTo>
                  <a:lnTo>
                    <a:pt x="106680" y="3810"/>
                  </a:lnTo>
                  <a:lnTo>
                    <a:pt x="107950" y="3810"/>
                  </a:lnTo>
                  <a:lnTo>
                    <a:pt x="107950" y="2540"/>
                  </a:lnTo>
                  <a:lnTo>
                    <a:pt x="110490" y="2540"/>
                  </a:lnTo>
                  <a:lnTo>
                    <a:pt x="110490" y="1270"/>
                  </a:lnTo>
                  <a:lnTo>
                    <a:pt x="111760" y="1270"/>
                  </a:lnTo>
                  <a:lnTo>
                    <a:pt x="111760" y="0"/>
                  </a:lnTo>
                  <a:close/>
                </a:path>
                <a:path w="783589" h="6350">
                  <a:moveTo>
                    <a:pt x="496570" y="5207"/>
                  </a:moveTo>
                  <a:lnTo>
                    <a:pt x="285750" y="5207"/>
                  </a:lnTo>
                  <a:lnTo>
                    <a:pt x="285750" y="6350"/>
                  </a:lnTo>
                  <a:lnTo>
                    <a:pt x="496570" y="6350"/>
                  </a:lnTo>
                  <a:lnTo>
                    <a:pt x="496570" y="5207"/>
                  </a:lnTo>
                  <a:close/>
                </a:path>
                <a:path w="783589" h="6350">
                  <a:moveTo>
                    <a:pt x="496570" y="1397"/>
                  </a:moveTo>
                  <a:lnTo>
                    <a:pt x="285750" y="1397"/>
                  </a:lnTo>
                  <a:lnTo>
                    <a:pt x="285750" y="5080"/>
                  </a:lnTo>
                  <a:lnTo>
                    <a:pt x="496570" y="5080"/>
                  </a:lnTo>
                  <a:lnTo>
                    <a:pt x="496570" y="1397"/>
                  </a:lnTo>
                  <a:close/>
                </a:path>
                <a:path w="783589" h="6350">
                  <a:moveTo>
                    <a:pt x="496570" y="0"/>
                  </a:moveTo>
                  <a:lnTo>
                    <a:pt x="285750" y="0"/>
                  </a:lnTo>
                  <a:lnTo>
                    <a:pt x="285750" y="1270"/>
                  </a:lnTo>
                  <a:lnTo>
                    <a:pt x="496570" y="1270"/>
                  </a:lnTo>
                  <a:lnTo>
                    <a:pt x="496570" y="0"/>
                  </a:lnTo>
                  <a:close/>
                </a:path>
                <a:path w="783589" h="6350">
                  <a:moveTo>
                    <a:pt x="783590" y="5207"/>
                  </a:moveTo>
                  <a:lnTo>
                    <a:pt x="622300" y="5207"/>
                  </a:lnTo>
                  <a:lnTo>
                    <a:pt x="622300" y="6350"/>
                  </a:lnTo>
                  <a:lnTo>
                    <a:pt x="783590" y="6350"/>
                  </a:lnTo>
                  <a:lnTo>
                    <a:pt x="783590" y="5207"/>
                  </a:lnTo>
                  <a:close/>
                </a:path>
                <a:path w="783589" h="6350">
                  <a:moveTo>
                    <a:pt x="783590" y="0"/>
                  </a:moveTo>
                  <a:lnTo>
                    <a:pt x="588010" y="0"/>
                  </a:lnTo>
                  <a:lnTo>
                    <a:pt x="588010" y="1270"/>
                  </a:lnTo>
                  <a:lnTo>
                    <a:pt x="600710" y="1270"/>
                  </a:lnTo>
                  <a:lnTo>
                    <a:pt x="600710" y="2540"/>
                  </a:lnTo>
                  <a:lnTo>
                    <a:pt x="612140" y="2540"/>
                  </a:lnTo>
                  <a:lnTo>
                    <a:pt x="612140" y="3810"/>
                  </a:lnTo>
                  <a:lnTo>
                    <a:pt x="619760" y="3810"/>
                  </a:lnTo>
                  <a:lnTo>
                    <a:pt x="619760" y="5080"/>
                  </a:lnTo>
                  <a:lnTo>
                    <a:pt x="783590" y="5080"/>
                  </a:lnTo>
                  <a:lnTo>
                    <a:pt x="783590" y="3810"/>
                  </a:lnTo>
                  <a:lnTo>
                    <a:pt x="783590" y="2540"/>
                  </a:lnTo>
                  <a:lnTo>
                    <a:pt x="783590" y="1270"/>
                  </a:lnTo>
                  <a:lnTo>
                    <a:pt x="783590" y="0"/>
                  </a:lnTo>
                  <a:close/>
                </a:path>
              </a:pathLst>
            </a:custGeom>
            <a:solidFill>
              <a:srgbClr val="161000"/>
            </a:solidFill>
          </p:spPr>
          <p:txBody>
            <a:bodyPr wrap="square" lIns="0" tIns="0" rIns="0" bIns="0" rtlCol="0"/>
            <a:lstStyle/>
            <a:p/>
          </p:txBody>
        </p:sp>
        <p:sp>
          <p:nvSpPr>
            <p:cNvPr id="643" name="object 643"/>
            <p:cNvSpPr/>
            <p:nvPr/>
          </p:nvSpPr>
          <p:spPr>
            <a:xfrm>
              <a:off x="3078480" y="2796539"/>
              <a:ext cx="783590" cy="7620"/>
            </a:xfrm>
            <a:custGeom>
              <a:avLst/>
              <a:gdLst/>
              <a:ahLst/>
              <a:cxnLst/>
              <a:rect l="l" t="t" r="r" b="b"/>
              <a:pathLst>
                <a:path w="783589" h="7619">
                  <a:moveTo>
                    <a:pt x="101600" y="0"/>
                  </a:moveTo>
                  <a:lnTo>
                    <a:pt x="0" y="0"/>
                  </a:lnTo>
                  <a:lnTo>
                    <a:pt x="0" y="1270"/>
                  </a:lnTo>
                  <a:lnTo>
                    <a:pt x="0" y="2540"/>
                  </a:lnTo>
                  <a:lnTo>
                    <a:pt x="0" y="3810"/>
                  </a:lnTo>
                  <a:lnTo>
                    <a:pt x="0" y="5080"/>
                  </a:lnTo>
                  <a:lnTo>
                    <a:pt x="0" y="6350"/>
                  </a:lnTo>
                  <a:lnTo>
                    <a:pt x="0" y="7620"/>
                  </a:lnTo>
                  <a:lnTo>
                    <a:pt x="93980" y="7620"/>
                  </a:lnTo>
                  <a:lnTo>
                    <a:pt x="93980" y="6350"/>
                  </a:lnTo>
                  <a:lnTo>
                    <a:pt x="95250" y="6350"/>
                  </a:lnTo>
                  <a:lnTo>
                    <a:pt x="95250" y="5080"/>
                  </a:lnTo>
                  <a:lnTo>
                    <a:pt x="96520" y="5080"/>
                  </a:lnTo>
                  <a:lnTo>
                    <a:pt x="96520" y="3810"/>
                  </a:lnTo>
                  <a:lnTo>
                    <a:pt x="99060" y="3810"/>
                  </a:lnTo>
                  <a:lnTo>
                    <a:pt x="99060" y="2540"/>
                  </a:lnTo>
                  <a:lnTo>
                    <a:pt x="100330" y="2540"/>
                  </a:lnTo>
                  <a:lnTo>
                    <a:pt x="100330" y="1270"/>
                  </a:lnTo>
                  <a:lnTo>
                    <a:pt x="101600" y="1270"/>
                  </a:lnTo>
                  <a:lnTo>
                    <a:pt x="101600" y="0"/>
                  </a:lnTo>
                  <a:close/>
                </a:path>
                <a:path w="783589" h="7619">
                  <a:moveTo>
                    <a:pt x="496570" y="5207"/>
                  </a:moveTo>
                  <a:lnTo>
                    <a:pt x="285750" y="5207"/>
                  </a:lnTo>
                  <a:lnTo>
                    <a:pt x="285750" y="7620"/>
                  </a:lnTo>
                  <a:lnTo>
                    <a:pt x="496570" y="7620"/>
                  </a:lnTo>
                  <a:lnTo>
                    <a:pt x="496570" y="5207"/>
                  </a:lnTo>
                  <a:close/>
                </a:path>
                <a:path w="783589" h="7619">
                  <a:moveTo>
                    <a:pt x="496570" y="1397"/>
                  </a:moveTo>
                  <a:lnTo>
                    <a:pt x="285750" y="1397"/>
                  </a:lnTo>
                  <a:lnTo>
                    <a:pt x="285750" y="5080"/>
                  </a:lnTo>
                  <a:lnTo>
                    <a:pt x="496570" y="5080"/>
                  </a:lnTo>
                  <a:lnTo>
                    <a:pt x="496570" y="1397"/>
                  </a:lnTo>
                  <a:close/>
                </a:path>
                <a:path w="783589" h="7619">
                  <a:moveTo>
                    <a:pt x="496570" y="0"/>
                  </a:moveTo>
                  <a:lnTo>
                    <a:pt x="285750" y="0"/>
                  </a:lnTo>
                  <a:lnTo>
                    <a:pt x="285750" y="1270"/>
                  </a:lnTo>
                  <a:lnTo>
                    <a:pt x="496570" y="1270"/>
                  </a:lnTo>
                  <a:lnTo>
                    <a:pt x="496570" y="0"/>
                  </a:lnTo>
                  <a:close/>
                </a:path>
                <a:path w="783589" h="7619">
                  <a:moveTo>
                    <a:pt x="783590" y="0"/>
                  </a:moveTo>
                  <a:lnTo>
                    <a:pt x="631190" y="0"/>
                  </a:lnTo>
                  <a:lnTo>
                    <a:pt x="631190" y="1270"/>
                  </a:lnTo>
                  <a:lnTo>
                    <a:pt x="636270" y="1270"/>
                  </a:lnTo>
                  <a:lnTo>
                    <a:pt x="636270" y="2540"/>
                  </a:lnTo>
                  <a:lnTo>
                    <a:pt x="638810" y="2540"/>
                  </a:lnTo>
                  <a:lnTo>
                    <a:pt x="638810" y="3810"/>
                  </a:lnTo>
                  <a:lnTo>
                    <a:pt x="642620" y="3810"/>
                  </a:lnTo>
                  <a:lnTo>
                    <a:pt x="642620" y="5080"/>
                  </a:lnTo>
                  <a:lnTo>
                    <a:pt x="645160" y="5080"/>
                  </a:lnTo>
                  <a:lnTo>
                    <a:pt x="645160" y="6350"/>
                  </a:lnTo>
                  <a:lnTo>
                    <a:pt x="647700" y="6350"/>
                  </a:lnTo>
                  <a:lnTo>
                    <a:pt x="647700" y="7620"/>
                  </a:lnTo>
                  <a:lnTo>
                    <a:pt x="783590" y="7620"/>
                  </a:lnTo>
                  <a:lnTo>
                    <a:pt x="783590" y="1270"/>
                  </a:lnTo>
                  <a:lnTo>
                    <a:pt x="783590" y="0"/>
                  </a:lnTo>
                  <a:close/>
                </a:path>
              </a:pathLst>
            </a:custGeom>
            <a:solidFill>
              <a:srgbClr val="181200"/>
            </a:solidFill>
          </p:spPr>
          <p:txBody>
            <a:bodyPr wrap="square" lIns="0" tIns="0" rIns="0" bIns="0" rtlCol="0"/>
            <a:lstStyle/>
            <a:p/>
          </p:txBody>
        </p:sp>
        <p:sp>
          <p:nvSpPr>
            <p:cNvPr id="644" name="object 644"/>
            <p:cNvSpPr/>
            <p:nvPr/>
          </p:nvSpPr>
          <p:spPr>
            <a:xfrm>
              <a:off x="3078480" y="2804159"/>
              <a:ext cx="783590" cy="7620"/>
            </a:xfrm>
            <a:custGeom>
              <a:avLst/>
              <a:gdLst/>
              <a:ahLst/>
              <a:cxnLst/>
              <a:rect l="l" t="t" r="r" b="b"/>
              <a:pathLst>
                <a:path w="783589" h="7619">
                  <a:moveTo>
                    <a:pt x="87630" y="6477"/>
                  </a:moveTo>
                  <a:lnTo>
                    <a:pt x="0" y="6477"/>
                  </a:lnTo>
                  <a:lnTo>
                    <a:pt x="0" y="7620"/>
                  </a:lnTo>
                  <a:lnTo>
                    <a:pt x="87630" y="7620"/>
                  </a:lnTo>
                  <a:lnTo>
                    <a:pt x="87630" y="6477"/>
                  </a:lnTo>
                  <a:close/>
                </a:path>
                <a:path w="783589" h="7619">
                  <a:moveTo>
                    <a:pt x="93980" y="0"/>
                  </a:moveTo>
                  <a:lnTo>
                    <a:pt x="92710" y="0"/>
                  </a:lnTo>
                  <a:lnTo>
                    <a:pt x="0" y="0"/>
                  </a:lnTo>
                  <a:lnTo>
                    <a:pt x="0" y="1270"/>
                  </a:lnTo>
                  <a:lnTo>
                    <a:pt x="0" y="2540"/>
                  </a:lnTo>
                  <a:lnTo>
                    <a:pt x="0" y="3810"/>
                  </a:lnTo>
                  <a:lnTo>
                    <a:pt x="0" y="5080"/>
                  </a:lnTo>
                  <a:lnTo>
                    <a:pt x="0" y="6350"/>
                  </a:lnTo>
                  <a:lnTo>
                    <a:pt x="88900" y="6350"/>
                  </a:lnTo>
                  <a:lnTo>
                    <a:pt x="88900" y="5080"/>
                  </a:lnTo>
                  <a:lnTo>
                    <a:pt x="90170" y="5080"/>
                  </a:lnTo>
                  <a:lnTo>
                    <a:pt x="90170" y="3810"/>
                  </a:lnTo>
                  <a:lnTo>
                    <a:pt x="90170" y="2540"/>
                  </a:lnTo>
                  <a:lnTo>
                    <a:pt x="91440" y="2540"/>
                  </a:lnTo>
                  <a:lnTo>
                    <a:pt x="91440" y="1270"/>
                  </a:lnTo>
                  <a:lnTo>
                    <a:pt x="92710" y="1270"/>
                  </a:lnTo>
                  <a:lnTo>
                    <a:pt x="92710" y="127"/>
                  </a:lnTo>
                  <a:lnTo>
                    <a:pt x="93980" y="127"/>
                  </a:lnTo>
                  <a:lnTo>
                    <a:pt x="93980" y="0"/>
                  </a:lnTo>
                  <a:close/>
                </a:path>
                <a:path w="783589" h="7619">
                  <a:moveTo>
                    <a:pt x="496570" y="6477"/>
                  </a:moveTo>
                  <a:lnTo>
                    <a:pt x="285750" y="6477"/>
                  </a:lnTo>
                  <a:lnTo>
                    <a:pt x="285750" y="7620"/>
                  </a:lnTo>
                  <a:lnTo>
                    <a:pt x="496570" y="7620"/>
                  </a:lnTo>
                  <a:lnTo>
                    <a:pt x="496570" y="6477"/>
                  </a:lnTo>
                  <a:close/>
                </a:path>
                <a:path w="783589" h="7619">
                  <a:moveTo>
                    <a:pt x="496570" y="3937"/>
                  </a:moveTo>
                  <a:lnTo>
                    <a:pt x="285750" y="3937"/>
                  </a:lnTo>
                  <a:lnTo>
                    <a:pt x="285750" y="6350"/>
                  </a:lnTo>
                  <a:lnTo>
                    <a:pt x="496570" y="6350"/>
                  </a:lnTo>
                  <a:lnTo>
                    <a:pt x="496570" y="3937"/>
                  </a:lnTo>
                  <a:close/>
                </a:path>
                <a:path w="783589" h="7619">
                  <a:moveTo>
                    <a:pt x="496570" y="127"/>
                  </a:moveTo>
                  <a:lnTo>
                    <a:pt x="285750" y="127"/>
                  </a:lnTo>
                  <a:lnTo>
                    <a:pt x="285750" y="3810"/>
                  </a:lnTo>
                  <a:lnTo>
                    <a:pt x="496570" y="3810"/>
                  </a:lnTo>
                  <a:lnTo>
                    <a:pt x="496570" y="127"/>
                  </a:lnTo>
                  <a:close/>
                </a:path>
                <a:path w="783589" h="7619">
                  <a:moveTo>
                    <a:pt x="783590" y="6477"/>
                  </a:moveTo>
                  <a:lnTo>
                    <a:pt x="660400" y="6477"/>
                  </a:lnTo>
                  <a:lnTo>
                    <a:pt x="660400" y="7620"/>
                  </a:lnTo>
                  <a:lnTo>
                    <a:pt x="783590" y="7620"/>
                  </a:lnTo>
                  <a:lnTo>
                    <a:pt x="783590" y="6477"/>
                  </a:lnTo>
                  <a:close/>
                </a:path>
                <a:path w="783589" h="7619">
                  <a:moveTo>
                    <a:pt x="783590" y="0"/>
                  </a:moveTo>
                  <a:lnTo>
                    <a:pt x="650240" y="0"/>
                  </a:lnTo>
                  <a:lnTo>
                    <a:pt x="647700" y="0"/>
                  </a:lnTo>
                  <a:lnTo>
                    <a:pt x="647700" y="127"/>
                  </a:lnTo>
                  <a:lnTo>
                    <a:pt x="650240" y="127"/>
                  </a:lnTo>
                  <a:lnTo>
                    <a:pt x="650240" y="1270"/>
                  </a:lnTo>
                  <a:lnTo>
                    <a:pt x="651510" y="1270"/>
                  </a:lnTo>
                  <a:lnTo>
                    <a:pt x="651510" y="2540"/>
                  </a:lnTo>
                  <a:lnTo>
                    <a:pt x="654050" y="2540"/>
                  </a:lnTo>
                  <a:lnTo>
                    <a:pt x="654050" y="3810"/>
                  </a:lnTo>
                  <a:lnTo>
                    <a:pt x="655320" y="3810"/>
                  </a:lnTo>
                  <a:lnTo>
                    <a:pt x="655320" y="5080"/>
                  </a:lnTo>
                  <a:lnTo>
                    <a:pt x="657860" y="5080"/>
                  </a:lnTo>
                  <a:lnTo>
                    <a:pt x="657860" y="6350"/>
                  </a:lnTo>
                  <a:lnTo>
                    <a:pt x="783590" y="6350"/>
                  </a:lnTo>
                  <a:lnTo>
                    <a:pt x="783590" y="5080"/>
                  </a:lnTo>
                  <a:lnTo>
                    <a:pt x="783590" y="3810"/>
                  </a:lnTo>
                  <a:lnTo>
                    <a:pt x="783590" y="2540"/>
                  </a:lnTo>
                  <a:lnTo>
                    <a:pt x="783590" y="1270"/>
                  </a:lnTo>
                  <a:lnTo>
                    <a:pt x="783590" y="0"/>
                  </a:lnTo>
                  <a:close/>
                </a:path>
              </a:pathLst>
            </a:custGeom>
            <a:solidFill>
              <a:srgbClr val="1A1300"/>
            </a:solidFill>
          </p:spPr>
          <p:txBody>
            <a:bodyPr wrap="square" lIns="0" tIns="0" rIns="0" bIns="0" rtlCol="0"/>
            <a:lstStyle/>
            <a:p/>
          </p:txBody>
        </p:sp>
        <p:sp>
          <p:nvSpPr>
            <p:cNvPr id="645" name="object 645"/>
            <p:cNvSpPr/>
            <p:nvPr/>
          </p:nvSpPr>
          <p:spPr>
            <a:xfrm>
              <a:off x="3078480" y="2811779"/>
              <a:ext cx="783590" cy="7620"/>
            </a:xfrm>
            <a:custGeom>
              <a:avLst/>
              <a:gdLst/>
              <a:ahLst/>
              <a:cxnLst/>
              <a:rect l="l" t="t" r="r" b="b"/>
              <a:pathLst>
                <a:path w="783589" h="7619">
                  <a:moveTo>
                    <a:pt x="86360" y="0"/>
                  </a:moveTo>
                  <a:lnTo>
                    <a:pt x="0" y="0"/>
                  </a:lnTo>
                  <a:lnTo>
                    <a:pt x="0" y="1270"/>
                  </a:lnTo>
                  <a:lnTo>
                    <a:pt x="0" y="2540"/>
                  </a:lnTo>
                  <a:lnTo>
                    <a:pt x="0" y="3810"/>
                  </a:lnTo>
                  <a:lnTo>
                    <a:pt x="0" y="5080"/>
                  </a:lnTo>
                  <a:lnTo>
                    <a:pt x="0" y="6350"/>
                  </a:lnTo>
                  <a:lnTo>
                    <a:pt x="0" y="7620"/>
                  </a:lnTo>
                  <a:lnTo>
                    <a:pt x="80010" y="7620"/>
                  </a:lnTo>
                  <a:lnTo>
                    <a:pt x="80010" y="6350"/>
                  </a:lnTo>
                  <a:lnTo>
                    <a:pt x="81280" y="6350"/>
                  </a:lnTo>
                  <a:lnTo>
                    <a:pt x="81280" y="5080"/>
                  </a:lnTo>
                  <a:lnTo>
                    <a:pt x="82550" y="5080"/>
                  </a:lnTo>
                  <a:lnTo>
                    <a:pt x="82550" y="3810"/>
                  </a:lnTo>
                  <a:lnTo>
                    <a:pt x="83820" y="3810"/>
                  </a:lnTo>
                  <a:lnTo>
                    <a:pt x="83820" y="2540"/>
                  </a:lnTo>
                  <a:lnTo>
                    <a:pt x="85090" y="2540"/>
                  </a:lnTo>
                  <a:lnTo>
                    <a:pt x="85090" y="1270"/>
                  </a:lnTo>
                  <a:lnTo>
                    <a:pt x="86360" y="1270"/>
                  </a:lnTo>
                  <a:lnTo>
                    <a:pt x="86360" y="0"/>
                  </a:lnTo>
                  <a:close/>
                </a:path>
                <a:path w="783589" h="7619">
                  <a:moveTo>
                    <a:pt x="496570" y="5207"/>
                  </a:moveTo>
                  <a:lnTo>
                    <a:pt x="285750" y="5207"/>
                  </a:lnTo>
                  <a:lnTo>
                    <a:pt x="285750" y="7620"/>
                  </a:lnTo>
                  <a:lnTo>
                    <a:pt x="496570" y="7620"/>
                  </a:lnTo>
                  <a:lnTo>
                    <a:pt x="496570" y="5207"/>
                  </a:lnTo>
                  <a:close/>
                </a:path>
                <a:path w="783589" h="7619">
                  <a:moveTo>
                    <a:pt x="496570" y="2667"/>
                  </a:moveTo>
                  <a:lnTo>
                    <a:pt x="285750" y="2667"/>
                  </a:lnTo>
                  <a:lnTo>
                    <a:pt x="285750" y="5080"/>
                  </a:lnTo>
                  <a:lnTo>
                    <a:pt x="496570" y="5080"/>
                  </a:lnTo>
                  <a:lnTo>
                    <a:pt x="496570" y="2667"/>
                  </a:lnTo>
                  <a:close/>
                </a:path>
                <a:path w="783589" h="7619">
                  <a:moveTo>
                    <a:pt x="496570" y="0"/>
                  </a:moveTo>
                  <a:lnTo>
                    <a:pt x="285750" y="0"/>
                  </a:lnTo>
                  <a:lnTo>
                    <a:pt x="285750" y="2540"/>
                  </a:lnTo>
                  <a:lnTo>
                    <a:pt x="496570" y="2540"/>
                  </a:lnTo>
                  <a:lnTo>
                    <a:pt x="496570" y="0"/>
                  </a:lnTo>
                  <a:close/>
                </a:path>
                <a:path w="783589" h="7619">
                  <a:moveTo>
                    <a:pt x="783590" y="1270"/>
                  </a:moveTo>
                  <a:lnTo>
                    <a:pt x="783577" y="0"/>
                  </a:lnTo>
                  <a:lnTo>
                    <a:pt x="661670" y="0"/>
                  </a:lnTo>
                  <a:lnTo>
                    <a:pt x="661670" y="1270"/>
                  </a:lnTo>
                  <a:lnTo>
                    <a:pt x="664210" y="1270"/>
                  </a:lnTo>
                  <a:lnTo>
                    <a:pt x="664210" y="2540"/>
                  </a:lnTo>
                  <a:lnTo>
                    <a:pt x="665480" y="2540"/>
                  </a:lnTo>
                  <a:lnTo>
                    <a:pt x="665480" y="3810"/>
                  </a:lnTo>
                  <a:lnTo>
                    <a:pt x="668020" y="3810"/>
                  </a:lnTo>
                  <a:lnTo>
                    <a:pt x="668020" y="5080"/>
                  </a:lnTo>
                  <a:lnTo>
                    <a:pt x="669290" y="5080"/>
                  </a:lnTo>
                  <a:lnTo>
                    <a:pt x="669290" y="6350"/>
                  </a:lnTo>
                  <a:lnTo>
                    <a:pt x="670560" y="6350"/>
                  </a:lnTo>
                  <a:lnTo>
                    <a:pt x="670560" y="7620"/>
                  </a:lnTo>
                  <a:lnTo>
                    <a:pt x="783590" y="7620"/>
                  </a:lnTo>
                  <a:lnTo>
                    <a:pt x="783590" y="6350"/>
                  </a:lnTo>
                  <a:lnTo>
                    <a:pt x="783590" y="5080"/>
                  </a:lnTo>
                  <a:lnTo>
                    <a:pt x="783590" y="3810"/>
                  </a:lnTo>
                  <a:lnTo>
                    <a:pt x="783590" y="2540"/>
                  </a:lnTo>
                  <a:lnTo>
                    <a:pt x="783590" y="1270"/>
                  </a:lnTo>
                  <a:close/>
                </a:path>
              </a:pathLst>
            </a:custGeom>
            <a:solidFill>
              <a:srgbClr val="1C1500"/>
            </a:solidFill>
          </p:spPr>
          <p:txBody>
            <a:bodyPr wrap="square" lIns="0" tIns="0" rIns="0" bIns="0" rtlCol="0"/>
            <a:lstStyle/>
            <a:p/>
          </p:txBody>
        </p:sp>
        <p:sp>
          <p:nvSpPr>
            <p:cNvPr id="646" name="object 646"/>
            <p:cNvSpPr/>
            <p:nvPr/>
          </p:nvSpPr>
          <p:spPr>
            <a:xfrm>
              <a:off x="3078480" y="2819399"/>
              <a:ext cx="783590" cy="6350"/>
            </a:xfrm>
            <a:custGeom>
              <a:avLst/>
              <a:gdLst/>
              <a:ahLst/>
              <a:cxnLst/>
              <a:rect l="l" t="t" r="r" b="b"/>
              <a:pathLst>
                <a:path w="783589" h="6350">
                  <a:moveTo>
                    <a:pt x="78740" y="0"/>
                  </a:moveTo>
                  <a:lnTo>
                    <a:pt x="0" y="0"/>
                  </a:lnTo>
                  <a:lnTo>
                    <a:pt x="0" y="1270"/>
                  </a:lnTo>
                  <a:lnTo>
                    <a:pt x="0" y="3810"/>
                  </a:lnTo>
                  <a:lnTo>
                    <a:pt x="0" y="5080"/>
                  </a:lnTo>
                  <a:lnTo>
                    <a:pt x="0" y="6350"/>
                  </a:lnTo>
                  <a:lnTo>
                    <a:pt x="74930" y="6350"/>
                  </a:lnTo>
                  <a:lnTo>
                    <a:pt x="74930" y="5080"/>
                  </a:lnTo>
                  <a:lnTo>
                    <a:pt x="76200" y="5080"/>
                  </a:lnTo>
                  <a:lnTo>
                    <a:pt x="76200" y="3810"/>
                  </a:lnTo>
                  <a:lnTo>
                    <a:pt x="77470" y="3810"/>
                  </a:lnTo>
                  <a:lnTo>
                    <a:pt x="77470" y="1270"/>
                  </a:lnTo>
                  <a:lnTo>
                    <a:pt x="78740" y="1270"/>
                  </a:lnTo>
                  <a:lnTo>
                    <a:pt x="78740" y="0"/>
                  </a:lnTo>
                  <a:close/>
                </a:path>
                <a:path w="783589" h="6350">
                  <a:moveTo>
                    <a:pt x="496570" y="3937"/>
                  </a:moveTo>
                  <a:lnTo>
                    <a:pt x="285750" y="3937"/>
                  </a:lnTo>
                  <a:lnTo>
                    <a:pt x="285750" y="6350"/>
                  </a:lnTo>
                  <a:lnTo>
                    <a:pt x="496570" y="6350"/>
                  </a:lnTo>
                  <a:lnTo>
                    <a:pt x="496570" y="3937"/>
                  </a:lnTo>
                  <a:close/>
                </a:path>
                <a:path w="783589" h="6350">
                  <a:moveTo>
                    <a:pt x="496570" y="1397"/>
                  </a:moveTo>
                  <a:lnTo>
                    <a:pt x="285750" y="1397"/>
                  </a:lnTo>
                  <a:lnTo>
                    <a:pt x="285750" y="3810"/>
                  </a:lnTo>
                  <a:lnTo>
                    <a:pt x="496570" y="3810"/>
                  </a:lnTo>
                  <a:lnTo>
                    <a:pt x="496570" y="1397"/>
                  </a:lnTo>
                  <a:close/>
                </a:path>
                <a:path w="783589" h="6350">
                  <a:moveTo>
                    <a:pt x="496570" y="0"/>
                  </a:moveTo>
                  <a:lnTo>
                    <a:pt x="285750" y="0"/>
                  </a:lnTo>
                  <a:lnTo>
                    <a:pt x="285750" y="1270"/>
                  </a:lnTo>
                  <a:lnTo>
                    <a:pt x="496570" y="1270"/>
                  </a:lnTo>
                  <a:lnTo>
                    <a:pt x="496570" y="0"/>
                  </a:lnTo>
                  <a:close/>
                </a:path>
                <a:path w="783589" h="6350">
                  <a:moveTo>
                    <a:pt x="783590" y="0"/>
                  </a:moveTo>
                  <a:lnTo>
                    <a:pt x="673100" y="0"/>
                  </a:lnTo>
                  <a:lnTo>
                    <a:pt x="673100" y="1270"/>
                  </a:lnTo>
                  <a:lnTo>
                    <a:pt x="674370" y="1270"/>
                  </a:lnTo>
                  <a:lnTo>
                    <a:pt x="674370" y="2540"/>
                  </a:lnTo>
                  <a:lnTo>
                    <a:pt x="676910" y="2540"/>
                  </a:lnTo>
                  <a:lnTo>
                    <a:pt x="676910" y="3810"/>
                  </a:lnTo>
                  <a:lnTo>
                    <a:pt x="678180" y="3810"/>
                  </a:lnTo>
                  <a:lnTo>
                    <a:pt x="678180" y="5080"/>
                  </a:lnTo>
                  <a:lnTo>
                    <a:pt x="679450" y="5080"/>
                  </a:lnTo>
                  <a:lnTo>
                    <a:pt x="679450" y="6350"/>
                  </a:lnTo>
                  <a:lnTo>
                    <a:pt x="783590" y="6350"/>
                  </a:lnTo>
                  <a:lnTo>
                    <a:pt x="783590" y="5080"/>
                  </a:lnTo>
                  <a:lnTo>
                    <a:pt x="783590" y="3810"/>
                  </a:lnTo>
                  <a:lnTo>
                    <a:pt x="783590" y="2540"/>
                  </a:lnTo>
                  <a:lnTo>
                    <a:pt x="783590" y="1270"/>
                  </a:lnTo>
                  <a:lnTo>
                    <a:pt x="783590" y="0"/>
                  </a:lnTo>
                  <a:close/>
                </a:path>
              </a:pathLst>
            </a:custGeom>
            <a:solidFill>
              <a:srgbClr val="1E1600"/>
            </a:solidFill>
          </p:spPr>
          <p:txBody>
            <a:bodyPr wrap="square" lIns="0" tIns="0" rIns="0" bIns="0" rtlCol="0"/>
            <a:lstStyle/>
            <a:p/>
          </p:txBody>
        </p:sp>
        <p:sp>
          <p:nvSpPr>
            <p:cNvPr id="647" name="object 647"/>
            <p:cNvSpPr/>
            <p:nvPr/>
          </p:nvSpPr>
          <p:spPr>
            <a:xfrm>
              <a:off x="3078480" y="2825749"/>
              <a:ext cx="783590" cy="7620"/>
            </a:xfrm>
            <a:custGeom>
              <a:avLst/>
              <a:gdLst/>
              <a:ahLst/>
              <a:cxnLst/>
              <a:rect l="l" t="t" r="r" b="b"/>
              <a:pathLst>
                <a:path w="783589" h="7619">
                  <a:moveTo>
                    <a:pt x="73660" y="0"/>
                  </a:moveTo>
                  <a:lnTo>
                    <a:pt x="0" y="0"/>
                  </a:lnTo>
                  <a:lnTo>
                    <a:pt x="0" y="1270"/>
                  </a:lnTo>
                  <a:lnTo>
                    <a:pt x="0" y="2540"/>
                  </a:lnTo>
                  <a:lnTo>
                    <a:pt x="0" y="3810"/>
                  </a:lnTo>
                  <a:lnTo>
                    <a:pt x="0" y="6350"/>
                  </a:lnTo>
                  <a:lnTo>
                    <a:pt x="0" y="7620"/>
                  </a:lnTo>
                  <a:lnTo>
                    <a:pt x="68580" y="7620"/>
                  </a:lnTo>
                  <a:lnTo>
                    <a:pt x="68580" y="6350"/>
                  </a:lnTo>
                  <a:lnTo>
                    <a:pt x="69850" y="6350"/>
                  </a:lnTo>
                  <a:lnTo>
                    <a:pt x="69850" y="3810"/>
                  </a:lnTo>
                  <a:lnTo>
                    <a:pt x="71120" y="3810"/>
                  </a:lnTo>
                  <a:lnTo>
                    <a:pt x="71120" y="2540"/>
                  </a:lnTo>
                  <a:lnTo>
                    <a:pt x="72390" y="2540"/>
                  </a:lnTo>
                  <a:lnTo>
                    <a:pt x="72390" y="1270"/>
                  </a:lnTo>
                  <a:lnTo>
                    <a:pt x="73660" y="1270"/>
                  </a:lnTo>
                  <a:lnTo>
                    <a:pt x="73660" y="0"/>
                  </a:lnTo>
                  <a:close/>
                </a:path>
                <a:path w="783589" h="7619">
                  <a:moveTo>
                    <a:pt x="496570" y="3937"/>
                  </a:moveTo>
                  <a:lnTo>
                    <a:pt x="285750" y="3937"/>
                  </a:lnTo>
                  <a:lnTo>
                    <a:pt x="285750" y="7620"/>
                  </a:lnTo>
                  <a:lnTo>
                    <a:pt x="496570" y="7620"/>
                  </a:lnTo>
                  <a:lnTo>
                    <a:pt x="496570" y="3937"/>
                  </a:lnTo>
                  <a:close/>
                </a:path>
                <a:path w="783589" h="7619">
                  <a:moveTo>
                    <a:pt x="496570" y="1397"/>
                  </a:moveTo>
                  <a:lnTo>
                    <a:pt x="285750" y="1397"/>
                  </a:lnTo>
                  <a:lnTo>
                    <a:pt x="285750" y="3810"/>
                  </a:lnTo>
                  <a:lnTo>
                    <a:pt x="496570" y="3810"/>
                  </a:lnTo>
                  <a:lnTo>
                    <a:pt x="496570" y="1397"/>
                  </a:lnTo>
                  <a:close/>
                </a:path>
                <a:path w="783589" h="7619">
                  <a:moveTo>
                    <a:pt x="496570" y="0"/>
                  </a:moveTo>
                  <a:lnTo>
                    <a:pt x="285750" y="0"/>
                  </a:lnTo>
                  <a:lnTo>
                    <a:pt x="285750" y="1270"/>
                  </a:lnTo>
                  <a:lnTo>
                    <a:pt x="496570" y="1270"/>
                  </a:lnTo>
                  <a:lnTo>
                    <a:pt x="496570" y="0"/>
                  </a:lnTo>
                  <a:close/>
                </a:path>
                <a:path w="783589" h="7619">
                  <a:moveTo>
                    <a:pt x="783590" y="0"/>
                  </a:moveTo>
                  <a:lnTo>
                    <a:pt x="681990" y="0"/>
                  </a:lnTo>
                  <a:lnTo>
                    <a:pt x="681990" y="1270"/>
                  </a:lnTo>
                  <a:lnTo>
                    <a:pt x="683260" y="1270"/>
                  </a:lnTo>
                  <a:lnTo>
                    <a:pt x="683260" y="2540"/>
                  </a:lnTo>
                  <a:lnTo>
                    <a:pt x="684530" y="2540"/>
                  </a:lnTo>
                  <a:lnTo>
                    <a:pt x="684530" y="3810"/>
                  </a:lnTo>
                  <a:lnTo>
                    <a:pt x="685800" y="3810"/>
                  </a:lnTo>
                  <a:lnTo>
                    <a:pt x="685800" y="5080"/>
                  </a:lnTo>
                  <a:lnTo>
                    <a:pt x="687070" y="5080"/>
                  </a:lnTo>
                  <a:lnTo>
                    <a:pt x="687070" y="6350"/>
                  </a:lnTo>
                  <a:lnTo>
                    <a:pt x="688340" y="6350"/>
                  </a:lnTo>
                  <a:lnTo>
                    <a:pt x="688340" y="7620"/>
                  </a:lnTo>
                  <a:lnTo>
                    <a:pt x="783590" y="7620"/>
                  </a:lnTo>
                  <a:lnTo>
                    <a:pt x="783590" y="1270"/>
                  </a:lnTo>
                  <a:lnTo>
                    <a:pt x="783590" y="0"/>
                  </a:lnTo>
                  <a:close/>
                </a:path>
              </a:pathLst>
            </a:custGeom>
            <a:solidFill>
              <a:srgbClr val="201800"/>
            </a:solidFill>
          </p:spPr>
          <p:txBody>
            <a:bodyPr wrap="square" lIns="0" tIns="0" rIns="0" bIns="0" rtlCol="0"/>
            <a:lstStyle/>
            <a:p/>
          </p:txBody>
        </p:sp>
        <p:sp>
          <p:nvSpPr>
            <p:cNvPr id="648" name="object 648"/>
            <p:cNvSpPr/>
            <p:nvPr/>
          </p:nvSpPr>
          <p:spPr>
            <a:xfrm>
              <a:off x="3078480" y="2833369"/>
              <a:ext cx="783590" cy="7620"/>
            </a:xfrm>
            <a:custGeom>
              <a:avLst/>
              <a:gdLst/>
              <a:ahLst/>
              <a:cxnLst/>
              <a:rect l="l" t="t" r="r" b="b"/>
              <a:pathLst>
                <a:path w="783589" h="7619">
                  <a:moveTo>
                    <a:pt x="63500" y="6477"/>
                  </a:moveTo>
                  <a:lnTo>
                    <a:pt x="0" y="6477"/>
                  </a:lnTo>
                  <a:lnTo>
                    <a:pt x="0" y="7620"/>
                  </a:lnTo>
                  <a:lnTo>
                    <a:pt x="63500" y="7620"/>
                  </a:lnTo>
                  <a:lnTo>
                    <a:pt x="63500" y="6477"/>
                  </a:lnTo>
                  <a:close/>
                </a:path>
                <a:path w="783589" h="7619">
                  <a:moveTo>
                    <a:pt x="68580" y="0"/>
                  </a:moveTo>
                  <a:lnTo>
                    <a:pt x="67310" y="0"/>
                  </a:lnTo>
                  <a:lnTo>
                    <a:pt x="0" y="0"/>
                  </a:lnTo>
                  <a:lnTo>
                    <a:pt x="0" y="2540"/>
                  </a:lnTo>
                  <a:lnTo>
                    <a:pt x="0" y="3810"/>
                  </a:lnTo>
                  <a:lnTo>
                    <a:pt x="0" y="5080"/>
                  </a:lnTo>
                  <a:lnTo>
                    <a:pt x="0" y="6350"/>
                  </a:lnTo>
                  <a:lnTo>
                    <a:pt x="63500" y="6350"/>
                  </a:lnTo>
                  <a:lnTo>
                    <a:pt x="63500" y="5080"/>
                  </a:lnTo>
                  <a:lnTo>
                    <a:pt x="64770" y="5080"/>
                  </a:lnTo>
                  <a:lnTo>
                    <a:pt x="64770" y="3810"/>
                  </a:lnTo>
                  <a:lnTo>
                    <a:pt x="66040" y="3810"/>
                  </a:lnTo>
                  <a:lnTo>
                    <a:pt x="66040" y="2540"/>
                  </a:lnTo>
                  <a:lnTo>
                    <a:pt x="67310" y="2540"/>
                  </a:lnTo>
                  <a:lnTo>
                    <a:pt x="67310" y="127"/>
                  </a:lnTo>
                  <a:lnTo>
                    <a:pt x="68580" y="127"/>
                  </a:lnTo>
                  <a:lnTo>
                    <a:pt x="68580" y="0"/>
                  </a:lnTo>
                  <a:close/>
                </a:path>
                <a:path w="783589" h="7619">
                  <a:moveTo>
                    <a:pt x="496570" y="6477"/>
                  </a:moveTo>
                  <a:lnTo>
                    <a:pt x="285750" y="6477"/>
                  </a:lnTo>
                  <a:lnTo>
                    <a:pt x="285750" y="7620"/>
                  </a:lnTo>
                  <a:lnTo>
                    <a:pt x="496570" y="7620"/>
                  </a:lnTo>
                  <a:lnTo>
                    <a:pt x="496570" y="6477"/>
                  </a:lnTo>
                  <a:close/>
                </a:path>
                <a:path w="783589" h="7619">
                  <a:moveTo>
                    <a:pt x="496570" y="2667"/>
                  </a:moveTo>
                  <a:lnTo>
                    <a:pt x="285750" y="2667"/>
                  </a:lnTo>
                  <a:lnTo>
                    <a:pt x="285750" y="6350"/>
                  </a:lnTo>
                  <a:lnTo>
                    <a:pt x="496570" y="6350"/>
                  </a:lnTo>
                  <a:lnTo>
                    <a:pt x="496570" y="2667"/>
                  </a:lnTo>
                  <a:close/>
                </a:path>
                <a:path w="783589" h="7619">
                  <a:moveTo>
                    <a:pt x="496570" y="127"/>
                  </a:moveTo>
                  <a:lnTo>
                    <a:pt x="285750" y="127"/>
                  </a:lnTo>
                  <a:lnTo>
                    <a:pt x="285750" y="2540"/>
                  </a:lnTo>
                  <a:lnTo>
                    <a:pt x="496570" y="2540"/>
                  </a:lnTo>
                  <a:lnTo>
                    <a:pt x="496570" y="127"/>
                  </a:lnTo>
                  <a:close/>
                </a:path>
                <a:path w="783589" h="7619">
                  <a:moveTo>
                    <a:pt x="783590" y="6477"/>
                  </a:moveTo>
                  <a:lnTo>
                    <a:pt x="695960" y="6477"/>
                  </a:lnTo>
                  <a:lnTo>
                    <a:pt x="695960" y="7620"/>
                  </a:lnTo>
                  <a:lnTo>
                    <a:pt x="783590" y="7620"/>
                  </a:lnTo>
                  <a:lnTo>
                    <a:pt x="783590" y="6477"/>
                  </a:lnTo>
                  <a:close/>
                </a:path>
                <a:path w="783589" h="7619">
                  <a:moveTo>
                    <a:pt x="783590" y="0"/>
                  </a:moveTo>
                  <a:lnTo>
                    <a:pt x="689610" y="0"/>
                  </a:lnTo>
                  <a:lnTo>
                    <a:pt x="688340" y="0"/>
                  </a:lnTo>
                  <a:lnTo>
                    <a:pt x="688340" y="127"/>
                  </a:lnTo>
                  <a:lnTo>
                    <a:pt x="689610" y="127"/>
                  </a:lnTo>
                  <a:lnTo>
                    <a:pt x="689610" y="1270"/>
                  </a:lnTo>
                  <a:lnTo>
                    <a:pt x="690880" y="1270"/>
                  </a:lnTo>
                  <a:lnTo>
                    <a:pt x="690880" y="2540"/>
                  </a:lnTo>
                  <a:lnTo>
                    <a:pt x="692150" y="2540"/>
                  </a:lnTo>
                  <a:lnTo>
                    <a:pt x="692150" y="3810"/>
                  </a:lnTo>
                  <a:lnTo>
                    <a:pt x="693420" y="3810"/>
                  </a:lnTo>
                  <a:lnTo>
                    <a:pt x="693420" y="5080"/>
                  </a:lnTo>
                  <a:lnTo>
                    <a:pt x="694690" y="5080"/>
                  </a:lnTo>
                  <a:lnTo>
                    <a:pt x="694690" y="6350"/>
                  </a:lnTo>
                  <a:lnTo>
                    <a:pt x="783590" y="6350"/>
                  </a:lnTo>
                  <a:lnTo>
                    <a:pt x="783590" y="5080"/>
                  </a:lnTo>
                  <a:lnTo>
                    <a:pt x="783590" y="3810"/>
                  </a:lnTo>
                  <a:lnTo>
                    <a:pt x="783590" y="2540"/>
                  </a:lnTo>
                  <a:lnTo>
                    <a:pt x="783590" y="1270"/>
                  </a:lnTo>
                  <a:lnTo>
                    <a:pt x="783590" y="0"/>
                  </a:lnTo>
                  <a:close/>
                </a:path>
              </a:pathLst>
            </a:custGeom>
            <a:solidFill>
              <a:srgbClr val="221900"/>
            </a:solidFill>
          </p:spPr>
          <p:txBody>
            <a:bodyPr wrap="square" lIns="0" tIns="0" rIns="0" bIns="0" rtlCol="0"/>
            <a:lstStyle/>
            <a:p/>
          </p:txBody>
        </p:sp>
        <p:sp>
          <p:nvSpPr>
            <p:cNvPr id="649" name="object 649"/>
            <p:cNvSpPr/>
            <p:nvPr/>
          </p:nvSpPr>
          <p:spPr>
            <a:xfrm>
              <a:off x="3078480" y="2840989"/>
              <a:ext cx="783590" cy="6350"/>
            </a:xfrm>
            <a:custGeom>
              <a:avLst/>
              <a:gdLst/>
              <a:ahLst/>
              <a:cxnLst/>
              <a:rect l="l" t="t" r="r" b="b"/>
              <a:pathLst>
                <a:path w="783589" h="6350">
                  <a:moveTo>
                    <a:pt x="58420" y="5207"/>
                  </a:moveTo>
                  <a:lnTo>
                    <a:pt x="0" y="5207"/>
                  </a:lnTo>
                  <a:lnTo>
                    <a:pt x="0" y="6350"/>
                  </a:lnTo>
                  <a:lnTo>
                    <a:pt x="58420" y="6350"/>
                  </a:lnTo>
                  <a:lnTo>
                    <a:pt x="58420" y="5207"/>
                  </a:lnTo>
                  <a:close/>
                </a:path>
                <a:path w="783589" h="6350">
                  <a:moveTo>
                    <a:pt x="62230" y="0"/>
                  </a:moveTo>
                  <a:lnTo>
                    <a:pt x="0" y="0"/>
                  </a:lnTo>
                  <a:lnTo>
                    <a:pt x="0" y="1270"/>
                  </a:lnTo>
                  <a:lnTo>
                    <a:pt x="0" y="3810"/>
                  </a:lnTo>
                  <a:lnTo>
                    <a:pt x="0" y="5080"/>
                  </a:lnTo>
                  <a:lnTo>
                    <a:pt x="59690" y="5080"/>
                  </a:lnTo>
                  <a:lnTo>
                    <a:pt x="59690" y="3810"/>
                  </a:lnTo>
                  <a:lnTo>
                    <a:pt x="60960" y="3810"/>
                  </a:lnTo>
                  <a:lnTo>
                    <a:pt x="60960" y="1270"/>
                  </a:lnTo>
                  <a:lnTo>
                    <a:pt x="62230" y="1270"/>
                  </a:lnTo>
                  <a:lnTo>
                    <a:pt x="62230" y="0"/>
                  </a:lnTo>
                  <a:close/>
                </a:path>
                <a:path w="783589" h="6350">
                  <a:moveTo>
                    <a:pt x="496570" y="5207"/>
                  </a:moveTo>
                  <a:lnTo>
                    <a:pt x="285750" y="5207"/>
                  </a:lnTo>
                  <a:lnTo>
                    <a:pt x="285750" y="6350"/>
                  </a:lnTo>
                  <a:lnTo>
                    <a:pt x="496570" y="6350"/>
                  </a:lnTo>
                  <a:lnTo>
                    <a:pt x="496570" y="5207"/>
                  </a:lnTo>
                  <a:close/>
                </a:path>
                <a:path w="783589" h="6350">
                  <a:moveTo>
                    <a:pt x="496570" y="1397"/>
                  </a:moveTo>
                  <a:lnTo>
                    <a:pt x="285750" y="1397"/>
                  </a:lnTo>
                  <a:lnTo>
                    <a:pt x="285750" y="5080"/>
                  </a:lnTo>
                  <a:lnTo>
                    <a:pt x="496570" y="5080"/>
                  </a:lnTo>
                  <a:lnTo>
                    <a:pt x="496570" y="1397"/>
                  </a:lnTo>
                  <a:close/>
                </a:path>
                <a:path w="783589" h="6350">
                  <a:moveTo>
                    <a:pt x="496570" y="0"/>
                  </a:moveTo>
                  <a:lnTo>
                    <a:pt x="285750" y="0"/>
                  </a:lnTo>
                  <a:lnTo>
                    <a:pt x="285750" y="1270"/>
                  </a:lnTo>
                  <a:lnTo>
                    <a:pt x="496570" y="1270"/>
                  </a:lnTo>
                  <a:lnTo>
                    <a:pt x="496570" y="0"/>
                  </a:lnTo>
                  <a:close/>
                </a:path>
                <a:path w="783589" h="6350">
                  <a:moveTo>
                    <a:pt x="783590" y="5207"/>
                  </a:moveTo>
                  <a:lnTo>
                    <a:pt x="702310" y="5207"/>
                  </a:lnTo>
                  <a:lnTo>
                    <a:pt x="702310" y="6350"/>
                  </a:lnTo>
                  <a:lnTo>
                    <a:pt x="783590" y="6350"/>
                  </a:lnTo>
                  <a:lnTo>
                    <a:pt x="783590" y="5207"/>
                  </a:lnTo>
                  <a:close/>
                </a:path>
                <a:path w="783589" h="6350">
                  <a:moveTo>
                    <a:pt x="783590" y="0"/>
                  </a:moveTo>
                  <a:lnTo>
                    <a:pt x="697230" y="0"/>
                  </a:lnTo>
                  <a:lnTo>
                    <a:pt x="697230" y="1270"/>
                  </a:lnTo>
                  <a:lnTo>
                    <a:pt x="698500" y="1270"/>
                  </a:lnTo>
                  <a:lnTo>
                    <a:pt x="698500" y="2540"/>
                  </a:lnTo>
                  <a:lnTo>
                    <a:pt x="699770" y="2540"/>
                  </a:lnTo>
                  <a:lnTo>
                    <a:pt x="699770" y="3810"/>
                  </a:lnTo>
                  <a:lnTo>
                    <a:pt x="701040" y="3810"/>
                  </a:lnTo>
                  <a:lnTo>
                    <a:pt x="701040" y="5080"/>
                  </a:lnTo>
                  <a:lnTo>
                    <a:pt x="783590" y="5080"/>
                  </a:lnTo>
                  <a:lnTo>
                    <a:pt x="783590" y="3810"/>
                  </a:lnTo>
                  <a:lnTo>
                    <a:pt x="783590" y="2540"/>
                  </a:lnTo>
                  <a:lnTo>
                    <a:pt x="783590" y="1270"/>
                  </a:lnTo>
                  <a:lnTo>
                    <a:pt x="783590" y="0"/>
                  </a:lnTo>
                  <a:close/>
                </a:path>
              </a:pathLst>
            </a:custGeom>
            <a:solidFill>
              <a:srgbClr val="241B00"/>
            </a:solidFill>
          </p:spPr>
          <p:txBody>
            <a:bodyPr wrap="square" lIns="0" tIns="0" rIns="0" bIns="0" rtlCol="0"/>
            <a:lstStyle/>
            <a:p/>
          </p:txBody>
        </p:sp>
        <p:sp>
          <p:nvSpPr>
            <p:cNvPr id="650" name="object 650"/>
            <p:cNvSpPr/>
            <p:nvPr/>
          </p:nvSpPr>
          <p:spPr>
            <a:xfrm>
              <a:off x="3078480" y="2847339"/>
              <a:ext cx="783590" cy="7620"/>
            </a:xfrm>
            <a:custGeom>
              <a:avLst/>
              <a:gdLst/>
              <a:ahLst/>
              <a:cxnLst/>
              <a:rect l="l" t="t" r="r" b="b"/>
              <a:pathLst>
                <a:path w="783589" h="7619">
                  <a:moveTo>
                    <a:pt x="58420" y="0"/>
                  </a:moveTo>
                  <a:lnTo>
                    <a:pt x="0" y="0"/>
                  </a:lnTo>
                  <a:lnTo>
                    <a:pt x="0" y="1270"/>
                  </a:lnTo>
                  <a:lnTo>
                    <a:pt x="0" y="3810"/>
                  </a:lnTo>
                  <a:lnTo>
                    <a:pt x="0" y="5080"/>
                  </a:lnTo>
                  <a:lnTo>
                    <a:pt x="0" y="6350"/>
                  </a:lnTo>
                  <a:lnTo>
                    <a:pt x="0" y="7620"/>
                  </a:lnTo>
                  <a:lnTo>
                    <a:pt x="54610" y="7620"/>
                  </a:lnTo>
                  <a:lnTo>
                    <a:pt x="54610" y="6350"/>
                  </a:lnTo>
                  <a:lnTo>
                    <a:pt x="55880" y="6350"/>
                  </a:lnTo>
                  <a:lnTo>
                    <a:pt x="55880" y="5080"/>
                  </a:lnTo>
                  <a:lnTo>
                    <a:pt x="55880" y="3810"/>
                  </a:lnTo>
                  <a:lnTo>
                    <a:pt x="57150" y="3810"/>
                  </a:lnTo>
                  <a:lnTo>
                    <a:pt x="57150" y="1270"/>
                  </a:lnTo>
                  <a:lnTo>
                    <a:pt x="58420" y="1270"/>
                  </a:lnTo>
                  <a:lnTo>
                    <a:pt x="58420" y="0"/>
                  </a:lnTo>
                  <a:close/>
                </a:path>
                <a:path w="783589" h="7619">
                  <a:moveTo>
                    <a:pt x="496570" y="5207"/>
                  </a:moveTo>
                  <a:lnTo>
                    <a:pt x="285750" y="5207"/>
                  </a:lnTo>
                  <a:lnTo>
                    <a:pt x="285750" y="7620"/>
                  </a:lnTo>
                  <a:lnTo>
                    <a:pt x="496570" y="7620"/>
                  </a:lnTo>
                  <a:lnTo>
                    <a:pt x="496570" y="5207"/>
                  </a:lnTo>
                  <a:close/>
                </a:path>
                <a:path w="783589" h="7619">
                  <a:moveTo>
                    <a:pt x="496570" y="1397"/>
                  </a:moveTo>
                  <a:lnTo>
                    <a:pt x="285750" y="1397"/>
                  </a:lnTo>
                  <a:lnTo>
                    <a:pt x="285750" y="5080"/>
                  </a:lnTo>
                  <a:lnTo>
                    <a:pt x="496570" y="5080"/>
                  </a:lnTo>
                  <a:lnTo>
                    <a:pt x="496570" y="1397"/>
                  </a:lnTo>
                  <a:close/>
                </a:path>
                <a:path w="783589" h="7619">
                  <a:moveTo>
                    <a:pt x="496570" y="0"/>
                  </a:moveTo>
                  <a:lnTo>
                    <a:pt x="285750" y="0"/>
                  </a:lnTo>
                  <a:lnTo>
                    <a:pt x="285750" y="1270"/>
                  </a:lnTo>
                  <a:lnTo>
                    <a:pt x="496570" y="1270"/>
                  </a:lnTo>
                  <a:lnTo>
                    <a:pt x="496570" y="0"/>
                  </a:lnTo>
                  <a:close/>
                </a:path>
                <a:path w="783589" h="7619">
                  <a:moveTo>
                    <a:pt x="783590" y="0"/>
                  </a:moveTo>
                  <a:lnTo>
                    <a:pt x="703580" y="0"/>
                  </a:lnTo>
                  <a:lnTo>
                    <a:pt x="703580" y="1270"/>
                  </a:lnTo>
                  <a:lnTo>
                    <a:pt x="703580" y="2540"/>
                  </a:lnTo>
                  <a:lnTo>
                    <a:pt x="704850" y="2540"/>
                  </a:lnTo>
                  <a:lnTo>
                    <a:pt x="704850" y="3810"/>
                  </a:lnTo>
                  <a:lnTo>
                    <a:pt x="706120" y="3810"/>
                  </a:lnTo>
                  <a:lnTo>
                    <a:pt x="706120" y="5080"/>
                  </a:lnTo>
                  <a:lnTo>
                    <a:pt x="707390" y="5080"/>
                  </a:lnTo>
                  <a:lnTo>
                    <a:pt x="707390" y="6350"/>
                  </a:lnTo>
                  <a:lnTo>
                    <a:pt x="708660" y="6350"/>
                  </a:lnTo>
                  <a:lnTo>
                    <a:pt x="708660" y="7620"/>
                  </a:lnTo>
                  <a:lnTo>
                    <a:pt x="783590" y="7620"/>
                  </a:lnTo>
                  <a:lnTo>
                    <a:pt x="783590" y="1270"/>
                  </a:lnTo>
                  <a:lnTo>
                    <a:pt x="783590" y="0"/>
                  </a:lnTo>
                  <a:close/>
                </a:path>
              </a:pathLst>
            </a:custGeom>
            <a:solidFill>
              <a:srgbClr val="261C00"/>
            </a:solidFill>
          </p:spPr>
          <p:txBody>
            <a:bodyPr wrap="square" lIns="0" tIns="0" rIns="0" bIns="0" rtlCol="0"/>
            <a:lstStyle/>
            <a:p/>
          </p:txBody>
        </p:sp>
        <p:sp>
          <p:nvSpPr>
            <p:cNvPr id="651" name="object 651"/>
            <p:cNvSpPr/>
            <p:nvPr/>
          </p:nvSpPr>
          <p:spPr>
            <a:xfrm>
              <a:off x="3078479" y="2854960"/>
              <a:ext cx="783590" cy="7620"/>
            </a:xfrm>
            <a:custGeom>
              <a:avLst/>
              <a:gdLst/>
              <a:ahLst/>
              <a:cxnLst/>
              <a:rect l="l" t="t" r="r" b="b"/>
              <a:pathLst>
                <a:path w="783589" h="7619">
                  <a:moveTo>
                    <a:pt x="50800" y="6476"/>
                  </a:moveTo>
                  <a:lnTo>
                    <a:pt x="0" y="6476"/>
                  </a:lnTo>
                  <a:lnTo>
                    <a:pt x="0" y="7619"/>
                  </a:lnTo>
                  <a:lnTo>
                    <a:pt x="50800" y="7619"/>
                  </a:lnTo>
                  <a:lnTo>
                    <a:pt x="50800" y="6476"/>
                  </a:lnTo>
                  <a:close/>
                </a:path>
                <a:path w="783589" h="7619">
                  <a:moveTo>
                    <a:pt x="54610" y="0"/>
                  </a:moveTo>
                  <a:lnTo>
                    <a:pt x="0" y="0"/>
                  </a:lnTo>
                  <a:lnTo>
                    <a:pt x="0" y="6349"/>
                  </a:lnTo>
                  <a:lnTo>
                    <a:pt x="50800" y="6349"/>
                  </a:lnTo>
                  <a:lnTo>
                    <a:pt x="50800" y="6476"/>
                  </a:lnTo>
                  <a:lnTo>
                    <a:pt x="52069" y="6476"/>
                  </a:lnTo>
                  <a:lnTo>
                    <a:pt x="52069" y="3936"/>
                  </a:lnTo>
                  <a:lnTo>
                    <a:pt x="53339" y="3936"/>
                  </a:lnTo>
                  <a:lnTo>
                    <a:pt x="53339" y="1269"/>
                  </a:lnTo>
                  <a:lnTo>
                    <a:pt x="54610" y="1269"/>
                  </a:lnTo>
                  <a:lnTo>
                    <a:pt x="54610" y="0"/>
                  </a:lnTo>
                  <a:close/>
                </a:path>
                <a:path w="783589" h="7619">
                  <a:moveTo>
                    <a:pt x="496569" y="6476"/>
                  </a:moveTo>
                  <a:lnTo>
                    <a:pt x="285749" y="6476"/>
                  </a:lnTo>
                  <a:lnTo>
                    <a:pt x="285749" y="7619"/>
                  </a:lnTo>
                  <a:lnTo>
                    <a:pt x="496569" y="7619"/>
                  </a:lnTo>
                  <a:lnTo>
                    <a:pt x="496569" y="6476"/>
                  </a:lnTo>
                  <a:close/>
                </a:path>
                <a:path w="783589" h="7619">
                  <a:moveTo>
                    <a:pt x="783590" y="6476"/>
                  </a:moveTo>
                  <a:lnTo>
                    <a:pt x="713740" y="6476"/>
                  </a:lnTo>
                  <a:lnTo>
                    <a:pt x="713740" y="7619"/>
                  </a:lnTo>
                  <a:lnTo>
                    <a:pt x="783590" y="7619"/>
                  </a:lnTo>
                  <a:lnTo>
                    <a:pt x="783590" y="6476"/>
                  </a:lnTo>
                  <a:close/>
                </a:path>
                <a:path w="783589" h="7619">
                  <a:moveTo>
                    <a:pt x="783590" y="0"/>
                  </a:moveTo>
                  <a:lnTo>
                    <a:pt x="708659" y="0"/>
                  </a:lnTo>
                  <a:lnTo>
                    <a:pt x="708659" y="1269"/>
                  </a:lnTo>
                  <a:lnTo>
                    <a:pt x="709930" y="1269"/>
                  </a:lnTo>
                  <a:lnTo>
                    <a:pt x="709930" y="2666"/>
                  </a:lnTo>
                  <a:lnTo>
                    <a:pt x="711199" y="2666"/>
                  </a:lnTo>
                  <a:lnTo>
                    <a:pt x="711199" y="3936"/>
                  </a:lnTo>
                  <a:lnTo>
                    <a:pt x="712469" y="3936"/>
                  </a:lnTo>
                  <a:lnTo>
                    <a:pt x="712469" y="6476"/>
                  </a:lnTo>
                  <a:lnTo>
                    <a:pt x="713740" y="6476"/>
                  </a:lnTo>
                  <a:lnTo>
                    <a:pt x="713740" y="6349"/>
                  </a:lnTo>
                  <a:lnTo>
                    <a:pt x="783590" y="6349"/>
                  </a:lnTo>
                  <a:lnTo>
                    <a:pt x="783590" y="0"/>
                  </a:lnTo>
                  <a:close/>
                </a:path>
                <a:path w="783589" h="7619">
                  <a:moveTo>
                    <a:pt x="496569" y="0"/>
                  </a:moveTo>
                  <a:lnTo>
                    <a:pt x="285749" y="0"/>
                  </a:lnTo>
                  <a:lnTo>
                    <a:pt x="285749" y="6349"/>
                  </a:lnTo>
                  <a:lnTo>
                    <a:pt x="496569" y="6349"/>
                  </a:lnTo>
                  <a:lnTo>
                    <a:pt x="496569" y="0"/>
                  </a:lnTo>
                  <a:close/>
                </a:path>
              </a:pathLst>
            </a:custGeom>
            <a:solidFill>
              <a:srgbClr val="281E00"/>
            </a:solidFill>
          </p:spPr>
          <p:txBody>
            <a:bodyPr wrap="square" lIns="0" tIns="0" rIns="0" bIns="0" rtlCol="0"/>
            <a:lstStyle/>
            <a:p/>
          </p:txBody>
        </p:sp>
        <p:sp>
          <p:nvSpPr>
            <p:cNvPr id="652" name="object 652"/>
            <p:cNvSpPr/>
            <p:nvPr/>
          </p:nvSpPr>
          <p:spPr>
            <a:xfrm>
              <a:off x="3078479" y="2862580"/>
              <a:ext cx="783590" cy="6350"/>
            </a:xfrm>
            <a:custGeom>
              <a:avLst/>
              <a:gdLst/>
              <a:ahLst/>
              <a:cxnLst/>
              <a:rect l="l" t="t" r="r" b="b"/>
              <a:pathLst>
                <a:path w="783589" h="6350">
                  <a:moveTo>
                    <a:pt x="50800" y="0"/>
                  </a:moveTo>
                  <a:lnTo>
                    <a:pt x="0" y="0"/>
                  </a:lnTo>
                  <a:lnTo>
                    <a:pt x="0" y="6350"/>
                  </a:lnTo>
                  <a:lnTo>
                    <a:pt x="48260" y="6350"/>
                  </a:lnTo>
                  <a:lnTo>
                    <a:pt x="48260" y="5080"/>
                  </a:lnTo>
                  <a:lnTo>
                    <a:pt x="49530" y="5080"/>
                  </a:lnTo>
                  <a:lnTo>
                    <a:pt x="49530" y="2540"/>
                  </a:lnTo>
                  <a:lnTo>
                    <a:pt x="50800" y="2540"/>
                  </a:lnTo>
                  <a:lnTo>
                    <a:pt x="50800" y="0"/>
                  </a:lnTo>
                  <a:close/>
                </a:path>
                <a:path w="783589" h="6350">
                  <a:moveTo>
                    <a:pt x="496569" y="0"/>
                  </a:moveTo>
                  <a:lnTo>
                    <a:pt x="284480" y="0"/>
                  </a:lnTo>
                  <a:lnTo>
                    <a:pt x="284480" y="6350"/>
                  </a:lnTo>
                  <a:lnTo>
                    <a:pt x="496569" y="6350"/>
                  </a:lnTo>
                  <a:lnTo>
                    <a:pt x="496569" y="0"/>
                  </a:lnTo>
                  <a:close/>
                </a:path>
                <a:path w="783589" h="6350">
                  <a:moveTo>
                    <a:pt x="783589" y="0"/>
                  </a:moveTo>
                  <a:lnTo>
                    <a:pt x="715009" y="0"/>
                  </a:lnTo>
                  <a:lnTo>
                    <a:pt x="715009" y="2540"/>
                  </a:lnTo>
                  <a:lnTo>
                    <a:pt x="716280" y="2540"/>
                  </a:lnTo>
                  <a:lnTo>
                    <a:pt x="716280" y="5080"/>
                  </a:lnTo>
                  <a:lnTo>
                    <a:pt x="717549" y="5080"/>
                  </a:lnTo>
                  <a:lnTo>
                    <a:pt x="717549" y="6350"/>
                  </a:lnTo>
                  <a:lnTo>
                    <a:pt x="783590" y="6350"/>
                  </a:lnTo>
                  <a:lnTo>
                    <a:pt x="783589" y="0"/>
                  </a:lnTo>
                  <a:close/>
                </a:path>
              </a:pathLst>
            </a:custGeom>
            <a:solidFill>
              <a:srgbClr val="2A1F00"/>
            </a:solidFill>
          </p:spPr>
          <p:txBody>
            <a:bodyPr wrap="square" lIns="0" tIns="0" rIns="0" bIns="0" rtlCol="0"/>
            <a:lstStyle/>
            <a:p/>
          </p:txBody>
        </p:sp>
        <p:sp>
          <p:nvSpPr>
            <p:cNvPr id="653" name="object 653"/>
            <p:cNvSpPr/>
            <p:nvPr/>
          </p:nvSpPr>
          <p:spPr>
            <a:xfrm>
              <a:off x="3078480" y="2868929"/>
              <a:ext cx="783590" cy="7620"/>
            </a:xfrm>
            <a:custGeom>
              <a:avLst/>
              <a:gdLst/>
              <a:ahLst/>
              <a:cxnLst/>
              <a:rect l="l" t="t" r="r" b="b"/>
              <a:pathLst>
                <a:path w="783589" h="7619">
                  <a:moveTo>
                    <a:pt x="48260" y="0"/>
                  </a:moveTo>
                  <a:lnTo>
                    <a:pt x="0" y="0"/>
                  </a:lnTo>
                  <a:lnTo>
                    <a:pt x="0" y="1270"/>
                  </a:lnTo>
                  <a:lnTo>
                    <a:pt x="0" y="3810"/>
                  </a:lnTo>
                  <a:lnTo>
                    <a:pt x="0" y="7620"/>
                  </a:lnTo>
                  <a:lnTo>
                    <a:pt x="45720" y="7620"/>
                  </a:lnTo>
                  <a:lnTo>
                    <a:pt x="45720" y="3810"/>
                  </a:lnTo>
                  <a:lnTo>
                    <a:pt x="46990" y="3810"/>
                  </a:lnTo>
                  <a:lnTo>
                    <a:pt x="46990" y="1270"/>
                  </a:lnTo>
                  <a:lnTo>
                    <a:pt x="48260" y="1270"/>
                  </a:lnTo>
                  <a:lnTo>
                    <a:pt x="48260" y="0"/>
                  </a:lnTo>
                  <a:close/>
                </a:path>
                <a:path w="783589" h="7619">
                  <a:moveTo>
                    <a:pt x="496570" y="0"/>
                  </a:moveTo>
                  <a:lnTo>
                    <a:pt x="284480" y="0"/>
                  </a:lnTo>
                  <a:lnTo>
                    <a:pt x="284480" y="5080"/>
                  </a:lnTo>
                  <a:lnTo>
                    <a:pt x="284480" y="7620"/>
                  </a:lnTo>
                  <a:lnTo>
                    <a:pt x="495300" y="7620"/>
                  </a:lnTo>
                  <a:lnTo>
                    <a:pt x="495300" y="5080"/>
                  </a:lnTo>
                  <a:lnTo>
                    <a:pt x="496570" y="5080"/>
                  </a:lnTo>
                  <a:lnTo>
                    <a:pt x="496570" y="0"/>
                  </a:lnTo>
                  <a:close/>
                </a:path>
                <a:path w="783589" h="7619">
                  <a:moveTo>
                    <a:pt x="783590" y="5080"/>
                  </a:moveTo>
                  <a:lnTo>
                    <a:pt x="783577" y="2540"/>
                  </a:lnTo>
                  <a:lnTo>
                    <a:pt x="783577" y="0"/>
                  </a:lnTo>
                  <a:lnTo>
                    <a:pt x="718820" y="0"/>
                  </a:lnTo>
                  <a:lnTo>
                    <a:pt x="718820" y="2540"/>
                  </a:lnTo>
                  <a:lnTo>
                    <a:pt x="720090" y="2540"/>
                  </a:lnTo>
                  <a:lnTo>
                    <a:pt x="720090" y="5080"/>
                  </a:lnTo>
                  <a:lnTo>
                    <a:pt x="721360" y="5080"/>
                  </a:lnTo>
                  <a:lnTo>
                    <a:pt x="721360" y="7620"/>
                  </a:lnTo>
                  <a:lnTo>
                    <a:pt x="783590" y="7620"/>
                  </a:lnTo>
                  <a:lnTo>
                    <a:pt x="783590" y="5080"/>
                  </a:lnTo>
                  <a:close/>
                </a:path>
              </a:pathLst>
            </a:custGeom>
            <a:solidFill>
              <a:srgbClr val="2C2100"/>
            </a:solidFill>
          </p:spPr>
          <p:txBody>
            <a:bodyPr wrap="square" lIns="0" tIns="0" rIns="0" bIns="0" rtlCol="0"/>
            <a:lstStyle/>
            <a:p/>
          </p:txBody>
        </p:sp>
        <p:sp>
          <p:nvSpPr>
            <p:cNvPr id="654" name="object 654"/>
            <p:cNvSpPr/>
            <p:nvPr/>
          </p:nvSpPr>
          <p:spPr>
            <a:xfrm>
              <a:off x="3078479" y="2876550"/>
              <a:ext cx="783590" cy="7620"/>
            </a:xfrm>
            <a:custGeom>
              <a:avLst/>
              <a:gdLst/>
              <a:ahLst/>
              <a:cxnLst/>
              <a:rect l="l" t="t" r="r" b="b"/>
              <a:pathLst>
                <a:path w="783589" h="7619">
                  <a:moveTo>
                    <a:pt x="44450" y="0"/>
                  </a:moveTo>
                  <a:lnTo>
                    <a:pt x="0" y="0"/>
                  </a:lnTo>
                  <a:lnTo>
                    <a:pt x="0" y="7620"/>
                  </a:lnTo>
                  <a:lnTo>
                    <a:pt x="41910" y="7620"/>
                  </a:lnTo>
                  <a:lnTo>
                    <a:pt x="41910" y="5079"/>
                  </a:lnTo>
                  <a:lnTo>
                    <a:pt x="43180" y="5079"/>
                  </a:lnTo>
                  <a:lnTo>
                    <a:pt x="43180" y="2539"/>
                  </a:lnTo>
                  <a:lnTo>
                    <a:pt x="44450" y="2539"/>
                  </a:lnTo>
                  <a:lnTo>
                    <a:pt x="44450" y="0"/>
                  </a:lnTo>
                  <a:close/>
                </a:path>
                <a:path w="783589" h="7619">
                  <a:moveTo>
                    <a:pt x="495300" y="0"/>
                  </a:moveTo>
                  <a:lnTo>
                    <a:pt x="284480" y="0"/>
                  </a:lnTo>
                  <a:lnTo>
                    <a:pt x="284480" y="7620"/>
                  </a:lnTo>
                  <a:lnTo>
                    <a:pt x="495300" y="7620"/>
                  </a:lnTo>
                  <a:lnTo>
                    <a:pt x="495300" y="0"/>
                  </a:lnTo>
                  <a:close/>
                </a:path>
                <a:path w="783589" h="7619">
                  <a:moveTo>
                    <a:pt x="783589" y="0"/>
                  </a:moveTo>
                  <a:lnTo>
                    <a:pt x="722630" y="0"/>
                  </a:lnTo>
                  <a:lnTo>
                    <a:pt x="722630" y="2539"/>
                  </a:lnTo>
                  <a:lnTo>
                    <a:pt x="723899" y="2539"/>
                  </a:lnTo>
                  <a:lnTo>
                    <a:pt x="723899" y="5079"/>
                  </a:lnTo>
                  <a:lnTo>
                    <a:pt x="725169" y="5079"/>
                  </a:lnTo>
                  <a:lnTo>
                    <a:pt x="725169" y="7620"/>
                  </a:lnTo>
                  <a:lnTo>
                    <a:pt x="783590" y="7620"/>
                  </a:lnTo>
                  <a:lnTo>
                    <a:pt x="783589" y="0"/>
                  </a:lnTo>
                  <a:close/>
                </a:path>
              </a:pathLst>
            </a:custGeom>
            <a:solidFill>
              <a:srgbClr val="2E2200"/>
            </a:solidFill>
          </p:spPr>
          <p:txBody>
            <a:bodyPr wrap="square" lIns="0" tIns="0" rIns="0" bIns="0" rtlCol="0"/>
            <a:lstStyle/>
            <a:p/>
          </p:txBody>
        </p:sp>
        <p:sp>
          <p:nvSpPr>
            <p:cNvPr id="655" name="object 655"/>
            <p:cNvSpPr/>
            <p:nvPr/>
          </p:nvSpPr>
          <p:spPr>
            <a:xfrm>
              <a:off x="3077209" y="2884170"/>
              <a:ext cx="784860" cy="7620"/>
            </a:xfrm>
            <a:custGeom>
              <a:avLst/>
              <a:gdLst/>
              <a:ahLst/>
              <a:cxnLst/>
              <a:rect l="l" t="t" r="r" b="b"/>
              <a:pathLst>
                <a:path w="784860" h="7619">
                  <a:moveTo>
                    <a:pt x="43180" y="0"/>
                  </a:moveTo>
                  <a:lnTo>
                    <a:pt x="1269" y="0"/>
                  </a:lnTo>
                  <a:lnTo>
                    <a:pt x="1269" y="3809"/>
                  </a:lnTo>
                  <a:lnTo>
                    <a:pt x="0" y="3809"/>
                  </a:lnTo>
                  <a:lnTo>
                    <a:pt x="0" y="7619"/>
                  </a:lnTo>
                  <a:lnTo>
                    <a:pt x="40639" y="7619"/>
                  </a:lnTo>
                  <a:lnTo>
                    <a:pt x="40639" y="5079"/>
                  </a:lnTo>
                  <a:lnTo>
                    <a:pt x="41910" y="5079"/>
                  </a:lnTo>
                  <a:lnTo>
                    <a:pt x="41909" y="1269"/>
                  </a:lnTo>
                  <a:lnTo>
                    <a:pt x="43180" y="1269"/>
                  </a:lnTo>
                  <a:lnTo>
                    <a:pt x="43180" y="0"/>
                  </a:lnTo>
                  <a:close/>
                </a:path>
                <a:path w="784860" h="7619">
                  <a:moveTo>
                    <a:pt x="496570" y="0"/>
                  </a:moveTo>
                  <a:lnTo>
                    <a:pt x="285750" y="0"/>
                  </a:lnTo>
                  <a:lnTo>
                    <a:pt x="285750" y="7619"/>
                  </a:lnTo>
                  <a:lnTo>
                    <a:pt x="496570" y="7619"/>
                  </a:lnTo>
                  <a:lnTo>
                    <a:pt x="496570" y="0"/>
                  </a:lnTo>
                  <a:close/>
                </a:path>
                <a:path w="784860" h="7619">
                  <a:moveTo>
                    <a:pt x="784859" y="0"/>
                  </a:moveTo>
                  <a:lnTo>
                    <a:pt x="726439" y="0"/>
                  </a:lnTo>
                  <a:lnTo>
                    <a:pt x="726439" y="1269"/>
                  </a:lnTo>
                  <a:lnTo>
                    <a:pt x="727710" y="1269"/>
                  </a:lnTo>
                  <a:lnTo>
                    <a:pt x="727710" y="3809"/>
                  </a:lnTo>
                  <a:lnTo>
                    <a:pt x="728979" y="3809"/>
                  </a:lnTo>
                  <a:lnTo>
                    <a:pt x="728979" y="6350"/>
                  </a:lnTo>
                  <a:lnTo>
                    <a:pt x="730250" y="6350"/>
                  </a:lnTo>
                  <a:lnTo>
                    <a:pt x="730250" y="7619"/>
                  </a:lnTo>
                  <a:lnTo>
                    <a:pt x="784860" y="7619"/>
                  </a:lnTo>
                  <a:lnTo>
                    <a:pt x="784859" y="0"/>
                  </a:lnTo>
                  <a:close/>
                </a:path>
              </a:pathLst>
            </a:custGeom>
            <a:solidFill>
              <a:srgbClr val="302400"/>
            </a:solidFill>
          </p:spPr>
          <p:txBody>
            <a:bodyPr wrap="square" lIns="0" tIns="0" rIns="0" bIns="0" rtlCol="0"/>
            <a:lstStyle/>
            <a:p/>
          </p:txBody>
        </p:sp>
        <p:sp>
          <p:nvSpPr>
            <p:cNvPr id="656" name="object 656"/>
            <p:cNvSpPr/>
            <p:nvPr/>
          </p:nvSpPr>
          <p:spPr>
            <a:xfrm>
              <a:off x="3077209" y="2891790"/>
              <a:ext cx="784860" cy="6350"/>
            </a:xfrm>
            <a:custGeom>
              <a:avLst/>
              <a:gdLst/>
              <a:ahLst/>
              <a:cxnLst/>
              <a:rect l="l" t="t" r="r" b="b"/>
              <a:pathLst>
                <a:path w="784860" h="6350">
                  <a:moveTo>
                    <a:pt x="40639" y="0"/>
                  </a:moveTo>
                  <a:lnTo>
                    <a:pt x="0" y="0"/>
                  </a:lnTo>
                  <a:lnTo>
                    <a:pt x="0" y="6350"/>
                  </a:lnTo>
                  <a:lnTo>
                    <a:pt x="39369" y="6350"/>
                  </a:lnTo>
                  <a:lnTo>
                    <a:pt x="39369" y="1270"/>
                  </a:lnTo>
                  <a:lnTo>
                    <a:pt x="40639" y="1270"/>
                  </a:lnTo>
                  <a:lnTo>
                    <a:pt x="40639" y="0"/>
                  </a:lnTo>
                  <a:close/>
                </a:path>
                <a:path w="784860" h="6350">
                  <a:moveTo>
                    <a:pt x="496570" y="0"/>
                  </a:moveTo>
                  <a:lnTo>
                    <a:pt x="285750" y="0"/>
                  </a:lnTo>
                  <a:lnTo>
                    <a:pt x="285750" y="6350"/>
                  </a:lnTo>
                  <a:lnTo>
                    <a:pt x="496570" y="6350"/>
                  </a:lnTo>
                  <a:lnTo>
                    <a:pt x="496570" y="0"/>
                  </a:lnTo>
                  <a:close/>
                </a:path>
                <a:path w="784860" h="6350">
                  <a:moveTo>
                    <a:pt x="784860" y="0"/>
                  </a:moveTo>
                  <a:lnTo>
                    <a:pt x="730250" y="0"/>
                  </a:lnTo>
                  <a:lnTo>
                    <a:pt x="730250" y="1270"/>
                  </a:lnTo>
                  <a:lnTo>
                    <a:pt x="731519" y="1270"/>
                  </a:lnTo>
                  <a:lnTo>
                    <a:pt x="731519" y="3810"/>
                  </a:lnTo>
                  <a:lnTo>
                    <a:pt x="732789" y="3810"/>
                  </a:lnTo>
                  <a:lnTo>
                    <a:pt x="732789" y="6350"/>
                  </a:lnTo>
                  <a:lnTo>
                    <a:pt x="784860" y="6350"/>
                  </a:lnTo>
                  <a:lnTo>
                    <a:pt x="784860" y="0"/>
                  </a:lnTo>
                  <a:close/>
                </a:path>
              </a:pathLst>
            </a:custGeom>
            <a:solidFill>
              <a:srgbClr val="332500"/>
            </a:solidFill>
          </p:spPr>
          <p:txBody>
            <a:bodyPr wrap="square" lIns="0" tIns="0" rIns="0" bIns="0" rtlCol="0"/>
            <a:lstStyle/>
            <a:p/>
          </p:txBody>
        </p:sp>
        <p:sp>
          <p:nvSpPr>
            <p:cNvPr id="657" name="object 657"/>
            <p:cNvSpPr/>
            <p:nvPr/>
          </p:nvSpPr>
          <p:spPr>
            <a:xfrm>
              <a:off x="3077210" y="2898139"/>
              <a:ext cx="784860" cy="7620"/>
            </a:xfrm>
            <a:custGeom>
              <a:avLst/>
              <a:gdLst/>
              <a:ahLst/>
              <a:cxnLst/>
              <a:rect l="l" t="t" r="r" b="b"/>
              <a:pathLst>
                <a:path w="784860" h="7619">
                  <a:moveTo>
                    <a:pt x="38100" y="0"/>
                  </a:moveTo>
                  <a:lnTo>
                    <a:pt x="0" y="0"/>
                  </a:lnTo>
                  <a:lnTo>
                    <a:pt x="0" y="3810"/>
                  </a:lnTo>
                  <a:lnTo>
                    <a:pt x="0" y="7620"/>
                  </a:lnTo>
                  <a:lnTo>
                    <a:pt x="36830" y="7620"/>
                  </a:lnTo>
                  <a:lnTo>
                    <a:pt x="36830" y="3810"/>
                  </a:lnTo>
                  <a:lnTo>
                    <a:pt x="38100" y="3810"/>
                  </a:lnTo>
                  <a:lnTo>
                    <a:pt x="38100" y="0"/>
                  </a:lnTo>
                  <a:close/>
                </a:path>
                <a:path w="784860" h="7619">
                  <a:moveTo>
                    <a:pt x="496570" y="0"/>
                  </a:moveTo>
                  <a:lnTo>
                    <a:pt x="285750" y="0"/>
                  </a:lnTo>
                  <a:lnTo>
                    <a:pt x="285750" y="7620"/>
                  </a:lnTo>
                  <a:lnTo>
                    <a:pt x="496570" y="7620"/>
                  </a:lnTo>
                  <a:lnTo>
                    <a:pt x="496570" y="0"/>
                  </a:lnTo>
                  <a:close/>
                </a:path>
                <a:path w="784860" h="7619">
                  <a:moveTo>
                    <a:pt x="784860" y="0"/>
                  </a:moveTo>
                  <a:lnTo>
                    <a:pt x="734060" y="0"/>
                  </a:lnTo>
                  <a:lnTo>
                    <a:pt x="734060" y="3810"/>
                  </a:lnTo>
                  <a:lnTo>
                    <a:pt x="735330" y="3810"/>
                  </a:lnTo>
                  <a:lnTo>
                    <a:pt x="735330" y="7620"/>
                  </a:lnTo>
                  <a:lnTo>
                    <a:pt x="784860" y="7620"/>
                  </a:lnTo>
                  <a:lnTo>
                    <a:pt x="784860" y="3810"/>
                  </a:lnTo>
                  <a:lnTo>
                    <a:pt x="784860" y="0"/>
                  </a:lnTo>
                  <a:close/>
                </a:path>
              </a:pathLst>
            </a:custGeom>
            <a:solidFill>
              <a:srgbClr val="342600"/>
            </a:solidFill>
          </p:spPr>
          <p:txBody>
            <a:bodyPr wrap="square" lIns="0" tIns="0" rIns="0" bIns="0" rtlCol="0"/>
            <a:lstStyle/>
            <a:p/>
          </p:txBody>
        </p:sp>
        <p:sp>
          <p:nvSpPr>
            <p:cNvPr id="658" name="object 658"/>
            <p:cNvSpPr/>
            <p:nvPr/>
          </p:nvSpPr>
          <p:spPr>
            <a:xfrm>
              <a:off x="3077210" y="2905759"/>
              <a:ext cx="784860" cy="7620"/>
            </a:xfrm>
            <a:custGeom>
              <a:avLst/>
              <a:gdLst/>
              <a:ahLst/>
              <a:cxnLst/>
              <a:rect l="l" t="t" r="r" b="b"/>
              <a:pathLst>
                <a:path w="784860" h="7619">
                  <a:moveTo>
                    <a:pt x="35560" y="0"/>
                  </a:moveTo>
                  <a:lnTo>
                    <a:pt x="0" y="0"/>
                  </a:lnTo>
                  <a:lnTo>
                    <a:pt x="0" y="5080"/>
                  </a:lnTo>
                  <a:lnTo>
                    <a:pt x="0" y="7620"/>
                  </a:lnTo>
                  <a:lnTo>
                    <a:pt x="34290" y="7620"/>
                  </a:lnTo>
                  <a:lnTo>
                    <a:pt x="34290" y="5080"/>
                  </a:lnTo>
                  <a:lnTo>
                    <a:pt x="35560" y="5080"/>
                  </a:lnTo>
                  <a:lnTo>
                    <a:pt x="35560" y="0"/>
                  </a:lnTo>
                  <a:close/>
                </a:path>
                <a:path w="784860" h="7619">
                  <a:moveTo>
                    <a:pt x="496570" y="0"/>
                  </a:moveTo>
                  <a:lnTo>
                    <a:pt x="285750" y="0"/>
                  </a:lnTo>
                  <a:lnTo>
                    <a:pt x="285750" y="7620"/>
                  </a:lnTo>
                  <a:lnTo>
                    <a:pt x="496570" y="7620"/>
                  </a:lnTo>
                  <a:lnTo>
                    <a:pt x="496570" y="0"/>
                  </a:lnTo>
                  <a:close/>
                </a:path>
                <a:path w="784860" h="7619">
                  <a:moveTo>
                    <a:pt x="784860" y="0"/>
                  </a:moveTo>
                  <a:lnTo>
                    <a:pt x="736600" y="0"/>
                  </a:lnTo>
                  <a:lnTo>
                    <a:pt x="736600" y="3810"/>
                  </a:lnTo>
                  <a:lnTo>
                    <a:pt x="737870" y="3810"/>
                  </a:lnTo>
                  <a:lnTo>
                    <a:pt x="737870" y="7620"/>
                  </a:lnTo>
                  <a:lnTo>
                    <a:pt x="784860" y="7620"/>
                  </a:lnTo>
                  <a:lnTo>
                    <a:pt x="784860" y="3810"/>
                  </a:lnTo>
                  <a:lnTo>
                    <a:pt x="784860" y="0"/>
                  </a:lnTo>
                  <a:close/>
                </a:path>
              </a:pathLst>
            </a:custGeom>
            <a:solidFill>
              <a:srgbClr val="362800"/>
            </a:solidFill>
          </p:spPr>
          <p:txBody>
            <a:bodyPr wrap="square" lIns="0" tIns="0" rIns="0" bIns="0" rtlCol="0"/>
            <a:lstStyle/>
            <a:p/>
          </p:txBody>
        </p:sp>
        <p:sp>
          <p:nvSpPr>
            <p:cNvPr id="659" name="object 659"/>
            <p:cNvSpPr/>
            <p:nvPr/>
          </p:nvSpPr>
          <p:spPr>
            <a:xfrm>
              <a:off x="3077210" y="2913379"/>
              <a:ext cx="784860" cy="6350"/>
            </a:xfrm>
            <a:custGeom>
              <a:avLst/>
              <a:gdLst/>
              <a:ahLst/>
              <a:cxnLst/>
              <a:rect l="l" t="t" r="r" b="b"/>
              <a:pathLst>
                <a:path w="784860" h="6350">
                  <a:moveTo>
                    <a:pt x="34290" y="0"/>
                  </a:moveTo>
                  <a:lnTo>
                    <a:pt x="0" y="0"/>
                  </a:lnTo>
                  <a:lnTo>
                    <a:pt x="0" y="1270"/>
                  </a:lnTo>
                  <a:lnTo>
                    <a:pt x="0" y="6350"/>
                  </a:lnTo>
                  <a:lnTo>
                    <a:pt x="33020" y="6350"/>
                  </a:lnTo>
                  <a:lnTo>
                    <a:pt x="33020" y="1270"/>
                  </a:lnTo>
                  <a:lnTo>
                    <a:pt x="34290" y="1270"/>
                  </a:lnTo>
                  <a:lnTo>
                    <a:pt x="34290" y="0"/>
                  </a:lnTo>
                  <a:close/>
                </a:path>
                <a:path w="784860" h="6350">
                  <a:moveTo>
                    <a:pt x="496570" y="0"/>
                  </a:moveTo>
                  <a:lnTo>
                    <a:pt x="285750" y="0"/>
                  </a:lnTo>
                  <a:lnTo>
                    <a:pt x="285750" y="6350"/>
                  </a:lnTo>
                  <a:lnTo>
                    <a:pt x="496570" y="6350"/>
                  </a:lnTo>
                  <a:lnTo>
                    <a:pt x="496570" y="0"/>
                  </a:lnTo>
                  <a:close/>
                </a:path>
                <a:path w="784860" h="6350">
                  <a:moveTo>
                    <a:pt x="784860" y="0"/>
                  </a:moveTo>
                  <a:lnTo>
                    <a:pt x="739140" y="0"/>
                  </a:lnTo>
                  <a:lnTo>
                    <a:pt x="739140" y="2540"/>
                  </a:lnTo>
                  <a:lnTo>
                    <a:pt x="740410" y="2540"/>
                  </a:lnTo>
                  <a:lnTo>
                    <a:pt x="740410" y="6350"/>
                  </a:lnTo>
                  <a:lnTo>
                    <a:pt x="784860" y="6350"/>
                  </a:lnTo>
                  <a:lnTo>
                    <a:pt x="784860" y="2540"/>
                  </a:lnTo>
                  <a:lnTo>
                    <a:pt x="784860" y="0"/>
                  </a:lnTo>
                  <a:close/>
                </a:path>
              </a:pathLst>
            </a:custGeom>
            <a:solidFill>
              <a:srgbClr val="382900"/>
            </a:solidFill>
          </p:spPr>
          <p:txBody>
            <a:bodyPr wrap="square" lIns="0" tIns="0" rIns="0" bIns="0" rtlCol="0"/>
            <a:lstStyle/>
            <a:p/>
          </p:txBody>
        </p:sp>
        <p:sp>
          <p:nvSpPr>
            <p:cNvPr id="660" name="object 660"/>
            <p:cNvSpPr/>
            <p:nvPr/>
          </p:nvSpPr>
          <p:spPr>
            <a:xfrm>
              <a:off x="3077209" y="2919730"/>
              <a:ext cx="784860" cy="7620"/>
            </a:xfrm>
            <a:custGeom>
              <a:avLst/>
              <a:gdLst/>
              <a:ahLst/>
              <a:cxnLst/>
              <a:rect l="l" t="t" r="r" b="b"/>
              <a:pathLst>
                <a:path w="784860" h="7619">
                  <a:moveTo>
                    <a:pt x="31750" y="0"/>
                  </a:moveTo>
                  <a:lnTo>
                    <a:pt x="0" y="0"/>
                  </a:lnTo>
                  <a:lnTo>
                    <a:pt x="0" y="7620"/>
                  </a:lnTo>
                  <a:lnTo>
                    <a:pt x="30480" y="7620"/>
                  </a:lnTo>
                  <a:lnTo>
                    <a:pt x="30480" y="5080"/>
                  </a:lnTo>
                  <a:lnTo>
                    <a:pt x="31750" y="5080"/>
                  </a:lnTo>
                  <a:lnTo>
                    <a:pt x="31750" y="0"/>
                  </a:lnTo>
                  <a:close/>
                </a:path>
                <a:path w="784860" h="7619">
                  <a:moveTo>
                    <a:pt x="496570" y="0"/>
                  </a:moveTo>
                  <a:lnTo>
                    <a:pt x="285750" y="0"/>
                  </a:lnTo>
                  <a:lnTo>
                    <a:pt x="285750" y="7620"/>
                  </a:lnTo>
                  <a:lnTo>
                    <a:pt x="496570" y="7620"/>
                  </a:lnTo>
                  <a:lnTo>
                    <a:pt x="496570" y="0"/>
                  </a:lnTo>
                  <a:close/>
                </a:path>
                <a:path w="784860" h="7619">
                  <a:moveTo>
                    <a:pt x="784859" y="0"/>
                  </a:moveTo>
                  <a:lnTo>
                    <a:pt x="741680" y="0"/>
                  </a:lnTo>
                  <a:lnTo>
                    <a:pt x="741680" y="2540"/>
                  </a:lnTo>
                  <a:lnTo>
                    <a:pt x="742950" y="2540"/>
                  </a:lnTo>
                  <a:lnTo>
                    <a:pt x="742950" y="5080"/>
                  </a:lnTo>
                  <a:lnTo>
                    <a:pt x="744219" y="5080"/>
                  </a:lnTo>
                  <a:lnTo>
                    <a:pt x="744219" y="7620"/>
                  </a:lnTo>
                  <a:lnTo>
                    <a:pt x="784860" y="7620"/>
                  </a:lnTo>
                  <a:lnTo>
                    <a:pt x="784859" y="0"/>
                  </a:lnTo>
                  <a:close/>
                </a:path>
              </a:pathLst>
            </a:custGeom>
            <a:solidFill>
              <a:srgbClr val="3A2B00"/>
            </a:solidFill>
          </p:spPr>
          <p:txBody>
            <a:bodyPr wrap="square" lIns="0" tIns="0" rIns="0" bIns="0" rtlCol="0"/>
            <a:lstStyle/>
            <a:p/>
          </p:txBody>
        </p:sp>
        <p:sp>
          <p:nvSpPr>
            <p:cNvPr id="661" name="object 661"/>
            <p:cNvSpPr/>
            <p:nvPr/>
          </p:nvSpPr>
          <p:spPr>
            <a:xfrm>
              <a:off x="3077209" y="2927350"/>
              <a:ext cx="784860" cy="7620"/>
            </a:xfrm>
            <a:custGeom>
              <a:avLst/>
              <a:gdLst/>
              <a:ahLst/>
              <a:cxnLst/>
              <a:rect l="l" t="t" r="r" b="b"/>
              <a:pathLst>
                <a:path w="784860" h="7619">
                  <a:moveTo>
                    <a:pt x="30480" y="0"/>
                  </a:moveTo>
                  <a:lnTo>
                    <a:pt x="0" y="0"/>
                  </a:lnTo>
                  <a:lnTo>
                    <a:pt x="0" y="7620"/>
                  </a:lnTo>
                  <a:lnTo>
                    <a:pt x="29210" y="7620"/>
                  </a:lnTo>
                  <a:lnTo>
                    <a:pt x="29210" y="2539"/>
                  </a:lnTo>
                  <a:lnTo>
                    <a:pt x="30480" y="2539"/>
                  </a:lnTo>
                  <a:lnTo>
                    <a:pt x="30480" y="0"/>
                  </a:lnTo>
                  <a:close/>
                </a:path>
                <a:path w="784860" h="7619">
                  <a:moveTo>
                    <a:pt x="496570" y="0"/>
                  </a:moveTo>
                  <a:lnTo>
                    <a:pt x="285750" y="0"/>
                  </a:lnTo>
                  <a:lnTo>
                    <a:pt x="285750" y="7620"/>
                  </a:lnTo>
                  <a:lnTo>
                    <a:pt x="496570" y="7620"/>
                  </a:lnTo>
                  <a:lnTo>
                    <a:pt x="496570" y="0"/>
                  </a:lnTo>
                  <a:close/>
                </a:path>
                <a:path w="784860" h="7619">
                  <a:moveTo>
                    <a:pt x="784859" y="0"/>
                  </a:moveTo>
                  <a:lnTo>
                    <a:pt x="744219" y="0"/>
                  </a:lnTo>
                  <a:lnTo>
                    <a:pt x="744219" y="1270"/>
                  </a:lnTo>
                  <a:lnTo>
                    <a:pt x="745489" y="1270"/>
                  </a:lnTo>
                  <a:lnTo>
                    <a:pt x="745489" y="6350"/>
                  </a:lnTo>
                  <a:lnTo>
                    <a:pt x="746760" y="6350"/>
                  </a:lnTo>
                  <a:lnTo>
                    <a:pt x="746760" y="7620"/>
                  </a:lnTo>
                  <a:lnTo>
                    <a:pt x="784860" y="7620"/>
                  </a:lnTo>
                  <a:lnTo>
                    <a:pt x="784859" y="0"/>
                  </a:lnTo>
                  <a:close/>
                </a:path>
              </a:pathLst>
            </a:custGeom>
            <a:solidFill>
              <a:srgbClr val="3C2C00"/>
            </a:solidFill>
          </p:spPr>
          <p:txBody>
            <a:bodyPr wrap="square" lIns="0" tIns="0" rIns="0" bIns="0" rtlCol="0"/>
            <a:lstStyle/>
            <a:p/>
          </p:txBody>
        </p:sp>
        <p:sp>
          <p:nvSpPr>
            <p:cNvPr id="662" name="object 662"/>
            <p:cNvSpPr/>
            <p:nvPr/>
          </p:nvSpPr>
          <p:spPr>
            <a:xfrm>
              <a:off x="3077210" y="2934969"/>
              <a:ext cx="784860" cy="6350"/>
            </a:xfrm>
            <a:custGeom>
              <a:avLst/>
              <a:gdLst/>
              <a:ahLst/>
              <a:cxnLst/>
              <a:rect l="l" t="t" r="r" b="b"/>
              <a:pathLst>
                <a:path w="784860" h="6350">
                  <a:moveTo>
                    <a:pt x="29210" y="0"/>
                  </a:moveTo>
                  <a:lnTo>
                    <a:pt x="0" y="0"/>
                  </a:lnTo>
                  <a:lnTo>
                    <a:pt x="0" y="1270"/>
                  </a:lnTo>
                  <a:lnTo>
                    <a:pt x="0" y="6350"/>
                  </a:lnTo>
                  <a:lnTo>
                    <a:pt x="27940" y="6350"/>
                  </a:lnTo>
                  <a:lnTo>
                    <a:pt x="27940" y="1270"/>
                  </a:lnTo>
                  <a:lnTo>
                    <a:pt x="29210" y="1270"/>
                  </a:lnTo>
                  <a:lnTo>
                    <a:pt x="29210" y="0"/>
                  </a:lnTo>
                  <a:close/>
                </a:path>
                <a:path w="784860" h="6350">
                  <a:moveTo>
                    <a:pt x="496570" y="0"/>
                  </a:moveTo>
                  <a:lnTo>
                    <a:pt x="285750" y="0"/>
                  </a:lnTo>
                  <a:lnTo>
                    <a:pt x="285750" y="6350"/>
                  </a:lnTo>
                  <a:lnTo>
                    <a:pt x="496570" y="6350"/>
                  </a:lnTo>
                  <a:lnTo>
                    <a:pt x="496570" y="0"/>
                  </a:lnTo>
                  <a:close/>
                </a:path>
                <a:path w="784860" h="6350">
                  <a:moveTo>
                    <a:pt x="784860" y="2540"/>
                  </a:moveTo>
                  <a:lnTo>
                    <a:pt x="784847" y="0"/>
                  </a:lnTo>
                  <a:lnTo>
                    <a:pt x="746760" y="0"/>
                  </a:lnTo>
                  <a:lnTo>
                    <a:pt x="746760" y="2540"/>
                  </a:lnTo>
                  <a:lnTo>
                    <a:pt x="748030" y="2540"/>
                  </a:lnTo>
                  <a:lnTo>
                    <a:pt x="748030" y="6350"/>
                  </a:lnTo>
                  <a:lnTo>
                    <a:pt x="784860" y="6350"/>
                  </a:lnTo>
                  <a:lnTo>
                    <a:pt x="784860" y="2540"/>
                  </a:lnTo>
                  <a:close/>
                </a:path>
              </a:pathLst>
            </a:custGeom>
            <a:solidFill>
              <a:srgbClr val="3E2E00"/>
            </a:solidFill>
          </p:spPr>
          <p:txBody>
            <a:bodyPr wrap="square" lIns="0" tIns="0" rIns="0" bIns="0" rtlCol="0"/>
            <a:lstStyle/>
            <a:p/>
          </p:txBody>
        </p:sp>
        <p:sp>
          <p:nvSpPr>
            <p:cNvPr id="663" name="object 663"/>
            <p:cNvSpPr/>
            <p:nvPr/>
          </p:nvSpPr>
          <p:spPr>
            <a:xfrm>
              <a:off x="3077209" y="2941320"/>
              <a:ext cx="784860" cy="7620"/>
            </a:xfrm>
            <a:custGeom>
              <a:avLst/>
              <a:gdLst/>
              <a:ahLst/>
              <a:cxnLst/>
              <a:rect l="l" t="t" r="r" b="b"/>
              <a:pathLst>
                <a:path w="784860" h="7619">
                  <a:moveTo>
                    <a:pt x="26669" y="0"/>
                  </a:moveTo>
                  <a:lnTo>
                    <a:pt x="0" y="0"/>
                  </a:lnTo>
                  <a:lnTo>
                    <a:pt x="0" y="7619"/>
                  </a:lnTo>
                  <a:lnTo>
                    <a:pt x="25400" y="7619"/>
                  </a:lnTo>
                  <a:lnTo>
                    <a:pt x="25400" y="6350"/>
                  </a:lnTo>
                  <a:lnTo>
                    <a:pt x="26669" y="6350"/>
                  </a:lnTo>
                  <a:lnTo>
                    <a:pt x="26669" y="0"/>
                  </a:lnTo>
                  <a:close/>
                </a:path>
                <a:path w="784860" h="7619">
                  <a:moveTo>
                    <a:pt x="496570" y="0"/>
                  </a:moveTo>
                  <a:lnTo>
                    <a:pt x="285750" y="0"/>
                  </a:lnTo>
                  <a:lnTo>
                    <a:pt x="285750" y="7619"/>
                  </a:lnTo>
                  <a:lnTo>
                    <a:pt x="496570" y="7619"/>
                  </a:lnTo>
                  <a:lnTo>
                    <a:pt x="496570" y="0"/>
                  </a:lnTo>
                  <a:close/>
                </a:path>
                <a:path w="784860" h="7619">
                  <a:moveTo>
                    <a:pt x="784859" y="0"/>
                  </a:moveTo>
                  <a:lnTo>
                    <a:pt x="748029" y="0"/>
                  </a:lnTo>
                  <a:lnTo>
                    <a:pt x="748029" y="1269"/>
                  </a:lnTo>
                  <a:lnTo>
                    <a:pt x="749300" y="1269"/>
                  </a:lnTo>
                  <a:lnTo>
                    <a:pt x="749300" y="5079"/>
                  </a:lnTo>
                  <a:lnTo>
                    <a:pt x="750569" y="5079"/>
                  </a:lnTo>
                  <a:lnTo>
                    <a:pt x="750569" y="7619"/>
                  </a:lnTo>
                  <a:lnTo>
                    <a:pt x="784860" y="7619"/>
                  </a:lnTo>
                  <a:lnTo>
                    <a:pt x="784859" y="0"/>
                  </a:lnTo>
                  <a:close/>
                </a:path>
              </a:pathLst>
            </a:custGeom>
            <a:solidFill>
              <a:srgbClr val="402F00"/>
            </a:solidFill>
          </p:spPr>
          <p:txBody>
            <a:bodyPr wrap="square" lIns="0" tIns="0" rIns="0" bIns="0" rtlCol="0"/>
            <a:lstStyle/>
            <a:p/>
          </p:txBody>
        </p:sp>
        <p:sp>
          <p:nvSpPr>
            <p:cNvPr id="664" name="object 664"/>
            <p:cNvSpPr/>
            <p:nvPr/>
          </p:nvSpPr>
          <p:spPr>
            <a:xfrm>
              <a:off x="3094990" y="2948939"/>
              <a:ext cx="767080" cy="7620"/>
            </a:xfrm>
            <a:custGeom>
              <a:avLst/>
              <a:gdLst/>
              <a:ahLst/>
              <a:cxnLst/>
              <a:rect l="l" t="t" r="r" b="b"/>
              <a:pathLst>
                <a:path w="767079" h="7619">
                  <a:moveTo>
                    <a:pt x="7620" y="0"/>
                  </a:moveTo>
                  <a:lnTo>
                    <a:pt x="0" y="0"/>
                  </a:lnTo>
                  <a:lnTo>
                    <a:pt x="0" y="1270"/>
                  </a:lnTo>
                  <a:lnTo>
                    <a:pt x="6350" y="1270"/>
                  </a:lnTo>
                  <a:lnTo>
                    <a:pt x="6350" y="2540"/>
                  </a:lnTo>
                  <a:lnTo>
                    <a:pt x="7607" y="2540"/>
                  </a:lnTo>
                  <a:lnTo>
                    <a:pt x="7607" y="1270"/>
                  </a:lnTo>
                  <a:lnTo>
                    <a:pt x="7620" y="0"/>
                  </a:lnTo>
                  <a:close/>
                </a:path>
                <a:path w="767079" h="7619">
                  <a:moveTo>
                    <a:pt x="478790" y="2552"/>
                  </a:moveTo>
                  <a:lnTo>
                    <a:pt x="267970" y="2552"/>
                  </a:lnTo>
                  <a:lnTo>
                    <a:pt x="267970" y="7620"/>
                  </a:lnTo>
                  <a:lnTo>
                    <a:pt x="478790" y="7620"/>
                  </a:lnTo>
                  <a:lnTo>
                    <a:pt x="478790" y="2552"/>
                  </a:lnTo>
                  <a:close/>
                </a:path>
                <a:path w="767079" h="7619">
                  <a:moveTo>
                    <a:pt x="478790" y="0"/>
                  </a:moveTo>
                  <a:lnTo>
                    <a:pt x="267970" y="0"/>
                  </a:lnTo>
                  <a:lnTo>
                    <a:pt x="267970" y="2540"/>
                  </a:lnTo>
                  <a:lnTo>
                    <a:pt x="478790" y="2540"/>
                  </a:lnTo>
                  <a:lnTo>
                    <a:pt x="478790" y="0"/>
                  </a:lnTo>
                  <a:close/>
                </a:path>
                <a:path w="767079" h="7619">
                  <a:moveTo>
                    <a:pt x="767080" y="2552"/>
                  </a:moveTo>
                  <a:lnTo>
                    <a:pt x="734060" y="2552"/>
                  </a:lnTo>
                  <a:lnTo>
                    <a:pt x="734060" y="7620"/>
                  </a:lnTo>
                  <a:lnTo>
                    <a:pt x="767080" y="7620"/>
                  </a:lnTo>
                  <a:lnTo>
                    <a:pt x="767080" y="2552"/>
                  </a:lnTo>
                  <a:close/>
                </a:path>
                <a:path w="767079" h="7619">
                  <a:moveTo>
                    <a:pt x="767080" y="2540"/>
                  </a:moveTo>
                  <a:lnTo>
                    <a:pt x="767067" y="0"/>
                  </a:lnTo>
                  <a:lnTo>
                    <a:pt x="732790" y="0"/>
                  </a:lnTo>
                  <a:lnTo>
                    <a:pt x="732790" y="2540"/>
                  </a:lnTo>
                  <a:lnTo>
                    <a:pt x="767080" y="2540"/>
                  </a:lnTo>
                  <a:close/>
                </a:path>
              </a:pathLst>
            </a:custGeom>
            <a:solidFill>
              <a:srgbClr val="423100"/>
            </a:solidFill>
          </p:spPr>
          <p:txBody>
            <a:bodyPr wrap="square" lIns="0" tIns="0" rIns="0" bIns="0" rtlCol="0"/>
            <a:lstStyle/>
            <a:p/>
          </p:txBody>
        </p:sp>
        <p:sp>
          <p:nvSpPr>
            <p:cNvPr id="665" name="object 665"/>
            <p:cNvSpPr/>
            <p:nvPr/>
          </p:nvSpPr>
          <p:spPr>
            <a:xfrm>
              <a:off x="3362960" y="2956559"/>
              <a:ext cx="499109" cy="7620"/>
            </a:xfrm>
            <a:custGeom>
              <a:avLst/>
              <a:gdLst/>
              <a:ahLst/>
              <a:cxnLst/>
              <a:rect l="l" t="t" r="r" b="b"/>
              <a:pathLst>
                <a:path w="499110" h="7619">
                  <a:moveTo>
                    <a:pt x="210820" y="0"/>
                  </a:moveTo>
                  <a:lnTo>
                    <a:pt x="0" y="0"/>
                  </a:lnTo>
                  <a:lnTo>
                    <a:pt x="0" y="7620"/>
                  </a:lnTo>
                  <a:lnTo>
                    <a:pt x="210820" y="7620"/>
                  </a:lnTo>
                  <a:lnTo>
                    <a:pt x="210820" y="0"/>
                  </a:lnTo>
                  <a:close/>
                </a:path>
                <a:path w="499110" h="7619">
                  <a:moveTo>
                    <a:pt x="499110" y="0"/>
                  </a:moveTo>
                  <a:lnTo>
                    <a:pt x="467360" y="0"/>
                  </a:lnTo>
                  <a:lnTo>
                    <a:pt x="467360" y="5080"/>
                  </a:lnTo>
                  <a:lnTo>
                    <a:pt x="468630" y="5080"/>
                  </a:lnTo>
                  <a:lnTo>
                    <a:pt x="468630" y="7620"/>
                  </a:lnTo>
                  <a:lnTo>
                    <a:pt x="499110" y="7620"/>
                  </a:lnTo>
                  <a:lnTo>
                    <a:pt x="499110" y="5080"/>
                  </a:lnTo>
                  <a:lnTo>
                    <a:pt x="499110" y="0"/>
                  </a:lnTo>
                  <a:close/>
                </a:path>
              </a:pathLst>
            </a:custGeom>
            <a:solidFill>
              <a:srgbClr val="443300"/>
            </a:solidFill>
          </p:spPr>
          <p:txBody>
            <a:bodyPr wrap="square" lIns="0" tIns="0" rIns="0" bIns="0" rtlCol="0"/>
            <a:lstStyle/>
            <a:p/>
          </p:txBody>
        </p:sp>
        <p:sp>
          <p:nvSpPr>
            <p:cNvPr id="666" name="object 666"/>
            <p:cNvSpPr/>
            <p:nvPr/>
          </p:nvSpPr>
          <p:spPr>
            <a:xfrm>
              <a:off x="3362960" y="2964179"/>
              <a:ext cx="499109" cy="6350"/>
            </a:xfrm>
            <a:custGeom>
              <a:avLst/>
              <a:gdLst/>
              <a:ahLst/>
              <a:cxnLst/>
              <a:rect l="l" t="t" r="r" b="b"/>
              <a:pathLst>
                <a:path w="499110" h="6350">
                  <a:moveTo>
                    <a:pt x="210820" y="0"/>
                  </a:moveTo>
                  <a:lnTo>
                    <a:pt x="0" y="0"/>
                  </a:lnTo>
                  <a:lnTo>
                    <a:pt x="0" y="6350"/>
                  </a:lnTo>
                  <a:lnTo>
                    <a:pt x="210820" y="6350"/>
                  </a:lnTo>
                  <a:lnTo>
                    <a:pt x="210820" y="0"/>
                  </a:lnTo>
                  <a:close/>
                </a:path>
                <a:path w="499110" h="6350">
                  <a:moveTo>
                    <a:pt x="499110" y="0"/>
                  </a:moveTo>
                  <a:lnTo>
                    <a:pt x="468630" y="0"/>
                  </a:lnTo>
                  <a:lnTo>
                    <a:pt x="468630" y="1270"/>
                  </a:lnTo>
                  <a:lnTo>
                    <a:pt x="469900" y="1270"/>
                  </a:lnTo>
                  <a:lnTo>
                    <a:pt x="469900" y="6350"/>
                  </a:lnTo>
                  <a:lnTo>
                    <a:pt x="499110" y="6350"/>
                  </a:lnTo>
                  <a:lnTo>
                    <a:pt x="499110" y="1270"/>
                  </a:lnTo>
                  <a:lnTo>
                    <a:pt x="499110" y="0"/>
                  </a:lnTo>
                  <a:close/>
                </a:path>
              </a:pathLst>
            </a:custGeom>
            <a:solidFill>
              <a:srgbClr val="463400"/>
            </a:solidFill>
          </p:spPr>
          <p:txBody>
            <a:bodyPr wrap="square" lIns="0" tIns="0" rIns="0" bIns="0" rtlCol="0"/>
            <a:lstStyle/>
            <a:p/>
          </p:txBody>
        </p:sp>
        <p:sp>
          <p:nvSpPr>
            <p:cNvPr id="667" name="object 667"/>
            <p:cNvSpPr/>
            <p:nvPr/>
          </p:nvSpPr>
          <p:spPr>
            <a:xfrm>
              <a:off x="3362960" y="2970529"/>
              <a:ext cx="499109" cy="7620"/>
            </a:xfrm>
            <a:custGeom>
              <a:avLst/>
              <a:gdLst/>
              <a:ahLst/>
              <a:cxnLst/>
              <a:rect l="l" t="t" r="r" b="b"/>
              <a:pathLst>
                <a:path w="499110" h="7619">
                  <a:moveTo>
                    <a:pt x="210820" y="0"/>
                  </a:moveTo>
                  <a:lnTo>
                    <a:pt x="0" y="0"/>
                  </a:lnTo>
                  <a:lnTo>
                    <a:pt x="0" y="7620"/>
                  </a:lnTo>
                  <a:lnTo>
                    <a:pt x="210820" y="7620"/>
                  </a:lnTo>
                  <a:lnTo>
                    <a:pt x="210820" y="0"/>
                  </a:lnTo>
                  <a:close/>
                </a:path>
                <a:path w="499110" h="7619">
                  <a:moveTo>
                    <a:pt x="499110" y="5080"/>
                  </a:moveTo>
                  <a:lnTo>
                    <a:pt x="499097" y="0"/>
                  </a:lnTo>
                  <a:lnTo>
                    <a:pt x="471170" y="0"/>
                  </a:lnTo>
                  <a:lnTo>
                    <a:pt x="471170" y="5080"/>
                  </a:lnTo>
                  <a:lnTo>
                    <a:pt x="472440" y="5080"/>
                  </a:lnTo>
                  <a:lnTo>
                    <a:pt x="472440" y="7620"/>
                  </a:lnTo>
                  <a:lnTo>
                    <a:pt x="499110" y="7620"/>
                  </a:lnTo>
                  <a:lnTo>
                    <a:pt x="499110" y="5080"/>
                  </a:lnTo>
                  <a:close/>
                </a:path>
              </a:pathLst>
            </a:custGeom>
            <a:solidFill>
              <a:srgbClr val="483500"/>
            </a:solidFill>
          </p:spPr>
          <p:txBody>
            <a:bodyPr wrap="square" lIns="0" tIns="0" rIns="0" bIns="0" rtlCol="0"/>
            <a:lstStyle/>
            <a:p/>
          </p:txBody>
        </p:sp>
        <p:sp>
          <p:nvSpPr>
            <p:cNvPr id="668" name="object 668"/>
            <p:cNvSpPr/>
            <p:nvPr/>
          </p:nvSpPr>
          <p:spPr>
            <a:xfrm>
              <a:off x="3362960" y="2978149"/>
              <a:ext cx="499109" cy="7620"/>
            </a:xfrm>
            <a:custGeom>
              <a:avLst/>
              <a:gdLst/>
              <a:ahLst/>
              <a:cxnLst/>
              <a:rect l="l" t="t" r="r" b="b"/>
              <a:pathLst>
                <a:path w="499110" h="7619">
                  <a:moveTo>
                    <a:pt x="210820" y="0"/>
                  </a:moveTo>
                  <a:lnTo>
                    <a:pt x="0" y="0"/>
                  </a:lnTo>
                  <a:lnTo>
                    <a:pt x="0" y="7620"/>
                  </a:lnTo>
                  <a:lnTo>
                    <a:pt x="210820" y="7620"/>
                  </a:lnTo>
                  <a:lnTo>
                    <a:pt x="210820" y="0"/>
                  </a:lnTo>
                  <a:close/>
                </a:path>
                <a:path w="499110" h="7619">
                  <a:moveTo>
                    <a:pt x="499110" y="0"/>
                  </a:moveTo>
                  <a:lnTo>
                    <a:pt x="472440" y="0"/>
                  </a:lnTo>
                  <a:lnTo>
                    <a:pt x="472440" y="2540"/>
                  </a:lnTo>
                  <a:lnTo>
                    <a:pt x="473710" y="2540"/>
                  </a:lnTo>
                  <a:lnTo>
                    <a:pt x="473710" y="5080"/>
                  </a:lnTo>
                  <a:lnTo>
                    <a:pt x="497840" y="5080"/>
                  </a:lnTo>
                  <a:lnTo>
                    <a:pt x="497840" y="6350"/>
                  </a:lnTo>
                  <a:lnTo>
                    <a:pt x="499110" y="6350"/>
                  </a:lnTo>
                  <a:lnTo>
                    <a:pt x="499110" y="5080"/>
                  </a:lnTo>
                  <a:lnTo>
                    <a:pt x="499110" y="2540"/>
                  </a:lnTo>
                  <a:lnTo>
                    <a:pt x="499110" y="0"/>
                  </a:lnTo>
                  <a:close/>
                </a:path>
              </a:pathLst>
            </a:custGeom>
            <a:solidFill>
              <a:srgbClr val="4A3700"/>
            </a:solidFill>
          </p:spPr>
          <p:txBody>
            <a:bodyPr wrap="square" lIns="0" tIns="0" rIns="0" bIns="0" rtlCol="0"/>
            <a:lstStyle/>
            <a:p/>
          </p:txBody>
        </p:sp>
        <p:sp>
          <p:nvSpPr>
            <p:cNvPr id="669" name="object 669"/>
            <p:cNvSpPr/>
            <p:nvPr/>
          </p:nvSpPr>
          <p:spPr>
            <a:xfrm>
              <a:off x="3362959" y="298577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4C3800"/>
            </a:solidFill>
          </p:spPr>
          <p:txBody>
            <a:bodyPr wrap="square" lIns="0" tIns="0" rIns="0" bIns="0" rtlCol="0"/>
            <a:lstStyle/>
            <a:p/>
          </p:txBody>
        </p:sp>
        <p:sp>
          <p:nvSpPr>
            <p:cNvPr id="670" name="object 670"/>
            <p:cNvSpPr/>
            <p:nvPr/>
          </p:nvSpPr>
          <p:spPr>
            <a:xfrm>
              <a:off x="3362959" y="299212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4E3A00"/>
            </a:solidFill>
          </p:spPr>
          <p:txBody>
            <a:bodyPr wrap="square" lIns="0" tIns="0" rIns="0" bIns="0" rtlCol="0"/>
            <a:lstStyle/>
            <a:p/>
          </p:txBody>
        </p:sp>
        <p:sp>
          <p:nvSpPr>
            <p:cNvPr id="671" name="object 671"/>
            <p:cNvSpPr/>
            <p:nvPr/>
          </p:nvSpPr>
          <p:spPr>
            <a:xfrm>
              <a:off x="3362959" y="2999740"/>
              <a:ext cx="210820" cy="7620"/>
            </a:xfrm>
            <a:custGeom>
              <a:avLst/>
              <a:gdLst/>
              <a:ahLst/>
              <a:cxnLst/>
              <a:rect l="l" t="t" r="r" b="b"/>
              <a:pathLst>
                <a:path w="210820" h="7619">
                  <a:moveTo>
                    <a:pt x="0" y="7620"/>
                  </a:moveTo>
                  <a:lnTo>
                    <a:pt x="0" y="0"/>
                  </a:lnTo>
                  <a:lnTo>
                    <a:pt x="210820" y="0"/>
                  </a:lnTo>
                  <a:lnTo>
                    <a:pt x="210819" y="7620"/>
                  </a:lnTo>
                  <a:lnTo>
                    <a:pt x="0" y="7620"/>
                  </a:lnTo>
                  <a:close/>
                </a:path>
              </a:pathLst>
            </a:custGeom>
            <a:solidFill>
              <a:srgbClr val="503B00"/>
            </a:solidFill>
          </p:spPr>
          <p:txBody>
            <a:bodyPr wrap="square" lIns="0" tIns="0" rIns="0" bIns="0" rtlCol="0"/>
            <a:lstStyle/>
            <a:p/>
          </p:txBody>
        </p:sp>
        <p:sp>
          <p:nvSpPr>
            <p:cNvPr id="672" name="object 672"/>
            <p:cNvSpPr/>
            <p:nvPr/>
          </p:nvSpPr>
          <p:spPr>
            <a:xfrm>
              <a:off x="3362959" y="3007360"/>
              <a:ext cx="210820" cy="7620"/>
            </a:xfrm>
            <a:custGeom>
              <a:avLst/>
              <a:gdLst/>
              <a:ahLst/>
              <a:cxnLst/>
              <a:rect l="l" t="t" r="r" b="b"/>
              <a:pathLst>
                <a:path w="210820" h="7619">
                  <a:moveTo>
                    <a:pt x="0" y="7619"/>
                  </a:moveTo>
                  <a:lnTo>
                    <a:pt x="0" y="0"/>
                  </a:lnTo>
                  <a:lnTo>
                    <a:pt x="210819" y="0"/>
                  </a:lnTo>
                  <a:lnTo>
                    <a:pt x="210819" y="7619"/>
                  </a:lnTo>
                  <a:lnTo>
                    <a:pt x="0" y="7619"/>
                  </a:lnTo>
                  <a:close/>
                </a:path>
              </a:pathLst>
            </a:custGeom>
            <a:solidFill>
              <a:srgbClr val="523D00"/>
            </a:solidFill>
          </p:spPr>
          <p:txBody>
            <a:bodyPr wrap="square" lIns="0" tIns="0" rIns="0" bIns="0" rtlCol="0"/>
            <a:lstStyle/>
            <a:p/>
          </p:txBody>
        </p:sp>
        <p:sp>
          <p:nvSpPr>
            <p:cNvPr id="673" name="object 673"/>
            <p:cNvSpPr/>
            <p:nvPr/>
          </p:nvSpPr>
          <p:spPr>
            <a:xfrm>
              <a:off x="3362959" y="301498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543E00"/>
            </a:solidFill>
          </p:spPr>
          <p:txBody>
            <a:bodyPr wrap="square" lIns="0" tIns="0" rIns="0" bIns="0" rtlCol="0"/>
            <a:lstStyle/>
            <a:p/>
          </p:txBody>
        </p:sp>
        <p:sp>
          <p:nvSpPr>
            <p:cNvPr id="674" name="object 674"/>
            <p:cNvSpPr/>
            <p:nvPr/>
          </p:nvSpPr>
          <p:spPr>
            <a:xfrm>
              <a:off x="3362959" y="3021330"/>
              <a:ext cx="210820" cy="7620"/>
            </a:xfrm>
            <a:custGeom>
              <a:avLst/>
              <a:gdLst/>
              <a:ahLst/>
              <a:cxnLst/>
              <a:rect l="l" t="t" r="r" b="b"/>
              <a:pathLst>
                <a:path w="210820" h="7619">
                  <a:moveTo>
                    <a:pt x="0" y="7620"/>
                  </a:moveTo>
                  <a:lnTo>
                    <a:pt x="0" y="0"/>
                  </a:lnTo>
                  <a:lnTo>
                    <a:pt x="210819" y="0"/>
                  </a:lnTo>
                  <a:lnTo>
                    <a:pt x="210819" y="7620"/>
                  </a:lnTo>
                  <a:lnTo>
                    <a:pt x="0" y="7620"/>
                  </a:lnTo>
                  <a:close/>
                </a:path>
              </a:pathLst>
            </a:custGeom>
            <a:solidFill>
              <a:srgbClr val="554000"/>
            </a:solidFill>
          </p:spPr>
          <p:txBody>
            <a:bodyPr wrap="square" lIns="0" tIns="0" rIns="0" bIns="0" rtlCol="0"/>
            <a:lstStyle/>
            <a:p/>
          </p:txBody>
        </p:sp>
        <p:sp>
          <p:nvSpPr>
            <p:cNvPr id="675" name="object 675"/>
            <p:cNvSpPr/>
            <p:nvPr/>
          </p:nvSpPr>
          <p:spPr>
            <a:xfrm>
              <a:off x="3361690" y="3028949"/>
              <a:ext cx="212090" cy="7620"/>
            </a:xfrm>
            <a:custGeom>
              <a:avLst/>
              <a:gdLst/>
              <a:ahLst/>
              <a:cxnLst/>
              <a:rect l="l" t="t" r="r" b="b"/>
              <a:pathLst>
                <a:path w="212089" h="7619">
                  <a:moveTo>
                    <a:pt x="212090" y="0"/>
                  </a:moveTo>
                  <a:lnTo>
                    <a:pt x="1270" y="0"/>
                  </a:lnTo>
                  <a:lnTo>
                    <a:pt x="1270" y="6350"/>
                  </a:lnTo>
                  <a:lnTo>
                    <a:pt x="0" y="6350"/>
                  </a:lnTo>
                  <a:lnTo>
                    <a:pt x="0" y="7620"/>
                  </a:lnTo>
                  <a:lnTo>
                    <a:pt x="212090" y="7620"/>
                  </a:lnTo>
                  <a:lnTo>
                    <a:pt x="212090" y="6350"/>
                  </a:lnTo>
                  <a:lnTo>
                    <a:pt x="212090" y="0"/>
                  </a:lnTo>
                  <a:close/>
                </a:path>
              </a:pathLst>
            </a:custGeom>
            <a:solidFill>
              <a:srgbClr val="574100"/>
            </a:solidFill>
          </p:spPr>
          <p:txBody>
            <a:bodyPr wrap="square" lIns="0" tIns="0" rIns="0" bIns="0" rtlCol="0"/>
            <a:lstStyle/>
            <a:p/>
          </p:txBody>
        </p:sp>
        <p:sp>
          <p:nvSpPr>
            <p:cNvPr id="676" name="object 676"/>
            <p:cNvSpPr/>
            <p:nvPr/>
          </p:nvSpPr>
          <p:spPr>
            <a:xfrm>
              <a:off x="3361689" y="303657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594300"/>
            </a:solidFill>
          </p:spPr>
          <p:txBody>
            <a:bodyPr wrap="square" lIns="0" tIns="0" rIns="0" bIns="0" rtlCol="0"/>
            <a:lstStyle/>
            <a:p/>
          </p:txBody>
        </p:sp>
        <p:sp>
          <p:nvSpPr>
            <p:cNvPr id="677" name="object 677"/>
            <p:cNvSpPr/>
            <p:nvPr/>
          </p:nvSpPr>
          <p:spPr>
            <a:xfrm>
              <a:off x="3361690" y="3042919"/>
              <a:ext cx="212090" cy="7620"/>
            </a:xfrm>
            <a:custGeom>
              <a:avLst/>
              <a:gdLst/>
              <a:ahLst/>
              <a:cxnLst/>
              <a:rect l="l" t="t" r="r" b="b"/>
              <a:pathLst>
                <a:path w="212089" h="7619">
                  <a:moveTo>
                    <a:pt x="210820" y="3822"/>
                  </a:moveTo>
                  <a:lnTo>
                    <a:pt x="0" y="3822"/>
                  </a:lnTo>
                  <a:lnTo>
                    <a:pt x="0" y="7620"/>
                  </a:lnTo>
                  <a:lnTo>
                    <a:pt x="210820" y="7620"/>
                  </a:lnTo>
                  <a:lnTo>
                    <a:pt x="210820" y="3822"/>
                  </a:lnTo>
                  <a:close/>
                </a:path>
                <a:path w="212089" h="7619">
                  <a:moveTo>
                    <a:pt x="212090" y="0"/>
                  </a:moveTo>
                  <a:lnTo>
                    <a:pt x="0" y="0"/>
                  </a:lnTo>
                  <a:lnTo>
                    <a:pt x="0" y="3810"/>
                  </a:lnTo>
                  <a:lnTo>
                    <a:pt x="212090" y="3810"/>
                  </a:lnTo>
                  <a:lnTo>
                    <a:pt x="212090" y="0"/>
                  </a:lnTo>
                  <a:close/>
                </a:path>
              </a:pathLst>
            </a:custGeom>
            <a:solidFill>
              <a:srgbClr val="5B4400"/>
            </a:solidFill>
          </p:spPr>
          <p:txBody>
            <a:bodyPr wrap="square" lIns="0" tIns="0" rIns="0" bIns="0" rtlCol="0"/>
            <a:lstStyle/>
            <a:p/>
          </p:txBody>
        </p:sp>
        <p:sp>
          <p:nvSpPr>
            <p:cNvPr id="678" name="object 678"/>
            <p:cNvSpPr/>
            <p:nvPr/>
          </p:nvSpPr>
          <p:spPr>
            <a:xfrm>
              <a:off x="3361689" y="305054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5D4600"/>
            </a:solidFill>
          </p:spPr>
          <p:txBody>
            <a:bodyPr wrap="square" lIns="0" tIns="0" rIns="0" bIns="0" rtlCol="0"/>
            <a:lstStyle/>
            <a:p/>
          </p:txBody>
        </p:sp>
        <p:sp>
          <p:nvSpPr>
            <p:cNvPr id="679" name="object 679"/>
            <p:cNvSpPr/>
            <p:nvPr/>
          </p:nvSpPr>
          <p:spPr>
            <a:xfrm>
              <a:off x="3361689" y="305816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5F4700"/>
            </a:solidFill>
          </p:spPr>
          <p:txBody>
            <a:bodyPr wrap="square" lIns="0" tIns="0" rIns="0" bIns="0" rtlCol="0"/>
            <a:lstStyle/>
            <a:p/>
          </p:txBody>
        </p:sp>
        <p:sp>
          <p:nvSpPr>
            <p:cNvPr id="680" name="object 680"/>
            <p:cNvSpPr/>
            <p:nvPr/>
          </p:nvSpPr>
          <p:spPr>
            <a:xfrm>
              <a:off x="3361689" y="306578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614900"/>
            </a:solidFill>
          </p:spPr>
          <p:txBody>
            <a:bodyPr wrap="square" lIns="0" tIns="0" rIns="0" bIns="0" rtlCol="0"/>
            <a:lstStyle/>
            <a:p/>
          </p:txBody>
        </p:sp>
        <p:sp>
          <p:nvSpPr>
            <p:cNvPr id="681" name="object 681"/>
            <p:cNvSpPr/>
            <p:nvPr/>
          </p:nvSpPr>
          <p:spPr>
            <a:xfrm>
              <a:off x="3361689" y="30721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634A00"/>
            </a:solidFill>
          </p:spPr>
          <p:txBody>
            <a:bodyPr wrap="square" lIns="0" tIns="0" rIns="0" bIns="0" rtlCol="0"/>
            <a:lstStyle/>
            <a:p/>
          </p:txBody>
        </p:sp>
        <p:sp>
          <p:nvSpPr>
            <p:cNvPr id="682" name="object 682"/>
            <p:cNvSpPr/>
            <p:nvPr/>
          </p:nvSpPr>
          <p:spPr>
            <a:xfrm>
              <a:off x="3361689" y="307975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664B00"/>
            </a:solidFill>
          </p:spPr>
          <p:txBody>
            <a:bodyPr wrap="square" lIns="0" tIns="0" rIns="0" bIns="0" rtlCol="0"/>
            <a:lstStyle/>
            <a:p/>
          </p:txBody>
        </p:sp>
        <p:sp>
          <p:nvSpPr>
            <p:cNvPr id="683" name="object 683"/>
            <p:cNvSpPr/>
            <p:nvPr/>
          </p:nvSpPr>
          <p:spPr>
            <a:xfrm>
              <a:off x="3361689" y="308737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674D00"/>
            </a:solidFill>
          </p:spPr>
          <p:txBody>
            <a:bodyPr wrap="square" lIns="0" tIns="0" rIns="0" bIns="0" rtlCol="0"/>
            <a:lstStyle/>
            <a:p/>
          </p:txBody>
        </p:sp>
        <p:sp>
          <p:nvSpPr>
            <p:cNvPr id="684" name="object 684"/>
            <p:cNvSpPr/>
            <p:nvPr/>
          </p:nvSpPr>
          <p:spPr>
            <a:xfrm>
              <a:off x="3361689" y="30949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694E00"/>
            </a:solidFill>
          </p:spPr>
          <p:txBody>
            <a:bodyPr wrap="square" lIns="0" tIns="0" rIns="0" bIns="0" rtlCol="0"/>
            <a:lstStyle/>
            <a:p/>
          </p:txBody>
        </p:sp>
        <p:sp>
          <p:nvSpPr>
            <p:cNvPr id="685" name="object 685"/>
            <p:cNvSpPr/>
            <p:nvPr/>
          </p:nvSpPr>
          <p:spPr>
            <a:xfrm>
              <a:off x="3361689" y="310134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6B5000"/>
            </a:solidFill>
          </p:spPr>
          <p:txBody>
            <a:bodyPr wrap="square" lIns="0" tIns="0" rIns="0" bIns="0" rtlCol="0"/>
            <a:lstStyle/>
            <a:p/>
          </p:txBody>
        </p:sp>
        <p:sp>
          <p:nvSpPr>
            <p:cNvPr id="686" name="object 686"/>
            <p:cNvSpPr/>
            <p:nvPr/>
          </p:nvSpPr>
          <p:spPr>
            <a:xfrm>
              <a:off x="3361689" y="310896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6D5100"/>
            </a:solidFill>
          </p:spPr>
          <p:txBody>
            <a:bodyPr wrap="square" lIns="0" tIns="0" rIns="0" bIns="0" rtlCol="0"/>
            <a:lstStyle/>
            <a:p/>
          </p:txBody>
        </p:sp>
        <p:sp>
          <p:nvSpPr>
            <p:cNvPr id="687" name="object 687"/>
            <p:cNvSpPr/>
            <p:nvPr/>
          </p:nvSpPr>
          <p:spPr>
            <a:xfrm>
              <a:off x="3361689" y="311658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6F5300"/>
            </a:solidFill>
          </p:spPr>
          <p:txBody>
            <a:bodyPr wrap="square" lIns="0" tIns="0" rIns="0" bIns="0" rtlCol="0"/>
            <a:lstStyle/>
            <a:p/>
          </p:txBody>
        </p:sp>
        <p:sp>
          <p:nvSpPr>
            <p:cNvPr id="688" name="object 688"/>
            <p:cNvSpPr/>
            <p:nvPr/>
          </p:nvSpPr>
          <p:spPr>
            <a:xfrm>
              <a:off x="3361689" y="31229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15400"/>
            </a:solidFill>
          </p:spPr>
          <p:txBody>
            <a:bodyPr wrap="square" lIns="0" tIns="0" rIns="0" bIns="0" rtlCol="0"/>
            <a:lstStyle/>
            <a:p/>
          </p:txBody>
        </p:sp>
        <p:sp>
          <p:nvSpPr>
            <p:cNvPr id="689" name="object 689"/>
            <p:cNvSpPr/>
            <p:nvPr/>
          </p:nvSpPr>
          <p:spPr>
            <a:xfrm>
              <a:off x="3361689" y="313055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35600"/>
            </a:solidFill>
          </p:spPr>
          <p:txBody>
            <a:bodyPr wrap="square" lIns="0" tIns="0" rIns="0" bIns="0" rtlCol="0"/>
            <a:lstStyle/>
            <a:p/>
          </p:txBody>
        </p:sp>
        <p:sp>
          <p:nvSpPr>
            <p:cNvPr id="690" name="object 690"/>
            <p:cNvSpPr/>
            <p:nvPr/>
          </p:nvSpPr>
          <p:spPr>
            <a:xfrm>
              <a:off x="3361689" y="313817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755700"/>
            </a:solidFill>
          </p:spPr>
          <p:txBody>
            <a:bodyPr wrap="square" lIns="0" tIns="0" rIns="0" bIns="0" rtlCol="0"/>
            <a:lstStyle/>
            <a:p/>
          </p:txBody>
        </p:sp>
        <p:sp>
          <p:nvSpPr>
            <p:cNvPr id="691" name="object 691"/>
            <p:cNvSpPr/>
            <p:nvPr/>
          </p:nvSpPr>
          <p:spPr>
            <a:xfrm>
              <a:off x="3361689" y="31457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775900"/>
            </a:solidFill>
          </p:spPr>
          <p:txBody>
            <a:bodyPr wrap="square" lIns="0" tIns="0" rIns="0" bIns="0" rtlCol="0"/>
            <a:lstStyle/>
            <a:p/>
          </p:txBody>
        </p:sp>
        <p:sp>
          <p:nvSpPr>
            <p:cNvPr id="692" name="object 692"/>
            <p:cNvSpPr/>
            <p:nvPr/>
          </p:nvSpPr>
          <p:spPr>
            <a:xfrm>
              <a:off x="3361689" y="315214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95A00"/>
            </a:solidFill>
          </p:spPr>
          <p:txBody>
            <a:bodyPr wrap="square" lIns="0" tIns="0" rIns="0" bIns="0" rtlCol="0"/>
            <a:lstStyle/>
            <a:p/>
          </p:txBody>
        </p:sp>
        <p:sp>
          <p:nvSpPr>
            <p:cNvPr id="693" name="object 693"/>
            <p:cNvSpPr/>
            <p:nvPr/>
          </p:nvSpPr>
          <p:spPr>
            <a:xfrm>
              <a:off x="3361689" y="315976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7B5C00"/>
            </a:solidFill>
          </p:spPr>
          <p:txBody>
            <a:bodyPr wrap="square" lIns="0" tIns="0" rIns="0" bIns="0" rtlCol="0"/>
            <a:lstStyle/>
            <a:p/>
          </p:txBody>
        </p:sp>
        <p:sp>
          <p:nvSpPr>
            <p:cNvPr id="694" name="object 694"/>
            <p:cNvSpPr/>
            <p:nvPr/>
          </p:nvSpPr>
          <p:spPr>
            <a:xfrm>
              <a:off x="3361689" y="316738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7D5D00"/>
            </a:solidFill>
          </p:spPr>
          <p:txBody>
            <a:bodyPr wrap="square" lIns="0" tIns="0" rIns="0" bIns="0" rtlCol="0"/>
            <a:lstStyle/>
            <a:p/>
          </p:txBody>
        </p:sp>
        <p:sp>
          <p:nvSpPr>
            <p:cNvPr id="695" name="object 695"/>
            <p:cNvSpPr/>
            <p:nvPr/>
          </p:nvSpPr>
          <p:spPr>
            <a:xfrm>
              <a:off x="3361689" y="31737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F5F00"/>
            </a:solidFill>
          </p:spPr>
          <p:txBody>
            <a:bodyPr wrap="square" lIns="0" tIns="0" rIns="0" bIns="0" rtlCol="0"/>
            <a:lstStyle/>
            <a:p/>
          </p:txBody>
        </p:sp>
        <p:sp>
          <p:nvSpPr>
            <p:cNvPr id="696" name="object 696"/>
            <p:cNvSpPr/>
            <p:nvPr/>
          </p:nvSpPr>
          <p:spPr>
            <a:xfrm>
              <a:off x="3361689" y="318135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816000"/>
            </a:solidFill>
          </p:spPr>
          <p:txBody>
            <a:bodyPr wrap="square" lIns="0" tIns="0" rIns="0" bIns="0" rtlCol="0"/>
            <a:lstStyle/>
            <a:p/>
          </p:txBody>
        </p:sp>
        <p:sp>
          <p:nvSpPr>
            <p:cNvPr id="697" name="object 697"/>
            <p:cNvSpPr/>
            <p:nvPr/>
          </p:nvSpPr>
          <p:spPr>
            <a:xfrm>
              <a:off x="3361689" y="318897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836200"/>
            </a:solidFill>
          </p:spPr>
          <p:txBody>
            <a:bodyPr wrap="square" lIns="0" tIns="0" rIns="0" bIns="0" rtlCol="0"/>
            <a:lstStyle/>
            <a:p/>
          </p:txBody>
        </p:sp>
        <p:sp>
          <p:nvSpPr>
            <p:cNvPr id="698" name="object 698"/>
            <p:cNvSpPr/>
            <p:nvPr/>
          </p:nvSpPr>
          <p:spPr>
            <a:xfrm>
              <a:off x="3361689" y="31965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856300"/>
            </a:solidFill>
          </p:spPr>
          <p:txBody>
            <a:bodyPr wrap="square" lIns="0" tIns="0" rIns="0" bIns="0" rtlCol="0"/>
            <a:lstStyle/>
            <a:p/>
          </p:txBody>
        </p:sp>
        <p:sp>
          <p:nvSpPr>
            <p:cNvPr id="699" name="object 699"/>
            <p:cNvSpPr/>
            <p:nvPr/>
          </p:nvSpPr>
          <p:spPr>
            <a:xfrm>
              <a:off x="3360420" y="3202939"/>
              <a:ext cx="212090" cy="7620"/>
            </a:xfrm>
            <a:custGeom>
              <a:avLst/>
              <a:gdLst/>
              <a:ahLst/>
              <a:cxnLst/>
              <a:rect l="l" t="t" r="r" b="b"/>
              <a:pathLst>
                <a:path w="212089" h="7619">
                  <a:moveTo>
                    <a:pt x="212090" y="0"/>
                  </a:moveTo>
                  <a:lnTo>
                    <a:pt x="1270" y="0"/>
                  </a:lnTo>
                  <a:lnTo>
                    <a:pt x="1270" y="5080"/>
                  </a:lnTo>
                  <a:lnTo>
                    <a:pt x="0" y="5080"/>
                  </a:lnTo>
                  <a:lnTo>
                    <a:pt x="0" y="7620"/>
                  </a:lnTo>
                  <a:lnTo>
                    <a:pt x="212090" y="7620"/>
                  </a:lnTo>
                  <a:lnTo>
                    <a:pt x="212090" y="5080"/>
                  </a:lnTo>
                  <a:lnTo>
                    <a:pt x="212090" y="0"/>
                  </a:lnTo>
                  <a:close/>
                </a:path>
              </a:pathLst>
            </a:custGeom>
            <a:solidFill>
              <a:srgbClr val="876600"/>
            </a:solidFill>
          </p:spPr>
          <p:txBody>
            <a:bodyPr wrap="square" lIns="0" tIns="0" rIns="0" bIns="0" rtlCol="0"/>
            <a:lstStyle/>
            <a:p/>
          </p:txBody>
        </p:sp>
        <p:sp>
          <p:nvSpPr>
            <p:cNvPr id="700" name="object 700"/>
            <p:cNvSpPr/>
            <p:nvPr/>
          </p:nvSpPr>
          <p:spPr>
            <a:xfrm>
              <a:off x="3360419" y="321056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896600"/>
            </a:solidFill>
          </p:spPr>
          <p:txBody>
            <a:bodyPr wrap="square" lIns="0" tIns="0" rIns="0" bIns="0" rtlCol="0"/>
            <a:lstStyle/>
            <a:p/>
          </p:txBody>
        </p:sp>
        <p:sp>
          <p:nvSpPr>
            <p:cNvPr id="701" name="object 701"/>
            <p:cNvSpPr/>
            <p:nvPr/>
          </p:nvSpPr>
          <p:spPr>
            <a:xfrm>
              <a:off x="3360419" y="3218180"/>
              <a:ext cx="210820" cy="6350"/>
            </a:xfrm>
            <a:custGeom>
              <a:avLst/>
              <a:gdLst/>
              <a:ahLst/>
              <a:cxnLst/>
              <a:rect l="l" t="t" r="r" b="b"/>
              <a:pathLst>
                <a:path w="210820" h="6350">
                  <a:moveTo>
                    <a:pt x="210820" y="0"/>
                  </a:moveTo>
                  <a:lnTo>
                    <a:pt x="0" y="0"/>
                  </a:lnTo>
                  <a:lnTo>
                    <a:pt x="0" y="6350"/>
                  </a:lnTo>
                  <a:lnTo>
                    <a:pt x="210820" y="6350"/>
                  </a:lnTo>
                  <a:lnTo>
                    <a:pt x="210820" y="0"/>
                  </a:lnTo>
                  <a:close/>
                </a:path>
              </a:pathLst>
            </a:custGeom>
            <a:solidFill>
              <a:srgbClr val="8B6800"/>
            </a:solidFill>
          </p:spPr>
          <p:txBody>
            <a:bodyPr wrap="square" lIns="0" tIns="0" rIns="0" bIns="0" rtlCol="0"/>
            <a:lstStyle/>
            <a:p/>
          </p:txBody>
        </p:sp>
        <p:sp>
          <p:nvSpPr>
            <p:cNvPr id="702" name="object 702"/>
            <p:cNvSpPr/>
            <p:nvPr/>
          </p:nvSpPr>
          <p:spPr>
            <a:xfrm>
              <a:off x="3360419" y="32245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8D6900"/>
            </a:solidFill>
          </p:spPr>
          <p:txBody>
            <a:bodyPr wrap="square" lIns="0" tIns="0" rIns="0" bIns="0" rtlCol="0"/>
            <a:lstStyle/>
            <a:p/>
          </p:txBody>
        </p:sp>
        <p:sp>
          <p:nvSpPr>
            <p:cNvPr id="703" name="object 703"/>
            <p:cNvSpPr/>
            <p:nvPr/>
          </p:nvSpPr>
          <p:spPr>
            <a:xfrm>
              <a:off x="3360419" y="323215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8F6B00"/>
            </a:solidFill>
          </p:spPr>
          <p:txBody>
            <a:bodyPr wrap="square" lIns="0" tIns="0" rIns="0" bIns="0" rtlCol="0"/>
            <a:lstStyle/>
            <a:p/>
          </p:txBody>
        </p:sp>
        <p:sp>
          <p:nvSpPr>
            <p:cNvPr id="704" name="object 704"/>
            <p:cNvSpPr/>
            <p:nvPr/>
          </p:nvSpPr>
          <p:spPr>
            <a:xfrm>
              <a:off x="3360419" y="323977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916C00"/>
            </a:solidFill>
          </p:spPr>
          <p:txBody>
            <a:bodyPr wrap="square" lIns="0" tIns="0" rIns="0" bIns="0" rtlCol="0"/>
            <a:lstStyle/>
            <a:p/>
          </p:txBody>
        </p:sp>
        <p:sp>
          <p:nvSpPr>
            <p:cNvPr id="705" name="object 705"/>
            <p:cNvSpPr/>
            <p:nvPr/>
          </p:nvSpPr>
          <p:spPr>
            <a:xfrm>
              <a:off x="3360419" y="32473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936E00"/>
            </a:solidFill>
          </p:spPr>
          <p:txBody>
            <a:bodyPr wrap="square" lIns="0" tIns="0" rIns="0" bIns="0" rtlCol="0"/>
            <a:lstStyle/>
            <a:p/>
          </p:txBody>
        </p:sp>
        <p:sp>
          <p:nvSpPr>
            <p:cNvPr id="706" name="object 706"/>
            <p:cNvSpPr/>
            <p:nvPr/>
          </p:nvSpPr>
          <p:spPr>
            <a:xfrm>
              <a:off x="3360419" y="325374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956F00"/>
            </a:solidFill>
          </p:spPr>
          <p:txBody>
            <a:bodyPr wrap="square" lIns="0" tIns="0" rIns="0" bIns="0" rtlCol="0"/>
            <a:lstStyle/>
            <a:p/>
          </p:txBody>
        </p:sp>
        <p:sp>
          <p:nvSpPr>
            <p:cNvPr id="707" name="object 707"/>
            <p:cNvSpPr/>
            <p:nvPr/>
          </p:nvSpPr>
          <p:spPr>
            <a:xfrm>
              <a:off x="3360419" y="326136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977100"/>
            </a:solidFill>
          </p:spPr>
          <p:txBody>
            <a:bodyPr wrap="square" lIns="0" tIns="0" rIns="0" bIns="0" rtlCol="0"/>
            <a:lstStyle/>
            <a:p/>
          </p:txBody>
        </p:sp>
        <p:sp>
          <p:nvSpPr>
            <p:cNvPr id="708" name="object 708"/>
            <p:cNvSpPr/>
            <p:nvPr/>
          </p:nvSpPr>
          <p:spPr>
            <a:xfrm>
              <a:off x="3360419" y="326898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997200"/>
            </a:solidFill>
          </p:spPr>
          <p:txBody>
            <a:bodyPr wrap="square" lIns="0" tIns="0" rIns="0" bIns="0" rtlCol="0"/>
            <a:lstStyle/>
            <a:p/>
          </p:txBody>
        </p:sp>
        <p:sp>
          <p:nvSpPr>
            <p:cNvPr id="709" name="object 709"/>
            <p:cNvSpPr/>
            <p:nvPr/>
          </p:nvSpPr>
          <p:spPr>
            <a:xfrm>
              <a:off x="3360419" y="327533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9B7300"/>
            </a:solidFill>
          </p:spPr>
          <p:txBody>
            <a:bodyPr wrap="square" lIns="0" tIns="0" rIns="0" bIns="0" rtlCol="0"/>
            <a:lstStyle/>
            <a:p/>
          </p:txBody>
        </p:sp>
        <p:sp>
          <p:nvSpPr>
            <p:cNvPr id="710" name="object 710"/>
            <p:cNvSpPr/>
            <p:nvPr/>
          </p:nvSpPr>
          <p:spPr>
            <a:xfrm>
              <a:off x="3360419" y="328295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9D7500"/>
            </a:solidFill>
          </p:spPr>
          <p:txBody>
            <a:bodyPr wrap="square" lIns="0" tIns="0" rIns="0" bIns="0" rtlCol="0"/>
            <a:lstStyle/>
            <a:p/>
          </p:txBody>
        </p:sp>
        <p:sp>
          <p:nvSpPr>
            <p:cNvPr id="711" name="object 711"/>
            <p:cNvSpPr/>
            <p:nvPr/>
          </p:nvSpPr>
          <p:spPr>
            <a:xfrm>
              <a:off x="3360419" y="329057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9F7600"/>
            </a:solidFill>
          </p:spPr>
          <p:txBody>
            <a:bodyPr wrap="square" lIns="0" tIns="0" rIns="0" bIns="0" rtlCol="0"/>
            <a:lstStyle/>
            <a:p/>
          </p:txBody>
        </p:sp>
        <p:sp>
          <p:nvSpPr>
            <p:cNvPr id="712" name="object 712"/>
            <p:cNvSpPr/>
            <p:nvPr/>
          </p:nvSpPr>
          <p:spPr>
            <a:xfrm>
              <a:off x="3360419" y="32981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A17800"/>
            </a:solidFill>
          </p:spPr>
          <p:txBody>
            <a:bodyPr wrap="square" lIns="0" tIns="0" rIns="0" bIns="0" rtlCol="0"/>
            <a:lstStyle/>
            <a:p/>
          </p:txBody>
        </p:sp>
        <p:sp>
          <p:nvSpPr>
            <p:cNvPr id="713" name="object 713"/>
            <p:cNvSpPr/>
            <p:nvPr/>
          </p:nvSpPr>
          <p:spPr>
            <a:xfrm>
              <a:off x="3360419" y="3304540"/>
              <a:ext cx="210820" cy="7620"/>
            </a:xfrm>
            <a:custGeom>
              <a:avLst/>
              <a:gdLst/>
              <a:ahLst/>
              <a:cxnLst/>
              <a:rect l="l" t="t" r="r" b="b"/>
              <a:pathLst>
                <a:path w="210820" h="7620">
                  <a:moveTo>
                    <a:pt x="0" y="7620"/>
                  </a:moveTo>
                  <a:lnTo>
                    <a:pt x="0" y="0"/>
                  </a:lnTo>
                  <a:lnTo>
                    <a:pt x="210819" y="0"/>
                  </a:lnTo>
                  <a:lnTo>
                    <a:pt x="210820" y="7620"/>
                  </a:lnTo>
                  <a:lnTo>
                    <a:pt x="0" y="7620"/>
                  </a:lnTo>
                  <a:close/>
                </a:path>
              </a:pathLst>
            </a:custGeom>
            <a:solidFill>
              <a:srgbClr val="A37900"/>
            </a:solidFill>
          </p:spPr>
          <p:txBody>
            <a:bodyPr wrap="square" lIns="0" tIns="0" rIns="0" bIns="0" rtlCol="0"/>
            <a:lstStyle/>
            <a:p/>
          </p:txBody>
        </p:sp>
        <p:sp>
          <p:nvSpPr>
            <p:cNvPr id="714" name="object 714"/>
            <p:cNvSpPr/>
            <p:nvPr/>
          </p:nvSpPr>
          <p:spPr>
            <a:xfrm>
              <a:off x="3360419" y="3312160"/>
              <a:ext cx="210820" cy="7620"/>
            </a:xfrm>
            <a:custGeom>
              <a:avLst/>
              <a:gdLst/>
              <a:ahLst/>
              <a:cxnLst/>
              <a:rect l="l" t="t" r="r" b="b"/>
              <a:pathLst>
                <a:path w="210820" h="7620">
                  <a:moveTo>
                    <a:pt x="0" y="7619"/>
                  </a:moveTo>
                  <a:lnTo>
                    <a:pt x="0" y="0"/>
                  </a:lnTo>
                  <a:lnTo>
                    <a:pt x="210819" y="0"/>
                  </a:lnTo>
                  <a:lnTo>
                    <a:pt x="210820" y="7619"/>
                  </a:lnTo>
                  <a:lnTo>
                    <a:pt x="0" y="7619"/>
                  </a:lnTo>
                  <a:close/>
                </a:path>
              </a:pathLst>
            </a:custGeom>
            <a:solidFill>
              <a:srgbClr val="A57B00"/>
            </a:solidFill>
          </p:spPr>
          <p:txBody>
            <a:bodyPr wrap="square" lIns="0" tIns="0" rIns="0" bIns="0" rtlCol="0"/>
            <a:lstStyle/>
            <a:p/>
          </p:txBody>
        </p:sp>
        <p:sp>
          <p:nvSpPr>
            <p:cNvPr id="715" name="object 715"/>
            <p:cNvSpPr/>
            <p:nvPr/>
          </p:nvSpPr>
          <p:spPr>
            <a:xfrm>
              <a:off x="3360419" y="331978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A77C00"/>
            </a:solidFill>
          </p:spPr>
          <p:txBody>
            <a:bodyPr wrap="square" lIns="0" tIns="0" rIns="0" bIns="0" rtlCol="0"/>
            <a:lstStyle/>
            <a:p/>
          </p:txBody>
        </p:sp>
        <p:sp>
          <p:nvSpPr>
            <p:cNvPr id="716" name="object 716"/>
            <p:cNvSpPr/>
            <p:nvPr/>
          </p:nvSpPr>
          <p:spPr>
            <a:xfrm>
              <a:off x="3360419" y="3326130"/>
              <a:ext cx="210820" cy="7620"/>
            </a:xfrm>
            <a:custGeom>
              <a:avLst/>
              <a:gdLst/>
              <a:ahLst/>
              <a:cxnLst/>
              <a:rect l="l" t="t" r="r" b="b"/>
              <a:pathLst>
                <a:path w="210820" h="7620">
                  <a:moveTo>
                    <a:pt x="0" y="7620"/>
                  </a:moveTo>
                  <a:lnTo>
                    <a:pt x="0" y="0"/>
                  </a:lnTo>
                  <a:lnTo>
                    <a:pt x="210819" y="0"/>
                  </a:lnTo>
                  <a:lnTo>
                    <a:pt x="210819" y="7620"/>
                  </a:lnTo>
                  <a:lnTo>
                    <a:pt x="0" y="7620"/>
                  </a:lnTo>
                  <a:close/>
                </a:path>
              </a:pathLst>
            </a:custGeom>
            <a:solidFill>
              <a:srgbClr val="A97E00"/>
            </a:solidFill>
          </p:spPr>
          <p:txBody>
            <a:bodyPr wrap="square" lIns="0" tIns="0" rIns="0" bIns="0" rtlCol="0"/>
            <a:lstStyle/>
            <a:p/>
          </p:txBody>
        </p:sp>
        <p:sp>
          <p:nvSpPr>
            <p:cNvPr id="717" name="object 717"/>
            <p:cNvSpPr/>
            <p:nvPr/>
          </p:nvSpPr>
          <p:spPr>
            <a:xfrm>
              <a:off x="3360419" y="3333750"/>
              <a:ext cx="210820" cy="7620"/>
            </a:xfrm>
            <a:custGeom>
              <a:avLst/>
              <a:gdLst/>
              <a:ahLst/>
              <a:cxnLst/>
              <a:rect l="l" t="t" r="r" b="b"/>
              <a:pathLst>
                <a:path w="210820" h="7620">
                  <a:moveTo>
                    <a:pt x="0" y="7620"/>
                  </a:moveTo>
                  <a:lnTo>
                    <a:pt x="0" y="0"/>
                  </a:lnTo>
                  <a:lnTo>
                    <a:pt x="210819" y="0"/>
                  </a:lnTo>
                  <a:lnTo>
                    <a:pt x="210819" y="7620"/>
                  </a:lnTo>
                  <a:lnTo>
                    <a:pt x="0" y="7620"/>
                  </a:lnTo>
                  <a:close/>
                </a:path>
              </a:pathLst>
            </a:custGeom>
            <a:solidFill>
              <a:srgbClr val="AA7F00"/>
            </a:solidFill>
          </p:spPr>
          <p:txBody>
            <a:bodyPr wrap="square" lIns="0" tIns="0" rIns="0" bIns="0" rtlCol="0"/>
            <a:lstStyle/>
            <a:p/>
          </p:txBody>
        </p:sp>
        <p:sp>
          <p:nvSpPr>
            <p:cNvPr id="718" name="object 718"/>
            <p:cNvSpPr/>
            <p:nvPr/>
          </p:nvSpPr>
          <p:spPr>
            <a:xfrm>
              <a:off x="3360419" y="3341370"/>
              <a:ext cx="210820" cy="7620"/>
            </a:xfrm>
            <a:custGeom>
              <a:avLst/>
              <a:gdLst/>
              <a:ahLst/>
              <a:cxnLst/>
              <a:rect l="l" t="t" r="r" b="b"/>
              <a:pathLst>
                <a:path w="210820" h="7620">
                  <a:moveTo>
                    <a:pt x="0" y="7619"/>
                  </a:moveTo>
                  <a:lnTo>
                    <a:pt x="0" y="0"/>
                  </a:lnTo>
                  <a:lnTo>
                    <a:pt x="210819" y="0"/>
                  </a:lnTo>
                  <a:lnTo>
                    <a:pt x="210819" y="7619"/>
                  </a:lnTo>
                  <a:lnTo>
                    <a:pt x="0" y="7619"/>
                  </a:lnTo>
                  <a:close/>
                </a:path>
              </a:pathLst>
            </a:custGeom>
            <a:solidFill>
              <a:srgbClr val="AC8100"/>
            </a:solidFill>
          </p:spPr>
          <p:txBody>
            <a:bodyPr wrap="square" lIns="0" tIns="0" rIns="0" bIns="0" rtlCol="0"/>
            <a:lstStyle/>
            <a:p/>
          </p:txBody>
        </p:sp>
        <p:sp>
          <p:nvSpPr>
            <p:cNvPr id="719" name="object 719"/>
            <p:cNvSpPr/>
            <p:nvPr/>
          </p:nvSpPr>
          <p:spPr>
            <a:xfrm>
              <a:off x="3360419" y="334899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AE8200"/>
            </a:solidFill>
          </p:spPr>
          <p:txBody>
            <a:bodyPr wrap="square" lIns="0" tIns="0" rIns="0" bIns="0" rtlCol="0"/>
            <a:lstStyle/>
            <a:p/>
          </p:txBody>
        </p:sp>
        <p:sp>
          <p:nvSpPr>
            <p:cNvPr id="720" name="object 720"/>
            <p:cNvSpPr/>
            <p:nvPr/>
          </p:nvSpPr>
          <p:spPr>
            <a:xfrm>
              <a:off x="3360419" y="3355340"/>
              <a:ext cx="210820" cy="7620"/>
            </a:xfrm>
            <a:custGeom>
              <a:avLst/>
              <a:gdLst/>
              <a:ahLst/>
              <a:cxnLst/>
              <a:rect l="l" t="t" r="r" b="b"/>
              <a:pathLst>
                <a:path w="210820" h="7620">
                  <a:moveTo>
                    <a:pt x="0" y="7620"/>
                  </a:moveTo>
                  <a:lnTo>
                    <a:pt x="0" y="0"/>
                  </a:lnTo>
                  <a:lnTo>
                    <a:pt x="210819" y="0"/>
                  </a:lnTo>
                  <a:lnTo>
                    <a:pt x="210819" y="7620"/>
                  </a:lnTo>
                  <a:lnTo>
                    <a:pt x="0" y="7620"/>
                  </a:lnTo>
                  <a:close/>
                </a:path>
              </a:pathLst>
            </a:custGeom>
            <a:solidFill>
              <a:srgbClr val="B08400"/>
            </a:solidFill>
          </p:spPr>
          <p:txBody>
            <a:bodyPr wrap="square" lIns="0" tIns="0" rIns="0" bIns="0" rtlCol="0"/>
            <a:lstStyle/>
            <a:p/>
          </p:txBody>
        </p:sp>
        <p:sp>
          <p:nvSpPr>
            <p:cNvPr id="721" name="object 721"/>
            <p:cNvSpPr/>
            <p:nvPr/>
          </p:nvSpPr>
          <p:spPr>
            <a:xfrm>
              <a:off x="3360419" y="3362960"/>
              <a:ext cx="210820" cy="7620"/>
            </a:xfrm>
            <a:custGeom>
              <a:avLst/>
              <a:gdLst/>
              <a:ahLst/>
              <a:cxnLst/>
              <a:rect l="l" t="t" r="r" b="b"/>
              <a:pathLst>
                <a:path w="210820" h="7620">
                  <a:moveTo>
                    <a:pt x="0" y="7619"/>
                  </a:moveTo>
                  <a:lnTo>
                    <a:pt x="0" y="0"/>
                  </a:lnTo>
                  <a:lnTo>
                    <a:pt x="210819" y="0"/>
                  </a:lnTo>
                  <a:lnTo>
                    <a:pt x="210819" y="7619"/>
                  </a:lnTo>
                  <a:lnTo>
                    <a:pt x="0" y="7619"/>
                  </a:lnTo>
                  <a:close/>
                </a:path>
              </a:pathLst>
            </a:custGeom>
            <a:solidFill>
              <a:srgbClr val="B28500"/>
            </a:solidFill>
          </p:spPr>
          <p:txBody>
            <a:bodyPr wrap="square" lIns="0" tIns="0" rIns="0" bIns="0" rtlCol="0"/>
            <a:lstStyle/>
            <a:p/>
          </p:txBody>
        </p:sp>
        <p:sp>
          <p:nvSpPr>
            <p:cNvPr id="722" name="object 722"/>
            <p:cNvSpPr/>
            <p:nvPr/>
          </p:nvSpPr>
          <p:spPr>
            <a:xfrm>
              <a:off x="3360419" y="337058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B48700"/>
            </a:solidFill>
          </p:spPr>
          <p:txBody>
            <a:bodyPr wrap="square" lIns="0" tIns="0" rIns="0" bIns="0" rtlCol="0"/>
            <a:lstStyle/>
            <a:p/>
          </p:txBody>
        </p:sp>
        <p:sp>
          <p:nvSpPr>
            <p:cNvPr id="723" name="object 723"/>
            <p:cNvSpPr/>
            <p:nvPr/>
          </p:nvSpPr>
          <p:spPr>
            <a:xfrm>
              <a:off x="3359150" y="3376929"/>
              <a:ext cx="212090" cy="7620"/>
            </a:xfrm>
            <a:custGeom>
              <a:avLst/>
              <a:gdLst/>
              <a:ahLst/>
              <a:cxnLst/>
              <a:rect l="l" t="t" r="r" b="b"/>
              <a:pathLst>
                <a:path w="212089" h="7620">
                  <a:moveTo>
                    <a:pt x="212090" y="0"/>
                  </a:moveTo>
                  <a:lnTo>
                    <a:pt x="1270" y="0"/>
                  </a:lnTo>
                  <a:lnTo>
                    <a:pt x="1270" y="3810"/>
                  </a:lnTo>
                  <a:lnTo>
                    <a:pt x="0" y="3810"/>
                  </a:lnTo>
                  <a:lnTo>
                    <a:pt x="0" y="7620"/>
                  </a:lnTo>
                  <a:lnTo>
                    <a:pt x="212090" y="7620"/>
                  </a:lnTo>
                  <a:lnTo>
                    <a:pt x="212090" y="3810"/>
                  </a:lnTo>
                  <a:lnTo>
                    <a:pt x="212090" y="0"/>
                  </a:lnTo>
                  <a:close/>
                </a:path>
              </a:pathLst>
            </a:custGeom>
            <a:solidFill>
              <a:srgbClr val="B68800"/>
            </a:solidFill>
          </p:spPr>
          <p:txBody>
            <a:bodyPr wrap="square" lIns="0" tIns="0" rIns="0" bIns="0" rtlCol="0"/>
            <a:lstStyle/>
            <a:p/>
          </p:txBody>
        </p:sp>
        <p:sp>
          <p:nvSpPr>
            <p:cNvPr id="724" name="object 724"/>
            <p:cNvSpPr/>
            <p:nvPr/>
          </p:nvSpPr>
          <p:spPr>
            <a:xfrm>
              <a:off x="3359150" y="3384549"/>
              <a:ext cx="212090" cy="7620"/>
            </a:xfrm>
            <a:custGeom>
              <a:avLst/>
              <a:gdLst/>
              <a:ahLst/>
              <a:cxnLst/>
              <a:rect l="l" t="t" r="r" b="b"/>
              <a:pathLst>
                <a:path w="212089" h="7620">
                  <a:moveTo>
                    <a:pt x="212090" y="0"/>
                  </a:moveTo>
                  <a:lnTo>
                    <a:pt x="0" y="0"/>
                  </a:lnTo>
                  <a:lnTo>
                    <a:pt x="0" y="6350"/>
                  </a:lnTo>
                  <a:lnTo>
                    <a:pt x="0" y="7620"/>
                  </a:lnTo>
                  <a:lnTo>
                    <a:pt x="210820" y="7620"/>
                  </a:lnTo>
                  <a:lnTo>
                    <a:pt x="210820" y="6350"/>
                  </a:lnTo>
                  <a:lnTo>
                    <a:pt x="212090" y="6350"/>
                  </a:lnTo>
                  <a:lnTo>
                    <a:pt x="212090" y="0"/>
                  </a:lnTo>
                  <a:close/>
                </a:path>
              </a:pathLst>
            </a:custGeom>
            <a:solidFill>
              <a:srgbClr val="B88A00"/>
            </a:solidFill>
          </p:spPr>
          <p:txBody>
            <a:bodyPr wrap="square" lIns="0" tIns="0" rIns="0" bIns="0" rtlCol="0"/>
            <a:lstStyle/>
            <a:p/>
          </p:txBody>
        </p:sp>
        <p:sp>
          <p:nvSpPr>
            <p:cNvPr id="725" name="object 725"/>
            <p:cNvSpPr/>
            <p:nvPr/>
          </p:nvSpPr>
          <p:spPr>
            <a:xfrm>
              <a:off x="3359149" y="339217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BA8B00"/>
            </a:solidFill>
          </p:spPr>
          <p:txBody>
            <a:bodyPr wrap="square" lIns="0" tIns="0" rIns="0" bIns="0" rtlCol="0"/>
            <a:lstStyle/>
            <a:p/>
          </p:txBody>
        </p:sp>
        <p:sp>
          <p:nvSpPr>
            <p:cNvPr id="726" name="object 726"/>
            <p:cNvSpPr/>
            <p:nvPr/>
          </p:nvSpPr>
          <p:spPr>
            <a:xfrm>
              <a:off x="3359149" y="339852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BC8D00"/>
            </a:solidFill>
          </p:spPr>
          <p:txBody>
            <a:bodyPr wrap="square" lIns="0" tIns="0" rIns="0" bIns="0" rtlCol="0"/>
            <a:lstStyle/>
            <a:p/>
          </p:txBody>
        </p:sp>
        <p:sp>
          <p:nvSpPr>
            <p:cNvPr id="727" name="object 727"/>
            <p:cNvSpPr/>
            <p:nvPr/>
          </p:nvSpPr>
          <p:spPr>
            <a:xfrm>
              <a:off x="3359149" y="340614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BE8E00"/>
            </a:solidFill>
          </p:spPr>
          <p:txBody>
            <a:bodyPr wrap="square" lIns="0" tIns="0" rIns="0" bIns="0" rtlCol="0"/>
            <a:lstStyle/>
            <a:p/>
          </p:txBody>
        </p:sp>
        <p:sp>
          <p:nvSpPr>
            <p:cNvPr id="728" name="object 728"/>
            <p:cNvSpPr/>
            <p:nvPr/>
          </p:nvSpPr>
          <p:spPr>
            <a:xfrm>
              <a:off x="3359149" y="341376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C09000"/>
            </a:solidFill>
          </p:spPr>
          <p:txBody>
            <a:bodyPr wrap="square" lIns="0" tIns="0" rIns="0" bIns="0" rtlCol="0"/>
            <a:lstStyle/>
            <a:p/>
          </p:txBody>
        </p:sp>
        <p:sp>
          <p:nvSpPr>
            <p:cNvPr id="729" name="object 729"/>
            <p:cNvSpPr/>
            <p:nvPr/>
          </p:nvSpPr>
          <p:spPr>
            <a:xfrm>
              <a:off x="3359149" y="342011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C29100"/>
            </a:solidFill>
          </p:spPr>
          <p:txBody>
            <a:bodyPr wrap="square" lIns="0" tIns="0" rIns="0" bIns="0" rtlCol="0"/>
            <a:lstStyle/>
            <a:p/>
          </p:txBody>
        </p:sp>
        <p:sp>
          <p:nvSpPr>
            <p:cNvPr id="730" name="object 730"/>
            <p:cNvSpPr/>
            <p:nvPr/>
          </p:nvSpPr>
          <p:spPr>
            <a:xfrm>
              <a:off x="3359149" y="342773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C49300"/>
            </a:solidFill>
          </p:spPr>
          <p:txBody>
            <a:bodyPr wrap="square" lIns="0" tIns="0" rIns="0" bIns="0" rtlCol="0"/>
            <a:lstStyle/>
            <a:p/>
          </p:txBody>
        </p:sp>
        <p:sp>
          <p:nvSpPr>
            <p:cNvPr id="731" name="object 731"/>
            <p:cNvSpPr/>
            <p:nvPr/>
          </p:nvSpPr>
          <p:spPr>
            <a:xfrm>
              <a:off x="3359149" y="343535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C69400"/>
            </a:solidFill>
          </p:spPr>
          <p:txBody>
            <a:bodyPr wrap="square" lIns="0" tIns="0" rIns="0" bIns="0" rtlCol="0"/>
            <a:lstStyle/>
            <a:p/>
          </p:txBody>
        </p:sp>
        <p:sp>
          <p:nvSpPr>
            <p:cNvPr id="732" name="object 732"/>
            <p:cNvSpPr/>
            <p:nvPr/>
          </p:nvSpPr>
          <p:spPr>
            <a:xfrm>
              <a:off x="3359149" y="344297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C89600"/>
            </a:solidFill>
          </p:spPr>
          <p:txBody>
            <a:bodyPr wrap="square" lIns="0" tIns="0" rIns="0" bIns="0" rtlCol="0"/>
            <a:lstStyle/>
            <a:p/>
          </p:txBody>
        </p:sp>
        <p:sp>
          <p:nvSpPr>
            <p:cNvPr id="733" name="object 733"/>
            <p:cNvSpPr/>
            <p:nvPr/>
          </p:nvSpPr>
          <p:spPr>
            <a:xfrm>
              <a:off x="3359149" y="344932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CA9700"/>
            </a:solidFill>
          </p:spPr>
          <p:txBody>
            <a:bodyPr wrap="square" lIns="0" tIns="0" rIns="0" bIns="0" rtlCol="0"/>
            <a:lstStyle/>
            <a:p/>
          </p:txBody>
        </p:sp>
        <p:sp>
          <p:nvSpPr>
            <p:cNvPr id="734" name="object 734"/>
            <p:cNvSpPr/>
            <p:nvPr/>
          </p:nvSpPr>
          <p:spPr>
            <a:xfrm>
              <a:off x="3359149" y="345694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CC9800"/>
            </a:solidFill>
          </p:spPr>
          <p:txBody>
            <a:bodyPr wrap="square" lIns="0" tIns="0" rIns="0" bIns="0" rtlCol="0"/>
            <a:lstStyle/>
            <a:p/>
          </p:txBody>
        </p:sp>
        <p:sp>
          <p:nvSpPr>
            <p:cNvPr id="735" name="object 735"/>
            <p:cNvSpPr/>
            <p:nvPr/>
          </p:nvSpPr>
          <p:spPr>
            <a:xfrm>
              <a:off x="3359149" y="346456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CE9A00"/>
            </a:solidFill>
          </p:spPr>
          <p:txBody>
            <a:bodyPr wrap="square" lIns="0" tIns="0" rIns="0" bIns="0" rtlCol="0"/>
            <a:lstStyle/>
            <a:p/>
          </p:txBody>
        </p:sp>
        <p:sp>
          <p:nvSpPr>
            <p:cNvPr id="736" name="object 736"/>
            <p:cNvSpPr/>
            <p:nvPr/>
          </p:nvSpPr>
          <p:spPr>
            <a:xfrm>
              <a:off x="3359149" y="347091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D09B00"/>
            </a:solidFill>
          </p:spPr>
          <p:txBody>
            <a:bodyPr wrap="square" lIns="0" tIns="0" rIns="0" bIns="0" rtlCol="0"/>
            <a:lstStyle/>
            <a:p/>
          </p:txBody>
        </p:sp>
        <p:sp>
          <p:nvSpPr>
            <p:cNvPr id="737" name="object 737"/>
            <p:cNvSpPr/>
            <p:nvPr/>
          </p:nvSpPr>
          <p:spPr>
            <a:xfrm>
              <a:off x="3357880" y="3478529"/>
              <a:ext cx="212090" cy="7620"/>
            </a:xfrm>
            <a:custGeom>
              <a:avLst/>
              <a:gdLst/>
              <a:ahLst/>
              <a:cxnLst/>
              <a:rect l="l" t="t" r="r" b="b"/>
              <a:pathLst>
                <a:path w="212089" h="7620">
                  <a:moveTo>
                    <a:pt x="212090" y="0"/>
                  </a:moveTo>
                  <a:lnTo>
                    <a:pt x="1270" y="0"/>
                  </a:lnTo>
                  <a:lnTo>
                    <a:pt x="1270" y="5080"/>
                  </a:lnTo>
                  <a:lnTo>
                    <a:pt x="0" y="5080"/>
                  </a:lnTo>
                  <a:lnTo>
                    <a:pt x="0" y="7620"/>
                  </a:lnTo>
                  <a:lnTo>
                    <a:pt x="212090" y="7620"/>
                  </a:lnTo>
                  <a:lnTo>
                    <a:pt x="212090" y="5080"/>
                  </a:lnTo>
                  <a:lnTo>
                    <a:pt x="212090" y="0"/>
                  </a:lnTo>
                  <a:close/>
                </a:path>
              </a:pathLst>
            </a:custGeom>
            <a:solidFill>
              <a:srgbClr val="D29D00"/>
            </a:solidFill>
          </p:spPr>
          <p:txBody>
            <a:bodyPr wrap="square" lIns="0" tIns="0" rIns="0" bIns="0" rtlCol="0"/>
            <a:lstStyle/>
            <a:p/>
          </p:txBody>
        </p:sp>
        <p:sp>
          <p:nvSpPr>
            <p:cNvPr id="738" name="object 738"/>
            <p:cNvSpPr/>
            <p:nvPr/>
          </p:nvSpPr>
          <p:spPr>
            <a:xfrm>
              <a:off x="3357879" y="3486150"/>
              <a:ext cx="212090" cy="7620"/>
            </a:xfrm>
            <a:custGeom>
              <a:avLst/>
              <a:gdLst/>
              <a:ahLst/>
              <a:cxnLst/>
              <a:rect l="l" t="t" r="r" b="b"/>
              <a:pathLst>
                <a:path w="212089" h="7620">
                  <a:moveTo>
                    <a:pt x="0" y="7620"/>
                  </a:moveTo>
                  <a:lnTo>
                    <a:pt x="0" y="0"/>
                  </a:lnTo>
                  <a:lnTo>
                    <a:pt x="212090" y="0"/>
                  </a:lnTo>
                  <a:lnTo>
                    <a:pt x="212090" y="7620"/>
                  </a:lnTo>
                  <a:lnTo>
                    <a:pt x="0" y="7620"/>
                  </a:lnTo>
                  <a:close/>
                </a:path>
              </a:pathLst>
            </a:custGeom>
            <a:solidFill>
              <a:srgbClr val="D49E00"/>
            </a:solidFill>
          </p:spPr>
          <p:txBody>
            <a:bodyPr wrap="square" lIns="0" tIns="0" rIns="0" bIns="0" rtlCol="0"/>
            <a:lstStyle/>
            <a:p/>
          </p:txBody>
        </p:sp>
        <p:sp>
          <p:nvSpPr>
            <p:cNvPr id="739" name="object 739"/>
            <p:cNvSpPr/>
            <p:nvPr/>
          </p:nvSpPr>
          <p:spPr>
            <a:xfrm>
              <a:off x="3357879" y="3493770"/>
              <a:ext cx="212090" cy="6350"/>
            </a:xfrm>
            <a:custGeom>
              <a:avLst/>
              <a:gdLst/>
              <a:ahLst/>
              <a:cxnLst/>
              <a:rect l="l" t="t" r="r" b="b"/>
              <a:pathLst>
                <a:path w="212089" h="6350">
                  <a:moveTo>
                    <a:pt x="0" y="6350"/>
                  </a:moveTo>
                  <a:lnTo>
                    <a:pt x="0" y="0"/>
                  </a:lnTo>
                  <a:lnTo>
                    <a:pt x="212090" y="0"/>
                  </a:lnTo>
                  <a:lnTo>
                    <a:pt x="212090" y="6350"/>
                  </a:lnTo>
                  <a:lnTo>
                    <a:pt x="0" y="6350"/>
                  </a:lnTo>
                  <a:close/>
                </a:path>
              </a:pathLst>
            </a:custGeom>
            <a:solidFill>
              <a:srgbClr val="D6A000"/>
            </a:solidFill>
          </p:spPr>
          <p:txBody>
            <a:bodyPr wrap="square" lIns="0" tIns="0" rIns="0" bIns="0" rtlCol="0"/>
            <a:lstStyle/>
            <a:p/>
          </p:txBody>
        </p:sp>
        <p:sp>
          <p:nvSpPr>
            <p:cNvPr id="740" name="object 740"/>
            <p:cNvSpPr/>
            <p:nvPr/>
          </p:nvSpPr>
          <p:spPr>
            <a:xfrm>
              <a:off x="3357879" y="3500120"/>
              <a:ext cx="212090" cy="7620"/>
            </a:xfrm>
            <a:custGeom>
              <a:avLst/>
              <a:gdLst/>
              <a:ahLst/>
              <a:cxnLst/>
              <a:rect l="l" t="t" r="r" b="b"/>
              <a:pathLst>
                <a:path w="212089" h="7620">
                  <a:moveTo>
                    <a:pt x="0" y="7619"/>
                  </a:moveTo>
                  <a:lnTo>
                    <a:pt x="0" y="0"/>
                  </a:lnTo>
                  <a:lnTo>
                    <a:pt x="212090" y="0"/>
                  </a:lnTo>
                  <a:lnTo>
                    <a:pt x="212090" y="7619"/>
                  </a:lnTo>
                  <a:lnTo>
                    <a:pt x="0" y="7619"/>
                  </a:lnTo>
                  <a:close/>
                </a:path>
              </a:pathLst>
            </a:custGeom>
            <a:solidFill>
              <a:srgbClr val="D8A100"/>
            </a:solidFill>
          </p:spPr>
          <p:txBody>
            <a:bodyPr wrap="square" lIns="0" tIns="0" rIns="0" bIns="0" rtlCol="0"/>
            <a:lstStyle/>
            <a:p/>
          </p:txBody>
        </p:sp>
        <p:sp>
          <p:nvSpPr>
            <p:cNvPr id="741" name="object 741"/>
            <p:cNvSpPr/>
            <p:nvPr/>
          </p:nvSpPr>
          <p:spPr>
            <a:xfrm>
              <a:off x="3356610" y="3507739"/>
              <a:ext cx="213360" cy="7620"/>
            </a:xfrm>
            <a:custGeom>
              <a:avLst/>
              <a:gdLst/>
              <a:ahLst/>
              <a:cxnLst/>
              <a:rect l="l" t="t" r="r" b="b"/>
              <a:pathLst>
                <a:path w="213360" h="7620">
                  <a:moveTo>
                    <a:pt x="213360" y="0"/>
                  </a:moveTo>
                  <a:lnTo>
                    <a:pt x="1270" y="0"/>
                  </a:lnTo>
                  <a:lnTo>
                    <a:pt x="1270" y="2540"/>
                  </a:lnTo>
                  <a:lnTo>
                    <a:pt x="0" y="2540"/>
                  </a:lnTo>
                  <a:lnTo>
                    <a:pt x="0" y="7620"/>
                  </a:lnTo>
                  <a:lnTo>
                    <a:pt x="213360" y="7620"/>
                  </a:lnTo>
                  <a:lnTo>
                    <a:pt x="213360" y="2540"/>
                  </a:lnTo>
                  <a:lnTo>
                    <a:pt x="213360" y="0"/>
                  </a:lnTo>
                  <a:close/>
                </a:path>
              </a:pathLst>
            </a:custGeom>
            <a:solidFill>
              <a:srgbClr val="DAA300"/>
            </a:solidFill>
          </p:spPr>
          <p:txBody>
            <a:bodyPr wrap="square" lIns="0" tIns="0" rIns="0" bIns="0" rtlCol="0"/>
            <a:lstStyle/>
            <a:p/>
          </p:txBody>
        </p:sp>
        <p:sp>
          <p:nvSpPr>
            <p:cNvPr id="742" name="object 742"/>
            <p:cNvSpPr/>
            <p:nvPr/>
          </p:nvSpPr>
          <p:spPr>
            <a:xfrm>
              <a:off x="3356610" y="3515359"/>
              <a:ext cx="214629" cy="6350"/>
            </a:xfrm>
            <a:custGeom>
              <a:avLst/>
              <a:gdLst/>
              <a:ahLst/>
              <a:cxnLst/>
              <a:rect l="l" t="t" r="r" b="b"/>
              <a:pathLst>
                <a:path w="214629" h="6350">
                  <a:moveTo>
                    <a:pt x="214630" y="5080"/>
                  </a:moveTo>
                  <a:lnTo>
                    <a:pt x="213360" y="5080"/>
                  </a:lnTo>
                  <a:lnTo>
                    <a:pt x="213360" y="0"/>
                  </a:lnTo>
                  <a:lnTo>
                    <a:pt x="0" y="0"/>
                  </a:lnTo>
                  <a:lnTo>
                    <a:pt x="0" y="5080"/>
                  </a:lnTo>
                  <a:lnTo>
                    <a:pt x="0" y="6350"/>
                  </a:lnTo>
                  <a:lnTo>
                    <a:pt x="214630" y="6350"/>
                  </a:lnTo>
                  <a:lnTo>
                    <a:pt x="214630" y="5080"/>
                  </a:lnTo>
                  <a:close/>
                </a:path>
              </a:pathLst>
            </a:custGeom>
            <a:solidFill>
              <a:srgbClr val="DCA400"/>
            </a:solidFill>
          </p:spPr>
          <p:txBody>
            <a:bodyPr wrap="square" lIns="0" tIns="0" rIns="0" bIns="0" rtlCol="0"/>
            <a:lstStyle/>
            <a:p/>
          </p:txBody>
        </p:sp>
        <p:sp>
          <p:nvSpPr>
            <p:cNvPr id="743" name="object 743"/>
            <p:cNvSpPr/>
            <p:nvPr/>
          </p:nvSpPr>
          <p:spPr>
            <a:xfrm>
              <a:off x="3355340" y="3521709"/>
              <a:ext cx="215900" cy="7620"/>
            </a:xfrm>
            <a:custGeom>
              <a:avLst/>
              <a:gdLst/>
              <a:ahLst/>
              <a:cxnLst/>
              <a:rect l="l" t="t" r="r" b="b"/>
              <a:pathLst>
                <a:path w="215900" h="7620">
                  <a:moveTo>
                    <a:pt x="215900" y="0"/>
                  </a:moveTo>
                  <a:lnTo>
                    <a:pt x="1270" y="0"/>
                  </a:lnTo>
                  <a:lnTo>
                    <a:pt x="1270" y="6350"/>
                  </a:lnTo>
                  <a:lnTo>
                    <a:pt x="0" y="6350"/>
                  </a:lnTo>
                  <a:lnTo>
                    <a:pt x="0" y="7620"/>
                  </a:lnTo>
                  <a:lnTo>
                    <a:pt x="215900" y="7620"/>
                  </a:lnTo>
                  <a:lnTo>
                    <a:pt x="215900" y="6350"/>
                  </a:lnTo>
                  <a:lnTo>
                    <a:pt x="215900" y="0"/>
                  </a:lnTo>
                  <a:close/>
                </a:path>
              </a:pathLst>
            </a:custGeom>
            <a:solidFill>
              <a:srgbClr val="DEA600"/>
            </a:solidFill>
          </p:spPr>
          <p:txBody>
            <a:bodyPr wrap="square" lIns="0" tIns="0" rIns="0" bIns="0" rtlCol="0"/>
            <a:lstStyle/>
            <a:p/>
          </p:txBody>
        </p:sp>
        <p:sp>
          <p:nvSpPr>
            <p:cNvPr id="744" name="object 744"/>
            <p:cNvSpPr/>
            <p:nvPr/>
          </p:nvSpPr>
          <p:spPr>
            <a:xfrm>
              <a:off x="3355339" y="3529330"/>
              <a:ext cx="215900" cy="7620"/>
            </a:xfrm>
            <a:custGeom>
              <a:avLst/>
              <a:gdLst/>
              <a:ahLst/>
              <a:cxnLst/>
              <a:rect l="l" t="t" r="r" b="b"/>
              <a:pathLst>
                <a:path w="215900" h="7620">
                  <a:moveTo>
                    <a:pt x="215900" y="0"/>
                  </a:moveTo>
                  <a:lnTo>
                    <a:pt x="0" y="0"/>
                  </a:lnTo>
                  <a:lnTo>
                    <a:pt x="0" y="7620"/>
                  </a:lnTo>
                  <a:lnTo>
                    <a:pt x="215900" y="7620"/>
                  </a:lnTo>
                  <a:lnTo>
                    <a:pt x="215900" y="0"/>
                  </a:lnTo>
                  <a:close/>
                </a:path>
              </a:pathLst>
            </a:custGeom>
            <a:solidFill>
              <a:srgbClr val="E0A700"/>
            </a:solidFill>
          </p:spPr>
          <p:txBody>
            <a:bodyPr wrap="square" lIns="0" tIns="0" rIns="0" bIns="0" rtlCol="0"/>
            <a:lstStyle/>
            <a:p/>
          </p:txBody>
        </p:sp>
        <p:sp>
          <p:nvSpPr>
            <p:cNvPr id="745" name="object 745"/>
            <p:cNvSpPr/>
            <p:nvPr/>
          </p:nvSpPr>
          <p:spPr>
            <a:xfrm>
              <a:off x="3352800" y="3536949"/>
              <a:ext cx="219710" cy="7620"/>
            </a:xfrm>
            <a:custGeom>
              <a:avLst/>
              <a:gdLst/>
              <a:ahLst/>
              <a:cxnLst/>
              <a:rect l="l" t="t" r="r" b="b"/>
              <a:pathLst>
                <a:path w="219710" h="7620">
                  <a:moveTo>
                    <a:pt x="219710" y="0"/>
                  </a:moveTo>
                  <a:lnTo>
                    <a:pt x="1270" y="0"/>
                  </a:lnTo>
                  <a:lnTo>
                    <a:pt x="1270" y="6350"/>
                  </a:lnTo>
                  <a:lnTo>
                    <a:pt x="0" y="6350"/>
                  </a:lnTo>
                  <a:lnTo>
                    <a:pt x="0" y="7620"/>
                  </a:lnTo>
                  <a:lnTo>
                    <a:pt x="219710" y="7620"/>
                  </a:lnTo>
                  <a:lnTo>
                    <a:pt x="219710" y="6350"/>
                  </a:lnTo>
                  <a:lnTo>
                    <a:pt x="219710" y="0"/>
                  </a:lnTo>
                  <a:close/>
                </a:path>
              </a:pathLst>
            </a:custGeom>
            <a:solidFill>
              <a:srgbClr val="E2A900"/>
            </a:solidFill>
          </p:spPr>
          <p:txBody>
            <a:bodyPr wrap="square" lIns="0" tIns="0" rIns="0" bIns="0" rtlCol="0"/>
            <a:lstStyle/>
            <a:p/>
          </p:txBody>
        </p:sp>
        <p:sp>
          <p:nvSpPr>
            <p:cNvPr id="746" name="object 746"/>
            <p:cNvSpPr/>
            <p:nvPr/>
          </p:nvSpPr>
          <p:spPr>
            <a:xfrm>
              <a:off x="3352800" y="3544582"/>
              <a:ext cx="220979" cy="6350"/>
            </a:xfrm>
            <a:custGeom>
              <a:avLst/>
              <a:gdLst/>
              <a:ahLst/>
              <a:cxnLst/>
              <a:rect l="l" t="t" r="r" b="b"/>
              <a:pathLst>
                <a:path w="220979" h="6350">
                  <a:moveTo>
                    <a:pt x="219710" y="0"/>
                  </a:moveTo>
                  <a:lnTo>
                    <a:pt x="0" y="0"/>
                  </a:lnTo>
                  <a:lnTo>
                    <a:pt x="0" y="1257"/>
                  </a:lnTo>
                  <a:lnTo>
                    <a:pt x="219710" y="1257"/>
                  </a:lnTo>
                  <a:lnTo>
                    <a:pt x="219710" y="0"/>
                  </a:lnTo>
                  <a:close/>
                </a:path>
                <a:path w="220979" h="6350">
                  <a:moveTo>
                    <a:pt x="220980" y="1270"/>
                  </a:moveTo>
                  <a:lnTo>
                    <a:pt x="0" y="1270"/>
                  </a:lnTo>
                  <a:lnTo>
                    <a:pt x="0" y="6350"/>
                  </a:lnTo>
                  <a:lnTo>
                    <a:pt x="220980" y="6350"/>
                  </a:lnTo>
                  <a:lnTo>
                    <a:pt x="220980" y="1270"/>
                  </a:lnTo>
                  <a:close/>
                </a:path>
              </a:pathLst>
            </a:custGeom>
            <a:solidFill>
              <a:srgbClr val="E4AA00"/>
            </a:solidFill>
          </p:spPr>
          <p:txBody>
            <a:bodyPr wrap="square" lIns="0" tIns="0" rIns="0" bIns="0" rtlCol="0"/>
            <a:lstStyle/>
            <a:p/>
          </p:txBody>
        </p:sp>
        <p:sp>
          <p:nvSpPr>
            <p:cNvPr id="747" name="object 747"/>
            <p:cNvSpPr/>
            <p:nvPr/>
          </p:nvSpPr>
          <p:spPr>
            <a:xfrm>
              <a:off x="3347720" y="3550919"/>
              <a:ext cx="227329" cy="7620"/>
            </a:xfrm>
            <a:custGeom>
              <a:avLst/>
              <a:gdLst/>
              <a:ahLst/>
              <a:cxnLst/>
              <a:rect l="l" t="t" r="r" b="b"/>
              <a:pathLst>
                <a:path w="227329" h="7620">
                  <a:moveTo>
                    <a:pt x="227330" y="2540"/>
                  </a:moveTo>
                  <a:lnTo>
                    <a:pt x="226060" y="2540"/>
                  </a:lnTo>
                  <a:lnTo>
                    <a:pt x="226060" y="1270"/>
                  </a:lnTo>
                  <a:lnTo>
                    <a:pt x="226060" y="0"/>
                  </a:lnTo>
                  <a:lnTo>
                    <a:pt x="3810" y="0"/>
                  </a:lnTo>
                  <a:lnTo>
                    <a:pt x="3810" y="1270"/>
                  </a:lnTo>
                  <a:lnTo>
                    <a:pt x="2540" y="1270"/>
                  </a:lnTo>
                  <a:lnTo>
                    <a:pt x="2540" y="2540"/>
                  </a:lnTo>
                  <a:lnTo>
                    <a:pt x="2540" y="3810"/>
                  </a:lnTo>
                  <a:lnTo>
                    <a:pt x="1270" y="3810"/>
                  </a:lnTo>
                  <a:lnTo>
                    <a:pt x="1270" y="6350"/>
                  </a:lnTo>
                  <a:lnTo>
                    <a:pt x="0" y="6350"/>
                  </a:lnTo>
                  <a:lnTo>
                    <a:pt x="0" y="7620"/>
                  </a:lnTo>
                  <a:lnTo>
                    <a:pt x="227330" y="7620"/>
                  </a:lnTo>
                  <a:lnTo>
                    <a:pt x="227330" y="6350"/>
                  </a:lnTo>
                  <a:lnTo>
                    <a:pt x="227330" y="3810"/>
                  </a:lnTo>
                  <a:lnTo>
                    <a:pt x="227330" y="2540"/>
                  </a:lnTo>
                  <a:close/>
                </a:path>
              </a:pathLst>
            </a:custGeom>
            <a:solidFill>
              <a:srgbClr val="E6AC00"/>
            </a:solidFill>
          </p:spPr>
          <p:txBody>
            <a:bodyPr wrap="square" lIns="0" tIns="0" rIns="0" bIns="0" rtlCol="0"/>
            <a:lstStyle/>
            <a:p/>
          </p:txBody>
        </p:sp>
        <p:sp>
          <p:nvSpPr>
            <p:cNvPr id="748" name="object 748"/>
            <p:cNvSpPr/>
            <p:nvPr/>
          </p:nvSpPr>
          <p:spPr>
            <a:xfrm>
              <a:off x="3342640" y="3558539"/>
              <a:ext cx="236220" cy="7620"/>
            </a:xfrm>
            <a:custGeom>
              <a:avLst/>
              <a:gdLst/>
              <a:ahLst/>
              <a:cxnLst/>
              <a:rect l="l" t="t" r="r" b="b"/>
              <a:pathLst>
                <a:path w="236220" h="7620">
                  <a:moveTo>
                    <a:pt x="233680" y="0"/>
                  </a:moveTo>
                  <a:lnTo>
                    <a:pt x="5080" y="0"/>
                  </a:lnTo>
                  <a:lnTo>
                    <a:pt x="5080" y="1270"/>
                  </a:lnTo>
                  <a:lnTo>
                    <a:pt x="3810" y="1270"/>
                  </a:lnTo>
                  <a:lnTo>
                    <a:pt x="3810" y="2540"/>
                  </a:lnTo>
                  <a:lnTo>
                    <a:pt x="233680" y="2540"/>
                  </a:lnTo>
                  <a:lnTo>
                    <a:pt x="233680" y="1270"/>
                  </a:lnTo>
                  <a:lnTo>
                    <a:pt x="233680" y="0"/>
                  </a:lnTo>
                  <a:close/>
                </a:path>
                <a:path w="236220" h="7620">
                  <a:moveTo>
                    <a:pt x="236220" y="6350"/>
                  </a:moveTo>
                  <a:lnTo>
                    <a:pt x="234950" y="6350"/>
                  </a:lnTo>
                  <a:lnTo>
                    <a:pt x="234950" y="5092"/>
                  </a:lnTo>
                  <a:lnTo>
                    <a:pt x="233667" y="5092"/>
                  </a:lnTo>
                  <a:lnTo>
                    <a:pt x="233667" y="2552"/>
                  </a:lnTo>
                  <a:lnTo>
                    <a:pt x="2540" y="2552"/>
                  </a:lnTo>
                  <a:lnTo>
                    <a:pt x="2540" y="5092"/>
                  </a:lnTo>
                  <a:lnTo>
                    <a:pt x="1270" y="5092"/>
                  </a:lnTo>
                  <a:lnTo>
                    <a:pt x="1270" y="6350"/>
                  </a:lnTo>
                  <a:lnTo>
                    <a:pt x="0" y="6350"/>
                  </a:lnTo>
                  <a:lnTo>
                    <a:pt x="0" y="7620"/>
                  </a:lnTo>
                  <a:lnTo>
                    <a:pt x="236220" y="7620"/>
                  </a:lnTo>
                  <a:lnTo>
                    <a:pt x="236220" y="6350"/>
                  </a:lnTo>
                  <a:close/>
                </a:path>
              </a:pathLst>
            </a:custGeom>
            <a:solidFill>
              <a:srgbClr val="E8AD00"/>
            </a:solidFill>
          </p:spPr>
          <p:txBody>
            <a:bodyPr wrap="square" lIns="0" tIns="0" rIns="0" bIns="0" rtlCol="0"/>
            <a:lstStyle/>
            <a:p/>
          </p:txBody>
        </p:sp>
        <p:sp>
          <p:nvSpPr>
            <p:cNvPr id="749" name="object 749"/>
            <p:cNvSpPr/>
            <p:nvPr/>
          </p:nvSpPr>
          <p:spPr>
            <a:xfrm>
              <a:off x="3337560" y="3566159"/>
              <a:ext cx="245110" cy="6350"/>
            </a:xfrm>
            <a:custGeom>
              <a:avLst/>
              <a:gdLst/>
              <a:ahLst/>
              <a:cxnLst/>
              <a:rect l="l" t="t" r="r" b="b"/>
              <a:pathLst>
                <a:path w="245110" h="6350">
                  <a:moveTo>
                    <a:pt x="245110" y="5080"/>
                  </a:moveTo>
                  <a:lnTo>
                    <a:pt x="243840" y="5080"/>
                  </a:lnTo>
                  <a:lnTo>
                    <a:pt x="243840" y="3810"/>
                  </a:lnTo>
                  <a:lnTo>
                    <a:pt x="242570" y="3810"/>
                  </a:lnTo>
                  <a:lnTo>
                    <a:pt x="242570" y="2540"/>
                  </a:lnTo>
                  <a:lnTo>
                    <a:pt x="242570" y="1270"/>
                  </a:lnTo>
                  <a:lnTo>
                    <a:pt x="241300" y="1270"/>
                  </a:lnTo>
                  <a:lnTo>
                    <a:pt x="241300" y="0"/>
                  </a:lnTo>
                  <a:lnTo>
                    <a:pt x="3810" y="0"/>
                  </a:lnTo>
                  <a:lnTo>
                    <a:pt x="3810" y="1270"/>
                  </a:lnTo>
                  <a:lnTo>
                    <a:pt x="2540" y="1270"/>
                  </a:lnTo>
                  <a:lnTo>
                    <a:pt x="2540" y="2540"/>
                  </a:lnTo>
                  <a:lnTo>
                    <a:pt x="1270" y="2540"/>
                  </a:lnTo>
                  <a:lnTo>
                    <a:pt x="1270" y="3810"/>
                  </a:lnTo>
                  <a:lnTo>
                    <a:pt x="0" y="3810"/>
                  </a:lnTo>
                  <a:lnTo>
                    <a:pt x="0" y="5080"/>
                  </a:lnTo>
                  <a:lnTo>
                    <a:pt x="0" y="6350"/>
                  </a:lnTo>
                  <a:lnTo>
                    <a:pt x="245110" y="6350"/>
                  </a:lnTo>
                  <a:lnTo>
                    <a:pt x="245110" y="5080"/>
                  </a:lnTo>
                  <a:close/>
                </a:path>
              </a:pathLst>
            </a:custGeom>
            <a:solidFill>
              <a:srgbClr val="EAAF00"/>
            </a:solidFill>
          </p:spPr>
          <p:txBody>
            <a:bodyPr wrap="square" lIns="0" tIns="0" rIns="0" bIns="0" rtlCol="0"/>
            <a:lstStyle/>
            <a:p/>
          </p:txBody>
        </p:sp>
        <p:sp>
          <p:nvSpPr>
            <p:cNvPr id="750" name="object 750"/>
            <p:cNvSpPr/>
            <p:nvPr/>
          </p:nvSpPr>
          <p:spPr>
            <a:xfrm>
              <a:off x="3326117" y="3572509"/>
              <a:ext cx="262890" cy="7620"/>
            </a:xfrm>
            <a:custGeom>
              <a:avLst/>
              <a:gdLst/>
              <a:ahLst/>
              <a:cxnLst/>
              <a:rect l="l" t="t" r="r" b="b"/>
              <a:pathLst>
                <a:path w="262889" h="7620">
                  <a:moveTo>
                    <a:pt x="262890" y="6350"/>
                  </a:moveTo>
                  <a:lnTo>
                    <a:pt x="261632" y="6350"/>
                  </a:lnTo>
                  <a:lnTo>
                    <a:pt x="261632" y="5080"/>
                  </a:lnTo>
                  <a:lnTo>
                    <a:pt x="260362" y="5080"/>
                  </a:lnTo>
                  <a:lnTo>
                    <a:pt x="260362" y="3822"/>
                  </a:lnTo>
                  <a:lnTo>
                    <a:pt x="259080" y="3822"/>
                  </a:lnTo>
                  <a:lnTo>
                    <a:pt x="259080" y="2540"/>
                  </a:lnTo>
                  <a:lnTo>
                    <a:pt x="257822" y="2540"/>
                  </a:lnTo>
                  <a:lnTo>
                    <a:pt x="257822" y="1270"/>
                  </a:lnTo>
                  <a:lnTo>
                    <a:pt x="256540" y="1270"/>
                  </a:lnTo>
                  <a:lnTo>
                    <a:pt x="256552" y="0"/>
                  </a:lnTo>
                  <a:lnTo>
                    <a:pt x="10172" y="0"/>
                  </a:lnTo>
                  <a:lnTo>
                    <a:pt x="10172" y="1270"/>
                  </a:lnTo>
                  <a:lnTo>
                    <a:pt x="7632" y="1270"/>
                  </a:lnTo>
                  <a:lnTo>
                    <a:pt x="7632" y="2540"/>
                  </a:lnTo>
                  <a:lnTo>
                    <a:pt x="6362" y="2540"/>
                  </a:lnTo>
                  <a:lnTo>
                    <a:pt x="6362" y="3822"/>
                  </a:lnTo>
                  <a:lnTo>
                    <a:pt x="3822" y="3822"/>
                  </a:lnTo>
                  <a:lnTo>
                    <a:pt x="3822" y="5080"/>
                  </a:lnTo>
                  <a:lnTo>
                    <a:pt x="2552" y="5080"/>
                  </a:lnTo>
                  <a:lnTo>
                    <a:pt x="2552" y="6350"/>
                  </a:lnTo>
                  <a:lnTo>
                    <a:pt x="0" y="6350"/>
                  </a:lnTo>
                  <a:lnTo>
                    <a:pt x="0" y="7620"/>
                  </a:lnTo>
                  <a:lnTo>
                    <a:pt x="262890" y="7620"/>
                  </a:lnTo>
                  <a:lnTo>
                    <a:pt x="262890" y="6350"/>
                  </a:lnTo>
                  <a:close/>
                </a:path>
              </a:pathLst>
            </a:custGeom>
            <a:solidFill>
              <a:srgbClr val="ECB000"/>
            </a:solidFill>
          </p:spPr>
          <p:txBody>
            <a:bodyPr wrap="square" lIns="0" tIns="0" rIns="0" bIns="0" rtlCol="0"/>
            <a:lstStyle/>
            <a:p/>
          </p:txBody>
        </p:sp>
        <p:sp>
          <p:nvSpPr>
            <p:cNvPr id="751" name="object 751"/>
            <p:cNvSpPr/>
            <p:nvPr/>
          </p:nvSpPr>
          <p:spPr>
            <a:xfrm>
              <a:off x="3312160" y="3580129"/>
              <a:ext cx="284480" cy="7620"/>
            </a:xfrm>
            <a:custGeom>
              <a:avLst/>
              <a:gdLst/>
              <a:ahLst/>
              <a:cxnLst/>
              <a:rect l="l" t="t" r="r" b="b"/>
              <a:pathLst>
                <a:path w="284479" h="7620">
                  <a:moveTo>
                    <a:pt x="284480" y="6350"/>
                  </a:moveTo>
                  <a:lnTo>
                    <a:pt x="283210" y="6350"/>
                  </a:lnTo>
                  <a:lnTo>
                    <a:pt x="283210" y="5080"/>
                  </a:lnTo>
                  <a:lnTo>
                    <a:pt x="281940" y="5080"/>
                  </a:lnTo>
                  <a:lnTo>
                    <a:pt x="281940" y="3810"/>
                  </a:lnTo>
                  <a:lnTo>
                    <a:pt x="280670" y="3810"/>
                  </a:lnTo>
                  <a:lnTo>
                    <a:pt x="280670" y="2552"/>
                  </a:lnTo>
                  <a:lnTo>
                    <a:pt x="279400" y="2552"/>
                  </a:lnTo>
                  <a:lnTo>
                    <a:pt x="279400" y="1270"/>
                  </a:lnTo>
                  <a:lnTo>
                    <a:pt x="278130" y="1270"/>
                  </a:lnTo>
                  <a:lnTo>
                    <a:pt x="278130" y="0"/>
                  </a:lnTo>
                  <a:lnTo>
                    <a:pt x="12700" y="0"/>
                  </a:lnTo>
                  <a:lnTo>
                    <a:pt x="12700" y="1270"/>
                  </a:lnTo>
                  <a:lnTo>
                    <a:pt x="10160" y="1270"/>
                  </a:lnTo>
                  <a:lnTo>
                    <a:pt x="10160" y="2552"/>
                  </a:lnTo>
                  <a:lnTo>
                    <a:pt x="7607" y="2552"/>
                  </a:lnTo>
                  <a:lnTo>
                    <a:pt x="7607" y="3810"/>
                  </a:lnTo>
                  <a:lnTo>
                    <a:pt x="6350" y="3810"/>
                  </a:lnTo>
                  <a:lnTo>
                    <a:pt x="6350" y="5080"/>
                  </a:lnTo>
                  <a:lnTo>
                    <a:pt x="2540" y="5080"/>
                  </a:lnTo>
                  <a:lnTo>
                    <a:pt x="2540" y="6350"/>
                  </a:lnTo>
                  <a:lnTo>
                    <a:pt x="0" y="6350"/>
                  </a:lnTo>
                  <a:lnTo>
                    <a:pt x="0" y="7620"/>
                  </a:lnTo>
                  <a:lnTo>
                    <a:pt x="284480" y="7620"/>
                  </a:lnTo>
                  <a:lnTo>
                    <a:pt x="284480" y="6350"/>
                  </a:lnTo>
                  <a:close/>
                </a:path>
              </a:pathLst>
            </a:custGeom>
            <a:solidFill>
              <a:srgbClr val="EEB200"/>
            </a:solidFill>
          </p:spPr>
          <p:txBody>
            <a:bodyPr wrap="square" lIns="0" tIns="0" rIns="0" bIns="0" rtlCol="0"/>
            <a:lstStyle/>
            <a:p/>
          </p:txBody>
        </p:sp>
        <p:sp>
          <p:nvSpPr>
            <p:cNvPr id="752" name="object 752"/>
            <p:cNvSpPr/>
            <p:nvPr/>
          </p:nvSpPr>
          <p:spPr>
            <a:xfrm>
              <a:off x="3233420" y="3587749"/>
              <a:ext cx="374650" cy="7620"/>
            </a:xfrm>
            <a:custGeom>
              <a:avLst/>
              <a:gdLst/>
              <a:ahLst/>
              <a:cxnLst/>
              <a:rect l="l" t="t" r="r" b="b"/>
              <a:pathLst>
                <a:path w="374650" h="7620">
                  <a:moveTo>
                    <a:pt x="374650" y="6350"/>
                  </a:moveTo>
                  <a:lnTo>
                    <a:pt x="373380" y="6350"/>
                  </a:lnTo>
                  <a:lnTo>
                    <a:pt x="373380" y="5080"/>
                  </a:lnTo>
                  <a:lnTo>
                    <a:pt x="372110" y="5080"/>
                  </a:lnTo>
                  <a:lnTo>
                    <a:pt x="372110" y="3810"/>
                  </a:lnTo>
                  <a:lnTo>
                    <a:pt x="368300" y="3810"/>
                  </a:lnTo>
                  <a:lnTo>
                    <a:pt x="368300" y="2540"/>
                  </a:lnTo>
                  <a:lnTo>
                    <a:pt x="367030" y="2540"/>
                  </a:lnTo>
                  <a:lnTo>
                    <a:pt x="367030" y="1282"/>
                  </a:lnTo>
                  <a:lnTo>
                    <a:pt x="364477" y="1282"/>
                  </a:lnTo>
                  <a:lnTo>
                    <a:pt x="364477" y="0"/>
                  </a:lnTo>
                  <a:lnTo>
                    <a:pt x="73647" y="0"/>
                  </a:lnTo>
                  <a:lnTo>
                    <a:pt x="73647" y="1282"/>
                  </a:lnTo>
                  <a:lnTo>
                    <a:pt x="63500" y="1282"/>
                  </a:lnTo>
                  <a:lnTo>
                    <a:pt x="63500" y="2540"/>
                  </a:lnTo>
                  <a:lnTo>
                    <a:pt x="55880" y="2540"/>
                  </a:lnTo>
                  <a:lnTo>
                    <a:pt x="55880" y="3810"/>
                  </a:lnTo>
                  <a:lnTo>
                    <a:pt x="46990" y="3810"/>
                  </a:lnTo>
                  <a:lnTo>
                    <a:pt x="46990" y="5080"/>
                  </a:lnTo>
                  <a:lnTo>
                    <a:pt x="30480" y="5080"/>
                  </a:lnTo>
                  <a:lnTo>
                    <a:pt x="30480" y="3810"/>
                  </a:lnTo>
                  <a:lnTo>
                    <a:pt x="1270" y="3810"/>
                  </a:lnTo>
                  <a:lnTo>
                    <a:pt x="1270" y="2540"/>
                  </a:lnTo>
                  <a:lnTo>
                    <a:pt x="0" y="2540"/>
                  </a:lnTo>
                  <a:lnTo>
                    <a:pt x="0" y="3810"/>
                  </a:lnTo>
                  <a:lnTo>
                    <a:pt x="0" y="5080"/>
                  </a:lnTo>
                  <a:lnTo>
                    <a:pt x="0" y="6350"/>
                  </a:lnTo>
                  <a:lnTo>
                    <a:pt x="0" y="7620"/>
                  </a:lnTo>
                  <a:lnTo>
                    <a:pt x="374650" y="7620"/>
                  </a:lnTo>
                  <a:lnTo>
                    <a:pt x="374650" y="6350"/>
                  </a:lnTo>
                  <a:close/>
                </a:path>
              </a:pathLst>
            </a:custGeom>
            <a:solidFill>
              <a:srgbClr val="F0B300"/>
            </a:solidFill>
          </p:spPr>
          <p:txBody>
            <a:bodyPr wrap="square" lIns="0" tIns="0" rIns="0" bIns="0" rtlCol="0"/>
            <a:lstStyle/>
            <a:p/>
          </p:txBody>
        </p:sp>
        <p:sp>
          <p:nvSpPr>
            <p:cNvPr id="753" name="object 753"/>
            <p:cNvSpPr/>
            <p:nvPr/>
          </p:nvSpPr>
          <p:spPr>
            <a:xfrm>
              <a:off x="3233420" y="3595369"/>
              <a:ext cx="391160" cy="6350"/>
            </a:xfrm>
            <a:custGeom>
              <a:avLst/>
              <a:gdLst/>
              <a:ahLst/>
              <a:cxnLst/>
              <a:rect l="l" t="t" r="r" b="b"/>
              <a:pathLst>
                <a:path w="391160" h="6350">
                  <a:moveTo>
                    <a:pt x="391160" y="5080"/>
                  </a:moveTo>
                  <a:lnTo>
                    <a:pt x="386080" y="5080"/>
                  </a:lnTo>
                  <a:lnTo>
                    <a:pt x="386080" y="3810"/>
                  </a:lnTo>
                  <a:lnTo>
                    <a:pt x="383540" y="3810"/>
                  </a:lnTo>
                  <a:lnTo>
                    <a:pt x="383540" y="2540"/>
                  </a:lnTo>
                  <a:lnTo>
                    <a:pt x="379730" y="2540"/>
                  </a:lnTo>
                  <a:lnTo>
                    <a:pt x="379730" y="1270"/>
                  </a:lnTo>
                  <a:lnTo>
                    <a:pt x="377190" y="1270"/>
                  </a:lnTo>
                  <a:lnTo>
                    <a:pt x="377190" y="0"/>
                  </a:lnTo>
                  <a:lnTo>
                    <a:pt x="0" y="0"/>
                  </a:lnTo>
                  <a:lnTo>
                    <a:pt x="0" y="6350"/>
                  </a:lnTo>
                  <a:lnTo>
                    <a:pt x="391160" y="6350"/>
                  </a:lnTo>
                  <a:lnTo>
                    <a:pt x="391160" y="5080"/>
                  </a:lnTo>
                  <a:close/>
                </a:path>
              </a:pathLst>
            </a:custGeom>
            <a:solidFill>
              <a:srgbClr val="F2B500"/>
            </a:solidFill>
          </p:spPr>
          <p:txBody>
            <a:bodyPr wrap="square" lIns="0" tIns="0" rIns="0" bIns="0" rtlCol="0"/>
            <a:lstStyle/>
            <a:p/>
          </p:txBody>
        </p:sp>
        <p:sp>
          <p:nvSpPr>
            <p:cNvPr id="754" name="object 754"/>
            <p:cNvSpPr/>
            <p:nvPr/>
          </p:nvSpPr>
          <p:spPr>
            <a:xfrm>
              <a:off x="3233420" y="3601719"/>
              <a:ext cx="459740" cy="7620"/>
            </a:xfrm>
            <a:custGeom>
              <a:avLst/>
              <a:gdLst/>
              <a:ahLst/>
              <a:cxnLst/>
              <a:rect l="l" t="t" r="r" b="b"/>
              <a:pathLst>
                <a:path w="459739" h="7620">
                  <a:moveTo>
                    <a:pt x="459740" y="5080"/>
                  </a:moveTo>
                  <a:lnTo>
                    <a:pt x="421640" y="5080"/>
                  </a:lnTo>
                  <a:lnTo>
                    <a:pt x="421640" y="3810"/>
                  </a:lnTo>
                  <a:lnTo>
                    <a:pt x="414020" y="3810"/>
                  </a:lnTo>
                  <a:lnTo>
                    <a:pt x="414020" y="2540"/>
                  </a:lnTo>
                  <a:lnTo>
                    <a:pt x="405130" y="2540"/>
                  </a:lnTo>
                  <a:lnTo>
                    <a:pt x="405130" y="1270"/>
                  </a:lnTo>
                  <a:lnTo>
                    <a:pt x="397510" y="1270"/>
                  </a:lnTo>
                  <a:lnTo>
                    <a:pt x="397510" y="0"/>
                  </a:lnTo>
                  <a:lnTo>
                    <a:pt x="0" y="0"/>
                  </a:lnTo>
                  <a:lnTo>
                    <a:pt x="0" y="7620"/>
                  </a:lnTo>
                  <a:lnTo>
                    <a:pt x="459740" y="7620"/>
                  </a:lnTo>
                  <a:lnTo>
                    <a:pt x="459740" y="5080"/>
                  </a:lnTo>
                  <a:close/>
                </a:path>
              </a:pathLst>
            </a:custGeom>
            <a:solidFill>
              <a:srgbClr val="F4B600"/>
            </a:solidFill>
          </p:spPr>
          <p:txBody>
            <a:bodyPr wrap="square" lIns="0" tIns="0" rIns="0" bIns="0" rtlCol="0"/>
            <a:lstStyle/>
            <a:p/>
          </p:txBody>
        </p:sp>
        <p:sp>
          <p:nvSpPr>
            <p:cNvPr id="755" name="object 755"/>
            <p:cNvSpPr/>
            <p:nvPr/>
          </p:nvSpPr>
          <p:spPr>
            <a:xfrm>
              <a:off x="3233420" y="3609339"/>
              <a:ext cx="459740" cy="7620"/>
            </a:xfrm>
            <a:custGeom>
              <a:avLst/>
              <a:gdLst/>
              <a:ahLst/>
              <a:cxnLst/>
              <a:rect l="l" t="t" r="r" b="b"/>
              <a:pathLst>
                <a:path w="459739" h="7620">
                  <a:moveTo>
                    <a:pt x="459740" y="6362"/>
                  </a:moveTo>
                  <a:lnTo>
                    <a:pt x="40640" y="6362"/>
                  </a:lnTo>
                  <a:lnTo>
                    <a:pt x="40640" y="7620"/>
                  </a:lnTo>
                  <a:lnTo>
                    <a:pt x="459740" y="7620"/>
                  </a:lnTo>
                  <a:lnTo>
                    <a:pt x="459740" y="6362"/>
                  </a:lnTo>
                  <a:close/>
                </a:path>
                <a:path w="459739" h="7620">
                  <a:moveTo>
                    <a:pt x="459740" y="0"/>
                  </a:moveTo>
                  <a:lnTo>
                    <a:pt x="0" y="0"/>
                  </a:lnTo>
                  <a:lnTo>
                    <a:pt x="0" y="6350"/>
                  </a:lnTo>
                  <a:lnTo>
                    <a:pt x="459740" y="6350"/>
                  </a:lnTo>
                  <a:lnTo>
                    <a:pt x="459740" y="0"/>
                  </a:lnTo>
                  <a:close/>
                </a:path>
              </a:pathLst>
            </a:custGeom>
            <a:solidFill>
              <a:srgbClr val="F6B800"/>
            </a:solidFill>
          </p:spPr>
          <p:txBody>
            <a:bodyPr wrap="square" lIns="0" tIns="0" rIns="0" bIns="0" rtlCol="0"/>
            <a:lstStyle/>
            <a:p/>
          </p:txBody>
        </p:sp>
        <p:sp>
          <p:nvSpPr>
            <p:cNvPr id="756" name="object 756"/>
            <p:cNvSpPr/>
            <p:nvPr/>
          </p:nvSpPr>
          <p:spPr>
            <a:xfrm>
              <a:off x="3300717" y="3616959"/>
              <a:ext cx="393065" cy="6350"/>
            </a:xfrm>
            <a:custGeom>
              <a:avLst/>
              <a:gdLst/>
              <a:ahLst/>
              <a:cxnLst/>
              <a:rect l="l" t="t" r="r" b="b"/>
              <a:pathLst>
                <a:path w="393064" h="6350">
                  <a:moveTo>
                    <a:pt x="392442" y="5092"/>
                  </a:moveTo>
                  <a:lnTo>
                    <a:pt x="109232" y="5092"/>
                  </a:lnTo>
                  <a:lnTo>
                    <a:pt x="109232" y="6350"/>
                  </a:lnTo>
                  <a:lnTo>
                    <a:pt x="392442" y="6350"/>
                  </a:lnTo>
                  <a:lnTo>
                    <a:pt x="392442" y="5092"/>
                  </a:lnTo>
                  <a:close/>
                </a:path>
                <a:path w="393064" h="6350">
                  <a:moveTo>
                    <a:pt x="392442" y="0"/>
                  </a:moveTo>
                  <a:lnTo>
                    <a:pt x="0" y="0"/>
                  </a:lnTo>
                  <a:lnTo>
                    <a:pt x="0" y="1270"/>
                  </a:lnTo>
                  <a:lnTo>
                    <a:pt x="27952" y="1270"/>
                  </a:lnTo>
                  <a:lnTo>
                    <a:pt x="27952" y="2540"/>
                  </a:lnTo>
                  <a:lnTo>
                    <a:pt x="54622" y="2540"/>
                  </a:lnTo>
                  <a:lnTo>
                    <a:pt x="54622" y="3810"/>
                  </a:lnTo>
                  <a:lnTo>
                    <a:pt x="82562" y="3810"/>
                  </a:lnTo>
                  <a:lnTo>
                    <a:pt x="82562" y="5080"/>
                  </a:lnTo>
                  <a:lnTo>
                    <a:pt x="392430" y="5080"/>
                  </a:lnTo>
                  <a:lnTo>
                    <a:pt x="392430" y="3810"/>
                  </a:lnTo>
                  <a:lnTo>
                    <a:pt x="392430" y="2540"/>
                  </a:lnTo>
                  <a:lnTo>
                    <a:pt x="392442" y="1270"/>
                  </a:lnTo>
                  <a:lnTo>
                    <a:pt x="392442" y="0"/>
                  </a:lnTo>
                  <a:close/>
                </a:path>
              </a:pathLst>
            </a:custGeom>
            <a:solidFill>
              <a:srgbClr val="F8B900"/>
            </a:solidFill>
          </p:spPr>
          <p:txBody>
            <a:bodyPr wrap="square" lIns="0" tIns="0" rIns="0" bIns="0" rtlCol="0"/>
            <a:lstStyle/>
            <a:p/>
          </p:txBody>
        </p:sp>
        <p:sp>
          <p:nvSpPr>
            <p:cNvPr id="757" name="object 757"/>
            <p:cNvSpPr/>
            <p:nvPr/>
          </p:nvSpPr>
          <p:spPr>
            <a:xfrm>
              <a:off x="3436620" y="3623309"/>
              <a:ext cx="256540" cy="7620"/>
            </a:xfrm>
            <a:custGeom>
              <a:avLst/>
              <a:gdLst/>
              <a:ahLst/>
              <a:cxnLst/>
              <a:rect l="l" t="t" r="r" b="b"/>
              <a:pathLst>
                <a:path w="256539" h="7620">
                  <a:moveTo>
                    <a:pt x="256540" y="0"/>
                  </a:moveTo>
                  <a:lnTo>
                    <a:pt x="0" y="0"/>
                  </a:lnTo>
                  <a:lnTo>
                    <a:pt x="0" y="1270"/>
                  </a:lnTo>
                  <a:lnTo>
                    <a:pt x="27940" y="1270"/>
                  </a:lnTo>
                  <a:lnTo>
                    <a:pt x="27940" y="2540"/>
                  </a:lnTo>
                  <a:lnTo>
                    <a:pt x="54610" y="2540"/>
                  </a:lnTo>
                  <a:lnTo>
                    <a:pt x="54610" y="3810"/>
                  </a:lnTo>
                  <a:lnTo>
                    <a:pt x="82550" y="3810"/>
                  </a:lnTo>
                  <a:lnTo>
                    <a:pt x="82550" y="5080"/>
                  </a:lnTo>
                  <a:lnTo>
                    <a:pt x="96520" y="5080"/>
                  </a:lnTo>
                  <a:lnTo>
                    <a:pt x="96520" y="6350"/>
                  </a:lnTo>
                  <a:lnTo>
                    <a:pt x="255270" y="6350"/>
                  </a:lnTo>
                  <a:lnTo>
                    <a:pt x="255270" y="7620"/>
                  </a:lnTo>
                  <a:lnTo>
                    <a:pt x="256540" y="7620"/>
                  </a:lnTo>
                  <a:lnTo>
                    <a:pt x="256540" y="1270"/>
                  </a:lnTo>
                  <a:lnTo>
                    <a:pt x="256540" y="0"/>
                  </a:lnTo>
                  <a:close/>
                </a:path>
              </a:pathLst>
            </a:custGeom>
            <a:solidFill>
              <a:srgbClr val="FABB00"/>
            </a:solidFill>
          </p:spPr>
          <p:txBody>
            <a:bodyPr wrap="square" lIns="0" tIns="0" rIns="0" bIns="0" rtlCol="0"/>
            <a:lstStyle/>
            <a:p/>
          </p:txBody>
        </p:sp>
        <p:sp>
          <p:nvSpPr>
            <p:cNvPr id="758" name="object 758"/>
            <p:cNvSpPr/>
            <p:nvPr/>
          </p:nvSpPr>
          <p:spPr>
            <a:xfrm>
              <a:off x="3077209" y="2703830"/>
              <a:ext cx="783590" cy="925830"/>
            </a:xfrm>
            <a:custGeom>
              <a:avLst/>
              <a:gdLst/>
              <a:ahLst/>
              <a:cxnLst/>
              <a:rect l="l" t="t" r="r" b="b"/>
              <a:pathLst>
                <a:path w="783589" h="925829">
                  <a:moveTo>
                    <a:pt x="783589" y="38100"/>
                  </a:moveTo>
                  <a:lnTo>
                    <a:pt x="783589" y="279400"/>
                  </a:lnTo>
                  <a:lnTo>
                    <a:pt x="759460" y="278130"/>
                  </a:lnTo>
                  <a:lnTo>
                    <a:pt x="749300" y="240030"/>
                  </a:lnTo>
                  <a:lnTo>
                    <a:pt x="744219" y="222250"/>
                  </a:lnTo>
                  <a:lnTo>
                    <a:pt x="737869" y="207010"/>
                  </a:lnTo>
                  <a:lnTo>
                    <a:pt x="732789" y="191770"/>
                  </a:lnTo>
                  <a:lnTo>
                    <a:pt x="726439" y="179070"/>
                  </a:lnTo>
                  <a:lnTo>
                    <a:pt x="701039" y="139700"/>
                  </a:lnTo>
                  <a:lnTo>
                    <a:pt x="693419" y="132080"/>
                  </a:lnTo>
                  <a:lnTo>
                    <a:pt x="685800" y="124460"/>
                  </a:lnTo>
                  <a:lnTo>
                    <a:pt x="675639" y="116840"/>
                  </a:lnTo>
                  <a:lnTo>
                    <a:pt x="666750" y="110490"/>
                  </a:lnTo>
                  <a:lnTo>
                    <a:pt x="656589" y="104140"/>
                  </a:lnTo>
                  <a:lnTo>
                    <a:pt x="646429" y="97790"/>
                  </a:lnTo>
                  <a:lnTo>
                    <a:pt x="643889" y="96520"/>
                  </a:lnTo>
                  <a:lnTo>
                    <a:pt x="640079" y="95250"/>
                  </a:lnTo>
                  <a:lnTo>
                    <a:pt x="632460" y="92710"/>
                  </a:lnTo>
                  <a:lnTo>
                    <a:pt x="623569" y="91440"/>
                  </a:lnTo>
                  <a:lnTo>
                    <a:pt x="613410" y="88900"/>
                  </a:lnTo>
                  <a:lnTo>
                    <a:pt x="601979" y="87630"/>
                  </a:lnTo>
                  <a:lnTo>
                    <a:pt x="589279" y="86360"/>
                  </a:lnTo>
                  <a:lnTo>
                    <a:pt x="561339" y="85090"/>
                  </a:lnTo>
                  <a:lnTo>
                    <a:pt x="496569" y="83820"/>
                  </a:lnTo>
                  <a:lnTo>
                    <a:pt x="491489" y="772160"/>
                  </a:lnTo>
                  <a:lnTo>
                    <a:pt x="491489" y="803910"/>
                  </a:lnTo>
                  <a:lnTo>
                    <a:pt x="492760" y="828040"/>
                  </a:lnTo>
                  <a:lnTo>
                    <a:pt x="494029" y="838200"/>
                  </a:lnTo>
                  <a:lnTo>
                    <a:pt x="495300" y="845820"/>
                  </a:lnTo>
                  <a:lnTo>
                    <a:pt x="496569" y="853440"/>
                  </a:lnTo>
                  <a:lnTo>
                    <a:pt x="497839" y="855980"/>
                  </a:lnTo>
                  <a:lnTo>
                    <a:pt x="497839" y="858520"/>
                  </a:lnTo>
                  <a:lnTo>
                    <a:pt x="499110" y="859790"/>
                  </a:lnTo>
                  <a:lnTo>
                    <a:pt x="513079" y="877570"/>
                  </a:lnTo>
                  <a:lnTo>
                    <a:pt x="516889" y="881380"/>
                  </a:lnTo>
                  <a:lnTo>
                    <a:pt x="521969" y="885190"/>
                  </a:lnTo>
                  <a:lnTo>
                    <a:pt x="527050" y="887730"/>
                  </a:lnTo>
                  <a:lnTo>
                    <a:pt x="532129" y="891540"/>
                  </a:lnTo>
                  <a:lnTo>
                    <a:pt x="568960" y="900430"/>
                  </a:lnTo>
                  <a:lnTo>
                    <a:pt x="576579" y="901700"/>
                  </a:lnTo>
                  <a:lnTo>
                    <a:pt x="586739" y="901700"/>
                  </a:lnTo>
                  <a:lnTo>
                    <a:pt x="614679" y="901700"/>
                  </a:lnTo>
                  <a:lnTo>
                    <a:pt x="614679" y="925830"/>
                  </a:lnTo>
                  <a:lnTo>
                    <a:pt x="462279" y="924560"/>
                  </a:lnTo>
                  <a:lnTo>
                    <a:pt x="455929" y="924560"/>
                  </a:lnTo>
                  <a:lnTo>
                    <a:pt x="156209" y="910590"/>
                  </a:lnTo>
                  <a:lnTo>
                    <a:pt x="156209" y="886460"/>
                  </a:lnTo>
                  <a:lnTo>
                    <a:pt x="185419" y="887730"/>
                  </a:lnTo>
                  <a:lnTo>
                    <a:pt x="195579" y="887730"/>
                  </a:lnTo>
                  <a:lnTo>
                    <a:pt x="203200" y="887730"/>
                  </a:lnTo>
                  <a:lnTo>
                    <a:pt x="212089" y="886460"/>
                  </a:lnTo>
                  <a:lnTo>
                    <a:pt x="219710" y="885190"/>
                  </a:lnTo>
                  <a:lnTo>
                    <a:pt x="227329" y="885190"/>
                  </a:lnTo>
                  <a:lnTo>
                    <a:pt x="234950" y="882650"/>
                  </a:lnTo>
                  <a:lnTo>
                    <a:pt x="241300" y="880110"/>
                  </a:lnTo>
                  <a:lnTo>
                    <a:pt x="247650" y="876300"/>
                  </a:lnTo>
                  <a:lnTo>
                    <a:pt x="248919" y="875030"/>
                  </a:lnTo>
                  <a:lnTo>
                    <a:pt x="251460" y="873760"/>
                  </a:lnTo>
                  <a:lnTo>
                    <a:pt x="255269" y="871220"/>
                  </a:lnTo>
                  <a:lnTo>
                    <a:pt x="259079" y="868680"/>
                  </a:lnTo>
                  <a:lnTo>
                    <a:pt x="261619" y="864870"/>
                  </a:lnTo>
                  <a:lnTo>
                    <a:pt x="265429" y="861060"/>
                  </a:lnTo>
                  <a:lnTo>
                    <a:pt x="269239" y="855980"/>
                  </a:lnTo>
                  <a:lnTo>
                    <a:pt x="271779" y="850900"/>
                  </a:lnTo>
                  <a:lnTo>
                    <a:pt x="274319" y="847090"/>
                  </a:lnTo>
                  <a:lnTo>
                    <a:pt x="275589" y="844550"/>
                  </a:lnTo>
                  <a:lnTo>
                    <a:pt x="275589" y="842010"/>
                  </a:lnTo>
                  <a:lnTo>
                    <a:pt x="276860" y="835660"/>
                  </a:lnTo>
                  <a:lnTo>
                    <a:pt x="280669" y="793750"/>
                  </a:lnTo>
                  <a:lnTo>
                    <a:pt x="287019" y="71120"/>
                  </a:lnTo>
                  <a:lnTo>
                    <a:pt x="224789" y="66040"/>
                  </a:lnTo>
                  <a:lnTo>
                    <a:pt x="203200" y="66040"/>
                  </a:lnTo>
                  <a:lnTo>
                    <a:pt x="184150" y="66040"/>
                  </a:lnTo>
                  <a:lnTo>
                    <a:pt x="165100" y="68580"/>
                  </a:lnTo>
                  <a:lnTo>
                    <a:pt x="148589" y="71120"/>
                  </a:lnTo>
                  <a:lnTo>
                    <a:pt x="133350" y="74930"/>
                  </a:lnTo>
                  <a:lnTo>
                    <a:pt x="127000" y="78740"/>
                  </a:lnTo>
                  <a:lnTo>
                    <a:pt x="119379" y="81280"/>
                  </a:lnTo>
                  <a:lnTo>
                    <a:pt x="113029" y="85090"/>
                  </a:lnTo>
                  <a:lnTo>
                    <a:pt x="107950" y="88900"/>
                  </a:lnTo>
                  <a:lnTo>
                    <a:pt x="101600" y="92710"/>
                  </a:lnTo>
                  <a:lnTo>
                    <a:pt x="96519" y="96520"/>
                  </a:lnTo>
                  <a:lnTo>
                    <a:pt x="83819" y="110490"/>
                  </a:lnTo>
                  <a:lnTo>
                    <a:pt x="71119" y="124460"/>
                  </a:lnTo>
                  <a:lnTo>
                    <a:pt x="50800" y="158750"/>
                  </a:lnTo>
                  <a:lnTo>
                    <a:pt x="35559" y="199390"/>
                  </a:lnTo>
                  <a:lnTo>
                    <a:pt x="24129" y="246380"/>
                  </a:lnTo>
                  <a:lnTo>
                    <a:pt x="0" y="243840"/>
                  </a:lnTo>
                  <a:lnTo>
                    <a:pt x="2539" y="0"/>
                  </a:lnTo>
                  <a:lnTo>
                    <a:pt x="461010" y="31750"/>
                  </a:lnTo>
                  <a:lnTo>
                    <a:pt x="468629" y="31750"/>
                  </a:lnTo>
                  <a:lnTo>
                    <a:pt x="783589" y="38100"/>
                  </a:lnTo>
                  <a:close/>
                </a:path>
              </a:pathLst>
            </a:custGeom>
            <a:ln w="9344">
              <a:solidFill>
                <a:srgbClr val="000000"/>
              </a:solidFill>
            </a:ln>
          </p:spPr>
          <p:txBody>
            <a:bodyPr wrap="square" lIns="0" tIns="0" rIns="0" bIns="0" rtlCol="0"/>
            <a:lstStyle/>
            <a:p/>
          </p:txBody>
        </p:sp>
      </p:grpSp>
      <p:grpSp>
        <p:nvGrpSpPr>
          <p:cNvPr id="759" name="object 759"/>
          <p:cNvGrpSpPr/>
          <p:nvPr/>
        </p:nvGrpSpPr>
        <p:grpSpPr>
          <a:xfrm>
            <a:off x="3927247" y="2738527"/>
            <a:ext cx="805815" cy="902335"/>
            <a:chOff x="3927247" y="2738527"/>
            <a:chExt cx="805815" cy="902335"/>
          </a:xfrm>
        </p:grpSpPr>
        <p:sp>
          <p:nvSpPr>
            <p:cNvPr id="760" name="object 760"/>
            <p:cNvSpPr/>
            <p:nvPr/>
          </p:nvSpPr>
          <p:spPr>
            <a:xfrm>
              <a:off x="3935730" y="2743199"/>
              <a:ext cx="204470" cy="6350"/>
            </a:xfrm>
            <a:custGeom>
              <a:avLst/>
              <a:gdLst/>
              <a:ahLst/>
              <a:cxnLst/>
              <a:rect l="l" t="t" r="r" b="b"/>
              <a:pathLst>
                <a:path w="204470" h="6350">
                  <a:moveTo>
                    <a:pt x="204470" y="5080"/>
                  </a:moveTo>
                  <a:lnTo>
                    <a:pt x="146050" y="5080"/>
                  </a:lnTo>
                  <a:lnTo>
                    <a:pt x="146050" y="3810"/>
                  </a:lnTo>
                  <a:lnTo>
                    <a:pt x="88900" y="3810"/>
                  </a:lnTo>
                  <a:lnTo>
                    <a:pt x="88900" y="2540"/>
                  </a:lnTo>
                  <a:lnTo>
                    <a:pt x="30467" y="2540"/>
                  </a:lnTo>
                  <a:lnTo>
                    <a:pt x="30467" y="1270"/>
                  </a:lnTo>
                  <a:lnTo>
                    <a:pt x="1270" y="1270"/>
                  </a:lnTo>
                  <a:lnTo>
                    <a:pt x="1270" y="0"/>
                  </a:lnTo>
                  <a:lnTo>
                    <a:pt x="0" y="0"/>
                  </a:lnTo>
                  <a:lnTo>
                    <a:pt x="0" y="6350"/>
                  </a:lnTo>
                  <a:lnTo>
                    <a:pt x="204470" y="6350"/>
                  </a:lnTo>
                  <a:lnTo>
                    <a:pt x="204470" y="5080"/>
                  </a:lnTo>
                  <a:close/>
                </a:path>
              </a:pathLst>
            </a:custGeom>
            <a:solidFill>
              <a:srgbClr val="000000"/>
            </a:solidFill>
          </p:spPr>
          <p:txBody>
            <a:bodyPr wrap="square" lIns="0" tIns="0" rIns="0" bIns="0" rtlCol="0"/>
            <a:lstStyle/>
            <a:p/>
          </p:txBody>
        </p:sp>
        <p:sp>
          <p:nvSpPr>
            <p:cNvPr id="761" name="object 761"/>
            <p:cNvSpPr/>
            <p:nvPr/>
          </p:nvSpPr>
          <p:spPr>
            <a:xfrm>
              <a:off x="3935730" y="2749549"/>
              <a:ext cx="730250" cy="7620"/>
            </a:xfrm>
            <a:custGeom>
              <a:avLst/>
              <a:gdLst/>
              <a:ahLst/>
              <a:cxnLst/>
              <a:rect l="l" t="t" r="r" b="b"/>
              <a:pathLst>
                <a:path w="730250" h="7619">
                  <a:moveTo>
                    <a:pt x="551167" y="6350"/>
                  </a:moveTo>
                  <a:lnTo>
                    <a:pt x="494017" y="6350"/>
                  </a:lnTo>
                  <a:lnTo>
                    <a:pt x="494017" y="5080"/>
                  </a:lnTo>
                  <a:lnTo>
                    <a:pt x="435610" y="5080"/>
                  </a:lnTo>
                  <a:lnTo>
                    <a:pt x="435610" y="3810"/>
                  </a:lnTo>
                  <a:lnTo>
                    <a:pt x="378460" y="3810"/>
                  </a:lnTo>
                  <a:lnTo>
                    <a:pt x="378460" y="2540"/>
                  </a:lnTo>
                  <a:lnTo>
                    <a:pt x="320027" y="2540"/>
                  </a:lnTo>
                  <a:lnTo>
                    <a:pt x="320027" y="1270"/>
                  </a:lnTo>
                  <a:lnTo>
                    <a:pt x="261620" y="1270"/>
                  </a:lnTo>
                  <a:lnTo>
                    <a:pt x="261620" y="0"/>
                  </a:lnTo>
                  <a:lnTo>
                    <a:pt x="0" y="0"/>
                  </a:lnTo>
                  <a:lnTo>
                    <a:pt x="0" y="1270"/>
                  </a:lnTo>
                  <a:lnTo>
                    <a:pt x="0" y="2540"/>
                  </a:lnTo>
                  <a:lnTo>
                    <a:pt x="0" y="3810"/>
                  </a:lnTo>
                  <a:lnTo>
                    <a:pt x="0" y="5080"/>
                  </a:lnTo>
                  <a:lnTo>
                    <a:pt x="0" y="6350"/>
                  </a:lnTo>
                  <a:lnTo>
                    <a:pt x="0" y="7620"/>
                  </a:lnTo>
                  <a:lnTo>
                    <a:pt x="551167" y="7620"/>
                  </a:lnTo>
                  <a:lnTo>
                    <a:pt x="551167" y="6350"/>
                  </a:lnTo>
                  <a:close/>
                </a:path>
                <a:path w="730250" h="7619">
                  <a:moveTo>
                    <a:pt x="730250" y="6350"/>
                  </a:moveTo>
                  <a:lnTo>
                    <a:pt x="728980" y="6350"/>
                  </a:lnTo>
                  <a:lnTo>
                    <a:pt x="728980" y="7620"/>
                  </a:lnTo>
                  <a:lnTo>
                    <a:pt x="730250" y="7620"/>
                  </a:lnTo>
                  <a:lnTo>
                    <a:pt x="730250" y="6350"/>
                  </a:lnTo>
                  <a:close/>
                </a:path>
              </a:pathLst>
            </a:custGeom>
            <a:solidFill>
              <a:srgbClr val="010000"/>
            </a:solidFill>
          </p:spPr>
          <p:txBody>
            <a:bodyPr wrap="square" lIns="0" tIns="0" rIns="0" bIns="0" rtlCol="0"/>
            <a:lstStyle/>
            <a:p/>
          </p:txBody>
        </p:sp>
        <p:sp>
          <p:nvSpPr>
            <p:cNvPr id="762" name="object 762"/>
            <p:cNvSpPr/>
            <p:nvPr/>
          </p:nvSpPr>
          <p:spPr>
            <a:xfrm>
              <a:off x="3935729" y="2757169"/>
              <a:ext cx="730250" cy="7620"/>
            </a:xfrm>
            <a:custGeom>
              <a:avLst/>
              <a:gdLst/>
              <a:ahLst/>
              <a:cxnLst/>
              <a:rect l="l" t="t" r="r" b="b"/>
              <a:pathLst>
                <a:path w="730250" h="7619">
                  <a:moveTo>
                    <a:pt x="730250" y="0"/>
                  </a:moveTo>
                  <a:lnTo>
                    <a:pt x="0" y="0"/>
                  </a:lnTo>
                  <a:lnTo>
                    <a:pt x="0" y="7619"/>
                  </a:lnTo>
                  <a:lnTo>
                    <a:pt x="730250" y="7619"/>
                  </a:lnTo>
                  <a:lnTo>
                    <a:pt x="730250" y="0"/>
                  </a:lnTo>
                  <a:close/>
                </a:path>
              </a:pathLst>
            </a:custGeom>
            <a:solidFill>
              <a:srgbClr val="030200"/>
            </a:solidFill>
          </p:spPr>
          <p:txBody>
            <a:bodyPr wrap="square" lIns="0" tIns="0" rIns="0" bIns="0" rtlCol="0"/>
            <a:lstStyle/>
            <a:p/>
          </p:txBody>
        </p:sp>
        <p:sp>
          <p:nvSpPr>
            <p:cNvPr id="763" name="object 763"/>
            <p:cNvSpPr/>
            <p:nvPr/>
          </p:nvSpPr>
          <p:spPr>
            <a:xfrm>
              <a:off x="3935730" y="2764789"/>
              <a:ext cx="730250" cy="6350"/>
            </a:xfrm>
            <a:custGeom>
              <a:avLst/>
              <a:gdLst/>
              <a:ahLst/>
              <a:cxnLst/>
              <a:rect l="l" t="t" r="r" b="b"/>
              <a:pathLst>
                <a:path w="730250" h="6350">
                  <a:moveTo>
                    <a:pt x="730250" y="0"/>
                  </a:moveTo>
                  <a:lnTo>
                    <a:pt x="0" y="0"/>
                  </a:lnTo>
                  <a:lnTo>
                    <a:pt x="0" y="5080"/>
                  </a:lnTo>
                  <a:lnTo>
                    <a:pt x="48260" y="5080"/>
                  </a:lnTo>
                  <a:lnTo>
                    <a:pt x="48260" y="6350"/>
                  </a:lnTo>
                  <a:lnTo>
                    <a:pt x="730250" y="6350"/>
                  </a:lnTo>
                  <a:lnTo>
                    <a:pt x="730250" y="5080"/>
                  </a:lnTo>
                  <a:lnTo>
                    <a:pt x="730250" y="0"/>
                  </a:lnTo>
                  <a:close/>
                </a:path>
              </a:pathLst>
            </a:custGeom>
            <a:solidFill>
              <a:srgbClr val="050300"/>
            </a:solidFill>
          </p:spPr>
          <p:txBody>
            <a:bodyPr wrap="square" lIns="0" tIns="0" rIns="0" bIns="0" rtlCol="0"/>
            <a:lstStyle/>
            <a:p/>
          </p:txBody>
        </p:sp>
        <p:sp>
          <p:nvSpPr>
            <p:cNvPr id="764" name="object 764"/>
            <p:cNvSpPr/>
            <p:nvPr/>
          </p:nvSpPr>
          <p:spPr>
            <a:xfrm>
              <a:off x="3990340" y="2771139"/>
              <a:ext cx="675640" cy="7620"/>
            </a:xfrm>
            <a:custGeom>
              <a:avLst/>
              <a:gdLst/>
              <a:ahLst/>
              <a:cxnLst/>
              <a:rect l="l" t="t" r="r" b="b"/>
              <a:pathLst>
                <a:path w="675639" h="7619">
                  <a:moveTo>
                    <a:pt x="675640" y="0"/>
                  </a:moveTo>
                  <a:lnTo>
                    <a:pt x="0" y="0"/>
                  </a:lnTo>
                  <a:lnTo>
                    <a:pt x="0" y="1270"/>
                  </a:lnTo>
                  <a:lnTo>
                    <a:pt x="2540" y="1270"/>
                  </a:lnTo>
                  <a:lnTo>
                    <a:pt x="2540" y="2540"/>
                  </a:lnTo>
                  <a:lnTo>
                    <a:pt x="11430" y="2540"/>
                  </a:lnTo>
                  <a:lnTo>
                    <a:pt x="11430" y="3810"/>
                  </a:lnTo>
                  <a:lnTo>
                    <a:pt x="17780" y="3810"/>
                  </a:lnTo>
                  <a:lnTo>
                    <a:pt x="17780" y="5080"/>
                  </a:lnTo>
                  <a:lnTo>
                    <a:pt x="20320" y="5080"/>
                  </a:lnTo>
                  <a:lnTo>
                    <a:pt x="20320" y="6350"/>
                  </a:lnTo>
                  <a:lnTo>
                    <a:pt x="22860" y="6350"/>
                  </a:lnTo>
                  <a:lnTo>
                    <a:pt x="22860" y="7620"/>
                  </a:lnTo>
                  <a:lnTo>
                    <a:pt x="675640" y="7620"/>
                  </a:lnTo>
                  <a:lnTo>
                    <a:pt x="675640" y="1270"/>
                  </a:lnTo>
                  <a:lnTo>
                    <a:pt x="675640" y="0"/>
                  </a:lnTo>
                  <a:close/>
                </a:path>
              </a:pathLst>
            </a:custGeom>
            <a:solidFill>
              <a:srgbClr val="070500"/>
            </a:solidFill>
          </p:spPr>
          <p:txBody>
            <a:bodyPr wrap="square" lIns="0" tIns="0" rIns="0" bIns="0" rtlCol="0"/>
            <a:lstStyle/>
            <a:p/>
          </p:txBody>
        </p:sp>
        <p:sp>
          <p:nvSpPr>
            <p:cNvPr id="765" name="object 765"/>
            <p:cNvSpPr/>
            <p:nvPr/>
          </p:nvSpPr>
          <p:spPr>
            <a:xfrm>
              <a:off x="4015740" y="2778759"/>
              <a:ext cx="650240" cy="7620"/>
            </a:xfrm>
            <a:custGeom>
              <a:avLst/>
              <a:gdLst/>
              <a:ahLst/>
              <a:cxnLst/>
              <a:rect l="l" t="t" r="r" b="b"/>
              <a:pathLst>
                <a:path w="650239" h="7619">
                  <a:moveTo>
                    <a:pt x="650240" y="0"/>
                  </a:moveTo>
                  <a:lnTo>
                    <a:pt x="0" y="0"/>
                  </a:lnTo>
                  <a:lnTo>
                    <a:pt x="0" y="1270"/>
                  </a:lnTo>
                  <a:lnTo>
                    <a:pt x="1270" y="1270"/>
                  </a:lnTo>
                  <a:lnTo>
                    <a:pt x="1270" y="2540"/>
                  </a:lnTo>
                  <a:lnTo>
                    <a:pt x="5080" y="2540"/>
                  </a:lnTo>
                  <a:lnTo>
                    <a:pt x="5080" y="3810"/>
                  </a:lnTo>
                  <a:lnTo>
                    <a:pt x="7620" y="3810"/>
                  </a:lnTo>
                  <a:lnTo>
                    <a:pt x="7620" y="5080"/>
                  </a:lnTo>
                  <a:lnTo>
                    <a:pt x="8890" y="5080"/>
                  </a:lnTo>
                  <a:lnTo>
                    <a:pt x="8890" y="6350"/>
                  </a:lnTo>
                  <a:lnTo>
                    <a:pt x="11430" y="6350"/>
                  </a:lnTo>
                  <a:lnTo>
                    <a:pt x="11430" y="7620"/>
                  </a:lnTo>
                  <a:lnTo>
                    <a:pt x="650240" y="7620"/>
                  </a:lnTo>
                  <a:lnTo>
                    <a:pt x="650240" y="1270"/>
                  </a:lnTo>
                  <a:lnTo>
                    <a:pt x="650240" y="0"/>
                  </a:lnTo>
                  <a:close/>
                </a:path>
              </a:pathLst>
            </a:custGeom>
            <a:solidFill>
              <a:srgbClr val="090600"/>
            </a:solidFill>
          </p:spPr>
          <p:txBody>
            <a:bodyPr wrap="square" lIns="0" tIns="0" rIns="0" bIns="0" rtlCol="0"/>
            <a:lstStyle/>
            <a:p/>
          </p:txBody>
        </p:sp>
        <p:sp>
          <p:nvSpPr>
            <p:cNvPr id="766" name="object 766"/>
            <p:cNvSpPr/>
            <p:nvPr/>
          </p:nvSpPr>
          <p:spPr>
            <a:xfrm>
              <a:off x="4029710" y="2786379"/>
              <a:ext cx="636270" cy="6350"/>
            </a:xfrm>
            <a:custGeom>
              <a:avLst/>
              <a:gdLst/>
              <a:ahLst/>
              <a:cxnLst/>
              <a:rect l="l" t="t" r="r" b="b"/>
              <a:pathLst>
                <a:path w="636270" h="6350">
                  <a:moveTo>
                    <a:pt x="63627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6270" y="6350"/>
                  </a:lnTo>
                  <a:lnTo>
                    <a:pt x="636270" y="5080"/>
                  </a:lnTo>
                  <a:lnTo>
                    <a:pt x="636270" y="3810"/>
                  </a:lnTo>
                  <a:lnTo>
                    <a:pt x="636270" y="2540"/>
                  </a:lnTo>
                  <a:lnTo>
                    <a:pt x="636270" y="1270"/>
                  </a:lnTo>
                  <a:lnTo>
                    <a:pt x="636270" y="0"/>
                  </a:lnTo>
                  <a:close/>
                </a:path>
              </a:pathLst>
            </a:custGeom>
            <a:solidFill>
              <a:srgbClr val="0B0800"/>
            </a:solidFill>
          </p:spPr>
          <p:txBody>
            <a:bodyPr wrap="square" lIns="0" tIns="0" rIns="0" bIns="0" rtlCol="0"/>
            <a:lstStyle/>
            <a:p/>
          </p:txBody>
        </p:sp>
        <p:sp>
          <p:nvSpPr>
            <p:cNvPr id="767" name="object 767"/>
            <p:cNvSpPr/>
            <p:nvPr/>
          </p:nvSpPr>
          <p:spPr>
            <a:xfrm>
              <a:off x="4036060" y="2792729"/>
              <a:ext cx="629920" cy="7620"/>
            </a:xfrm>
            <a:custGeom>
              <a:avLst/>
              <a:gdLst/>
              <a:ahLst/>
              <a:cxnLst/>
              <a:rect l="l" t="t" r="r" b="b"/>
              <a:pathLst>
                <a:path w="629920" h="7619">
                  <a:moveTo>
                    <a:pt x="629920" y="6477"/>
                  </a:moveTo>
                  <a:lnTo>
                    <a:pt x="6350" y="6477"/>
                  </a:lnTo>
                  <a:lnTo>
                    <a:pt x="6350" y="7620"/>
                  </a:lnTo>
                  <a:lnTo>
                    <a:pt x="629920" y="7620"/>
                  </a:lnTo>
                  <a:lnTo>
                    <a:pt x="629920" y="6477"/>
                  </a:lnTo>
                  <a:close/>
                </a:path>
                <a:path w="629920" h="7619">
                  <a:moveTo>
                    <a:pt x="62992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29920" y="6350"/>
                  </a:lnTo>
                  <a:lnTo>
                    <a:pt x="629920" y="5080"/>
                  </a:lnTo>
                  <a:lnTo>
                    <a:pt x="629920" y="3810"/>
                  </a:lnTo>
                  <a:lnTo>
                    <a:pt x="629920" y="2540"/>
                  </a:lnTo>
                  <a:lnTo>
                    <a:pt x="629920" y="1270"/>
                  </a:lnTo>
                  <a:lnTo>
                    <a:pt x="629920" y="0"/>
                  </a:lnTo>
                  <a:close/>
                </a:path>
              </a:pathLst>
            </a:custGeom>
            <a:solidFill>
              <a:srgbClr val="0D0900"/>
            </a:solidFill>
          </p:spPr>
          <p:txBody>
            <a:bodyPr wrap="square" lIns="0" tIns="0" rIns="0" bIns="0" rtlCol="0"/>
            <a:lstStyle/>
            <a:p/>
          </p:txBody>
        </p:sp>
        <p:sp>
          <p:nvSpPr>
            <p:cNvPr id="768" name="object 768"/>
            <p:cNvSpPr/>
            <p:nvPr/>
          </p:nvSpPr>
          <p:spPr>
            <a:xfrm>
              <a:off x="4042410" y="2800349"/>
              <a:ext cx="623570" cy="7620"/>
            </a:xfrm>
            <a:custGeom>
              <a:avLst/>
              <a:gdLst/>
              <a:ahLst/>
              <a:cxnLst/>
              <a:rect l="l" t="t" r="r" b="b"/>
              <a:pathLst>
                <a:path w="623570" h="7619">
                  <a:moveTo>
                    <a:pt x="623570" y="0"/>
                  </a:moveTo>
                  <a:lnTo>
                    <a:pt x="0" y="0"/>
                  </a:lnTo>
                  <a:lnTo>
                    <a:pt x="0" y="1270"/>
                  </a:lnTo>
                  <a:lnTo>
                    <a:pt x="1270" y="1270"/>
                  </a:lnTo>
                  <a:lnTo>
                    <a:pt x="1270" y="2540"/>
                  </a:lnTo>
                  <a:lnTo>
                    <a:pt x="1270" y="3810"/>
                  </a:lnTo>
                  <a:lnTo>
                    <a:pt x="2540" y="3810"/>
                  </a:lnTo>
                  <a:lnTo>
                    <a:pt x="2540" y="5080"/>
                  </a:lnTo>
                  <a:lnTo>
                    <a:pt x="3810" y="5080"/>
                  </a:lnTo>
                  <a:lnTo>
                    <a:pt x="3810" y="6350"/>
                  </a:lnTo>
                  <a:lnTo>
                    <a:pt x="5080" y="6350"/>
                  </a:lnTo>
                  <a:lnTo>
                    <a:pt x="5080" y="7620"/>
                  </a:lnTo>
                  <a:lnTo>
                    <a:pt x="226060" y="7620"/>
                  </a:lnTo>
                  <a:lnTo>
                    <a:pt x="226060" y="6350"/>
                  </a:lnTo>
                  <a:lnTo>
                    <a:pt x="226060" y="5080"/>
                  </a:lnTo>
                  <a:lnTo>
                    <a:pt x="226060" y="3810"/>
                  </a:lnTo>
                  <a:lnTo>
                    <a:pt x="226047" y="2540"/>
                  </a:lnTo>
                  <a:lnTo>
                    <a:pt x="314960" y="2540"/>
                  </a:lnTo>
                  <a:lnTo>
                    <a:pt x="314960" y="3810"/>
                  </a:lnTo>
                  <a:lnTo>
                    <a:pt x="349250" y="3810"/>
                  </a:lnTo>
                  <a:lnTo>
                    <a:pt x="349250" y="5080"/>
                  </a:lnTo>
                  <a:lnTo>
                    <a:pt x="360680" y="5080"/>
                  </a:lnTo>
                  <a:lnTo>
                    <a:pt x="360680" y="6350"/>
                  </a:lnTo>
                  <a:lnTo>
                    <a:pt x="388620" y="6350"/>
                  </a:lnTo>
                  <a:lnTo>
                    <a:pt x="388620" y="7620"/>
                  </a:lnTo>
                  <a:lnTo>
                    <a:pt x="623570" y="7620"/>
                  </a:lnTo>
                  <a:lnTo>
                    <a:pt x="623570" y="1270"/>
                  </a:lnTo>
                  <a:lnTo>
                    <a:pt x="623570" y="0"/>
                  </a:lnTo>
                  <a:close/>
                </a:path>
              </a:pathLst>
            </a:custGeom>
            <a:solidFill>
              <a:srgbClr val="0F0B00"/>
            </a:solidFill>
          </p:spPr>
          <p:txBody>
            <a:bodyPr wrap="square" lIns="0" tIns="0" rIns="0" bIns="0" rtlCol="0"/>
            <a:lstStyle/>
            <a:p/>
          </p:txBody>
        </p:sp>
        <p:sp>
          <p:nvSpPr>
            <p:cNvPr id="769" name="object 769"/>
            <p:cNvSpPr/>
            <p:nvPr/>
          </p:nvSpPr>
          <p:spPr>
            <a:xfrm>
              <a:off x="4047490" y="2807969"/>
              <a:ext cx="618490" cy="6350"/>
            </a:xfrm>
            <a:custGeom>
              <a:avLst/>
              <a:gdLst/>
              <a:ahLst/>
              <a:cxnLst/>
              <a:rect l="l" t="t" r="r" b="b"/>
              <a:pathLst>
                <a:path w="618489" h="6350">
                  <a:moveTo>
                    <a:pt x="220980" y="0"/>
                  </a:moveTo>
                  <a:lnTo>
                    <a:pt x="1270" y="0"/>
                  </a:lnTo>
                  <a:lnTo>
                    <a:pt x="0" y="0"/>
                  </a:lnTo>
                  <a:lnTo>
                    <a:pt x="0" y="127"/>
                  </a:lnTo>
                  <a:lnTo>
                    <a:pt x="1270" y="127"/>
                  </a:lnTo>
                  <a:lnTo>
                    <a:pt x="1270" y="2540"/>
                  </a:lnTo>
                  <a:lnTo>
                    <a:pt x="2540" y="2540"/>
                  </a:lnTo>
                  <a:lnTo>
                    <a:pt x="2540" y="5080"/>
                  </a:lnTo>
                  <a:lnTo>
                    <a:pt x="3810" y="5080"/>
                  </a:lnTo>
                  <a:lnTo>
                    <a:pt x="3810" y="6350"/>
                  </a:lnTo>
                  <a:lnTo>
                    <a:pt x="220980" y="6350"/>
                  </a:lnTo>
                  <a:lnTo>
                    <a:pt x="220980" y="5080"/>
                  </a:lnTo>
                  <a:lnTo>
                    <a:pt x="220967" y="2540"/>
                  </a:lnTo>
                  <a:lnTo>
                    <a:pt x="220980" y="0"/>
                  </a:lnTo>
                  <a:close/>
                </a:path>
                <a:path w="618489" h="6350">
                  <a:moveTo>
                    <a:pt x="618490" y="0"/>
                  </a:moveTo>
                  <a:lnTo>
                    <a:pt x="393700" y="0"/>
                  </a:lnTo>
                  <a:lnTo>
                    <a:pt x="383540" y="0"/>
                  </a:lnTo>
                  <a:lnTo>
                    <a:pt x="383540" y="127"/>
                  </a:lnTo>
                  <a:lnTo>
                    <a:pt x="393700" y="127"/>
                  </a:lnTo>
                  <a:lnTo>
                    <a:pt x="393700" y="1270"/>
                  </a:lnTo>
                  <a:lnTo>
                    <a:pt x="405130" y="1270"/>
                  </a:lnTo>
                  <a:lnTo>
                    <a:pt x="405130" y="2540"/>
                  </a:lnTo>
                  <a:lnTo>
                    <a:pt x="408940" y="2540"/>
                  </a:lnTo>
                  <a:lnTo>
                    <a:pt x="408940" y="3810"/>
                  </a:lnTo>
                  <a:lnTo>
                    <a:pt x="422910" y="3810"/>
                  </a:lnTo>
                  <a:lnTo>
                    <a:pt x="422910" y="5080"/>
                  </a:lnTo>
                  <a:lnTo>
                    <a:pt x="430530" y="5080"/>
                  </a:lnTo>
                  <a:lnTo>
                    <a:pt x="430530" y="6350"/>
                  </a:lnTo>
                  <a:lnTo>
                    <a:pt x="618490" y="6350"/>
                  </a:lnTo>
                  <a:lnTo>
                    <a:pt x="618490" y="5080"/>
                  </a:lnTo>
                  <a:lnTo>
                    <a:pt x="618490" y="3810"/>
                  </a:lnTo>
                  <a:lnTo>
                    <a:pt x="618490" y="2540"/>
                  </a:lnTo>
                  <a:lnTo>
                    <a:pt x="618490" y="1270"/>
                  </a:lnTo>
                  <a:lnTo>
                    <a:pt x="618490" y="0"/>
                  </a:lnTo>
                  <a:close/>
                </a:path>
              </a:pathLst>
            </a:custGeom>
            <a:solidFill>
              <a:srgbClr val="110C00"/>
            </a:solidFill>
          </p:spPr>
          <p:txBody>
            <a:bodyPr wrap="square" lIns="0" tIns="0" rIns="0" bIns="0" rtlCol="0"/>
            <a:lstStyle/>
            <a:p/>
          </p:txBody>
        </p:sp>
        <p:sp>
          <p:nvSpPr>
            <p:cNvPr id="770" name="object 770"/>
            <p:cNvSpPr/>
            <p:nvPr/>
          </p:nvSpPr>
          <p:spPr>
            <a:xfrm>
              <a:off x="4051300" y="2814319"/>
              <a:ext cx="614680" cy="7620"/>
            </a:xfrm>
            <a:custGeom>
              <a:avLst/>
              <a:gdLst/>
              <a:ahLst/>
              <a:cxnLst/>
              <a:rect l="l" t="t" r="r" b="b"/>
              <a:pathLst>
                <a:path w="614679" h="7619">
                  <a:moveTo>
                    <a:pt x="217170" y="6477"/>
                  </a:moveTo>
                  <a:lnTo>
                    <a:pt x="1270" y="6477"/>
                  </a:lnTo>
                  <a:lnTo>
                    <a:pt x="1270" y="7620"/>
                  </a:lnTo>
                  <a:lnTo>
                    <a:pt x="217170" y="7620"/>
                  </a:lnTo>
                  <a:lnTo>
                    <a:pt x="217170" y="6477"/>
                  </a:lnTo>
                  <a:close/>
                </a:path>
                <a:path w="614679" h="7619">
                  <a:moveTo>
                    <a:pt x="217170" y="2667"/>
                  </a:moveTo>
                  <a:lnTo>
                    <a:pt x="1270" y="2667"/>
                  </a:lnTo>
                  <a:lnTo>
                    <a:pt x="1270" y="6350"/>
                  </a:lnTo>
                  <a:lnTo>
                    <a:pt x="217170" y="6350"/>
                  </a:lnTo>
                  <a:lnTo>
                    <a:pt x="217170" y="2667"/>
                  </a:lnTo>
                  <a:close/>
                </a:path>
                <a:path w="614679" h="7619">
                  <a:moveTo>
                    <a:pt x="217170" y="0"/>
                  </a:moveTo>
                  <a:lnTo>
                    <a:pt x="0" y="0"/>
                  </a:lnTo>
                  <a:lnTo>
                    <a:pt x="0" y="2540"/>
                  </a:lnTo>
                  <a:lnTo>
                    <a:pt x="217170" y="2540"/>
                  </a:lnTo>
                  <a:lnTo>
                    <a:pt x="217170" y="0"/>
                  </a:lnTo>
                  <a:close/>
                </a:path>
                <a:path w="614679" h="7619">
                  <a:moveTo>
                    <a:pt x="614680" y="6477"/>
                  </a:moveTo>
                  <a:lnTo>
                    <a:pt x="449580" y="6477"/>
                  </a:lnTo>
                  <a:lnTo>
                    <a:pt x="449580" y="7620"/>
                  </a:lnTo>
                  <a:lnTo>
                    <a:pt x="614680" y="7620"/>
                  </a:lnTo>
                  <a:lnTo>
                    <a:pt x="614680" y="6477"/>
                  </a:lnTo>
                  <a:close/>
                </a:path>
                <a:path w="614679" h="7619">
                  <a:moveTo>
                    <a:pt x="614680" y="0"/>
                  </a:moveTo>
                  <a:lnTo>
                    <a:pt x="430530" y="0"/>
                  </a:lnTo>
                  <a:lnTo>
                    <a:pt x="426720" y="0"/>
                  </a:lnTo>
                  <a:lnTo>
                    <a:pt x="426720" y="127"/>
                  </a:lnTo>
                  <a:lnTo>
                    <a:pt x="430530" y="127"/>
                  </a:lnTo>
                  <a:lnTo>
                    <a:pt x="430530" y="1270"/>
                  </a:lnTo>
                  <a:lnTo>
                    <a:pt x="435610" y="1270"/>
                  </a:lnTo>
                  <a:lnTo>
                    <a:pt x="435610" y="2540"/>
                  </a:lnTo>
                  <a:lnTo>
                    <a:pt x="438150" y="2540"/>
                  </a:lnTo>
                  <a:lnTo>
                    <a:pt x="438150" y="3810"/>
                  </a:lnTo>
                  <a:lnTo>
                    <a:pt x="440690" y="3810"/>
                  </a:lnTo>
                  <a:lnTo>
                    <a:pt x="440690" y="5080"/>
                  </a:lnTo>
                  <a:lnTo>
                    <a:pt x="445770" y="5080"/>
                  </a:lnTo>
                  <a:lnTo>
                    <a:pt x="445770" y="6350"/>
                  </a:lnTo>
                  <a:lnTo>
                    <a:pt x="614680" y="6350"/>
                  </a:lnTo>
                  <a:lnTo>
                    <a:pt x="614680" y="5080"/>
                  </a:lnTo>
                  <a:lnTo>
                    <a:pt x="614680" y="3810"/>
                  </a:lnTo>
                  <a:lnTo>
                    <a:pt x="614680" y="2540"/>
                  </a:lnTo>
                  <a:lnTo>
                    <a:pt x="614680" y="1270"/>
                  </a:lnTo>
                  <a:lnTo>
                    <a:pt x="614680" y="0"/>
                  </a:lnTo>
                  <a:close/>
                </a:path>
              </a:pathLst>
            </a:custGeom>
            <a:solidFill>
              <a:srgbClr val="130E00"/>
            </a:solidFill>
          </p:spPr>
          <p:txBody>
            <a:bodyPr wrap="square" lIns="0" tIns="0" rIns="0" bIns="0" rtlCol="0"/>
            <a:lstStyle/>
            <a:p/>
          </p:txBody>
        </p:sp>
        <p:sp>
          <p:nvSpPr>
            <p:cNvPr id="771" name="object 771"/>
            <p:cNvSpPr/>
            <p:nvPr/>
          </p:nvSpPr>
          <p:spPr>
            <a:xfrm>
              <a:off x="4053840" y="2821939"/>
              <a:ext cx="612140" cy="7620"/>
            </a:xfrm>
            <a:custGeom>
              <a:avLst/>
              <a:gdLst/>
              <a:ahLst/>
              <a:cxnLst/>
              <a:rect l="l" t="t" r="r" b="b"/>
              <a:pathLst>
                <a:path w="612139" h="7619">
                  <a:moveTo>
                    <a:pt x="214630" y="5207"/>
                  </a:moveTo>
                  <a:lnTo>
                    <a:pt x="1270" y="5207"/>
                  </a:lnTo>
                  <a:lnTo>
                    <a:pt x="1270" y="7620"/>
                  </a:lnTo>
                  <a:lnTo>
                    <a:pt x="214630" y="7620"/>
                  </a:lnTo>
                  <a:lnTo>
                    <a:pt x="214630" y="5207"/>
                  </a:lnTo>
                  <a:close/>
                </a:path>
                <a:path w="612139" h="7619">
                  <a:moveTo>
                    <a:pt x="214630" y="3810"/>
                  </a:moveTo>
                  <a:lnTo>
                    <a:pt x="214617" y="1270"/>
                  </a:lnTo>
                  <a:lnTo>
                    <a:pt x="214617" y="0"/>
                  </a:lnTo>
                  <a:lnTo>
                    <a:pt x="0" y="0"/>
                  </a:lnTo>
                  <a:lnTo>
                    <a:pt x="0" y="1270"/>
                  </a:lnTo>
                  <a:lnTo>
                    <a:pt x="0" y="3810"/>
                  </a:lnTo>
                  <a:lnTo>
                    <a:pt x="1270" y="3810"/>
                  </a:lnTo>
                  <a:lnTo>
                    <a:pt x="1270" y="5080"/>
                  </a:lnTo>
                  <a:lnTo>
                    <a:pt x="214630" y="5080"/>
                  </a:lnTo>
                  <a:lnTo>
                    <a:pt x="214630" y="3810"/>
                  </a:lnTo>
                  <a:close/>
                </a:path>
                <a:path w="612139" h="7619">
                  <a:moveTo>
                    <a:pt x="612140" y="0"/>
                  </a:moveTo>
                  <a:lnTo>
                    <a:pt x="450850" y="0"/>
                  </a:lnTo>
                  <a:lnTo>
                    <a:pt x="450850" y="1270"/>
                  </a:lnTo>
                  <a:lnTo>
                    <a:pt x="453390" y="1270"/>
                  </a:lnTo>
                  <a:lnTo>
                    <a:pt x="453390" y="2540"/>
                  </a:lnTo>
                  <a:lnTo>
                    <a:pt x="457200" y="2540"/>
                  </a:lnTo>
                  <a:lnTo>
                    <a:pt x="457200" y="3810"/>
                  </a:lnTo>
                  <a:lnTo>
                    <a:pt x="459740" y="3810"/>
                  </a:lnTo>
                  <a:lnTo>
                    <a:pt x="459740" y="5080"/>
                  </a:lnTo>
                  <a:lnTo>
                    <a:pt x="462280" y="5080"/>
                  </a:lnTo>
                  <a:lnTo>
                    <a:pt x="462280" y="6350"/>
                  </a:lnTo>
                  <a:lnTo>
                    <a:pt x="464820" y="6350"/>
                  </a:lnTo>
                  <a:lnTo>
                    <a:pt x="464820" y="7620"/>
                  </a:lnTo>
                  <a:lnTo>
                    <a:pt x="612140" y="7620"/>
                  </a:lnTo>
                  <a:lnTo>
                    <a:pt x="612140" y="1270"/>
                  </a:lnTo>
                  <a:lnTo>
                    <a:pt x="612140" y="0"/>
                  </a:lnTo>
                  <a:close/>
                </a:path>
              </a:pathLst>
            </a:custGeom>
            <a:solidFill>
              <a:srgbClr val="150F00"/>
            </a:solidFill>
          </p:spPr>
          <p:txBody>
            <a:bodyPr wrap="square" lIns="0" tIns="0" rIns="0" bIns="0" rtlCol="0"/>
            <a:lstStyle/>
            <a:p/>
          </p:txBody>
        </p:sp>
        <p:sp>
          <p:nvSpPr>
            <p:cNvPr id="772" name="object 772"/>
            <p:cNvSpPr/>
            <p:nvPr/>
          </p:nvSpPr>
          <p:spPr>
            <a:xfrm>
              <a:off x="4055110" y="2829559"/>
              <a:ext cx="610870" cy="6350"/>
            </a:xfrm>
            <a:custGeom>
              <a:avLst/>
              <a:gdLst/>
              <a:ahLst/>
              <a:cxnLst/>
              <a:rect l="l" t="t" r="r" b="b"/>
              <a:pathLst>
                <a:path w="610870" h="6350">
                  <a:moveTo>
                    <a:pt x="213347" y="3937"/>
                  </a:moveTo>
                  <a:lnTo>
                    <a:pt x="1270" y="3937"/>
                  </a:lnTo>
                  <a:lnTo>
                    <a:pt x="1270" y="6350"/>
                  </a:lnTo>
                  <a:lnTo>
                    <a:pt x="213347" y="6350"/>
                  </a:lnTo>
                  <a:lnTo>
                    <a:pt x="213347" y="3937"/>
                  </a:lnTo>
                  <a:close/>
                </a:path>
                <a:path w="610870" h="6350">
                  <a:moveTo>
                    <a:pt x="213360" y="0"/>
                  </a:moveTo>
                  <a:lnTo>
                    <a:pt x="0" y="0"/>
                  </a:lnTo>
                  <a:lnTo>
                    <a:pt x="0" y="2540"/>
                  </a:lnTo>
                  <a:lnTo>
                    <a:pt x="1270" y="2540"/>
                  </a:lnTo>
                  <a:lnTo>
                    <a:pt x="1270" y="3810"/>
                  </a:lnTo>
                  <a:lnTo>
                    <a:pt x="213347" y="3810"/>
                  </a:lnTo>
                  <a:lnTo>
                    <a:pt x="213347" y="2540"/>
                  </a:lnTo>
                  <a:lnTo>
                    <a:pt x="213360" y="0"/>
                  </a:lnTo>
                  <a:close/>
                </a:path>
                <a:path w="610870" h="6350">
                  <a:moveTo>
                    <a:pt x="610870" y="0"/>
                  </a:moveTo>
                  <a:lnTo>
                    <a:pt x="466090" y="0"/>
                  </a:lnTo>
                  <a:lnTo>
                    <a:pt x="463550" y="0"/>
                  </a:lnTo>
                  <a:lnTo>
                    <a:pt x="463550" y="127"/>
                  </a:lnTo>
                  <a:lnTo>
                    <a:pt x="466090" y="127"/>
                  </a:lnTo>
                  <a:lnTo>
                    <a:pt x="466090" y="1270"/>
                  </a:lnTo>
                  <a:lnTo>
                    <a:pt x="469900" y="1270"/>
                  </a:lnTo>
                  <a:lnTo>
                    <a:pt x="469900" y="2540"/>
                  </a:lnTo>
                  <a:lnTo>
                    <a:pt x="472440" y="2540"/>
                  </a:lnTo>
                  <a:lnTo>
                    <a:pt x="472440" y="3810"/>
                  </a:lnTo>
                  <a:lnTo>
                    <a:pt x="474980" y="3810"/>
                  </a:lnTo>
                  <a:lnTo>
                    <a:pt x="474980" y="5080"/>
                  </a:lnTo>
                  <a:lnTo>
                    <a:pt x="477520" y="5080"/>
                  </a:lnTo>
                  <a:lnTo>
                    <a:pt x="477520" y="6350"/>
                  </a:lnTo>
                  <a:lnTo>
                    <a:pt x="610870" y="6350"/>
                  </a:lnTo>
                  <a:lnTo>
                    <a:pt x="610870" y="5080"/>
                  </a:lnTo>
                  <a:lnTo>
                    <a:pt x="610870" y="3810"/>
                  </a:lnTo>
                  <a:lnTo>
                    <a:pt x="610870" y="2540"/>
                  </a:lnTo>
                  <a:lnTo>
                    <a:pt x="610870" y="1270"/>
                  </a:lnTo>
                  <a:lnTo>
                    <a:pt x="610870" y="0"/>
                  </a:lnTo>
                  <a:close/>
                </a:path>
              </a:pathLst>
            </a:custGeom>
            <a:solidFill>
              <a:srgbClr val="171100"/>
            </a:solidFill>
          </p:spPr>
          <p:txBody>
            <a:bodyPr wrap="square" lIns="0" tIns="0" rIns="0" bIns="0" rtlCol="0"/>
            <a:lstStyle/>
            <a:p/>
          </p:txBody>
        </p:sp>
        <p:sp>
          <p:nvSpPr>
            <p:cNvPr id="773" name="object 773"/>
            <p:cNvSpPr/>
            <p:nvPr/>
          </p:nvSpPr>
          <p:spPr>
            <a:xfrm>
              <a:off x="4056380" y="2835909"/>
              <a:ext cx="609600" cy="7620"/>
            </a:xfrm>
            <a:custGeom>
              <a:avLst/>
              <a:gdLst/>
              <a:ahLst/>
              <a:cxnLst/>
              <a:rect l="l" t="t" r="r" b="b"/>
              <a:pathLst>
                <a:path w="609600" h="7619">
                  <a:moveTo>
                    <a:pt x="212077" y="127"/>
                  </a:moveTo>
                  <a:lnTo>
                    <a:pt x="0" y="127"/>
                  </a:lnTo>
                  <a:lnTo>
                    <a:pt x="0" y="3810"/>
                  </a:lnTo>
                  <a:lnTo>
                    <a:pt x="0" y="6350"/>
                  </a:lnTo>
                  <a:lnTo>
                    <a:pt x="212077" y="6350"/>
                  </a:lnTo>
                  <a:lnTo>
                    <a:pt x="212077" y="3810"/>
                  </a:lnTo>
                  <a:lnTo>
                    <a:pt x="212077" y="127"/>
                  </a:lnTo>
                  <a:close/>
                </a:path>
                <a:path w="609600" h="7619">
                  <a:moveTo>
                    <a:pt x="212090" y="6477"/>
                  </a:moveTo>
                  <a:lnTo>
                    <a:pt x="1270" y="6477"/>
                  </a:lnTo>
                  <a:lnTo>
                    <a:pt x="1270" y="7620"/>
                  </a:lnTo>
                  <a:lnTo>
                    <a:pt x="212090" y="7620"/>
                  </a:lnTo>
                  <a:lnTo>
                    <a:pt x="212090" y="6477"/>
                  </a:lnTo>
                  <a:close/>
                </a:path>
                <a:path w="609600" h="7619">
                  <a:moveTo>
                    <a:pt x="609600" y="6477"/>
                  </a:moveTo>
                  <a:lnTo>
                    <a:pt x="488950" y="6477"/>
                  </a:lnTo>
                  <a:lnTo>
                    <a:pt x="488950" y="7620"/>
                  </a:lnTo>
                  <a:lnTo>
                    <a:pt x="609600" y="7620"/>
                  </a:lnTo>
                  <a:lnTo>
                    <a:pt x="609600" y="6477"/>
                  </a:lnTo>
                  <a:close/>
                </a:path>
                <a:path w="609600" h="7619">
                  <a:moveTo>
                    <a:pt x="609600" y="0"/>
                  </a:moveTo>
                  <a:lnTo>
                    <a:pt x="478790" y="0"/>
                  </a:lnTo>
                  <a:lnTo>
                    <a:pt x="476250" y="0"/>
                  </a:lnTo>
                  <a:lnTo>
                    <a:pt x="476250" y="127"/>
                  </a:lnTo>
                  <a:lnTo>
                    <a:pt x="478790" y="127"/>
                  </a:lnTo>
                  <a:lnTo>
                    <a:pt x="478790" y="1270"/>
                  </a:lnTo>
                  <a:lnTo>
                    <a:pt x="481330" y="1270"/>
                  </a:lnTo>
                  <a:lnTo>
                    <a:pt x="481330" y="2540"/>
                  </a:lnTo>
                  <a:lnTo>
                    <a:pt x="482600" y="2540"/>
                  </a:lnTo>
                  <a:lnTo>
                    <a:pt x="482600" y="3810"/>
                  </a:lnTo>
                  <a:lnTo>
                    <a:pt x="485140" y="3810"/>
                  </a:lnTo>
                  <a:lnTo>
                    <a:pt x="485140" y="5080"/>
                  </a:lnTo>
                  <a:lnTo>
                    <a:pt x="486410" y="5080"/>
                  </a:lnTo>
                  <a:lnTo>
                    <a:pt x="486410" y="6350"/>
                  </a:lnTo>
                  <a:lnTo>
                    <a:pt x="609600" y="6350"/>
                  </a:lnTo>
                  <a:lnTo>
                    <a:pt x="609600" y="5080"/>
                  </a:lnTo>
                  <a:lnTo>
                    <a:pt x="609600" y="3810"/>
                  </a:lnTo>
                  <a:lnTo>
                    <a:pt x="609600" y="2540"/>
                  </a:lnTo>
                  <a:lnTo>
                    <a:pt x="609600" y="1270"/>
                  </a:lnTo>
                  <a:lnTo>
                    <a:pt x="609600" y="0"/>
                  </a:lnTo>
                  <a:close/>
                </a:path>
              </a:pathLst>
            </a:custGeom>
            <a:solidFill>
              <a:srgbClr val="191200"/>
            </a:solidFill>
          </p:spPr>
          <p:txBody>
            <a:bodyPr wrap="square" lIns="0" tIns="0" rIns="0" bIns="0" rtlCol="0"/>
            <a:lstStyle/>
            <a:p/>
          </p:txBody>
        </p:sp>
        <p:sp>
          <p:nvSpPr>
            <p:cNvPr id="774" name="object 774"/>
            <p:cNvSpPr/>
            <p:nvPr/>
          </p:nvSpPr>
          <p:spPr>
            <a:xfrm>
              <a:off x="4057650" y="2843529"/>
              <a:ext cx="608330" cy="7620"/>
            </a:xfrm>
            <a:custGeom>
              <a:avLst/>
              <a:gdLst/>
              <a:ahLst/>
              <a:cxnLst/>
              <a:rect l="l" t="t" r="r" b="b"/>
              <a:pathLst>
                <a:path w="608329" h="7619">
                  <a:moveTo>
                    <a:pt x="210820" y="5207"/>
                  </a:moveTo>
                  <a:lnTo>
                    <a:pt x="0" y="5207"/>
                  </a:lnTo>
                  <a:lnTo>
                    <a:pt x="0" y="7620"/>
                  </a:lnTo>
                  <a:lnTo>
                    <a:pt x="210820" y="7620"/>
                  </a:lnTo>
                  <a:lnTo>
                    <a:pt x="210820" y="5207"/>
                  </a:lnTo>
                  <a:close/>
                </a:path>
                <a:path w="608329" h="7619">
                  <a:moveTo>
                    <a:pt x="210820" y="2667"/>
                  </a:moveTo>
                  <a:lnTo>
                    <a:pt x="0" y="2667"/>
                  </a:lnTo>
                  <a:lnTo>
                    <a:pt x="0" y="5080"/>
                  </a:lnTo>
                  <a:lnTo>
                    <a:pt x="210820" y="5080"/>
                  </a:lnTo>
                  <a:lnTo>
                    <a:pt x="210820" y="2667"/>
                  </a:lnTo>
                  <a:close/>
                </a:path>
                <a:path w="608329" h="7619">
                  <a:moveTo>
                    <a:pt x="210820" y="0"/>
                  </a:moveTo>
                  <a:lnTo>
                    <a:pt x="0" y="0"/>
                  </a:lnTo>
                  <a:lnTo>
                    <a:pt x="0" y="2540"/>
                  </a:lnTo>
                  <a:lnTo>
                    <a:pt x="210820" y="2540"/>
                  </a:lnTo>
                  <a:lnTo>
                    <a:pt x="210820" y="0"/>
                  </a:lnTo>
                  <a:close/>
                </a:path>
                <a:path w="608329" h="7619">
                  <a:moveTo>
                    <a:pt x="608330" y="0"/>
                  </a:moveTo>
                  <a:lnTo>
                    <a:pt x="488950" y="0"/>
                  </a:lnTo>
                  <a:lnTo>
                    <a:pt x="488950" y="1270"/>
                  </a:lnTo>
                  <a:lnTo>
                    <a:pt x="491490" y="1270"/>
                  </a:lnTo>
                  <a:lnTo>
                    <a:pt x="491490" y="2540"/>
                  </a:lnTo>
                  <a:lnTo>
                    <a:pt x="492760" y="2540"/>
                  </a:lnTo>
                  <a:lnTo>
                    <a:pt x="492760" y="3810"/>
                  </a:lnTo>
                  <a:lnTo>
                    <a:pt x="495300" y="3810"/>
                  </a:lnTo>
                  <a:lnTo>
                    <a:pt x="495300" y="5080"/>
                  </a:lnTo>
                  <a:lnTo>
                    <a:pt x="496570" y="5080"/>
                  </a:lnTo>
                  <a:lnTo>
                    <a:pt x="496570" y="6350"/>
                  </a:lnTo>
                  <a:lnTo>
                    <a:pt x="497840" y="6350"/>
                  </a:lnTo>
                  <a:lnTo>
                    <a:pt x="497840" y="7620"/>
                  </a:lnTo>
                  <a:lnTo>
                    <a:pt x="608330" y="7620"/>
                  </a:lnTo>
                  <a:lnTo>
                    <a:pt x="608330" y="1270"/>
                  </a:lnTo>
                  <a:lnTo>
                    <a:pt x="608330" y="0"/>
                  </a:lnTo>
                  <a:close/>
                </a:path>
              </a:pathLst>
            </a:custGeom>
            <a:solidFill>
              <a:srgbClr val="1B1400"/>
            </a:solidFill>
          </p:spPr>
          <p:txBody>
            <a:bodyPr wrap="square" lIns="0" tIns="0" rIns="0" bIns="0" rtlCol="0"/>
            <a:lstStyle/>
            <a:p/>
          </p:txBody>
        </p:sp>
        <p:sp>
          <p:nvSpPr>
            <p:cNvPr id="775" name="object 775"/>
            <p:cNvSpPr/>
            <p:nvPr/>
          </p:nvSpPr>
          <p:spPr>
            <a:xfrm>
              <a:off x="4057650" y="2851149"/>
              <a:ext cx="608330" cy="6350"/>
            </a:xfrm>
            <a:custGeom>
              <a:avLst/>
              <a:gdLst/>
              <a:ahLst/>
              <a:cxnLst/>
              <a:rect l="l" t="t" r="r" b="b"/>
              <a:pathLst>
                <a:path w="608329" h="6350">
                  <a:moveTo>
                    <a:pt x="210820" y="3937"/>
                  </a:moveTo>
                  <a:lnTo>
                    <a:pt x="0" y="3937"/>
                  </a:lnTo>
                  <a:lnTo>
                    <a:pt x="0" y="6350"/>
                  </a:lnTo>
                  <a:lnTo>
                    <a:pt x="210820" y="6350"/>
                  </a:lnTo>
                  <a:lnTo>
                    <a:pt x="210820" y="3937"/>
                  </a:lnTo>
                  <a:close/>
                </a:path>
                <a:path w="608329" h="6350">
                  <a:moveTo>
                    <a:pt x="210820" y="1397"/>
                  </a:moveTo>
                  <a:lnTo>
                    <a:pt x="0" y="1397"/>
                  </a:lnTo>
                  <a:lnTo>
                    <a:pt x="0" y="3810"/>
                  </a:lnTo>
                  <a:lnTo>
                    <a:pt x="210820" y="3810"/>
                  </a:lnTo>
                  <a:lnTo>
                    <a:pt x="210820" y="1397"/>
                  </a:lnTo>
                  <a:close/>
                </a:path>
                <a:path w="608329" h="6350">
                  <a:moveTo>
                    <a:pt x="210820" y="0"/>
                  </a:moveTo>
                  <a:lnTo>
                    <a:pt x="0" y="0"/>
                  </a:lnTo>
                  <a:lnTo>
                    <a:pt x="0" y="1270"/>
                  </a:lnTo>
                  <a:lnTo>
                    <a:pt x="210820" y="1270"/>
                  </a:lnTo>
                  <a:lnTo>
                    <a:pt x="210820" y="0"/>
                  </a:lnTo>
                  <a:close/>
                </a:path>
                <a:path w="608329" h="6350">
                  <a:moveTo>
                    <a:pt x="608330" y="0"/>
                  </a:moveTo>
                  <a:lnTo>
                    <a:pt x="500380" y="0"/>
                  </a:lnTo>
                  <a:lnTo>
                    <a:pt x="500380" y="1270"/>
                  </a:lnTo>
                  <a:lnTo>
                    <a:pt x="501650" y="1270"/>
                  </a:lnTo>
                  <a:lnTo>
                    <a:pt x="501650" y="2540"/>
                  </a:lnTo>
                  <a:lnTo>
                    <a:pt x="502920" y="2540"/>
                  </a:lnTo>
                  <a:lnTo>
                    <a:pt x="502920" y="3810"/>
                  </a:lnTo>
                  <a:lnTo>
                    <a:pt x="504190" y="3810"/>
                  </a:lnTo>
                  <a:lnTo>
                    <a:pt x="504190" y="5080"/>
                  </a:lnTo>
                  <a:lnTo>
                    <a:pt x="506730" y="5080"/>
                  </a:lnTo>
                  <a:lnTo>
                    <a:pt x="506730" y="6350"/>
                  </a:lnTo>
                  <a:lnTo>
                    <a:pt x="608330" y="6350"/>
                  </a:lnTo>
                  <a:lnTo>
                    <a:pt x="608330" y="5080"/>
                  </a:lnTo>
                  <a:lnTo>
                    <a:pt x="608330" y="3810"/>
                  </a:lnTo>
                  <a:lnTo>
                    <a:pt x="608330" y="2540"/>
                  </a:lnTo>
                  <a:lnTo>
                    <a:pt x="608330" y="1270"/>
                  </a:lnTo>
                  <a:lnTo>
                    <a:pt x="608330" y="0"/>
                  </a:lnTo>
                  <a:close/>
                </a:path>
              </a:pathLst>
            </a:custGeom>
            <a:solidFill>
              <a:srgbClr val="1D1500"/>
            </a:solidFill>
          </p:spPr>
          <p:txBody>
            <a:bodyPr wrap="square" lIns="0" tIns="0" rIns="0" bIns="0" rtlCol="0"/>
            <a:lstStyle/>
            <a:p/>
          </p:txBody>
        </p:sp>
        <p:sp>
          <p:nvSpPr>
            <p:cNvPr id="776" name="object 776"/>
            <p:cNvSpPr/>
            <p:nvPr/>
          </p:nvSpPr>
          <p:spPr>
            <a:xfrm>
              <a:off x="4057650" y="2857499"/>
              <a:ext cx="608330" cy="7620"/>
            </a:xfrm>
            <a:custGeom>
              <a:avLst/>
              <a:gdLst/>
              <a:ahLst/>
              <a:cxnLst/>
              <a:rect l="l" t="t" r="r" b="b"/>
              <a:pathLst>
                <a:path w="608329" h="7619">
                  <a:moveTo>
                    <a:pt x="210820" y="3937"/>
                  </a:moveTo>
                  <a:lnTo>
                    <a:pt x="0" y="3937"/>
                  </a:lnTo>
                  <a:lnTo>
                    <a:pt x="0" y="7620"/>
                  </a:lnTo>
                  <a:lnTo>
                    <a:pt x="210820" y="7620"/>
                  </a:lnTo>
                  <a:lnTo>
                    <a:pt x="210820" y="3937"/>
                  </a:lnTo>
                  <a:close/>
                </a:path>
                <a:path w="608329" h="7619">
                  <a:moveTo>
                    <a:pt x="210820" y="1397"/>
                  </a:moveTo>
                  <a:lnTo>
                    <a:pt x="0" y="1397"/>
                  </a:lnTo>
                  <a:lnTo>
                    <a:pt x="0" y="3810"/>
                  </a:lnTo>
                  <a:lnTo>
                    <a:pt x="210820" y="3810"/>
                  </a:lnTo>
                  <a:lnTo>
                    <a:pt x="210820" y="1397"/>
                  </a:lnTo>
                  <a:close/>
                </a:path>
                <a:path w="608329" h="7619">
                  <a:moveTo>
                    <a:pt x="210820" y="0"/>
                  </a:moveTo>
                  <a:lnTo>
                    <a:pt x="0" y="0"/>
                  </a:lnTo>
                  <a:lnTo>
                    <a:pt x="0" y="1270"/>
                  </a:lnTo>
                  <a:lnTo>
                    <a:pt x="210820" y="1270"/>
                  </a:lnTo>
                  <a:lnTo>
                    <a:pt x="210820" y="0"/>
                  </a:lnTo>
                  <a:close/>
                </a:path>
                <a:path w="608329" h="7619">
                  <a:moveTo>
                    <a:pt x="608330" y="0"/>
                  </a:moveTo>
                  <a:lnTo>
                    <a:pt x="508000" y="0"/>
                  </a:lnTo>
                  <a:lnTo>
                    <a:pt x="508000" y="1270"/>
                  </a:lnTo>
                  <a:lnTo>
                    <a:pt x="509270" y="1270"/>
                  </a:lnTo>
                  <a:lnTo>
                    <a:pt x="509270" y="2540"/>
                  </a:lnTo>
                  <a:lnTo>
                    <a:pt x="510540" y="2540"/>
                  </a:lnTo>
                  <a:lnTo>
                    <a:pt x="510540" y="3810"/>
                  </a:lnTo>
                  <a:lnTo>
                    <a:pt x="511810" y="3810"/>
                  </a:lnTo>
                  <a:lnTo>
                    <a:pt x="511810" y="5080"/>
                  </a:lnTo>
                  <a:lnTo>
                    <a:pt x="513080" y="5080"/>
                  </a:lnTo>
                  <a:lnTo>
                    <a:pt x="513080" y="6350"/>
                  </a:lnTo>
                  <a:lnTo>
                    <a:pt x="514350" y="6350"/>
                  </a:lnTo>
                  <a:lnTo>
                    <a:pt x="514350" y="7620"/>
                  </a:lnTo>
                  <a:lnTo>
                    <a:pt x="608330" y="7620"/>
                  </a:lnTo>
                  <a:lnTo>
                    <a:pt x="608330" y="1270"/>
                  </a:lnTo>
                  <a:lnTo>
                    <a:pt x="608330" y="0"/>
                  </a:lnTo>
                  <a:close/>
                </a:path>
              </a:pathLst>
            </a:custGeom>
            <a:solidFill>
              <a:srgbClr val="1F1700"/>
            </a:solidFill>
          </p:spPr>
          <p:txBody>
            <a:bodyPr wrap="square" lIns="0" tIns="0" rIns="0" bIns="0" rtlCol="0"/>
            <a:lstStyle/>
            <a:p/>
          </p:txBody>
        </p:sp>
        <p:sp>
          <p:nvSpPr>
            <p:cNvPr id="777" name="object 777"/>
            <p:cNvSpPr/>
            <p:nvPr/>
          </p:nvSpPr>
          <p:spPr>
            <a:xfrm>
              <a:off x="4057650" y="2865119"/>
              <a:ext cx="608330" cy="7620"/>
            </a:xfrm>
            <a:custGeom>
              <a:avLst/>
              <a:gdLst/>
              <a:ahLst/>
              <a:cxnLst/>
              <a:rect l="l" t="t" r="r" b="b"/>
              <a:pathLst>
                <a:path w="608329" h="7619">
                  <a:moveTo>
                    <a:pt x="210820" y="6477"/>
                  </a:moveTo>
                  <a:lnTo>
                    <a:pt x="0" y="6477"/>
                  </a:lnTo>
                  <a:lnTo>
                    <a:pt x="0" y="7620"/>
                  </a:lnTo>
                  <a:lnTo>
                    <a:pt x="210820" y="7620"/>
                  </a:lnTo>
                  <a:lnTo>
                    <a:pt x="210820" y="6477"/>
                  </a:lnTo>
                  <a:close/>
                </a:path>
                <a:path w="608329" h="7619">
                  <a:moveTo>
                    <a:pt x="210820" y="2667"/>
                  </a:moveTo>
                  <a:lnTo>
                    <a:pt x="0" y="2667"/>
                  </a:lnTo>
                  <a:lnTo>
                    <a:pt x="0" y="6350"/>
                  </a:lnTo>
                  <a:lnTo>
                    <a:pt x="210820" y="6350"/>
                  </a:lnTo>
                  <a:lnTo>
                    <a:pt x="210820" y="2667"/>
                  </a:lnTo>
                  <a:close/>
                </a:path>
                <a:path w="608329" h="7619">
                  <a:moveTo>
                    <a:pt x="210820" y="127"/>
                  </a:moveTo>
                  <a:lnTo>
                    <a:pt x="0" y="127"/>
                  </a:lnTo>
                  <a:lnTo>
                    <a:pt x="0" y="2540"/>
                  </a:lnTo>
                  <a:lnTo>
                    <a:pt x="210820" y="2540"/>
                  </a:lnTo>
                  <a:lnTo>
                    <a:pt x="210820" y="127"/>
                  </a:lnTo>
                  <a:close/>
                </a:path>
                <a:path w="608329" h="7619">
                  <a:moveTo>
                    <a:pt x="608330" y="6477"/>
                  </a:moveTo>
                  <a:lnTo>
                    <a:pt x="521970" y="6477"/>
                  </a:lnTo>
                  <a:lnTo>
                    <a:pt x="521970" y="7620"/>
                  </a:lnTo>
                  <a:lnTo>
                    <a:pt x="608330" y="7620"/>
                  </a:lnTo>
                  <a:lnTo>
                    <a:pt x="608330" y="6477"/>
                  </a:lnTo>
                  <a:close/>
                </a:path>
                <a:path w="608329" h="7619">
                  <a:moveTo>
                    <a:pt x="608330" y="0"/>
                  </a:moveTo>
                  <a:lnTo>
                    <a:pt x="515620" y="0"/>
                  </a:lnTo>
                  <a:lnTo>
                    <a:pt x="514350" y="0"/>
                  </a:lnTo>
                  <a:lnTo>
                    <a:pt x="514350" y="127"/>
                  </a:lnTo>
                  <a:lnTo>
                    <a:pt x="515620" y="127"/>
                  </a:lnTo>
                  <a:lnTo>
                    <a:pt x="515620" y="1270"/>
                  </a:lnTo>
                  <a:lnTo>
                    <a:pt x="516890" y="1270"/>
                  </a:lnTo>
                  <a:lnTo>
                    <a:pt x="516890" y="2540"/>
                  </a:lnTo>
                  <a:lnTo>
                    <a:pt x="518160" y="2540"/>
                  </a:lnTo>
                  <a:lnTo>
                    <a:pt x="518160" y="3810"/>
                  </a:lnTo>
                  <a:lnTo>
                    <a:pt x="519430" y="3810"/>
                  </a:lnTo>
                  <a:lnTo>
                    <a:pt x="519430" y="5080"/>
                  </a:lnTo>
                  <a:lnTo>
                    <a:pt x="520700" y="5080"/>
                  </a:lnTo>
                  <a:lnTo>
                    <a:pt x="520700" y="6350"/>
                  </a:lnTo>
                  <a:lnTo>
                    <a:pt x="608330" y="6350"/>
                  </a:lnTo>
                  <a:lnTo>
                    <a:pt x="608330" y="5080"/>
                  </a:lnTo>
                  <a:lnTo>
                    <a:pt x="608330" y="3810"/>
                  </a:lnTo>
                  <a:lnTo>
                    <a:pt x="608330" y="2540"/>
                  </a:lnTo>
                  <a:lnTo>
                    <a:pt x="608330" y="1270"/>
                  </a:lnTo>
                  <a:lnTo>
                    <a:pt x="608330" y="0"/>
                  </a:lnTo>
                  <a:close/>
                </a:path>
              </a:pathLst>
            </a:custGeom>
            <a:solidFill>
              <a:srgbClr val="211800"/>
            </a:solidFill>
          </p:spPr>
          <p:txBody>
            <a:bodyPr wrap="square" lIns="0" tIns="0" rIns="0" bIns="0" rtlCol="0"/>
            <a:lstStyle/>
            <a:p/>
          </p:txBody>
        </p:sp>
        <p:sp>
          <p:nvSpPr>
            <p:cNvPr id="778" name="object 778"/>
            <p:cNvSpPr/>
            <p:nvPr/>
          </p:nvSpPr>
          <p:spPr>
            <a:xfrm>
              <a:off x="4057650" y="2872739"/>
              <a:ext cx="608330" cy="6350"/>
            </a:xfrm>
            <a:custGeom>
              <a:avLst/>
              <a:gdLst/>
              <a:ahLst/>
              <a:cxnLst/>
              <a:rect l="l" t="t" r="r" b="b"/>
              <a:pathLst>
                <a:path w="608329" h="6350">
                  <a:moveTo>
                    <a:pt x="210820" y="5207"/>
                  </a:moveTo>
                  <a:lnTo>
                    <a:pt x="0" y="5207"/>
                  </a:lnTo>
                  <a:lnTo>
                    <a:pt x="0" y="6350"/>
                  </a:lnTo>
                  <a:lnTo>
                    <a:pt x="210820" y="6350"/>
                  </a:lnTo>
                  <a:lnTo>
                    <a:pt x="210820" y="5207"/>
                  </a:lnTo>
                  <a:close/>
                </a:path>
                <a:path w="608329" h="6350">
                  <a:moveTo>
                    <a:pt x="210820" y="0"/>
                  </a:moveTo>
                  <a:lnTo>
                    <a:pt x="0" y="0"/>
                  </a:lnTo>
                  <a:lnTo>
                    <a:pt x="0" y="5080"/>
                  </a:lnTo>
                  <a:lnTo>
                    <a:pt x="210820" y="5080"/>
                  </a:lnTo>
                  <a:lnTo>
                    <a:pt x="210820" y="0"/>
                  </a:lnTo>
                  <a:close/>
                </a:path>
                <a:path w="608329" h="6350">
                  <a:moveTo>
                    <a:pt x="608330" y="5207"/>
                  </a:moveTo>
                  <a:lnTo>
                    <a:pt x="527050" y="5207"/>
                  </a:lnTo>
                  <a:lnTo>
                    <a:pt x="527050" y="6350"/>
                  </a:lnTo>
                  <a:lnTo>
                    <a:pt x="608330" y="6350"/>
                  </a:lnTo>
                  <a:lnTo>
                    <a:pt x="608330" y="5207"/>
                  </a:lnTo>
                  <a:close/>
                </a:path>
                <a:path w="608329" h="6350">
                  <a:moveTo>
                    <a:pt x="608330" y="0"/>
                  </a:moveTo>
                  <a:lnTo>
                    <a:pt x="523240" y="0"/>
                  </a:lnTo>
                  <a:lnTo>
                    <a:pt x="523240" y="1270"/>
                  </a:lnTo>
                  <a:lnTo>
                    <a:pt x="524510" y="1270"/>
                  </a:lnTo>
                  <a:lnTo>
                    <a:pt x="524510" y="3810"/>
                  </a:lnTo>
                  <a:lnTo>
                    <a:pt x="525780" y="3810"/>
                  </a:lnTo>
                  <a:lnTo>
                    <a:pt x="525780" y="5080"/>
                  </a:lnTo>
                  <a:lnTo>
                    <a:pt x="608330" y="5080"/>
                  </a:lnTo>
                  <a:lnTo>
                    <a:pt x="608330" y="3810"/>
                  </a:lnTo>
                  <a:lnTo>
                    <a:pt x="608330" y="1270"/>
                  </a:lnTo>
                  <a:lnTo>
                    <a:pt x="608330" y="0"/>
                  </a:lnTo>
                  <a:close/>
                </a:path>
              </a:pathLst>
            </a:custGeom>
            <a:solidFill>
              <a:srgbClr val="231A00"/>
            </a:solidFill>
          </p:spPr>
          <p:txBody>
            <a:bodyPr wrap="square" lIns="0" tIns="0" rIns="0" bIns="0" rtlCol="0"/>
            <a:lstStyle/>
            <a:p/>
          </p:txBody>
        </p:sp>
        <p:sp>
          <p:nvSpPr>
            <p:cNvPr id="779" name="object 779"/>
            <p:cNvSpPr/>
            <p:nvPr/>
          </p:nvSpPr>
          <p:spPr>
            <a:xfrm>
              <a:off x="4057650" y="2879089"/>
              <a:ext cx="608330" cy="7620"/>
            </a:xfrm>
            <a:custGeom>
              <a:avLst/>
              <a:gdLst/>
              <a:ahLst/>
              <a:cxnLst/>
              <a:rect l="l" t="t" r="r" b="b"/>
              <a:pathLst>
                <a:path w="608329" h="7619">
                  <a:moveTo>
                    <a:pt x="210820" y="1397"/>
                  </a:moveTo>
                  <a:lnTo>
                    <a:pt x="0" y="1397"/>
                  </a:lnTo>
                  <a:lnTo>
                    <a:pt x="0" y="7620"/>
                  </a:lnTo>
                  <a:lnTo>
                    <a:pt x="210820" y="7620"/>
                  </a:lnTo>
                  <a:lnTo>
                    <a:pt x="210820" y="1397"/>
                  </a:lnTo>
                  <a:close/>
                </a:path>
                <a:path w="608329" h="7619">
                  <a:moveTo>
                    <a:pt x="210820" y="0"/>
                  </a:moveTo>
                  <a:lnTo>
                    <a:pt x="0" y="0"/>
                  </a:lnTo>
                  <a:lnTo>
                    <a:pt x="0" y="1270"/>
                  </a:lnTo>
                  <a:lnTo>
                    <a:pt x="210820" y="1270"/>
                  </a:lnTo>
                  <a:lnTo>
                    <a:pt x="210820" y="0"/>
                  </a:lnTo>
                  <a:close/>
                </a:path>
                <a:path w="608329" h="7619">
                  <a:moveTo>
                    <a:pt x="608330" y="0"/>
                  </a:moveTo>
                  <a:lnTo>
                    <a:pt x="528320" y="0"/>
                  </a:lnTo>
                  <a:lnTo>
                    <a:pt x="528320" y="1270"/>
                  </a:lnTo>
                  <a:lnTo>
                    <a:pt x="529590" y="1270"/>
                  </a:lnTo>
                  <a:lnTo>
                    <a:pt x="529590" y="2540"/>
                  </a:lnTo>
                  <a:lnTo>
                    <a:pt x="530860" y="2540"/>
                  </a:lnTo>
                  <a:lnTo>
                    <a:pt x="530860" y="3810"/>
                  </a:lnTo>
                  <a:lnTo>
                    <a:pt x="532130" y="3810"/>
                  </a:lnTo>
                  <a:lnTo>
                    <a:pt x="532130" y="6350"/>
                  </a:lnTo>
                  <a:lnTo>
                    <a:pt x="533400" y="6350"/>
                  </a:lnTo>
                  <a:lnTo>
                    <a:pt x="533400" y="7620"/>
                  </a:lnTo>
                  <a:lnTo>
                    <a:pt x="608330" y="7620"/>
                  </a:lnTo>
                  <a:lnTo>
                    <a:pt x="608330" y="6350"/>
                  </a:lnTo>
                  <a:lnTo>
                    <a:pt x="608330" y="3810"/>
                  </a:lnTo>
                  <a:lnTo>
                    <a:pt x="608330" y="2540"/>
                  </a:lnTo>
                  <a:lnTo>
                    <a:pt x="608330" y="1270"/>
                  </a:lnTo>
                  <a:lnTo>
                    <a:pt x="608330" y="0"/>
                  </a:lnTo>
                  <a:close/>
                </a:path>
              </a:pathLst>
            </a:custGeom>
            <a:solidFill>
              <a:srgbClr val="251C00"/>
            </a:solidFill>
          </p:spPr>
          <p:txBody>
            <a:bodyPr wrap="square" lIns="0" tIns="0" rIns="0" bIns="0" rtlCol="0"/>
            <a:lstStyle/>
            <a:p/>
          </p:txBody>
        </p:sp>
        <p:sp>
          <p:nvSpPr>
            <p:cNvPr id="780" name="object 780"/>
            <p:cNvSpPr/>
            <p:nvPr/>
          </p:nvSpPr>
          <p:spPr>
            <a:xfrm>
              <a:off x="4057650" y="2886709"/>
              <a:ext cx="608330" cy="7620"/>
            </a:xfrm>
            <a:custGeom>
              <a:avLst/>
              <a:gdLst/>
              <a:ahLst/>
              <a:cxnLst/>
              <a:rect l="l" t="t" r="r" b="b"/>
              <a:pathLst>
                <a:path w="608329" h="7619">
                  <a:moveTo>
                    <a:pt x="210820" y="1282"/>
                  </a:moveTo>
                  <a:lnTo>
                    <a:pt x="0" y="1282"/>
                  </a:lnTo>
                  <a:lnTo>
                    <a:pt x="0" y="7620"/>
                  </a:lnTo>
                  <a:lnTo>
                    <a:pt x="210820" y="7620"/>
                  </a:lnTo>
                  <a:lnTo>
                    <a:pt x="210820" y="1282"/>
                  </a:lnTo>
                  <a:close/>
                </a:path>
                <a:path w="608329" h="7619">
                  <a:moveTo>
                    <a:pt x="210820" y="127"/>
                  </a:moveTo>
                  <a:lnTo>
                    <a:pt x="0" y="127"/>
                  </a:lnTo>
                  <a:lnTo>
                    <a:pt x="0" y="1270"/>
                  </a:lnTo>
                  <a:lnTo>
                    <a:pt x="210820" y="1270"/>
                  </a:lnTo>
                  <a:lnTo>
                    <a:pt x="210820" y="127"/>
                  </a:lnTo>
                  <a:close/>
                </a:path>
                <a:path w="608329" h="7619">
                  <a:moveTo>
                    <a:pt x="534670" y="0"/>
                  </a:moveTo>
                  <a:lnTo>
                    <a:pt x="533400" y="0"/>
                  </a:lnTo>
                  <a:lnTo>
                    <a:pt x="533400" y="127"/>
                  </a:lnTo>
                  <a:lnTo>
                    <a:pt x="534670" y="127"/>
                  </a:lnTo>
                  <a:lnTo>
                    <a:pt x="534670" y="0"/>
                  </a:lnTo>
                  <a:close/>
                </a:path>
                <a:path w="608329" h="7619">
                  <a:moveTo>
                    <a:pt x="608330" y="127"/>
                  </a:moveTo>
                  <a:lnTo>
                    <a:pt x="534670" y="127"/>
                  </a:lnTo>
                  <a:lnTo>
                    <a:pt x="534670" y="1270"/>
                  </a:lnTo>
                  <a:lnTo>
                    <a:pt x="535940" y="1270"/>
                  </a:lnTo>
                  <a:lnTo>
                    <a:pt x="535940" y="3810"/>
                  </a:lnTo>
                  <a:lnTo>
                    <a:pt x="537210" y="3810"/>
                  </a:lnTo>
                  <a:lnTo>
                    <a:pt x="537210" y="5080"/>
                  </a:lnTo>
                  <a:lnTo>
                    <a:pt x="538480" y="5080"/>
                  </a:lnTo>
                  <a:lnTo>
                    <a:pt x="538480" y="6350"/>
                  </a:lnTo>
                  <a:lnTo>
                    <a:pt x="539750" y="6350"/>
                  </a:lnTo>
                  <a:lnTo>
                    <a:pt x="539750" y="7620"/>
                  </a:lnTo>
                  <a:lnTo>
                    <a:pt x="608330" y="7620"/>
                  </a:lnTo>
                  <a:lnTo>
                    <a:pt x="608330" y="6350"/>
                  </a:lnTo>
                  <a:lnTo>
                    <a:pt x="608330" y="5080"/>
                  </a:lnTo>
                  <a:lnTo>
                    <a:pt x="608330" y="3810"/>
                  </a:lnTo>
                  <a:lnTo>
                    <a:pt x="608330" y="1270"/>
                  </a:lnTo>
                  <a:lnTo>
                    <a:pt x="608330" y="127"/>
                  </a:lnTo>
                  <a:close/>
                </a:path>
              </a:pathLst>
            </a:custGeom>
            <a:solidFill>
              <a:srgbClr val="271D00"/>
            </a:solidFill>
          </p:spPr>
          <p:txBody>
            <a:bodyPr wrap="square" lIns="0" tIns="0" rIns="0" bIns="0" rtlCol="0"/>
            <a:lstStyle/>
            <a:p/>
          </p:txBody>
        </p:sp>
        <p:sp>
          <p:nvSpPr>
            <p:cNvPr id="781" name="object 781"/>
            <p:cNvSpPr/>
            <p:nvPr/>
          </p:nvSpPr>
          <p:spPr>
            <a:xfrm>
              <a:off x="4057650" y="2894329"/>
              <a:ext cx="608330" cy="6350"/>
            </a:xfrm>
            <a:custGeom>
              <a:avLst/>
              <a:gdLst/>
              <a:ahLst/>
              <a:cxnLst/>
              <a:rect l="l" t="t" r="r" b="b"/>
              <a:pathLst>
                <a:path w="608329" h="6350">
                  <a:moveTo>
                    <a:pt x="210820" y="0"/>
                  </a:moveTo>
                  <a:lnTo>
                    <a:pt x="0" y="0"/>
                  </a:lnTo>
                  <a:lnTo>
                    <a:pt x="0" y="6350"/>
                  </a:lnTo>
                  <a:lnTo>
                    <a:pt x="210820" y="6350"/>
                  </a:lnTo>
                  <a:lnTo>
                    <a:pt x="210820" y="0"/>
                  </a:lnTo>
                  <a:close/>
                </a:path>
                <a:path w="608329" h="6350">
                  <a:moveTo>
                    <a:pt x="608330" y="0"/>
                  </a:moveTo>
                  <a:lnTo>
                    <a:pt x="539750" y="0"/>
                  </a:lnTo>
                  <a:lnTo>
                    <a:pt x="539750" y="1270"/>
                  </a:lnTo>
                  <a:lnTo>
                    <a:pt x="541020" y="1270"/>
                  </a:lnTo>
                  <a:lnTo>
                    <a:pt x="541020" y="3810"/>
                  </a:lnTo>
                  <a:lnTo>
                    <a:pt x="542290" y="3810"/>
                  </a:lnTo>
                  <a:lnTo>
                    <a:pt x="542290" y="5080"/>
                  </a:lnTo>
                  <a:lnTo>
                    <a:pt x="543560" y="5080"/>
                  </a:lnTo>
                  <a:lnTo>
                    <a:pt x="543560" y="6350"/>
                  </a:lnTo>
                  <a:lnTo>
                    <a:pt x="608330" y="6350"/>
                  </a:lnTo>
                  <a:lnTo>
                    <a:pt x="608330" y="5080"/>
                  </a:lnTo>
                  <a:lnTo>
                    <a:pt x="608330" y="3810"/>
                  </a:lnTo>
                  <a:lnTo>
                    <a:pt x="608330" y="1270"/>
                  </a:lnTo>
                  <a:lnTo>
                    <a:pt x="608330" y="0"/>
                  </a:lnTo>
                  <a:close/>
                </a:path>
              </a:pathLst>
            </a:custGeom>
            <a:solidFill>
              <a:srgbClr val="291F00"/>
            </a:solidFill>
          </p:spPr>
          <p:txBody>
            <a:bodyPr wrap="square" lIns="0" tIns="0" rIns="0" bIns="0" rtlCol="0"/>
            <a:lstStyle/>
            <a:p/>
          </p:txBody>
        </p:sp>
        <p:sp>
          <p:nvSpPr>
            <p:cNvPr id="782" name="object 782"/>
            <p:cNvSpPr/>
            <p:nvPr/>
          </p:nvSpPr>
          <p:spPr>
            <a:xfrm>
              <a:off x="4057650" y="290067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608330" y="0"/>
                  </a:moveTo>
                  <a:lnTo>
                    <a:pt x="543560" y="0"/>
                  </a:lnTo>
                  <a:lnTo>
                    <a:pt x="543560" y="1270"/>
                  </a:lnTo>
                  <a:lnTo>
                    <a:pt x="544830" y="1270"/>
                  </a:lnTo>
                  <a:lnTo>
                    <a:pt x="544830" y="3810"/>
                  </a:lnTo>
                  <a:lnTo>
                    <a:pt x="546100" y="3810"/>
                  </a:lnTo>
                  <a:lnTo>
                    <a:pt x="546100" y="5080"/>
                  </a:lnTo>
                  <a:lnTo>
                    <a:pt x="547370" y="5080"/>
                  </a:lnTo>
                  <a:lnTo>
                    <a:pt x="547370" y="7620"/>
                  </a:lnTo>
                  <a:lnTo>
                    <a:pt x="608330" y="7620"/>
                  </a:lnTo>
                  <a:lnTo>
                    <a:pt x="608330" y="5080"/>
                  </a:lnTo>
                  <a:lnTo>
                    <a:pt x="608330" y="3810"/>
                  </a:lnTo>
                  <a:lnTo>
                    <a:pt x="608330" y="1270"/>
                  </a:lnTo>
                  <a:lnTo>
                    <a:pt x="608330" y="0"/>
                  </a:lnTo>
                  <a:close/>
                </a:path>
              </a:pathLst>
            </a:custGeom>
            <a:solidFill>
              <a:srgbClr val="2B2000"/>
            </a:solidFill>
          </p:spPr>
          <p:txBody>
            <a:bodyPr wrap="square" lIns="0" tIns="0" rIns="0" bIns="0" rtlCol="0"/>
            <a:lstStyle/>
            <a:p/>
          </p:txBody>
        </p:sp>
        <p:sp>
          <p:nvSpPr>
            <p:cNvPr id="783" name="object 783"/>
            <p:cNvSpPr/>
            <p:nvPr/>
          </p:nvSpPr>
          <p:spPr>
            <a:xfrm>
              <a:off x="4057650" y="2908299"/>
              <a:ext cx="608330" cy="7620"/>
            </a:xfrm>
            <a:custGeom>
              <a:avLst/>
              <a:gdLst/>
              <a:ahLst/>
              <a:cxnLst/>
              <a:rect l="l" t="t" r="r" b="b"/>
              <a:pathLst>
                <a:path w="608329" h="7619">
                  <a:moveTo>
                    <a:pt x="210820" y="5092"/>
                  </a:moveTo>
                  <a:lnTo>
                    <a:pt x="0" y="5092"/>
                  </a:lnTo>
                  <a:lnTo>
                    <a:pt x="0" y="7620"/>
                  </a:lnTo>
                  <a:lnTo>
                    <a:pt x="210820" y="7620"/>
                  </a:lnTo>
                  <a:lnTo>
                    <a:pt x="210820" y="5092"/>
                  </a:lnTo>
                  <a:close/>
                </a:path>
                <a:path w="608329" h="7619">
                  <a:moveTo>
                    <a:pt x="210820" y="0"/>
                  </a:moveTo>
                  <a:lnTo>
                    <a:pt x="0" y="0"/>
                  </a:lnTo>
                  <a:lnTo>
                    <a:pt x="0" y="5080"/>
                  </a:lnTo>
                  <a:lnTo>
                    <a:pt x="210820" y="5080"/>
                  </a:lnTo>
                  <a:lnTo>
                    <a:pt x="210820" y="0"/>
                  </a:lnTo>
                  <a:close/>
                </a:path>
                <a:path w="608329" h="7619">
                  <a:moveTo>
                    <a:pt x="608330" y="5092"/>
                  </a:moveTo>
                  <a:lnTo>
                    <a:pt x="551180" y="5092"/>
                  </a:lnTo>
                  <a:lnTo>
                    <a:pt x="551180" y="7620"/>
                  </a:lnTo>
                  <a:lnTo>
                    <a:pt x="608330" y="7620"/>
                  </a:lnTo>
                  <a:lnTo>
                    <a:pt x="608330" y="5092"/>
                  </a:lnTo>
                  <a:close/>
                </a:path>
                <a:path w="608329" h="7619">
                  <a:moveTo>
                    <a:pt x="608330" y="0"/>
                  </a:moveTo>
                  <a:lnTo>
                    <a:pt x="548640" y="0"/>
                  </a:lnTo>
                  <a:lnTo>
                    <a:pt x="548640" y="2540"/>
                  </a:lnTo>
                  <a:lnTo>
                    <a:pt x="549910" y="2540"/>
                  </a:lnTo>
                  <a:lnTo>
                    <a:pt x="549910" y="5080"/>
                  </a:lnTo>
                  <a:lnTo>
                    <a:pt x="608330" y="5080"/>
                  </a:lnTo>
                  <a:lnTo>
                    <a:pt x="608330" y="2540"/>
                  </a:lnTo>
                  <a:lnTo>
                    <a:pt x="608330" y="0"/>
                  </a:lnTo>
                  <a:close/>
                </a:path>
              </a:pathLst>
            </a:custGeom>
            <a:solidFill>
              <a:srgbClr val="2D2200"/>
            </a:solidFill>
          </p:spPr>
          <p:txBody>
            <a:bodyPr wrap="square" lIns="0" tIns="0" rIns="0" bIns="0" rtlCol="0"/>
            <a:lstStyle/>
            <a:p/>
          </p:txBody>
        </p:sp>
        <p:sp>
          <p:nvSpPr>
            <p:cNvPr id="784" name="object 784"/>
            <p:cNvSpPr/>
            <p:nvPr/>
          </p:nvSpPr>
          <p:spPr>
            <a:xfrm>
              <a:off x="4057650" y="291591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608330" y="0"/>
                  </a:moveTo>
                  <a:lnTo>
                    <a:pt x="552450" y="0"/>
                  </a:lnTo>
                  <a:lnTo>
                    <a:pt x="552450" y="2540"/>
                  </a:lnTo>
                  <a:lnTo>
                    <a:pt x="553720" y="2540"/>
                  </a:lnTo>
                  <a:lnTo>
                    <a:pt x="553720" y="5080"/>
                  </a:lnTo>
                  <a:lnTo>
                    <a:pt x="554990" y="5080"/>
                  </a:lnTo>
                  <a:lnTo>
                    <a:pt x="554990" y="7620"/>
                  </a:lnTo>
                  <a:lnTo>
                    <a:pt x="608330" y="7620"/>
                  </a:lnTo>
                  <a:lnTo>
                    <a:pt x="608330" y="5080"/>
                  </a:lnTo>
                  <a:lnTo>
                    <a:pt x="608330" y="2540"/>
                  </a:lnTo>
                  <a:lnTo>
                    <a:pt x="608330" y="0"/>
                  </a:lnTo>
                  <a:close/>
                </a:path>
              </a:pathLst>
            </a:custGeom>
            <a:solidFill>
              <a:srgbClr val="2F2300"/>
            </a:solidFill>
          </p:spPr>
          <p:txBody>
            <a:bodyPr wrap="square" lIns="0" tIns="0" rIns="0" bIns="0" rtlCol="0"/>
            <a:lstStyle/>
            <a:p/>
          </p:txBody>
        </p:sp>
        <p:sp>
          <p:nvSpPr>
            <p:cNvPr id="785" name="object 785"/>
            <p:cNvSpPr/>
            <p:nvPr/>
          </p:nvSpPr>
          <p:spPr>
            <a:xfrm>
              <a:off x="4057650" y="2923539"/>
              <a:ext cx="608330" cy="6350"/>
            </a:xfrm>
            <a:custGeom>
              <a:avLst/>
              <a:gdLst/>
              <a:ahLst/>
              <a:cxnLst/>
              <a:rect l="l" t="t" r="r" b="b"/>
              <a:pathLst>
                <a:path w="608329" h="6350">
                  <a:moveTo>
                    <a:pt x="210820" y="0"/>
                  </a:moveTo>
                  <a:lnTo>
                    <a:pt x="0" y="0"/>
                  </a:lnTo>
                  <a:lnTo>
                    <a:pt x="0" y="6350"/>
                  </a:lnTo>
                  <a:lnTo>
                    <a:pt x="210820" y="6350"/>
                  </a:lnTo>
                  <a:lnTo>
                    <a:pt x="210820" y="0"/>
                  </a:lnTo>
                  <a:close/>
                </a:path>
                <a:path w="608329" h="6350">
                  <a:moveTo>
                    <a:pt x="608330" y="0"/>
                  </a:moveTo>
                  <a:lnTo>
                    <a:pt x="556260" y="0"/>
                  </a:lnTo>
                  <a:lnTo>
                    <a:pt x="556260" y="3810"/>
                  </a:lnTo>
                  <a:lnTo>
                    <a:pt x="557530" y="3810"/>
                  </a:lnTo>
                  <a:lnTo>
                    <a:pt x="557530" y="6350"/>
                  </a:lnTo>
                  <a:lnTo>
                    <a:pt x="608330" y="6350"/>
                  </a:lnTo>
                  <a:lnTo>
                    <a:pt x="608330" y="3810"/>
                  </a:lnTo>
                  <a:lnTo>
                    <a:pt x="608330" y="0"/>
                  </a:lnTo>
                  <a:close/>
                </a:path>
              </a:pathLst>
            </a:custGeom>
            <a:solidFill>
              <a:srgbClr val="332500"/>
            </a:solidFill>
          </p:spPr>
          <p:txBody>
            <a:bodyPr wrap="square" lIns="0" tIns="0" rIns="0" bIns="0" rtlCol="0"/>
            <a:lstStyle/>
            <a:p/>
          </p:txBody>
        </p:sp>
        <p:sp>
          <p:nvSpPr>
            <p:cNvPr id="786" name="object 786"/>
            <p:cNvSpPr/>
            <p:nvPr/>
          </p:nvSpPr>
          <p:spPr>
            <a:xfrm>
              <a:off x="4057650" y="292988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608330" y="0"/>
                  </a:moveTo>
                  <a:lnTo>
                    <a:pt x="557530" y="0"/>
                  </a:lnTo>
                  <a:lnTo>
                    <a:pt x="557530" y="1270"/>
                  </a:lnTo>
                  <a:lnTo>
                    <a:pt x="558800" y="1270"/>
                  </a:lnTo>
                  <a:lnTo>
                    <a:pt x="558800" y="3810"/>
                  </a:lnTo>
                  <a:lnTo>
                    <a:pt x="560070" y="3810"/>
                  </a:lnTo>
                  <a:lnTo>
                    <a:pt x="560070" y="7620"/>
                  </a:lnTo>
                  <a:lnTo>
                    <a:pt x="608330" y="7620"/>
                  </a:lnTo>
                  <a:lnTo>
                    <a:pt x="608330" y="3810"/>
                  </a:lnTo>
                  <a:lnTo>
                    <a:pt x="608330" y="1270"/>
                  </a:lnTo>
                  <a:lnTo>
                    <a:pt x="608330" y="0"/>
                  </a:lnTo>
                  <a:close/>
                </a:path>
              </a:pathLst>
            </a:custGeom>
            <a:solidFill>
              <a:srgbClr val="342600"/>
            </a:solidFill>
          </p:spPr>
          <p:txBody>
            <a:bodyPr wrap="square" lIns="0" tIns="0" rIns="0" bIns="0" rtlCol="0"/>
            <a:lstStyle/>
            <a:p/>
          </p:txBody>
        </p:sp>
        <p:sp>
          <p:nvSpPr>
            <p:cNvPr id="787" name="object 787"/>
            <p:cNvSpPr/>
            <p:nvPr/>
          </p:nvSpPr>
          <p:spPr>
            <a:xfrm>
              <a:off x="4057650" y="293750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608330" y="0"/>
                  </a:moveTo>
                  <a:lnTo>
                    <a:pt x="561340" y="0"/>
                  </a:lnTo>
                  <a:lnTo>
                    <a:pt x="561340" y="3810"/>
                  </a:lnTo>
                  <a:lnTo>
                    <a:pt x="562610" y="3810"/>
                  </a:lnTo>
                  <a:lnTo>
                    <a:pt x="562610" y="7620"/>
                  </a:lnTo>
                  <a:lnTo>
                    <a:pt x="608330" y="7620"/>
                  </a:lnTo>
                  <a:lnTo>
                    <a:pt x="608330" y="3810"/>
                  </a:lnTo>
                  <a:lnTo>
                    <a:pt x="608330" y="0"/>
                  </a:lnTo>
                  <a:close/>
                </a:path>
              </a:pathLst>
            </a:custGeom>
            <a:solidFill>
              <a:srgbClr val="362800"/>
            </a:solidFill>
          </p:spPr>
          <p:txBody>
            <a:bodyPr wrap="square" lIns="0" tIns="0" rIns="0" bIns="0" rtlCol="0"/>
            <a:lstStyle/>
            <a:p/>
          </p:txBody>
        </p:sp>
        <p:sp>
          <p:nvSpPr>
            <p:cNvPr id="788" name="object 788"/>
            <p:cNvSpPr/>
            <p:nvPr/>
          </p:nvSpPr>
          <p:spPr>
            <a:xfrm>
              <a:off x="4057650" y="2945129"/>
              <a:ext cx="608330" cy="6350"/>
            </a:xfrm>
            <a:custGeom>
              <a:avLst/>
              <a:gdLst/>
              <a:ahLst/>
              <a:cxnLst/>
              <a:rect l="l" t="t" r="r" b="b"/>
              <a:pathLst>
                <a:path w="608329" h="6350">
                  <a:moveTo>
                    <a:pt x="210820" y="0"/>
                  </a:moveTo>
                  <a:lnTo>
                    <a:pt x="0" y="0"/>
                  </a:lnTo>
                  <a:lnTo>
                    <a:pt x="0" y="6350"/>
                  </a:lnTo>
                  <a:lnTo>
                    <a:pt x="210820" y="6350"/>
                  </a:lnTo>
                  <a:lnTo>
                    <a:pt x="210820" y="0"/>
                  </a:lnTo>
                  <a:close/>
                </a:path>
                <a:path w="608329" h="6350">
                  <a:moveTo>
                    <a:pt x="608330" y="0"/>
                  </a:moveTo>
                  <a:lnTo>
                    <a:pt x="563880" y="0"/>
                  </a:lnTo>
                  <a:lnTo>
                    <a:pt x="563880" y="2540"/>
                  </a:lnTo>
                  <a:lnTo>
                    <a:pt x="565150" y="2540"/>
                  </a:lnTo>
                  <a:lnTo>
                    <a:pt x="565150" y="6350"/>
                  </a:lnTo>
                  <a:lnTo>
                    <a:pt x="608330" y="6350"/>
                  </a:lnTo>
                  <a:lnTo>
                    <a:pt x="608330" y="2540"/>
                  </a:lnTo>
                  <a:lnTo>
                    <a:pt x="608330" y="0"/>
                  </a:lnTo>
                  <a:close/>
                </a:path>
              </a:pathLst>
            </a:custGeom>
            <a:solidFill>
              <a:srgbClr val="382900"/>
            </a:solidFill>
          </p:spPr>
          <p:txBody>
            <a:bodyPr wrap="square" lIns="0" tIns="0" rIns="0" bIns="0" rtlCol="0"/>
            <a:lstStyle/>
            <a:p/>
          </p:txBody>
        </p:sp>
        <p:sp>
          <p:nvSpPr>
            <p:cNvPr id="789" name="object 789"/>
            <p:cNvSpPr/>
            <p:nvPr/>
          </p:nvSpPr>
          <p:spPr>
            <a:xfrm>
              <a:off x="4057650" y="295147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420370" y="5080"/>
                  </a:moveTo>
                  <a:lnTo>
                    <a:pt x="394970" y="5080"/>
                  </a:lnTo>
                  <a:lnTo>
                    <a:pt x="394970" y="7620"/>
                  </a:lnTo>
                  <a:lnTo>
                    <a:pt x="420370" y="7620"/>
                  </a:lnTo>
                  <a:lnTo>
                    <a:pt x="420370" y="5080"/>
                  </a:lnTo>
                  <a:close/>
                </a:path>
                <a:path w="608329" h="7619">
                  <a:moveTo>
                    <a:pt x="608330" y="0"/>
                  </a:moveTo>
                  <a:lnTo>
                    <a:pt x="566420" y="0"/>
                  </a:lnTo>
                  <a:lnTo>
                    <a:pt x="566420" y="3810"/>
                  </a:lnTo>
                  <a:lnTo>
                    <a:pt x="567690" y="3810"/>
                  </a:lnTo>
                  <a:lnTo>
                    <a:pt x="567690" y="7620"/>
                  </a:lnTo>
                  <a:lnTo>
                    <a:pt x="608330" y="7620"/>
                  </a:lnTo>
                  <a:lnTo>
                    <a:pt x="608330" y="3810"/>
                  </a:lnTo>
                  <a:lnTo>
                    <a:pt x="608330" y="0"/>
                  </a:lnTo>
                  <a:close/>
                </a:path>
              </a:pathLst>
            </a:custGeom>
            <a:solidFill>
              <a:srgbClr val="3A2B00"/>
            </a:solidFill>
          </p:spPr>
          <p:txBody>
            <a:bodyPr wrap="square" lIns="0" tIns="0" rIns="0" bIns="0" rtlCol="0"/>
            <a:lstStyle/>
            <a:p/>
          </p:txBody>
        </p:sp>
        <p:sp>
          <p:nvSpPr>
            <p:cNvPr id="790" name="object 790"/>
            <p:cNvSpPr/>
            <p:nvPr/>
          </p:nvSpPr>
          <p:spPr>
            <a:xfrm>
              <a:off x="4057650" y="295909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420370" y="0"/>
                  </a:moveTo>
                  <a:lnTo>
                    <a:pt x="394970" y="0"/>
                  </a:lnTo>
                  <a:lnTo>
                    <a:pt x="394970" y="2540"/>
                  </a:lnTo>
                  <a:lnTo>
                    <a:pt x="393700" y="2540"/>
                  </a:lnTo>
                  <a:lnTo>
                    <a:pt x="393700" y="7620"/>
                  </a:lnTo>
                  <a:lnTo>
                    <a:pt x="420357" y="7620"/>
                  </a:lnTo>
                  <a:lnTo>
                    <a:pt x="420357" y="2540"/>
                  </a:lnTo>
                  <a:lnTo>
                    <a:pt x="420370" y="0"/>
                  </a:lnTo>
                  <a:close/>
                </a:path>
                <a:path w="608329" h="7619">
                  <a:moveTo>
                    <a:pt x="608330" y="0"/>
                  </a:moveTo>
                  <a:lnTo>
                    <a:pt x="568960" y="0"/>
                  </a:lnTo>
                  <a:lnTo>
                    <a:pt x="568960" y="3810"/>
                  </a:lnTo>
                  <a:lnTo>
                    <a:pt x="570230" y="3810"/>
                  </a:lnTo>
                  <a:lnTo>
                    <a:pt x="570230" y="7620"/>
                  </a:lnTo>
                  <a:lnTo>
                    <a:pt x="608330" y="7620"/>
                  </a:lnTo>
                  <a:lnTo>
                    <a:pt x="608330" y="3810"/>
                  </a:lnTo>
                  <a:lnTo>
                    <a:pt x="608330" y="0"/>
                  </a:lnTo>
                  <a:close/>
                </a:path>
              </a:pathLst>
            </a:custGeom>
            <a:solidFill>
              <a:srgbClr val="3C2C00"/>
            </a:solidFill>
          </p:spPr>
          <p:txBody>
            <a:bodyPr wrap="square" lIns="0" tIns="0" rIns="0" bIns="0" rtlCol="0"/>
            <a:lstStyle/>
            <a:p/>
          </p:txBody>
        </p:sp>
        <p:sp>
          <p:nvSpPr>
            <p:cNvPr id="791" name="object 791"/>
            <p:cNvSpPr/>
            <p:nvPr/>
          </p:nvSpPr>
          <p:spPr>
            <a:xfrm>
              <a:off x="4057650" y="2966719"/>
              <a:ext cx="608330" cy="6350"/>
            </a:xfrm>
            <a:custGeom>
              <a:avLst/>
              <a:gdLst/>
              <a:ahLst/>
              <a:cxnLst/>
              <a:rect l="l" t="t" r="r" b="b"/>
              <a:pathLst>
                <a:path w="608329" h="6350">
                  <a:moveTo>
                    <a:pt x="210820" y="3822"/>
                  </a:moveTo>
                  <a:lnTo>
                    <a:pt x="0" y="3822"/>
                  </a:lnTo>
                  <a:lnTo>
                    <a:pt x="0" y="6350"/>
                  </a:lnTo>
                  <a:lnTo>
                    <a:pt x="210820" y="6350"/>
                  </a:lnTo>
                  <a:lnTo>
                    <a:pt x="210820" y="3822"/>
                  </a:lnTo>
                  <a:close/>
                </a:path>
                <a:path w="608329" h="6350">
                  <a:moveTo>
                    <a:pt x="210820" y="0"/>
                  </a:moveTo>
                  <a:lnTo>
                    <a:pt x="0" y="0"/>
                  </a:lnTo>
                  <a:lnTo>
                    <a:pt x="0" y="3810"/>
                  </a:lnTo>
                  <a:lnTo>
                    <a:pt x="210820" y="3810"/>
                  </a:lnTo>
                  <a:lnTo>
                    <a:pt x="210820" y="0"/>
                  </a:lnTo>
                  <a:close/>
                </a:path>
                <a:path w="608329" h="6350">
                  <a:moveTo>
                    <a:pt x="420357" y="3822"/>
                  </a:moveTo>
                  <a:lnTo>
                    <a:pt x="392430" y="3822"/>
                  </a:lnTo>
                  <a:lnTo>
                    <a:pt x="392430" y="6350"/>
                  </a:lnTo>
                  <a:lnTo>
                    <a:pt x="420357" y="6350"/>
                  </a:lnTo>
                  <a:lnTo>
                    <a:pt x="420357" y="3822"/>
                  </a:lnTo>
                  <a:close/>
                </a:path>
                <a:path w="608329" h="6350">
                  <a:moveTo>
                    <a:pt x="420357" y="0"/>
                  </a:moveTo>
                  <a:lnTo>
                    <a:pt x="393700" y="0"/>
                  </a:lnTo>
                  <a:lnTo>
                    <a:pt x="393700" y="2540"/>
                  </a:lnTo>
                  <a:lnTo>
                    <a:pt x="392430" y="2540"/>
                  </a:lnTo>
                  <a:lnTo>
                    <a:pt x="392430" y="3810"/>
                  </a:lnTo>
                  <a:lnTo>
                    <a:pt x="420357" y="3810"/>
                  </a:lnTo>
                  <a:lnTo>
                    <a:pt x="420357" y="2540"/>
                  </a:lnTo>
                  <a:lnTo>
                    <a:pt x="420357" y="0"/>
                  </a:lnTo>
                  <a:close/>
                </a:path>
                <a:path w="608329" h="6350">
                  <a:moveTo>
                    <a:pt x="608330" y="3822"/>
                  </a:moveTo>
                  <a:lnTo>
                    <a:pt x="572770" y="3822"/>
                  </a:lnTo>
                  <a:lnTo>
                    <a:pt x="572770" y="6350"/>
                  </a:lnTo>
                  <a:lnTo>
                    <a:pt x="608330" y="6350"/>
                  </a:lnTo>
                  <a:lnTo>
                    <a:pt x="608330" y="3822"/>
                  </a:lnTo>
                  <a:close/>
                </a:path>
                <a:path w="608329" h="6350">
                  <a:moveTo>
                    <a:pt x="608330" y="0"/>
                  </a:moveTo>
                  <a:lnTo>
                    <a:pt x="571500" y="0"/>
                  </a:lnTo>
                  <a:lnTo>
                    <a:pt x="571500" y="3810"/>
                  </a:lnTo>
                  <a:lnTo>
                    <a:pt x="608330" y="3810"/>
                  </a:lnTo>
                  <a:lnTo>
                    <a:pt x="608330" y="0"/>
                  </a:lnTo>
                  <a:close/>
                </a:path>
              </a:pathLst>
            </a:custGeom>
            <a:solidFill>
              <a:srgbClr val="3E2E00"/>
            </a:solidFill>
          </p:spPr>
          <p:txBody>
            <a:bodyPr wrap="square" lIns="0" tIns="0" rIns="0" bIns="0" rtlCol="0"/>
            <a:lstStyle/>
            <a:p/>
          </p:txBody>
        </p:sp>
        <p:sp>
          <p:nvSpPr>
            <p:cNvPr id="792" name="object 792"/>
            <p:cNvSpPr/>
            <p:nvPr/>
          </p:nvSpPr>
          <p:spPr>
            <a:xfrm>
              <a:off x="4057650" y="2973069"/>
              <a:ext cx="608330" cy="7620"/>
            </a:xfrm>
            <a:custGeom>
              <a:avLst/>
              <a:gdLst/>
              <a:ahLst/>
              <a:cxnLst/>
              <a:rect l="l" t="t" r="r" b="b"/>
              <a:pathLst>
                <a:path w="608329" h="7619">
                  <a:moveTo>
                    <a:pt x="210820" y="0"/>
                  </a:moveTo>
                  <a:lnTo>
                    <a:pt x="0" y="0"/>
                  </a:lnTo>
                  <a:lnTo>
                    <a:pt x="0" y="7620"/>
                  </a:lnTo>
                  <a:lnTo>
                    <a:pt x="210820" y="7620"/>
                  </a:lnTo>
                  <a:lnTo>
                    <a:pt x="210820" y="0"/>
                  </a:lnTo>
                  <a:close/>
                </a:path>
                <a:path w="608329" h="7619">
                  <a:moveTo>
                    <a:pt x="420357" y="0"/>
                  </a:moveTo>
                  <a:lnTo>
                    <a:pt x="392430" y="0"/>
                  </a:lnTo>
                  <a:lnTo>
                    <a:pt x="392430" y="3810"/>
                  </a:lnTo>
                  <a:lnTo>
                    <a:pt x="391160" y="3810"/>
                  </a:lnTo>
                  <a:lnTo>
                    <a:pt x="391160" y="7620"/>
                  </a:lnTo>
                  <a:lnTo>
                    <a:pt x="420357" y="7620"/>
                  </a:lnTo>
                  <a:lnTo>
                    <a:pt x="420357" y="3810"/>
                  </a:lnTo>
                  <a:lnTo>
                    <a:pt x="420357" y="0"/>
                  </a:lnTo>
                  <a:close/>
                </a:path>
                <a:path w="608329" h="7619">
                  <a:moveTo>
                    <a:pt x="608330" y="0"/>
                  </a:moveTo>
                  <a:lnTo>
                    <a:pt x="572770" y="0"/>
                  </a:lnTo>
                  <a:lnTo>
                    <a:pt x="572770" y="2540"/>
                  </a:lnTo>
                  <a:lnTo>
                    <a:pt x="574040" y="2540"/>
                  </a:lnTo>
                  <a:lnTo>
                    <a:pt x="574040" y="7620"/>
                  </a:lnTo>
                  <a:lnTo>
                    <a:pt x="608330" y="7620"/>
                  </a:lnTo>
                  <a:lnTo>
                    <a:pt x="608330" y="2540"/>
                  </a:lnTo>
                  <a:lnTo>
                    <a:pt x="608330" y="0"/>
                  </a:lnTo>
                  <a:close/>
                </a:path>
              </a:pathLst>
            </a:custGeom>
            <a:solidFill>
              <a:srgbClr val="402F00"/>
            </a:solidFill>
          </p:spPr>
          <p:txBody>
            <a:bodyPr wrap="square" lIns="0" tIns="0" rIns="0" bIns="0" rtlCol="0"/>
            <a:lstStyle/>
            <a:p/>
          </p:txBody>
        </p:sp>
        <p:sp>
          <p:nvSpPr>
            <p:cNvPr id="793" name="object 793"/>
            <p:cNvSpPr/>
            <p:nvPr/>
          </p:nvSpPr>
          <p:spPr>
            <a:xfrm>
              <a:off x="4057650" y="2980689"/>
              <a:ext cx="608330" cy="7620"/>
            </a:xfrm>
            <a:custGeom>
              <a:avLst/>
              <a:gdLst/>
              <a:ahLst/>
              <a:cxnLst/>
              <a:rect l="l" t="t" r="r" b="b"/>
              <a:pathLst>
                <a:path w="608329" h="7619">
                  <a:moveTo>
                    <a:pt x="210820" y="0"/>
                  </a:moveTo>
                  <a:lnTo>
                    <a:pt x="0" y="0"/>
                  </a:lnTo>
                  <a:lnTo>
                    <a:pt x="0" y="1270"/>
                  </a:lnTo>
                  <a:lnTo>
                    <a:pt x="0" y="7620"/>
                  </a:lnTo>
                  <a:lnTo>
                    <a:pt x="209550" y="7620"/>
                  </a:lnTo>
                  <a:lnTo>
                    <a:pt x="209550" y="1270"/>
                  </a:lnTo>
                  <a:lnTo>
                    <a:pt x="210820" y="1270"/>
                  </a:lnTo>
                  <a:lnTo>
                    <a:pt x="210820" y="0"/>
                  </a:lnTo>
                  <a:close/>
                </a:path>
                <a:path w="608329" h="7619">
                  <a:moveTo>
                    <a:pt x="420357" y="0"/>
                  </a:moveTo>
                  <a:lnTo>
                    <a:pt x="391160" y="0"/>
                  </a:lnTo>
                  <a:lnTo>
                    <a:pt x="391160" y="6350"/>
                  </a:lnTo>
                  <a:lnTo>
                    <a:pt x="389890" y="6350"/>
                  </a:lnTo>
                  <a:lnTo>
                    <a:pt x="389890" y="7620"/>
                  </a:lnTo>
                  <a:lnTo>
                    <a:pt x="420357" y="7620"/>
                  </a:lnTo>
                  <a:lnTo>
                    <a:pt x="420357" y="6350"/>
                  </a:lnTo>
                  <a:lnTo>
                    <a:pt x="420357" y="0"/>
                  </a:lnTo>
                  <a:close/>
                </a:path>
                <a:path w="608329" h="7619">
                  <a:moveTo>
                    <a:pt x="608330" y="0"/>
                  </a:moveTo>
                  <a:lnTo>
                    <a:pt x="575310" y="0"/>
                  </a:lnTo>
                  <a:lnTo>
                    <a:pt x="575310" y="5080"/>
                  </a:lnTo>
                  <a:lnTo>
                    <a:pt x="576580" y="5080"/>
                  </a:lnTo>
                  <a:lnTo>
                    <a:pt x="576580" y="7620"/>
                  </a:lnTo>
                  <a:lnTo>
                    <a:pt x="608330" y="7620"/>
                  </a:lnTo>
                  <a:lnTo>
                    <a:pt x="608330" y="5080"/>
                  </a:lnTo>
                  <a:lnTo>
                    <a:pt x="608330" y="0"/>
                  </a:lnTo>
                  <a:close/>
                </a:path>
              </a:pathLst>
            </a:custGeom>
            <a:solidFill>
              <a:srgbClr val="423100"/>
            </a:solidFill>
          </p:spPr>
          <p:txBody>
            <a:bodyPr wrap="square" lIns="0" tIns="0" rIns="0" bIns="0" rtlCol="0"/>
            <a:lstStyle/>
            <a:p/>
          </p:txBody>
        </p:sp>
        <p:sp>
          <p:nvSpPr>
            <p:cNvPr id="794" name="object 794"/>
            <p:cNvSpPr/>
            <p:nvPr/>
          </p:nvSpPr>
          <p:spPr>
            <a:xfrm>
              <a:off x="4057650" y="2988309"/>
              <a:ext cx="608330" cy="6350"/>
            </a:xfrm>
            <a:custGeom>
              <a:avLst/>
              <a:gdLst/>
              <a:ahLst/>
              <a:cxnLst/>
              <a:rect l="l" t="t" r="r" b="b"/>
              <a:pathLst>
                <a:path w="608329" h="6350">
                  <a:moveTo>
                    <a:pt x="209550" y="0"/>
                  </a:moveTo>
                  <a:lnTo>
                    <a:pt x="0" y="0"/>
                  </a:lnTo>
                  <a:lnTo>
                    <a:pt x="0" y="6350"/>
                  </a:lnTo>
                  <a:lnTo>
                    <a:pt x="209550" y="6350"/>
                  </a:lnTo>
                  <a:lnTo>
                    <a:pt x="209550" y="0"/>
                  </a:lnTo>
                  <a:close/>
                </a:path>
                <a:path w="608329" h="6350">
                  <a:moveTo>
                    <a:pt x="420370" y="0"/>
                  </a:moveTo>
                  <a:lnTo>
                    <a:pt x="389890" y="0"/>
                  </a:lnTo>
                  <a:lnTo>
                    <a:pt x="389890" y="6350"/>
                  </a:lnTo>
                  <a:lnTo>
                    <a:pt x="420370" y="6350"/>
                  </a:lnTo>
                  <a:lnTo>
                    <a:pt x="420370" y="0"/>
                  </a:lnTo>
                  <a:close/>
                </a:path>
                <a:path w="608329" h="6350">
                  <a:moveTo>
                    <a:pt x="608330" y="0"/>
                  </a:moveTo>
                  <a:lnTo>
                    <a:pt x="576580" y="0"/>
                  </a:lnTo>
                  <a:lnTo>
                    <a:pt x="576580" y="2540"/>
                  </a:lnTo>
                  <a:lnTo>
                    <a:pt x="577850" y="2540"/>
                  </a:lnTo>
                  <a:lnTo>
                    <a:pt x="577850" y="6350"/>
                  </a:lnTo>
                  <a:lnTo>
                    <a:pt x="608330" y="6350"/>
                  </a:lnTo>
                  <a:lnTo>
                    <a:pt x="608330" y="2540"/>
                  </a:lnTo>
                  <a:lnTo>
                    <a:pt x="608330" y="0"/>
                  </a:lnTo>
                  <a:close/>
                </a:path>
              </a:pathLst>
            </a:custGeom>
            <a:solidFill>
              <a:srgbClr val="443300"/>
            </a:solidFill>
          </p:spPr>
          <p:txBody>
            <a:bodyPr wrap="square" lIns="0" tIns="0" rIns="0" bIns="0" rtlCol="0"/>
            <a:lstStyle/>
            <a:p/>
          </p:txBody>
        </p:sp>
        <p:sp>
          <p:nvSpPr>
            <p:cNvPr id="795" name="object 795"/>
            <p:cNvSpPr/>
            <p:nvPr/>
          </p:nvSpPr>
          <p:spPr>
            <a:xfrm>
              <a:off x="4057650" y="2994659"/>
              <a:ext cx="608330" cy="7620"/>
            </a:xfrm>
            <a:custGeom>
              <a:avLst/>
              <a:gdLst/>
              <a:ahLst/>
              <a:cxnLst/>
              <a:rect l="l" t="t" r="r" b="b"/>
              <a:pathLst>
                <a:path w="608329" h="7619">
                  <a:moveTo>
                    <a:pt x="209550" y="0"/>
                  </a:moveTo>
                  <a:lnTo>
                    <a:pt x="0" y="0"/>
                  </a:lnTo>
                  <a:lnTo>
                    <a:pt x="0" y="7620"/>
                  </a:lnTo>
                  <a:lnTo>
                    <a:pt x="209550" y="7620"/>
                  </a:lnTo>
                  <a:lnTo>
                    <a:pt x="209550" y="0"/>
                  </a:lnTo>
                  <a:close/>
                </a:path>
                <a:path w="608329" h="7619">
                  <a:moveTo>
                    <a:pt x="420370" y="0"/>
                  </a:moveTo>
                  <a:lnTo>
                    <a:pt x="389890" y="0"/>
                  </a:lnTo>
                  <a:lnTo>
                    <a:pt x="389890" y="5080"/>
                  </a:lnTo>
                  <a:lnTo>
                    <a:pt x="388620" y="5080"/>
                  </a:lnTo>
                  <a:lnTo>
                    <a:pt x="388620" y="7620"/>
                  </a:lnTo>
                  <a:lnTo>
                    <a:pt x="420370" y="7620"/>
                  </a:lnTo>
                  <a:lnTo>
                    <a:pt x="420370" y="5080"/>
                  </a:lnTo>
                  <a:lnTo>
                    <a:pt x="420370" y="0"/>
                  </a:lnTo>
                  <a:close/>
                </a:path>
                <a:path w="608329" h="7619">
                  <a:moveTo>
                    <a:pt x="608330" y="0"/>
                  </a:moveTo>
                  <a:lnTo>
                    <a:pt x="577850" y="0"/>
                  </a:lnTo>
                  <a:lnTo>
                    <a:pt x="577850" y="2540"/>
                  </a:lnTo>
                  <a:lnTo>
                    <a:pt x="579120" y="2540"/>
                  </a:lnTo>
                  <a:lnTo>
                    <a:pt x="579120" y="7620"/>
                  </a:lnTo>
                  <a:lnTo>
                    <a:pt x="608330" y="7620"/>
                  </a:lnTo>
                  <a:lnTo>
                    <a:pt x="608330" y="2540"/>
                  </a:lnTo>
                  <a:lnTo>
                    <a:pt x="608330" y="0"/>
                  </a:lnTo>
                  <a:close/>
                </a:path>
              </a:pathLst>
            </a:custGeom>
            <a:solidFill>
              <a:srgbClr val="463400"/>
            </a:solidFill>
          </p:spPr>
          <p:txBody>
            <a:bodyPr wrap="square" lIns="0" tIns="0" rIns="0" bIns="0" rtlCol="0"/>
            <a:lstStyle/>
            <a:p/>
          </p:txBody>
        </p:sp>
        <p:sp>
          <p:nvSpPr>
            <p:cNvPr id="796" name="object 796"/>
            <p:cNvSpPr/>
            <p:nvPr/>
          </p:nvSpPr>
          <p:spPr>
            <a:xfrm>
              <a:off x="4057650" y="3002279"/>
              <a:ext cx="608330" cy="7620"/>
            </a:xfrm>
            <a:custGeom>
              <a:avLst/>
              <a:gdLst/>
              <a:ahLst/>
              <a:cxnLst/>
              <a:rect l="l" t="t" r="r" b="b"/>
              <a:pathLst>
                <a:path w="608329" h="7619">
                  <a:moveTo>
                    <a:pt x="209550" y="6362"/>
                  </a:moveTo>
                  <a:lnTo>
                    <a:pt x="0" y="6362"/>
                  </a:lnTo>
                  <a:lnTo>
                    <a:pt x="0" y="7620"/>
                  </a:lnTo>
                  <a:lnTo>
                    <a:pt x="209550" y="7620"/>
                  </a:lnTo>
                  <a:lnTo>
                    <a:pt x="209550" y="6362"/>
                  </a:lnTo>
                  <a:close/>
                </a:path>
                <a:path w="608329" h="7619">
                  <a:moveTo>
                    <a:pt x="209550" y="0"/>
                  </a:moveTo>
                  <a:lnTo>
                    <a:pt x="0" y="0"/>
                  </a:lnTo>
                  <a:lnTo>
                    <a:pt x="0" y="6350"/>
                  </a:lnTo>
                  <a:lnTo>
                    <a:pt x="209550" y="6350"/>
                  </a:lnTo>
                  <a:lnTo>
                    <a:pt x="209550" y="0"/>
                  </a:lnTo>
                  <a:close/>
                </a:path>
                <a:path w="608329" h="7619">
                  <a:moveTo>
                    <a:pt x="420370" y="6362"/>
                  </a:moveTo>
                  <a:lnTo>
                    <a:pt x="387350" y="6362"/>
                  </a:lnTo>
                  <a:lnTo>
                    <a:pt x="387350" y="7620"/>
                  </a:lnTo>
                  <a:lnTo>
                    <a:pt x="420370" y="7620"/>
                  </a:lnTo>
                  <a:lnTo>
                    <a:pt x="420370" y="6362"/>
                  </a:lnTo>
                  <a:close/>
                </a:path>
                <a:path w="608329" h="7619">
                  <a:moveTo>
                    <a:pt x="420370" y="0"/>
                  </a:moveTo>
                  <a:lnTo>
                    <a:pt x="388620" y="0"/>
                  </a:lnTo>
                  <a:lnTo>
                    <a:pt x="388620" y="6350"/>
                  </a:lnTo>
                  <a:lnTo>
                    <a:pt x="420370" y="6350"/>
                  </a:lnTo>
                  <a:lnTo>
                    <a:pt x="420370" y="0"/>
                  </a:lnTo>
                  <a:close/>
                </a:path>
                <a:path w="608329" h="7619">
                  <a:moveTo>
                    <a:pt x="608330" y="6362"/>
                  </a:moveTo>
                  <a:lnTo>
                    <a:pt x="581660" y="6362"/>
                  </a:lnTo>
                  <a:lnTo>
                    <a:pt x="581660" y="7620"/>
                  </a:lnTo>
                  <a:lnTo>
                    <a:pt x="608330" y="7620"/>
                  </a:lnTo>
                  <a:lnTo>
                    <a:pt x="608330" y="6362"/>
                  </a:lnTo>
                  <a:close/>
                </a:path>
                <a:path w="608329" h="7619">
                  <a:moveTo>
                    <a:pt x="608330" y="0"/>
                  </a:moveTo>
                  <a:lnTo>
                    <a:pt x="580390" y="0"/>
                  </a:lnTo>
                  <a:lnTo>
                    <a:pt x="580390" y="6350"/>
                  </a:lnTo>
                  <a:lnTo>
                    <a:pt x="608330" y="6350"/>
                  </a:lnTo>
                  <a:lnTo>
                    <a:pt x="608330" y="0"/>
                  </a:lnTo>
                  <a:close/>
                </a:path>
              </a:pathLst>
            </a:custGeom>
            <a:solidFill>
              <a:srgbClr val="483600"/>
            </a:solidFill>
          </p:spPr>
          <p:txBody>
            <a:bodyPr wrap="square" lIns="0" tIns="0" rIns="0" bIns="0" rtlCol="0"/>
            <a:lstStyle/>
            <a:p/>
          </p:txBody>
        </p:sp>
        <p:sp>
          <p:nvSpPr>
            <p:cNvPr id="797" name="object 797"/>
            <p:cNvSpPr/>
            <p:nvPr/>
          </p:nvSpPr>
          <p:spPr>
            <a:xfrm>
              <a:off x="4057650" y="3009899"/>
              <a:ext cx="608330" cy="6350"/>
            </a:xfrm>
            <a:custGeom>
              <a:avLst/>
              <a:gdLst/>
              <a:ahLst/>
              <a:cxnLst/>
              <a:rect l="l" t="t" r="r" b="b"/>
              <a:pathLst>
                <a:path w="608329" h="6350">
                  <a:moveTo>
                    <a:pt x="209550" y="0"/>
                  </a:moveTo>
                  <a:lnTo>
                    <a:pt x="0" y="0"/>
                  </a:lnTo>
                  <a:lnTo>
                    <a:pt x="0" y="6350"/>
                  </a:lnTo>
                  <a:lnTo>
                    <a:pt x="209550" y="6350"/>
                  </a:lnTo>
                  <a:lnTo>
                    <a:pt x="209550" y="0"/>
                  </a:lnTo>
                  <a:close/>
                </a:path>
                <a:path w="608329" h="6350">
                  <a:moveTo>
                    <a:pt x="420370" y="0"/>
                  </a:moveTo>
                  <a:lnTo>
                    <a:pt x="387350" y="0"/>
                  </a:lnTo>
                  <a:lnTo>
                    <a:pt x="387350" y="3810"/>
                  </a:lnTo>
                  <a:lnTo>
                    <a:pt x="386080" y="3810"/>
                  </a:lnTo>
                  <a:lnTo>
                    <a:pt x="386080" y="6350"/>
                  </a:lnTo>
                  <a:lnTo>
                    <a:pt x="420357" y="6350"/>
                  </a:lnTo>
                  <a:lnTo>
                    <a:pt x="420357" y="3810"/>
                  </a:lnTo>
                  <a:lnTo>
                    <a:pt x="420370" y="0"/>
                  </a:lnTo>
                  <a:close/>
                </a:path>
                <a:path w="608329" h="6350">
                  <a:moveTo>
                    <a:pt x="608330" y="0"/>
                  </a:moveTo>
                  <a:lnTo>
                    <a:pt x="581660" y="0"/>
                  </a:lnTo>
                  <a:lnTo>
                    <a:pt x="581660" y="3810"/>
                  </a:lnTo>
                  <a:lnTo>
                    <a:pt x="582930" y="3810"/>
                  </a:lnTo>
                  <a:lnTo>
                    <a:pt x="582930" y="6350"/>
                  </a:lnTo>
                  <a:lnTo>
                    <a:pt x="608330" y="6350"/>
                  </a:lnTo>
                  <a:lnTo>
                    <a:pt x="608330" y="3810"/>
                  </a:lnTo>
                  <a:lnTo>
                    <a:pt x="608330" y="0"/>
                  </a:lnTo>
                  <a:close/>
                </a:path>
              </a:pathLst>
            </a:custGeom>
            <a:solidFill>
              <a:srgbClr val="4A3700"/>
            </a:solidFill>
          </p:spPr>
          <p:txBody>
            <a:bodyPr wrap="square" lIns="0" tIns="0" rIns="0" bIns="0" rtlCol="0"/>
            <a:lstStyle/>
            <a:p/>
          </p:txBody>
        </p:sp>
        <p:sp>
          <p:nvSpPr>
            <p:cNvPr id="798" name="object 798"/>
            <p:cNvSpPr/>
            <p:nvPr/>
          </p:nvSpPr>
          <p:spPr>
            <a:xfrm>
              <a:off x="4057650" y="3016249"/>
              <a:ext cx="608330" cy="7620"/>
            </a:xfrm>
            <a:custGeom>
              <a:avLst/>
              <a:gdLst/>
              <a:ahLst/>
              <a:cxnLst/>
              <a:rect l="l" t="t" r="r" b="b"/>
              <a:pathLst>
                <a:path w="608329" h="7619">
                  <a:moveTo>
                    <a:pt x="209550" y="2552"/>
                  </a:moveTo>
                  <a:lnTo>
                    <a:pt x="0" y="2552"/>
                  </a:lnTo>
                  <a:lnTo>
                    <a:pt x="0" y="7620"/>
                  </a:lnTo>
                  <a:lnTo>
                    <a:pt x="209550" y="7620"/>
                  </a:lnTo>
                  <a:lnTo>
                    <a:pt x="209550" y="2552"/>
                  </a:lnTo>
                  <a:close/>
                </a:path>
                <a:path w="608329" h="7619">
                  <a:moveTo>
                    <a:pt x="209550" y="0"/>
                  </a:moveTo>
                  <a:lnTo>
                    <a:pt x="0" y="0"/>
                  </a:lnTo>
                  <a:lnTo>
                    <a:pt x="0" y="2540"/>
                  </a:lnTo>
                  <a:lnTo>
                    <a:pt x="209550" y="2540"/>
                  </a:lnTo>
                  <a:lnTo>
                    <a:pt x="209550" y="0"/>
                  </a:lnTo>
                  <a:close/>
                </a:path>
                <a:path w="608329" h="7619">
                  <a:moveTo>
                    <a:pt x="420357" y="0"/>
                  </a:moveTo>
                  <a:lnTo>
                    <a:pt x="386080" y="0"/>
                  </a:lnTo>
                  <a:lnTo>
                    <a:pt x="386080" y="2540"/>
                  </a:lnTo>
                  <a:lnTo>
                    <a:pt x="420357" y="2540"/>
                  </a:lnTo>
                  <a:lnTo>
                    <a:pt x="420357" y="0"/>
                  </a:lnTo>
                  <a:close/>
                </a:path>
                <a:path w="608329" h="7619">
                  <a:moveTo>
                    <a:pt x="420370" y="2552"/>
                  </a:moveTo>
                  <a:lnTo>
                    <a:pt x="384810" y="2552"/>
                  </a:lnTo>
                  <a:lnTo>
                    <a:pt x="384810" y="7620"/>
                  </a:lnTo>
                  <a:lnTo>
                    <a:pt x="420370" y="7620"/>
                  </a:lnTo>
                  <a:lnTo>
                    <a:pt x="420370" y="2552"/>
                  </a:lnTo>
                  <a:close/>
                </a:path>
                <a:path w="608329" h="7619">
                  <a:moveTo>
                    <a:pt x="608330" y="0"/>
                  </a:moveTo>
                  <a:lnTo>
                    <a:pt x="582930" y="0"/>
                  </a:lnTo>
                  <a:lnTo>
                    <a:pt x="582930" y="1270"/>
                  </a:lnTo>
                  <a:lnTo>
                    <a:pt x="608330" y="1270"/>
                  </a:lnTo>
                  <a:lnTo>
                    <a:pt x="608330" y="0"/>
                  </a:lnTo>
                  <a:close/>
                </a:path>
              </a:pathLst>
            </a:custGeom>
            <a:solidFill>
              <a:srgbClr val="4C3900"/>
            </a:solidFill>
          </p:spPr>
          <p:txBody>
            <a:bodyPr wrap="square" lIns="0" tIns="0" rIns="0" bIns="0" rtlCol="0"/>
            <a:lstStyle/>
            <a:p/>
          </p:txBody>
        </p:sp>
        <p:sp>
          <p:nvSpPr>
            <p:cNvPr id="799" name="object 799"/>
            <p:cNvSpPr/>
            <p:nvPr/>
          </p:nvSpPr>
          <p:spPr>
            <a:xfrm>
              <a:off x="4057650" y="3023869"/>
              <a:ext cx="420370" cy="7620"/>
            </a:xfrm>
            <a:custGeom>
              <a:avLst/>
              <a:gdLst/>
              <a:ahLst/>
              <a:cxnLst/>
              <a:rect l="l" t="t" r="r" b="b"/>
              <a:pathLst>
                <a:path w="420370" h="7619">
                  <a:moveTo>
                    <a:pt x="209550" y="0"/>
                  </a:moveTo>
                  <a:lnTo>
                    <a:pt x="0" y="0"/>
                  </a:lnTo>
                  <a:lnTo>
                    <a:pt x="0" y="7620"/>
                  </a:lnTo>
                  <a:lnTo>
                    <a:pt x="209550" y="7620"/>
                  </a:lnTo>
                  <a:lnTo>
                    <a:pt x="209550" y="0"/>
                  </a:lnTo>
                  <a:close/>
                </a:path>
                <a:path w="420370" h="7619">
                  <a:moveTo>
                    <a:pt x="420370" y="0"/>
                  </a:moveTo>
                  <a:lnTo>
                    <a:pt x="383540" y="0"/>
                  </a:lnTo>
                  <a:lnTo>
                    <a:pt x="383540" y="5080"/>
                  </a:lnTo>
                  <a:lnTo>
                    <a:pt x="382270" y="5080"/>
                  </a:lnTo>
                  <a:lnTo>
                    <a:pt x="382270" y="7620"/>
                  </a:lnTo>
                  <a:lnTo>
                    <a:pt x="420370" y="7620"/>
                  </a:lnTo>
                  <a:lnTo>
                    <a:pt x="420370" y="5080"/>
                  </a:lnTo>
                  <a:lnTo>
                    <a:pt x="420370" y="0"/>
                  </a:lnTo>
                  <a:close/>
                </a:path>
              </a:pathLst>
            </a:custGeom>
            <a:solidFill>
              <a:srgbClr val="4E3A00"/>
            </a:solidFill>
          </p:spPr>
          <p:txBody>
            <a:bodyPr wrap="square" lIns="0" tIns="0" rIns="0" bIns="0" rtlCol="0"/>
            <a:lstStyle/>
            <a:p/>
          </p:txBody>
        </p:sp>
        <p:sp>
          <p:nvSpPr>
            <p:cNvPr id="800" name="object 800"/>
            <p:cNvSpPr/>
            <p:nvPr/>
          </p:nvSpPr>
          <p:spPr>
            <a:xfrm>
              <a:off x="4057650" y="3031489"/>
              <a:ext cx="420370" cy="6350"/>
            </a:xfrm>
            <a:custGeom>
              <a:avLst/>
              <a:gdLst/>
              <a:ahLst/>
              <a:cxnLst/>
              <a:rect l="l" t="t" r="r" b="b"/>
              <a:pathLst>
                <a:path w="420370" h="6350">
                  <a:moveTo>
                    <a:pt x="209550" y="0"/>
                  </a:moveTo>
                  <a:lnTo>
                    <a:pt x="0" y="0"/>
                  </a:lnTo>
                  <a:lnTo>
                    <a:pt x="0" y="6350"/>
                  </a:lnTo>
                  <a:lnTo>
                    <a:pt x="209550" y="6350"/>
                  </a:lnTo>
                  <a:lnTo>
                    <a:pt x="209550" y="0"/>
                  </a:lnTo>
                  <a:close/>
                </a:path>
                <a:path w="420370" h="6350">
                  <a:moveTo>
                    <a:pt x="420370" y="0"/>
                  </a:moveTo>
                  <a:lnTo>
                    <a:pt x="382270" y="0"/>
                  </a:lnTo>
                  <a:lnTo>
                    <a:pt x="382270" y="1270"/>
                  </a:lnTo>
                  <a:lnTo>
                    <a:pt x="381000" y="1270"/>
                  </a:lnTo>
                  <a:lnTo>
                    <a:pt x="381000" y="5080"/>
                  </a:lnTo>
                  <a:lnTo>
                    <a:pt x="379730" y="5080"/>
                  </a:lnTo>
                  <a:lnTo>
                    <a:pt x="379730" y="6350"/>
                  </a:lnTo>
                  <a:lnTo>
                    <a:pt x="420370" y="6350"/>
                  </a:lnTo>
                  <a:lnTo>
                    <a:pt x="420370" y="5080"/>
                  </a:lnTo>
                  <a:lnTo>
                    <a:pt x="420370" y="1270"/>
                  </a:lnTo>
                  <a:lnTo>
                    <a:pt x="420370" y="0"/>
                  </a:lnTo>
                  <a:close/>
                </a:path>
              </a:pathLst>
            </a:custGeom>
            <a:solidFill>
              <a:srgbClr val="503C00"/>
            </a:solidFill>
          </p:spPr>
          <p:txBody>
            <a:bodyPr wrap="square" lIns="0" tIns="0" rIns="0" bIns="0" rtlCol="0"/>
            <a:lstStyle/>
            <a:p/>
          </p:txBody>
        </p:sp>
        <p:sp>
          <p:nvSpPr>
            <p:cNvPr id="801" name="object 801"/>
            <p:cNvSpPr/>
            <p:nvPr/>
          </p:nvSpPr>
          <p:spPr>
            <a:xfrm>
              <a:off x="4056380" y="3037839"/>
              <a:ext cx="421640" cy="7620"/>
            </a:xfrm>
            <a:custGeom>
              <a:avLst/>
              <a:gdLst/>
              <a:ahLst/>
              <a:cxnLst/>
              <a:rect l="l" t="t" r="r" b="b"/>
              <a:pathLst>
                <a:path w="421639" h="7619">
                  <a:moveTo>
                    <a:pt x="210820" y="0"/>
                  </a:moveTo>
                  <a:lnTo>
                    <a:pt x="1270" y="0"/>
                  </a:lnTo>
                  <a:lnTo>
                    <a:pt x="1270" y="6350"/>
                  </a:lnTo>
                  <a:lnTo>
                    <a:pt x="0" y="6350"/>
                  </a:lnTo>
                  <a:lnTo>
                    <a:pt x="0" y="7620"/>
                  </a:lnTo>
                  <a:lnTo>
                    <a:pt x="210820" y="7620"/>
                  </a:lnTo>
                  <a:lnTo>
                    <a:pt x="210820" y="6350"/>
                  </a:lnTo>
                  <a:lnTo>
                    <a:pt x="210820" y="0"/>
                  </a:lnTo>
                  <a:close/>
                </a:path>
                <a:path w="421639" h="7619">
                  <a:moveTo>
                    <a:pt x="421640" y="0"/>
                  </a:moveTo>
                  <a:lnTo>
                    <a:pt x="381000" y="0"/>
                  </a:lnTo>
                  <a:lnTo>
                    <a:pt x="381000" y="2540"/>
                  </a:lnTo>
                  <a:lnTo>
                    <a:pt x="379730" y="2540"/>
                  </a:lnTo>
                  <a:lnTo>
                    <a:pt x="379730" y="6350"/>
                  </a:lnTo>
                  <a:lnTo>
                    <a:pt x="378460" y="6350"/>
                  </a:lnTo>
                  <a:lnTo>
                    <a:pt x="378460" y="7620"/>
                  </a:lnTo>
                  <a:lnTo>
                    <a:pt x="421640" y="7620"/>
                  </a:lnTo>
                  <a:lnTo>
                    <a:pt x="421640" y="6350"/>
                  </a:lnTo>
                  <a:lnTo>
                    <a:pt x="421640" y="2540"/>
                  </a:lnTo>
                  <a:lnTo>
                    <a:pt x="421640" y="0"/>
                  </a:lnTo>
                  <a:close/>
                </a:path>
              </a:pathLst>
            </a:custGeom>
            <a:solidFill>
              <a:srgbClr val="523D00"/>
            </a:solidFill>
          </p:spPr>
          <p:txBody>
            <a:bodyPr wrap="square" lIns="0" tIns="0" rIns="0" bIns="0" rtlCol="0"/>
            <a:lstStyle/>
            <a:p/>
          </p:txBody>
        </p:sp>
        <p:sp>
          <p:nvSpPr>
            <p:cNvPr id="802" name="object 802"/>
            <p:cNvSpPr/>
            <p:nvPr/>
          </p:nvSpPr>
          <p:spPr>
            <a:xfrm>
              <a:off x="4056380" y="3045459"/>
              <a:ext cx="421640" cy="7620"/>
            </a:xfrm>
            <a:custGeom>
              <a:avLst/>
              <a:gdLst/>
              <a:ahLst/>
              <a:cxnLst/>
              <a:rect l="l" t="t" r="r" b="b"/>
              <a:pathLst>
                <a:path w="421639" h="7619">
                  <a:moveTo>
                    <a:pt x="210820" y="0"/>
                  </a:moveTo>
                  <a:lnTo>
                    <a:pt x="0" y="0"/>
                  </a:lnTo>
                  <a:lnTo>
                    <a:pt x="0" y="7620"/>
                  </a:lnTo>
                  <a:lnTo>
                    <a:pt x="210820" y="7620"/>
                  </a:lnTo>
                  <a:lnTo>
                    <a:pt x="210820" y="0"/>
                  </a:lnTo>
                  <a:close/>
                </a:path>
                <a:path w="421639" h="7619">
                  <a:moveTo>
                    <a:pt x="421640" y="0"/>
                  </a:moveTo>
                  <a:lnTo>
                    <a:pt x="378460" y="0"/>
                  </a:lnTo>
                  <a:lnTo>
                    <a:pt x="378460" y="2540"/>
                  </a:lnTo>
                  <a:lnTo>
                    <a:pt x="377190" y="2540"/>
                  </a:lnTo>
                  <a:lnTo>
                    <a:pt x="377190" y="6350"/>
                  </a:lnTo>
                  <a:lnTo>
                    <a:pt x="375920" y="6350"/>
                  </a:lnTo>
                  <a:lnTo>
                    <a:pt x="375920" y="7620"/>
                  </a:lnTo>
                  <a:lnTo>
                    <a:pt x="421640" y="7620"/>
                  </a:lnTo>
                  <a:lnTo>
                    <a:pt x="421640" y="6350"/>
                  </a:lnTo>
                  <a:lnTo>
                    <a:pt x="421640" y="2540"/>
                  </a:lnTo>
                  <a:lnTo>
                    <a:pt x="421640" y="0"/>
                  </a:lnTo>
                  <a:close/>
                </a:path>
              </a:pathLst>
            </a:custGeom>
            <a:solidFill>
              <a:srgbClr val="543F00"/>
            </a:solidFill>
          </p:spPr>
          <p:txBody>
            <a:bodyPr wrap="square" lIns="0" tIns="0" rIns="0" bIns="0" rtlCol="0"/>
            <a:lstStyle/>
            <a:p/>
          </p:txBody>
        </p:sp>
        <p:sp>
          <p:nvSpPr>
            <p:cNvPr id="803" name="object 803"/>
            <p:cNvSpPr/>
            <p:nvPr/>
          </p:nvSpPr>
          <p:spPr>
            <a:xfrm>
              <a:off x="4056380" y="305307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75920" y="0"/>
                  </a:lnTo>
                  <a:lnTo>
                    <a:pt x="375920" y="2540"/>
                  </a:lnTo>
                  <a:lnTo>
                    <a:pt x="374650" y="2540"/>
                  </a:lnTo>
                  <a:lnTo>
                    <a:pt x="374650" y="6350"/>
                  </a:lnTo>
                  <a:lnTo>
                    <a:pt x="421640" y="6350"/>
                  </a:lnTo>
                  <a:lnTo>
                    <a:pt x="421640" y="2540"/>
                  </a:lnTo>
                  <a:lnTo>
                    <a:pt x="421640" y="0"/>
                  </a:lnTo>
                  <a:close/>
                </a:path>
              </a:pathLst>
            </a:custGeom>
            <a:solidFill>
              <a:srgbClr val="564000"/>
            </a:solidFill>
          </p:spPr>
          <p:txBody>
            <a:bodyPr wrap="square" lIns="0" tIns="0" rIns="0" bIns="0" rtlCol="0"/>
            <a:lstStyle/>
            <a:p/>
          </p:txBody>
        </p:sp>
        <p:sp>
          <p:nvSpPr>
            <p:cNvPr id="804" name="object 804"/>
            <p:cNvSpPr/>
            <p:nvPr/>
          </p:nvSpPr>
          <p:spPr>
            <a:xfrm>
              <a:off x="4056380" y="3059429"/>
              <a:ext cx="421640" cy="7620"/>
            </a:xfrm>
            <a:custGeom>
              <a:avLst/>
              <a:gdLst/>
              <a:ahLst/>
              <a:cxnLst/>
              <a:rect l="l" t="t" r="r" b="b"/>
              <a:pathLst>
                <a:path w="421639" h="7619">
                  <a:moveTo>
                    <a:pt x="210820" y="0"/>
                  </a:moveTo>
                  <a:lnTo>
                    <a:pt x="0" y="0"/>
                  </a:lnTo>
                  <a:lnTo>
                    <a:pt x="0" y="7620"/>
                  </a:lnTo>
                  <a:lnTo>
                    <a:pt x="210820" y="7620"/>
                  </a:lnTo>
                  <a:lnTo>
                    <a:pt x="210820" y="0"/>
                  </a:lnTo>
                  <a:close/>
                </a:path>
                <a:path w="421639" h="7619">
                  <a:moveTo>
                    <a:pt x="421640" y="0"/>
                  </a:moveTo>
                  <a:lnTo>
                    <a:pt x="373380" y="0"/>
                  </a:lnTo>
                  <a:lnTo>
                    <a:pt x="373380" y="3810"/>
                  </a:lnTo>
                  <a:lnTo>
                    <a:pt x="372110" y="3810"/>
                  </a:lnTo>
                  <a:lnTo>
                    <a:pt x="372110" y="7620"/>
                  </a:lnTo>
                  <a:lnTo>
                    <a:pt x="421640" y="7620"/>
                  </a:lnTo>
                  <a:lnTo>
                    <a:pt x="421640" y="3810"/>
                  </a:lnTo>
                  <a:lnTo>
                    <a:pt x="421640" y="0"/>
                  </a:lnTo>
                  <a:close/>
                </a:path>
              </a:pathLst>
            </a:custGeom>
            <a:solidFill>
              <a:srgbClr val="584200"/>
            </a:solidFill>
          </p:spPr>
          <p:txBody>
            <a:bodyPr wrap="square" lIns="0" tIns="0" rIns="0" bIns="0" rtlCol="0"/>
            <a:lstStyle/>
            <a:p/>
          </p:txBody>
        </p:sp>
        <p:sp>
          <p:nvSpPr>
            <p:cNvPr id="805" name="object 805"/>
            <p:cNvSpPr/>
            <p:nvPr/>
          </p:nvSpPr>
          <p:spPr>
            <a:xfrm>
              <a:off x="4056380" y="3067049"/>
              <a:ext cx="421640" cy="7620"/>
            </a:xfrm>
            <a:custGeom>
              <a:avLst/>
              <a:gdLst/>
              <a:ahLst/>
              <a:cxnLst/>
              <a:rect l="l" t="t" r="r" b="b"/>
              <a:pathLst>
                <a:path w="421639" h="7619">
                  <a:moveTo>
                    <a:pt x="210820" y="0"/>
                  </a:moveTo>
                  <a:lnTo>
                    <a:pt x="0" y="0"/>
                  </a:lnTo>
                  <a:lnTo>
                    <a:pt x="0" y="7620"/>
                  </a:lnTo>
                  <a:lnTo>
                    <a:pt x="210820" y="7620"/>
                  </a:lnTo>
                  <a:lnTo>
                    <a:pt x="210820" y="0"/>
                  </a:lnTo>
                  <a:close/>
                </a:path>
                <a:path w="421639" h="7619">
                  <a:moveTo>
                    <a:pt x="421640" y="0"/>
                  </a:moveTo>
                  <a:lnTo>
                    <a:pt x="370840" y="0"/>
                  </a:lnTo>
                  <a:lnTo>
                    <a:pt x="370840" y="2540"/>
                  </a:lnTo>
                  <a:lnTo>
                    <a:pt x="369570" y="2540"/>
                  </a:lnTo>
                  <a:lnTo>
                    <a:pt x="369570" y="6350"/>
                  </a:lnTo>
                  <a:lnTo>
                    <a:pt x="368300" y="6350"/>
                  </a:lnTo>
                  <a:lnTo>
                    <a:pt x="368300" y="7620"/>
                  </a:lnTo>
                  <a:lnTo>
                    <a:pt x="421640" y="7620"/>
                  </a:lnTo>
                  <a:lnTo>
                    <a:pt x="421640" y="6350"/>
                  </a:lnTo>
                  <a:lnTo>
                    <a:pt x="421640" y="2540"/>
                  </a:lnTo>
                  <a:lnTo>
                    <a:pt x="421640" y="0"/>
                  </a:lnTo>
                  <a:close/>
                </a:path>
              </a:pathLst>
            </a:custGeom>
            <a:solidFill>
              <a:srgbClr val="5A4300"/>
            </a:solidFill>
          </p:spPr>
          <p:txBody>
            <a:bodyPr wrap="square" lIns="0" tIns="0" rIns="0" bIns="0" rtlCol="0"/>
            <a:lstStyle/>
            <a:p/>
          </p:txBody>
        </p:sp>
        <p:sp>
          <p:nvSpPr>
            <p:cNvPr id="806" name="object 806"/>
            <p:cNvSpPr/>
            <p:nvPr/>
          </p:nvSpPr>
          <p:spPr>
            <a:xfrm>
              <a:off x="4056380" y="307466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68300" y="0"/>
                  </a:lnTo>
                  <a:lnTo>
                    <a:pt x="368300" y="2540"/>
                  </a:lnTo>
                  <a:lnTo>
                    <a:pt x="367030" y="2540"/>
                  </a:lnTo>
                  <a:lnTo>
                    <a:pt x="367030" y="5080"/>
                  </a:lnTo>
                  <a:lnTo>
                    <a:pt x="365760" y="5080"/>
                  </a:lnTo>
                  <a:lnTo>
                    <a:pt x="365760" y="6350"/>
                  </a:lnTo>
                  <a:lnTo>
                    <a:pt x="421640" y="6350"/>
                  </a:lnTo>
                  <a:lnTo>
                    <a:pt x="421640" y="5080"/>
                  </a:lnTo>
                  <a:lnTo>
                    <a:pt x="421640" y="2540"/>
                  </a:lnTo>
                  <a:lnTo>
                    <a:pt x="421640" y="0"/>
                  </a:lnTo>
                  <a:close/>
                </a:path>
              </a:pathLst>
            </a:custGeom>
            <a:solidFill>
              <a:srgbClr val="5C4500"/>
            </a:solidFill>
          </p:spPr>
          <p:txBody>
            <a:bodyPr wrap="square" lIns="0" tIns="0" rIns="0" bIns="0" rtlCol="0"/>
            <a:lstStyle/>
            <a:p/>
          </p:txBody>
        </p:sp>
        <p:sp>
          <p:nvSpPr>
            <p:cNvPr id="807" name="object 807"/>
            <p:cNvSpPr/>
            <p:nvPr/>
          </p:nvSpPr>
          <p:spPr>
            <a:xfrm>
              <a:off x="4056380" y="3081019"/>
              <a:ext cx="421640" cy="7620"/>
            </a:xfrm>
            <a:custGeom>
              <a:avLst/>
              <a:gdLst/>
              <a:ahLst/>
              <a:cxnLst/>
              <a:rect l="l" t="t" r="r" b="b"/>
              <a:pathLst>
                <a:path w="421639" h="7619">
                  <a:moveTo>
                    <a:pt x="210820" y="3822"/>
                  </a:moveTo>
                  <a:lnTo>
                    <a:pt x="0" y="3822"/>
                  </a:lnTo>
                  <a:lnTo>
                    <a:pt x="0" y="7620"/>
                  </a:lnTo>
                  <a:lnTo>
                    <a:pt x="210820" y="7620"/>
                  </a:lnTo>
                  <a:lnTo>
                    <a:pt x="210820" y="3822"/>
                  </a:lnTo>
                  <a:close/>
                </a:path>
                <a:path w="421639" h="7619">
                  <a:moveTo>
                    <a:pt x="210820" y="0"/>
                  </a:moveTo>
                  <a:lnTo>
                    <a:pt x="0" y="0"/>
                  </a:lnTo>
                  <a:lnTo>
                    <a:pt x="0" y="3810"/>
                  </a:lnTo>
                  <a:lnTo>
                    <a:pt x="210820" y="3810"/>
                  </a:lnTo>
                  <a:lnTo>
                    <a:pt x="210820" y="0"/>
                  </a:lnTo>
                  <a:close/>
                </a:path>
                <a:path w="421639" h="7619">
                  <a:moveTo>
                    <a:pt x="421640" y="0"/>
                  </a:moveTo>
                  <a:lnTo>
                    <a:pt x="365760" y="0"/>
                  </a:lnTo>
                  <a:lnTo>
                    <a:pt x="365760" y="1270"/>
                  </a:lnTo>
                  <a:lnTo>
                    <a:pt x="364490" y="1270"/>
                  </a:lnTo>
                  <a:lnTo>
                    <a:pt x="364490" y="3810"/>
                  </a:lnTo>
                  <a:lnTo>
                    <a:pt x="363220" y="3810"/>
                  </a:lnTo>
                  <a:lnTo>
                    <a:pt x="363220" y="6350"/>
                  </a:lnTo>
                  <a:lnTo>
                    <a:pt x="361950" y="6350"/>
                  </a:lnTo>
                  <a:lnTo>
                    <a:pt x="361950" y="7620"/>
                  </a:lnTo>
                  <a:lnTo>
                    <a:pt x="421640" y="7620"/>
                  </a:lnTo>
                  <a:lnTo>
                    <a:pt x="421640" y="6350"/>
                  </a:lnTo>
                  <a:lnTo>
                    <a:pt x="421640" y="3810"/>
                  </a:lnTo>
                  <a:lnTo>
                    <a:pt x="421640" y="1270"/>
                  </a:lnTo>
                  <a:lnTo>
                    <a:pt x="421640" y="0"/>
                  </a:lnTo>
                  <a:close/>
                </a:path>
              </a:pathLst>
            </a:custGeom>
            <a:solidFill>
              <a:srgbClr val="5E4600"/>
            </a:solidFill>
          </p:spPr>
          <p:txBody>
            <a:bodyPr wrap="square" lIns="0" tIns="0" rIns="0" bIns="0" rtlCol="0"/>
            <a:lstStyle/>
            <a:p/>
          </p:txBody>
        </p:sp>
        <p:sp>
          <p:nvSpPr>
            <p:cNvPr id="808" name="object 808"/>
            <p:cNvSpPr/>
            <p:nvPr/>
          </p:nvSpPr>
          <p:spPr>
            <a:xfrm>
              <a:off x="4056380" y="3088639"/>
              <a:ext cx="421640" cy="7620"/>
            </a:xfrm>
            <a:custGeom>
              <a:avLst/>
              <a:gdLst/>
              <a:ahLst/>
              <a:cxnLst/>
              <a:rect l="l" t="t" r="r" b="b"/>
              <a:pathLst>
                <a:path w="421639" h="7619">
                  <a:moveTo>
                    <a:pt x="210820" y="2552"/>
                  </a:moveTo>
                  <a:lnTo>
                    <a:pt x="0" y="2552"/>
                  </a:lnTo>
                  <a:lnTo>
                    <a:pt x="0" y="7620"/>
                  </a:lnTo>
                  <a:lnTo>
                    <a:pt x="210820" y="7620"/>
                  </a:lnTo>
                  <a:lnTo>
                    <a:pt x="210820" y="2552"/>
                  </a:lnTo>
                  <a:close/>
                </a:path>
                <a:path w="421639" h="7619">
                  <a:moveTo>
                    <a:pt x="210820" y="0"/>
                  </a:moveTo>
                  <a:lnTo>
                    <a:pt x="0" y="0"/>
                  </a:lnTo>
                  <a:lnTo>
                    <a:pt x="0" y="2540"/>
                  </a:lnTo>
                  <a:lnTo>
                    <a:pt x="210820" y="2540"/>
                  </a:lnTo>
                  <a:lnTo>
                    <a:pt x="210820" y="0"/>
                  </a:lnTo>
                  <a:close/>
                </a:path>
                <a:path w="421639" h="7619">
                  <a:moveTo>
                    <a:pt x="421640" y="0"/>
                  </a:moveTo>
                  <a:lnTo>
                    <a:pt x="361950" y="0"/>
                  </a:lnTo>
                  <a:lnTo>
                    <a:pt x="361950" y="1270"/>
                  </a:lnTo>
                  <a:lnTo>
                    <a:pt x="360680" y="1270"/>
                  </a:lnTo>
                  <a:lnTo>
                    <a:pt x="360680" y="2540"/>
                  </a:lnTo>
                  <a:lnTo>
                    <a:pt x="359410" y="2540"/>
                  </a:lnTo>
                  <a:lnTo>
                    <a:pt x="359410" y="5080"/>
                  </a:lnTo>
                  <a:lnTo>
                    <a:pt x="358140" y="5080"/>
                  </a:lnTo>
                  <a:lnTo>
                    <a:pt x="358140" y="7620"/>
                  </a:lnTo>
                  <a:lnTo>
                    <a:pt x="421640" y="7620"/>
                  </a:lnTo>
                  <a:lnTo>
                    <a:pt x="421640" y="5080"/>
                  </a:lnTo>
                  <a:lnTo>
                    <a:pt x="421627" y="2540"/>
                  </a:lnTo>
                  <a:lnTo>
                    <a:pt x="421640" y="1270"/>
                  </a:lnTo>
                  <a:lnTo>
                    <a:pt x="421640" y="0"/>
                  </a:lnTo>
                  <a:close/>
                </a:path>
              </a:pathLst>
            </a:custGeom>
            <a:solidFill>
              <a:srgbClr val="604800"/>
            </a:solidFill>
          </p:spPr>
          <p:txBody>
            <a:bodyPr wrap="square" lIns="0" tIns="0" rIns="0" bIns="0" rtlCol="0"/>
            <a:lstStyle/>
            <a:p/>
          </p:txBody>
        </p:sp>
        <p:sp>
          <p:nvSpPr>
            <p:cNvPr id="809" name="object 809"/>
            <p:cNvSpPr/>
            <p:nvPr/>
          </p:nvSpPr>
          <p:spPr>
            <a:xfrm>
              <a:off x="4056380" y="3096259"/>
              <a:ext cx="421640" cy="7620"/>
            </a:xfrm>
            <a:custGeom>
              <a:avLst/>
              <a:gdLst/>
              <a:ahLst/>
              <a:cxnLst/>
              <a:rect l="l" t="t" r="r" b="b"/>
              <a:pathLst>
                <a:path w="421639" h="7619">
                  <a:moveTo>
                    <a:pt x="210820" y="1282"/>
                  </a:moveTo>
                  <a:lnTo>
                    <a:pt x="0" y="1282"/>
                  </a:lnTo>
                  <a:lnTo>
                    <a:pt x="0" y="7620"/>
                  </a:lnTo>
                  <a:lnTo>
                    <a:pt x="210820" y="7620"/>
                  </a:lnTo>
                  <a:lnTo>
                    <a:pt x="210820" y="1282"/>
                  </a:lnTo>
                  <a:close/>
                </a:path>
                <a:path w="421639" h="7619">
                  <a:moveTo>
                    <a:pt x="210820" y="0"/>
                  </a:moveTo>
                  <a:lnTo>
                    <a:pt x="0" y="0"/>
                  </a:lnTo>
                  <a:lnTo>
                    <a:pt x="0" y="1270"/>
                  </a:lnTo>
                  <a:lnTo>
                    <a:pt x="210820" y="1270"/>
                  </a:lnTo>
                  <a:lnTo>
                    <a:pt x="210820" y="0"/>
                  </a:lnTo>
                  <a:close/>
                </a:path>
                <a:path w="421639" h="7619">
                  <a:moveTo>
                    <a:pt x="421640" y="0"/>
                  </a:moveTo>
                  <a:lnTo>
                    <a:pt x="356870" y="0"/>
                  </a:lnTo>
                  <a:lnTo>
                    <a:pt x="356870" y="1270"/>
                  </a:lnTo>
                  <a:lnTo>
                    <a:pt x="355600" y="1270"/>
                  </a:lnTo>
                  <a:lnTo>
                    <a:pt x="355600" y="3810"/>
                  </a:lnTo>
                  <a:lnTo>
                    <a:pt x="354330" y="3810"/>
                  </a:lnTo>
                  <a:lnTo>
                    <a:pt x="354330" y="5080"/>
                  </a:lnTo>
                  <a:lnTo>
                    <a:pt x="353060" y="5080"/>
                  </a:lnTo>
                  <a:lnTo>
                    <a:pt x="353060" y="7620"/>
                  </a:lnTo>
                  <a:lnTo>
                    <a:pt x="421627" y="7620"/>
                  </a:lnTo>
                  <a:lnTo>
                    <a:pt x="421627" y="5080"/>
                  </a:lnTo>
                  <a:lnTo>
                    <a:pt x="421627" y="3810"/>
                  </a:lnTo>
                  <a:lnTo>
                    <a:pt x="421627" y="1270"/>
                  </a:lnTo>
                  <a:lnTo>
                    <a:pt x="421640" y="0"/>
                  </a:lnTo>
                  <a:close/>
                </a:path>
              </a:pathLst>
            </a:custGeom>
            <a:solidFill>
              <a:srgbClr val="624900"/>
            </a:solidFill>
          </p:spPr>
          <p:txBody>
            <a:bodyPr wrap="square" lIns="0" tIns="0" rIns="0" bIns="0" rtlCol="0"/>
            <a:lstStyle/>
            <a:p/>
          </p:txBody>
        </p:sp>
        <p:sp>
          <p:nvSpPr>
            <p:cNvPr id="810" name="object 810"/>
            <p:cNvSpPr/>
            <p:nvPr/>
          </p:nvSpPr>
          <p:spPr>
            <a:xfrm>
              <a:off x="4056380" y="3103879"/>
              <a:ext cx="421640" cy="6350"/>
            </a:xfrm>
            <a:custGeom>
              <a:avLst/>
              <a:gdLst/>
              <a:ahLst/>
              <a:cxnLst/>
              <a:rect l="l" t="t" r="r" b="b"/>
              <a:pathLst>
                <a:path w="421639" h="6350">
                  <a:moveTo>
                    <a:pt x="210820" y="12"/>
                  </a:moveTo>
                  <a:lnTo>
                    <a:pt x="0" y="12"/>
                  </a:lnTo>
                  <a:lnTo>
                    <a:pt x="0" y="6350"/>
                  </a:lnTo>
                  <a:lnTo>
                    <a:pt x="210820" y="6350"/>
                  </a:lnTo>
                  <a:lnTo>
                    <a:pt x="210820" y="12"/>
                  </a:lnTo>
                  <a:close/>
                </a:path>
                <a:path w="421639" h="6350">
                  <a:moveTo>
                    <a:pt x="421627" y="0"/>
                  </a:moveTo>
                  <a:lnTo>
                    <a:pt x="351790" y="0"/>
                  </a:lnTo>
                  <a:lnTo>
                    <a:pt x="351790" y="2540"/>
                  </a:lnTo>
                  <a:lnTo>
                    <a:pt x="350520" y="2540"/>
                  </a:lnTo>
                  <a:lnTo>
                    <a:pt x="350520" y="3810"/>
                  </a:lnTo>
                  <a:lnTo>
                    <a:pt x="349250" y="3810"/>
                  </a:lnTo>
                  <a:lnTo>
                    <a:pt x="349250" y="6350"/>
                  </a:lnTo>
                  <a:lnTo>
                    <a:pt x="421627" y="6350"/>
                  </a:lnTo>
                  <a:lnTo>
                    <a:pt x="421627" y="3810"/>
                  </a:lnTo>
                  <a:lnTo>
                    <a:pt x="421627" y="2540"/>
                  </a:lnTo>
                  <a:lnTo>
                    <a:pt x="421627" y="0"/>
                  </a:lnTo>
                  <a:close/>
                </a:path>
              </a:pathLst>
            </a:custGeom>
            <a:solidFill>
              <a:srgbClr val="664B00"/>
            </a:solidFill>
          </p:spPr>
          <p:txBody>
            <a:bodyPr wrap="square" lIns="0" tIns="0" rIns="0" bIns="0" rtlCol="0"/>
            <a:lstStyle/>
            <a:p/>
          </p:txBody>
        </p:sp>
        <p:sp>
          <p:nvSpPr>
            <p:cNvPr id="811" name="object 811"/>
            <p:cNvSpPr/>
            <p:nvPr/>
          </p:nvSpPr>
          <p:spPr>
            <a:xfrm>
              <a:off x="4056380" y="311149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47980" y="0"/>
                  </a:lnTo>
                  <a:lnTo>
                    <a:pt x="347980" y="2540"/>
                  </a:lnTo>
                  <a:lnTo>
                    <a:pt x="346710" y="2540"/>
                  </a:lnTo>
                  <a:lnTo>
                    <a:pt x="346710" y="5080"/>
                  </a:lnTo>
                  <a:lnTo>
                    <a:pt x="345440" y="5080"/>
                  </a:lnTo>
                  <a:lnTo>
                    <a:pt x="345440" y="6350"/>
                  </a:lnTo>
                  <a:lnTo>
                    <a:pt x="421640" y="6350"/>
                  </a:lnTo>
                  <a:lnTo>
                    <a:pt x="421640" y="5080"/>
                  </a:lnTo>
                  <a:lnTo>
                    <a:pt x="421640" y="2540"/>
                  </a:lnTo>
                  <a:lnTo>
                    <a:pt x="421640" y="0"/>
                  </a:lnTo>
                  <a:close/>
                </a:path>
              </a:pathLst>
            </a:custGeom>
            <a:solidFill>
              <a:srgbClr val="674C00"/>
            </a:solidFill>
          </p:spPr>
          <p:txBody>
            <a:bodyPr wrap="square" lIns="0" tIns="0" rIns="0" bIns="0" rtlCol="0"/>
            <a:lstStyle/>
            <a:p/>
          </p:txBody>
        </p:sp>
        <p:sp>
          <p:nvSpPr>
            <p:cNvPr id="812" name="object 812"/>
            <p:cNvSpPr/>
            <p:nvPr/>
          </p:nvSpPr>
          <p:spPr>
            <a:xfrm>
              <a:off x="4056380" y="3117849"/>
              <a:ext cx="421640" cy="7620"/>
            </a:xfrm>
            <a:custGeom>
              <a:avLst/>
              <a:gdLst/>
              <a:ahLst/>
              <a:cxnLst/>
              <a:rect l="l" t="t" r="r" b="b"/>
              <a:pathLst>
                <a:path w="421639" h="7619">
                  <a:moveTo>
                    <a:pt x="210820" y="5080"/>
                  </a:moveTo>
                  <a:lnTo>
                    <a:pt x="0" y="5080"/>
                  </a:lnTo>
                  <a:lnTo>
                    <a:pt x="0" y="7620"/>
                  </a:lnTo>
                  <a:lnTo>
                    <a:pt x="210820" y="7620"/>
                  </a:lnTo>
                  <a:lnTo>
                    <a:pt x="210820" y="5080"/>
                  </a:lnTo>
                  <a:close/>
                </a:path>
                <a:path w="421639" h="7619">
                  <a:moveTo>
                    <a:pt x="210820" y="2540"/>
                  </a:moveTo>
                  <a:lnTo>
                    <a:pt x="0" y="2540"/>
                  </a:lnTo>
                  <a:lnTo>
                    <a:pt x="0" y="3810"/>
                  </a:lnTo>
                  <a:lnTo>
                    <a:pt x="210820" y="3810"/>
                  </a:lnTo>
                  <a:lnTo>
                    <a:pt x="210820" y="2540"/>
                  </a:lnTo>
                  <a:close/>
                </a:path>
                <a:path w="421639" h="7619">
                  <a:moveTo>
                    <a:pt x="210820" y="0"/>
                  </a:moveTo>
                  <a:lnTo>
                    <a:pt x="0" y="0"/>
                  </a:lnTo>
                  <a:lnTo>
                    <a:pt x="0" y="1270"/>
                  </a:lnTo>
                  <a:lnTo>
                    <a:pt x="210820" y="1270"/>
                  </a:lnTo>
                  <a:lnTo>
                    <a:pt x="210820" y="0"/>
                  </a:lnTo>
                  <a:close/>
                </a:path>
                <a:path w="421639" h="7619">
                  <a:moveTo>
                    <a:pt x="421640" y="5080"/>
                  </a:moveTo>
                  <a:lnTo>
                    <a:pt x="340360" y="5080"/>
                  </a:lnTo>
                  <a:lnTo>
                    <a:pt x="340360" y="3810"/>
                  </a:lnTo>
                  <a:lnTo>
                    <a:pt x="339090" y="3810"/>
                  </a:lnTo>
                  <a:lnTo>
                    <a:pt x="339090" y="5080"/>
                  </a:lnTo>
                  <a:lnTo>
                    <a:pt x="337820" y="5080"/>
                  </a:lnTo>
                  <a:lnTo>
                    <a:pt x="337820" y="7620"/>
                  </a:lnTo>
                  <a:lnTo>
                    <a:pt x="421627" y="7620"/>
                  </a:lnTo>
                  <a:lnTo>
                    <a:pt x="421640" y="5080"/>
                  </a:lnTo>
                  <a:close/>
                </a:path>
                <a:path w="421639" h="7619">
                  <a:moveTo>
                    <a:pt x="421640" y="2540"/>
                  </a:moveTo>
                  <a:lnTo>
                    <a:pt x="344170" y="2540"/>
                  </a:lnTo>
                  <a:lnTo>
                    <a:pt x="344170" y="1270"/>
                  </a:lnTo>
                  <a:lnTo>
                    <a:pt x="342900" y="1270"/>
                  </a:lnTo>
                  <a:lnTo>
                    <a:pt x="342900" y="2540"/>
                  </a:lnTo>
                  <a:lnTo>
                    <a:pt x="342900" y="3810"/>
                  </a:lnTo>
                  <a:lnTo>
                    <a:pt x="421640" y="3810"/>
                  </a:lnTo>
                  <a:lnTo>
                    <a:pt x="421640" y="2540"/>
                  </a:lnTo>
                  <a:close/>
                </a:path>
                <a:path w="421639" h="7619">
                  <a:moveTo>
                    <a:pt x="421640" y="0"/>
                  </a:moveTo>
                  <a:lnTo>
                    <a:pt x="345440" y="0"/>
                  </a:lnTo>
                  <a:lnTo>
                    <a:pt x="345440" y="1270"/>
                  </a:lnTo>
                  <a:lnTo>
                    <a:pt x="421640" y="1270"/>
                  </a:lnTo>
                  <a:lnTo>
                    <a:pt x="421640" y="0"/>
                  </a:lnTo>
                  <a:close/>
                </a:path>
              </a:pathLst>
            </a:custGeom>
            <a:solidFill>
              <a:srgbClr val="694E00"/>
            </a:solidFill>
          </p:spPr>
          <p:txBody>
            <a:bodyPr wrap="square" lIns="0" tIns="0" rIns="0" bIns="0" rtlCol="0"/>
            <a:lstStyle/>
            <a:p/>
          </p:txBody>
        </p:sp>
        <p:sp>
          <p:nvSpPr>
            <p:cNvPr id="813" name="object 813"/>
            <p:cNvSpPr/>
            <p:nvPr/>
          </p:nvSpPr>
          <p:spPr>
            <a:xfrm>
              <a:off x="4056380" y="3125469"/>
              <a:ext cx="421640" cy="6350"/>
            </a:xfrm>
            <a:custGeom>
              <a:avLst/>
              <a:gdLst/>
              <a:ahLst/>
              <a:cxnLst/>
              <a:rect l="l" t="t" r="r" b="b"/>
              <a:pathLst>
                <a:path w="421639" h="6350">
                  <a:moveTo>
                    <a:pt x="210820" y="3810"/>
                  </a:moveTo>
                  <a:lnTo>
                    <a:pt x="0" y="3810"/>
                  </a:lnTo>
                  <a:lnTo>
                    <a:pt x="0" y="6350"/>
                  </a:lnTo>
                  <a:lnTo>
                    <a:pt x="210820" y="6350"/>
                  </a:lnTo>
                  <a:lnTo>
                    <a:pt x="210820" y="3810"/>
                  </a:lnTo>
                  <a:close/>
                </a:path>
                <a:path w="421639" h="6350">
                  <a:moveTo>
                    <a:pt x="210820" y="1270"/>
                  </a:moveTo>
                  <a:lnTo>
                    <a:pt x="0" y="1270"/>
                  </a:lnTo>
                  <a:lnTo>
                    <a:pt x="0" y="2540"/>
                  </a:lnTo>
                  <a:lnTo>
                    <a:pt x="210820" y="2540"/>
                  </a:lnTo>
                  <a:lnTo>
                    <a:pt x="210820" y="1270"/>
                  </a:lnTo>
                  <a:close/>
                </a:path>
                <a:path w="421639" h="6350">
                  <a:moveTo>
                    <a:pt x="421640" y="3810"/>
                  </a:moveTo>
                  <a:lnTo>
                    <a:pt x="334010" y="3810"/>
                  </a:lnTo>
                  <a:lnTo>
                    <a:pt x="334010" y="2540"/>
                  </a:lnTo>
                  <a:lnTo>
                    <a:pt x="332740" y="2540"/>
                  </a:lnTo>
                  <a:lnTo>
                    <a:pt x="332740" y="3810"/>
                  </a:lnTo>
                  <a:lnTo>
                    <a:pt x="331470" y="3810"/>
                  </a:lnTo>
                  <a:lnTo>
                    <a:pt x="331470" y="6350"/>
                  </a:lnTo>
                  <a:lnTo>
                    <a:pt x="421640" y="6350"/>
                  </a:lnTo>
                  <a:lnTo>
                    <a:pt x="421640" y="3810"/>
                  </a:lnTo>
                  <a:close/>
                </a:path>
                <a:path w="421639" h="6350">
                  <a:moveTo>
                    <a:pt x="421640" y="1270"/>
                  </a:moveTo>
                  <a:lnTo>
                    <a:pt x="336550" y="1270"/>
                  </a:lnTo>
                  <a:lnTo>
                    <a:pt x="336550" y="0"/>
                  </a:lnTo>
                  <a:lnTo>
                    <a:pt x="335280" y="0"/>
                  </a:lnTo>
                  <a:lnTo>
                    <a:pt x="335280" y="1270"/>
                  </a:lnTo>
                  <a:lnTo>
                    <a:pt x="335280" y="2540"/>
                  </a:lnTo>
                  <a:lnTo>
                    <a:pt x="421640" y="2540"/>
                  </a:lnTo>
                  <a:lnTo>
                    <a:pt x="421640" y="1270"/>
                  </a:lnTo>
                  <a:close/>
                </a:path>
              </a:pathLst>
            </a:custGeom>
            <a:solidFill>
              <a:srgbClr val="6B4F00"/>
            </a:solidFill>
          </p:spPr>
          <p:txBody>
            <a:bodyPr wrap="square" lIns="0" tIns="0" rIns="0" bIns="0" rtlCol="0"/>
            <a:lstStyle/>
            <a:p/>
          </p:txBody>
        </p:sp>
        <p:sp>
          <p:nvSpPr>
            <p:cNvPr id="814" name="object 814"/>
            <p:cNvSpPr/>
            <p:nvPr/>
          </p:nvSpPr>
          <p:spPr>
            <a:xfrm>
              <a:off x="4056380" y="3131819"/>
              <a:ext cx="421640" cy="7620"/>
            </a:xfrm>
            <a:custGeom>
              <a:avLst/>
              <a:gdLst/>
              <a:ahLst/>
              <a:cxnLst/>
              <a:rect l="l" t="t" r="r" b="b"/>
              <a:pathLst>
                <a:path w="421639" h="7619">
                  <a:moveTo>
                    <a:pt x="210820" y="3810"/>
                  </a:moveTo>
                  <a:lnTo>
                    <a:pt x="0" y="3810"/>
                  </a:lnTo>
                  <a:lnTo>
                    <a:pt x="0" y="6350"/>
                  </a:lnTo>
                  <a:lnTo>
                    <a:pt x="210820" y="6350"/>
                  </a:lnTo>
                  <a:lnTo>
                    <a:pt x="210820" y="3810"/>
                  </a:lnTo>
                  <a:close/>
                </a:path>
                <a:path w="421639" h="7619">
                  <a:moveTo>
                    <a:pt x="210820" y="1270"/>
                  </a:moveTo>
                  <a:lnTo>
                    <a:pt x="0" y="1270"/>
                  </a:lnTo>
                  <a:lnTo>
                    <a:pt x="0" y="2540"/>
                  </a:lnTo>
                  <a:lnTo>
                    <a:pt x="210820" y="2540"/>
                  </a:lnTo>
                  <a:lnTo>
                    <a:pt x="210820" y="1270"/>
                  </a:lnTo>
                  <a:close/>
                </a:path>
                <a:path w="421639" h="7619">
                  <a:moveTo>
                    <a:pt x="321310" y="6350"/>
                  </a:moveTo>
                  <a:lnTo>
                    <a:pt x="320040" y="6350"/>
                  </a:lnTo>
                  <a:lnTo>
                    <a:pt x="320040" y="7620"/>
                  </a:lnTo>
                  <a:lnTo>
                    <a:pt x="321310" y="7620"/>
                  </a:lnTo>
                  <a:lnTo>
                    <a:pt x="321310" y="6350"/>
                  </a:lnTo>
                  <a:close/>
                </a:path>
                <a:path w="421639" h="7619">
                  <a:moveTo>
                    <a:pt x="421627" y="1270"/>
                  </a:moveTo>
                  <a:lnTo>
                    <a:pt x="328930" y="1270"/>
                  </a:lnTo>
                  <a:lnTo>
                    <a:pt x="328930" y="0"/>
                  </a:lnTo>
                  <a:lnTo>
                    <a:pt x="327660" y="0"/>
                  </a:lnTo>
                  <a:lnTo>
                    <a:pt x="327660" y="1270"/>
                  </a:lnTo>
                  <a:lnTo>
                    <a:pt x="327660" y="2540"/>
                  </a:lnTo>
                  <a:lnTo>
                    <a:pt x="421627" y="2540"/>
                  </a:lnTo>
                  <a:lnTo>
                    <a:pt x="421627" y="1270"/>
                  </a:lnTo>
                  <a:close/>
                </a:path>
                <a:path w="421639" h="7619">
                  <a:moveTo>
                    <a:pt x="421640" y="3810"/>
                  </a:moveTo>
                  <a:lnTo>
                    <a:pt x="326390" y="3810"/>
                  </a:lnTo>
                  <a:lnTo>
                    <a:pt x="326390" y="2540"/>
                  </a:lnTo>
                  <a:lnTo>
                    <a:pt x="325120" y="2540"/>
                  </a:lnTo>
                  <a:lnTo>
                    <a:pt x="325120" y="3810"/>
                  </a:lnTo>
                  <a:lnTo>
                    <a:pt x="322580" y="3810"/>
                  </a:lnTo>
                  <a:lnTo>
                    <a:pt x="322580" y="6350"/>
                  </a:lnTo>
                  <a:lnTo>
                    <a:pt x="421640" y="6350"/>
                  </a:lnTo>
                  <a:lnTo>
                    <a:pt x="421640" y="3810"/>
                  </a:lnTo>
                  <a:close/>
                </a:path>
              </a:pathLst>
            </a:custGeom>
            <a:solidFill>
              <a:srgbClr val="6D5100"/>
            </a:solidFill>
          </p:spPr>
          <p:txBody>
            <a:bodyPr wrap="square" lIns="0" tIns="0" rIns="0" bIns="0" rtlCol="0"/>
            <a:lstStyle/>
            <a:p/>
          </p:txBody>
        </p:sp>
        <p:sp>
          <p:nvSpPr>
            <p:cNvPr id="815" name="object 815"/>
            <p:cNvSpPr/>
            <p:nvPr/>
          </p:nvSpPr>
          <p:spPr>
            <a:xfrm>
              <a:off x="4056380" y="3139439"/>
              <a:ext cx="421640" cy="7620"/>
            </a:xfrm>
            <a:custGeom>
              <a:avLst/>
              <a:gdLst/>
              <a:ahLst/>
              <a:cxnLst/>
              <a:rect l="l" t="t" r="r" b="b"/>
              <a:pathLst>
                <a:path w="421639" h="7619">
                  <a:moveTo>
                    <a:pt x="210820" y="6350"/>
                  </a:moveTo>
                  <a:lnTo>
                    <a:pt x="0" y="6350"/>
                  </a:lnTo>
                  <a:lnTo>
                    <a:pt x="0" y="7620"/>
                  </a:lnTo>
                  <a:lnTo>
                    <a:pt x="210820" y="7620"/>
                  </a:lnTo>
                  <a:lnTo>
                    <a:pt x="210820" y="6350"/>
                  </a:lnTo>
                  <a:close/>
                </a:path>
                <a:path w="421639" h="7619">
                  <a:moveTo>
                    <a:pt x="210820" y="2540"/>
                  </a:moveTo>
                  <a:lnTo>
                    <a:pt x="0" y="2540"/>
                  </a:lnTo>
                  <a:lnTo>
                    <a:pt x="0" y="5080"/>
                  </a:lnTo>
                  <a:lnTo>
                    <a:pt x="210820" y="5080"/>
                  </a:lnTo>
                  <a:lnTo>
                    <a:pt x="210820" y="2540"/>
                  </a:lnTo>
                  <a:close/>
                </a:path>
                <a:path w="421639" h="7619">
                  <a:moveTo>
                    <a:pt x="210820" y="0"/>
                  </a:moveTo>
                  <a:lnTo>
                    <a:pt x="0" y="0"/>
                  </a:lnTo>
                  <a:lnTo>
                    <a:pt x="0" y="1270"/>
                  </a:lnTo>
                  <a:lnTo>
                    <a:pt x="210820" y="1270"/>
                  </a:lnTo>
                  <a:lnTo>
                    <a:pt x="210820" y="0"/>
                  </a:lnTo>
                  <a:close/>
                </a:path>
                <a:path w="421639" h="7619">
                  <a:moveTo>
                    <a:pt x="421640" y="6350"/>
                  </a:moveTo>
                  <a:lnTo>
                    <a:pt x="309880" y="6350"/>
                  </a:lnTo>
                  <a:lnTo>
                    <a:pt x="309880" y="5080"/>
                  </a:lnTo>
                  <a:lnTo>
                    <a:pt x="307340" y="5080"/>
                  </a:lnTo>
                  <a:lnTo>
                    <a:pt x="307340" y="6350"/>
                  </a:lnTo>
                  <a:lnTo>
                    <a:pt x="307340" y="7620"/>
                  </a:lnTo>
                  <a:lnTo>
                    <a:pt x="421640" y="7620"/>
                  </a:lnTo>
                  <a:lnTo>
                    <a:pt x="421640" y="6350"/>
                  </a:lnTo>
                  <a:close/>
                </a:path>
                <a:path w="421639" h="7619">
                  <a:moveTo>
                    <a:pt x="421640" y="2540"/>
                  </a:moveTo>
                  <a:lnTo>
                    <a:pt x="317500" y="2540"/>
                  </a:lnTo>
                  <a:lnTo>
                    <a:pt x="317500" y="1270"/>
                  </a:lnTo>
                  <a:lnTo>
                    <a:pt x="314960" y="1270"/>
                  </a:lnTo>
                  <a:lnTo>
                    <a:pt x="314960" y="2540"/>
                  </a:lnTo>
                  <a:lnTo>
                    <a:pt x="313690" y="2540"/>
                  </a:lnTo>
                  <a:lnTo>
                    <a:pt x="313690" y="5080"/>
                  </a:lnTo>
                  <a:lnTo>
                    <a:pt x="421640" y="5080"/>
                  </a:lnTo>
                  <a:lnTo>
                    <a:pt x="421640" y="2540"/>
                  </a:lnTo>
                  <a:close/>
                </a:path>
                <a:path w="421639" h="7619">
                  <a:moveTo>
                    <a:pt x="421640" y="0"/>
                  </a:moveTo>
                  <a:lnTo>
                    <a:pt x="320040" y="0"/>
                  </a:lnTo>
                  <a:lnTo>
                    <a:pt x="320040" y="1270"/>
                  </a:lnTo>
                  <a:lnTo>
                    <a:pt x="421640" y="1270"/>
                  </a:lnTo>
                  <a:lnTo>
                    <a:pt x="421640" y="0"/>
                  </a:lnTo>
                  <a:close/>
                </a:path>
              </a:pathLst>
            </a:custGeom>
            <a:solidFill>
              <a:srgbClr val="6F5300"/>
            </a:solidFill>
          </p:spPr>
          <p:txBody>
            <a:bodyPr wrap="square" lIns="0" tIns="0" rIns="0" bIns="0" rtlCol="0"/>
            <a:lstStyle/>
            <a:p/>
          </p:txBody>
        </p:sp>
        <p:sp>
          <p:nvSpPr>
            <p:cNvPr id="816" name="object 816"/>
            <p:cNvSpPr/>
            <p:nvPr/>
          </p:nvSpPr>
          <p:spPr>
            <a:xfrm>
              <a:off x="4056380" y="3147059"/>
              <a:ext cx="421640" cy="6350"/>
            </a:xfrm>
            <a:custGeom>
              <a:avLst/>
              <a:gdLst/>
              <a:ahLst/>
              <a:cxnLst/>
              <a:rect l="l" t="t" r="r" b="b"/>
              <a:pathLst>
                <a:path w="421639" h="6350">
                  <a:moveTo>
                    <a:pt x="210820" y="5080"/>
                  </a:moveTo>
                  <a:lnTo>
                    <a:pt x="0" y="5080"/>
                  </a:lnTo>
                  <a:lnTo>
                    <a:pt x="0" y="6350"/>
                  </a:lnTo>
                  <a:lnTo>
                    <a:pt x="210820" y="6350"/>
                  </a:lnTo>
                  <a:lnTo>
                    <a:pt x="210820" y="5080"/>
                  </a:lnTo>
                  <a:close/>
                </a:path>
                <a:path w="421639" h="6350">
                  <a:moveTo>
                    <a:pt x="210820" y="1270"/>
                  </a:moveTo>
                  <a:lnTo>
                    <a:pt x="0" y="1270"/>
                  </a:lnTo>
                  <a:lnTo>
                    <a:pt x="0" y="3810"/>
                  </a:lnTo>
                  <a:lnTo>
                    <a:pt x="210820" y="3810"/>
                  </a:lnTo>
                  <a:lnTo>
                    <a:pt x="210820" y="1270"/>
                  </a:lnTo>
                  <a:close/>
                </a:path>
                <a:path w="421639" h="6350">
                  <a:moveTo>
                    <a:pt x="421640" y="5080"/>
                  </a:moveTo>
                  <a:lnTo>
                    <a:pt x="299720" y="5080"/>
                  </a:lnTo>
                  <a:lnTo>
                    <a:pt x="299720" y="3810"/>
                  </a:lnTo>
                  <a:lnTo>
                    <a:pt x="294640" y="3810"/>
                  </a:lnTo>
                  <a:lnTo>
                    <a:pt x="294640" y="5080"/>
                  </a:lnTo>
                  <a:lnTo>
                    <a:pt x="294640" y="6350"/>
                  </a:lnTo>
                  <a:lnTo>
                    <a:pt x="421640" y="6350"/>
                  </a:lnTo>
                  <a:lnTo>
                    <a:pt x="421640" y="5080"/>
                  </a:lnTo>
                  <a:close/>
                </a:path>
                <a:path w="421639" h="6350">
                  <a:moveTo>
                    <a:pt x="421640" y="1270"/>
                  </a:moveTo>
                  <a:lnTo>
                    <a:pt x="306070" y="1270"/>
                  </a:lnTo>
                  <a:lnTo>
                    <a:pt x="306070" y="0"/>
                  </a:lnTo>
                  <a:lnTo>
                    <a:pt x="303530" y="0"/>
                  </a:lnTo>
                  <a:lnTo>
                    <a:pt x="303530" y="1270"/>
                  </a:lnTo>
                  <a:lnTo>
                    <a:pt x="300990" y="1270"/>
                  </a:lnTo>
                  <a:lnTo>
                    <a:pt x="300990" y="3810"/>
                  </a:lnTo>
                  <a:lnTo>
                    <a:pt x="421640" y="3810"/>
                  </a:lnTo>
                  <a:lnTo>
                    <a:pt x="421640" y="1270"/>
                  </a:lnTo>
                  <a:close/>
                </a:path>
              </a:pathLst>
            </a:custGeom>
            <a:solidFill>
              <a:srgbClr val="715400"/>
            </a:solidFill>
          </p:spPr>
          <p:txBody>
            <a:bodyPr wrap="square" lIns="0" tIns="0" rIns="0" bIns="0" rtlCol="0"/>
            <a:lstStyle/>
            <a:p/>
          </p:txBody>
        </p:sp>
        <p:sp>
          <p:nvSpPr>
            <p:cNvPr id="817" name="object 817"/>
            <p:cNvSpPr/>
            <p:nvPr/>
          </p:nvSpPr>
          <p:spPr>
            <a:xfrm>
              <a:off x="4056380" y="3153409"/>
              <a:ext cx="421640" cy="7620"/>
            </a:xfrm>
            <a:custGeom>
              <a:avLst/>
              <a:gdLst/>
              <a:ahLst/>
              <a:cxnLst/>
              <a:rect l="l" t="t" r="r" b="b"/>
              <a:pathLst>
                <a:path w="421639" h="7619">
                  <a:moveTo>
                    <a:pt x="210820" y="5080"/>
                  </a:moveTo>
                  <a:lnTo>
                    <a:pt x="0" y="5080"/>
                  </a:lnTo>
                  <a:lnTo>
                    <a:pt x="0" y="6350"/>
                  </a:lnTo>
                  <a:lnTo>
                    <a:pt x="210820" y="6350"/>
                  </a:lnTo>
                  <a:lnTo>
                    <a:pt x="210820" y="5080"/>
                  </a:lnTo>
                  <a:close/>
                </a:path>
                <a:path w="421639" h="7619">
                  <a:moveTo>
                    <a:pt x="210820" y="1270"/>
                  </a:moveTo>
                  <a:lnTo>
                    <a:pt x="0" y="1270"/>
                  </a:lnTo>
                  <a:lnTo>
                    <a:pt x="0" y="3810"/>
                  </a:lnTo>
                  <a:lnTo>
                    <a:pt x="210820" y="3810"/>
                  </a:lnTo>
                  <a:lnTo>
                    <a:pt x="210820" y="1270"/>
                  </a:lnTo>
                  <a:close/>
                </a:path>
                <a:path w="421639" h="7619">
                  <a:moveTo>
                    <a:pt x="266700" y="6350"/>
                  </a:moveTo>
                  <a:lnTo>
                    <a:pt x="252730" y="6350"/>
                  </a:lnTo>
                  <a:lnTo>
                    <a:pt x="252730" y="7620"/>
                  </a:lnTo>
                  <a:lnTo>
                    <a:pt x="266700" y="7620"/>
                  </a:lnTo>
                  <a:lnTo>
                    <a:pt x="266700" y="6350"/>
                  </a:lnTo>
                  <a:close/>
                </a:path>
                <a:path w="421639" h="7619">
                  <a:moveTo>
                    <a:pt x="421640" y="5080"/>
                  </a:moveTo>
                  <a:lnTo>
                    <a:pt x="278130" y="5080"/>
                  </a:lnTo>
                  <a:lnTo>
                    <a:pt x="278130" y="3810"/>
                  </a:lnTo>
                  <a:lnTo>
                    <a:pt x="275590" y="3810"/>
                  </a:lnTo>
                  <a:lnTo>
                    <a:pt x="275590" y="5080"/>
                  </a:lnTo>
                  <a:lnTo>
                    <a:pt x="275590" y="6350"/>
                  </a:lnTo>
                  <a:lnTo>
                    <a:pt x="421640" y="6350"/>
                  </a:lnTo>
                  <a:lnTo>
                    <a:pt x="421640" y="5080"/>
                  </a:lnTo>
                  <a:close/>
                </a:path>
                <a:path w="421639" h="7619">
                  <a:moveTo>
                    <a:pt x="421640" y="3810"/>
                  </a:moveTo>
                  <a:lnTo>
                    <a:pt x="421627" y="1270"/>
                  </a:lnTo>
                  <a:lnTo>
                    <a:pt x="292100" y="1270"/>
                  </a:lnTo>
                  <a:lnTo>
                    <a:pt x="292100" y="0"/>
                  </a:lnTo>
                  <a:lnTo>
                    <a:pt x="285750" y="0"/>
                  </a:lnTo>
                  <a:lnTo>
                    <a:pt x="285750" y="1270"/>
                  </a:lnTo>
                  <a:lnTo>
                    <a:pt x="283210" y="1270"/>
                  </a:lnTo>
                  <a:lnTo>
                    <a:pt x="283210" y="3810"/>
                  </a:lnTo>
                  <a:lnTo>
                    <a:pt x="421640" y="3810"/>
                  </a:lnTo>
                  <a:close/>
                </a:path>
              </a:pathLst>
            </a:custGeom>
            <a:solidFill>
              <a:srgbClr val="735600"/>
            </a:solidFill>
          </p:spPr>
          <p:txBody>
            <a:bodyPr wrap="square" lIns="0" tIns="0" rIns="0" bIns="0" rtlCol="0"/>
            <a:lstStyle/>
            <a:p/>
          </p:txBody>
        </p:sp>
        <p:sp>
          <p:nvSpPr>
            <p:cNvPr id="818" name="object 818"/>
            <p:cNvSpPr/>
            <p:nvPr/>
          </p:nvSpPr>
          <p:spPr>
            <a:xfrm>
              <a:off x="4056380" y="3161029"/>
              <a:ext cx="421640" cy="7620"/>
            </a:xfrm>
            <a:custGeom>
              <a:avLst/>
              <a:gdLst/>
              <a:ahLst/>
              <a:cxnLst/>
              <a:rect l="l" t="t" r="r" b="b"/>
              <a:pathLst>
                <a:path w="421639" h="7619">
                  <a:moveTo>
                    <a:pt x="421640" y="0"/>
                  </a:moveTo>
                  <a:lnTo>
                    <a:pt x="247650" y="0"/>
                  </a:lnTo>
                  <a:lnTo>
                    <a:pt x="247650" y="2540"/>
                  </a:lnTo>
                  <a:lnTo>
                    <a:pt x="210820" y="2540"/>
                  </a:lnTo>
                  <a:lnTo>
                    <a:pt x="210820" y="0"/>
                  </a:lnTo>
                  <a:lnTo>
                    <a:pt x="0" y="0"/>
                  </a:lnTo>
                  <a:lnTo>
                    <a:pt x="0" y="2540"/>
                  </a:lnTo>
                  <a:lnTo>
                    <a:pt x="0" y="7620"/>
                  </a:lnTo>
                  <a:lnTo>
                    <a:pt x="421627" y="7620"/>
                  </a:lnTo>
                  <a:lnTo>
                    <a:pt x="421627" y="2540"/>
                  </a:lnTo>
                  <a:lnTo>
                    <a:pt x="421640" y="0"/>
                  </a:lnTo>
                  <a:close/>
                </a:path>
              </a:pathLst>
            </a:custGeom>
            <a:solidFill>
              <a:srgbClr val="755700"/>
            </a:solidFill>
          </p:spPr>
          <p:txBody>
            <a:bodyPr wrap="square" lIns="0" tIns="0" rIns="0" bIns="0" rtlCol="0"/>
            <a:lstStyle/>
            <a:p/>
          </p:txBody>
        </p:sp>
        <p:sp>
          <p:nvSpPr>
            <p:cNvPr id="819" name="object 819"/>
            <p:cNvSpPr/>
            <p:nvPr/>
          </p:nvSpPr>
          <p:spPr>
            <a:xfrm>
              <a:off x="4056379" y="3168649"/>
              <a:ext cx="421640" cy="6350"/>
            </a:xfrm>
            <a:custGeom>
              <a:avLst/>
              <a:gdLst/>
              <a:ahLst/>
              <a:cxnLst/>
              <a:rect l="l" t="t" r="r" b="b"/>
              <a:pathLst>
                <a:path w="421639" h="6350">
                  <a:moveTo>
                    <a:pt x="0" y="6350"/>
                  </a:moveTo>
                  <a:lnTo>
                    <a:pt x="0" y="0"/>
                  </a:lnTo>
                  <a:lnTo>
                    <a:pt x="421639" y="0"/>
                  </a:lnTo>
                  <a:lnTo>
                    <a:pt x="421639" y="6350"/>
                  </a:lnTo>
                  <a:lnTo>
                    <a:pt x="0" y="6350"/>
                  </a:lnTo>
                  <a:close/>
                </a:path>
              </a:pathLst>
            </a:custGeom>
            <a:solidFill>
              <a:srgbClr val="775900"/>
            </a:solidFill>
          </p:spPr>
          <p:txBody>
            <a:bodyPr wrap="square" lIns="0" tIns="0" rIns="0" bIns="0" rtlCol="0"/>
            <a:lstStyle/>
            <a:p/>
          </p:txBody>
        </p:sp>
        <p:sp>
          <p:nvSpPr>
            <p:cNvPr id="820" name="object 820"/>
            <p:cNvSpPr/>
            <p:nvPr/>
          </p:nvSpPr>
          <p:spPr>
            <a:xfrm>
              <a:off x="4056379" y="3174999"/>
              <a:ext cx="421640" cy="7620"/>
            </a:xfrm>
            <a:custGeom>
              <a:avLst/>
              <a:gdLst/>
              <a:ahLst/>
              <a:cxnLst/>
              <a:rect l="l" t="t" r="r" b="b"/>
              <a:pathLst>
                <a:path w="421639" h="7619">
                  <a:moveTo>
                    <a:pt x="0" y="7620"/>
                  </a:moveTo>
                  <a:lnTo>
                    <a:pt x="0" y="0"/>
                  </a:lnTo>
                  <a:lnTo>
                    <a:pt x="421639" y="0"/>
                  </a:lnTo>
                  <a:lnTo>
                    <a:pt x="421639" y="7620"/>
                  </a:lnTo>
                  <a:lnTo>
                    <a:pt x="0" y="7620"/>
                  </a:lnTo>
                  <a:close/>
                </a:path>
              </a:pathLst>
            </a:custGeom>
            <a:solidFill>
              <a:srgbClr val="795A00"/>
            </a:solidFill>
          </p:spPr>
          <p:txBody>
            <a:bodyPr wrap="square" lIns="0" tIns="0" rIns="0" bIns="0" rtlCol="0"/>
            <a:lstStyle/>
            <a:p/>
          </p:txBody>
        </p:sp>
        <p:sp>
          <p:nvSpPr>
            <p:cNvPr id="821" name="object 821"/>
            <p:cNvSpPr/>
            <p:nvPr/>
          </p:nvSpPr>
          <p:spPr>
            <a:xfrm>
              <a:off x="4056379" y="3182619"/>
              <a:ext cx="421640" cy="7620"/>
            </a:xfrm>
            <a:custGeom>
              <a:avLst/>
              <a:gdLst/>
              <a:ahLst/>
              <a:cxnLst/>
              <a:rect l="l" t="t" r="r" b="b"/>
              <a:pathLst>
                <a:path w="421639" h="7619">
                  <a:moveTo>
                    <a:pt x="0" y="7619"/>
                  </a:moveTo>
                  <a:lnTo>
                    <a:pt x="0" y="0"/>
                  </a:lnTo>
                  <a:lnTo>
                    <a:pt x="421639" y="0"/>
                  </a:lnTo>
                  <a:lnTo>
                    <a:pt x="421639" y="7619"/>
                  </a:lnTo>
                  <a:lnTo>
                    <a:pt x="0" y="7619"/>
                  </a:lnTo>
                  <a:close/>
                </a:path>
              </a:pathLst>
            </a:custGeom>
            <a:solidFill>
              <a:srgbClr val="7B5C00"/>
            </a:solidFill>
          </p:spPr>
          <p:txBody>
            <a:bodyPr wrap="square" lIns="0" tIns="0" rIns="0" bIns="0" rtlCol="0"/>
            <a:lstStyle/>
            <a:p/>
          </p:txBody>
        </p:sp>
        <p:sp>
          <p:nvSpPr>
            <p:cNvPr id="822" name="object 822"/>
            <p:cNvSpPr/>
            <p:nvPr/>
          </p:nvSpPr>
          <p:spPr>
            <a:xfrm>
              <a:off x="4056379" y="3190239"/>
              <a:ext cx="421640" cy="6350"/>
            </a:xfrm>
            <a:custGeom>
              <a:avLst/>
              <a:gdLst/>
              <a:ahLst/>
              <a:cxnLst/>
              <a:rect l="l" t="t" r="r" b="b"/>
              <a:pathLst>
                <a:path w="421639" h="6350">
                  <a:moveTo>
                    <a:pt x="0" y="6350"/>
                  </a:moveTo>
                  <a:lnTo>
                    <a:pt x="0" y="0"/>
                  </a:lnTo>
                  <a:lnTo>
                    <a:pt x="421639" y="0"/>
                  </a:lnTo>
                  <a:lnTo>
                    <a:pt x="421639" y="6350"/>
                  </a:lnTo>
                  <a:lnTo>
                    <a:pt x="0" y="6350"/>
                  </a:lnTo>
                  <a:close/>
                </a:path>
              </a:pathLst>
            </a:custGeom>
            <a:solidFill>
              <a:srgbClr val="7D5D00"/>
            </a:solidFill>
          </p:spPr>
          <p:txBody>
            <a:bodyPr wrap="square" lIns="0" tIns="0" rIns="0" bIns="0" rtlCol="0"/>
            <a:lstStyle/>
            <a:p/>
          </p:txBody>
        </p:sp>
        <p:sp>
          <p:nvSpPr>
            <p:cNvPr id="823" name="object 823"/>
            <p:cNvSpPr/>
            <p:nvPr/>
          </p:nvSpPr>
          <p:spPr>
            <a:xfrm>
              <a:off x="4056379" y="3196589"/>
              <a:ext cx="421640" cy="7620"/>
            </a:xfrm>
            <a:custGeom>
              <a:avLst/>
              <a:gdLst/>
              <a:ahLst/>
              <a:cxnLst/>
              <a:rect l="l" t="t" r="r" b="b"/>
              <a:pathLst>
                <a:path w="421639" h="7619">
                  <a:moveTo>
                    <a:pt x="0" y="7620"/>
                  </a:moveTo>
                  <a:lnTo>
                    <a:pt x="0" y="0"/>
                  </a:lnTo>
                  <a:lnTo>
                    <a:pt x="421639" y="0"/>
                  </a:lnTo>
                  <a:lnTo>
                    <a:pt x="421639" y="7620"/>
                  </a:lnTo>
                  <a:lnTo>
                    <a:pt x="0" y="7620"/>
                  </a:lnTo>
                  <a:close/>
                </a:path>
              </a:pathLst>
            </a:custGeom>
            <a:solidFill>
              <a:srgbClr val="7F5F00"/>
            </a:solidFill>
          </p:spPr>
          <p:txBody>
            <a:bodyPr wrap="square" lIns="0" tIns="0" rIns="0" bIns="0" rtlCol="0"/>
            <a:lstStyle/>
            <a:p/>
          </p:txBody>
        </p:sp>
        <p:sp>
          <p:nvSpPr>
            <p:cNvPr id="824" name="object 824"/>
            <p:cNvSpPr/>
            <p:nvPr/>
          </p:nvSpPr>
          <p:spPr>
            <a:xfrm>
              <a:off x="4056380" y="3204209"/>
              <a:ext cx="421640" cy="7620"/>
            </a:xfrm>
            <a:custGeom>
              <a:avLst/>
              <a:gdLst/>
              <a:ahLst/>
              <a:cxnLst/>
              <a:rect l="l" t="t" r="r" b="b"/>
              <a:pathLst>
                <a:path w="421639" h="7619">
                  <a:moveTo>
                    <a:pt x="421627" y="0"/>
                  </a:moveTo>
                  <a:lnTo>
                    <a:pt x="0" y="0"/>
                  </a:lnTo>
                  <a:lnTo>
                    <a:pt x="0" y="6350"/>
                  </a:lnTo>
                  <a:lnTo>
                    <a:pt x="210820" y="6350"/>
                  </a:lnTo>
                  <a:lnTo>
                    <a:pt x="210820" y="7620"/>
                  </a:lnTo>
                  <a:lnTo>
                    <a:pt x="226060" y="7620"/>
                  </a:lnTo>
                  <a:lnTo>
                    <a:pt x="226060" y="6350"/>
                  </a:lnTo>
                  <a:lnTo>
                    <a:pt x="421627" y="6350"/>
                  </a:lnTo>
                  <a:lnTo>
                    <a:pt x="421627" y="0"/>
                  </a:lnTo>
                  <a:close/>
                </a:path>
              </a:pathLst>
            </a:custGeom>
            <a:solidFill>
              <a:srgbClr val="816000"/>
            </a:solidFill>
          </p:spPr>
          <p:txBody>
            <a:bodyPr wrap="square" lIns="0" tIns="0" rIns="0" bIns="0" rtlCol="0"/>
            <a:lstStyle/>
            <a:p/>
          </p:txBody>
        </p:sp>
        <p:sp>
          <p:nvSpPr>
            <p:cNvPr id="825" name="object 825"/>
            <p:cNvSpPr/>
            <p:nvPr/>
          </p:nvSpPr>
          <p:spPr>
            <a:xfrm>
              <a:off x="4056380" y="3211829"/>
              <a:ext cx="421640" cy="6350"/>
            </a:xfrm>
            <a:custGeom>
              <a:avLst/>
              <a:gdLst/>
              <a:ahLst/>
              <a:cxnLst/>
              <a:rect l="l" t="t" r="r" b="b"/>
              <a:pathLst>
                <a:path w="421639" h="6350">
                  <a:moveTo>
                    <a:pt x="210820" y="3810"/>
                  </a:moveTo>
                  <a:lnTo>
                    <a:pt x="0" y="3810"/>
                  </a:lnTo>
                  <a:lnTo>
                    <a:pt x="0" y="5080"/>
                  </a:lnTo>
                  <a:lnTo>
                    <a:pt x="210820" y="5080"/>
                  </a:lnTo>
                  <a:lnTo>
                    <a:pt x="210820" y="3810"/>
                  </a:lnTo>
                  <a:close/>
                </a:path>
                <a:path w="421639" h="6350">
                  <a:moveTo>
                    <a:pt x="210820" y="0"/>
                  </a:moveTo>
                  <a:lnTo>
                    <a:pt x="0" y="0"/>
                  </a:lnTo>
                  <a:lnTo>
                    <a:pt x="0" y="2540"/>
                  </a:lnTo>
                  <a:lnTo>
                    <a:pt x="210820" y="2540"/>
                  </a:lnTo>
                  <a:lnTo>
                    <a:pt x="210820" y="0"/>
                  </a:lnTo>
                  <a:close/>
                </a:path>
                <a:path w="421639" h="6350">
                  <a:moveTo>
                    <a:pt x="421640" y="3810"/>
                  </a:moveTo>
                  <a:lnTo>
                    <a:pt x="261620" y="3810"/>
                  </a:lnTo>
                  <a:lnTo>
                    <a:pt x="261620" y="5080"/>
                  </a:lnTo>
                  <a:lnTo>
                    <a:pt x="265430" y="5080"/>
                  </a:lnTo>
                  <a:lnTo>
                    <a:pt x="265430" y="6350"/>
                  </a:lnTo>
                  <a:lnTo>
                    <a:pt x="273050" y="6350"/>
                  </a:lnTo>
                  <a:lnTo>
                    <a:pt x="273050" y="5080"/>
                  </a:lnTo>
                  <a:lnTo>
                    <a:pt x="421640" y="5080"/>
                  </a:lnTo>
                  <a:lnTo>
                    <a:pt x="421640" y="3810"/>
                  </a:lnTo>
                  <a:close/>
                </a:path>
                <a:path w="421639" h="6350">
                  <a:moveTo>
                    <a:pt x="421640" y="0"/>
                  </a:moveTo>
                  <a:lnTo>
                    <a:pt x="240030" y="0"/>
                  </a:lnTo>
                  <a:lnTo>
                    <a:pt x="240030" y="2540"/>
                  </a:lnTo>
                  <a:lnTo>
                    <a:pt x="252730" y="2540"/>
                  </a:lnTo>
                  <a:lnTo>
                    <a:pt x="252730" y="3810"/>
                  </a:lnTo>
                  <a:lnTo>
                    <a:pt x="261620" y="3810"/>
                  </a:lnTo>
                  <a:lnTo>
                    <a:pt x="261620" y="2540"/>
                  </a:lnTo>
                  <a:lnTo>
                    <a:pt x="421640" y="2540"/>
                  </a:lnTo>
                  <a:lnTo>
                    <a:pt x="421640" y="0"/>
                  </a:lnTo>
                  <a:close/>
                </a:path>
              </a:pathLst>
            </a:custGeom>
            <a:solidFill>
              <a:srgbClr val="836200"/>
            </a:solidFill>
          </p:spPr>
          <p:txBody>
            <a:bodyPr wrap="square" lIns="0" tIns="0" rIns="0" bIns="0" rtlCol="0"/>
            <a:lstStyle/>
            <a:p/>
          </p:txBody>
        </p:sp>
        <p:sp>
          <p:nvSpPr>
            <p:cNvPr id="826" name="object 826"/>
            <p:cNvSpPr/>
            <p:nvPr/>
          </p:nvSpPr>
          <p:spPr>
            <a:xfrm>
              <a:off x="4056380" y="3218179"/>
              <a:ext cx="421640" cy="7620"/>
            </a:xfrm>
            <a:custGeom>
              <a:avLst/>
              <a:gdLst/>
              <a:ahLst/>
              <a:cxnLst/>
              <a:rect l="l" t="t" r="r" b="b"/>
              <a:pathLst>
                <a:path w="421639" h="7619">
                  <a:moveTo>
                    <a:pt x="210820" y="6350"/>
                  </a:moveTo>
                  <a:lnTo>
                    <a:pt x="0" y="6350"/>
                  </a:lnTo>
                  <a:lnTo>
                    <a:pt x="0" y="7620"/>
                  </a:lnTo>
                  <a:lnTo>
                    <a:pt x="210820" y="7620"/>
                  </a:lnTo>
                  <a:lnTo>
                    <a:pt x="210820" y="6350"/>
                  </a:lnTo>
                  <a:close/>
                </a:path>
                <a:path w="421639" h="7619">
                  <a:moveTo>
                    <a:pt x="210820" y="3810"/>
                  </a:moveTo>
                  <a:lnTo>
                    <a:pt x="0" y="3810"/>
                  </a:lnTo>
                  <a:lnTo>
                    <a:pt x="0" y="5080"/>
                  </a:lnTo>
                  <a:lnTo>
                    <a:pt x="210820" y="5080"/>
                  </a:lnTo>
                  <a:lnTo>
                    <a:pt x="210820" y="3810"/>
                  </a:lnTo>
                  <a:close/>
                </a:path>
                <a:path w="421639" h="7619">
                  <a:moveTo>
                    <a:pt x="210820" y="0"/>
                  </a:moveTo>
                  <a:lnTo>
                    <a:pt x="0" y="0"/>
                  </a:lnTo>
                  <a:lnTo>
                    <a:pt x="0" y="2540"/>
                  </a:lnTo>
                  <a:lnTo>
                    <a:pt x="210820" y="2540"/>
                  </a:lnTo>
                  <a:lnTo>
                    <a:pt x="210820" y="0"/>
                  </a:lnTo>
                  <a:close/>
                </a:path>
                <a:path w="421639" h="7619">
                  <a:moveTo>
                    <a:pt x="421640" y="6350"/>
                  </a:moveTo>
                  <a:lnTo>
                    <a:pt x="297180" y="6350"/>
                  </a:lnTo>
                  <a:lnTo>
                    <a:pt x="297180" y="7620"/>
                  </a:lnTo>
                  <a:lnTo>
                    <a:pt x="421640" y="7620"/>
                  </a:lnTo>
                  <a:lnTo>
                    <a:pt x="421640" y="6350"/>
                  </a:lnTo>
                  <a:close/>
                </a:path>
                <a:path w="421639" h="7619">
                  <a:moveTo>
                    <a:pt x="421640" y="3810"/>
                  </a:moveTo>
                  <a:lnTo>
                    <a:pt x="287020" y="3810"/>
                  </a:lnTo>
                  <a:lnTo>
                    <a:pt x="287020" y="5080"/>
                  </a:lnTo>
                  <a:lnTo>
                    <a:pt x="292100" y="5080"/>
                  </a:lnTo>
                  <a:lnTo>
                    <a:pt x="292100" y="6350"/>
                  </a:lnTo>
                  <a:lnTo>
                    <a:pt x="294640" y="6350"/>
                  </a:lnTo>
                  <a:lnTo>
                    <a:pt x="294640" y="5080"/>
                  </a:lnTo>
                  <a:lnTo>
                    <a:pt x="421640" y="5080"/>
                  </a:lnTo>
                  <a:lnTo>
                    <a:pt x="421640" y="3810"/>
                  </a:lnTo>
                  <a:close/>
                </a:path>
                <a:path w="421639" h="7619">
                  <a:moveTo>
                    <a:pt x="421640" y="0"/>
                  </a:moveTo>
                  <a:lnTo>
                    <a:pt x="276860" y="0"/>
                  </a:lnTo>
                  <a:lnTo>
                    <a:pt x="276860" y="2540"/>
                  </a:lnTo>
                  <a:lnTo>
                    <a:pt x="284480" y="2540"/>
                  </a:lnTo>
                  <a:lnTo>
                    <a:pt x="284480" y="3810"/>
                  </a:lnTo>
                  <a:lnTo>
                    <a:pt x="287020" y="3810"/>
                  </a:lnTo>
                  <a:lnTo>
                    <a:pt x="287020" y="2540"/>
                  </a:lnTo>
                  <a:lnTo>
                    <a:pt x="421640" y="2540"/>
                  </a:lnTo>
                  <a:lnTo>
                    <a:pt x="421640" y="0"/>
                  </a:lnTo>
                  <a:close/>
                </a:path>
              </a:pathLst>
            </a:custGeom>
            <a:solidFill>
              <a:srgbClr val="856300"/>
            </a:solidFill>
          </p:spPr>
          <p:txBody>
            <a:bodyPr wrap="square" lIns="0" tIns="0" rIns="0" bIns="0" rtlCol="0"/>
            <a:lstStyle/>
            <a:p/>
          </p:txBody>
        </p:sp>
        <p:sp>
          <p:nvSpPr>
            <p:cNvPr id="827" name="object 827"/>
            <p:cNvSpPr/>
            <p:nvPr/>
          </p:nvSpPr>
          <p:spPr>
            <a:xfrm>
              <a:off x="4056380" y="3225799"/>
              <a:ext cx="421640" cy="7620"/>
            </a:xfrm>
            <a:custGeom>
              <a:avLst/>
              <a:gdLst/>
              <a:ahLst/>
              <a:cxnLst/>
              <a:rect l="l" t="t" r="r" b="b"/>
              <a:pathLst>
                <a:path w="421639" h="7619">
                  <a:moveTo>
                    <a:pt x="210820" y="5080"/>
                  </a:moveTo>
                  <a:lnTo>
                    <a:pt x="0" y="5080"/>
                  </a:lnTo>
                  <a:lnTo>
                    <a:pt x="0" y="7620"/>
                  </a:lnTo>
                  <a:lnTo>
                    <a:pt x="210820" y="7620"/>
                  </a:lnTo>
                  <a:lnTo>
                    <a:pt x="210820" y="5080"/>
                  </a:lnTo>
                  <a:close/>
                </a:path>
                <a:path w="421639" h="7619">
                  <a:moveTo>
                    <a:pt x="210820" y="2540"/>
                  </a:moveTo>
                  <a:lnTo>
                    <a:pt x="0" y="2540"/>
                  </a:lnTo>
                  <a:lnTo>
                    <a:pt x="0" y="3810"/>
                  </a:lnTo>
                  <a:lnTo>
                    <a:pt x="210820" y="3810"/>
                  </a:lnTo>
                  <a:lnTo>
                    <a:pt x="210820" y="2540"/>
                  </a:lnTo>
                  <a:close/>
                </a:path>
                <a:path w="421639" h="7619">
                  <a:moveTo>
                    <a:pt x="210820" y="0"/>
                  </a:moveTo>
                  <a:lnTo>
                    <a:pt x="0" y="0"/>
                  </a:lnTo>
                  <a:lnTo>
                    <a:pt x="0" y="1270"/>
                  </a:lnTo>
                  <a:lnTo>
                    <a:pt x="210820" y="1270"/>
                  </a:lnTo>
                  <a:lnTo>
                    <a:pt x="210820" y="0"/>
                  </a:lnTo>
                  <a:close/>
                </a:path>
                <a:path w="421639" h="7619">
                  <a:moveTo>
                    <a:pt x="421640" y="5080"/>
                  </a:moveTo>
                  <a:lnTo>
                    <a:pt x="309880" y="5080"/>
                  </a:lnTo>
                  <a:lnTo>
                    <a:pt x="309880" y="7620"/>
                  </a:lnTo>
                  <a:lnTo>
                    <a:pt x="421640" y="7620"/>
                  </a:lnTo>
                  <a:lnTo>
                    <a:pt x="421640" y="5080"/>
                  </a:lnTo>
                  <a:close/>
                </a:path>
                <a:path w="421639" h="7619">
                  <a:moveTo>
                    <a:pt x="421640" y="2540"/>
                  </a:moveTo>
                  <a:lnTo>
                    <a:pt x="303530" y="2540"/>
                  </a:lnTo>
                  <a:lnTo>
                    <a:pt x="303530" y="3810"/>
                  </a:lnTo>
                  <a:lnTo>
                    <a:pt x="304800" y="3810"/>
                  </a:lnTo>
                  <a:lnTo>
                    <a:pt x="304800" y="5080"/>
                  </a:lnTo>
                  <a:lnTo>
                    <a:pt x="308610" y="5080"/>
                  </a:lnTo>
                  <a:lnTo>
                    <a:pt x="308610" y="3810"/>
                  </a:lnTo>
                  <a:lnTo>
                    <a:pt x="421640" y="3810"/>
                  </a:lnTo>
                  <a:lnTo>
                    <a:pt x="421640" y="2540"/>
                  </a:lnTo>
                  <a:close/>
                </a:path>
                <a:path w="421639" h="7619">
                  <a:moveTo>
                    <a:pt x="421640" y="0"/>
                  </a:moveTo>
                  <a:lnTo>
                    <a:pt x="297180" y="0"/>
                  </a:lnTo>
                  <a:lnTo>
                    <a:pt x="297180" y="1270"/>
                  </a:lnTo>
                  <a:lnTo>
                    <a:pt x="300990" y="1270"/>
                  </a:lnTo>
                  <a:lnTo>
                    <a:pt x="300990" y="2540"/>
                  </a:lnTo>
                  <a:lnTo>
                    <a:pt x="303530" y="2540"/>
                  </a:lnTo>
                  <a:lnTo>
                    <a:pt x="303530" y="1270"/>
                  </a:lnTo>
                  <a:lnTo>
                    <a:pt x="421640" y="1270"/>
                  </a:lnTo>
                  <a:lnTo>
                    <a:pt x="421640" y="0"/>
                  </a:lnTo>
                  <a:close/>
                </a:path>
              </a:pathLst>
            </a:custGeom>
            <a:solidFill>
              <a:srgbClr val="876600"/>
            </a:solidFill>
          </p:spPr>
          <p:txBody>
            <a:bodyPr wrap="square" lIns="0" tIns="0" rIns="0" bIns="0" rtlCol="0"/>
            <a:lstStyle/>
            <a:p/>
          </p:txBody>
        </p:sp>
        <p:sp>
          <p:nvSpPr>
            <p:cNvPr id="828" name="object 828"/>
            <p:cNvSpPr/>
            <p:nvPr/>
          </p:nvSpPr>
          <p:spPr>
            <a:xfrm>
              <a:off x="4056380" y="3233419"/>
              <a:ext cx="421640" cy="6350"/>
            </a:xfrm>
            <a:custGeom>
              <a:avLst/>
              <a:gdLst/>
              <a:ahLst/>
              <a:cxnLst/>
              <a:rect l="l" t="t" r="r" b="b"/>
              <a:pathLst>
                <a:path w="421639" h="6350">
                  <a:moveTo>
                    <a:pt x="210820" y="3810"/>
                  </a:moveTo>
                  <a:lnTo>
                    <a:pt x="0" y="3810"/>
                  </a:lnTo>
                  <a:lnTo>
                    <a:pt x="0" y="6350"/>
                  </a:lnTo>
                  <a:lnTo>
                    <a:pt x="210820" y="6350"/>
                  </a:lnTo>
                  <a:lnTo>
                    <a:pt x="210820" y="3810"/>
                  </a:lnTo>
                  <a:close/>
                </a:path>
                <a:path w="421639" h="6350">
                  <a:moveTo>
                    <a:pt x="210820" y="1270"/>
                  </a:moveTo>
                  <a:lnTo>
                    <a:pt x="0" y="1270"/>
                  </a:lnTo>
                  <a:lnTo>
                    <a:pt x="0" y="2540"/>
                  </a:lnTo>
                  <a:lnTo>
                    <a:pt x="210820" y="2540"/>
                  </a:lnTo>
                  <a:lnTo>
                    <a:pt x="210820" y="1270"/>
                  </a:lnTo>
                  <a:close/>
                </a:path>
                <a:path w="421639" h="6350">
                  <a:moveTo>
                    <a:pt x="314960" y="0"/>
                  </a:moveTo>
                  <a:lnTo>
                    <a:pt x="313690" y="0"/>
                  </a:lnTo>
                  <a:lnTo>
                    <a:pt x="313690" y="1270"/>
                  </a:lnTo>
                  <a:lnTo>
                    <a:pt x="314960" y="1270"/>
                  </a:lnTo>
                  <a:lnTo>
                    <a:pt x="314960" y="0"/>
                  </a:lnTo>
                  <a:close/>
                </a:path>
                <a:path w="421639" h="6350">
                  <a:moveTo>
                    <a:pt x="421640" y="3810"/>
                  </a:moveTo>
                  <a:lnTo>
                    <a:pt x="320040" y="3810"/>
                  </a:lnTo>
                  <a:lnTo>
                    <a:pt x="320040" y="6350"/>
                  </a:lnTo>
                  <a:lnTo>
                    <a:pt x="421640" y="6350"/>
                  </a:lnTo>
                  <a:lnTo>
                    <a:pt x="421640" y="3810"/>
                  </a:lnTo>
                  <a:close/>
                </a:path>
                <a:path w="421639" h="6350">
                  <a:moveTo>
                    <a:pt x="421640" y="1270"/>
                  </a:moveTo>
                  <a:lnTo>
                    <a:pt x="314960" y="1270"/>
                  </a:lnTo>
                  <a:lnTo>
                    <a:pt x="314960" y="2540"/>
                  </a:lnTo>
                  <a:lnTo>
                    <a:pt x="317500" y="2540"/>
                  </a:lnTo>
                  <a:lnTo>
                    <a:pt x="317500" y="3810"/>
                  </a:lnTo>
                  <a:lnTo>
                    <a:pt x="318770" y="3810"/>
                  </a:lnTo>
                  <a:lnTo>
                    <a:pt x="318770" y="2540"/>
                  </a:lnTo>
                  <a:lnTo>
                    <a:pt x="421640" y="2540"/>
                  </a:lnTo>
                  <a:lnTo>
                    <a:pt x="421640" y="1270"/>
                  </a:lnTo>
                  <a:close/>
                </a:path>
              </a:pathLst>
            </a:custGeom>
            <a:solidFill>
              <a:srgbClr val="896600"/>
            </a:solidFill>
          </p:spPr>
          <p:txBody>
            <a:bodyPr wrap="square" lIns="0" tIns="0" rIns="0" bIns="0" rtlCol="0"/>
            <a:lstStyle/>
            <a:p/>
          </p:txBody>
        </p:sp>
        <p:sp>
          <p:nvSpPr>
            <p:cNvPr id="829" name="object 829"/>
            <p:cNvSpPr/>
            <p:nvPr/>
          </p:nvSpPr>
          <p:spPr>
            <a:xfrm>
              <a:off x="4056380" y="3239769"/>
              <a:ext cx="421640" cy="7620"/>
            </a:xfrm>
            <a:custGeom>
              <a:avLst/>
              <a:gdLst/>
              <a:ahLst/>
              <a:cxnLst/>
              <a:rect l="l" t="t" r="r" b="b"/>
              <a:pathLst>
                <a:path w="421639" h="7619">
                  <a:moveTo>
                    <a:pt x="210820" y="3810"/>
                  </a:moveTo>
                  <a:lnTo>
                    <a:pt x="0" y="3810"/>
                  </a:lnTo>
                  <a:lnTo>
                    <a:pt x="0" y="6350"/>
                  </a:lnTo>
                  <a:lnTo>
                    <a:pt x="210820" y="6350"/>
                  </a:lnTo>
                  <a:lnTo>
                    <a:pt x="210820" y="3810"/>
                  </a:lnTo>
                  <a:close/>
                </a:path>
                <a:path w="421639" h="7619">
                  <a:moveTo>
                    <a:pt x="210820" y="1270"/>
                  </a:moveTo>
                  <a:lnTo>
                    <a:pt x="0" y="1270"/>
                  </a:lnTo>
                  <a:lnTo>
                    <a:pt x="0" y="2540"/>
                  </a:lnTo>
                  <a:lnTo>
                    <a:pt x="210820" y="2540"/>
                  </a:lnTo>
                  <a:lnTo>
                    <a:pt x="210820" y="1270"/>
                  </a:lnTo>
                  <a:close/>
                </a:path>
                <a:path w="421639" h="7619">
                  <a:moveTo>
                    <a:pt x="322580" y="0"/>
                  </a:moveTo>
                  <a:lnTo>
                    <a:pt x="321310" y="0"/>
                  </a:lnTo>
                  <a:lnTo>
                    <a:pt x="321310" y="1270"/>
                  </a:lnTo>
                  <a:lnTo>
                    <a:pt x="322580" y="1270"/>
                  </a:lnTo>
                  <a:lnTo>
                    <a:pt x="322580" y="0"/>
                  </a:lnTo>
                  <a:close/>
                </a:path>
                <a:path w="421639" h="7619">
                  <a:moveTo>
                    <a:pt x="421640" y="3810"/>
                  </a:moveTo>
                  <a:lnTo>
                    <a:pt x="327660" y="3810"/>
                  </a:lnTo>
                  <a:lnTo>
                    <a:pt x="327660" y="6350"/>
                  </a:lnTo>
                  <a:lnTo>
                    <a:pt x="328930" y="6350"/>
                  </a:lnTo>
                  <a:lnTo>
                    <a:pt x="328930" y="7620"/>
                  </a:lnTo>
                  <a:lnTo>
                    <a:pt x="330200" y="7620"/>
                  </a:lnTo>
                  <a:lnTo>
                    <a:pt x="330200" y="6350"/>
                  </a:lnTo>
                  <a:lnTo>
                    <a:pt x="421627" y="6350"/>
                  </a:lnTo>
                  <a:lnTo>
                    <a:pt x="421640" y="3810"/>
                  </a:lnTo>
                  <a:close/>
                </a:path>
                <a:path w="421639" h="7619">
                  <a:moveTo>
                    <a:pt x="421640" y="1270"/>
                  </a:moveTo>
                  <a:lnTo>
                    <a:pt x="322580" y="1270"/>
                  </a:lnTo>
                  <a:lnTo>
                    <a:pt x="322580" y="2540"/>
                  </a:lnTo>
                  <a:lnTo>
                    <a:pt x="325120" y="2540"/>
                  </a:lnTo>
                  <a:lnTo>
                    <a:pt x="325120" y="3810"/>
                  </a:lnTo>
                  <a:lnTo>
                    <a:pt x="326390" y="3810"/>
                  </a:lnTo>
                  <a:lnTo>
                    <a:pt x="326390" y="2540"/>
                  </a:lnTo>
                  <a:lnTo>
                    <a:pt x="421640" y="2540"/>
                  </a:lnTo>
                  <a:lnTo>
                    <a:pt x="421640" y="1270"/>
                  </a:lnTo>
                  <a:close/>
                </a:path>
              </a:pathLst>
            </a:custGeom>
            <a:solidFill>
              <a:srgbClr val="8B6800"/>
            </a:solidFill>
          </p:spPr>
          <p:txBody>
            <a:bodyPr wrap="square" lIns="0" tIns="0" rIns="0" bIns="0" rtlCol="0"/>
            <a:lstStyle/>
            <a:p/>
          </p:txBody>
        </p:sp>
        <p:sp>
          <p:nvSpPr>
            <p:cNvPr id="830" name="object 830"/>
            <p:cNvSpPr/>
            <p:nvPr/>
          </p:nvSpPr>
          <p:spPr>
            <a:xfrm>
              <a:off x="4056380" y="3247389"/>
              <a:ext cx="421640" cy="7620"/>
            </a:xfrm>
            <a:custGeom>
              <a:avLst/>
              <a:gdLst/>
              <a:ahLst/>
              <a:cxnLst/>
              <a:rect l="l" t="t" r="r" b="b"/>
              <a:pathLst>
                <a:path w="421639" h="7620">
                  <a:moveTo>
                    <a:pt x="210820" y="6350"/>
                  </a:moveTo>
                  <a:lnTo>
                    <a:pt x="0" y="6350"/>
                  </a:lnTo>
                  <a:lnTo>
                    <a:pt x="0" y="7620"/>
                  </a:lnTo>
                  <a:lnTo>
                    <a:pt x="210820" y="7620"/>
                  </a:lnTo>
                  <a:lnTo>
                    <a:pt x="210820" y="6350"/>
                  </a:lnTo>
                  <a:close/>
                </a:path>
                <a:path w="421639" h="7620">
                  <a:moveTo>
                    <a:pt x="210820" y="2540"/>
                  </a:moveTo>
                  <a:lnTo>
                    <a:pt x="0" y="2540"/>
                  </a:lnTo>
                  <a:lnTo>
                    <a:pt x="0" y="5080"/>
                  </a:lnTo>
                  <a:lnTo>
                    <a:pt x="210820" y="5080"/>
                  </a:lnTo>
                  <a:lnTo>
                    <a:pt x="210820" y="2540"/>
                  </a:lnTo>
                  <a:close/>
                </a:path>
                <a:path w="421639" h="7620">
                  <a:moveTo>
                    <a:pt x="210820" y="0"/>
                  </a:moveTo>
                  <a:lnTo>
                    <a:pt x="0" y="0"/>
                  </a:lnTo>
                  <a:lnTo>
                    <a:pt x="0" y="1270"/>
                  </a:lnTo>
                  <a:lnTo>
                    <a:pt x="210820" y="1270"/>
                  </a:lnTo>
                  <a:lnTo>
                    <a:pt x="210820" y="0"/>
                  </a:lnTo>
                  <a:close/>
                </a:path>
                <a:path w="421639" h="7620">
                  <a:moveTo>
                    <a:pt x="421640" y="6350"/>
                  </a:moveTo>
                  <a:lnTo>
                    <a:pt x="336550" y="6350"/>
                  </a:lnTo>
                  <a:lnTo>
                    <a:pt x="336550" y="7620"/>
                  </a:lnTo>
                  <a:lnTo>
                    <a:pt x="421640" y="7620"/>
                  </a:lnTo>
                  <a:lnTo>
                    <a:pt x="421640" y="6350"/>
                  </a:lnTo>
                  <a:close/>
                </a:path>
                <a:path w="421639" h="7620">
                  <a:moveTo>
                    <a:pt x="421640" y="2540"/>
                  </a:moveTo>
                  <a:lnTo>
                    <a:pt x="334010" y="2540"/>
                  </a:lnTo>
                  <a:lnTo>
                    <a:pt x="334010" y="5080"/>
                  </a:lnTo>
                  <a:lnTo>
                    <a:pt x="335280" y="5080"/>
                  </a:lnTo>
                  <a:lnTo>
                    <a:pt x="335280" y="6350"/>
                  </a:lnTo>
                  <a:lnTo>
                    <a:pt x="336550" y="6350"/>
                  </a:lnTo>
                  <a:lnTo>
                    <a:pt x="336550" y="5080"/>
                  </a:lnTo>
                  <a:lnTo>
                    <a:pt x="421627" y="5080"/>
                  </a:lnTo>
                  <a:lnTo>
                    <a:pt x="421640" y="2540"/>
                  </a:lnTo>
                  <a:close/>
                </a:path>
                <a:path w="421639" h="7620">
                  <a:moveTo>
                    <a:pt x="421640" y="0"/>
                  </a:moveTo>
                  <a:lnTo>
                    <a:pt x="330200" y="0"/>
                  </a:lnTo>
                  <a:lnTo>
                    <a:pt x="330200" y="1270"/>
                  </a:lnTo>
                  <a:lnTo>
                    <a:pt x="331470" y="1270"/>
                  </a:lnTo>
                  <a:lnTo>
                    <a:pt x="331470" y="2540"/>
                  </a:lnTo>
                  <a:lnTo>
                    <a:pt x="332740" y="2540"/>
                  </a:lnTo>
                  <a:lnTo>
                    <a:pt x="332740" y="1270"/>
                  </a:lnTo>
                  <a:lnTo>
                    <a:pt x="421640" y="1270"/>
                  </a:lnTo>
                  <a:lnTo>
                    <a:pt x="421640" y="0"/>
                  </a:lnTo>
                  <a:close/>
                </a:path>
              </a:pathLst>
            </a:custGeom>
            <a:solidFill>
              <a:srgbClr val="8D6900"/>
            </a:solidFill>
          </p:spPr>
          <p:txBody>
            <a:bodyPr wrap="square" lIns="0" tIns="0" rIns="0" bIns="0" rtlCol="0"/>
            <a:lstStyle/>
            <a:p/>
          </p:txBody>
        </p:sp>
        <p:sp>
          <p:nvSpPr>
            <p:cNvPr id="831" name="object 831"/>
            <p:cNvSpPr/>
            <p:nvPr/>
          </p:nvSpPr>
          <p:spPr>
            <a:xfrm>
              <a:off x="4056380" y="325500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37820" y="0"/>
                  </a:lnTo>
                  <a:lnTo>
                    <a:pt x="337820" y="1270"/>
                  </a:lnTo>
                  <a:lnTo>
                    <a:pt x="339090" y="1270"/>
                  </a:lnTo>
                  <a:lnTo>
                    <a:pt x="339090" y="3810"/>
                  </a:lnTo>
                  <a:lnTo>
                    <a:pt x="340360" y="3810"/>
                  </a:lnTo>
                  <a:lnTo>
                    <a:pt x="340360" y="5080"/>
                  </a:lnTo>
                  <a:lnTo>
                    <a:pt x="341630" y="5080"/>
                  </a:lnTo>
                  <a:lnTo>
                    <a:pt x="341630" y="6350"/>
                  </a:lnTo>
                  <a:lnTo>
                    <a:pt x="421640" y="6350"/>
                  </a:lnTo>
                  <a:lnTo>
                    <a:pt x="421640" y="5080"/>
                  </a:lnTo>
                  <a:lnTo>
                    <a:pt x="421640" y="3810"/>
                  </a:lnTo>
                  <a:lnTo>
                    <a:pt x="421640" y="1270"/>
                  </a:lnTo>
                  <a:lnTo>
                    <a:pt x="421640" y="0"/>
                  </a:lnTo>
                  <a:close/>
                </a:path>
              </a:pathLst>
            </a:custGeom>
            <a:solidFill>
              <a:srgbClr val="8F6B00"/>
            </a:solidFill>
          </p:spPr>
          <p:txBody>
            <a:bodyPr wrap="square" lIns="0" tIns="0" rIns="0" bIns="0" rtlCol="0"/>
            <a:lstStyle/>
            <a:p/>
          </p:txBody>
        </p:sp>
        <p:sp>
          <p:nvSpPr>
            <p:cNvPr id="832" name="object 832"/>
            <p:cNvSpPr/>
            <p:nvPr/>
          </p:nvSpPr>
          <p:spPr>
            <a:xfrm>
              <a:off x="4056379" y="3261359"/>
              <a:ext cx="421640" cy="7620"/>
            </a:xfrm>
            <a:custGeom>
              <a:avLst/>
              <a:gdLst/>
              <a:ahLst/>
              <a:cxnLst/>
              <a:rect l="l" t="t" r="r" b="b"/>
              <a:pathLst>
                <a:path w="421639" h="7620">
                  <a:moveTo>
                    <a:pt x="342900" y="0"/>
                  </a:moveTo>
                  <a:lnTo>
                    <a:pt x="341630" y="0"/>
                  </a:lnTo>
                  <a:lnTo>
                    <a:pt x="341630" y="1269"/>
                  </a:lnTo>
                  <a:lnTo>
                    <a:pt x="342900" y="1269"/>
                  </a:lnTo>
                  <a:lnTo>
                    <a:pt x="342900" y="0"/>
                  </a:lnTo>
                  <a:close/>
                </a:path>
                <a:path w="421639" h="7620">
                  <a:moveTo>
                    <a:pt x="210820" y="1270"/>
                  </a:moveTo>
                  <a:lnTo>
                    <a:pt x="0" y="1270"/>
                  </a:lnTo>
                  <a:lnTo>
                    <a:pt x="0" y="7619"/>
                  </a:lnTo>
                  <a:lnTo>
                    <a:pt x="210820" y="7619"/>
                  </a:lnTo>
                  <a:lnTo>
                    <a:pt x="210820" y="1270"/>
                  </a:lnTo>
                  <a:close/>
                </a:path>
                <a:path w="421639" h="7620">
                  <a:moveTo>
                    <a:pt x="421640" y="1270"/>
                  </a:moveTo>
                  <a:lnTo>
                    <a:pt x="344170" y="1270"/>
                  </a:lnTo>
                  <a:lnTo>
                    <a:pt x="344170" y="3810"/>
                  </a:lnTo>
                  <a:lnTo>
                    <a:pt x="345440" y="3810"/>
                  </a:lnTo>
                  <a:lnTo>
                    <a:pt x="345440" y="5079"/>
                  </a:lnTo>
                  <a:lnTo>
                    <a:pt x="346710" y="5079"/>
                  </a:lnTo>
                  <a:lnTo>
                    <a:pt x="346710" y="6350"/>
                  </a:lnTo>
                  <a:lnTo>
                    <a:pt x="347980" y="6350"/>
                  </a:lnTo>
                  <a:lnTo>
                    <a:pt x="347980" y="7619"/>
                  </a:lnTo>
                  <a:lnTo>
                    <a:pt x="421640" y="7619"/>
                  </a:lnTo>
                  <a:lnTo>
                    <a:pt x="421640" y="1270"/>
                  </a:lnTo>
                  <a:close/>
                </a:path>
              </a:pathLst>
            </a:custGeom>
            <a:solidFill>
              <a:srgbClr val="916D00"/>
            </a:solidFill>
          </p:spPr>
          <p:txBody>
            <a:bodyPr wrap="square" lIns="0" tIns="0" rIns="0" bIns="0" rtlCol="0"/>
            <a:lstStyle/>
            <a:p/>
          </p:txBody>
        </p:sp>
        <p:sp>
          <p:nvSpPr>
            <p:cNvPr id="833" name="object 833"/>
            <p:cNvSpPr/>
            <p:nvPr/>
          </p:nvSpPr>
          <p:spPr>
            <a:xfrm>
              <a:off x="4056380" y="3268979"/>
              <a:ext cx="421640" cy="7620"/>
            </a:xfrm>
            <a:custGeom>
              <a:avLst/>
              <a:gdLst/>
              <a:ahLst/>
              <a:cxnLst/>
              <a:rect l="l" t="t" r="r" b="b"/>
              <a:pathLst>
                <a:path w="421639" h="7620">
                  <a:moveTo>
                    <a:pt x="210820" y="6362"/>
                  </a:moveTo>
                  <a:lnTo>
                    <a:pt x="0" y="6362"/>
                  </a:lnTo>
                  <a:lnTo>
                    <a:pt x="0" y="7620"/>
                  </a:lnTo>
                  <a:lnTo>
                    <a:pt x="210820" y="7620"/>
                  </a:lnTo>
                  <a:lnTo>
                    <a:pt x="210820" y="6362"/>
                  </a:lnTo>
                  <a:close/>
                </a:path>
                <a:path w="421639" h="7620">
                  <a:moveTo>
                    <a:pt x="210820" y="0"/>
                  </a:moveTo>
                  <a:lnTo>
                    <a:pt x="0" y="0"/>
                  </a:lnTo>
                  <a:lnTo>
                    <a:pt x="0" y="6350"/>
                  </a:lnTo>
                  <a:lnTo>
                    <a:pt x="210820" y="6350"/>
                  </a:lnTo>
                  <a:lnTo>
                    <a:pt x="210820" y="0"/>
                  </a:lnTo>
                  <a:close/>
                </a:path>
                <a:path w="421639" h="7620">
                  <a:moveTo>
                    <a:pt x="421627" y="6362"/>
                  </a:moveTo>
                  <a:lnTo>
                    <a:pt x="353060" y="6362"/>
                  </a:lnTo>
                  <a:lnTo>
                    <a:pt x="353060" y="7620"/>
                  </a:lnTo>
                  <a:lnTo>
                    <a:pt x="421627" y="7620"/>
                  </a:lnTo>
                  <a:lnTo>
                    <a:pt x="421627" y="6362"/>
                  </a:lnTo>
                  <a:close/>
                </a:path>
                <a:path w="421639" h="7620">
                  <a:moveTo>
                    <a:pt x="421640" y="0"/>
                  </a:moveTo>
                  <a:lnTo>
                    <a:pt x="347980" y="0"/>
                  </a:lnTo>
                  <a:lnTo>
                    <a:pt x="347980" y="1270"/>
                  </a:lnTo>
                  <a:lnTo>
                    <a:pt x="349250" y="1270"/>
                  </a:lnTo>
                  <a:lnTo>
                    <a:pt x="349250" y="2540"/>
                  </a:lnTo>
                  <a:lnTo>
                    <a:pt x="350520" y="2540"/>
                  </a:lnTo>
                  <a:lnTo>
                    <a:pt x="350520" y="3810"/>
                  </a:lnTo>
                  <a:lnTo>
                    <a:pt x="351790" y="3810"/>
                  </a:lnTo>
                  <a:lnTo>
                    <a:pt x="351790" y="6350"/>
                  </a:lnTo>
                  <a:lnTo>
                    <a:pt x="421640" y="6350"/>
                  </a:lnTo>
                  <a:lnTo>
                    <a:pt x="421640" y="3810"/>
                  </a:lnTo>
                  <a:lnTo>
                    <a:pt x="421640" y="2540"/>
                  </a:lnTo>
                  <a:lnTo>
                    <a:pt x="421640" y="1270"/>
                  </a:lnTo>
                  <a:lnTo>
                    <a:pt x="421640" y="0"/>
                  </a:lnTo>
                  <a:close/>
                </a:path>
              </a:pathLst>
            </a:custGeom>
            <a:solidFill>
              <a:srgbClr val="936E00"/>
            </a:solidFill>
          </p:spPr>
          <p:txBody>
            <a:bodyPr wrap="square" lIns="0" tIns="0" rIns="0" bIns="0" rtlCol="0"/>
            <a:lstStyle/>
            <a:p/>
          </p:txBody>
        </p:sp>
        <p:sp>
          <p:nvSpPr>
            <p:cNvPr id="834" name="object 834"/>
            <p:cNvSpPr/>
            <p:nvPr/>
          </p:nvSpPr>
          <p:spPr>
            <a:xfrm>
              <a:off x="4056379" y="3276599"/>
              <a:ext cx="421640" cy="7620"/>
            </a:xfrm>
            <a:custGeom>
              <a:avLst/>
              <a:gdLst/>
              <a:ahLst/>
              <a:cxnLst/>
              <a:rect l="l" t="t" r="r" b="b"/>
              <a:pathLst>
                <a:path w="421639" h="7620">
                  <a:moveTo>
                    <a:pt x="210820" y="0"/>
                  </a:moveTo>
                  <a:lnTo>
                    <a:pt x="0" y="0"/>
                  </a:lnTo>
                  <a:lnTo>
                    <a:pt x="0" y="7620"/>
                  </a:lnTo>
                  <a:lnTo>
                    <a:pt x="210820" y="7620"/>
                  </a:lnTo>
                  <a:lnTo>
                    <a:pt x="210820" y="0"/>
                  </a:lnTo>
                  <a:close/>
                </a:path>
                <a:path w="421639" h="7620">
                  <a:moveTo>
                    <a:pt x="421639" y="0"/>
                  </a:moveTo>
                  <a:lnTo>
                    <a:pt x="353060" y="0"/>
                  </a:lnTo>
                  <a:lnTo>
                    <a:pt x="353060" y="1270"/>
                  </a:lnTo>
                  <a:lnTo>
                    <a:pt x="354330" y="1270"/>
                  </a:lnTo>
                  <a:lnTo>
                    <a:pt x="354330" y="2539"/>
                  </a:lnTo>
                  <a:lnTo>
                    <a:pt x="355600" y="2539"/>
                  </a:lnTo>
                  <a:lnTo>
                    <a:pt x="355600" y="5079"/>
                  </a:lnTo>
                  <a:lnTo>
                    <a:pt x="356870" y="5079"/>
                  </a:lnTo>
                  <a:lnTo>
                    <a:pt x="356870" y="6350"/>
                  </a:lnTo>
                  <a:lnTo>
                    <a:pt x="358140" y="6350"/>
                  </a:lnTo>
                  <a:lnTo>
                    <a:pt x="358140" y="7620"/>
                  </a:lnTo>
                  <a:lnTo>
                    <a:pt x="421639" y="7620"/>
                  </a:lnTo>
                  <a:lnTo>
                    <a:pt x="421639" y="0"/>
                  </a:lnTo>
                  <a:close/>
                </a:path>
              </a:pathLst>
            </a:custGeom>
            <a:solidFill>
              <a:srgbClr val="957000"/>
            </a:solidFill>
          </p:spPr>
          <p:txBody>
            <a:bodyPr wrap="square" lIns="0" tIns="0" rIns="0" bIns="0" rtlCol="0"/>
            <a:lstStyle/>
            <a:p/>
          </p:txBody>
        </p:sp>
        <p:sp>
          <p:nvSpPr>
            <p:cNvPr id="835" name="object 835"/>
            <p:cNvSpPr/>
            <p:nvPr/>
          </p:nvSpPr>
          <p:spPr>
            <a:xfrm>
              <a:off x="4056380" y="3284219"/>
              <a:ext cx="421640" cy="6350"/>
            </a:xfrm>
            <a:custGeom>
              <a:avLst/>
              <a:gdLst/>
              <a:ahLst/>
              <a:cxnLst/>
              <a:rect l="l" t="t" r="r" b="b"/>
              <a:pathLst>
                <a:path w="421639" h="6350">
                  <a:moveTo>
                    <a:pt x="210820" y="3822"/>
                  </a:moveTo>
                  <a:lnTo>
                    <a:pt x="0" y="3822"/>
                  </a:lnTo>
                  <a:lnTo>
                    <a:pt x="0" y="6350"/>
                  </a:lnTo>
                  <a:lnTo>
                    <a:pt x="210820" y="6350"/>
                  </a:lnTo>
                  <a:lnTo>
                    <a:pt x="210820" y="3822"/>
                  </a:lnTo>
                  <a:close/>
                </a:path>
                <a:path w="421639" h="6350">
                  <a:moveTo>
                    <a:pt x="210820" y="0"/>
                  </a:moveTo>
                  <a:lnTo>
                    <a:pt x="0" y="0"/>
                  </a:lnTo>
                  <a:lnTo>
                    <a:pt x="0" y="3810"/>
                  </a:lnTo>
                  <a:lnTo>
                    <a:pt x="210820" y="3810"/>
                  </a:lnTo>
                  <a:lnTo>
                    <a:pt x="210820" y="0"/>
                  </a:lnTo>
                  <a:close/>
                </a:path>
                <a:path w="421639" h="6350">
                  <a:moveTo>
                    <a:pt x="421627" y="0"/>
                  </a:moveTo>
                  <a:lnTo>
                    <a:pt x="358140" y="0"/>
                  </a:lnTo>
                  <a:lnTo>
                    <a:pt x="358140" y="1270"/>
                  </a:lnTo>
                  <a:lnTo>
                    <a:pt x="359410" y="1270"/>
                  </a:lnTo>
                  <a:lnTo>
                    <a:pt x="359410" y="3810"/>
                  </a:lnTo>
                  <a:lnTo>
                    <a:pt x="421627" y="3810"/>
                  </a:lnTo>
                  <a:lnTo>
                    <a:pt x="421627" y="1270"/>
                  </a:lnTo>
                  <a:lnTo>
                    <a:pt x="421627" y="0"/>
                  </a:lnTo>
                  <a:close/>
                </a:path>
                <a:path w="421639" h="6350">
                  <a:moveTo>
                    <a:pt x="421640" y="3822"/>
                  </a:moveTo>
                  <a:lnTo>
                    <a:pt x="360680" y="3822"/>
                  </a:lnTo>
                  <a:lnTo>
                    <a:pt x="360680" y="6350"/>
                  </a:lnTo>
                  <a:lnTo>
                    <a:pt x="421640" y="6350"/>
                  </a:lnTo>
                  <a:lnTo>
                    <a:pt x="421640" y="3822"/>
                  </a:lnTo>
                  <a:close/>
                </a:path>
              </a:pathLst>
            </a:custGeom>
            <a:solidFill>
              <a:srgbClr val="987100"/>
            </a:solidFill>
          </p:spPr>
          <p:txBody>
            <a:bodyPr wrap="square" lIns="0" tIns="0" rIns="0" bIns="0" rtlCol="0"/>
            <a:lstStyle/>
            <a:p/>
          </p:txBody>
        </p:sp>
        <p:sp>
          <p:nvSpPr>
            <p:cNvPr id="836" name="object 836"/>
            <p:cNvSpPr/>
            <p:nvPr/>
          </p:nvSpPr>
          <p:spPr>
            <a:xfrm>
              <a:off x="4056380" y="3290569"/>
              <a:ext cx="421640" cy="7620"/>
            </a:xfrm>
            <a:custGeom>
              <a:avLst/>
              <a:gdLst/>
              <a:ahLst/>
              <a:cxnLst/>
              <a:rect l="l" t="t" r="r" b="b"/>
              <a:pathLst>
                <a:path w="421639" h="7620">
                  <a:moveTo>
                    <a:pt x="210820" y="0"/>
                  </a:moveTo>
                  <a:lnTo>
                    <a:pt x="0" y="0"/>
                  </a:lnTo>
                  <a:lnTo>
                    <a:pt x="0" y="7620"/>
                  </a:lnTo>
                  <a:lnTo>
                    <a:pt x="210820" y="7620"/>
                  </a:lnTo>
                  <a:lnTo>
                    <a:pt x="210820" y="0"/>
                  </a:lnTo>
                  <a:close/>
                </a:path>
                <a:path w="421639" h="7620">
                  <a:moveTo>
                    <a:pt x="421640" y="0"/>
                  </a:moveTo>
                  <a:lnTo>
                    <a:pt x="361950" y="0"/>
                  </a:lnTo>
                  <a:lnTo>
                    <a:pt x="361950" y="2540"/>
                  </a:lnTo>
                  <a:lnTo>
                    <a:pt x="363220" y="2540"/>
                  </a:lnTo>
                  <a:lnTo>
                    <a:pt x="363220" y="5080"/>
                  </a:lnTo>
                  <a:lnTo>
                    <a:pt x="364490" y="5080"/>
                  </a:lnTo>
                  <a:lnTo>
                    <a:pt x="364490" y="7620"/>
                  </a:lnTo>
                  <a:lnTo>
                    <a:pt x="421627" y="7620"/>
                  </a:lnTo>
                  <a:lnTo>
                    <a:pt x="421627" y="5080"/>
                  </a:lnTo>
                  <a:lnTo>
                    <a:pt x="421640" y="2540"/>
                  </a:lnTo>
                  <a:lnTo>
                    <a:pt x="421640" y="0"/>
                  </a:lnTo>
                  <a:close/>
                </a:path>
              </a:pathLst>
            </a:custGeom>
            <a:solidFill>
              <a:srgbClr val="9A7300"/>
            </a:solidFill>
          </p:spPr>
          <p:txBody>
            <a:bodyPr wrap="square" lIns="0" tIns="0" rIns="0" bIns="0" rtlCol="0"/>
            <a:lstStyle/>
            <a:p/>
          </p:txBody>
        </p:sp>
        <p:sp>
          <p:nvSpPr>
            <p:cNvPr id="837" name="object 837"/>
            <p:cNvSpPr/>
            <p:nvPr/>
          </p:nvSpPr>
          <p:spPr>
            <a:xfrm>
              <a:off x="4056380" y="3298189"/>
              <a:ext cx="421640" cy="7620"/>
            </a:xfrm>
            <a:custGeom>
              <a:avLst/>
              <a:gdLst/>
              <a:ahLst/>
              <a:cxnLst/>
              <a:rect l="l" t="t" r="r" b="b"/>
              <a:pathLst>
                <a:path w="421639" h="7620">
                  <a:moveTo>
                    <a:pt x="210820" y="2552"/>
                  </a:moveTo>
                  <a:lnTo>
                    <a:pt x="0" y="2552"/>
                  </a:lnTo>
                  <a:lnTo>
                    <a:pt x="0" y="7620"/>
                  </a:lnTo>
                  <a:lnTo>
                    <a:pt x="210820" y="7620"/>
                  </a:lnTo>
                  <a:lnTo>
                    <a:pt x="210820" y="2552"/>
                  </a:lnTo>
                  <a:close/>
                </a:path>
                <a:path w="421639" h="7620">
                  <a:moveTo>
                    <a:pt x="210820" y="0"/>
                  </a:moveTo>
                  <a:lnTo>
                    <a:pt x="0" y="0"/>
                  </a:lnTo>
                  <a:lnTo>
                    <a:pt x="0" y="2540"/>
                  </a:lnTo>
                  <a:lnTo>
                    <a:pt x="210820" y="2540"/>
                  </a:lnTo>
                  <a:lnTo>
                    <a:pt x="210820" y="0"/>
                  </a:lnTo>
                  <a:close/>
                </a:path>
                <a:path w="421639" h="7620">
                  <a:moveTo>
                    <a:pt x="421640" y="2540"/>
                  </a:moveTo>
                  <a:lnTo>
                    <a:pt x="421627" y="0"/>
                  </a:lnTo>
                  <a:lnTo>
                    <a:pt x="365760" y="0"/>
                  </a:lnTo>
                  <a:lnTo>
                    <a:pt x="365760" y="2540"/>
                  </a:lnTo>
                  <a:lnTo>
                    <a:pt x="367030" y="2540"/>
                  </a:lnTo>
                  <a:lnTo>
                    <a:pt x="367030" y="5080"/>
                  </a:lnTo>
                  <a:lnTo>
                    <a:pt x="368300" y="5080"/>
                  </a:lnTo>
                  <a:lnTo>
                    <a:pt x="368300" y="7620"/>
                  </a:lnTo>
                  <a:lnTo>
                    <a:pt x="421640" y="7620"/>
                  </a:lnTo>
                  <a:lnTo>
                    <a:pt x="421640" y="5080"/>
                  </a:lnTo>
                  <a:lnTo>
                    <a:pt x="421640" y="2540"/>
                  </a:lnTo>
                  <a:close/>
                </a:path>
              </a:pathLst>
            </a:custGeom>
            <a:solidFill>
              <a:srgbClr val="9C7400"/>
            </a:solidFill>
          </p:spPr>
          <p:txBody>
            <a:bodyPr wrap="square" lIns="0" tIns="0" rIns="0" bIns="0" rtlCol="0"/>
            <a:lstStyle/>
            <a:p/>
          </p:txBody>
        </p:sp>
        <p:sp>
          <p:nvSpPr>
            <p:cNvPr id="838" name="object 838"/>
            <p:cNvSpPr/>
            <p:nvPr/>
          </p:nvSpPr>
          <p:spPr>
            <a:xfrm>
              <a:off x="4056380" y="330580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69570" y="0"/>
                  </a:lnTo>
                  <a:lnTo>
                    <a:pt x="369570" y="2540"/>
                  </a:lnTo>
                  <a:lnTo>
                    <a:pt x="370840" y="2540"/>
                  </a:lnTo>
                  <a:lnTo>
                    <a:pt x="370840" y="6350"/>
                  </a:lnTo>
                  <a:lnTo>
                    <a:pt x="421640" y="6350"/>
                  </a:lnTo>
                  <a:lnTo>
                    <a:pt x="421640" y="2540"/>
                  </a:lnTo>
                  <a:lnTo>
                    <a:pt x="421640" y="0"/>
                  </a:lnTo>
                  <a:close/>
                </a:path>
              </a:pathLst>
            </a:custGeom>
            <a:solidFill>
              <a:srgbClr val="9E7600"/>
            </a:solidFill>
          </p:spPr>
          <p:txBody>
            <a:bodyPr wrap="square" lIns="0" tIns="0" rIns="0" bIns="0" rtlCol="0"/>
            <a:lstStyle/>
            <a:p/>
          </p:txBody>
        </p:sp>
        <p:sp>
          <p:nvSpPr>
            <p:cNvPr id="839" name="object 839"/>
            <p:cNvSpPr/>
            <p:nvPr/>
          </p:nvSpPr>
          <p:spPr>
            <a:xfrm>
              <a:off x="4056380" y="3312159"/>
              <a:ext cx="421640" cy="7620"/>
            </a:xfrm>
            <a:custGeom>
              <a:avLst/>
              <a:gdLst/>
              <a:ahLst/>
              <a:cxnLst/>
              <a:rect l="l" t="t" r="r" b="b"/>
              <a:pathLst>
                <a:path w="421639" h="7620">
                  <a:moveTo>
                    <a:pt x="210820" y="0"/>
                  </a:moveTo>
                  <a:lnTo>
                    <a:pt x="0" y="0"/>
                  </a:lnTo>
                  <a:lnTo>
                    <a:pt x="0" y="7620"/>
                  </a:lnTo>
                  <a:lnTo>
                    <a:pt x="210820" y="7620"/>
                  </a:lnTo>
                  <a:lnTo>
                    <a:pt x="210820" y="0"/>
                  </a:lnTo>
                  <a:close/>
                </a:path>
                <a:path w="421639" h="7620">
                  <a:moveTo>
                    <a:pt x="421640" y="0"/>
                  </a:moveTo>
                  <a:lnTo>
                    <a:pt x="372110" y="0"/>
                  </a:lnTo>
                  <a:lnTo>
                    <a:pt x="372110" y="2540"/>
                  </a:lnTo>
                  <a:lnTo>
                    <a:pt x="373380" y="2540"/>
                  </a:lnTo>
                  <a:lnTo>
                    <a:pt x="373380" y="6350"/>
                  </a:lnTo>
                  <a:lnTo>
                    <a:pt x="374650" y="6350"/>
                  </a:lnTo>
                  <a:lnTo>
                    <a:pt x="374650" y="7620"/>
                  </a:lnTo>
                  <a:lnTo>
                    <a:pt x="421640" y="7620"/>
                  </a:lnTo>
                  <a:lnTo>
                    <a:pt x="421640" y="6350"/>
                  </a:lnTo>
                  <a:lnTo>
                    <a:pt x="421640" y="2540"/>
                  </a:lnTo>
                  <a:lnTo>
                    <a:pt x="421640" y="0"/>
                  </a:lnTo>
                  <a:close/>
                </a:path>
              </a:pathLst>
            </a:custGeom>
            <a:solidFill>
              <a:srgbClr val="A07700"/>
            </a:solidFill>
          </p:spPr>
          <p:txBody>
            <a:bodyPr wrap="square" lIns="0" tIns="0" rIns="0" bIns="0" rtlCol="0"/>
            <a:lstStyle/>
            <a:p/>
          </p:txBody>
        </p:sp>
        <p:sp>
          <p:nvSpPr>
            <p:cNvPr id="840" name="object 840"/>
            <p:cNvSpPr/>
            <p:nvPr/>
          </p:nvSpPr>
          <p:spPr>
            <a:xfrm>
              <a:off x="4056380" y="3319779"/>
              <a:ext cx="421640" cy="7620"/>
            </a:xfrm>
            <a:custGeom>
              <a:avLst/>
              <a:gdLst/>
              <a:ahLst/>
              <a:cxnLst/>
              <a:rect l="l" t="t" r="r" b="b"/>
              <a:pathLst>
                <a:path w="421639" h="7620">
                  <a:moveTo>
                    <a:pt x="210820" y="6362"/>
                  </a:moveTo>
                  <a:lnTo>
                    <a:pt x="0" y="6362"/>
                  </a:lnTo>
                  <a:lnTo>
                    <a:pt x="0" y="7620"/>
                  </a:lnTo>
                  <a:lnTo>
                    <a:pt x="210820" y="7620"/>
                  </a:lnTo>
                  <a:lnTo>
                    <a:pt x="210820" y="6362"/>
                  </a:lnTo>
                  <a:close/>
                </a:path>
                <a:path w="421639" h="7620">
                  <a:moveTo>
                    <a:pt x="210820" y="0"/>
                  </a:moveTo>
                  <a:lnTo>
                    <a:pt x="0" y="0"/>
                  </a:lnTo>
                  <a:lnTo>
                    <a:pt x="0" y="6350"/>
                  </a:lnTo>
                  <a:lnTo>
                    <a:pt x="210820" y="6350"/>
                  </a:lnTo>
                  <a:lnTo>
                    <a:pt x="210820" y="0"/>
                  </a:lnTo>
                  <a:close/>
                </a:path>
                <a:path w="421639" h="7620">
                  <a:moveTo>
                    <a:pt x="421640" y="6362"/>
                  </a:moveTo>
                  <a:lnTo>
                    <a:pt x="377190" y="6362"/>
                  </a:lnTo>
                  <a:lnTo>
                    <a:pt x="377190" y="7620"/>
                  </a:lnTo>
                  <a:lnTo>
                    <a:pt x="421640" y="7620"/>
                  </a:lnTo>
                  <a:lnTo>
                    <a:pt x="421640" y="6362"/>
                  </a:lnTo>
                  <a:close/>
                </a:path>
                <a:path w="421639" h="7620">
                  <a:moveTo>
                    <a:pt x="421640" y="0"/>
                  </a:moveTo>
                  <a:lnTo>
                    <a:pt x="374650" y="0"/>
                  </a:lnTo>
                  <a:lnTo>
                    <a:pt x="374650" y="2540"/>
                  </a:lnTo>
                  <a:lnTo>
                    <a:pt x="375920" y="2540"/>
                  </a:lnTo>
                  <a:lnTo>
                    <a:pt x="375920" y="6350"/>
                  </a:lnTo>
                  <a:lnTo>
                    <a:pt x="421640" y="6350"/>
                  </a:lnTo>
                  <a:lnTo>
                    <a:pt x="421640" y="2540"/>
                  </a:lnTo>
                  <a:lnTo>
                    <a:pt x="421640" y="0"/>
                  </a:lnTo>
                  <a:close/>
                </a:path>
              </a:pathLst>
            </a:custGeom>
            <a:solidFill>
              <a:srgbClr val="A27900"/>
            </a:solidFill>
          </p:spPr>
          <p:txBody>
            <a:bodyPr wrap="square" lIns="0" tIns="0" rIns="0" bIns="0" rtlCol="0"/>
            <a:lstStyle/>
            <a:p/>
          </p:txBody>
        </p:sp>
        <p:sp>
          <p:nvSpPr>
            <p:cNvPr id="841" name="object 841"/>
            <p:cNvSpPr/>
            <p:nvPr/>
          </p:nvSpPr>
          <p:spPr>
            <a:xfrm>
              <a:off x="4056380" y="3327399"/>
              <a:ext cx="421640" cy="6350"/>
            </a:xfrm>
            <a:custGeom>
              <a:avLst/>
              <a:gdLst/>
              <a:ahLst/>
              <a:cxnLst/>
              <a:rect l="l" t="t" r="r" b="b"/>
              <a:pathLst>
                <a:path w="421639" h="6350">
                  <a:moveTo>
                    <a:pt x="210820" y="0"/>
                  </a:moveTo>
                  <a:lnTo>
                    <a:pt x="0" y="0"/>
                  </a:lnTo>
                  <a:lnTo>
                    <a:pt x="0" y="6350"/>
                  </a:lnTo>
                  <a:lnTo>
                    <a:pt x="210820" y="6350"/>
                  </a:lnTo>
                  <a:lnTo>
                    <a:pt x="210820" y="0"/>
                  </a:lnTo>
                  <a:close/>
                </a:path>
                <a:path w="421639" h="6350">
                  <a:moveTo>
                    <a:pt x="421640" y="0"/>
                  </a:moveTo>
                  <a:lnTo>
                    <a:pt x="377190" y="0"/>
                  </a:lnTo>
                  <a:lnTo>
                    <a:pt x="377190" y="1270"/>
                  </a:lnTo>
                  <a:lnTo>
                    <a:pt x="378460" y="1270"/>
                  </a:lnTo>
                  <a:lnTo>
                    <a:pt x="378460" y="5080"/>
                  </a:lnTo>
                  <a:lnTo>
                    <a:pt x="379730" y="5080"/>
                  </a:lnTo>
                  <a:lnTo>
                    <a:pt x="379730" y="6350"/>
                  </a:lnTo>
                  <a:lnTo>
                    <a:pt x="421640" y="6350"/>
                  </a:lnTo>
                  <a:lnTo>
                    <a:pt x="421640" y="5080"/>
                  </a:lnTo>
                  <a:lnTo>
                    <a:pt x="421640" y="1270"/>
                  </a:lnTo>
                  <a:lnTo>
                    <a:pt x="421640" y="0"/>
                  </a:lnTo>
                  <a:close/>
                </a:path>
              </a:pathLst>
            </a:custGeom>
            <a:solidFill>
              <a:srgbClr val="A47A00"/>
            </a:solidFill>
          </p:spPr>
          <p:txBody>
            <a:bodyPr wrap="square" lIns="0" tIns="0" rIns="0" bIns="0" rtlCol="0"/>
            <a:lstStyle/>
            <a:p/>
          </p:txBody>
        </p:sp>
        <p:sp>
          <p:nvSpPr>
            <p:cNvPr id="842" name="object 842"/>
            <p:cNvSpPr/>
            <p:nvPr/>
          </p:nvSpPr>
          <p:spPr>
            <a:xfrm>
              <a:off x="4055110" y="3333749"/>
              <a:ext cx="422909" cy="7620"/>
            </a:xfrm>
            <a:custGeom>
              <a:avLst/>
              <a:gdLst/>
              <a:ahLst/>
              <a:cxnLst/>
              <a:rect l="l" t="t" r="r" b="b"/>
              <a:pathLst>
                <a:path w="422910" h="7620">
                  <a:moveTo>
                    <a:pt x="212090" y="0"/>
                  </a:moveTo>
                  <a:lnTo>
                    <a:pt x="1270" y="0"/>
                  </a:lnTo>
                  <a:lnTo>
                    <a:pt x="1270" y="2540"/>
                  </a:lnTo>
                  <a:lnTo>
                    <a:pt x="0" y="2540"/>
                  </a:lnTo>
                  <a:lnTo>
                    <a:pt x="0" y="7620"/>
                  </a:lnTo>
                  <a:lnTo>
                    <a:pt x="212090" y="7620"/>
                  </a:lnTo>
                  <a:lnTo>
                    <a:pt x="212090" y="2540"/>
                  </a:lnTo>
                  <a:lnTo>
                    <a:pt x="212090" y="0"/>
                  </a:lnTo>
                  <a:close/>
                </a:path>
                <a:path w="422910" h="7620">
                  <a:moveTo>
                    <a:pt x="422910" y="0"/>
                  </a:moveTo>
                  <a:lnTo>
                    <a:pt x="381000" y="0"/>
                  </a:lnTo>
                  <a:lnTo>
                    <a:pt x="381000" y="3810"/>
                  </a:lnTo>
                  <a:lnTo>
                    <a:pt x="382270" y="3810"/>
                  </a:lnTo>
                  <a:lnTo>
                    <a:pt x="382270" y="7620"/>
                  </a:lnTo>
                  <a:lnTo>
                    <a:pt x="422897" y="7620"/>
                  </a:lnTo>
                  <a:lnTo>
                    <a:pt x="422897" y="3810"/>
                  </a:lnTo>
                  <a:lnTo>
                    <a:pt x="422910" y="0"/>
                  </a:lnTo>
                  <a:close/>
                </a:path>
              </a:pathLst>
            </a:custGeom>
            <a:solidFill>
              <a:srgbClr val="A67C00"/>
            </a:solidFill>
          </p:spPr>
          <p:txBody>
            <a:bodyPr wrap="square" lIns="0" tIns="0" rIns="0" bIns="0" rtlCol="0"/>
            <a:lstStyle/>
            <a:p/>
          </p:txBody>
        </p:sp>
        <p:sp>
          <p:nvSpPr>
            <p:cNvPr id="843" name="object 843"/>
            <p:cNvSpPr/>
            <p:nvPr/>
          </p:nvSpPr>
          <p:spPr>
            <a:xfrm>
              <a:off x="4055110" y="3341369"/>
              <a:ext cx="422909" cy="7620"/>
            </a:xfrm>
            <a:custGeom>
              <a:avLst/>
              <a:gdLst/>
              <a:ahLst/>
              <a:cxnLst/>
              <a:rect l="l" t="t" r="r" b="b"/>
              <a:pathLst>
                <a:path w="422910" h="7620">
                  <a:moveTo>
                    <a:pt x="212090" y="1282"/>
                  </a:moveTo>
                  <a:lnTo>
                    <a:pt x="0" y="1282"/>
                  </a:lnTo>
                  <a:lnTo>
                    <a:pt x="0" y="7620"/>
                  </a:lnTo>
                  <a:lnTo>
                    <a:pt x="212090" y="7620"/>
                  </a:lnTo>
                  <a:lnTo>
                    <a:pt x="212090" y="1282"/>
                  </a:lnTo>
                  <a:close/>
                </a:path>
                <a:path w="422910" h="7620">
                  <a:moveTo>
                    <a:pt x="212090" y="0"/>
                  </a:moveTo>
                  <a:lnTo>
                    <a:pt x="0" y="0"/>
                  </a:lnTo>
                  <a:lnTo>
                    <a:pt x="0" y="1270"/>
                  </a:lnTo>
                  <a:lnTo>
                    <a:pt x="212090" y="1270"/>
                  </a:lnTo>
                  <a:lnTo>
                    <a:pt x="212090" y="0"/>
                  </a:lnTo>
                  <a:close/>
                </a:path>
                <a:path w="422910" h="7620">
                  <a:moveTo>
                    <a:pt x="422910" y="1270"/>
                  </a:moveTo>
                  <a:lnTo>
                    <a:pt x="422897" y="0"/>
                  </a:lnTo>
                  <a:lnTo>
                    <a:pt x="382270" y="0"/>
                  </a:lnTo>
                  <a:lnTo>
                    <a:pt x="382270" y="1270"/>
                  </a:lnTo>
                  <a:lnTo>
                    <a:pt x="383540" y="1270"/>
                  </a:lnTo>
                  <a:lnTo>
                    <a:pt x="383540" y="6350"/>
                  </a:lnTo>
                  <a:lnTo>
                    <a:pt x="384810" y="6350"/>
                  </a:lnTo>
                  <a:lnTo>
                    <a:pt x="384810" y="7620"/>
                  </a:lnTo>
                  <a:lnTo>
                    <a:pt x="422910" y="7620"/>
                  </a:lnTo>
                  <a:lnTo>
                    <a:pt x="422910" y="6350"/>
                  </a:lnTo>
                  <a:lnTo>
                    <a:pt x="422910" y="1270"/>
                  </a:lnTo>
                  <a:close/>
                </a:path>
              </a:pathLst>
            </a:custGeom>
            <a:solidFill>
              <a:srgbClr val="A87D00"/>
            </a:solidFill>
          </p:spPr>
          <p:txBody>
            <a:bodyPr wrap="square" lIns="0" tIns="0" rIns="0" bIns="0" rtlCol="0"/>
            <a:lstStyle/>
            <a:p/>
          </p:txBody>
        </p:sp>
        <p:sp>
          <p:nvSpPr>
            <p:cNvPr id="844" name="object 844"/>
            <p:cNvSpPr/>
            <p:nvPr/>
          </p:nvSpPr>
          <p:spPr>
            <a:xfrm>
              <a:off x="4055110" y="3348989"/>
              <a:ext cx="422909" cy="6350"/>
            </a:xfrm>
            <a:custGeom>
              <a:avLst/>
              <a:gdLst/>
              <a:ahLst/>
              <a:cxnLst/>
              <a:rect l="l" t="t" r="r" b="b"/>
              <a:pathLst>
                <a:path w="422910" h="6350">
                  <a:moveTo>
                    <a:pt x="212090" y="0"/>
                  </a:moveTo>
                  <a:lnTo>
                    <a:pt x="0" y="0"/>
                  </a:lnTo>
                  <a:lnTo>
                    <a:pt x="0" y="6350"/>
                  </a:lnTo>
                  <a:lnTo>
                    <a:pt x="212090" y="6350"/>
                  </a:lnTo>
                  <a:lnTo>
                    <a:pt x="212090" y="0"/>
                  </a:lnTo>
                  <a:close/>
                </a:path>
                <a:path w="422910" h="6350">
                  <a:moveTo>
                    <a:pt x="422910" y="0"/>
                  </a:moveTo>
                  <a:lnTo>
                    <a:pt x="384810" y="0"/>
                  </a:lnTo>
                  <a:lnTo>
                    <a:pt x="384810" y="3810"/>
                  </a:lnTo>
                  <a:lnTo>
                    <a:pt x="386080" y="3810"/>
                  </a:lnTo>
                  <a:lnTo>
                    <a:pt x="386080" y="6350"/>
                  </a:lnTo>
                  <a:lnTo>
                    <a:pt x="422897" y="6350"/>
                  </a:lnTo>
                  <a:lnTo>
                    <a:pt x="422897" y="3810"/>
                  </a:lnTo>
                  <a:lnTo>
                    <a:pt x="422910" y="0"/>
                  </a:lnTo>
                  <a:close/>
                </a:path>
              </a:pathLst>
            </a:custGeom>
            <a:solidFill>
              <a:srgbClr val="AA7F00"/>
            </a:solidFill>
          </p:spPr>
          <p:txBody>
            <a:bodyPr wrap="square" lIns="0" tIns="0" rIns="0" bIns="0" rtlCol="0"/>
            <a:lstStyle/>
            <a:p/>
          </p:txBody>
        </p:sp>
        <p:sp>
          <p:nvSpPr>
            <p:cNvPr id="845" name="object 845"/>
            <p:cNvSpPr/>
            <p:nvPr/>
          </p:nvSpPr>
          <p:spPr>
            <a:xfrm>
              <a:off x="4055110" y="3355339"/>
              <a:ext cx="674370" cy="7620"/>
            </a:xfrm>
            <a:custGeom>
              <a:avLst/>
              <a:gdLst/>
              <a:ahLst/>
              <a:cxnLst/>
              <a:rect l="l" t="t" r="r" b="b"/>
              <a:pathLst>
                <a:path w="674370" h="7620">
                  <a:moveTo>
                    <a:pt x="212090" y="2552"/>
                  </a:moveTo>
                  <a:lnTo>
                    <a:pt x="0" y="2552"/>
                  </a:lnTo>
                  <a:lnTo>
                    <a:pt x="0" y="7620"/>
                  </a:lnTo>
                  <a:lnTo>
                    <a:pt x="212090" y="7620"/>
                  </a:lnTo>
                  <a:lnTo>
                    <a:pt x="212090" y="2552"/>
                  </a:lnTo>
                  <a:close/>
                </a:path>
                <a:path w="674370" h="7620">
                  <a:moveTo>
                    <a:pt x="212090" y="0"/>
                  </a:moveTo>
                  <a:lnTo>
                    <a:pt x="0" y="0"/>
                  </a:lnTo>
                  <a:lnTo>
                    <a:pt x="0" y="2540"/>
                  </a:lnTo>
                  <a:lnTo>
                    <a:pt x="212090" y="2540"/>
                  </a:lnTo>
                  <a:lnTo>
                    <a:pt x="212090" y="0"/>
                  </a:lnTo>
                  <a:close/>
                </a:path>
                <a:path w="674370" h="7620">
                  <a:moveTo>
                    <a:pt x="422897" y="0"/>
                  </a:moveTo>
                  <a:lnTo>
                    <a:pt x="386080" y="0"/>
                  </a:lnTo>
                  <a:lnTo>
                    <a:pt x="386080" y="2540"/>
                  </a:lnTo>
                  <a:lnTo>
                    <a:pt x="422897" y="2540"/>
                  </a:lnTo>
                  <a:lnTo>
                    <a:pt x="422897" y="0"/>
                  </a:lnTo>
                  <a:close/>
                </a:path>
                <a:path w="674370" h="7620">
                  <a:moveTo>
                    <a:pt x="422910" y="2552"/>
                  </a:moveTo>
                  <a:lnTo>
                    <a:pt x="387350" y="2552"/>
                  </a:lnTo>
                  <a:lnTo>
                    <a:pt x="387350" y="7620"/>
                  </a:lnTo>
                  <a:lnTo>
                    <a:pt x="422910" y="7620"/>
                  </a:lnTo>
                  <a:lnTo>
                    <a:pt x="422910" y="2552"/>
                  </a:lnTo>
                  <a:close/>
                </a:path>
                <a:path w="674370" h="7620">
                  <a:moveTo>
                    <a:pt x="674370" y="0"/>
                  </a:moveTo>
                  <a:lnTo>
                    <a:pt x="648970" y="0"/>
                  </a:lnTo>
                  <a:lnTo>
                    <a:pt x="648970" y="2540"/>
                  </a:lnTo>
                  <a:lnTo>
                    <a:pt x="647700" y="2540"/>
                  </a:lnTo>
                  <a:lnTo>
                    <a:pt x="647700" y="5080"/>
                  </a:lnTo>
                  <a:lnTo>
                    <a:pt x="647700" y="6350"/>
                  </a:lnTo>
                  <a:lnTo>
                    <a:pt x="646430" y="6350"/>
                  </a:lnTo>
                  <a:lnTo>
                    <a:pt x="646430" y="7620"/>
                  </a:lnTo>
                  <a:lnTo>
                    <a:pt x="673100" y="7620"/>
                  </a:lnTo>
                  <a:lnTo>
                    <a:pt x="673100" y="6350"/>
                  </a:lnTo>
                  <a:lnTo>
                    <a:pt x="673100" y="5080"/>
                  </a:lnTo>
                  <a:lnTo>
                    <a:pt x="674370" y="5080"/>
                  </a:lnTo>
                  <a:lnTo>
                    <a:pt x="674370" y="2540"/>
                  </a:lnTo>
                  <a:lnTo>
                    <a:pt x="674370" y="0"/>
                  </a:lnTo>
                  <a:close/>
                </a:path>
              </a:pathLst>
            </a:custGeom>
            <a:solidFill>
              <a:srgbClr val="AC8000"/>
            </a:solidFill>
          </p:spPr>
          <p:txBody>
            <a:bodyPr wrap="square" lIns="0" tIns="0" rIns="0" bIns="0" rtlCol="0"/>
            <a:lstStyle/>
            <a:p/>
          </p:txBody>
        </p:sp>
        <p:sp>
          <p:nvSpPr>
            <p:cNvPr id="846" name="object 846"/>
            <p:cNvSpPr/>
            <p:nvPr/>
          </p:nvSpPr>
          <p:spPr>
            <a:xfrm>
              <a:off x="4055109" y="3362959"/>
              <a:ext cx="673100" cy="7620"/>
            </a:xfrm>
            <a:custGeom>
              <a:avLst/>
              <a:gdLst/>
              <a:ahLst/>
              <a:cxnLst/>
              <a:rect l="l" t="t" r="r" b="b"/>
              <a:pathLst>
                <a:path w="673100" h="7620">
                  <a:moveTo>
                    <a:pt x="212089" y="0"/>
                  </a:moveTo>
                  <a:lnTo>
                    <a:pt x="0" y="0"/>
                  </a:lnTo>
                  <a:lnTo>
                    <a:pt x="0" y="7619"/>
                  </a:lnTo>
                  <a:lnTo>
                    <a:pt x="212089" y="7619"/>
                  </a:lnTo>
                  <a:lnTo>
                    <a:pt x="212089" y="0"/>
                  </a:lnTo>
                  <a:close/>
                </a:path>
                <a:path w="673100" h="7620">
                  <a:moveTo>
                    <a:pt x="422910" y="0"/>
                  </a:moveTo>
                  <a:lnTo>
                    <a:pt x="388619" y="0"/>
                  </a:lnTo>
                  <a:lnTo>
                    <a:pt x="388619" y="5079"/>
                  </a:lnTo>
                  <a:lnTo>
                    <a:pt x="389889" y="5079"/>
                  </a:lnTo>
                  <a:lnTo>
                    <a:pt x="389889" y="7619"/>
                  </a:lnTo>
                  <a:lnTo>
                    <a:pt x="422910" y="7619"/>
                  </a:lnTo>
                  <a:lnTo>
                    <a:pt x="422910" y="0"/>
                  </a:lnTo>
                  <a:close/>
                </a:path>
                <a:path w="673100" h="7620">
                  <a:moveTo>
                    <a:pt x="673100" y="0"/>
                  </a:moveTo>
                  <a:lnTo>
                    <a:pt x="646429" y="0"/>
                  </a:lnTo>
                  <a:lnTo>
                    <a:pt x="646429" y="2539"/>
                  </a:lnTo>
                  <a:lnTo>
                    <a:pt x="645160" y="2539"/>
                  </a:lnTo>
                  <a:lnTo>
                    <a:pt x="645160" y="7619"/>
                  </a:lnTo>
                  <a:lnTo>
                    <a:pt x="671830" y="7619"/>
                  </a:lnTo>
                  <a:lnTo>
                    <a:pt x="671830" y="6350"/>
                  </a:lnTo>
                  <a:lnTo>
                    <a:pt x="673100" y="6350"/>
                  </a:lnTo>
                  <a:lnTo>
                    <a:pt x="673100" y="0"/>
                  </a:lnTo>
                  <a:close/>
                </a:path>
              </a:pathLst>
            </a:custGeom>
            <a:solidFill>
              <a:srgbClr val="AE8200"/>
            </a:solidFill>
          </p:spPr>
          <p:txBody>
            <a:bodyPr wrap="square" lIns="0" tIns="0" rIns="0" bIns="0" rtlCol="0"/>
            <a:lstStyle/>
            <a:p/>
          </p:txBody>
        </p:sp>
        <p:sp>
          <p:nvSpPr>
            <p:cNvPr id="847" name="object 847"/>
            <p:cNvSpPr/>
            <p:nvPr/>
          </p:nvSpPr>
          <p:spPr>
            <a:xfrm>
              <a:off x="4055110" y="3370579"/>
              <a:ext cx="671830" cy="6350"/>
            </a:xfrm>
            <a:custGeom>
              <a:avLst/>
              <a:gdLst/>
              <a:ahLst/>
              <a:cxnLst/>
              <a:rect l="l" t="t" r="r" b="b"/>
              <a:pathLst>
                <a:path w="671829" h="6350">
                  <a:moveTo>
                    <a:pt x="212090" y="0"/>
                  </a:moveTo>
                  <a:lnTo>
                    <a:pt x="0" y="0"/>
                  </a:lnTo>
                  <a:lnTo>
                    <a:pt x="0" y="6350"/>
                  </a:lnTo>
                  <a:lnTo>
                    <a:pt x="212090" y="6350"/>
                  </a:lnTo>
                  <a:lnTo>
                    <a:pt x="212090" y="0"/>
                  </a:lnTo>
                  <a:close/>
                </a:path>
                <a:path w="671829" h="6350">
                  <a:moveTo>
                    <a:pt x="422910" y="0"/>
                  </a:moveTo>
                  <a:lnTo>
                    <a:pt x="389890" y="0"/>
                  </a:lnTo>
                  <a:lnTo>
                    <a:pt x="389890" y="3810"/>
                  </a:lnTo>
                  <a:lnTo>
                    <a:pt x="391160" y="3810"/>
                  </a:lnTo>
                  <a:lnTo>
                    <a:pt x="391160" y="6350"/>
                  </a:lnTo>
                  <a:lnTo>
                    <a:pt x="422910" y="6350"/>
                  </a:lnTo>
                  <a:lnTo>
                    <a:pt x="422910" y="3810"/>
                  </a:lnTo>
                  <a:lnTo>
                    <a:pt x="422910" y="0"/>
                  </a:lnTo>
                  <a:close/>
                </a:path>
                <a:path w="671829" h="6350">
                  <a:moveTo>
                    <a:pt x="671830" y="0"/>
                  </a:moveTo>
                  <a:lnTo>
                    <a:pt x="643890" y="0"/>
                  </a:lnTo>
                  <a:lnTo>
                    <a:pt x="643890" y="3810"/>
                  </a:lnTo>
                  <a:lnTo>
                    <a:pt x="642620" y="3810"/>
                  </a:lnTo>
                  <a:lnTo>
                    <a:pt x="642620" y="6350"/>
                  </a:lnTo>
                  <a:lnTo>
                    <a:pt x="671830" y="6350"/>
                  </a:lnTo>
                  <a:lnTo>
                    <a:pt x="671830" y="3810"/>
                  </a:lnTo>
                  <a:lnTo>
                    <a:pt x="671830" y="0"/>
                  </a:lnTo>
                  <a:close/>
                </a:path>
              </a:pathLst>
            </a:custGeom>
            <a:solidFill>
              <a:srgbClr val="B08300"/>
            </a:solidFill>
          </p:spPr>
          <p:txBody>
            <a:bodyPr wrap="square" lIns="0" tIns="0" rIns="0" bIns="0" rtlCol="0"/>
            <a:lstStyle/>
            <a:p/>
          </p:txBody>
        </p:sp>
        <p:sp>
          <p:nvSpPr>
            <p:cNvPr id="848" name="object 848"/>
            <p:cNvSpPr/>
            <p:nvPr/>
          </p:nvSpPr>
          <p:spPr>
            <a:xfrm>
              <a:off x="4055109" y="3376929"/>
              <a:ext cx="671830" cy="7620"/>
            </a:xfrm>
            <a:custGeom>
              <a:avLst/>
              <a:gdLst/>
              <a:ahLst/>
              <a:cxnLst/>
              <a:rect l="l" t="t" r="r" b="b"/>
              <a:pathLst>
                <a:path w="671829" h="7620">
                  <a:moveTo>
                    <a:pt x="212089" y="0"/>
                  </a:moveTo>
                  <a:lnTo>
                    <a:pt x="0" y="0"/>
                  </a:lnTo>
                  <a:lnTo>
                    <a:pt x="0" y="7620"/>
                  </a:lnTo>
                  <a:lnTo>
                    <a:pt x="212089" y="7620"/>
                  </a:lnTo>
                  <a:lnTo>
                    <a:pt x="212089" y="0"/>
                  </a:lnTo>
                  <a:close/>
                </a:path>
                <a:path w="671829" h="7620">
                  <a:moveTo>
                    <a:pt x="422910" y="0"/>
                  </a:moveTo>
                  <a:lnTo>
                    <a:pt x="391160" y="0"/>
                  </a:lnTo>
                  <a:lnTo>
                    <a:pt x="391160" y="2540"/>
                  </a:lnTo>
                  <a:lnTo>
                    <a:pt x="392429" y="2540"/>
                  </a:lnTo>
                  <a:lnTo>
                    <a:pt x="392429" y="7620"/>
                  </a:lnTo>
                  <a:lnTo>
                    <a:pt x="422910" y="7620"/>
                  </a:lnTo>
                  <a:lnTo>
                    <a:pt x="422910" y="0"/>
                  </a:lnTo>
                  <a:close/>
                </a:path>
                <a:path w="671829" h="7620">
                  <a:moveTo>
                    <a:pt x="670560" y="1270"/>
                  </a:moveTo>
                  <a:lnTo>
                    <a:pt x="641350" y="1270"/>
                  </a:lnTo>
                  <a:lnTo>
                    <a:pt x="641350" y="5080"/>
                  </a:lnTo>
                  <a:lnTo>
                    <a:pt x="640079" y="5080"/>
                  </a:lnTo>
                  <a:lnTo>
                    <a:pt x="640079" y="7620"/>
                  </a:lnTo>
                  <a:lnTo>
                    <a:pt x="670560" y="7620"/>
                  </a:lnTo>
                  <a:lnTo>
                    <a:pt x="670560" y="1270"/>
                  </a:lnTo>
                  <a:close/>
                </a:path>
                <a:path w="671829" h="7620">
                  <a:moveTo>
                    <a:pt x="671829" y="0"/>
                  </a:moveTo>
                  <a:lnTo>
                    <a:pt x="642619" y="0"/>
                  </a:lnTo>
                  <a:lnTo>
                    <a:pt x="642619" y="1270"/>
                  </a:lnTo>
                  <a:lnTo>
                    <a:pt x="671829" y="1270"/>
                  </a:lnTo>
                  <a:lnTo>
                    <a:pt x="671829" y="0"/>
                  </a:lnTo>
                  <a:close/>
                </a:path>
              </a:pathLst>
            </a:custGeom>
            <a:solidFill>
              <a:srgbClr val="B28500"/>
            </a:solidFill>
          </p:spPr>
          <p:txBody>
            <a:bodyPr wrap="square" lIns="0" tIns="0" rIns="0" bIns="0" rtlCol="0"/>
            <a:lstStyle/>
            <a:p/>
          </p:txBody>
        </p:sp>
        <p:sp>
          <p:nvSpPr>
            <p:cNvPr id="849" name="object 849"/>
            <p:cNvSpPr/>
            <p:nvPr/>
          </p:nvSpPr>
          <p:spPr>
            <a:xfrm>
              <a:off x="4055109" y="3384549"/>
              <a:ext cx="670560" cy="7620"/>
            </a:xfrm>
            <a:custGeom>
              <a:avLst/>
              <a:gdLst/>
              <a:ahLst/>
              <a:cxnLst/>
              <a:rect l="l" t="t" r="r" b="b"/>
              <a:pathLst>
                <a:path w="670560" h="7620">
                  <a:moveTo>
                    <a:pt x="212089" y="0"/>
                  </a:moveTo>
                  <a:lnTo>
                    <a:pt x="0" y="0"/>
                  </a:lnTo>
                  <a:lnTo>
                    <a:pt x="0" y="7620"/>
                  </a:lnTo>
                  <a:lnTo>
                    <a:pt x="212089" y="7620"/>
                  </a:lnTo>
                  <a:lnTo>
                    <a:pt x="212089" y="0"/>
                  </a:lnTo>
                  <a:close/>
                </a:path>
                <a:path w="670560" h="7620">
                  <a:moveTo>
                    <a:pt x="422910" y="0"/>
                  </a:moveTo>
                  <a:lnTo>
                    <a:pt x="392429" y="0"/>
                  </a:lnTo>
                  <a:lnTo>
                    <a:pt x="392429" y="2539"/>
                  </a:lnTo>
                  <a:lnTo>
                    <a:pt x="393700" y="2539"/>
                  </a:lnTo>
                  <a:lnTo>
                    <a:pt x="393700" y="7620"/>
                  </a:lnTo>
                  <a:lnTo>
                    <a:pt x="422910" y="7620"/>
                  </a:lnTo>
                  <a:lnTo>
                    <a:pt x="422910" y="0"/>
                  </a:lnTo>
                  <a:close/>
                </a:path>
                <a:path w="670560" h="7620">
                  <a:moveTo>
                    <a:pt x="670560" y="0"/>
                  </a:moveTo>
                  <a:lnTo>
                    <a:pt x="640079" y="0"/>
                  </a:lnTo>
                  <a:lnTo>
                    <a:pt x="640079" y="1270"/>
                  </a:lnTo>
                  <a:lnTo>
                    <a:pt x="638810" y="1270"/>
                  </a:lnTo>
                  <a:lnTo>
                    <a:pt x="638810" y="3810"/>
                  </a:lnTo>
                  <a:lnTo>
                    <a:pt x="637539" y="3810"/>
                  </a:lnTo>
                  <a:lnTo>
                    <a:pt x="637539" y="7620"/>
                  </a:lnTo>
                  <a:lnTo>
                    <a:pt x="669289" y="7620"/>
                  </a:lnTo>
                  <a:lnTo>
                    <a:pt x="669289" y="2539"/>
                  </a:lnTo>
                  <a:lnTo>
                    <a:pt x="670560" y="2539"/>
                  </a:lnTo>
                  <a:lnTo>
                    <a:pt x="670560" y="0"/>
                  </a:lnTo>
                  <a:close/>
                </a:path>
              </a:pathLst>
            </a:custGeom>
            <a:solidFill>
              <a:srgbClr val="B48600"/>
            </a:solidFill>
          </p:spPr>
          <p:txBody>
            <a:bodyPr wrap="square" lIns="0" tIns="0" rIns="0" bIns="0" rtlCol="0"/>
            <a:lstStyle/>
            <a:p/>
          </p:txBody>
        </p:sp>
        <p:sp>
          <p:nvSpPr>
            <p:cNvPr id="850" name="object 850"/>
            <p:cNvSpPr/>
            <p:nvPr/>
          </p:nvSpPr>
          <p:spPr>
            <a:xfrm>
              <a:off x="4055109" y="3392169"/>
              <a:ext cx="669290" cy="6350"/>
            </a:xfrm>
            <a:custGeom>
              <a:avLst/>
              <a:gdLst/>
              <a:ahLst/>
              <a:cxnLst/>
              <a:rect l="l" t="t" r="r" b="b"/>
              <a:pathLst>
                <a:path w="669289" h="6350">
                  <a:moveTo>
                    <a:pt x="212089" y="0"/>
                  </a:moveTo>
                  <a:lnTo>
                    <a:pt x="0" y="0"/>
                  </a:lnTo>
                  <a:lnTo>
                    <a:pt x="0" y="6350"/>
                  </a:lnTo>
                  <a:lnTo>
                    <a:pt x="212089" y="6350"/>
                  </a:lnTo>
                  <a:lnTo>
                    <a:pt x="212089" y="0"/>
                  </a:lnTo>
                  <a:close/>
                </a:path>
                <a:path w="669289" h="6350">
                  <a:moveTo>
                    <a:pt x="422910" y="0"/>
                  </a:moveTo>
                  <a:lnTo>
                    <a:pt x="393700" y="0"/>
                  </a:lnTo>
                  <a:lnTo>
                    <a:pt x="393700" y="2539"/>
                  </a:lnTo>
                  <a:lnTo>
                    <a:pt x="394969" y="2539"/>
                  </a:lnTo>
                  <a:lnTo>
                    <a:pt x="394969" y="6350"/>
                  </a:lnTo>
                  <a:lnTo>
                    <a:pt x="422910" y="6350"/>
                  </a:lnTo>
                  <a:lnTo>
                    <a:pt x="422910" y="0"/>
                  </a:lnTo>
                  <a:close/>
                </a:path>
                <a:path w="669289" h="6350">
                  <a:moveTo>
                    <a:pt x="669289" y="0"/>
                  </a:moveTo>
                  <a:lnTo>
                    <a:pt x="636269" y="0"/>
                  </a:lnTo>
                  <a:lnTo>
                    <a:pt x="636269" y="3809"/>
                  </a:lnTo>
                  <a:lnTo>
                    <a:pt x="635000" y="3809"/>
                  </a:lnTo>
                  <a:lnTo>
                    <a:pt x="635000" y="6350"/>
                  </a:lnTo>
                  <a:lnTo>
                    <a:pt x="668020" y="6350"/>
                  </a:lnTo>
                  <a:lnTo>
                    <a:pt x="668020" y="5079"/>
                  </a:lnTo>
                  <a:lnTo>
                    <a:pt x="669289" y="5079"/>
                  </a:lnTo>
                  <a:lnTo>
                    <a:pt x="669289" y="0"/>
                  </a:lnTo>
                  <a:close/>
                </a:path>
              </a:pathLst>
            </a:custGeom>
            <a:solidFill>
              <a:srgbClr val="B68800"/>
            </a:solidFill>
          </p:spPr>
          <p:txBody>
            <a:bodyPr wrap="square" lIns="0" tIns="0" rIns="0" bIns="0" rtlCol="0"/>
            <a:lstStyle/>
            <a:p/>
          </p:txBody>
        </p:sp>
        <p:sp>
          <p:nvSpPr>
            <p:cNvPr id="851" name="object 851"/>
            <p:cNvSpPr/>
            <p:nvPr/>
          </p:nvSpPr>
          <p:spPr>
            <a:xfrm>
              <a:off x="4055110" y="3398519"/>
              <a:ext cx="668020" cy="7620"/>
            </a:xfrm>
            <a:custGeom>
              <a:avLst/>
              <a:gdLst/>
              <a:ahLst/>
              <a:cxnLst/>
              <a:rect l="l" t="t" r="r" b="b"/>
              <a:pathLst>
                <a:path w="668020" h="7620">
                  <a:moveTo>
                    <a:pt x="212090" y="0"/>
                  </a:moveTo>
                  <a:lnTo>
                    <a:pt x="0" y="0"/>
                  </a:lnTo>
                  <a:lnTo>
                    <a:pt x="0" y="7620"/>
                  </a:lnTo>
                  <a:lnTo>
                    <a:pt x="212090" y="7620"/>
                  </a:lnTo>
                  <a:lnTo>
                    <a:pt x="212090" y="0"/>
                  </a:lnTo>
                  <a:close/>
                </a:path>
                <a:path w="668020" h="7620">
                  <a:moveTo>
                    <a:pt x="422910" y="0"/>
                  </a:moveTo>
                  <a:lnTo>
                    <a:pt x="394970" y="0"/>
                  </a:lnTo>
                  <a:lnTo>
                    <a:pt x="394970" y="5080"/>
                  </a:lnTo>
                  <a:lnTo>
                    <a:pt x="396240" y="5080"/>
                  </a:lnTo>
                  <a:lnTo>
                    <a:pt x="396240" y="7620"/>
                  </a:lnTo>
                  <a:lnTo>
                    <a:pt x="422910" y="7620"/>
                  </a:lnTo>
                  <a:lnTo>
                    <a:pt x="422910" y="5080"/>
                  </a:lnTo>
                  <a:lnTo>
                    <a:pt x="422910" y="0"/>
                  </a:lnTo>
                  <a:close/>
                </a:path>
                <a:path w="668020" h="7620">
                  <a:moveTo>
                    <a:pt x="668020" y="0"/>
                  </a:moveTo>
                  <a:lnTo>
                    <a:pt x="633730" y="0"/>
                  </a:lnTo>
                  <a:lnTo>
                    <a:pt x="633730" y="3810"/>
                  </a:lnTo>
                  <a:lnTo>
                    <a:pt x="632460" y="3810"/>
                  </a:lnTo>
                  <a:lnTo>
                    <a:pt x="632460" y="7620"/>
                  </a:lnTo>
                  <a:lnTo>
                    <a:pt x="668020" y="7620"/>
                  </a:lnTo>
                  <a:lnTo>
                    <a:pt x="668020" y="3810"/>
                  </a:lnTo>
                  <a:lnTo>
                    <a:pt x="668020" y="0"/>
                  </a:lnTo>
                  <a:close/>
                </a:path>
              </a:pathLst>
            </a:custGeom>
            <a:solidFill>
              <a:srgbClr val="B88A00"/>
            </a:solidFill>
          </p:spPr>
          <p:txBody>
            <a:bodyPr wrap="square" lIns="0" tIns="0" rIns="0" bIns="0" rtlCol="0"/>
            <a:lstStyle/>
            <a:p/>
          </p:txBody>
        </p:sp>
        <p:sp>
          <p:nvSpPr>
            <p:cNvPr id="852" name="object 852"/>
            <p:cNvSpPr/>
            <p:nvPr/>
          </p:nvSpPr>
          <p:spPr>
            <a:xfrm>
              <a:off x="4055110" y="3406139"/>
              <a:ext cx="666750" cy="7620"/>
            </a:xfrm>
            <a:custGeom>
              <a:avLst/>
              <a:gdLst/>
              <a:ahLst/>
              <a:cxnLst/>
              <a:rect l="l" t="t" r="r" b="b"/>
              <a:pathLst>
                <a:path w="666750" h="7620">
                  <a:moveTo>
                    <a:pt x="212090" y="0"/>
                  </a:moveTo>
                  <a:lnTo>
                    <a:pt x="0" y="0"/>
                  </a:lnTo>
                  <a:lnTo>
                    <a:pt x="0" y="7620"/>
                  </a:lnTo>
                  <a:lnTo>
                    <a:pt x="212090" y="7620"/>
                  </a:lnTo>
                  <a:lnTo>
                    <a:pt x="212090" y="0"/>
                  </a:lnTo>
                  <a:close/>
                </a:path>
                <a:path w="666750" h="7620">
                  <a:moveTo>
                    <a:pt x="422910" y="0"/>
                  </a:moveTo>
                  <a:lnTo>
                    <a:pt x="396240" y="0"/>
                  </a:lnTo>
                  <a:lnTo>
                    <a:pt x="396240" y="7620"/>
                  </a:lnTo>
                  <a:lnTo>
                    <a:pt x="422910" y="7620"/>
                  </a:lnTo>
                  <a:lnTo>
                    <a:pt x="422910" y="0"/>
                  </a:lnTo>
                  <a:close/>
                </a:path>
                <a:path w="666750" h="7620">
                  <a:moveTo>
                    <a:pt x="666750" y="0"/>
                  </a:moveTo>
                  <a:lnTo>
                    <a:pt x="631190" y="0"/>
                  </a:lnTo>
                  <a:lnTo>
                    <a:pt x="631190" y="2540"/>
                  </a:lnTo>
                  <a:lnTo>
                    <a:pt x="629920" y="2540"/>
                  </a:lnTo>
                  <a:lnTo>
                    <a:pt x="629920" y="6350"/>
                  </a:lnTo>
                  <a:lnTo>
                    <a:pt x="628650" y="6350"/>
                  </a:lnTo>
                  <a:lnTo>
                    <a:pt x="628650" y="7620"/>
                  </a:lnTo>
                  <a:lnTo>
                    <a:pt x="666750" y="7620"/>
                  </a:lnTo>
                  <a:lnTo>
                    <a:pt x="666750" y="6350"/>
                  </a:lnTo>
                  <a:lnTo>
                    <a:pt x="666750" y="2540"/>
                  </a:lnTo>
                  <a:lnTo>
                    <a:pt x="666750" y="0"/>
                  </a:lnTo>
                  <a:close/>
                </a:path>
              </a:pathLst>
            </a:custGeom>
            <a:solidFill>
              <a:srgbClr val="BA8B00"/>
            </a:solidFill>
          </p:spPr>
          <p:txBody>
            <a:bodyPr wrap="square" lIns="0" tIns="0" rIns="0" bIns="0" rtlCol="0"/>
            <a:lstStyle/>
            <a:p/>
          </p:txBody>
        </p:sp>
        <p:sp>
          <p:nvSpPr>
            <p:cNvPr id="853" name="object 853"/>
            <p:cNvSpPr/>
            <p:nvPr/>
          </p:nvSpPr>
          <p:spPr>
            <a:xfrm>
              <a:off x="4055110" y="3413759"/>
              <a:ext cx="666750" cy="6350"/>
            </a:xfrm>
            <a:custGeom>
              <a:avLst/>
              <a:gdLst/>
              <a:ahLst/>
              <a:cxnLst/>
              <a:rect l="l" t="t" r="r" b="b"/>
              <a:pathLst>
                <a:path w="666750" h="6350">
                  <a:moveTo>
                    <a:pt x="212090" y="0"/>
                  </a:moveTo>
                  <a:lnTo>
                    <a:pt x="0" y="0"/>
                  </a:lnTo>
                  <a:lnTo>
                    <a:pt x="0" y="6350"/>
                  </a:lnTo>
                  <a:lnTo>
                    <a:pt x="212090" y="6350"/>
                  </a:lnTo>
                  <a:lnTo>
                    <a:pt x="212090" y="0"/>
                  </a:lnTo>
                  <a:close/>
                </a:path>
                <a:path w="666750" h="6350">
                  <a:moveTo>
                    <a:pt x="422910" y="0"/>
                  </a:moveTo>
                  <a:lnTo>
                    <a:pt x="397510" y="0"/>
                  </a:lnTo>
                  <a:lnTo>
                    <a:pt x="397510" y="5080"/>
                  </a:lnTo>
                  <a:lnTo>
                    <a:pt x="422910" y="5080"/>
                  </a:lnTo>
                  <a:lnTo>
                    <a:pt x="422910" y="0"/>
                  </a:lnTo>
                  <a:close/>
                </a:path>
                <a:path w="666750" h="6350">
                  <a:moveTo>
                    <a:pt x="666750" y="0"/>
                  </a:moveTo>
                  <a:lnTo>
                    <a:pt x="628650" y="0"/>
                  </a:lnTo>
                  <a:lnTo>
                    <a:pt x="628650" y="1270"/>
                  </a:lnTo>
                  <a:lnTo>
                    <a:pt x="627380" y="1270"/>
                  </a:lnTo>
                  <a:lnTo>
                    <a:pt x="627380" y="5080"/>
                  </a:lnTo>
                  <a:lnTo>
                    <a:pt x="626110" y="5080"/>
                  </a:lnTo>
                  <a:lnTo>
                    <a:pt x="626110" y="6350"/>
                  </a:lnTo>
                  <a:lnTo>
                    <a:pt x="665480" y="6350"/>
                  </a:lnTo>
                  <a:lnTo>
                    <a:pt x="665480" y="5080"/>
                  </a:lnTo>
                  <a:lnTo>
                    <a:pt x="665480" y="1270"/>
                  </a:lnTo>
                  <a:lnTo>
                    <a:pt x="666750" y="1270"/>
                  </a:lnTo>
                  <a:lnTo>
                    <a:pt x="666750" y="0"/>
                  </a:lnTo>
                  <a:close/>
                </a:path>
              </a:pathLst>
            </a:custGeom>
            <a:solidFill>
              <a:srgbClr val="BC8D00"/>
            </a:solidFill>
          </p:spPr>
          <p:txBody>
            <a:bodyPr wrap="square" lIns="0" tIns="0" rIns="0" bIns="0" rtlCol="0"/>
            <a:lstStyle/>
            <a:p/>
          </p:txBody>
        </p:sp>
        <p:sp>
          <p:nvSpPr>
            <p:cNvPr id="854" name="object 854"/>
            <p:cNvSpPr/>
            <p:nvPr/>
          </p:nvSpPr>
          <p:spPr>
            <a:xfrm>
              <a:off x="4055110" y="3420109"/>
              <a:ext cx="665480" cy="7620"/>
            </a:xfrm>
            <a:custGeom>
              <a:avLst/>
              <a:gdLst/>
              <a:ahLst/>
              <a:cxnLst/>
              <a:rect l="l" t="t" r="r" b="b"/>
              <a:pathLst>
                <a:path w="665479" h="7620">
                  <a:moveTo>
                    <a:pt x="212090" y="1282"/>
                  </a:moveTo>
                  <a:lnTo>
                    <a:pt x="0" y="1282"/>
                  </a:lnTo>
                  <a:lnTo>
                    <a:pt x="0" y="7620"/>
                  </a:lnTo>
                  <a:lnTo>
                    <a:pt x="212090" y="7620"/>
                  </a:lnTo>
                  <a:lnTo>
                    <a:pt x="212090" y="1282"/>
                  </a:lnTo>
                  <a:close/>
                </a:path>
                <a:path w="665479" h="7620">
                  <a:moveTo>
                    <a:pt x="212090" y="0"/>
                  </a:moveTo>
                  <a:lnTo>
                    <a:pt x="0" y="0"/>
                  </a:lnTo>
                  <a:lnTo>
                    <a:pt x="0" y="1270"/>
                  </a:lnTo>
                  <a:lnTo>
                    <a:pt x="212090" y="1270"/>
                  </a:lnTo>
                  <a:lnTo>
                    <a:pt x="212090" y="0"/>
                  </a:lnTo>
                  <a:close/>
                </a:path>
                <a:path w="665479" h="7620">
                  <a:moveTo>
                    <a:pt x="665480" y="0"/>
                  </a:moveTo>
                  <a:lnTo>
                    <a:pt x="626110" y="0"/>
                  </a:lnTo>
                  <a:lnTo>
                    <a:pt x="626110" y="1270"/>
                  </a:lnTo>
                  <a:lnTo>
                    <a:pt x="624840" y="1270"/>
                  </a:lnTo>
                  <a:lnTo>
                    <a:pt x="624840" y="3810"/>
                  </a:lnTo>
                  <a:lnTo>
                    <a:pt x="624840" y="5080"/>
                  </a:lnTo>
                  <a:lnTo>
                    <a:pt x="623570" y="5080"/>
                  </a:lnTo>
                  <a:lnTo>
                    <a:pt x="623570" y="7620"/>
                  </a:lnTo>
                  <a:lnTo>
                    <a:pt x="664210" y="7620"/>
                  </a:lnTo>
                  <a:lnTo>
                    <a:pt x="664210" y="5080"/>
                  </a:lnTo>
                  <a:lnTo>
                    <a:pt x="664210" y="3810"/>
                  </a:lnTo>
                  <a:lnTo>
                    <a:pt x="665480" y="3810"/>
                  </a:lnTo>
                  <a:lnTo>
                    <a:pt x="665480" y="1270"/>
                  </a:lnTo>
                  <a:lnTo>
                    <a:pt x="665480" y="0"/>
                  </a:lnTo>
                  <a:close/>
                </a:path>
              </a:pathLst>
            </a:custGeom>
            <a:solidFill>
              <a:srgbClr val="BE8E00"/>
            </a:solidFill>
          </p:spPr>
          <p:txBody>
            <a:bodyPr wrap="square" lIns="0" tIns="0" rIns="0" bIns="0" rtlCol="0"/>
            <a:lstStyle/>
            <a:p/>
          </p:txBody>
        </p:sp>
        <p:sp>
          <p:nvSpPr>
            <p:cNvPr id="855" name="object 855"/>
            <p:cNvSpPr/>
            <p:nvPr/>
          </p:nvSpPr>
          <p:spPr>
            <a:xfrm>
              <a:off x="4055110" y="3427729"/>
              <a:ext cx="664210" cy="7620"/>
            </a:xfrm>
            <a:custGeom>
              <a:avLst/>
              <a:gdLst/>
              <a:ahLst/>
              <a:cxnLst/>
              <a:rect l="l" t="t" r="r" b="b"/>
              <a:pathLst>
                <a:path w="664210" h="7620">
                  <a:moveTo>
                    <a:pt x="212090" y="6362"/>
                  </a:moveTo>
                  <a:lnTo>
                    <a:pt x="0" y="6362"/>
                  </a:lnTo>
                  <a:lnTo>
                    <a:pt x="0" y="7620"/>
                  </a:lnTo>
                  <a:lnTo>
                    <a:pt x="212090" y="7620"/>
                  </a:lnTo>
                  <a:lnTo>
                    <a:pt x="212090" y="6362"/>
                  </a:lnTo>
                  <a:close/>
                </a:path>
                <a:path w="664210" h="7620">
                  <a:moveTo>
                    <a:pt x="212090" y="0"/>
                  </a:moveTo>
                  <a:lnTo>
                    <a:pt x="0" y="0"/>
                  </a:lnTo>
                  <a:lnTo>
                    <a:pt x="0" y="6350"/>
                  </a:lnTo>
                  <a:lnTo>
                    <a:pt x="212090" y="6350"/>
                  </a:lnTo>
                  <a:lnTo>
                    <a:pt x="212090" y="0"/>
                  </a:lnTo>
                  <a:close/>
                </a:path>
                <a:path w="664210" h="7620">
                  <a:moveTo>
                    <a:pt x="662940" y="6362"/>
                  </a:moveTo>
                  <a:lnTo>
                    <a:pt x="619760" y="6362"/>
                  </a:lnTo>
                  <a:lnTo>
                    <a:pt x="619760" y="7620"/>
                  </a:lnTo>
                  <a:lnTo>
                    <a:pt x="662940" y="7620"/>
                  </a:lnTo>
                  <a:lnTo>
                    <a:pt x="662940" y="6362"/>
                  </a:lnTo>
                  <a:close/>
                </a:path>
                <a:path w="664210" h="7620">
                  <a:moveTo>
                    <a:pt x="664197" y="0"/>
                  </a:moveTo>
                  <a:lnTo>
                    <a:pt x="622300" y="0"/>
                  </a:lnTo>
                  <a:lnTo>
                    <a:pt x="622300" y="3810"/>
                  </a:lnTo>
                  <a:lnTo>
                    <a:pt x="621030" y="3810"/>
                  </a:lnTo>
                  <a:lnTo>
                    <a:pt x="621030" y="5080"/>
                  </a:lnTo>
                  <a:lnTo>
                    <a:pt x="621030" y="6350"/>
                  </a:lnTo>
                  <a:lnTo>
                    <a:pt x="662940" y="6350"/>
                  </a:lnTo>
                  <a:lnTo>
                    <a:pt x="662940" y="5080"/>
                  </a:lnTo>
                  <a:lnTo>
                    <a:pt x="664197" y="5080"/>
                  </a:lnTo>
                  <a:lnTo>
                    <a:pt x="664197" y="3810"/>
                  </a:lnTo>
                  <a:lnTo>
                    <a:pt x="664197" y="0"/>
                  </a:lnTo>
                  <a:close/>
                </a:path>
              </a:pathLst>
            </a:custGeom>
            <a:solidFill>
              <a:srgbClr val="C09000"/>
            </a:solidFill>
          </p:spPr>
          <p:txBody>
            <a:bodyPr wrap="square" lIns="0" tIns="0" rIns="0" bIns="0" rtlCol="0"/>
            <a:lstStyle/>
            <a:p/>
          </p:txBody>
        </p:sp>
        <p:sp>
          <p:nvSpPr>
            <p:cNvPr id="856" name="object 856"/>
            <p:cNvSpPr/>
            <p:nvPr/>
          </p:nvSpPr>
          <p:spPr>
            <a:xfrm>
              <a:off x="4055110" y="3435349"/>
              <a:ext cx="662940" cy="6350"/>
            </a:xfrm>
            <a:custGeom>
              <a:avLst/>
              <a:gdLst/>
              <a:ahLst/>
              <a:cxnLst/>
              <a:rect l="l" t="t" r="r" b="b"/>
              <a:pathLst>
                <a:path w="662939" h="6350">
                  <a:moveTo>
                    <a:pt x="212090" y="0"/>
                  </a:moveTo>
                  <a:lnTo>
                    <a:pt x="0" y="0"/>
                  </a:lnTo>
                  <a:lnTo>
                    <a:pt x="0" y="6350"/>
                  </a:lnTo>
                  <a:lnTo>
                    <a:pt x="212090" y="6350"/>
                  </a:lnTo>
                  <a:lnTo>
                    <a:pt x="212090" y="0"/>
                  </a:lnTo>
                  <a:close/>
                </a:path>
                <a:path w="662939" h="6350">
                  <a:moveTo>
                    <a:pt x="662940" y="0"/>
                  </a:moveTo>
                  <a:lnTo>
                    <a:pt x="619760" y="0"/>
                  </a:lnTo>
                  <a:lnTo>
                    <a:pt x="619760" y="1270"/>
                  </a:lnTo>
                  <a:lnTo>
                    <a:pt x="618490" y="1270"/>
                  </a:lnTo>
                  <a:lnTo>
                    <a:pt x="618490" y="3810"/>
                  </a:lnTo>
                  <a:lnTo>
                    <a:pt x="617220" y="3810"/>
                  </a:lnTo>
                  <a:lnTo>
                    <a:pt x="617220" y="6350"/>
                  </a:lnTo>
                  <a:lnTo>
                    <a:pt x="662940" y="6350"/>
                  </a:lnTo>
                  <a:lnTo>
                    <a:pt x="662940" y="3810"/>
                  </a:lnTo>
                  <a:lnTo>
                    <a:pt x="662940" y="1270"/>
                  </a:lnTo>
                  <a:lnTo>
                    <a:pt x="662940" y="0"/>
                  </a:lnTo>
                  <a:close/>
                </a:path>
              </a:pathLst>
            </a:custGeom>
            <a:solidFill>
              <a:srgbClr val="C29100"/>
            </a:solidFill>
          </p:spPr>
          <p:txBody>
            <a:bodyPr wrap="square" lIns="0" tIns="0" rIns="0" bIns="0" rtlCol="0"/>
            <a:lstStyle/>
            <a:p/>
          </p:txBody>
        </p:sp>
        <p:sp>
          <p:nvSpPr>
            <p:cNvPr id="857" name="object 857"/>
            <p:cNvSpPr/>
            <p:nvPr/>
          </p:nvSpPr>
          <p:spPr>
            <a:xfrm>
              <a:off x="4055110" y="3441699"/>
              <a:ext cx="661670" cy="7620"/>
            </a:xfrm>
            <a:custGeom>
              <a:avLst/>
              <a:gdLst/>
              <a:ahLst/>
              <a:cxnLst/>
              <a:rect l="l" t="t" r="r" b="b"/>
              <a:pathLst>
                <a:path w="661670" h="7620">
                  <a:moveTo>
                    <a:pt x="212090" y="0"/>
                  </a:moveTo>
                  <a:lnTo>
                    <a:pt x="0" y="0"/>
                  </a:lnTo>
                  <a:lnTo>
                    <a:pt x="0" y="7620"/>
                  </a:lnTo>
                  <a:lnTo>
                    <a:pt x="212090" y="7620"/>
                  </a:lnTo>
                  <a:lnTo>
                    <a:pt x="212090" y="0"/>
                  </a:lnTo>
                  <a:close/>
                </a:path>
                <a:path w="661670" h="7620">
                  <a:moveTo>
                    <a:pt x="661670" y="0"/>
                  </a:moveTo>
                  <a:lnTo>
                    <a:pt x="615950" y="0"/>
                  </a:lnTo>
                  <a:lnTo>
                    <a:pt x="615950" y="2540"/>
                  </a:lnTo>
                  <a:lnTo>
                    <a:pt x="614680" y="2540"/>
                  </a:lnTo>
                  <a:lnTo>
                    <a:pt x="614680" y="5080"/>
                  </a:lnTo>
                  <a:lnTo>
                    <a:pt x="613410" y="5080"/>
                  </a:lnTo>
                  <a:lnTo>
                    <a:pt x="613410" y="6350"/>
                  </a:lnTo>
                  <a:lnTo>
                    <a:pt x="612140" y="6350"/>
                  </a:lnTo>
                  <a:lnTo>
                    <a:pt x="612140" y="7620"/>
                  </a:lnTo>
                  <a:lnTo>
                    <a:pt x="661670" y="7620"/>
                  </a:lnTo>
                  <a:lnTo>
                    <a:pt x="661670" y="6350"/>
                  </a:lnTo>
                  <a:lnTo>
                    <a:pt x="661670" y="5080"/>
                  </a:lnTo>
                  <a:lnTo>
                    <a:pt x="661670" y="2540"/>
                  </a:lnTo>
                  <a:lnTo>
                    <a:pt x="661670" y="0"/>
                  </a:lnTo>
                  <a:close/>
                </a:path>
              </a:pathLst>
            </a:custGeom>
            <a:solidFill>
              <a:srgbClr val="C49300"/>
            </a:solidFill>
          </p:spPr>
          <p:txBody>
            <a:bodyPr wrap="square" lIns="0" tIns="0" rIns="0" bIns="0" rtlCol="0"/>
            <a:lstStyle/>
            <a:p/>
          </p:txBody>
        </p:sp>
        <p:sp>
          <p:nvSpPr>
            <p:cNvPr id="858" name="object 858"/>
            <p:cNvSpPr/>
            <p:nvPr/>
          </p:nvSpPr>
          <p:spPr>
            <a:xfrm>
              <a:off x="4055110" y="3449319"/>
              <a:ext cx="661670" cy="7620"/>
            </a:xfrm>
            <a:custGeom>
              <a:avLst/>
              <a:gdLst/>
              <a:ahLst/>
              <a:cxnLst/>
              <a:rect l="l" t="t" r="r" b="b"/>
              <a:pathLst>
                <a:path w="661670" h="7620">
                  <a:moveTo>
                    <a:pt x="212090" y="3822"/>
                  </a:moveTo>
                  <a:lnTo>
                    <a:pt x="0" y="3822"/>
                  </a:lnTo>
                  <a:lnTo>
                    <a:pt x="0" y="7620"/>
                  </a:lnTo>
                  <a:lnTo>
                    <a:pt x="212090" y="7620"/>
                  </a:lnTo>
                  <a:lnTo>
                    <a:pt x="212090" y="3822"/>
                  </a:lnTo>
                  <a:close/>
                </a:path>
                <a:path w="661670" h="7620">
                  <a:moveTo>
                    <a:pt x="212090" y="0"/>
                  </a:moveTo>
                  <a:lnTo>
                    <a:pt x="0" y="0"/>
                  </a:lnTo>
                  <a:lnTo>
                    <a:pt x="0" y="3810"/>
                  </a:lnTo>
                  <a:lnTo>
                    <a:pt x="212090" y="3810"/>
                  </a:lnTo>
                  <a:lnTo>
                    <a:pt x="212090" y="0"/>
                  </a:lnTo>
                  <a:close/>
                </a:path>
                <a:path w="661670" h="7620">
                  <a:moveTo>
                    <a:pt x="661670" y="0"/>
                  </a:moveTo>
                  <a:lnTo>
                    <a:pt x="612140" y="0"/>
                  </a:lnTo>
                  <a:lnTo>
                    <a:pt x="612140" y="1270"/>
                  </a:lnTo>
                  <a:lnTo>
                    <a:pt x="610870" y="1270"/>
                  </a:lnTo>
                  <a:lnTo>
                    <a:pt x="610870" y="3810"/>
                  </a:lnTo>
                  <a:lnTo>
                    <a:pt x="609600" y="3810"/>
                  </a:lnTo>
                  <a:lnTo>
                    <a:pt x="609600" y="6350"/>
                  </a:lnTo>
                  <a:lnTo>
                    <a:pt x="608330" y="6350"/>
                  </a:lnTo>
                  <a:lnTo>
                    <a:pt x="608330" y="7620"/>
                  </a:lnTo>
                  <a:lnTo>
                    <a:pt x="660400" y="7620"/>
                  </a:lnTo>
                  <a:lnTo>
                    <a:pt x="660400" y="6350"/>
                  </a:lnTo>
                  <a:lnTo>
                    <a:pt x="660400" y="3810"/>
                  </a:lnTo>
                  <a:lnTo>
                    <a:pt x="660387" y="1270"/>
                  </a:lnTo>
                  <a:lnTo>
                    <a:pt x="661670" y="1270"/>
                  </a:lnTo>
                  <a:lnTo>
                    <a:pt x="661670" y="0"/>
                  </a:lnTo>
                  <a:close/>
                </a:path>
              </a:pathLst>
            </a:custGeom>
            <a:solidFill>
              <a:srgbClr val="C69400"/>
            </a:solidFill>
          </p:spPr>
          <p:txBody>
            <a:bodyPr wrap="square" lIns="0" tIns="0" rIns="0" bIns="0" rtlCol="0"/>
            <a:lstStyle/>
            <a:p/>
          </p:txBody>
        </p:sp>
        <p:sp>
          <p:nvSpPr>
            <p:cNvPr id="859" name="object 859"/>
            <p:cNvSpPr/>
            <p:nvPr/>
          </p:nvSpPr>
          <p:spPr>
            <a:xfrm>
              <a:off x="4055110" y="3456939"/>
              <a:ext cx="660400" cy="7620"/>
            </a:xfrm>
            <a:custGeom>
              <a:avLst/>
              <a:gdLst/>
              <a:ahLst/>
              <a:cxnLst/>
              <a:rect l="l" t="t" r="r" b="b"/>
              <a:pathLst>
                <a:path w="660400" h="7620">
                  <a:moveTo>
                    <a:pt x="212090" y="2552"/>
                  </a:moveTo>
                  <a:lnTo>
                    <a:pt x="0" y="2552"/>
                  </a:lnTo>
                  <a:lnTo>
                    <a:pt x="0" y="7620"/>
                  </a:lnTo>
                  <a:lnTo>
                    <a:pt x="212090" y="7620"/>
                  </a:lnTo>
                  <a:lnTo>
                    <a:pt x="212090" y="2552"/>
                  </a:lnTo>
                  <a:close/>
                </a:path>
                <a:path w="660400" h="7620">
                  <a:moveTo>
                    <a:pt x="212090" y="0"/>
                  </a:moveTo>
                  <a:lnTo>
                    <a:pt x="0" y="0"/>
                  </a:lnTo>
                  <a:lnTo>
                    <a:pt x="0" y="2540"/>
                  </a:lnTo>
                  <a:lnTo>
                    <a:pt x="212090" y="2540"/>
                  </a:lnTo>
                  <a:lnTo>
                    <a:pt x="212090" y="0"/>
                  </a:lnTo>
                  <a:close/>
                </a:path>
                <a:path w="660400" h="7620">
                  <a:moveTo>
                    <a:pt x="660400" y="0"/>
                  </a:moveTo>
                  <a:lnTo>
                    <a:pt x="608330" y="0"/>
                  </a:lnTo>
                  <a:lnTo>
                    <a:pt x="608330" y="1270"/>
                  </a:lnTo>
                  <a:lnTo>
                    <a:pt x="607060" y="1270"/>
                  </a:lnTo>
                  <a:lnTo>
                    <a:pt x="607060" y="2540"/>
                  </a:lnTo>
                  <a:lnTo>
                    <a:pt x="605790" y="2540"/>
                  </a:lnTo>
                  <a:lnTo>
                    <a:pt x="605790" y="5080"/>
                  </a:lnTo>
                  <a:lnTo>
                    <a:pt x="604520" y="5080"/>
                  </a:lnTo>
                  <a:lnTo>
                    <a:pt x="604520" y="6350"/>
                  </a:lnTo>
                  <a:lnTo>
                    <a:pt x="603250" y="6350"/>
                  </a:lnTo>
                  <a:lnTo>
                    <a:pt x="603250" y="7620"/>
                  </a:lnTo>
                  <a:lnTo>
                    <a:pt x="659130" y="7620"/>
                  </a:lnTo>
                  <a:lnTo>
                    <a:pt x="659130" y="6350"/>
                  </a:lnTo>
                  <a:lnTo>
                    <a:pt x="659130" y="5080"/>
                  </a:lnTo>
                  <a:lnTo>
                    <a:pt x="659130" y="2540"/>
                  </a:lnTo>
                  <a:lnTo>
                    <a:pt x="660400" y="2540"/>
                  </a:lnTo>
                  <a:lnTo>
                    <a:pt x="660400" y="1270"/>
                  </a:lnTo>
                  <a:lnTo>
                    <a:pt x="660400" y="0"/>
                  </a:lnTo>
                  <a:close/>
                </a:path>
              </a:pathLst>
            </a:custGeom>
            <a:solidFill>
              <a:srgbClr val="C89600"/>
            </a:solidFill>
          </p:spPr>
          <p:txBody>
            <a:bodyPr wrap="square" lIns="0" tIns="0" rIns="0" bIns="0" rtlCol="0"/>
            <a:lstStyle/>
            <a:p/>
          </p:txBody>
        </p:sp>
        <p:sp>
          <p:nvSpPr>
            <p:cNvPr id="860" name="object 860"/>
            <p:cNvSpPr/>
            <p:nvPr/>
          </p:nvSpPr>
          <p:spPr>
            <a:xfrm>
              <a:off x="4055110" y="3464559"/>
              <a:ext cx="659130" cy="6350"/>
            </a:xfrm>
            <a:custGeom>
              <a:avLst/>
              <a:gdLst/>
              <a:ahLst/>
              <a:cxnLst/>
              <a:rect l="l" t="t" r="r" b="b"/>
              <a:pathLst>
                <a:path w="659129" h="6350">
                  <a:moveTo>
                    <a:pt x="212090" y="0"/>
                  </a:moveTo>
                  <a:lnTo>
                    <a:pt x="0" y="0"/>
                  </a:lnTo>
                  <a:lnTo>
                    <a:pt x="0" y="6350"/>
                  </a:lnTo>
                  <a:lnTo>
                    <a:pt x="212090" y="6350"/>
                  </a:lnTo>
                  <a:lnTo>
                    <a:pt x="212090" y="0"/>
                  </a:lnTo>
                  <a:close/>
                </a:path>
                <a:path w="659129" h="6350">
                  <a:moveTo>
                    <a:pt x="659130" y="0"/>
                  </a:moveTo>
                  <a:lnTo>
                    <a:pt x="603250" y="0"/>
                  </a:lnTo>
                  <a:lnTo>
                    <a:pt x="603250" y="1270"/>
                  </a:lnTo>
                  <a:lnTo>
                    <a:pt x="601980" y="1270"/>
                  </a:lnTo>
                  <a:lnTo>
                    <a:pt x="601980" y="2540"/>
                  </a:lnTo>
                  <a:lnTo>
                    <a:pt x="600710" y="2540"/>
                  </a:lnTo>
                  <a:lnTo>
                    <a:pt x="600710" y="5080"/>
                  </a:lnTo>
                  <a:lnTo>
                    <a:pt x="599440" y="5080"/>
                  </a:lnTo>
                  <a:lnTo>
                    <a:pt x="599440" y="6350"/>
                  </a:lnTo>
                  <a:lnTo>
                    <a:pt x="657847" y="6350"/>
                  </a:lnTo>
                  <a:lnTo>
                    <a:pt x="657860" y="5080"/>
                  </a:lnTo>
                  <a:lnTo>
                    <a:pt x="659130" y="5080"/>
                  </a:lnTo>
                  <a:lnTo>
                    <a:pt x="659130" y="2540"/>
                  </a:lnTo>
                  <a:lnTo>
                    <a:pt x="659130" y="1270"/>
                  </a:lnTo>
                  <a:lnTo>
                    <a:pt x="659130" y="0"/>
                  </a:lnTo>
                  <a:close/>
                </a:path>
              </a:pathLst>
            </a:custGeom>
            <a:solidFill>
              <a:srgbClr val="CC9700"/>
            </a:solidFill>
          </p:spPr>
          <p:txBody>
            <a:bodyPr wrap="square" lIns="0" tIns="0" rIns="0" bIns="0" rtlCol="0"/>
            <a:lstStyle/>
            <a:p/>
          </p:txBody>
        </p:sp>
        <p:sp>
          <p:nvSpPr>
            <p:cNvPr id="861" name="object 861"/>
            <p:cNvSpPr/>
            <p:nvPr/>
          </p:nvSpPr>
          <p:spPr>
            <a:xfrm>
              <a:off x="4055110" y="3470909"/>
              <a:ext cx="657860" cy="7620"/>
            </a:xfrm>
            <a:custGeom>
              <a:avLst/>
              <a:gdLst/>
              <a:ahLst/>
              <a:cxnLst/>
              <a:rect l="l" t="t" r="r" b="b"/>
              <a:pathLst>
                <a:path w="657860" h="7620">
                  <a:moveTo>
                    <a:pt x="212090" y="1282"/>
                  </a:moveTo>
                  <a:lnTo>
                    <a:pt x="0" y="1282"/>
                  </a:lnTo>
                  <a:lnTo>
                    <a:pt x="0" y="7620"/>
                  </a:lnTo>
                  <a:lnTo>
                    <a:pt x="212090" y="7620"/>
                  </a:lnTo>
                  <a:lnTo>
                    <a:pt x="212090" y="1282"/>
                  </a:lnTo>
                  <a:close/>
                </a:path>
                <a:path w="657860" h="7620">
                  <a:moveTo>
                    <a:pt x="212090" y="0"/>
                  </a:moveTo>
                  <a:lnTo>
                    <a:pt x="0" y="0"/>
                  </a:lnTo>
                  <a:lnTo>
                    <a:pt x="0" y="1270"/>
                  </a:lnTo>
                  <a:lnTo>
                    <a:pt x="212090" y="1270"/>
                  </a:lnTo>
                  <a:lnTo>
                    <a:pt x="212090" y="0"/>
                  </a:lnTo>
                  <a:close/>
                </a:path>
                <a:path w="657860" h="7620">
                  <a:moveTo>
                    <a:pt x="657860" y="0"/>
                  </a:moveTo>
                  <a:lnTo>
                    <a:pt x="598170" y="0"/>
                  </a:lnTo>
                  <a:lnTo>
                    <a:pt x="598170" y="1270"/>
                  </a:lnTo>
                  <a:lnTo>
                    <a:pt x="596900" y="1270"/>
                  </a:lnTo>
                  <a:lnTo>
                    <a:pt x="596900" y="3810"/>
                  </a:lnTo>
                  <a:lnTo>
                    <a:pt x="595630" y="3810"/>
                  </a:lnTo>
                  <a:lnTo>
                    <a:pt x="595630" y="5080"/>
                  </a:lnTo>
                  <a:lnTo>
                    <a:pt x="594360" y="5080"/>
                  </a:lnTo>
                  <a:lnTo>
                    <a:pt x="594360" y="7620"/>
                  </a:lnTo>
                  <a:lnTo>
                    <a:pt x="657860" y="7620"/>
                  </a:lnTo>
                  <a:lnTo>
                    <a:pt x="657860" y="5080"/>
                  </a:lnTo>
                  <a:lnTo>
                    <a:pt x="657860" y="3810"/>
                  </a:lnTo>
                  <a:lnTo>
                    <a:pt x="657860" y="1270"/>
                  </a:lnTo>
                  <a:lnTo>
                    <a:pt x="657860" y="0"/>
                  </a:lnTo>
                  <a:close/>
                </a:path>
              </a:pathLst>
            </a:custGeom>
            <a:solidFill>
              <a:srgbClr val="CD9900"/>
            </a:solidFill>
          </p:spPr>
          <p:txBody>
            <a:bodyPr wrap="square" lIns="0" tIns="0" rIns="0" bIns="0" rtlCol="0"/>
            <a:lstStyle/>
            <a:p/>
          </p:txBody>
        </p:sp>
        <p:sp>
          <p:nvSpPr>
            <p:cNvPr id="862" name="object 862"/>
            <p:cNvSpPr/>
            <p:nvPr/>
          </p:nvSpPr>
          <p:spPr>
            <a:xfrm>
              <a:off x="4055109" y="3478529"/>
              <a:ext cx="656590" cy="7620"/>
            </a:xfrm>
            <a:custGeom>
              <a:avLst/>
              <a:gdLst/>
              <a:ahLst/>
              <a:cxnLst/>
              <a:rect l="l" t="t" r="r" b="b"/>
              <a:pathLst>
                <a:path w="656589" h="7620">
                  <a:moveTo>
                    <a:pt x="212089" y="0"/>
                  </a:moveTo>
                  <a:lnTo>
                    <a:pt x="0" y="0"/>
                  </a:lnTo>
                  <a:lnTo>
                    <a:pt x="0" y="7620"/>
                  </a:lnTo>
                  <a:lnTo>
                    <a:pt x="212089" y="7620"/>
                  </a:lnTo>
                  <a:lnTo>
                    <a:pt x="212089" y="0"/>
                  </a:lnTo>
                  <a:close/>
                </a:path>
                <a:path w="656589" h="7620">
                  <a:moveTo>
                    <a:pt x="656589" y="0"/>
                  </a:moveTo>
                  <a:lnTo>
                    <a:pt x="593089" y="0"/>
                  </a:lnTo>
                  <a:lnTo>
                    <a:pt x="593089" y="1270"/>
                  </a:lnTo>
                  <a:lnTo>
                    <a:pt x="591819" y="1270"/>
                  </a:lnTo>
                  <a:lnTo>
                    <a:pt x="591819" y="2540"/>
                  </a:lnTo>
                  <a:lnTo>
                    <a:pt x="590550" y="2540"/>
                  </a:lnTo>
                  <a:lnTo>
                    <a:pt x="590550" y="3810"/>
                  </a:lnTo>
                  <a:lnTo>
                    <a:pt x="589279" y="3810"/>
                  </a:lnTo>
                  <a:lnTo>
                    <a:pt x="589279" y="6350"/>
                  </a:lnTo>
                  <a:lnTo>
                    <a:pt x="588010" y="6350"/>
                  </a:lnTo>
                  <a:lnTo>
                    <a:pt x="588010" y="7620"/>
                  </a:lnTo>
                  <a:lnTo>
                    <a:pt x="656589" y="7620"/>
                  </a:lnTo>
                  <a:lnTo>
                    <a:pt x="656589" y="0"/>
                  </a:lnTo>
                  <a:close/>
                </a:path>
              </a:pathLst>
            </a:custGeom>
            <a:solidFill>
              <a:srgbClr val="CF9A00"/>
            </a:solidFill>
          </p:spPr>
          <p:txBody>
            <a:bodyPr wrap="square" lIns="0" tIns="0" rIns="0" bIns="0" rtlCol="0"/>
            <a:lstStyle/>
            <a:p/>
          </p:txBody>
        </p:sp>
        <p:sp>
          <p:nvSpPr>
            <p:cNvPr id="863" name="object 863"/>
            <p:cNvSpPr/>
            <p:nvPr/>
          </p:nvSpPr>
          <p:spPr>
            <a:xfrm>
              <a:off x="4055109" y="3486149"/>
              <a:ext cx="656590" cy="6350"/>
            </a:xfrm>
            <a:custGeom>
              <a:avLst/>
              <a:gdLst/>
              <a:ahLst/>
              <a:cxnLst/>
              <a:rect l="l" t="t" r="r" b="b"/>
              <a:pathLst>
                <a:path w="656589" h="6350">
                  <a:moveTo>
                    <a:pt x="212089" y="0"/>
                  </a:moveTo>
                  <a:lnTo>
                    <a:pt x="0" y="0"/>
                  </a:lnTo>
                  <a:lnTo>
                    <a:pt x="0" y="6350"/>
                  </a:lnTo>
                  <a:lnTo>
                    <a:pt x="212089" y="6350"/>
                  </a:lnTo>
                  <a:lnTo>
                    <a:pt x="212089" y="0"/>
                  </a:lnTo>
                  <a:close/>
                </a:path>
                <a:path w="656589" h="6350">
                  <a:moveTo>
                    <a:pt x="655319" y="1270"/>
                  </a:moveTo>
                  <a:lnTo>
                    <a:pt x="585469" y="1270"/>
                  </a:lnTo>
                  <a:lnTo>
                    <a:pt x="585469" y="2539"/>
                  </a:lnTo>
                  <a:lnTo>
                    <a:pt x="584200" y="2539"/>
                  </a:lnTo>
                  <a:lnTo>
                    <a:pt x="584200" y="3810"/>
                  </a:lnTo>
                  <a:lnTo>
                    <a:pt x="582929" y="3810"/>
                  </a:lnTo>
                  <a:lnTo>
                    <a:pt x="582929" y="5079"/>
                  </a:lnTo>
                  <a:lnTo>
                    <a:pt x="581660" y="5079"/>
                  </a:lnTo>
                  <a:lnTo>
                    <a:pt x="581660" y="6350"/>
                  </a:lnTo>
                  <a:lnTo>
                    <a:pt x="655319" y="6350"/>
                  </a:lnTo>
                  <a:lnTo>
                    <a:pt x="655319" y="1270"/>
                  </a:lnTo>
                  <a:close/>
                </a:path>
                <a:path w="656589" h="6350">
                  <a:moveTo>
                    <a:pt x="656589" y="0"/>
                  </a:moveTo>
                  <a:lnTo>
                    <a:pt x="586739" y="0"/>
                  </a:lnTo>
                  <a:lnTo>
                    <a:pt x="586739" y="1270"/>
                  </a:lnTo>
                  <a:lnTo>
                    <a:pt x="656589" y="1270"/>
                  </a:lnTo>
                  <a:lnTo>
                    <a:pt x="656589" y="0"/>
                  </a:lnTo>
                  <a:close/>
                </a:path>
              </a:pathLst>
            </a:custGeom>
            <a:solidFill>
              <a:srgbClr val="D19C00"/>
            </a:solidFill>
          </p:spPr>
          <p:txBody>
            <a:bodyPr wrap="square" lIns="0" tIns="0" rIns="0" bIns="0" rtlCol="0"/>
            <a:lstStyle/>
            <a:p/>
          </p:txBody>
        </p:sp>
        <p:sp>
          <p:nvSpPr>
            <p:cNvPr id="864" name="object 864"/>
            <p:cNvSpPr/>
            <p:nvPr/>
          </p:nvSpPr>
          <p:spPr>
            <a:xfrm>
              <a:off x="4055109" y="3492499"/>
              <a:ext cx="655320" cy="7620"/>
            </a:xfrm>
            <a:custGeom>
              <a:avLst/>
              <a:gdLst/>
              <a:ahLst/>
              <a:cxnLst/>
              <a:rect l="l" t="t" r="r" b="b"/>
              <a:pathLst>
                <a:path w="655320" h="7620">
                  <a:moveTo>
                    <a:pt x="212089" y="0"/>
                  </a:moveTo>
                  <a:lnTo>
                    <a:pt x="0" y="0"/>
                  </a:lnTo>
                  <a:lnTo>
                    <a:pt x="0" y="7620"/>
                  </a:lnTo>
                  <a:lnTo>
                    <a:pt x="212089" y="7620"/>
                  </a:lnTo>
                  <a:lnTo>
                    <a:pt x="212089" y="0"/>
                  </a:lnTo>
                  <a:close/>
                </a:path>
                <a:path w="655320" h="7620">
                  <a:moveTo>
                    <a:pt x="654050" y="3810"/>
                  </a:moveTo>
                  <a:lnTo>
                    <a:pt x="577850" y="3810"/>
                  </a:lnTo>
                  <a:lnTo>
                    <a:pt x="577850" y="5079"/>
                  </a:lnTo>
                  <a:lnTo>
                    <a:pt x="576579" y="5079"/>
                  </a:lnTo>
                  <a:lnTo>
                    <a:pt x="576579" y="6350"/>
                  </a:lnTo>
                  <a:lnTo>
                    <a:pt x="575310" y="6350"/>
                  </a:lnTo>
                  <a:lnTo>
                    <a:pt x="575310" y="7620"/>
                  </a:lnTo>
                  <a:lnTo>
                    <a:pt x="654050" y="7620"/>
                  </a:lnTo>
                  <a:lnTo>
                    <a:pt x="654050" y="3810"/>
                  </a:lnTo>
                  <a:close/>
                </a:path>
                <a:path w="655320" h="7620">
                  <a:moveTo>
                    <a:pt x="655319" y="0"/>
                  </a:moveTo>
                  <a:lnTo>
                    <a:pt x="580389" y="0"/>
                  </a:lnTo>
                  <a:lnTo>
                    <a:pt x="580389" y="2539"/>
                  </a:lnTo>
                  <a:lnTo>
                    <a:pt x="579119" y="2539"/>
                  </a:lnTo>
                  <a:lnTo>
                    <a:pt x="579119" y="3810"/>
                  </a:lnTo>
                  <a:lnTo>
                    <a:pt x="655319" y="3810"/>
                  </a:lnTo>
                  <a:lnTo>
                    <a:pt x="655319" y="0"/>
                  </a:lnTo>
                  <a:close/>
                </a:path>
              </a:pathLst>
            </a:custGeom>
            <a:solidFill>
              <a:srgbClr val="D39D00"/>
            </a:solidFill>
          </p:spPr>
          <p:txBody>
            <a:bodyPr wrap="square" lIns="0" tIns="0" rIns="0" bIns="0" rtlCol="0"/>
            <a:lstStyle/>
            <a:p/>
          </p:txBody>
        </p:sp>
        <p:sp>
          <p:nvSpPr>
            <p:cNvPr id="865" name="object 865"/>
            <p:cNvSpPr/>
            <p:nvPr/>
          </p:nvSpPr>
          <p:spPr>
            <a:xfrm>
              <a:off x="4055110" y="3500119"/>
              <a:ext cx="654050" cy="7620"/>
            </a:xfrm>
            <a:custGeom>
              <a:avLst/>
              <a:gdLst/>
              <a:ahLst/>
              <a:cxnLst/>
              <a:rect l="l" t="t" r="r" b="b"/>
              <a:pathLst>
                <a:path w="654050" h="7620">
                  <a:moveTo>
                    <a:pt x="213360" y="5080"/>
                  </a:moveTo>
                  <a:lnTo>
                    <a:pt x="212090" y="5080"/>
                  </a:lnTo>
                  <a:lnTo>
                    <a:pt x="212090" y="0"/>
                  </a:lnTo>
                  <a:lnTo>
                    <a:pt x="0" y="0"/>
                  </a:lnTo>
                  <a:lnTo>
                    <a:pt x="0" y="5080"/>
                  </a:lnTo>
                  <a:lnTo>
                    <a:pt x="0" y="7620"/>
                  </a:lnTo>
                  <a:lnTo>
                    <a:pt x="213360" y="7620"/>
                  </a:lnTo>
                  <a:lnTo>
                    <a:pt x="213360" y="5080"/>
                  </a:lnTo>
                  <a:close/>
                </a:path>
                <a:path w="654050" h="7620">
                  <a:moveTo>
                    <a:pt x="654050" y="0"/>
                  </a:moveTo>
                  <a:lnTo>
                    <a:pt x="574040" y="0"/>
                  </a:lnTo>
                  <a:lnTo>
                    <a:pt x="574040" y="1270"/>
                  </a:lnTo>
                  <a:lnTo>
                    <a:pt x="572770" y="1270"/>
                  </a:lnTo>
                  <a:lnTo>
                    <a:pt x="572770" y="3810"/>
                  </a:lnTo>
                  <a:lnTo>
                    <a:pt x="571500" y="3810"/>
                  </a:lnTo>
                  <a:lnTo>
                    <a:pt x="571500" y="5080"/>
                  </a:lnTo>
                  <a:lnTo>
                    <a:pt x="570230" y="5080"/>
                  </a:lnTo>
                  <a:lnTo>
                    <a:pt x="570230" y="6350"/>
                  </a:lnTo>
                  <a:lnTo>
                    <a:pt x="568960" y="6350"/>
                  </a:lnTo>
                  <a:lnTo>
                    <a:pt x="568960" y="7620"/>
                  </a:lnTo>
                  <a:lnTo>
                    <a:pt x="652780" y="7620"/>
                  </a:lnTo>
                  <a:lnTo>
                    <a:pt x="652780" y="6350"/>
                  </a:lnTo>
                  <a:lnTo>
                    <a:pt x="652780" y="5080"/>
                  </a:lnTo>
                  <a:lnTo>
                    <a:pt x="654050" y="5080"/>
                  </a:lnTo>
                  <a:lnTo>
                    <a:pt x="654050" y="3810"/>
                  </a:lnTo>
                  <a:lnTo>
                    <a:pt x="654050" y="1270"/>
                  </a:lnTo>
                  <a:lnTo>
                    <a:pt x="654050" y="0"/>
                  </a:lnTo>
                  <a:close/>
                </a:path>
              </a:pathLst>
            </a:custGeom>
            <a:solidFill>
              <a:srgbClr val="D59F00"/>
            </a:solidFill>
          </p:spPr>
          <p:txBody>
            <a:bodyPr wrap="square" lIns="0" tIns="0" rIns="0" bIns="0" rtlCol="0"/>
            <a:lstStyle/>
            <a:p/>
          </p:txBody>
        </p:sp>
        <p:sp>
          <p:nvSpPr>
            <p:cNvPr id="866" name="object 866"/>
            <p:cNvSpPr/>
            <p:nvPr/>
          </p:nvSpPr>
          <p:spPr>
            <a:xfrm>
              <a:off x="4055110" y="3507739"/>
              <a:ext cx="652780" cy="6350"/>
            </a:xfrm>
            <a:custGeom>
              <a:avLst/>
              <a:gdLst/>
              <a:ahLst/>
              <a:cxnLst/>
              <a:rect l="l" t="t" r="r" b="b"/>
              <a:pathLst>
                <a:path w="652779" h="6350">
                  <a:moveTo>
                    <a:pt x="213360" y="5207"/>
                  </a:moveTo>
                  <a:lnTo>
                    <a:pt x="0" y="5207"/>
                  </a:lnTo>
                  <a:lnTo>
                    <a:pt x="0" y="6350"/>
                  </a:lnTo>
                  <a:lnTo>
                    <a:pt x="213360" y="6350"/>
                  </a:lnTo>
                  <a:lnTo>
                    <a:pt x="213360" y="5207"/>
                  </a:lnTo>
                  <a:close/>
                </a:path>
                <a:path w="652779" h="6350">
                  <a:moveTo>
                    <a:pt x="213360" y="2667"/>
                  </a:moveTo>
                  <a:lnTo>
                    <a:pt x="0" y="2667"/>
                  </a:lnTo>
                  <a:lnTo>
                    <a:pt x="0" y="5080"/>
                  </a:lnTo>
                  <a:lnTo>
                    <a:pt x="213360" y="5080"/>
                  </a:lnTo>
                  <a:lnTo>
                    <a:pt x="213360" y="2667"/>
                  </a:lnTo>
                  <a:close/>
                </a:path>
                <a:path w="652779" h="6350">
                  <a:moveTo>
                    <a:pt x="213360" y="0"/>
                  </a:moveTo>
                  <a:lnTo>
                    <a:pt x="0" y="0"/>
                  </a:lnTo>
                  <a:lnTo>
                    <a:pt x="0" y="2540"/>
                  </a:lnTo>
                  <a:lnTo>
                    <a:pt x="213360" y="2540"/>
                  </a:lnTo>
                  <a:lnTo>
                    <a:pt x="213360" y="0"/>
                  </a:lnTo>
                  <a:close/>
                </a:path>
                <a:path w="652779" h="6350">
                  <a:moveTo>
                    <a:pt x="652780" y="2667"/>
                  </a:moveTo>
                  <a:lnTo>
                    <a:pt x="565150" y="2667"/>
                  </a:lnTo>
                  <a:lnTo>
                    <a:pt x="565150" y="5080"/>
                  </a:lnTo>
                  <a:lnTo>
                    <a:pt x="563880" y="5080"/>
                  </a:lnTo>
                  <a:lnTo>
                    <a:pt x="563880" y="6350"/>
                  </a:lnTo>
                  <a:lnTo>
                    <a:pt x="652780" y="6350"/>
                  </a:lnTo>
                  <a:lnTo>
                    <a:pt x="652780" y="5080"/>
                  </a:lnTo>
                  <a:lnTo>
                    <a:pt x="652780" y="2667"/>
                  </a:lnTo>
                  <a:close/>
                </a:path>
                <a:path w="652779" h="6350">
                  <a:moveTo>
                    <a:pt x="652780" y="0"/>
                  </a:moveTo>
                  <a:lnTo>
                    <a:pt x="567690" y="0"/>
                  </a:lnTo>
                  <a:lnTo>
                    <a:pt x="567690" y="1270"/>
                  </a:lnTo>
                  <a:lnTo>
                    <a:pt x="566420" y="1270"/>
                  </a:lnTo>
                  <a:lnTo>
                    <a:pt x="566420" y="2540"/>
                  </a:lnTo>
                  <a:lnTo>
                    <a:pt x="652780" y="2540"/>
                  </a:lnTo>
                  <a:lnTo>
                    <a:pt x="652780" y="1270"/>
                  </a:lnTo>
                  <a:lnTo>
                    <a:pt x="652780" y="0"/>
                  </a:lnTo>
                  <a:close/>
                </a:path>
              </a:pathLst>
            </a:custGeom>
            <a:solidFill>
              <a:srgbClr val="D7A000"/>
            </a:solidFill>
          </p:spPr>
          <p:txBody>
            <a:bodyPr wrap="square" lIns="0" tIns="0" rIns="0" bIns="0" rtlCol="0"/>
            <a:lstStyle/>
            <a:p/>
          </p:txBody>
        </p:sp>
        <p:sp>
          <p:nvSpPr>
            <p:cNvPr id="867" name="object 867"/>
            <p:cNvSpPr/>
            <p:nvPr/>
          </p:nvSpPr>
          <p:spPr>
            <a:xfrm>
              <a:off x="4055110" y="3514089"/>
              <a:ext cx="651510" cy="7620"/>
            </a:xfrm>
            <a:custGeom>
              <a:avLst/>
              <a:gdLst/>
              <a:ahLst/>
              <a:cxnLst/>
              <a:rect l="l" t="t" r="r" b="b"/>
              <a:pathLst>
                <a:path w="651510" h="7620">
                  <a:moveTo>
                    <a:pt x="213360" y="5207"/>
                  </a:moveTo>
                  <a:lnTo>
                    <a:pt x="0" y="5207"/>
                  </a:lnTo>
                  <a:lnTo>
                    <a:pt x="0" y="7620"/>
                  </a:lnTo>
                  <a:lnTo>
                    <a:pt x="213360" y="7620"/>
                  </a:lnTo>
                  <a:lnTo>
                    <a:pt x="213360" y="5207"/>
                  </a:lnTo>
                  <a:close/>
                </a:path>
                <a:path w="651510" h="7620">
                  <a:moveTo>
                    <a:pt x="213360" y="1397"/>
                  </a:moveTo>
                  <a:lnTo>
                    <a:pt x="0" y="1397"/>
                  </a:lnTo>
                  <a:lnTo>
                    <a:pt x="0" y="5080"/>
                  </a:lnTo>
                  <a:lnTo>
                    <a:pt x="213360" y="5080"/>
                  </a:lnTo>
                  <a:lnTo>
                    <a:pt x="213360" y="1397"/>
                  </a:lnTo>
                  <a:close/>
                </a:path>
                <a:path w="651510" h="7620">
                  <a:moveTo>
                    <a:pt x="213360" y="0"/>
                  </a:moveTo>
                  <a:lnTo>
                    <a:pt x="0" y="0"/>
                  </a:lnTo>
                  <a:lnTo>
                    <a:pt x="0" y="1270"/>
                  </a:lnTo>
                  <a:lnTo>
                    <a:pt x="213360" y="1270"/>
                  </a:lnTo>
                  <a:lnTo>
                    <a:pt x="213360" y="0"/>
                  </a:lnTo>
                  <a:close/>
                </a:path>
                <a:path w="651510" h="7620">
                  <a:moveTo>
                    <a:pt x="651510" y="0"/>
                  </a:moveTo>
                  <a:lnTo>
                    <a:pt x="562610" y="0"/>
                  </a:lnTo>
                  <a:lnTo>
                    <a:pt x="562610" y="1270"/>
                  </a:lnTo>
                  <a:lnTo>
                    <a:pt x="561340" y="1270"/>
                  </a:lnTo>
                  <a:lnTo>
                    <a:pt x="561340" y="2540"/>
                  </a:lnTo>
                  <a:lnTo>
                    <a:pt x="560070" y="2540"/>
                  </a:lnTo>
                  <a:lnTo>
                    <a:pt x="560070" y="3810"/>
                  </a:lnTo>
                  <a:lnTo>
                    <a:pt x="558800" y="3810"/>
                  </a:lnTo>
                  <a:lnTo>
                    <a:pt x="558800" y="5080"/>
                  </a:lnTo>
                  <a:lnTo>
                    <a:pt x="556260" y="5080"/>
                  </a:lnTo>
                  <a:lnTo>
                    <a:pt x="556260" y="6350"/>
                  </a:lnTo>
                  <a:lnTo>
                    <a:pt x="554990" y="6350"/>
                  </a:lnTo>
                  <a:lnTo>
                    <a:pt x="554990" y="7620"/>
                  </a:lnTo>
                  <a:lnTo>
                    <a:pt x="651510" y="7620"/>
                  </a:lnTo>
                  <a:lnTo>
                    <a:pt x="651510" y="6350"/>
                  </a:lnTo>
                  <a:lnTo>
                    <a:pt x="651510" y="5080"/>
                  </a:lnTo>
                  <a:lnTo>
                    <a:pt x="651510" y="3810"/>
                  </a:lnTo>
                  <a:lnTo>
                    <a:pt x="651510" y="2540"/>
                  </a:lnTo>
                  <a:lnTo>
                    <a:pt x="651510" y="1270"/>
                  </a:lnTo>
                  <a:lnTo>
                    <a:pt x="651510" y="0"/>
                  </a:lnTo>
                  <a:close/>
                </a:path>
              </a:pathLst>
            </a:custGeom>
            <a:solidFill>
              <a:srgbClr val="D9A200"/>
            </a:solidFill>
          </p:spPr>
          <p:txBody>
            <a:bodyPr wrap="square" lIns="0" tIns="0" rIns="0" bIns="0" rtlCol="0"/>
            <a:lstStyle/>
            <a:p/>
          </p:txBody>
        </p:sp>
        <p:sp>
          <p:nvSpPr>
            <p:cNvPr id="868" name="object 868"/>
            <p:cNvSpPr/>
            <p:nvPr/>
          </p:nvSpPr>
          <p:spPr>
            <a:xfrm>
              <a:off x="4053840" y="3521709"/>
              <a:ext cx="652780" cy="7620"/>
            </a:xfrm>
            <a:custGeom>
              <a:avLst/>
              <a:gdLst/>
              <a:ahLst/>
              <a:cxnLst/>
              <a:rect l="l" t="t" r="r" b="b"/>
              <a:pathLst>
                <a:path w="652779" h="7620">
                  <a:moveTo>
                    <a:pt x="215900" y="6477"/>
                  </a:moveTo>
                  <a:lnTo>
                    <a:pt x="0" y="6477"/>
                  </a:lnTo>
                  <a:lnTo>
                    <a:pt x="0" y="7620"/>
                  </a:lnTo>
                  <a:lnTo>
                    <a:pt x="215900" y="7620"/>
                  </a:lnTo>
                  <a:lnTo>
                    <a:pt x="215900" y="6477"/>
                  </a:lnTo>
                  <a:close/>
                </a:path>
                <a:path w="652779" h="7620">
                  <a:moveTo>
                    <a:pt x="215900" y="3937"/>
                  </a:moveTo>
                  <a:lnTo>
                    <a:pt x="0" y="3937"/>
                  </a:lnTo>
                  <a:lnTo>
                    <a:pt x="0" y="6350"/>
                  </a:lnTo>
                  <a:lnTo>
                    <a:pt x="215900" y="6350"/>
                  </a:lnTo>
                  <a:lnTo>
                    <a:pt x="215900" y="3937"/>
                  </a:lnTo>
                  <a:close/>
                </a:path>
                <a:path w="652779" h="7620">
                  <a:moveTo>
                    <a:pt x="215900" y="1270"/>
                  </a:moveTo>
                  <a:lnTo>
                    <a:pt x="214630" y="1270"/>
                  </a:lnTo>
                  <a:lnTo>
                    <a:pt x="214630" y="0"/>
                  </a:lnTo>
                  <a:lnTo>
                    <a:pt x="1270" y="0"/>
                  </a:lnTo>
                  <a:lnTo>
                    <a:pt x="1270" y="1270"/>
                  </a:lnTo>
                  <a:lnTo>
                    <a:pt x="1270" y="2540"/>
                  </a:lnTo>
                  <a:lnTo>
                    <a:pt x="0" y="2540"/>
                  </a:lnTo>
                  <a:lnTo>
                    <a:pt x="0" y="3810"/>
                  </a:lnTo>
                  <a:lnTo>
                    <a:pt x="215900" y="3810"/>
                  </a:lnTo>
                  <a:lnTo>
                    <a:pt x="215900" y="2540"/>
                  </a:lnTo>
                  <a:lnTo>
                    <a:pt x="215900" y="1270"/>
                  </a:lnTo>
                  <a:close/>
                </a:path>
                <a:path w="652779" h="7620">
                  <a:moveTo>
                    <a:pt x="652767" y="0"/>
                  </a:moveTo>
                  <a:lnTo>
                    <a:pt x="554990" y="0"/>
                  </a:lnTo>
                  <a:lnTo>
                    <a:pt x="554990" y="1270"/>
                  </a:lnTo>
                  <a:lnTo>
                    <a:pt x="553720" y="1270"/>
                  </a:lnTo>
                  <a:lnTo>
                    <a:pt x="553720" y="2540"/>
                  </a:lnTo>
                  <a:lnTo>
                    <a:pt x="552450" y="2540"/>
                  </a:lnTo>
                  <a:lnTo>
                    <a:pt x="552450" y="3810"/>
                  </a:lnTo>
                  <a:lnTo>
                    <a:pt x="551180" y="3810"/>
                  </a:lnTo>
                  <a:lnTo>
                    <a:pt x="551180" y="5080"/>
                  </a:lnTo>
                  <a:lnTo>
                    <a:pt x="548640" y="5080"/>
                  </a:lnTo>
                  <a:lnTo>
                    <a:pt x="548640" y="6350"/>
                  </a:lnTo>
                  <a:lnTo>
                    <a:pt x="547370" y="6350"/>
                  </a:lnTo>
                  <a:lnTo>
                    <a:pt x="547370" y="7620"/>
                  </a:lnTo>
                  <a:lnTo>
                    <a:pt x="651510" y="7620"/>
                  </a:lnTo>
                  <a:lnTo>
                    <a:pt x="651510" y="6350"/>
                  </a:lnTo>
                  <a:lnTo>
                    <a:pt x="651510" y="5080"/>
                  </a:lnTo>
                  <a:lnTo>
                    <a:pt x="651510" y="3810"/>
                  </a:lnTo>
                  <a:lnTo>
                    <a:pt x="651510" y="2540"/>
                  </a:lnTo>
                  <a:lnTo>
                    <a:pt x="651510" y="1270"/>
                  </a:lnTo>
                  <a:lnTo>
                    <a:pt x="652767" y="1270"/>
                  </a:lnTo>
                  <a:lnTo>
                    <a:pt x="652767" y="0"/>
                  </a:lnTo>
                  <a:close/>
                </a:path>
              </a:pathLst>
            </a:custGeom>
            <a:solidFill>
              <a:srgbClr val="DBA400"/>
            </a:solidFill>
          </p:spPr>
          <p:txBody>
            <a:bodyPr wrap="square" lIns="0" tIns="0" rIns="0" bIns="0" rtlCol="0"/>
            <a:lstStyle/>
            <a:p/>
          </p:txBody>
        </p:sp>
        <p:sp>
          <p:nvSpPr>
            <p:cNvPr id="869" name="object 869"/>
            <p:cNvSpPr/>
            <p:nvPr/>
          </p:nvSpPr>
          <p:spPr>
            <a:xfrm>
              <a:off x="4053840" y="3529329"/>
              <a:ext cx="651510" cy="6350"/>
            </a:xfrm>
            <a:custGeom>
              <a:avLst/>
              <a:gdLst/>
              <a:ahLst/>
              <a:cxnLst/>
              <a:rect l="l" t="t" r="r" b="b"/>
              <a:pathLst>
                <a:path w="651510" h="6350">
                  <a:moveTo>
                    <a:pt x="217170" y="5207"/>
                  </a:moveTo>
                  <a:lnTo>
                    <a:pt x="0" y="5207"/>
                  </a:lnTo>
                  <a:lnTo>
                    <a:pt x="0" y="6350"/>
                  </a:lnTo>
                  <a:lnTo>
                    <a:pt x="217170" y="6350"/>
                  </a:lnTo>
                  <a:lnTo>
                    <a:pt x="217170" y="5207"/>
                  </a:lnTo>
                  <a:close/>
                </a:path>
                <a:path w="651510" h="6350">
                  <a:moveTo>
                    <a:pt x="217170" y="3810"/>
                  </a:moveTo>
                  <a:lnTo>
                    <a:pt x="215900" y="3810"/>
                  </a:lnTo>
                  <a:lnTo>
                    <a:pt x="215900" y="2552"/>
                  </a:lnTo>
                  <a:lnTo>
                    <a:pt x="215900" y="0"/>
                  </a:lnTo>
                  <a:lnTo>
                    <a:pt x="0" y="0"/>
                  </a:lnTo>
                  <a:lnTo>
                    <a:pt x="0" y="2540"/>
                  </a:lnTo>
                  <a:lnTo>
                    <a:pt x="0" y="3810"/>
                  </a:lnTo>
                  <a:lnTo>
                    <a:pt x="0" y="5080"/>
                  </a:lnTo>
                  <a:lnTo>
                    <a:pt x="217170" y="5080"/>
                  </a:lnTo>
                  <a:lnTo>
                    <a:pt x="217170" y="3810"/>
                  </a:lnTo>
                  <a:close/>
                </a:path>
                <a:path w="651510" h="6350">
                  <a:moveTo>
                    <a:pt x="651510" y="0"/>
                  </a:moveTo>
                  <a:lnTo>
                    <a:pt x="546100" y="0"/>
                  </a:lnTo>
                  <a:lnTo>
                    <a:pt x="546100" y="1270"/>
                  </a:lnTo>
                  <a:lnTo>
                    <a:pt x="544830" y="1270"/>
                  </a:lnTo>
                  <a:lnTo>
                    <a:pt x="544830" y="2540"/>
                  </a:lnTo>
                  <a:lnTo>
                    <a:pt x="542290" y="2540"/>
                  </a:lnTo>
                  <a:lnTo>
                    <a:pt x="542290" y="3810"/>
                  </a:lnTo>
                  <a:lnTo>
                    <a:pt x="541020" y="3810"/>
                  </a:lnTo>
                  <a:lnTo>
                    <a:pt x="541020" y="5080"/>
                  </a:lnTo>
                  <a:lnTo>
                    <a:pt x="538480" y="5080"/>
                  </a:lnTo>
                  <a:lnTo>
                    <a:pt x="538480" y="6350"/>
                  </a:lnTo>
                  <a:lnTo>
                    <a:pt x="650240" y="6350"/>
                  </a:lnTo>
                  <a:lnTo>
                    <a:pt x="650240" y="5080"/>
                  </a:lnTo>
                  <a:lnTo>
                    <a:pt x="650240" y="3810"/>
                  </a:lnTo>
                  <a:lnTo>
                    <a:pt x="651510" y="3810"/>
                  </a:lnTo>
                  <a:lnTo>
                    <a:pt x="651510" y="2540"/>
                  </a:lnTo>
                  <a:lnTo>
                    <a:pt x="651510" y="1270"/>
                  </a:lnTo>
                  <a:lnTo>
                    <a:pt x="651510" y="0"/>
                  </a:lnTo>
                  <a:close/>
                </a:path>
              </a:pathLst>
            </a:custGeom>
            <a:solidFill>
              <a:srgbClr val="DDA500"/>
            </a:solidFill>
          </p:spPr>
          <p:txBody>
            <a:bodyPr wrap="square" lIns="0" tIns="0" rIns="0" bIns="0" rtlCol="0"/>
            <a:lstStyle/>
            <a:p/>
          </p:txBody>
        </p:sp>
        <p:sp>
          <p:nvSpPr>
            <p:cNvPr id="870" name="object 870"/>
            <p:cNvSpPr/>
            <p:nvPr/>
          </p:nvSpPr>
          <p:spPr>
            <a:xfrm>
              <a:off x="4052570" y="3535679"/>
              <a:ext cx="651510" cy="7620"/>
            </a:xfrm>
            <a:custGeom>
              <a:avLst/>
              <a:gdLst/>
              <a:ahLst/>
              <a:cxnLst/>
              <a:rect l="l" t="t" r="r" b="b"/>
              <a:pathLst>
                <a:path w="651510" h="7620">
                  <a:moveTo>
                    <a:pt x="218440" y="2667"/>
                  </a:moveTo>
                  <a:lnTo>
                    <a:pt x="1270" y="2667"/>
                  </a:lnTo>
                  <a:lnTo>
                    <a:pt x="1270" y="5080"/>
                  </a:lnTo>
                  <a:lnTo>
                    <a:pt x="0" y="5080"/>
                  </a:lnTo>
                  <a:lnTo>
                    <a:pt x="0" y="7620"/>
                  </a:lnTo>
                  <a:lnTo>
                    <a:pt x="218440" y="7620"/>
                  </a:lnTo>
                  <a:lnTo>
                    <a:pt x="218440" y="5080"/>
                  </a:lnTo>
                  <a:lnTo>
                    <a:pt x="218440" y="2667"/>
                  </a:lnTo>
                  <a:close/>
                </a:path>
                <a:path w="651510" h="7620">
                  <a:moveTo>
                    <a:pt x="218440" y="0"/>
                  </a:moveTo>
                  <a:lnTo>
                    <a:pt x="1270" y="0"/>
                  </a:lnTo>
                  <a:lnTo>
                    <a:pt x="1270" y="2552"/>
                  </a:lnTo>
                  <a:lnTo>
                    <a:pt x="218440" y="2552"/>
                  </a:lnTo>
                  <a:lnTo>
                    <a:pt x="218440" y="0"/>
                  </a:lnTo>
                  <a:close/>
                </a:path>
                <a:path w="651510" h="7620">
                  <a:moveTo>
                    <a:pt x="651510" y="0"/>
                  </a:moveTo>
                  <a:lnTo>
                    <a:pt x="538480" y="0"/>
                  </a:lnTo>
                  <a:lnTo>
                    <a:pt x="538480" y="1270"/>
                  </a:lnTo>
                  <a:lnTo>
                    <a:pt x="535940" y="1270"/>
                  </a:lnTo>
                  <a:lnTo>
                    <a:pt x="535940" y="2540"/>
                  </a:lnTo>
                  <a:lnTo>
                    <a:pt x="534670" y="2540"/>
                  </a:lnTo>
                  <a:lnTo>
                    <a:pt x="534670" y="3810"/>
                  </a:lnTo>
                  <a:lnTo>
                    <a:pt x="533400" y="3810"/>
                  </a:lnTo>
                  <a:lnTo>
                    <a:pt x="533400" y="5080"/>
                  </a:lnTo>
                  <a:lnTo>
                    <a:pt x="530860" y="5080"/>
                  </a:lnTo>
                  <a:lnTo>
                    <a:pt x="530860" y="6350"/>
                  </a:lnTo>
                  <a:lnTo>
                    <a:pt x="529590" y="6350"/>
                  </a:lnTo>
                  <a:lnTo>
                    <a:pt x="529590" y="7620"/>
                  </a:lnTo>
                  <a:lnTo>
                    <a:pt x="650240" y="7620"/>
                  </a:lnTo>
                  <a:lnTo>
                    <a:pt x="650240" y="6350"/>
                  </a:lnTo>
                  <a:lnTo>
                    <a:pt x="651510" y="6350"/>
                  </a:lnTo>
                  <a:lnTo>
                    <a:pt x="651510" y="5080"/>
                  </a:lnTo>
                  <a:lnTo>
                    <a:pt x="651510" y="3810"/>
                  </a:lnTo>
                  <a:lnTo>
                    <a:pt x="651510" y="2540"/>
                  </a:lnTo>
                  <a:lnTo>
                    <a:pt x="651510" y="1270"/>
                  </a:lnTo>
                  <a:lnTo>
                    <a:pt x="651510" y="0"/>
                  </a:lnTo>
                  <a:close/>
                </a:path>
              </a:pathLst>
            </a:custGeom>
            <a:solidFill>
              <a:srgbClr val="DFA700"/>
            </a:solidFill>
          </p:spPr>
          <p:txBody>
            <a:bodyPr wrap="square" lIns="0" tIns="0" rIns="0" bIns="0" rtlCol="0"/>
            <a:lstStyle/>
            <a:p/>
          </p:txBody>
        </p:sp>
        <p:sp>
          <p:nvSpPr>
            <p:cNvPr id="871" name="object 871"/>
            <p:cNvSpPr/>
            <p:nvPr/>
          </p:nvSpPr>
          <p:spPr>
            <a:xfrm>
              <a:off x="4051300" y="3543299"/>
              <a:ext cx="651510" cy="7620"/>
            </a:xfrm>
            <a:custGeom>
              <a:avLst/>
              <a:gdLst/>
              <a:ahLst/>
              <a:cxnLst/>
              <a:rect l="l" t="t" r="r" b="b"/>
              <a:pathLst>
                <a:path w="651510" h="7620">
                  <a:moveTo>
                    <a:pt x="222250" y="3810"/>
                  </a:moveTo>
                  <a:lnTo>
                    <a:pt x="220980" y="3810"/>
                  </a:lnTo>
                  <a:lnTo>
                    <a:pt x="220980" y="1270"/>
                  </a:lnTo>
                  <a:lnTo>
                    <a:pt x="219710" y="1270"/>
                  </a:lnTo>
                  <a:lnTo>
                    <a:pt x="219710" y="0"/>
                  </a:lnTo>
                  <a:lnTo>
                    <a:pt x="1270" y="0"/>
                  </a:lnTo>
                  <a:lnTo>
                    <a:pt x="1270" y="1270"/>
                  </a:lnTo>
                  <a:lnTo>
                    <a:pt x="1270" y="3810"/>
                  </a:lnTo>
                  <a:lnTo>
                    <a:pt x="1270" y="6350"/>
                  </a:lnTo>
                  <a:lnTo>
                    <a:pt x="0" y="6350"/>
                  </a:lnTo>
                  <a:lnTo>
                    <a:pt x="0" y="7620"/>
                  </a:lnTo>
                  <a:lnTo>
                    <a:pt x="222250" y="7620"/>
                  </a:lnTo>
                  <a:lnTo>
                    <a:pt x="222250" y="6350"/>
                  </a:lnTo>
                  <a:lnTo>
                    <a:pt x="222250" y="3810"/>
                  </a:lnTo>
                  <a:close/>
                </a:path>
                <a:path w="651510" h="7620">
                  <a:moveTo>
                    <a:pt x="651510" y="0"/>
                  </a:moveTo>
                  <a:lnTo>
                    <a:pt x="528320" y="0"/>
                  </a:lnTo>
                  <a:lnTo>
                    <a:pt x="528320" y="1270"/>
                  </a:lnTo>
                  <a:lnTo>
                    <a:pt x="527050" y="1270"/>
                  </a:lnTo>
                  <a:lnTo>
                    <a:pt x="527050" y="2540"/>
                  </a:lnTo>
                  <a:lnTo>
                    <a:pt x="524510" y="2540"/>
                  </a:lnTo>
                  <a:lnTo>
                    <a:pt x="524510" y="3810"/>
                  </a:lnTo>
                  <a:lnTo>
                    <a:pt x="521970" y="3810"/>
                  </a:lnTo>
                  <a:lnTo>
                    <a:pt x="521970" y="5080"/>
                  </a:lnTo>
                  <a:lnTo>
                    <a:pt x="520700" y="5080"/>
                  </a:lnTo>
                  <a:lnTo>
                    <a:pt x="520700" y="6350"/>
                  </a:lnTo>
                  <a:lnTo>
                    <a:pt x="518160" y="6350"/>
                  </a:lnTo>
                  <a:lnTo>
                    <a:pt x="518160" y="7620"/>
                  </a:lnTo>
                  <a:lnTo>
                    <a:pt x="651510" y="7620"/>
                  </a:lnTo>
                  <a:lnTo>
                    <a:pt x="651510" y="6350"/>
                  </a:lnTo>
                  <a:lnTo>
                    <a:pt x="651510" y="5080"/>
                  </a:lnTo>
                  <a:lnTo>
                    <a:pt x="651510" y="3810"/>
                  </a:lnTo>
                  <a:lnTo>
                    <a:pt x="651510" y="2540"/>
                  </a:lnTo>
                  <a:lnTo>
                    <a:pt x="651510" y="1270"/>
                  </a:lnTo>
                  <a:lnTo>
                    <a:pt x="651510" y="0"/>
                  </a:lnTo>
                  <a:close/>
                </a:path>
              </a:pathLst>
            </a:custGeom>
            <a:solidFill>
              <a:srgbClr val="E1A800"/>
            </a:solidFill>
          </p:spPr>
          <p:txBody>
            <a:bodyPr wrap="square" lIns="0" tIns="0" rIns="0" bIns="0" rtlCol="0"/>
            <a:lstStyle/>
            <a:p/>
          </p:txBody>
        </p:sp>
        <p:sp>
          <p:nvSpPr>
            <p:cNvPr id="872" name="object 872"/>
            <p:cNvSpPr/>
            <p:nvPr/>
          </p:nvSpPr>
          <p:spPr>
            <a:xfrm>
              <a:off x="4050030" y="3550919"/>
              <a:ext cx="652780" cy="6985"/>
            </a:xfrm>
            <a:custGeom>
              <a:avLst/>
              <a:gdLst/>
              <a:ahLst/>
              <a:cxnLst/>
              <a:rect l="l" t="t" r="r" b="b"/>
              <a:pathLst>
                <a:path w="652779" h="6985">
                  <a:moveTo>
                    <a:pt x="226060" y="2540"/>
                  </a:moveTo>
                  <a:lnTo>
                    <a:pt x="224790" y="2540"/>
                  </a:lnTo>
                  <a:lnTo>
                    <a:pt x="224790" y="0"/>
                  </a:lnTo>
                  <a:lnTo>
                    <a:pt x="1270" y="0"/>
                  </a:lnTo>
                  <a:lnTo>
                    <a:pt x="1270" y="2540"/>
                  </a:lnTo>
                  <a:lnTo>
                    <a:pt x="1270" y="5080"/>
                  </a:lnTo>
                  <a:lnTo>
                    <a:pt x="226060" y="5080"/>
                  </a:lnTo>
                  <a:lnTo>
                    <a:pt x="226060" y="2540"/>
                  </a:lnTo>
                  <a:close/>
                </a:path>
                <a:path w="652779" h="6985">
                  <a:moveTo>
                    <a:pt x="227317" y="5207"/>
                  </a:moveTo>
                  <a:lnTo>
                    <a:pt x="0" y="5207"/>
                  </a:lnTo>
                  <a:lnTo>
                    <a:pt x="0" y="6362"/>
                  </a:lnTo>
                  <a:lnTo>
                    <a:pt x="227317" y="6362"/>
                  </a:lnTo>
                  <a:lnTo>
                    <a:pt x="227317" y="5207"/>
                  </a:lnTo>
                  <a:close/>
                </a:path>
                <a:path w="652779" h="6985">
                  <a:moveTo>
                    <a:pt x="652780" y="12"/>
                  </a:moveTo>
                  <a:lnTo>
                    <a:pt x="651510" y="12"/>
                  </a:lnTo>
                  <a:lnTo>
                    <a:pt x="516890" y="0"/>
                  </a:lnTo>
                  <a:lnTo>
                    <a:pt x="516890" y="1270"/>
                  </a:lnTo>
                  <a:lnTo>
                    <a:pt x="514350" y="1270"/>
                  </a:lnTo>
                  <a:lnTo>
                    <a:pt x="514350" y="2540"/>
                  </a:lnTo>
                  <a:lnTo>
                    <a:pt x="511810" y="2540"/>
                  </a:lnTo>
                  <a:lnTo>
                    <a:pt x="511810" y="3810"/>
                  </a:lnTo>
                  <a:lnTo>
                    <a:pt x="509270" y="3810"/>
                  </a:lnTo>
                  <a:lnTo>
                    <a:pt x="509270" y="5080"/>
                  </a:lnTo>
                  <a:lnTo>
                    <a:pt x="508000" y="5080"/>
                  </a:lnTo>
                  <a:lnTo>
                    <a:pt x="508000" y="6350"/>
                  </a:lnTo>
                  <a:lnTo>
                    <a:pt x="651510" y="6350"/>
                  </a:lnTo>
                  <a:lnTo>
                    <a:pt x="651510" y="5080"/>
                  </a:lnTo>
                  <a:lnTo>
                    <a:pt x="651510" y="3810"/>
                  </a:lnTo>
                  <a:lnTo>
                    <a:pt x="651510" y="2540"/>
                  </a:lnTo>
                  <a:lnTo>
                    <a:pt x="651510" y="1270"/>
                  </a:lnTo>
                  <a:lnTo>
                    <a:pt x="651510" y="127"/>
                  </a:lnTo>
                  <a:lnTo>
                    <a:pt x="652780" y="127"/>
                  </a:lnTo>
                  <a:close/>
                </a:path>
              </a:pathLst>
            </a:custGeom>
            <a:solidFill>
              <a:srgbClr val="E3AA00"/>
            </a:solidFill>
          </p:spPr>
          <p:txBody>
            <a:bodyPr wrap="square" lIns="0" tIns="0" rIns="0" bIns="0" rtlCol="0"/>
            <a:lstStyle/>
            <a:p/>
          </p:txBody>
        </p:sp>
        <p:sp>
          <p:nvSpPr>
            <p:cNvPr id="873" name="object 873"/>
            <p:cNvSpPr/>
            <p:nvPr/>
          </p:nvSpPr>
          <p:spPr>
            <a:xfrm>
              <a:off x="4048760" y="3557269"/>
              <a:ext cx="652780" cy="7620"/>
            </a:xfrm>
            <a:custGeom>
              <a:avLst/>
              <a:gdLst/>
              <a:ahLst/>
              <a:cxnLst/>
              <a:rect l="l" t="t" r="r" b="b"/>
              <a:pathLst>
                <a:path w="652779" h="7620">
                  <a:moveTo>
                    <a:pt x="229870" y="1270"/>
                  </a:moveTo>
                  <a:lnTo>
                    <a:pt x="228587" y="1270"/>
                  </a:lnTo>
                  <a:lnTo>
                    <a:pt x="228587" y="0"/>
                  </a:lnTo>
                  <a:lnTo>
                    <a:pt x="1270" y="0"/>
                  </a:lnTo>
                  <a:lnTo>
                    <a:pt x="1270" y="1270"/>
                  </a:lnTo>
                  <a:lnTo>
                    <a:pt x="1270" y="2540"/>
                  </a:lnTo>
                  <a:lnTo>
                    <a:pt x="229870" y="2540"/>
                  </a:lnTo>
                  <a:lnTo>
                    <a:pt x="229870" y="1270"/>
                  </a:lnTo>
                  <a:close/>
                </a:path>
                <a:path w="652779" h="7620">
                  <a:moveTo>
                    <a:pt x="234950" y="6350"/>
                  </a:moveTo>
                  <a:lnTo>
                    <a:pt x="233680" y="6350"/>
                  </a:lnTo>
                  <a:lnTo>
                    <a:pt x="233680" y="5080"/>
                  </a:lnTo>
                  <a:lnTo>
                    <a:pt x="231140" y="5080"/>
                  </a:lnTo>
                  <a:lnTo>
                    <a:pt x="231140" y="3810"/>
                  </a:lnTo>
                  <a:lnTo>
                    <a:pt x="229870" y="3810"/>
                  </a:lnTo>
                  <a:lnTo>
                    <a:pt x="229870" y="2667"/>
                  </a:lnTo>
                  <a:lnTo>
                    <a:pt x="1270" y="2667"/>
                  </a:lnTo>
                  <a:lnTo>
                    <a:pt x="1270" y="3810"/>
                  </a:lnTo>
                  <a:lnTo>
                    <a:pt x="0" y="3810"/>
                  </a:lnTo>
                  <a:lnTo>
                    <a:pt x="0" y="5080"/>
                  </a:lnTo>
                  <a:lnTo>
                    <a:pt x="0" y="6350"/>
                  </a:lnTo>
                  <a:lnTo>
                    <a:pt x="0" y="7620"/>
                  </a:lnTo>
                  <a:lnTo>
                    <a:pt x="234950" y="7620"/>
                  </a:lnTo>
                  <a:lnTo>
                    <a:pt x="234950" y="6350"/>
                  </a:lnTo>
                  <a:close/>
                </a:path>
                <a:path w="652779" h="7620">
                  <a:moveTo>
                    <a:pt x="652780" y="0"/>
                  </a:moveTo>
                  <a:lnTo>
                    <a:pt x="505460" y="0"/>
                  </a:lnTo>
                  <a:lnTo>
                    <a:pt x="505460" y="1270"/>
                  </a:lnTo>
                  <a:lnTo>
                    <a:pt x="501650" y="1270"/>
                  </a:lnTo>
                  <a:lnTo>
                    <a:pt x="501650" y="2540"/>
                  </a:lnTo>
                  <a:lnTo>
                    <a:pt x="499110" y="2540"/>
                  </a:lnTo>
                  <a:lnTo>
                    <a:pt x="499110" y="3810"/>
                  </a:lnTo>
                  <a:lnTo>
                    <a:pt x="496570" y="3810"/>
                  </a:lnTo>
                  <a:lnTo>
                    <a:pt x="496570" y="5080"/>
                  </a:lnTo>
                  <a:lnTo>
                    <a:pt x="492760" y="5080"/>
                  </a:lnTo>
                  <a:lnTo>
                    <a:pt x="492760" y="6350"/>
                  </a:lnTo>
                  <a:lnTo>
                    <a:pt x="490220" y="6350"/>
                  </a:lnTo>
                  <a:lnTo>
                    <a:pt x="490220" y="7620"/>
                  </a:lnTo>
                  <a:lnTo>
                    <a:pt x="651497" y="7620"/>
                  </a:lnTo>
                  <a:lnTo>
                    <a:pt x="651497" y="6350"/>
                  </a:lnTo>
                  <a:lnTo>
                    <a:pt x="651510" y="5080"/>
                  </a:lnTo>
                  <a:lnTo>
                    <a:pt x="651510" y="3810"/>
                  </a:lnTo>
                  <a:lnTo>
                    <a:pt x="651510" y="2540"/>
                  </a:lnTo>
                  <a:lnTo>
                    <a:pt x="652780" y="2540"/>
                  </a:lnTo>
                  <a:lnTo>
                    <a:pt x="652780" y="1270"/>
                  </a:lnTo>
                  <a:lnTo>
                    <a:pt x="652780" y="0"/>
                  </a:lnTo>
                  <a:close/>
                </a:path>
              </a:pathLst>
            </a:custGeom>
            <a:solidFill>
              <a:srgbClr val="E5AB00"/>
            </a:solidFill>
          </p:spPr>
          <p:txBody>
            <a:bodyPr wrap="square" lIns="0" tIns="0" rIns="0" bIns="0" rtlCol="0"/>
            <a:lstStyle/>
            <a:p/>
          </p:txBody>
        </p:sp>
        <p:sp>
          <p:nvSpPr>
            <p:cNvPr id="874" name="object 874"/>
            <p:cNvSpPr/>
            <p:nvPr/>
          </p:nvSpPr>
          <p:spPr>
            <a:xfrm>
              <a:off x="4044950" y="3564889"/>
              <a:ext cx="655320" cy="7620"/>
            </a:xfrm>
            <a:custGeom>
              <a:avLst/>
              <a:gdLst/>
              <a:ahLst/>
              <a:cxnLst/>
              <a:rect l="l" t="t" r="r" b="b"/>
              <a:pathLst>
                <a:path w="655320" h="7620">
                  <a:moveTo>
                    <a:pt x="241300" y="2540"/>
                  </a:moveTo>
                  <a:lnTo>
                    <a:pt x="240030" y="2540"/>
                  </a:lnTo>
                  <a:lnTo>
                    <a:pt x="240030" y="1397"/>
                  </a:lnTo>
                  <a:lnTo>
                    <a:pt x="240030" y="1270"/>
                  </a:lnTo>
                  <a:lnTo>
                    <a:pt x="238760" y="1270"/>
                  </a:lnTo>
                  <a:lnTo>
                    <a:pt x="238760" y="0"/>
                  </a:lnTo>
                  <a:lnTo>
                    <a:pt x="3810" y="0"/>
                  </a:lnTo>
                  <a:lnTo>
                    <a:pt x="3810" y="1270"/>
                  </a:lnTo>
                  <a:lnTo>
                    <a:pt x="2540" y="1270"/>
                  </a:lnTo>
                  <a:lnTo>
                    <a:pt x="2540" y="2540"/>
                  </a:lnTo>
                  <a:lnTo>
                    <a:pt x="2540" y="3810"/>
                  </a:lnTo>
                  <a:lnTo>
                    <a:pt x="241300" y="3810"/>
                  </a:lnTo>
                  <a:lnTo>
                    <a:pt x="241300" y="2540"/>
                  </a:lnTo>
                  <a:close/>
                </a:path>
                <a:path w="655320" h="7620">
                  <a:moveTo>
                    <a:pt x="245110" y="6350"/>
                  </a:moveTo>
                  <a:lnTo>
                    <a:pt x="243840" y="6350"/>
                  </a:lnTo>
                  <a:lnTo>
                    <a:pt x="243840" y="5207"/>
                  </a:lnTo>
                  <a:lnTo>
                    <a:pt x="243840" y="5080"/>
                  </a:lnTo>
                  <a:lnTo>
                    <a:pt x="242570" y="5080"/>
                  </a:lnTo>
                  <a:lnTo>
                    <a:pt x="242570" y="3937"/>
                  </a:lnTo>
                  <a:lnTo>
                    <a:pt x="1270" y="3937"/>
                  </a:lnTo>
                  <a:lnTo>
                    <a:pt x="1270" y="5080"/>
                  </a:lnTo>
                  <a:lnTo>
                    <a:pt x="0" y="5080"/>
                  </a:lnTo>
                  <a:lnTo>
                    <a:pt x="0" y="6350"/>
                  </a:lnTo>
                  <a:lnTo>
                    <a:pt x="0" y="7620"/>
                  </a:lnTo>
                  <a:lnTo>
                    <a:pt x="245110" y="7620"/>
                  </a:lnTo>
                  <a:lnTo>
                    <a:pt x="245110" y="6350"/>
                  </a:lnTo>
                  <a:close/>
                </a:path>
                <a:path w="655320" h="7620">
                  <a:moveTo>
                    <a:pt x="654050" y="3937"/>
                  </a:moveTo>
                  <a:lnTo>
                    <a:pt x="480060" y="3937"/>
                  </a:lnTo>
                  <a:lnTo>
                    <a:pt x="480060" y="5080"/>
                  </a:lnTo>
                  <a:lnTo>
                    <a:pt x="476250" y="5080"/>
                  </a:lnTo>
                  <a:lnTo>
                    <a:pt x="476250" y="6350"/>
                  </a:lnTo>
                  <a:lnTo>
                    <a:pt x="473710" y="6350"/>
                  </a:lnTo>
                  <a:lnTo>
                    <a:pt x="473710" y="7620"/>
                  </a:lnTo>
                  <a:lnTo>
                    <a:pt x="654050" y="7620"/>
                  </a:lnTo>
                  <a:lnTo>
                    <a:pt x="654050" y="6350"/>
                  </a:lnTo>
                  <a:lnTo>
                    <a:pt x="654050" y="5092"/>
                  </a:lnTo>
                  <a:lnTo>
                    <a:pt x="654050" y="3937"/>
                  </a:lnTo>
                  <a:close/>
                </a:path>
                <a:path w="655320" h="7620">
                  <a:moveTo>
                    <a:pt x="655320" y="1270"/>
                  </a:moveTo>
                  <a:lnTo>
                    <a:pt x="655307" y="0"/>
                  </a:lnTo>
                  <a:lnTo>
                    <a:pt x="491490" y="0"/>
                  </a:lnTo>
                  <a:lnTo>
                    <a:pt x="491490" y="1270"/>
                  </a:lnTo>
                  <a:lnTo>
                    <a:pt x="486410" y="1270"/>
                  </a:lnTo>
                  <a:lnTo>
                    <a:pt x="486410" y="2540"/>
                  </a:lnTo>
                  <a:lnTo>
                    <a:pt x="483870" y="2540"/>
                  </a:lnTo>
                  <a:lnTo>
                    <a:pt x="483870" y="3810"/>
                  </a:lnTo>
                  <a:lnTo>
                    <a:pt x="655320" y="3810"/>
                  </a:lnTo>
                  <a:lnTo>
                    <a:pt x="655320" y="2540"/>
                  </a:lnTo>
                  <a:lnTo>
                    <a:pt x="655320" y="1270"/>
                  </a:lnTo>
                  <a:close/>
                </a:path>
              </a:pathLst>
            </a:custGeom>
            <a:solidFill>
              <a:srgbClr val="E7AD00"/>
            </a:solidFill>
          </p:spPr>
          <p:txBody>
            <a:bodyPr wrap="square" lIns="0" tIns="0" rIns="0" bIns="0" rtlCol="0"/>
            <a:lstStyle/>
            <a:p/>
          </p:txBody>
        </p:sp>
        <p:sp>
          <p:nvSpPr>
            <p:cNvPr id="875" name="object 875"/>
            <p:cNvSpPr/>
            <p:nvPr/>
          </p:nvSpPr>
          <p:spPr>
            <a:xfrm>
              <a:off x="4039870" y="3572509"/>
              <a:ext cx="659130" cy="6350"/>
            </a:xfrm>
            <a:custGeom>
              <a:avLst/>
              <a:gdLst/>
              <a:ahLst/>
              <a:cxnLst/>
              <a:rect l="l" t="t" r="r" b="b"/>
              <a:pathLst>
                <a:path w="659129" h="6350">
                  <a:moveTo>
                    <a:pt x="260350" y="5080"/>
                  </a:moveTo>
                  <a:lnTo>
                    <a:pt x="257810" y="5080"/>
                  </a:lnTo>
                  <a:lnTo>
                    <a:pt x="257810" y="3810"/>
                  </a:lnTo>
                  <a:lnTo>
                    <a:pt x="256540" y="3810"/>
                  </a:lnTo>
                  <a:lnTo>
                    <a:pt x="256540" y="2667"/>
                  </a:lnTo>
                  <a:lnTo>
                    <a:pt x="252730" y="2667"/>
                  </a:lnTo>
                  <a:lnTo>
                    <a:pt x="252730" y="1270"/>
                  </a:lnTo>
                  <a:lnTo>
                    <a:pt x="251460" y="1270"/>
                  </a:lnTo>
                  <a:lnTo>
                    <a:pt x="251460" y="127"/>
                  </a:lnTo>
                  <a:lnTo>
                    <a:pt x="251460" y="0"/>
                  </a:lnTo>
                  <a:lnTo>
                    <a:pt x="250190" y="0"/>
                  </a:lnTo>
                  <a:lnTo>
                    <a:pt x="3810" y="0"/>
                  </a:lnTo>
                  <a:lnTo>
                    <a:pt x="3810" y="1270"/>
                  </a:lnTo>
                  <a:lnTo>
                    <a:pt x="2540" y="1270"/>
                  </a:lnTo>
                  <a:lnTo>
                    <a:pt x="2540" y="2667"/>
                  </a:lnTo>
                  <a:lnTo>
                    <a:pt x="1270" y="2667"/>
                  </a:lnTo>
                  <a:lnTo>
                    <a:pt x="1270" y="3810"/>
                  </a:lnTo>
                  <a:lnTo>
                    <a:pt x="1270" y="5080"/>
                  </a:lnTo>
                  <a:lnTo>
                    <a:pt x="0" y="5080"/>
                  </a:lnTo>
                  <a:lnTo>
                    <a:pt x="0" y="6350"/>
                  </a:lnTo>
                  <a:lnTo>
                    <a:pt x="260350" y="6350"/>
                  </a:lnTo>
                  <a:lnTo>
                    <a:pt x="260350" y="5080"/>
                  </a:lnTo>
                  <a:close/>
                </a:path>
                <a:path w="659129" h="6350">
                  <a:moveTo>
                    <a:pt x="659130" y="0"/>
                  </a:moveTo>
                  <a:lnTo>
                    <a:pt x="474980" y="0"/>
                  </a:lnTo>
                  <a:lnTo>
                    <a:pt x="474980" y="1270"/>
                  </a:lnTo>
                  <a:lnTo>
                    <a:pt x="472440" y="1270"/>
                  </a:lnTo>
                  <a:lnTo>
                    <a:pt x="472440" y="2540"/>
                  </a:lnTo>
                  <a:lnTo>
                    <a:pt x="463550" y="2540"/>
                  </a:lnTo>
                  <a:lnTo>
                    <a:pt x="463550" y="3810"/>
                  </a:lnTo>
                  <a:lnTo>
                    <a:pt x="457200" y="3810"/>
                  </a:lnTo>
                  <a:lnTo>
                    <a:pt x="457200" y="5080"/>
                  </a:lnTo>
                  <a:lnTo>
                    <a:pt x="450850" y="5080"/>
                  </a:lnTo>
                  <a:lnTo>
                    <a:pt x="450850" y="6350"/>
                  </a:lnTo>
                  <a:lnTo>
                    <a:pt x="657860" y="6350"/>
                  </a:lnTo>
                  <a:lnTo>
                    <a:pt x="657860" y="5080"/>
                  </a:lnTo>
                  <a:lnTo>
                    <a:pt x="659130" y="5080"/>
                  </a:lnTo>
                  <a:lnTo>
                    <a:pt x="659130" y="3810"/>
                  </a:lnTo>
                  <a:lnTo>
                    <a:pt x="659130" y="2540"/>
                  </a:lnTo>
                  <a:lnTo>
                    <a:pt x="659130" y="1270"/>
                  </a:lnTo>
                  <a:lnTo>
                    <a:pt x="659130" y="0"/>
                  </a:lnTo>
                  <a:close/>
                </a:path>
              </a:pathLst>
            </a:custGeom>
            <a:solidFill>
              <a:srgbClr val="E9AE00"/>
            </a:solidFill>
          </p:spPr>
          <p:txBody>
            <a:bodyPr wrap="square" lIns="0" tIns="0" rIns="0" bIns="0" rtlCol="0"/>
            <a:lstStyle/>
            <a:p/>
          </p:txBody>
        </p:sp>
        <p:sp>
          <p:nvSpPr>
            <p:cNvPr id="876" name="object 876"/>
            <p:cNvSpPr/>
            <p:nvPr/>
          </p:nvSpPr>
          <p:spPr>
            <a:xfrm>
              <a:off x="4034790" y="3578859"/>
              <a:ext cx="662940" cy="7620"/>
            </a:xfrm>
            <a:custGeom>
              <a:avLst/>
              <a:gdLst/>
              <a:ahLst/>
              <a:cxnLst/>
              <a:rect l="l" t="t" r="r" b="b"/>
              <a:pathLst>
                <a:path w="662939" h="7620">
                  <a:moveTo>
                    <a:pt x="270510" y="1270"/>
                  </a:moveTo>
                  <a:lnTo>
                    <a:pt x="266700" y="1270"/>
                  </a:lnTo>
                  <a:lnTo>
                    <a:pt x="266700" y="127"/>
                  </a:lnTo>
                  <a:lnTo>
                    <a:pt x="266700" y="0"/>
                  </a:lnTo>
                  <a:lnTo>
                    <a:pt x="265430" y="0"/>
                  </a:lnTo>
                  <a:lnTo>
                    <a:pt x="3810" y="0"/>
                  </a:lnTo>
                  <a:lnTo>
                    <a:pt x="3810" y="1270"/>
                  </a:lnTo>
                  <a:lnTo>
                    <a:pt x="3810" y="2540"/>
                  </a:lnTo>
                  <a:lnTo>
                    <a:pt x="270510" y="2540"/>
                  </a:lnTo>
                  <a:lnTo>
                    <a:pt x="270510" y="1270"/>
                  </a:lnTo>
                  <a:close/>
                </a:path>
                <a:path w="662939" h="7620">
                  <a:moveTo>
                    <a:pt x="298450" y="6350"/>
                  </a:moveTo>
                  <a:lnTo>
                    <a:pt x="283210" y="6350"/>
                  </a:lnTo>
                  <a:lnTo>
                    <a:pt x="283210" y="5080"/>
                  </a:lnTo>
                  <a:lnTo>
                    <a:pt x="279400" y="5080"/>
                  </a:lnTo>
                  <a:lnTo>
                    <a:pt x="279400" y="3937"/>
                  </a:lnTo>
                  <a:lnTo>
                    <a:pt x="279400" y="3810"/>
                  </a:lnTo>
                  <a:lnTo>
                    <a:pt x="276860" y="3810"/>
                  </a:lnTo>
                  <a:lnTo>
                    <a:pt x="276860" y="2667"/>
                  </a:lnTo>
                  <a:lnTo>
                    <a:pt x="2540" y="2667"/>
                  </a:lnTo>
                  <a:lnTo>
                    <a:pt x="2540" y="3810"/>
                  </a:lnTo>
                  <a:lnTo>
                    <a:pt x="1270" y="3810"/>
                  </a:lnTo>
                  <a:lnTo>
                    <a:pt x="1270" y="5080"/>
                  </a:lnTo>
                  <a:lnTo>
                    <a:pt x="1270" y="6350"/>
                  </a:lnTo>
                  <a:lnTo>
                    <a:pt x="0" y="6350"/>
                  </a:lnTo>
                  <a:lnTo>
                    <a:pt x="0" y="7620"/>
                  </a:lnTo>
                  <a:lnTo>
                    <a:pt x="298450" y="7620"/>
                  </a:lnTo>
                  <a:lnTo>
                    <a:pt x="298450" y="6477"/>
                  </a:lnTo>
                  <a:lnTo>
                    <a:pt x="298450" y="6350"/>
                  </a:lnTo>
                  <a:close/>
                </a:path>
                <a:path w="662939" h="7620">
                  <a:moveTo>
                    <a:pt x="662940" y="0"/>
                  </a:moveTo>
                  <a:lnTo>
                    <a:pt x="452120" y="0"/>
                  </a:lnTo>
                  <a:lnTo>
                    <a:pt x="452120" y="1270"/>
                  </a:lnTo>
                  <a:lnTo>
                    <a:pt x="443230" y="1270"/>
                  </a:lnTo>
                  <a:lnTo>
                    <a:pt x="443230" y="2540"/>
                  </a:lnTo>
                  <a:lnTo>
                    <a:pt x="435610" y="2540"/>
                  </a:lnTo>
                  <a:lnTo>
                    <a:pt x="435610" y="3810"/>
                  </a:lnTo>
                  <a:lnTo>
                    <a:pt x="429260" y="3810"/>
                  </a:lnTo>
                  <a:lnTo>
                    <a:pt x="429260" y="5080"/>
                  </a:lnTo>
                  <a:lnTo>
                    <a:pt x="425450" y="5080"/>
                  </a:lnTo>
                  <a:lnTo>
                    <a:pt x="425450" y="6350"/>
                  </a:lnTo>
                  <a:lnTo>
                    <a:pt x="396240" y="6350"/>
                  </a:lnTo>
                  <a:lnTo>
                    <a:pt x="396240" y="7620"/>
                  </a:lnTo>
                  <a:lnTo>
                    <a:pt x="662940" y="7620"/>
                  </a:lnTo>
                  <a:lnTo>
                    <a:pt x="662940" y="6350"/>
                  </a:lnTo>
                  <a:lnTo>
                    <a:pt x="662940" y="5080"/>
                  </a:lnTo>
                  <a:lnTo>
                    <a:pt x="662940" y="3810"/>
                  </a:lnTo>
                  <a:lnTo>
                    <a:pt x="662940" y="2540"/>
                  </a:lnTo>
                  <a:lnTo>
                    <a:pt x="662940" y="1270"/>
                  </a:lnTo>
                  <a:lnTo>
                    <a:pt x="662940" y="0"/>
                  </a:lnTo>
                  <a:close/>
                </a:path>
              </a:pathLst>
            </a:custGeom>
            <a:solidFill>
              <a:srgbClr val="EBB000"/>
            </a:solidFill>
          </p:spPr>
          <p:txBody>
            <a:bodyPr wrap="square" lIns="0" tIns="0" rIns="0" bIns="0" rtlCol="0"/>
            <a:lstStyle/>
            <a:p/>
          </p:txBody>
        </p:sp>
        <p:sp>
          <p:nvSpPr>
            <p:cNvPr id="877" name="object 877"/>
            <p:cNvSpPr/>
            <p:nvPr/>
          </p:nvSpPr>
          <p:spPr>
            <a:xfrm>
              <a:off x="4025900" y="3586479"/>
              <a:ext cx="670560" cy="7620"/>
            </a:xfrm>
            <a:custGeom>
              <a:avLst/>
              <a:gdLst/>
              <a:ahLst/>
              <a:cxnLst/>
              <a:rect l="l" t="t" r="r" b="b"/>
              <a:pathLst>
                <a:path w="670560" h="7620">
                  <a:moveTo>
                    <a:pt x="670560" y="0"/>
                  </a:moveTo>
                  <a:lnTo>
                    <a:pt x="375920" y="0"/>
                  </a:lnTo>
                  <a:lnTo>
                    <a:pt x="375920" y="1270"/>
                  </a:lnTo>
                  <a:lnTo>
                    <a:pt x="314960" y="1270"/>
                  </a:lnTo>
                  <a:lnTo>
                    <a:pt x="314960" y="0"/>
                  </a:lnTo>
                  <a:lnTo>
                    <a:pt x="7620" y="0"/>
                  </a:lnTo>
                  <a:lnTo>
                    <a:pt x="7620" y="1270"/>
                  </a:lnTo>
                  <a:lnTo>
                    <a:pt x="5080" y="1270"/>
                  </a:lnTo>
                  <a:lnTo>
                    <a:pt x="5080" y="2540"/>
                  </a:lnTo>
                  <a:lnTo>
                    <a:pt x="3810" y="2540"/>
                  </a:lnTo>
                  <a:lnTo>
                    <a:pt x="3810" y="3810"/>
                  </a:lnTo>
                  <a:lnTo>
                    <a:pt x="2540" y="3810"/>
                  </a:lnTo>
                  <a:lnTo>
                    <a:pt x="2540" y="5080"/>
                  </a:lnTo>
                  <a:lnTo>
                    <a:pt x="0" y="5080"/>
                  </a:lnTo>
                  <a:lnTo>
                    <a:pt x="0" y="7620"/>
                  </a:lnTo>
                  <a:lnTo>
                    <a:pt x="670560" y="7620"/>
                  </a:lnTo>
                  <a:lnTo>
                    <a:pt x="670560" y="5080"/>
                  </a:lnTo>
                  <a:lnTo>
                    <a:pt x="670560" y="3810"/>
                  </a:lnTo>
                  <a:lnTo>
                    <a:pt x="670560" y="2540"/>
                  </a:lnTo>
                  <a:lnTo>
                    <a:pt x="670547" y="1270"/>
                  </a:lnTo>
                  <a:lnTo>
                    <a:pt x="670560" y="0"/>
                  </a:lnTo>
                  <a:close/>
                </a:path>
              </a:pathLst>
            </a:custGeom>
            <a:solidFill>
              <a:srgbClr val="EDB100"/>
            </a:solidFill>
          </p:spPr>
          <p:txBody>
            <a:bodyPr wrap="square" lIns="0" tIns="0" rIns="0" bIns="0" rtlCol="0"/>
            <a:lstStyle/>
            <a:p/>
          </p:txBody>
        </p:sp>
        <p:sp>
          <p:nvSpPr>
            <p:cNvPr id="878" name="object 878"/>
            <p:cNvSpPr/>
            <p:nvPr/>
          </p:nvSpPr>
          <p:spPr>
            <a:xfrm>
              <a:off x="4011930" y="3594099"/>
              <a:ext cx="684530" cy="6350"/>
            </a:xfrm>
            <a:custGeom>
              <a:avLst/>
              <a:gdLst/>
              <a:ahLst/>
              <a:cxnLst/>
              <a:rect l="l" t="t" r="r" b="b"/>
              <a:pathLst>
                <a:path w="684529" h="6350">
                  <a:moveTo>
                    <a:pt x="684530" y="0"/>
                  </a:moveTo>
                  <a:lnTo>
                    <a:pt x="10160" y="0"/>
                  </a:lnTo>
                  <a:lnTo>
                    <a:pt x="10160" y="1270"/>
                  </a:lnTo>
                  <a:lnTo>
                    <a:pt x="7620" y="1270"/>
                  </a:lnTo>
                  <a:lnTo>
                    <a:pt x="7620" y="2540"/>
                  </a:lnTo>
                  <a:lnTo>
                    <a:pt x="5080" y="2540"/>
                  </a:lnTo>
                  <a:lnTo>
                    <a:pt x="5080" y="3810"/>
                  </a:lnTo>
                  <a:lnTo>
                    <a:pt x="3810" y="3810"/>
                  </a:lnTo>
                  <a:lnTo>
                    <a:pt x="3810" y="5080"/>
                  </a:lnTo>
                  <a:lnTo>
                    <a:pt x="0" y="5080"/>
                  </a:lnTo>
                  <a:lnTo>
                    <a:pt x="0" y="6350"/>
                  </a:lnTo>
                  <a:lnTo>
                    <a:pt x="683260" y="6350"/>
                  </a:lnTo>
                  <a:lnTo>
                    <a:pt x="683260" y="5080"/>
                  </a:lnTo>
                  <a:lnTo>
                    <a:pt x="683260" y="3810"/>
                  </a:lnTo>
                  <a:lnTo>
                    <a:pt x="683260" y="2540"/>
                  </a:lnTo>
                  <a:lnTo>
                    <a:pt x="683260" y="1270"/>
                  </a:lnTo>
                  <a:lnTo>
                    <a:pt x="684530" y="1270"/>
                  </a:lnTo>
                  <a:lnTo>
                    <a:pt x="684530" y="0"/>
                  </a:lnTo>
                  <a:close/>
                </a:path>
              </a:pathLst>
            </a:custGeom>
            <a:solidFill>
              <a:srgbClr val="EFB300"/>
            </a:solidFill>
          </p:spPr>
          <p:txBody>
            <a:bodyPr wrap="square" lIns="0" tIns="0" rIns="0" bIns="0" rtlCol="0"/>
            <a:lstStyle/>
            <a:p/>
          </p:txBody>
        </p:sp>
        <p:sp>
          <p:nvSpPr>
            <p:cNvPr id="879" name="object 879"/>
            <p:cNvSpPr/>
            <p:nvPr/>
          </p:nvSpPr>
          <p:spPr>
            <a:xfrm>
              <a:off x="3978910" y="3600449"/>
              <a:ext cx="716280" cy="7620"/>
            </a:xfrm>
            <a:custGeom>
              <a:avLst/>
              <a:gdLst/>
              <a:ahLst/>
              <a:cxnLst/>
              <a:rect l="l" t="t" r="r" b="b"/>
              <a:pathLst>
                <a:path w="716279" h="7620">
                  <a:moveTo>
                    <a:pt x="716280" y="0"/>
                  </a:moveTo>
                  <a:lnTo>
                    <a:pt x="30480" y="0"/>
                  </a:lnTo>
                  <a:lnTo>
                    <a:pt x="30480" y="1270"/>
                  </a:lnTo>
                  <a:lnTo>
                    <a:pt x="26670" y="1270"/>
                  </a:lnTo>
                  <a:lnTo>
                    <a:pt x="26670" y="2540"/>
                  </a:lnTo>
                  <a:lnTo>
                    <a:pt x="24130" y="2540"/>
                  </a:lnTo>
                  <a:lnTo>
                    <a:pt x="24130" y="3810"/>
                  </a:lnTo>
                  <a:lnTo>
                    <a:pt x="16510" y="3810"/>
                  </a:lnTo>
                  <a:lnTo>
                    <a:pt x="16510" y="5080"/>
                  </a:lnTo>
                  <a:lnTo>
                    <a:pt x="7620" y="5080"/>
                  </a:lnTo>
                  <a:lnTo>
                    <a:pt x="7620" y="6350"/>
                  </a:lnTo>
                  <a:lnTo>
                    <a:pt x="0" y="6350"/>
                  </a:lnTo>
                  <a:lnTo>
                    <a:pt x="0" y="7620"/>
                  </a:lnTo>
                  <a:lnTo>
                    <a:pt x="714997" y="7620"/>
                  </a:lnTo>
                  <a:lnTo>
                    <a:pt x="714997" y="6350"/>
                  </a:lnTo>
                  <a:lnTo>
                    <a:pt x="714997" y="5080"/>
                  </a:lnTo>
                  <a:lnTo>
                    <a:pt x="716280" y="5080"/>
                  </a:lnTo>
                  <a:lnTo>
                    <a:pt x="716280" y="3810"/>
                  </a:lnTo>
                  <a:lnTo>
                    <a:pt x="716280" y="2540"/>
                  </a:lnTo>
                  <a:lnTo>
                    <a:pt x="716280" y="1270"/>
                  </a:lnTo>
                  <a:lnTo>
                    <a:pt x="716280" y="0"/>
                  </a:lnTo>
                  <a:close/>
                </a:path>
              </a:pathLst>
            </a:custGeom>
            <a:solidFill>
              <a:srgbClr val="F1B400"/>
            </a:solidFill>
          </p:spPr>
          <p:txBody>
            <a:bodyPr wrap="square" lIns="0" tIns="0" rIns="0" bIns="0" rtlCol="0"/>
            <a:lstStyle/>
            <a:p/>
          </p:txBody>
        </p:sp>
        <p:sp>
          <p:nvSpPr>
            <p:cNvPr id="880" name="object 880"/>
            <p:cNvSpPr/>
            <p:nvPr/>
          </p:nvSpPr>
          <p:spPr>
            <a:xfrm>
              <a:off x="3931920" y="3608069"/>
              <a:ext cx="762000" cy="7620"/>
            </a:xfrm>
            <a:custGeom>
              <a:avLst/>
              <a:gdLst/>
              <a:ahLst/>
              <a:cxnLst/>
              <a:rect l="l" t="t" r="r" b="b"/>
              <a:pathLst>
                <a:path w="762000" h="7620">
                  <a:moveTo>
                    <a:pt x="760730" y="6362"/>
                  </a:moveTo>
                  <a:lnTo>
                    <a:pt x="0" y="6362"/>
                  </a:lnTo>
                  <a:lnTo>
                    <a:pt x="0" y="7620"/>
                  </a:lnTo>
                  <a:lnTo>
                    <a:pt x="760730" y="7620"/>
                  </a:lnTo>
                  <a:lnTo>
                    <a:pt x="760730" y="6362"/>
                  </a:lnTo>
                  <a:close/>
                </a:path>
                <a:path w="762000" h="7620">
                  <a:moveTo>
                    <a:pt x="762000" y="6350"/>
                  </a:moveTo>
                  <a:lnTo>
                    <a:pt x="761987" y="0"/>
                  </a:lnTo>
                  <a:lnTo>
                    <a:pt x="0" y="0"/>
                  </a:lnTo>
                  <a:lnTo>
                    <a:pt x="0" y="6350"/>
                  </a:lnTo>
                  <a:lnTo>
                    <a:pt x="762000" y="6350"/>
                  </a:lnTo>
                  <a:close/>
                </a:path>
              </a:pathLst>
            </a:custGeom>
            <a:solidFill>
              <a:srgbClr val="F3B600"/>
            </a:solidFill>
          </p:spPr>
          <p:txBody>
            <a:bodyPr wrap="square" lIns="0" tIns="0" rIns="0" bIns="0" rtlCol="0"/>
            <a:lstStyle/>
            <a:p/>
          </p:txBody>
        </p:sp>
        <p:sp>
          <p:nvSpPr>
            <p:cNvPr id="881" name="object 881"/>
            <p:cNvSpPr/>
            <p:nvPr/>
          </p:nvSpPr>
          <p:spPr>
            <a:xfrm>
              <a:off x="3931919" y="3615689"/>
              <a:ext cx="760730" cy="7620"/>
            </a:xfrm>
            <a:custGeom>
              <a:avLst/>
              <a:gdLst/>
              <a:ahLst/>
              <a:cxnLst/>
              <a:rect l="l" t="t" r="r" b="b"/>
              <a:pathLst>
                <a:path w="760729" h="7620">
                  <a:moveTo>
                    <a:pt x="0" y="7620"/>
                  </a:moveTo>
                  <a:lnTo>
                    <a:pt x="0" y="0"/>
                  </a:lnTo>
                  <a:lnTo>
                    <a:pt x="760729" y="0"/>
                  </a:lnTo>
                  <a:lnTo>
                    <a:pt x="760729" y="7620"/>
                  </a:lnTo>
                  <a:lnTo>
                    <a:pt x="0" y="7620"/>
                  </a:lnTo>
                  <a:close/>
                </a:path>
              </a:pathLst>
            </a:custGeom>
            <a:solidFill>
              <a:srgbClr val="F5B700"/>
            </a:solidFill>
          </p:spPr>
          <p:txBody>
            <a:bodyPr wrap="square" lIns="0" tIns="0" rIns="0" bIns="0" rtlCol="0"/>
            <a:lstStyle/>
            <a:p/>
          </p:txBody>
        </p:sp>
        <p:sp>
          <p:nvSpPr>
            <p:cNvPr id="882" name="object 882"/>
            <p:cNvSpPr/>
            <p:nvPr/>
          </p:nvSpPr>
          <p:spPr>
            <a:xfrm>
              <a:off x="3931919" y="3623309"/>
              <a:ext cx="759460" cy="6350"/>
            </a:xfrm>
            <a:custGeom>
              <a:avLst/>
              <a:gdLst/>
              <a:ahLst/>
              <a:cxnLst/>
              <a:rect l="l" t="t" r="r" b="b"/>
              <a:pathLst>
                <a:path w="759460" h="6350">
                  <a:moveTo>
                    <a:pt x="759460" y="0"/>
                  </a:moveTo>
                  <a:lnTo>
                    <a:pt x="0" y="0"/>
                  </a:lnTo>
                  <a:lnTo>
                    <a:pt x="0" y="6350"/>
                  </a:lnTo>
                  <a:lnTo>
                    <a:pt x="759460" y="6350"/>
                  </a:lnTo>
                  <a:lnTo>
                    <a:pt x="759460" y="0"/>
                  </a:lnTo>
                  <a:close/>
                </a:path>
              </a:pathLst>
            </a:custGeom>
            <a:solidFill>
              <a:srgbClr val="F7B900"/>
            </a:solidFill>
          </p:spPr>
          <p:txBody>
            <a:bodyPr wrap="square" lIns="0" tIns="0" rIns="0" bIns="0" rtlCol="0"/>
            <a:lstStyle/>
            <a:p/>
          </p:txBody>
        </p:sp>
        <p:sp>
          <p:nvSpPr>
            <p:cNvPr id="883" name="object 883"/>
            <p:cNvSpPr/>
            <p:nvPr/>
          </p:nvSpPr>
          <p:spPr>
            <a:xfrm>
              <a:off x="3931920" y="3629659"/>
              <a:ext cx="759460" cy="7620"/>
            </a:xfrm>
            <a:custGeom>
              <a:avLst/>
              <a:gdLst/>
              <a:ahLst/>
              <a:cxnLst/>
              <a:rect l="l" t="t" r="r" b="b"/>
              <a:pathLst>
                <a:path w="759460" h="7620">
                  <a:moveTo>
                    <a:pt x="759460" y="0"/>
                  </a:moveTo>
                  <a:lnTo>
                    <a:pt x="0" y="0"/>
                  </a:lnTo>
                  <a:lnTo>
                    <a:pt x="0" y="2540"/>
                  </a:lnTo>
                  <a:lnTo>
                    <a:pt x="0" y="3810"/>
                  </a:lnTo>
                  <a:lnTo>
                    <a:pt x="320040" y="3810"/>
                  </a:lnTo>
                  <a:lnTo>
                    <a:pt x="320040" y="5080"/>
                  </a:lnTo>
                  <a:lnTo>
                    <a:pt x="533400" y="5080"/>
                  </a:lnTo>
                  <a:lnTo>
                    <a:pt x="533400" y="6350"/>
                  </a:lnTo>
                  <a:lnTo>
                    <a:pt x="640080" y="6350"/>
                  </a:lnTo>
                  <a:lnTo>
                    <a:pt x="640080" y="7620"/>
                  </a:lnTo>
                  <a:lnTo>
                    <a:pt x="758190" y="7620"/>
                  </a:lnTo>
                  <a:lnTo>
                    <a:pt x="758190" y="6350"/>
                  </a:lnTo>
                  <a:lnTo>
                    <a:pt x="758190" y="5080"/>
                  </a:lnTo>
                  <a:lnTo>
                    <a:pt x="758190" y="3810"/>
                  </a:lnTo>
                  <a:lnTo>
                    <a:pt x="758190" y="2540"/>
                  </a:lnTo>
                  <a:lnTo>
                    <a:pt x="759460" y="2540"/>
                  </a:lnTo>
                  <a:lnTo>
                    <a:pt x="759460" y="0"/>
                  </a:lnTo>
                  <a:close/>
                </a:path>
              </a:pathLst>
            </a:custGeom>
            <a:solidFill>
              <a:srgbClr val="F9BA00"/>
            </a:solidFill>
          </p:spPr>
          <p:txBody>
            <a:bodyPr wrap="square" lIns="0" tIns="0" rIns="0" bIns="0" rtlCol="0"/>
            <a:lstStyle/>
            <a:p/>
          </p:txBody>
        </p:sp>
        <p:sp>
          <p:nvSpPr>
            <p:cNvPr id="884" name="object 884"/>
            <p:cNvSpPr/>
            <p:nvPr/>
          </p:nvSpPr>
          <p:spPr>
            <a:xfrm>
              <a:off x="3931919" y="2743199"/>
              <a:ext cx="796290" cy="892810"/>
            </a:xfrm>
            <a:custGeom>
              <a:avLst/>
              <a:gdLst/>
              <a:ahLst/>
              <a:cxnLst/>
              <a:rect l="l" t="t" r="r" b="b"/>
              <a:pathLst>
                <a:path w="796289" h="892810">
                  <a:moveTo>
                    <a:pt x="335279" y="58420"/>
                  </a:moveTo>
                  <a:lnTo>
                    <a:pt x="334009" y="417829"/>
                  </a:lnTo>
                  <a:lnTo>
                    <a:pt x="351789" y="417829"/>
                  </a:lnTo>
                  <a:lnTo>
                    <a:pt x="372109" y="417829"/>
                  </a:lnTo>
                  <a:lnTo>
                    <a:pt x="391159" y="415289"/>
                  </a:lnTo>
                  <a:lnTo>
                    <a:pt x="400050" y="414020"/>
                  </a:lnTo>
                  <a:lnTo>
                    <a:pt x="407669" y="411479"/>
                  </a:lnTo>
                  <a:lnTo>
                    <a:pt x="416559" y="408939"/>
                  </a:lnTo>
                  <a:lnTo>
                    <a:pt x="424179" y="406400"/>
                  </a:lnTo>
                  <a:lnTo>
                    <a:pt x="430529" y="402589"/>
                  </a:lnTo>
                  <a:lnTo>
                    <a:pt x="438150" y="398779"/>
                  </a:lnTo>
                  <a:lnTo>
                    <a:pt x="444500" y="394970"/>
                  </a:lnTo>
                  <a:lnTo>
                    <a:pt x="450850" y="389889"/>
                  </a:lnTo>
                  <a:lnTo>
                    <a:pt x="457200" y="384810"/>
                  </a:lnTo>
                  <a:lnTo>
                    <a:pt x="462279" y="379729"/>
                  </a:lnTo>
                  <a:lnTo>
                    <a:pt x="468629" y="374650"/>
                  </a:lnTo>
                  <a:lnTo>
                    <a:pt x="472439" y="367029"/>
                  </a:lnTo>
                  <a:lnTo>
                    <a:pt x="481329" y="353060"/>
                  </a:lnTo>
                  <a:lnTo>
                    <a:pt x="490219" y="337820"/>
                  </a:lnTo>
                  <a:lnTo>
                    <a:pt x="496569" y="321310"/>
                  </a:lnTo>
                  <a:lnTo>
                    <a:pt x="502919" y="302260"/>
                  </a:lnTo>
                  <a:lnTo>
                    <a:pt x="509269" y="283210"/>
                  </a:lnTo>
                  <a:lnTo>
                    <a:pt x="514350" y="261620"/>
                  </a:lnTo>
                  <a:lnTo>
                    <a:pt x="516889" y="237489"/>
                  </a:lnTo>
                  <a:lnTo>
                    <a:pt x="520700" y="213360"/>
                  </a:lnTo>
                  <a:lnTo>
                    <a:pt x="544829" y="213360"/>
                  </a:lnTo>
                  <a:lnTo>
                    <a:pt x="544829" y="674370"/>
                  </a:lnTo>
                  <a:lnTo>
                    <a:pt x="520700" y="674370"/>
                  </a:lnTo>
                  <a:lnTo>
                    <a:pt x="518159" y="655320"/>
                  </a:lnTo>
                  <a:lnTo>
                    <a:pt x="515619" y="638810"/>
                  </a:lnTo>
                  <a:lnTo>
                    <a:pt x="511809" y="621029"/>
                  </a:lnTo>
                  <a:lnTo>
                    <a:pt x="508000" y="605789"/>
                  </a:lnTo>
                  <a:lnTo>
                    <a:pt x="504189" y="590550"/>
                  </a:lnTo>
                  <a:lnTo>
                    <a:pt x="499109" y="576579"/>
                  </a:lnTo>
                  <a:lnTo>
                    <a:pt x="494029" y="562610"/>
                  </a:lnTo>
                  <a:lnTo>
                    <a:pt x="487679" y="549910"/>
                  </a:lnTo>
                  <a:lnTo>
                    <a:pt x="481329" y="538479"/>
                  </a:lnTo>
                  <a:lnTo>
                    <a:pt x="474979" y="528320"/>
                  </a:lnTo>
                  <a:lnTo>
                    <a:pt x="467359" y="518160"/>
                  </a:lnTo>
                  <a:lnTo>
                    <a:pt x="461009" y="509270"/>
                  </a:lnTo>
                  <a:lnTo>
                    <a:pt x="453389" y="501650"/>
                  </a:lnTo>
                  <a:lnTo>
                    <a:pt x="445769" y="495300"/>
                  </a:lnTo>
                  <a:lnTo>
                    <a:pt x="438150" y="488950"/>
                  </a:lnTo>
                  <a:lnTo>
                    <a:pt x="434339" y="487679"/>
                  </a:lnTo>
                  <a:lnTo>
                    <a:pt x="429259" y="485139"/>
                  </a:lnTo>
                  <a:lnTo>
                    <a:pt x="421639" y="481329"/>
                  </a:lnTo>
                  <a:lnTo>
                    <a:pt x="411479" y="477520"/>
                  </a:lnTo>
                  <a:lnTo>
                    <a:pt x="364489" y="468629"/>
                  </a:lnTo>
                  <a:lnTo>
                    <a:pt x="350519" y="467360"/>
                  </a:lnTo>
                  <a:lnTo>
                    <a:pt x="334009" y="467360"/>
                  </a:lnTo>
                  <a:lnTo>
                    <a:pt x="334009" y="716279"/>
                  </a:lnTo>
                  <a:lnTo>
                    <a:pt x="334009" y="749300"/>
                  </a:lnTo>
                  <a:lnTo>
                    <a:pt x="335279" y="774700"/>
                  </a:lnTo>
                  <a:lnTo>
                    <a:pt x="336550" y="784860"/>
                  </a:lnTo>
                  <a:lnTo>
                    <a:pt x="337819" y="793750"/>
                  </a:lnTo>
                  <a:lnTo>
                    <a:pt x="337819" y="800100"/>
                  </a:lnTo>
                  <a:lnTo>
                    <a:pt x="339089" y="802639"/>
                  </a:lnTo>
                  <a:lnTo>
                    <a:pt x="340359" y="805179"/>
                  </a:lnTo>
                  <a:lnTo>
                    <a:pt x="341629" y="808989"/>
                  </a:lnTo>
                  <a:lnTo>
                    <a:pt x="344169" y="812800"/>
                  </a:lnTo>
                  <a:lnTo>
                    <a:pt x="345439" y="816610"/>
                  </a:lnTo>
                  <a:lnTo>
                    <a:pt x="349250" y="819150"/>
                  </a:lnTo>
                  <a:lnTo>
                    <a:pt x="351789" y="822960"/>
                  </a:lnTo>
                  <a:lnTo>
                    <a:pt x="355600" y="826770"/>
                  </a:lnTo>
                  <a:lnTo>
                    <a:pt x="358139" y="829310"/>
                  </a:lnTo>
                  <a:lnTo>
                    <a:pt x="363219" y="831850"/>
                  </a:lnTo>
                  <a:lnTo>
                    <a:pt x="364489" y="833120"/>
                  </a:lnTo>
                  <a:lnTo>
                    <a:pt x="367029" y="834389"/>
                  </a:lnTo>
                  <a:lnTo>
                    <a:pt x="372109" y="836929"/>
                  </a:lnTo>
                  <a:lnTo>
                    <a:pt x="378459" y="838200"/>
                  </a:lnTo>
                  <a:lnTo>
                    <a:pt x="384809" y="840739"/>
                  </a:lnTo>
                  <a:lnTo>
                    <a:pt x="391159" y="840739"/>
                  </a:lnTo>
                  <a:lnTo>
                    <a:pt x="400050" y="842010"/>
                  </a:lnTo>
                  <a:lnTo>
                    <a:pt x="407669" y="843279"/>
                  </a:lnTo>
                  <a:lnTo>
                    <a:pt x="417829" y="843279"/>
                  </a:lnTo>
                  <a:lnTo>
                    <a:pt x="469900" y="843279"/>
                  </a:lnTo>
                  <a:lnTo>
                    <a:pt x="499109" y="842010"/>
                  </a:lnTo>
                  <a:lnTo>
                    <a:pt x="554989" y="835660"/>
                  </a:lnTo>
                  <a:lnTo>
                    <a:pt x="604519" y="821689"/>
                  </a:lnTo>
                  <a:lnTo>
                    <a:pt x="640079" y="805179"/>
                  </a:lnTo>
                  <a:lnTo>
                    <a:pt x="646429" y="801370"/>
                  </a:lnTo>
                  <a:lnTo>
                    <a:pt x="666750" y="787400"/>
                  </a:lnTo>
                  <a:lnTo>
                    <a:pt x="684529" y="772160"/>
                  </a:lnTo>
                  <a:lnTo>
                    <a:pt x="699769" y="754379"/>
                  </a:lnTo>
                  <a:lnTo>
                    <a:pt x="716279" y="735329"/>
                  </a:lnTo>
                  <a:lnTo>
                    <a:pt x="742950" y="692150"/>
                  </a:lnTo>
                  <a:lnTo>
                    <a:pt x="763269" y="640079"/>
                  </a:lnTo>
                  <a:lnTo>
                    <a:pt x="772159" y="612139"/>
                  </a:lnTo>
                  <a:lnTo>
                    <a:pt x="796289" y="612139"/>
                  </a:lnTo>
                  <a:lnTo>
                    <a:pt x="756919" y="892810"/>
                  </a:lnTo>
                  <a:lnTo>
                    <a:pt x="640079" y="892810"/>
                  </a:lnTo>
                  <a:lnTo>
                    <a:pt x="0" y="889000"/>
                  </a:lnTo>
                  <a:lnTo>
                    <a:pt x="0" y="864869"/>
                  </a:lnTo>
                  <a:lnTo>
                    <a:pt x="29209" y="864869"/>
                  </a:lnTo>
                  <a:lnTo>
                    <a:pt x="38100" y="864869"/>
                  </a:lnTo>
                  <a:lnTo>
                    <a:pt x="46989" y="863600"/>
                  </a:lnTo>
                  <a:lnTo>
                    <a:pt x="54609" y="862329"/>
                  </a:lnTo>
                  <a:lnTo>
                    <a:pt x="63500" y="861060"/>
                  </a:lnTo>
                  <a:lnTo>
                    <a:pt x="71119" y="859789"/>
                  </a:lnTo>
                  <a:lnTo>
                    <a:pt x="77469" y="857250"/>
                  </a:lnTo>
                  <a:lnTo>
                    <a:pt x="83819" y="854710"/>
                  </a:lnTo>
                  <a:lnTo>
                    <a:pt x="90169" y="850900"/>
                  </a:lnTo>
                  <a:lnTo>
                    <a:pt x="92709" y="850900"/>
                  </a:lnTo>
                  <a:lnTo>
                    <a:pt x="93979" y="848360"/>
                  </a:lnTo>
                  <a:lnTo>
                    <a:pt x="96519" y="847089"/>
                  </a:lnTo>
                  <a:lnTo>
                    <a:pt x="97789" y="845820"/>
                  </a:lnTo>
                  <a:lnTo>
                    <a:pt x="101600" y="843279"/>
                  </a:lnTo>
                  <a:lnTo>
                    <a:pt x="105409" y="838200"/>
                  </a:lnTo>
                  <a:lnTo>
                    <a:pt x="107950" y="834389"/>
                  </a:lnTo>
                  <a:lnTo>
                    <a:pt x="110489" y="830579"/>
                  </a:lnTo>
                  <a:lnTo>
                    <a:pt x="114300" y="825500"/>
                  </a:lnTo>
                  <a:lnTo>
                    <a:pt x="116839" y="820420"/>
                  </a:lnTo>
                  <a:lnTo>
                    <a:pt x="116839" y="817879"/>
                  </a:lnTo>
                  <a:lnTo>
                    <a:pt x="118109" y="815339"/>
                  </a:lnTo>
                  <a:lnTo>
                    <a:pt x="119379" y="808989"/>
                  </a:lnTo>
                  <a:lnTo>
                    <a:pt x="120650" y="801370"/>
                  </a:lnTo>
                  <a:lnTo>
                    <a:pt x="121919" y="791210"/>
                  </a:lnTo>
                  <a:lnTo>
                    <a:pt x="123189" y="768350"/>
                  </a:lnTo>
                  <a:lnTo>
                    <a:pt x="123189" y="737870"/>
                  </a:lnTo>
                  <a:lnTo>
                    <a:pt x="125729" y="154939"/>
                  </a:lnTo>
                  <a:lnTo>
                    <a:pt x="125729" y="127000"/>
                  </a:lnTo>
                  <a:lnTo>
                    <a:pt x="125729" y="106679"/>
                  </a:lnTo>
                  <a:lnTo>
                    <a:pt x="124459" y="90170"/>
                  </a:lnTo>
                  <a:lnTo>
                    <a:pt x="123189" y="85089"/>
                  </a:lnTo>
                  <a:lnTo>
                    <a:pt x="123189" y="82550"/>
                  </a:lnTo>
                  <a:lnTo>
                    <a:pt x="121919" y="81279"/>
                  </a:lnTo>
                  <a:lnTo>
                    <a:pt x="120650" y="74929"/>
                  </a:lnTo>
                  <a:lnTo>
                    <a:pt x="119379" y="69850"/>
                  </a:lnTo>
                  <a:lnTo>
                    <a:pt x="116839" y="64770"/>
                  </a:lnTo>
                  <a:lnTo>
                    <a:pt x="113029" y="60960"/>
                  </a:lnTo>
                  <a:lnTo>
                    <a:pt x="110489" y="55879"/>
                  </a:lnTo>
                  <a:lnTo>
                    <a:pt x="106679" y="52070"/>
                  </a:lnTo>
                  <a:lnTo>
                    <a:pt x="102869" y="48260"/>
                  </a:lnTo>
                  <a:lnTo>
                    <a:pt x="99059" y="44450"/>
                  </a:lnTo>
                  <a:lnTo>
                    <a:pt x="92709" y="40639"/>
                  </a:lnTo>
                  <a:lnTo>
                    <a:pt x="85089" y="36829"/>
                  </a:lnTo>
                  <a:lnTo>
                    <a:pt x="78739" y="33020"/>
                  </a:lnTo>
                  <a:lnTo>
                    <a:pt x="69850" y="30479"/>
                  </a:lnTo>
                  <a:lnTo>
                    <a:pt x="60959" y="29210"/>
                  </a:lnTo>
                  <a:lnTo>
                    <a:pt x="52069" y="26670"/>
                  </a:lnTo>
                  <a:lnTo>
                    <a:pt x="41909" y="25400"/>
                  </a:lnTo>
                  <a:lnTo>
                    <a:pt x="33019" y="25400"/>
                  </a:lnTo>
                  <a:lnTo>
                    <a:pt x="3809" y="25400"/>
                  </a:lnTo>
                  <a:lnTo>
                    <a:pt x="3809" y="0"/>
                  </a:lnTo>
                  <a:lnTo>
                    <a:pt x="640079" y="13970"/>
                  </a:lnTo>
                  <a:lnTo>
                    <a:pt x="732789" y="12700"/>
                  </a:lnTo>
                  <a:lnTo>
                    <a:pt x="732789" y="273050"/>
                  </a:lnTo>
                  <a:lnTo>
                    <a:pt x="708659" y="273050"/>
                  </a:lnTo>
                  <a:lnTo>
                    <a:pt x="703579" y="250189"/>
                  </a:lnTo>
                  <a:lnTo>
                    <a:pt x="698500" y="228600"/>
                  </a:lnTo>
                  <a:lnTo>
                    <a:pt x="685800" y="191770"/>
                  </a:lnTo>
                  <a:lnTo>
                    <a:pt x="664209" y="148589"/>
                  </a:lnTo>
                  <a:lnTo>
                    <a:pt x="640079" y="120650"/>
                  </a:lnTo>
                  <a:lnTo>
                    <a:pt x="603250" y="92710"/>
                  </a:lnTo>
                  <a:lnTo>
                    <a:pt x="589279" y="86360"/>
                  </a:lnTo>
                  <a:lnTo>
                    <a:pt x="575309" y="80010"/>
                  </a:lnTo>
                  <a:lnTo>
                    <a:pt x="560069" y="74929"/>
                  </a:lnTo>
                  <a:lnTo>
                    <a:pt x="549909" y="71120"/>
                  </a:lnTo>
                  <a:lnTo>
                    <a:pt x="538479" y="68579"/>
                  </a:lnTo>
                  <a:lnTo>
                    <a:pt x="524509" y="67310"/>
                  </a:lnTo>
                  <a:lnTo>
                    <a:pt x="509269" y="64770"/>
                  </a:lnTo>
                  <a:lnTo>
                    <a:pt x="471169" y="62229"/>
                  </a:lnTo>
                  <a:lnTo>
                    <a:pt x="425450" y="59689"/>
                  </a:lnTo>
                  <a:lnTo>
                    <a:pt x="335279" y="58420"/>
                  </a:lnTo>
                  <a:close/>
                </a:path>
              </a:pathLst>
            </a:custGeom>
            <a:ln w="9344">
              <a:solidFill>
                <a:srgbClr val="000000"/>
              </a:solidFill>
            </a:ln>
          </p:spPr>
          <p:txBody>
            <a:bodyPr wrap="square" lIns="0" tIns="0" rIns="0" bIns="0" rtlCol="0"/>
            <a:lstStyle/>
            <a:p/>
          </p:txBody>
        </p:sp>
      </p:grpSp>
      <p:grpSp>
        <p:nvGrpSpPr>
          <p:cNvPr id="885" name="object 885"/>
          <p:cNvGrpSpPr/>
          <p:nvPr/>
        </p:nvGrpSpPr>
        <p:grpSpPr>
          <a:xfrm>
            <a:off x="4801007" y="2723287"/>
            <a:ext cx="909955" cy="931544"/>
            <a:chOff x="4801007" y="2723287"/>
            <a:chExt cx="909955" cy="931544"/>
          </a:xfrm>
        </p:grpSpPr>
        <p:sp>
          <p:nvSpPr>
            <p:cNvPr id="886" name="object 886"/>
            <p:cNvSpPr/>
            <p:nvPr/>
          </p:nvSpPr>
          <p:spPr>
            <a:xfrm>
              <a:off x="5417820" y="2729229"/>
              <a:ext cx="288290" cy="12700"/>
            </a:xfrm>
            <a:custGeom>
              <a:avLst/>
              <a:gdLst/>
              <a:ahLst/>
              <a:cxnLst/>
              <a:rect l="l" t="t" r="r" b="b"/>
              <a:pathLst>
                <a:path w="288289" h="12700">
                  <a:moveTo>
                    <a:pt x="288290" y="10160"/>
                  </a:moveTo>
                  <a:lnTo>
                    <a:pt x="90170" y="10160"/>
                  </a:lnTo>
                  <a:lnTo>
                    <a:pt x="90170" y="8890"/>
                  </a:lnTo>
                  <a:lnTo>
                    <a:pt x="30480" y="8890"/>
                  </a:lnTo>
                  <a:lnTo>
                    <a:pt x="30480" y="10160"/>
                  </a:lnTo>
                  <a:lnTo>
                    <a:pt x="30480" y="11430"/>
                  </a:lnTo>
                  <a:lnTo>
                    <a:pt x="0" y="11430"/>
                  </a:lnTo>
                  <a:lnTo>
                    <a:pt x="0" y="12700"/>
                  </a:lnTo>
                  <a:lnTo>
                    <a:pt x="288290" y="12700"/>
                  </a:lnTo>
                  <a:lnTo>
                    <a:pt x="288290" y="11430"/>
                  </a:lnTo>
                  <a:lnTo>
                    <a:pt x="288290" y="10160"/>
                  </a:lnTo>
                  <a:close/>
                </a:path>
                <a:path w="288289" h="12700">
                  <a:moveTo>
                    <a:pt x="288290" y="6350"/>
                  </a:moveTo>
                  <a:lnTo>
                    <a:pt x="212090" y="6350"/>
                  </a:lnTo>
                  <a:lnTo>
                    <a:pt x="212090" y="5080"/>
                  </a:lnTo>
                  <a:lnTo>
                    <a:pt x="195580" y="5080"/>
                  </a:lnTo>
                  <a:lnTo>
                    <a:pt x="195580" y="6350"/>
                  </a:lnTo>
                  <a:lnTo>
                    <a:pt x="180340" y="6350"/>
                  </a:lnTo>
                  <a:lnTo>
                    <a:pt x="180340" y="8890"/>
                  </a:lnTo>
                  <a:lnTo>
                    <a:pt x="288290" y="8890"/>
                  </a:lnTo>
                  <a:lnTo>
                    <a:pt x="288290" y="6350"/>
                  </a:lnTo>
                  <a:close/>
                </a:path>
                <a:path w="288289" h="12700">
                  <a:moveTo>
                    <a:pt x="288290" y="3810"/>
                  </a:moveTo>
                  <a:lnTo>
                    <a:pt x="246380" y="3810"/>
                  </a:lnTo>
                  <a:lnTo>
                    <a:pt x="246380" y="2540"/>
                  </a:lnTo>
                  <a:lnTo>
                    <a:pt x="229870" y="2540"/>
                  </a:lnTo>
                  <a:lnTo>
                    <a:pt x="229870" y="5080"/>
                  </a:lnTo>
                  <a:lnTo>
                    <a:pt x="288290" y="5080"/>
                  </a:lnTo>
                  <a:lnTo>
                    <a:pt x="288290" y="3810"/>
                  </a:lnTo>
                  <a:close/>
                </a:path>
                <a:path w="288289" h="12700">
                  <a:moveTo>
                    <a:pt x="288290" y="0"/>
                  </a:moveTo>
                  <a:lnTo>
                    <a:pt x="262890" y="0"/>
                  </a:lnTo>
                  <a:lnTo>
                    <a:pt x="262890" y="2540"/>
                  </a:lnTo>
                  <a:lnTo>
                    <a:pt x="288290" y="2540"/>
                  </a:lnTo>
                  <a:lnTo>
                    <a:pt x="288290" y="0"/>
                  </a:lnTo>
                  <a:close/>
                </a:path>
              </a:pathLst>
            </a:custGeom>
            <a:solidFill>
              <a:srgbClr val="000000"/>
            </a:solidFill>
          </p:spPr>
          <p:txBody>
            <a:bodyPr wrap="square" lIns="0" tIns="0" rIns="0" bIns="0" rtlCol="0"/>
            <a:lstStyle/>
            <a:p/>
          </p:txBody>
        </p:sp>
        <p:sp>
          <p:nvSpPr>
            <p:cNvPr id="887" name="object 887"/>
            <p:cNvSpPr/>
            <p:nvPr/>
          </p:nvSpPr>
          <p:spPr>
            <a:xfrm>
              <a:off x="5417820" y="2741929"/>
              <a:ext cx="288290" cy="7620"/>
            </a:xfrm>
            <a:custGeom>
              <a:avLst/>
              <a:gdLst/>
              <a:ahLst/>
              <a:cxnLst/>
              <a:rect l="l" t="t" r="r" b="b"/>
              <a:pathLst>
                <a:path w="288289" h="7619">
                  <a:moveTo>
                    <a:pt x="288290" y="6350"/>
                  </a:moveTo>
                  <a:lnTo>
                    <a:pt x="0" y="6350"/>
                  </a:lnTo>
                  <a:lnTo>
                    <a:pt x="0" y="7620"/>
                  </a:lnTo>
                  <a:lnTo>
                    <a:pt x="288290" y="7620"/>
                  </a:lnTo>
                  <a:lnTo>
                    <a:pt x="288290" y="6350"/>
                  </a:lnTo>
                  <a:close/>
                </a:path>
                <a:path w="288289" h="7619">
                  <a:moveTo>
                    <a:pt x="288290" y="0"/>
                  </a:moveTo>
                  <a:lnTo>
                    <a:pt x="0" y="0"/>
                  </a:lnTo>
                  <a:lnTo>
                    <a:pt x="0" y="5080"/>
                  </a:lnTo>
                  <a:lnTo>
                    <a:pt x="288290" y="5080"/>
                  </a:lnTo>
                  <a:lnTo>
                    <a:pt x="288290" y="0"/>
                  </a:lnTo>
                  <a:close/>
                </a:path>
              </a:pathLst>
            </a:custGeom>
            <a:solidFill>
              <a:srgbClr val="020100"/>
            </a:solidFill>
          </p:spPr>
          <p:txBody>
            <a:bodyPr wrap="square" lIns="0" tIns="0" rIns="0" bIns="0" rtlCol="0"/>
            <a:lstStyle/>
            <a:p/>
          </p:txBody>
        </p:sp>
        <p:sp>
          <p:nvSpPr>
            <p:cNvPr id="888" name="object 888"/>
            <p:cNvSpPr/>
            <p:nvPr/>
          </p:nvSpPr>
          <p:spPr>
            <a:xfrm>
              <a:off x="5417820" y="2749549"/>
              <a:ext cx="288290" cy="6350"/>
            </a:xfrm>
            <a:custGeom>
              <a:avLst/>
              <a:gdLst/>
              <a:ahLst/>
              <a:cxnLst/>
              <a:rect l="l" t="t" r="r" b="b"/>
              <a:pathLst>
                <a:path w="288289" h="6350">
                  <a:moveTo>
                    <a:pt x="281940" y="5080"/>
                  </a:moveTo>
                  <a:lnTo>
                    <a:pt x="0" y="5080"/>
                  </a:lnTo>
                  <a:lnTo>
                    <a:pt x="0" y="6350"/>
                  </a:lnTo>
                  <a:lnTo>
                    <a:pt x="281940" y="6350"/>
                  </a:lnTo>
                  <a:lnTo>
                    <a:pt x="281940" y="5080"/>
                  </a:lnTo>
                  <a:close/>
                </a:path>
                <a:path w="288289" h="6350">
                  <a:moveTo>
                    <a:pt x="288290" y="2540"/>
                  </a:moveTo>
                  <a:lnTo>
                    <a:pt x="0" y="2540"/>
                  </a:lnTo>
                  <a:lnTo>
                    <a:pt x="0" y="3810"/>
                  </a:lnTo>
                  <a:lnTo>
                    <a:pt x="287020" y="3810"/>
                  </a:lnTo>
                  <a:lnTo>
                    <a:pt x="287020" y="5080"/>
                  </a:lnTo>
                  <a:lnTo>
                    <a:pt x="288290" y="5080"/>
                  </a:lnTo>
                  <a:lnTo>
                    <a:pt x="288290" y="3810"/>
                  </a:lnTo>
                  <a:lnTo>
                    <a:pt x="288290" y="2540"/>
                  </a:lnTo>
                  <a:close/>
                </a:path>
                <a:path w="288289" h="6350">
                  <a:moveTo>
                    <a:pt x="288290" y="0"/>
                  </a:moveTo>
                  <a:lnTo>
                    <a:pt x="0" y="0"/>
                  </a:lnTo>
                  <a:lnTo>
                    <a:pt x="0" y="1270"/>
                  </a:lnTo>
                  <a:lnTo>
                    <a:pt x="288290" y="1270"/>
                  </a:lnTo>
                  <a:lnTo>
                    <a:pt x="288290" y="0"/>
                  </a:lnTo>
                  <a:close/>
                </a:path>
              </a:pathLst>
            </a:custGeom>
            <a:solidFill>
              <a:srgbClr val="040300"/>
            </a:solidFill>
          </p:spPr>
          <p:txBody>
            <a:bodyPr wrap="square" lIns="0" tIns="0" rIns="0" bIns="0" rtlCol="0"/>
            <a:lstStyle/>
            <a:p/>
          </p:txBody>
        </p:sp>
        <p:sp>
          <p:nvSpPr>
            <p:cNvPr id="889" name="object 889"/>
            <p:cNvSpPr/>
            <p:nvPr/>
          </p:nvSpPr>
          <p:spPr>
            <a:xfrm>
              <a:off x="5417820" y="2755899"/>
              <a:ext cx="281940" cy="7620"/>
            </a:xfrm>
            <a:custGeom>
              <a:avLst/>
              <a:gdLst/>
              <a:ahLst/>
              <a:cxnLst/>
              <a:rect l="l" t="t" r="r" b="b"/>
              <a:pathLst>
                <a:path w="281939" h="7619">
                  <a:moveTo>
                    <a:pt x="252730" y="5080"/>
                  </a:moveTo>
                  <a:lnTo>
                    <a:pt x="0" y="5080"/>
                  </a:lnTo>
                  <a:lnTo>
                    <a:pt x="0" y="7620"/>
                  </a:lnTo>
                  <a:lnTo>
                    <a:pt x="252730" y="7620"/>
                  </a:lnTo>
                  <a:lnTo>
                    <a:pt x="252730" y="5080"/>
                  </a:lnTo>
                  <a:close/>
                </a:path>
                <a:path w="281939" h="7619">
                  <a:moveTo>
                    <a:pt x="271780" y="2540"/>
                  </a:moveTo>
                  <a:lnTo>
                    <a:pt x="0" y="2540"/>
                  </a:lnTo>
                  <a:lnTo>
                    <a:pt x="0" y="3810"/>
                  </a:lnTo>
                  <a:lnTo>
                    <a:pt x="260350" y="3810"/>
                  </a:lnTo>
                  <a:lnTo>
                    <a:pt x="260350" y="5080"/>
                  </a:lnTo>
                  <a:lnTo>
                    <a:pt x="264160" y="5080"/>
                  </a:lnTo>
                  <a:lnTo>
                    <a:pt x="264160" y="3810"/>
                  </a:lnTo>
                  <a:lnTo>
                    <a:pt x="271780" y="3810"/>
                  </a:lnTo>
                  <a:lnTo>
                    <a:pt x="271780" y="2540"/>
                  </a:lnTo>
                  <a:close/>
                </a:path>
                <a:path w="281939" h="7619">
                  <a:moveTo>
                    <a:pt x="281940" y="0"/>
                  </a:moveTo>
                  <a:lnTo>
                    <a:pt x="0" y="0"/>
                  </a:lnTo>
                  <a:lnTo>
                    <a:pt x="0" y="1270"/>
                  </a:lnTo>
                  <a:lnTo>
                    <a:pt x="271780" y="1270"/>
                  </a:lnTo>
                  <a:lnTo>
                    <a:pt x="271780" y="2540"/>
                  </a:lnTo>
                  <a:lnTo>
                    <a:pt x="276860" y="2540"/>
                  </a:lnTo>
                  <a:lnTo>
                    <a:pt x="276860" y="1270"/>
                  </a:lnTo>
                  <a:lnTo>
                    <a:pt x="281940" y="1270"/>
                  </a:lnTo>
                  <a:lnTo>
                    <a:pt x="281940" y="0"/>
                  </a:lnTo>
                  <a:close/>
                </a:path>
              </a:pathLst>
            </a:custGeom>
            <a:solidFill>
              <a:srgbClr val="060400"/>
            </a:solidFill>
          </p:spPr>
          <p:txBody>
            <a:bodyPr wrap="square" lIns="0" tIns="0" rIns="0" bIns="0" rtlCol="0"/>
            <a:lstStyle/>
            <a:p/>
          </p:txBody>
        </p:sp>
        <p:sp>
          <p:nvSpPr>
            <p:cNvPr id="890" name="object 890"/>
            <p:cNvSpPr/>
            <p:nvPr/>
          </p:nvSpPr>
          <p:spPr>
            <a:xfrm>
              <a:off x="5417820" y="2763519"/>
              <a:ext cx="250190" cy="7620"/>
            </a:xfrm>
            <a:custGeom>
              <a:avLst/>
              <a:gdLst/>
              <a:ahLst/>
              <a:cxnLst/>
              <a:rect l="l" t="t" r="r" b="b"/>
              <a:pathLst>
                <a:path w="250189" h="7619">
                  <a:moveTo>
                    <a:pt x="17780" y="0"/>
                  </a:moveTo>
                  <a:lnTo>
                    <a:pt x="0" y="0"/>
                  </a:lnTo>
                  <a:lnTo>
                    <a:pt x="0" y="1270"/>
                  </a:lnTo>
                  <a:lnTo>
                    <a:pt x="17780" y="1270"/>
                  </a:lnTo>
                  <a:lnTo>
                    <a:pt x="17780" y="0"/>
                  </a:lnTo>
                  <a:close/>
                </a:path>
                <a:path w="250189" h="7619">
                  <a:moveTo>
                    <a:pt x="234950" y="3810"/>
                  </a:moveTo>
                  <a:lnTo>
                    <a:pt x="49530" y="3810"/>
                  </a:lnTo>
                  <a:lnTo>
                    <a:pt x="49530" y="6350"/>
                  </a:lnTo>
                  <a:lnTo>
                    <a:pt x="55880" y="6350"/>
                  </a:lnTo>
                  <a:lnTo>
                    <a:pt x="55880" y="7620"/>
                  </a:lnTo>
                  <a:lnTo>
                    <a:pt x="59690" y="7620"/>
                  </a:lnTo>
                  <a:lnTo>
                    <a:pt x="59690" y="6350"/>
                  </a:lnTo>
                  <a:lnTo>
                    <a:pt x="227330" y="6350"/>
                  </a:lnTo>
                  <a:lnTo>
                    <a:pt x="227330" y="7620"/>
                  </a:lnTo>
                  <a:lnTo>
                    <a:pt x="232410" y="7620"/>
                  </a:lnTo>
                  <a:lnTo>
                    <a:pt x="232410" y="6350"/>
                  </a:lnTo>
                  <a:lnTo>
                    <a:pt x="234950" y="6350"/>
                  </a:lnTo>
                  <a:lnTo>
                    <a:pt x="234950" y="3810"/>
                  </a:lnTo>
                  <a:close/>
                </a:path>
                <a:path w="250189" h="7619">
                  <a:moveTo>
                    <a:pt x="243840" y="1270"/>
                  </a:moveTo>
                  <a:lnTo>
                    <a:pt x="17780" y="1270"/>
                  </a:lnTo>
                  <a:lnTo>
                    <a:pt x="17780" y="2540"/>
                  </a:lnTo>
                  <a:lnTo>
                    <a:pt x="34290" y="2540"/>
                  </a:lnTo>
                  <a:lnTo>
                    <a:pt x="34290" y="3810"/>
                  </a:lnTo>
                  <a:lnTo>
                    <a:pt x="45720" y="3810"/>
                  </a:lnTo>
                  <a:lnTo>
                    <a:pt x="45720" y="2540"/>
                  </a:lnTo>
                  <a:lnTo>
                    <a:pt x="238760" y="2540"/>
                  </a:lnTo>
                  <a:lnTo>
                    <a:pt x="238760" y="3810"/>
                  </a:lnTo>
                  <a:lnTo>
                    <a:pt x="241300" y="3810"/>
                  </a:lnTo>
                  <a:lnTo>
                    <a:pt x="241300" y="2540"/>
                  </a:lnTo>
                  <a:lnTo>
                    <a:pt x="243840" y="2540"/>
                  </a:lnTo>
                  <a:lnTo>
                    <a:pt x="243840" y="1270"/>
                  </a:lnTo>
                  <a:close/>
                </a:path>
                <a:path w="250189" h="7619">
                  <a:moveTo>
                    <a:pt x="250190" y="0"/>
                  </a:moveTo>
                  <a:lnTo>
                    <a:pt x="243840" y="0"/>
                  </a:lnTo>
                  <a:lnTo>
                    <a:pt x="243840" y="1270"/>
                  </a:lnTo>
                  <a:lnTo>
                    <a:pt x="250190" y="1270"/>
                  </a:lnTo>
                  <a:lnTo>
                    <a:pt x="250190" y="0"/>
                  </a:lnTo>
                  <a:close/>
                </a:path>
              </a:pathLst>
            </a:custGeom>
            <a:solidFill>
              <a:srgbClr val="080600"/>
            </a:solidFill>
          </p:spPr>
          <p:txBody>
            <a:bodyPr wrap="square" lIns="0" tIns="0" rIns="0" bIns="0" rtlCol="0"/>
            <a:lstStyle/>
            <a:p/>
          </p:txBody>
        </p:sp>
        <p:sp>
          <p:nvSpPr>
            <p:cNvPr id="891" name="object 891"/>
            <p:cNvSpPr/>
            <p:nvPr/>
          </p:nvSpPr>
          <p:spPr>
            <a:xfrm>
              <a:off x="5477510" y="2771139"/>
              <a:ext cx="167640" cy="6350"/>
            </a:xfrm>
            <a:custGeom>
              <a:avLst/>
              <a:gdLst/>
              <a:ahLst/>
              <a:cxnLst/>
              <a:rect l="l" t="t" r="r" b="b"/>
              <a:pathLst>
                <a:path w="167639" h="6350">
                  <a:moveTo>
                    <a:pt x="161290" y="2540"/>
                  </a:moveTo>
                  <a:lnTo>
                    <a:pt x="8890" y="2540"/>
                  </a:lnTo>
                  <a:lnTo>
                    <a:pt x="8890" y="5080"/>
                  </a:lnTo>
                  <a:lnTo>
                    <a:pt x="12700" y="5080"/>
                  </a:lnTo>
                  <a:lnTo>
                    <a:pt x="12700" y="6350"/>
                  </a:lnTo>
                  <a:lnTo>
                    <a:pt x="15240" y="6350"/>
                  </a:lnTo>
                  <a:lnTo>
                    <a:pt x="15240" y="5080"/>
                  </a:lnTo>
                  <a:lnTo>
                    <a:pt x="156210" y="5080"/>
                  </a:lnTo>
                  <a:lnTo>
                    <a:pt x="156210" y="6350"/>
                  </a:lnTo>
                  <a:lnTo>
                    <a:pt x="158750" y="6350"/>
                  </a:lnTo>
                  <a:lnTo>
                    <a:pt x="158750" y="5080"/>
                  </a:lnTo>
                  <a:lnTo>
                    <a:pt x="161290" y="5080"/>
                  </a:lnTo>
                  <a:lnTo>
                    <a:pt x="161290" y="2540"/>
                  </a:lnTo>
                  <a:close/>
                </a:path>
                <a:path w="167639" h="6350">
                  <a:moveTo>
                    <a:pt x="167640" y="0"/>
                  </a:moveTo>
                  <a:lnTo>
                    <a:pt x="0" y="0"/>
                  </a:lnTo>
                  <a:lnTo>
                    <a:pt x="0" y="1270"/>
                  </a:lnTo>
                  <a:lnTo>
                    <a:pt x="2540" y="1270"/>
                  </a:lnTo>
                  <a:lnTo>
                    <a:pt x="2540" y="2540"/>
                  </a:lnTo>
                  <a:lnTo>
                    <a:pt x="6350" y="2540"/>
                  </a:lnTo>
                  <a:lnTo>
                    <a:pt x="6350" y="1270"/>
                  </a:lnTo>
                  <a:lnTo>
                    <a:pt x="163830" y="1270"/>
                  </a:lnTo>
                  <a:lnTo>
                    <a:pt x="163830" y="2540"/>
                  </a:lnTo>
                  <a:lnTo>
                    <a:pt x="166370" y="2540"/>
                  </a:lnTo>
                  <a:lnTo>
                    <a:pt x="166370" y="1270"/>
                  </a:lnTo>
                  <a:lnTo>
                    <a:pt x="167640" y="1270"/>
                  </a:lnTo>
                  <a:lnTo>
                    <a:pt x="167640" y="0"/>
                  </a:lnTo>
                  <a:close/>
                </a:path>
              </a:pathLst>
            </a:custGeom>
            <a:solidFill>
              <a:srgbClr val="0A0700"/>
            </a:solidFill>
          </p:spPr>
          <p:txBody>
            <a:bodyPr wrap="square" lIns="0" tIns="0" rIns="0" bIns="0" rtlCol="0"/>
            <a:lstStyle/>
            <a:p/>
          </p:txBody>
        </p:sp>
        <p:sp>
          <p:nvSpPr>
            <p:cNvPr id="892" name="object 892"/>
            <p:cNvSpPr/>
            <p:nvPr/>
          </p:nvSpPr>
          <p:spPr>
            <a:xfrm>
              <a:off x="5492750" y="2777489"/>
              <a:ext cx="140970" cy="7620"/>
            </a:xfrm>
            <a:custGeom>
              <a:avLst/>
              <a:gdLst/>
              <a:ahLst/>
              <a:cxnLst/>
              <a:rect l="l" t="t" r="r" b="b"/>
              <a:pathLst>
                <a:path w="140970" h="7619">
                  <a:moveTo>
                    <a:pt x="133350" y="6350"/>
                  </a:moveTo>
                  <a:lnTo>
                    <a:pt x="11430" y="6350"/>
                  </a:lnTo>
                  <a:lnTo>
                    <a:pt x="11430" y="7620"/>
                  </a:lnTo>
                  <a:lnTo>
                    <a:pt x="133350" y="7620"/>
                  </a:lnTo>
                  <a:lnTo>
                    <a:pt x="133350" y="6350"/>
                  </a:lnTo>
                  <a:close/>
                </a:path>
                <a:path w="140970" h="7619">
                  <a:moveTo>
                    <a:pt x="135890" y="2540"/>
                  </a:moveTo>
                  <a:lnTo>
                    <a:pt x="8890" y="2540"/>
                  </a:lnTo>
                  <a:lnTo>
                    <a:pt x="8890" y="5080"/>
                  </a:lnTo>
                  <a:lnTo>
                    <a:pt x="10160" y="5080"/>
                  </a:lnTo>
                  <a:lnTo>
                    <a:pt x="10160" y="6350"/>
                  </a:lnTo>
                  <a:lnTo>
                    <a:pt x="11430" y="6350"/>
                  </a:lnTo>
                  <a:lnTo>
                    <a:pt x="11430" y="5080"/>
                  </a:lnTo>
                  <a:lnTo>
                    <a:pt x="133350" y="5080"/>
                  </a:lnTo>
                  <a:lnTo>
                    <a:pt x="133350" y="6350"/>
                  </a:lnTo>
                  <a:lnTo>
                    <a:pt x="134620" y="6350"/>
                  </a:lnTo>
                  <a:lnTo>
                    <a:pt x="134620" y="5080"/>
                  </a:lnTo>
                  <a:lnTo>
                    <a:pt x="135890" y="5080"/>
                  </a:lnTo>
                  <a:lnTo>
                    <a:pt x="135890" y="2540"/>
                  </a:lnTo>
                  <a:close/>
                </a:path>
                <a:path w="140970" h="7619">
                  <a:moveTo>
                    <a:pt x="140970" y="0"/>
                  </a:moveTo>
                  <a:lnTo>
                    <a:pt x="0" y="0"/>
                  </a:lnTo>
                  <a:lnTo>
                    <a:pt x="0" y="1270"/>
                  </a:lnTo>
                  <a:lnTo>
                    <a:pt x="3810" y="1270"/>
                  </a:lnTo>
                  <a:lnTo>
                    <a:pt x="3810" y="2540"/>
                  </a:lnTo>
                  <a:lnTo>
                    <a:pt x="6350" y="2540"/>
                  </a:lnTo>
                  <a:lnTo>
                    <a:pt x="6350" y="1270"/>
                  </a:lnTo>
                  <a:lnTo>
                    <a:pt x="138430" y="1270"/>
                  </a:lnTo>
                  <a:lnTo>
                    <a:pt x="138430" y="2540"/>
                  </a:lnTo>
                  <a:lnTo>
                    <a:pt x="139700" y="2540"/>
                  </a:lnTo>
                  <a:lnTo>
                    <a:pt x="139700" y="1270"/>
                  </a:lnTo>
                  <a:lnTo>
                    <a:pt x="140970" y="1270"/>
                  </a:lnTo>
                  <a:lnTo>
                    <a:pt x="140970" y="0"/>
                  </a:lnTo>
                  <a:close/>
                </a:path>
              </a:pathLst>
            </a:custGeom>
            <a:solidFill>
              <a:srgbClr val="0C0900"/>
            </a:solidFill>
          </p:spPr>
          <p:txBody>
            <a:bodyPr wrap="square" lIns="0" tIns="0" rIns="0" bIns="0" rtlCol="0"/>
            <a:lstStyle/>
            <a:p/>
          </p:txBody>
        </p:sp>
        <p:sp>
          <p:nvSpPr>
            <p:cNvPr id="893" name="object 893"/>
            <p:cNvSpPr/>
            <p:nvPr/>
          </p:nvSpPr>
          <p:spPr>
            <a:xfrm>
              <a:off x="5506720" y="2785109"/>
              <a:ext cx="118110" cy="7620"/>
            </a:xfrm>
            <a:custGeom>
              <a:avLst/>
              <a:gdLst/>
              <a:ahLst/>
              <a:cxnLst/>
              <a:rect l="l" t="t" r="r" b="b"/>
              <a:pathLst>
                <a:path w="118110" h="7619">
                  <a:moveTo>
                    <a:pt x="1270" y="0"/>
                  </a:moveTo>
                  <a:lnTo>
                    <a:pt x="0" y="0"/>
                  </a:lnTo>
                  <a:lnTo>
                    <a:pt x="0" y="1270"/>
                  </a:lnTo>
                  <a:lnTo>
                    <a:pt x="1270" y="1270"/>
                  </a:lnTo>
                  <a:lnTo>
                    <a:pt x="1270" y="0"/>
                  </a:lnTo>
                  <a:close/>
                </a:path>
                <a:path w="118110" h="7619">
                  <a:moveTo>
                    <a:pt x="113030" y="5080"/>
                  </a:moveTo>
                  <a:lnTo>
                    <a:pt x="6350" y="5080"/>
                  </a:lnTo>
                  <a:lnTo>
                    <a:pt x="6350" y="6350"/>
                  </a:lnTo>
                  <a:lnTo>
                    <a:pt x="7620" y="6350"/>
                  </a:lnTo>
                  <a:lnTo>
                    <a:pt x="7620" y="7620"/>
                  </a:lnTo>
                  <a:lnTo>
                    <a:pt x="8890" y="7620"/>
                  </a:lnTo>
                  <a:lnTo>
                    <a:pt x="8890" y="6350"/>
                  </a:lnTo>
                  <a:lnTo>
                    <a:pt x="113030" y="6350"/>
                  </a:lnTo>
                  <a:lnTo>
                    <a:pt x="113030" y="5080"/>
                  </a:lnTo>
                  <a:close/>
                </a:path>
                <a:path w="118110" h="7619">
                  <a:moveTo>
                    <a:pt x="115570" y="1270"/>
                  </a:moveTo>
                  <a:lnTo>
                    <a:pt x="2540" y="1270"/>
                  </a:lnTo>
                  <a:lnTo>
                    <a:pt x="2540" y="3810"/>
                  </a:lnTo>
                  <a:lnTo>
                    <a:pt x="5080" y="3810"/>
                  </a:lnTo>
                  <a:lnTo>
                    <a:pt x="5080" y="5080"/>
                  </a:lnTo>
                  <a:lnTo>
                    <a:pt x="6350" y="5080"/>
                  </a:lnTo>
                  <a:lnTo>
                    <a:pt x="6350" y="3810"/>
                  </a:lnTo>
                  <a:lnTo>
                    <a:pt x="113030" y="3810"/>
                  </a:lnTo>
                  <a:lnTo>
                    <a:pt x="113030" y="5080"/>
                  </a:lnTo>
                  <a:lnTo>
                    <a:pt x="114300" y="5080"/>
                  </a:lnTo>
                  <a:lnTo>
                    <a:pt x="114300" y="3810"/>
                  </a:lnTo>
                  <a:lnTo>
                    <a:pt x="115570" y="3810"/>
                  </a:lnTo>
                  <a:lnTo>
                    <a:pt x="115570" y="1270"/>
                  </a:lnTo>
                  <a:close/>
                </a:path>
                <a:path w="118110" h="7619">
                  <a:moveTo>
                    <a:pt x="118110" y="0"/>
                  </a:moveTo>
                  <a:lnTo>
                    <a:pt x="116840" y="0"/>
                  </a:lnTo>
                  <a:lnTo>
                    <a:pt x="116840" y="1270"/>
                  </a:lnTo>
                  <a:lnTo>
                    <a:pt x="118110" y="1270"/>
                  </a:lnTo>
                  <a:lnTo>
                    <a:pt x="118110" y="0"/>
                  </a:lnTo>
                  <a:close/>
                </a:path>
              </a:pathLst>
            </a:custGeom>
            <a:solidFill>
              <a:srgbClr val="0E0A00"/>
            </a:solidFill>
          </p:spPr>
          <p:txBody>
            <a:bodyPr wrap="square" lIns="0" tIns="0" rIns="0" bIns="0" rtlCol="0"/>
            <a:lstStyle/>
            <a:p/>
          </p:txBody>
        </p:sp>
        <p:sp>
          <p:nvSpPr>
            <p:cNvPr id="894" name="object 894"/>
            <p:cNvSpPr/>
            <p:nvPr/>
          </p:nvSpPr>
          <p:spPr>
            <a:xfrm>
              <a:off x="5516880" y="2792729"/>
              <a:ext cx="100330" cy="6350"/>
            </a:xfrm>
            <a:custGeom>
              <a:avLst/>
              <a:gdLst/>
              <a:ahLst/>
              <a:cxnLst/>
              <a:rect l="l" t="t" r="r" b="b"/>
              <a:pathLst>
                <a:path w="100329" h="6350">
                  <a:moveTo>
                    <a:pt x="97790" y="3810"/>
                  </a:moveTo>
                  <a:lnTo>
                    <a:pt x="2540" y="3810"/>
                  </a:lnTo>
                  <a:lnTo>
                    <a:pt x="2540" y="5080"/>
                  </a:lnTo>
                  <a:lnTo>
                    <a:pt x="2540" y="6350"/>
                  </a:lnTo>
                  <a:lnTo>
                    <a:pt x="3810" y="6350"/>
                  </a:lnTo>
                  <a:lnTo>
                    <a:pt x="3810" y="5080"/>
                  </a:lnTo>
                  <a:lnTo>
                    <a:pt x="96520" y="5080"/>
                  </a:lnTo>
                  <a:lnTo>
                    <a:pt x="96520" y="6350"/>
                  </a:lnTo>
                  <a:lnTo>
                    <a:pt x="97790" y="6350"/>
                  </a:lnTo>
                  <a:lnTo>
                    <a:pt x="97790" y="5080"/>
                  </a:lnTo>
                  <a:lnTo>
                    <a:pt x="97790" y="3810"/>
                  </a:lnTo>
                  <a:close/>
                </a:path>
                <a:path w="100329" h="6350">
                  <a:moveTo>
                    <a:pt x="100317" y="0"/>
                  </a:moveTo>
                  <a:lnTo>
                    <a:pt x="0" y="0"/>
                  </a:lnTo>
                  <a:lnTo>
                    <a:pt x="0" y="2540"/>
                  </a:lnTo>
                  <a:lnTo>
                    <a:pt x="1270" y="2540"/>
                  </a:lnTo>
                  <a:lnTo>
                    <a:pt x="1270" y="3810"/>
                  </a:lnTo>
                  <a:lnTo>
                    <a:pt x="2540" y="3810"/>
                  </a:lnTo>
                  <a:lnTo>
                    <a:pt x="2540" y="2540"/>
                  </a:lnTo>
                  <a:lnTo>
                    <a:pt x="97790" y="2540"/>
                  </a:lnTo>
                  <a:lnTo>
                    <a:pt x="97790" y="3810"/>
                  </a:lnTo>
                  <a:lnTo>
                    <a:pt x="99060" y="3810"/>
                  </a:lnTo>
                  <a:lnTo>
                    <a:pt x="99060" y="2540"/>
                  </a:lnTo>
                  <a:lnTo>
                    <a:pt x="100317" y="2540"/>
                  </a:lnTo>
                  <a:lnTo>
                    <a:pt x="100317" y="0"/>
                  </a:lnTo>
                  <a:close/>
                </a:path>
              </a:pathLst>
            </a:custGeom>
            <a:solidFill>
              <a:srgbClr val="100C00"/>
            </a:solidFill>
          </p:spPr>
          <p:txBody>
            <a:bodyPr wrap="square" lIns="0" tIns="0" rIns="0" bIns="0" rtlCol="0"/>
            <a:lstStyle/>
            <a:p/>
          </p:txBody>
        </p:sp>
        <p:sp>
          <p:nvSpPr>
            <p:cNvPr id="895" name="object 895"/>
            <p:cNvSpPr/>
            <p:nvPr/>
          </p:nvSpPr>
          <p:spPr>
            <a:xfrm>
              <a:off x="5521960" y="2799079"/>
              <a:ext cx="90170" cy="7620"/>
            </a:xfrm>
            <a:custGeom>
              <a:avLst/>
              <a:gdLst/>
              <a:ahLst/>
              <a:cxnLst/>
              <a:rect l="l" t="t" r="r" b="b"/>
              <a:pathLst>
                <a:path w="90170" h="7619">
                  <a:moveTo>
                    <a:pt x="86360" y="6350"/>
                  </a:moveTo>
                  <a:lnTo>
                    <a:pt x="3810" y="6350"/>
                  </a:lnTo>
                  <a:lnTo>
                    <a:pt x="3810" y="7620"/>
                  </a:lnTo>
                  <a:lnTo>
                    <a:pt x="86360" y="7620"/>
                  </a:lnTo>
                  <a:lnTo>
                    <a:pt x="86360" y="6350"/>
                  </a:lnTo>
                  <a:close/>
                </a:path>
                <a:path w="90170" h="7619">
                  <a:moveTo>
                    <a:pt x="90170" y="0"/>
                  </a:moveTo>
                  <a:lnTo>
                    <a:pt x="0" y="0"/>
                  </a:lnTo>
                  <a:lnTo>
                    <a:pt x="0" y="2540"/>
                  </a:lnTo>
                  <a:lnTo>
                    <a:pt x="88887" y="2540"/>
                  </a:lnTo>
                  <a:lnTo>
                    <a:pt x="88887" y="3810"/>
                  </a:lnTo>
                  <a:lnTo>
                    <a:pt x="1270" y="3810"/>
                  </a:lnTo>
                  <a:lnTo>
                    <a:pt x="1270" y="5080"/>
                  </a:lnTo>
                  <a:lnTo>
                    <a:pt x="2540" y="5080"/>
                  </a:lnTo>
                  <a:lnTo>
                    <a:pt x="2540" y="6350"/>
                  </a:lnTo>
                  <a:lnTo>
                    <a:pt x="3810" y="6350"/>
                  </a:lnTo>
                  <a:lnTo>
                    <a:pt x="3810" y="5080"/>
                  </a:lnTo>
                  <a:lnTo>
                    <a:pt x="87630" y="5080"/>
                  </a:lnTo>
                  <a:lnTo>
                    <a:pt x="87630" y="6350"/>
                  </a:lnTo>
                  <a:lnTo>
                    <a:pt x="88900" y="6350"/>
                  </a:lnTo>
                  <a:lnTo>
                    <a:pt x="88900" y="5080"/>
                  </a:lnTo>
                  <a:lnTo>
                    <a:pt x="88900" y="3810"/>
                  </a:lnTo>
                  <a:lnTo>
                    <a:pt x="90170" y="3810"/>
                  </a:lnTo>
                  <a:lnTo>
                    <a:pt x="90170" y="2540"/>
                  </a:lnTo>
                  <a:lnTo>
                    <a:pt x="90170" y="0"/>
                  </a:lnTo>
                  <a:close/>
                </a:path>
              </a:pathLst>
            </a:custGeom>
            <a:solidFill>
              <a:srgbClr val="120D00"/>
            </a:solidFill>
          </p:spPr>
          <p:txBody>
            <a:bodyPr wrap="square" lIns="0" tIns="0" rIns="0" bIns="0" rtlCol="0"/>
            <a:lstStyle/>
            <a:p/>
          </p:txBody>
        </p:sp>
        <p:sp>
          <p:nvSpPr>
            <p:cNvPr id="896" name="object 896"/>
            <p:cNvSpPr/>
            <p:nvPr/>
          </p:nvSpPr>
          <p:spPr>
            <a:xfrm>
              <a:off x="5525770" y="2806699"/>
              <a:ext cx="82550" cy="7620"/>
            </a:xfrm>
            <a:custGeom>
              <a:avLst/>
              <a:gdLst/>
              <a:ahLst/>
              <a:cxnLst/>
              <a:rect l="l" t="t" r="r" b="b"/>
              <a:pathLst>
                <a:path w="82550" h="7619">
                  <a:moveTo>
                    <a:pt x="80010" y="5080"/>
                  </a:moveTo>
                  <a:lnTo>
                    <a:pt x="3810" y="5080"/>
                  </a:lnTo>
                  <a:lnTo>
                    <a:pt x="3810" y="7620"/>
                  </a:lnTo>
                  <a:lnTo>
                    <a:pt x="80010" y="7620"/>
                  </a:lnTo>
                  <a:lnTo>
                    <a:pt x="80010" y="5080"/>
                  </a:lnTo>
                  <a:close/>
                </a:path>
                <a:path w="82550" h="7619">
                  <a:moveTo>
                    <a:pt x="81280" y="2540"/>
                  </a:moveTo>
                  <a:lnTo>
                    <a:pt x="1270" y="2540"/>
                  </a:lnTo>
                  <a:lnTo>
                    <a:pt x="1270" y="3810"/>
                  </a:lnTo>
                  <a:lnTo>
                    <a:pt x="80010" y="3810"/>
                  </a:lnTo>
                  <a:lnTo>
                    <a:pt x="80010" y="5080"/>
                  </a:lnTo>
                  <a:lnTo>
                    <a:pt x="81280" y="5080"/>
                  </a:lnTo>
                  <a:lnTo>
                    <a:pt x="81280" y="3810"/>
                  </a:lnTo>
                  <a:lnTo>
                    <a:pt x="81280" y="2540"/>
                  </a:lnTo>
                  <a:close/>
                </a:path>
                <a:path w="82550" h="7619">
                  <a:moveTo>
                    <a:pt x="82550" y="0"/>
                  </a:moveTo>
                  <a:lnTo>
                    <a:pt x="0" y="0"/>
                  </a:lnTo>
                  <a:lnTo>
                    <a:pt x="0" y="1270"/>
                  </a:lnTo>
                  <a:lnTo>
                    <a:pt x="81280" y="1270"/>
                  </a:lnTo>
                  <a:lnTo>
                    <a:pt x="81280" y="2540"/>
                  </a:lnTo>
                  <a:lnTo>
                    <a:pt x="82537" y="2540"/>
                  </a:lnTo>
                  <a:lnTo>
                    <a:pt x="82537" y="1270"/>
                  </a:lnTo>
                  <a:lnTo>
                    <a:pt x="82550" y="0"/>
                  </a:lnTo>
                  <a:close/>
                </a:path>
              </a:pathLst>
            </a:custGeom>
            <a:solidFill>
              <a:srgbClr val="140F00"/>
            </a:solidFill>
          </p:spPr>
          <p:txBody>
            <a:bodyPr wrap="square" lIns="0" tIns="0" rIns="0" bIns="0" rtlCol="0"/>
            <a:lstStyle/>
            <a:p/>
          </p:txBody>
        </p:sp>
        <p:sp>
          <p:nvSpPr>
            <p:cNvPr id="897" name="object 897"/>
            <p:cNvSpPr/>
            <p:nvPr/>
          </p:nvSpPr>
          <p:spPr>
            <a:xfrm>
              <a:off x="4960620" y="2747009"/>
              <a:ext cx="157480" cy="2540"/>
            </a:xfrm>
            <a:custGeom>
              <a:avLst/>
              <a:gdLst/>
              <a:ahLst/>
              <a:cxnLst/>
              <a:rect l="l" t="t" r="r" b="b"/>
              <a:pathLst>
                <a:path w="157479" h="2539">
                  <a:moveTo>
                    <a:pt x="157480" y="1270"/>
                  </a:moveTo>
                  <a:lnTo>
                    <a:pt x="156210" y="1270"/>
                  </a:lnTo>
                  <a:lnTo>
                    <a:pt x="156210" y="0"/>
                  </a:lnTo>
                  <a:lnTo>
                    <a:pt x="154940" y="0"/>
                  </a:lnTo>
                  <a:lnTo>
                    <a:pt x="154940" y="1270"/>
                  </a:lnTo>
                  <a:lnTo>
                    <a:pt x="153670" y="1270"/>
                  </a:lnTo>
                  <a:lnTo>
                    <a:pt x="153670" y="0"/>
                  </a:lnTo>
                  <a:lnTo>
                    <a:pt x="62230" y="0"/>
                  </a:lnTo>
                  <a:lnTo>
                    <a:pt x="62230" y="1270"/>
                  </a:lnTo>
                  <a:lnTo>
                    <a:pt x="0" y="1270"/>
                  </a:lnTo>
                  <a:lnTo>
                    <a:pt x="0" y="2540"/>
                  </a:lnTo>
                  <a:lnTo>
                    <a:pt x="157480" y="2540"/>
                  </a:lnTo>
                  <a:lnTo>
                    <a:pt x="157480" y="1270"/>
                  </a:lnTo>
                  <a:close/>
                </a:path>
              </a:pathLst>
            </a:custGeom>
            <a:solidFill>
              <a:srgbClr val="020100"/>
            </a:solidFill>
          </p:spPr>
          <p:txBody>
            <a:bodyPr wrap="square" lIns="0" tIns="0" rIns="0" bIns="0" rtlCol="0"/>
            <a:lstStyle/>
            <a:p/>
          </p:txBody>
        </p:sp>
        <p:sp>
          <p:nvSpPr>
            <p:cNvPr id="898" name="object 898"/>
            <p:cNvSpPr/>
            <p:nvPr/>
          </p:nvSpPr>
          <p:spPr>
            <a:xfrm>
              <a:off x="4805680" y="2749549"/>
              <a:ext cx="317500" cy="6350"/>
            </a:xfrm>
            <a:custGeom>
              <a:avLst/>
              <a:gdLst/>
              <a:ahLst/>
              <a:cxnLst/>
              <a:rect l="l" t="t" r="r" b="b"/>
              <a:pathLst>
                <a:path w="317500" h="6350">
                  <a:moveTo>
                    <a:pt x="312420" y="0"/>
                  </a:moveTo>
                  <a:lnTo>
                    <a:pt x="154940" y="0"/>
                  </a:lnTo>
                  <a:lnTo>
                    <a:pt x="154940" y="1270"/>
                  </a:lnTo>
                  <a:lnTo>
                    <a:pt x="312420" y="1270"/>
                  </a:lnTo>
                  <a:lnTo>
                    <a:pt x="312420" y="0"/>
                  </a:lnTo>
                  <a:close/>
                </a:path>
                <a:path w="317500" h="6350">
                  <a:moveTo>
                    <a:pt x="313677" y="1270"/>
                  </a:moveTo>
                  <a:lnTo>
                    <a:pt x="312420" y="1270"/>
                  </a:lnTo>
                  <a:lnTo>
                    <a:pt x="312420" y="2540"/>
                  </a:lnTo>
                  <a:lnTo>
                    <a:pt x="92710" y="2540"/>
                  </a:lnTo>
                  <a:lnTo>
                    <a:pt x="92710" y="1270"/>
                  </a:lnTo>
                  <a:lnTo>
                    <a:pt x="31750" y="1270"/>
                  </a:lnTo>
                  <a:lnTo>
                    <a:pt x="31750" y="2540"/>
                  </a:lnTo>
                  <a:lnTo>
                    <a:pt x="31750" y="3810"/>
                  </a:lnTo>
                  <a:lnTo>
                    <a:pt x="313677" y="3810"/>
                  </a:lnTo>
                  <a:lnTo>
                    <a:pt x="313677" y="2540"/>
                  </a:lnTo>
                  <a:lnTo>
                    <a:pt x="313677" y="1270"/>
                  </a:lnTo>
                  <a:close/>
                </a:path>
                <a:path w="317500" h="6350">
                  <a:moveTo>
                    <a:pt x="317500" y="5080"/>
                  </a:moveTo>
                  <a:lnTo>
                    <a:pt x="316217" y="5080"/>
                  </a:lnTo>
                  <a:lnTo>
                    <a:pt x="316217" y="3810"/>
                  </a:lnTo>
                  <a:lnTo>
                    <a:pt x="314960" y="3810"/>
                  </a:lnTo>
                  <a:lnTo>
                    <a:pt x="314960" y="5080"/>
                  </a:lnTo>
                  <a:lnTo>
                    <a:pt x="0" y="5080"/>
                  </a:lnTo>
                  <a:lnTo>
                    <a:pt x="0" y="6350"/>
                  </a:lnTo>
                  <a:lnTo>
                    <a:pt x="317500" y="6350"/>
                  </a:lnTo>
                  <a:lnTo>
                    <a:pt x="317500" y="5080"/>
                  </a:lnTo>
                  <a:close/>
                </a:path>
              </a:pathLst>
            </a:custGeom>
            <a:solidFill>
              <a:srgbClr val="040300"/>
            </a:solidFill>
          </p:spPr>
          <p:txBody>
            <a:bodyPr wrap="square" lIns="0" tIns="0" rIns="0" bIns="0" rtlCol="0"/>
            <a:lstStyle/>
            <a:p/>
          </p:txBody>
        </p:sp>
        <p:sp>
          <p:nvSpPr>
            <p:cNvPr id="899" name="object 899"/>
            <p:cNvSpPr/>
            <p:nvPr/>
          </p:nvSpPr>
          <p:spPr>
            <a:xfrm>
              <a:off x="4805680" y="2755899"/>
              <a:ext cx="322580" cy="7620"/>
            </a:xfrm>
            <a:custGeom>
              <a:avLst/>
              <a:gdLst/>
              <a:ahLst/>
              <a:cxnLst/>
              <a:rect l="l" t="t" r="r" b="b"/>
              <a:pathLst>
                <a:path w="322579" h="7619">
                  <a:moveTo>
                    <a:pt x="317500" y="0"/>
                  </a:moveTo>
                  <a:lnTo>
                    <a:pt x="0" y="0"/>
                  </a:lnTo>
                  <a:lnTo>
                    <a:pt x="0" y="1270"/>
                  </a:lnTo>
                  <a:lnTo>
                    <a:pt x="317500" y="1270"/>
                  </a:lnTo>
                  <a:lnTo>
                    <a:pt x="317500" y="0"/>
                  </a:lnTo>
                  <a:close/>
                </a:path>
                <a:path w="322579" h="7619">
                  <a:moveTo>
                    <a:pt x="318770" y="1270"/>
                  </a:moveTo>
                  <a:lnTo>
                    <a:pt x="317500" y="1270"/>
                  </a:lnTo>
                  <a:lnTo>
                    <a:pt x="317500" y="2540"/>
                  </a:lnTo>
                  <a:lnTo>
                    <a:pt x="0" y="2540"/>
                  </a:lnTo>
                  <a:lnTo>
                    <a:pt x="0" y="3810"/>
                  </a:lnTo>
                  <a:lnTo>
                    <a:pt x="318770" y="3810"/>
                  </a:lnTo>
                  <a:lnTo>
                    <a:pt x="318770" y="2540"/>
                  </a:lnTo>
                  <a:lnTo>
                    <a:pt x="318770" y="1270"/>
                  </a:lnTo>
                  <a:close/>
                </a:path>
                <a:path w="322579" h="7619">
                  <a:moveTo>
                    <a:pt x="322567" y="5080"/>
                  </a:moveTo>
                  <a:lnTo>
                    <a:pt x="321310" y="5080"/>
                  </a:lnTo>
                  <a:lnTo>
                    <a:pt x="321310" y="3810"/>
                  </a:lnTo>
                  <a:lnTo>
                    <a:pt x="320027" y="3810"/>
                  </a:lnTo>
                  <a:lnTo>
                    <a:pt x="320027" y="5080"/>
                  </a:lnTo>
                  <a:lnTo>
                    <a:pt x="0" y="5080"/>
                  </a:lnTo>
                  <a:lnTo>
                    <a:pt x="0" y="7620"/>
                  </a:lnTo>
                  <a:lnTo>
                    <a:pt x="322567" y="7620"/>
                  </a:lnTo>
                  <a:lnTo>
                    <a:pt x="322567" y="5080"/>
                  </a:lnTo>
                  <a:close/>
                </a:path>
              </a:pathLst>
            </a:custGeom>
            <a:solidFill>
              <a:srgbClr val="060400"/>
            </a:solidFill>
          </p:spPr>
          <p:txBody>
            <a:bodyPr wrap="square" lIns="0" tIns="0" rIns="0" bIns="0" rtlCol="0"/>
            <a:lstStyle/>
            <a:p/>
          </p:txBody>
        </p:sp>
        <p:sp>
          <p:nvSpPr>
            <p:cNvPr id="900" name="object 900"/>
            <p:cNvSpPr/>
            <p:nvPr/>
          </p:nvSpPr>
          <p:spPr>
            <a:xfrm>
              <a:off x="4805680" y="2763519"/>
              <a:ext cx="328930" cy="7620"/>
            </a:xfrm>
            <a:custGeom>
              <a:avLst/>
              <a:gdLst/>
              <a:ahLst/>
              <a:cxnLst/>
              <a:rect l="l" t="t" r="r" b="b"/>
              <a:pathLst>
                <a:path w="328929" h="7619">
                  <a:moveTo>
                    <a:pt x="323850" y="0"/>
                  </a:moveTo>
                  <a:lnTo>
                    <a:pt x="322567" y="0"/>
                  </a:lnTo>
                  <a:lnTo>
                    <a:pt x="322567" y="1270"/>
                  </a:lnTo>
                  <a:lnTo>
                    <a:pt x="0" y="1270"/>
                  </a:lnTo>
                  <a:lnTo>
                    <a:pt x="0" y="2540"/>
                  </a:lnTo>
                  <a:lnTo>
                    <a:pt x="323850" y="2540"/>
                  </a:lnTo>
                  <a:lnTo>
                    <a:pt x="323850" y="1270"/>
                  </a:lnTo>
                  <a:lnTo>
                    <a:pt x="323850" y="0"/>
                  </a:lnTo>
                  <a:close/>
                </a:path>
                <a:path w="328929" h="7619">
                  <a:moveTo>
                    <a:pt x="327660" y="3810"/>
                  </a:moveTo>
                  <a:lnTo>
                    <a:pt x="326377" y="3810"/>
                  </a:lnTo>
                  <a:lnTo>
                    <a:pt x="326377" y="2540"/>
                  </a:lnTo>
                  <a:lnTo>
                    <a:pt x="325120" y="2540"/>
                  </a:lnTo>
                  <a:lnTo>
                    <a:pt x="325120" y="3810"/>
                  </a:lnTo>
                  <a:lnTo>
                    <a:pt x="0" y="3810"/>
                  </a:lnTo>
                  <a:lnTo>
                    <a:pt x="0" y="6350"/>
                  </a:lnTo>
                  <a:lnTo>
                    <a:pt x="327660" y="6350"/>
                  </a:lnTo>
                  <a:lnTo>
                    <a:pt x="327660" y="3810"/>
                  </a:lnTo>
                  <a:close/>
                </a:path>
                <a:path w="328929" h="7619">
                  <a:moveTo>
                    <a:pt x="328917" y="6350"/>
                  </a:moveTo>
                  <a:lnTo>
                    <a:pt x="327660" y="6350"/>
                  </a:lnTo>
                  <a:lnTo>
                    <a:pt x="327660" y="7620"/>
                  </a:lnTo>
                  <a:lnTo>
                    <a:pt x="328917" y="7620"/>
                  </a:lnTo>
                  <a:lnTo>
                    <a:pt x="328917" y="6350"/>
                  </a:lnTo>
                  <a:close/>
                </a:path>
              </a:pathLst>
            </a:custGeom>
            <a:solidFill>
              <a:srgbClr val="080600"/>
            </a:solidFill>
          </p:spPr>
          <p:txBody>
            <a:bodyPr wrap="square" lIns="0" tIns="0" rIns="0" bIns="0" rtlCol="0"/>
            <a:lstStyle/>
            <a:p/>
          </p:txBody>
        </p:sp>
        <p:sp>
          <p:nvSpPr>
            <p:cNvPr id="901" name="object 901"/>
            <p:cNvSpPr/>
            <p:nvPr/>
          </p:nvSpPr>
          <p:spPr>
            <a:xfrm>
              <a:off x="4805680" y="2771139"/>
              <a:ext cx="334010" cy="6350"/>
            </a:xfrm>
            <a:custGeom>
              <a:avLst/>
              <a:gdLst/>
              <a:ahLst/>
              <a:cxnLst/>
              <a:rect l="l" t="t" r="r" b="b"/>
              <a:pathLst>
                <a:path w="334010" h="6350">
                  <a:moveTo>
                    <a:pt x="328917" y="0"/>
                  </a:moveTo>
                  <a:lnTo>
                    <a:pt x="0" y="0"/>
                  </a:lnTo>
                  <a:lnTo>
                    <a:pt x="0" y="1270"/>
                  </a:lnTo>
                  <a:lnTo>
                    <a:pt x="328917" y="1270"/>
                  </a:lnTo>
                  <a:lnTo>
                    <a:pt x="328917" y="0"/>
                  </a:lnTo>
                  <a:close/>
                </a:path>
                <a:path w="334010" h="6350">
                  <a:moveTo>
                    <a:pt x="331470" y="1270"/>
                  </a:moveTo>
                  <a:lnTo>
                    <a:pt x="330200" y="1270"/>
                  </a:lnTo>
                  <a:lnTo>
                    <a:pt x="330200" y="2540"/>
                  </a:lnTo>
                  <a:lnTo>
                    <a:pt x="0" y="2540"/>
                  </a:lnTo>
                  <a:lnTo>
                    <a:pt x="0" y="5080"/>
                  </a:lnTo>
                  <a:lnTo>
                    <a:pt x="331470" y="5080"/>
                  </a:lnTo>
                  <a:lnTo>
                    <a:pt x="331470" y="2540"/>
                  </a:lnTo>
                  <a:lnTo>
                    <a:pt x="331470" y="1270"/>
                  </a:lnTo>
                  <a:close/>
                </a:path>
                <a:path w="334010" h="6350">
                  <a:moveTo>
                    <a:pt x="334010" y="5080"/>
                  </a:moveTo>
                  <a:lnTo>
                    <a:pt x="332727" y="5080"/>
                  </a:lnTo>
                  <a:lnTo>
                    <a:pt x="332727" y="6350"/>
                  </a:lnTo>
                  <a:lnTo>
                    <a:pt x="334010" y="6350"/>
                  </a:lnTo>
                  <a:lnTo>
                    <a:pt x="334010" y="5080"/>
                  </a:lnTo>
                  <a:close/>
                </a:path>
              </a:pathLst>
            </a:custGeom>
            <a:solidFill>
              <a:srgbClr val="0A0700"/>
            </a:solidFill>
          </p:spPr>
          <p:txBody>
            <a:bodyPr wrap="square" lIns="0" tIns="0" rIns="0" bIns="0" rtlCol="0"/>
            <a:lstStyle/>
            <a:p/>
          </p:txBody>
        </p:sp>
        <p:sp>
          <p:nvSpPr>
            <p:cNvPr id="902" name="object 902"/>
            <p:cNvSpPr/>
            <p:nvPr/>
          </p:nvSpPr>
          <p:spPr>
            <a:xfrm>
              <a:off x="4805680" y="2777489"/>
              <a:ext cx="339090" cy="7620"/>
            </a:xfrm>
            <a:custGeom>
              <a:avLst/>
              <a:gdLst/>
              <a:ahLst/>
              <a:cxnLst/>
              <a:rect l="l" t="t" r="r" b="b"/>
              <a:pathLst>
                <a:path w="339089" h="7619">
                  <a:moveTo>
                    <a:pt x="334010" y="0"/>
                  </a:moveTo>
                  <a:lnTo>
                    <a:pt x="0" y="0"/>
                  </a:lnTo>
                  <a:lnTo>
                    <a:pt x="0" y="1270"/>
                  </a:lnTo>
                  <a:lnTo>
                    <a:pt x="0" y="2540"/>
                  </a:lnTo>
                  <a:lnTo>
                    <a:pt x="34290" y="2540"/>
                  </a:lnTo>
                  <a:lnTo>
                    <a:pt x="34290" y="1270"/>
                  </a:lnTo>
                  <a:lnTo>
                    <a:pt x="334010" y="1270"/>
                  </a:lnTo>
                  <a:lnTo>
                    <a:pt x="334010" y="0"/>
                  </a:lnTo>
                  <a:close/>
                </a:path>
                <a:path w="339089" h="7619">
                  <a:moveTo>
                    <a:pt x="336550" y="1270"/>
                  </a:moveTo>
                  <a:lnTo>
                    <a:pt x="335267" y="1270"/>
                  </a:lnTo>
                  <a:lnTo>
                    <a:pt x="335267" y="2540"/>
                  </a:lnTo>
                  <a:lnTo>
                    <a:pt x="41910" y="2540"/>
                  </a:lnTo>
                  <a:lnTo>
                    <a:pt x="41910" y="5080"/>
                  </a:lnTo>
                  <a:lnTo>
                    <a:pt x="46990" y="5080"/>
                  </a:lnTo>
                  <a:lnTo>
                    <a:pt x="46990" y="6350"/>
                  </a:lnTo>
                  <a:lnTo>
                    <a:pt x="49530" y="6350"/>
                  </a:lnTo>
                  <a:lnTo>
                    <a:pt x="49530" y="5080"/>
                  </a:lnTo>
                  <a:lnTo>
                    <a:pt x="336550" y="5080"/>
                  </a:lnTo>
                  <a:lnTo>
                    <a:pt x="336550" y="2540"/>
                  </a:lnTo>
                  <a:lnTo>
                    <a:pt x="336550" y="1270"/>
                  </a:lnTo>
                  <a:close/>
                </a:path>
                <a:path w="339089" h="7619">
                  <a:moveTo>
                    <a:pt x="339090" y="5080"/>
                  </a:moveTo>
                  <a:lnTo>
                    <a:pt x="337820" y="5080"/>
                  </a:lnTo>
                  <a:lnTo>
                    <a:pt x="337820" y="6350"/>
                  </a:lnTo>
                  <a:lnTo>
                    <a:pt x="49530" y="6350"/>
                  </a:lnTo>
                  <a:lnTo>
                    <a:pt x="49530" y="7620"/>
                  </a:lnTo>
                  <a:lnTo>
                    <a:pt x="339090" y="7620"/>
                  </a:lnTo>
                  <a:lnTo>
                    <a:pt x="339090" y="6350"/>
                  </a:lnTo>
                  <a:lnTo>
                    <a:pt x="339090" y="5080"/>
                  </a:lnTo>
                  <a:close/>
                </a:path>
              </a:pathLst>
            </a:custGeom>
            <a:solidFill>
              <a:srgbClr val="0C0900"/>
            </a:solidFill>
          </p:spPr>
          <p:txBody>
            <a:bodyPr wrap="square" lIns="0" tIns="0" rIns="0" bIns="0" rtlCol="0"/>
            <a:lstStyle/>
            <a:p/>
          </p:txBody>
        </p:sp>
        <p:sp>
          <p:nvSpPr>
            <p:cNvPr id="903" name="object 903"/>
            <p:cNvSpPr/>
            <p:nvPr/>
          </p:nvSpPr>
          <p:spPr>
            <a:xfrm>
              <a:off x="4861560" y="2785109"/>
              <a:ext cx="290830" cy="7620"/>
            </a:xfrm>
            <a:custGeom>
              <a:avLst/>
              <a:gdLst/>
              <a:ahLst/>
              <a:cxnLst/>
              <a:rect l="l" t="t" r="r" b="b"/>
              <a:pathLst>
                <a:path w="290829" h="7619">
                  <a:moveTo>
                    <a:pt x="3810" y="0"/>
                  </a:moveTo>
                  <a:lnTo>
                    <a:pt x="0" y="0"/>
                  </a:lnTo>
                  <a:lnTo>
                    <a:pt x="0" y="1270"/>
                  </a:lnTo>
                  <a:lnTo>
                    <a:pt x="3810" y="1270"/>
                  </a:lnTo>
                  <a:lnTo>
                    <a:pt x="3810" y="0"/>
                  </a:lnTo>
                  <a:close/>
                </a:path>
                <a:path w="290829" h="7619">
                  <a:moveTo>
                    <a:pt x="285750" y="0"/>
                  </a:moveTo>
                  <a:lnTo>
                    <a:pt x="284480" y="0"/>
                  </a:lnTo>
                  <a:lnTo>
                    <a:pt x="284480" y="1270"/>
                  </a:lnTo>
                  <a:lnTo>
                    <a:pt x="5080" y="1270"/>
                  </a:lnTo>
                  <a:lnTo>
                    <a:pt x="5080" y="3810"/>
                  </a:lnTo>
                  <a:lnTo>
                    <a:pt x="7620" y="3810"/>
                  </a:lnTo>
                  <a:lnTo>
                    <a:pt x="7620" y="5080"/>
                  </a:lnTo>
                  <a:lnTo>
                    <a:pt x="8890" y="5080"/>
                  </a:lnTo>
                  <a:lnTo>
                    <a:pt x="8890" y="3810"/>
                  </a:lnTo>
                  <a:lnTo>
                    <a:pt x="285750" y="3810"/>
                  </a:lnTo>
                  <a:lnTo>
                    <a:pt x="285750" y="1270"/>
                  </a:lnTo>
                  <a:lnTo>
                    <a:pt x="285750" y="0"/>
                  </a:lnTo>
                  <a:close/>
                </a:path>
                <a:path w="290829" h="7619">
                  <a:moveTo>
                    <a:pt x="288290" y="3810"/>
                  </a:moveTo>
                  <a:lnTo>
                    <a:pt x="287020" y="3810"/>
                  </a:lnTo>
                  <a:lnTo>
                    <a:pt x="287020" y="5080"/>
                  </a:lnTo>
                  <a:lnTo>
                    <a:pt x="8890" y="5080"/>
                  </a:lnTo>
                  <a:lnTo>
                    <a:pt x="8890" y="6350"/>
                  </a:lnTo>
                  <a:lnTo>
                    <a:pt x="10160" y="6350"/>
                  </a:lnTo>
                  <a:lnTo>
                    <a:pt x="10160" y="7620"/>
                  </a:lnTo>
                  <a:lnTo>
                    <a:pt x="12700" y="7620"/>
                  </a:lnTo>
                  <a:lnTo>
                    <a:pt x="12700" y="6350"/>
                  </a:lnTo>
                  <a:lnTo>
                    <a:pt x="288290" y="6350"/>
                  </a:lnTo>
                  <a:lnTo>
                    <a:pt x="288290" y="5080"/>
                  </a:lnTo>
                  <a:lnTo>
                    <a:pt x="288290" y="3810"/>
                  </a:lnTo>
                  <a:close/>
                </a:path>
                <a:path w="290829" h="7619">
                  <a:moveTo>
                    <a:pt x="290830" y="6350"/>
                  </a:moveTo>
                  <a:lnTo>
                    <a:pt x="289560" y="6350"/>
                  </a:lnTo>
                  <a:lnTo>
                    <a:pt x="289560" y="7620"/>
                  </a:lnTo>
                  <a:lnTo>
                    <a:pt x="290830" y="7620"/>
                  </a:lnTo>
                  <a:lnTo>
                    <a:pt x="290830" y="6350"/>
                  </a:lnTo>
                  <a:close/>
                </a:path>
              </a:pathLst>
            </a:custGeom>
            <a:solidFill>
              <a:srgbClr val="0E0A00"/>
            </a:solidFill>
          </p:spPr>
          <p:txBody>
            <a:bodyPr wrap="square" lIns="0" tIns="0" rIns="0" bIns="0" rtlCol="0"/>
            <a:lstStyle/>
            <a:p/>
          </p:txBody>
        </p:sp>
        <p:sp>
          <p:nvSpPr>
            <p:cNvPr id="904" name="object 904"/>
            <p:cNvSpPr/>
            <p:nvPr/>
          </p:nvSpPr>
          <p:spPr>
            <a:xfrm>
              <a:off x="4875530" y="2792729"/>
              <a:ext cx="281940" cy="6350"/>
            </a:xfrm>
            <a:custGeom>
              <a:avLst/>
              <a:gdLst/>
              <a:ahLst/>
              <a:cxnLst/>
              <a:rect l="l" t="t" r="r" b="b"/>
              <a:pathLst>
                <a:path w="281939" h="6350">
                  <a:moveTo>
                    <a:pt x="276860" y="0"/>
                  </a:moveTo>
                  <a:lnTo>
                    <a:pt x="0" y="0"/>
                  </a:lnTo>
                  <a:lnTo>
                    <a:pt x="0" y="2540"/>
                  </a:lnTo>
                  <a:lnTo>
                    <a:pt x="1270" y="2540"/>
                  </a:lnTo>
                  <a:lnTo>
                    <a:pt x="1270" y="3810"/>
                  </a:lnTo>
                  <a:lnTo>
                    <a:pt x="2540" y="3810"/>
                  </a:lnTo>
                  <a:lnTo>
                    <a:pt x="2540" y="2540"/>
                  </a:lnTo>
                  <a:lnTo>
                    <a:pt x="276860" y="2540"/>
                  </a:lnTo>
                  <a:lnTo>
                    <a:pt x="276860" y="0"/>
                  </a:lnTo>
                  <a:close/>
                </a:path>
                <a:path w="281939" h="6350">
                  <a:moveTo>
                    <a:pt x="279400" y="2540"/>
                  </a:moveTo>
                  <a:lnTo>
                    <a:pt x="278130" y="2540"/>
                  </a:lnTo>
                  <a:lnTo>
                    <a:pt x="278130" y="3810"/>
                  </a:lnTo>
                  <a:lnTo>
                    <a:pt x="2540" y="3810"/>
                  </a:lnTo>
                  <a:lnTo>
                    <a:pt x="2540" y="5080"/>
                  </a:lnTo>
                  <a:lnTo>
                    <a:pt x="5080" y="5080"/>
                  </a:lnTo>
                  <a:lnTo>
                    <a:pt x="5080" y="6350"/>
                  </a:lnTo>
                  <a:lnTo>
                    <a:pt x="6350" y="6350"/>
                  </a:lnTo>
                  <a:lnTo>
                    <a:pt x="6350" y="5080"/>
                  </a:lnTo>
                  <a:lnTo>
                    <a:pt x="279400" y="5080"/>
                  </a:lnTo>
                  <a:lnTo>
                    <a:pt x="279400" y="3810"/>
                  </a:lnTo>
                  <a:lnTo>
                    <a:pt x="279400" y="2540"/>
                  </a:lnTo>
                  <a:close/>
                </a:path>
                <a:path w="281939" h="6350">
                  <a:moveTo>
                    <a:pt x="281927" y="5080"/>
                  </a:moveTo>
                  <a:lnTo>
                    <a:pt x="280670" y="5080"/>
                  </a:lnTo>
                  <a:lnTo>
                    <a:pt x="280670" y="6350"/>
                  </a:lnTo>
                  <a:lnTo>
                    <a:pt x="281927" y="6350"/>
                  </a:lnTo>
                  <a:lnTo>
                    <a:pt x="281927" y="5080"/>
                  </a:lnTo>
                  <a:close/>
                </a:path>
              </a:pathLst>
            </a:custGeom>
            <a:solidFill>
              <a:srgbClr val="100C00"/>
            </a:solidFill>
          </p:spPr>
          <p:txBody>
            <a:bodyPr wrap="square" lIns="0" tIns="0" rIns="0" bIns="0" rtlCol="0"/>
            <a:lstStyle/>
            <a:p/>
          </p:txBody>
        </p:sp>
        <p:sp>
          <p:nvSpPr>
            <p:cNvPr id="905" name="object 905"/>
            <p:cNvSpPr/>
            <p:nvPr/>
          </p:nvSpPr>
          <p:spPr>
            <a:xfrm>
              <a:off x="4883150" y="2799079"/>
              <a:ext cx="279400" cy="7620"/>
            </a:xfrm>
            <a:custGeom>
              <a:avLst/>
              <a:gdLst/>
              <a:ahLst/>
              <a:cxnLst/>
              <a:rect l="l" t="t" r="r" b="b"/>
              <a:pathLst>
                <a:path w="279400" h="7619">
                  <a:moveTo>
                    <a:pt x="274320" y="2540"/>
                  </a:moveTo>
                  <a:lnTo>
                    <a:pt x="274307" y="0"/>
                  </a:lnTo>
                  <a:lnTo>
                    <a:pt x="0" y="0"/>
                  </a:lnTo>
                  <a:lnTo>
                    <a:pt x="0" y="2540"/>
                  </a:lnTo>
                  <a:lnTo>
                    <a:pt x="1270" y="2540"/>
                  </a:lnTo>
                  <a:lnTo>
                    <a:pt x="1270" y="3810"/>
                  </a:lnTo>
                  <a:lnTo>
                    <a:pt x="3810" y="3810"/>
                  </a:lnTo>
                  <a:lnTo>
                    <a:pt x="3810" y="2540"/>
                  </a:lnTo>
                  <a:lnTo>
                    <a:pt x="274320" y="2540"/>
                  </a:lnTo>
                  <a:close/>
                </a:path>
                <a:path w="279400" h="7619">
                  <a:moveTo>
                    <a:pt x="276860" y="2540"/>
                  </a:moveTo>
                  <a:lnTo>
                    <a:pt x="275590" y="2540"/>
                  </a:lnTo>
                  <a:lnTo>
                    <a:pt x="275590" y="3810"/>
                  </a:lnTo>
                  <a:lnTo>
                    <a:pt x="3810" y="3810"/>
                  </a:lnTo>
                  <a:lnTo>
                    <a:pt x="3810" y="5080"/>
                  </a:lnTo>
                  <a:lnTo>
                    <a:pt x="5080" y="5080"/>
                  </a:lnTo>
                  <a:lnTo>
                    <a:pt x="5080" y="6350"/>
                  </a:lnTo>
                  <a:lnTo>
                    <a:pt x="6350" y="6350"/>
                  </a:lnTo>
                  <a:lnTo>
                    <a:pt x="6350" y="5080"/>
                  </a:lnTo>
                  <a:lnTo>
                    <a:pt x="276860" y="5080"/>
                  </a:lnTo>
                  <a:lnTo>
                    <a:pt x="276860" y="3810"/>
                  </a:lnTo>
                  <a:lnTo>
                    <a:pt x="276860" y="2540"/>
                  </a:lnTo>
                  <a:close/>
                </a:path>
                <a:path w="279400" h="7619">
                  <a:moveTo>
                    <a:pt x="279400" y="5080"/>
                  </a:moveTo>
                  <a:lnTo>
                    <a:pt x="278130" y="5080"/>
                  </a:lnTo>
                  <a:lnTo>
                    <a:pt x="278130" y="6350"/>
                  </a:lnTo>
                  <a:lnTo>
                    <a:pt x="7620" y="6350"/>
                  </a:lnTo>
                  <a:lnTo>
                    <a:pt x="7620" y="7620"/>
                  </a:lnTo>
                  <a:lnTo>
                    <a:pt x="279400" y="7620"/>
                  </a:lnTo>
                  <a:lnTo>
                    <a:pt x="279400" y="6350"/>
                  </a:lnTo>
                  <a:lnTo>
                    <a:pt x="279400" y="5080"/>
                  </a:lnTo>
                  <a:close/>
                </a:path>
              </a:pathLst>
            </a:custGeom>
            <a:solidFill>
              <a:srgbClr val="120D00"/>
            </a:solidFill>
          </p:spPr>
          <p:txBody>
            <a:bodyPr wrap="square" lIns="0" tIns="0" rIns="0" bIns="0" rtlCol="0"/>
            <a:lstStyle/>
            <a:p/>
          </p:txBody>
        </p:sp>
        <p:sp>
          <p:nvSpPr>
            <p:cNvPr id="906" name="object 906"/>
            <p:cNvSpPr/>
            <p:nvPr/>
          </p:nvSpPr>
          <p:spPr>
            <a:xfrm>
              <a:off x="4890770" y="2806699"/>
              <a:ext cx="276860" cy="7620"/>
            </a:xfrm>
            <a:custGeom>
              <a:avLst/>
              <a:gdLst/>
              <a:ahLst/>
              <a:cxnLst/>
              <a:rect l="l" t="t" r="r" b="b"/>
              <a:pathLst>
                <a:path w="276860" h="7619">
                  <a:moveTo>
                    <a:pt x="271780" y="0"/>
                  </a:moveTo>
                  <a:lnTo>
                    <a:pt x="0" y="0"/>
                  </a:lnTo>
                  <a:lnTo>
                    <a:pt x="0" y="1270"/>
                  </a:lnTo>
                  <a:lnTo>
                    <a:pt x="2540" y="1270"/>
                  </a:lnTo>
                  <a:lnTo>
                    <a:pt x="2540" y="2540"/>
                  </a:lnTo>
                  <a:lnTo>
                    <a:pt x="3810" y="2540"/>
                  </a:lnTo>
                  <a:lnTo>
                    <a:pt x="3810" y="1270"/>
                  </a:lnTo>
                  <a:lnTo>
                    <a:pt x="271780" y="1270"/>
                  </a:lnTo>
                  <a:lnTo>
                    <a:pt x="271780" y="0"/>
                  </a:lnTo>
                  <a:close/>
                </a:path>
                <a:path w="276860" h="7619">
                  <a:moveTo>
                    <a:pt x="274320" y="1270"/>
                  </a:moveTo>
                  <a:lnTo>
                    <a:pt x="273050" y="1270"/>
                  </a:lnTo>
                  <a:lnTo>
                    <a:pt x="273050" y="2540"/>
                  </a:lnTo>
                  <a:lnTo>
                    <a:pt x="3810" y="2540"/>
                  </a:lnTo>
                  <a:lnTo>
                    <a:pt x="3810" y="3810"/>
                  </a:lnTo>
                  <a:lnTo>
                    <a:pt x="5080" y="3810"/>
                  </a:lnTo>
                  <a:lnTo>
                    <a:pt x="5080" y="5080"/>
                  </a:lnTo>
                  <a:lnTo>
                    <a:pt x="6350" y="5080"/>
                  </a:lnTo>
                  <a:lnTo>
                    <a:pt x="6350" y="3810"/>
                  </a:lnTo>
                  <a:lnTo>
                    <a:pt x="274320" y="3810"/>
                  </a:lnTo>
                  <a:lnTo>
                    <a:pt x="274320" y="2540"/>
                  </a:lnTo>
                  <a:lnTo>
                    <a:pt x="274320" y="1270"/>
                  </a:lnTo>
                  <a:close/>
                </a:path>
                <a:path w="276860" h="7619">
                  <a:moveTo>
                    <a:pt x="276860" y="3810"/>
                  </a:moveTo>
                  <a:lnTo>
                    <a:pt x="275590" y="3810"/>
                  </a:lnTo>
                  <a:lnTo>
                    <a:pt x="275590" y="5080"/>
                  </a:lnTo>
                  <a:lnTo>
                    <a:pt x="7620" y="5080"/>
                  </a:lnTo>
                  <a:lnTo>
                    <a:pt x="7620" y="7620"/>
                  </a:lnTo>
                  <a:lnTo>
                    <a:pt x="276860" y="7620"/>
                  </a:lnTo>
                  <a:lnTo>
                    <a:pt x="276860" y="5080"/>
                  </a:lnTo>
                  <a:lnTo>
                    <a:pt x="276860" y="3810"/>
                  </a:lnTo>
                  <a:close/>
                </a:path>
              </a:pathLst>
            </a:custGeom>
            <a:solidFill>
              <a:srgbClr val="140F00"/>
            </a:solidFill>
          </p:spPr>
          <p:txBody>
            <a:bodyPr wrap="square" lIns="0" tIns="0" rIns="0" bIns="0" rtlCol="0"/>
            <a:lstStyle/>
            <a:p/>
          </p:txBody>
        </p:sp>
        <p:sp>
          <p:nvSpPr>
            <p:cNvPr id="907" name="object 907"/>
            <p:cNvSpPr/>
            <p:nvPr/>
          </p:nvSpPr>
          <p:spPr>
            <a:xfrm>
              <a:off x="4898390" y="2814319"/>
              <a:ext cx="707390" cy="6350"/>
            </a:xfrm>
            <a:custGeom>
              <a:avLst/>
              <a:gdLst/>
              <a:ahLst/>
              <a:cxnLst/>
              <a:rect l="l" t="t" r="r" b="b"/>
              <a:pathLst>
                <a:path w="707389" h="6350">
                  <a:moveTo>
                    <a:pt x="704850" y="3809"/>
                  </a:moveTo>
                  <a:lnTo>
                    <a:pt x="633730" y="3809"/>
                  </a:lnTo>
                  <a:lnTo>
                    <a:pt x="633730" y="6350"/>
                  </a:lnTo>
                  <a:lnTo>
                    <a:pt x="704850" y="6350"/>
                  </a:lnTo>
                  <a:lnTo>
                    <a:pt x="704850" y="3809"/>
                  </a:lnTo>
                  <a:close/>
                </a:path>
                <a:path w="707389" h="6350">
                  <a:moveTo>
                    <a:pt x="706120" y="1269"/>
                  </a:moveTo>
                  <a:lnTo>
                    <a:pt x="632460" y="1269"/>
                  </a:lnTo>
                  <a:lnTo>
                    <a:pt x="632460" y="3809"/>
                  </a:lnTo>
                  <a:lnTo>
                    <a:pt x="633730" y="3809"/>
                  </a:lnTo>
                  <a:lnTo>
                    <a:pt x="633730" y="2539"/>
                  </a:lnTo>
                  <a:lnTo>
                    <a:pt x="706120" y="2539"/>
                  </a:lnTo>
                  <a:lnTo>
                    <a:pt x="706120" y="1269"/>
                  </a:lnTo>
                  <a:close/>
                </a:path>
                <a:path w="707389" h="6350">
                  <a:moveTo>
                    <a:pt x="632460" y="0"/>
                  </a:moveTo>
                  <a:lnTo>
                    <a:pt x="631189" y="0"/>
                  </a:lnTo>
                  <a:lnTo>
                    <a:pt x="631189" y="1269"/>
                  </a:lnTo>
                  <a:lnTo>
                    <a:pt x="632460" y="1269"/>
                  </a:lnTo>
                  <a:lnTo>
                    <a:pt x="632460" y="0"/>
                  </a:lnTo>
                  <a:close/>
                </a:path>
                <a:path w="707389" h="6350">
                  <a:moveTo>
                    <a:pt x="707389" y="0"/>
                  </a:moveTo>
                  <a:lnTo>
                    <a:pt x="706120" y="0"/>
                  </a:lnTo>
                  <a:lnTo>
                    <a:pt x="706120" y="1269"/>
                  </a:lnTo>
                  <a:lnTo>
                    <a:pt x="707389" y="1269"/>
                  </a:lnTo>
                  <a:lnTo>
                    <a:pt x="707389" y="0"/>
                  </a:lnTo>
                  <a:close/>
                </a:path>
                <a:path w="707389" h="6350">
                  <a:moveTo>
                    <a:pt x="274320" y="2539"/>
                  </a:moveTo>
                  <a:lnTo>
                    <a:pt x="273050" y="2539"/>
                  </a:lnTo>
                  <a:lnTo>
                    <a:pt x="273050" y="3809"/>
                  </a:lnTo>
                  <a:lnTo>
                    <a:pt x="5080" y="3809"/>
                  </a:lnTo>
                  <a:lnTo>
                    <a:pt x="5080" y="6350"/>
                  </a:lnTo>
                  <a:lnTo>
                    <a:pt x="274320" y="6350"/>
                  </a:lnTo>
                  <a:lnTo>
                    <a:pt x="274320" y="2539"/>
                  </a:lnTo>
                  <a:close/>
                </a:path>
                <a:path w="707389" h="6350">
                  <a:moveTo>
                    <a:pt x="3810" y="2539"/>
                  </a:moveTo>
                  <a:lnTo>
                    <a:pt x="2539" y="2539"/>
                  </a:lnTo>
                  <a:lnTo>
                    <a:pt x="2539" y="3809"/>
                  </a:lnTo>
                  <a:lnTo>
                    <a:pt x="3810" y="3809"/>
                  </a:lnTo>
                  <a:lnTo>
                    <a:pt x="3810" y="2539"/>
                  </a:lnTo>
                  <a:close/>
                </a:path>
                <a:path w="707389" h="6350">
                  <a:moveTo>
                    <a:pt x="271780" y="0"/>
                  </a:moveTo>
                  <a:lnTo>
                    <a:pt x="270510" y="0"/>
                  </a:lnTo>
                  <a:lnTo>
                    <a:pt x="270510" y="1269"/>
                  </a:lnTo>
                  <a:lnTo>
                    <a:pt x="1270" y="1269"/>
                  </a:lnTo>
                  <a:lnTo>
                    <a:pt x="1270" y="2539"/>
                  </a:lnTo>
                  <a:lnTo>
                    <a:pt x="271780" y="2539"/>
                  </a:lnTo>
                  <a:lnTo>
                    <a:pt x="271780" y="0"/>
                  </a:lnTo>
                  <a:close/>
                </a:path>
                <a:path w="707389" h="6350">
                  <a:moveTo>
                    <a:pt x="1270" y="0"/>
                  </a:moveTo>
                  <a:lnTo>
                    <a:pt x="0" y="0"/>
                  </a:lnTo>
                  <a:lnTo>
                    <a:pt x="0" y="1269"/>
                  </a:lnTo>
                  <a:lnTo>
                    <a:pt x="1270" y="1269"/>
                  </a:lnTo>
                  <a:lnTo>
                    <a:pt x="1270" y="0"/>
                  </a:lnTo>
                  <a:close/>
                </a:path>
              </a:pathLst>
            </a:custGeom>
            <a:solidFill>
              <a:srgbClr val="161000"/>
            </a:solidFill>
          </p:spPr>
          <p:txBody>
            <a:bodyPr wrap="square" lIns="0" tIns="0" rIns="0" bIns="0" rtlCol="0"/>
            <a:lstStyle/>
            <a:p/>
          </p:txBody>
        </p:sp>
        <p:sp>
          <p:nvSpPr>
            <p:cNvPr id="908" name="object 908"/>
            <p:cNvSpPr/>
            <p:nvPr/>
          </p:nvSpPr>
          <p:spPr>
            <a:xfrm>
              <a:off x="4904740" y="2820669"/>
              <a:ext cx="698500" cy="7620"/>
            </a:xfrm>
            <a:custGeom>
              <a:avLst/>
              <a:gdLst/>
              <a:ahLst/>
              <a:cxnLst/>
              <a:rect l="l" t="t" r="r" b="b"/>
              <a:pathLst>
                <a:path w="698500" h="7619">
                  <a:moveTo>
                    <a:pt x="270510" y="0"/>
                  </a:moveTo>
                  <a:lnTo>
                    <a:pt x="269240" y="0"/>
                  </a:lnTo>
                  <a:lnTo>
                    <a:pt x="269240" y="1270"/>
                  </a:lnTo>
                  <a:lnTo>
                    <a:pt x="0" y="1270"/>
                  </a:lnTo>
                  <a:lnTo>
                    <a:pt x="0" y="2540"/>
                  </a:lnTo>
                  <a:lnTo>
                    <a:pt x="1270" y="2540"/>
                  </a:lnTo>
                  <a:lnTo>
                    <a:pt x="1270" y="3810"/>
                  </a:lnTo>
                  <a:lnTo>
                    <a:pt x="2540" y="3810"/>
                  </a:lnTo>
                  <a:lnTo>
                    <a:pt x="2540" y="2540"/>
                  </a:lnTo>
                  <a:lnTo>
                    <a:pt x="270510" y="2540"/>
                  </a:lnTo>
                  <a:lnTo>
                    <a:pt x="270510" y="1270"/>
                  </a:lnTo>
                  <a:lnTo>
                    <a:pt x="270510" y="0"/>
                  </a:lnTo>
                  <a:close/>
                </a:path>
                <a:path w="698500" h="7619">
                  <a:moveTo>
                    <a:pt x="273050" y="3810"/>
                  </a:moveTo>
                  <a:lnTo>
                    <a:pt x="3810" y="3810"/>
                  </a:lnTo>
                  <a:lnTo>
                    <a:pt x="3810" y="6350"/>
                  </a:lnTo>
                  <a:lnTo>
                    <a:pt x="273050" y="6350"/>
                  </a:lnTo>
                  <a:lnTo>
                    <a:pt x="273050" y="3810"/>
                  </a:lnTo>
                  <a:close/>
                </a:path>
                <a:path w="698500" h="7619">
                  <a:moveTo>
                    <a:pt x="275590" y="6350"/>
                  </a:moveTo>
                  <a:lnTo>
                    <a:pt x="274320" y="6350"/>
                  </a:lnTo>
                  <a:lnTo>
                    <a:pt x="274320" y="7620"/>
                  </a:lnTo>
                  <a:lnTo>
                    <a:pt x="275590" y="7620"/>
                  </a:lnTo>
                  <a:lnTo>
                    <a:pt x="275590" y="6350"/>
                  </a:lnTo>
                  <a:close/>
                </a:path>
                <a:path w="698500" h="7619">
                  <a:moveTo>
                    <a:pt x="628650" y="0"/>
                  </a:moveTo>
                  <a:lnTo>
                    <a:pt x="627380" y="0"/>
                  </a:lnTo>
                  <a:lnTo>
                    <a:pt x="627380" y="1270"/>
                  </a:lnTo>
                  <a:lnTo>
                    <a:pt x="628650" y="1270"/>
                  </a:lnTo>
                  <a:lnTo>
                    <a:pt x="628650" y="0"/>
                  </a:lnTo>
                  <a:close/>
                </a:path>
                <a:path w="698500" h="7619">
                  <a:moveTo>
                    <a:pt x="697230" y="3810"/>
                  </a:moveTo>
                  <a:lnTo>
                    <a:pt x="629920" y="3810"/>
                  </a:lnTo>
                  <a:lnTo>
                    <a:pt x="629920" y="6350"/>
                  </a:lnTo>
                  <a:lnTo>
                    <a:pt x="629920" y="7620"/>
                  </a:lnTo>
                  <a:lnTo>
                    <a:pt x="631190" y="7620"/>
                  </a:lnTo>
                  <a:lnTo>
                    <a:pt x="631190" y="6350"/>
                  </a:lnTo>
                  <a:lnTo>
                    <a:pt x="697230" y="6350"/>
                  </a:lnTo>
                  <a:lnTo>
                    <a:pt x="697230" y="3810"/>
                  </a:lnTo>
                  <a:close/>
                </a:path>
                <a:path w="698500" h="7619">
                  <a:moveTo>
                    <a:pt x="698500" y="1270"/>
                  </a:moveTo>
                  <a:lnTo>
                    <a:pt x="628650" y="1270"/>
                  </a:lnTo>
                  <a:lnTo>
                    <a:pt x="628650" y="2540"/>
                  </a:lnTo>
                  <a:lnTo>
                    <a:pt x="698500" y="2540"/>
                  </a:lnTo>
                  <a:lnTo>
                    <a:pt x="698500" y="1270"/>
                  </a:lnTo>
                  <a:close/>
                </a:path>
              </a:pathLst>
            </a:custGeom>
            <a:solidFill>
              <a:srgbClr val="181200"/>
            </a:solidFill>
          </p:spPr>
          <p:txBody>
            <a:bodyPr wrap="square" lIns="0" tIns="0" rIns="0" bIns="0" rtlCol="0"/>
            <a:lstStyle/>
            <a:p/>
          </p:txBody>
        </p:sp>
        <p:sp>
          <p:nvSpPr>
            <p:cNvPr id="909" name="object 909"/>
            <p:cNvSpPr/>
            <p:nvPr/>
          </p:nvSpPr>
          <p:spPr>
            <a:xfrm>
              <a:off x="4909820" y="2828289"/>
              <a:ext cx="690880" cy="7620"/>
            </a:xfrm>
            <a:custGeom>
              <a:avLst/>
              <a:gdLst/>
              <a:ahLst/>
              <a:cxnLst/>
              <a:rect l="l" t="t" r="r" b="b"/>
              <a:pathLst>
                <a:path w="690879" h="7619">
                  <a:moveTo>
                    <a:pt x="270510" y="0"/>
                  </a:moveTo>
                  <a:lnTo>
                    <a:pt x="0" y="0"/>
                  </a:lnTo>
                  <a:lnTo>
                    <a:pt x="0" y="1270"/>
                  </a:lnTo>
                  <a:lnTo>
                    <a:pt x="1270" y="1270"/>
                  </a:lnTo>
                  <a:lnTo>
                    <a:pt x="1270" y="2540"/>
                  </a:lnTo>
                  <a:lnTo>
                    <a:pt x="2540" y="2540"/>
                  </a:lnTo>
                  <a:lnTo>
                    <a:pt x="2540" y="1270"/>
                  </a:lnTo>
                  <a:lnTo>
                    <a:pt x="270510" y="1270"/>
                  </a:lnTo>
                  <a:lnTo>
                    <a:pt x="270510" y="0"/>
                  </a:lnTo>
                  <a:close/>
                </a:path>
                <a:path w="690879" h="7619">
                  <a:moveTo>
                    <a:pt x="273037" y="2540"/>
                  </a:moveTo>
                  <a:lnTo>
                    <a:pt x="3810" y="2540"/>
                  </a:lnTo>
                  <a:lnTo>
                    <a:pt x="3810" y="5080"/>
                  </a:lnTo>
                  <a:lnTo>
                    <a:pt x="3810" y="6350"/>
                  </a:lnTo>
                  <a:lnTo>
                    <a:pt x="5080" y="6350"/>
                  </a:lnTo>
                  <a:lnTo>
                    <a:pt x="5080" y="5080"/>
                  </a:lnTo>
                  <a:lnTo>
                    <a:pt x="273037" y="5080"/>
                  </a:lnTo>
                  <a:lnTo>
                    <a:pt x="273037" y="2540"/>
                  </a:lnTo>
                  <a:close/>
                </a:path>
                <a:path w="690879" h="7619">
                  <a:moveTo>
                    <a:pt x="275590" y="5080"/>
                  </a:moveTo>
                  <a:lnTo>
                    <a:pt x="274320" y="5080"/>
                  </a:lnTo>
                  <a:lnTo>
                    <a:pt x="274320" y="6350"/>
                  </a:lnTo>
                  <a:lnTo>
                    <a:pt x="5080" y="6350"/>
                  </a:lnTo>
                  <a:lnTo>
                    <a:pt x="5080" y="7620"/>
                  </a:lnTo>
                  <a:lnTo>
                    <a:pt x="275590" y="7620"/>
                  </a:lnTo>
                  <a:lnTo>
                    <a:pt x="275590" y="6350"/>
                  </a:lnTo>
                  <a:lnTo>
                    <a:pt x="275590" y="5080"/>
                  </a:lnTo>
                  <a:close/>
                </a:path>
                <a:path w="690879" h="7619">
                  <a:moveTo>
                    <a:pt x="689610" y="6350"/>
                  </a:moveTo>
                  <a:lnTo>
                    <a:pt x="627380" y="6350"/>
                  </a:lnTo>
                  <a:lnTo>
                    <a:pt x="627380" y="7620"/>
                  </a:lnTo>
                  <a:lnTo>
                    <a:pt x="689610" y="7620"/>
                  </a:lnTo>
                  <a:lnTo>
                    <a:pt x="689610" y="6350"/>
                  </a:lnTo>
                  <a:close/>
                </a:path>
                <a:path w="690879" h="7619">
                  <a:moveTo>
                    <a:pt x="689610" y="2540"/>
                  </a:moveTo>
                  <a:lnTo>
                    <a:pt x="627380" y="2540"/>
                  </a:lnTo>
                  <a:lnTo>
                    <a:pt x="627380" y="5080"/>
                  </a:lnTo>
                  <a:lnTo>
                    <a:pt x="689610" y="5080"/>
                  </a:lnTo>
                  <a:lnTo>
                    <a:pt x="689610" y="2540"/>
                  </a:lnTo>
                  <a:close/>
                </a:path>
                <a:path w="690879" h="7619">
                  <a:moveTo>
                    <a:pt x="690880" y="0"/>
                  </a:moveTo>
                  <a:lnTo>
                    <a:pt x="626110" y="0"/>
                  </a:lnTo>
                  <a:lnTo>
                    <a:pt x="626110" y="1270"/>
                  </a:lnTo>
                  <a:lnTo>
                    <a:pt x="626110" y="2540"/>
                  </a:lnTo>
                  <a:lnTo>
                    <a:pt x="627380" y="2540"/>
                  </a:lnTo>
                  <a:lnTo>
                    <a:pt x="627380" y="1270"/>
                  </a:lnTo>
                  <a:lnTo>
                    <a:pt x="690880" y="1270"/>
                  </a:lnTo>
                  <a:lnTo>
                    <a:pt x="690880" y="0"/>
                  </a:lnTo>
                  <a:close/>
                </a:path>
              </a:pathLst>
            </a:custGeom>
            <a:solidFill>
              <a:srgbClr val="1A1300"/>
            </a:solidFill>
          </p:spPr>
          <p:txBody>
            <a:bodyPr wrap="square" lIns="0" tIns="0" rIns="0" bIns="0" rtlCol="0"/>
            <a:lstStyle/>
            <a:p/>
          </p:txBody>
        </p:sp>
        <p:sp>
          <p:nvSpPr>
            <p:cNvPr id="910" name="object 910"/>
            <p:cNvSpPr/>
            <p:nvPr/>
          </p:nvSpPr>
          <p:spPr>
            <a:xfrm>
              <a:off x="4916170" y="2835909"/>
              <a:ext cx="683260" cy="6350"/>
            </a:xfrm>
            <a:custGeom>
              <a:avLst/>
              <a:gdLst/>
              <a:ahLst/>
              <a:cxnLst/>
              <a:rect l="l" t="t" r="r" b="b"/>
              <a:pathLst>
                <a:path w="683260" h="6350">
                  <a:moveTo>
                    <a:pt x="1270" y="0"/>
                  </a:moveTo>
                  <a:lnTo>
                    <a:pt x="0" y="0"/>
                  </a:lnTo>
                  <a:lnTo>
                    <a:pt x="0" y="1270"/>
                  </a:lnTo>
                  <a:lnTo>
                    <a:pt x="1270" y="1270"/>
                  </a:lnTo>
                  <a:lnTo>
                    <a:pt x="1270" y="0"/>
                  </a:lnTo>
                  <a:close/>
                </a:path>
                <a:path w="683260" h="6350">
                  <a:moveTo>
                    <a:pt x="271780" y="1270"/>
                  </a:moveTo>
                  <a:lnTo>
                    <a:pt x="1270" y="1270"/>
                  </a:lnTo>
                  <a:lnTo>
                    <a:pt x="1270" y="3810"/>
                  </a:lnTo>
                  <a:lnTo>
                    <a:pt x="2540" y="3810"/>
                  </a:lnTo>
                  <a:lnTo>
                    <a:pt x="2540" y="5080"/>
                  </a:lnTo>
                  <a:lnTo>
                    <a:pt x="3810" y="5080"/>
                  </a:lnTo>
                  <a:lnTo>
                    <a:pt x="3810" y="3810"/>
                  </a:lnTo>
                  <a:lnTo>
                    <a:pt x="271780" y="3810"/>
                  </a:lnTo>
                  <a:lnTo>
                    <a:pt x="271780" y="1270"/>
                  </a:lnTo>
                  <a:close/>
                </a:path>
                <a:path w="683260" h="6350">
                  <a:moveTo>
                    <a:pt x="274320" y="3810"/>
                  </a:moveTo>
                  <a:lnTo>
                    <a:pt x="273050" y="3810"/>
                  </a:lnTo>
                  <a:lnTo>
                    <a:pt x="273050" y="5080"/>
                  </a:lnTo>
                  <a:lnTo>
                    <a:pt x="3810" y="5080"/>
                  </a:lnTo>
                  <a:lnTo>
                    <a:pt x="3810" y="6350"/>
                  </a:lnTo>
                  <a:lnTo>
                    <a:pt x="274320" y="6350"/>
                  </a:lnTo>
                  <a:lnTo>
                    <a:pt x="274320" y="5080"/>
                  </a:lnTo>
                  <a:lnTo>
                    <a:pt x="274320" y="3810"/>
                  </a:lnTo>
                  <a:close/>
                </a:path>
                <a:path w="683260" h="6350">
                  <a:moveTo>
                    <a:pt x="681990" y="5080"/>
                  </a:moveTo>
                  <a:lnTo>
                    <a:pt x="623570" y="5080"/>
                  </a:lnTo>
                  <a:lnTo>
                    <a:pt x="623570" y="6350"/>
                  </a:lnTo>
                  <a:lnTo>
                    <a:pt x="681990" y="6350"/>
                  </a:lnTo>
                  <a:lnTo>
                    <a:pt x="681990" y="5080"/>
                  </a:lnTo>
                  <a:close/>
                </a:path>
                <a:path w="683260" h="6350">
                  <a:moveTo>
                    <a:pt x="681990" y="1270"/>
                  </a:moveTo>
                  <a:lnTo>
                    <a:pt x="622300" y="1270"/>
                  </a:lnTo>
                  <a:lnTo>
                    <a:pt x="622300" y="3810"/>
                  </a:lnTo>
                  <a:lnTo>
                    <a:pt x="681990" y="3810"/>
                  </a:lnTo>
                  <a:lnTo>
                    <a:pt x="681990" y="1270"/>
                  </a:lnTo>
                  <a:close/>
                </a:path>
                <a:path w="683260" h="6350">
                  <a:moveTo>
                    <a:pt x="683260" y="0"/>
                  </a:moveTo>
                  <a:lnTo>
                    <a:pt x="681990" y="0"/>
                  </a:lnTo>
                  <a:lnTo>
                    <a:pt x="681990" y="1270"/>
                  </a:lnTo>
                  <a:lnTo>
                    <a:pt x="683260" y="1270"/>
                  </a:lnTo>
                  <a:lnTo>
                    <a:pt x="683260" y="0"/>
                  </a:lnTo>
                  <a:close/>
                </a:path>
              </a:pathLst>
            </a:custGeom>
            <a:solidFill>
              <a:srgbClr val="1C1500"/>
            </a:solidFill>
          </p:spPr>
          <p:txBody>
            <a:bodyPr wrap="square" lIns="0" tIns="0" rIns="0" bIns="0" rtlCol="0"/>
            <a:lstStyle/>
            <a:p/>
          </p:txBody>
        </p:sp>
        <p:sp>
          <p:nvSpPr>
            <p:cNvPr id="911" name="object 911"/>
            <p:cNvSpPr/>
            <p:nvPr/>
          </p:nvSpPr>
          <p:spPr>
            <a:xfrm>
              <a:off x="4921250" y="2842259"/>
              <a:ext cx="676910" cy="7620"/>
            </a:xfrm>
            <a:custGeom>
              <a:avLst/>
              <a:gdLst/>
              <a:ahLst/>
              <a:cxnLst/>
              <a:rect l="l" t="t" r="r" b="b"/>
              <a:pathLst>
                <a:path w="676910" h="7619">
                  <a:moveTo>
                    <a:pt x="1270" y="0"/>
                  </a:moveTo>
                  <a:lnTo>
                    <a:pt x="0" y="0"/>
                  </a:lnTo>
                  <a:lnTo>
                    <a:pt x="0" y="1270"/>
                  </a:lnTo>
                  <a:lnTo>
                    <a:pt x="1270" y="1270"/>
                  </a:lnTo>
                  <a:lnTo>
                    <a:pt x="1270" y="0"/>
                  </a:lnTo>
                  <a:close/>
                </a:path>
                <a:path w="676910" h="7619">
                  <a:moveTo>
                    <a:pt x="271780" y="1270"/>
                  </a:moveTo>
                  <a:lnTo>
                    <a:pt x="2540" y="1270"/>
                  </a:lnTo>
                  <a:lnTo>
                    <a:pt x="2540" y="3810"/>
                  </a:lnTo>
                  <a:lnTo>
                    <a:pt x="2540" y="5080"/>
                  </a:lnTo>
                  <a:lnTo>
                    <a:pt x="3810" y="5080"/>
                  </a:lnTo>
                  <a:lnTo>
                    <a:pt x="3810" y="3810"/>
                  </a:lnTo>
                  <a:lnTo>
                    <a:pt x="271780" y="3810"/>
                  </a:lnTo>
                  <a:lnTo>
                    <a:pt x="271780" y="1270"/>
                  </a:lnTo>
                  <a:close/>
                </a:path>
                <a:path w="676910" h="7619">
                  <a:moveTo>
                    <a:pt x="274320" y="3810"/>
                  </a:moveTo>
                  <a:lnTo>
                    <a:pt x="273050" y="3810"/>
                  </a:lnTo>
                  <a:lnTo>
                    <a:pt x="273050" y="5080"/>
                  </a:lnTo>
                  <a:lnTo>
                    <a:pt x="3810" y="5080"/>
                  </a:lnTo>
                  <a:lnTo>
                    <a:pt x="3810" y="6350"/>
                  </a:lnTo>
                  <a:lnTo>
                    <a:pt x="5080" y="6350"/>
                  </a:lnTo>
                  <a:lnTo>
                    <a:pt x="5080" y="7620"/>
                  </a:lnTo>
                  <a:lnTo>
                    <a:pt x="6350" y="7620"/>
                  </a:lnTo>
                  <a:lnTo>
                    <a:pt x="6350" y="6350"/>
                  </a:lnTo>
                  <a:lnTo>
                    <a:pt x="274320" y="6350"/>
                  </a:lnTo>
                  <a:lnTo>
                    <a:pt x="274320" y="5080"/>
                  </a:lnTo>
                  <a:lnTo>
                    <a:pt x="274320" y="3810"/>
                  </a:lnTo>
                  <a:close/>
                </a:path>
                <a:path w="676910" h="7619">
                  <a:moveTo>
                    <a:pt x="675640" y="5080"/>
                  </a:moveTo>
                  <a:lnTo>
                    <a:pt x="619760" y="5080"/>
                  </a:lnTo>
                  <a:lnTo>
                    <a:pt x="619760" y="6350"/>
                  </a:lnTo>
                  <a:lnTo>
                    <a:pt x="675640" y="6350"/>
                  </a:lnTo>
                  <a:lnTo>
                    <a:pt x="675640" y="5080"/>
                  </a:lnTo>
                  <a:close/>
                </a:path>
                <a:path w="676910" h="7619">
                  <a:moveTo>
                    <a:pt x="676910" y="1270"/>
                  </a:moveTo>
                  <a:lnTo>
                    <a:pt x="619760" y="1270"/>
                  </a:lnTo>
                  <a:lnTo>
                    <a:pt x="619760" y="3810"/>
                  </a:lnTo>
                  <a:lnTo>
                    <a:pt x="675640" y="3810"/>
                  </a:lnTo>
                  <a:lnTo>
                    <a:pt x="675640" y="5080"/>
                  </a:lnTo>
                  <a:lnTo>
                    <a:pt x="676910" y="5080"/>
                  </a:lnTo>
                  <a:lnTo>
                    <a:pt x="676910" y="3810"/>
                  </a:lnTo>
                  <a:lnTo>
                    <a:pt x="676910" y="1270"/>
                  </a:lnTo>
                  <a:close/>
                </a:path>
              </a:pathLst>
            </a:custGeom>
            <a:solidFill>
              <a:srgbClr val="1E1600"/>
            </a:solidFill>
          </p:spPr>
          <p:txBody>
            <a:bodyPr wrap="square" lIns="0" tIns="0" rIns="0" bIns="0" rtlCol="0"/>
            <a:lstStyle/>
            <a:p/>
          </p:txBody>
        </p:sp>
        <p:sp>
          <p:nvSpPr>
            <p:cNvPr id="912" name="object 912"/>
            <p:cNvSpPr/>
            <p:nvPr/>
          </p:nvSpPr>
          <p:spPr>
            <a:xfrm>
              <a:off x="4928870" y="2849879"/>
              <a:ext cx="668020" cy="7620"/>
            </a:xfrm>
            <a:custGeom>
              <a:avLst/>
              <a:gdLst/>
              <a:ahLst/>
              <a:cxnLst/>
              <a:rect l="l" t="t" r="r" b="b"/>
              <a:pathLst>
                <a:path w="668020" h="7619">
                  <a:moveTo>
                    <a:pt x="269240" y="0"/>
                  </a:moveTo>
                  <a:lnTo>
                    <a:pt x="0" y="0"/>
                  </a:lnTo>
                  <a:lnTo>
                    <a:pt x="0" y="2540"/>
                  </a:lnTo>
                  <a:lnTo>
                    <a:pt x="269240" y="2540"/>
                  </a:lnTo>
                  <a:lnTo>
                    <a:pt x="269240" y="0"/>
                  </a:lnTo>
                  <a:close/>
                </a:path>
                <a:path w="668020" h="7619">
                  <a:moveTo>
                    <a:pt x="271780" y="2540"/>
                  </a:moveTo>
                  <a:lnTo>
                    <a:pt x="270510" y="2540"/>
                  </a:lnTo>
                  <a:lnTo>
                    <a:pt x="270510" y="3810"/>
                  </a:lnTo>
                  <a:lnTo>
                    <a:pt x="1270" y="3810"/>
                  </a:lnTo>
                  <a:lnTo>
                    <a:pt x="1270" y="5080"/>
                  </a:lnTo>
                  <a:lnTo>
                    <a:pt x="2540" y="5080"/>
                  </a:lnTo>
                  <a:lnTo>
                    <a:pt x="2540" y="6350"/>
                  </a:lnTo>
                  <a:lnTo>
                    <a:pt x="3810" y="6350"/>
                  </a:lnTo>
                  <a:lnTo>
                    <a:pt x="3810" y="5080"/>
                  </a:lnTo>
                  <a:lnTo>
                    <a:pt x="271780" y="5080"/>
                  </a:lnTo>
                  <a:lnTo>
                    <a:pt x="271780" y="3810"/>
                  </a:lnTo>
                  <a:lnTo>
                    <a:pt x="271780" y="2540"/>
                  </a:lnTo>
                  <a:close/>
                </a:path>
                <a:path w="668020" h="7619">
                  <a:moveTo>
                    <a:pt x="274320" y="6350"/>
                  </a:moveTo>
                  <a:lnTo>
                    <a:pt x="5080" y="6350"/>
                  </a:lnTo>
                  <a:lnTo>
                    <a:pt x="5080" y="7620"/>
                  </a:lnTo>
                  <a:lnTo>
                    <a:pt x="274320" y="7620"/>
                  </a:lnTo>
                  <a:lnTo>
                    <a:pt x="274320" y="6350"/>
                  </a:lnTo>
                  <a:close/>
                </a:path>
                <a:path w="668020" h="7619">
                  <a:moveTo>
                    <a:pt x="668020" y="6350"/>
                  </a:moveTo>
                  <a:lnTo>
                    <a:pt x="613410" y="6350"/>
                  </a:lnTo>
                  <a:lnTo>
                    <a:pt x="613410" y="7620"/>
                  </a:lnTo>
                  <a:lnTo>
                    <a:pt x="668020" y="7620"/>
                  </a:lnTo>
                  <a:lnTo>
                    <a:pt x="668020" y="6350"/>
                  </a:lnTo>
                  <a:close/>
                </a:path>
                <a:path w="668020" h="7619">
                  <a:moveTo>
                    <a:pt x="668020" y="3810"/>
                  </a:moveTo>
                  <a:lnTo>
                    <a:pt x="613410" y="3810"/>
                  </a:lnTo>
                  <a:lnTo>
                    <a:pt x="613410" y="5080"/>
                  </a:lnTo>
                  <a:lnTo>
                    <a:pt x="668020" y="5080"/>
                  </a:lnTo>
                  <a:lnTo>
                    <a:pt x="668020" y="3810"/>
                  </a:lnTo>
                  <a:close/>
                </a:path>
                <a:path w="668020" h="7619">
                  <a:moveTo>
                    <a:pt x="668020" y="0"/>
                  </a:moveTo>
                  <a:lnTo>
                    <a:pt x="612140" y="0"/>
                  </a:lnTo>
                  <a:lnTo>
                    <a:pt x="612140" y="2540"/>
                  </a:lnTo>
                  <a:lnTo>
                    <a:pt x="668020" y="2540"/>
                  </a:lnTo>
                  <a:lnTo>
                    <a:pt x="668020" y="0"/>
                  </a:lnTo>
                  <a:close/>
                </a:path>
              </a:pathLst>
            </a:custGeom>
            <a:solidFill>
              <a:srgbClr val="201800"/>
            </a:solidFill>
          </p:spPr>
          <p:txBody>
            <a:bodyPr wrap="square" lIns="0" tIns="0" rIns="0" bIns="0" rtlCol="0"/>
            <a:lstStyle/>
            <a:p/>
          </p:txBody>
        </p:sp>
        <p:sp>
          <p:nvSpPr>
            <p:cNvPr id="913" name="object 913"/>
            <p:cNvSpPr/>
            <p:nvPr/>
          </p:nvSpPr>
          <p:spPr>
            <a:xfrm>
              <a:off x="4933950" y="2857499"/>
              <a:ext cx="662940" cy="6350"/>
            </a:xfrm>
            <a:custGeom>
              <a:avLst/>
              <a:gdLst/>
              <a:ahLst/>
              <a:cxnLst/>
              <a:rect l="l" t="t" r="r" b="b"/>
              <a:pathLst>
                <a:path w="662939" h="6350">
                  <a:moveTo>
                    <a:pt x="269240" y="0"/>
                  </a:moveTo>
                  <a:lnTo>
                    <a:pt x="0" y="0"/>
                  </a:lnTo>
                  <a:lnTo>
                    <a:pt x="0" y="1270"/>
                  </a:lnTo>
                  <a:lnTo>
                    <a:pt x="269240" y="1270"/>
                  </a:lnTo>
                  <a:lnTo>
                    <a:pt x="269240" y="0"/>
                  </a:lnTo>
                  <a:close/>
                </a:path>
                <a:path w="662939" h="6350">
                  <a:moveTo>
                    <a:pt x="274320" y="5080"/>
                  </a:moveTo>
                  <a:lnTo>
                    <a:pt x="273050" y="5080"/>
                  </a:lnTo>
                  <a:lnTo>
                    <a:pt x="273050" y="3810"/>
                  </a:lnTo>
                  <a:lnTo>
                    <a:pt x="271780" y="3810"/>
                  </a:lnTo>
                  <a:lnTo>
                    <a:pt x="271780" y="2540"/>
                  </a:lnTo>
                  <a:lnTo>
                    <a:pt x="271780" y="1270"/>
                  </a:lnTo>
                  <a:lnTo>
                    <a:pt x="270510" y="1270"/>
                  </a:lnTo>
                  <a:lnTo>
                    <a:pt x="270510" y="2540"/>
                  </a:lnTo>
                  <a:lnTo>
                    <a:pt x="0" y="2540"/>
                  </a:lnTo>
                  <a:lnTo>
                    <a:pt x="0" y="3810"/>
                  </a:lnTo>
                  <a:lnTo>
                    <a:pt x="0" y="5080"/>
                  </a:lnTo>
                  <a:lnTo>
                    <a:pt x="0" y="6350"/>
                  </a:lnTo>
                  <a:lnTo>
                    <a:pt x="274320" y="6350"/>
                  </a:lnTo>
                  <a:lnTo>
                    <a:pt x="274320" y="5080"/>
                  </a:lnTo>
                  <a:close/>
                </a:path>
                <a:path w="662939" h="6350">
                  <a:moveTo>
                    <a:pt x="661670" y="5080"/>
                  </a:moveTo>
                  <a:lnTo>
                    <a:pt x="661657" y="2540"/>
                  </a:lnTo>
                  <a:lnTo>
                    <a:pt x="608330" y="2540"/>
                  </a:lnTo>
                  <a:lnTo>
                    <a:pt x="608330" y="5080"/>
                  </a:lnTo>
                  <a:lnTo>
                    <a:pt x="609600" y="5080"/>
                  </a:lnTo>
                  <a:lnTo>
                    <a:pt x="609600" y="6350"/>
                  </a:lnTo>
                  <a:lnTo>
                    <a:pt x="661670" y="6350"/>
                  </a:lnTo>
                  <a:lnTo>
                    <a:pt x="661670" y="5080"/>
                  </a:lnTo>
                  <a:close/>
                </a:path>
                <a:path w="662939" h="6350">
                  <a:moveTo>
                    <a:pt x="662940" y="0"/>
                  </a:moveTo>
                  <a:lnTo>
                    <a:pt x="608330" y="0"/>
                  </a:lnTo>
                  <a:lnTo>
                    <a:pt x="608330" y="1270"/>
                  </a:lnTo>
                  <a:lnTo>
                    <a:pt x="662940" y="1270"/>
                  </a:lnTo>
                  <a:lnTo>
                    <a:pt x="662940" y="0"/>
                  </a:lnTo>
                  <a:close/>
                </a:path>
              </a:pathLst>
            </a:custGeom>
            <a:solidFill>
              <a:srgbClr val="221900"/>
            </a:solidFill>
          </p:spPr>
          <p:txBody>
            <a:bodyPr wrap="square" lIns="0" tIns="0" rIns="0" bIns="0" rtlCol="0"/>
            <a:lstStyle/>
            <a:p/>
          </p:txBody>
        </p:sp>
        <p:sp>
          <p:nvSpPr>
            <p:cNvPr id="914" name="object 914"/>
            <p:cNvSpPr/>
            <p:nvPr/>
          </p:nvSpPr>
          <p:spPr>
            <a:xfrm>
              <a:off x="4933950" y="2863849"/>
              <a:ext cx="661670" cy="7620"/>
            </a:xfrm>
            <a:custGeom>
              <a:avLst/>
              <a:gdLst/>
              <a:ahLst/>
              <a:cxnLst/>
              <a:rect l="l" t="t" r="r" b="b"/>
              <a:pathLst>
                <a:path w="661670" h="7619">
                  <a:moveTo>
                    <a:pt x="274320" y="0"/>
                  </a:moveTo>
                  <a:lnTo>
                    <a:pt x="0" y="0"/>
                  </a:lnTo>
                  <a:lnTo>
                    <a:pt x="0" y="1270"/>
                  </a:lnTo>
                  <a:lnTo>
                    <a:pt x="274320" y="1270"/>
                  </a:lnTo>
                  <a:lnTo>
                    <a:pt x="274320" y="0"/>
                  </a:lnTo>
                  <a:close/>
                </a:path>
                <a:path w="661670" h="7619">
                  <a:moveTo>
                    <a:pt x="279400" y="5080"/>
                  </a:moveTo>
                  <a:lnTo>
                    <a:pt x="278130" y="5080"/>
                  </a:lnTo>
                  <a:lnTo>
                    <a:pt x="278130" y="3810"/>
                  </a:lnTo>
                  <a:lnTo>
                    <a:pt x="276860" y="3810"/>
                  </a:lnTo>
                  <a:lnTo>
                    <a:pt x="276860" y="2540"/>
                  </a:lnTo>
                  <a:lnTo>
                    <a:pt x="276860" y="1270"/>
                  </a:lnTo>
                  <a:lnTo>
                    <a:pt x="275590" y="1270"/>
                  </a:lnTo>
                  <a:lnTo>
                    <a:pt x="275590" y="2540"/>
                  </a:lnTo>
                  <a:lnTo>
                    <a:pt x="0" y="2540"/>
                  </a:lnTo>
                  <a:lnTo>
                    <a:pt x="0" y="3810"/>
                  </a:lnTo>
                  <a:lnTo>
                    <a:pt x="0" y="5080"/>
                  </a:lnTo>
                  <a:lnTo>
                    <a:pt x="0" y="7620"/>
                  </a:lnTo>
                  <a:lnTo>
                    <a:pt x="279400" y="7620"/>
                  </a:lnTo>
                  <a:lnTo>
                    <a:pt x="279400" y="5080"/>
                  </a:lnTo>
                  <a:close/>
                </a:path>
                <a:path w="661670" h="7619">
                  <a:moveTo>
                    <a:pt x="661670" y="2540"/>
                  </a:moveTo>
                  <a:lnTo>
                    <a:pt x="609600" y="2540"/>
                  </a:lnTo>
                  <a:lnTo>
                    <a:pt x="609600" y="7620"/>
                  </a:lnTo>
                  <a:lnTo>
                    <a:pt x="661670" y="7620"/>
                  </a:lnTo>
                  <a:lnTo>
                    <a:pt x="661670" y="2540"/>
                  </a:lnTo>
                  <a:close/>
                </a:path>
                <a:path w="661670" h="7619">
                  <a:moveTo>
                    <a:pt x="661670" y="0"/>
                  </a:moveTo>
                  <a:lnTo>
                    <a:pt x="609600" y="0"/>
                  </a:lnTo>
                  <a:lnTo>
                    <a:pt x="609600" y="1270"/>
                  </a:lnTo>
                  <a:lnTo>
                    <a:pt x="661670" y="1270"/>
                  </a:lnTo>
                  <a:lnTo>
                    <a:pt x="661670" y="0"/>
                  </a:lnTo>
                  <a:close/>
                </a:path>
              </a:pathLst>
            </a:custGeom>
            <a:solidFill>
              <a:srgbClr val="241B00"/>
            </a:solidFill>
          </p:spPr>
          <p:txBody>
            <a:bodyPr wrap="square" lIns="0" tIns="0" rIns="0" bIns="0" rtlCol="0"/>
            <a:lstStyle/>
            <a:p/>
          </p:txBody>
        </p:sp>
        <p:sp>
          <p:nvSpPr>
            <p:cNvPr id="915" name="object 915"/>
            <p:cNvSpPr/>
            <p:nvPr/>
          </p:nvSpPr>
          <p:spPr>
            <a:xfrm>
              <a:off x="4933950" y="2871469"/>
              <a:ext cx="660400" cy="7620"/>
            </a:xfrm>
            <a:custGeom>
              <a:avLst/>
              <a:gdLst/>
              <a:ahLst/>
              <a:cxnLst/>
              <a:rect l="l" t="t" r="r" b="b"/>
              <a:pathLst>
                <a:path w="660400" h="7619">
                  <a:moveTo>
                    <a:pt x="281940" y="1270"/>
                  </a:moveTo>
                  <a:lnTo>
                    <a:pt x="280670" y="1270"/>
                  </a:lnTo>
                  <a:lnTo>
                    <a:pt x="280670" y="0"/>
                  </a:lnTo>
                  <a:lnTo>
                    <a:pt x="0" y="0"/>
                  </a:lnTo>
                  <a:lnTo>
                    <a:pt x="0" y="1270"/>
                  </a:lnTo>
                  <a:lnTo>
                    <a:pt x="0" y="2540"/>
                  </a:lnTo>
                  <a:lnTo>
                    <a:pt x="281940" y="2540"/>
                  </a:lnTo>
                  <a:lnTo>
                    <a:pt x="281940" y="1270"/>
                  </a:lnTo>
                  <a:close/>
                </a:path>
                <a:path w="660400" h="7619">
                  <a:moveTo>
                    <a:pt x="285750" y="6350"/>
                  </a:moveTo>
                  <a:lnTo>
                    <a:pt x="284480" y="6350"/>
                  </a:lnTo>
                  <a:lnTo>
                    <a:pt x="284480" y="3810"/>
                  </a:lnTo>
                  <a:lnTo>
                    <a:pt x="283210" y="3810"/>
                  </a:lnTo>
                  <a:lnTo>
                    <a:pt x="283210" y="2540"/>
                  </a:lnTo>
                  <a:lnTo>
                    <a:pt x="281940" y="2540"/>
                  </a:lnTo>
                  <a:lnTo>
                    <a:pt x="281940" y="3810"/>
                  </a:lnTo>
                  <a:lnTo>
                    <a:pt x="0" y="3810"/>
                  </a:lnTo>
                  <a:lnTo>
                    <a:pt x="0" y="6350"/>
                  </a:lnTo>
                  <a:lnTo>
                    <a:pt x="0" y="7620"/>
                  </a:lnTo>
                  <a:lnTo>
                    <a:pt x="285750" y="7620"/>
                  </a:lnTo>
                  <a:lnTo>
                    <a:pt x="285750" y="6350"/>
                  </a:lnTo>
                  <a:close/>
                </a:path>
                <a:path w="660400" h="7619">
                  <a:moveTo>
                    <a:pt x="660400" y="3810"/>
                  </a:moveTo>
                  <a:lnTo>
                    <a:pt x="609600" y="3810"/>
                  </a:lnTo>
                  <a:lnTo>
                    <a:pt x="609600" y="7620"/>
                  </a:lnTo>
                  <a:lnTo>
                    <a:pt x="660400" y="7620"/>
                  </a:lnTo>
                  <a:lnTo>
                    <a:pt x="660400" y="3810"/>
                  </a:lnTo>
                  <a:close/>
                </a:path>
                <a:path w="660400" h="7619">
                  <a:moveTo>
                    <a:pt x="660400" y="0"/>
                  </a:moveTo>
                  <a:lnTo>
                    <a:pt x="609600" y="0"/>
                  </a:lnTo>
                  <a:lnTo>
                    <a:pt x="609600" y="2540"/>
                  </a:lnTo>
                  <a:lnTo>
                    <a:pt x="660400" y="2540"/>
                  </a:lnTo>
                  <a:lnTo>
                    <a:pt x="660400" y="0"/>
                  </a:lnTo>
                  <a:close/>
                </a:path>
              </a:pathLst>
            </a:custGeom>
            <a:solidFill>
              <a:srgbClr val="261C00"/>
            </a:solidFill>
          </p:spPr>
          <p:txBody>
            <a:bodyPr wrap="square" lIns="0" tIns="0" rIns="0" bIns="0" rtlCol="0"/>
            <a:lstStyle/>
            <a:p/>
          </p:txBody>
        </p:sp>
        <p:sp>
          <p:nvSpPr>
            <p:cNvPr id="916" name="object 916"/>
            <p:cNvSpPr/>
            <p:nvPr/>
          </p:nvSpPr>
          <p:spPr>
            <a:xfrm>
              <a:off x="4933950" y="2879089"/>
              <a:ext cx="660400" cy="6350"/>
            </a:xfrm>
            <a:custGeom>
              <a:avLst/>
              <a:gdLst/>
              <a:ahLst/>
              <a:cxnLst/>
              <a:rect l="l" t="t" r="r" b="b"/>
              <a:pathLst>
                <a:path w="660400" h="6350">
                  <a:moveTo>
                    <a:pt x="287020" y="0"/>
                  </a:moveTo>
                  <a:lnTo>
                    <a:pt x="0" y="0"/>
                  </a:lnTo>
                  <a:lnTo>
                    <a:pt x="0" y="1270"/>
                  </a:lnTo>
                  <a:lnTo>
                    <a:pt x="287020" y="1270"/>
                  </a:lnTo>
                  <a:lnTo>
                    <a:pt x="287020" y="0"/>
                  </a:lnTo>
                  <a:close/>
                </a:path>
                <a:path w="660400" h="6350">
                  <a:moveTo>
                    <a:pt x="290830" y="5080"/>
                  </a:moveTo>
                  <a:lnTo>
                    <a:pt x="289560" y="5080"/>
                  </a:lnTo>
                  <a:lnTo>
                    <a:pt x="289560" y="2540"/>
                  </a:lnTo>
                  <a:lnTo>
                    <a:pt x="288290" y="2540"/>
                  </a:lnTo>
                  <a:lnTo>
                    <a:pt x="288290" y="1270"/>
                  </a:lnTo>
                  <a:lnTo>
                    <a:pt x="287020" y="1270"/>
                  </a:lnTo>
                  <a:lnTo>
                    <a:pt x="287020" y="2540"/>
                  </a:lnTo>
                  <a:lnTo>
                    <a:pt x="0" y="2540"/>
                  </a:lnTo>
                  <a:lnTo>
                    <a:pt x="0" y="5080"/>
                  </a:lnTo>
                  <a:lnTo>
                    <a:pt x="0" y="6350"/>
                  </a:lnTo>
                  <a:lnTo>
                    <a:pt x="290830" y="6350"/>
                  </a:lnTo>
                  <a:lnTo>
                    <a:pt x="290830" y="5080"/>
                  </a:lnTo>
                  <a:close/>
                </a:path>
                <a:path w="660400" h="6350">
                  <a:moveTo>
                    <a:pt x="660400" y="2540"/>
                  </a:moveTo>
                  <a:lnTo>
                    <a:pt x="610870" y="2540"/>
                  </a:lnTo>
                  <a:lnTo>
                    <a:pt x="610870" y="6350"/>
                  </a:lnTo>
                  <a:lnTo>
                    <a:pt x="660400" y="6350"/>
                  </a:lnTo>
                  <a:lnTo>
                    <a:pt x="660400" y="2540"/>
                  </a:lnTo>
                  <a:close/>
                </a:path>
                <a:path w="660400" h="6350">
                  <a:moveTo>
                    <a:pt x="660400" y="0"/>
                  </a:moveTo>
                  <a:lnTo>
                    <a:pt x="609600" y="0"/>
                  </a:lnTo>
                  <a:lnTo>
                    <a:pt x="609600" y="1270"/>
                  </a:lnTo>
                  <a:lnTo>
                    <a:pt x="609600" y="2540"/>
                  </a:lnTo>
                  <a:lnTo>
                    <a:pt x="610870" y="2540"/>
                  </a:lnTo>
                  <a:lnTo>
                    <a:pt x="610870" y="1270"/>
                  </a:lnTo>
                  <a:lnTo>
                    <a:pt x="660400" y="1270"/>
                  </a:lnTo>
                  <a:lnTo>
                    <a:pt x="660400" y="0"/>
                  </a:lnTo>
                  <a:close/>
                </a:path>
              </a:pathLst>
            </a:custGeom>
            <a:solidFill>
              <a:srgbClr val="281E00"/>
            </a:solidFill>
          </p:spPr>
          <p:txBody>
            <a:bodyPr wrap="square" lIns="0" tIns="0" rIns="0" bIns="0" rtlCol="0"/>
            <a:lstStyle/>
            <a:p/>
          </p:txBody>
        </p:sp>
        <p:sp>
          <p:nvSpPr>
            <p:cNvPr id="917" name="object 917"/>
            <p:cNvSpPr/>
            <p:nvPr/>
          </p:nvSpPr>
          <p:spPr>
            <a:xfrm>
              <a:off x="4933950" y="2885439"/>
              <a:ext cx="660400" cy="7620"/>
            </a:xfrm>
            <a:custGeom>
              <a:avLst/>
              <a:gdLst/>
              <a:ahLst/>
              <a:cxnLst/>
              <a:rect l="l" t="t" r="r" b="b"/>
              <a:pathLst>
                <a:path w="660400" h="7619">
                  <a:moveTo>
                    <a:pt x="292100" y="0"/>
                  </a:moveTo>
                  <a:lnTo>
                    <a:pt x="0" y="0"/>
                  </a:lnTo>
                  <a:lnTo>
                    <a:pt x="0" y="1270"/>
                  </a:lnTo>
                  <a:lnTo>
                    <a:pt x="292100" y="1270"/>
                  </a:lnTo>
                  <a:lnTo>
                    <a:pt x="292100" y="0"/>
                  </a:lnTo>
                  <a:close/>
                </a:path>
                <a:path w="660400" h="7619">
                  <a:moveTo>
                    <a:pt x="297180" y="6350"/>
                  </a:moveTo>
                  <a:lnTo>
                    <a:pt x="295910" y="6350"/>
                  </a:lnTo>
                  <a:lnTo>
                    <a:pt x="295910" y="5080"/>
                  </a:lnTo>
                  <a:lnTo>
                    <a:pt x="294640" y="5080"/>
                  </a:lnTo>
                  <a:lnTo>
                    <a:pt x="294640" y="2540"/>
                  </a:lnTo>
                  <a:lnTo>
                    <a:pt x="293370" y="2540"/>
                  </a:lnTo>
                  <a:lnTo>
                    <a:pt x="293370" y="1270"/>
                  </a:lnTo>
                  <a:lnTo>
                    <a:pt x="292100" y="1270"/>
                  </a:lnTo>
                  <a:lnTo>
                    <a:pt x="292100" y="2540"/>
                  </a:lnTo>
                  <a:lnTo>
                    <a:pt x="0" y="2540"/>
                  </a:lnTo>
                  <a:lnTo>
                    <a:pt x="0" y="5080"/>
                  </a:lnTo>
                  <a:lnTo>
                    <a:pt x="0" y="6350"/>
                  </a:lnTo>
                  <a:lnTo>
                    <a:pt x="0" y="7620"/>
                  </a:lnTo>
                  <a:lnTo>
                    <a:pt x="297180" y="7620"/>
                  </a:lnTo>
                  <a:lnTo>
                    <a:pt x="297180" y="6350"/>
                  </a:lnTo>
                  <a:close/>
                </a:path>
                <a:path w="660400" h="7619">
                  <a:moveTo>
                    <a:pt x="660400" y="2540"/>
                  </a:moveTo>
                  <a:lnTo>
                    <a:pt x="610870" y="2540"/>
                  </a:lnTo>
                  <a:lnTo>
                    <a:pt x="610870" y="7620"/>
                  </a:lnTo>
                  <a:lnTo>
                    <a:pt x="660400" y="7620"/>
                  </a:lnTo>
                  <a:lnTo>
                    <a:pt x="660400" y="2540"/>
                  </a:lnTo>
                  <a:close/>
                </a:path>
                <a:path w="660400" h="7619">
                  <a:moveTo>
                    <a:pt x="660400" y="0"/>
                  </a:moveTo>
                  <a:lnTo>
                    <a:pt x="610870" y="0"/>
                  </a:lnTo>
                  <a:lnTo>
                    <a:pt x="610870" y="1270"/>
                  </a:lnTo>
                  <a:lnTo>
                    <a:pt x="660400" y="1270"/>
                  </a:lnTo>
                  <a:lnTo>
                    <a:pt x="660400" y="0"/>
                  </a:lnTo>
                  <a:close/>
                </a:path>
              </a:pathLst>
            </a:custGeom>
            <a:solidFill>
              <a:srgbClr val="2A1F00"/>
            </a:solidFill>
          </p:spPr>
          <p:txBody>
            <a:bodyPr wrap="square" lIns="0" tIns="0" rIns="0" bIns="0" rtlCol="0"/>
            <a:lstStyle/>
            <a:p/>
          </p:txBody>
        </p:sp>
        <p:sp>
          <p:nvSpPr>
            <p:cNvPr id="918" name="object 918"/>
            <p:cNvSpPr/>
            <p:nvPr/>
          </p:nvSpPr>
          <p:spPr>
            <a:xfrm>
              <a:off x="4933950" y="2893059"/>
              <a:ext cx="660400" cy="7620"/>
            </a:xfrm>
            <a:custGeom>
              <a:avLst/>
              <a:gdLst/>
              <a:ahLst/>
              <a:cxnLst/>
              <a:rect l="l" t="t" r="r" b="b"/>
              <a:pathLst>
                <a:path w="660400" h="7619">
                  <a:moveTo>
                    <a:pt x="302260" y="5080"/>
                  </a:moveTo>
                  <a:lnTo>
                    <a:pt x="300990" y="5080"/>
                  </a:lnTo>
                  <a:lnTo>
                    <a:pt x="300990" y="3810"/>
                  </a:lnTo>
                  <a:lnTo>
                    <a:pt x="299720" y="3810"/>
                  </a:lnTo>
                  <a:lnTo>
                    <a:pt x="299720" y="1270"/>
                  </a:lnTo>
                  <a:lnTo>
                    <a:pt x="298450" y="1270"/>
                  </a:lnTo>
                  <a:lnTo>
                    <a:pt x="298450" y="0"/>
                  </a:lnTo>
                  <a:lnTo>
                    <a:pt x="297180" y="0"/>
                  </a:lnTo>
                  <a:lnTo>
                    <a:pt x="297180" y="1270"/>
                  </a:lnTo>
                  <a:lnTo>
                    <a:pt x="0" y="1270"/>
                  </a:lnTo>
                  <a:lnTo>
                    <a:pt x="0" y="3810"/>
                  </a:lnTo>
                  <a:lnTo>
                    <a:pt x="0" y="5080"/>
                  </a:lnTo>
                  <a:lnTo>
                    <a:pt x="0" y="6350"/>
                  </a:lnTo>
                  <a:lnTo>
                    <a:pt x="302260" y="6350"/>
                  </a:lnTo>
                  <a:lnTo>
                    <a:pt x="302260" y="5080"/>
                  </a:lnTo>
                  <a:close/>
                </a:path>
                <a:path w="660400" h="7619">
                  <a:moveTo>
                    <a:pt x="303530" y="6350"/>
                  </a:moveTo>
                  <a:lnTo>
                    <a:pt x="302260" y="6350"/>
                  </a:lnTo>
                  <a:lnTo>
                    <a:pt x="302260" y="7620"/>
                  </a:lnTo>
                  <a:lnTo>
                    <a:pt x="303530" y="7620"/>
                  </a:lnTo>
                  <a:lnTo>
                    <a:pt x="303530" y="6350"/>
                  </a:lnTo>
                  <a:close/>
                </a:path>
                <a:path w="660400" h="7619">
                  <a:moveTo>
                    <a:pt x="660400" y="1270"/>
                  </a:moveTo>
                  <a:lnTo>
                    <a:pt x="610870" y="1270"/>
                  </a:lnTo>
                  <a:lnTo>
                    <a:pt x="610870" y="6350"/>
                  </a:lnTo>
                  <a:lnTo>
                    <a:pt x="660400" y="6350"/>
                  </a:lnTo>
                  <a:lnTo>
                    <a:pt x="660400" y="1270"/>
                  </a:lnTo>
                  <a:close/>
                </a:path>
              </a:pathLst>
            </a:custGeom>
            <a:solidFill>
              <a:srgbClr val="2C2100"/>
            </a:solidFill>
          </p:spPr>
          <p:txBody>
            <a:bodyPr wrap="square" lIns="0" tIns="0" rIns="0" bIns="0" rtlCol="0"/>
            <a:lstStyle/>
            <a:p/>
          </p:txBody>
        </p:sp>
        <p:sp>
          <p:nvSpPr>
            <p:cNvPr id="919" name="object 919"/>
            <p:cNvSpPr/>
            <p:nvPr/>
          </p:nvSpPr>
          <p:spPr>
            <a:xfrm>
              <a:off x="4933950" y="2900679"/>
              <a:ext cx="660400" cy="6350"/>
            </a:xfrm>
            <a:custGeom>
              <a:avLst/>
              <a:gdLst/>
              <a:ahLst/>
              <a:cxnLst/>
              <a:rect l="l" t="t" r="r" b="b"/>
              <a:pathLst>
                <a:path w="660400" h="6350">
                  <a:moveTo>
                    <a:pt x="307340" y="3810"/>
                  </a:moveTo>
                  <a:lnTo>
                    <a:pt x="306070" y="3810"/>
                  </a:lnTo>
                  <a:lnTo>
                    <a:pt x="306070" y="2540"/>
                  </a:lnTo>
                  <a:lnTo>
                    <a:pt x="304800" y="2540"/>
                  </a:lnTo>
                  <a:lnTo>
                    <a:pt x="304800" y="0"/>
                  </a:lnTo>
                  <a:lnTo>
                    <a:pt x="0" y="0"/>
                  </a:lnTo>
                  <a:lnTo>
                    <a:pt x="0" y="2540"/>
                  </a:lnTo>
                  <a:lnTo>
                    <a:pt x="0" y="3810"/>
                  </a:lnTo>
                  <a:lnTo>
                    <a:pt x="0" y="5080"/>
                  </a:lnTo>
                  <a:lnTo>
                    <a:pt x="307340" y="5080"/>
                  </a:lnTo>
                  <a:lnTo>
                    <a:pt x="307340" y="3810"/>
                  </a:lnTo>
                  <a:close/>
                </a:path>
                <a:path w="660400" h="6350">
                  <a:moveTo>
                    <a:pt x="308610" y="5080"/>
                  </a:moveTo>
                  <a:lnTo>
                    <a:pt x="307340" y="5080"/>
                  </a:lnTo>
                  <a:lnTo>
                    <a:pt x="307340" y="6350"/>
                  </a:lnTo>
                  <a:lnTo>
                    <a:pt x="308610" y="6350"/>
                  </a:lnTo>
                  <a:lnTo>
                    <a:pt x="308610" y="5080"/>
                  </a:lnTo>
                  <a:close/>
                </a:path>
                <a:path w="660400" h="6350">
                  <a:moveTo>
                    <a:pt x="660400" y="0"/>
                  </a:moveTo>
                  <a:lnTo>
                    <a:pt x="610870" y="0"/>
                  </a:lnTo>
                  <a:lnTo>
                    <a:pt x="610870" y="5080"/>
                  </a:lnTo>
                  <a:lnTo>
                    <a:pt x="660400" y="5080"/>
                  </a:lnTo>
                  <a:lnTo>
                    <a:pt x="660400" y="0"/>
                  </a:lnTo>
                  <a:close/>
                </a:path>
              </a:pathLst>
            </a:custGeom>
            <a:solidFill>
              <a:srgbClr val="2E2200"/>
            </a:solidFill>
          </p:spPr>
          <p:txBody>
            <a:bodyPr wrap="square" lIns="0" tIns="0" rIns="0" bIns="0" rtlCol="0"/>
            <a:lstStyle/>
            <a:p/>
          </p:txBody>
        </p:sp>
        <p:sp>
          <p:nvSpPr>
            <p:cNvPr id="920" name="object 920"/>
            <p:cNvSpPr/>
            <p:nvPr/>
          </p:nvSpPr>
          <p:spPr>
            <a:xfrm>
              <a:off x="4933950" y="2907029"/>
              <a:ext cx="660400" cy="7620"/>
            </a:xfrm>
            <a:custGeom>
              <a:avLst/>
              <a:gdLst/>
              <a:ahLst/>
              <a:cxnLst/>
              <a:rect l="l" t="t" r="r" b="b"/>
              <a:pathLst>
                <a:path w="660400" h="7619">
                  <a:moveTo>
                    <a:pt x="312420" y="3810"/>
                  </a:moveTo>
                  <a:lnTo>
                    <a:pt x="311150" y="3810"/>
                  </a:lnTo>
                  <a:lnTo>
                    <a:pt x="311150" y="2540"/>
                  </a:lnTo>
                  <a:lnTo>
                    <a:pt x="309880" y="2540"/>
                  </a:lnTo>
                  <a:lnTo>
                    <a:pt x="309880" y="0"/>
                  </a:lnTo>
                  <a:lnTo>
                    <a:pt x="0" y="0"/>
                  </a:lnTo>
                  <a:lnTo>
                    <a:pt x="0" y="2540"/>
                  </a:lnTo>
                  <a:lnTo>
                    <a:pt x="0" y="3810"/>
                  </a:lnTo>
                  <a:lnTo>
                    <a:pt x="0" y="5080"/>
                  </a:lnTo>
                  <a:lnTo>
                    <a:pt x="312420" y="5080"/>
                  </a:lnTo>
                  <a:lnTo>
                    <a:pt x="312420" y="3810"/>
                  </a:lnTo>
                  <a:close/>
                </a:path>
                <a:path w="660400" h="7619">
                  <a:moveTo>
                    <a:pt x="314960" y="6350"/>
                  </a:moveTo>
                  <a:lnTo>
                    <a:pt x="313690" y="6350"/>
                  </a:lnTo>
                  <a:lnTo>
                    <a:pt x="313690" y="5080"/>
                  </a:lnTo>
                  <a:lnTo>
                    <a:pt x="312420" y="5080"/>
                  </a:lnTo>
                  <a:lnTo>
                    <a:pt x="312420" y="6350"/>
                  </a:lnTo>
                  <a:lnTo>
                    <a:pt x="0" y="6350"/>
                  </a:lnTo>
                  <a:lnTo>
                    <a:pt x="0" y="7620"/>
                  </a:lnTo>
                  <a:lnTo>
                    <a:pt x="314960" y="7620"/>
                  </a:lnTo>
                  <a:lnTo>
                    <a:pt x="314960" y="6350"/>
                  </a:lnTo>
                  <a:close/>
                </a:path>
                <a:path w="660400" h="7619">
                  <a:moveTo>
                    <a:pt x="660400" y="6350"/>
                  </a:moveTo>
                  <a:lnTo>
                    <a:pt x="610870" y="6350"/>
                  </a:lnTo>
                  <a:lnTo>
                    <a:pt x="610870" y="7620"/>
                  </a:lnTo>
                  <a:lnTo>
                    <a:pt x="660400" y="7620"/>
                  </a:lnTo>
                  <a:lnTo>
                    <a:pt x="660400" y="6350"/>
                  </a:lnTo>
                  <a:close/>
                </a:path>
                <a:path w="660400" h="7619">
                  <a:moveTo>
                    <a:pt x="660400" y="0"/>
                  </a:moveTo>
                  <a:lnTo>
                    <a:pt x="610870" y="0"/>
                  </a:lnTo>
                  <a:lnTo>
                    <a:pt x="610870" y="5080"/>
                  </a:lnTo>
                  <a:lnTo>
                    <a:pt x="660400" y="5080"/>
                  </a:lnTo>
                  <a:lnTo>
                    <a:pt x="660400" y="0"/>
                  </a:lnTo>
                  <a:close/>
                </a:path>
              </a:pathLst>
            </a:custGeom>
            <a:solidFill>
              <a:srgbClr val="302400"/>
            </a:solidFill>
          </p:spPr>
          <p:txBody>
            <a:bodyPr wrap="square" lIns="0" tIns="0" rIns="0" bIns="0" rtlCol="0"/>
            <a:lstStyle/>
            <a:p/>
          </p:txBody>
        </p:sp>
        <p:sp>
          <p:nvSpPr>
            <p:cNvPr id="921" name="object 921"/>
            <p:cNvSpPr/>
            <p:nvPr/>
          </p:nvSpPr>
          <p:spPr>
            <a:xfrm>
              <a:off x="4933950" y="2914649"/>
              <a:ext cx="660400" cy="7620"/>
            </a:xfrm>
            <a:custGeom>
              <a:avLst/>
              <a:gdLst/>
              <a:ahLst/>
              <a:cxnLst/>
              <a:rect l="l" t="t" r="r" b="b"/>
              <a:pathLst>
                <a:path w="660400" h="7619">
                  <a:moveTo>
                    <a:pt x="48260" y="5080"/>
                  </a:moveTo>
                  <a:lnTo>
                    <a:pt x="0" y="5080"/>
                  </a:lnTo>
                  <a:lnTo>
                    <a:pt x="0" y="7620"/>
                  </a:lnTo>
                  <a:lnTo>
                    <a:pt x="48260" y="7620"/>
                  </a:lnTo>
                  <a:lnTo>
                    <a:pt x="48260" y="5080"/>
                  </a:lnTo>
                  <a:close/>
                </a:path>
                <a:path w="660400" h="7619">
                  <a:moveTo>
                    <a:pt x="317500" y="2540"/>
                  </a:moveTo>
                  <a:lnTo>
                    <a:pt x="316230" y="2540"/>
                  </a:lnTo>
                  <a:lnTo>
                    <a:pt x="316230" y="1270"/>
                  </a:lnTo>
                  <a:lnTo>
                    <a:pt x="314960" y="1270"/>
                  </a:lnTo>
                  <a:lnTo>
                    <a:pt x="314960" y="0"/>
                  </a:lnTo>
                  <a:lnTo>
                    <a:pt x="0" y="0"/>
                  </a:lnTo>
                  <a:lnTo>
                    <a:pt x="0" y="1270"/>
                  </a:lnTo>
                  <a:lnTo>
                    <a:pt x="0" y="2540"/>
                  </a:lnTo>
                  <a:lnTo>
                    <a:pt x="0" y="3810"/>
                  </a:lnTo>
                  <a:lnTo>
                    <a:pt x="317500" y="3810"/>
                  </a:lnTo>
                  <a:lnTo>
                    <a:pt x="317500" y="2540"/>
                  </a:lnTo>
                  <a:close/>
                </a:path>
                <a:path w="660400" h="7619">
                  <a:moveTo>
                    <a:pt x="320040" y="5080"/>
                  </a:moveTo>
                  <a:lnTo>
                    <a:pt x="318770" y="5080"/>
                  </a:lnTo>
                  <a:lnTo>
                    <a:pt x="318770" y="3810"/>
                  </a:lnTo>
                  <a:lnTo>
                    <a:pt x="317500" y="3810"/>
                  </a:lnTo>
                  <a:lnTo>
                    <a:pt x="317500" y="5080"/>
                  </a:lnTo>
                  <a:lnTo>
                    <a:pt x="49530" y="5080"/>
                  </a:lnTo>
                  <a:lnTo>
                    <a:pt x="49530" y="7620"/>
                  </a:lnTo>
                  <a:lnTo>
                    <a:pt x="320040" y="7620"/>
                  </a:lnTo>
                  <a:lnTo>
                    <a:pt x="320040" y="5080"/>
                  </a:lnTo>
                  <a:close/>
                </a:path>
                <a:path w="660400" h="7619">
                  <a:moveTo>
                    <a:pt x="660400" y="5080"/>
                  </a:moveTo>
                  <a:lnTo>
                    <a:pt x="610870" y="5080"/>
                  </a:lnTo>
                  <a:lnTo>
                    <a:pt x="610870" y="7620"/>
                  </a:lnTo>
                  <a:lnTo>
                    <a:pt x="660400" y="7620"/>
                  </a:lnTo>
                  <a:lnTo>
                    <a:pt x="660400" y="5080"/>
                  </a:lnTo>
                  <a:close/>
                </a:path>
                <a:path w="660400" h="7619">
                  <a:moveTo>
                    <a:pt x="660400" y="0"/>
                  </a:moveTo>
                  <a:lnTo>
                    <a:pt x="610870" y="0"/>
                  </a:lnTo>
                  <a:lnTo>
                    <a:pt x="610870" y="3810"/>
                  </a:lnTo>
                  <a:lnTo>
                    <a:pt x="660400" y="3810"/>
                  </a:lnTo>
                  <a:lnTo>
                    <a:pt x="660400" y="0"/>
                  </a:lnTo>
                  <a:close/>
                </a:path>
              </a:pathLst>
            </a:custGeom>
            <a:solidFill>
              <a:srgbClr val="332500"/>
            </a:solidFill>
          </p:spPr>
          <p:txBody>
            <a:bodyPr wrap="square" lIns="0" tIns="0" rIns="0" bIns="0" rtlCol="0"/>
            <a:lstStyle/>
            <a:p/>
          </p:txBody>
        </p:sp>
        <p:sp>
          <p:nvSpPr>
            <p:cNvPr id="922" name="object 922"/>
            <p:cNvSpPr/>
            <p:nvPr/>
          </p:nvSpPr>
          <p:spPr>
            <a:xfrm>
              <a:off x="4933950" y="2922269"/>
              <a:ext cx="660400" cy="7620"/>
            </a:xfrm>
            <a:custGeom>
              <a:avLst/>
              <a:gdLst/>
              <a:ahLst/>
              <a:cxnLst/>
              <a:rect l="l" t="t" r="r" b="b"/>
              <a:pathLst>
                <a:path w="660400" h="7619">
                  <a:moveTo>
                    <a:pt x="48260" y="3810"/>
                  </a:moveTo>
                  <a:lnTo>
                    <a:pt x="0" y="3810"/>
                  </a:lnTo>
                  <a:lnTo>
                    <a:pt x="0" y="7620"/>
                  </a:lnTo>
                  <a:lnTo>
                    <a:pt x="48260" y="7620"/>
                  </a:lnTo>
                  <a:lnTo>
                    <a:pt x="48260" y="3810"/>
                  </a:lnTo>
                  <a:close/>
                </a:path>
                <a:path w="660400" h="7619">
                  <a:moveTo>
                    <a:pt x="48260" y="1270"/>
                  </a:moveTo>
                  <a:lnTo>
                    <a:pt x="0" y="1270"/>
                  </a:lnTo>
                  <a:lnTo>
                    <a:pt x="0" y="2540"/>
                  </a:lnTo>
                  <a:lnTo>
                    <a:pt x="48260" y="2540"/>
                  </a:lnTo>
                  <a:lnTo>
                    <a:pt x="48260" y="1270"/>
                  </a:lnTo>
                  <a:close/>
                </a:path>
                <a:path w="660400" h="7619">
                  <a:moveTo>
                    <a:pt x="50800" y="0"/>
                  </a:moveTo>
                  <a:lnTo>
                    <a:pt x="49530" y="0"/>
                  </a:lnTo>
                  <a:lnTo>
                    <a:pt x="49530" y="1270"/>
                  </a:lnTo>
                  <a:lnTo>
                    <a:pt x="50800" y="1270"/>
                  </a:lnTo>
                  <a:lnTo>
                    <a:pt x="50800" y="0"/>
                  </a:lnTo>
                  <a:close/>
                </a:path>
                <a:path w="660400" h="7619">
                  <a:moveTo>
                    <a:pt x="321310" y="1270"/>
                  </a:moveTo>
                  <a:lnTo>
                    <a:pt x="50800" y="1270"/>
                  </a:lnTo>
                  <a:lnTo>
                    <a:pt x="50800" y="2540"/>
                  </a:lnTo>
                  <a:lnTo>
                    <a:pt x="52070" y="2540"/>
                  </a:lnTo>
                  <a:lnTo>
                    <a:pt x="52070" y="3810"/>
                  </a:lnTo>
                  <a:lnTo>
                    <a:pt x="53340" y="3810"/>
                  </a:lnTo>
                  <a:lnTo>
                    <a:pt x="53340" y="2540"/>
                  </a:lnTo>
                  <a:lnTo>
                    <a:pt x="321310" y="2540"/>
                  </a:lnTo>
                  <a:lnTo>
                    <a:pt x="321310" y="1270"/>
                  </a:lnTo>
                  <a:close/>
                </a:path>
                <a:path w="660400" h="7619">
                  <a:moveTo>
                    <a:pt x="326390" y="6350"/>
                  </a:moveTo>
                  <a:lnTo>
                    <a:pt x="325120" y="6350"/>
                  </a:lnTo>
                  <a:lnTo>
                    <a:pt x="325120" y="3810"/>
                  </a:lnTo>
                  <a:lnTo>
                    <a:pt x="323850" y="3810"/>
                  </a:lnTo>
                  <a:lnTo>
                    <a:pt x="323850" y="2540"/>
                  </a:lnTo>
                  <a:lnTo>
                    <a:pt x="322580" y="2540"/>
                  </a:lnTo>
                  <a:lnTo>
                    <a:pt x="322580" y="3810"/>
                  </a:lnTo>
                  <a:lnTo>
                    <a:pt x="54610" y="3810"/>
                  </a:lnTo>
                  <a:lnTo>
                    <a:pt x="54610" y="6350"/>
                  </a:lnTo>
                  <a:lnTo>
                    <a:pt x="55880" y="6350"/>
                  </a:lnTo>
                  <a:lnTo>
                    <a:pt x="55880" y="7620"/>
                  </a:lnTo>
                  <a:lnTo>
                    <a:pt x="326390" y="7620"/>
                  </a:lnTo>
                  <a:lnTo>
                    <a:pt x="326390" y="6350"/>
                  </a:lnTo>
                  <a:close/>
                </a:path>
                <a:path w="660400" h="7619">
                  <a:moveTo>
                    <a:pt x="660400" y="3810"/>
                  </a:moveTo>
                  <a:lnTo>
                    <a:pt x="610870" y="3810"/>
                  </a:lnTo>
                  <a:lnTo>
                    <a:pt x="610870" y="7620"/>
                  </a:lnTo>
                  <a:lnTo>
                    <a:pt x="660400" y="7620"/>
                  </a:lnTo>
                  <a:lnTo>
                    <a:pt x="660400" y="3810"/>
                  </a:lnTo>
                  <a:close/>
                </a:path>
                <a:path w="660400" h="7619">
                  <a:moveTo>
                    <a:pt x="660400" y="1270"/>
                  </a:moveTo>
                  <a:lnTo>
                    <a:pt x="610870" y="1270"/>
                  </a:lnTo>
                  <a:lnTo>
                    <a:pt x="610870" y="2540"/>
                  </a:lnTo>
                  <a:lnTo>
                    <a:pt x="660400" y="2540"/>
                  </a:lnTo>
                  <a:lnTo>
                    <a:pt x="660400" y="1270"/>
                  </a:lnTo>
                  <a:close/>
                </a:path>
              </a:pathLst>
            </a:custGeom>
            <a:solidFill>
              <a:srgbClr val="342600"/>
            </a:solidFill>
          </p:spPr>
          <p:txBody>
            <a:bodyPr wrap="square" lIns="0" tIns="0" rIns="0" bIns="0" rtlCol="0"/>
            <a:lstStyle/>
            <a:p/>
          </p:txBody>
        </p:sp>
        <p:sp>
          <p:nvSpPr>
            <p:cNvPr id="923" name="object 923"/>
            <p:cNvSpPr/>
            <p:nvPr/>
          </p:nvSpPr>
          <p:spPr>
            <a:xfrm>
              <a:off x="4933950" y="2929889"/>
              <a:ext cx="660400" cy="6350"/>
            </a:xfrm>
            <a:custGeom>
              <a:avLst/>
              <a:gdLst/>
              <a:ahLst/>
              <a:cxnLst/>
              <a:rect l="l" t="t" r="r" b="b"/>
              <a:pathLst>
                <a:path w="660400" h="6350">
                  <a:moveTo>
                    <a:pt x="48260" y="2540"/>
                  </a:moveTo>
                  <a:lnTo>
                    <a:pt x="0" y="2540"/>
                  </a:lnTo>
                  <a:lnTo>
                    <a:pt x="0" y="6350"/>
                  </a:lnTo>
                  <a:lnTo>
                    <a:pt x="48260" y="6350"/>
                  </a:lnTo>
                  <a:lnTo>
                    <a:pt x="48260" y="2540"/>
                  </a:lnTo>
                  <a:close/>
                </a:path>
                <a:path w="660400" h="6350">
                  <a:moveTo>
                    <a:pt x="48260" y="0"/>
                  </a:moveTo>
                  <a:lnTo>
                    <a:pt x="0" y="0"/>
                  </a:lnTo>
                  <a:lnTo>
                    <a:pt x="0" y="1270"/>
                  </a:lnTo>
                  <a:lnTo>
                    <a:pt x="48260" y="1270"/>
                  </a:lnTo>
                  <a:lnTo>
                    <a:pt x="48260" y="0"/>
                  </a:lnTo>
                  <a:close/>
                </a:path>
                <a:path w="660400" h="6350">
                  <a:moveTo>
                    <a:pt x="326390" y="0"/>
                  </a:moveTo>
                  <a:lnTo>
                    <a:pt x="55880" y="0"/>
                  </a:lnTo>
                  <a:lnTo>
                    <a:pt x="55880" y="1270"/>
                  </a:lnTo>
                  <a:lnTo>
                    <a:pt x="57150" y="1270"/>
                  </a:lnTo>
                  <a:lnTo>
                    <a:pt x="57150" y="2540"/>
                  </a:lnTo>
                  <a:lnTo>
                    <a:pt x="58420" y="2540"/>
                  </a:lnTo>
                  <a:lnTo>
                    <a:pt x="58420" y="1270"/>
                  </a:lnTo>
                  <a:lnTo>
                    <a:pt x="326390" y="1270"/>
                  </a:lnTo>
                  <a:lnTo>
                    <a:pt x="326390" y="0"/>
                  </a:lnTo>
                  <a:close/>
                </a:path>
                <a:path w="660400" h="6350">
                  <a:moveTo>
                    <a:pt x="331470" y="5080"/>
                  </a:moveTo>
                  <a:lnTo>
                    <a:pt x="330200" y="5080"/>
                  </a:lnTo>
                  <a:lnTo>
                    <a:pt x="330200" y="2540"/>
                  </a:lnTo>
                  <a:lnTo>
                    <a:pt x="328930" y="2540"/>
                  </a:lnTo>
                  <a:lnTo>
                    <a:pt x="328930" y="1270"/>
                  </a:lnTo>
                  <a:lnTo>
                    <a:pt x="327660" y="1270"/>
                  </a:lnTo>
                  <a:lnTo>
                    <a:pt x="327660" y="2540"/>
                  </a:lnTo>
                  <a:lnTo>
                    <a:pt x="59690" y="2540"/>
                  </a:lnTo>
                  <a:lnTo>
                    <a:pt x="59690" y="5080"/>
                  </a:lnTo>
                  <a:lnTo>
                    <a:pt x="60960" y="5080"/>
                  </a:lnTo>
                  <a:lnTo>
                    <a:pt x="60960" y="6350"/>
                  </a:lnTo>
                  <a:lnTo>
                    <a:pt x="331470" y="6350"/>
                  </a:lnTo>
                  <a:lnTo>
                    <a:pt x="331470" y="5080"/>
                  </a:lnTo>
                  <a:close/>
                </a:path>
                <a:path w="660400" h="6350">
                  <a:moveTo>
                    <a:pt x="660400" y="2540"/>
                  </a:moveTo>
                  <a:lnTo>
                    <a:pt x="610870" y="2540"/>
                  </a:lnTo>
                  <a:lnTo>
                    <a:pt x="610870" y="6350"/>
                  </a:lnTo>
                  <a:lnTo>
                    <a:pt x="660400" y="6350"/>
                  </a:lnTo>
                  <a:lnTo>
                    <a:pt x="660400" y="2540"/>
                  </a:lnTo>
                  <a:close/>
                </a:path>
                <a:path w="660400" h="6350">
                  <a:moveTo>
                    <a:pt x="660400" y="0"/>
                  </a:moveTo>
                  <a:lnTo>
                    <a:pt x="610870" y="0"/>
                  </a:lnTo>
                  <a:lnTo>
                    <a:pt x="610870" y="1270"/>
                  </a:lnTo>
                  <a:lnTo>
                    <a:pt x="660400" y="1270"/>
                  </a:lnTo>
                  <a:lnTo>
                    <a:pt x="660400" y="0"/>
                  </a:lnTo>
                  <a:close/>
                </a:path>
              </a:pathLst>
            </a:custGeom>
            <a:solidFill>
              <a:srgbClr val="362800"/>
            </a:solidFill>
          </p:spPr>
          <p:txBody>
            <a:bodyPr wrap="square" lIns="0" tIns="0" rIns="0" bIns="0" rtlCol="0"/>
            <a:lstStyle/>
            <a:p/>
          </p:txBody>
        </p:sp>
        <p:sp>
          <p:nvSpPr>
            <p:cNvPr id="924" name="object 924"/>
            <p:cNvSpPr/>
            <p:nvPr/>
          </p:nvSpPr>
          <p:spPr>
            <a:xfrm>
              <a:off x="4933950" y="2936239"/>
              <a:ext cx="660400" cy="7620"/>
            </a:xfrm>
            <a:custGeom>
              <a:avLst/>
              <a:gdLst/>
              <a:ahLst/>
              <a:cxnLst/>
              <a:rect l="l" t="t" r="r" b="b"/>
              <a:pathLst>
                <a:path w="660400" h="7619">
                  <a:moveTo>
                    <a:pt x="48260" y="2540"/>
                  </a:moveTo>
                  <a:lnTo>
                    <a:pt x="0" y="2540"/>
                  </a:lnTo>
                  <a:lnTo>
                    <a:pt x="0" y="7620"/>
                  </a:lnTo>
                  <a:lnTo>
                    <a:pt x="48260" y="7620"/>
                  </a:lnTo>
                  <a:lnTo>
                    <a:pt x="48260" y="2540"/>
                  </a:lnTo>
                  <a:close/>
                </a:path>
                <a:path w="660400" h="7619">
                  <a:moveTo>
                    <a:pt x="48260" y="0"/>
                  </a:moveTo>
                  <a:lnTo>
                    <a:pt x="0" y="0"/>
                  </a:lnTo>
                  <a:lnTo>
                    <a:pt x="0" y="1270"/>
                  </a:lnTo>
                  <a:lnTo>
                    <a:pt x="48260" y="1270"/>
                  </a:lnTo>
                  <a:lnTo>
                    <a:pt x="48260" y="0"/>
                  </a:lnTo>
                  <a:close/>
                </a:path>
                <a:path w="660400" h="7619">
                  <a:moveTo>
                    <a:pt x="331470" y="0"/>
                  </a:moveTo>
                  <a:lnTo>
                    <a:pt x="60960" y="0"/>
                  </a:lnTo>
                  <a:lnTo>
                    <a:pt x="60960" y="1270"/>
                  </a:lnTo>
                  <a:lnTo>
                    <a:pt x="62230" y="1270"/>
                  </a:lnTo>
                  <a:lnTo>
                    <a:pt x="62230" y="2540"/>
                  </a:lnTo>
                  <a:lnTo>
                    <a:pt x="63500" y="2540"/>
                  </a:lnTo>
                  <a:lnTo>
                    <a:pt x="63500" y="1270"/>
                  </a:lnTo>
                  <a:lnTo>
                    <a:pt x="331470" y="1270"/>
                  </a:lnTo>
                  <a:lnTo>
                    <a:pt x="331470" y="0"/>
                  </a:lnTo>
                  <a:close/>
                </a:path>
                <a:path w="660400" h="7619">
                  <a:moveTo>
                    <a:pt x="336550" y="5080"/>
                  </a:moveTo>
                  <a:lnTo>
                    <a:pt x="335280" y="5080"/>
                  </a:lnTo>
                  <a:lnTo>
                    <a:pt x="335280" y="2540"/>
                  </a:lnTo>
                  <a:lnTo>
                    <a:pt x="334010" y="2540"/>
                  </a:lnTo>
                  <a:lnTo>
                    <a:pt x="334010" y="1270"/>
                  </a:lnTo>
                  <a:lnTo>
                    <a:pt x="332740" y="1270"/>
                  </a:lnTo>
                  <a:lnTo>
                    <a:pt x="332740" y="2540"/>
                  </a:lnTo>
                  <a:lnTo>
                    <a:pt x="64770" y="2540"/>
                  </a:lnTo>
                  <a:lnTo>
                    <a:pt x="64770" y="5080"/>
                  </a:lnTo>
                  <a:lnTo>
                    <a:pt x="66040" y="5080"/>
                  </a:lnTo>
                  <a:lnTo>
                    <a:pt x="66040" y="7620"/>
                  </a:lnTo>
                  <a:lnTo>
                    <a:pt x="336550" y="7620"/>
                  </a:lnTo>
                  <a:lnTo>
                    <a:pt x="336550" y="5080"/>
                  </a:lnTo>
                  <a:close/>
                </a:path>
                <a:path w="660400" h="7619">
                  <a:moveTo>
                    <a:pt x="660400" y="2540"/>
                  </a:moveTo>
                  <a:lnTo>
                    <a:pt x="610870" y="2540"/>
                  </a:lnTo>
                  <a:lnTo>
                    <a:pt x="610870" y="7620"/>
                  </a:lnTo>
                  <a:lnTo>
                    <a:pt x="660400" y="7620"/>
                  </a:lnTo>
                  <a:lnTo>
                    <a:pt x="660400" y="2540"/>
                  </a:lnTo>
                  <a:close/>
                </a:path>
                <a:path w="660400" h="7619">
                  <a:moveTo>
                    <a:pt x="660400" y="0"/>
                  </a:moveTo>
                  <a:lnTo>
                    <a:pt x="610870" y="0"/>
                  </a:lnTo>
                  <a:lnTo>
                    <a:pt x="610870" y="1270"/>
                  </a:lnTo>
                  <a:lnTo>
                    <a:pt x="660400" y="1270"/>
                  </a:lnTo>
                  <a:lnTo>
                    <a:pt x="660400" y="0"/>
                  </a:lnTo>
                  <a:close/>
                </a:path>
              </a:pathLst>
            </a:custGeom>
            <a:solidFill>
              <a:srgbClr val="382900"/>
            </a:solidFill>
          </p:spPr>
          <p:txBody>
            <a:bodyPr wrap="square" lIns="0" tIns="0" rIns="0" bIns="0" rtlCol="0"/>
            <a:lstStyle/>
            <a:p/>
          </p:txBody>
        </p:sp>
        <p:sp>
          <p:nvSpPr>
            <p:cNvPr id="925" name="object 925"/>
            <p:cNvSpPr/>
            <p:nvPr/>
          </p:nvSpPr>
          <p:spPr>
            <a:xfrm>
              <a:off x="4933950" y="2943859"/>
              <a:ext cx="660400" cy="7620"/>
            </a:xfrm>
            <a:custGeom>
              <a:avLst/>
              <a:gdLst/>
              <a:ahLst/>
              <a:cxnLst/>
              <a:rect l="l" t="t" r="r" b="b"/>
              <a:pathLst>
                <a:path w="660400" h="7619">
                  <a:moveTo>
                    <a:pt x="660400" y="5079"/>
                  </a:moveTo>
                  <a:lnTo>
                    <a:pt x="610870" y="5079"/>
                  </a:lnTo>
                  <a:lnTo>
                    <a:pt x="610870" y="6349"/>
                  </a:lnTo>
                  <a:lnTo>
                    <a:pt x="660400" y="6349"/>
                  </a:lnTo>
                  <a:lnTo>
                    <a:pt x="660400" y="5079"/>
                  </a:lnTo>
                  <a:close/>
                </a:path>
                <a:path w="660400" h="7619">
                  <a:moveTo>
                    <a:pt x="660400" y="1269"/>
                  </a:moveTo>
                  <a:lnTo>
                    <a:pt x="610870" y="1269"/>
                  </a:lnTo>
                  <a:lnTo>
                    <a:pt x="610870" y="3809"/>
                  </a:lnTo>
                  <a:lnTo>
                    <a:pt x="660400" y="3809"/>
                  </a:lnTo>
                  <a:lnTo>
                    <a:pt x="660400" y="1269"/>
                  </a:lnTo>
                  <a:close/>
                </a:path>
                <a:path w="660400" h="7619">
                  <a:moveTo>
                    <a:pt x="341629" y="5079"/>
                  </a:moveTo>
                  <a:lnTo>
                    <a:pt x="72389" y="5079"/>
                  </a:lnTo>
                  <a:lnTo>
                    <a:pt x="72389" y="7619"/>
                  </a:lnTo>
                  <a:lnTo>
                    <a:pt x="73660" y="7619"/>
                  </a:lnTo>
                  <a:lnTo>
                    <a:pt x="73660" y="6349"/>
                  </a:lnTo>
                  <a:lnTo>
                    <a:pt x="341629" y="6349"/>
                  </a:lnTo>
                  <a:lnTo>
                    <a:pt x="341629" y="5079"/>
                  </a:lnTo>
                  <a:close/>
                </a:path>
                <a:path w="660400" h="7619">
                  <a:moveTo>
                    <a:pt x="344170" y="6349"/>
                  </a:moveTo>
                  <a:lnTo>
                    <a:pt x="342900" y="6349"/>
                  </a:lnTo>
                  <a:lnTo>
                    <a:pt x="342900" y="7619"/>
                  </a:lnTo>
                  <a:lnTo>
                    <a:pt x="344170" y="7619"/>
                  </a:lnTo>
                  <a:lnTo>
                    <a:pt x="344170" y="6349"/>
                  </a:lnTo>
                  <a:close/>
                </a:path>
                <a:path w="660400" h="7619">
                  <a:moveTo>
                    <a:pt x="72389" y="3809"/>
                  </a:moveTo>
                  <a:lnTo>
                    <a:pt x="71120" y="3809"/>
                  </a:lnTo>
                  <a:lnTo>
                    <a:pt x="71120" y="5079"/>
                  </a:lnTo>
                  <a:lnTo>
                    <a:pt x="72389" y="5079"/>
                  </a:lnTo>
                  <a:lnTo>
                    <a:pt x="72389" y="3809"/>
                  </a:lnTo>
                  <a:close/>
                </a:path>
                <a:path w="660400" h="7619">
                  <a:moveTo>
                    <a:pt x="340360" y="1269"/>
                  </a:moveTo>
                  <a:lnTo>
                    <a:pt x="69850" y="1269"/>
                  </a:lnTo>
                  <a:lnTo>
                    <a:pt x="69850" y="3809"/>
                  </a:lnTo>
                  <a:lnTo>
                    <a:pt x="340360" y="3809"/>
                  </a:lnTo>
                  <a:lnTo>
                    <a:pt x="340360" y="1269"/>
                  </a:lnTo>
                  <a:close/>
                </a:path>
                <a:path w="660400" h="7619">
                  <a:moveTo>
                    <a:pt x="68579" y="0"/>
                  </a:moveTo>
                  <a:lnTo>
                    <a:pt x="67310" y="0"/>
                  </a:lnTo>
                  <a:lnTo>
                    <a:pt x="67310" y="1269"/>
                  </a:lnTo>
                  <a:lnTo>
                    <a:pt x="68579" y="1269"/>
                  </a:lnTo>
                  <a:lnTo>
                    <a:pt x="68579" y="0"/>
                  </a:lnTo>
                  <a:close/>
                </a:path>
                <a:path w="660400" h="7619">
                  <a:moveTo>
                    <a:pt x="339089" y="0"/>
                  </a:moveTo>
                  <a:lnTo>
                    <a:pt x="337820" y="0"/>
                  </a:lnTo>
                  <a:lnTo>
                    <a:pt x="337820" y="1269"/>
                  </a:lnTo>
                  <a:lnTo>
                    <a:pt x="339089" y="1269"/>
                  </a:lnTo>
                  <a:lnTo>
                    <a:pt x="339089" y="0"/>
                  </a:lnTo>
                  <a:close/>
                </a:path>
                <a:path w="660400" h="7619">
                  <a:moveTo>
                    <a:pt x="48260" y="5079"/>
                  </a:moveTo>
                  <a:lnTo>
                    <a:pt x="0" y="5079"/>
                  </a:lnTo>
                  <a:lnTo>
                    <a:pt x="0" y="6349"/>
                  </a:lnTo>
                  <a:lnTo>
                    <a:pt x="48260" y="6349"/>
                  </a:lnTo>
                  <a:lnTo>
                    <a:pt x="48260" y="5079"/>
                  </a:lnTo>
                  <a:close/>
                </a:path>
                <a:path w="660400" h="7619">
                  <a:moveTo>
                    <a:pt x="48260" y="1269"/>
                  </a:moveTo>
                  <a:lnTo>
                    <a:pt x="0" y="1269"/>
                  </a:lnTo>
                  <a:lnTo>
                    <a:pt x="0" y="3809"/>
                  </a:lnTo>
                  <a:lnTo>
                    <a:pt x="48260" y="3809"/>
                  </a:lnTo>
                  <a:lnTo>
                    <a:pt x="48260" y="1269"/>
                  </a:lnTo>
                  <a:close/>
                </a:path>
              </a:pathLst>
            </a:custGeom>
            <a:solidFill>
              <a:srgbClr val="3A2B00"/>
            </a:solidFill>
          </p:spPr>
          <p:txBody>
            <a:bodyPr wrap="square" lIns="0" tIns="0" rIns="0" bIns="0" rtlCol="0"/>
            <a:lstStyle/>
            <a:p/>
          </p:txBody>
        </p:sp>
        <p:sp>
          <p:nvSpPr>
            <p:cNvPr id="926" name="object 926"/>
            <p:cNvSpPr/>
            <p:nvPr/>
          </p:nvSpPr>
          <p:spPr>
            <a:xfrm>
              <a:off x="4933950" y="2951479"/>
              <a:ext cx="660400" cy="6350"/>
            </a:xfrm>
            <a:custGeom>
              <a:avLst/>
              <a:gdLst/>
              <a:ahLst/>
              <a:cxnLst/>
              <a:rect l="l" t="t" r="r" b="b"/>
              <a:pathLst>
                <a:path w="660400" h="6350">
                  <a:moveTo>
                    <a:pt x="48260" y="3810"/>
                  </a:moveTo>
                  <a:lnTo>
                    <a:pt x="0" y="3810"/>
                  </a:lnTo>
                  <a:lnTo>
                    <a:pt x="0" y="5080"/>
                  </a:lnTo>
                  <a:lnTo>
                    <a:pt x="48260" y="5080"/>
                  </a:lnTo>
                  <a:lnTo>
                    <a:pt x="48260" y="3810"/>
                  </a:lnTo>
                  <a:close/>
                </a:path>
                <a:path w="660400" h="6350">
                  <a:moveTo>
                    <a:pt x="48260" y="0"/>
                  </a:moveTo>
                  <a:lnTo>
                    <a:pt x="0" y="0"/>
                  </a:lnTo>
                  <a:lnTo>
                    <a:pt x="0" y="2540"/>
                  </a:lnTo>
                  <a:lnTo>
                    <a:pt x="48260" y="2540"/>
                  </a:lnTo>
                  <a:lnTo>
                    <a:pt x="48260" y="0"/>
                  </a:lnTo>
                  <a:close/>
                </a:path>
                <a:path w="660400" h="6350">
                  <a:moveTo>
                    <a:pt x="345440" y="0"/>
                  </a:moveTo>
                  <a:lnTo>
                    <a:pt x="74930" y="0"/>
                  </a:lnTo>
                  <a:lnTo>
                    <a:pt x="74930" y="2540"/>
                  </a:lnTo>
                  <a:lnTo>
                    <a:pt x="76200" y="2540"/>
                  </a:lnTo>
                  <a:lnTo>
                    <a:pt x="76200" y="3810"/>
                  </a:lnTo>
                  <a:lnTo>
                    <a:pt x="77470" y="3810"/>
                  </a:lnTo>
                  <a:lnTo>
                    <a:pt x="77470" y="2540"/>
                  </a:lnTo>
                  <a:lnTo>
                    <a:pt x="345440" y="2540"/>
                  </a:lnTo>
                  <a:lnTo>
                    <a:pt x="345440" y="0"/>
                  </a:lnTo>
                  <a:close/>
                </a:path>
                <a:path w="660400" h="6350">
                  <a:moveTo>
                    <a:pt x="346710" y="3810"/>
                  </a:moveTo>
                  <a:lnTo>
                    <a:pt x="77470" y="3810"/>
                  </a:lnTo>
                  <a:lnTo>
                    <a:pt x="77470" y="5080"/>
                  </a:lnTo>
                  <a:lnTo>
                    <a:pt x="77470" y="6350"/>
                  </a:lnTo>
                  <a:lnTo>
                    <a:pt x="78740" y="6350"/>
                  </a:lnTo>
                  <a:lnTo>
                    <a:pt x="78740" y="5080"/>
                  </a:lnTo>
                  <a:lnTo>
                    <a:pt x="346710" y="5080"/>
                  </a:lnTo>
                  <a:lnTo>
                    <a:pt x="346710" y="3810"/>
                  </a:lnTo>
                  <a:close/>
                </a:path>
                <a:path w="660400" h="6350">
                  <a:moveTo>
                    <a:pt x="349250" y="5080"/>
                  </a:moveTo>
                  <a:lnTo>
                    <a:pt x="347980" y="5080"/>
                  </a:lnTo>
                  <a:lnTo>
                    <a:pt x="347980" y="6350"/>
                  </a:lnTo>
                  <a:lnTo>
                    <a:pt x="349250" y="6350"/>
                  </a:lnTo>
                  <a:lnTo>
                    <a:pt x="349250" y="5080"/>
                  </a:lnTo>
                  <a:close/>
                </a:path>
                <a:path w="660400" h="6350">
                  <a:moveTo>
                    <a:pt x="660400" y="3810"/>
                  </a:moveTo>
                  <a:lnTo>
                    <a:pt x="610870" y="3810"/>
                  </a:lnTo>
                  <a:lnTo>
                    <a:pt x="610870" y="5080"/>
                  </a:lnTo>
                  <a:lnTo>
                    <a:pt x="660400" y="5080"/>
                  </a:lnTo>
                  <a:lnTo>
                    <a:pt x="660400" y="3810"/>
                  </a:lnTo>
                  <a:close/>
                </a:path>
                <a:path w="660400" h="6350">
                  <a:moveTo>
                    <a:pt x="660400" y="0"/>
                  </a:moveTo>
                  <a:lnTo>
                    <a:pt x="610870" y="0"/>
                  </a:lnTo>
                  <a:lnTo>
                    <a:pt x="610870" y="2540"/>
                  </a:lnTo>
                  <a:lnTo>
                    <a:pt x="660400" y="2540"/>
                  </a:lnTo>
                  <a:lnTo>
                    <a:pt x="660400" y="0"/>
                  </a:lnTo>
                  <a:close/>
                </a:path>
              </a:pathLst>
            </a:custGeom>
            <a:solidFill>
              <a:srgbClr val="3C2C00"/>
            </a:solidFill>
          </p:spPr>
          <p:txBody>
            <a:bodyPr wrap="square" lIns="0" tIns="0" rIns="0" bIns="0" rtlCol="0"/>
            <a:lstStyle/>
            <a:p/>
          </p:txBody>
        </p:sp>
        <p:sp>
          <p:nvSpPr>
            <p:cNvPr id="927" name="object 927"/>
            <p:cNvSpPr/>
            <p:nvPr/>
          </p:nvSpPr>
          <p:spPr>
            <a:xfrm>
              <a:off x="4933950" y="2957829"/>
              <a:ext cx="660400" cy="7620"/>
            </a:xfrm>
            <a:custGeom>
              <a:avLst/>
              <a:gdLst/>
              <a:ahLst/>
              <a:cxnLst/>
              <a:rect l="l" t="t" r="r" b="b"/>
              <a:pathLst>
                <a:path w="660400" h="7619">
                  <a:moveTo>
                    <a:pt x="48260" y="6350"/>
                  </a:moveTo>
                  <a:lnTo>
                    <a:pt x="0" y="6350"/>
                  </a:lnTo>
                  <a:lnTo>
                    <a:pt x="0" y="7620"/>
                  </a:lnTo>
                  <a:lnTo>
                    <a:pt x="48260" y="7620"/>
                  </a:lnTo>
                  <a:lnTo>
                    <a:pt x="48260" y="6350"/>
                  </a:lnTo>
                  <a:close/>
                </a:path>
                <a:path w="660400" h="7619">
                  <a:moveTo>
                    <a:pt x="48260" y="3810"/>
                  </a:moveTo>
                  <a:lnTo>
                    <a:pt x="0" y="3810"/>
                  </a:lnTo>
                  <a:lnTo>
                    <a:pt x="0" y="5080"/>
                  </a:lnTo>
                  <a:lnTo>
                    <a:pt x="48260" y="5080"/>
                  </a:lnTo>
                  <a:lnTo>
                    <a:pt x="48260" y="3810"/>
                  </a:lnTo>
                  <a:close/>
                </a:path>
                <a:path w="660400" h="7619">
                  <a:moveTo>
                    <a:pt x="48260" y="0"/>
                  </a:moveTo>
                  <a:lnTo>
                    <a:pt x="0" y="0"/>
                  </a:lnTo>
                  <a:lnTo>
                    <a:pt x="0" y="2540"/>
                  </a:lnTo>
                  <a:lnTo>
                    <a:pt x="48260" y="2540"/>
                  </a:lnTo>
                  <a:lnTo>
                    <a:pt x="48260" y="0"/>
                  </a:lnTo>
                  <a:close/>
                </a:path>
                <a:path w="660400" h="7619">
                  <a:moveTo>
                    <a:pt x="350520" y="0"/>
                  </a:moveTo>
                  <a:lnTo>
                    <a:pt x="80010" y="0"/>
                  </a:lnTo>
                  <a:lnTo>
                    <a:pt x="80010" y="2540"/>
                  </a:lnTo>
                  <a:lnTo>
                    <a:pt x="81280" y="2540"/>
                  </a:lnTo>
                  <a:lnTo>
                    <a:pt x="81280" y="3810"/>
                  </a:lnTo>
                  <a:lnTo>
                    <a:pt x="82550" y="3810"/>
                  </a:lnTo>
                  <a:lnTo>
                    <a:pt x="82550" y="2540"/>
                  </a:lnTo>
                  <a:lnTo>
                    <a:pt x="350520" y="2540"/>
                  </a:lnTo>
                  <a:lnTo>
                    <a:pt x="350520" y="0"/>
                  </a:lnTo>
                  <a:close/>
                </a:path>
                <a:path w="660400" h="7619">
                  <a:moveTo>
                    <a:pt x="351790" y="3810"/>
                  </a:moveTo>
                  <a:lnTo>
                    <a:pt x="82550" y="3810"/>
                  </a:lnTo>
                  <a:lnTo>
                    <a:pt x="82550" y="5080"/>
                  </a:lnTo>
                  <a:lnTo>
                    <a:pt x="82550" y="6350"/>
                  </a:lnTo>
                  <a:lnTo>
                    <a:pt x="83820" y="6350"/>
                  </a:lnTo>
                  <a:lnTo>
                    <a:pt x="83820" y="5080"/>
                  </a:lnTo>
                  <a:lnTo>
                    <a:pt x="351790" y="5080"/>
                  </a:lnTo>
                  <a:lnTo>
                    <a:pt x="351790" y="3810"/>
                  </a:lnTo>
                  <a:close/>
                </a:path>
                <a:path w="660400" h="7619">
                  <a:moveTo>
                    <a:pt x="355600" y="6350"/>
                  </a:moveTo>
                  <a:lnTo>
                    <a:pt x="354330" y="6350"/>
                  </a:lnTo>
                  <a:lnTo>
                    <a:pt x="354330" y="5080"/>
                  </a:lnTo>
                  <a:lnTo>
                    <a:pt x="353060" y="5080"/>
                  </a:lnTo>
                  <a:lnTo>
                    <a:pt x="353060" y="6350"/>
                  </a:lnTo>
                  <a:lnTo>
                    <a:pt x="85090" y="6350"/>
                  </a:lnTo>
                  <a:lnTo>
                    <a:pt x="85090" y="7620"/>
                  </a:lnTo>
                  <a:lnTo>
                    <a:pt x="355600" y="7620"/>
                  </a:lnTo>
                  <a:lnTo>
                    <a:pt x="355600" y="6350"/>
                  </a:lnTo>
                  <a:close/>
                </a:path>
                <a:path w="660400" h="7619">
                  <a:moveTo>
                    <a:pt x="660400" y="6350"/>
                  </a:moveTo>
                  <a:lnTo>
                    <a:pt x="610870" y="6350"/>
                  </a:lnTo>
                  <a:lnTo>
                    <a:pt x="610870" y="7620"/>
                  </a:lnTo>
                  <a:lnTo>
                    <a:pt x="660400" y="7620"/>
                  </a:lnTo>
                  <a:lnTo>
                    <a:pt x="660400" y="6350"/>
                  </a:lnTo>
                  <a:close/>
                </a:path>
                <a:path w="660400" h="7619">
                  <a:moveTo>
                    <a:pt x="660400" y="3810"/>
                  </a:moveTo>
                  <a:lnTo>
                    <a:pt x="610870" y="3810"/>
                  </a:lnTo>
                  <a:lnTo>
                    <a:pt x="610870" y="5080"/>
                  </a:lnTo>
                  <a:lnTo>
                    <a:pt x="660400" y="5080"/>
                  </a:lnTo>
                  <a:lnTo>
                    <a:pt x="660400" y="3810"/>
                  </a:lnTo>
                  <a:close/>
                </a:path>
                <a:path w="660400" h="7619">
                  <a:moveTo>
                    <a:pt x="660400" y="0"/>
                  </a:moveTo>
                  <a:lnTo>
                    <a:pt x="610870" y="0"/>
                  </a:lnTo>
                  <a:lnTo>
                    <a:pt x="610870" y="2540"/>
                  </a:lnTo>
                  <a:lnTo>
                    <a:pt x="660400" y="2540"/>
                  </a:lnTo>
                  <a:lnTo>
                    <a:pt x="660400" y="0"/>
                  </a:lnTo>
                  <a:close/>
                </a:path>
              </a:pathLst>
            </a:custGeom>
            <a:solidFill>
              <a:srgbClr val="3E2E00"/>
            </a:solidFill>
          </p:spPr>
          <p:txBody>
            <a:bodyPr wrap="square" lIns="0" tIns="0" rIns="0" bIns="0" rtlCol="0"/>
            <a:lstStyle/>
            <a:p/>
          </p:txBody>
        </p:sp>
        <p:sp>
          <p:nvSpPr>
            <p:cNvPr id="928" name="object 928"/>
            <p:cNvSpPr/>
            <p:nvPr/>
          </p:nvSpPr>
          <p:spPr>
            <a:xfrm>
              <a:off x="4933950" y="2965449"/>
              <a:ext cx="660400" cy="7620"/>
            </a:xfrm>
            <a:custGeom>
              <a:avLst/>
              <a:gdLst/>
              <a:ahLst/>
              <a:cxnLst/>
              <a:rect l="l" t="t" r="r" b="b"/>
              <a:pathLst>
                <a:path w="660400" h="7619">
                  <a:moveTo>
                    <a:pt x="48260" y="5080"/>
                  </a:moveTo>
                  <a:lnTo>
                    <a:pt x="0" y="5080"/>
                  </a:lnTo>
                  <a:lnTo>
                    <a:pt x="0" y="7620"/>
                  </a:lnTo>
                  <a:lnTo>
                    <a:pt x="48260" y="7620"/>
                  </a:lnTo>
                  <a:lnTo>
                    <a:pt x="48260" y="5080"/>
                  </a:lnTo>
                  <a:close/>
                </a:path>
                <a:path w="660400" h="7619">
                  <a:moveTo>
                    <a:pt x="48260" y="2540"/>
                  </a:moveTo>
                  <a:lnTo>
                    <a:pt x="0" y="2540"/>
                  </a:lnTo>
                  <a:lnTo>
                    <a:pt x="0" y="3810"/>
                  </a:lnTo>
                  <a:lnTo>
                    <a:pt x="48260" y="3810"/>
                  </a:lnTo>
                  <a:lnTo>
                    <a:pt x="48260" y="2540"/>
                  </a:lnTo>
                  <a:close/>
                </a:path>
                <a:path w="660400" h="7619">
                  <a:moveTo>
                    <a:pt x="48260" y="0"/>
                  </a:moveTo>
                  <a:lnTo>
                    <a:pt x="0" y="0"/>
                  </a:lnTo>
                  <a:lnTo>
                    <a:pt x="0" y="1270"/>
                  </a:lnTo>
                  <a:lnTo>
                    <a:pt x="48260" y="1270"/>
                  </a:lnTo>
                  <a:lnTo>
                    <a:pt x="48260" y="0"/>
                  </a:lnTo>
                  <a:close/>
                </a:path>
                <a:path w="660400" h="7619">
                  <a:moveTo>
                    <a:pt x="355600" y="0"/>
                  </a:moveTo>
                  <a:lnTo>
                    <a:pt x="85090" y="0"/>
                  </a:lnTo>
                  <a:lnTo>
                    <a:pt x="85090" y="1270"/>
                  </a:lnTo>
                  <a:lnTo>
                    <a:pt x="86360" y="1270"/>
                  </a:lnTo>
                  <a:lnTo>
                    <a:pt x="86360" y="2540"/>
                  </a:lnTo>
                  <a:lnTo>
                    <a:pt x="87630" y="2540"/>
                  </a:lnTo>
                  <a:lnTo>
                    <a:pt x="87630" y="1270"/>
                  </a:lnTo>
                  <a:lnTo>
                    <a:pt x="355600" y="1270"/>
                  </a:lnTo>
                  <a:lnTo>
                    <a:pt x="355600" y="0"/>
                  </a:lnTo>
                  <a:close/>
                </a:path>
                <a:path w="660400" h="7619">
                  <a:moveTo>
                    <a:pt x="356857" y="2540"/>
                  </a:moveTo>
                  <a:lnTo>
                    <a:pt x="87630" y="2540"/>
                  </a:lnTo>
                  <a:lnTo>
                    <a:pt x="87630" y="3810"/>
                  </a:lnTo>
                  <a:lnTo>
                    <a:pt x="356857" y="3810"/>
                  </a:lnTo>
                  <a:lnTo>
                    <a:pt x="356857" y="2540"/>
                  </a:lnTo>
                  <a:close/>
                </a:path>
                <a:path w="660400" h="7619">
                  <a:moveTo>
                    <a:pt x="360680" y="5080"/>
                  </a:moveTo>
                  <a:lnTo>
                    <a:pt x="359410" y="5080"/>
                  </a:lnTo>
                  <a:lnTo>
                    <a:pt x="359410" y="3810"/>
                  </a:lnTo>
                  <a:lnTo>
                    <a:pt x="358140" y="3810"/>
                  </a:lnTo>
                  <a:lnTo>
                    <a:pt x="358140" y="5080"/>
                  </a:lnTo>
                  <a:lnTo>
                    <a:pt x="90170" y="5080"/>
                  </a:lnTo>
                  <a:lnTo>
                    <a:pt x="90170" y="7620"/>
                  </a:lnTo>
                  <a:lnTo>
                    <a:pt x="360680" y="7620"/>
                  </a:lnTo>
                  <a:lnTo>
                    <a:pt x="360680" y="5080"/>
                  </a:lnTo>
                  <a:close/>
                </a:path>
                <a:path w="660400" h="7619">
                  <a:moveTo>
                    <a:pt x="660400" y="5080"/>
                  </a:moveTo>
                  <a:lnTo>
                    <a:pt x="610870" y="5080"/>
                  </a:lnTo>
                  <a:lnTo>
                    <a:pt x="610870" y="7620"/>
                  </a:lnTo>
                  <a:lnTo>
                    <a:pt x="660400" y="7620"/>
                  </a:lnTo>
                  <a:lnTo>
                    <a:pt x="660400" y="5080"/>
                  </a:lnTo>
                  <a:close/>
                </a:path>
                <a:path w="660400" h="7619">
                  <a:moveTo>
                    <a:pt x="660400" y="2540"/>
                  </a:moveTo>
                  <a:lnTo>
                    <a:pt x="610870" y="2540"/>
                  </a:lnTo>
                  <a:lnTo>
                    <a:pt x="610870" y="3810"/>
                  </a:lnTo>
                  <a:lnTo>
                    <a:pt x="660400" y="3810"/>
                  </a:lnTo>
                  <a:lnTo>
                    <a:pt x="660400" y="2540"/>
                  </a:lnTo>
                  <a:close/>
                </a:path>
                <a:path w="660400" h="7619">
                  <a:moveTo>
                    <a:pt x="660400" y="0"/>
                  </a:moveTo>
                  <a:lnTo>
                    <a:pt x="610870" y="0"/>
                  </a:lnTo>
                  <a:lnTo>
                    <a:pt x="610870" y="1270"/>
                  </a:lnTo>
                  <a:lnTo>
                    <a:pt x="660400" y="1270"/>
                  </a:lnTo>
                  <a:lnTo>
                    <a:pt x="660400" y="0"/>
                  </a:lnTo>
                  <a:close/>
                </a:path>
              </a:pathLst>
            </a:custGeom>
            <a:solidFill>
              <a:srgbClr val="402F00"/>
            </a:solidFill>
          </p:spPr>
          <p:txBody>
            <a:bodyPr wrap="square" lIns="0" tIns="0" rIns="0" bIns="0" rtlCol="0"/>
            <a:lstStyle/>
            <a:p/>
          </p:txBody>
        </p:sp>
        <p:sp>
          <p:nvSpPr>
            <p:cNvPr id="929" name="object 929"/>
            <p:cNvSpPr/>
            <p:nvPr/>
          </p:nvSpPr>
          <p:spPr>
            <a:xfrm>
              <a:off x="4933950" y="2973069"/>
              <a:ext cx="660400" cy="6350"/>
            </a:xfrm>
            <a:custGeom>
              <a:avLst/>
              <a:gdLst/>
              <a:ahLst/>
              <a:cxnLst/>
              <a:rect l="l" t="t" r="r" b="b"/>
              <a:pathLst>
                <a:path w="660400" h="6350">
                  <a:moveTo>
                    <a:pt x="48260" y="3810"/>
                  </a:moveTo>
                  <a:lnTo>
                    <a:pt x="0" y="3810"/>
                  </a:lnTo>
                  <a:lnTo>
                    <a:pt x="0" y="6350"/>
                  </a:lnTo>
                  <a:lnTo>
                    <a:pt x="48260" y="6350"/>
                  </a:lnTo>
                  <a:lnTo>
                    <a:pt x="48260" y="3810"/>
                  </a:lnTo>
                  <a:close/>
                </a:path>
                <a:path w="660400" h="6350">
                  <a:moveTo>
                    <a:pt x="48260" y="1270"/>
                  </a:moveTo>
                  <a:lnTo>
                    <a:pt x="0" y="1270"/>
                  </a:lnTo>
                  <a:lnTo>
                    <a:pt x="0" y="2540"/>
                  </a:lnTo>
                  <a:lnTo>
                    <a:pt x="48260" y="2540"/>
                  </a:lnTo>
                  <a:lnTo>
                    <a:pt x="48260" y="1270"/>
                  </a:lnTo>
                  <a:close/>
                </a:path>
                <a:path w="660400" h="6350">
                  <a:moveTo>
                    <a:pt x="92710" y="0"/>
                  </a:moveTo>
                  <a:lnTo>
                    <a:pt x="91440" y="0"/>
                  </a:lnTo>
                  <a:lnTo>
                    <a:pt x="91440" y="1270"/>
                  </a:lnTo>
                  <a:lnTo>
                    <a:pt x="92710" y="1270"/>
                  </a:lnTo>
                  <a:lnTo>
                    <a:pt x="92710" y="0"/>
                  </a:lnTo>
                  <a:close/>
                </a:path>
                <a:path w="660400" h="6350">
                  <a:moveTo>
                    <a:pt x="361950" y="0"/>
                  </a:moveTo>
                  <a:lnTo>
                    <a:pt x="360680" y="0"/>
                  </a:lnTo>
                  <a:lnTo>
                    <a:pt x="360680" y="1270"/>
                  </a:lnTo>
                  <a:lnTo>
                    <a:pt x="92710" y="1270"/>
                  </a:lnTo>
                  <a:lnTo>
                    <a:pt x="92710" y="2540"/>
                  </a:lnTo>
                  <a:lnTo>
                    <a:pt x="361950" y="2540"/>
                  </a:lnTo>
                  <a:lnTo>
                    <a:pt x="361950" y="1270"/>
                  </a:lnTo>
                  <a:lnTo>
                    <a:pt x="361950" y="0"/>
                  </a:lnTo>
                  <a:close/>
                </a:path>
                <a:path w="660400" h="6350">
                  <a:moveTo>
                    <a:pt x="365760" y="3810"/>
                  </a:moveTo>
                  <a:lnTo>
                    <a:pt x="364490" y="3810"/>
                  </a:lnTo>
                  <a:lnTo>
                    <a:pt x="364490" y="2540"/>
                  </a:lnTo>
                  <a:lnTo>
                    <a:pt x="363207" y="2540"/>
                  </a:lnTo>
                  <a:lnTo>
                    <a:pt x="363207" y="3810"/>
                  </a:lnTo>
                  <a:lnTo>
                    <a:pt x="95250" y="3810"/>
                  </a:lnTo>
                  <a:lnTo>
                    <a:pt x="95250" y="6350"/>
                  </a:lnTo>
                  <a:lnTo>
                    <a:pt x="365760" y="6350"/>
                  </a:lnTo>
                  <a:lnTo>
                    <a:pt x="365760" y="3810"/>
                  </a:lnTo>
                  <a:close/>
                </a:path>
                <a:path w="660400" h="6350">
                  <a:moveTo>
                    <a:pt x="660400" y="3810"/>
                  </a:moveTo>
                  <a:lnTo>
                    <a:pt x="610870" y="3810"/>
                  </a:lnTo>
                  <a:lnTo>
                    <a:pt x="610870" y="6350"/>
                  </a:lnTo>
                  <a:lnTo>
                    <a:pt x="660400" y="6350"/>
                  </a:lnTo>
                  <a:lnTo>
                    <a:pt x="660400" y="3810"/>
                  </a:lnTo>
                  <a:close/>
                </a:path>
                <a:path w="660400" h="6350">
                  <a:moveTo>
                    <a:pt x="660400" y="1270"/>
                  </a:moveTo>
                  <a:lnTo>
                    <a:pt x="610870" y="1270"/>
                  </a:lnTo>
                  <a:lnTo>
                    <a:pt x="610870" y="2540"/>
                  </a:lnTo>
                  <a:lnTo>
                    <a:pt x="660400" y="2540"/>
                  </a:lnTo>
                  <a:lnTo>
                    <a:pt x="660400" y="1270"/>
                  </a:lnTo>
                  <a:close/>
                </a:path>
              </a:pathLst>
            </a:custGeom>
            <a:solidFill>
              <a:srgbClr val="423100"/>
            </a:solidFill>
          </p:spPr>
          <p:txBody>
            <a:bodyPr wrap="square" lIns="0" tIns="0" rIns="0" bIns="0" rtlCol="0"/>
            <a:lstStyle/>
            <a:p/>
          </p:txBody>
        </p:sp>
        <p:sp>
          <p:nvSpPr>
            <p:cNvPr id="930" name="object 930"/>
            <p:cNvSpPr/>
            <p:nvPr/>
          </p:nvSpPr>
          <p:spPr>
            <a:xfrm>
              <a:off x="4933950" y="2979419"/>
              <a:ext cx="660400" cy="7620"/>
            </a:xfrm>
            <a:custGeom>
              <a:avLst/>
              <a:gdLst/>
              <a:ahLst/>
              <a:cxnLst/>
              <a:rect l="l" t="t" r="r" b="b"/>
              <a:pathLst>
                <a:path w="660400" h="7619">
                  <a:moveTo>
                    <a:pt x="660400" y="3809"/>
                  </a:moveTo>
                  <a:lnTo>
                    <a:pt x="610870" y="3809"/>
                  </a:lnTo>
                  <a:lnTo>
                    <a:pt x="610870" y="6349"/>
                  </a:lnTo>
                  <a:lnTo>
                    <a:pt x="660400" y="6349"/>
                  </a:lnTo>
                  <a:lnTo>
                    <a:pt x="660400" y="3809"/>
                  </a:lnTo>
                  <a:close/>
                </a:path>
                <a:path w="660400" h="7619">
                  <a:moveTo>
                    <a:pt x="660400" y="1269"/>
                  </a:moveTo>
                  <a:lnTo>
                    <a:pt x="610870" y="1269"/>
                  </a:lnTo>
                  <a:lnTo>
                    <a:pt x="610870" y="2539"/>
                  </a:lnTo>
                  <a:lnTo>
                    <a:pt x="660400" y="2539"/>
                  </a:lnTo>
                  <a:lnTo>
                    <a:pt x="660400" y="1269"/>
                  </a:lnTo>
                  <a:close/>
                </a:path>
                <a:path w="660400" h="7619">
                  <a:moveTo>
                    <a:pt x="102870" y="6349"/>
                  </a:moveTo>
                  <a:lnTo>
                    <a:pt x="101600" y="6349"/>
                  </a:lnTo>
                  <a:lnTo>
                    <a:pt x="101600" y="7619"/>
                  </a:lnTo>
                  <a:lnTo>
                    <a:pt x="102870" y="7619"/>
                  </a:lnTo>
                  <a:lnTo>
                    <a:pt x="102870" y="6349"/>
                  </a:lnTo>
                  <a:close/>
                </a:path>
                <a:path w="660400" h="7619">
                  <a:moveTo>
                    <a:pt x="372110" y="6349"/>
                  </a:moveTo>
                  <a:lnTo>
                    <a:pt x="370839" y="6349"/>
                  </a:lnTo>
                  <a:lnTo>
                    <a:pt x="370839" y="7619"/>
                  </a:lnTo>
                  <a:lnTo>
                    <a:pt x="372110" y="7619"/>
                  </a:lnTo>
                  <a:lnTo>
                    <a:pt x="372110" y="6349"/>
                  </a:lnTo>
                  <a:close/>
                </a:path>
                <a:path w="660400" h="7619">
                  <a:moveTo>
                    <a:pt x="370839" y="3809"/>
                  </a:moveTo>
                  <a:lnTo>
                    <a:pt x="100329" y="3809"/>
                  </a:lnTo>
                  <a:lnTo>
                    <a:pt x="100329" y="6349"/>
                  </a:lnTo>
                  <a:lnTo>
                    <a:pt x="370839" y="6349"/>
                  </a:lnTo>
                  <a:lnTo>
                    <a:pt x="370839" y="3809"/>
                  </a:lnTo>
                  <a:close/>
                </a:path>
                <a:path w="660400" h="7619">
                  <a:moveTo>
                    <a:pt x="369570" y="2539"/>
                  </a:moveTo>
                  <a:lnTo>
                    <a:pt x="368300" y="2539"/>
                  </a:lnTo>
                  <a:lnTo>
                    <a:pt x="368300" y="3809"/>
                  </a:lnTo>
                  <a:lnTo>
                    <a:pt x="369570" y="3809"/>
                  </a:lnTo>
                  <a:lnTo>
                    <a:pt x="369570" y="2539"/>
                  </a:lnTo>
                  <a:close/>
                </a:path>
                <a:path w="660400" h="7619">
                  <a:moveTo>
                    <a:pt x="367029" y="0"/>
                  </a:moveTo>
                  <a:lnTo>
                    <a:pt x="365760" y="0"/>
                  </a:lnTo>
                  <a:lnTo>
                    <a:pt x="365760" y="1269"/>
                  </a:lnTo>
                  <a:lnTo>
                    <a:pt x="97789" y="1269"/>
                  </a:lnTo>
                  <a:lnTo>
                    <a:pt x="97789" y="2539"/>
                  </a:lnTo>
                  <a:lnTo>
                    <a:pt x="367029" y="2539"/>
                  </a:lnTo>
                  <a:lnTo>
                    <a:pt x="367029" y="0"/>
                  </a:lnTo>
                  <a:close/>
                </a:path>
                <a:path w="660400" h="7619">
                  <a:moveTo>
                    <a:pt x="97789" y="0"/>
                  </a:moveTo>
                  <a:lnTo>
                    <a:pt x="96520" y="0"/>
                  </a:lnTo>
                  <a:lnTo>
                    <a:pt x="96520" y="1269"/>
                  </a:lnTo>
                  <a:lnTo>
                    <a:pt x="97789" y="1269"/>
                  </a:lnTo>
                  <a:lnTo>
                    <a:pt x="97789" y="0"/>
                  </a:lnTo>
                  <a:close/>
                </a:path>
                <a:path w="660400" h="7619">
                  <a:moveTo>
                    <a:pt x="48260" y="3809"/>
                  </a:moveTo>
                  <a:lnTo>
                    <a:pt x="0" y="3809"/>
                  </a:lnTo>
                  <a:lnTo>
                    <a:pt x="0" y="6349"/>
                  </a:lnTo>
                  <a:lnTo>
                    <a:pt x="48260" y="6349"/>
                  </a:lnTo>
                  <a:lnTo>
                    <a:pt x="48260" y="3809"/>
                  </a:lnTo>
                  <a:close/>
                </a:path>
                <a:path w="660400" h="7619">
                  <a:moveTo>
                    <a:pt x="48260" y="1269"/>
                  </a:moveTo>
                  <a:lnTo>
                    <a:pt x="0" y="1269"/>
                  </a:lnTo>
                  <a:lnTo>
                    <a:pt x="0" y="2539"/>
                  </a:lnTo>
                  <a:lnTo>
                    <a:pt x="48260" y="2539"/>
                  </a:lnTo>
                  <a:lnTo>
                    <a:pt x="48260" y="1269"/>
                  </a:lnTo>
                  <a:close/>
                </a:path>
              </a:pathLst>
            </a:custGeom>
            <a:solidFill>
              <a:srgbClr val="443300"/>
            </a:solidFill>
          </p:spPr>
          <p:txBody>
            <a:bodyPr wrap="square" lIns="0" tIns="0" rIns="0" bIns="0" rtlCol="0"/>
            <a:lstStyle/>
            <a:p/>
          </p:txBody>
        </p:sp>
        <p:sp>
          <p:nvSpPr>
            <p:cNvPr id="931" name="object 931"/>
            <p:cNvSpPr/>
            <p:nvPr/>
          </p:nvSpPr>
          <p:spPr>
            <a:xfrm>
              <a:off x="4933950" y="2987039"/>
              <a:ext cx="660400" cy="7620"/>
            </a:xfrm>
            <a:custGeom>
              <a:avLst/>
              <a:gdLst/>
              <a:ahLst/>
              <a:cxnLst/>
              <a:rect l="l" t="t" r="r" b="b"/>
              <a:pathLst>
                <a:path w="660400" h="7619">
                  <a:moveTo>
                    <a:pt x="48260" y="6350"/>
                  </a:moveTo>
                  <a:lnTo>
                    <a:pt x="0" y="6350"/>
                  </a:lnTo>
                  <a:lnTo>
                    <a:pt x="0" y="7620"/>
                  </a:lnTo>
                  <a:lnTo>
                    <a:pt x="48260" y="7620"/>
                  </a:lnTo>
                  <a:lnTo>
                    <a:pt x="48260" y="6350"/>
                  </a:lnTo>
                  <a:close/>
                </a:path>
                <a:path w="660400" h="7619">
                  <a:moveTo>
                    <a:pt x="48260" y="2540"/>
                  </a:moveTo>
                  <a:lnTo>
                    <a:pt x="0" y="2540"/>
                  </a:lnTo>
                  <a:lnTo>
                    <a:pt x="0" y="5080"/>
                  </a:lnTo>
                  <a:lnTo>
                    <a:pt x="48260" y="5080"/>
                  </a:lnTo>
                  <a:lnTo>
                    <a:pt x="48260" y="2540"/>
                  </a:lnTo>
                  <a:close/>
                </a:path>
                <a:path w="660400" h="7619">
                  <a:moveTo>
                    <a:pt x="48260" y="0"/>
                  </a:moveTo>
                  <a:lnTo>
                    <a:pt x="0" y="0"/>
                  </a:lnTo>
                  <a:lnTo>
                    <a:pt x="0" y="1270"/>
                  </a:lnTo>
                  <a:lnTo>
                    <a:pt x="48260" y="1270"/>
                  </a:lnTo>
                  <a:lnTo>
                    <a:pt x="48260" y="0"/>
                  </a:lnTo>
                  <a:close/>
                </a:path>
                <a:path w="660400" h="7619">
                  <a:moveTo>
                    <a:pt x="372110" y="0"/>
                  </a:moveTo>
                  <a:lnTo>
                    <a:pt x="102870" y="0"/>
                  </a:lnTo>
                  <a:lnTo>
                    <a:pt x="102870" y="1270"/>
                  </a:lnTo>
                  <a:lnTo>
                    <a:pt x="104140" y="1270"/>
                  </a:lnTo>
                  <a:lnTo>
                    <a:pt x="104140" y="2540"/>
                  </a:lnTo>
                  <a:lnTo>
                    <a:pt x="105410" y="2540"/>
                  </a:lnTo>
                  <a:lnTo>
                    <a:pt x="105410" y="1270"/>
                  </a:lnTo>
                  <a:lnTo>
                    <a:pt x="372110" y="1270"/>
                  </a:lnTo>
                  <a:lnTo>
                    <a:pt x="372110" y="0"/>
                  </a:lnTo>
                  <a:close/>
                </a:path>
                <a:path w="660400" h="7619">
                  <a:moveTo>
                    <a:pt x="375920" y="2540"/>
                  </a:moveTo>
                  <a:lnTo>
                    <a:pt x="374650" y="2540"/>
                  </a:lnTo>
                  <a:lnTo>
                    <a:pt x="374650" y="1270"/>
                  </a:lnTo>
                  <a:lnTo>
                    <a:pt x="373380" y="1270"/>
                  </a:lnTo>
                  <a:lnTo>
                    <a:pt x="373380" y="2540"/>
                  </a:lnTo>
                  <a:lnTo>
                    <a:pt x="105410" y="2540"/>
                  </a:lnTo>
                  <a:lnTo>
                    <a:pt x="105410" y="5080"/>
                  </a:lnTo>
                  <a:lnTo>
                    <a:pt x="106680" y="5080"/>
                  </a:lnTo>
                  <a:lnTo>
                    <a:pt x="106680" y="6350"/>
                  </a:lnTo>
                  <a:lnTo>
                    <a:pt x="107950" y="6350"/>
                  </a:lnTo>
                  <a:lnTo>
                    <a:pt x="107950" y="5080"/>
                  </a:lnTo>
                  <a:lnTo>
                    <a:pt x="375920" y="5080"/>
                  </a:lnTo>
                  <a:lnTo>
                    <a:pt x="375920" y="2540"/>
                  </a:lnTo>
                  <a:close/>
                </a:path>
                <a:path w="660400" h="7619">
                  <a:moveTo>
                    <a:pt x="377190" y="5080"/>
                  </a:moveTo>
                  <a:lnTo>
                    <a:pt x="375920" y="5080"/>
                  </a:lnTo>
                  <a:lnTo>
                    <a:pt x="375920" y="6350"/>
                  </a:lnTo>
                  <a:lnTo>
                    <a:pt x="107950" y="6350"/>
                  </a:lnTo>
                  <a:lnTo>
                    <a:pt x="107950" y="7620"/>
                  </a:lnTo>
                  <a:lnTo>
                    <a:pt x="377190" y="7620"/>
                  </a:lnTo>
                  <a:lnTo>
                    <a:pt x="377190" y="6350"/>
                  </a:lnTo>
                  <a:lnTo>
                    <a:pt x="377190" y="5080"/>
                  </a:lnTo>
                  <a:close/>
                </a:path>
                <a:path w="660400" h="7619">
                  <a:moveTo>
                    <a:pt x="660400" y="6350"/>
                  </a:moveTo>
                  <a:lnTo>
                    <a:pt x="610870" y="6350"/>
                  </a:lnTo>
                  <a:lnTo>
                    <a:pt x="610870" y="7620"/>
                  </a:lnTo>
                  <a:lnTo>
                    <a:pt x="660400" y="7620"/>
                  </a:lnTo>
                  <a:lnTo>
                    <a:pt x="660400" y="6350"/>
                  </a:lnTo>
                  <a:close/>
                </a:path>
                <a:path w="660400" h="7619">
                  <a:moveTo>
                    <a:pt x="660400" y="2540"/>
                  </a:moveTo>
                  <a:lnTo>
                    <a:pt x="610870" y="2540"/>
                  </a:lnTo>
                  <a:lnTo>
                    <a:pt x="610870" y="5080"/>
                  </a:lnTo>
                  <a:lnTo>
                    <a:pt x="660400" y="5080"/>
                  </a:lnTo>
                  <a:lnTo>
                    <a:pt x="660400" y="2540"/>
                  </a:lnTo>
                  <a:close/>
                </a:path>
                <a:path w="660400" h="7619">
                  <a:moveTo>
                    <a:pt x="660400" y="0"/>
                  </a:moveTo>
                  <a:lnTo>
                    <a:pt x="610870" y="0"/>
                  </a:lnTo>
                  <a:lnTo>
                    <a:pt x="610870" y="1270"/>
                  </a:lnTo>
                  <a:lnTo>
                    <a:pt x="660400" y="1270"/>
                  </a:lnTo>
                  <a:lnTo>
                    <a:pt x="660400" y="0"/>
                  </a:lnTo>
                  <a:close/>
                </a:path>
              </a:pathLst>
            </a:custGeom>
            <a:solidFill>
              <a:srgbClr val="463400"/>
            </a:solidFill>
          </p:spPr>
          <p:txBody>
            <a:bodyPr wrap="square" lIns="0" tIns="0" rIns="0" bIns="0" rtlCol="0"/>
            <a:lstStyle/>
            <a:p/>
          </p:txBody>
        </p:sp>
        <p:sp>
          <p:nvSpPr>
            <p:cNvPr id="932" name="object 932"/>
            <p:cNvSpPr/>
            <p:nvPr/>
          </p:nvSpPr>
          <p:spPr>
            <a:xfrm>
              <a:off x="4933950" y="2994659"/>
              <a:ext cx="660400" cy="6350"/>
            </a:xfrm>
            <a:custGeom>
              <a:avLst/>
              <a:gdLst/>
              <a:ahLst/>
              <a:cxnLst/>
              <a:rect l="l" t="t" r="r" b="b"/>
              <a:pathLst>
                <a:path w="660400" h="6350">
                  <a:moveTo>
                    <a:pt x="48260" y="5080"/>
                  </a:moveTo>
                  <a:lnTo>
                    <a:pt x="0" y="5080"/>
                  </a:lnTo>
                  <a:lnTo>
                    <a:pt x="0" y="6350"/>
                  </a:lnTo>
                  <a:lnTo>
                    <a:pt x="48260" y="6350"/>
                  </a:lnTo>
                  <a:lnTo>
                    <a:pt x="48260" y="5080"/>
                  </a:lnTo>
                  <a:close/>
                </a:path>
                <a:path w="660400" h="6350">
                  <a:moveTo>
                    <a:pt x="48260" y="1270"/>
                  </a:moveTo>
                  <a:lnTo>
                    <a:pt x="0" y="1270"/>
                  </a:lnTo>
                  <a:lnTo>
                    <a:pt x="0" y="3810"/>
                  </a:lnTo>
                  <a:lnTo>
                    <a:pt x="48260" y="3810"/>
                  </a:lnTo>
                  <a:lnTo>
                    <a:pt x="48260" y="1270"/>
                  </a:lnTo>
                  <a:close/>
                </a:path>
                <a:path w="660400" h="6350">
                  <a:moveTo>
                    <a:pt x="110490" y="0"/>
                  </a:moveTo>
                  <a:lnTo>
                    <a:pt x="109220" y="0"/>
                  </a:lnTo>
                  <a:lnTo>
                    <a:pt x="109220" y="1270"/>
                  </a:lnTo>
                  <a:lnTo>
                    <a:pt x="110490" y="1270"/>
                  </a:lnTo>
                  <a:lnTo>
                    <a:pt x="110490" y="0"/>
                  </a:lnTo>
                  <a:close/>
                </a:path>
                <a:path w="660400" h="6350">
                  <a:moveTo>
                    <a:pt x="381000" y="1270"/>
                  </a:moveTo>
                  <a:lnTo>
                    <a:pt x="379730" y="1270"/>
                  </a:lnTo>
                  <a:lnTo>
                    <a:pt x="379730" y="0"/>
                  </a:lnTo>
                  <a:lnTo>
                    <a:pt x="378460" y="0"/>
                  </a:lnTo>
                  <a:lnTo>
                    <a:pt x="378460" y="1270"/>
                  </a:lnTo>
                  <a:lnTo>
                    <a:pt x="110490" y="1270"/>
                  </a:lnTo>
                  <a:lnTo>
                    <a:pt x="110490" y="3810"/>
                  </a:lnTo>
                  <a:lnTo>
                    <a:pt x="111760" y="3810"/>
                  </a:lnTo>
                  <a:lnTo>
                    <a:pt x="111760" y="5080"/>
                  </a:lnTo>
                  <a:lnTo>
                    <a:pt x="113030" y="5080"/>
                  </a:lnTo>
                  <a:lnTo>
                    <a:pt x="113030" y="3810"/>
                  </a:lnTo>
                  <a:lnTo>
                    <a:pt x="381000" y="3810"/>
                  </a:lnTo>
                  <a:lnTo>
                    <a:pt x="381000" y="1270"/>
                  </a:lnTo>
                  <a:close/>
                </a:path>
                <a:path w="660400" h="6350">
                  <a:moveTo>
                    <a:pt x="382257" y="3810"/>
                  </a:moveTo>
                  <a:lnTo>
                    <a:pt x="381000" y="3810"/>
                  </a:lnTo>
                  <a:lnTo>
                    <a:pt x="381000" y="5080"/>
                  </a:lnTo>
                  <a:lnTo>
                    <a:pt x="113030" y="5080"/>
                  </a:lnTo>
                  <a:lnTo>
                    <a:pt x="113030" y="6350"/>
                  </a:lnTo>
                  <a:lnTo>
                    <a:pt x="382257" y="6350"/>
                  </a:lnTo>
                  <a:lnTo>
                    <a:pt x="382257" y="5080"/>
                  </a:lnTo>
                  <a:lnTo>
                    <a:pt x="382257" y="3810"/>
                  </a:lnTo>
                  <a:close/>
                </a:path>
                <a:path w="660400" h="6350">
                  <a:moveTo>
                    <a:pt x="660400" y="5080"/>
                  </a:moveTo>
                  <a:lnTo>
                    <a:pt x="610870" y="5080"/>
                  </a:lnTo>
                  <a:lnTo>
                    <a:pt x="610870" y="6350"/>
                  </a:lnTo>
                  <a:lnTo>
                    <a:pt x="660400" y="6350"/>
                  </a:lnTo>
                  <a:lnTo>
                    <a:pt x="660400" y="5080"/>
                  </a:lnTo>
                  <a:close/>
                </a:path>
                <a:path w="660400" h="6350">
                  <a:moveTo>
                    <a:pt x="660400" y="1270"/>
                  </a:moveTo>
                  <a:lnTo>
                    <a:pt x="610870" y="1270"/>
                  </a:lnTo>
                  <a:lnTo>
                    <a:pt x="610870" y="3810"/>
                  </a:lnTo>
                  <a:lnTo>
                    <a:pt x="660400" y="3810"/>
                  </a:lnTo>
                  <a:lnTo>
                    <a:pt x="660400" y="1270"/>
                  </a:lnTo>
                  <a:close/>
                </a:path>
              </a:pathLst>
            </a:custGeom>
            <a:solidFill>
              <a:srgbClr val="483500"/>
            </a:solidFill>
          </p:spPr>
          <p:txBody>
            <a:bodyPr wrap="square" lIns="0" tIns="0" rIns="0" bIns="0" rtlCol="0"/>
            <a:lstStyle/>
            <a:p/>
          </p:txBody>
        </p:sp>
        <p:sp>
          <p:nvSpPr>
            <p:cNvPr id="933" name="object 933"/>
            <p:cNvSpPr/>
            <p:nvPr/>
          </p:nvSpPr>
          <p:spPr>
            <a:xfrm>
              <a:off x="4933950" y="3001009"/>
              <a:ext cx="661670" cy="7620"/>
            </a:xfrm>
            <a:custGeom>
              <a:avLst/>
              <a:gdLst/>
              <a:ahLst/>
              <a:cxnLst/>
              <a:rect l="l" t="t" r="r" b="b"/>
              <a:pathLst>
                <a:path w="661670" h="7619">
                  <a:moveTo>
                    <a:pt x="661669" y="5079"/>
                  </a:moveTo>
                  <a:lnTo>
                    <a:pt x="612139" y="5079"/>
                  </a:lnTo>
                  <a:lnTo>
                    <a:pt x="612139" y="6349"/>
                  </a:lnTo>
                  <a:lnTo>
                    <a:pt x="661669" y="6349"/>
                  </a:lnTo>
                  <a:lnTo>
                    <a:pt x="661669" y="5079"/>
                  </a:lnTo>
                  <a:close/>
                </a:path>
                <a:path w="661670" h="7619">
                  <a:moveTo>
                    <a:pt x="661670" y="1269"/>
                  </a:moveTo>
                  <a:lnTo>
                    <a:pt x="610870" y="1269"/>
                  </a:lnTo>
                  <a:lnTo>
                    <a:pt x="610870" y="3809"/>
                  </a:lnTo>
                  <a:lnTo>
                    <a:pt x="661670" y="3809"/>
                  </a:lnTo>
                  <a:lnTo>
                    <a:pt x="661670" y="1269"/>
                  </a:lnTo>
                  <a:close/>
                </a:path>
                <a:path w="661670" h="7619">
                  <a:moveTo>
                    <a:pt x="120650" y="6349"/>
                  </a:moveTo>
                  <a:lnTo>
                    <a:pt x="119379" y="6349"/>
                  </a:lnTo>
                  <a:lnTo>
                    <a:pt x="119379" y="7619"/>
                  </a:lnTo>
                  <a:lnTo>
                    <a:pt x="120650" y="7619"/>
                  </a:lnTo>
                  <a:lnTo>
                    <a:pt x="120650" y="6349"/>
                  </a:lnTo>
                  <a:close/>
                </a:path>
                <a:path w="661670" h="7619">
                  <a:moveTo>
                    <a:pt x="389889" y="6349"/>
                  </a:moveTo>
                  <a:lnTo>
                    <a:pt x="388619" y="6349"/>
                  </a:lnTo>
                  <a:lnTo>
                    <a:pt x="388619" y="7619"/>
                  </a:lnTo>
                  <a:lnTo>
                    <a:pt x="389889" y="7619"/>
                  </a:lnTo>
                  <a:lnTo>
                    <a:pt x="389889" y="6349"/>
                  </a:lnTo>
                  <a:close/>
                </a:path>
                <a:path w="661670" h="7619">
                  <a:moveTo>
                    <a:pt x="387350" y="3809"/>
                  </a:moveTo>
                  <a:lnTo>
                    <a:pt x="386080" y="3809"/>
                  </a:lnTo>
                  <a:lnTo>
                    <a:pt x="386079" y="5079"/>
                  </a:lnTo>
                  <a:lnTo>
                    <a:pt x="118110" y="5079"/>
                  </a:lnTo>
                  <a:lnTo>
                    <a:pt x="118110" y="6349"/>
                  </a:lnTo>
                  <a:lnTo>
                    <a:pt x="387350" y="6349"/>
                  </a:lnTo>
                  <a:lnTo>
                    <a:pt x="387350" y="3809"/>
                  </a:lnTo>
                  <a:close/>
                </a:path>
                <a:path w="661670" h="7619">
                  <a:moveTo>
                    <a:pt x="118110" y="3809"/>
                  </a:moveTo>
                  <a:lnTo>
                    <a:pt x="116839" y="3809"/>
                  </a:lnTo>
                  <a:lnTo>
                    <a:pt x="116839" y="5079"/>
                  </a:lnTo>
                  <a:lnTo>
                    <a:pt x="118110" y="5079"/>
                  </a:lnTo>
                  <a:lnTo>
                    <a:pt x="118110" y="3809"/>
                  </a:lnTo>
                  <a:close/>
                </a:path>
                <a:path w="661670" h="7619">
                  <a:moveTo>
                    <a:pt x="386080" y="1269"/>
                  </a:moveTo>
                  <a:lnTo>
                    <a:pt x="115570" y="1269"/>
                  </a:lnTo>
                  <a:lnTo>
                    <a:pt x="115570" y="3809"/>
                  </a:lnTo>
                  <a:lnTo>
                    <a:pt x="386080" y="3809"/>
                  </a:lnTo>
                  <a:lnTo>
                    <a:pt x="386080" y="1269"/>
                  </a:lnTo>
                  <a:close/>
                </a:path>
                <a:path w="661670" h="7619">
                  <a:moveTo>
                    <a:pt x="115570" y="0"/>
                  </a:moveTo>
                  <a:lnTo>
                    <a:pt x="114300" y="0"/>
                  </a:lnTo>
                  <a:lnTo>
                    <a:pt x="114300" y="1269"/>
                  </a:lnTo>
                  <a:lnTo>
                    <a:pt x="115570" y="1269"/>
                  </a:lnTo>
                  <a:lnTo>
                    <a:pt x="115570" y="0"/>
                  </a:lnTo>
                  <a:close/>
                </a:path>
                <a:path w="661670" h="7619">
                  <a:moveTo>
                    <a:pt x="384810" y="0"/>
                  </a:moveTo>
                  <a:lnTo>
                    <a:pt x="383539" y="0"/>
                  </a:lnTo>
                  <a:lnTo>
                    <a:pt x="383539" y="1269"/>
                  </a:lnTo>
                  <a:lnTo>
                    <a:pt x="384810" y="1269"/>
                  </a:lnTo>
                  <a:lnTo>
                    <a:pt x="384810" y="0"/>
                  </a:lnTo>
                  <a:close/>
                </a:path>
                <a:path w="661670" h="7619">
                  <a:moveTo>
                    <a:pt x="48260" y="5079"/>
                  </a:moveTo>
                  <a:lnTo>
                    <a:pt x="0" y="5079"/>
                  </a:lnTo>
                  <a:lnTo>
                    <a:pt x="0" y="6349"/>
                  </a:lnTo>
                  <a:lnTo>
                    <a:pt x="48260" y="6349"/>
                  </a:lnTo>
                  <a:lnTo>
                    <a:pt x="48260" y="5079"/>
                  </a:lnTo>
                  <a:close/>
                </a:path>
                <a:path w="661670" h="7619">
                  <a:moveTo>
                    <a:pt x="48260" y="1269"/>
                  </a:moveTo>
                  <a:lnTo>
                    <a:pt x="0" y="1269"/>
                  </a:lnTo>
                  <a:lnTo>
                    <a:pt x="0" y="3809"/>
                  </a:lnTo>
                  <a:lnTo>
                    <a:pt x="48260" y="3809"/>
                  </a:lnTo>
                  <a:lnTo>
                    <a:pt x="48260" y="1269"/>
                  </a:lnTo>
                  <a:close/>
                </a:path>
              </a:pathLst>
            </a:custGeom>
            <a:solidFill>
              <a:srgbClr val="4A3700"/>
            </a:solidFill>
          </p:spPr>
          <p:txBody>
            <a:bodyPr wrap="square" lIns="0" tIns="0" rIns="0" bIns="0" rtlCol="0"/>
            <a:lstStyle/>
            <a:p/>
          </p:txBody>
        </p:sp>
        <p:sp>
          <p:nvSpPr>
            <p:cNvPr id="934" name="object 934"/>
            <p:cNvSpPr/>
            <p:nvPr/>
          </p:nvSpPr>
          <p:spPr>
            <a:xfrm>
              <a:off x="4933950" y="3008642"/>
              <a:ext cx="661670" cy="6350"/>
            </a:xfrm>
            <a:custGeom>
              <a:avLst/>
              <a:gdLst/>
              <a:ahLst/>
              <a:cxnLst/>
              <a:rect l="l" t="t" r="r" b="b"/>
              <a:pathLst>
                <a:path w="661670" h="6350">
                  <a:moveTo>
                    <a:pt x="48260" y="0"/>
                  </a:moveTo>
                  <a:lnTo>
                    <a:pt x="0" y="0"/>
                  </a:lnTo>
                  <a:lnTo>
                    <a:pt x="0" y="6337"/>
                  </a:lnTo>
                  <a:lnTo>
                    <a:pt x="48260" y="6337"/>
                  </a:lnTo>
                  <a:lnTo>
                    <a:pt x="48260" y="0"/>
                  </a:lnTo>
                  <a:close/>
                </a:path>
                <a:path w="661670" h="6350">
                  <a:moveTo>
                    <a:pt x="394957" y="5067"/>
                  </a:moveTo>
                  <a:lnTo>
                    <a:pt x="393700" y="5067"/>
                  </a:lnTo>
                  <a:lnTo>
                    <a:pt x="393700" y="3797"/>
                  </a:lnTo>
                  <a:lnTo>
                    <a:pt x="392430" y="3797"/>
                  </a:lnTo>
                  <a:lnTo>
                    <a:pt x="392430" y="2527"/>
                  </a:lnTo>
                  <a:lnTo>
                    <a:pt x="391160" y="2527"/>
                  </a:lnTo>
                  <a:lnTo>
                    <a:pt x="391160" y="0"/>
                  </a:lnTo>
                  <a:lnTo>
                    <a:pt x="121920" y="0"/>
                  </a:lnTo>
                  <a:lnTo>
                    <a:pt x="121920" y="2527"/>
                  </a:lnTo>
                  <a:lnTo>
                    <a:pt x="123190" y="2527"/>
                  </a:lnTo>
                  <a:lnTo>
                    <a:pt x="123190" y="3797"/>
                  </a:lnTo>
                  <a:lnTo>
                    <a:pt x="124460" y="3797"/>
                  </a:lnTo>
                  <a:lnTo>
                    <a:pt x="124460" y="5067"/>
                  </a:lnTo>
                  <a:lnTo>
                    <a:pt x="125730" y="5067"/>
                  </a:lnTo>
                  <a:lnTo>
                    <a:pt x="125730" y="6337"/>
                  </a:lnTo>
                  <a:lnTo>
                    <a:pt x="394957" y="6337"/>
                  </a:lnTo>
                  <a:lnTo>
                    <a:pt x="394957" y="5067"/>
                  </a:lnTo>
                  <a:close/>
                </a:path>
                <a:path w="661670" h="6350">
                  <a:moveTo>
                    <a:pt x="661657" y="0"/>
                  </a:moveTo>
                  <a:lnTo>
                    <a:pt x="612140" y="0"/>
                  </a:lnTo>
                  <a:lnTo>
                    <a:pt x="612140" y="6337"/>
                  </a:lnTo>
                  <a:lnTo>
                    <a:pt x="661657" y="6337"/>
                  </a:lnTo>
                  <a:lnTo>
                    <a:pt x="661657" y="0"/>
                  </a:lnTo>
                  <a:close/>
                </a:path>
              </a:pathLst>
            </a:custGeom>
            <a:solidFill>
              <a:srgbClr val="4C3800"/>
            </a:solidFill>
          </p:spPr>
          <p:txBody>
            <a:bodyPr wrap="square" lIns="0" tIns="0" rIns="0" bIns="0" rtlCol="0"/>
            <a:lstStyle/>
            <a:p/>
          </p:txBody>
        </p:sp>
        <p:sp>
          <p:nvSpPr>
            <p:cNvPr id="935" name="object 935"/>
            <p:cNvSpPr/>
            <p:nvPr/>
          </p:nvSpPr>
          <p:spPr>
            <a:xfrm>
              <a:off x="4933950" y="3016249"/>
              <a:ext cx="661670" cy="6350"/>
            </a:xfrm>
            <a:custGeom>
              <a:avLst/>
              <a:gdLst/>
              <a:ahLst/>
              <a:cxnLst/>
              <a:rect l="l" t="t" r="r" b="b"/>
              <a:pathLst>
                <a:path w="661670" h="6350">
                  <a:moveTo>
                    <a:pt x="48260" y="5080"/>
                  </a:moveTo>
                  <a:lnTo>
                    <a:pt x="0" y="5080"/>
                  </a:lnTo>
                  <a:lnTo>
                    <a:pt x="0" y="6350"/>
                  </a:lnTo>
                  <a:lnTo>
                    <a:pt x="48260" y="6350"/>
                  </a:lnTo>
                  <a:lnTo>
                    <a:pt x="48260" y="5080"/>
                  </a:lnTo>
                  <a:close/>
                </a:path>
                <a:path w="661670" h="6350">
                  <a:moveTo>
                    <a:pt x="48260" y="2540"/>
                  </a:moveTo>
                  <a:lnTo>
                    <a:pt x="0" y="2540"/>
                  </a:lnTo>
                  <a:lnTo>
                    <a:pt x="0" y="3810"/>
                  </a:lnTo>
                  <a:lnTo>
                    <a:pt x="48260" y="3810"/>
                  </a:lnTo>
                  <a:lnTo>
                    <a:pt x="48260" y="2540"/>
                  </a:lnTo>
                  <a:close/>
                </a:path>
                <a:path w="661670" h="6350">
                  <a:moveTo>
                    <a:pt x="48260" y="0"/>
                  </a:moveTo>
                  <a:lnTo>
                    <a:pt x="0" y="0"/>
                  </a:lnTo>
                  <a:lnTo>
                    <a:pt x="0" y="1270"/>
                  </a:lnTo>
                  <a:lnTo>
                    <a:pt x="48260" y="1270"/>
                  </a:lnTo>
                  <a:lnTo>
                    <a:pt x="48260" y="0"/>
                  </a:lnTo>
                  <a:close/>
                </a:path>
                <a:path w="661670" h="6350">
                  <a:moveTo>
                    <a:pt x="396240" y="0"/>
                  </a:moveTo>
                  <a:lnTo>
                    <a:pt x="127000" y="0"/>
                  </a:lnTo>
                  <a:lnTo>
                    <a:pt x="127000" y="1270"/>
                  </a:lnTo>
                  <a:lnTo>
                    <a:pt x="127000" y="2540"/>
                  </a:lnTo>
                  <a:lnTo>
                    <a:pt x="128270" y="2540"/>
                  </a:lnTo>
                  <a:lnTo>
                    <a:pt x="128270" y="1270"/>
                  </a:lnTo>
                  <a:lnTo>
                    <a:pt x="396240" y="1270"/>
                  </a:lnTo>
                  <a:lnTo>
                    <a:pt x="396240" y="0"/>
                  </a:lnTo>
                  <a:close/>
                </a:path>
                <a:path w="661670" h="6350">
                  <a:moveTo>
                    <a:pt x="397510" y="1270"/>
                  </a:moveTo>
                  <a:lnTo>
                    <a:pt x="396240" y="1270"/>
                  </a:lnTo>
                  <a:lnTo>
                    <a:pt x="396240" y="2540"/>
                  </a:lnTo>
                  <a:lnTo>
                    <a:pt x="128270" y="2540"/>
                  </a:lnTo>
                  <a:lnTo>
                    <a:pt x="128270" y="3810"/>
                  </a:lnTo>
                  <a:lnTo>
                    <a:pt x="129540" y="3810"/>
                  </a:lnTo>
                  <a:lnTo>
                    <a:pt x="129540" y="5080"/>
                  </a:lnTo>
                  <a:lnTo>
                    <a:pt x="130810" y="5080"/>
                  </a:lnTo>
                  <a:lnTo>
                    <a:pt x="130810" y="3810"/>
                  </a:lnTo>
                  <a:lnTo>
                    <a:pt x="397510" y="3810"/>
                  </a:lnTo>
                  <a:lnTo>
                    <a:pt x="397510" y="2540"/>
                  </a:lnTo>
                  <a:lnTo>
                    <a:pt x="397510" y="1270"/>
                  </a:lnTo>
                  <a:close/>
                </a:path>
                <a:path w="661670" h="6350">
                  <a:moveTo>
                    <a:pt x="400050" y="3810"/>
                  </a:moveTo>
                  <a:lnTo>
                    <a:pt x="398780" y="3810"/>
                  </a:lnTo>
                  <a:lnTo>
                    <a:pt x="398780" y="5080"/>
                  </a:lnTo>
                  <a:lnTo>
                    <a:pt x="132080" y="5080"/>
                  </a:lnTo>
                  <a:lnTo>
                    <a:pt x="132080" y="6350"/>
                  </a:lnTo>
                  <a:lnTo>
                    <a:pt x="400050" y="6350"/>
                  </a:lnTo>
                  <a:lnTo>
                    <a:pt x="400050" y="5080"/>
                  </a:lnTo>
                  <a:lnTo>
                    <a:pt x="400050" y="3810"/>
                  </a:lnTo>
                  <a:close/>
                </a:path>
                <a:path w="661670" h="6350">
                  <a:moveTo>
                    <a:pt x="661657" y="5080"/>
                  </a:moveTo>
                  <a:lnTo>
                    <a:pt x="612140" y="5080"/>
                  </a:lnTo>
                  <a:lnTo>
                    <a:pt x="612140" y="6350"/>
                  </a:lnTo>
                  <a:lnTo>
                    <a:pt x="661657" y="6350"/>
                  </a:lnTo>
                  <a:lnTo>
                    <a:pt x="661657" y="5080"/>
                  </a:lnTo>
                  <a:close/>
                </a:path>
                <a:path w="661670" h="6350">
                  <a:moveTo>
                    <a:pt x="661657" y="2540"/>
                  </a:moveTo>
                  <a:lnTo>
                    <a:pt x="612140" y="2540"/>
                  </a:lnTo>
                  <a:lnTo>
                    <a:pt x="612140" y="3810"/>
                  </a:lnTo>
                  <a:lnTo>
                    <a:pt x="661657" y="3810"/>
                  </a:lnTo>
                  <a:lnTo>
                    <a:pt x="661657" y="2540"/>
                  </a:lnTo>
                  <a:close/>
                </a:path>
                <a:path w="661670" h="6350">
                  <a:moveTo>
                    <a:pt x="661657" y="0"/>
                  </a:moveTo>
                  <a:lnTo>
                    <a:pt x="612140" y="0"/>
                  </a:lnTo>
                  <a:lnTo>
                    <a:pt x="612140" y="1270"/>
                  </a:lnTo>
                  <a:lnTo>
                    <a:pt x="661657" y="1270"/>
                  </a:lnTo>
                  <a:lnTo>
                    <a:pt x="661657" y="0"/>
                  </a:lnTo>
                  <a:close/>
                </a:path>
              </a:pathLst>
            </a:custGeom>
            <a:solidFill>
              <a:srgbClr val="4E3A00"/>
            </a:solidFill>
          </p:spPr>
          <p:txBody>
            <a:bodyPr wrap="square" lIns="0" tIns="0" rIns="0" bIns="0" rtlCol="0"/>
            <a:lstStyle/>
            <a:p/>
          </p:txBody>
        </p:sp>
        <p:sp>
          <p:nvSpPr>
            <p:cNvPr id="936" name="object 936"/>
            <p:cNvSpPr/>
            <p:nvPr/>
          </p:nvSpPr>
          <p:spPr>
            <a:xfrm>
              <a:off x="4933950" y="3022599"/>
              <a:ext cx="661670" cy="7620"/>
            </a:xfrm>
            <a:custGeom>
              <a:avLst/>
              <a:gdLst/>
              <a:ahLst/>
              <a:cxnLst/>
              <a:rect l="l" t="t" r="r" b="b"/>
              <a:pathLst>
                <a:path w="661670" h="7619">
                  <a:moveTo>
                    <a:pt x="48260" y="5080"/>
                  </a:moveTo>
                  <a:lnTo>
                    <a:pt x="0" y="5080"/>
                  </a:lnTo>
                  <a:lnTo>
                    <a:pt x="0" y="7620"/>
                  </a:lnTo>
                  <a:lnTo>
                    <a:pt x="48260" y="7620"/>
                  </a:lnTo>
                  <a:lnTo>
                    <a:pt x="48260" y="5080"/>
                  </a:lnTo>
                  <a:close/>
                </a:path>
                <a:path w="661670" h="7619">
                  <a:moveTo>
                    <a:pt x="48260" y="2540"/>
                  </a:moveTo>
                  <a:lnTo>
                    <a:pt x="0" y="2540"/>
                  </a:lnTo>
                  <a:lnTo>
                    <a:pt x="0" y="3810"/>
                  </a:lnTo>
                  <a:lnTo>
                    <a:pt x="48260" y="3810"/>
                  </a:lnTo>
                  <a:lnTo>
                    <a:pt x="48260" y="2540"/>
                  </a:lnTo>
                  <a:close/>
                </a:path>
                <a:path w="661670" h="7619">
                  <a:moveTo>
                    <a:pt x="48260" y="0"/>
                  </a:moveTo>
                  <a:lnTo>
                    <a:pt x="0" y="0"/>
                  </a:lnTo>
                  <a:lnTo>
                    <a:pt x="0" y="1270"/>
                  </a:lnTo>
                  <a:lnTo>
                    <a:pt x="48260" y="1270"/>
                  </a:lnTo>
                  <a:lnTo>
                    <a:pt x="48260" y="0"/>
                  </a:lnTo>
                  <a:close/>
                </a:path>
                <a:path w="661670" h="7619">
                  <a:moveTo>
                    <a:pt x="400050" y="0"/>
                  </a:moveTo>
                  <a:lnTo>
                    <a:pt x="132080" y="0"/>
                  </a:lnTo>
                  <a:lnTo>
                    <a:pt x="132080" y="1270"/>
                  </a:lnTo>
                  <a:lnTo>
                    <a:pt x="132080" y="2540"/>
                  </a:lnTo>
                  <a:lnTo>
                    <a:pt x="133350" y="2540"/>
                  </a:lnTo>
                  <a:lnTo>
                    <a:pt x="133350" y="1270"/>
                  </a:lnTo>
                  <a:lnTo>
                    <a:pt x="400050" y="1270"/>
                  </a:lnTo>
                  <a:lnTo>
                    <a:pt x="400050" y="0"/>
                  </a:lnTo>
                  <a:close/>
                </a:path>
                <a:path w="661670" h="7619">
                  <a:moveTo>
                    <a:pt x="402590" y="1270"/>
                  </a:moveTo>
                  <a:lnTo>
                    <a:pt x="401307" y="1270"/>
                  </a:lnTo>
                  <a:lnTo>
                    <a:pt x="401307" y="2540"/>
                  </a:lnTo>
                  <a:lnTo>
                    <a:pt x="133350" y="2540"/>
                  </a:lnTo>
                  <a:lnTo>
                    <a:pt x="133350" y="3810"/>
                  </a:lnTo>
                  <a:lnTo>
                    <a:pt x="134620" y="3810"/>
                  </a:lnTo>
                  <a:lnTo>
                    <a:pt x="134620" y="5080"/>
                  </a:lnTo>
                  <a:lnTo>
                    <a:pt x="135890" y="5080"/>
                  </a:lnTo>
                  <a:lnTo>
                    <a:pt x="135890" y="3810"/>
                  </a:lnTo>
                  <a:lnTo>
                    <a:pt x="402590" y="3810"/>
                  </a:lnTo>
                  <a:lnTo>
                    <a:pt x="402590" y="2540"/>
                  </a:lnTo>
                  <a:lnTo>
                    <a:pt x="402590" y="1270"/>
                  </a:lnTo>
                  <a:close/>
                </a:path>
                <a:path w="661670" h="7619">
                  <a:moveTo>
                    <a:pt x="405130" y="3810"/>
                  </a:moveTo>
                  <a:lnTo>
                    <a:pt x="403860" y="3810"/>
                  </a:lnTo>
                  <a:lnTo>
                    <a:pt x="403860" y="5080"/>
                  </a:lnTo>
                  <a:lnTo>
                    <a:pt x="137160" y="5080"/>
                  </a:lnTo>
                  <a:lnTo>
                    <a:pt x="137160" y="7620"/>
                  </a:lnTo>
                  <a:lnTo>
                    <a:pt x="405130" y="7620"/>
                  </a:lnTo>
                  <a:lnTo>
                    <a:pt x="405130" y="5080"/>
                  </a:lnTo>
                  <a:lnTo>
                    <a:pt x="405130" y="3810"/>
                  </a:lnTo>
                  <a:close/>
                </a:path>
                <a:path w="661670" h="7619">
                  <a:moveTo>
                    <a:pt x="661657" y="5080"/>
                  </a:moveTo>
                  <a:lnTo>
                    <a:pt x="612140" y="5080"/>
                  </a:lnTo>
                  <a:lnTo>
                    <a:pt x="612140" y="7620"/>
                  </a:lnTo>
                  <a:lnTo>
                    <a:pt x="661657" y="7620"/>
                  </a:lnTo>
                  <a:lnTo>
                    <a:pt x="661657" y="5080"/>
                  </a:lnTo>
                  <a:close/>
                </a:path>
                <a:path w="661670" h="7619">
                  <a:moveTo>
                    <a:pt x="661657" y="2540"/>
                  </a:moveTo>
                  <a:lnTo>
                    <a:pt x="612140" y="2540"/>
                  </a:lnTo>
                  <a:lnTo>
                    <a:pt x="612140" y="3810"/>
                  </a:lnTo>
                  <a:lnTo>
                    <a:pt x="661657" y="3810"/>
                  </a:lnTo>
                  <a:lnTo>
                    <a:pt x="661657" y="2540"/>
                  </a:lnTo>
                  <a:close/>
                </a:path>
                <a:path w="661670" h="7619">
                  <a:moveTo>
                    <a:pt x="661657" y="0"/>
                  </a:moveTo>
                  <a:lnTo>
                    <a:pt x="612140" y="0"/>
                  </a:lnTo>
                  <a:lnTo>
                    <a:pt x="612140" y="1270"/>
                  </a:lnTo>
                  <a:lnTo>
                    <a:pt x="661657" y="1270"/>
                  </a:lnTo>
                  <a:lnTo>
                    <a:pt x="661657" y="0"/>
                  </a:lnTo>
                  <a:close/>
                </a:path>
              </a:pathLst>
            </a:custGeom>
            <a:solidFill>
              <a:srgbClr val="503B00"/>
            </a:solidFill>
          </p:spPr>
          <p:txBody>
            <a:bodyPr wrap="square" lIns="0" tIns="0" rIns="0" bIns="0" rtlCol="0"/>
            <a:lstStyle/>
            <a:p/>
          </p:txBody>
        </p:sp>
        <p:sp>
          <p:nvSpPr>
            <p:cNvPr id="937" name="object 937"/>
            <p:cNvSpPr/>
            <p:nvPr/>
          </p:nvSpPr>
          <p:spPr>
            <a:xfrm>
              <a:off x="4933950" y="3030219"/>
              <a:ext cx="661670" cy="7620"/>
            </a:xfrm>
            <a:custGeom>
              <a:avLst/>
              <a:gdLst/>
              <a:ahLst/>
              <a:cxnLst/>
              <a:rect l="l" t="t" r="r" b="b"/>
              <a:pathLst>
                <a:path w="661670" h="7619">
                  <a:moveTo>
                    <a:pt x="48260" y="3810"/>
                  </a:moveTo>
                  <a:lnTo>
                    <a:pt x="0" y="3810"/>
                  </a:lnTo>
                  <a:lnTo>
                    <a:pt x="0" y="6350"/>
                  </a:lnTo>
                  <a:lnTo>
                    <a:pt x="48260" y="6350"/>
                  </a:lnTo>
                  <a:lnTo>
                    <a:pt x="48260" y="3810"/>
                  </a:lnTo>
                  <a:close/>
                </a:path>
                <a:path w="661670" h="7619">
                  <a:moveTo>
                    <a:pt x="48260" y="1270"/>
                  </a:moveTo>
                  <a:lnTo>
                    <a:pt x="0" y="1270"/>
                  </a:lnTo>
                  <a:lnTo>
                    <a:pt x="0" y="2540"/>
                  </a:lnTo>
                  <a:lnTo>
                    <a:pt x="48260" y="2540"/>
                  </a:lnTo>
                  <a:lnTo>
                    <a:pt x="48260" y="1270"/>
                  </a:lnTo>
                  <a:close/>
                </a:path>
                <a:path w="661670" h="7619">
                  <a:moveTo>
                    <a:pt x="407657" y="0"/>
                  </a:moveTo>
                  <a:lnTo>
                    <a:pt x="406400" y="0"/>
                  </a:lnTo>
                  <a:lnTo>
                    <a:pt x="406400" y="1270"/>
                  </a:lnTo>
                  <a:lnTo>
                    <a:pt x="138430" y="1270"/>
                  </a:lnTo>
                  <a:lnTo>
                    <a:pt x="138430" y="2540"/>
                  </a:lnTo>
                  <a:lnTo>
                    <a:pt x="139700" y="2540"/>
                  </a:lnTo>
                  <a:lnTo>
                    <a:pt x="139700" y="3810"/>
                  </a:lnTo>
                  <a:lnTo>
                    <a:pt x="140970" y="3810"/>
                  </a:lnTo>
                  <a:lnTo>
                    <a:pt x="140970" y="2540"/>
                  </a:lnTo>
                  <a:lnTo>
                    <a:pt x="407657" y="2540"/>
                  </a:lnTo>
                  <a:lnTo>
                    <a:pt x="407657" y="1270"/>
                  </a:lnTo>
                  <a:lnTo>
                    <a:pt x="407657" y="0"/>
                  </a:lnTo>
                  <a:close/>
                </a:path>
                <a:path w="661670" h="7619">
                  <a:moveTo>
                    <a:pt x="410210" y="2540"/>
                  </a:moveTo>
                  <a:lnTo>
                    <a:pt x="408940" y="2540"/>
                  </a:lnTo>
                  <a:lnTo>
                    <a:pt x="408940" y="3810"/>
                  </a:lnTo>
                  <a:lnTo>
                    <a:pt x="142240" y="3810"/>
                  </a:lnTo>
                  <a:lnTo>
                    <a:pt x="142240" y="6350"/>
                  </a:lnTo>
                  <a:lnTo>
                    <a:pt x="410210" y="6350"/>
                  </a:lnTo>
                  <a:lnTo>
                    <a:pt x="410210" y="3810"/>
                  </a:lnTo>
                  <a:lnTo>
                    <a:pt x="410210" y="2540"/>
                  </a:lnTo>
                  <a:close/>
                </a:path>
                <a:path w="661670" h="7619">
                  <a:moveTo>
                    <a:pt x="412750" y="6350"/>
                  </a:moveTo>
                  <a:lnTo>
                    <a:pt x="411480" y="6350"/>
                  </a:lnTo>
                  <a:lnTo>
                    <a:pt x="411480" y="7620"/>
                  </a:lnTo>
                  <a:lnTo>
                    <a:pt x="412750" y="7620"/>
                  </a:lnTo>
                  <a:lnTo>
                    <a:pt x="412750" y="6350"/>
                  </a:lnTo>
                  <a:close/>
                </a:path>
                <a:path w="661670" h="7619">
                  <a:moveTo>
                    <a:pt x="661657" y="3810"/>
                  </a:moveTo>
                  <a:lnTo>
                    <a:pt x="612140" y="3810"/>
                  </a:lnTo>
                  <a:lnTo>
                    <a:pt x="612140" y="6350"/>
                  </a:lnTo>
                  <a:lnTo>
                    <a:pt x="661657" y="6350"/>
                  </a:lnTo>
                  <a:lnTo>
                    <a:pt x="661657" y="3810"/>
                  </a:lnTo>
                  <a:close/>
                </a:path>
                <a:path w="661670" h="7619">
                  <a:moveTo>
                    <a:pt x="661657" y="1270"/>
                  </a:moveTo>
                  <a:lnTo>
                    <a:pt x="612140" y="1270"/>
                  </a:lnTo>
                  <a:lnTo>
                    <a:pt x="612140" y="2540"/>
                  </a:lnTo>
                  <a:lnTo>
                    <a:pt x="661657" y="2540"/>
                  </a:lnTo>
                  <a:lnTo>
                    <a:pt x="661657" y="1270"/>
                  </a:lnTo>
                  <a:close/>
                </a:path>
              </a:pathLst>
            </a:custGeom>
            <a:solidFill>
              <a:srgbClr val="523D00"/>
            </a:solidFill>
          </p:spPr>
          <p:txBody>
            <a:bodyPr wrap="square" lIns="0" tIns="0" rIns="0" bIns="0" rtlCol="0"/>
            <a:lstStyle/>
            <a:p/>
          </p:txBody>
        </p:sp>
        <p:sp>
          <p:nvSpPr>
            <p:cNvPr id="938" name="object 938"/>
            <p:cNvSpPr/>
            <p:nvPr/>
          </p:nvSpPr>
          <p:spPr>
            <a:xfrm>
              <a:off x="4933950" y="3037839"/>
              <a:ext cx="661670" cy="6350"/>
            </a:xfrm>
            <a:custGeom>
              <a:avLst/>
              <a:gdLst/>
              <a:ahLst/>
              <a:cxnLst/>
              <a:rect l="l" t="t" r="r" b="b"/>
              <a:pathLst>
                <a:path w="661670" h="6350">
                  <a:moveTo>
                    <a:pt x="48260" y="2540"/>
                  </a:moveTo>
                  <a:lnTo>
                    <a:pt x="0" y="2540"/>
                  </a:lnTo>
                  <a:lnTo>
                    <a:pt x="0" y="5080"/>
                  </a:lnTo>
                  <a:lnTo>
                    <a:pt x="48260" y="5080"/>
                  </a:lnTo>
                  <a:lnTo>
                    <a:pt x="48260" y="2540"/>
                  </a:lnTo>
                  <a:close/>
                </a:path>
                <a:path w="661670" h="6350">
                  <a:moveTo>
                    <a:pt x="48260" y="0"/>
                  </a:moveTo>
                  <a:lnTo>
                    <a:pt x="0" y="0"/>
                  </a:lnTo>
                  <a:lnTo>
                    <a:pt x="0" y="1270"/>
                  </a:lnTo>
                  <a:lnTo>
                    <a:pt x="48260" y="1270"/>
                  </a:lnTo>
                  <a:lnTo>
                    <a:pt x="48260" y="0"/>
                  </a:lnTo>
                  <a:close/>
                </a:path>
                <a:path w="661670" h="6350">
                  <a:moveTo>
                    <a:pt x="412750" y="0"/>
                  </a:moveTo>
                  <a:lnTo>
                    <a:pt x="143510" y="0"/>
                  </a:lnTo>
                  <a:lnTo>
                    <a:pt x="143510" y="1270"/>
                  </a:lnTo>
                  <a:lnTo>
                    <a:pt x="144780" y="1270"/>
                  </a:lnTo>
                  <a:lnTo>
                    <a:pt x="144780" y="2540"/>
                  </a:lnTo>
                  <a:lnTo>
                    <a:pt x="146050" y="2540"/>
                  </a:lnTo>
                  <a:lnTo>
                    <a:pt x="146050" y="1270"/>
                  </a:lnTo>
                  <a:lnTo>
                    <a:pt x="412750" y="1270"/>
                  </a:lnTo>
                  <a:lnTo>
                    <a:pt x="412750" y="0"/>
                  </a:lnTo>
                  <a:close/>
                </a:path>
                <a:path w="661670" h="6350">
                  <a:moveTo>
                    <a:pt x="415290" y="1270"/>
                  </a:moveTo>
                  <a:lnTo>
                    <a:pt x="414007" y="1270"/>
                  </a:lnTo>
                  <a:lnTo>
                    <a:pt x="414007" y="2540"/>
                  </a:lnTo>
                  <a:lnTo>
                    <a:pt x="147320" y="2540"/>
                  </a:lnTo>
                  <a:lnTo>
                    <a:pt x="147320" y="5080"/>
                  </a:lnTo>
                  <a:lnTo>
                    <a:pt x="415290" y="5080"/>
                  </a:lnTo>
                  <a:lnTo>
                    <a:pt x="415290" y="2540"/>
                  </a:lnTo>
                  <a:lnTo>
                    <a:pt x="415290" y="1270"/>
                  </a:lnTo>
                  <a:close/>
                </a:path>
                <a:path w="661670" h="6350">
                  <a:moveTo>
                    <a:pt x="417830" y="5080"/>
                  </a:moveTo>
                  <a:lnTo>
                    <a:pt x="416560" y="5080"/>
                  </a:lnTo>
                  <a:lnTo>
                    <a:pt x="416560" y="6350"/>
                  </a:lnTo>
                  <a:lnTo>
                    <a:pt x="417830" y="6350"/>
                  </a:lnTo>
                  <a:lnTo>
                    <a:pt x="417830" y="5080"/>
                  </a:lnTo>
                  <a:close/>
                </a:path>
                <a:path w="661670" h="6350">
                  <a:moveTo>
                    <a:pt x="661657" y="2540"/>
                  </a:moveTo>
                  <a:lnTo>
                    <a:pt x="612140" y="2540"/>
                  </a:lnTo>
                  <a:lnTo>
                    <a:pt x="612140" y="5080"/>
                  </a:lnTo>
                  <a:lnTo>
                    <a:pt x="661657" y="5080"/>
                  </a:lnTo>
                  <a:lnTo>
                    <a:pt x="661657" y="2540"/>
                  </a:lnTo>
                  <a:close/>
                </a:path>
                <a:path w="661670" h="6350">
                  <a:moveTo>
                    <a:pt x="661657" y="0"/>
                  </a:moveTo>
                  <a:lnTo>
                    <a:pt x="612140" y="0"/>
                  </a:lnTo>
                  <a:lnTo>
                    <a:pt x="612140" y="1270"/>
                  </a:lnTo>
                  <a:lnTo>
                    <a:pt x="661657" y="1270"/>
                  </a:lnTo>
                  <a:lnTo>
                    <a:pt x="661657" y="0"/>
                  </a:lnTo>
                  <a:close/>
                </a:path>
              </a:pathLst>
            </a:custGeom>
            <a:solidFill>
              <a:srgbClr val="543E00"/>
            </a:solidFill>
          </p:spPr>
          <p:txBody>
            <a:bodyPr wrap="square" lIns="0" tIns="0" rIns="0" bIns="0" rtlCol="0"/>
            <a:lstStyle/>
            <a:p/>
          </p:txBody>
        </p:sp>
        <p:sp>
          <p:nvSpPr>
            <p:cNvPr id="939" name="object 939"/>
            <p:cNvSpPr/>
            <p:nvPr/>
          </p:nvSpPr>
          <p:spPr>
            <a:xfrm>
              <a:off x="4933950" y="3044189"/>
              <a:ext cx="661670" cy="7620"/>
            </a:xfrm>
            <a:custGeom>
              <a:avLst/>
              <a:gdLst/>
              <a:ahLst/>
              <a:cxnLst/>
              <a:rect l="l" t="t" r="r" b="b"/>
              <a:pathLst>
                <a:path w="661670" h="7619">
                  <a:moveTo>
                    <a:pt x="48260" y="6350"/>
                  </a:moveTo>
                  <a:lnTo>
                    <a:pt x="0" y="6350"/>
                  </a:lnTo>
                  <a:lnTo>
                    <a:pt x="0" y="7620"/>
                  </a:lnTo>
                  <a:lnTo>
                    <a:pt x="48260" y="7620"/>
                  </a:lnTo>
                  <a:lnTo>
                    <a:pt x="48260" y="6350"/>
                  </a:lnTo>
                  <a:close/>
                </a:path>
                <a:path w="661670" h="7619">
                  <a:moveTo>
                    <a:pt x="48260" y="2540"/>
                  </a:moveTo>
                  <a:lnTo>
                    <a:pt x="0" y="2540"/>
                  </a:lnTo>
                  <a:lnTo>
                    <a:pt x="0" y="5080"/>
                  </a:lnTo>
                  <a:lnTo>
                    <a:pt x="48260" y="5080"/>
                  </a:lnTo>
                  <a:lnTo>
                    <a:pt x="48260" y="2540"/>
                  </a:lnTo>
                  <a:close/>
                </a:path>
                <a:path w="661670" h="7619">
                  <a:moveTo>
                    <a:pt x="48260" y="0"/>
                  </a:moveTo>
                  <a:lnTo>
                    <a:pt x="0" y="0"/>
                  </a:lnTo>
                  <a:lnTo>
                    <a:pt x="0" y="1270"/>
                  </a:lnTo>
                  <a:lnTo>
                    <a:pt x="48260" y="1270"/>
                  </a:lnTo>
                  <a:lnTo>
                    <a:pt x="48260" y="0"/>
                  </a:lnTo>
                  <a:close/>
                </a:path>
                <a:path w="661670" h="7619">
                  <a:moveTo>
                    <a:pt x="417830" y="0"/>
                  </a:moveTo>
                  <a:lnTo>
                    <a:pt x="148590" y="0"/>
                  </a:lnTo>
                  <a:lnTo>
                    <a:pt x="148590" y="1270"/>
                  </a:lnTo>
                  <a:lnTo>
                    <a:pt x="149860" y="1270"/>
                  </a:lnTo>
                  <a:lnTo>
                    <a:pt x="149860" y="2540"/>
                  </a:lnTo>
                  <a:lnTo>
                    <a:pt x="151130" y="2540"/>
                  </a:lnTo>
                  <a:lnTo>
                    <a:pt x="151130" y="1270"/>
                  </a:lnTo>
                  <a:lnTo>
                    <a:pt x="417830" y="1270"/>
                  </a:lnTo>
                  <a:lnTo>
                    <a:pt x="417830" y="0"/>
                  </a:lnTo>
                  <a:close/>
                </a:path>
                <a:path w="661670" h="7619">
                  <a:moveTo>
                    <a:pt x="420370" y="2540"/>
                  </a:moveTo>
                  <a:lnTo>
                    <a:pt x="420357" y="1270"/>
                  </a:lnTo>
                  <a:lnTo>
                    <a:pt x="419100" y="1270"/>
                  </a:lnTo>
                  <a:lnTo>
                    <a:pt x="419100" y="2540"/>
                  </a:lnTo>
                  <a:lnTo>
                    <a:pt x="152400" y="2540"/>
                  </a:lnTo>
                  <a:lnTo>
                    <a:pt x="152400" y="5080"/>
                  </a:lnTo>
                  <a:lnTo>
                    <a:pt x="153670" y="5080"/>
                  </a:lnTo>
                  <a:lnTo>
                    <a:pt x="153670" y="6350"/>
                  </a:lnTo>
                  <a:lnTo>
                    <a:pt x="154940" y="6350"/>
                  </a:lnTo>
                  <a:lnTo>
                    <a:pt x="154940" y="5080"/>
                  </a:lnTo>
                  <a:lnTo>
                    <a:pt x="420370" y="5080"/>
                  </a:lnTo>
                  <a:lnTo>
                    <a:pt x="420370" y="2540"/>
                  </a:lnTo>
                  <a:close/>
                </a:path>
                <a:path w="661670" h="7619">
                  <a:moveTo>
                    <a:pt x="422910" y="5080"/>
                  </a:moveTo>
                  <a:lnTo>
                    <a:pt x="421640" y="5080"/>
                  </a:lnTo>
                  <a:lnTo>
                    <a:pt x="421640" y="6350"/>
                  </a:lnTo>
                  <a:lnTo>
                    <a:pt x="154940" y="6350"/>
                  </a:lnTo>
                  <a:lnTo>
                    <a:pt x="154940" y="7620"/>
                  </a:lnTo>
                  <a:lnTo>
                    <a:pt x="422910" y="7620"/>
                  </a:lnTo>
                  <a:lnTo>
                    <a:pt x="422910" y="6350"/>
                  </a:lnTo>
                  <a:lnTo>
                    <a:pt x="422910" y="5080"/>
                  </a:lnTo>
                  <a:close/>
                </a:path>
                <a:path w="661670" h="7619">
                  <a:moveTo>
                    <a:pt x="661657" y="6350"/>
                  </a:moveTo>
                  <a:lnTo>
                    <a:pt x="612140" y="6350"/>
                  </a:lnTo>
                  <a:lnTo>
                    <a:pt x="612140" y="7620"/>
                  </a:lnTo>
                  <a:lnTo>
                    <a:pt x="661657" y="7620"/>
                  </a:lnTo>
                  <a:lnTo>
                    <a:pt x="661657" y="6350"/>
                  </a:lnTo>
                  <a:close/>
                </a:path>
                <a:path w="661670" h="7619">
                  <a:moveTo>
                    <a:pt x="661657" y="2540"/>
                  </a:moveTo>
                  <a:lnTo>
                    <a:pt x="612140" y="2540"/>
                  </a:lnTo>
                  <a:lnTo>
                    <a:pt x="612140" y="5080"/>
                  </a:lnTo>
                  <a:lnTo>
                    <a:pt x="661657" y="5080"/>
                  </a:lnTo>
                  <a:lnTo>
                    <a:pt x="661657" y="2540"/>
                  </a:lnTo>
                  <a:close/>
                </a:path>
                <a:path w="661670" h="7619">
                  <a:moveTo>
                    <a:pt x="661657" y="0"/>
                  </a:moveTo>
                  <a:lnTo>
                    <a:pt x="612140" y="0"/>
                  </a:lnTo>
                  <a:lnTo>
                    <a:pt x="612140" y="1270"/>
                  </a:lnTo>
                  <a:lnTo>
                    <a:pt x="661657" y="1270"/>
                  </a:lnTo>
                  <a:lnTo>
                    <a:pt x="661657" y="0"/>
                  </a:lnTo>
                  <a:close/>
                </a:path>
              </a:pathLst>
            </a:custGeom>
            <a:solidFill>
              <a:srgbClr val="554000"/>
            </a:solidFill>
          </p:spPr>
          <p:txBody>
            <a:bodyPr wrap="square" lIns="0" tIns="0" rIns="0" bIns="0" rtlCol="0"/>
            <a:lstStyle/>
            <a:p/>
          </p:txBody>
        </p:sp>
        <p:sp>
          <p:nvSpPr>
            <p:cNvPr id="940" name="object 940"/>
            <p:cNvSpPr/>
            <p:nvPr/>
          </p:nvSpPr>
          <p:spPr>
            <a:xfrm>
              <a:off x="4933950" y="3051809"/>
              <a:ext cx="661670" cy="7620"/>
            </a:xfrm>
            <a:custGeom>
              <a:avLst/>
              <a:gdLst/>
              <a:ahLst/>
              <a:cxnLst/>
              <a:rect l="l" t="t" r="r" b="b"/>
              <a:pathLst>
                <a:path w="661670" h="7619">
                  <a:moveTo>
                    <a:pt x="48260" y="5079"/>
                  </a:moveTo>
                  <a:lnTo>
                    <a:pt x="0" y="5079"/>
                  </a:lnTo>
                  <a:lnTo>
                    <a:pt x="0" y="6349"/>
                  </a:lnTo>
                  <a:lnTo>
                    <a:pt x="48260" y="6349"/>
                  </a:lnTo>
                  <a:lnTo>
                    <a:pt x="48260" y="5079"/>
                  </a:lnTo>
                  <a:close/>
                </a:path>
                <a:path w="661670" h="7619">
                  <a:moveTo>
                    <a:pt x="48260" y="1269"/>
                  </a:moveTo>
                  <a:lnTo>
                    <a:pt x="0" y="1269"/>
                  </a:lnTo>
                  <a:lnTo>
                    <a:pt x="0" y="3809"/>
                  </a:lnTo>
                  <a:lnTo>
                    <a:pt x="48260" y="3809"/>
                  </a:lnTo>
                  <a:lnTo>
                    <a:pt x="48260" y="1269"/>
                  </a:lnTo>
                  <a:close/>
                </a:path>
                <a:path w="661670" h="7619">
                  <a:moveTo>
                    <a:pt x="427990" y="3809"/>
                  </a:moveTo>
                  <a:lnTo>
                    <a:pt x="426720" y="3809"/>
                  </a:lnTo>
                  <a:lnTo>
                    <a:pt x="426720" y="5079"/>
                  </a:lnTo>
                  <a:lnTo>
                    <a:pt x="160020" y="5079"/>
                  </a:lnTo>
                  <a:lnTo>
                    <a:pt x="160020" y="7619"/>
                  </a:lnTo>
                  <a:lnTo>
                    <a:pt x="161289" y="7619"/>
                  </a:lnTo>
                  <a:lnTo>
                    <a:pt x="161289" y="6349"/>
                  </a:lnTo>
                  <a:lnTo>
                    <a:pt x="427990" y="6349"/>
                  </a:lnTo>
                  <a:lnTo>
                    <a:pt x="427990" y="3809"/>
                  </a:lnTo>
                  <a:close/>
                </a:path>
                <a:path w="661670" h="7619">
                  <a:moveTo>
                    <a:pt x="430529" y="6349"/>
                  </a:moveTo>
                  <a:lnTo>
                    <a:pt x="429260" y="6349"/>
                  </a:lnTo>
                  <a:lnTo>
                    <a:pt x="429260" y="7619"/>
                  </a:lnTo>
                  <a:lnTo>
                    <a:pt x="430529" y="7619"/>
                  </a:lnTo>
                  <a:lnTo>
                    <a:pt x="430529" y="6349"/>
                  </a:lnTo>
                  <a:close/>
                </a:path>
                <a:path w="661670" h="7619">
                  <a:moveTo>
                    <a:pt x="160020" y="3809"/>
                  </a:moveTo>
                  <a:lnTo>
                    <a:pt x="158750" y="3809"/>
                  </a:lnTo>
                  <a:lnTo>
                    <a:pt x="158750" y="5079"/>
                  </a:lnTo>
                  <a:lnTo>
                    <a:pt x="160020" y="5079"/>
                  </a:lnTo>
                  <a:lnTo>
                    <a:pt x="160020" y="3809"/>
                  </a:lnTo>
                  <a:close/>
                </a:path>
                <a:path w="661670" h="7619">
                  <a:moveTo>
                    <a:pt x="425450" y="0"/>
                  </a:moveTo>
                  <a:lnTo>
                    <a:pt x="424179" y="0"/>
                  </a:lnTo>
                  <a:lnTo>
                    <a:pt x="424179" y="1269"/>
                  </a:lnTo>
                  <a:lnTo>
                    <a:pt x="157479" y="1269"/>
                  </a:lnTo>
                  <a:lnTo>
                    <a:pt x="157479" y="3809"/>
                  </a:lnTo>
                  <a:lnTo>
                    <a:pt x="425450" y="3809"/>
                  </a:lnTo>
                  <a:lnTo>
                    <a:pt x="425450" y="0"/>
                  </a:lnTo>
                  <a:close/>
                </a:path>
                <a:path w="661670" h="7619">
                  <a:moveTo>
                    <a:pt x="156210" y="0"/>
                  </a:moveTo>
                  <a:lnTo>
                    <a:pt x="154939" y="0"/>
                  </a:lnTo>
                  <a:lnTo>
                    <a:pt x="154939" y="1269"/>
                  </a:lnTo>
                  <a:lnTo>
                    <a:pt x="156210" y="1269"/>
                  </a:lnTo>
                  <a:lnTo>
                    <a:pt x="156210" y="0"/>
                  </a:lnTo>
                  <a:close/>
                </a:path>
                <a:path w="661670" h="7619">
                  <a:moveTo>
                    <a:pt x="661669" y="5079"/>
                  </a:moveTo>
                  <a:lnTo>
                    <a:pt x="612139" y="5079"/>
                  </a:lnTo>
                  <a:lnTo>
                    <a:pt x="612139" y="6349"/>
                  </a:lnTo>
                  <a:lnTo>
                    <a:pt x="661669" y="6349"/>
                  </a:lnTo>
                  <a:lnTo>
                    <a:pt x="661669" y="5079"/>
                  </a:lnTo>
                  <a:close/>
                </a:path>
                <a:path w="661670" h="7619">
                  <a:moveTo>
                    <a:pt x="661669" y="1269"/>
                  </a:moveTo>
                  <a:lnTo>
                    <a:pt x="612139" y="1269"/>
                  </a:lnTo>
                  <a:lnTo>
                    <a:pt x="612139" y="3809"/>
                  </a:lnTo>
                  <a:lnTo>
                    <a:pt x="661669" y="3809"/>
                  </a:lnTo>
                  <a:lnTo>
                    <a:pt x="661669" y="1269"/>
                  </a:lnTo>
                  <a:close/>
                </a:path>
              </a:pathLst>
            </a:custGeom>
            <a:solidFill>
              <a:srgbClr val="574100"/>
            </a:solidFill>
          </p:spPr>
          <p:txBody>
            <a:bodyPr wrap="square" lIns="0" tIns="0" rIns="0" bIns="0" rtlCol="0"/>
            <a:lstStyle/>
            <a:p/>
          </p:txBody>
        </p:sp>
        <p:sp>
          <p:nvSpPr>
            <p:cNvPr id="941" name="object 941"/>
            <p:cNvSpPr/>
            <p:nvPr/>
          </p:nvSpPr>
          <p:spPr>
            <a:xfrm>
              <a:off x="4933950" y="3059429"/>
              <a:ext cx="661670" cy="6350"/>
            </a:xfrm>
            <a:custGeom>
              <a:avLst/>
              <a:gdLst/>
              <a:ahLst/>
              <a:cxnLst/>
              <a:rect l="l" t="t" r="r" b="b"/>
              <a:pathLst>
                <a:path w="661670" h="6350">
                  <a:moveTo>
                    <a:pt x="48260" y="3810"/>
                  </a:moveTo>
                  <a:lnTo>
                    <a:pt x="0" y="3810"/>
                  </a:lnTo>
                  <a:lnTo>
                    <a:pt x="0" y="5080"/>
                  </a:lnTo>
                  <a:lnTo>
                    <a:pt x="48260" y="5080"/>
                  </a:lnTo>
                  <a:lnTo>
                    <a:pt x="48260" y="3810"/>
                  </a:lnTo>
                  <a:close/>
                </a:path>
                <a:path w="661670" h="6350">
                  <a:moveTo>
                    <a:pt x="48260" y="0"/>
                  </a:moveTo>
                  <a:lnTo>
                    <a:pt x="0" y="0"/>
                  </a:lnTo>
                  <a:lnTo>
                    <a:pt x="0" y="2540"/>
                  </a:lnTo>
                  <a:lnTo>
                    <a:pt x="48260" y="2540"/>
                  </a:lnTo>
                  <a:lnTo>
                    <a:pt x="48260" y="0"/>
                  </a:lnTo>
                  <a:close/>
                </a:path>
                <a:path w="661670" h="6350">
                  <a:moveTo>
                    <a:pt x="430530" y="0"/>
                  </a:moveTo>
                  <a:lnTo>
                    <a:pt x="162560" y="0"/>
                  </a:lnTo>
                  <a:lnTo>
                    <a:pt x="162560" y="2540"/>
                  </a:lnTo>
                  <a:lnTo>
                    <a:pt x="163830" y="2540"/>
                  </a:lnTo>
                  <a:lnTo>
                    <a:pt x="163830" y="3810"/>
                  </a:lnTo>
                  <a:lnTo>
                    <a:pt x="165100" y="3810"/>
                  </a:lnTo>
                  <a:lnTo>
                    <a:pt x="165100" y="2540"/>
                  </a:lnTo>
                  <a:lnTo>
                    <a:pt x="430530" y="2540"/>
                  </a:lnTo>
                  <a:lnTo>
                    <a:pt x="430530" y="0"/>
                  </a:lnTo>
                  <a:close/>
                </a:path>
                <a:path w="661670" h="6350">
                  <a:moveTo>
                    <a:pt x="433070" y="2540"/>
                  </a:moveTo>
                  <a:lnTo>
                    <a:pt x="431800" y="2540"/>
                  </a:lnTo>
                  <a:lnTo>
                    <a:pt x="431800" y="3810"/>
                  </a:lnTo>
                  <a:lnTo>
                    <a:pt x="165100" y="3810"/>
                  </a:lnTo>
                  <a:lnTo>
                    <a:pt x="165100" y="5080"/>
                  </a:lnTo>
                  <a:lnTo>
                    <a:pt x="165100" y="6350"/>
                  </a:lnTo>
                  <a:lnTo>
                    <a:pt x="166370" y="6350"/>
                  </a:lnTo>
                  <a:lnTo>
                    <a:pt x="166370" y="5080"/>
                  </a:lnTo>
                  <a:lnTo>
                    <a:pt x="433070" y="5080"/>
                  </a:lnTo>
                  <a:lnTo>
                    <a:pt x="433070" y="3810"/>
                  </a:lnTo>
                  <a:lnTo>
                    <a:pt x="433070" y="2540"/>
                  </a:lnTo>
                  <a:close/>
                </a:path>
                <a:path w="661670" h="6350">
                  <a:moveTo>
                    <a:pt x="435610" y="5080"/>
                  </a:moveTo>
                  <a:lnTo>
                    <a:pt x="434340" y="5080"/>
                  </a:lnTo>
                  <a:lnTo>
                    <a:pt x="434340" y="6350"/>
                  </a:lnTo>
                  <a:lnTo>
                    <a:pt x="435610" y="6350"/>
                  </a:lnTo>
                  <a:lnTo>
                    <a:pt x="435610" y="5080"/>
                  </a:lnTo>
                  <a:close/>
                </a:path>
                <a:path w="661670" h="6350">
                  <a:moveTo>
                    <a:pt x="661657" y="3810"/>
                  </a:moveTo>
                  <a:lnTo>
                    <a:pt x="612140" y="3810"/>
                  </a:lnTo>
                  <a:lnTo>
                    <a:pt x="612140" y="5080"/>
                  </a:lnTo>
                  <a:lnTo>
                    <a:pt x="661657" y="5080"/>
                  </a:lnTo>
                  <a:lnTo>
                    <a:pt x="661657" y="3810"/>
                  </a:lnTo>
                  <a:close/>
                </a:path>
                <a:path w="661670" h="6350">
                  <a:moveTo>
                    <a:pt x="661657" y="0"/>
                  </a:moveTo>
                  <a:lnTo>
                    <a:pt x="612140" y="0"/>
                  </a:lnTo>
                  <a:lnTo>
                    <a:pt x="612140" y="2540"/>
                  </a:lnTo>
                  <a:lnTo>
                    <a:pt x="661657" y="2540"/>
                  </a:lnTo>
                  <a:lnTo>
                    <a:pt x="661657" y="0"/>
                  </a:lnTo>
                  <a:close/>
                </a:path>
              </a:pathLst>
            </a:custGeom>
            <a:solidFill>
              <a:srgbClr val="594300"/>
            </a:solidFill>
          </p:spPr>
          <p:txBody>
            <a:bodyPr wrap="square" lIns="0" tIns="0" rIns="0" bIns="0" rtlCol="0"/>
            <a:lstStyle/>
            <a:p/>
          </p:txBody>
        </p:sp>
        <p:sp>
          <p:nvSpPr>
            <p:cNvPr id="942" name="object 942"/>
            <p:cNvSpPr/>
            <p:nvPr/>
          </p:nvSpPr>
          <p:spPr>
            <a:xfrm>
              <a:off x="4933950" y="3065779"/>
              <a:ext cx="661670" cy="7620"/>
            </a:xfrm>
            <a:custGeom>
              <a:avLst/>
              <a:gdLst/>
              <a:ahLst/>
              <a:cxnLst/>
              <a:rect l="l" t="t" r="r" b="b"/>
              <a:pathLst>
                <a:path w="661670" h="7619">
                  <a:moveTo>
                    <a:pt x="48260" y="3810"/>
                  </a:moveTo>
                  <a:lnTo>
                    <a:pt x="0" y="3810"/>
                  </a:lnTo>
                  <a:lnTo>
                    <a:pt x="0" y="7620"/>
                  </a:lnTo>
                  <a:lnTo>
                    <a:pt x="48260" y="7620"/>
                  </a:lnTo>
                  <a:lnTo>
                    <a:pt x="48260" y="3810"/>
                  </a:lnTo>
                  <a:close/>
                </a:path>
                <a:path w="661670" h="7619">
                  <a:moveTo>
                    <a:pt x="48260" y="0"/>
                  </a:moveTo>
                  <a:lnTo>
                    <a:pt x="0" y="0"/>
                  </a:lnTo>
                  <a:lnTo>
                    <a:pt x="0" y="2540"/>
                  </a:lnTo>
                  <a:lnTo>
                    <a:pt x="48260" y="2540"/>
                  </a:lnTo>
                  <a:lnTo>
                    <a:pt x="48260" y="0"/>
                  </a:lnTo>
                  <a:close/>
                </a:path>
                <a:path w="661670" h="7619">
                  <a:moveTo>
                    <a:pt x="435610" y="0"/>
                  </a:moveTo>
                  <a:lnTo>
                    <a:pt x="167640" y="0"/>
                  </a:lnTo>
                  <a:lnTo>
                    <a:pt x="167640" y="2540"/>
                  </a:lnTo>
                  <a:lnTo>
                    <a:pt x="168910" y="2540"/>
                  </a:lnTo>
                  <a:lnTo>
                    <a:pt x="168910" y="3810"/>
                  </a:lnTo>
                  <a:lnTo>
                    <a:pt x="170180" y="3810"/>
                  </a:lnTo>
                  <a:lnTo>
                    <a:pt x="170180" y="2540"/>
                  </a:lnTo>
                  <a:lnTo>
                    <a:pt x="435610" y="2540"/>
                  </a:lnTo>
                  <a:lnTo>
                    <a:pt x="435610" y="0"/>
                  </a:lnTo>
                  <a:close/>
                </a:path>
                <a:path w="661670" h="7619">
                  <a:moveTo>
                    <a:pt x="440690" y="6350"/>
                  </a:moveTo>
                  <a:lnTo>
                    <a:pt x="439420" y="6350"/>
                  </a:lnTo>
                  <a:lnTo>
                    <a:pt x="439420" y="5080"/>
                  </a:lnTo>
                  <a:lnTo>
                    <a:pt x="438150" y="5080"/>
                  </a:lnTo>
                  <a:lnTo>
                    <a:pt x="438150" y="3810"/>
                  </a:lnTo>
                  <a:lnTo>
                    <a:pt x="438150" y="2540"/>
                  </a:lnTo>
                  <a:lnTo>
                    <a:pt x="436880" y="2540"/>
                  </a:lnTo>
                  <a:lnTo>
                    <a:pt x="436880" y="3810"/>
                  </a:lnTo>
                  <a:lnTo>
                    <a:pt x="170180" y="3810"/>
                  </a:lnTo>
                  <a:lnTo>
                    <a:pt x="170180" y="5080"/>
                  </a:lnTo>
                  <a:lnTo>
                    <a:pt x="171450" y="5080"/>
                  </a:lnTo>
                  <a:lnTo>
                    <a:pt x="171450" y="6350"/>
                  </a:lnTo>
                  <a:lnTo>
                    <a:pt x="172720" y="6350"/>
                  </a:lnTo>
                  <a:lnTo>
                    <a:pt x="172720" y="7620"/>
                  </a:lnTo>
                  <a:lnTo>
                    <a:pt x="440690" y="7620"/>
                  </a:lnTo>
                  <a:lnTo>
                    <a:pt x="440690" y="6350"/>
                  </a:lnTo>
                  <a:close/>
                </a:path>
                <a:path w="661670" h="7619">
                  <a:moveTo>
                    <a:pt x="661657" y="3810"/>
                  </a:moveTo>
                  <a:lnTo>
                    <a:pt x="612140" y="3810"/>
                  </a:lnTo>
                  <a:lnTo>
                    <a:pt x="612140" y="7620"/>
                  </a:lnTo>
                  <a:lnTo>
                    <a:pt x="661657" y="7620"/>
                  </a:lnTo>
                  <a:lnTo>
                    <a:pt x="661657" y="3810"/>
                  </a:lnTo>
                  <a:close/>
                </a:path>
                <a:path w="661670" h="7619">
                  <a:moveTo>
                    <a:pt x="661657" y="0"/>
                  </a:moveTo>
                  <a:lnTo>
                    <a:pt x="612140" y="0"/>
                  </a:lnTo>
                  <a:lnTo>
                    <a:pt x="612140" y="2540"/>
                  </a:lnTo>
                  <a:lnTo>
                    <a:pt x="661657" y="2540"/>
                  </a:lnTo>
                  <a:lnTo>
                    <a:pt x="661657" y="0"/>
                  </a:lnTo>
                  <a:close/>
                </a:path>
              </a:pathLst>
            </a:custGeom>
            <a:solidFill>
              <a:srgbClr val="5B4400"/>
            </a:solidFill>
          </p:spPr>
          <p:txBody>
            <a:bodyPr wrap="square" lIns="0" tIns="0" rIns="0" bIns="0" rtlCol="0"/>
            <a:lstStyle/>
            <a:p/>
          </p:txBody>
        </p:sp>
        <p:sp>
          <p:nvSpPr>
            <p:cNvPr id="943" name="object 943"/>
            <p:cNvSpPr/>
            <p:nvPr/>
          </p:nvSpPr>
          <p:spPr>
            <a:xfrm>
              <a:off x="4933950" y="3073399"/>
              <a:ext cx="661670" cy="7620"/>
            </a:xfrm>
            <a:custGeom>
              <a:avLst/>
              <a:gdLst/>
              <a:ahLst/>
              <a:cxnLst/>
              <a:rect l="l" t="t" r="r" b="b"/>
              <a:pathLst>
                <a:path w="661670" h="7619">
                  <a:moveTo>
                    <a:pt x="48260" y="2540"/>
                  </a:moveTo>
                  <a:lnTo>
                    <a:pt x="0" y="2540"/>
                  </a:lnTo>
                  <a:lnTo>
                    <a:pt x="0" y="7620"/>
                  </a:lnTo>
                  <a:lnTo>
                    <a:pt x="48260" y="7620"/>
                  </a:lnTo>
                  <a:lnTo>
                    <a:pt x="48260" y="2540"/>
                  </a:lnTo>
                  <a:close/>
                </a:path>
                <a:path w="661670" h="7619">
                  <a:moveTo>
                    <a:pt x="48260" y="0"/>
                  </a:moveTo>
                  <a:lnTo>
                    <a:pt x="0" y="0"/>
                  </a:lnTo>
                  <a:lnTo>
                    <a:pt x="0" y="1270"/>
                  </a:lnTo>
                  <a:lnTo>
                    <a:pt x="48260" y="1270"/>
                  </a:lnTo>
                  <a:lnTo>
                    <a:pt x="48260" y="0"/>
                  </a:lnTo>
                  <a:close/>
                </a:path>
                <a:path w="661670" h="7619">
                  <a:moveTo>
                    <a:pt x="440690" y="0"/>
                  </a:moveTo>
                  <a:lnTo>
                    <a:pt x="172720" y="0"/>
                  </a:lnTo>
                  <a:lnTo>
                    <a:pt x="172720" y="1270"/>
                  </a:lnTo>
                  <a:lnTo>
                    <a:pt x="173990" y="1270"/>
                  </a:lnTo>
                  <a:lnTo>
                    <a:pt x="173990" y="2540"/>
                  </a:lnTo>
                  <a:lnTo>
                    <a:pt x="175260" y="2540"/>
                  </a:lnTo>
                  <a:lnTo>
                    <a:pt x="175260" y="1270"/>
                  </a:lnTo>
                  <a:lnTo>
                    <a:pt x="440690" y="1270"/>
                  </a:lnTo>
                  <a:lnTo>
                    <a:pt x="440690" y="0"/>
                  </a:lnTo>
                  <a:close/>
                </a:path>
                <a:path w="661670" h="7619">
                  <a:moveTo>
                    <a:pt x="445770" y="5080"/>
                  </a:moveTo>
                  <a:lnTo>
                    <a:pt x="444500" y="5080"/>
                  </a:lnTo>
                  <a:lnTo>
                    <a:pt x="444500" y="3810"/>
                  </a:lnTo>
                  <a:lnTo>
                    <a:pt x="443230" y="3810"/>
                  </a:lnTo>
                  <a:lnTo>
                    <a:pt x="443230" y="2540"/>
                  </a:lnTo>
                  <a:lnTo>
                    <a:pt x="443230" y="1270"/>
                  </a:lnTo>
                  <a:lnTo>
                    <a:pt x="441960" y="1270"/>
                  </a:lnTo>
                  <a:lnTo>
                    <a:pt x="441960" y="2540"/>
                  </a:lnTo>
                  <a:lnTo>
                    <a:pt x="175260" y="2540"/>
                  </a:lnTo>
                  <a:lnTo>
                    <a:pt x="175260" y="3810"/>
                  </a:lnTo>
                  <a:lnTo>
                    <a:pt x="176530" y="3810"/>
                  </a:lnTo>
                  <a:lnTo>
                    <a:pt x="176530" y="5080"/>
                  </a:lnTo>
                  <a:lnTo>
                    <a:pt x="177800" y="5080"/>
                  </a:lnTo>
                  <a:lnTo>
                    <a:pt x="177800" y="7620"/>
                  </a:lnTo>
                  <a:lnTo>
                    <a:pt x="445770" y="7620"/>
                  </a:lnTo>
                  <a:lnTo>
                    <a:pt x="445770" y="5080"/>
                  </a:lnTo>
                  <a:close/>
                </a:path>
                <a:path w="661670" h="7619">
                  <a:moveTo>
                    <a:pt x="661657" y="2540"/>
                  </a:moveTo>
                  <a:lnTo>
                    <a:pt x="612140" y="2540"/>
                  </a:lnTo>
                  <a:lnTo>
                    <a:pt x="612140" y="7620"/>
                  </a:lnTo>
                  <a:lnTo>
                    <a:pt x="661657" y="7620"/>
                  </a:lnTo>
                  <a:lnTo>
                    <a:pt x="661657" y="2540"/>
                  </a:lnTo>
                  <a:close/>
                </a:path>
                <a:path w="661670" h="7619">
                  <a:moveTo>
                    <a:pt x="661657" y="0"/>
                  </a:moveTo>
                  <a:lnTo>
                    <a:pt x="612140" y="0"/>
                  </a:lnTo>
                  <a:lnTo>
                    <a:pt x="612140" y="1270"/>
                  </a:lnTo>
                  <a:lnTo>
                    <a:pt x="661657" y="1270"/>
                  </a:lnTo>
                  <a:lnTo>
                    <a:pt x="661657" y="0"/>
                  </a:lnTo>
                  <a:close/>
                </a:path>
              </a:pathLst>
            </a:custGeom>
            <a:solidFill>
              <a:srgbClr val="5D4600"/>
            </a:solidFill>
          </p:spPr>
          <p:txBody>
            <a:bodyPr wrap="square" lIns="0" tIns="0" rIns="0" bIns="0" rtlCol="0"/>
            <a:lstStyle/>
            <a:p/>
          </p:txBody>
        </p:sp>
        <p:sp>
          <p:nvSpPr>
            <p:cNvPr id="944" name="object 944"/>
            <p:cNvSpPr/>
            <p:nvPr/>
          </p:nvSpPr>
          <p:spPr>
            <a:xfrm>
              <a:off x="4933950" y="3081019"/>
              <a:ext cx="661670" cy="6350"/>
            </a:xfrm>
            <a:custGeom>
              <a:avLst/>
              <a:gdLst/>
              <a:ahLst/>
              <a:cxnLst/>
              <a:rect l="l" t="t" r="r" b="b"/>
              <a:pathLst>
                <a:path w="661670" h="6350">
                  <a:moveTo>
                    <a:pt x="48260" y="1270"/>
                  </a:moveTo>
                  <a:lnTo>
                    <a:pt x="0" y="1270"/>
                  </a:lnTo>
                  <a:lnTo>
                    <a:pt x="0" y="6350"/>
                  </a:lnTo>
                  <a:lnTo>
                    <a:pt x="48260" y="6350"/>
                  </a:lnTo>
                  <a:lnTo>
                    <a:pt x="48260" y="1270"/>
                  </a:lnTo>
                  <a:close/>
                </a:path>
                <a:path w="661670" h="6350">
                  <a:moveTo>
                    <a:pt x="180340" y="0"/>
                  </a:moveTo>
                  <a:lnTo>
                    <a:pt x="179070" y="0"/>
                  </a:lnTo>
                  <a:lnTo>
                    <a:pt x="179070" y="1270"/>
                  </a:lnTo>
                  <a:lnTo>
                    <a:pt x="180340" y="1270"/>
                  </a:lnTo>
                  <a:lnTo>
                    <a:pt x="180340" y="0"/>
                  </a:lnTo>
                  <a:close/>
                </a:path>
                <a:path w="661670" h="6350">
                  <a:moveTo>
                    <a:pt x="450850" y="3810"/>
                  </a:moveTo>
                  <a:lnTo>
                    <a:pt x="449580" y="3810"/>
                  </a:lnTo>
                  <a:lnTo>
                    <a:pt x="449580" y="2540"/>
                  </a:lnTo>
                  <a:lnTo>
                    <a:pt x="448310" y="2540"/>
                  </a:lnTo>
                  <a:lnTo>
                    <a:pt x="448310" y="1270"/>
                  </a:lnTo>
                  <a:lnTo>
                    <a:pt x="448310" y="0"/>
                  </a:lnTo>
                  <a:lnTo>
                    <a:pt x="447040" y="0"/>
                  </a:lnTo>
                  <a:lnTo>
                    <a:pt x="447040" y="1270"/>
                  </a:lnTo>
                  <a:lnTo>
                    <a:pt x="180340" y="1270"/>
                  </a:lnTo>
                  <a:lnTo>
                    <a:pt x="180340" y="2540"/>
                  </a:lnTo>
                  <a:lnTo>
                    <a:pt x="181610" y="2540"/>
                  </a:lnTo>
                  <a:lnTo>
                    <a:pt x="181610" y="3810"/>
                  </a:lnTo>
                  <a:lnTo>
                    <a:pt x="182880" y="3810"/>
                  </a:lnTo>
                  <a:lnTo>
                    <a:pt x="182880" y="6350"/>
                  </a:lnTo>
                  <a:lnTo>
                    <a:pt x="450850" y="6350"/>
                  </a:lnTo>
                  <a:lnTo>
                    <a:pt x="450850" y="3810"/>
                  </a:lnTo>
                  <a:close/>
                </a:path>
                <a:path w="661670" h="6350">
                  <a:moveTo>
                    <a:pt x="661657" y="1270"/>
                  </a:moveTo>
                  <a:lnTo>
                    <a:pt x="612140" y="1270"/>
                  </a:lnTo>
                  <a:lnTo>
                    <a:pt x="612140" y="6350"/>
                  </a:lnTo>
                  <a:lnTo>
                    <a:pt x="661657" y="6350"/>
                  </a:lnTo>
                  <a:lnTo>
                    <a:pt x="661657" y="1270"/>
                  </a:lnTo>
                  <a:close/>
                </a:path>
              </a:pathLst>
            </a:custGeom>
            <a:solidFill>
              <a:srgbClr val="5F4700"/>
            </a:solidFill>
          </p:spPr>
          <p:txBody>
            <a:bodyPr wrap="square" lIns="0" tIns="0" rIns="0" bIns="0" rtlCol="0"/>
            <a:lstStyle/>
            <a:p/>
          </p:txBody>
        </p:sp>
        <p:sp>
          <p:nvSpPr>
            <p:cNvPr id="945" name="object 945"/>
            <p:cNvSpPr/>
            <p:nvPr/>
          </p:nvSpPr>
          <p:spPr>
            <a:xfrm>
              <a:off x="4933950" y="3087369"/>
              <a:ext cx="661670" cy="7620"/>
            </a:xfrm>
            <a:custGeom>
              <a:avLst/>
              <a:gdLst/>
              <a:ahLst/>
              <a:cxnLst/>
              <a:rect l="l" t="t" r="r" b="b"/>
              <a:pathLst>
                <a:path w="661670" h="7619">
                  <a:moveTo>
                    <a:pt x="48260" y="3809"/>
                  </a:moveTo>
                  <a:lnTo>
                    <a:pt x="0" y="3809"/>
                  </a:lnTo>
                  <a:lnTo>
                    <a:pt x="0" y="6349"/>
                  </a:lnTo>
                  <a:lnTo>
                    <a:pt x="48260" y="6349"/>
                  </a:lnTo>
                  <a:lnTo>
                    <a:pt x="48260" y="3809"/>
                  </a:lnTo>
                  <a:close/>
                </a:path>
                <a:path w="661670" h="7619">
                  <a:moveTo>
                    <a:pt x="48260" y="1269"/>
                  </a:moveTo>
                  <a:lnTo>
                    <a:pt x="0" y="1269"/>
                  </a:lnTo>
                  <a:lnTo>
                    <a:pt x="0" y="2539"/>
                  </a:lnTo>
                  <a:lnTo>
                    <a:pt x="48260" y="2539"/>
                  </a:lnTo>
                  <a:lnTo>
                    <a:pt x="48260" y="1269"/>
                  </a:lnTo>
                  <a:close/>
                </a:path>
                <a:path w="661670" h="7619">
                  <a:moveTo>
                    <a:pt x="190500" y="6349"/>
                  </a:moveTo>
                  <a:lnTo>
                    <a:pt x="189229" y="6349"/>
                  </a:lnTo>
                  <a:lnTo>
                    <a:pt x="189229" y="7619"/>
                  </a:lnTo>
                  <a:lnTo>
                    <a:pt x="190500" y="7619"/>
                  </a:lnTo>
                  <a:lnTo>
                    <a:pt x="190500" y="6349"/>
                  </a:lnTo>
                  <a:close/>
                </a:path>
                <a:path w="661670" h="7619">
                  <a:moveTo>
                    <a:pt x="458470" y="6349"/>
                  </a:moveTo>
                  <a:lnTo>
                    <a:pt x="457200" y="6349"/>
                  </a:lnTo>
                  <a:lnTo>
                    <a:pt x="457200" y="7619"/>
                  </a:lnTo>
                  <a:lnTo>
                    <a:pt x="458470" y="7619"/>
                  </a:lnTo>
                  <a:lnTo>
                    <a:pt x="458470" y="6349"/>
                  </a:lnTo>
                  <a:close/>
                </a:path>
                <a:path w="661670" h="7619">
                  <a:moveTo>
                    <a:pt x="455930" y="3809"/>
                  </a:moveTo>
                  <a:lnTo>
                    <a:pt x="187960" y="3809"/>
                  </a:lnTo>
                  <a:lnTo>
                    <a:pt x="187960" y="6349"/>
                  </a:lnTo>
                  <a:lnTo>
                    <a:pt x="455930" y="6349"/>
                  </a:lnTo>
                  <a:lnTo>
                    <a:pt x="455930" y="3809"/>
                  </a:lnTo>
                  <a:close/>
                </a:path>
                <a:path w="661670" h="7619">
                  <a:moveTo>
                    <a:pt x="187960" y="2539"/>
                  </a:moveTo>
                  <a:lnTo>
                    <a:pt x="186689" y="2539"/>
                  </a:lnTo>
                  <a:lnTo>
                    <a:pt x="186689" y="3809"/>
                  </a:lnTo>
                  <a:lnTo>
                    <a:pt x="187960" y="3809"/>
                  </a:lnTo>
                  <a:lnTo>
                    <a:pt x="187960" y="2539"/>
                  </a:lnTo>
                  <a:close/>
                </a:path>
                <a:path w="661670" h="7619">
                  <a:moveTo>
                    <a:pt x="453390" y="0"/>
                  </a:moveTo>
                  <a:lnTo>
                    <a:pt x="452120" y="0"/>
                  </a:lnTo>
                  <a:lnTo>
                    <a:pt x="452120" y="1269"/>
                  </a:lnTo>
                  <a:lnTo>
                    <a:pt x="185420" y="1269"/>
                  </a:lnTo>
                  <a:lnTo>
                    <a:pt x="185420" y="2539"/>
                  </a:lnTo>
                  <a:lnTo>
                    <a:pt x="453390" y="2539"/>
                  </a:lnTo>
                  <a:lnTo>
                    <a:pt x="453390" y="0"/>
                  </a:lnTo>
                  <a:close/>
                </a:path>
                <a:path w="661670" h="7619">
                  <a:moveTo>
                    <a:pt x="185420" y="0"/>
                  </a:moveTo>
                  <a:lnTo>
                    <a:pt x="184150" y="0"/>
                  </a:lnTo>
                  <a:lnTo>
                    <a:pt x="184150" y="1269"/>
                  </a:lnTo>
                  <a:lnTo>
                    <a:pt x="185420" y="1269"/>
                  </a:lnTo>
                  <a:lnTo>
                    <a:pt x="185420" y="0"/>
                  </a:lnTo>
                  <a:close/>
                </a:path>
                <a:path w="661670" h="7619">
                  <a:moveTo>
                    <a:pt x="661669" y="3809"/>
                  </a:moveTo>
                  <a:lnTo>
                    <a:pt x="612139" y="3809"/>
                  </a:lnTo>
                  <a:lnTo>
                    <a:pt x="612139" y="6349"/>
                  </a:lnTo>
                  <a:lnTo>
                    <a:pt x="661669" y="6349"/>
                  </a:lnTo>
                  <a:lnTo>
                    <a:pt x="661669" y="3809"/>
                  </a:lnTo>
                  <a:close/>
                </a:path>
                <a:path w="661670" h="7619">
                  <a:moveTo>
                    <a:pt x="661669" y="1269"/>
                  </a:moveTo>
                  <a:lnTo>
                    <a:pt x="612139" y="1269"/>
                  </a:lnTo>
                  <a:lnTo>
                    <a:pt x="612139" y="2539"/>
                  </a:lnTo>
                  <a:lnTo>
                    <a:pt x="661669" y="2539"/>
                  </a:lnTo>
                  <a:lnTo>
                    <a:pt x="661669" y="1269"/>
                  </a:lnTo>
                  <a:close/>
                </a:path>
              </a:pathLst>
            </a:custGeom>
            <a:solidFill>
              <a:srgbClr val="614900"/>
            </a:solidFill>
          </p:spPr>
          <p:txBody>
            <a:bodyPr wrap="square" lIns="0" tIns="0" rIns="0" bIns="0" rtlCol="0"/>
            <a:lstStyle/>
            <a:p/>
          </p:txBody>
        </p:sp>
        <p:sp>
          <p:nvSpPr>
            <p:cNvPr id="946" name="object 946"/>
            <p:cNvSpPr/>
            <p:nvPr/>
          </p:nvSpPr>
          <p:spPr>
            <a:xfrm>
              <a:off x="4933950" y="3094989"/>
              <a:ext cx="661670" cy="7620"/>
            </a:xfrm>
            <a:custGeom>
              <a:avLst/>
              <a:gdLst/>
              <a:ahLst/>
              <a:cxnLst/>
              <a:rect l="l" t="t" r="r" b="b"/>
              <a:pathLst>
                <a:path w="661670" h="7619">
                  <a:moveTo>
                    <a:pt x="48260" y="6350"/>
                  </a:moveTo>
                  <a:lnTo>
                    <a:pt x="0" y="6350"/>
                  </a:lnTo>
                  <a:lnTo>
                    <a:pt x="0" y="7620"/>
                  </a:lnTo>
                  <a:lnTo>
                    <a:pt x="48260" y="7620"/>
                  </a:lnTo>
                  <a:lnTo>
                    <a:pt x="48260" y="6350"/>
                  </a:lnTo>
                  <a:close/>
                </a:path>
                <a:path w="661670" h="7619">
                  <a:moveTo>
                    <a:pt x="48260" y="2540"/>
                  </a:moveTo>
                  <a:lnTo>
                    <a:pt x="0" y="2540"/>
                  </a:lnTo>
                  <a:lnTo>
                    <a:pt x="0" y="5080"/>
                  </a:lnTo>
                  <a:lnTo>
                    <a:pt x="48260" y="5080"/>
                  </a:lnTo>
                  <a:lnTo>
                    <a:pt x="48260" y="2540"/>
                  </a:lnTo>
                  <a:close/>
                </a:path>
                <a:path w="661670" h="7619">
                  <a:moveTo>
                    <a:pt x="48260" y="0"/>
                  </a:moveTo>
                  <a:lnTo>
                    <a:pt x="0" y="0"/>
                  </a:lnTo>
                  <a:lnTo>
                    <a:pt x="0" y="1270"/>
                  </a:lnTo>
                  <a:lnTo>
                    <a:pt x="48260" y="1270"/>
                  </a:lnTo>
                  <a:lnTo>
                    <a:pt x="48260" y="0"/>
                  </a:lnTo>
                  <a:close/>
                </a:path>
                <a:path w="661670" h="7619">
                  <a:moveTo>
                    <a:pt x="458470" y="0"/>
                  </a:moveTo>
                  <a:lnTo>
                    <a:pt x="190500" y="0"/>
                  </a:lnTo>
                  <a:lnTo>
                    <a:pt x="190500" y="1270"/>
                  </a:lnTo>
                  <a:lnTo>
                    <a:pt x="191770" y="1270"/>
                  </a:lnTo>
                  <a:lnTo>
                    <a:pt x="191770" y="2540"/>
                  </a:lnTo>
                  <a:lnTo>
                    <a:pt x="193040" y="2540"/>
                  </a:lnTo>
                  <a:lnTo>
                    <a:pt x="193040" y="1270"/>
                  </a:lnTo>
                  <a:lnTo>
                    <a:pt x="458470" y="1270"/>
                  </a:lnTo>
                  <a:lnTo>
                    <a:pt x="458470" y="0"/>
                  </a:lnTo>
                  <a:close/>
                </a:path>
                <a:path w="661670" h="7619">
                  <a:moveTo>
                    <a:pt x="461010" y="2540"/>
                  </a:moveTo>
                  <a:lnTo>
                    <a:pt x="193040" y="2540"/>
                  </a:lnTo>
                  <a:lnTo>
                    <a:pt x="193040" y="5080"/>
                  </a:lnTo>
                  <a:lnTo>
                    <a:pt x="194310" y="5080"/>
                  </a:lnTo>
                  <a:lnTo>
                    <a:pt x="194310" y="6350"/>
                  </a:lnTo>
                  <a:lnTo>
                    <a:pt x="195580" y="6350"/>
                  </a:lnTo>
                  <a:lnTo>
                    <a:pt x="195580" y="5080"/>
                  </a:lnTo>
                  <a:lnTo>
                    <a:pt x="461010" y="5080"/>
                  </a:lnTo>
                  <a:lnTo>
                    <a:pt x="461010" y="2540"/>
                  </a:lnTo>
                  <a:close/>
                </a:path>
                <a:path w="661670" h="7619">
                  <a:moveTo>
                    <a:pt x="463550" y="5080"/>
                  </a:moveTo>
                  <a:lnTo>
                    <a:pt x="462280" y="5080"/>
                  </a:lnTo>
                  <a:lnTo>
                    <a:pt x="462280" y="6350"/>
                  </a:lnTo>
                  <a:lnTo>
                    <a:pt x="195580" y="6350"/>
                  </a:lnTo>
                  <a:lnTo>
                    <a:pt x="195580" y="7620"/>
                  </a:lnTo>
                  <a:lnTo>
                    <a:pt x="463550" y="7620"/>
                  </a:lnTo>
                  <a:lnTo>
                    <a:pt x="463550" y="6350"/>
                  </a:lnTo>
                  <a:lnTo>
                    <a:pt x="463550" y="5080"/>
                  </a:lnTo>
                  <a:close/>
                </a:path>
                <a:path w="661670" h="7619">
                  <a:moveTo>
                    <a:pt x="661657" y="6350"/>
                  </a:moveTo>
                  <a:lnTo>
                    <a:pt x="612140" y="6350"/>
                  </a:lnTo>
                  <a:lnTo>
                    <a:pt x="612140" y="7620"/>
                  </a:lnTo>
                  <a:lnTo>
                    <a:pt x="661657" y="7620"/>
                  </a:lnTo>
                  <a:lnTo>
                    <a:pt x="661657" y="6350"/>
                  </a:lnTo>
                  <a:close/>
                </a:path>
                <a:path w="661670" h="7619">
                  <a:moveTo>
                    <a:pt x="661657" y="2540"/>
                  </a:moveTo>
                  <a:lnTo>
                    <a:pt x="612140" y="2540"/>
                  </a:lnTo>
                  <a:lnTo>
                    <a:pt x="612140" y="5080"/>
                  </a:lnTo>
                  <a:lnTo>
                    <a:pt x="661657" y="5080"/>
                  </a:lnTo>
                  <a:lnTo>
                    <a:pt x="661657" y="2540"/>
                  </a:lnTo>
                  <a:close/>
                </a:path>
                <a:path w="661670" h="7619">
                  <a:moveTo>
                    <a:pt x="661657" y="0"/>
                  </a:moveTo>
                  <a:lnTo>
                    <a:pt x="612140" y="0"/>
                  </a:lnTo>
                  <a:lnTo>
                    <a:pt x="612140" y="1270"/>
                  </a:lnTo>
                  <a:lnTo>
                    <a:pt x="661657" y="1270"/>
                  </a:lnTo>
                  <a:lnTo>
                    <a:pt x="661657" y="0"/>
                  </a:lnTo>
                  <a:close/>
                </a:path>
              </a:pathLst>
            </a:custGeom>
            <a:solidFill>
              <a:srgbClr val="634A00"/>
            </a:solidFill>
          </p:spPr>
          <p:txBody>
            <a:bodyPr wrap="square" lIns="0" tIns="0" rIns="0" bIns="0" rtlCol="0"/>
            <a:lstStyle/>
            <a:p/>
          </p:txBody>
        </p:sp>
        <p:sp>
          <p:nvSpPr>
            <p:cNvPr id="947" name="object 947"/>
            <p:cNvSpPr/>
            <p:nvPr/>
          </p:nvSpPr>
          <p:spPr>
            <a:xfrm>
              <a:off x="4933950" y="3102609"/>
              <a:ext cx="661670" cy="7620"/>
            </a:xfrm>
            <a:custGeom>
              <a:avLst/>
              <a:gdLst/>
              <a:ahLst/>
              <a:cxnLst/>
              <a:rect l="l" t="t" r="r" b="b"/>
              <a:pathLst>
                <a:path w="661670" h="7619">
                  <a:moveTo>
                    <a:pt x="48260" y="5080"/>
                  </a:moveTo>
                  <a:lnTo>
                    <a:pt x="0" y="5080"/>
                  </a:lnTo>
                  <a:lnTo>
                    <a:pt x="0" y="6350"/>
                  </a:lnTo>
                  <a:lnTo>
                    <a:pt x="48260" y="6350"/>
                  </a:lnTo>
                  <a:lnTo>
                    <a:pt x="48260" y="5080"/>
                  </a:lnTo>
                  <a:close/>
                </a:path>
                <a:path w="661670" h="7619">
                  <a:moveTo>
                    <a:pt x="48260" y="1270"/>
                  </a:moveTo>
                  <a:lnTo>
                    <a:pt x="0" y="1270"/>
                  </a:lnTo>
                  <a:lnTo>
                    <a:pt x="0" y="3810"/>
                  </a:lnTo>
                  <a:lnTo>
                    <a:pt x="48260" y="3810"/>
                  </a:lnTo>
                  <a:lnTo>
                    <a:pt x="48260" y="1270"/>
                  </a:lnTo>
                  <a:close/>
                </a:path>
                <a:path w="661670" h="7619">
                  <a:moveTo>
                    <a:pt x="198120" y="0"/>
                  </a:moveTo>
                  <a:lnTo>
                    <a:pt x="196850" y="0"/>
                  </a:lnTo>
                  <a:lnTo>
                    <a:pt x="196850" y="1270"/>
                  </a:lnTo>
                  <a:lnTo>
                    <a:pt x="198120" y="1270"/>
                  </a:lnTo>
                  <a:lnTo>
                    <a:pt x="198120" y="0"/>
                  </a:lnTo>
                  <a:close/>
                </a:path>
                <a:path w="661670" h="7619">
                  <a:moveTo>
                    <a:pt x="466090" y="1270"/>
                  </a:moveTo>
                  <a:lnTo>
                    <a:pt x="198120" y="1270"/>
                  </a:lnTo>
                  <a:lnTo>
                    <a:pt x="198120" y="3810"/>
                  </a:lnTo>
                  <a:lnTo>
                    <a:pt x="199390" y="3810"/>
                  </a:lnTo>
                  <a:lnTo>
                    <a:pt x="199390" y="5080"/>
                  </a:lnTo>
                  <a:lnTo>
                    <a:pt x="200660" y="5080"/>
                  </a:lnTo>
                  <a:lnTo>
                    <a:pt x="200660" y="3810"/>
                  </a:lnTo>
                  <a:lnTo>
                    <a:pt x="466090" y="3810"/>
                  </a:lnTo>
                  <a:lnTo>
                    <a:pt x="466090" y="1270"/>
                  </a:lnTo>
                  <a:close/>
                </a:path>
                <a:path w="661670" h="7619">
                  <a:moveTo>
                    <a:pt x="468630" y="3810"/>
                  </a:moveTo>
                  <a:lnTo>
                    <a:pt x="467360" y="3810"/>
                  </a:lnTo>
                  <a:lnTo>
                    <a:pt x="467360" y="5080"/>
                  </a:lnTo>
                  <a:lnTo>
                    <a:pt x="200660" y="5080"/>
                  </a:lnTo>
                  <a:lnTo>
                    <a:pt x="200660" y="6350"/>
                  </a:lnTo>
                  <a:lnTo>
                    <a:pt x="201930" y="6350"/>
                  </a:lnTo>
                  <a:lnTo>
                    <a:pt x="201930" y="7620"/>
                  </a:lnTo>
                  <a:lnTo>
                    <a:pt x="203200" y="7620"/>
                  </a:lnTo>
                  <a:lnTo>
                    <a:pt x="203200" y="6350"/>
                  </a:lnTo>
                  <a:lnTo>
                    <a:pt x="468630" y="6350"/>
                  </a:lnTo>
                  <a:lnTo>
                    <a:pt x="468630" y="5080"/>
                  </a:lnTo>
                  <a:lnTo>
                    <a:pt x="468630" y="3810"/>
                  </a:lnTo>
                  <a:close/>
                </a:path>
                <a:path w="661670" h="7619">
                  <a:moveTo>
                    <a:pt x="661657" y="5080"/>
                  </a:moveTo>
                  <a:lnTo>
                    <a:pt x="612140" y="5080"/>
                  </a:lnTo>
                  <a:lnTo>
                    <a:pt x="612140" y="6350"/>
                  </a:lnTo>
                  <a:lnTo>
                    <a:pt x="661657" y="6350"/>
                  </a:lnTo>
                  <a:lnTo>
                    <a:pt x="661657" y="5080"/>
                  </a:lnTo>
                  <a:close/>
                </a:path>
                <a:path w="661670" h="7619">
                  <a:moveTo>
                    <a:pt x="661657" y="1270"/>
                  </a:moveTo>
                  <a:lnTo>
                    <a:pt x="612140" y="1270"/>
                  </a:lnTo>
                  <a:lnTo>
                    <a:pt x="612140" y="3810"/>
                  </a:lnTo>
                  <a:lnTo>
                    <a:pt x="661657" y="3810"/>
                  </a:lnTo>
                  <a:lnTo>
                    <a:pt x="661657" y="1270"/>
                  </a:lnTo>
                  <a:close/>
                </a:path>
              </a:pathLst>
            </a:custGeom>
            <a:solidFill>
              <a:srgbClr val="664B00"/>
            </a:solidFill>
          </p:spPr>
          <p:txBody>
            <a:bodyPr wrap="square" lIns="0" tIns="0" rIns="0" bIns="0" rtlCol="0"/>
            <a:lstStyle/>
            <a:p/>
          </p:txBody>
        </p:sp>
        <p:sp>
          <p:nvSpPr>
            <p:cNvPr id="948" name="object 948"/>
            <p:cNvSpPr/>
            <p:nvPr/>
          </p:nvSpPr>
          <p:spPr>
            <a:xfrm>
              <a:off x="4933950" y="3110229"/>
              <a:ext cx="661670" cy="6350"/>
            </a:xfrm>
            <a:custGeom>
              <a:avLst/>
              <a:gdLst/>
              <a:ahLst/>
              <a:cxnLst/>
              <a:rect l="l" t="t" r="r" b="b"/>
              <a:pathLst>
                <a:path w="661670" h="6350">
                  <a:moveTo>
                    <a:pt x="48260" y="3810"/>
                  </a:moveTo>
                  <a:lnTo>
                    <a:pt x="0" y="3810"/>
                  </a:lnTo>
                  <a:lnTo>
                    <a:pt x="0" y="5080"/>
                  </a:lnTo>
                  <a:lnTo>
                    <a:pt x="48260" y="5080"/>
                  </a:lnTo>
                  <a:lnTo>
                    <a:pt x="48260" y="3810"/>
                  </a:lnTo>
                  <a:close/>
                </a:path>
                <a:path w="661670" h="6350">
                  <a:moveTo>
                    <a:pt x="48260" y="0"/>
                  </a:moveTo>
                  <a:lnTo>
                    <a:pt x="0" y="0"/>
                  </a:lnTo>
                  <a:lnTo>
                    <a:pt x="0" y="2540"/>
                  </a:lnTo>
                  <a:lnTo>
                    <a:pt x="48260" y="2540"/>
                  </a:lnTo>
                  <a:lnTo>
                    <a:pt x="48260" y="0"/>
                  </a:lnTo>
                  <a:close/>
                </a:path>
                <a:path w="661670" h="6350">
                  <a:moveTo>
                    <a:pt x="471170" y="0"/>
                  </a:moveTo>
                  <a:lnTo>
                    <a:pt x="204470" y="0"/>
                  </a:lnTo>
                  <a:lnTo>
                    <a:pt x="204470" y="2540"/>
                  </a:lnTo>
                  <a:lnTo>
                    <a:pt x="204470" y="3810"/>
                  </a:lnTo>
                  <a:lnTo>
                    <a:pt x="205740" y="3810"/>
                  </a:lnTo>
                  <a:lnTo>
                    <a:pt x="205740" y="2540"/>
                  </a:lnTo>
                  <a:lnTo>
                    <a:pt x="471170" y="2540"/>
                  </a:lnTo>
                  <a:lnTo>
                    <a:pt x="471170" y="0"/>
                  </a:lnTo>
                  <a:close/>
                </a:path>
                <a:path w="661670" h="6350">
                  <a:moveTo>
                    <a:pt x="473710" y="2540"/>
                  </a:moveTo>
                  <a:lnTo>
                    <a:pt x="472440" y="2540"/>
                  </a:lnTo>
                  <a:lnTo>
                    <a:pt x="472440" y="3810"/>
                  </a:lnTo>
                  <a:lnTo>
                    <a:pt x="205740" y="3810"/>
                  </a:lnTo>
                  <a:lnTo>
                    <a:pt x="205740" y="5080"/>
                  </a:lnTo>
                  <a:lnTo>
                    <a:pt x="207010" y="5080"/>
                  </a:lnTo>
                  <a:lnTo>
                    <a:pt x="207010" y="6350"/>
                  </a:lnTo>
                  <a:lnTo>
                    <a:pt x="208280" y="6350"/>
                  </a:lnTo>
                  <a:lnTo>
                    <a:pt x="208280" y="5080"/>
                  </a:lnTo>
                  <a:lnTo>
                    <a:pt x="473710" y="5080"/>
                  </a:lnTo>
                  <a:lnTo>
                    <a:pt x="473710" y="3810"/>
                  </a:lnTo>
                  <a:lnTo>
                    <a:pt x="473710" y="2540"/>
                  </a:lnTo>
                  <a:close/>
                </a:path>
                <a:path w="661670" h="6350">
                  <a:moveTo>
                    <a:pt x="661657" y="3810"/>
                  </a:moveTo>
                  <a:lnTo>
                    <a:pt x="612140" y="3810"/>
                  </a:lnTo>
                  <a:lnTo>
                    <a:pt x="612140" y="5080"/>
                  </a:lnTo>
                  <a:lnTo>
                    <a:pt x="661657" y="5080"/>
                  </a:lnTo>
                  <a:lnTo>
                    <a:pt x="661657" y="3810"/>
                  </a:lnTo>
                  <a:close/>
                </a:path>
                <a:path w="661670" h="6350">
                  <a:moveTo>
                    <a:pt x="661657" y="0"/>
                  </a:moveTo>
                  <a:lnTo>
                    <a:pt x="612140" y="0"/>
                  </a:lnTo>
                  <a:lnTo>
                    <a:pt x="612140" y="2540"/>
                  </a:lnTo>
                  <a:lnTo>
                    <a:pt x="661657" y="2540"/>
                  </a:lnTo>
                  <a:lnTo>
                    <a:pt x="661657" y="0"/>
                  </a:lnTo>
                  <a:close/>
                </a:path>
              </a:pathLst>
            </a:custGeom>
            <a:solidFill>
              <a:srgbClr val="674D00"/>
            </a:solidFill>
          </p:spPr>
          <p:txBody>
            <a:bodyPr wrap="square" lIns="0" tIns="0" rIns="0" bIns="0" rtlCol="0"/>
            <a:lstStyle/>
            <a:p/>
          </p:txBody>
        </p:sp>
        <p:sp>
          <p:nvSpPr>
            <p:cNvPr id="949" name="object 949"/>
            <p:cNvSpPr/>
            <p:nvPr/>
          </p:nvSpPr>
          <p:spPr>
            <a:xfrm>
              <a:off x="4933950" y="3116579"/>
              <a:ext cx="661670" cy="7620"/>
            </a:xfrm>
            <a:custGeom>
              <a:avLst/>
              <a:gdLst/>
              <a:ahLst/>
              <a:cxnLst/>
              <a:rect l="l" t="t" r="r" b="b"/>
              <a:pathLst>
                <a:path w="661670" h="7619">
                  <a:moveTo>
                    <a:pt x="48260" y="6350"/>
                  </a:moveTo>
                  <a:lnTo>
                    <a:pt x="0" y="6350"/>
                  </a:lnTo>
                  <a:lnTo>
                    <a:pt x="0" y="7620"/>
                  </a:lnTo>
                  <a:lnTo>
                    <a:pt x="48260" y="7620"/>
                  </a:lnTo>
                  <a:lnTo>
                    <a:pt x="48260" y="6350"/>
                  </a:lnTo>
                  <a:close/>
                </a:path>
                <a:path w="661670" h="7619">
                  <a:moveTo>
                    <a:pt x="48260" y="3810"/>
                  </a:moveTo>
                  <a:lnTo>
                    <a:pt x="0" y="3810"/>
                  </a:lnTo>
                  <a:lnTo>
                    <a:pt x="0" y="5080"/>
                  </a:lnTo>
                  <a:lnTo>
                    <a:pt x="48260" y="5080"/>
                  </a:lnTo>
                  <a:lnTo>
                    <a:pt x="48260" y="3810"/>
                  </a:lnTo>
                  <a:close/>
                </a:path>
                <a:path w="661670" h="7619">
                  <a:moveTo>
                    <a:pt x="48260" y="0"/>
                  </a:moveTo>
                  <a:lnTo>
                    <a:pt x="0" y="0"/>
                  </a:lnTo>
                  <a:lnTo>
                    <a:pt x="0" y="2540"/>
                  </a:lnTo>
                  <a:lnTo>
                    <a:pt x="48260" y="2540"/>
                  </a:lnTo>
                  <a:lnTo>
                    <a:pt x="48260" y="0"/>
                  </a:lnTo>
                  <a:close/>
                </a:path>
                <a:path w="661670" h="7619">
                  <a:moveTo>
                    <a:pt x="476250" y="0"/>
                  </a:moveTo>
                  <a:lnTo>
                    <a:pt x="209550" y="0"/>
                  </a:lnTo>
                  <a:lnTo>
                    <a:pt x="209550" y="2540"/>
                  </a:lnTo>
                  <a:lnTo>
                    <a:pt x="209550" y="3810"/>
                  </a:lnTo>
                  <a:lnTo>
                    <a:pt x="210820" y="3810"/>
                  </a:lnTo>
                  <a:lnTo>
                    <a:pt x="210820" y="2540"/>
                  </a:lnTo>
                  <a:lnTo>
                    <a:pt x="476250" y="2540"/>
                  </a:lnTo>
                  <a:lnTo>
                    <a:pt x="476250" y="0"/>
                  </a:lnTo>
                  <a:close/>
                </a:path>
                <a:path w="661670" h="7619">
                  <a:moveTo>
                    <a:pt x="478790" y="2540"/>
                  </a:moveTo>
                  <a:lnTo>
                    <a:pt x="477520" y="2540"/>
                  </a:lnTo>
                  <a:lnTo>
                    <a:pt x="477520" y="3810"/>
                  </a:lnTo>
                  <a:lnTo>
                    <a:pt x="210820" y="3810"/>
                  </a:lnTo>
                  <a:lnTo>
                    <a:pt x="210820" y="5080"/>
                  </a:lnTo>
                  <a:lnTo>
                    <a:pt x="212090" y="5080"/>
                  </a:lnTo>
                  <a:lnTo>
                    <a:pt x="212090" y="6350"/>
                  </a:lnTo>
                  <a:lnTo>
                    <a:pt x="213360" y="6350"/>
                  </a:lnTo>
                  <a:lnTo>
                    <a:pt x="213360" y="5080"/>
                  </a:lnTo>
                  <a:lnTo>
                    <a:pt x="478790" y="5080"/>
                  </a:lnTo>
                  <a:lnTo>
                    <a:pt x="478790" y="3810"/>
                  </a:lnTo>
                  <a:lnTo>
                    <a:pt x="478790" y="2540"/>
                  </a:lnTo>
                  <a:close/>
                </a:path>
                <a:path w="661670" h="7619">
                  <a:moveTo>
                    <a:pt x="481330" y="6350"/>
                  </a:moveTo>
                  <a:lnTo>
                    <a:pt x="480060" y="6350"/>
                  </a:lnTo>
                  <a:lnTo>
                    <a:pt x="480060" y="5080"/>
                  </a:lnTo>
                  <a:lnTo>
                    <a:pt x="478790" y="5080"/>
                  </a:lnTo>
                  <a:lnTo>
                    <a:pt x="478790" y="6350"/>
                  </a:lnTo>
                  <a:lnTo>
                    <a:pt x="214630" y="6350"/>
                  </a:lnTo>
                  <a:lnTo>
                    <a:pt x="214630" y="7620"/>
                  </a:lnTo>
                  <a:lnTo>
                    <a:pt x="481330" y="7620"/>
                  </a:lnTo>
                  <a:lnTo>
                    <a:pt x="481330" y="6350"/>
                  </a:lnTo>
                  <a:close/>
                </a:path>
                <a:path w="661670" h="7619">
                  <a:moveTo>
                    <a:pt x="661657" y="6350"/>
                  </a:moveTo>
                  <a:lnTo>
                    <a:pt x="612140" y="6350"/>
                  </a:lnTo>
                  <a:lnTo>
                    <a:pt x="612140" y="7620"/>
                  </a:lnTo>
                  <a:lnTo>
                    <a:pt x="661657" y="7620"/>
                  </a:lnTo>
                  <a:lnTo>
                    <a:pt x="661657" y="6350"/>
                  </a:lnTo>
                  <a:close/>
                </a:path>
                <a:path w="661670" h="7619">
                  <a:moveTo>
                    <a:pt x="661657" y="3810"/>
                  </a:moveTo>
                  <a:lnTo>
                    <a:pt x="612140" y="3810"/>
                  </a:lnTo>
                  <a:lnTo>
                    <a:pt x="612140" y="5080"/>
                  </a:lnTo>
                  <a:lnTo>
                    <a:pt x="661657" y="5080"/>
                  </a:lnTo>
                  <a:lnTo>
                    <a:pt x="661657" y="3810"/>
                  </a:lnTo>
                  <a:close/>
                </a:path>
                <a:path w="661670" h="7619">
                  <a:moveTo>
                    <a:pt x="661657" y="0"/>
                  </a:moveTo>
                  <a:lnTo>
                    <a:pt x="612140" y="0"/>
                  </a:lnTo>
                  <a:lnTo>
                    <a:pt x="612140" y="2540"/>
                  </a:lnTo>
                  <a:lnTo>
                    <a:pt x="661657" y="2540"/>
                  </a:lnTo>
                  <a:lnTo>
                    <a:pt x="661657" y="0"/>
                  </a:lnTo>
                  <a:close/>
                </a:path>
              </a:pathLst>
            </a:custGeom>
            <a:solidFill>
              <a:srgbClr val="694E00"/>
            </a:solidFill>
          </p:spPr>
          <p:txBody>
            <a:bodyPr wrap="square" lIns="0" tIns="0" rIns="0" bIns="0" rtlCol="0"/>
            <a:lstStyle/>
            <a:p/>
          </p:txBody>
        </p:sp>
        <p:sp>
          <p:nvSpPr>
            <p:cNvPr id="950" name="object 950"/>
            <p:cNvSpPr/>
            <p:nvPr/>
          </p:nvSpPr>
          <p:spPr>
            <a:xfrm>
              <a:off x="4933950" y="3124199"/>
              <a:ext cx="661670" cy="7620"/>
            </a:xfrm>
            <a:custGeom>
              <a:avLst/>
              <a:gdLst/>
              <a:ahLst/>
              <a:cxnLst/>
              <a:rect l="l" t="t" r="r" b="b"/>
              <a:pathLst>
                <a:path w="661670" h="7619">
                  <a:moveTo>
                    <a:pt x="48260" y="5080"/>
                  </a:moveTo>
                  <a:lnTo>
                    <a:pt x="0" y="5080"/>
                  </a:lnTo>
                  <a:lnTo>
                    <a:pt x="0" y="7620"/>
                  </a:lnTo>
                  <a:lnTo>
                    <a:pt x="48260" y="7620"/>
                  </a:lnTo>
                  <a:lnTo>
                    <a:pt x="48260" y="5080"/>
                  </a:lnTo>
                  <a:close/>
                </a:path>
                <a:path w="661670" h="7619">
                  <a:moveTo>
                    <a:pt x="48260" y="2540"/>
                  </a:moveTo>
                  <a:lnTo>
                    <a:pt x="0" y="2540"/>
                  </a:lnTo>
                  <a:lnTo>
                    <a:pt x="0" y="3810"/>
                  </a:lnTo>
                  <a:lnTo>
                    <a:pt x="48260" y="3810"/>
                  </a:lnTo>
                  <a:lnTo>
                    <a:pt x="48260" y="2540"/>
                  </a:lnTo>
                  <a:close/>
                </a:path>
                <a:path w="661670" h="7619">
                  <a:moveTo>
                    <a:pt x="48260" y="0"/>
                  </a:moveTo>
                  <a:lnTo>
                    <a:pt x="0" y="0"/>
                  </a:lnTo>
                  <a:lnTo>
                    <a:pt x="0" y="1270"/>
                  </a:lnTo>
                  <a:lnTo>
                    <a:pt x="48260" y="1270"/>
                  </a:lnTo>
                  <a:lnTo>
                    <a:pt x="48260" y="0"/>
                  </a:lnTo>
                  <a:close/>
                </a:path>
                <a:path w="661670" h="7619">
                  <a:moveTo>
                    <a:pt x="481330" y="0"/>
                  </a:moveTo>
                  <a:lnTo>
                    <a:pt x="214630" y="0"/>
                  </a:lnTo>
                  <a:lnTo>
                    <a:pt x="214630" y="1270"/>
                  </a:lnTo>
                  <a:lnTo>
                    <a:pt x="214630" y="2540"/>
                  </a:lnTo>
                  <a:lnTo>
                    <a:pt x="215900" y="2540"/>
                  </a:lnTo>
                  <a:lnTo>
                    <a:pt x="215900" y="1270"/>
                  </a:lnTo>
                  <a:lnTo>
                    <a:pt x="481330" y="1270"/>
                  </a:lnTo>
                  <a:lnTo>
                    <a:pt x="481330" y="0"/>
                  </a:lnTo>
                  <a:close/>
                </a:path>
                <a:path w="661670" h="7619">
                  <a:moveTo>
                    <a:pt x="483870" y="1270"/>
                  </a:moveTo>
                  <a:lnTo>
                    <a:pt x="482600" y="1270"/>
                  </a:lnTo>
                  <a:lnTo>
                    <a:pt x="482600" y="2540"/>
                  </a:lnTo>
                  <a:lnTo>
                    <a:pt x="215900" y="2540"/>
                  </a:lnTo>
                  <a:lnTo>
                    <a:pt x="215900" y="3810"/>
                  </a:lnTo>
                  <a:lnTo>
                    <a:pt x="217170" y="3810"/>
                  </a:lnTo>
                  <a:lnTo>
                    <a:pt x="217170" y="5080"/>
                  </a:lnTo>
                  <a:lnTo>
                    <a:pt x="218440" y="5080"/>
                  </a:lnTo>
                  <a:lnTo>
                    <a:pt x="218440" y="3810"/>
                  </a:lnTo>
                  <a:lnTo>
                    <a:pt x="483870" y="3810"/>
                  </a:lnTo>
                  <a:lnTo>
                    <a:pt x="483870" y="2540"/>
                  </a:lnTo>
                  <a:lnTo>
                    <a:pt x="483870" y="1270"/>
                  </a:lnTo>
                  <a:close/>
                </a:path>
                <a:path w="661670" h="7619">
                  <a:moveTo>
                    <a:pt x="486410" y="5080"/>
                  </a:moveTo>
                  <a:lnTo>
                    <a:pt x="485140" y="5080"/>
                  </a:lnTo>
                  <a:lnTo>
                    <a:pt x="485140" y="3810"/>
                  </a:lnTo>
                  <a:lnTo>
                    <a:pt x="483870" y="3810"/>
                  </a:lnTo>
                  <a:lnTo>
                    <a:pt x="483870" y="5080"/>
                  </a:lnTo>
                  <a:lnTo>
                    <a:pt x="219710" y="5080"/>
                  </a:lnTo>
                  <a:lnTo>
                    <a:pt x="219710" y="7620"/>
                  </a:lnTo>
                  <a:lnTo>
                    <a:pt x="486410" y="7620"/>
                  </a:lnTo>
                  <a:lnTo>
                    <a:pt x="486410" y="5080"/>
                  </a:lnTo>
                  <a:close/>
                </a:path>
                <a:path w="661670" h="7619">
                  <a:moveTo>
                    <a:pt x="661657" y="5080"/>
                  </a:moveTo>
                  <a:lnTo>
                    <a:pt x="612140" y="5080"/>
                  </a:lnTo>
                  <a:lnTo>
                    <a:pt x="612140" y="7620"/>
                  </a:lnTo>
                  <a:lnTo>
                    <a:pt x="661657" y="7620"/>
                  </a:lnTo>
                  <a:lnTo>
                    <a:pt x="661657" y="5080"/>
                  </a:lnTo>
                  <a:close/>
                </a:path>
                <a:path w="661670" h="7619">
                  <a:moveTo>
                    <a:pt x="661657" y="2540"/>
                  </a:moveTo>
                  <a:lnTo>
                    <a:pt x="612140" y="2540"/>
                  </a:lnTo>
                  <a:lnTo>
                    <a:pt x="612140" y="3810"/>
                  </a:lnTo>
                  <a:lnTo>
                    <a:pt x="661657" y="3810"/>
                  </a:lnTo>
                  <a:lnTo>
                    <a:pt x="661657" y="2540"/>
                  </a:lnTo>
                  <a:close/>
                </a:path>
                <a:path w="661670" h="7619">
                  <a:moveTo>
                    <a:pt x="661657" y="0"/>
                  </a:moveTo>
                  <a:lnTo>
                    <a:pt x="612140" y="0"/>
                  </a:lnTo>
                  <a:lnTo>
                    <a:pt x="612140" y="1270"/>
                  </a:lnTo>
                  <a:lnTo>
                    <a:pt x="661657" y="1270"/>
                  </a:lnTo>
                  <a:lnTo>
                    <a:pt x="661657" y="0"/>
                  </a:lnTo>
                  <a:close/>
                </a:path>
              </a:pathLst>
            </a:custGeom>
            <a:solidFill>
              <a:srgbClr val="6B5000"/>
            </a:solidFill>
          </p:spPr>
          <p:txBody>
            <a:bodyPr wrap="square" lIns="0" tIns="0" rIns="0" bIns="0" rtlCol="0"/>
            <a:lstStyle/>
            <a:p/>
          </p:txBody>
        </p:sp>
        <p:sp>
          <p:nvSpPr>
            <p:cNvPr id="951" name="object 951"/>
            <p:cNvSpPr/>
            <p:nvPr/>
          </p:nvSpPr>
          <p:spPr>
            <a:xfrm>
              <a:off x="4933950" y="3131819"/>
              <a:ext cx="661670" cy="6350"/>
            </a:xfrm>
            <a:custGeom>
              <a:avLst/>
              <a:gdLst/>
              <a:ahLst/>
              <a:cxnLst/>
              <a:rect l="l" t="t" r="r" b="b"/>
              <a:pathLst>
                <a:path w="661670" h="6350">
                  <a:moveTo>
                    <a:pt x="48260" y="3810"/>
                  </a:moveTo>
                  <a:lnTo>
                    <a:pt x="0" y="3810"/>
                  </a:lnTo>
                  <a:lnTo>
                    <a:pt x="0" y="6350"/>
                  </a:lnTo>
                  <a:lnTo>
                    <a:pt x="48260" y="6350"/>
                  </a:lnTo>
                  <a:lnTo>
                    <a:pt x="48260" y="3810"/>
                  </a:lnTo>
                  <a:close/>
                </a:path>
                <a:path w="661670" h="6350">
                  <a:moveTo>
                    <a:pt x="48260" y="1270"/>
                  </a:moveTo>
                  <a:lnTo>
                    <a:pt x="0" y="1270"/>
                  </a:lnTo>
                  <a:lnTo>
                    <a:pt x="0" y="2540"/>
                  </a:lnTo>
                  <a:lnTo>
                    <a:pt x="48260" y="2540"/>
                  </a:lnTo>
                  <a:lnTo>
                    <a:pt x="48260" y="1270"/>
                  </a:lnTo>
                  <a:close/>
                </a:path>
                <a:path w="661670" h="6350">
                  <a:moveTo>
                    <a:pt x="488950" y="0"/>
                  </a:moveTo>
                  <a:lnTo>
                    <a:pt x="487680" y="0"/>
                  </a:lnTo>
                  <a:lnTo>
                    <a:pt x="487680" y="1270"/>
                  </a:lnTo>
                  <a:lnTo>
                    <a:pt x="220980" y="1270"/>
                  </a:lnTo>
                  <a:lnTo>
                    <a:pt x="220980" y="2540"/>
                  </a:lnTo>
                  <a:lnTo>
                    <a:pt x="222250" y="2540"/>
                  </a:lnTo>
                  <a:lnTo>
                    <a:pt x="222250" y="3810"/>
                  </a:lnTo>
                  <a:lnTo>
                    <a:pt x="223520" y="3810"/>
                  </a:lnTo>
                  <a:lnTo>
                    <a:pt x="223520" y="2540"/>
                  </a:lnTo>
                  <a:lnTo>
                    <a:pt x="488950" y="2540"/>
                  </a:lnTo>
                  <a:lnTo>
                    <a:pt x="488950" y="1270"/>
                  </a:lnTo>
                  <a:lnTo>
                    <a:pt x="488950" y="0"/>
                  </a:lnTo>
                  <a:close/>
                </a:path>
                <a:path w="661670" h="6350">
                  <a:moveTo>
                    <a:pt x="491490" y="3810"/>
                  </a:moveTo>
                  <a:lnTo>
                    <a:pt x="490220" y="3810"/>
                  </a:lnTo>
                  <a:lnTo>
                    <a:pt x="490220" y="2540"/>
                  </a:lnTo>
                  <a:lnTo>
                    <a:pt x="488950" y="2540"/>
                  </a:lnTo>
                  <a:lnTo>
                    <a:pt x="488950" y="3810"/>
                  </a:lnTo>
                  <a:lnTo>
                    <a:pt x="224790" y="3810"/>
                  </a:lnTo>
                  <a:lnTo>
                    <a:pt x="224790" y="6350"/>
                  </a:lnTo>
                  <a:lnTo>
                    <a:pt x="491490" y="6350"/>
                  </a:lnTo>
                  <a:lnTo>
                    <a:pt x="491490" y="3810"/>
                  </a:lnTo>
                  <a:close/>
                </a:path>
                <a:path w="661670" h="6350">
                  <a:moveTo>
                    <a:pt x="661657" y="3810"/>
                  </a:moveTo>
                  <a:lnTo>
                    <a:pt x="612140" y="3810"/>
                  </a:lnTo>
                  <a:lnTo>
                    <a:pt x="612140" y="6350"/>
                  </a:lnTo>
                  <a:lnTo>
                    <a:pt x="661657" y="6350"/>
                  </a:lnTo>
                  <a:lnTo>
                    <a:pt x="661657" y="3810"/>
                  </a:lnTo>
                  <a:close/>
                </a:path>
                <a:path w="661670" h="6350">
                  <a:moveTo>
                    <a:pt x="661657" y="1270"/>
                  </a:moveTo>
                  <a:lnTo>
                    <a:pt x="612140" y="1270"/>
                  </a:lnTo>
                  <a:lnTo>
                    <a:pt x="612140" y="2540"/>
                  </a:lnTo>
                  <a:lnTo>
                    <a:pt x="661657" y="2540"/>
                  </a:lnTo>
                  <a:lnTo>
                    <a:pt x="661657" y="1270"/>
                  </a:lnTo>
                  <a:close/>
                </a:path>
              </a:pathLst>
            </a:custGeom>
            <a:solidFill>
              <a:srgbClr val="6D5100"/>
            </a:solidFill>
          </p:spPr>
          <p:txBody>
            <a:bodyPr wrap="square" lIns="0" tIns="0" rIns="0" bIns="0" rtlCol="0"/>
            <a:lstStyle/>
            <a:p/>
          </p:txBody>
        </p:sp>
        <p:sp>
          <p:nvSpPr>
            <p:cNvPr id="952" name="object 952"/>
            <p:cNvSpPr/>
            <p:nvPr/>
          </p:nvSpPr>
          <p:spPr>
            <a:xfrm>
              <a:off x="4933950" y="3138169"/>
              <a:ext cx="661670" cy="7620"/>
            </a:xfrm>
            <a:custGeom>
              <a:avLst/>
              <a:gdLst/>
              <a:ahLst/>
              <a:cxnLst/>
              <a:rect l="l" t="t" r="r" b="b"/>
              <a:pathLst>
                <a:path w="661670" h="7619">
                  <a:moveTo>
                    <a:pt x="48260" y="3810"/>
                  </a:moveTo>
                  <a:lnTo>
                    <a:pt x="0" y="3810"/>
                  </a:lnTo>
                  <a:lnTo>
                    <a:pt x="0" y="6350"/>
                  </a:lnTo>
                  <a:lnTo>
                    <a:pt x="48260" y="6350"/>
                  </a:lnTo>
                  <a:lnTo>
                    <a:pt x="48260" y="3810"/>
                  </a:lnTo>
                  <a:close/>
                </a:path>
                <a:path w="661670" h="7619">
                  <a:moveTo>
                    <a:pt x="48260" y="1270"/>
                  </a:moveTo>
                  <a:lnTo>
                    <a:pt x="0" y="1270"/>
                  </a:lnTo>
                  <a:lnTo>
                    <a:pt x="0" y="2540"/>
                  </a:lnTo>
                  <a:lnTo>
                    <a:pt x="48260" y="2540"/>
                  </a:lnTo>
                  <a:lnTo>
                    <a:pt x="48260" y="1270"/>
                  </a:lnTo>
                  <a:close/>
                </a:path>
                <a:path w="661670" h="7619">
                  <a:moveTo>
                    <a:pt x="494030" y="0"/>
                  </a:moveTo>
                  <a:lnTo>
                    <a:pt x="492760" y="0"/>
                  </a:lnTo>
                  <a:lnTo>
                    <a:pt x="492760" y="1270"/>
                  </a:lnTo>
                  <a:lnTo>
                    <a:pt x="226060" y="1270"/>
                  </a:lnTo>
                  <a:lnTo>
                    <a:pt x="226060" y="2540"/>
                  </a:lnTo>
                  <a:lnTo>
                    <a:pt x="227330" y="2540"/>
                  </a:lnTo>
                  <a:lnTo>
                    <a:pt x="227330" y="3810"/>
                  </a:lnTo>
                  <a:lnTo>
                    <a:pt x="228600" y="3810"/>
                  </a:lnTo>
                  <a:lnTo>
                    <a:pt x="228600" y="2540"/>
                  </a:lnTo>
                  <a:lnTo>
                    <a:pt x="494030" y="2540"/>
                  </a:lnTo>
                  <a:lnTo>
                    <a:pt x="494030" y="1270"/>
                  </a:lnTo>
                  <a:lnTo>
                    <a:pt x="494030" y="0"/>
                  </a:lnTo>
                  <a:close/>
                </a:path>
                <a:path w="661670" h="7619">
                  <a:moveTo>
                    <a:pt x="496570" y="3810"/>
                  </a:moveTo>
                  <a:lnTo>
                    <a:pt x="495300" y="3810"/>
                  </a:lnTo>
                  <a:lnTo>
                    <a:pt x="495300" y="2540"/>
                  </a:lnTo>
                  <a:lnTo>
                    <a:pt x="494030" y="2540"/>
                  </a:lnTo>
                  <a:lnTo>
                    <a:pt x="494030" y="3810"/>
                  </a:lnTo>
                  <a:lnTo>
                    <a:pt x="229870" y="3810"/>
                  </a:lnTo>
                  <a:lnTo>
                    <a:pt x="229870" y="6350"/>
                  </a:lnTo>
                  <a:lnTo>
                    <a:pt x="496570" y="6350"/>
                  </a:lnTo>
                  <a:lnTo>
                    <a:pt x="496570" y="3810"/>
                  </a:lnTo>
                  <a:close/>
                </a:path>
                <a:path w="661670" h="7619">
                  <a:moveTo>
                    <a:pt x="499110" y="6350"/>
                  </a:moveTo>
                  <a:lnTo>
                    <a:pt x="497840" y="6350"/>
                  </a:lnTo>
                  <a:lnTo>
                    <a:pt x="497840" y="7620"/>
                  </a:lnTo>
                  <a:lnTo>
                    <a:pt x="499110" y="7620"/>
                  </a:lnTo>
                  <a:lnTo>
                    <a:pt x="499110" y="6350"/>
                  </a:lnTo>
                  <a:close/>
                </a:path>
                <a:path w="661670" h="7619">
                  <a:moveTo>
                    <a:pt x="661657" y="3810"/>
                  </a:moveTo>
                  <a:lnTo>
                    <a:pt x="612140" y="3810"/>
                  </a:lnTo>
                  <a:lnTo>
                    <a:pt x="612140" y="6350"/>
                  </a:lnTo>
                  <a:lnTo>
                    <a:pt x="661657" y="6350"/>
                  </a:lnTo>
                  <a:lnTo>
                    <a:pt x="661657" y="3810"/>
                  </a:lnTo>
                  <a:close/>
                </a:path>
                <a:path w="661670" h="7619">
                  <a:moveTo>
                    <a:pt x="661657" y="1270"/>
                  </a:moveTo>
                  <a:lnTo>
                    <a:pt x="612140" y="1270"/>
                  </a:lnTo>
                  <a:lnTo>
                    <a:pt x="612140" y="2540"/>
                  </a:lnTo>
                  <a:lnTo>
                    <a:pt x="661657" y="2540"/>
                  </a:lnTo>
                  <a:lnTo>
                    <a:pt x="661657" y="1270"/>
                  </a:lnTo>
                  <a:close/>
                </a:path>
              </a:pathLst>
            </a:custGeom>
            <a:solidFill>
              <a:srgbClr val="6F5300"/>
            </a:solidFill>
          </p:spPr>
          <p:txBody>
            <a:bodyPr wrap="square" lIns="0" tIns="0" rIns="0" bIns="0" rtlCol="0"/>
            <a:lstStyle/>
            <a:p/>
          </p:txBody>
        </p:sp>
        <p:sp>
          <p:nvSpPr>
            <p:cNvPr id="953" name="object 953"/>
            <p:cNvSpPr/>
            <p:nvPr/>
          </p:nvSpPr>
          <p:spPr>
            <a:xfrm>
              <a:off x="4933950" y="3145789"/>
              <a:ext cx="661670" cy="7620"/>
            </a:xfrm>
            <a:custGeom>
              <a:avLst/>
              <a:gdLst/>
              <a:ahLst/>
              <a:cxnLst/>
              <a:rect l="l" t="t" r="r" b="b"/>
              <a:pathLst>
                <a:path w="661670" h="7619">
                  <a:moveTo>
                    <a:pt x="48260" y="2540"/>
                  </a:moveTo>
                  <a:lnTo>
                    <a:pt x="0" y="2540"/>
                  </a:lnTo>
                  <a:lnTo>
                    <a:pt x="0" y="7620"/>
                  </a:lnTo>
                  <a:lnTo>
                    <a:pt x="48260" y="7620"/>
                  </a:lnTo>
                  <a:lnTo>
                    <a:pt x="48260" y="2540"/>
                  </a:lnTo>
                  <a:close/>
                </a:path>
                <a:path w="661670" h="7619">
                  <a:moveTo>
                    <a:pt x="48260" y="0"/>
                  </a:moveTo>
                  <a:lnTo>
                    <a:pt x="0" y="0"/>
                  </a:lnTo>
                  <a:lnTo>
                    <a:pt x="0" y="1270"/>
                  </a:lnTo>
                  <a:lnTo>
                    <a:pt x="48260" y="1270"/>
                  </a:lnTo>
                  <a:lnTo>
                    <a:pt x="48260" y="0"/>
                  </a:lnTo>
                  <a:close/>
                </a:path>
                <a:path w="661670" h="7619">
                  <a:moveTo>
                    <a:pt x="499110" y="0"/>
                  </a:moveTo>
                  <a:lnTo>
                    <a:pt x="231140" y="0"/>
                  </a:lnTo>
                  <a:lnTo>
                    <a:pt x="231140" y="1270"/>
                  </a:lnTo>
                  <a:lnTo>
                    <a:pt x="232410" y="1270"/>
                  </a:lnTo>
                  <a:lnTo>
                    <a:pt x="232410" y="2540"/>
                  </a:lnTo>
                  <a:lnTo>
                    <a:pt x="233680" y="2540"/>
                  </a:lnTo>
                  <a:lnTo>
                    <a:pt x="233680" y="1270"/>
                  </a:lnTo>
                  <a:lnTo>
                    <a:pt x="499110" y="1270"/>
                  </a:lnTo>
                  <a:lnTo>
                    <a:pt x="499110" y="0"/>
                  </a:lnTo>
                  <a:close/>
                </a:path>
                <a:path w="661670" h="7619">
                  <a:moveTo>
                    <a:pt x="504190" y="6350"/>
                  </a:moveTo>
                  <a:lnTo>
                    <a:pt x="502920" y="6350"/>
                  </a:lnTo>
                  <a:lnTo>
                    <a:pt x="502920" y="5080"/>
                  </a:lnTo>
                  <a:lnTo>
                    <a:pt x="501650" y="5080"/>
                  </a:lnTo>
                  <a:lnTo>
                    <a:pt x="501650" y="2540"/>
                  </a:lnTo>
                  <a:lnTo>
                    <a:pt x="500380" y="2540"/>
                  </a:lnTo>
                  <a:lnTo>
                    <a:pt x="500380" y="1270"/>
                  </a:lnTo>
                  <a:lnTo>
                    <a:pt x="499110" y="1270"/>
                  </a:lnTo>
                  <a:lnTo>
                    <a:pt x="499110" y="2540"/>
                  </a:lnTo>
                  <a:lnTo>
                    <a:pt x="234950" y="2540"/>
                  </a:lnTo>
                  <a:lnTo>
                    <a:pt x="234950" y="5080"/>
                  </a:lnTo>
                  <a:lnTo>
                    <a:pt x="236220" y="5080"/>
                  </a:lnTo>
                  <a:lnTo>
                    <a:pt x="236220" y="6350"/>
                  </a:lnTo>
                  <a:lnTo>
                    <a:pt x="237490" y="6350"/>
                  </a:lnTo>
                  <a:lnTo>
                    <a:pt x="237490" y="7620"/>
                  </a:lnTo>
                  <a:lnTo>
                    <a:pt x="504190" y="7620"/>
                  </a:lnTo>
                  <a:lnTo>
                    <a:pt x="504190" y="6350"/>
                  </a:lnTo>
                  <a:close/>
                </a:path>
                <a:path w="661670" h="7619">
                  <a:moveTo>
                    <a:pt x="661657" y="2540"/>
                  </a:moveTo>
                  <a:lnTo>
                    <a:pt x="612140" y="2540"/>
                  </a:lnTo>
                  <a:lnTo>
                    <a:pt x="612140" y="7620"/>
                  </a:lnTo>
                  <a:lnTo>
                    <a:pt x="661657" y="7620"/>
                  </a:lnTo>
                  <a:lnTo>
                    <a:pt x="661657" y="2540"/>
                  </a:lnTo>
                  <a:close/>
                </a:path>
                <a:path w="661670" h="7619">
                  <a:moveTo>
                    <a:pt x="661657" y="0"/>
                  </a:moveTo>
                  <a:lnTo>
                    <a:pt x="612140" y="0"/>
                  </a:lnTo>
                  <a:lnTo>
                    <a:pt x="612140" y="1270"/>
                  </a:lnTo>
                  <a:lnTo>
                    <a:pt x="661657" y="1270"/>
                  </a:lnTo>
                  <a:lnTo>
                    <a:pt x="661657" y="0"/>
                  </a:lnTo>
                  <a:close/>
                </a:path>
              </a:pathLst>
            </a:custGeom>
            <a:solidFill>
              <a:srgbClr val="715400"/>
            </a:solidFill>
          </p:spPr>
          <p:txBody>
            <a:bodyPr wrap="square" lIns="0" tIns="0" rIns="0" bIns="0" rtlCol="0"/>
            <a:lstStyle/>
            <a:p/>
          </p:txBody>
        </p:sp>
        <p:sp>
          <p:nvSpPr>
            <p:cNvPr id="954" name="object 954"/>
            <p:cNvSpPr/>
            <p:nvPr/>
          </p:nvSpPr>
          <p:spPr>
            <a:xfrm>
              <a:off x="4933950" y="3153409"/>
              <a:ext cx="661670" cy="6350"/>
            </a:xfrm>
            <a:custGeom>
              <a:avLst/>
              <a:gdLst/>
              <a:ahLst/>
              <a:cxnLst/>
              <a:rect l="l" t="t" r="r" b="b"/>
              <a:pathLst>
                <a:path w="661670" h="6350">
                  <a:moveTo>
                    <a:pt x="48260" y="1270"/>
                  </a:moveTo>
                  <a:lnTo>
                    <a:pt x="0" y="1270"/>
                  </a:lnTo>
                  <a:lnTo>
                    <a:pt x="0" y="6350"/>
                  </a:lnTo>
                  <a:lnTo>
                    <a:pt x="48260" y="6350"/>
                  </a:lnTo>
                  <a:lnTo>
                    <a:pt x="48260" y="1270"/>
                  </a:lnTo>
                  <a:close/>
                </a:path>
                <a:path w="661670" h="6350">
                  <a:moveTo>
                    <a:pt x="238760" y="0"/>
                  </a:moveTo>
                  <a:lnTo>
                    <a:pt x="237490" y="0"/>
                  </a:lnTo>
                  <a:lnTo>
                    <a:pt x="237490" y="1270"/>
                  </a:lnTo>
                  <a:lnTo>
                    <a:pt x="238760" y="1270"/>
                  </a:lnTo>
                  <a:lnTo>
                    <a:pt x="238760" y="0"/>
                  </a:lnTo>
                  <a:close/>
                </a:path>
                <a:path w="661670" h="6350">
                  <a:moveTo>
                    <a:pt x="509270" y="5080"/>
                  </a:moveTo>
                  <a:lnTo>
                    <a:pt x="508000" y="5080"/>
                  </a:lnTo>
                  <a:lnTo>
                    <a:pt x="508000" y="3810"/>
                  </a:lnTo>
                  <a:lnTo>
                    <a:pt x="506730" y="3810"/>
                  </a:lnTo>
                  <a:lnTo>
                    <a:pt x="506730" y="1270"/>
                  </a:lnTo>
                  <a:lnTo>
                    <a:pt x="505460" y="1270"/>
                  </a:lnTo>
                  <a:lnTo>
                    <a:pt x="505460" y="0"/>
                  </a:lnTo>
                  <a:lnTo>
                    <a:pt x="504190" y="0"/>
                  </a:lnTo>
                  <a:lnTo>
                    <a:pt x="504190" y="1270"/>
                  </a:lnTo>
                  <a:lnTo>
                    <a:pt x="240030" y="1270"/>
                  </a:lnTo>
                  <a:lnTo>
                    <a:pt x="240030" y="3810"/>
                  </a:lnTo>
                  <a:lnTo>
                    <a:pt x="241300" y="3810"/>
                  </a:lnTo>
                  <a:lnTo>
                    <a:pt x="241300" y="5080"/>
                  </a:lnTo>
                  <a:lnTo>
                    <a:pt x="242570" y="5080"/>
                  </a:lnTo>
                  <a:lnTo>
                    <a:pt x="242570" y="6350"/>
                  </a:lnTo>
                  <a:lnTo>
                    <a:pt x="509270" y="6350"/>
                  </a:lnTo>
                  <a:lnTo>
                    <a:pt x="509270" y="5080"/>
                  </a:lnTo>
                  <a:close/>
                </a:path>
                <a:path w="661670" h="6350">
                  <a:moveTo>
                    <a:pt x="661657" y="1270"/>
                  </a:moveTo>
                  <a:lnTo>
                    <a:pt x="612140" y="1270"/>
                  </a:lnTo>
                  <a:lnTo>
                    <a:pt x="612140" y="6350"/>
                  </a:lnTo>
                  <a:lnTo>
                    <a:pt x="661657" y="6350"/>
                  </a:lnTo>
                  <a:lnTo>
                    <a:pt x="661657" y="1270"/>
                  </a:lnTo>
                  <a:close/>
                </a:path>
              </a:pathLst>
            </a:custGeom>
            <a:solidFill>
              <a:srgbClr val="735600"/>
            </a:solidFill>
          </p:spPr>
          <p:txBody>
            <a:bodyPr wrap="square" lIns="0" tIns="0" rIns="0" bIns="0" rtlCol="0"/>
            <a:lstStyle/>
            <a:p/>
          </p:txBody>
        </p:sp>
        <p:sp>
          <p:nvSpPr>
            <p:cNvPr id="955" name="object 955"/>
            <p:cNvSpPr/>
            <p:nvPr/>
          </p:nvSpPr>
          <p:spPr>
            <a:xfrm>
              <a:off x="4933950" y="3159759"/>
              <a:ext cx="661670" cy="7620"/>
            </a:xfrm>
            <a:custGeom>
              <a:avLst/>
              <a:gdLst/>
              <a:ahLst/>
              <a:cxnLst/>
              <a:rect l="l" t="t" r="r" b="b"/>
              <a:pathLst>
                <a:path w="661670" h="7619">
                  <a:moveTo>
                    <a:pt x="48260" y="5079"/>
                  </a:moveTo>
                  <a:lnTo>
                    <a:pt x="0" y="5079"/>
                  </a:lnTo>
                  <a:lnTo>
                    <a:pt x="0" y="6349"/>
                  </a:lnTo>
                  <a:lnTo>
                    <a:pt x="48260" y="6349"/>
                  </a:lnTo>
                  <a:lnTo>
                    <a:pt x="48260" y="5079"/>
                  </a:lnTo>
                  <a:close/>
                </a:path>
                <a:path w="661670" h="7619">
                  <a:moveTo>
                    <a:pt x="48260" y="1269"/>
                  </a:moveTo>
                  <a:lnTo>
                    <a:pt x="0" y="1269"/>
                  </a:lnTo>
                  <a:lnTo>
                    <a:pt x="0" y="3809"/>
                  </a:lnTo>
                  <a:lnTo>
                    <a:pt x="48260" y="3809"/>
                  </a:lnTo>
                  <a:lnTo>
                    <a:pt x="48260" y="1269"/>
                  </a:lnTo>
                  <a:close/>
                </a:path>
                <a:path w="661670" h="7619">
                  <a:moveTo>
                    <a:pt x="515620" y="6349"/>
                  </a:moveTo>
                  <a:lnTo>
                    <a:pt x="514350" y="6349"/>
                  </a:lnTo>
                  <a:lnTo>
                    <a:pt x="514350" y="7619"/>
                  </a:lnTo>
                  <a:lnTo>
                    <a:pt x="515620" y="7619"/>
                  </a:lnTo>
                  <a:lnTo>
                    <a:pt x="515620" y="6349"/>
                  </a:lnTo>
                  <a:close/>
                </a:path>
                <a:path w="661670" h="7619">
                  <a:moveTo>
                    <a:pt x="514350" y="3809"/>
                  </a:moveTo>
                  <a:lnTo>
                    <a:pt x="513079" y="3809"/>
                  </a:lnTo>
                  <a:lnTo>
                    <a:pt x="513079" y="5079"/>
                  </a:lnTo>
                  <a:lnTo>
                    <a:pt x="247650" y="5079"/>
                  </a:lnTo>
                  <a:lnTo>
                    <a:pt x="247650" y="6349"/>
                  </a:lnTo>
                  <a:lnTo>
                    <a:pt x="514350" y="6349"/>
                  </a:lnTo>
                  <a:lnTo>
                    <a:pt x="514350" y="3809"/>
                  </a:lnTo>
                  <a:close/>
                </a:path>
                <a:path w="661670" h="7619">
                  <a:moveTo>
                    <a:pt x="247650" y="3809"/>
                  </a:moveTo>
                  <a:lnTo>
                    <a:pt x="246379" y="3809"/>
                  </a:lnTo>
                  <a:lnTo>
                    <a:pt x="246379" y="5079"/>
                  </a:lnTo>
                  <a:lnTo>
                    <a:pt x="247650" y="5079"/>
                  </a:lnTo>
                  <a:lnTo>
                    <a:pt x="247650" y="3809"/>
                  </a:lnTo>
                  <a:close/>
                </a:path>
                <a:path w="661670" h="7619">
                  <a:moveTo>
                    <a:pt x="511810" y="1269"/>
                  </a:moveTo>
                  <a:lnTo>
                    <a:pt x="245110" y="1269"/>
                  </a:lnTo>
                  <a:lnTo>
                    <a:pt x="245110" y="3809"/>
                  </a:lnTo>
                  <a:lnTo>
                    <a:pt x="511810" y="3809"/>
                  </a:lnTo>
                  <a:lnTo>
                    <a:pt x="511810" y="1269"/>
                  </a:lnTo>
                  <a:close/>
                </a:path>
                <a:path w="661670" h="7619">
                  <a:moveTo>
                    <a:pt x="243839" y="0"/>
                  </a:moveTo>
                  <a:lnTo>
                    <a:pt x="242570" y="0"/>
                  </a:lnTo>
                  <a:lnTo>
                    <a:pt x="242570" y="1269"/>
                  </a:lnTo>
                  <a:lnTo>
                    <a:pt x="243839" y="1269"/>
                  </a:lnTo>
                  <a:lnTo>
                    <a:pt x="243839" y="0"/>
                  </a:lnTo>
                  <a:close/>
                </a:path>
                <a:path w="661670" h="7619">
                  <a:moveTo>
                    <a:pt x="510539" y="0"/>
                  </a:moveTo>
                  <a:lnTo>
                    <a:pt x="509270" y="0"/>
                  </a:lnTo>
                  <a:lnTo>
                    <a:pt x="509270" y="1269"/>
                  </a:lnTo>
                  <a:lnTo>
                    <a:pt x="510539" y="1269"/>
                  </a:lnTo>
                  <a:lnTo>
                    <a:pt x="510539" y="0"/>
                  </a:lnTo>
                  <a:close/>
                </a:path>
                <a:path w="661670" h="7619">
                  <a:moveTo>
                    <a:pt x="661669" y="5079"/>
                  </a:moveTo>
                  <a:lnTo>
                    <a:pt x="612139" y="5079"/>
                  </a:lnTo>
                  <a:lnTo>
                    <a:pt x="612139" y="6349"/>
                  </a:lnTo>
                  <a:lnTo>
                    <a:pt x="661669" y="6349"/>
                  </a:lnTo>
                  <a:lnTo>
                    <a:pt x="661669" y="5079"/>
                  </a:lnTo>
                  <a:close/>
                </a:path>
                <a:path w="661670" h="7619">
                  <a:moveTo>
                    <a:pt x="661669" y="1269"/>
                  </a:moveTo>
                  <a:lnTo>
                    <a:pt x="612139" y="1269"/>
                  </a:lnTo>
                  <a:lnTo>
                    <a:pt x="612139" y="3809"/>
                  </a:lnTo>
                  <a:lnTo>
                    <a:pt x="661669" y="3809"/>
                  </a:lnTo>
                  <a:lnTo>
                    <a:pt x="661669" y="1269"/>
                  </a:lnTo>
                  <a:close/>
                </a:path>
              </a:pathLst>
            </a:custGeom>
            <a:solidFill>
              <a:srgbClr val="755700"/>
            </a:solidFill>
          </p:spPr>
          <p:txBody>
            <a:bodyPr wrap="square" lIns="0" tIns="0" rIns="0" bIns="0" rtlCol="0"/>
            <a:lstStyle/>
            <a:p/>
          </p:txBody>
        </p:sp>
        <p:sp>
          <p:nvSpPr>
            <p:cNvPr id="956" name="object 956"/>
            <p:cNvSpPr/>
            <p:nvPr/>
          </p:nvSpPr>
          <p:spPr>
            <a:xfrm>
              <a:off x="4933950" y="3167379"/>
              <a:ext cx="661670" cy="7620"/>
            </a:xfrm>
            <a:custGeom>
              <a:avLst/>
              <a:gdLst/>
              <a:ahLst/>
              <a:cxnLst/>
              <a:rect l="l" t="t" r="r" b="b"/>
              <a:pathLst>
                <a:path w="661670" h="7619">
                  <a:moveTo>
                    <a:pt x="48260" y="6350"/>
                  </a:moveTo>
                  <a:lnTo>
                    <a:pt x="1270" y="6350"/>
                  </a:lnTo>
                  <a:lnTo>
                    <a:pt x="1270" y="7620"/>
                  </a:lnTo>
                  <a:lnTo>
                    <a:pt x="48260" y="7620"/>
                  </a:lnTo>
                  <a:lnTo>
                    <a:pt x="48260" y="6350"/>
                  </a:lnTo>
                  <a:close/>
                </a:path>
                <a:path w="661670" h="7619">
                  <a:moveTo>
                    <a:pt x="48260" y="3810"/>
                  </a:moveTo>
                  <a:lnTo>
                    <a:pt x="1270" y="3810"/>
                  </a:lnTo>
                  <a:lnTo>
                    <a:pt x="1270" y="5080"/>
                  </a:lnTo>
                  <a:lnTo>
                    <a:pt x="48260" y="5080"/>
                  </a:lnTo>
                  <a:lnTo>
                    <a:pt x="48260" y="3810"/>
                  </a:lnTo>
                  <a:close/>
                </a:path>
                <a:path w="661670" h="7619">
                  <a:moveTo>
                    <a:pt x="48260" y="0"/>
                  </a:moveTo>
                  <a:lnTo>
                    <a:pt x="0" y="0"/>
                  </a:lnTo>
                  <a:lnTo>
                    <a:pt x="0" y="2540"/>
                  </a:lnTo>
                  <a:lnTo>
                    <a:pt x="0" y="3810"/>
                  </a:lnTo>
                  <a:lnTo>
                    <a:pt x="1270" y="3810"/>
                  </a:lnTo>
                  <a:lnTo>
                    <a:pt x="1270" y="2540"/>
                  </a:lnTo>
                  <a:lnTo>
                    <a:pt x="48260" y="2540"/>
                  </a:lnTo>
                  <a:lnTo>
                    <a:pt x="48260" y="0"/>
                  </a:lnTo>
                  <a:close/>
                </a:path>
                <a:path w="661670" h="7619">
                  <a:moveTo>
                    <a:pt x="516890" y="0"/>
                  </a:moveTo>
                  <a:lnTo>
                    <a:pt x="250190" y="0"/>
                  </a:lnTo>
                  <a:lnTo>
                    <a:pt x="250190" y="2540"/>
                  </a:lnTo>
                  <a:lnTo>
                    <a:pt x="251460" y="2540"/>
                  </a:lnTo>
                  <a:lnTo>
                    <a:pt x="251460" y="3810"/>
                  </a:lnTo>
                  <a:lnTo>
                    <a:pt x="252730" y="3810"/>
                  </a:lnTo>
                  <a:lnTo>
                    <a:pt x="252730" y="2540"/>
                  </a:lnTo>
                  <a:lnTo>
                    <a:pt x="516890" y="2540"/>
                  </a:lnTo>
                  <a:lnTo>
                    <a:pt x="516890" y="0"/>
                  </a:lnTo>
                  <a:close/>
                </a:path>
                <a:path w="661670" h="7619">
                  <a:moveTo>
                    <a:pt x="518147" y="3810"/>
                  </a:moveTo>
                  <a:lnTo>
                    <a:pt x="252730" y="3810"/>
                  </a:lnTo>
                  <a:lnTo>
                    <a:pt x="252730" y="5080"/>
                  </a:lnTo>
                  <a:lnTo>
                    <a:pt x="518147" y="5080"/>
                  </a:lnTo>
                  <a:lnTo>
                    <a:pt x="518147" y="3810"/>
                  </a:lnTo>
                  <a:close/>
                </a:path>
                <a:path w="661670" h="7619">
                  <a:moveTo>
                    <a:pt x="521970" y="6350"/>
                  </a:moveTo>
                  <a:lnTo>
                    <a:pt x="520700" y="6350"/>
                  </a:lnTo>
                  <a:lnTo>
                    <a:pt x="520700" y="5080"/>
                  </a:lnTo>
                  <a:lnTo>
                    <a:pt x="519430" y="5080"/>
                  </a:lnTo>
                  <a:lnTo>
                    <a:pt x="519430" y="6350"/>
                  </a:lnTo>
                  <a:lnTo>
                    <a:pt x="255270" y="6350"/>
                  </a:lnTo>
                  <a:lnTo>
                    <a:pt x="255270" y="7620"/>
                  </a:lnTo>
                  <a:lnTo>
                    <a:pt x="521970" y="7620"/>
                  </a:lnTo>
                  <a:lnTo>
                    <a:pt x="521970" y="6350"/>
                  </a:lnTo>
                  <a:close/>
                </a:path>
                <a:path w="661670" h="7619">
                  <a:moveTo>
                    <a:pt x="661657" y="6350"/>
                  </a:moveTo>
                  <a:lnTo>
                    <a:pt x="612140" y="6350"/>
                  </a:lnTo>
                  <a:lnTo>
                    <a:pt x="612140" y="7620"/>
                  </a:lnTo>
                  <a:lnTo>
                    <a:pt x="661657" y="7620"/>
                  </a:lnTo>
                  <a:lnTo>
                    <a:pt x="661657" y="6350"/>
                  </a:lnTo>
                  <a:close/>
                </a:path>
                <a:path w="661670" h="7619">
                  <a:moveTo>
                    <a:pt x="661657" y="3810"/>
                  </a:moveTo>
                  <a:lnTo>
                    <a:pt x="612140" y="3810"/>
                  </a:lnTo>
                  <a:lnTo>
                    <a:pt x="612140" y="5080"/>
                  </a:lnTo>
                  <a:lnTo>
                    <a:pt x="661657" y="5080"/>
                  </a:lnTo>
                  <a:lnTo>
                    <a:pt x="661657" y="3810"/>
                  </a:lnTo>
                  <a:close/>
                </a:path>
                <a:path w="661670" h="7619">
                  <a:moveTo>
                    <a:pt x="661657" y="0"/>
                  </a:moveTo>
                  <a:lnTo>
                    <a:pt x="612140" y="0"/>
                  </a:lnTo>
                  <a:lnTo>
                    <a:pt x="612140" y="2540"/>
                  </a:lnTo>
                  <a:lnTo>
                    <a:pt x="661657" y="2540"/>
                  </a:lnTo>
                  <a:lnTo>
                    <a:pt x="661657" y="0"/>
                  </a:lnTo>
                  <a:close/>
                </a:path>
              </a:pathLst>
            </a:custGeom>
            <a:solidFill>
              <a:srgbClr val="775900"/>
            </a:solidFill>
          </p:spPr>
          <p:txBody>
            <a:bodyPr wrap="square" lIns="0" tIns="0" rIns="0" bIns="0" rtlCol="0"/>
            <a:lstStyle/>
            <a:p/>
          </p:txBody>
        </p:sp>
        <p:sp>
          <p:nvSpPr>
            <p:cNvPr id="957" name="object 957"/>
            <p:cNvSpPr/>
            <p:nvPr/>
          </p:nvSpPr>
          <p:spPr>
            <a:xfrm>
              <a:off x="4935220" y="3174999"/>
              <a:ext cx="660400" cy="6350"/>
            </a:xfrm>
            <a:custGeom>
              <a:avLst/>
              <a:gdLst/>
              <a:ahLst/>
              <a:cxnLst/>
              <a:rect l="l" t="t" r="r" b="b"/>
              <a:pathLst>
                <a:path w="660400" h="6350">
                  <a:moveTo>
                    <a:pt x="46990" y="5080"/>
                  </a:moveTo>
                  <a:lnTo>
                    <a:pt x="0" y="5080"/>
                  </a:lnTo>
                  <a:lnTo>
                    <a:pt x="0" y="6350"/>
                  </a:lnTo>
                  <a:lnTo>
                    <a:pt x="46990" y="6350"/>
                  </a:lnTo>
                  <a:lnTo>
                    <a:pt x="46990" y="5080"/>
                  </a:lnTo>
                  <a:close/>
                </a:path>
                <a:path w="660400" h="6350">
                  <a:moveTo>
                    <a:pt x="46990" y="2540"/>
                  </a:moveTo>
                  <a:lnTo>
                    <a:pt x="0" y="2540"/>
                  </a:lnTo>
                  <a:lnTo>
                    <a:pt x="0" y="3810"/>
                  </a:lnTo>
                  <a:lnTo>
                    <a:pt x="46990" y="3810"/>
                  </a:lnTo>
                  <a:lnTo>
                    <a:pt x="46990" y="2540"/>
                  </a:lnTo>
                  <a:close/>
                </a:path>
                <a:path w="660400" h="6350">
                  <a:moveTo>
                    <a:pt x="46990" y="0"/>
                  </a:moveTo>
                  <a:lnTo>
                    <a:pt x="0" y="0"/>
                  </a:lnTo>
                  <a:lnTo>
                    <a:pt x="0" y="1270"/>
                  </a:lnTo>
                  <a:lnTo>
                    <a:pt x="46990" y="1270"/>
                  </a:lnTo>
                  <a:lnTo>
                    <a:pt x="46990" y="0"/>
                  </a:lnTo>
                  <a:close/>
                </a:path>
                <a:path w="660400" h="6350">
                  <a:moveTo>
                    <a:pt x="520700" y="0"/>
                  </a:moveTo>
                  <a:lnTo>
                    <a:pt x="254000" y="0"/>
                  </a:lnTo>
                  <a:lnTo>
                    <a:pt x="254000" y="1270"/>
                  </a:lnTo>
                  <a:lnTo>
                    <a:pt x="255270" y="1270"/>
                  </a:lnTo>
                  <a:lnTo>
                    <a:pt x="255270" y="2540"/>
                  </a:lnTo>
                  <a:lnTo>
                    <a:pt x="256540" y="2540"/>
                  </a:lnTo>
                  <a:lnTo>
                    <a:pt x="256540" y="1270"/>
                  </a:lnTo>
                  <a:lnTo>
                    <a:pt x="520700" y="1270"/>
                  </a:lnTo>
                  <a:lnTo>
                    <a:pt x="520700" y="0"/>
                  </a:lnTo>
                  <a:close/>
                </a:path>
                <a:path w="660400" h="6350">
                  <a:moveTo>
                    <a:pt x="521970" y="2540"/>
                  </a:moveTo>
                  <a:lnTo>
                    <a:pt x="256540" y="2540"/>
                  </a:lnTo>
                  <a:lnTo>
                    <a:pt x="256540" y="3810"/>
                  </a:lnTo>
                  <a:lnTo>
                    <a:pt x="521970" y="3810"/>
                  </a:lnTo>
                  <a:lnTo>
                    <a:pt x="521970" y="2540"/>
                  </a:lnTo>
                  <a:close/>
                </a:path>
                <a:path w="660400" h="6350">
                  <a:moveTo>
                    <a:pt x="525780" y="5080"/>
                  </a:moveTo>
                  <a:lnTo>
                    <a:pt x="524510" y="5080"/>
                  </a:lnTo>
                  <a:lnTo>
                    <a:pt x="524510" y="3810"/>
                  </a:lnTo>
                  <a:lnTo>
                    <a:pt x="523227" y="3810"/>
                  </a:lnTo>
                  <a:lnTo>
                    <a:pt x="523227" y="5080"/>
                  </a:lnTo>
                  <a:lnTo>
                    <a:pt x="259080" y="5080"/>
                  </a:lnTo>
                  <a:lnTo>
                    <a:pt x="259080" y="6350"/>
                  </a:lnTo>
                  <a:lnTo>
                    <a:pt x="525780" y="6350"/>
                  </a:lnTo>
                  <a:lnTo>
                    <a:pt x="525780" y="5080"/>
                  </a:lnTo>
                  <a:close/>
                </a:path>
                <a:path w="660400" h="6350">
                  <a:moveTo>
                    <a:pt x="660387" y="5080"/>
                  </a:moveTo>
                  <a:lnTo>
                    <a:pt x="610870" y="5080"/>
                  </a:lnTo>
                  <a:lnTo>
                    <a:pt x="610870" y="6350"/>
                  </a:lnTo>
                  <a:lnTo>
                    <a:pt x="660387" y="6350"/>
                  </a:lnTo>
                  <a:lnTo>
                    <a:pt x="660387" y="5080"/>
                  </a:lnTo>
                  <a:close/>
                </a:path>
                <a:path w="660400" h="6350">
                  <a:moveTo>
                    <a:pt x="660387" y="2540"/>
                  </a:moveTo>
                  <a:lnTo>
                    <a:pt x="610870" y="2540"/>
                  </a:lnTo>
                  <a:lnTo>
                    <a:pt x="610870" y="3810"/>
                  </a:lnTo>
                  <a:lnTo>
                    <a:pt x="660387" y="3810"/>
                  </a:lnTo>
                  <a:lnTo>
                    <a:pt x="660387" y="2540"/>
                  </a:lnTo>
                  <a:close/>
                </a:path>
                <a:path w="660400" h="6350">
                  <a:moveTo>
                    <a:pt x="660387" y="0"/>
                  </a:moveTo>
                  <a:lnTo>
                    <a:pt x="610870" y="0"/>
                  </a:lnTo>
                  <a:lnTo>
                    <a:pt x="610870" y="1270"/>
                  </a:lnTo>
                  <a:lnTo>
                    <a:pt x="660387" y="1270"/>
                  </a:lnTo>
                  <a:lnTo>
                    <a:pt x="660387" y="0"/>
                  </a:lnTo>
                  <a:close/>
                </a:path>
              </a:pathLst>
            </a:custGeom>
            <a:solidFill>
              <a:srgbClr val="795A00"/>
            </a:solidFill>
          </p:spPr>
          <p:txBody>
            <a:bodyPr wrap="square" lIns="0" tIns="0" rIns="0" bIns="0" rtlCol="0"/>
            <a:lstStyle/>
            <a:p/>
          </p:txBody>
        </p:sp>
        <p:sp>
          <p:nvSpPr>
            <p:cNvPr id="958" name="object 958"/>
            <p:cNvSpPr/>
            <p:nvPr/>
          </p:nvSpPr>
          <p:spPr>
            <a:xfrm>
              <a:off x="4935220" y="3181349"/>
              <a:ext cx="661670" cy="7620"/>
            </a:xfrm>
            <a:custGeom>
              <a:avLst/>
              <a:gdLst/>
              <a:ahLst/>
              <a:cxnLst/>
              <a:rect l="l" t="t" r="r" b="b"/>
              <a:pathLst>
                <a:path w="661670" h="7619">
                  <a:moveTo>
                    <a:pt x="46990" y="5080"/>
                  </a:moveTo>
                  <a:lnTo>
                    <a:pt x="0" y="5080"/>
                  </a:lnTo>
                  <a:lnTo>
                    <a:pt x="0" y="7620"/>
                  </a:lnTo>
                  <a:lnTo>
                    <a:pt x="46990" y="7620"/>
                  </a:lnTo>
                  <a:lnTo>
                    <a:pt x="46990" y="5080"/>
                  </a:lnTo>
                  <a:close/>
                </a:path>
                <a:path w="661670" h="7619">
                  <a:moveTo>
                    <a:pt x="46990" y="2540"/>
                  </a:moveTo>
                  <a:lnTo>
                    <a:pt x="0" y="2540"/>
                  </a:lnTo>
                  <a:lnTo>
                    <a:pt x="0" y="3810"/>
                  </a:lnTo>
                  <a:lnTo>
                    <a:pt x="46990" y="3810"/>
                  </a:lnTo>
                  <a:lnTo>
                    <a:pt x="46990" y="2540"/>
                  </a:lnTo>
                  <a:close/>
                </a:path>
                <a:path w="661670" h="7619">
                  <a:moveTo>
                    <a:pt x="46990" y="0"/>
                  </a:moveTo>
                  <a:lnTo>
                    <a:pt x="0" y="0"/>
                  </a:lnTo>
                  <a:lnTo>
                    <a:pt x="0" y="1270"/>
                  </a:lnTo>
                  <a:lnTo>
                    <a:pt x="46990" y="1270"/>
                  </a:lnTo>
                  <a:lnTo>
                    <a:pt x="46990" y="0"/>
                  </a:lnTo>
                  <a:close/>
                </a:path>
                <a:path w="661670" h="7619">
                  <a:moveTo>
                    <a:pt x="525780" y="0"/>
                  </a:moveTo>
                  <a:lnTo>
                    <a:pt x="259080" y="0"/>
                  </a:lnTo>
                  <a:lnTo>
                    <a:pt x="259080" y="1270"/>
                  </a:lnTo>
                  <a:lnTo>
                    <a:pt x="260350" y="1270"/>
                  </a:lnTo>
                  <a:lnTo>
                    <a:pt x="260350" y="2540"/>
                  </a:lnTo>
                  <a:lnTo>
                    <a:pt x="261620" y="2540"/>
                  </a:lnTo>
                  <a:lnTo>
                    <a:pt x="261620" y="1270"/>
                  </a:lnTo>
                  <a:lnTo>
                    <a:pt x="525780" y="1270"/>
                  </a:lnTo>
                  <a:lnTo>
                    <a:pt x="525780" y="0"/>
                  </a:lnTo>
                  <a:close/>
                </a:path>
                <a:path w="661670" h="7619">
                  <a:moveTo>
                    <a:pt x="527037" y="2540"/>
                  </a:moveTo>
                  <a:lnTo>
                    <a:pt x="261620" y="2540"/>
                  </a:lnTo>
                  <a:lnTo>
                    <a:pt x="261620" y="3810"/>
                  </a:lnTo>
                  <a:lnTo>
                    <a:pt x="262890" y="3810"/>
                  </a:lnTo>
                  <a:lnTo>
                    <a:pt x="262890" y="5080"/>
                  </a:lnTo>
                  <a:lnTo>
                    <a:pt x="264160" y="5080"/>
                  </a:lnTo>
                  <a:lnTo>
                    <a:pt x="264160" y="3810"/>
                  </a:lnTo>
                  <a:lnTo>
                    <a:pt x="527037" y="3810"/>
                  </a:lnTo>
                  <a:lnTo>
                    <a:pt x="527037" y="2540"/>
                  </a:lnTo>
                  <a:close/>
                </a:path>
                <a:path w="661670" h="7619">
                  <a:moveTo>
                    <a:pt x="530860" y="5080"/>
                  </a:moveTo>
                  <a:lnTo>
                    <a:pt x="529577" y="5080"/>
                  </a:lnTo>
                  <a:lnTo>
                    <a:pt x="529577" y="3810"/>
                  </a:lnTo>
                  <a:lnTo>
                    <a:pt x="528320" y="3810"/>
                  </a:lnTo>
                  <a:lnTo>
                    <a:pt x="528320" y="5080"/>
                  </a:lnTo>
                  <a:lnTo>
                    <a:pt x="264160" y="5080"/>
                  </a:lnTo>
                  <a:lnTo>
                    <a:pt x="264160" y="7620"/>
                  </a:lnTo>
                  <a:lnTo>
                    <a:pt x="530860" y="7620"/>
                  </a:lnTo>
                  <a:lnTo>
                    <a:pt x="530860" y="5080"/>
                  </a:lnTo>
                  <a:close/>
                </a:path>
                <a:path w="661670" h="7619">
                  <a:moveTo>
                    <a:pt x="660387" y="2540"/>
                  </a:moveTo>
                  <a:lnTo>
                    <a:pt x="610870" y="2540"/>
                  </a:lnTo>
                  <a:lnTo>
                    <a:pt x="610870" y="3810"/>
                  </a:lnTo>
                  <a:lnTo>
                    <a:pt x="660387" y="3810"/>
                  </a:lnTo>
                  <a:lnTo>
                    <a:pt x="660387" y="2540"/>
                  </a:lnTo>
                  <a:close/>
                </a:path>
                <a:path w="661670" h="7619">
                  <a:moveTo>
                    <a:pt x="660387" y="0"/>
                  </a:moveTo>
                  <a:lnTo>
                    <a:pt x="610870" y="0"/>
                  </a:lnTo>
                  <a:lnTo>
                    <a:pt x="610870" y="1270"/>
                  </a:lnTo>
                  <a:lnTo>
                    <a:pt x="660387" y="1270"/>
                  </a:lnTo>
                  <a:lnTo>
                    <a:pt x="660387" y="0"/>
                  </a:lnTo>
                  <a:close/>
                </a:path>
                <a:path w="661670" h="7619">
                  <a:moveTo>
                    <a:pt x="661670" y="3810"/>
                  </a:moveTo>
                  <a:lnTo>
                    <a:pt x="660387" y="3810"/>
                  </a:lnTo>
                  <a:lnTo>
                    <a:pt x="660387" y="5080"/>
                  </a:lnTo>
                  <a:lnTo>
                    <a:pt x="610870" y="5080"/>
                  </a:lnTo>
                  <a:lnTo>
                    <a:pt x="610870" y="7620"/>
                  </a:lnTo>
                  <a:lnTo>
                    <a:pt x="661670" y="7620"/>
                  </a:lnTo>
                  <a:lnTo>
                    <a:pt x="661670" y="5080"/>
                  </a:lnTo>
                  <a:lnTo>
                    <a:pt x="661670" y="3810"/>
                  </a:lnTo>
                  <a:close/>
                </a:path>
              </a:pathLst>
            </a:custGeom>
            <a:solidFill>
              <a:srgbClr val="7B5C00"/>
            </a:solidFill>
          </p:spPr>
          <p:txBody>
            <a:bodyPr wrap="square" lIns="0" tIns="0" rIns="0" bIns="0" rtlCol="0"/>
            <a:lstStyle/>
            <a:p/>
          </p:txBody>
        </p:sp>
        <p:sp>
          <p:nvSpPr>
            <p:cNvPr id="959" name="object 959"/>
            <p:cNvSpPr/>
            <p:nvPr/>
          </p:nvSpPr>
          <p:spPr>
            <a:xfrm>
              <a:off x="4935220" y="3188969"/>
              <a:ext cx="661670" cy="7620"/>
            </a:xfrm>
            <a:custGeom>
              <a:avLst/>
              <a:gdLst/>
              <a:ahLst/>
              <a:cxnLst/>
              <a:rect l="l" t="t" r="r" b="b"/>
              <a:pathLst>
                <a:path w="661670" h="7619">
                  <a:moveTo>
                    <a:pt x="46989" y="3809"/>
                  </a:moveTo>
                  <a:lnTo>
                    <a:pt x="0" y="3809"/>
                  </a:lnTo>
                  <a:lnTo>
                    <a:pt x="0" y="6349"/>
                  </a:lnTo>
                  <a:lnTo>
                    <a:pt x="46989" y="6349"/>
                  </a:lnTo>
                  <a:lnTo>
                    <a:pt x="46989" y="3809"/>
                  </a:lnTo>
                  <a:close/>
                </a:path>
                <a:path w="661670" h="7619">
                  <a:moveTo>
                    <a:pt x="46989" y="1269"/>
                  </a:moveTo>
                  <a:lnTo>
                    <a:pt x="0" y="1269"/>
                  </a:lnTo>
                  <a:lnTo>
                    <a:pt x="0" y="2539"/>
                  </a:lnTo>
                  <a:lnTo>
                    <a:pt x="46989" y="2539"/>
                  </a:lnTo>
                  <a:lnTo>
                    <a:pt x="46989" y="1269"/>
                  </a:lnTo>
                  <a:close/>
                </a:path>
                <a:path w="661670" h="7619">
                  <a:moveTo>
                    <a:pt x="271779" y="6349"/>
                  </a:moveTo>
                  <a:lnTo>
                    <a:pt x="270509" y="6349"/>
                  </a:lnTo>
                  <a:lnTo>
                    <a:pt x="270509" y="7619"/>
                  </a:lnTo>
                  <a:lnTo>
                    <a:pt x="271779" y="7619"/>
                  </a:lnTo>
                  <a:lnTo>
                    <a:pt x="271779" y="6349"/>
                  </a:lnTo>
                  <a:close/>
                </a:path>
                <a:path w="661670" h="7619">
                  <a:moveTo>
                    <a:pt x="535939" y="3809"/>
                  </a:moveTo>
                  <a:lnTo>
                    <a:pt x="269239" y="3809"/>
                  </a:lnTo>
                  <a:lnTo>
                    <a:pt x="269239" y="6349"/>
                  </a:lnTo>
                  <a:lnTo>
                    <a:pt x="535939" y="6349"/>
                  </a:lnTo>
                  <a:lnTo>
                    <a:pt x="535939" y="3809"/>
                  </a:lnTo>
                  <a:close/>
                </a:path>
                <a:path w="661670" h="7619">
                  <a:moveTo>
                    <a:pt x="269239" y="2539"/>
                  </a:moveTo>
                  <a:lnTo>
                    <a:pt x="267969" y="2539"/>
                  </a:lnTo>
                  <a:lnTo>
                    <a:pt x="267969" y="3809"/>
                  </a:lnTo>
                  <a:lnTo>
                    <a:pt x="269239" y="3809"/>
                  </a:lnTo>
                  <a:lnTo>
                    <a:pt x="269239" y="2539"/>
                  </a:lnTo>
                  <a:close/>
                </a:path>
                <a:path w="661670" h="7619">
                  <a:moveTo>
                    <a:pt x="534669" y="2539"/>
                  </a:moveTo>
                  <a:lnTo>
                    <a:pt x="533399" y="2539"/>
                  </a:lnTo>
                  <a:lnTo>
                    <a:pt x="533399" y="3809"/>
                  </a:lnTo>
                  <a:lnTo>
                    <a:pt x="534669" y="3809"/>
                  </a:lnTo>
                  <a:lnTo>
                    <a:pt x="534669" y="2539"/>
                  </a:lnTo>
                  <a:close/>
                </a:path>
                <a:path w="661670" h="7619">
                  <a:moveTo>
                    <a:pt x="532129" y="1269"/>
                  </a:moveTo>
                  <a:lnTo>
                    <a:pt x="266700" y="1269"/>
                  </a:lnTo>
                  <a:lnTo>
                    <a:pt x="266700" y="2539"/>
                  </a:lnTo>
                  <a:lnTo>
                    <a:pt x="532129" y="2539"/>
                  </a:lnTo>
                  <a:lnTo>
                    <a:pt x="532129" y="1269"/>
                  </a:lnTo>
                  <a:close/>
                </a:path>
                <a:path w="661670" h="7619">
                  <a:moveTo>
                    <a:pt x="266700" y="0"/>
                  </a:moveTo>
                  <a:lnTo>
                    <a:pt x="265429" y="0"/>
                  </a:lnTo>
                  <a:lnTo>
                    <a:pt x="265429" y="1269"/>
                  </a:lnTo>
                  <a:lnTo>
                    <a:pt x="266700" y="1269"/>
                  </a:lnTo>
                  <a:lnTo>
                    <a:pt x="266700" y="0"/>
                  </a:lnTo>
                  <a:close/>
                </a:path>
                <a:path w="661670" h="7619">
                  <a:moveTo>
                    <a:pt x="661669" y="3809"/>
                  </a:moveTo>
                  <a:lnTo>
                    <a:pt x="610869" y="3809"/>
                  </a:lnTo>
                  <a:lnTo>
                    <a:pt x="610869" y="7619"/>
                  </a:lnTo>
                  <a:lnTo>
                    <a:pt x="612139" y="7619"/>
                  </a:lnTo>
                  <a:lnTo>
                    <a:pt x="612139" y="6349"/>
                  </a:lnTo>
                  <a:lnTo>
                    <a:pt x="661669" y="6349"/>
                  </a:lnTo>
                  <a:lnTo>
                    <a:pt x="661669" y="3809"/>
                  </a:lnTo>
                  <a:close/>
                </a:path>
                <a:path w="661670" h="7619">
                  <a:moveTo>
                    <a:pt x="661669" y="1269"/>
                  </a:moveTo>
                  <a:lnTo>
                    <a:pt x="610869" y="1269"/>
                  </a:lnTo>
                  <a:lnTo>
                    <a:pt x="610869" y="2539"/>
                  </a:lnTo>
                  <a:lnTo>
                    <a:pt x="661669" y="2539"/>
                  </a:lnTo>
                  <a:lnTo>
                    <a:pt x="661669" y="1269"/>
                  </a:lnTo>
                  <a:close/>
                </a:path>
              </a:pathLst>
            </a:custGeom>
            <a:solidFill>
              <a:srgbClr val="7D5D00"/>
            </a:solidFill>
          </p:spPr>
          <p:txBody>
            <a:bodyPr wrap="square" lIns="0" tIns="0" rIns="0" bIns="0" rtlCol="0"/>
            <a:lstStyle/>
            <a:p/>
          </p:txBody>
        </p:sp>
        <p:sp>
          <p:nvSpPr>
            <p:cNvPr id="960" name="object 960"/>
            <p:cNvSpPr/>
            <p:nvPr/>
          </p:nvSpPr>
          <p:spPr>
            <a:xfrm>
              <a:off x="4935220" y="3196589"/>
              <a:ext cx="661670" cy="6350"/>
            </a:xfrm>
            <a:custGeom>
              <a:avLst/>
              <a:gdLst/>
              <a:ahLst/>
              <a:cxnLst/>
              <a:rect l="l" t="t" r="r" b="b"/>
              <a:pathLst>
                <a:path w="661670" h="6350">
                  <a:moveTo>
                    <a:pt x="46990" y="0"/>
                  </a:moveTo>
                  <a:lnTo>
                    <a:pt x="0" y="0"/>
                  </a:lnTo>
                  <a:lnTo>
                    <a:pt x="0" y="1270"/>
                  </a:lnTo>
                  <a:lnTo>
                    <a:pt x="46990" y="1270"/>
                  </a:lnTo>
                  <a:lnTo>
                    <a:pt x="46990" y="0"/>
                  </a:lnTo>
                  <a:close/>
                </a:path>
                <a:path w="661670" h="6350">
                  <a:moveTo>
                    <a:pt x="48260" y="2540"/>
                  </a:moveTo>
                  <a:lnTo>
                    <a:pt x="0" y="2540"/>
                  </a:lnTo>
                  <a:lnTo>
                    <a:pt x="0" y="5080"/>
                  </a:lnTo>
                  <a:lnTo>
                    <a:pt x="48260" y="5080"/>
                  </a:lnTo>
                  <a:lnTo>
                    <a:pt x="48260" y="2540"/>
                  </a:lnTo>
                  <a:close/>
                </a:path>
                <a:path w="661670" h="6350">
                  <a:moveTo>
                    <a:pt x="537210" y="0"/>
                  </a:moveTo>
                  <a:lnTo>
                    <a:pt x="271780" y="0"/>
                  </a:lnTo>
                  <a:lnTo>
                    <a:pt x="271780" y="1270"/>
                  </a:lnTo>
                  <a:lnTo>
                    <a:pt x="273050" y="1270"/>
                  </a:lnTo>
                  <a:lnTo>
                    <a:pt x="273050" y="2540"/>
                  </a:lnTo>
                  <a:lnTo>
                    <a:pt x="274320" y="2540"/>
                  </a:lnTo>
                  <a:lnTo>
                    <a:pt x="274320" y="1270"/>
                  </a:lnTo>
                  <a:lnTo>
                    <a:pt x="537210" y="1270"/>
                  </a:lnTo>
                  <a:lnTo>
                    <a:pt x="537210" y="0"/>
                  </a:lnTo>
                  <a:close/>
                </a:path>
                <a:path w="661670" h="6350">
                  <a:moveTo>
                    <a:pt x="541020" y="2540"/>
                  </a:moveTo>
                  <a:lnTo>
                    <a:pt x="539737" y="2540"/>
                  </a:lnTo>
                  <a:lnTo>
                    <a:pt x="539737" y="1270"/>
                  </a:lnTo>
                  <a:lnTo>
                    <a:pt x="538480" y="1270"/>
                  </a:lnTo>
                  <a:lnTo>
                    <a:pt x="538480" y="2540"/>
                  </a:lnTo>
                  <a:lnTo>
                    <a:pt x="274320" y="2540"/>
                  </a:lnTo>
                  <a:lnTo>
                    <a:pt x="274320" y="5080"/>
                  </a:lnTo>
                  <a:lnTo>
                    <a:pt x="275590" y="5080"/>
                  </a:lnTo>
                  <a:lnTo>
                    <a:pt x="275590" y="6350"/>
                  </a:lnTo>
                  <a:lnTo>
                    <a:pt x="276860" y="6350"/>
                  </a:lnTo>
                  <a:lnTo>
                    <a:pt x="276860" y="5080"/>
                  </a:lnTo>
                  <a:lnTo>
                    <a:pt x="541020" y="5080"/>
                  </a:lnTo>
                  <a:lnTo>
                    <a:pt x="541020" y="2540"/>
                  </a:lnTo>
                  <a:close/>
                </a:path>
                <a:path w="661670" h="6350">
                  <a:moveTo>
                    <a:pt x="661670" y="2540"/>
                  </a:moveTo>
                  <a:lnTo>
                    <a:pt x="612140" y="2540"/>
                  </a:lnTo>
                  <a:lnTo>
                    <a:pt x="612140" y="5080"/>
                  </a:lnTo>
                  <a:lnTo>
                    <a:pt x="661670" y="5080"/>
                  </a:lnTo>
                  <a:lnTo>
                    <a:pt x="661670" y="2540"/>
                  </a:lnTo>
                  <a:close/>
                </a:path>
                <a:path w="661670" h="6350">
                  <a:moveTo>
                    <a:pt x="661670" y="0"/>
                  </a:moveTo>
                  <a:lnTo>
                    <a:pt x="612140" y="0"/>
                  </a:lnTo>
                  <a:lnTo>
                    <a:pt x="612140" y="1270"/>
                  </a:lnTo>
                  <a:lnTo>
                    <a:pt x="661670" y="1270"/>
                  </a:lnTo>
                  <a:lnTo>
                    <a:pt x="661670" y="0"/>
                  </a:lnTo>
                  <a:close/>
                </a:path>
              </a:pathLst>
            </a:custGeom>
            <a:solidFill>
              <a:srgbClr val="7F5F00"/>
            </a:solidFill>
          </p:spPr>
          <p:txBody>
            <a:bodyPr wrap="square" lIns="0" tIns="0" rIns="0" bIns="0" rtlCol="0"/>
            <a:lstStyle/>
            <a:p/>
          </p:txBody>
        </p:sp>
        <p:sp>
          <p:nvSpPr>
            <p:cNvPr id="961" name="object 961"/>
            <p:cNvSpPr/>
            <p:nvPr/>
          </p:nvSpPr>
          <p:spPr>
            <a:xfrm>
              <a:off x="4935220" y="3202939"/>
              <a:ext cx="661670" cy="7620"/>
            </a:xfrm>
            <a:custGeom>
              <a:avLst/>
              <a:gdLst/>
              <a:ahLst/>
              <a:cxnLst/>
              <a:rect l="l" t="t" r="r" b="b"/>
              <a:pathLst>
                <a:path w="661670" h="7619">
                  <a:moveTo>
                    <a:pt x="48260" y="6350"/>
                  </a:moveTo>
                  <a:lnTo>
                    <a:pt x="0" y="6350"/>
                  </a:lnTo>
                  <a:lnTo>
                    <a:pt x="0" y="7620"/>
                  </a:lnTo>
                  <a:lnTo>
                    <a:pt x="48260" y="7620"/>
                  </a:lnTo>
                  <a:lnTo>
                    <a:pt x="48260" y="6350"/>
                  </a:lnTo>
                  <a:close/>
                </a:path>
                <a:path w="661670" h="7619">
                  <a:moveTo>
                    <a:pt x="48260" y="2540"/>
                  </a:moveTo>
                  <a:lnTo>
                    <a:pt x="0" y="2540"/>
                  </a:lnTo>
                  <a:lnTo>
                    <a:pt x="0" y="5080"/>
                  </a:lnTo>
                  <a:lnTo>
                    <a:pt x="48260" y="5080"/>
                  </a:lnTo>
                  <a:lnTo>
                    <a:pt x="48260" y="2540"/>
                  </a:lnTo>
                  <a:close/>
                </a:path>
                <a:path w="661670" h="7619">
                  <a:moveTo>
                    <a:pt x="48260" y="0"/>
                  </a:moveTo>
                  <a:lnTo>
                    <a:pt x="0" y="0"/>
                  </a:lnTo>
                  <a:lnTo>
                    <a:pt x="0" y="1270"/>
                  </a:lnTo>
                  <a:lnTo>
                    <a:pt x="48260" y="1270"/>
                  </a:lnTo>
                  <a:lnTo>
                    <a:pt x="48260" y="0"/>
                  </a:lnTo>
                  <a:close/>
                </a:path>
                <a:path w="661670" h="7619">
                  <a:moveTo>
                    <a:pt x="542277" y="0"/>
                  </a:moveTo>
                  <a:lnTo>
                    <a:pt x="276860" y="0"/>
                  </a:lnTo>
                  <a:lnTo>
                    <a:pt x="276860" y="1270"/>
                  </a:lnTo>
                  <a:lnTo>
                    <a:pt x="278130" y="1270"/>
                  </a:lnTo>
                  <a:lnTo>
                    <a:pt x="278130" y="2540"/>
                  </a:lnTo>
                  <a:lnTo>
                    <a:pt x="279400" y="2540"/>
                  </a:lnTo>
                  <a:lnTo>
                    <a:pt x="279400" y="1270"/>
                  </a:lnTo>
                  <a:lnTo>
                    <a:pt x="542277" y="1270"/>
                  </a:lnTo>
                  <a:lnTo>
                    <a:pt x="542277" y="0"/>
                  </a:lnTo>
                  <a:close/>
                </a:path>
                <a:path w="661670" h="7619">
                  <a:moveTo>
                    <a:pt x="546087" y="2540"/>
                  </a:moveTo>
                  <a:lnTo>
                    <a:pt x="544830" y="2540"/>
                  </a:lnTo>
                  <a:lnTo>
                    <a:pt x="544830" y="1270"/>
                  </a:lnTo>
                  <a:lnTo>
                    <a:pt x="543560" y="1270"/>
                  </a:lnTo>
                  <a:lnTo>
                    <a:pt x="543560" y="2540"/>
                  </a:lnTo>
                  <a:lnTo>
                    <a:pt x="280670" y="2540"/>
                  </a:lnTo>
                  <a:lnTo>
                    <a:pt x="280670" y="5080"/>
                  </a:lnTo>
                  <a:lnTo>
                    <a:pt x="280670" y="6350"/>
                  </a:lnTo>
                  <a:lnTo>
                    <a:pt x="281940" y="6350"/>
                  </a:lnTo>
                  <a:lnTo>
                    <a:pt x="281940" y="5080"/>
                  </a:lnTo>
                  <a:lnTo>
                    <a:pt x="546087" y="5080"/>
                  </a:lnTo>
                  <a:lnTo>
                    <a:pt x="546087" y="2540"/>
                  </a:lnTo>
                  <a:close/>
                </a:path>
                <a:path w="661670" h="7619">
                  <a:moveTo>
                    <a:pt x="547370" y="6350"/>
                  </a:moveTo>
                  <a:lnTo>
                    <a:pt x="281940" y="6350"/>
                  </a:lnTo>
                  <a:lnTo>
                    <a:pt x="281940" y="7620"/>
                  </a:lnTo>
                  <a:lnTo>
                    <a:pt x="547370" y="7620"/>
                  </a:lnTo>
                  <a:lnTo>
                    <a:pt x="547370" y="6350"/>
                  </a:lnTo>
                  <a:close/>
                </a:path>
                <a:path w="661670" h="7619">
                  <a:moveTo>
                    <a:pt x="661670" y="6350"/>
                  </a:moveTo>
                  <a:lnTo>
                    <a:pt x="612140" y="6350"/>
                  </a:lnTo>
                  <a:lnTo>
                    <a:pt x="612140" y="7620"/>
                  </a:lnTo>
                  <a:lnTo>
                    <a:pt x="661670" y="7620"/>
                  </a:lnTo>
                  <a:lnTo>
                    <a:pt x="661670" y="6350"/>
                  </a:lnTo>
                  <a:close/>
                </a:path>
                <a:path w="661670" h="7619">
                  <a:moveTo>
                    <a:pt x="661670" y="2540"/>
                  </a:moveTo>
                  <a:lnTo>
                    <a:pt x="612140" y="2540"/>
                  </a:lnTo>
                  <a:lnTo>
                    <a:pt x="612140" y="5080"/>
                  </a:lnTo>
                  <a:lnTo>
                    <a:pt x="661670" y="5080"/>
                  </a:lnTo>
                  <a:lnTo>
                    <a:pt x="661670" y="2540"/>
                  </a:lnTo>
                  <a:close/>
                </a:path>
                <a:path w="661670" h="7619">
                  <a:moveTo>
                    <a:pt x="661670" y="0"/>
                  </a:moveTo>
                  <a:lnTo>
                    <a:pt x="612140" y="0"/>
                  </a:lnTo>
                  <a:lnTo>
                    <a:pt x="612140" y="1270"/>
                  </a:lnTo>
                  <a:lnTo>
                    <a:pt x="661670" y="1270"/>
                  </a:lnTo>
                  <a:lnTo>
                    <a:pt x="661670" y="0"/>
                  </a:lnTo>
                  <a:close/>
                </a:path>
              </a:pathLst>
            </a:custGeom>
            <a:solidFill>
              <a:srgbClr val="816000"/>
            </a:solidFill>
          </p:spPr>
          <p:txBody>
            <a:bodyPr wrap="square" lIns="0" tIns="0" rIns="0" bIns="0" rtlCol="0"/>
            <a:lstStyle/>
            <a:p/>
          </p:txBody>
        </p:sp>
        <p:sp>
          <p:nvSpPr>
            <p:cNvPr id="962" name="object 962"/>
            <p:cNvSpPr/>
            <p:nvPr/>
          </p:nvSpPr>
          <p:spPr>
            <a:xfrm>
              <a:off x="4935220" y="3210559"/>
              <a:ext cx="661670" cy="7620"/>
            </a:xfrm>
            <a:custGeom>
              <a:avLst/>
              <a:gdLst/>
              <a:ahLst/>
              <a:cxnLst/>
              <a:rect l="l" t="t" r="r" b="b"/>
              <a:pathLst>
                <a:path w="661670" h="7619">
                  <a:moveTo>
                    <a:pt x="48260" y="5079"/>
                  </a:moveTo>
                  <a:lnTo>
                    <a:pt x="0" y="5079"/>
                  </a:lnTo>
                  <a:lnTo>
                    <a:pt x="0" y="6349"/>
                  </a:lnTo>
                  <a:lnTo>
                    <a:pt x="48260" y="6349"/>
                  </a:lnTo>
                  <a:lnTo>
                    <a:pt x="48260" y="5079"/>
                  </a:lnTo>
                  <a:close/>
                </a:path>
                <a:path w="661670" h="7619">
                  <a:moveTo>
                    <a:pt x="48260" y="1269"/>
                  </a:moveTo>
                  <a:lnTo>
                    <a:pt x="0" y="1269"/>
                  </a:lnTo>
                  <a:lnTo>
                    <a:pt x="0" y="3809"/>
                  </a:lnTo>
                  <a:lnTo>
                    <a:pt x="48260" y="3809"/>
                  </a:lnTo>
                  <a:lnTo>
                    <a:pt x="48260" y="1269"/>
                  </a:lnTo>
                  <a:close/>
                </a:path>
                <a:path w="661670" h="7619">
                  <a:moveTo>
                    <a:pt x="289559" y="6349"/>
                  </a:moveTo>
                  <a:lnTo>
                    <a:pt x="288289" y="6349"/>
                  </a:lnTo>
                  <a:lnTo>
                    <a:pt x="288289" y="7619"/>
                  </a:lnTo>
                  <a:lnTo>
                    <a:pt x="289559" y="7619"/>
                  </a:lnTo>
                  <a:lnTo>
                    <a:pt x="289559" y="6349"/>
                  </a:lnTo>
                  <a:close/>
                </a:path>
                <a:path w="661670" h="7619">
                  <a:moveTo>
                    <a:pt x="552449" y="5079"/>
                  </a:moveTo>
                  <a:lnTo>
                    <a:pt x="287019" y="5079"/>
                  </a:lnTo>
                  <a:lnTo>
                    <a:pt x="287019" y="6349"/>
                  </a:lnTo>
                  <a:lnTo>
                    <a:pt x="552449" y="6349"/>
                  </a:lnTo>
                  <a:lnTo>
                    <a:pt x="552449" y="5079"/>
                  </a:lnTo>
                  <a:close/>
                </a:path>
                <a:path w="661670" h="7619">
                  <a:moveTo>
                    <a:pt x="551179" y="1269"/>
                  </a:moveTo>
                  <a:lnTo>
                    <a:pt x="285750" y="1269"/>
                  </a:lnTo>
                  <a:lnTo>
                    <a:pt x="285750" y="5079"/>
                  </a:lnTo>
                  <a:lnTo>
                    <a:pt x="287019" y="5079"/>
                  </a:lnTo>
                  <a:lnTo>
                    <a:pt x="287019" y="3809"/>
                  </a:lnTo>
                  <a:lnTo>
                    <a:pt x="551179" y="3809"/>
                  </a:lnTo>
                  <a:lnTo>
                    <a:pt x="551179" y="1269"/>
                  </a:lnTo>
                  <a:close/>
                </a:path>
                <a:path w="661670" h="7619">
                  <a:moveTo>
                    <a:pt x="284479" y="0"/>
                  </a:moveTo>
                  <a:lnTo>
                    <a:pt x="283209" y="0"/>
                  </a:lnTo>
                  <a:lnTo>
                    <a:pt x="283209" y="1269"/>
                  </a:lnTo>
                  <a:lnTo>
                    <a:pt x="284479" y="1269"/>
                  </a:lnTo>
                  <a:lnTo>
                    <a:pt x="284479" y="0"/>
                  </a:lnTo>
                  <a:close/>
                </a:path>
                <a:path w="661670" h="7619">
                  <a:moveTo>
                    <a:pt x="549909" y="0"/>
                  </a:moveTo>
                  <a:lnTo>
                    <a:pt x="548639" y="0"/>
                  </a:lnTo>
                  <a:lnTo>
                    <a:pt x="548639" y="1269"/>
                  </a:lnTo>
                  <a:lnTo>
                    <a:pt x="549909" y="1269"/>
                  </a:lnTo>
                  <a:lnTo>
                    <a:pt x="549909" y="0"/>
                  </a:lnTo>
                  <a:close/>
                </a:path>
                <a:path w="661670" h="7619">
                  <a:moveTo>
                    <a:pt x="554989" y="6349"/>
                  </a:moveTo>
                  <a:lnTo>
                    <a:pt x="553719" y="6349"/>
                  </a:lnTo>
                  <a:lnTo>
                    <a:pt x="553719" y="7619"/>
                  </a:lnTo>
                  <a:lnTo>
                    <a:pt x="554989" y="7619"/>
                  </a:lnTo>
                  <a:lnTo>
                    <a:pt x="554989" y="6349"/>
                  </a:lnTo>
                  <a:close/>
                </a:path>
                <a:path w="661670" h="7619">
                  <a:moveTo>
                    <a:pt x="661669" y="5079"/>
                  </a:moveTo>
                  <a:lnTo>
                    <a:pt x="612139" y="5079"/>
                  </a:lnTo>
                  <a:lnTo>
                    <a:pt x="612139" y="6349"/>
                  </a:lnTo>
                  <a:lnTo>
                    <a:pt x="661669" y="6349"/>
                  </a:lnTo>
                  <a:lnTo>
                    <a:pt x="661669" y="5079"/>
                  </a:lnTo>
                  <a:close/>
                </a:path>
                <a:path w="661670" h="7619">
                  <a:moveTo>
                    <a:pt x="661669" y="1269"/>
                  </a:moveTo>
                  <a:lnTo>
                    <a:pt x="612139" y="1269"/>
                  </a:lnTo>
                  <a:lnTo>
                    <a:pt x="612139" y="3809"/>
                  </a:lnTo>
                  <a:lnTo>
                    <a:pt x="661669" y="3809"/>
                  </a:lnTo>
                  <a:lnTo>
                    <a:pt x="661669" y="1269"/>
                  </a:lnTo>
                  <a:close/>
                </a:path>
              </a:pathLst>
            </a:custGeom>
            <a:solidFill>
              <a:srgbClr val="836200"/>
            </a:solidFill>
          </p:spPr>
          <p:txBody>
            <a:bodyPr wrap="square" lIns="0" tIns="0" rIns="0" bIns="0" rtlCol="0"/>
            <a:lstStyle/>
            <a:p/>
          </p:txBody>
        </p:sp>
        <p:sp>
          <p:nvSpPr>
            <p:cNvPr id="963" name="object 963"/>
            <p:cNvSpPr/>
            <p:nvPr/>
          </p:nvSpPr>
          <p:spPr>
            <a:xfrm>
              <a:off x="4935220" y="3218179"/>
              <a:ext cx="661670" cy="6350"/>
            </a:xfrm>
            <a:custGeom>
              <a:avLst/>
              <a:gdLst/>
              <a:ahLst/>
              <a:cxnLst/>
              <a:rect l="l" t="t" r="r" b="b"/>
              <a:pathLst>
                <a:path w="661670" h="6350">
                  <a:moveTo>
                    <a:pt x="48260" y="5207"/>
                  </a:moveTo>
                  <a:lnTo>
                    <a:pt x="0" y="5207"/>
                  </a:lnTo>
                  <a:lnTo>
                    <a:pt x="0" y="6350"/>
                  </a:lnTo>
                  <a:lnTo>
                    <a:pt x="48260" y="6350"/>
                  </a:lnTo>
                  <a:lnTo>
                    <a:pt x="48260" y="5207"/>
                  </a:lnTo>
                  <a:close/>
                </a:path>
                <a:path w="661670" h="6350">
                  <a:moveTo>
                    <a:pt x="48260" y="2667"/>
                  </a:moveTo>
                  <a:lnTo>
                    <a:pt x="0" y="2667"/>
                  </a:lnTo>
                  <a:lnTo>
                    <a:pt x="0" y="5080"/>
                  </a:lnTo>
                  <a:lnTo>
                    <a:pt x="48260" y="5080"/>
                  </a:lnTo>
                  <a:lnTo>
                    <a:pt x="48260" y="2667"/>
                  </a:lnTo>
                  <a:close/>
                </a:path>
                <a:path w="661670" h="6350">
                  <a:moveTo>
                    <a:pt x="48260" y="127"/>
                  </a:moveTo>
                  <a:lnTo>
                    <a:pt x="0" y="127"/>
                  </a:lnTo>
                  <a:lnTo>
                    <a:pt x="0" y="2540"/>
                  </a:lnTo>
                  <a:lnTo>
                    <a:pt x="48260" y="2540"/>
                  </a:lnTo>
                  <a:lnTo>
                    <a:pt x="48260" y="127"/>
                  </a:lnTo>
                  <a:close/>
                </a:path>
                <a:path w="661670" h="6350">
                  <a:moveTo>
                    <a:pt x="560070" y="5080"/>
                  </a:moveTo>
                  <a:lnTo>
                    <a:pt x="558787" y="5080"/>
                  </a:lnTo>
                  <a:lnTo>
                    <a:pt x="558787" y="3810"/>
                  </a:lnTo>
                  <a:lnTo>
                    <a:pt x="557530" y="3810"/>
                  </a:lnTo>
                  <a:lnTo>
                    <a:pt x="557530" y="2540"/>
                  </a:lnTo>
                  <a:lnTo>
                    <a:pt x="556260" y="2540"/>
                  </a:lnTo>
                  <a:lnTo>
                    <a:pt x="556260" y="0"/>
                  </a:lnTo>
                  <a:lnTo>
                    <a:pt x="290830" y="0"/>
                  </a:lnTo>
                  <a:lnTo>
                    <a:pt x="290830" y="2540"/>
                  </a:lnTo>
                  <a:lnTo>
                    <a:pt x="292100" y="2540"/>
                  </a:lnTo>
                  <a:lnTo>
                    <a:pt x="292100" y="3810"/>
                  </a:lnTo>
                  <a:lnTo>
                    <a:pt x="293370" y="3810"/>
                  </a:lnTo>
                  <a:lnTo>
                    <a:pt x="293370" y="5080"/>
                  </a:lnTo>
                  <a:lnTo>
                    <a:pt x="294640" y="5080"/>
                  </a:lnTo>
                  <a:lnTo>
                    <a:pt x="294640" y="6350"/>
                  </a:lnTo>
                  <a:lnTo>
                    <a:pt x="560070" y="6350"/>
                  </a:lnTo>
                  <a:lnTo>
                    <a:pt x="560070" y="5080"/>
                  </a:lnTo>
                  <a:close/>
                </a:path>
                <a:path w="661670" h="6350">
                  <a:moveTo>
                    <a:pt x="661670" y="5207"/>
                  </a:moveTo>
                  <a:lnTo>
                    <a:pt x="612140" y="5207"/>
                  </a:lnTo>
                  <a:lnTo>
                    <a:pt x="612140" y="6350"/>
                  </a:lnTo>
                  <a:lnTo>
                    <a:pt x="661670" y="6350"/>
                  </a:lnTo>
                  <a:lnTo>
                    <a:pt x="661670" y="5207"/>
                  </a:lnTo>
                  <a:close/>
                </a:path>
                <a:path w="661670" h="6350">
                  <a:moveTo>
                    <a:pt x="661670" y="2667"/>
                  </a:moveTo>
                  <a:lnTo>
                    <a:pt x="612140" y="2667"/>
                  </a:lnTo>
                  <a:lnTo>
                    <a:pt x="612140" y="5080"/>
                  </a:lnTo>
                  <a:lnTo>
                    <a:pt x="661670" y="5080"/>
                  </a:lnTo>
                  <a:lnTo>
                    <a:pt x="661670" y="2667"/>
                  </a:lnTo>
                  <a:close/>
                </a:path>
                <a:path w="661670" h="6350">
                  <a:moveTo>
                    <a:pt x="661670" y="127"/>
                  </a:moveTo>
                  <a:lnTo>
                    <a:pt x="612140" y="127"/>
                  </a:lnTo>
                  <a:lnTo>
                    <a:pt x="612140" y="2540"/>
                  </a:lnTo>
                  <a:lnTo>
                    <a:pt x="661670" y="2540"/>
                  </a:lnTo>
                  <a:lnTo>
                    <a:pt x="661670" y="127"/>
                  </a:lnTo>
                  <a:close/>
                </a:path>
              </a:pathLst>
            </a:custGeom>
            <a:solidFill>
              <a:srgbClr val="856300"/>
            </a:solidFill>
          </p:spPr>
          <p:txBody>
            <a:bodyPr wrap="square" lIns="0" tIns="0" rIns="0" bIns="0" rtlCol="0"/>
            <a:lstStyle/>
            <a:p/>
          </p:txBody>
        </p:sp>
        <p:sp>
          <p:nvSpPr>
            <p:cNvPr id="964" name="object 964"/>
            <p:cNvSpPr/>
            <p:nvPr/>
          </p:nvSpPr>
          <p:spPr>
            <a:xfrm>
              <a:off x="4935220" y="3224529"/>
              <a:ext cx="661670" cy="7620"/>
            </a:xfrm>
            <a:custGeom>
              <a:avLst/>
              <a:gdLst/>
              <a:ahLst/>
              <a:cxnLst/>
              <a:rect l="l" t="t" r="r" b="b"/>
              <a:pathLst>
                <a:path w="661670" h="7619">
                  <a:moveTo>
                    <a:pt x="48260" y="5207"/>
                  </a:moveTo>
                  <a:lnTo>
                    <a:pt x="0" y="5207"/>
                  </a:lnTo>
                  <a:lnTo>
                    <a:pt x="0" y="7620"/>
                  </a:lnTo>
                  <a:lnTo>
                    <a:pt x="48260" y="7620"/>
                  </a:lnTo>
                  <a:lnTo>
                    <a:pt x="48260" y="5207"/>
                  </a:lnTo>
                  <a:close/>
                </a:path>
                <a:path w="661670" h="7619">
                  <a:moveTo>
                    <a:pt x="48260" y="2667"/>
                  </a:moveTo>
                  <a:lnTo>
                    <a:pt x="0" y="2667"/>
                  </a:lnTo>
                  <a:lnTo>
                    <a:pt x="0" y="5080"/>
                  </a:lnTo>
                  <a:lnTo>
                    <a:pt x="48260" y="5080"/>
                  </a:lnTo>
                  <a:lnTo>
                    <a:pt x="48260" y="2667"/>
                  </a:lnTo>
                  <a:close/>
                </a:path>
                <a:path w="661670" h="7619">
                  <a:moveTo>
                    <a:pt x="48260" y="0"/>
                  </a:moveTo>
                  <a:lnTo>
                    <a:pt x="0" y="0"/>
                  </a:lnTo>
                  <a:lnTo>
                    <a:pt x="0" y="2540"/>
                  </a:lnTo>
                  <a:lnTo>
                    <a:pt x="48260" y="2540"/>
                  </a:lnTo>
                  <a:lnTo>
                    <a:pt x="48260" y="0"/>
                  </a:lnTo>
                  <a:close/>
                </a:path>
                <a:path w="661670" h="7619">
                  <a:moveTo>
                    <a:pt x="566420" y="6350"/>
                  </a:moveTo>
                  <a:lnTo>
                    <a:pt x="565137" y="6350"/>
                  </a:lnTo>
                  <a:lnTo>
                    <a:pt x="565137" y="5080"/>
                  </a:lnTo>
                  <a:lnTo>
                    <a:pt x="563880" y="5080"/>
                  </a:lnTo>
                  <a:lnTo>
                    <a:pt x="563880" y="3810"/>
                  </a:lnTo>
                  <a:lnTo>
                    <a:pt x="562610" y="3810"/>
                  </a:lnTo>
                  <a:lnTo>
                    <a:pt x="562610" y="2540"/>
                  </a:lnTo>
                  <a:lnTo>
                    <a:pt x="561340" y="2540"/>
                  </a:lnTo>
                  <a:lnTo>
                    <a:pt x="561340" y="1270"/>
                  </a:lnTo>
                  <a:lnTo>
                    <a:pt x="561327" y="0"/>
                  </a:lnTo>
                  <a:lnTo>
                    <a:pt x="295910" y="0"/>
                  </a:lnTo>
                  <a:lnTo>
                    <a:pt x="295910" y="1270"/>
                  </a:lnTo>
                  <a:lnTo>
                    <a:pt x="297180" y="1270"/>
                  </a:lnTo>
                  <a:lnTo>
                    <a:pt x="297180" y="2540"/>
                  </a:lnTo>
                  <a:lnTo>
                    <a:pt x="297180" y="3810"/>
                  </a:lnTo>
                  <a:lnTo>
                    <a:pt x="298450" y="3810"/>
                  </a:lnTo>
                  <a:lnTo>
                    <a:pt x="298450" y="5080"/>
                  </a:lnTo>
                  <a:lnTo>
                    <a:pt x="299720" y="5080"/>
                  </a:lnTo>
                  <a:lnTo>
                    <a:pt x="299720" y="6350"/>
                  </a:lnTo>
                  <a:lnTo>
                    <a:pt x="300990" y="6350"/>
                  </a:lnTo>
                  <a:lnTo>
                    <a:pt x="300990" y="7620"/>
                  </a:lnTo>
                  <a:lnTo>
                    <a:pt x="566420" y="7620"/>
                  </a:lnTo>
                  <a:lnTo>
                    <a:pt x="566420" y="6350"/>
                  </a:lnTo>
                  <a:close/>
                </a:path>
                <a:path w="661670" h="7619">
                  <a:moveTo>
                    <a:pt x="661670" y="5207"/>
                  </a:moveTo>
                  <a:lnTo>
                    <a:pt x="612140" y="5207"/>
                  </a:lnTo>
                  <a:lnTo>
                    <a:pt x="612140" y="7620"/>
                  </a:lnTo>
                  <a:lnTo>
                    <a:pt x="661670" y="7620"/>
                  </a:lnTo>
                  <a:lnTo>
                    <a:pt x="661670" y="5207"/>
                  </a:lnTo>
                  <a:close/>
                </a:path>
                <a:path w="661670" h="7619">
                  <a:moveTo>
                    <a:pt x="661670" y="2667"/>
                  </a:moveTo>
                  <a:lnTo>
                    <a:pt x="612140" y="2667"/>
                  </a:lnTo>
                  <a:lnTo>
                    <a:pt x="612140" y="5080"/>
                  </a:lnTo>
                  <a:lnTo>
                    <a:pt x="661670" y="5080"/>
                  </a:lnTo>
                  <a:lnTo>
                    <a:pt x="661670" y="2667"/>
                  </a:lnTo>
                  <a:close/>
                </a:path>
                <a:path w="661670" h="7619">
                  <a:moveTo>
                    <a:pt x="661670" y="0"/>
                  </a:moveTo>
                  <a:lnTo>
                    <a:pt x="612140" y="0"/>
                  </a:lnTo>
                  <a:lnTo>
                    <a:pt x="612140" y="2540"/>
                  </a:lnTo>
                  <a:lnTo>
                    <a:pt x="661670" y="2540"/>
                  </a:lnTo>
                  <a:lnTo>
                    <a:pt x="661670" y="0"/>
                  </a:lnTo>
                  <a:close/>
                </a:path>
              </a:pathLst>
            </a:custGeom>
            <a:solidFill>
              <a:srgbClr val="876600"/>
            </a:solidFill>
          </p:spPr>
          <p:txBody>
            <a:bodyPr wrap="square" lIns="0" tIns="0" rIns="0" bIns="0" rtlCol="0"/>
            <a:lstStyle/>
            <a:p/>
          </p:txBody>
        </p:sp>
        <p:sp>
          <p:nvSpPr>
            <p:cNvPr id="965" name="object 965"/>
            <p:cNvSpPr/>
            <p:nvPr/>
          </p:nvSpPr>
          <p:spPr>
            <a:xfrm>
              <a:off x="4935220" y="3232149"/>
              <a:ext cx="661670" cy="7620"/>
            </a:xfrm>
            <a:custGeom>
              <a:avLst/>
              <a:gdLst/>
              <a:ahLst/>
              <a:cxnLst/>
              <a:rect l="l" t="t" r="r" b="b"/>
              <a:pathLst>
                <a:path w="661670" h="7619">
                  <a:moveTo>
                    <a:pt x="48260" y="3937"/>
                  </a:moveTo>
                  <a:lnTo>
                    <a:pt x="0" y="3937"/>
                  </a:lnTo>
                  <a:lnTo>
                    <a:pt x="0" y="7620"/>
                  </a:lnTo>
                  <a:lnTo>
                    <a:pt x="48260" y="7620"/>
                  </a:lnTo>
                  <a:lnTo>
                    <a:pt x="48260" y="3937"/>
                  </a:lnTo>
                  <a:close/>
                </a:path>
                <a:path w="661670" h="7619">
                  <a:moveTo>
                    <a:pt x="48260" y="1397"/>
                  </a:moveTo>
                  <a:lnTo>
                    <a:pt x="0" y="1397"/>
                  </a:lnTo>
                  <a:lnTo>
                    <a:pt x="0" y="3810"/>
                  </a:lnTo>
                  <a:lnTo>
                    <a:pt x="48260" y="3810"/>
                  </a:lnTo>
                  <a:lnTo>
                    <a:pt x="48260" y="1397"/>
                  </a:lnTo>
                  <a:close/>
                </a:path>
                <a:path w="661670" h="7619">
                  <a:moveTo>
                    <a:pt x="48260" y="0"/>
                  </a:moveTo>
                  <a:lnTo>
                    <a:pt x="0" y="0"/>
                  </a:lnTo>
                  <a:lnTo>
                    <a:pt x="0" y="1270"/>
                  </a:lnTo>
                  <a:lnTo>
                    <a:pt x="48260" y="1270"/>
                  </a:lnTo>
                  <a:lnTo>
                    <a:pt x="48260" y="0"/>
                  </a:lnTo>
                  <a:close/>
                </a:path>
                <a:path w="661670" h="7619">
                  <a:moveTo>
                    <a:pt x="571500" y="6350"/>
                  </a:moveTo>
                  <a:lnTo>
                    <a:pt x="571487" y="5080"/>
                  </a:lnTo>
                  <a:lnTo>
                    <a:pt x="570230" y="5080"/>
                  </a:lnTo>
                  <a:lnTo>
                    <a:pt x="570230" y="3810"/>
                  </a:lnTo>
                  <a:lnTo>
                    <a:pt x="568960" y="3810"/>
                  </a:lnTo>
                  <a:lnTo>
                    <a:pt x="568960" y="2540"/>
                  </a:lnTo>
                  <a:lnTo>
                    <a:pt x="567677" y="2540"/>
                  </a:lnTo>
                  <a:lnTo>
                    <a:pt x="567677" y="1270"/>
                  </a:lnTo>
                  <a:lnTo>
                    <a:pt x="566420" y="1270"/>
                  </a:lnTo>
                  <a:lnTo>
                    <a:pt x="566420" y="0"/>
                  </a:lnTo>
                  <a:lnTo>
                    <a:pt x="302260" y="0"/>
                  </a:lnTo>
                  <a:lnTo>
                    <a:pt x="302260" y="1270"/>
                  </a:lnTo>
                  <a:lnTo>
                    <a:pt x="302260" y="2540"/>
                  </a:lnTo>
                  <a:lnTo>
                    <a:pt x="303530" y="2540"/>
                  </a:lnTo>
                  <a:lnTo>
                    <a:pt x="303530" y="3810"/>
                  </a:lnTo>
                  <a:lnTo>
                    <a:pt x="304800" y="3810"/>
                  </a:lnTo>
                  <a:lnTo>
                    <a:pt x="304800" y="5080"/>
                  </a:lnTo>
                  <a:lnTo>
                    <a:pt x="306070" y="5080"/>
                  </a:lnTo>
                  <a:lnTo>
                    <a:pt x="306070" y="6350"/>
                  </a:lnTo>
                  <a:lnTo>
                    <a:pt x="307340" y="6350"/>
                  </a:lnTo>
                  <a:lnTo>
                    <a:pt x="307340" y="7620"/>
                  </a:lnTo>
                  <a:lnTo>
                    <a:pt x="571500" y="7620"/>
                  </a:lnTo>
                  <a:lnTo>
                    <a:pt x="571500" y="6350"/>
                  </a:lnTo>
                  <a:close/>
                </a:path>
                <a:path w="661670" h="7619">
                  <a:moveTo>
                    <a:pt x="661670" y="3937"/>
                  </a:moveTo>
                  <a:lnTo>
                    <a:pt x="612140" y="3937"/>
                  </a:lnTo>
                  <a:lnTo>
                    <a:pt x="612140" y="7620"/>
                  </a:lnTo>
                  <a:lnTo>
                    <a:pt x="661670" y="7620"/>
                  </a:lnTo>
                  <a:lnTo>
                    <a:pt x="661670" y="3937"/>
                  </a:lnTo>
                  <a:close/>
                </a:path>
                <a:path w="661670" h="7619">
                  <a:moveTo>
                    <a:pt x="661670" y="1397"/>
                  </a:moveTo>
                  <a:lnTo>
                    <a:pt x="612140" y="1397"/>
                  </a:lnTo>
                  <a:lnTo>
                    <a:pt x="612140" y="3810"/>
                  </a:lnTo>
                  <a:lnTo>
                    <a:pt x="661670" y="3810"/>
                  </a:lnTo>
                  <a:lnTo>
                    <a:pt x="661670" y="1397"/>
                  </a:lnTo>
                  <a:close/>
                </a:path>
                <a:path w="661670" h="7619">
                  <a:moveTo>
                    <a:pt x="661670" y="0"/>
                  </a:moveTo>
                  <a:lnTo>
                    <a:pt x="612140" y="0"/>
                  </a:lnTo>
                  <a:lnTo>
                    <a:pt x="612140" y="1270"/>
                  </a:lnTo>
                  <a:lnTo>
                    <a:pt x="661670" y="1270"/>
                  </a:lnTo>
                  <a:lnTo>
                    <a:pt x="661670" y="0"/>
                  </a:lnTo>
                  <a:close/>
                </a:path>
              </a:pathLst>
            </a:custGeom>
            <a:solidFill>
              <a:srgbClr val="896600"/>
            </a:solidFill>
          </p:spPr>
          <p:txBody>
            <a:bodyPr wrap="square" lIns="0" tIns="0" rIns="0" bIns="0" rtlCol="0"/>
            <a:lstStyle/>
            <a:p/>
          </p:txBody>
        </p:sp>
        <p:sp>
          <p:nvSpPr>
            <p:cNvPr id="966" name="object 966"/>
            <p:cNvSpPr/>
            <p:nvPr/>
          </p:nvSpPr>
          <p:spPr>
            <a:xfrm>
              <a:off x="4935220" y="3239769"/>
              <a:ext cx="661670" cy="6350"/>
            </a:xfrm>
            <a:custGeom>
              <a:avLst/>
              <a:gdLst/>
              <a:ahLst/>
              <a:cxnLst/>
              <a:rect l="l" t="t" r="r" b="b"/>
              <a:pathLst>
                <a:path w="661670" h="6350">
                  <a:moveTo>
                    <a:pt x="48260" y="2667"/>
                  </a:moveTo>
                  <a:lnTo>
                    <a:pt x="0" y="2667"/>
                  </a:lnTo>
                  <a:lnTo>
                    <a:pt x="0" y="6350"/>
                  </a:lnTo>
                  <a:lnTo>
                    <a:pt x="48260" y="6350"/>
                  </a:lnTo>
                  <a:lnTo>
                    <a:pt x="48260" y="2667"/>
                  </a:lnTo>
                  <a:close/>
                </a:path>
                <a:path w="661670" h="6350">
                  <a:moveTo>
                    <a:pt x="48260" y="127"/>
                  </a:moveTo>
                  <a:lnTo>
                    <a:pt x="0" y="127"/>
                  </a:lnTo>
                  <a:lnTo>
                    <a:pt x="0" y="2540"/>
                  </a:lnTo>
                  <a:lnTo>
                    <a:pt x="48260" y="2540"/>
                  </a:lnTo>
                  <a:lnTo>
                    <a:pt x="48260" y="127"/>
                  </a:lnTo>
                  <a:close/>
                </a:path>
                <a:path w="661670" h="6350">
                  <a:moveTo>
                    <a:pt x="576580" y="3810"/>
                  </a:moveTo>
                  <a:lnTo>
                    <a:pt x="575310" y="3810"/>
                  </a:lnTo>
                  <a:lnTo>
                    <a:pt x="575310" y="2540"/>
                  </a:lnTo>
                  <a:lnTo>
                    <a:pt x="574027" y="2540"/>
                  </a:lnTo>
                  <a:lnTo>
                    <a:pt x="574027" y="1270"/>
                  </a:lnTo>
                  <a:lnTo>
                    <a:pt x="572770" y="1270"/>
                  </a:lnTo>
                  <a:lnTo>
                    <a:pt x="572770" y="0"/>
                  </a:lnTo>
                  <a:lnTo>
                    <a:pt x="307340" y="0"/>
                  </a:lnTo>
                  <a:lnTo>
                    <a:pt x="307340" y="1270"/>
                  </a:lnTo>
                  <a:lnTo>
                    <a:pt x="308610" y="1270"/>
                  </a:lnTo>
                  <a:lnTo>
                    <a:pt x="308610" y="2540"/>
                  </a:lnTo>
                  <a:lnTo>
                    <a:pt x="309880" y="2540"/>
                  </a:lnTo>
                  <a:lnTo>
                    <a:pt x="309880" y="3810"/>
                  </a:lnTo>
                  <a:lnTo>
                    <a:pt x="311150" y="3810"/>
                  </a:lnTo>
                  <a:lnTo>
                    <a:pt x="311150" y="5080"/>
                  </a:lnTo>
                  <a:lnTo>
                    <a:pt x="312420" y="5080"/>
                  </a:lnTo>
                  <a:lnTo>
                    <a:pt x="312420" y="6350"/>
                  </a:lnTo>
                  <a:lnTo>
                    <a:pt x="576580" y="6350"/>
                  </a:lnTo>
                  <a:lnTo>
                    <a:pt x="576580" y="5080"/>
                  </a:lnTo>
                  <a:lnTo>
                    <a:pt x="576580" y="3810"/>
                  </a:lnTo>
                  <a:close/>
                </a:path>
                <a:path w="661670" h="6350">
                  <a:moveTo>
                    <a:pt x="661670" y="2667"/>
                  </a:moveTo>
                  <a:lnTo>
                    <a:pt x="612140" y="2667"/>
                  </a:lnTo>
                  <a:lnTo>
                    <a:pt x="612140" y="6350"/>
                  </a:lnTo>
                  <a:lnTo>
                    <a:pt x="661670" y="6350"/>
                  </a:lnTo>
                  <a:lnTo>
                    <a:pt x="661670" y="2667"/>
                  </a:lnTo>
                  <a:close/>
                </a:path>
                <a:path w="661670" h="6350">
                  <a:moveTo>
                    <a:pt x="661670" y="127"/>
                  </a:moveTo>
                  <a:lnTo>
                    <a:pt x="612140" y="127"/>
                  </a:lnTo>
                  <a:lnTo>
                    <a:pt x="612140" y="2540"/>
                  </a:lnTo>
                  <a:lnTo>
                    <a:pt x="661670" y="2540"/>
                  </a:lnTo>
                  <a:lnTo>
                    <a:pt x="661670" y="127"/>
                  </a:lnTo>
                  <a:close/>
                </a:path>
              </a:pathLst>
            </a:custGeom>
            <a:solidFill>
              <a:srgbClr val="8B6800"/>
            </a:solidFill>
          </p:spPr>
          <p:txBody>
            <a:bodyPr wrap="square" lIns="0" tIns="0" rIns="0" bIns="0" rtlCol="0"/>
            <a:lstStyle/>
            <a:p/>
          </p:txBody>
        </p:sp>
        <p:sp>
          <p:nvSpPr>
            <p:cNvPr id="967" name="object 967"/>
            <p:cNvSpPr/>
            <p:nvPr/>
          </p:nvSpPr>
          <p:spPr>
            <a:xfrm>
              <a:off x="4935220" y="3246119"/>
              <a:ext cx="661670" cy="7620"/>
            </a:xfrm>
            <a:custGeom>
              <a:avLst/>
              <a:gdLst/>
              <a:ahLst/>
              <a:cxnLst/>
              <a:rect l="l" t="t" r="r" b="b"/>
              <a:pathLst>
                <a:path w="661670" h="7620">
                  <a:moveTo>
                    <a:pt x="48260" y="6477"/>
                  </a:moveTo>
                  <a:lnTo>
                    <a:pt x="0" y="6477"/>
                  </a:lnTo>
                  <a:lnTo>
                    <a:pt x="0" y="7620"/>
                  </a:lnTo>
                  <a:lnTo>
                    <a:pt x="48260" y="7620"/>
                  </a:lnTo>
                  <a:lnTo>
                    <a:pt x="48260" y="6477"/>
                  </a:lnTo>
                  <a:close/>
                </a:path>
                <a:path w="661670" h="7620">
                  <a:moveTo>
                    <a:pt x="48260" y="2667"/>
                  </a:moveTo>
                  <a:lnTo>
                    <a:pt x="0" y="2667"/>
                  </a:lnTo>
                  <a:lnTo>
                    <a:pt x="0" y="6350"/>
                  </a:lnTo>
                  <a:lnTo>
                    <a:pt x="48260" y="6350"/>
                  </a:lnTo>
                  <a:lnTo>
                    <a:pt x="48260" y="2667"/>
                  </a:lnTo>
                  <a:close/>
                </a:path>
                <a:path w="661670" h="7620">
                  <a:moveTo>
                    <a:pt x="48260" y="127"/>
                  </a:moveTo>
                  <a:lnTo>
                    <a:pt x="0" y="127"/>
                  </a:lnTo>
                  <a:lnTo>
                    <a:pt x="0" y="2540"/>
                  </a:lnTo>
                  <a:lnTo>
                    <a:pt x="48260" y="2540"/>
                  </a:lnTo>
                  <a:lnTo>
                    <a:pt x="48260" y="127"/>
                  </a:lnTo>
                  <a:close/>
                </a:path>
                <a:path w="661670" h="7620">
                  <a:moveTo>
                    <a:pt x="582930" y="6350"/>
                  </a:moveTo>
                  <a:lnTo>
                    <a:pt x="581660" y="6350"/>
                  </a:lnTo>
                  <a:lnTo>
                    <a:pt x="581660" y="5080"/>
                  </a:lnTo>
                  <a:lnTo>
                    <a:pt x="581660" y="3810"/>
                  </a:lnTo>
                  <a:lnTo>
                    <a:pt x="580377" y="3810"/>
                  </a:lnTo>
                  <a:lnTo>
                    <a:pt x="580377" y="2540"/>
                  </a:lnTo>
                  <a:lnTo>
                    <a:pt x="579120" y="2540"/>
                  </a:lnTo>
                  <a:lnTo>
                    <a:pt x="579120" y="1270"/>
                  </a:lnTo>
                  <a:lnTo>
                    <a:pt x="577850" y="1270"/>
                  </a:lnTo>
                  <a:lnTo>
                    <a:pt x="577850" y="0"/>
                  </a:lnTo>
                  <a:lnTo>
                    <a:pt x="313690" y="0"/>
                  </a:lnTo>
                  <a:lnTo>
                    <a:pt x="312420" y="0"/>
                  </a:lnTo>
                  <a:lnTo>
                    <a:pt x="312420" y="127"/>
                  </a:lnTo>
                  <a:lnTo>
                    <a:pt x="313690" y="127"/>
                  </a:lnTo>
                  <a:lnTo>
                    <a:pt x="313690" y="1270"/>
                  </a:lnTo>
                  <a:lnTo>
                    <a:pt x="313690" y="2540"/>
                  </a:lnTo>
                  <a:lnTo>
                    <a:pt x="314960" y="2540"/>
                  </a:lnTo>
                  <a:lnTo>
                    <a:pt x="314960" y="3810"/>
                  </a:lnTo>
                  <a:lnTo>
                    <a:pt x="316230" y="3810"/>
                  </a:lnTo>
                  <a:lnTo>
                    <a:pt x="316230" y="5080"/>
                  </a:lnTo>
                  <a:lnTo>
                    <a:pt x="317500" y="5080"/>
                  </a:lnTo>
                  <a:lnTo>
                    <a:pt x="317500" y="6350"/>
                  </a:lnTo>
                  <a:lnTo>
                    <a:pt x="318770" y="6350"/>
                  </a:lnTo>
                  <a:lnTo>
                    <a:pt x="318770" y="7620"/>
                  </a:lnTo>
                  <a:lnTo>
                    <a:pt x="582930" y="7620"/>
                  </a:lnTo>
                  <a:lnTo>
                    <a:pt x="582930" y="6350"/>
                  </a:lnTo>
                  <a:close/>
                </a:path>
                <a:path w="661670" h="7620">
                  <a:moveTo>
                    <a:pt x="661670" y="6477"/>
                  </a:moveTo>
                  <a:lnTo>
                    <a:pt x="612140" y="6477"/>
                  </a:lnTo>
                  <a:lnTo>
                    <a:pt x="612140" y="7620"/>
                  </a:lnTo>
                  <a:lnTo>
                    <a:pt x="661670" y="7620"/>
                  </a:lnTo>
                  <a:lnTo>
                    <a:pt x="661670" y="6477"/>
                  </a:lnTo>
                  <a:close/>
                </a:path>
                <a:path w="661670" h="7620">
                  <a:moveTo>
                    <a:pt x="661670" y="2667"/>
                  </a:moveTo>
                  <a:lnTo>
                    <a:pt x="612140" y="2667"/>
                  </a:lnTo>
                  <a:lnTo>
                    <a:pt x="612140" y="6350"/>
                  </a:lnTo>
                  <a:lnTo>
                    <a:pt x="661670" y="6350"/>
                  </a:lnTo>
                  <a:lnTo>
                    <a:pt x="661670" y="2667"/>
                  </a:lnTo>
                  <a:close/>
                </a:path>
                <a:path w="661670" h="7620">
                  <a:moveTo>
                    <a:pt x="661670" y="127"/>
                  </a:moveTo>
                  <a:lnTo>
                    <a:pt x="612140" y="127"/>
                  </a:lnTo>
                  <a:lnTo>
                    <a:pt x="612140" y="2540"/>
                  </a:lnTo>
                  <a:lnTo>
                    <a:pt x="661670" y="2540"/>
                  </a:lnTo>
                  <a:lnTo>
                    <a:pt x="661670" y="127"/>
                  </a:lnTo>
                  <a:close/>
                </a:path>
              </a:pathLst>
            </a:custGeom>
            <a:solidFill>
              <a:srgbClr val="8D6900"/>
            </a:solidFill>
          </p:spPr>
          <p:txBody>
            <a:bodyPr wrap="square" lIns="0" tIns="0" rIns="0" bIns="0" rtlCol="0"/>
            <a:lstStyle/>
            <a:p/>
          </p:txBody>
        </p:sp>
        <p:sp>
          <p:nvSpPr>
            <p:cNvPr id="968" name="object 968"/>
            <p:cNvSpPr/>
            <p:nvPr/>
          </p:nvSpPr>
          <p:spPr>
            <a:xfrm>
              <a:off x="4935220" y="3253739"/>
              <a:ext cx="661670" cy="7620"/>
            </a:xfrm>
            <a:custGeom>
              <a:avLst/>
              <a:gdLst/>
              <a:ahLst/>
              <a:cxnLst/>
              <a:rect l="l" t="t" r="r" b="b"/>
              <a:pathLst>
                <a:path w="661670" h="7620">
                  <a:moveTo>
                    <a:pt x="48260" y="5207"/>
                  </a:moveTo>
                  <a:lnTo>
                    <a:pt x="0" y="5207"/>
                  </a:lnTo>
                  <a:lnTo>
                    <a:pt x="0" y="7620"/>
                  </a:lnTo>
                  <a:lnTo>
                    <a:pt x="48260" y="7620"/>
                  </a:lnTo>
                  <a:lnTo>
                    <a:pt x="48260" y="5207"/>
                  </a:lnTo>
                  <a:close/>
                </a:path>
                <a:path w="661670" h="7620">
                  <a:moveTo>
                    <a:pt x="48260" y="1397"/>
                  </a:moveTo>
                  <a:lnTo>
                    <a:pt x="0" y="1397"/>
                  </a:lnTo>
                  <a:lnTo>
                    <a:pt x="0" y="5080"/>
                  </a:lnTo>
                  <a:lnTo>
                    <a:pt x="48260" y="5080"/>
                  </a:lnTo>
                  <a:lnTo>
                    <a:pt x="48260" y="1397"/>
                  </a:lnTo>
                  <a:close/>
                </a:path>
                <a:path w="661670" h="7620">
                  <a:moveTo>
                    <a:pt x="48260" y="0"/>
                  </a:moveTo>
                  <a:lnTo>
                    <a:pt x="0" y="0"/>
                  </a:lnTo>
                  <a:lnTo>
                    <a:pt x="0" y="1270"/>
                  </a:lnTo>
                  <a:lnTo>
                    <a:pt x="48260" y="1270"/>
                  </a:lnTo>
                  <a:lnTo>
                    <a:pt x="48260" y="0"/>
                  </a:lnTo>
                  <a:close/>
                </a:path>
                <a:path w="661670" h="7620">
                  <a:moveTo>
                    <a:pt x="589280" y="6350"/>
                  </a:moveTo>
                  <a:lnTo>
                    <a:pt x="588010" y="6350"/>
                  </a:lnTo>
                  <a:lnTo>
                    <a:pt x="588010" y="5080"/>
                  </a:lnTo>
                  <a:lnTo>
                    <a:pt x="586740" y="5080"/>
                  </a:lnTo>
                  <a:lnTo>
                    <a:pt x="586740" y="3810"/>
                  </a:lnTo>
                  <a:lnTo>
                    <a:pt x="586727" y="2540"/>
                  </a:lnTo>
                  <a:lnTo>
                    <a:pt x="585470" y="2540"/>
                  </a:lnTo>
                  <a:lnTo>
                    <a:pt x="585470" y="1270"/>
                  </a:lnTo>
                  <a:lnTo>
                    <a:pt x="584187" y="1270"/>
                  </a:lnTo>
                  <a:lnTo>
                    <a:pt x="584187" y="0"/>
                  </a:lnTo>
                  <a:lnTo>
                    <a:pt x="318770" y="0"/>
                  </a:lnTo>
                  <a:lnTo>
                    <a:pt x="318770" y="1270"/>
                  </a:lnTo>
                  <a:lnTo>
                    <a:pt x="320040" y="1270"/>
                  </a:lnTo>
                  <a:lnTo>
                    <a:pt x="320040" y="2540"/>
                  </a:lnTo>
                  <a:lnTo>
                    <a:pt x="321310" y="2540"/>
                  </a:lnTo>
                  <a:lnTo>
                    <a:pt x="321310" y="3810"/>
                  </a:lnTo>
                  <a:lnTo>
                    <a:pt x="322580" y="3810"/>
                  </a:lnTo>
                  <a:lnTo>
                    <a:pt x="322580" y="5080"/>
                  </a:lnTo>
                  <a:lnTo>
                    <a:pt x="323850" y="5080"/>
                  </a:lnTo>
                  <a:lnTo>
                    <a:pt x="323850" y="6350"/>
                  </a:lnTo>
                  <a:lnTo>
                    <a:pt x="323850" y="7620"/>
                  </a:lnTo>
                  <a:lnTo>
                    <a:pt x="589280" y="7620"/>
                  </a:lnTo>
                  <a:lnTo>
                    <a:pt x="589280" y="6350"/>
                  </a:lnTo>
                  <a:close/>
                </a:path>
                <a:path w="661670" h="7620">
                  <a:moveTo>
                    <a:pt x="661670" y="5207"/>
                  </a:moveTo>
                  <a:lnTo>
                    <a:pt x="612140" y="5207"/>
                  </a:lnTo>
                  <a:lnTo>
                    <a:pt x="612140" y="7620"/>
                  </a:lnTo>
                  <a:lnTo>
                    <a:pt x="661670" y="7620"/>
                  </a:lnTo>
                  <a:lnTo>
                    <a:pt x="661670" y="5207"/>
                  </a:lnTo>
                  <a:close/>
                </a:path>
                <a:path w="661670" h="7620">
                  <a:moveTo>
                    <a:pt x="661670" y="1397"/>
                  </a:moveTo>
                  <a:lnTo>
                    <a:pt x="612140" y="1397"/>
                  </a:lnTo>
                  <a:lnTo>
                    <a:pt x="612140" y="5080"/>
                  </a:lnTo>
                  <a:lnTo>
                    <a:pt x="661670" y="5080"/>
                  </a:lnTo>
                  <a:lnTo>
                    <a:pt x="661670" y="1397"/>
                  </a:lnTo>
                  <a:close/>
                </a:path>
                <a:path w="661670" h="7620">
                  <a:moveTo>
                    <a:pt x="661670" y="0"/>
                  </a:moveTo>
                  <a:lnTo>
                    <a:pt x="612140" y="0"/>
                  </a:lnTo>
                  <a:lnTo>
                    <a:pt x="612140" y="1270"/>
                  </a:lnTo>
                  <a:lnTo>
                    <a:pt x="661670" y="1270"/>
                  </a:lnTo>
                  <a:lnTo>
                    <a:pt x="661670" y="0"/>
                  </a:lnTo>
                  <a:close/>
                </a:path>
              </a:pathLst>
            </a:custGeom>
            <a:solidFill>
              <a:srgbClr val="8F6B00"/>
            </a:solidFill>
          </p:spPr>
          <p:txBody>
            <a:bodyPr wrap="square" lIns="0" tIns="0" rIns="0" bIns="0" rtlCol="0"/>
            <a:lstStyle/>
            <a:p/>
          </p:txBody>
        </p:sp>
        <p:sp>
          <p:nvSpPr>
            <p:cNvPr id="969" name="object 969"/>
            <p:cNvSpPr/>
            <p:nvPr/>
          </p:nvSpPr>
          <p:spPr>
            <a:xfrm>
              <a:off x="4935220" y="3261359"/>
              <a:ext cx="661670" cy="6350"/>
            </a:xfrm>
            <a:custGeom>
              <a:avLst/>
              <a:gdLst/>
              <a:ahLst/>
              <a:cxnLst/>
              <a:rect l="l" t="t" r="r" b="b"/>
              <a:pathLst>
                <a:path w="661670" h="6350">
                  <a:moveTo>
                    <a:pt x="48260" y="3937"/>
                  </a:moveTo>
                  <a:lnTo>
                    <a:pt x="0" y="3937"/>
                  </a:lnTo>
                  <a:lnTo>
                    <a:pt x="0" y="6350"/>
                  </a:lnTo>
                  <a:lnTo>
                    <a:pt x="48260" y="6350"/>
                  </a:lnTo>
                  <a:lnTo>
                    <a:pt x="48260" y="3937"/>
                  </a:lnTo>
                  <a:close/>
                </a:path>
                <a:path w="661670" h="6350">
                  <a:moveTo>
                    <a:pt x="48260" y="127"/>
                  </a:moveTo>
                  <a:lnTo>
                    <a:pt x="0" y="127"/>
                  </a:lnTo>
                  <a:lnTo>
                    <a:pt x="0" y="3810"/>
                  </a:lnTo>
                  <a:lnTo>
                    <a:pt x="48260" y="3810"/>
                  </a:lnTo>
                  <a:lnTo>
                    <a:pt x="48260" y="127"/>
                  </a:lnTo>
                  <a:close/>
                </a:path>
                <a:path w="661670" h="6350">
                  <a:moveTo>
                    <a:pt x="593090" y="3810"/>
                  </a:moveTo>
                  <a:lnTo>
                    <a:pt x="591820" y="3810"/>
                  </a:lnTo>
                  <a:lnTo>
                    <a:pt x="591820" y="2540"/>
                  </a:lnTo>
                  <a:lnTo>
                    <a:pt x="591820" y="1270"/>
                  </a:lnTo>
                  <a:lnTo>
                    <a:pt x="590537" y="1270"/>
                  </a:lnTo>
                  <a:lnTo>
                    <a:pt x="590537" y="0"/>
                  </a:lnTo>
                  <a:lnTo>
                    <a:pt x="325120" y="0"/>
                  </a:lnTo>
                  <a:lnTo>
                    <a:pt x="323850" y="0"/>
                  </a:lnTo>
                  <a:lnTo>
                    <a:pt x="323850" y="127"/>
                  </a:lnTo>
                  <a:lnTo>
                    <a:pt x="325120" y="127"/>
                  </a:lnTo>
                  <a:lnTo>
                    <a:pt x="325120" y="1270"/>
                  </a:lnTo>
                  <a:lnTo>
                    <a:pt x="326390" y="1270"/>
                  </a:lnTo>
                  <a:lnTo>
                    <a:pt x="326390" y="2540"/>
                  </a:lnTo>
                  <a:lnTo>
                    <a:pt x="327660" y="2540"/>
                  </a:lnTo>
                  <a:lnTo>
                    <a:pt x="327660" y="3810"/>
                  </a:lnTo>
                  <a:lnTo>
                    <a:pt x="328930" y="3810"/>
                  </a:lnTo>
                  <a:lnTo>
                    <a:pt x="328930" y="5080"/>
                  </a:lnTo>
                  <a:lnTo>
                    <a:pt x="593090" y="5080"/>
                  </a:lnTo>
                  <a:lnTo>
                    <a:pt x="593090" y="3810"/>
                  </a:lnTo>
                  <a:close/>
                </a:path>
                <a:path w="661670" h="6350">
                  <a:moveTo>
                    <a:pt x="594360" y="5207"/>
                  </a:moveTo>
                  <a:lnTo>
                    <a:pt x="330200" y="5207"/>
                  </a:lnTo>
                  <a:lnTo>
                    <a:pt x="330200" y="6350"/>
                  </a:lnTo>
                  <a:lnTo>
                    <a:pt x="594360" y="6350"/>
                  </a:lnTo>
                  <a:lnTo>
                    <a:pt x="594360" y="5207"/>
                  </a:lnTo>
                  <a:close/>
                </a:path>
                <a:path w="661670" h="6350">
                  <a:moveTo>
                    <a:pt x="661670" y="3937"/>
                  </a:moveTo>
                  <a:lnTo>
                    <a:pt x="612140" y="3937"/>
                  </a:lnTo>
                  <a:lnTo>
                    <a:pt x="612140" y="6350"/>
                  </a:lnTo>
                  <a:lnTo>
                    <a:pt x="661670" y="6350"/>
                  </a:lnTo>
                  <a:lnTo>
                    <a:pt x="661670" y="3937"/>
                  </a:lnTo>
                  <a:close/>
                </a:path>
                <a:path w="661670" h="6350">
                  <a:moveTo>
                    <a:pt x="661670" y="127"/>
                  </a:moveTo>
                  <a:lnTo>
                    <a:pt x="612140" y="127"/>
                  </a:lnTo>
                  <a:lnTo>
                    <a:pt x="612140" y="3810"/>
                  </a:lnTo>
                  <a:lnTo>
                    <a:pt x="661670" y="3810"/>
                  </a:lnTo>
                  <a:lnTo>
                    <a:pt x="661670" y="127"/>
                  </a:lnTo>
                  <a:close/>
                </a:path>
              </a:pathLst>
            </a:custGeom>
            <a:solidFill>
              <a:srgbClr val="916C00"/>
            </a:solidFill>
          </p:spPr>
          <p:txBody>
            <a:bodyPr wrap="square" lIns="0" tIns="0" rIns="0" bIns="0" rtlCol="0"/>
            <a:lstStyle/>
            <a:p/>
          </p:txBody>
        </p:sp>
        <p:sp>
          <p:nvSpPr>
            <p:cNvPr id="970" name="object 970"/>
            <p:cNvSpPr/>
            <p:nvPr/>
          </p:nvSpPr>
          <p:spPr>
            <a:xfrm>
              <a:off x="4935220" y="3267709"/>
              <a:ext cx="661670" cy="7620"/>
            </a:xfrm>
            <a:custGeom>
              <a:avLst/>
              <a:gdLst/>
              <a:ahLst/>
              <a:cxnLst/>
              <a:rect l="l" t="t" r="r" b="b"/>
              <a:pathLst>
                <a:path w="661670" h="7620">
                  <a:moveTo>
                    <a:pt x="48260" y="6477"/>
                  </a:moveTo>
                  <a:lnTo>
                    <a:pt x="0" y="6477"/>
                  </a:lnTo>
                  <a:lnTo>
                    <a:pt x="0" y="7620"/>
                  </a:lnTo>
                  <a:lnTo>
                    <a:pt x="48260" y="7620"/>
                  </a:lnTo>
                  <a:lnTo>
                    <a:pt x="48260" y="6477"/>
                  </a:lnTo>
                  <a:close/>
                </a:path>
                <a:path w="661670" h="7620">
                  <a:moveTo>
                    <a:pt x="48260" y="3937"/>
                  </a:moveTo>
                  <a:lnTo>
                    <a:pt x="0" y="3937"/>
                  </a:lnTo>
                  <a:lnTo>
                    <a:pt x="0" y="6350"/>
                  </a:lnTo>
                  <a:lnTo>
                    <a:pt x="48260" y="6350"/>
                  </a:lnTo>
                  <a:lnTo>
                    <a:pt x="48260" y="3937"/>
                  </a:lnTo>
                  <a:close/>
                </a:path>
                <a:path w="661670" h="7620">
                  <a:moveTo>
                    <a:pt x="48260" y="127"/>
                  </a:moveTo>
                  <a:lnTo>
                    <a:pt x="0" y="127"/>
                  </a:lnTo>
                  <a:lnTo>
                    <a:pt x="0" y="3810"/>
                  </a:lnTo>
                  <a:lnTo>
                    <a:pt x="48260" y="3810"/>
                  </a:lnTo>
                  <a:lnTo>
                    <a:pt x="48260" y="127"/>
                  </a:lnTo>
                  <a:close/>
                </a:path>
                <a:path w="661670" h="7620">
                  <a:moveTo>
                    <a:pt x="598170" y="3810"/>
                  </a:moveTo>
                  <a:lnTo>
                    <a:pt x="596900" y="3810"/>
                  </a:lnTo>
                  <a:lnTo>
                    <a:pt x="596900" y="2540"/>
                  </a:lnTo>
                  <a:lnTo>
                    <a:pt x="595630" y="2540"/>
                  </a:lnTo>
                  <a:lnTo>
                    <a:pt x="595630" y="1270"/>
                  </a:lnTo>
                  <a:lnTo>
                    <a:pt x="595630" y="0"/>
                  </a:lnTo>
                  <a:lnTo>
                    <a:pt x="330200" y="0"/>
                  </a:lnTo>
                  <a:lnTo>
                    <a:pt x="330200" y="1270"/>
                  </a:lnTo>
                  <a:lnTo>
                    <a:pt x="331470" y="1270"/>
                  </a:lnTo>
                  <a:lnTo>
                    <a:pt x="331470" y="2540"/>
                  </a:lnTo>
                  <a:lnTo>
                    <a:pt x="332740" y="2540"/>
                  </a:lnTo>
                  <a:lnTo>
                    <a:pt x="332740" y="3810"/>
                  </a:lnTo>
                  <a:lnTo>
                    <a:pt x="334010" y="3810"/>
                  </a:lnTo>
                  <a:lnTo>
                    <a:pt x="334010" y="5080"/>
                  </a:lnTo>
                  <a:lnTo>
                    <a:pt x="598170" y="5080"/>
                  </a:lnTo>
                  <a:lnTo>
                    <a:pt x="598170" y="3810"/>
                  </a:lnTo>
                  <a:close/>
                </a:path>
                <a:path w="661670" h="7620">
                  <a:moveTo>
                    <a:pt x="600710" y="6350"/>
                  </a:moveTo>
                  <a:lnTo>
                    <a:pt x="599440" y="6350"/>
                  </a:lnTo>
                  <a:lnTo>
                    <a:pt x="599440" y="5207"/>
                  </a:lnTo>
                  <a:lnTo>
                    <a:pt x="335280" y="5207"/>
                  </a:lnTo>
                  <a:lnTo>
                    <a:pt x="335280" y="6350"/>
                  </a:lnTo>
                  <a:lnTo>
                    <a:pt x="335280" y="7620"/>
                  </a:lnTo>
                  <a:lnTo>
                    <a:pt x="600710" y="7620"/>
                  </a:lnTo>
                  <a:lnTo>
                    <a:pt x="600710" y="6350"/>
                  </a:lnTo>
                  <a:close/>
                </a:path>
                <a:path w="661670" h="7620">
                  <a:moveTo>
                    <a:pt x="661670" y="6477"/>
                  </a:moveTo>
                  <a:lnTo>
                    <a:pt x="612140" y="6477"/>
                  </a:lnTo>
                  <a:lnTo>
                    <a:pt x="612140" y="7620"/>
                  </a:lnTo>
                  <a:lnTo>
                    <a:pt x="661670" y="7620"/>
                  </a:lnTo>
                  <a:lnTo>
                    <a:pt x="661670" y="6477"/>
                  </a:lnTo>
                  <a:close/>
                </a:path>
                <a:path w="661670" h="7620">
                  <a:moveTo>
                    <a:pt x="661670" y="3937"/>
                  </a:moveTo>
                  <a:lnTo>
                    <a:pt x="612140" y="3937"/>
                  </a:lnTo>
                  <a:lnTo>
                    <a:pt x="612140" y="6350"/>
                  </a:lnTo>
                  <a:lnTo>
                    <a:pt x="661670" y="6350"/>
                  </a:lnTo>
                  <a:lnTo>
                    <a:pt x="661670" y="3937"/>
                  </a:lnTo>
                  <a:close/>
                </a:path>
                <a:path w="661670" h="7620">
                  <a:moveTo>
                    <a:pt x="661670" y="127"/>
                  </a:moveTo>
                  <a:lnTo>
                    <a:pt x="612140" y="127"/>
                  </a:lnTo>
                  <a:lnTo>
                    <a:pt x="612140" y="3810"/>
                  </a:lnTo>
                  <a:lnTo>
                    <a:pt x="661670" y="3810"/>
                  </a:lnTo>
                  <a:lnTo>
                    <a:pt x="661670" y="127"/>
                  </a:lnTo>
                  <a:close/>
                </a:path>
              </a:pathLst>
            </a:custGeom>
            <a:solidFill>
              <a:srgbClr val="936E00"/>
            </a:solidFill>
          </p:spPr>
          <p:txBody>
            <a:bodyPr wrap="square" lIns="0" tIns="0" rIns="0" bIns="0" rtlCol="0"/>
            <a:lstStyle/>
            <a:p/>
          </p:txBody>
        </p:sp>
        <p:sp>
          <p:nvSpPr>
            <p:cNvPr id="971" name="object 971"/>
            <p:cNvSpPr/>
            <p:nvPr/>
          </p:nvSpPr>
          <p:spPr>
            <a:xfrm>
              <a:off x="4935220" y="3275329"/>
              <a:ext cx="661670" cy="7620"/>
            </a:xfrm>
            <a:custGeom>
              <a:avLst/>
              <a:gdLst/>
              <a:ahLst/>
              <a:cxnLst/>
              <a:rect l="l" t="t" r="r" b="b"/>
              <a:pathLst>
                <a:path w="661670" h="7620">
                  <a:moveTo>
                    <a:pt x="48260" y="5207"/>
                  </a:moveTo>
                  <a:lnTo>
                    <a:pt x="0" y="5207"/>
                  </a:lnTo>
                  <a:lnTo>
                    <a:pt x="0" y="7620"/>
                  </a:lnTo>
                  <a:lnTo>
                    <a:pt x="48260" y="7620"/>
                  </a:lnTo>
                  <a:lnTo>
                    <a:pt x="48260" y="5207"/>
                  </a:lnTo>
                  <a:close/>
                </a:path>
                <a:path w="661670" h="7620">
                  <a:moveTo>
                    <a:pt x="48260" y="2667"/>
                  </a:moveTo>
                  <a:lnTo>
                    <a:pt x="0" y="2667"/>
                  </a:lnTo>
                  <a:lnTo>
                    <a:pt x="0" y="5080"/>
                  </a:lnTo>
                  <a:lnTo>
                    <a:pt x="48260" y="5080"/>
                  </a:lnTo>
                  <a:lnTo>
                    <a:pt x="48260" y="2667"/>
                  </a:lnTo>
                  <a:close/>
                </a:path>
                <a:path w="661670" h="7620">
                  <a:moveTo>
                    <a:pt x="48260" y="0"/>
                  </a:moveTo>
                  <a:lnTo>
                    <a:pt x="0" y="0"/>
                  </a:lnTo>
                  <a:lnTo>
                    <a:pt x="0" y="2540"/>
                  </a:lnTo>
                  <a:lnTo>
                    <a:pt x="48260" y="2540"/>
                  </a:lnTo>
                  <a:lnTo>
                    <a:pt x="48260" y="0"/>
                  </a:lnTo>
                  <a:close/>
                </a:path>
                <a:path w="661670" h="7620">
                  <a:moveTo>
                    <a:pt x="603250" y="2540"/>
                  </a:moveTo>
                  <a:lnTo>
                    <a:pt x="601980" y="2540"/>
                  </a:lnTo>
                  <a:lnTo>
                    <a:pt x="601980" y="1270"/>
                  </a:lnTo>
                  <a:lnTo>
                    <a:pt x="600710" y="1270"/>
                  </a:lnTo>
                  <a:lnTo>
                    <a:pt x="600710" y="0"/>
                  </a:lnTo>
                  <a:lnTo>
                    <a:pt x="336550" y="0"/>
                  </a:lnTo>
                  <a:lnTo>
                    <a:pt x="336550" y="1397"/>
                  </a:lnTo>
                  <a:lnTo>
                    <a:pt x="337820" y="1397"/>
                  </a:lnTo>
                  <a:lnTo>
                    <a:pt x="337820" y="2540"/>
                  </a:lnTo>
                  <a:lnTo>
                    <a:pt x="339090" y="2540"/>
                  </a:lnTo>
                  <a:lnTo>
                    <a:pt x="339090" y="3810"/>
                  </a:lnTo>
                  <a:lnTo>
                    <a:pt x="603250" y="3810"/>
                  </a:lnTo>
                  <a:lnTo>
                    <a:pt x="603250" y="2540"/>
                  </a:lnTo>
                  <a:close/>
                </a:path>
                <a:path w="661670" h="7620">
                  <a:moveTo>
                    <a:pt x="605790" y="6350"/>
                  </a:moveTo>
                  <a:lnTo>
                    <a:pt x="605777" y="5080"/>
                  </a:lnTo>
                  <a:lnTo>
                    <a:pt x="604520" y="5080"/>
                  </a:lnTo>
                  <a:lnTo>
                    <a:pt x="604520" y="3937"/>
                  </a:lnTo>
                  <a:lnTo>
                    <a:pt x="340360" y="3937"/>
                  </a:lnTo>
                  <a:lnTo>
                    <a:pt x="340360" y="5080"/>
                  </a:lnTo>
                  <a:lnTo>
                    <a:pt x="340360" y="6350"/>
                  </a:lnTo>
                  <a:lnTo>
                    <a:pt x="341630" y="6350"/>
                  </a:lnTo>
                  <a:lnTo>
                    <a:pt x="341630" y="7620"/>
                  </a:lnTo>
                  <a:lnTo>
                    <a:pt x="605790" y="7620"/>
                  </a:lnTo>
                  <a:lnTo>
                    <a:pt x="605790" y="6350"/>
                  </a:lnTo>
                  <a:close/>
                </a:path>
                <a:path w="661670" h="7620">
                  <a:moveTo>
                    <a:pt x="661670" y="5207"/>
                  </a:moveTo>
                  <a:lnTo>
                    <a:pt x="612140" y="5207"/>
                  </a:lnTo>
                  <a:lnTo>
                    <a:pt x="612140" y="7620"/>
                  </a:lnTo>
                  <a:lnTo>
                    <a:pt x="661670" y="7620"/>
                  </a:lnTo>
                  <a:lnTo>
                    <a:pt x="661670" y="5207"/>
                  </a:lnTo>
                  <a:close/>
                </a:path>
                <a:path w="661670" h="7620">
                  <a:moveTo>
                    <a:pt x="661670" y="2667"/>
                  </a:moveTo>
                  <a:lnTo>
                    <a:pt x="612140" y="2667"/>
                  </a:lnTo>
                  <a:lnTo>
                    <a:pt x="612140" y="5080"/>
                  </a:lnTo>
                  <a:lnTo>
                    <a:pt x="661670" y="5080"/>
                  </a:lnTo>
                  <a:lnTo>
                    <a:pt x="661670" y="2667"/>
                  </a:lnTo>
                  <a:close/>
                </a:path>
                <a:path w="661670" h="7620">
                  <a:moveTo>
                    <a:pt x="661670" y="0"/>
                  </a:moveTo>
                  <a:lnTo>
                    <a:pt x="612140" y="0"/>
                  </a:lnTo>
                  <a:lnTo>
                    <a:pt x="612140" y="2540"/>
                  </a:lnTo>
                  <a:lnTo>
                    <a:pt x="661670" y="2540"/>
                  </a:lnTo>
                  <a:lnTo>
                    <a:pt x="661670" y="0"/>
                  </a:lnTo>
                  <a:close/>
                </a:path>
              </a:pathLst>
            </a:custGeom>
            <a:solidFill>
              <a:srgbClr val="956F00"/>
            </a:solidFill>
          </p:spPr>
          <p:txBody>
            <a:bodyPr wrap="square" lIns="0" tIns="0" rIns="0" bIns="0" rtlCol="0"/>
            <a:lstStyle/>
            <a:p/>
          </p:txBody>
        </p:sp>
        <p:sp>
          <p:nvSpPr>
            <p:cNvPr id="972" name="object 972"/>
            <p:cNvSpPr/>
            <p:nvPr/>
          </p:nvSpPr>
          <p:spPr>
            <a:xfrm>
              <a:off x="4935220" y="3282949"/>
              <a:ext cx="661670" cy="7620"/>
            </a:xfrm>
            <a:custGeom>
              <a:avLst/>
              <a:gdLst/>
              <a:ahLst/>
              <a:cxnLst/>
              <a:rect l="l" t="t" r="r" b="b"/>
              <a:pathLst>
                <a:path w="661670" h="7620">
                  <a:moveTo>
                    <a:pt x="48260" y="1397"/>
                  </a:moveTo>
                  <a:lnTo>
                    <a:pt x="0" y="1397"/>
                  </a:lnTo>
                  <a:lnTo>
                    <a:pt x="0" y="7620"/>
                  </a:lnTo>
                  <a:lnTo>
                    <a:pt x="48260" y="7620"/>
                  </a:lnTo>
                  <a:lnTo>
                    <a:pt x="48260" y="1397"/>
                  </a:lnTo>
                  <a:close/>
                </a:path>
                <a:path w="661670" h="7620">
                  <a:moveTo>
                    <a:pt x="48260" y="0"/>
                  </a:moveTo>
                  <a:lnTo>
                    <a:pt x="0" y="0"/>
                  </a:lnTo>
                  <a:lnTo>
                    <a:pt x="0" y="1270"/>
                  </a:lnTo>
                  <a:lnTo>
                    <a:pt x="48260" y="1270"/>
                  </a:lnTo>
                  <a:lnTo>
                    <a:pt x="48260" y="0"/>
                  </a:lnTo>
                  <a:close/>
                </a:path>
                <a:path w="661670" h="7620">
                  <a:moveTo>
                    <a:pt x="608330" y="1270"/>
                  </a:moveTo>
                  <a:lnTo>
                    <a:pt x="607060" y="1270"/>
                  </a:lnTo>
                  <a:lnTo>
                    <a:pt x="607060" y="0"/>
                  </a:lnTo>
                  <a:lnTo>
                    <a:pt x="605790" y="0"/>
                  </a:lnTo>
                  <a:lnTo>
                    <a:pt x="342900" y="0"/>
                  </a:lnTo>
                  <a:lnTo>
                    <a:pt x="341630" y="0"/>
                  </a:lnTo>
                  <a:lnTo>
                    <a:pt x="341630" y="127"/>
                  </a:lnTo>
                  <a:lnTo>
                    <a:pt x="342900" y="127"/>
                  </a:lnTo>
                  <a:lnTo>
                    <a:pt x="342900" y="1270"/>
                  </a:lnTo>
                  <a:lnTo>
                    <a:pt x="344170" y="1270"/>
                  </a:lnTo>
                  <a:lnTo>
                    <a:pt x="344170" y="2540"/>
                  </a:lnTo>
                  <a:lnTo>
                    <a:pt x="608330" y="2540"/>
                  </a:lnTo>
                  <a:lnTo>
                    <a:pt x="608330" y="1270"/>
                  </a:lnTo>
                  <a:close/>
                </a:path>
                <a:path w="661670" h="7620">
                  <a:moveTo>
                    <a:pt x="661670" y="0"/>
                  </a:moveTo>
                  <a:lnTo>
                    <a:pt x="612140" y="0"/>
                  </a:lnTo>
                  <a:lnTo>
                    <a:pt x="612140" y="1270"/>
                  </a:lnTo>
                  <a:lnTo>
                    <a:pt x="612140" y="6350"/>
                  </a:lnTo>
                  <a:lnTo>
                    <a:pt x="610870" y="6350"/>
                  </a:lnTo>
                  <a:lnTo>
                    <a:pt x="610870" y="3937"/>
                  </a:lnTo>
                  <a:lnTo>
                    <a:pt x="609600" y="3937"/>
                  </a:lnTo>
                  <a:lnTo>
                    <a:pt x="609600" y="2667"/>
                  </a:lnTo>
                  <a:lnTo>
                    <a:pt x="345440" y="2667"/>
                  </a:lnTo>
                  <a:lnTo>
                    <a:pt x="345440" y="3937"/>
                  </a:lnTo>
                  <a:lnTo>
                    <a:pt x="346710" y="3937"/>
                  </a:lnTo>
                  <a:lnTo>
                    <a:pt x="346710" y="6477"/>
                  </a:lnTo>
                  <a:lnTo>
                    <a:pt x="347980" y="6477"/>
                  </a:lnTo>
                  <a:lnTo>
                    <a:pt x="347980" y="7620"/>
                  </a:lnTo>
                  <a:lnTo>
                    <a:pt x="661670" y="7620"/>
                  </a:lnTo>
                  <a:lnTo>
                    <a:pt x="661670" y="6350"/>
                  </a:lnTo>
                  <a:lnTo>
                    <a:pt x="661670" y="1270"/>
                  </a:lnTo>
                  <a:lnTo>
                    <a:pt x="661670" y="0"/>
                  </a:lnTo>
                  <a:close/>
                </a:path>
              </a:pathLst>
            </a:custGeom>
            <a:solidFill>
              <a:srgbClr val="977100"/>
            </a:solidFill>
          </p:spPr>
          <p:txBody>
            <a:bodyPr wrap="square" lIns="0" tIns="0" rIns="0" bIns="0" rtlCol="0"/>
            <a:lstStyle/>
            <a:p/>
          </p:txBody>
        </p:sp>
        <p:sp>
          <p:nvSpPr>
            <p:cNvPr id="973" name="object 973"/>
            <p:cNvSpPr/>
            <p:nvPr/>
          </p:nvSpPr>
          <p:spPr>
            <a:xfrm>
              <a:off x="4935220" y="3290569"/>
              <a:ext cx="661670" cy="6350"/>
            </a:xfrm>
            <a:custGeom>
              <a:avLst/>
              <a:gdLst/>
              <a:ahLst/>
              <a:cxnLst/>
              <a:rect l="l" t="t" r="r" b="b"/>
              <a:pathLst>
                <a:path w="661670" h="6350">
                  <a:moveTo>
                    <a:pt x="48260" y="127"/>
                  </a:moveTo>
                  <a:lnTo>
                    <a:pt x="0" y="127"/>
                  </a:lnTo>
                  <a:lnTo>
                    <a:pt x="0" y="6350"/>
                  </a:lnTo>
                  <a:lnTo>
                    <a:pt x="48260" y="6350"/>
                  </a:lnTo>
                  <a:lnTo>
                    <a:pt x="48260" y="127"/>
                  </a:lnTo>
                  <a:close/>
                </a:path>
                <a:path w="661670" h="6350">
                  <a:moveTo>
                    <a:pt x="661670" y="0"/>
                  </a:moveTo>
                  <a:lnTo>
                    <a:pt x="349250" y="0"/>
                  </a:lnTo>
                  <a:lnTo>
                    <a:pt x="347980" y="0"/>
                  </a:lnTo>
                  <a:lnTo>
                    <a:pt x="347980" y="127"/>
                  </a:lnTo>
                  <a:lnTo>
                    <a:pt x="349250" y="127"/>
                  </a:lnTo>
                  <a:lnTo>
                    <a:pt x="349250" y="1270"/>
                  </a:lnTo>
                  <a:lnTo>
                    <a:pt x="350520" y="1270"/>
                  </a:lnTo>
                  <a:lnTo>
                    <a:pt x="350520" y="2540"/>
                  </a:lnTo>
                  <a:lnTo>
                    <a:pt x="351790" y="2540"/>
                  </a:lnTo>
                  <a:lnTo>
                    <a:pt x="351790" y="5080"/>
                  </a:lnTo>
                  <a:lnTo>
                    <a:pt x="353060" y="5080"/>
                  </a:lnTo>
                  <a:lnTo>
                    <a:pt x="353060" y="6350"/>
                  </a:lnTo>
                  <a:lnTo>
                    <a:pt x="661670" y="6350"/>
                  </a:lnTo>
                  <a:lnTo>
                    <a:pt x="661670" y="5080"/>
                  </a:lnTo>
                  <a:lnTo>
                    <a:pt x="661670" y="2540"/>
                  </a:lnTo>
                  <a:lnTo>
                    <a:pt x="661670" y="1270"/>
                  </a:lnTo>
                  <a:lnTo>
                    <a:pt x="661670" y="0"/>
                  </a:lnTo>
                  <a:close/>
                </a:path>
              </a:pathLst>
            </a:custGeom>
            <a:solidFill>
              <a:srgbClr val="997200"/>
            </a:solidFill>
          </p:spPr>
          <p:txBody>
            <a:bodyPr wrap="square" lIns="0" tIns="0" rIns="0" bIns="0" rtlCol="0"/>
            <a:lstStyle/>
            <a:p/>
          </p:txBody>
        </p:sp>
        <p:sp>
          <p:nvSpPr>
            <p:cNvPr id="974" name="object 974"/>
            <p:cNvSpPr/>
            <p:nvPr/>
          </p:nvSpPr>
          <p:spPr>
            <a:xfrm>
              <a:off x="4935220" y="3296919"/>
              <a:ext cx="661670" cy="7620"/>
            </a:xfrm>
            <a:custGeom>
              <a:avLst/>
              <a:gdLst/>
              <a:ahLst/>
              <a:cxnLst/>
              <a:rect l="l" t="t" r="r" b="b"/>
              <a:pathLst>
                <a:path w="661670" h="7620">
                  <a:moveTo>
                    <a:pt x="48260" y="6477"/>
                  </a:moveTo>
                  <a:lnTo>
                    <a:pt x="0" y="6477"/>
                  </a:lnTo>
                  <a:lnTo>
                    <a:pt x="0" y="7620"/>
                  </a:lnTo>
                  <a:lnTo>
                    <a:pt x="48260" y="7620"/>
                  </a:lnTo>
                  <a:lnTo>
                    <a:pt x="48260" y="6477"/>
                  </a:lnTo>
                  <a:close/>
                </a:path>
                <a:path w="661670" h="7620">
                  <a:moveTo>
                    <a:pt x="48260" y="127"/>
                  </a:moveTo>
                  <a:lnTo>
                    <a:pt x="0" y="127"/>
                  </a:lnTo>
                  <a:lnTo>
                    <a:pt x="0" y="6350"/>
                  </a:lnTo>
                  <a:lnTo>
                    <a:pt x="48260" y="6350"/>
                  </a:lnTo>
                  <a:lnTo>
                    <a:pt x="48260" y="127"/>
                  </a:lnTo>
                  <a:close/>
                </a:path>
                <a:path w="661670" h="7620">
                  <a:moveTo>
                    <a:pt x="661670" y="6477"/>
                  </a:moveTo>
                  <a:lnTo>
                    <a:pt x="359410" y="6477"/>
                  </a:lnTo>
                  <a:lnTo>
                    <a:pt x="359410" y="7620"/>
                  </a:lnTo>
                  <a:lnTo>
                    <a:pt x="661670" y="7620"/>
                  </a:lnTo>
                  <a:lnTo>
                    <a:pt x="661670" y="6477"/>
                  </a:lnTo>
                  <a:close/>
                </a:path>
                <a:path w="661670" h="7620">
                  <a:moveTo>
                    <a:pt x="661670" y="0"/>
                  </a:moveTo>
                  <a:lnTo>
                    <a:pt x="354330" y="0"/>
                  </a:lnTo>
                  <a:lnTo>
                    <a:pt x="353060" y="0"/>
                  </a:lnTo>
                  <a:lnTo>
                    <a:pt x="353060" y="127"/>
                  </a:lnTo>
                  <a:lnTo>
                    <a:pt x="354330" y="127"/>
                  </a:lnTo>
                  <a:lnTo>
                    <a:pt x="354330" y="1270"/>
                  </a:lnTo>
                  <a:lnTo>
                    <a:pt x="355600" y="1270"/>
                  </a:lnTo>
                  <a:lnTo>
                    <a:pt x="355600" y="2540"/>
                  </a:lnTo>
                  <a:lnTo>
                    <a:pt x="356870" y="2540"/>
                  </a:lnTo>
                  <a:lnTo>
                    <a:pt x="356870" y="5080"/>
                  </a:lnTo>
                  <a:lnTo>
                    <a:pt x="358140" y="5080"/>
                  </a:lnTo>
                  <a:lnTo>
                    <a:pt x="358140" y="6350"/>
                  </a:lnTo>
                  <a:lnTo>
                    <a:pt x="661670" y="6350"/>
                  </a:lnTo>
                  <a:lnTo>
                    <a:pt x="661670" y="5080"/>
                  </a:lnTo>
                  <a:lnTo>
                    <a:pt x="661670" y="2540"/>
                  </a:lnTo>
                  <a:lnTo>
                    <a:pt x="661670" y="1270"/>
                  </a:lnTo>
                  <a:lnTo>
                    <a:pt x="661670" y="0"/>
                  </a:lnTo>
                  <a:close/>
                </a:path>
              </a:pathLst>
            </a:custGeom>
            <a:solidFill>
              <a:srgbClr val="9B7300"/>
            </a:solidFill>
          </p:spPr>
          <p:txBody>
            <a:bodyPr wrap="square" lIns="0" tIns="0" rIns="0" bIns="0" rtlCol="0"/>
            <a:lstStyle/>
            <a:p/>
          </p:txBody>
        </p:sp>
        <p:sp>
          <p:nvSpPr>
            <p:cNvPr id="975" name="object 975"/>
            <p:cNvSpPr/>
            <p:nvPr/>
          </p:nvSpPr>
          <p:spPr>
            <a:xfrm>
              <a:off x="4935220" y="3304539"/>
              <a:ext cx="661670" cy="7620"/>
            </a:xfrm>
            <a:custGeom>
              <a:avLst/>
              <a:gdLst/>
              <a:ahLst/>
              <a:cxnLst/>
              <a:rect l="l" t="t" r="r" b="b"/>
              <a:pathLst>
                <a:path w="661670" h="7620">
                  <a:moveTo>
                    <a:pt x="48260" y="2552"/>
                  </a:moveTo>
                  <a:lnTo>
                    <a:pt x="0" y="2552"/>
                  </a:lnTo>
                  <a:lnTo>
                    <a:pt x="0" y="7620"/>
                  </a:lnTo>
                  <a:lnTo>
                    <a:pt x="48260" y="7620"/>
                  </a:lnTo>
                  <a:lnTo>
                    <a:pt x="48260" y="2552"/>
                  </a:lnTo>
                  <a:close/>
                </a:path>
                <a:path w="661670" h="7620">
                  <a:moveTo>
                    <a:pt x="48260" y="1397"/>
                  </a:moveTo>
                  <a:lnTo>
                    <a:pt x="0" y="1397"/>
                  </a:lnTo>
                  <a:lnTo>
                    <a:pt x="0" y="2540"/>
                  </a:lnTo>
                  <a:lnTo>
                    <a:pt x="48260" y="2540"/>
                  </a:lnTo>
                  <a:lnTo>
                    <a:pt x="48260" y="1397"/>
                  </a:lnTo>
                  <a:close/>
                </a:path>
                <a:path w="661670" h="7620">
                  <a:moveTo>
                    <a:pt x="48260" y="0"/>
                  </a:moveTo>
                  <a:lnTo>
                    <a:pt x="0" y="0"/>
                  </a:lnTo>
                  <a:lnTo>
                    <a:pt x="0" y="1270"/>
                  </a:lnTo>
                  <a:lnTo>
                    <a:pt x="48260" y="1270"/>
                  </a:lnTo>
                  <a:lnTo>
                    <a:pt x="48260" y="0"/>
                  </a:lnTo>
                  <a:close/>
                </a:path>
                <a:path w="661670" h="7620">
                  <a:moveTo>
                    <a:pt x="661670" y="1397"/>
                  </a:moveTo>
                  <a:lnTo>
                    <a:pt x="361950" y="1397"/>
                  </a:lnTo>
                  <a:lnTo>
                    <a:pt x="361950" y="2540"/>
                  </a:lnTo>
                  <a:lnTo>
                    <a:pt x="363220" y="2540"/>
                  </a:lnTo>
                  <a:lnTo>
                    <a:pt x="363220" y="5080"/>
                  </a:lnTo>
                  <a:lnTo>
                    <a:pt x="364490" y="5080"/>
                  </a:lnTo>
                  <a:lnTo>
                    <a:pt x="364490" y="6350"/>
                  </a:lnTo>
                  <a:lnTo>
                    <a:pt x="365760" y="6350"/>
                  </a:lnTo>
                  <a:lnTo>
                    <a:pt x="365760" y="7620"/>
                  </a:lnTo>
                  <a:lnTo>
                    <a:pt x="661670" y="7620"/>
                  </a:lnTo>
                  <a:lnTo>
                    <a:pt x="661670" y="6350"/>
                  </a:lnTo>
                  <a:lnTo>
                    <a:pt x="661670" y="5080"/>
                  </a:lnTo>
                  <a:lnTo>
                    <a:pt x="661670" y="2540"/>
                  </a:lnTo>
                  <a:lnTo>
                    <a:pt x="661670" y="1397"/>
                  </a:lnTo>
                  <a:close/>
                </a:path>
                <a:path w="661670" h="7620">
                  <a:moveTo>
                    <a:pt x="661670" y="0"/>
                  </a:moveTo>
                  <a:lnTo>
                    <a:pt x="360680" y="0"/>
                  </a:lnTo>
                  <a:lnTo>
                    <a:pt x="360680" y="1270"/>
                  </a:lnTo>
                  <a:lnTo>
                    <a:pt x="661670" y="1270"/>
                  </a:lnTo>
                  <a:lnTo>
                    <a:pt x="661670" y="0"/>
                  </a:lnTo>
                  <a:close/>
                </a:path>
              </a:pathLst>
            </a:custGeom>
            <a:solidFill>
              <a:srgbClr val="9D7500"/>
            </a:solidFill>
          </p:spPr>
          <p:txBody>
            <a:bodyPr wrap="square" lIns="0" tIns="0" rIns="0" bIns="0" rtlCol="0"/>
            <a:lstStyle/>
            <a:p/>
          </p:txBody>
        </p:sp>
        <p:sp>
          <p:nvSpPr>
            <p:cNvPr id="976" name="object 976"/>
            <p:cNvSpPr/>
            <p:nvPr/>
          </p:nvSpPr>
          <p:spPr>
            <a:xfrm>
              <a:off x="4935220" y="3312159"/>
              <a:ext cx="661670" cy="6350"/>
            </a:xfrm>
            <a:custGeom>
              <a:avLst/>
              <a:gdLst/>
              <a:ahLst/>
              <a:cxnLst/>
              <a:rect l="l" t="t" r="r" b="b"/>
              <a:pathLst>
                <a:path w="661670" h="6350">
                  <a:moveTo>
                    <a:pt x="48260" y="1282"/>
                  </a:moveTo>
                  <a:lnTo>
                    <a:pt x="0" y="1282"/>
                  </a:lnTo>
                  <a:lnTo>
                    <a:pt x="0" y="6350"/>
                  </a:lnTo>
                  <a:lnTo>
                    <a:pt x="48260" y="6350"/>
                  </a:lnTo>
                  <a:lnTo>
                    <a:pt x="48260" y="1282"/>
                  </a:lnTo>
                  <a:close/>
                </a:path>
                <a:path w="661670" h="6350">
                  <a:moveTo>
                    <a:pt x="48260" y="0"/>
                  </a:moveTo>
                  <a:lnTo>
                    <a:pt x="0" y="0"/>
                  </a:lnTo>
                  <a:lnTo>
                    <a:pt x="0" y="1270"/>
                  </a:lnTo>
                  <a:lnTo>
                    <a:pt x="48260" y="1270"/>
                  </a:lnTo>
                  <a:lnTo>
                    <a:pt x="48260" y="0"/>
                  </a:lnTo>
                  <a:close/>
                </a:path>
                <a:path w="661670" h="6350">
                  <a:moveTo>
                    <a:pt x="661670" y="0"/>
                  </a:moveTo>
                  <a:lnTo>
                    <a:pt x="367030" y="0"/>
                  </a:lnTo>
                  <a:lnTo>
                    <a:pt x="367030" y="1270"/>
                  </a:lnTo>
                  <a:lnTo>
                    <a:pt x="368300" y="1270"/>
                  </a:lnTo>
                  <a:lnTo>
                    <a:pt x="368300" y="3810"/>
                  </a:lnTo>
                  <a:lnTo>
                    <a:pt x="369570" y="3810"/>
                  </a:lnTo>
                  <a:lnTo>
                    <a:pt x="369570" y="5080"/>
                  </a:lnTo>
                  <a:lnTo>
                    <a:pt x="370840" y="5080"/>
                  </a:lnTo>
                  <a:lnTo>
                    <a:pt x="370840" y="6350"/>
                  </a:lnTo>
                  <a:lnTo>
                    <a:pt x="661670" y="6350"/>
                  </a:lnTo>
                  <a:lnTo>
                    <a:pt x="661670" y="5080"/>
                  </a:lnTo>
                  <a:lnTo>
                    <a:pt x="661670" y="3810"/>
                  </a:lnTo>
                  <a:lnTo>
                    <a:pt x="661670" y="1270"/>
                  </a:lnTo>
                  <a:lnTo>
                    <a:pt x="661670" y="0"/>
                  </a:lnTo>
                  <a:close/>
                </a:path>
              </a:pathLst>
            </a:custGeom>
            <a:solidFill>
              <a:srgbClr val="9F7600"/>
            </a:solidFill>
          </p:spPr>
          <p:txBody>
            <a:bodyPr wrap="square" lIns="0" tIns="0" rIns="0" bIns="0" rtlCol="0"/>
            <a:lstStyle/>
            <a:p/>
          </p:txBody>
        </p:sp>
        <p:sp>
          <p:nvSpPr>
            <p:cNvPr id="977" name="object 977"/>
            <p:cNvSpPr/>
            <p:nvPr/>
          </p:nvSpPr>
          <p:spPr>
            <a:xfrm>
              <a:off x="4935220" y="3318509"/>
              <a:ext cx="661670" cy="7620"/>
            </a:xfrm>
            <a:custGeom>
              <a:avLst/>
              <a:gdLst/>
              <a:ahLst/>
              <a:cxnLst/>
              <a:rect l="l" t="t" r="r" b="b"/>
              <a:pathLst>
                <a:path w="661670" h="7620">
                  <a:moveTo>
                    <a:pt x="48260" y="6477"/>
                  </a:moveTo>
                  <a:lnTo>
                    <a:pt x="0" y="6477"/>
                  </a:lnTo>
                  <a:lnTo>
                    <a:pt x="0" y="7620"/>
                  </a:lnTo>
                  <a:lnTo>
                    <a:pt x="48260" y="7620"/>
                  </a:lnTo>
                  <a:lnTo>
                    <a:pt x="48260" y="6477"/>
                  </a:lnTo>
                  <a:close/>
                </a:path>
                <a:path w="661670" h="7620">
                  <a:moveTo>
                    <a:pt x="48260" y="3937"/>
                  </a:moveTo>
                  <a:lnTo>
                    <a:pt x="0" y="3937"/>
                  </a:lnTo>
                  <a:lnTo>
                    <a:pt x="0" y="6350"/>
                  </a:lnTo>
                  <a:lnTo>
                    <a:pt x="48260" y="6350"/>
                  </a:lnTo>
                  <a:lnTo>
                    <a:pt x="48260" y="3937"/>
                  </a:lnTo>
                  <a:close/>
                </a:path>
                <a:path w="661670" h="7620">
                  <a:moveTo>
                    <a:pt x="48260" y="1397"/>
                  </a:moveTo>
                  <a:lnTo>
                    <a:pt x="0" y="1397"/>
                  </a:lnTo>
                  <a:lnTo>
                    <a:pt x="0" y="3810"/>
                  </a:lnTo>
                  <a:lnTo>
                    <a:pt x="48260" y="3810"/>
                  </a:lnTo>
                  <a:lnTo>
                    <a:pt x="48260" y="1397"/>
                  </a:lnTo>
                  <a:close/>
                </a:path>
                <a:path w="661670" h="7620">
                  <a:moveTo>
                    <a:pt x="48260" y="0"/>
                  </a:moveTo>
                  <a:lnTo>
                    <a:pt x="0" y="0"/>
                  </a:lnTo>
                  <a:lnTo>
                    <a:pt x="0" y="1270"/>
                  </a:lnTo>
                  <a:lnTo>
                    <a:pt x="48260" y="1270"/>
                  </a:lnTo>
                  <a:lnTo>
                    <a:pt x="48260" y="0"/>
                  </a:lnTo>
                  <a:close/>
                </a:path>
                <a:path w="661670" h="7620">
                  <a:moveTo>
                    <a:pt x="661670" y="6477"/>
                  </a:moveTo>
                  <a:lnTo>
                    <a:pt x="377190" y="6477"/>
                  </a:lnTo>
                  <a:lnTo>
                    <a:pt x="377190" y="7620"/>
                  </a:lnTo>
                  <a:lnTo>
                    <a:pt x="661670" y="7620"/>
                  </a:lnTo>
                  <a:lnTo>
                    <a:pt x="661670" y="6477"/>
                  </a:lnTo>
                  <a:close/>
                </a:path>
                <a:path w="661670" h="7620">
                  <a:moveTo>
                    <a:pt x="661670" y="0"/>
                  </a:moveTo>
                  <a:lnTo>
                    <a:pt x="372110" y="0"/>
                  </a:lnTo>
                  <a:lnTo>
                    <a:pt x="372110" y="1270"/>
                  </a:lnTo>
                  <a:lnTo>
                    <a:pt x="373380" y="1270"/>
                  </a:lnTo>
                  <a:lnTo>
                    <a:pt x="373380" y="3810"/>
                  </a:lnTo>
                  <a:lnTo>
                    <a:pt x="374650" y="3810"/>
                  </a:lnTo>
                  <a:lnTo>
                    <a:pt x="374650" y="5080"/>
                  </a:lnTo>
                  <a:lnTo>
                    <a:pt x="375920" y="5080"/>
                  </a:lnTo>
                  <a:lnTo>
                    <a:pt x="375920" y="6350"/>
                  </a:lnTo>
                  <a:lnTo>
                    <a:pt x="661670" y="6350"/>
                  </a:lnTo>
                  <a:lnTo>
                    <a:pt x="661670" y="5080"/>
                  </a:lnTo>
                  <a:lnTo>
                    <a:pt x="661670" y="3810"/>
                  </a:lnTo>
                  <a:lnTo>
                    <a:pt x="661670" y="1270"/>
                  </a:lnTo>
                  <a:lnTo>
                    <a:pt x="661670" y="0"/>
                  </a:lnTo>
                  <a:close/>
                </a:path>
              </a:pathLst>
            </a:custGeom>
            <a:solidFill>
              <a:srgbClr val="A17800"/>
            </a:solidFill>
          </p:spPr>
          <p:txBody>
            <a:bodyPr wrap="square" lIns="0" tIns="0" rIns="0" bIns="0" rtlCol="0"/>
            <a:lstStyle/>
            <a:p/>
          </p:txBody>
        </p:sp>
        <p:sp>
          <p:nvSpPr>
            <p:cNvPr id="978" name="object 978"/>
            <p:cNvSpPr/>
            <p:nvPr/>
          </p:nvSpPr>
          <p:spPr>
            <a:xfrm>
              <a:off x="4935220" y="3326129"/>
              <a:ext cx="661670" cy="7620"/>
            </a:xfrm>
            <a:custGeom>
              <a:avLst/>
              <a:gdLst/>
              <a:ahLst/>
              <a:cxnLst/>
              <a:rect l="l" t="t" r="r" b="b"/>
              <a:pathLst>
                <a:path w="661670" h="7620">
                  <a:moveTo>
                    <a:pt x="48260" y="5207"/>
                  </a:moveTo>
                  <a:lnTo>
                    <a:pt x="0" y="5207"/>
                  </a:lnTo>
                  <a:lnTo>
                    <a:pt x="0" y="7620"/>
                  </a:lnTo>
                  <a:lnTo>
                    <a:pt x="48260" y="7620"/>
                  </a:lnTo>
                  <a:lnTo>
                    <a:pt x="48260" y="5207"/>
                  </a:lnTo>
                  <a:close/>
                </a:path>
                <a:path w="661670" h="7620">
                  <a:moveTo>
                    <a:pt x="48260" y="0"/>
                  </a:moveTo>
                  <a:lnTo>
                    <a:pt x="0" y="0"/>
                  </a:lnTo>
                  <a:lnTo>
                    <a:pt x="0" y="5080"/>
                  </a:lnTo>
                  <a:lnTo>
                    <a:pt x="48260" y="5080"/>
                  </a:lnTo>
                  <a:lnTo>
                    <a:pt x="48260" y="0"/>
                  </a:lnTo>
                  <a:close/>
                </a:path>
                <a:path w="661670" h="7620">
                  <a:moveTo>
                    <a:pt x="661670" y="0"/>
                  </a:moveTo>
                  <a:lnTo>
                    <a:pt x="378460" y="0"/>
                  </a:lnTo>
                  <a:lnTo>
                    <a:pt x="378460" y="1270"/>
                  </a:lnTo>
                  <a:lnTo>
                    <a:pt x="379730" y="1270"/>
                  </a:lnTo>
                  <a:lnTo>
                    <a:pt x="379730" y="3810"/>
                  </a:lnTo>
                  <a:lnTo>
                    <a:pt x="381000" y="3810"/>
                  </a:lnTo>
                  <a:lnTo>
                    <a:pt x="381000" y="5080"/>
                  </a:lnTo>
                  <a:lnTo>
                    <a:pt x="382270" y="5080"/>
                  </a:lnTo>
                  <a:lnTo>
                    <a:pt x="382270" y="6350"/>
                  </a:lnTo>
                  <a:lnTo>
                    <a:pt x="383540" y="6350"/>
                  </a:lnTo>
                  <a:lnTo>
                    <a:pt x="383540" y="7620"/>
                  </a:lnTo>
                  <a:lnTo>
                    <a:pt x="661670" y="7620"/>
                  </a:lnTo>
                  <a:lnTo>
                    <a:pt x="661670" y="6350"/>
                  </a:lnTo>
                  <a:lnTo>
                    <a:pt x="661670" y="5080"/>
                  </a:lnTo>
                  <a:lnTo>
                    <a:pt x="661670" y="3810"/>
                  </a:lnTo>
                  <a:lnTo>
                    <a:pt x="661670" y="1270"/>
                  </a:lnTo>
                  <a:lnTo>
                    <a:pt x="661670" y="0"/>
                  </a:lnTo>
                  <a:close/>
                </a:path>
              </a:pathLst>
            </a:custGeom>
            <a:solidFill>
              <a:srgbClr val="A37900"/>
            </a:solidFill>
          </p:spPr>
          <p:txBody>
            <a:bodyPr wrap="square" lIns="0" tIns="0" rIns="0" bIns="0" rtlCol="0"/>
            <a:lstStyle/>
            <a:p/>
          </p:txBody>
        </p:sp>
        <p:sp>
          <p:nvSpPr>
            <p:cNvPr id="979" name="object 979"/>
            <p:cNvSpPr/>
            <p:nvPr/>
          </p:nvSpPr>
          <p:spPr>
            <a:xfrm>
              <a:off x="4935220" y="3333749"/>
              <a:ext cx="661670" cy="6350"/>
            </a:xfrm>
            <a:custGeom>
              <a:avLst/>
              <a:gdLst/>
              <a:ahLst/>
              <a:cxnLst/>
              <a:rect l="l" t="t" r="r" b="b"/>
              <a:pathLst>
                <a:path w="661670" h="6350">
                  <a:moveTo>
                    <a:pt x="48260" y="3937"/>
                  </a:moveTo>
                  <a:lnTo>
                    <a:pt x="0" y="3937"/>
                  </a:lnTo>
                  <a:lnTo>
                    <a:pt x="0" y="6350"/>
                  </a:lnTo>
                  <a:lnTo>
                    <a:pt x="48260" y="6350"/>
                  </a:lnTo>
                  <a:lnTo>
                    <a:pt x="48260" y="3937"/>
                  </a:lnTo>
                  <a:close/>
                </a:path>
                <a:path w="661670" h="6350">
                  <a:moveTo>
                    <a:pt x="48260" y="0"/>
                  </a:moveTo>
                  <a:lnTo>
                    <a:pt x="0" y="0"/>
                  </a:lnTo>
                  <a:lnTo>
                    <a:pt x="0" y="3810"/>
                  </a:lnTo>
                  <a:lnTo>
                    <a:pt x="48260" y="3810"/>
                  </a:lnTo>
                  <a:lnTo>
                    <a:pt x="48260" y="0"/>
                  </a:lnTo>
                  <a:close/>
                </a:path>
                <a:path w="661670" h="6350">
                  <a:moveTo>
                    <a:pt x="661670" y="0"/>
                  </a:moveTo>
                  <a:lnTo>
                    <a:pt x="384810" y="0"/>
                  </a:lnTo>
                  <a:lnTo>
                    <a:pt x="384810" y="2540"/>
                  </a:lnTo>
                  <a:lnTo>
                    <a:pt x="386080" y="2540"/>
                  </a:lnTo>
                  <a:lnTo>
                    <a:pt x="386080" y="3810"/>
                  </a:lnTo>
                  <a:lnTo>
                    <a:pt x="387350" y="3810"/>
                  </a:lnTo>
                  <a:lnTo>
                    <a:pt x="387350" y="5080"/>
                  </a:lnTo>
                  <a:lnTo>
                    <a:pt x="388620" y="5080"/>
                  </a:lnTo>
                  <a:lnTo>
                    <a:pt x="388620" y="6350"/>
                  </a:lnTo>
                  <a:lnTo>
                    <a:pt x="661670" y="6350"/>
                  </a:lnTo>
                  <a:lnTo>
                    <a:pt x="661670" y="5080"/>
                  </a:lnTo>
                  <a:lnTo>
                    <a:pt x="661670" y="3810"/>
                  </a:lnTo>
                  <a:lnTo>
                    <a:pt x="661670" y="2540"/>
                  </a:lnTo>
                  <a:lnTo>
                    <a:pt x="661670" y="0"/>
                  </a:lnTo>
                  <a:close/>
                </a:path>
              </a:pathLst>
            </a:custGeom>
            <a:solidFill>
              <a:srgbClr val="A57B00"/>
            </a:solidFill>
          </p:spPr>
          <p:txBody>
            <a:bodyPr wrap="square" lIns="0" tIns="0" rIns="0" bIns="0" rtlCol="0"/>
            <a:lstStyle/>
            <a:p/>
          </p:txBody>
        </p:sp>
        <p:sp>
          <p:nvSpPr>
            <p:cNvPr id="980" name="object 980"/>
            <p:cNvSpPr/>
            <p:nvPr/>
          </p:nvSpPr>
          <p:spPr>
            <a:xfrm>
              <a:off x="4935220" y="3340099"/>
              <a:ext cx="661670" cy="7620"/>
            </a:xfrm>
            <a:custGeom>
              <a:avLst/>
              <a:gdLst/>
              <a:ahLst/>
              <a:cxnLst/>
              <a:rect l="l" t="t" r="r" b="b"/>
              <a:pathLst>
                <a:path w="661670" h="7620">
                  <a:moveTo>
                    <a:pt x="48260" y="3937"/>
                  </a:moveTo>
                  <a:lnTo>
                    <a:pt x="0" y="3937"/>
                  </a:lnTo>
                  <a:lnTo>
                    <a:pt x="0" y="7620"/>
                  </a:lnTo>
                  <a:lnTo>
                    <a:pt x="48260" y="7620"/>
                  </a:lnTo>
                  <a:lnTo>
                    <a:pt x="48260" y="3937"/>
                  </a:lnTo>
                  <a:close/>
                </a:path>
                <a:path w="661670" h="7620">
                  <a:moveTo>
                    <a:pt x="48260" y="0"/>
                  </a:moveTo>
                  <a:lnTo>
                    <a:pt x="0" y="0"/>
                  </a:lnTo>
                  <a:lnTo>
                    <a:pt x="0" y="3810"/>
                  </a:lnTo>
                  <a:lnTo>
                    <a:pt x="48260" y="3810"/>
                  </a:lnTo>
                  <a:lnTo>
                    <a:pt x="48260" y="0"/>
                  </a:lnTo>
                  <a:close/>
                </a:path>
                <a:path w="661670" h="7620">
                  <a:moveTo>
                    <a:pt x="661670" y="0"/>
                  </a:moveTo>
                  <a:lnTo>
                    <a:pt x="389890" y="0"/>
                  </a:lnTo>
                  <a:lnTo>
                    <a:pt x="389890" y="2540"/>
                  </a:lnTo>
                  <a:lnTo>
                    <a:pt x="391160" y="2540"/>
                  </a:lnTo>
                  <a:lnTo>
                    <a:pt x="391160" y="3810"/>
                  </a:lnTo>
                  <a:lnTo>
                    <a:pt x="392430" y="3810"/>
                  </a:lnTo>
                  <a:lnTo>
                    <a:pt x="392430" y="5080"/>
                  </a:lnTo>
                  <a:lnTo>
                    <a:pt x="393700" y="5080"/>
                  </a:lnTo>
                  <a:lnTo>
                    <a:pt x="393700" y="6350"/>
                  </a:lnTo>
                  <a:lnTo>
                    <a:pt x="394970" y="6350"/>
                  </a:lnTo>
                  <a:lnTo>
                    <a:pt x="394970" y="7620"/>
                  </a:lnTo>
                  <a:lnTo>
                    <a:pt x="661670" y="7620"/>
                  </a:lnTo>
                  <a:lnTo>
                    <a:pt x="661670" y="6350"/>
                  </a:lnTo>
                  <a:lnTo>
                    <a:pt x="661670" y="5080"/>
                  </a:lnTo>
                  <a:lnTo>
                    <a:pt x="661670" y="3810"/>
                  </a:lnTo>
                  <a:lnTo>
                    <a:pt x="661670" y="2540"/>
                  </a:lnTo>
                  <a:lnTo>
                    <a:pt x="661670" y="0"/>
                  </a:lnTo>
                  <a:close/>
                </a:path>
              </a:pathLst>
            </a:custGeom>
            <a:solidFill>
              <a:srgbClr val="A77C00"/>
            </a:solidFill>
          </p:spPr>
          <p:txBody>
            <a:bodyPr wrap="square" lIns="0" tIns="0" rIns="0" bIns="0" rtlCol="0"/>
            <a:lstStyle/>
            <a:p/>
          </p:txBody>
        </p:sp>
        <p:sp>
          <p:nvSpPr>
            <p:cNvPr id="981" name="object 981"/>
            <p:cNvSpPr/>
            <p:nvPr/>
          </p:nvSpPr>
          <p:spPr>
            <a:xfrm>
              <a:off x="4935220" y="3347719"/>
              <a:ext cx="661670" cy="7620"/>
            </a:xfrm>
            <a:custGeom>
              <a:avLst/>
              <a:gdLst/>
              <a:ahLst/>
              <a:cxnLst/>
              <a:rect l="l" t="t" r="r" b="b"/>
              <a:pathLst>
                <a:path w="661670" h="7620">
                  <a:moveTo>
                    <a:pt x="48260" y="2667"/>
                  </a:moveTo>
                  <a:lnTo>
                    <a:pt x="0" y="2667"/>
                  </a:lnTo>
                  <a:lnTo>
                    <a:pt x="0" y="7620"/>
                  </a:lnTo>
                  <a:lnTo>
                    <a:pt x="48260" y="7620"/>
                  </a:lnTo>
                  <a:lnTo>
                    <a:pt x="48260" y="2667"/>
                  </a:lnTo>
                  <a:close/>
                </a:path>
                <a:path w="661670" h="7620">
                  <a:moveTo>
                    <a:pt x="48260" y="0"/>
                  </a:moveTo>
                  <a:lnTo>
                    <a:pt x="0" y="0"/>
                  </a:lnTo>
                  <a:lnTo>
                    <a:pt x="0" y="2540"/>
                  </a:lnTo>
                  <a:lnTo>
                    <a:pt x="48260" y="2540"/>
                  </a:lnTo>
                  <a:lnTo>
                    <a:pt x="48260" y="0"/>
                  </a:lnTo>
                  <a:close/>
                </a:path>
                <a:path w="661670" h="7620">
                  <a:moveTo>
                    <a:pt x="661670" y="0"/>
                  </a:moveTo>
                  <a:lnTo>
                    <a:pt x="396240" y="0"/>
                  </a:lnTo>
                  <a:lnTo>
                    <a:pt x="396240" y="2540"/>
                  </a:lnTo>
                  <a:lnTo>
                    <a:pt x="397510" y="2540"/>
                  </a:lnTo>
                  <a:lnTo>
                    <a:pt x="397510" y="3810"/>
                  </a:lnTo>
                  <a:lnTo>
                    <a:pt x="398780" y="3810"/>
                  </a:lnTo>
                  <a:lnTo>
                    <a:pt x="398780" y="5080"/>
                  </a:lnTo>
                  <a:lnTo>
                    <a:pt x="400050" y="5080"/>
                  </a:lnTo>
                  <a:lnTo>
                    <a:pt x="400050" y="6350"/>
                  </a:lnTo>
                  <a:lnTo>
                    <a:pt x="401320" y="6350"/>
                  </a:lnTo>
                  <a:lnTo>
                    <a:pt x="401320" y="7620"/>
                  </a:lnTo>
                  <a:lnTo>
                    <a:pt x="661670" y="7620"/>
                  </a:lnTo>
                  <a:lnTo>
                    <a:pt x="661670" y="6350"/>
                  </a:lnTo>
                  <a:lnTo>
                    <a:pt x="661670" y="5080"/>
                  </a:lnTo>
                  <a:lnTo>
                    <a:pt x="661670" y="3810"/>
                  </a:lnTo>
                  <a:lnTo>
                    <a:pt x="661670" y="2540"/>
                  </a:lnTo>
                  <a:lnTo>
                    <a:pt x="661670" y="0"/>
                  </a:lnTo>
                  <a:close/>
                </a:path>
              </a:pathLst>
            </a:custGeom>
            <a:solidFill>
              <a:srgbClr val="A97E00"/>
            </a:solidFill>
          </p:spPr>
          <p:txBody>
            <a:bodyPr wrap="square" lIns="0" tIns="0" rIns="0" bIns="0" rtlCol="0"/>
            <a:lstStyle/>
            <a:p/>
          </p:txBody>
        </p:sp>
        <p:sp>
          <p:nvSpPr>
            <p:cNvPr id="982" name="object 982"/>
            <p:cNvSpPr/>
            <p:nvPr/>
          </p:nvSpPr>
          <p:spPr>
            <a:xfrm>
              <a:off x="4935220" y="3355339"/>
              <a:ext cx="661670" cy="6350"/>
            </a:xfrm>
            <a:custGeom>
              <a:avLst/>
              <a:gdLst/>
              <a:ahLst/>
              <a:cxnLst/>
              <a:rect l="l" t="t" r="r" b="b"/>
              <a:pathLst>
                <a:path w="661670" h="6350">
                  <a:moveTo>
                    <a:pt x="48260" y="1397"/>
                  </a:moveTo>
                  <a:lnTo>
                    <a:pt x="0" y="1397"/>
                  </a:lnTo>
                  <a:lnTo>
                    <a:pt x="0" y="6350"/>
                  </a:lnTo>
                  <a:lnTo>
                    <a:pt x="48260" y="6350"/>
                  </a:lnTo>
                  <a:lnTo>
                    <a:pt x="48260" y="1397"/>
                  </a:lnTo>
                  <a:close/>
                </a:path>
                <a:path w="661670" h="6350">
                  <a:moveTo>
                    <a:pt x="48260" y="0"/>
                  </a:moveTo>
                  <a:lnTo>
                    <a:pt x="0" y="0"/>
                  </a:lnTo>
                  <a:lnTo>
                    <a:pt x="0" y="1270"/>
                  </a:lnTo>
                  <a:lnTo>
                    <a:pt x="48260" y="1270"/>
                  </a:lnTo>
                  <a:lnTo>
                    <a:pt x="48260" y="0"/>
                  </a:lnTo>
                  <a:close/>
                </a:path>
                <a:path w="661670" h="6350">
                  <a:moveTo>
                    <a:pt x="661670" y="0"/>
                  </a:moveTo>
                  <a:lnTo>
                    <a:pt x="401320" y="0"/>
                  </a:lnTo>
                  <a:lnTo>
                    <a:pt x="401320" y="1270"/>
                  </a:lnTo>
                  <a:lnTo>
                    <a:pt x="402590" y="1270"/>
                  </a:lnTo>
                  <a:lnTo>
                    <a:pt x="402590" y="2540"/>
                  </a:lnTo>
                  <a:lnTo>
                    <a:pt x="403860" y="2540"/>
                  </a:lnTo>
                  <a:lnTo>
                    <a:pt x="403860" y="3810"/>
                  </a:lnTo>
                  <a:lnTo>
                    <a:pt x="405130" y="3810"/>
                  </a:lnTo>
                  <a:lnTo>
                    <a:pt x="405130" y="5080"/>
                  </a:lnTo>
                  <a:lnTo>
                    <a:pt x="406400" y="5080"/>
                  </a:lnTo>
                  <a:lnTo>
                    <a:pt x="406400" y="6350"/>
                  </a:lnTo>
                  <a:lnTo>
                    <a:pt x="661670" y="6350"/>
                  </a:lnTo>
                  <a:lnTo>
                    <a:pt x="661670" y="5080"/>
                  </a:lnTo>
                  <a:lnTo>
                    <a:pt x="661670" y="3810"/>
                  </a:lnTo>
                  <a:lnTo>
                    <a:pt x="661670" y="2540"/>
                  </a:lnTo>
                  <a:lnTo>
                    <a:pt x="661670" y="1270"/>
                  </a:lnTo>
                  <a:lnTo>
                    <a:pt x="661670" y="0"/>
                  </a:lnTo>
                  <a:close/>
                </a:path>
              </a:pathLst>
            </a:custGeom>
            <a:solidFill>
              <a:srgbClr val="AA7F00"/>
            </a:solidFill>
          </p:spPr>
          <p:txBody>
            <a:bodyPr wrap="square" lIns="0" tIns="0" rIns="0" bIns="0" rtlCol="0"/>
            <a:lstStyle/>
            <a:p/>
          </p:txBody>
        </p:sp>
        <p:sp>
          <p:nvSpPr>
            <p:cNvPr id="983" name="object 983"/>
            <p:cNvSpPr/>
            <p:nvPr/>
          </p:nvSpPr>
          <p:spPr>
            <a:xfrm>
              <a:off x="4935220" y="3361689"/>
              <a:ext cx="661670" cy="7620"/>
            </a:xfrm>
            <a:custGeom>
              <a:avLst/>
              <a:gdLst/>
              <a:ahLst/>
              <a:cxnLst/>
              <a:rect l="l" t="t" r="r" b="b"/>
              <a:pathLst>
                <a:path w="661670" h="7620">
                  <a:moveTo>
                    <a:pt x="48260" y="5207"/>
                  </a:moveTo>
                  <a:lnTo>
                    <a:pt x="0" y="5207"/>
                  </a:lnTo>
                  <a:lnTo>
                    <a:pt x="0" y="7620"/>
                  </a:lnTo>
                  <a:lnTo>
                    <a:pt x="48260" y="7620"/>
                  </a:lnTo>
                  <a:lnTo>
                    <a:pt x="48260" y="5207"/>
                  </a:lnTo>
                  <a:close/>
                </a:path>
                <a:path w="661670" h="7620">
                  <a:moveTo>
                    <a:pt x="48260" y="1397"/>
                  </a:moveTo>
                  <a:lnTo>
                    <a:pt x="0" y="1397"/>
                  </a:lnTo>
                  <a:lnTo>
                    <a:pt x="0" y="5080"/>
                  </a:lnTo>
                  <a:lnTo>
                    <a:pt x="48260" y="5080"/>
                  </a:lnTo>
                  <a:lnTo>
                    <a:pt x="48260" y="1397"/>
                  </a:lnTo>
                  <a:close/>
                </a:path>
                <a:path w="661670" h="7620">
                  <a:moveTo>
                    <a:pt x="48260" y="0"/>
                  </a:moveTo>
                  <a:lnTo>
                    <a:pt x="0" y="0"/>
                  </a:lnTo>
                  <a:lnTo>
                    <a:pt x="0" y="1270"/>
                  </a:lnTo>
                  <a:lnTo>
                    <a:pt x="48260" y="1270"/>
                  </a:lnTo>
                  <a:lnTo>
                    <a:pt x="48260" y="0"/>
                  </a:lnTo>
                  <a:close/>
                </a:path>
                <a:path w="661670" h="7620">
                  <a:moveTo>
                    <a:pt x="661670" y="0"/>
                  </a:moveTo>
                  <a:lnTo>
                    <a:pt x="406400" y="0"/>
                  </a:lnTo>
                  <a:lnTo>
                    <a:pt x="406400" y="1270"/>
                  </a:lnTo>
                  <a:lnTo>
                    <a:pt x="407670" y="1270"/>
                  </a:lnTo>
                  <a:lnTo>
                    <a:pt x="407670" y="2540"/>
                  </a:lnTo>
                  <a:lnTo>
                    <a:pt x="408940" y="2540"/>
                  </a:lnTo>
                  <a:lnTo>
                    <a:pt x="408940" y="3810"/>
                  </a:lnTo>
                  <a:lnTo>
                    <a:pt x="410210" y="3810"/>
                  </a:lnTo>
                  <a:lnTo>
                    <a:pt x="410210" y="5080"/>
                  </a:lnTo>
                  <a:lnTo>
                    <a:pt x="411480" y="5080"/>
                  </a:lnTo>
                  <a:lnTo>
                    <a:pt x="411480" y="6350"/>
                  </a:lnTo>
                  <a:lnTo>
                    <a:pt x="412750" y="6350"/>
                  </a:lnTo>
                  <a:lnTo>
                    <a:pt x="412750" y="7620"/>
                  </a:lnTo>
                  <a:lnTo>
                    <a:pt x="661670" y="7620"/>
                  </a:lnTo>
                  <a:lnTo>
                    <a:pt x="661670" y="1270"/>
                  </a:lnTo>
                  <a:lnTo>
                    <a:pt x="661670" y="0"/>
                  </a:lnTo>
                  <a:close/>
                </a:path>
              </a:pathLst>
            </a:custGeom>
            <a:solidFill>
              <a:srgbClr val="AC8100"/>
            </a:solidFill>
          </p:spPr>
          <p:txBody>
            <a:bodyPr wrap="square" lIns="0" tIns="0" rIns="0" bIns="0" rtlCol="0"/>
            <a:lstStyle/>
            <a:p/>
          </p:txBody>
        </p:sp>
        <p:sp>
          <p:nvSpPr>
            <p:cNvPr id="984" name="object 984"/>
            <p:cNvSpPr/>
            <p:nvPr/>
          </p:nvSpPr>
          <p:spPr>
            <a:xfrm>
              <a:off x="4935220" y="3369309"/>
              <a:ext cx="662940" cy="7620"/>
            </a:xfrm>
            <a:custGeom>
              <a:avLst/>
              <a:gdLst/>
              <a:ahLst/>
              <a:cxnLst/>
              <a:rect l="l" t="t" r="r" b="b"/>
              <a:pathLst>
                <a:path w="662939" h="7620">
                  <a:moveTo>
                    <a:pt x="48260" y="3937"/>
                  </a:moveTo>
                  <a:lnTo>
                    <a:pt x="0" y="3937"/>
                  </a:lnTo>
                  <a:lnTo>
                    <a:pt x="0" y="7620"/>
                  </a:lnTo>
                  <a:lnTo>
                    <a:pt x="48260" y="7620"/>
                  </a:lnTo>
                  <a:lnTo>
                    <a:pt x="48260" y="3937"/>
                  </a:lnTo>
                  <a:close/>
                </a:path>
                <a:path w="662939" h="7620">
                  <a:moveTo>
                    <a:pt x="48260" y="0"/>
                  </a:moveTo>
                  <a:lnTo>
                    <a:pt x="0" y="0"/>
                  </a:lnTo>
                  <a:lnTo>
                    <a:pt x="0" y="3810"/>
                  </a:lnTo>
                  <a:lnTo>
                    <a:pt x="48260" y="3810"/>
                  </a:lnTo>
                  <a:lnTo>
                    <a:pt x="48260" y="0"/>
                  </a:lnTo>
                  <a:close/>
                </a:path>
                <a:path w="662939" h="7620">
                  <a:moveTo>
                    <a:pt x="662940" y="2540"/>
                  </a:moveTo>
                  <a:lnTo>
                    <a:pt x="661670" y="2540"/>
                  </a:lnTo>
                  <a:lnTo>
                    <a:pt x="661670" y="1270"/>
                  </a:lnTo>
                  <a:lnTo>
                    <a:pt x="661670" y="0"/>
                  </a:lnTo>
                  <a:lnTo>
                    <a:pt x="412750" y="0"/>
                  </a:lnTo>
                  <a:lnTo>
                    <a:pt x="412750" y="1270"/>
                  </a:lnTo>
                  <a:lnTo>
                    <a:pt x="414020" y="1270"/>
                  </a:lnTo>
                  <a:lnTo>
                    <a:pt x="414020" y="2540"/>
                  </a:lnTo>
                  <a:lnTo>
                    <a:pt x="415290" y="2540"/>
                  </a:lnTo>
                  <a:lnTo>
                    <a:pt x="415290" y="3810"/>
                  </a:lnTo>
                  <a:lnTo>
                    <a:pt x="416560" y="3810"/>
                  </a:lnTo>
                  <a:lnTo>
                    <a:pt x="416560" y="5080"/>
                  </a:lnTo>
                  <a:lnTo>
                    <a:pt x="417830" y="5080"/>
                  </a:lnTo>
                  <a:lnTo>
                    <a:pt x="417830" y="7620"/>
                  </a:lnTo>
                  <a:lnTo>
                    <a:pt x="662940" y="7620"/>
                  </a:lnTo>
                  <a:lnTo>
                    <a:pt x="662940" y="5080"/>
                  </a:lnTo>
                  <a:lnTo>
                    <a:pt x="662927" y="3810"/>
                  </a:lnTo>
                  <a:lnTo>
                    <a:pt x="662940" y="2540"/>
                  </a:lnTo>
                  <a:close/>
                </a:path>
              </a:pathLst>
            </a:custGeom>
            <a:solidFill>
              <a:srgbClr val="AE8200"/>
            </a:solidFill>
          </p:spPr>
          <p:txBody>
            <a:bodyPr wrap="square" lIns="0" tIns="0" rIns="0" bIns="0" rtlCol="0"/>
            <a:lstStyle/>
            <a:p/>
          </p:txBody>
        </p:sp>
        <p:sp>
          <p:nvSpPr>
            <p:cNvPr id="985" name="object 985"/>
            <p:cNvSpPr/>
            <p:nvPr/>
          </p:nvSpPr>
          <p:spPr>
            <a:xfrm>
              <a:off x="4935220" y="3376929"/>
              <a:ext cx="662940" cy="6350"/>
            </a:xfrm>
            <a:custGeom>
              <a:avLst/>
              <a:gdLst/>
              <a:ahLst/>
              <a:cxnLst/>
              <a:rect l="l" t="t" r="r" b="b"/>
              <a:pathLst>
                <a:path w="662939" h="6350">
                  <a:moveTo>
                    <a:pt x="48260" y="2667"/>
                  </a:moveTo>
                  <a:lnTo>
                    <a:pt x="0" y="2667"/>
                  </a:lnTo>
                  <a:lnTo>
                    <a:pt x="0" y="6350"/>
                  </a:lnTo>
                  <a:lnTo>
                    <a:pt x="48260" y="6350"/>
                  </a:lnTo>
                  <a:lnTo>
                    <a:pt x="48260" y="2667"/>
                  </a:lnTo>
                  <a:close/>
                </a:path>
                <a:path w="662939" h="6350">
                  <a:moveTo>
                    <a:pt x="48260" y="0"/>
                  </a:moveTo>
                  <a:lnTo>
                    <a:pt x="0" y="0"/>
                  </a:lnTo>
                  <a:lnTo>
                    <a:pt x="0" y="2540"/>
                  </a:lnTo>
                  <a:lnTo>
                    <a:pt x="48260" y="2540"/>
                  </a:lnTo>
                  <a:lnTo>
                    <a:pt x="48260" y="0"/>
                  </a:lnTo>
                  <a:close/>
                </a:path>
                <a:path w="662939" h="6350">
                  <a:moveTo>
                    <a:pt x="662940" y="0"/>
                  </a:moveTo>
                  <a:lnTo>
                    <a:pt x="419100" y="0"/>
                  </a:lnTo>
                  <a:lnTo>
                    <a:pt x="419100" y="1270"/>
                  </a:lnTo>
                  <a:lnTo>
                    <a:pt x="420370" y="1270"/>
                  </a:lnTo>
                  <a:lnTo>
                    <a:pt x="420370" y="2540"/>
                  </a:lnTo>
                  <a:lnTo>
                    <a:pt x="421640" y="2540"/>
                  </a:lnTo>
                  <a:lnTo>
                    <a:pt x="421640" y="3810"/>
                  </a:lnTo>
                  <a:lnTo>
                    <a:pt x="422910" y="3810"/>
                  </a:lnTo>
                  <a:lnTo>
                    <a:pt x="422910" y="6350"/>
                  </a:lnTo>
                  <a:lnTo>
                    <a:pt x="662940" y="6350"/>
                  </a:lnTo>
                  <a:lnTo>
                    <a:pt x="662940" y="3810"/>
                  </a:lnTo>
                  <a:lnTo>
                    <a:pt x="662940" y="2540"/>
                  </a:lnTo>
                  <a:lnTo>
                    <a:pt x="662940" y="1270"/>
                  </a:lnTo>
                  <a:lnTo>
                    <a:pt x="662940" y="0"/>
                  </a:lnTo>
                  <a:close/>
                </a:path>
              </a:pathLst>
            </a:custGeom>
            <a:solidFill>
              <a:srgbClr val="B08400"/>
            </a:solidFill>
          </p:spPr>
          <p:txBody>
            <a:bodyPr wrap="square" lIns="0" tIns="0" rIns="0" bIns="0" rtlCol="0"/>
            <a:lstStyle/>
            <a:p/>
          </p:txBody>
        </p:sp>
        <p:sp>
          <p:nvSpPr>
            <p:cNvPr id="986" name="object 986"/>
            <p:cNvSpPr/>
            <p:nvPr/>
          </p:nvSpPr>
          <p:spPr>
            <a:xfrm>
              <a:off x="4935220" y="3383279"/>
              <a:ext cx="662940" cy="7620"/>
            </a:xfrm>
            <a:custGeom>
              <a:avLst/>
              <a:gdLst/>
              <a:ahLst/>
              <a:cxnLst/>
              <a:rect l="l" t="t" r="r" b="b"/>
              <a:pathLst>
                <a:path w="662939" h="7620">
                  <a:moveTo>
                    <a:pt x="48260" y="2667"/>
                  </a:moveTo>
                  <a:lnTo>
                    <a:pt x="0" y="2667"/>
                  </a:lnTo>
                  <a:lnTo>
                    <a:pt x="0" y="7620"/>
                  </a:lnTo>
                  <a:lnTo>
                    <a:pt x="48260" y="7620"/>
                  </a:lnTo>
                  <a:lnTo>
                    <a:pt x="48260" y="2667"/>
                  </a:lnTo>
                  <a:close/>
                </a:path>
                <a:path w="662939" h="7620">
                  <a:moveTo>
                    <a:pt x="48260" y="0"/>
                  </a:moveTo>
                  <a:lnTo>
                    <a:pt x="0" y="0"/>
                  </a:lnTo>
                  <a:lnTo>
                    <a:pt x="0" y="2540"/>
                  </a:lnTo>
                  <a:lnTo>
                    <a:pt x="48260" y="2540"/>
                  </a:lnTo>
                  <a:lnTo>
                    <a:pt x="48260" y="0"/>
                  </a:lnTo>
                  <a:close/>
                </a:path>
                <a:path w="662939" h="7620">
                  <a:moveTo>
                    <a:pt x="662940" y="0"/>
                  </a:moveTo>
                  <a:lnTo>
                    <a:pt x="424180" y="0"/>
                  </a:lnTo>
                  <a:lnTo>
                    <a:pt x="424180" y="1270"/>
                  </a:lnTo>
                  <a:lnTo>
                    <a:pt x="425450" y="1270"/>
                  </a:lnTo>
                  <a:lnTo>
                    <a:pt x="425450" y="2540"/>
                  </a:lnTo>
                  <a:lnTo>
                    <a:pt x="426720" y="2540"/>
                  </a:lnTo>
                  <a:lnTo>
                    <a:pt x="426720" y="3810"/>
                  </a:lnTo>
                  <a:lnTo>
                    <a:pt x="427990" y="3810"/>
                  </a:lnTo>
                  <a:lnTo>
                    <a:pt x="427990" y="5080"/>
                  </a:lnTo>
                  <a:lnTo>
                    <a:pt x="429260" y="5080"/>
                  </a:lnTo>
                  <a:lnTo>
                    <a:pt x="429260" y="7620"/>
                  </a:lnTo>
                  <a:lnTo>
                    <a:pt x="662940" y="7620"/>
                  </a:lnTo>
                  <a:lnTo>
                    <a:pt x="662940" y="5080"/>
                  </a:lnTo>
                  <a:lnTo>
                    <a:pt x="662940" y="3810"/>
                  </a:lnTo>
                  <a:lnTo>
                    <a:pt x="662940" y="2540"/>
                  </a:lnTo>
                  <a:lnTo>
                    <a:pt x="662940" y="1270"/>
                  </a:lnTo>
                  <a:lnTo>
                    <a:pt x="662940" y="0"/>
                  </a:lnTo>
                  <a:close/>
                </a:path>
              </a:pathLst>
            </a:custGeom>
            <a:solidFill>
              <a:srgbClr val="B28500"/>
            </a:solidFill>
          </p:spPr>
          <p:txBody>
            <a:bodyPr wrap="square" lIns="0" tIns="0" rIns="0" bIns="0" rtlCol="0"/>
            <a:lstStyle/>
            <a:p/>
          </p:txBody>
        </p:sp>
        <p:sp>
          <p:nvSpPr>
            <p:cNvPr id="987" name="object 987"/>
            <p:cNvSpPr/>
            <p:nvPr/>
          </p:nvSpPr>
          <p:spPr>
            <a:xfrm>
              <a:off x="4935220" y="3390899"/>
              <a:ext cx="662940" cy="7620"/>
            </a:xfrm>
            <a:custGeom>
              <a:avLst/>
              <a:gdLst/>
              <a:ahLst/>
              <a:cxnLst/>
              <a:rect l="l" t="t" r="r" b="b"/>
              <a:pathLst>
                <a:path w="662939" h="7620">
                  <a:moveTo>
                    <a:pt x="48260" y="1397"/>
                  </a:moveTo>
                  <a:lnTo>
                    <a:pt x="0" y="1397"/>
                  </a:lnTo>
                  <a:lnTo>
                    <a:pt x="0" y="7620"/>
                  </a:lnTo>
                  <a:lnTo>
                    <a:pt x="48260" y="7620"/>
                  </a:lnTo>
                  <a:lnTo>
                    <a:pt x="48260" y="1397"/>
                  </a:lnTo>
                  <a:close/>
                </a:path>
                <a:path w="662939" h="7620">
                  <a:moveTo>
                    <a:pt x="48260" y="0"/>
                  </a:moveTo>
                  <a:lnTo>
                    <a:pt x="0" y="0"/>
                  </a:lnTo>
                  <a:lnTo>
                    <a:pt x="0" y="1270"/>
                  </a:lnTo>
                  <a:lnTo>
                    <a:pt x="48260" y="1270"/>
                  </a:lnTo>
                  <a:lnTo>
                    <a:pt x="48260" y="0"/>
                  </a:lnTo>
                  <a:close/>
                </a:path>
                <a:path w="662939" h="7620">
                  <a:moveTo>
                    <a:pt x="662940" y="0"/>
                  </a:moveTo>
                  <a:lnTo>
                    <a:pt x="430530" y="0"/>
                  </a:lnTo>
                  <a:lnTo>
                    <a:pt x="430530" y="1270"/>
                  </a:lnTo>
                  <a:lnTo>
                    <a:pt x="431800" y="1270"/>
                  </a:lnTo>
                  <a:lnTo>
                    <a:pt x="431800" y="2540"/>
                  </a:lnTo>
                  <a:lnTo>
                    <a:pt x="433070" y="2540"/>
                  </a:lnTo>
                  <a:lnTo>
                    <a:pt x="433070" y="3810"/>
                  </a:lnTo>
                  <a:lnTo>
                    <a:pt x="434340" y="3810"/>
                  </a:lnTo>
                  <a:lnTo>
                    <a:pt x="434340" y="6350"/>
                  </a:lnTo>
                  <a:lnTo>
                    <a:pt x="435610" y="6350"/>
                  </a:lnTo>
                  <a:lnTo>
                    <a:pt x="435610" y="7620"/>
                  </a:lnTo>
                  <a:lnTo>
                    <a:pt x="662940" y="7620"/>
                  </a:lnTo>
                  <a:lnTo>
                    <a:pt x="662940" y="6350"/>
                  </a:lnTo>
                  <a:lnTo>
                    <a:pt x="662940" y="3810"/>
                  </a:lnTo>
                  <a:lnTo>
                    <a:pt x="662940" y="2540"/>
                  </a:lnTo>
                  <a:lnTo>
                    <a:pt x="662940" y="1270"/>
                  </a:lnTo>
                  <a:lnTo>
                    <a:pt x="662940" y="0"/>
                  </a:lnTo>
                  <a:close/>
                </a:path>
              </a:pathLst>
            </a:custGeom>
            <a:solidFill>
              <a:srgbClr val="B48700"/>
            </a:solidFill>
          </p:spPr>
          <p:txBody>
            <a:bodyPr wrap="square" lIns="0" tIns="0" rIns="0" bIns="0" rtlCol="0"/>
            <a:lstStyle/>
            <a:p/>
          </p:txBody>
        </p:sp>
        <p:sp>
          <p:nvSpPr>
            <p:cNvPr id="988" name="object 988"/>
            <p:cNvSpPr/>
            <p:nvPr/>
          </p:nvSpPr>
          <p:spPr>
            <a:xfrm>
              <a:off x="4935220" y="3398519"/>
              <a:ext cx="662940" cy="6350"/>
            </a:xfrm>
            <a:custGeom>
              <a:avLst/>
              <a:gdLst/>
              <a:ahLst/>
              <a:cxnLst/>
              <a:rect l="l" t="t" r="r" b="b"/>
              <a:pathLst>
                <a:path w="662939" h="6350">
                  <a:moveTo>
                    <a:pt x="48260" y="127"/>
                  </a:moveTo>
                  <a:lnTo>
                    <a:pt x="0" y="127"/>
                  </a:lnTo>
                  <a:lnTo>
                    <a:pt x="0" y="6350"/>
                  </a:lnTo>
                  <a:lnTo>
                    <a:pt x="48260" y="6350"/>
                  </a:lnTo>
                  <a:lnTo>
                    <a:pt x="48260" y="127"/>
                  </a:lnTo>
                  <a:close/>
                </a:path>
                <a:path w="662939" h="6350">
                  <a:moveTo>
                    <a:pt x="662940" y="0"/>
                  </a:moveTo>
                  <a:lnTo>
                    <a:pt x="436880" y="0"/>
                  </a:lnTo>
                  <a:lnTo>
                    <a:pt x="435610" y="0"/>
                  </a:lnTo>
                  <a:lnTo>
                    <a:pt x="435610" y="127"/>
                  </a:lnTo>
                  <a:lnTo>
                    <a:pt x="436880" y="127"/>
                  </a:lnTo>
                  <a:lnTo>
                    <a:pt x="436880" y="1270"/>
                  </a:lnTo>
                  <a:lnTo>
                    <a:pt x="438150" y="1270"/>
                  </a:lnTo>
                  <a:lnTo>
                    <a:pt x="438150" y="2540"/>
                  </a:lnTo>
                  <a:lnTo>
                    <a:pt x="439420" y="2540"/>
                  </a:lnTo>
                  <a:lnTo>
                    <a:pt x="439420" y="5080"/>
                  </a:lnTo>
                  <a:lnTo>
                    <a:pt x="440690" y="5080"/>
                  </a:lnTo>
                  <a:lnTo>
                    <a:pt x="440690" y="6350"/>
                  </a:lnTo>
                  <a:lnTo>
                    <a:pt x="662940" y="6350"/>
                  </a:lnTo>
                  <a:lnTo>
                    <a:pt x="662940" y="5080"/>
                  </a:lnTo>
                  <a:lnTo>
                    <a:pt x="662940" y="2540"/>
                  </a:lnTo>
                  <a:lnTo>
                    <a:pt x="662940" y="1270"/>
                  </a:lnTo>
                  <a:lnTo>
                    <a:pt x="662940" y="0"/>
                  </a:lnTo>
                  <a:close/>
                </a:path>
              </a:pathLst>
            </a:custGeom>
            <a:solidFill>
              <a:srgbClr val="B68800"/>
            </a:solidFill>
          </p:spPr>
          <p:txBody>
            <a:bodyPr wrap="square" lIns="0" tIns="0" rIns="0" bIns="0" rtlCol="0"/>
            <a:lstStyle/>
            <a:p/>
          </p:txBody>
        </p:sp>
        <p:sp>
          <p:nvSpPr>
            <p:cNvPr id="989" name="object 989"/>
            <p:cNvSpPr/>
            <p:nvPr/>
          </p:nvSpPr>
          <p:spPr>
            <a:xfrm>
              <a:off x="4935220" y="3404869"/>
              <a:ext cx="662940" cy="7620"/>
            </a:xfrm>
            <a:custGeom>
              <a:avLst/>
              <a:gdLst/>
              <a:ahLst/>
              <a:cxnLst/>
              <a:rect l="l" t="t" r="r" b="b"/>
              <a:pathLst>
                <a:path w="662939" h="7620">
                  <a:moveTo>
                    <a:pt x="48260" y="3822"/>
                  </a:moveTo>
                  <a:lnTo>
                    <a:pt x="0" y="3822"/>
                  </a:lnTo>
                  <a:lnTo>
                    <a:pt x="0" y="7620"/>
                  </a:lnTo>
                  <a:lnTo>
                    <a:pt x="48260" y="7620"/>
                  </a:lnTo>
                  <a:lnTo>
                    <a:pt x="48260" y="3822"/>
                  </a:lnTo>
                  <a:close/>
                </a:path>
                <a:path w="662939" h="7620">
                  <a:moveTo>
                    <a:pt x="48260" y="2667"/>
                  </a:moveTo>
                  <a:lnTo>
                    <a:pt x="0" y="2667"/>
                  </a:lnTo>
                  <a:lnTo>
                    <a:pt x="0" y="3810"/>
                  </a:lnTo>
                  <a:lnTo>
                    <a:pt x="48260" y="3810"/>
                  </a:lnTo>
                  <a:lnTo>
                    <a:pt x="48260" y="2667"/>
                  </a:lnTo>
                  <a:close/>
                </a:path>
                <a:path w="662939" h="7620">
                  <a:moveTo>
                    <a:pt x="48260" y="127"/>
                  </a:moveTo>
                  <a:lnTo>
                    <a:pt x="0" y="127"/>
                  </a:lnTo>
                  <a:lnTo>
                    <a:pt x="0" y="2540"/>
                  </a:lnTo>
                  <a:lnTo>
                    <a:pt x="48260" y="2540"/>
                  </a:lnTo>
                  <a:lnTo>
                    <a:pt x="48260" y="127"/>
                  </a:lnTo>
                  <a:close/>
                </a:path>
                <a:path w="662939" h="7620">
                  <a:moveTo>
                    <a:pt x="662940" y="2667"/>
                  </a:moveTo>
                  <a:lnTo>
                    <a:pt x="444500" y="2667"/>
                  </a:lnTo>
                  <a:lnTo>
                    <a:pt x="444500" y="3810"/>
                  </a:lnTo>
                  <a:lnTo>
                    <a:pt x="445770" y="3810"/>
                  </a:lnTo>
                  <a:lnTo>
                    <a:pt x="445770" y="6350"/>
                  </a:lnTo>
                  <a:lnTo>
                    <a:pt x="447040" y="6350"/>
                  </a:lnTo>
                  <a:lnTo>
                    <a:pt x="447040" y="7620"/>
                  </a:lnTo>
                  <a:lnTo>
                    <a:pt x="662940" y="7620"/>
                  </a:lnTo>
                  <a:lnTo>
                    <a:pt x="662940" y="6350"/>
                  </a:lnTo>
                  <a:lnTo>
                    <a:pt x="662940" y="3810"/>
                  </a:lnTo>
                  <a:lnTo>
                    <a:pt x="662940" y="2667"/>
                  </a:lnTo>
                  <a:close/>
                </a:path>
                <a:path w="662939" h="7620">
                  <a:moveTo>
                    <a:pt x="662940" y="1270"/>
                  </a:moveTo>
                  <a:lnTo>
                    <a:pt x="662927" y="0"/>
                  </a:lnTo>
                  <a:lnTo>
                    <a:pt x="441960" y="0"/>
                  </a:lnTo>
                  <a:lnTo>
                    <a:pt x="440690" y="0"/>
                  </a:lnTo>
                  <a:lnTo>
                    <a:pt x="440690" y="127"/>
                  </a:lnTo>
                  <a:lnTo>
                    <a:pt x="441960" y="127"/>
                  </a:lnTo>
                  <a:lnTo>
                    <a:pt x="441960" y="1270"/>
                  </a:lnTo>
                  <a:lnTo>
                    <a:pt x="443230" y="1270"/>
                  </a:lnTo>
                  <a:lnTo>
                    <a:pt x="443230" y="2540"/>
                  </a:lnTo>
                  <a:lnTo>
                    <a:pt x="662940" y="2540"/>
                  </a:lnTo>
                  <a:lnTo>
                    <a:pt x="662940" y="1270"/>
                  </a:lnTo>
                  <a:close/>
                </a:path>
              </a:pathLst>
            </a:custGeom>
            <a:solidFill>
              <a:srgbClr val="B88A00"/>
            </a:solidFill>
          </p:spPr>
          <p:txBody>
            <a:bodyPr wrap="square" lIns="0" tIns="0" rIns="0" bIns="0" rtlCol="0"/>
            <a:lstStyle/>
            <a:p/>
          </p:txBody>
        </p:sp>
        <p:sp>
          <p:nvSpPr>
            <p:cNvPr id="990" name="object 990"/>
            <p:cNvSpPr/>
            <p:nvPr/>
          </p:nvSpPr>
          <p:spPr>
            <a:xfrm>
              <a:off x="4935220" y="3412489"/>
              <a:ext cx="662940" cy="7620"/>
            </a:xfrm>
            <a:custGeom>
              <a:avLst/>
              <a:gdLst/>
              <a:ahLst/>
              <a:cxnLst/>
              <a:rect l="l" t="t" r="r" b="b"/>
              <a:pathLst>
                <a:path w="662939" h="7620">
                  <a:moveTo>
                    <a:pt x="48260" y="5207"/>
                  </a:moveTo>
                  <a:lnTo>
                    <a:pt x="0" y="5207"/>
                  </a:lnTo>
                  <a:lnTo>
                    <a:pt x="0" y="7620"/>
                  </a:lnTo>
                  <a:lnTo>
                    <a:pt x="48260" y="7620"/>
                  </a:lnTo>
                  <a:lnTo>
                    <a:pt x="48260" y="5207"/>
                  </a:lnTo>
                  <a:close/>
                </a:path>
                <a:path w="662939" h="7620">
                  <a:moveTo>
                    <a:pt x="48260" y="2667"/>
                  </a:moveTo>
                  <a:lnTo>
                    <a:pt x="0" y="2667"/>
                  </a:lnTo>
                  <a:lnTo>
                    <a:pt x="0" y="5080"/>
                  </a:lnTo>
                  <a:lnTo>
                    <a:pt x="48260" y="5080"/>
                  </a:lnTo>
                  <a:lnTo>
                    <a:pt x="48260" y="2667"/>
                  </a:lnTo>
                  <a:close/>
                </a:path>
                <a:path w="662939" h="7620">
                  <a:moveTo>
                    <a:pt x="48260" y="0"/>
                  </a:moveTo>
                  <a:lnTo>
                    <a:pt x="0" y="0"/>
                  </a:lnTo>
                  <a:lnTo>
                    <a:pt x="0" y="2540"/>
                  </a:lnTo>
                  <a:lnTo>
                    <a:pt x="48260" y="2540"/>
                  </a:lnTo>
                  <a:lnTo>
                    <a:pt x="48260" y="0"/>
                  </a:lnTo>
                  <a:close/>
                </a:path>
                <a:path w="662939" h="7620">
                  <a:moveTo>
                    <a:pt x="662940" y="0"/>
                  </a:moveTo>
                  <a:lnTo>
                    <a:pt x="448310" y="0"/>
                  </a:lnTo>
                  <a:lnTo>
                    <a:pt x="448310" y="1270"/>
                  </a:lnTo>
                  <a:lnTo>
                    <a:pt x="449580" y="1270"/>
                  </a:lnTo>
                  <a:lnTo>
                    <a:pt x="449580" y="2540"/>
                  </a:lnTo>
                  <a:lnTo>
                    <a:pt x="450850" y="2540"/>
                  </a:lnTo>
                  <a:lnTo>
                    <a:pt x="450850" y="5080"/>
                  </a:lnTo>
                  <a:lnTo>
                    <a:pt x="452120" y="5080"/>
                  </a:lnTo>
                  <a:lnTo>
                    <a:pt x="452120" y="6350"/>
                  </a:lnTo>
                  <a:lnTo>
                    <a:pt x="453390" y="6350"/>
                  </a:lnTo>
                  <a:lnTo>
                    <a:pt x="453390" y="7620"/>
                  </a:lnTo>
                  <a:lnTo>
                    <a:pt x="662940" y="7620"/>
                  </a:lnTo>
                  <a:lnTo>
                    <a:pt x="662940" y="6350"/>
                  </a:lnTo>
                  <a:lnTo>
                    <a:pt x="662940" y="5080"/>
                  </a:lnTo>
                  <a:lnTo>
                    <a:pt x="662940" y="2540"/>
                  </a:lnTo>
                  <a:lnTo>
                    <a:pt x="662940" y="1270"/>
                  </a:lnTo>
                  <a:lnTo>
                    <a:pt x="662940" y="0"/>
                  </a:lnTo>
                  <a:close/>
                </a:path>
              </a:pathLst>
            </a:custGeom>
            <a:solidFill>
              <a:srgbClr val="BA8B00"/>
            </a:solidFill>
          </p:spPr>
          <p:txBody>
            <a:bodyPr wrap="square" lIns="0" tIns="0" rIns="0" bIns="0" rtlCol="0"/>
            <a:lstStyle/>
            <a:p/>
          </p:txBody>
        </p:sp>
        <p:sp>
          <p:nvSpPr>
            <p:cNvPr id="991" name="object 991"/>
            <p:cNvSpPr/>
            <p:nvPr/>
          </p:nvSpPr>
          <p:spPr>
            <a:xfrm>
              <a:off x="4935220" y="3420109"/>
              <a:ext cx="662940" cy="6350"/>
            </a:xfrm>
            <a:custGeom>
              <a:avLst/>
              <a:gdLst/>
              <a:ahLst/>
              <a:cxnLst/>
              <a:rect l="l" t="t" r="r" b="b"/>
              <a:pathLst>
                <a:path w="662939" h="6350">
                  <a:moveTo>
                    <a:pt x="48260" y="127"/>
                  </a:moveTo>
                  <a:lnTo>
                    <a:pt x="0" y="127"/>
                  </a:lnTo>
                  <a:lnTo>
                    <a:pt x="0" y="6350"/>
                  </a:lnTo>
                  <a:lnTo>
                    <a:pt x="48260" y="6350"/>
                  </a:lnTo>
                  <a:lnTo>
                    <a:pt x="48260" y="127"/>
                  </a:lnTo>
                  <a:close/>
                </a:path>
                <a:path w="662939" h="6350">
                  <a:moveTo>
                    <a:pt x="662940" y="2540"/>
                  </a:moveTo>
                  <a:lnTo>
                    <a:pt x="662927" y="1270"/>
                  </a:lnTo>
                  <a:lnTo>
                    <a:pt x="662927" y="0"/>
                  </a:lnTo>
                  <a:lnTo>
                    <a:pt x="454660" y="0"/>
                  </a:lnTo>
                  <a:lnTo>
                    <a:pt x="453390" y="0"/>
                  </a:lnTo>
                  <a:lnTo>
                    <a:pt x="453390" y="127"/>
                  </a:lnTo>
                  <a:lnTo>
                    <a:pt x="454660" y="127"/>
                  </a:lnTo>
                  <a:lnTo>
                    <a:pt x="454660" y="1270"/>
                  </a:lnTo>
                  <a:lnTo>
                    <a:pt x="455930" y="1270"/>
                  </a:lnTo>
                  <a:lnTo>
                    <a:pt x="455930" y="2540"/>
                  </a:lnTo>
                  <a:lnTo>
                    <a:pt x="457200" y="2540"/>
                  </a:lnTo>
                  <a:lnTo>
                    <a:pt x="457200" y="5080"/>
                  </a:lnTo>
                  <a:lnTo>
                    <a:pt x="458470" y="5080"/>
                  </a:lnTo>
                  <a:lnTo>
                    <a:pt x="458470" y="6350"/>
                  </a:lnTo>
                  <a:lnTo>
                    <a:pt x="662940" y="6350"/>
                  </a:lnTo>
                  <a:lnTo>
                    <a:pt x="662940" y="5080"/>
                  </a:lnTo>
                  <a:lnTo>
                    <a:pt x="662940" y="2540"/>
                  </a:lnTo>
                  <a:close/>
                </a:path>
              </a:pathLst>
            </a:custGeom>
            <a:solidFill>
              <a:srgbClr val="BC8D00"/>
            </a:solidFill>
          </p:spPr>
          <p:txBody>
            <a:bodyPr wrap="square" lIns="0" tIns="0" rIns="0" bIns="0" rtlCol="0"/>
            <a:lstStyle/>
            <a:p/>
          </p:txBody>
        </p:sp>
        <p:sp>
          <p:nvSpPr>
            <p:cNvPr id="992" name="object 992"/>
            <p:cNvSpPr/>
            <p:nvPr/>
          </p:nvSpPr>
          <p:spPr>
            <a:xfrm>
              <a:off x="4935220" y="3426459"/>
              <a:ext cx="662940" cy="7620"/>
            </a:xfrm>
            <a:custGeom>
              <a:avLst/>
              <a:gdLst/>
              <a:ahLst/>
              <a:cxnLst/>
              <a:rect l="l" t="t" r="r" b="b"/>
              <a:pathLst>
                <a:path w="662939" h="7620">
                  <a:moveTo>
                    <a:pt x="48260" y="6477"/>
                  </a:moveTo>
                  <a:lnTo>
                    <a:pt x="0" y="6477"/>
                  </a:lnTo>
                  <a:lnTo>
                    <a:pt x="0" y="7620"/>
                  </a:lnTo>
                  <a:lnTo>
                    <a:pt x="48260" y="7620"/>
                  </a:lnTo>
                  <a:lnTo>
                    <a:pt x="48260" y="6477"/>
                  </a:lnTo>
                  <a:close/>
                </a:path>
                <a:path w="662939" h="7620">
                  <a:moveTo>
                    <a:pt x="48260" y="127"/>
                  </a:moveTo>
                  <a:lnTo>
                    <a:pt x="0" y="127"/>
                  </a:lnTo>
                  <a:lnTo>
                    <a:pt x="0" y="6350"/>
                  </a:lnTo>
                  <a:lnTo>
                    <a:pt x="48260" y="6350"/>
                  </a:lnTo>
                  <a:lnTo>
                    <a:pt x="48260" y="127"/>
                  </a:lnTo>
                  <a:close/>
                </a:path>
                <a:path w="662939" h="7620">
                  <a:moveTo>
                    <a:pt x="662940" y="6477"/>
                  </a:moveTo>
                  <a:lnTo>
                    <a:pt x="464820" y="6477"/>
                  </a:lnTo>
                  <a:lnTo>
                    <a:pt x="464820" y="7620"/>
                  </a:lnTo>
                  <a:lnTo>
                    <a:pt x="662940" y="7620"/>
                  </a:lnTo>
                  <a:lnTo>
                    <a:pt x="662940" y="6477"/>
                  </a:lnTo>
                  <a:close/>
                </a:path>
                <a:path w="662939" h="7620">
                  <a:moveTo>
                    <a:pt x="662940" y="0"/>
                  </a:moveTo>
                  <a:lnTo>
                    <a:pt x="459740" y="0"/>
                  </a:lnTo>
                  <a:lnTo>
                    <a:pt x="458470" y="0"/>
                  </a:lnTo>
                  <a:lnTo>
                    <a:pt x="458470" y="127"/>
                  </a:lnTo>
                  <a:lnTo>
                    <a:pt x="459740" y="127"/>
                  </a:lnTo>
                  <a:lnTo>
                    <a:pt x="459740" y="1270"/>
                  </a:lnTo>
                  <a:lnTo>
                    <a:pt x="461010" y="1270"/>
                  </a:lnTo>
                  <a:lnTo>
                    <a:pt x="461010" y="2540"/>
                  </a:lnTo>
                  <a:lnTo>
                    <a:pt x="462280" y="2540"/>
                  </a:lnTo>
                  <a:lnTo>
                    <a:pt x="462280" y="5080"/>
                  </a:lnTo>
                  <a:lnTo>
                    <a:pt x="463550" y="5080"/>
                  </a:lnTo>
                  <a:lnTo>
                    <a:pt x="463550" y="6350"/>
                  </a:lnTo>
                  <a:lnTo>
                    <a:pt x="662940" y="6350"/>
                  </a:lnTo>
                  <a:lnTo>
                    <a:pt x="662940" y="5080"/>
                  </a:lnTo>
                  <a:lnTo>
                    <a:pt x="662940" y="2540"/>
                  </a:lnTo>
                  <a:lnTo>
                    <a:pt x="662940" y="1270"/>
                  </a:lnTo>
                  <a:lnTo>
                    <a:pt x="662940" y="0"/>
                  </a:lnTo>
                  <a:close/>
                </a:path>
              </a:pathLst>
            </a:custGeom>
            <a:solidFill>
              <a:srgbClr val="BE8E00"/>
            </a:solidFill>
          </p:spPr>
          <p:txBody>
            <a:bodyPr wrap="square" lIns="0" tIns="0" rIns="0" bIns="0" rtlCol="0"/>
            <a:lstStyle/>
            <a:p/>
          </p:txBody>
        </p:sp>
        <p:sp>
          <p:nvSpPr>
            <p:cNvPr id="993" name="object 993"/>
            <p:cNvSpPr/>
            <p:nvPr/>
          </p:nvSpPr>
          <p:spPr>
            <a:xfrm>
              <a:off x="4935220" y="3434079"/>
              <a:ext cx="662940" cy="7620"/>
            </a:xfrm>
            <a:custGeom>
              <a:avLst/>
              <a:gdLst/>
              <a:ahLst/>
              <a:cxnLst/>
              <a:rect l="l" t="t" r="r" b="b"/>
              <a:pathLst>
                <a:path w="662939" h="7620">
                  <a:moveTo>
                    <a:pt x="48260" y="5207"/>
                  </a:moveTo>
                  <a:lnTo>
                    <a:pt x="0" y="5207"/>
                  </a:lnTo>
                  <a:lnTo>
                    <a:pt x="0" y="7620"/>
                  </a:lnTo>
                  <a:lnTo>
                    <a:pt x="48260" y="7620"/>
                  </a:lnTo>
                  <a:lnTo>
                    <a:pt x="48260" y="5207"/>
                  </a:lnTo>
                  <a:close/>
                </a:path>
                <a:path w="662939" h="7620">
                  <a:moveTo>
                    <a:pt x="48260" y="0"/>
                  </a:moveTo>
                  <a:lnTo>
                    <a:pt x="0" y="0"/>
                  </a:lnTo>
                  <a:lnTo>
                    <a:pt x="0" y="5080"/>
                  </a:lnTo>
                  <a:lnTo>
                    <a:pt x="48260" y="5080"/>
                  </a:lnTo>
                  <a:lnTo>
                    <a:pt x="48260" y="0"/>
                  </a:lnTo>
                  <a:close/>
                </a:path>
                <a:path w="662939" h="7620">
                  <a:moveTo>
                    <a:pt x="662940" y="0"/>
                  </a:moveTo>
                  <a:lnTo>
                    <a:pt x="466090" y="0"/>
                  </a:lnTo>
                  <a:lnTo>
                    <a:pt x="466090" y="1270"/>
                  </a:lnTo>
                  <a:lnTo>
                    <a:pt x="467360" y="1270"/>
                  </a:lnTo>
                  <a:lnTo>
                    <a:pt x="467360" y="3810"/>
                  </a:lnTo>
                  <a:lnTo>
                    <a:pt x="468630" y="3810"/>
                  </a:lnTo>
                  <a:lnTo>
                    <a:pt x="468630" y="5080"/>
                  </a:lnTo>
                  <a:lnTo>
                    <a:pt x="469900" y="5080"/>
                  </a:lnTo>
                  <a:lnTo>
                    <a:pt x="469900" y="6350"/>
                  </a:lnTo>
                  <a:lnTo>
                    <a:pt x="471170" y="6350"/>
                  </a:lnTo>
                  <a:lnTo>
                    <a:pt x="471170" y="7620"/>
                  </a:lnTo>
                  <a:lnTo>
                    <a:pt x="662940" y="7620"/>
                  </a:lnTo>
                  <a:lnTo>
                    <a:pt x="662940" y="6350"/>
                  </a:lnTo>
                  <a:lnTo>
                    <a:pt x="662940" y="5080"/>
                  </a:lnTo>
                  <a:lnTo>
                    <a:pt x="662940" y="3810"/>
                  </a:lnTo>
                  <a:lnTo>
                    <a:pt x="662940" y="1270"/>
                  </a:lnTo>
                  <a:lnTo>
                    <a:pt x="662940" y="0"/>
                  </a:lnTo>
                  <a:close/>
                </a:path>
              </a:pathLst>
            </a:custGeom>
            <a:solidFill>
              <a:srgbClr val="C09000"/>
            </a:solidFill>
          </p:spPr>
          <p:txBody>
            <a:bodyPr wrap="square" lIns="0" tIns="0" rIns="0" bIns="0" rtlCol="0"/>
            <a:lstStyle/>
            <a:p/>
          </p:txBody>
        </p:sp>
        <p:sp>
          <p:nvSpPr>
            <p:cNvPr id="994" name="object 994"/>
            <p:cNvSpPr/>
            <p:nvPr/>
          </p:nvSpPr>
          <p:spPr>
            <a:xfrm>
              <a:off x="4935220" y="3441699"/>
              <a:ext cx="662940" cy="6350"/>
            </a:xfrm>
            <a:custGeom>
              <a:avLst/>
              <a:gdLst/>
              <a:ahLst/>
              <a:cxnLst/>
              <a:rect l="l" t="t" r="r" b="b"/>
              <a:pathLst>
                <a:path w="662939" h="6350">
                  <a:moveTo>
                    <a:pt x="48260" y="3937"/>
                  </a:moveTo>
                  <a:lnTo>
                    <a:pt x="0" y="3937"/>
                  </a:lnTo>
                  <a:lnTo>
                    <a:pt x="0" y="6350"/>
                  </a:lnTo>
                  <a:lnTo>
                    <a:pt x="48260" y="6350"/>
                  </a:lnTo>
                  <a:lnTo>
                    <a:pt x="48260" y="3937"/>
                  </a:lnTo>
                  <a:close/>
                </a:path>
                <a:path w="662939" h="6350">
                  <a:moveTo>
                    <a:pt x="48260" y="0"/>
                  </a:moveTo>
                  <a:lnTo>
                    <a:pt x="0" y="0"/>
                  </a:lnTo>
                  <a:lnTo>
                    <a:pt x="0" y="3810"/>
                  </a:lnTo>
                  <a:lnTo>
                    <a:pt x="48260" y="3810"/>
                  </a:lnTo>
                  <a:lnTo>
                    <a:pt x="48260" y="0"/>
                  </a:lnTo>
                  <a:close/>
                </a:path>
                <a:path w="662939" h="6350">
                  <a:moveTo>
                    <a:pt x="662940" y="0"/>
                  </a:moveTo>
                  <a:lnTo>
                    <a:pt x="472440" y="0"/>
                  </a:lnTo>
                  <a:lnTo>
                    <a:pt x="472440" y="1270"/>
                  </a:lnTo>
                  <a:lnTo>
                    <a:pt x="473710" y="1270"/>
                  </a:lnTo>
                  <a:lnTo>
                    <a:pt x="473710" y="3810"/>
                  </a:lnTo>
                  <a:lnTo>
                    <a:pt x="474980" y="3810"/>
                  </a:lnTo>
                  <a:lnTo>
                    <a:pt x="474980" y="5080"/>
                  </a:lnTo>
                  <a:lnTo>
                    <a:pt x="476250" y="5080"/>
                  </a:lnTo>
                  <a:lnTo>
                    <a:pt x="476250" y="6350"/>
                  </a:lnTo>
                  <a:lnTo>
                    <a:pt x="662940" y="6350"/>
                  </a:lnTo>
                  <a:lnTo>
                    <a:pt x="662940" y="5080"/>
                  </a:lnTo>
                  <a:lnTo>
                    <a:pt x="662940" y="3810"/>
                  </a:lnTo>
                  <a:lnTo>
                    <a:pt x="662940" y="1270"/>
                  </a:lnTo>
                  <a:lnTo>
                    <a:pt x="662940" y="0"/>
                  </a:lnTo>
                  <a:close/>
                </a:path>
              </a:pathLst>
            </a:custGeom>
            <a:solidFill>
              <a:srgbClr val="C29100"/>
            </a:solidFill>
          </p:spPr>
          <p:txBody>
            <a:bodyPr wrap="square" lIns="0" tIns="0" rIns="0" bIns="0" rtlCol="0"/>
            <a:lstStyle/>
            <a:p/>
          </p:txBody>
        </p:sp>
        <p:sp>
          <p:nvSpPr>
            <p:cNvPr id="995" name="object 995"/>
            <p:cNvSpPr/>
            <p:nvPr/>
          </p:nvSpPr>
          <p:spPr>
            <a:xfrm>
              <a:off x="4935220" y="3448049"/>
              <a:ext cx="662940" cy="7620"/>
            </a:xfrm>
            <a:custGeom>
              <a:avLst/>
              <a:gdLst/>
              <a:ahLst/>
              <a:cxnLst/>
              <a:rect l="l" t="t" r="r" b="b"/>
              <a:pathLst>
                <a:path w="662939" h="7620">
                  <a:moveTo>
                    <a:pt x="48260" y="3937"/>
                  </a:moveTo>
                  <a:lnTo>
                    <a:pt x="0" y="3937"/>
                  </a:lnTo>
                  <a:lnTo>
                    <a:pt x="0" y="7620"/>
                  </a:lnTo>
                  <a:lnTo>
                    <a:pt x="48260" y="7620"/>
                  </a:lnTo>
                  <a:lnTo>
                    <a:pt x="48260" y="3937"/>
                  </a:lnTo>
                  <a:close/>
                </a:path>
                <a:path w="662939" h="7620">
                  <a:moveTo>
                    <a:pt x="48260" y="0"/>
                  </a:moveTo>
                  <a:lnTo>
                    <a:pt x="0" y="0"/>
                  </a:lnTo>
                  <a:lnTo>
                    <a:pt x="0" y="3810"/>
                  </a:lnTo>
                  <a:lnTo>
                    <a:pt x="48260" y="3810"/>
                  </a:lnTo>
                  <a:lnTo>
                    <a:pt x="48260" y="0"/>
                  </a:lnTo>
                  <a:close/>
                </a:path>
                <a:path w="662939" h="7620">
                  <a:moveTo>
                    <a:pt x="662940" y="0"/>
                  </a:moveTo>
                  <a:lnTo>
                    <a:pt x="477520" y="0"/>
                  </a:lnTo>
                  <a:lnTo>
                    <a:pt x="477520" y="1270"/>
                  </a:lnTo>
                  <a:lnTo>
                    <a:pt x="478790" y="1270"/>
                  </a:lnTo>
                  <a:lnTo>
                    <a:pt x="478790" y="3810"/>
                  </a:lnTo>
                  <a:lnTo>
                    <a:pt x="480060" y="3810"/>
                  </a:lnTo>
                  <a:lnTo>
                    <a:pt x="480060" y="5080"/>
                  </a:lnTo>
                  <a:lnTo>
                    <a:pt x="481330" y="5080"/>
                  </a:lnTo>
                  <a:lnTo>
                    <a:pt x="481330" y="6350"/>
                  </a:lnTo>
                  <a:lnTo>
                    <a:pt x="482600" y="6350"/>
                  </a:lnTo>
                  <a:lnTo>
                    <a:pt x="482600" y="7620"/>
                  </a:lnTo>
                  <a:lnTo>
                    <a:pt x="662940" y="7620"/>
                  </a:lnTo>
                  <a:lnTo>
                    <a:pt x="662940" y="6350"/>
                  </a:lnTo>
                  <a:lnTo>
                    <a:pt x="662927" y="5080"/>
                  </a:lnTo>
                  <a:lnTo>
                    <a:pt x="662927" y="3810"/>
                  </a:lnTo>
                  <a:lnTo>
                    <a:pt x="662940" y="1270"/>
                  </a:lnTo>
                  <a:lnTo>
                    <a:pt x="662940" y="0"/>
                  </a:lnTo>
                  <a:close/>
                </a:path>
              </a:pathLst>
            </a:custGeom>
            <a:solidFill>
              <a:srgbClr val="C49300"/>
            </a:solidFill>
          </p:spPr>
          <p:txBody>
            <a:bodyPr wrap="square" lIns="0" tIns="0" rIns="0" bIns="0" rtlCol="0"/>
            <a:lstStyle/>
            <a:p/>
          </p:txBody>
        </p:sp>
        <p:sp>
          <p:nvSpPr>
            <p:cNvPr id="996" name="object 996"/>
            <p:cNvSpPr/>
            <p:nvPr/>
          </p:nvSpPr>
          <p:spPr>
            <a:xfrm>
              <a:off x="4935220" y="3455669"/>
              <a:ext cx="662940" cy="7620"/>
            </a:xfrm>
            <a:custGeom>
              <a:avLst/>
              <a:gdLst/>
              <a:ahLst/>
              <a:cxnLst/>
              <a:rect l="l" t="t" r="r" b="b"/>
              <a:pathLst>
                <a:path w="662939" h="7620">
                  <a:moveTo>
                    <a:pt x="48260" y="6477"/>
                  </a:moveTo>
                  <a:lnTo>
                    <a:pt x="0" y="6477"/>
                  </a:lnTo>
                  <a:lnTo>
                    <a:pt x="0" y="7620"/>
                  </a:lnTo>
                  <a:lnTo>
                    <a:pt x="48260" y="7620"/>
                  </a:lnTo>
                  <a:lnTo>
                    <a:pt x="48260" y="6477"/>
                  </a:lnTo>
                  <a:close/>
                </a:path>
                <a:path w="662939" h="7620">
                  <a:moveTo>
                    <a:pt x="48260" y="2667"/>
                  </a:moveTo>
                  <a:lnTo>
                    <a:pt x="0" y="2667"/>
                  </a:lnTo>
                  <a:lnTo>
                    <a:pt x="0" y="6350"/>
                  </a:lnTo>
                  <a:lnTo>
                    <a:pt x="48260" y="6350"/>
                  </a:lnTo>
                  <a:lnTo>
                    <a:pt x="48260" y="2667"/>
                  </a:lnTo>
                  <a:close/>
                </a:path>
                <a:path w="662939" h="7620">
                  <a:moveTo>
                    <a:pt x="48260" y="0"/>
                  </a:moveTo>
                  <a:lnTo>
                    <a:pt x="0" y="0"/>
                  </a:lnTo>
                  <a:lnTo>
                    <a:pt x="0" y="2540"/>
                  </a:lnTo>
                  <a:lnTo>
                    <a:pt x="48260" y="2540"/>
                  </a:lnTo>
                  <a:lnTo>
                    <a:pt x="48260" y="0"/>
                  </a:lnTo>
                  <a:close/>
                </a:path>
                <a:path w="662939" h="7620">
                  <a:moveTo>
                    <a:pt x="662940" y="6477"/>
                  </a:moveTo>
                  <a:lnTo>
                    <a:pt x="488950" y="6477"/>
                  </a:lnTo>
                  <a:lnTo>
                    <a:pt x="488950" y="7620"/>
                  </a:lnTo>
                  <a:lnTo>
                    <a:pt x="662940" y="7620"/>
                  </a:lnTo>
                  <a:lnTo>
                    <a:pt x="662940" y="6477"/>
                  </a:lnTo>
                  <a:close/>
                </a:path>
                <a:path w="662939" h="7620">
                  <a:moveTo>
                    <a:pt x="662940" y="0"/>
                  </a:moveTo>
                  <a:lnTo>
                    <a:pt x="483870" y="0"/>
                  </a:lnTo>
                  <a:lnTo>
                    <a:pt x="483870" y="2540"/>
                  </a:lnTo>
                  <a:lnTo>
                    <a:pt x="485140" y="2540"/>
                  </a:lnTo>
                  <a:lnTo>
                    <a:pt x="485140" y="3810"/>
                  </a:lnTo>
                  <a:lnTo>
                    <a:pt x="486410" y="3810"/>
                  </a:lnTo>
                  <a:lnTo>
                    <a:pt x="486410" y="5080"/>
                  </a:lnTo>
                  <a:lnTo>
                    <a:pt x="487680" y="5080"/>
                  </a:lnTo>
                  <a:lnTo>
                    <a:pt x="487680" y="6350"/>
                  </a:lnTo>
                  <a:lnTo>
                    <a:pt x="662940" y="6350"/>
                  </a:lnTo>
                  <a:lnTo>
                    <a:pt x="662940" y="5080"/>
                  </a:lnTo>
                  <a:lnTo>
                    <a:pt x="662940" y="3810"/>
                  </a:lnTo>
                  <a:lnTo>
                    <a:pt x="662940" y="2540"/>
                  </a:lnTo>
                  <a:lnTo>
                    <a:pt x="662940" y="0"/>
                  </a:lnTo>
                  <a:close/>
                </a:path>
              </a:pathLst>
            </a:custGeom>
            <a:solidFill>
              <a:srgbClr val="C69400"/>
            </a:solidFill>
          </p:spPr>
          <p:txBody>
            <a:bodyPr wrap="square" lIns="0" tIns="0" rIns="0" bIns="0" rtlCol="0"/>
            <a:lstStyle/>
            <a:p/>
          </p:txBody>
        </p:sp>
        <p:sp>
          <p:nvSpPr>
            <p:cNvPr id="997" name="object 997"/>
            <p:cNvSpPr/>
            <p:nvPr/>
          </p:nvSpPr>
          <p:spPr>
            <a:xfrm>
              <a:off x="4935220" y="3463289"/>
              <a:ext cx="662940" cy="7620"/>
            </a:xfrm>
            <a:custGeom>
              <a:avLst/>
              <a:gdLst/>
              <a:ahLst/>
              <a:cxnLst/>
              <a:rect l="l" t="t" r="r" b="b"/>
              <a:pathLst>
                <a:path w="662939" h="7620">
                  <a:moveTo>
                    <a:pt x="48260" y="5207"/>
                  </a:moveTo>
                  <a:lnTo>
                    <a:pt x="0" y="5207"/>
                  </a:lnTo>
                  <a:lnTo>
                    <a:pt x="0" y="7620"/>
                  </a:lnTo>
                  <a:lnTo>
                    <a:pt x="48260" y="7620"/>
                  </a:lnTo>
                  <a:lnTo>
                    <a:pt x="48260" y="5207"/>
                  </a:lnTo>
                  <a:close/>
                </a:path>
                <a:path w="662939" h="7620">
                  <a:moveTo>
                    <a:pt x="48260" y="0"/>
                  </a:moveTo>
                  <a:lnTo>
                    <a:pt x="0" y="0"/>
                  </a:lnTo>
                  <a:lnTo>
                    <a:pt x="0" y="5080"/>
                  </a:lnTo>
                  <a:lnTo>
                    <a:pt x="48260" y="5080"/>
                  </a:lnTo>
                  <a:lnTo>
                    <a:pt x="48260" y="0"/>
                  </a:lnTo>
                  <a:close/>
                </a:path>
                <a:path w="662939" h="7620">
                  <a:moveTo>
                    <a:pt x="662940" y="0"/>
                  </a:moveTo>
                  <a:lnTo>
                    <a:pt x="490220" y="0"/>
                  </a:lnTo>
                  <a:lnTo>
                    <a:pt x="490220" y="2540"/>
                  </a:lnTo>
                  <a:lnTo>
                    <a:pt x="491490" y="2540"/>
                  </a:lnTo>
                  <a:lnTo>
                    <a:pt x="491490" y="3810"/>
                  </a:lnTo>
                  <a:lnTo>
                    <a:pt x="492760" y="3810"/>
                  </a:lnTo>
                  <a:lnTo>
                    <a:pt x="492760" y="5080"/>
                  </a:lnTo>
                  <a:lnTo>
                    <a:pt x="494030" y="5080"/>
                  </a:lnTo>
                  <a:lnTo>
                    <a:pt x="494030" y="6350"/>
                  </a:lnTo>
                  <a:lnTo>
                    <a:pt x="495300" y="6350"/>
                  </a:lnTo>
                  <a:lnTo>
                    <a:pt x="495300" y="7620"/>
                  </a:lnTo>
                  <a:lnTo>
                    <a:pt x="662940" y="7620"/>
                  </a:lnTo>
                  <a:lnTo>
                    <a:pt x="662940" y="6350"/>
                  </a:lnTo>
                  <a:lnTo>
                    <a:pt x="662940" y="5080"/>
                  </a:lnTo>
                  <a:lnTo>
                    <a:pt x="662940" y="3810"/>
                  </a:lnTo>
                  <a:lnTo>
                    <a:pt x="662940" y="2540"/>
                  </a:lnTo>
                  <a:lnTo>
                    <a:pt x="662940" y="0"/>
                  </a:lnTo>
                  <a:close/>
                </a:path>
              </a:pathLst>
            </a:custGeom>
            <a:solidFill>
              <a:srgbClr val="C89600"/>
            </a:solidFill>
          </p:spPr>
          <p:txBody>
            <a:bodyPr wrap="square" lIns="0" tIns="0" rIns="0" bIns="0" rtlCol="0"/>
            <a:lstStyle/>
            <a:p/>
          </p:txBody>
        </p:sp>
        <p:sp>
          <p:nvSpPr>
            <p:cNvPr id="998" name="object 998"/>
            <p:cNvSpPr/>
            <p:nvPr/>
          </p:nvSpPr>
          <p:spPr>
            <a:xfrm>
              <a:off x="4935220" y="3470909"/>
              <a:ext cx="662940" cy="6350"/>
            </a:xfrm>
            <a:custGeom>
              <a:avLst/>
              <a:gdLst/>
              <a:ahLst/>
              <a:cxnLst/>
              <a:rect l="l" t="t" r="r" b="b"/>
              <a:pathLst>
                <a:path w="662939" h="6350">
                  <a:moveTo>
                    <a:pt x="48260" y="3937"/>
                  </a:moveTo>
                  <a:lnTo>
                    <a:pt x="0" y="3937"/>
                  </a:lnTo>
                  <a:lnTo>
                    <a:pt x="0" y="6350"/>
                  </a:lnTo>
                  <a:lnTo>
                    <a:pt x="48260" y="6350"/>
                  </a:lnTo>
                  <a:lnTo>
                    <a:pt x="48260" y="3937"/>
                  </a:lnTo>
                  <a:close/>
                </a:path>
                <a:path w="662939" h="6350">
                  <a:moveTo>
                    <a:pt x="48260" y="0"/>
                  </a:moveTo>
                  <a:lnTo>
                    <a:pt x="0" y="0"/>
                  </a:lnTo>
                  <a:lnTo>
                    <a:pt x="0" y="3810"/>
                  </a:lnTo>
                  <a:lnTo>
                    <a:pt x="48260" y="3810"/>
                  </a:lnTo>
                  <a:lnTo>
                    <a:pt x="48260" y="0"/>
                  </a:lnTo>
                  <a:close/>
                </a:path>
                <a:path w="662939" h="6350">
                  <a:moveTo>
                    <a:pt x="662940" y="0"/>
                  </a:moveTo>
                  <a:lnTo>
                    <a:pt x="495300" y="0"/>
                  </a:lnTo>
                  <a:lnTo>
                    <a:pt x="495300" y="1270"/>
                  </a:lnTo>
                  <a:lnTo>
                    <a:pt x="496570" y="1270"/>
                  </a:lnTo>
                  <a:lnTo>
                    <a:pt x="496570" y="2540"/>
                  </a:lnTo>
                  <a:lnTo>
                    <a:pt x="497840" y="2540"/>
                  </a:lnTo>
                  <a:lnTo>
                    <a:pt x="497840" y="3810"/>
                  </a:lnTo>
                  <a:lnTo>
                    <a:pt x="499110" y="3810"/>
                  </a:lnTo>
                  <a:lnTo>
                    <a:pt x="499110" y="5080"/>
                  </a:lnTo>
                  <a:lnTo>
                    <a:pt x="500380" y="5080"/>
                  </a:lnTo>
                  <a:lnTo>
                    <a:pt x="500380" y="6350"/>
                  </a:lnTo>
                  <a:lnTo>
                    <a:pt x="662927" y="6350"/>
                  </a:lnTo>
                  <a:lnTo>
                    <a:pt x="662927" y="5080"/>
                  </a:lnTo>
                  <a:lnTo>
                    <a:pt x="662927" y="3810"/>
                  </a:lnTo>
                  <a:lnTo>
                    <a:pt x="662940" y="2540"/>
                  </a:lnTo>
                  <a:lnTo>
                    <a:pt x="662940" y="1270"/>
                  </a:lnTo>
                  <a:lnTo>
                    <a:pt x="662940" y="0"/>
                  </a:lnTo>
                  <a:close/>
                </a:path>
              </a:pathLst>
            </a:custGeom>
            <a:solidFill>
              <a:srgbClr val="CA9700"/>
            </a:solidFill>
          </p:spPr>
          <p:txBody>
            <a:bodyPr wrap="square" lIns="0" tIns="0" rIns="0" bIns="0" rtlCol="0"/>
            <a:lstStyle/>
            <a:p/>
          </p:txBody>
        </p:sp>
        <p:sp>
          <p:nvSpPr>
            <p:cNvPr id="999" name="object 999"/>
            <p:cNvSpPr/>
            <p:nvPr/>
          </p:nvSpPr>
          <p:spPr>
            <a:xfrm>
              <a:off x="4935220" y="3477259"/>
              <a:ext cx="662940" cy="7620"/>
            </a:xfrm>
            <a:custGeom>
              <a:avLst/>
              <a:gdLst/>
              <a:ahLst/>
              <a:cxnLst/>
              <a:rect l="l" t="t" r="r" b="b"/>
              <a:pathLst>
                <a:path w="662939" h="7620">
                  <a:moveTo>
                    <a:pt x="48260" y="3937"/>
                  </a:moveTo>
                  <a:lnTo>
                    <a:pt x="0" y="3937"/>
                  </a:lnTo>
                  <a:lnTo>
                    <a:pt x="0" y="7620"/>
                  </a:lnTo>
                  <a:lnTo>
                    <a:pt x="48260" y="7620"/>
                  </a:lnTo>
                  <a:lnTo>
                    <a:pt x="48260" y="3937"/>
                  </a:lnTo>
                  <a:close/>
                </a:path>
                <a:path w="662939" h="7620">
                  <a:moveTo>
                    <a:pt x="48260" y="0"/>
                  </a:moveTo>
                  <a:lnTo>
                    <a:pt x="0" y="0"/>
                  </a:lnTo>
                  <a:lnTo>
                    <a:pt x="0" y="3810"/>
                  </a:lnTo>
                  <a:lnTo>
                    <a:pt x="48260" y="3810"/>
                  </a:lnTo>
                  <a:lnTo>
                    <a:pt x="48260" y="0"/>
                  </a:lnTo>
                  <a:close/>
                </a:path>
                <a:path w="662939" h="7620">
                  <a:moveTo>
                    <a:pt x="662940" y="2540"/>
                  </a:moveTo>
                  <a:lnTo>
                    <a:pt x="662927" y="1270"/>
                  </a:lnTo>
                  <a:lnTo>
                    <a:pt x="662927" y="0"/>
                  </a:lnTo>
                  <a:lnTo>
                    <a:pt x="500380" y="0"/>
                  </a:lnTo>
                  <a:lnTo>
                    <a:pt x="500380" y="1270"/>
                  </a:lnTo>
                  <a:lnTo>
                    <a:pt x="501650" y="1270"/>
                  </a:lnTo>
                  <a:lnTo>
                    <a:pt x="501650" y="2540"/>
                  </a:lnTo>
                  <a:lnTo>
                    <a:pt x="502920" y="2540"/>
                  </a:lnTo>
                  <a:lnTo>
                    <a:pt x="502920" y="3810"/>
                  </a:lnTo>
                  <a:lnTo>
                    <a:pt x="504190" y="3810"/>
                  </a:lnTo>
                  <a:lnTo>
                    <a:pt x="504190" y="5080"/>
                  </a:lnTo>
                  <a:lnTo>
                    <a:pt x="505460" y="5080"/>
                  </a:lnTo>
                  <a:lnTo>
                    <a:pt x="505460" y="6350"/>
                  </a:lnTo>
                  <a:lnTo>
                    <a:pt x="506730" y="6350"/>
                  </a:lnTo>
                  <a:lnTo>
                    <a:pt x="506730" y="7620"/>
                  </a:lnTo>
                  <a:lnTo>
                    <a:pt x="662940" y="7620"/>
                  </a:lnTo>
                  <a:lnTo>
                    <a:pt x="662940" y="6350"/>
                  </a:lnTo>
                  <a:lnTo>
                    <a:pt x="662940" y="5080"/>
                  </a:lnTo>
                  <a:lnTo>
                    <a:pt x="662940" y="3810"/>
                  </a:lnTo>
                  <a:lnTo>
                    <a:pt x="662940" y="2540"/>
                  </a:lnTo>
                  <a:close/>
                </a:path>
              </a:pathLst>
            </a:custGeom>
            <a:solidFill>
              <a:srgbClr val="CC9800"/>
            </a:solidFill>
          </p:spPr>
          <p:txBody>
            <a:bodyPr wrap="square" lIns="0" tIns="0" rIns="0" bIns="0" rtlCol="0"/>
            <a:lstStyle/>
            <a:p/>
          </p:txBody>
        </p:sp>
        <p:sp>
          <p:nvSpPr>
            <p:cNvPr id="1000" name="object 1000"/>
            <p:cNvSpPr/>
            <p:nvPr/>
          </p:nvSpPr>
          <p:spPr>
            <a:xfrm>
              <a:off x="4935220" y="3484879"/>
              <a:ext cx="662940" cy="7620"/>
            </a:xfrm>
            <a:custGeom>
              <a:avLst/>
              <a:gdLst/>
              <a:ahLst/>
              <a:cxnLst/>
              <a:rect l="l" t="t" r="r" b="b"/>
              <a:pathLst>
                <a:path w="662939" h="7620">
                  <a:moveTo>
                    <a:pt x="49530" y="3810"/>
                  </a:moveTo>
                  <a:lnTo>
                    <a:pt x="48260" y="3810"/>
                  </a:lnTo>
                  <a:lnTo>
                    <a:pt x="48260" y="2540"/>
                  </a:lnTo>
                  <a:lnTo>
                    <a:pt x="48260" y="0"/>
                  </a:lnTo>
                  <a:lnTo>
                    <a:pt x="0" y="0"/>
                  </a:lnTo>
                  <a:lnTo>
                    <a:pt x="0" y="2540"/>
                  </a:lnTo>
                  <a:lnTo>
                    <a:pt x="0" y="3810"/>
                  </a:lnTo>
                  <a:lnTo>
                    <a:pt x="0" y="7620"/>
                  </a:lnTo>
                  <a:lnTo>
                    <a:pt x="49530" y="7620"/>
                  </a:lnTo>
                  <a:lnTo>
                    <a:pt x="49530" y="3810"/>
                  </a:lnTo>
                  <a:close/>
                </a:path>
                <a:path w="662939" h="7620">
                  <a:moveTo>
                    <a:pt x="662940" y="0"/>
                  </a:moveTo>
                  <a:lnTo>
                    <a:pt x="506730" y="0"/>
                  </a:lnTo>
                  <a:lnTo>
                    <a:pt x="506730" y="1270"/>
                  </a:lnTo>
                  <a:lnTo>
                    <a:pt x="508000" y="1270"/>
                  </a:lnTo>
                  <a:lnTo>
                    <a:pt x="508000" y="2540"/>
                  </a:lnTo>
                  <a:lnTo>
                    <a:pt x="509270" y="2540"/>
                  </a:lnTo>
                  <a:lnTo>
                    <a:pt x="509270" y="3810"/>
                  </a:lnTo>
                  <a:lnTo>
                    <a:pt x="510540" y="3810"/>
                  </a:lnTo>
                  <a:lnTo>
                    <a:pt x="510540" y="5080"/>
                  </a:lnTo>
                  <a:lnTo>
                    <a:pt x="511810" y="5080"/>
                  </a:lnTo>
                  <a:lnTo>
                    <a:pt x="511810" y="7620"/>
                  </a:lnTo>
                  <a:lnTo>
                    <a:pt x="662940" y="7620"/>
                  </a:lnTo>
                  <a:lnTo>
                    <a:pt x="662940" y="5080"/>
                  </a:lnTo>
                  <a:lnTo>
                    <a:pt x="662940" y="3810"/>
                  </a:lnTo>
                  <a:lnTo>
                    <a:pt x="662940" y="2540"/>
                  </a:lnTo>
                  <a:lnTo>
                    <a:pt x="662940" y="1270"/>
                  </a:lnTo>
                  <a:lnTo>
                    <a:pt x="662940" y="0"/>
                  </a:lnTo>
                  <a:close/>
                </a:path>
              </a:pathLst>
            </a:custGeom>
            <a:solidFill>
              <a:srgbClr val="CE9A00"/>
            </a:solidFill>
          </p:spPr>
          <p:txBody>
            <a:bodyPr wrap="square" lIns="0" tIns="0" rIns="0" bIns="0" rtlCol="0"/>
            <a:lstStyle/>
            <a:p/>
          </p:txBody>
        </p:sp>
        <p:sp>
          <p:nvSpPr>
            <p:cNvPr id="1001" name="object 1001"/>
            <p:cNvSpPr/>
            <p:nvPr/>
          </p:nvSpPr>
          <p:spPr>
            <a:xfrm>
              <a:off x="4935220" y="3492499"/>
              <a:ext cx="662940" cy="6350"/>
            </a:xfrm>
            <a:custGeom>
              <a:avLst/>
              <a:gdLst/>
              <a:ahLst/>
              <a:cxnLst/>
              <a:rect l="l" t="t" r="r" b="b"/>
              <a:pathLst>
                <a:path w="662939" h="6350">
                  <a:moveTo>
                    <a:pt x="49530" y="1397"/>
                  </a:moveTo>
                  <a:lnTo>
                    <a:pt x="0" y="1397"/>
                  </a:lnTo>
                  <a:lnTo>
                    <a:pt x="0" y="6350"/>
                  </a:lnTo>
                  <a:lnTo>
                    <a:pt x="49530" y="6350"/>
                  </a:lnTo>
                  <a:lnTo>
                    <a:pt x="49530" y="1397"/>
                  </a:lnTo>
                  <a:close/>
                </a:path>
                <a:path w="662939" h="6350">
                  <a:moveTo>
                    <a:pt x="49530" y="0"/>
                  </a:moveTo>
                  <a:lnTo>
                    <a:pt x="0" y="0"/>
                  </a:lnTo>
                  <a:lnTo>
                    <a:pt x="0" y="1270"/>
                  </a:lnTo>
                  <a:lnTo>
                    <a:pt x="49530" y="1270"/>
                  </a:lnTo>
                  <a:lnTo>
                    <a:pt x="49530" y="0"/>
                  </a:lnTo>
                  <a:close/>
                </a:path>
                <a:path w="662939" h="6350">
                  <a:moveTo>
                    <a:pt x="662940" y="0"/>
                  </a:moveTo>
                  <a:lnTo>
                    <a:pt x="513080" y="0"/>
                  </a:lnTo>
                  <a:lnTo>
                    <a:pt x="513080" y="1270"/>
                  </a:lnTo>
                  <a:lnTo>
                    <a:pt x="514350" y="1270"/>
                  </a:lnTo>
                  <a:lnTo>
                    <a:pt x="514350" y="2540"/>
                  </a:lnTo>
                  <a:lnTo>
                    <a:pt x="515620" y="2540"/>
                  </a:lnTo>
                  <a:lnTo>
                    <a:pt x="515620" y="3810"/>
                  </a:lnTo>
                  <a:lnTo>
                    <a:pt x="516890" y="3810"/>
                  </a:lnTo>
                  <a:lnTo>
                    <a:pt x="516890" y="6350"/>
                  </a:lnTo>
                  <a:lnTo>
                    <a:pt x="662940" y="6350"/>
                  </a:lnTo>
                  <a:lnTo>
                    <a:pt x="662940" y="3810"/>
                  </a:lnTo>
                  <a:lnTo>
                    <a:pt x="662940" y="2540"/>
                  </a:lnTo>
                  <a:lnTo>
                    <a:pt x="662940" y="1270"/>
                  </a:lnTo>
                  <a:lnTo>
                    <a:pt x="662940" y="0"/>
                  </a:lnTo>
                  <a:close/>
                </a:path>
              </a:pathLst>
            </a:custGeom>
            <a:solidFill>
              <a:srgbClr val="D09B00"/>
            </a:solidFill>
          </p:spPr>
          <p:txBody>
            <a:bodyPr wrap="square" lIns="0" tIns="0" rIns="0" bIns="0" rtlCol="0"/>
            <a:lstStyle/>
            <a:p/>
          </p:txBody>
        </p:sp>
        <p:sp>
          <p:nvSpPr>
            <p:cNvPr id="1002" name="object 1002"/>
            <p:cNvSpPr/>
            <p:nvPr/>
          </p:nvSpPr>
          <p:spPr>
            <a:xfrm>
              <a:off x="4935220" y="3498849"/>
              <a:ext cx="662940" cy="7620"/>
            </a:xfrm>
            <a:custGeom>
              <a:avLst/>
              <a:gdLst/>
              <a:ahLst/>
              <a:cxnLst/>
              <a:rect l="l" t="t" r="r" b="b"/>
              <a:pathLst>
                <a:path w="662939" h="7620">
                  <a:moveTo>
                    <a:pt x="49530" y="5092"/>
                  </a:moveTo>
                  <a:lnTo>
                    <a:pt x="0" y="5092"/>
                  </a:lnTo>
                  <a:lnTo>
                    <a:pt x="0" y="7620"/>
                  </a:lnTo>
                  <a:lnTo>
                    <a:pt x="49530" y="7620"/>
                  </a:lnTo>
                  <a:lnTo>
                    <a:pt x="49530" y="5092"/>
                  </a:lnTo>
                  <a:close/>
                </a:path>
                <a:path w="662939" h="7620">
                  <a:moveTo>
                    <a:pt x="49530" y="3937"/>
                  </a:moveTo>
                  <a:lnTo>
                    <a:pt x="0" y="3937"/>
                  </a:lnTo>
                  <a:lnTo>
                    <a:pt x="0" y="5080"/>
                  </a:lnTo>
                  <a:lnTo>
                    <a:pt x="49530" y="5080"/>
                  </a:lnTo>
                  <a:lnTo>
                    <a:pt x="49530" y="3937"/>
                  </a:lnTo>
                  <a:close/>
                </a:path>
                <a:path w="662939" h="7620">
                  <a:moveTo>
                    <a:pt x="49530" y="1397"/>
                  </a:moveTo>
                  <a:lnTo>
                    <a:pt x="0" y="1397"/>
                  </a:lnTo>
                  <a:lnTo>
                    <a:pt x="0" y="3810"/>
                  </a:lnTo>
                  <a:lnTo>
                    <a:pt x="49530" y="3810"/>
                  </a:lnTo>
                  <a:lnTo>
                    <a:pt x="49530" y="1397"/>
                  </a:lnTo>
                  <a:close/>
                </a:path>
                <a:path w="662939" h="7620">
                  <a:moveTo>
                    <a:pt x="49530" y="0"/>
                  </a:moveTo>
                  <a:lnTo>
                    <a:pt x="0" y="0"/>
                  </a:lnTo>
                  <a:lnTo>
                    <a:pt x="0" y="1270"/>
                  </a:lnTo>
                  <a:lnTo>
                    <a:pt x="49530" y="1270"/>
                  </a:lnTo>
                  <a:lnTo>
                    <a:pt x="49530" y="0"/>
                  </a:lnTo>
                  <a:close/>
                </a:path>
                <a:path w="662939" h="7620">
                  <a:moveTo>
                    <a:pt x="662940" y="5092"/>
                  </a:moveTo>
                  <a:lnTo>
                    <a:pt x="523240" y="5092"/>
                  </a:lnTo>
                  <a:lnTo>
                    <a:pt x="523240" y="7620"/>
                  </a:lnTo>
                  <a:lnTo>
                    <a:pt x="662940" y="7620"/>
                  </a:lnTo>
                  <a:lnTo>
                    <a:pt x="662940" y="5092"/>
                  </a:lnTo>
                  <a:close/>
                </a:path>
                <a:path w="662939" h="7620">
                  <a:moveTo>
                    <a:pt x="662940" y="3937"/>
                  </a:moveTo>
                  <a:lnTo>
                    <a:pt x="521970" y="3937"/>
                  </a:lnTo>
                  <a:lnTo>
                    <a:pt x="521970" y="5080"/>
                  </a:lnTo>
                  <a:lnTo>
                    <a:pt x="662940" y="5080"/>
                  </a:lnTo>
                  <a:lnTo>
                    <a:pt x="662940" y="3937"/>
                  </a:lnTo>
                  <a:close/>
                </a:path>
                <a:path w="662939" h="7620">
                  <a:moveTo>
                    <a:pt x="662940" y="0"/>
                  </a:moveTo>
                  <a:lnTo>
                    <a:pt x="518160" y="0"/>
                  </a:lnTo>
                  <a:lnTo>
                    <a:pt x="518160" y="1270"/>
                  </a:lnTo>
                  <a:lnTo>
                    <a:pt x="519430" y="1270"/>
                  </a:lnTo>
                  <a:lnTo>
                    <a:pt x="519430" y="2540"/>
                  </a:lnTo>
                  <a:lnTo>
                    <a:pt x="520700" y="2540"/>
                  </a:lnTo>
                  <a:lnTo>
                    <a:pt x="520700" y="3810"/>
                  </a:lnTo>
                  <a:lnTo>
                    <a:pt x="662940" y="3810"/>
                  </a:lnTo>
                  <a:lnTo>
                    <a:pt x="662940" y="2540"/>
                  </a:lnTo>
                  <a:lnTo>
                    <a:pt x="662940" y="1270"/>
                  </a:lnTo>
                  <a:lnTo>
                    <a:pt x="662940" y="0"/>
                  </a:lnTo>
                  <a:close/>
                </a:path>
              </a:pathLst>
            </a:custGeom>
            <a:solidFill>
              <a:srgbClr val="D29D00"/>
            </a:solidFill>
          </p:spPr>
          <p:txBody>
            <a:bodyPr wrap="square" lIns="0" tIns="0" rIns="0" bIns="0" rtlCol="0"/>
            <a:lstStyle/>
            <a:p/>
          </p:txBody>
        </p:sp>
        <p:sp>
          <p:nvSpPr>
            <p:cNvPr id="1003" name="object 1003"/>
            <p:cNvSpPr/>
            <p:nvPr/>
          </p:nvSpPr>
          <p:spPr>
            <a:xfrm>
              <a:off x="4933950" y="3506469"/>
              <a:ext cx="664210" cy="7620"/>
            </a:xfrm>
            <a:custGeom>
              <a:avLst/>
              <a:gdLst/>
              <a:ahLst/>
              <a:cxnLst/>
              <a:rect l="l" t="t" r="r" b="b"/>
              <a:pathLst>
                <a:path w="664210" h="7620">
                  <a:moveTo>
                    <a:pt x="52070" y="6477"/>
                  </a:moveTo>
                  <a:lnTo>
                    <a:pt x="0" y="6477"/>
                  </a:lnTo>
                  <a:lnTo>
                    <a:pt x="0" y="7620"/>
                  </a:lnTo>
                  <a:lnTo>
                    <a:pt x="52070" y="7620"/>
                  </a:lnTo>
                  <a:lnTo>
                    <a:pt x="52070" y="6477"/>
                  </a:lnTo>
                  <a:close/>
                </a:path>
                <a:path w="664210" h="7620">
                  <a:moveTo>
                    <a:pt x="52070" y="3937"/>
                  </a:moveTo>
                  <a:lnTo>
                    <a:pt x="0" y="3937"/>
                  </a:lnTo>
                  <a:lnTo>
                    <a:pt x="0" y="6350"/>
                  </a:lnTo>
                  <a:lnTo>
                    <a:pt x="52070" y="6350"/>
                  </a:lnTo>
                  <a:lnTo>
                    <a:pt x="52070" y="3937"/>
                  </a:lnTo>
                  <a:close/>
                </a:path>
                <a:path w="664210" h="7620">
                  <a:moveTo>
                    <a:pt x="52070" y="0"/>
                  </a:moveTo>
                  <a:lnTo>
                    <a:pt x="0" y="0"/>
                  </a:lnTo>
                  <a:lnTo>
                    <a:pt x="0" y="3810"/>
                  </a:lnTo>
                  <a:lnTo>
                    <a:pt x="52070" y="3810"/>
                  </a:lnTo>
                  <a:lnTo>
                    <a:pt x="52070" y="0"/>
                  </a:lnTo>
                  <a:close/>
                </a:path>
                <a:path w="664210" h="7620">
                  <a:moveTo>
                    <a:pt x="664210" y="6477"/>
                  </a:moveTo>
                  <a:lnTo>
                    <a:pt x="530860" y="6477"/>
                  </a:lnTo>
                  <a:lnTo>
                    <a:pt x="530860" y="7620"/>
                  </a:lnTo>
                  <a:lnTo>
                    <a:pt x="664210" y="7620"/>
                  </a:lnTo>
                  <a:lnTo>
                    <a:pt x="664210" y="6477"/>
                  </a:lnTo>
                  <a:close/>
                </a:path>
                <a:path w="664210" h="7620">
                  <a:moveTo>
                    <a:pt x="664210" y="0"/>
                  </a:moveTo>
                  <a:lnTo>
                    <a:pt x="525780" y="0"/>
                  </a:lnTo>
                  <a:lnTo>
                    <a:pt x="525780" y="1270"/>
                  </a:lnTo>
                  <a:lnTo>
                    <a:pt x="527050" y="1270"/>
                  </a:lnTo>
                  <a:lnTo>
                    <a:pt x="527050" y="2540"/>
                  </a:lnTo>
                  <a:lnTo>
                    <a:pt x="528320" y="2540"/>
                  </a:lnTo>
                  <a:lnTo>
                    <a:pt x="528320" y="3810"/>
                  </a:lnTo>
                  <a:lnTo>
                    <a:pt x="529590" y="3810"/>
                  </a:lnTo>
                  <a:lnTo>
                    <a:pt x="529590" y="6350"/>
                  </a:lnTo>
                  <a:lnTo>
                    <a:pt x="664210" y="6350"/>
                  </a:lnTo>
                  <a:lnTo>
                    <a:pt x="664210" y="3810"/>
                  </a:lnTo>
                  <a:lnTo>
                    <a:pt x="664210" y="2540"/>
                  </a:lnTo>
                  <a:lnTo>
                    <a:pt x="664210" y="1270"/>
                  </a:lnTo>
                  <a:lnTo>
                    <a:pt x="664210" y="0"/>
                  </a:lnTo>
                  <a:close/>
                </a:path>
              </a:pathLst>
            </a:custGeom>
            <a:solidFill>
              <a:srgbClr val="D49E00"/>
            </a:solidFill>
          </p:spPr>
          <p:txBody>
            <a:bodyPr wrap="square" lIns="0" tIns="0" rIns="0" bIns="0" rtlCol="0"/>
            <a:lstStyle/>
            <a:p/>
          </p:txBody>
        </p:sp>
        <p:sp>
          <p:nvSpPr>
            <p:cNvPr id="1004" name="object 1004"/>
            <p:cNvSpPr/>
            <p:nvPr/>
          </p:nvSpPr>
          <p:spPr>
            <a:xfrm>
              <a:off x="4932680" y="3514089"/>
              <a:ext cx="665480" cy="6350"/>
            </a:xfrm>
            <a:custGeom>
              <a:avLst/>
              <a:gdLst/>
              <a:ahLst/>
              <a:cxnLst/>
              <a:rect l="l" t="t" r="r" b="b"/>
              <a:pathLst>
                <a:path w="665479" h="6350">
                  <a:moveTo>
                    <a:pt x="53340" y="0"/>
                  </a:moveTo>
                  <a:lnTo>
                    <a:pt x="1270" y="0"/>
                  </a:lnTo>
                  <a:lnTo>
                    <a:pt x="1270" y="1270"/>
                  </a:lnTo>
                  <a:lnTo>
                    <a:pt x="53340" y="1270"/>
                  </a:lnTo>
                  <a:lnTo>
                    <a:pt x="53340" y="0"/>
                  </a:lnTo>
                  <a:close/>
                </a:path>
                <a:path w="665479" h="6350">
                  <a:moveTo>
                    <a:pt x="54610" y="5207"/>
                  </a:moveTo>
                  <a:lnTo>
                    <a:pt x="0" y="5207"/>
                  </a:lnTo>
                  <a:lnTo>
                    <a:pt x="0" y="6350"/>
                  </a:lnTo>
                  <a:lnTo>
                    <a:pt x="54610" y="6350"/>
                  </a:lnTo>
                  <a:lnTo>
                    <a:pt x="54610" y="5207"/>
                  </a:lnTo>
                  <a:close/>
                </a:path>
                <a:path w="665479" h="6350">
                  <a:moveTo>
                    <a:pt x="54610" y="3937"/>
                  </a:moveTo>
                  <a:lnTo>
                    <a:pt x="53340" y="3937"/>
                  </a:lnTo>
                  <a:lnTo>
                    <a:pt x="53340" y="1397"/>
                  </a:lnTo>
                  <a:lnTo>
                    <a:pt x="1270" y="1397"/>
                  </a:lnTo>
                  <a:lnTo>
                    <a:pt x="1270" y="3937"/>
                  </a:lnTo>
                  <a:lnTo>
                    <a:pt x="0" y="3937"/>
                  </a:lnTo>
                  <a:lnTo>
                    <a:pt x="0" y="5080"/>
                  </a:lnTo>
                  <a:lnTo>
                    <a:pt x="54610" y="5080"/>
                  </a:lnTo>
                  <a:lnTo>
                    <a:pt x="54610" y="3937"/>
                  </a:lnTo>
                  <a:close/>
                </a:path>
                <a:path w="665479" h="6350">
                  <a:moveTo>
                    <a:pt x="665480" y="5207"/>
                  </a:moveTo>
                  <a:lnTo>
                    <a:pt x="537210" y="5207"/>
                  </a:lnTo>
                  <a:lnTo>
                    <a:pt x="537210" y="6350"/>
                  </a:lnTo>
                  <a:lnTo>
                    <a:pt x="665480" y="6350"/>
                  </a:lnTo>
                  <a:lnTo>
                    <a:pt x="665480" y="5207"/>
                  </a:lnTo>
                  <a:close/>
                </a:path>
                <a:path w="665479" h="6350">
                  <a:moveTo>
                    <a:pt x="665480" y="0"/>
                  </a:moveTo>
                  <a:lnTo>
                    <a:pt x="533400" y="0"/>
                  </a:lnTo>
                  <a:lnTo>
                    <a:pt x="533400" y="1270"/>
                  </a:lnTo>
                  <a:lnTo>
                    <a:pt x="534670" y="1270"/>
                  </a:lnTo>
                  <a:lnTo>
                    <a:pt x="534670" y="2540"/>
                  </a:lnTo>
                  <a:lnTo>
                    <a:pt x="535940" y="2540"/>
                  </a:lnTo>
                  <a:lnTo>
                    <a:pt x="535940" y="5080"/>
                  </a:lnTo>
                  <a:lnTo>
                    <a:pt x="665480" y="5080"/>
                  </a:lnTo>
                  <a:lnTo>
                    <a:pt x="665480" y="2540"/>
                  </a:lnTo>
                  <a:lnTo>
                    <a:pt x="665480" y="1270"/>
                  </a:lnTo>
                  <a:lnTo>
                    <a:pt x="665480" y="0"/>
                  </a:lnTo>
                  <a:close/>
                </a:path>
              </a:pathLst>
            </a:custGeom>
            <a:solidFill>
              <a:srgbClr val="D6A000"/>
            </a:solidFill>
          </p:spPr>
          <p:txBody>
            <a:bodyPr wrap="square" lIns="0" tIns="0" rIns="0" bIns="0" rtlCol="0"/>
            <a:lstStyle/>
            <a:p/>
          </p:txBody>
        </p:sp>
        <p:sp>
          <p:nvSpPr>
            <p:cNvPr id="1005" name="object 1005"/>
            <p:cNvSpPr/>
            <p:nvPr/>
          </p:nvSpPr>
          <p:spPr>
            <a:xfrm>
              <a:off x="4931410" y="3520439"/>
              <a:ext cx="666750" cy="7620"/>
            </a:xfrm>
            <a:custGeom>
              <a:avLst/>
              <a:gdLst/>
              <a:ahLst/>
              <a:cxnLst/>
              <a:rect l="l" t="t" r="r" b="b"/>
              <a:pathLst>
                <a:path w="666750" h="7620">
                  <a:moveTo>
                    <a:pt x="55880" y="0"/>
                  </a:moveTo>
                  <a:lnTo>
                    <a:pt x="1270" y="0"/>
                  </a:lnTo>
                  <a:lnTo>
                    <a:pt x="1270" y="1270"/>
                  </a:lnTo>
                  <a:lnTo>
                    <a:pt x="55880" y="1270"/>
                  </a:lnTo>
                  <a:lnTo>
                    <a:pt x="55880" y="0"/>
                  </a:lnTo>
                  <a:close/>
                </a:path>
                <a:path w="666750" h="7620">
                  <a:moveTo>
                    <a:pt x="57150" y="5080"/>
                  </a:moveTo>
                  <a:lnTo>
                    <a:pt x="55880" y="5080"/>
                  </a:lnTo>
                  <a:lnTo>
                    <a:pt x="55880" y="1397"/>
                  </a:lnTo>
                  <a:lnTo>
                    <a:pt x="1270" y="1397"/>
                  </a:lnTo>
                  <a:lnTo>
                    <a:pt x="1270" y="5080"/>
                  </a:lnTo>
                  <a:lnTo>
                    <a:pt x="0" y="5080"/>
                  </a:lnTo>
                  <a:lnTo>
                    <a:pt x="0" y="7620"/>
                  </a:lnTo>
                  <a:lnTo>
                    <a:pt x="57150" y="7620"/>
                  </a:lnTo>
                  <a:lnTo>
                    <a:pt x="57150" y="5207"/>
                  </a:lnTo>
                  <a:lnTo>
                    <a:pt x="57150" y="5080"/>
                  </a:lnTo>
                  <a:close/>
                </a:path>
                <a:path w="666750" h="7620">
                  <a:moveTo>
                    <a:pt x="666750" y="0"/>
                  </a:moveTo>
                  <a:lnTo>
                    <a:pt x="539750" y="0"/>
                  </a:lnTo>
                  <a:lnTo>
                    <a:pt x="539750" y="1270"/>
                  </a:lnTo>
                  <a:lnTo>
                    <a:pt x="541020" y="1270"/>
                  </a:lnTo>
                  <a:lnTo>
                    <a:pt x="541020" y="2540"/>
                  </a:lnTo>
                  <a:lnTo>
                    <a:pt x="542290" y="2540"/>
                  </a:lnTo>
                  <a:lnTo>
                    <a:pt x="542290" y="3810"/>
                  </a:lnTo>
                  <a:lnTo>
                    <a:pt x="543560" y="3810"/>
                  </a:lnTo>
                  <a:lnTo>
                    <a:pt x="543560" y="5080"/>
                  </a:lnTo>
                  <a:lnTo>
                    <a:pt x="543560" y="6350"/>
                  </a:lnTo>
                  <a:lnTo>
                    <a:pt x="544830" y="6350"/>
                  </a:lnTo>
                  <a:lnTo>
                    <a:pt x="544830" y="7620"/>
                  </a:lnTo>
                  <a:lnTo>
                    <a:pt x="666750" y="7620"/>
                  </a:lnTo>
                  <a:lnTo>
                    <a:pt x="666750" y="6350"/>
                  </a:lnTo>
                  <a:lnTo>
                    <a:pt x="666750" y="5080"/>
                  </a:lnTo>
                  <a:lnTo>
                    <a:pt x="666750" y="3810"/>
                  </a:lnTo>
                  <a:lnTo>
                    <a:pt x="666737" y="2540"/>
                  </a:lnTo>
                  <a:lnTo>
                    <a:pt x="666737" y="1270"/>
                  </a:lnTo>
                  <a:lnTo>
                    <a:pt x="666750" y="0"/>
                  </a:lnTo>
                  <a:close/>
                </a:path>
              </a:pathLst>
            </a:custGeom>
            <a:solidFill>
              <a:srgbClr val="D8A100"/>
            </a:solidFill>
          </p:spPr>
          <p:txBody>
            <a:bodyPr wrap="square" lIns="0" tIns="0" rIns="0" bIns="0" rtlCol="0"/>
            <a:lstStyle/>
            <a:p/>
          </p:txBody>
        </p:sp>
        <p:sp>
          <p:nvSpPr>
            <p:cNvPr id="1006" name="object 1006"/>
            <p:cNvSpPr/>
            <p:nvPr/>
          </p:nvSpPr>
          <p:spPr>
            <a:xfrm>
              <a:off x="4930140" y="3528059"/>
              <a:ext cx="668020" cy="7620"/>
            </a:xfrm>
            <a:custGeom>
              <a:avLst/>
              <a:gdLst/>
              <a:ahLst/>
              <a:cxnLst/>
              <a:rect l="l" t="t" r="r" b="b"/>
              <a:pathLst>
                <a:path w="668020" h="7620">
                  <a:moveTo>
                    <a:pt x="59690" y="6477"/>
                  </a:moveTo>
                  <a:lnTo>
                    <a:pt x="0" y="6477"/>
                  </a:lnTo>
                  <a:lnTo>
                    <a:pt x="0" y="7620"/>
                  </a:lnTo>
                  <a:lnTo>
                    <a:pt x="59690" y="7620"/>
                  </a:lnTo>
                  <a:lnTo>
                    <a:pt x="59690" y="6477"/>
                  </a:lnTo>
                  <a:close/>
                </a:path>
                <a:path w="668020" h="7620">
                  <a:moveTo>
                    <a:pt x="59690" y="3810"/>
                  </a:moveTo>
                  <a:lnTo>
                    <a:pt x="58420" y="3810"/>
                  </a:lnTo>
                  <a:lnTo>
                    <a:pt x="58420" y="127"/>
                  </a:lnTo>
                  <a:lnTo>
                    <a:pt x="1270" y="127"/>
                  </a:lnTo>
                  <a:lnTo>
                    <a:pt x="1270" y="3810"/>
                  </a:lnTo>
                  <a:lnTo>
                    <a:pt x="0" y="3810"/>
                  </a:lnTo>
                  <a:lnTo>
                    <a:pt x="0" y="6350"/>
                  </a:lnTo>
                  <a:lnTo>
                    <a:pt x="59690" y="6350"/>
                  </a:lnTo>
                  <a:lnTo>
                    <a:pt x="59690" y="3937"/>
                  </a:lnTo>
                  <a:lnTo>
                    <a:pt x="59690" y="3810"/>
                  </a:lnTo>
                  <a:close/>
                </a:path>
                <a:path w="668020" h="7620">
                  <a:moveTo>
                    <a:pt x="668020" y="6477"/>
                  </a:moveTo>
                  <a:lnTo>
                    <a:pt x="552450" y="6477"/>
                  </a:lnTo>
                  <a:lnTo>
                    <a:pt x="552450" y="7620"/>
                  </a:lnTo>
                  <a:lnTo>
                    <a:pt x="668020" y="7620"/>
                  </a:lnTo>
                  <a:lnTo>
                    <a:pt x="668020" y="6477"/>
                  </a:lnTo>
                  <a:close/>
                </a:path>
                <a:path w="668020" h="7620">
                  <a:moveTo>
                    <a:pt x="668020" y="0"/>
                  </a:moveTo>
                  <a:lnTo>
                    <a:pt x="547370" y="0"/>
                  </a:lnTo>
                  <a:lnTo>
                    <a:pt x="546100" y="0"/>
                  </a:lnTo>
                  <a:lnTo>
                    <a:pt x="546100" y="127"/>
                  </a:lnTo>
                  <a:lnTo>
                    <a:pt x="547370" y="127"/>
                  </a:lnTo>
                  <a:lnTo>
                    <a:pt x="547370" y="1270"/>
                  </a:lnTo>
                  <a:lnTo>
                    <a:pt x="548640" y="1270"/>
                  </a:lnTo>
                  <a:lnTo>
                    <a:pt x="548640" y="2540"/>
                  </a:lnTo>
                  <a:lnTo>
                    <a:pt x="549910" y="2540"/>
                  </a:lnTo>
                  <a:lnTo>
                    <a:pt x="549910" y="3810"/>
                  </a:lnTo>
                  <a:lnTo>
                    <a:pt x="549910" y="5080"/>
                  </a:lnTo>
                  <a:lnTo>
                    <a:pt x="551180" y="5080"/>
                  </a:lnTo>
                  <a:lnTo>
                    <a:pt x="551180" y="6350"/>
                  </a:lnTo>
                  <a:lnTo>
                    <a:pt x="668020" y="6350"/>
                  </a:lnTo>
                  <a:lnTo>
                    <a:pt x="668020" y="5080"/>
                  </a:lnTo>
                  <a:lnTo>
                    <a:pt x="668020" y="3810"/>
                  </a:lnTo>
                  <a:lnTo>
                    <a:pt x="668020" y="2540"/>
                  </a:lnTo>
                  <a:lnTo>
                    <a:pt x="668020" y="1270"/>
                  </a:lnTo>
                  <a:lnTo>
                    <a:pt x="668020" y="0"/>
                  </a:lnTo>
                  <a:close/>
                </a:path>
              </a:pathLst>
            </a:custGeom>
            <a:solidFill>
              <a:srgbClr val="DAA300"/>
            </a:solidFill>
          </p:spPr>
          <p:txBody>
            <a:bodyPr wrap="square" lIns="0" tIns="0" rIns="0" bIns="0" rtlCol="0"/>
            <a:lstStyle/>
            <a:p/>
          </p:txBody>
        </p:sp>
        <p:sp>
          <p:nvSpPr>
            <p:cNvPr id="1007" name="object 1007"/>
            <p:cNvSpPr/>
            <p:nvPr/>
          </p:nvSpPr>
          <p:spPr>
            <a:xfrm>
              <a:off x="4928870" y="3535679"/>
              <a:ext cx="669290" cy="6350"/>
            </a:xfrm>
            <a:custGeom>
              <a:avLst/>
              <a:gdLst/>
              <a:ahLst/>
              <a:cxnLst/>
              <a:rect l="l" t="t" r="r" b="b"/>
              <a:pathLst>
                <a:path w="669289" h="6350">
                  <a:moveTo>
                    <a:pt x="63500" y="5080"/>
                  </a:moveTo>
                  <a:lnTo>
                    <a:pt x="62230" y="5080"/>
                  </a:lnTo>
                  <a:lnTo>
                    <a:pt x="62230" y="2540"/>
                  </a:lnTo>
                  <a:lnTo>
                    <a:pt x="62230" y="0"/>
                  </a:lnTo>
                  <a:lnTo>
                    <a:pt x="1270" y="0"/>
                  </a:lnTo>
                  <a:lnTo>
                    <a:pt x="1270" y="2540"/>
                  </a:lnTo>
                  <a:lnTo>
                    <a:pt x="0" y="2540"/>
                  </a:lnTo>
                  <a:lnTo>
                    <a:pt x="0" y="5080"/>
                  </a:lnTo>
                  <a:lnTo>
                    <a:pt x="0" y="6350"/>
                  </a:lnTo>
                  <a:lnTo>
                    <a:pt x="63500" y="6350"/>
                  </a:lnTo>
                  <a:lnTo>
                    <a:pt x="63500" y="5080"/>
                  </a:lnTo>
                  <a:close/>
                </a:path>
                <a:path w="669289" h="6350">
                  <a:moveTo>
                    <a:pt x="669290" y="5207"/>
                  </a:moveTo>
                  <a:lnTo>
                    <a:pt x="558800" y="5207"/>
                  </a:lnTo>
                  <a:lnTo>
                    <a:pt x="558800" y="6350"/>
                  </a:lnTo>
                  <a:lnTo>
                    <a:pt x="669290" y="6350"/>
                  </a:lnTo>
                  <a:lnTo>
                    <a:pt x="669290" y="5207"/>
                  </a:lnTo>
                  <a:close/>
                </a:path>
                <a:path w="669289" h="6350">
                  <a:moveTo>
                    <a:pt x="669290" y="3810"/>
                  </a:moveTo>
                  <a:lnTo>
                    <a:pt x="669277" y="2540"/>
                  </a:lnTo>
                  <a:lnTo>
                    <a:pt x="669277" y="1270"/>
                  </a:lnTo>
                  <a:lnTo>
                    <a:pt x="669277" y="0"/>
                  </a:lnTo>
                  <a:lnTo>
                    <a:pt x="554990" y="0"/>
                  </a:lnTo>
                  <a:lnTo>
                    <a:pt x="554990" y="1270"/>
                  </a:lnTo>
                  <a:lnTo>
                    <a:pt x="556260" y="1270"/>
                  </a:lnTo>
                  <a:lnTo>
                    <a:pt x="556260" y="2540"/>
                  </a:lnTo>
                  <a:lnTo>
                    <a:pt x="556260" y="3810"/>
                  </a:lnTo>
                  <a:lnTo>
                    <a:pt x="557530" y="3810"/>
                  </a:lnTo>
                  <a:lnTo>
                    <a:pt x="557530" y="5080"/>
                  </a:lnTo>
                  <a:lnTo>
                    <a:pt x="669290" y="5080"/>
                  </a:lnTo>
                  <a:lnTo>
                    <a:pt x="669290" y="3810"/>
                  </a:lnTo>
                  <a:close/>
                </a:path>
              </a:pathLst>
            </a:custGeom>
            <a:solidFill>
              <a:srgbClr val="DCA400"/>
            </a:solidFill>
          </p:spPr>
          <p:txBody>
            <a:bodyPr wrap="square" lIns="0" tIns="0" rIns="0" bIns="0" rtlCol="0"/>
            <a:lstStyle/>
            <a:p/>
          </p:txBody>
        </p:sp>
        <p:sp>
          <p:nvSpPr>
            <p:cNvPr id="1008" name="object 1008"/>
            <p:cNvSpPr/>
            <p:nvPr/>
          </p:nvSpPr>
          <p:spPr>
            <a:xfrm>
              <a:off x="4926330" y="3542029"/>
              <a:ext cx="671830" cy="7620"/>
            </a:xfrm>
            <a:custGeom>
              <a:avLst/>
              <a:gdLst/>
              <a:ahLst/>
              <a:cxnLst/>
              <a:rect l="l" t="t" r="r" b="b"/>
              <a:pathLst>
                <a:path w="671829" h="7620">
                  <a:moveTo>
                    <a:pt x="68567" y="6350"/>
                  </a:moveTo>
                  <a:lnTo>
                    <a:pt x="67310" y="6350"/>
                  </a:lnTo>
                  <a:lnTo>
                    <a:pt x="67310" y="5080"/>
                  </a:lnTo>
                  <a:lnTo>
                    <a:pt x="67310" y="3810"/>
                  </a:lnTo>
                  <a:lnTo>
                    <a:pt x="66040" y="3810"/>
                  </a:lnTo>
                  <a:lnTo>
                    <a:pt x="66040" y="2540"/>
                  </a:lnTo>
                  <a:lnTo>
                    <a:pt x="66040" y="1270"/>
                  </a:lnTo>
                  <a:lnTo>
                    <a:pt x="66040" y="0"/>
                  </a:lnTo>
                  <a:lnTo>
                    <a:pt x="2540" y="0"/>
                  </a:lnTo>
                  <a:lnTo>
                    <a:pt x="2540" y="1270"/>
                  </a:lnTo>
                  <a:lnTo>
                    <a:pt x="1270" y="1270"/>
                  </a:lnTo>
                  <a:lnTo>
                    <a:pt x="1270" y="2540"/>
                  </a:lnTo>
                  <a:lnTo>
                    <a:pt x="1270" y="3810"/>
                  </a:lnTo>
                  <a:lnTo>
                    <a:pt x="1270" y="5080"/>
                  </a:lnTo>
                  <a:lnTo>
                    <a:pt x="0" y="5080"/>
                  </a:lnTo>
                  <a:lnTo>
                    <a:pt x="0" y="6350"/>
                  </a:lnTo>
                  <a:lnTo>
                    <a:pt x="0" y="7620"/>
                  </a:lnTo>
                  <a:lnTo>
                    <a:pt x="68567" y="7620"/>
                  </a:lnTo>
                  <a:lnTo>
                    <a:pt x="68567" y="6350"/>
                  </a:lnTo>
                  <a:close/>
                </a:path>
                <a:path w="671829" h="7620">
                  <a:moveTo>
                    <a:pt x="671830" y="0"/>
                  </a:moveTo>
                  <a:lnTo>
                    <a:pt x="562610" y="0"/>
                  </a:lnTo>
                  <a:lnTo>
                    <a:pt x="562610" y="1270"/>
                  </a:lnTo>
                  <a:lnTo>
                    <a:pt x="563880" y="1270"/>
                  </a:lnTo>
                  <a:lnTo>
                    <a:pt x="563880" y="2540"/>
                  </a:lnTo>
                  <a:lnTo>
                    <a:pt x="565150" y="2540"/>
                  </a:lnTo>
                  <a:lnTo>
                    <a:pt x="565150" y="5080"/>
                  </a:lnTo>
                  <a:lnTo>
                    <a:pt x="566420" y="5080"/>
                  </a:lnTo>
                  <a:lnTo>
                    <a:pt x="566420" y="6350"/>
                  </a:lnTo>
                  <a:lnTo>
                    <a:pt x="567690" y="6350"/>
                  </a:lnTo>
                  <a:lnTo>
                    <a:pt x="567690" y="7620"/>
                  </a:lnTo>
                  <a:lnTo>
                    <a:pt x="671830" y="7620"/>
                  </a:lnTo>
                  <a:lnTo>
                    <a:pt x="671830" y="6350"/>
                  </a:lnTo>
                  <a:lnTo>
                    <a:pt x="671830" y="5080"/>
                  </a:lnTo>
                  <a:lnTo>
                    <a:pt x="671830" y="2540"/>
                  </a:lnTo>
                  <a:lnTo>
                    <a:pt x="671830" y="1270"/>
                  </a:lnTo>
                  <a:lnTo>
                    <a:pt x="671830" y="0"/>
                  </a:lnTo>
                  <a:close/>
                </a:path>
              </a:pathLst>
            </a:custGeom>
            <a:solidFill>
              <a:srgbClr val="DEA600"/>
            </a:solidFill>
          </p:spPr>
          <p:txBody>
            <a:bodyPr wrap="square" lIns="0" tIns="0" rIns="0" bIns="0" rtlCol="0"/>
            <a:lstStyle/>
            <a:p/>
          </p:txBody>
        </p:sp>
        <p:sp>
          <p:nvSpPr>
            <p:cNvPr id="1009" name="object 1009"/>
            <p:cNvSpPr/>
            <p:nvPr/>
          </p:nvSpPr>
          <p:spPr>
            <a:xfrm>
              <a:off x="4923790" y="3549649"/>
              <a:ext cx="674370" cy="7620"/>
            </a:xfrm>
            <a:custGeom>
              <a:avLst/>
              <a:gdLst/>
              <a:ahLst/>
              <a:cxnLst/>
              <a:rect l="l" t="t" r="r" b="b"/>
              <a:pathLst>
                <a:path w="674370" h="7620">
                  <a:moveTo>
                    <a:pt x="73660" y="3810"/>
                  </a:moveTo>
                  <a:lnTo>
                    <a:pt x="72390" y="3810"/>
                  </a:lnTo>
                  <a:lnTo>
                    <a:pt x="72390" y="1397"/>
                  </a:lnTo>
                  <a:lnTo>
                    <a:pt x="71107" y="1397"/>
                  </a:lnTo>
                  <a:lnTo>
                    <a:pt x="71107" y="0"/>
                  </a:lnTo>
                  <a:lnTo>
                    <a:pt x="2540" y="0"/>
                  </a:lnTo>
                  <a:lnTo>
                    <a:pt x="2540" y="1397"/>
                  </a:lnTo>
                  <a:lnTo>
                    <a:pt x="1270" y="1397"/>
                  </a:lnTo>
                  <a:lnTo>
                    <a:pt x="1270" y="3810"/>
                  </a:lnTo>
                  <a:lnTo>
                    <a:pt x="1270" y="5080"/>
                  </a:lnTo>
                  <a:lnTo>
                    <a:pt x="0" y="5080"/>
                  </a:lnTo>
                  <a:lnTo>
                    <a:pt x="0" y="7620"/>
                  </a:lnTo>
                  <a:lnTo>
                    <a:pt x="73660" y="7620"/>
                  </a:lnTo>
                  <a:lnTo>
                    <a:pt x="73660" y="5080"/>
                  </a:lnTo>
                  <a:lnTo>
                    <a:pt x="73660" y="3810"/>
                  </a:lnTo>
                  <a:close/>
                </a:path>
                <a:path w="674370" h="7620">
                  <a:moveTo>
                    <a:pt x="674370" y="0"/>
                  </a:moveTo>
                  <a:lnTo>
                    <a:pt x="571500" y="0"/>
                  </a:lnTo>
                  <a:lnTo>
                    <a:pt x="571500" y="1270"/>
                  </a:lnTo>
                  <a:lnTo>
                    <a:pt x="572770" y="1270"/>
                  </a:lnTo>
                  <a:lnTo>
                    <a:pt x="572770" y="3810"/>
                  </a:lnTo>
                  <a:lnTo>
                    <a:pt x="574040" y="3810"/>
                  </a:lnTo>
                  <a:lnTo>
                    <a:pt x="574040" y="5080"/>
                  </a:lnTo>
                  <a:lnTo>
                    <a:pt x="575310" y="5080"/>
                  </a:lnTo>
                  <a:lnTo>
                    <a:pt x="575310" y="6350"/>
                  </a:lnTo>
                  <a:lnTo>
                    <a:pt x="576580" y="6350"/>
                  </a:lnTo>
                  <a:lnTo>
                    <a:pt x="576580" y="7620"/>
                  </a:lnTo>
                  <a:lnTo>
                    <a:pt x="674370" y="7620"/>
                  </a:lnTo>
                  <a:lnTo>
                    <a:pt x="674370" y="6350"/>
                  </a:lnTo>
                  <a:lnTo>
                    <a:pt x="674357" y="5080"/>
                  </a:lnTo>
                  <a:lnTo>
                    <a:pt x="674357" y="3810"/>
                  </a:lnTo>
                  <a:lnTo>
                    <a:pt x="674370" y="1270"/>
                  </a:lnTo>
                  <a:lnTo>
                    <a:pt x="674370" y="0"/>
                  </a:lnTo>
                  <a:close/>
                </a:path>
              </a:pathLst>
            </a:custGeom>
            <a:solidFill>
              <a:srgbClr val="E0A700"/>
            </a:solidFill>
          </p:spPr>
          <p:txBody>
            <a:bodyPr wrap="square" lIns="0" tIns="0" rIns="0" bIns="0" rtlCol="0"/>
            <a:lstStyle/>
            <a:p/>
          </p:txBody>
        </p:sp>
        <p:sp>
          <p:nvSpPr>
            <p:cNvPr id="1010" name="object 1010"/>
            <p:cNvSpPr/>
            <p:nvPr/>
          </p:nvSpPr>
          <p:spPr>
            <a:xfrm>
              <a:off x="4921250" y="3557269"/>
              <a:ext cx="678180" cy="6350"/>
            </a:xfrm>
            <a:custGeom>
              <a:avLst/>
              <a:gdLst/>
              <a:ahLst/>
              <a:cxnLst/>
              <a:rect l="l" t="t" r="r" b="b"/>
              <a:pathLst>
                <a:path w="678179" h="6350">
                  <a:moveTo>
                    <a:pt x="80010" y="5080"/>
                  </a:moveTo>
                  <a:lnTo>
                    <a:pt x="78740" y="5080"/>
                  </a:lnTo>
                  <a:lnTo>
                    <a:pt x="78740" y="3810"/>
                  </a:lnTo>
                  <a:lnTo>
                    <a:pt x="78740" y="2540"/>
                  </a:lnTo>
                  <a:lnTo>
                    <a:pt x="77470" y="2540"/>
                  </a:lnTo>
                  <a:lnTo>
                    <a:pt x="77470" y="127"/>
                  </a:lnTo>
                  <a:lnTo>
                    <a:pt x="76200" y="127"/>
                  </a:lnTo>
                  <a:lnTo>
                    <a:pt x="2540" y="12"/>
                  </a:lnTo>
                  <a:lnTo>
                    <a:pt x="1270" y="127"/>
                  </a:lnTo>
                  <a:lnTo>
                    <a:pt x="1270" y="2540"/>
                  </a:lnTo>
                  <a:lnTo>
                    <a:pt x="1270" y="3810"/>
                  </a:lnTo>
                  <a:lnTo>
                    <a:pt x="0" y="3810"/>
                  </a:lnTo>
                  <a:lnTo>
                    <a:pt x="0" y="5080"/>
                  </a:lnTo>
                  <a:lnTo>
                    <a:pt x="0" y="6350"/>
                  </a:lnTo>
                  <a:lnTo>
                    <a:pt x="80010" y="6350"/>
                  </a:lnTo>
                  <a:lnTo>
                    <a:pt x="80010" y="5080"/>
                  </a:lnTo>
                  <a:close/>
                </a:path>
                <a:path w="678179" h="6350">
                  <a:moveTo>
                    <a:pt x="678180" y="0"/>
                  </a:moveTo>
                  <a:lnTo>
                    <a:pt x="580390" y="0"/>
                  </a:lnTo>
                  <a:lnTo>
                    <a:pt x="579120" y="12"/>
                  </a:lnTo>
                  <a:lnTo>
                    <a:pt x="580390" y="127"/>
                  </a:lnTo>
                  <a:lnTo>
                    <a:pt x="580390" y="2540"/>
                  </a:lnTo>
                  <a:lnTo>
                    <a:pt x="581660" y="2540"/>
                  </a:lnTo>
                  <a:lnTo>
                    <a:pt x="581660" y="3810"/>
                  </a:lnTo>
                  <a:lnTo>
                    <a:pt x="582930" y="3810"/>
                  </a:lnTo>
                  <a:lnTo>
                    <a:pt x="582930" y="5080"/>
                  </a:lnTo>
                  <a:lnTo>
                    <a:pt x="584200" y="5080"/>
                  </a:lnTo>
                  <a:lnTo>
                    <a:pt x="584200" y="6350"/>
                  </a:lnTo>
                  <a:lnTo>
                    <a:pt x="678180" y="6350"/>
                  </a:lnTo>
                  <a:lnTo>
                    <a:pt x="678180" y="5080"/>
                  </a:lnTo>
                  <a:lnTo>
                    <a:pt x="678180" y="3810"/>
                  </a:lnTo>
                  <a:lnTo>
                    <a:pt x="678180" y="2540"/>
                  </a:lnTo>
                  <a:lnTo>
                    <a:pt x="678180" y="0"/>
                  </a:lnTo>
                  <a:close/>
                </a:path>
              </a:pathLst>
            </a:custGeom>
            <a:solidFill>
              <a:srgbClr val="E2A900"/>
            </a:solidFill>
          </p:spPr>
          <p:txBody>
            <a:bodyPr wrap="square" lIns="0" tIns="0" rIns="0" bIns="0" rtlCol="0"/>
            <a:lstStyle/>
            <a:p/>
          </p:txBody>
        </p:sp>
        <p:sp>
          <p:nvSpPr>
            <p:cNvPr id="1011" name="object 1011"/>
            <p:cNvSpPr/>
            <p:nvPr/>
          </p:nvSpPr>
          <p:spPr>
            <a:xfrm>
              <a:off x="4916170" y="3563619"/>
              <a:ext cx="683260" cy="7620"/>
            </a:xfrm>
            <a:custGeom>
              <a:avLst/>
              <a:gdLst/>
              <a:ahLst/>
              <a:cxnLst/>
              <a:rect l="l" t="t" r="r" b="b"/>
              <a:pathLst>
                <a:path w="683260" h="7620">
                  <a:moveTo>
                    <a:pt x="88900" y="3810"/>
                  </a:moveTo>
                  <a:lnTo>
                    <a:pt x="87630" y="3810"/>
                  </a:lnTo>
                  <a:lnTo>
                    <a:pt x="87630" y="2667"/>
                  </a:lnTo>
                  <a:lnTo>
                    <a:pt x="87630" y="2540"/>
                  </a:lnTo>
                  <a:lnTo>
                    <a:pt x="86360" y="2540"/>
                  </a:lnTo>
                  <a:lnTo>
                    <a:pt x="86360" y="127"/>
                  </a:lnTo>
                  <a:lnTo>
                    <a:pt x="86360" y="0"/>
                  </a:lnTo>
                  <a:lnTo>
                    <a:pt x="3810" y="0"/>
                  </a:lnTo>
                  <a:lnTo>
                    <a:pt x="3810" y="2540"/>
                  </a:lnTo>
                  <a:lnTo>
                    <a:pt x="2540" y="2540"/>
                  </a:lnTo>
                  <a:lnTo>
                    <a:pt x="2540" y="3810"/>
                  </a:lnTo>
                  <a:lnTo>
                    <a:pt x="2540" y="5080"/>
                  </a:lnTo>
                  <a:lnTo>
                    <a:pt x="88900" y="5080"/>
                  </a:lnTo>
                  <a:lnTo>
                    <a:pt x="88900" y="3810"/>
                  </a:lnTo>
                  <a:close/>
                </a:path>
                <a:path w="683260" h="7620">
                  <a:moveTo>
                    <a:pt x="90170" y="5207"/>
                  </a:moveTo>
                  <a:lnTo>
                    <a:pt x="1270" y="5207"/>
                  </a:lnTo>
                  <a:lnTo>
                    <a:pt x="1270" y="6350"/>
                  </a:lnTo>
                  <a:lnTo>
                    <a:pt x="0" y="6350"/>
                  </a:lnTo>
                  <a:lnTo>
                    <a:pt x="0" y="7620"/>
                  </a:lnTo>
                  <a:lnTo>
                    <a:pt x="90170" y="7620"/>
                  </a:lnTo>
                  <a:lnTo>
                    <a:pt x="90170" y="6350"/>
                  </a:lnTo>
                  <a:lnTo>
                    <a:pt x="90170" y="5207"/>
                  </a:lnTo>
                  <a:close/>
                </a:path>
                <a:path w="683260" h="7620">
                  <a:moveTo>
                    <a:pt x="683260" y="6477"/>
                  </a:moveTo>
                  <a:lnTo>
                    <a:pt x="595630" y="6477"/>
                  </a:lnTo>
                  <a:lnTo>
                    <a:pt x="595630" y="7620"/>
                  </a:lnTo>
                  <a:lnTo>
                    <a:pt x="683260" y="7620"/>
                  </a:lnTo>
                  <a:lnTo>
                    <a:pt x="683260" y="6477"/>
                  </a:lnTo>
                  <a:close/>
                </a:path>
                <a:path w="683260" h="7620">
                  <a:moveTo>
                    <a:pt x="683260" y="0"/>
                  </a:moveTo>
                  <a:lnTo>
                    <a:pt x="590550" y="0"/>
                  </a:lnTo>
                  <a:lnTo>
                    <a:pt x="589280" y="12"/>
                  </a:lnTo>
                  <a:lnTo>
                    <a:pt x="590550" y="127"/>
                  </a:lnTo>
                  <a:lnTo>
                    <a:pt x="590550" y="1270"/>
                  </a:lnTo>
                  <a:lnTo>
                    <a:pt x="591820" y="1270"/>
                  </a:lnTo>
                  <a:lnTo>
                    <a:pt x="591820" y="2540"/>
                  </a:lnTo>
                  <a:lnTo>
                    <a:pt x="591820" y="3810"/>
                  </a:lnTo>
                  <a:lnTo>
                    <a:pt x="593090" y="3810"/>
                  </a:lnTo>
                  <a:lnTo>
                    <a:pt x="593090" y="5080"/>
                  </a:lnTo>
                  <a:lnTo>
                    <a:pt x="594360" y="5080"/>
                  </a:lnTo>
                  <a:lnTo>
                    <a:pt x="594360" y="6350"/>
                  </a:lnTo>
                  <a:lnTo>
                    <a:pt x="683260" y="6350"/>
                  </a:lnTo>
                  <a:lnTo>
                    <a:pt x="683260" y="5080"/>
                  </a:lnTo>
                  <a:lnTo>
                    <a:pt x="683260" y="3810"/>
                  </a:lnTo>
                  <a:lnTo>
                    <a:pt x="683260" y="2540"/>
                  </a:lnTo>
                  <a:lnTo>
                    <a:pt x="683260" y="1270"/>
                  </a:lnTo>
                  <a:lnTo>
                    <a:pt x="683260" y="0"/>
                  </a:lnTo>
                  <a:close/>
                </a:path>
              </a:pathLst>
            </a:custGeom>
            <a:solidFill>
              <a:srgbClr val="E4AA00"/>
            </a:solidFill>
          </p:spPr>
          <p:txBody>
            <a:bodyPr wrap="square" lIns="0" tIns="0" rIns="0" bIns="0" rtlCol="0"/>
            <a:lstStyle/>
            <a:p/>
          </p:txBody>
        </p:sp>
        <p:sp>
          <p:nvSpPr>
            <p:cNvPr id="1012" name="object 1012"/>
            <p:cNvSpPr/>
            <p:nvPr/>
          </p:nvSpPr>
          <p:spPr>
            <a:xfrm>
              <a:off x="4911090" y="3571239"/>
              <a:ext cx="688340" cy="7620"/>
            </a:xfrm>
            <a:custGeom>
              <a:avLst/>
              <a:gdLst/>
              <a:ahLst/>
              <a:cxnLst/>
              <a:rect l="l" t="t" r="r" b="b"/>
              <a:pathLst>
                <a:path w="688339" h="7620">
                  <a:moveTo>
                    <a:pt x="97790" y="1270"/>
                  </a:moveTo>
                  <a:lnTo>
                    <a:pt x="96520" y="1270"/>
                  </a:lnTo>
                  <a:lnTo>
                    <a:pt x="96520" y="0"/>
                  </a:lnTo>
                  <a:lnTo>
                    <a:pt x="3810" y="0"/>
                  </a:lnTo>
                  <a:lnTo>
                    <a:pt x="3810" y="1270"/>
                  </a:lnTo>
                  <a:lnTo>
                    <a:pt x="2540" y="1270"/>
                  </a:lnTo>
                  <a:lnTo>
                    <a:pt x="2540" y="3810"/>
                  </a:lnTo>
                  <a:lnTo>
                    <a:pt x="97790" y="3810"/>
                  </a:lnTo>
                  <a:lnTo>
                    <a:pt x="97790" y="1397"/>
                  </a:lnTo>
                  <a:lnTo>
                    <a:pt x="97790" y="1270"/>
                  </a:lnTo>
                  <a:close/>
                </a:path>
                <a:path w="688339" h="7620">
                  <a:moveTo>
                    <a:pt x="101600" y="6350"/>
                  </a:moveTo>
                  <a:lnTo>
                    <a:pt x="100330" y="6350"/>
                  </a:lnTo>
                  <a:lnTo>
                    <a:pt x="100330" y="5080"/>
                  </a:lnTo>
                  <a:lnTo>
                    <a:pt x="99060" y="5080"/>
                  </a:lnTo>
                  <a:lnTo>
                    <a:pt x="99060" y="3937"/>
                  </a:lnTo>
                  <a:lnTo>
                    <a:pt x="1270" y="3937"/>
                  </a:lnTo>
                  <a:lnTo>
                    <a:pt x="1270" y="5080"/>
                  </a:lnTo>
                  <a:lnTo>
                    <a:pt x="1270" y="6350"/>
                  </a:lnTo>
                  <a:lnTo>
                    <a:pt x="0" y="6350"/>
                  </a:lnTo>
                  <a:lnTo>
                    <a:pt x="0" y="7620"/>
                  </a:lnTo>
                  <a:lnTo>
                    <a:pt x="101600" y="7620"/>
                  </a:lnTo>
                  <a:lnTo>
                    <a:pt x="101600" y="6350"/>
                  </a:lnTo>
                  <a:close/>
                </a:path>
                <a:path w="688339" h="7620">
                  <a:moveTo>
                    <a:pt x="688340" y="0"/>
                  </a:moveTo>
                  <a:lnTo>
                    <a:pt x="601980" y="0"/>
                  </a:lnTo>
                  <a:lnTo>
                    <a:pt x="601980" y="1270"/>
                  </a:lnTo>
                  <a:lnTo>
                    <a:pt x="601980" y="2540"/>
                  </a:lnTo>
                  <a:lnTo>
                    <a:pt x="603250" y="2540"/>
                  </a:lnTo>
                  <a:lnTo>
                    <a:pt x="603250" y="3810"/>
                  </a:lnTo>
                  <a:lnTo>
                    <a:pt x="604520" y="3810"/>
                  </a:lnTo>
                  <a:lnTo>
                    <a:pt x="604520" y="5080"/>
                  </a:lnTo>
                  <a:lnTo>
                    <a:pt x="605790" y="5080"/>
                  </a:lnTo>
                  <a:lnTo>
                    <a:pt x="605790" y="6350"/>
                  </a:lnTo>
                  <a:lnTo>
                    <a:pt x="607060" y="6350"/>
                  </a:lnTo>
                  <a:lnTo>
                    <a:pt x="607060" y="7620"/>
                  </a:lnTo>
                  <a:lnTo>
                    <a:pt x="688340" y="7620"/>
                  </a:lnTo>
                  <a:lnTo>
                    <a:pt x="688340" y="1270"/>
                  </a:lnTo>
                  <a:lnTo>
                    <a:pt x="688340" y="0"/>
                  </a:lnTo>
                  <a:close/>
                </a:path>
              </a:pathLst>
            </a:custGeom>
            <a:solidFill>
              <a:srgbClr val="E6AC00"/>
            </a:solidFill>
          </p:spPr>
          <p:txBody>
            <a:bodyPr wrap="square" lIns="0" tIns="0" rIns="0" bIns="0" rtlCol="0"/>
            <a:lstStyle/>
            <a:p/>
          </p:txBody>
        </p:sp>
        <p:sp>
          <p:nvSpPr>
            <p:cNvPr id="1013" name="object 1013"/>
            <p:cNvSpPr/>
            <p:nvPr/>
          </p:nvSpPr>
          <p:spPr>
            <a:xfrm>
              <a:off x="4903470" y="3578859"/>
              <a:ext cx="695960" cy="6350"/>
            </a:xfrm>
            <a:custGeom>
              <a:avLst/>
              <a:gdLst/>
              <a:ahLst/>
              <a:cxnLst/>
              <a:rect l="l" t="t" r="r" b="b"/>
              <a:pathLst>
                <a:path w="695960" h="6350">
                  <a:moveTo>
                    <a:pt x="116840" y="5080"/>
                  </a:moveTo>
                  <a:lnTo>
                    <a:pt x="115570" y="5080"/>
                  </a:lnTo>
                  <a:lnTo>
                    <a:pt x="115570" y="3937"/>
                  </a:lnTo>
                  <a:lnTo>
                    <a:pt x="115570" y="3810"/>
                  </a:lnTo>
                  <a:lnTo>
                    <a:pt x="114300" y="3810"/>
                  </a:lnTo>
                  <a:lnTo>
                    <a:pt x="114300" y="2667"/>
                  </a:lnTo>
                  <a:lnTo>
                    <a:pt x="113030" y="2667"/>
                  </a:lnTo>
                  <a:lnTo>
                    <a:pt x="113030" y="1270"/>
                  </a:lnTo>
                  <a:lnTo>
                    <a:pt x="111760" y="1270"/>
                  </a:lnTo>
                  <a:lnTo>
                    <a:pt x="111760" y="127"/>
                  </a:lnTo>
                  <a:lnTo>
                    <a:pt x="111760" y="0"/>
                  </a:lnTo>
                  <a:lnTo>
                    <a:pt x="109220" y="0"/>
                  </a:lnTo>
                  <a:lnTo>
                    <a:pt x="5080" y="0"/>
                  </a:lnTo>
                  <a:lnTo>
                    <a:pt x="5080" y="1270"/>
                  </a:lnTo>
                  <a:lnTo>
                    <a:pt x="3810" y="1270"/>
                  </a:lnTo>
                  <a:lnTo>
                    <a:pt x="3810" y="2667"/>
                  </a:lnTo>
                  <a:lnTo>
                    <a:pt x="2540" y="2667"/>
                  </a:lnTo>
                  <a:lnTo>
                    <a:pt x="2540" y="3810"/>
                  </a:lnTo>
                  <a:lnTo>
                    <a:pt x="1270" y="3810"/>
                  </a:lnTo>
                  <a:lnTo>
                    <a:pt x="1270" y="5080"/>
                  </a:lnTo>
                  <a:lnTo>
                    <a:pt x="0" y="5080"/>
                  </a:lnTo>
                  <a:lnTo>
                    <a:pt x="0" y="6350"/>
                  </a:lnTo>
                  <a:lnTo>
                    <a:pt x="116840" y="6350"/>
                  </a:lnTo>
                  <a:lnTo>
                    <a:pt x="116840" y="5080"/>
                  </a:lnTo>
                  <a:close/>
                </a:path>
                <a:path w="695960" h="6350">
                  <a:moveTo>
                    <a:pt x="695960" y="0"/>
                  </a:moveTo>
                  <a:lnTo>
                    <a:pt x="614680" y="0"/>
                  </a:lnTo>
                  <a:lnTo>
                    <a:pt x="614680" y="1270"/>
                  </a:lnTo>
                  <a:lnTo>
                    <a:pt x="615950" y="1270"/>
                  </a:lnTo>
                  <a:lnTo>
                    <a:pt x="615950" y="2540"/>
                  </a:lnTo>
                  <a:lnTo>
                    <a:pt x="617220" y="2540"/>
                  </a:lnTo>
                  <a:lnTo>
                    <a:pt x="617220" y="3810"/>
                  </a:lnTo>
                  <a:lnTo>
                    <a:pt x="618490" y="3810"/>
                  </a:lnTo>
                  <a:lnTo>
                    <a:pt x="618490" y="5080"/>
                  </a:lnTo>
                  <a:lnTo>
                    <a:pt x="619760" y="5080"/>
                  </a:lnTo>
                  <a:lnTo>
                    <a:pt x="619760" y="6350"/>
                  </a:lnTo>
                  <a:lnTo>
                    <a:pt x="695960" y="6350"/>
                  </a:lnTo>
                  <a:lnTo>
                    <a:pt x="695960" y="5080"/>
                  </a:lnTo>
                  <a:lnTo>
                    <a:pt x="695960" y="3810"/>
                  </a:lnTo>
                  <a:lnTo>
                    <a:pt x="695960" y="2540"/>
                  </a:lnTo>
                  <a:lnTo>
                    <a:pt x="695960" y="1270"/>
                  </a:lnTo>
                  <a:lnTo>
                    <a:pt x="695960" y="0"/>
                  </a:lnTo>
                  <a:close/>
                </a:path>
              </a:pathLst>
            </a:custGeom>
            <a:solidFill>
              <a:srgbClr val="E8AD00"/>
            </a:solidFill>
          </p:spPr>
          <p:txBody>
            <a:bodyPr wrap="square" lIns="0" tIns="0" rIns="0" bIns="0" rtlCol="0"/>
            <a:lstStyle/>
            <a:p/>
          </p:txBody>
        </p:sp>
        <p:sp>
          <p:nvSpPr>
            <p:cNvPr id="1014" name="object 1014"/>
            <p:cNvSpPr/>
            <p:nvPr/>
          </p:nvSpPr>
          <p:spPr>
            <a:xfrm>
              <a:off x="4893310" y="3585209"/>
              <a:ext cx="706120" cy="7620"/>
            </a:xfrm>
            <a:custGeom>
              <a:avLst/>
              <a:gdLst/>
              <a:ahLst/>
              <a:cxnLst/>
              <a:rect l="l" t="t" r="r" b="b"/>
              <a:pathLst>
                <a:path w="706120" h="7620">
                  <a:moveTo>
                    <a:pt x="138430" y="6350"/>
                  </a:moveTo>
                  <a:lnTo>
                    <a:pt x="135890" y="6350"/>
                  </a:lnTo>
                  <a:lnTo>
                    <a:pt x="135890" y="5080"/>
                  </a:lnTo>
                  <a:lnTo>
                    <a:pt x="134620" y="5080"/>
                  </a:lnTo>
                  <a:lnTo>
                    <a:pt x="134620" y="3937"/>
                  </a:lnTo>
                  <a:lnTo>
                    <a:pt x="134620" y="3810"/>
                  </a:lnTo>
                  <a:lnTo>
                    <a:pt x="132080" y="3810"/>
                  </a:lnTo>
                  <a:lnTo>
                    <a:pt x="132080" y="2667"/>
                  </a:lnTo>
                  <a:lnTo>
                    <a:pt x="130797" y="2667"/>
                  </a:lnTo>
                  <a:lnTo>
                    <a:pt x="130797" y="1270"/>
                  </a:lnTo>
                  <a:lnTo>
                    <a:pt x="129540" y="1270"/>
                  </a:lnTo>
                  <a:lnTo>
                    <a:pt x="129540" y="127"/>
                  </a:lnTo>
                  <a:lnTo>
                    <a:pt x="129540" y="0"/>
                  </a:lnTo>
                  <a:lnTo>
                    <a:pt x="127000" y="0"/>
                  </a:lnTo>
                  <a:lnTo>
                    <a:pt x="8890" y="0"/>
                  </a:lnTo>
                  <a:lnTo>
                    <a:pt x="8890" y="1270"/>
                  </a:lnTo>
                  <a:lnTo>
                    <a:pt x="7620" y="1270"/>
                  </a:lnTo>
                  <a:lnTo>
                    <a:pt x="7620" y="2667"/>
                  </a:lnTo>
                  <a:lnTo>
                    <a:pt x="6350" y="2667"/>
                  </a:lnTo>
                  <a:lnTo>
                    <a:pt x="6350" y="3810"/>
                  </a:lnTo>
                  <a:lnTo>
                    <a:pt x="2540" y="3810"/>
                  </a:lnTo>
                  <a:lnTo>
                    <a:pt x="2540" y="5080"/>
                  </a:lnTo>
                  <a:lnTo>
                    <a:pt x="1270" y="5080"/>
                  </a:lnTo>
                  <a:lnTo>
                    <a:pt x="1270" y="6350"/>
                  </a:lnTo>
                  <a:lnTo>
                    <a:pt x="0" y="6350"/>
                  </a:lnTo>
                  <a:lnTo>
                    <a:pt x="0" y="7620"/>
                  </a:lnTo>
                  <a:lnTo>
                    <a:pt x="138430" y="7620"/>
                  </a:lnTo>
                  <a:lnTo>
                    <a:pt x="138430" y="6477"/>
                  </a:lnTo>
                  <a:lnTo>
                    <a:pt x="138430" y="6350"/>
                  </a:lnTo>
                  <a:close/>
                </a:path>
                <a:path w="706120" h="7620">
                  <a:moveTo>
                    <a:pt x="706120" y="6477"/>
                  </a:moveTo>
                  <a:lnTo>
                    <a:pt x="636270" y="6477"/>
                  </a:lnTo>
                  <a:lnTo>
                    <a:pt x="636270" y="7620"/>
                  </a:lnTo>
                  <a:lnTo>
                    <a:pt x="706120" y="7620"/>
                  </a:lnTo>
                  <a:lnTo>
                    <a:pt x="706120" y="6477"/>
                  </a:lnTo>
                  <a:close/>
                </a:path>
                <a:path w="706120" h="7620">
                  <a:moveTo>
                    <a:pt x="706120" y="0"/>
                  </a:moveTo>
                  <a:lnTo>
                    <a:pt x="631190" y="0"/>
                  </a:lnTo>
                  <a:lnTo>
                    <a:pt x="629920" y="0"/>
                  </a:lnTo>
                  <a:lnTo>
                    <a:pt x="629920" y="127"/>
                  </a:lnTo>
                  <a:lnTo>
                    <a:pt x="631190" y="127"/>
                  </a:lnTo>
                  <a:lnTo>
                    <a:pt x="631190" y="2540"/>
                  </a:lnTo>
                  <a:lnTo>
                    <a:pt x="632460" y="2540"/>
                  </a:lnTo>
                  <a:lnTo>
                    <a:pt x="632460" y="3810"/>
                  </a:lnTo>
                  <a:lnTo>
                    <a:pt x="633730" y="3810"/>
                  </a:lnTo>
                  <a:lnTo>
                    <a:pt x="633730" y="5080"/>
                  </a:lnTo>
                  <a:lnTo>
                    <a:pt x="635000" y="5080"/>
                  </a:lnTo>
                  <a:lnTo>
                    <a:pt x="635000" y="6350"/>
                  </a:lnTo>
                  <a:lnTo>
                    <a:pt x="706120" y="6350"/>
                  </a:lnTo>
                  <a:lnTo>
                    <a:pt x="706120" y="5080"/>
                  </a:lnTo>
                  <a:lnTo>
                    <a:pt x="706120" y="3810"/>
                  </a:lnTo>
                  <a:lnTo>
                    <a:pt x="706120" y="2540"/>
                  </a:lnTo>
                  <a:lnTo>
                    <a:pt x="706120" y="0"/>
                  </a:lnTo>
                  <a:close/>
                </a:path>
              </a:pathLst>
            </a:custGeom>
            <a:solidFill>
              <a:srgbClr val="EAAF00"/>
            </a:solidFill>
          </p:spPr>
          <p:txBody>
            <a:bodyPr wrap="square" lIns="0" tIns="0" rIns="0" bIns="0" rtlCol="0"/>
            <a:lstStyle/>
            <a:p/>
          </p:txBody>
        </p:sp>
        <p:sp>
          <p:nvSpPr>
            <p:cNvPr id="1015" name="object 1015"/>
            <p:cNvSpPr/>
            <p:nvPr/>
          </p:nvSpPr>
          <p:spPr>
            <a:xfrm>
              <a:off x="4879340" y="3592829"/>
              <a:ext cx="720090" cy="7620"/>
            </a:xfrm>
            <a:custGeom>
              <a:avLst/>
              <a:gdLst/>
              <a:ahLst/>
              <a:cxnLst/>
              <a:rect l="l" t="t" r="r" b="b"/>
              <a:pathLst>
                <a:path w="720089" h="7620">
                  <a:moveTo>
                    <a:pt x="166370" y="6350"/>
                  </a:moveTo>
                  <a:lnTo>
                    <a:pt x="163817" y="6350"/>
                  </a:lnTo>
                  <a:lnTo>
                    <a:pt x="163817" y="5207"/>
                  </a:lnTo>
                  <a:lnTo>
                    <a:pt x="163817" y="5080"/>
                  </a:lnTo>
                  <a:lnTo>
                    <a:pt x="161290" y="5080"/>
                  </a:lnTo>
                  <a:lnTo>
                    <a:pt x="161290" y="3810"/>
                  </a:lnTo>
                  <a:lnTo>
                    <a:pt x="158750" y="3810"/>
                  </a:lnTo>
                  <a:lnTo>
                    <a:pt x="158750" y="2667"/>
                  </a:lnTo>
                  <a:lnTo>
                    <a:pt x="158750" y="2540"/>
                  </a:lnTo>
                  <a:lnTo>
                    <a:pt x="157480" y="2540"/>
                  </a:lnTo>
                  <a:lnTo>
                    <a:pt x="157480" y="1397"/>
                  </a:lnTo>
                  <a:lnTo>
                    <a:pt x="154940" y="1397"/>
                  </a:lnTo>
                  <a:lnTo>
                    <a:pt x="154940" y="0"/>
                  </a:lnTo>
                  <a:lnTo>
                    <a:pt x="12700" y="0"/>
                  </a:lnTo>
                  <a:lnTo>
                    <a:pt x="12700" y="1397"/>
                  </a:lnTo>
                  <a:lnTo>
                    <a:pt x="11430" y="1397"/>
                  </a:lnTo>
                  <a:lnTo>
                    <a:pt x="11430" y="2540"/>
                  </a:lnTo>
                  <a:lnTo>
                    <a:pt x="7620" y="2540"/>
                  </a:lnTo>
                  <a:lnTo>
                    <a:pt x="7620" y="3810"/>
                  </a:lnTo>
                  <a:lnTo>
                    <a:pt x="6350" y="3810"/>
                  </a:lnTo>
                  <a:lnTo>
                    <a:pt x="6350" y="5080"/>
                  </a:lnTo>
                  <a:lnTo>
                    <a:pt x="2540" y="5080"/>
                  </a:lnTo>
                  <a:lnTo>
                    <a:pt x="2540" y="6350"/>
                  </a:lnTo>
                  <a:lnTo>
                    <a:pt x="0" y="6350"/>
                  </a:lnTo>
                  <a:lnTo>
                    <a:pt x="0" y="7620"/>
                  </a:lnTo>
                  <a:lnTo>
                    <a:pt x="166370" y="7620"/>
                  </a:lnTo>
                  <a:lnTo>
                    <a:pt x="166370" y="6350"/>
                  </a:lnTo>
                  <a:close/>
                </a:path>
                <a:path w="720089" h="7620">
                  <a:moveTo>
                    <a:pt x="720090" y="5207"/>
                  </a:moveTo>
                  <a:lnTo>
                    <a:pt x="655320" y="5207"/>
                  </a:lnTo>
                  <a:lnTo>
                    <a:pt x="655320" y="7620"/>
                  </a:lnTo>
                  <a:lnTo>
                    <a:pt x="720090" y="7620"/>
                  </a:lnTo>
                  <a:lnTo>
                    <a:pt x="720090" y="5207"/>
                  </a:lnTo>
                  <a:close/>
                </a:path>
                <a:path w="720089" h="7620">
                  <a:moveTo>
                    <a:pt x="720090" y="0"/>
                  </a:moveTo>
                  <a:lnTo>
                    <a:pt x="650240" y="0"/>
                  </a:lnTo>
                  <a:lnTo>
                    <a:pt x="650240" y="1270"/>
                  </a:lnTo>
                  <a:lnTo>
                    <a:pt x="651510" y="1270"/>
                  </a:lnTo>
                  <a:lnTo>
                    <a:pt x="651510" y="2540"/>
                  </a:lnTo>
                  <a:lnTo>
                    <a:pt x="652780" y="2540"/>
                  </a:lnTo>
                  <a:lnTo>
                    <a:pt x="652780" y="3810"/>
                  </a:lnTo>
                  <a:lnTo>
                    <a:pt x="654050" y="3810"/>
                  </a:lnTo>
                  <a:lnTo>
                    <a:pt x="654050" y="5080"/>
                  </a:lnTo>
                  <a:lnTo>
                    <a:pt x="720090" y="5080"/>
                  </a:lnTo>
                  <a:lnTo>
                    <a:pt x="720090" y="3810"/>
                  </a:lnTo>
                  <a:lnTo>
                    <a:pt x="720090" y="2540"/>
                  </a:lnTo>
                  <a:lnTo>
                    <a:pt x="720090" y="1270"/>
                  </a:lnTo>
                  <a:lnTo>
                    <a:pt x="720090" y="0"/>
                  </a:lnTo>
                  <a:close/>
                </a:path>
              </a:pathLst>
            </a:custGeom>
            <a:solidFill>
              <a:srgbClr val="ECB000"/>
            </a:solidFill>
          </p:spPr>
          <p:txBody>
            <a:bodyPr wrap="square" lIns="0" tIns="0" rIns="0" bIns="0" rtlCol="0"/>
            <a:lstStyle/>
            <a:p/>
          </p:txBody>
        </p:sp>
        <p:sp>
          <p:nvSpPr>
            <p:cNvPr id="1016" name="object 1016"/>
            <p:cNvSpPr/>
            <p:nvPr/>
          </p:nvSpPr>
          <p:spPr>
            <a:xfrm>
              <a:off x="4855210" y="3600449"/>
              <a:ext cx="744220" cy="6350"/>
            </a:xfrm>
            <a:custGeom>
              <a:avLst/>
              <a:gdLst/>
              <a:ahLst/>
              <a:cxnLst/>
              <a:rect l="l" t="t" r="r" b="b"/>
              <a:pathLst>
                <a:path w="744220" h="6350">
                  <a:moveTo>
                    <a:pt x="210820" y="5080"/>
                  </a:moveTo>
                  <a:lnTo>
                    <a:pt x="205740" y="5080"/>
                  </a:lnTo>
                  <a:lnTo>
                    <a:pt x="205740" y="3937"/>
                  </a:lnTo>
                  <a:lnTo>
                    <a:pt x="205740" y="3810"/>
                  </a:lnTo>
                  <a:lnTo>
                    <a:pt x="203200" y="3810"/>
                  </a:lnTo>
                  <a:lnTo>
                    <a:pt x="203200" y="2540"/>
                  </a:lnTo>
                  <a:lnTo>
                    <a:pt x="200660" y="2540"/>
                  </a:lnTo>
                  <a:lnTo>
                    <a:pt x="200660" y="1397"/>
                  </a:lnTo>
                  <a:lnTo>
                    <a:pt x="200660" y="1270"/>
                  </a:lnTo>
                  <a:lnTo>
                    <a:pt x="193040" y="1270"/>
                  </a:lnTo>
                  <a:lnTo>
                    <a:pt x="193040" y="127"/>
                  </a:lnTo>
                  <a:lnTo>
                    <a:pt x="190500" y="127"/>
                  </a:lnTo>
                  <a:lnTo>
                    <a:pt x="190500" y="0"/>
                  </a:lnTo>
                  <a:lnTo>
                    <a:pt x="24130" y="0"/>
                  </a:lnTo>
                  <a:lnTo>
                    <a:pt x="24130" y="127"/>
                  </a:lnTo>
                  <a:lnTo>
                    <a:pt x="19050" y="127"/>
                  </a:lnTo>
                  <a:lnTo>
                    <a:pt x="19050" y="1270"/>
                  </a:lnTo>
                  <a:lnTo>
                    <a:pt x="15240" y="1270"/>
                  </a:lnTo>
                  <a:lnTo>
                    <a:pt x="15240" y="2540"/>
                  </a:lnTo>
                  <a:lnTo>
                    <a:pt x="12700" y="2540"/>
                  </a:lnTo>
                  <a:lnTo>
                    <a:pt x="12700" y="3810"/>
                  </a:lnTo>
                  <a:lnTo>
                    <a:pt x="3810" y="3810"/>
                  </a:lnTo>
                  <a:lnTo>
                    <a:pt x="3810" y="5080"/>
                  </a:lnTo>
                  <a:lnTo>
                    <a:pt x="0" y="5080"/>
                  </a:lnTo>
                  <a:lnTo>
                    <a:pt x="0" y="6350"/>
                  </a:lnTo>
                  <a:lnTo>
                    <a:pt x="210820" y="6350"/>
                  </a:lnTo>
                  <a:lnTo>
                    <a:pt x="210820" y="5080"/>
                  </a:lnTo>
                  <a:close/>
                </a:path>
                <a:path w="744220" h="6350">
                  <a:moveTo>
                    <a:pt x="744220" y="0"/>
                  </a:moveTo>
                  <a:lnTo>
                    <a:pt x="680720" y="0"/>
                  </a:lnTo>
                  <a:lnTo>
                    <a:pt x="680720" y="1270"/>
                  </a:lnTo>
                  <a:lnTo>
                    <a:pt x="681990" y="1270"/>
                  </a:lnTo>
                  <a:lnTo>
                    <a:pt x="681990" y="2540"/>
                  </a:lnTo>
                  <a:lnTo>
                    <a:pt x="683260" y="2540"/>
                  </a:lnTo>
                  <a:lnTo>
                    <a:pt x="683260" y="3810"/>
                  </a:lnTo>
                  <a:lnTo>
                    <a:pt x="684530" y="3810"/>
                  </a:lnTo>
                  <a:lnTo>
                    <a:pt x="684530" y="5080"/>
                  </a:lnTo>
                  <a:lnTo>
                    <a:pt x="685800" y="5080"/>
                  </a:lnTo>
                  <a:lnTo>
                    <a:pt x="685800" y="6350"/>
                  </a:lnTo>
                  <a:lnTo>
                    <a:pt x="744220" y="6350"/>
                  </a:lnTo>
                  <a:lnTo>
                    <a:pt x="744220" y="5080"/>
                  </a:lnTo>
                  <a:lnTo>
                    <a:pt x="744220" y="3810"/>
                  </a:lnTo>
                  <a:lnTo>
                    <a:pt x="744220" y="2540"/>
                  </a:lnTo>
                  <a:lnTo>
                    <a:pt x="744220" y="1270"/>
                  </a:lnTo>
                  <a:lnTo>
                    <a:pt x="744220" y="0"/>
                  </a:lnTo>
                  <a:close/>
                </a:path>
              </a:pathLst>
            </a:custGeom>
            <a:solidFill>
              <a:srgbClr val="EEB200"/>
            </a:solidFill>
          </p:spPr>
          <p:txBody>
            <a:bodyPr wrap="square" lIns="0" tIns="0" rIns="0" bIns="0" rtlCol="0"/>
            <a:lstStyle/>
            <a:p/>
          </p:txBody>
        </p:sp>
        <p:sp>
          <p:nvSpPr>
            <p:cNvPr id="1017" name="object 1017"/>
            <p:cNvSpPr/>
            <p:nvPr/>
          </p:nvSpPr>
          <p:spPr>
            <a:xfrm>
              <a:off x="4806950" y="3606799"/>
              <a:ext cx="792480" cy="7620"/>
            </a:xfrm>
            <a:custGeom>
              <a:avLst/>
              <a:gdLst/>
              <a:ahLst/>
              <a:cxnLst/>
              <a:rect l="l" t="t" r="r" b="b"/>
              <a:pathLst>
                <a:path w="792479" h="7620">
                  <a:moveTo>
                    <a:pt x="311150" y="2540"/>
                  </a:moveTo>
                  <a:lnTo>
                    <a:pt x="280670" y="2540"/>
                  </a:lnTo>
                  <a:lnTo>
                    <a:pt x="280670" y="1397"/>
                  </a:lnTo>
                  <a:lnTo>
                    <a:pt x="269240" y="1397"/>
                  </a:lnTo>
                  <a:lnTo>
                    <a:pt x="269240" y="127"/>
                  </a:lnTo>
                  <a:lnTo>
                    <a:pt x="259080" y="127"/>
                  </a:lnTo>
                  <a:lnTo>
                    <a:pt x="259080" y="0"/>
                  </a:lnTo>
                  <a:lnTo>
                    <a:pt x="48260" y="0"/>
                  </a:lnTo>
                  <a:lnTo>
                    <a:pt x="48260" y="127"/>
                  </a:lnTo>
                  <a:lnTo>
                    <a:pt x="36830" y="127"/>
                  </a:lnTo>
                  <a:lnTo>
                    <a:pt x="36830" y="1397"/>
                  </a:lnTo>
                  <a:lnTo>
                    <a:pt x="33020" y="1397"/>
                  </a:lnTo>
                  <a:lnTo>
                    <a:pt x="33020" y="2540"/>
                  </a:lnTo>
                  <a:lnTo>
                    <a:pt x="21590" y="2540"/>
                  </a:lnTo>
                  <a:lnTo>
                    <a:pt x="21590" y="3810"/>
                  </a:lnTo>
                  <a:lnTo>
                    <a:pt x="0" y="3810"/>
                  </a:lnTo>
                  <a:lnTo>
                    <a:pt x="0" y="7620"/>
                  </a:lnTo>
                  <a:lnTo>
                    <a:pt x="311150" y="7620"/>
                  </a:lnTo>
                  <a:lnTo>
                    <a:pt x="311150" y="3810"/>
                  </a:lnTo>
                  <a:lnTo>
                    <a:pt x="311150" y="2540"/>
                  </a:lnTo>
                  <a:close/>
                </a:path>
                <a:path w="792479" h="7620">
                  <a:moveTo>
                    <a:pt x="792480" y="0"/>
                  </a:moveTo>
                  <a:lnTo>
                    <a:pt x="734060" y="0"/>
                  </a:lnTo>
                  <a:lnTo>
                    <a:pt x="734060" y="1270"/>
                  </a:lnTo>
                  <a:lnTo>
                    <a:pt x="735330" y="1270"/>
                  </a:lnTo>
                  <a:lnTo>
                    <a:pt x="735330" y="2540"/>
                  </a:lnTo>
                  <a:lnTo>
                    <a:pt x="736600" y="2540"/>
                  </a:lnTo>
                  <a:lnTo>
                    <a:pt x="736600" y="3810"/>
                  </a:lnTo>
                  <a:lnTo>
                    <a:pt x="737870" y="3810"/>
                  </a:lnTo>
                  <a:lnTo>
                    <a:pt x="737870" y="5080"/>
                  </a:lnTo>
                  <a:lnTo>
                    <a:pt x="739140" y="5080"/>
                  </a:lnTo>
                  <a:lnTo>
                    <a:pt x="739140" y="7620"/>
                  </a:lnTo>
                  <a:lnTo>
                    <a:pt x="792480" y="7620"/>
                  </a:lnTo>
                  <a:lnTo>
                    <a:pt x="792480" y="5080"/>
                  </a:lnTo>
                  <a:lnTo>
                    <a:pt x="792480" y="3810"/>
                  </a:lnTo>
                  <a:lnTo>
                    <a:pt x="792480" y="2540"/>
                  </a:lnTo>
                  <a:lnTo>
                    <a:pt x="792480" y="1270"/>
                  </a:lnTo>
                  <a:lnTo>
                    <a:pt x="792480" y="0"/>
                  </a:lnTo>
                  <a:close/>
                </a:path>
              </a:pathLst>
            </a:custGeom>
            <a:solidFill>
              <a:srgbClr val="F0B300"/>
            </a:solidFill>
          </p:spPr>
          <p:txBody>
            <a:bodyPr wrap="square" lIns="0" tIns="0" rIns="0" bIns="0" rtlCol="0"/>
            <a:lstStyle/>
            <a:p/>
          </p:txBody>
        </p:sp>
        <p:sp>
          <p:nvSpPr>
            <p:cNvPr id="1018" name="object 1018"/>
            <p:cNvSpPr/>
            <p:nvPr/>
          </p:nvSpPr>
          <p:spPr>
            <a:xfrm>
              <a:off x="4806950" y="3614419"/>
              <a:ext cx="792480" cy="7620"/>
            </a:xfrm>
            <a:custGeom>
              <a:avLst/>
              <a:gdLst/>
              <a:ahLst/>
              <a:cxnLst/>
              <a:rect l="l" t="t" r="r" b="b"/>
              <a:pathLst>
                <a:path w="792479" h="7620">
                  <a:moveTo>
                    <a:pt x="311150" y="1282"/>
                  </a:moveTo>
                  <a:lnTo>
                    <a:pt x="0" y="1282"/>
                  </a:lnTo>
                  <a:lnTo>
                    <a:pt x="0" y="7620"/>
                  </a:lnTo>
                  <a:lnTo>
                    <a:pt x="311150" y="7620"/>
                  </a:lnTo>
                  <a:lnTo>
                    <a:pt x="311150" y="1282"/>
                  </a:lnTo>
                  <a:close/>
                </a:path>
                <a:path w="792479" h="7620">
                  <a:moveTo>
                    <a:pt x="311150" y="0"/>
                  </a:moveTo>
                  <a:lnTo>
                    <a:pt x="0" y="0"/>
                  </a:lnTo>
                  <a:lnTo>
                    <a:pt x="0" y="1270"/>
                  </a:lnTo>
                  <a:lnTo>
                    <a:pt x="311150" y="1270"/>
                  </a:lnTo>
                  <a:lnTo>
                    <a:pt x="311150" y="0"/>
                  </a:lnTo>
                  <a:close/>
                </a:path>
                <a:path w="792479" h="7620">
                  <a:moveTo>
                    <a:pt x="792480" y="0"/>
                  </a:moveTo>
                  <a:lnTo>
                    <a:pt x="740410" y="0"/>
                  </a:lnTo>
                  <a:lnTo>
                    <a:pt x="740410" y="1270"/>
                  </a:lnTo>
                  <a:lnTo>
                    <a:pt x="741680" y="1270"/>
                  </a:lnTo>
                  <a:lnTo>
                    <a:pt x="741680" y="2540"/>
                  </a:lnTo>
                  <a:lnTo>
                    <a:pt x="742950" y="2540"/>
                  </a:lnTo>
                  <a:lnTo>
                    <a:pt x="742950" y="3810"/>
                  </a:lnTo>
                  <a:lnTo>
                    <a:pt x="744220" y="3810"/>
                  </a:lnTo>
                  <a:lnTo>
                    <a:pt x="744220" y="6350"/>
                  </a:lnTo>
                  <a:lnTo>
                    <a:pt x="745490" y="6350"/>
                  </a:lnTo>
                  <a:lnTo>
                    <a:pt x="745490" y="7620"/>
                  </a:lnTo>
                  <a:lnTo>
                    <a:pt x="792480" y="7620"/>
                  </a:lnTo>
                  <a:lnTo>
                    <a:pt x="792480" y="6350"/>
                  </a:lnTo>
                  <a:lnTo>
                    <a:pt x="792480" y="3810"/>
                  </a:lnTo>
                  <a:lnTo>
                    <a:pt x="792480" y="2540"/>
                  </a:lnTo>
                  <a:lnTo>
                    <a:pt x="792480" y="1270"/>
                  </a:lnTo>
                  <a:lnTo>
                    <a:pt x="792480" y="0"/>
                  </a:lnTo>
                  <a:close/>
                </a:path>
              </a:pathLst>
            </a:custGeom>
            <a:solidFill>
              <a:srgbClr val="F2B500"/>
            </a:solidFill>
          </p:spPr>
          <p:txBody>
            <a:bodyPr wrap="square" lIns="0" tIns="0" rIns="0" bIns="0" rtlCol="0"/>
            <a:lstStyle/>
            <a:p/>
          </p:txBody>
        </p:sp>
        <p:sp>
          <p:nvSpPr>
            <p:cNvPr id="1019" name="object 1019"/>
            <p:cNvSpPr/>
            <p:nvPr/>
          </p:nvSpPr>
          <p:spPr>
            <a:xfrm>
              <a:off x="4806950" y="3622039"/>
              <a:ext cx="792480" cy="6350"/>
            </a:xfrm>
            <a:custGeom>
              <a:avLst/>
              <a:gdLst/>
              <a:ahLst/>
              <a:cxnLst/>
              <a:rect l="l" t="t" r="r" b="b"/>
              <a:pathLst>
                <a:path w="792479" h="6350">
                  <a:moveTo>
                    <a:pt x="311150" y="12"/>
                  </a:moveTo>
                  <a:lnTo>
                    <a:pt x="0" y="12"/>
                  </a:lnTo>
                  <a:lnTo>
                    <a:pt x="0" y="6350"/>
                  </a:lnTo>
                  <a:lnTo>
                    <a:pt x="311150" y="6350"/>
                  </a:lnTo>
                  <a:lnTo>
                    <a:pt x="311150" y="12"/>
                  </a:lnTo>
                  <a:close/>
                </a:path>
                <a:path w="792479" h="6350">
                  <a:moveTo>
                    <a:pt x="792480" y="0"/>
                  </a:moveTo>
                  <a:lnTo>
                    <a:pt x="746760" y="0"/>
                  </a:lnTo>
                  <a:lnTo>
                    <a:pt x="746760" y="1270"/>
                  </a:lnTo>
                  <a:lnTo>
                    <a:pt x="748030" y="1270"/>
                  </a:lnTo>
                  <a:lnTo>
                    <a:pt x="748030" y="2540"/>
                  </a:lnTo>
                  <a:lnTo>
                    <a:pt x="749300" y="2540"/>
                  </a:lnTo>
                  <a:lnTo>
                    <a:pt x="749300" y="3810"/>
                  </a:lnTo>
                  <a:lnTo>
                    <a:pt x="750570" y="3810"/>
                  </a:lnTo>
                  <a:lnTo>
                    <a:pt x="750570" y="6350"/>
                  </a:lnTo>
                  <a:lnTo>
                    <a:pt x="792480" y="6350"/>
                  </a:lnTo>
                  <a:lnTo>
                    <a:pt x="792480" y="3810"/>
                  </a:lnTo>
                  <a:lnTo>
                    <a:pt x="792480" y="2540"/>
                  </a:lnTo>
                  <a:lnTo>
                    <a:pt x="792480" y="1270"/>
                  </a:lnTo>
                  <a:lnTo>
                    <a:pt x="792480" y="0"/>
                  </a:lnTo>
                  <a:close/>
                </a:path>
              </a:pathLst>
            </a:custGeom>
            <a:solidFill>
              <a:srgbClr val="F4B600"/>
            </a:solidFill>
          </p:spPr>
          <p:txBody>
            <a:bodyPr wrap="square" lIns="0" tIns="0" rIns="0" bIns="0" rtlCol="0"/>
            <a:lstStyle/>
            <a:p/>
          </p:txBody>
        </p:sp>
        <p:sp>
          <p:nvSpPr>
            <p:cNvPr id="1020" name="object 1020"/>
            <p:cNvSpPr/>
            <p:nvPr/>
          </p:nvSpPr>
          <p:spPr>
            <a:xfrm>
              <a:off x="4806950" y="3628389"/>
              <a:ext cx="792480" cy="7620"/>
            </a:xfrm>
            <a:custGeom>
              <a:avLst/>
              <a:gdLst/>
              <a:ahLst/>
              <a:cxnLst/>
              <a:rect l="l" t="t" r="r" b="b"/>
              <a:pathLst>
                <a:path w="792479" h="7620">
                  <a:moveTo>
                    <a:pt x="1270" y="6362"/>
                  </a:moveTo>
                  <a:lnTo>
                    <a:pt x="0" y="6362"/>
                  </a:lnTo>
                  <a:lnTo>
                    <a:pt x="0" y="7620"/>
                  </a:lnTo>
                  <a:lnTo>
                    <a:pt x="1270" y="7620"/>
                  </a:lnTo>
                  <a:lnTo>
                    <a:pt x="1270" y="6362"/>
                  </a:lnTo>
                  <a:close/>
                </a:path>
                <a:path w="792479" h="7620">
                  <a:moveTo>
                    <a:pt x="311150" y="0"/>
                  </a:moveTo>
                  <a:lnTo>
                    <a:pt x="0" y="0"/>
                  </a:lnTo>
                  <a:lnTo>
                    <a:pt x="0" y="5080"/>
                  </a:lnTo>
                  <a:lnTo>
                    <a:pt x="0" y="6350"/>
                  </a:lnTo>
                  <a:lnTo>
                    <a:pt x="233680" y="6350"/>
                  </a:lnTo>
                  <a:lnTo>
                    <a:pt x="233680" y="5080"/>
                  </a:lnTo>
                  <a:lnTo>
                    <a:pt x="311150" y="5080"/>
                  </a:lnTo>
                  <a:lnTo>
                    <a:pt x="311150" y="0"/>
                  </a:lnTo>
                  <a:close/>
                </a:path>
                <a:path w="792479" h="7620">
                  <a:moveTo>
                    <a:pt x="792480" y="6362"/>
                  </a:moveTo>
                  <a:lnTo>
                    <a:pt x="756920" y="6362"/>
                  </a:lnTo>
                  <a:lnTo>
                    <a:pt x="756920" y="7620"/>
                  </a:lnTo>
                  <a:lnTo>
                    <a:pt x="792480" y="7620"/>
                  </a:lnTo>
                  <a:lnTo>
                    <a:pt x="792480" y="6362"/>
                  </a:lnTo>
                  <a:close/>
                </a:path>
                <a:path w="792479" h="7620">
                  <a:moveTo>
                    <a:pt x="792480" y="0"/>
                  </a:moveTo>
                  <a:lnTo>
                    <a:pt x="751840" y="0"/>
                  </a:lnTo>
                  <a:lnTo>
                    <a:pt x="751840" y="1270"/>
                  </a:lnTo>
                  <a:lnTo>
                    <a:pt x="753110" y="1270"/>
                  </a:lnTo>
                  <a:lnTo>
                    <a:pt x="753110" y="2540"/>
                  </a:lnTo>
                  <a:lnTo>
                    <a:pt x="754380" y="2540"/>
                  </a:lnTo>
                  <a:lnTo>
                    <a:pt x="754380" y="3810"/>
                  </a:lnTo>
                  <a:lnTo>
                    <a:pt x="755650" y="3810"/>
                  </a:lnTo>
                  <a:lnTo>
                    <a:pt x="755650" y="6350"/>
                  </a:lnTo>
                  <a:lnTo>
                    <a:pt x="792480" y="6350"/>
                  </a:lnTo>
                  <a:lnTo>
                    <a:pt x="792480" y="3810"/>
                  </a:lnTo>
                  <a:lnTo>
                    <a:pt x="792480" y="2540"/>
                  </a:lnTo>
                  <a:lnTo>
                    <a:pt x="792480" y="1270"/>
                  </a:lnTo>
                  <a:lnTo>
                    <a:pt x="792480" y="0"/>
                  </a:lnTo>
                  <a:close/>
                </a:path>
              </a:pathLst>
            </a:custGeom>
            <a:solidFill>
              <a:srgbClr val="F6B800"/>
            </a:solidFill>
          </p:spPr>
          <p:txBody>
            <a:bodyPr wrap="square" lIns="0" tIns="0" rIns="0" bIns="0" rtlCol="0"/>
            <a:lstStyle/>
            <a:p/>
          </p:txBody>
        </p:sp>
        <p:sp>
          <p:nvSpPr>
            <p:cNvPr id="1021" name="object 1021"/>
            <p:cNvSpPr/>
            <p:nvPr/>
          </p:nvSpPr>
          <p:spPr>
            <a:xfrm>
              <a:off x="5565140" y="3636009"/>
              <a:ext cx="34290" cy="7620"/>
            </a:xfrm>
            <a:custGeom>
              <a:avLst/>
              <a:gdLst/>
              <a:ahLst/>
              <a:cxnLst/>
              <a:rect l="l" t="t" r="r" b="b"/>
              <a:pathLst>
                <a:path w="34289" h="7620">
                  <a:moveTo>
                    <a:pt x="34290" y="0"/>
                  </a:moveTo>
                  <a:lnTo>
                    <a:pt x="0" y="0"/>
                  </a:lnTo>
                  <a:lnTo>
                    <a:pt x="0" y="1269"/>
                  </a:lnTo>
                  <a:lnTo>
                    <a:pt x="1270" y="1269"/>
                  </a:lnTo>
                  <a:lnTo>
                    <a:pt x="1270" y="2539"/>
                  </a:lnTo>
                  <a:lnTo>
                    <a:pt x="2539" y="2539"/>
                  </a:lnTo>
                  <a:lnTo>
                    <a:pt x="2539" y="5079"/>
                  </a:lnTo>
                  <a:lnTo>
                    <a:pt x="34289" y="5079"/>
                  </a:lnTo>
                  <a:lnTo>
                    <a:pt x="34290" y="0"/>
                  </a:lnTo>
                  <a:close/>
                </a:path>
                <a:path w="34289" h="7620">
                  <a:moveTo>
                    <a:pt x="34289" y="5080"/>
                  </a:moveTo>
                  <a:lnTo>
                    <a:pt x="3810" y="5080"/>
                  </a:lnTo>
                  <a:lnTo>
                    <a:pt x="3810" y="6350"/>
                  </a:lnTo>
                  <a:lnTo>
                    <a:pt x="5080" y="6350"/>
                  </a:lnTo>
                  <a:lnTo>
                    <a:pt x="5080" y="7619"/>
                  </a:lnTo>
                  <a:lnTo>
                    <a:pt x="34289" y="7619"/>
                  </a:lnTo>
                  <a:lnTo>
                    <a:pt x="34289" y="5080"/>
                  </a:lnTo>
                  <a:close/>
                </a:path>
              </a:pathLst>
            </a:custGeom>
            <a:solidFill>
              <a:srgbClr val="F8B900"/>
            </a:solidFill>
          </p:spPr>
          <p:txBody>
            <a:bodyPr wrap="square" lIns="0" tIns="0" rIns="0" bIns="0" rtlCol="0"/>
            <a:lstStyle/>
            <a:p/>
          </p:txBody>
        </p:sp>
        <p:sp>
          <p:nvSpPr>
            <p:cNvPr id="1022" name="object 1022"/>
            <p:cNvSpPr/>
            <p:nvPr/>
          </p:nvSpPr>
          <p:spPr>
            <a:xfrm>
              <a:off x="5571490" y="3643630"/>
              <a:ext cx="27940" cy="7620"/>
            </a:xfrm>
            <a:custGeom>
              <a:avLst/>
              <a:gdLst/>
              <a:ahLst/>
              <a:cxnLst/>
              <a:rect l="l" t="t" r="r" b="b"/>
              <a:pathLst>
                <a:path w="27939" h="7620">
                  <a:moveTo>
                    <a:pt x="27939" y="0"/>
                  </a:moveTo>
                  <a:lnTo>
                    <a:pt x="0" y="0"/>
                  </a:lnTo>
                  <a:lnTo>
                    <a:pt x="0" y="1270"/>
                  </a:lnTo>
                  <a:lnTo>
                    <a:pt x="1270" y="1270"/>
                  </a:lnTo>
                  <a:lnTo>
                    <a:pt x="1270" y="2540"/>
                  </a:lnTo>
                  <a:lnTo>
                    <a:pt x="27940" y="2540"/>
                  </a:lnTo>
                  <a:lnTo>
                    <a:pt x="27939" y="0"/>
                  </a:lnTo>
                  <a:close/>
                </a:path>
                <a:path w="27939" h="7620">
                  <a:moveTo>
                    <a:pt x="27939" y="2540"/>
                  </a:moveTo>
                  <a:lnTo>
                    <a:pt x="2539" y="2540"/>
                  </a:lnTo>
                  <a:lnTo>
                    <a:pt x="2539" y="5080"/>
                  </a:lnTo>
                  <a:lnTo>
                    <a:pt x="3810" y="5080"/>
                  </a:lnTo>
                  <a:lnTo>
                    <a:pt x="3810" y="6350"/>
                  </a:lnTo>
                  <a:lnTo>
                    <a:pt x="5080" y="6350"/>
                  </a:lnTo>
                  <a:lnTo>
                    <a:pt x="5080" y="7620"/>
                  </a:lnTo>
                  <a:lnTo>
                    <a:pt x="27940" y="7620"/>
                  </a:lnTo>
                  <a:lnTo>
                    <a:pt x="27939" y="2540"/>
                  </a:lnTo>
                  <a:close/>
                </a:path>
              </a:pathLst>
            </a:custGeom>
            <a:solidFill>
              <a:srgbClr val="FABB00"/>
            </a:solidFill>
          </p:spPr>
          <p:txBody>
            <a:bodyPr wrap="square" lIns="0" tIns="0" rIns="0" bIns="0" rtlCol="0"/>
            <a:lstStyle/>
            <a:p/>
          </p:txBody>
        </p:sp>
        <p:sp>
          <p:nvSpPr>
            <p:cNvPr id="1023" name="object 1023"/>
            <p:cNvSpPr/>
            <p:nvPr/>
          </p:nvSpPr>
          <p:spPr>
            <a:xfrm>
              <a:off x="4805680" y="2727959"/>
              <a:ext cx="900430" cy="922019"/>
            </a:xfrm>
            <a:custGeom>
              <a:avLst/>
              <a:gdLst/>
              <a:ahLst/>
              <a:cxnLst/>
              <a:rect l="l" t="t" r="r" b="b"/>
              <a:pathLst>
                <a:path w="900429" h="922020">
                  <a:moveTo>
                    <a:pt x="308610" y="17779"/>
                  </a:moveTo>
                  <a:lnTo>
                    <a:pt x="741680" y="562610"/>
                  </a:lnTo>
                  <a:lnTo>
                    <a:pt x="739140" y="179069"/>
                  </a:lnTo>
                  <a:lnTo>
                    <a:pt x="739140" y="160019"/>
                  </a:lnTo>
                  <a:lnTo>
                    <a:pt x="734060" y="111760"/>
                  </a:lnTo>
                  <a:lnTo>
                    <a:pt x="727710" y="93979"/>
                  </a:lnTo>
                  <a:lnTo>
                    <a:pt x="726440" y="88900"/>
                  </a:lnTo>
                  <a:lnTo>
                    <a:pt x="723900" y="83819"/>
                  </a:lnTo>
                  <a:lnTo>
                    <a:pt x="721360" y="78739"/>
                  </a:lnTo>
                  <a:lnTo>
                    <a:pt x="718820" y="74929"/>
                  </a:lnTo>
                  <a:lnTo>
                    <a:pt x="698500" y="54610"/>
                  </a:lnTo>
                  <a:lnTo>
                    <a:pt x="693420" y="50800"/>
                  </a:lnTo>
                  <a:lnTo>
                    <a:pt x="687070" y="48260"/>
                  </a:lnTo>
                  <a:lnTo>
                    <a:pt x="680720" y="45719"/>
                  </a:lnTo>
                  <a:lnTo>
                    <a:pt x="674370" y="43179"/>
                  </a:lnTo>
                  <a:lnTo>
                    <a:pt x="629920" y="35560"/>
                  </a:lnTo>
                  <a:lnTo>
                    <a:pt x="612140" y="34289"/>
                  </a:lnTo>
                  <a:lnTo>
                    <a:pt x="612140" y="11429"/>
                  </a:lnTo>
                  <a:lnTo>
                    <a:pt x="792480" y="7619"/>
                  </a:lnTo>
                  <a:lnTo>
                    <a:pt x="798830" y="7619"/>
                  </a:lnTo>
                  <a:lnTo>
                    <a:pt x="900430" y="0"/>
                  </a:lnTo>
                  <a:lnTo>
                    <a:pt x="900430" y="24129"/>
                  </a:lnTo>
                  <a:lnTo>
                    <a:pt x="875030" y="30479"/>
                  </a:lnTo>
                  <a:lnTo>
                    <a:pt x="863600" y="33019"/>
                  </a:lnTo>
                  <a:lnTo>
                    <a:pt x="854710" y="35560"/>
                  </a:lnTo>
                  <a:lnTo>
                    <a:pt x="845820" y="39369"/>
                  </a:lnTo>
                  <a:lnTo>
                    <a:pt x="838200" y="41910"/>
                  </a:lnTo>
                  <a:lnTo>
                    <a:pt x="831850" y="45719"/>
                  </a:lnTo>
                  <a:lnTo>
                    <a:pt x="829310" y="46989"/>
                  </a:lnTo>
                  <a:lnTo>
                    <a:pt x="826770" y="48260"/>
                  </a:lnTo>
                  <a:lnTo>
                    <a:pt x="821690" y="52069"/>
                  </a:lnTo>
                  <a:lnTo>
                    <a:pt x="817880" y="55879"/>
                  </a:lnTo>
                  <a:lnTo>
                    <a:pt x="814070" y="59689"/>
                  </a:lnTo>
                  <a:lnTo>
                    <a:pt x="810260" y="64769"/>
                  </a:lnTo>
                  <a:lnTo>
                    <a:pt x="795020" y="95250"/>
                  </a:lnTo>
                  <a:lnTo>
                    <a:pt x="792480" y="101600"/>
                  </a:lnTo>
                  <a:lnTo>
                    <a:pt x="792480" y="102869"/>
                  </a:lnTo>
                  <a:lnTo>
                    <a:pt x="791210" y="113029"/>
                  </a:lnTo>
                  <a:lnTo>
                    <a:pt x="789940" y="123189"/>
                  </a:lnTo>
                  <a:lnTo>
                    <a:pt x="788670" y="135889"/>
                  </a:lnTo>
                  <a:lnTo>
                    <a:pt x="787400" y="148589"/>
                  </a:lnTo>
                  <a:lnTo>
                    <a:pt x="787400" y="177800"/>
                  </a:lnTo>
                  <a:lnTo>
                    <a:pt x="792480" y="922019"/>
                  </a:lnTo>
                  <a:lnTo>
                    <a:pt x="770890" y="922019"/>
                  </a:lnTo>
                  <a:lnTo>
                    <a:pt x="175260" y="189229"/>
                  </a:lnTo>
                  <a:lnTo>
                    <a:pt x="176530" y="751839"/>
                  </a:lnTo>
                  <a:lnTo>
                    <a:pt x="177800" y="769619"/>
                  </a:lnTo>
                  <a:lnTo>
                    <a:pt x="179070" y="786129"/>
                  </a:lnTo>
                  <a:lnTo>
                    <a:pt x="181610" y="801369"/>
                  </a:lnTo>
                  <a:lnTo>
                    <a:pt x="184150" y="808989"/>
                  </a:lnTo>
                  <a:lnTo>
                    <a:pt x="185420" y="815339"/>
                  </a:lnTo>
                  <a:lnTo>
                    <a:pt x="187960" y="821689"/>
                  </a:lnTo>
                  <a:lnTo>
                    <a:pt x="190500" y="826769"/>
                  </a:lnTo>
                  <a:lnTo>
                    <a:pt x="193040" y="833119"/>
                  </a:lnTo>
                  <a:lnTo>
                    <a:pt x="196850" y="838200"/>
                  </a:lnTo>
                  <a:lnTo>
                    <a:pt x="200660" y="843279"/>
                  </a:lnTo>
                  <a:lnTo>
                    <a:pt x="203200" y="847089"/>
                  </a:lnTo>
                  <a:lnTo>
                    <a:pt x="208280" y="850900"/>
                  </a:lnTo>
                  <a:lnTo>
                    <a:pt x="212090" y="854710"/>
                  </a:lnTo>
                  <a:lnTo>
                    <a:pt x="220980" y="861060"/>
                  </a:lnTo>
                  <a:lnTo>
                    <a:pt x="229870" y="866139"/>
                  </a:lnTo>
                  <a:lnTo>
                    <a:pt x="238760" y="871219"/>
                  </a:lnTo>
                  <a:lnTo>
                    <a:pt x="248920" y="873760"/>
                  </a:lnTo>
                  <a:lnTo>
                    <a:pt x="259080" y="877569"/>
                  </a:lnTo>
                  <a:lnTo>
                    <a:pt x="269240" y="878839"/>
                  </a:lnTo>
                  <a:lnTo>
                    <a:pt x="280670" y="880109"/>
                  </a:lnTo>
                  <a:lnTo>
                    <a:pt x="290830" y="880109"/>
                  </a:lnTo>
                  <a:lnTo>
                    <a:pt x="311150" y="880109"/>
                  </a:lnTo>
                  <a:lnTo>
                    <a:pt x="311150" y="904239"/>
                  </a:lnTo>
                  <a:lnTo>
                    <a:pt x="1270" y="906779"/>
                  </a:lnTo>
                  <a:lnTo>
                    <a:pt x="1270" y="882650"/>
                  </a:lnTo>
                  <a:lnTo>
                    <a:pt x="17780" y="882650"/>
                  </a:lnTo>
                  <a:lnTo>
                    <a:pt x="34290" y="880109"/>
                  </a:lnTo>
                  <a:lnTo>
                    <a:pt x="49530" y="877569"/>
                  </a:lnTo>
                  <a:lnTo>
                    <a:pt x="62230" y="875029"/>
                  </a:lnTo>
                  <a:lnTo>
                    <a:pt x="68580" y="872489"/>
                  </a:lnTo>
                  <a:lnTo>
                    <a:pt x="73660" y="871219"/>
                  </a:lnTo>
                  <a:lnTo>
                    <a:pt x="80010" y="868679"/>
                  </a:lnTo>
                  <a:lnTo>
                    <a:pt x="85090" y="866139"/>
                  </a:lnTo>
                  <a:lnTo>
                    <a:pt x="88900" y="862329"/>
                  </a:lnTo>
                  <a:lnTo>
                    <a:pt x="93980" y="859789"/>
                  </a:lnTo>
                  <a:lnTo>
                    <a:pt x="97790" y="855979"/>
                  </a:lnTo>
                  <a:lnTo>
                    <a:pt x="101600" y="852169"/>
                  </a:lnTo>
                  <a:lnTo>
                    <a:pt x="105410" y="849629"/>
                  </a:lnTo>
                  <a:lnTo>
                    <a:pt x="107950" y="844550"/>
                  </a:lnTo>
                  <a:lnTo>
                    <a:pt x="111760" y="840739"/>
                  </a:lnTo>
                  <a:lnTo>
                    <a:pt x="114300" y="835660"/>
                  </a:lnTo>
                  <a:lnTo>
                    <a:pt x="128270" y="784860"/>
                  </a:lnTo>
                  <a:lnTo>
                    <a:pt x="129540" y="769619"/>
                  </a:lnTo>
                  <a:lnTo>
                    <a:pt x="129540" y="753110"/>
                  </a:lnTo>
                  <a:lnTo>
                    <a:pt x="128270" y="128269"/>
                  </a:lnTo>
                  <a:lnTo>
                    <a:pt x="109220" y="105410"/>
                  </a:lnTo>
                  <a:lnTo>
                    <a:pt x="102870" y="96519"/>
                  </a:lnTo>
                  <a:lnTo>
                    <a:pt x="96520" y="88900"/>
                  </a:lnTo>
                  <a:lnTo>
                    <a:pt x="90170" y="81279"/>
                  </a:lnTo>
                  <a:lnTo>
                    <a:pt x="83820" y="76200"/>
                  </a:lnTo>
                  <a:lnTo>
                    <a:pt x="49530" y="54610"/>
                  </a:lnTo>
                  <a:lnTo>
                    <a:pt x="41910" y="52069"/>
                  </a:lnTo>
                  <a:lnTo>
                    <a:pt x="34290" y="50800"/>
                  </a:lnTo>
                  <a:lnTo>
                    <a:pt x="26670" y="49529"/>
                  </a:lnTo>
                  <a:lnTo>
                    <a:pt x="17780" y="49529"/>
                  </a:lnTo>
                  <a:lnTo>
                    <a:pt x="8890" y="49529"/>
                  </a:lnTo>
                  <a:lnTo>
                    <a:pt x="0" y="49529"/>
                  </a:lnTo>
                  <a:lnTo>
                    <a:pt x="0" y="24129"/>
                  </a:lnTo>
                  <a:lnTo>
                    <a:pt x="308610" y="17779"/>
                  </a:lnTo>
                  <a:close/>
                </a:path>
              </a:pathLst>
            </a:custGeom>
            <a:ln w="9344">
              <a:solidFill>
                <a:srgbClr val="000000"/>
              </a:solidFill>
            </a:ln>
          </p:spPr>
          <p:txBody>
            <a:bodyPr wrap="square" lIns="0" tIns="0" rIns="0" bIns="0" rtlCol="0"/>
            <a:lstStyle/>
            <a:p/>
          </p:txBody>
        </p:sp>
      </p:grpSp>
      <p:grpSp>
        <p:nvGrpSpPr>
          <p:cNvPr id="1024" name="object 1024"/>
          <p:cNvGrpSpPr/>
          <p:nvPr/>
        </p:nvGrpSpPr>
        <p:grpSpPr>
          <a:xfrm>
            <a:off x="5758587" y="2597557"/>
            <a:ext cx="1409065" cy="1028065"/>
            <a:chOff x="5758587" y="2597557"/>
            <a:chExt cx="1409065" cy="1028065"/>
          </a:xfrm>
        </p:grpSpPr>
        <p:sp>
          <p:nvSpPr>
            <p:cNvPr id="1025" name="object 1025"/>
            <p:cNvSpPr/>
            <p:nvPr/>
          </p:nvSpPr>
          <p:spPr>
            <a:xfrm>
              <a:off x="6027420" y="2692526"/>
              <a:ext cx="191770" cy="13970"/>
            </a:xfrm>
            <a:custGeom>
              <a:avLst/>
              <a:gdLst/>
              <a:ahLst/>
              <a:cxnLst/>
              <a:rect l="l" t="t" r="r" b="b"/>
              <a:pathLst>
                <a:path w="191770" h="13969">
                  <a:moveTo>
                    <a:pt x="191770" y="3810"/>
                  </a:moveTo>
                  <a:lnTo>
                    <a:pt x="146050" y="3810"/>
                  </a:lnTo>
                  <a:lnTo>
                    <a:pt x="146050" y="3683"/>
                  </a:lnTo>
                  <a:lnTo>
                    <a:pt x="127000" y="3683"/>
                  </a:lnTo>
                  <a:lnTo>
                    <a:pt x="127000" y="4953"/>
                  </a:lnTo>
                  <a:lnTo>
                    <a:pt x="109220" y="4953"/>
                  </a:lnTo>
                  <a:lnTo>
                    <a:pt x="109220" y="6223"/>
                  </a:lnTo>
                  <a:lnTo>
                    <a:pt x="91440" y="6223"/>
                  </a:lnTo>
                  <a:lnTo>
                    <a:pt x="91440" y="7493"/>
                  </a:lnTo>
                  <a:lnTo>
                    <a:pt x="72390" y="7493"/>
                  </a:lnTo>
                  <a:lnTo>
                    <a:pt x="72390" y="8763"/>
                  </a:lnTo>
                  <a:lnTo>
                    <a:pt x="54610" y="8763"/>
                  </a:lnTo>
                  <a:lnTo>
                    <a:pt x="54610" y="10033"/>
                  </a:lnTo>
                  <a:lnTo>
                    <a:pt x="36830" y="10033"/>
                  </a:lnTo>
                  <a:lnTo>
                    <a:pt x="36830" y="11303"/>
                  </a:lnTo>
                  <a:lnTo>
                    <a:pt x="17780" y="11303"/>
                  </a:lnTo>
                  <a:lnTo>
                    <a:pt x="17780" y="12573"/>
                  </a:lnTo>
                  <a:lnTo>
                    <a:pt x="0" y="12573"/>
                  </a:lnTo>
                  <a:lnTo>
                    <a:pt x="0" y="13843"/>
                  </a:lnTo>
                  <a:lnTo>
                    <a:pt x="191770" y="13843"/>
                  </a:lnTo>
                  <a:lnTo>
                    <a:pt x="191770" y="12573"/>
                  </a:lnTo>
                  <a:lnTo>
                    <a:pt x="191770" y="11303"/>
                  </a:lnTo>
                  <a:lnTo>
                    <a:pt x="191770" y="10033"/>
                  </a:lnTo>
                  <a:lnTo>
                    <a:pt x="191770" y="8763"/>
                  </a:lnTo>
                  <a:lnTo>
                    <a:pt x="191770" y="7493"/>
                  </a:lnTo>
                  <a:lnTo>
                    <a:pt x="191770" y="6223"/>
                  </a:lnTo>
                  <a:lnTo>
                    <a:pt x="191770" y="3810"/>
                  </a:lnTo>
                  <a:close/>
                </a:path>
                <a:path w="191770" h="13969">
                  <a:moveTo>
                    <a:pt x="191770" y="1270"/>
                  </a:moveTo>
                  <a:lnTo>
                    <a:pt x="190500" y="1270"/>
                  </a:lnTo>
                  <a:lnTo>
                    <a:pt x="190500" y="1143"/>
                  </a:lnTo>
                  <a:lnTo>
                    <a:pt x="163830" y="1143"/>
                  </a:lnTo>
                  <a:lnTo>
                    <a:pt x="163830" y="2540"/>
                  </a:lnTo>
                  <a:lnTo>
                    <a:pt x="146050" y="2540"/>
                  </a:lnTo>
                  <a:lnTo>
                    <a:pt x="146050" y="3683"/>
                  </a:lnTo>
                  <a:lnTo>
                    <a:pt x="191770" y="3683"/>
                  </a:lnTo>
                  <a:lnTo>
                    <a:pt x="191770" y="1270"/>
                  </a:lnTo>
                  <a:close/>
                </a:path>
                <a:path w="191770" h="13969">
                  <a:moveTo>
                    <a:pt x="191770" y="0"/>
                  </a:moveTo>
                  <a:lnTo>
                    <a:pt x="190500" y="0"/>
                  </a:lnTo>
                  <a:lnTo>
                    <a:pt x="190500" y="1143"/>
                  </a:lnTo>
                  <a:lnTo>
                    <a:pt x="191770" y="1143"/>
                  </a:lnTo>
                  <a:lnTo>
                    <a:pt x="191770" y="0"/>
                  </a:lnTo>
                  <a:close/>
                </a:path>
              </a:pathLst>
            </a:custGeom>
            <a:solidFill>
              <a:srgbClr val="000000"/>
            </a:solidFill>
          </p:spPr>
          <p:txBody>
            <a:bodyPr wrap="square" lIns="0" tIns="0" rIns="0" bIns="0" rtlCol="0"/>
            <a:lstStyle/>
            <a:p/>
          </p:txBody>
        </p:sp>
        <p:sp>
          <p:nvSpPr>
            <p:cNvPr id="1026" name="object 1026"/>
            <p:cNvSpPr/>
            <p:nvPr/>
          </p:nvSpPr>
          <p:spPr>
            <a:xfrm>
              <a:off x="5918200" y="2706369"/>
              <a:ext cx="300990" cy="7620"/>
            </a:xfrm>
            <a:custGeom>
              <a:avLst/>
              <a:gdLst/>
              <a:ahLst/>
              <a:cxnLst/>
              <a:rect l="l" t="t" r="r" b="b"/>
              <a:pathLst>
                <a:path w="300989" h="7619">
                  <a:moveTo>
                    <a:pt x="300990" y="0"/>
                  </a:moveTo>
                  <a:lnTo>
                    <a:pt x="91440" y="0"/>
                  </a:lnTo>
                  <a:lnTo>
                    <a:pt x="91440" y="1270"/>
                  </a:lnTo>
                  <a:lnTo>
                    <a:pt x="72390" y="1270"/>
                  </a:lnTo>
                  <a:lnTo>
                    <a:pt x="72390" y="2540"/>
                  </a:lnTo>
                  <a:lnTo>
                    <a:pt x="54610" y="2540"/>
                  </a:lnTo>
                  <a:lnTo>
                    <a:pt x="54610" y="3810"/>
                  </a:lnTo>
                  <a:lnTo>
                    <a:pt x="36830" y="3810"/>
                  </a:lnTo>
                  <a:lnTo>
                    <a:pt x="36830" y="5080"/>
                  </a:lnTo>
                  <a:lnTo>
                    <a:pt x="19050" y="5080"/>
                  </a:lnTo>
                  <a:lnTo>
                    <a:pt x="19050" y="6350"/>
                  </a:lnTo>
                  <a:lnTo>
                    <a:pt x="0" y="6350"/>
                  </a:lnTo>
                  <a:lnTo>
                    <a:pt x="0" y="7620"/>
                  </a:lnTo>
                  <a:lnTo>
                    <a:pt x="300990" y="7620"/>
                  </a:lnTo>
                  <a:lnTo>
                    <a:pt x="300990" y="6350"/>
                  </a:lnTo>
                  <a:lnTo>
                    <a:pt x="300990" y="5080"/>
                  </a:lnTo>
                  <a:lnTo>
                    <a:pt x="300990" y="3810"/>
                  </a:lnTo>
                  <a:lnTo>
                    <a:pt x="300990" y="2540"/>
                  </a:lnTo>
                  <a:lnTo>
                    <a:pt x="300990" y="1270"/>
                  </a:lnTo>
                  <a:lnTo>
                    <a:pt x="300990" y="0"/>
                  </a:lnTo>
                  <a:close/>
                </a:path>
              </a:pathLst>
            </a:custGeom>
            <a:solidFill>
              <a:srgbClr val="020100"/>
            </a:solidFill>
          </p:spPr>
          <p:txBody>
            <a:bodyPr wrap="square" lIns="0" tIns="0" rIns="0" bIns="0" rtlCol="0"/>
            <a:lstStyle/>
            <a:p/>
          </p:txBody>
        </p:sp>
        <p:sp>
          <p:nvSpPr>
            <p:cNvPr id="1027" name="object 1027"/>
            <p:cNvSpPr/>
            <p:nvPr/>
          </p:nvSpPr>
          <p:spPr>
            <a:xfrm>
              <a:off x="5828030" y="2713989"/>
              <a:ext cx="391160" cy="6350"/>
            </a:xfrm>
            <a:custGeom>
              <a:avLst/>
              <a:gdLst/>
              <a:ahLst/>
              <a:cxnLst/>
              <a:rect l="l" t="t" r="r" b="b"/>
              <a:pathLst>
                <a:path w="391160" h="6350">
                  <a:moveTo>
                    <a:pt x="391160" y="0"/>
                  </a:moveTo>
                  <a:lnTo>
                    <a:pt x="72390" y="0"/>
                  </a:lnTo>
                  <a:lnTo>
                    <a:pt x="72390" y="1270"/>
                  </a:lnTo>
                  <a:lnTo>
                    <a:pt x="54610" y="1270"/>
                  </a:lnTo>
                  <a:lnTo>
                    <a:pt x="54610" y="2540"/>
                  </a:lnTo>
                  <a:lnTo>
                    <a:pt x="35560" y="2540"/>
                  </a:lnTo>
                  <a:lnTo>
                    <a:pt x="35560" y="3810"/>
                  </a:lnTo>
                  <a:lnTo>
                    <a:pt x="17780" y="3810"/>
                  </a:lnTo>
                  <a:lnTo>
                    <a:pt x="17780" y="5080"/>
                  </a:lnTo>
                  <a:lnTo>
                    <a:pt x="0" y="5080"/>
                  </a:lnTo>
                  <a:lnTo>
                    <a:pt x="0" y="6350"/>
                  </a:lnTo>
                  <a:lnTo>
                    <a:pt x="383527" y="6350"/>
                  </a:lnTo>
                  <a:lnTo>
                    <a:pt x="383527" y="5080"/>
                  </a:lnTo>
                  <a:lnTo>
                    <a:pt x="391160" y="5080"/>
                  </a:lnTo>
                  <a:lnTo>
                    <a:pt x="391160" y="3810"/>
                  </a:lnTo>
                  <a:lnTo>
                    <a:pt x="391160" y="2540"/>
                  </a:lnTo>
                  <a:lnTo>
                    <a:pt x="391160" y="1270"/>
                  </a:lnTo>
                  <a:lnTo>
                    <a:pt x="391160" y="0"/>
                  </a:lnTo>
                  <a:close/>
                </a:path>
              </a:pathLst>
            </a:custGeom>
            <a:solidFill>
              <a:srgbClr val="040300"/>
            </a:solidFill>
          </p:spPr>
          <p:txBody>
            <a:bodyPr wrap="square" lIns="0" tIns="0" rIns="0" bIns="0" rtlCol="0"/>
            <a:lstStyle/>
            <a:p/>
          </p:txBody>
        </p:sp>
        <p:sp>
          <p:nvSpPr>
            <p:cNvPr id="1028" name="object 1028"/>
            <p:cNvSpPr/>
            <p:nvPr/>
          </p:nvSpPr>
          <p:spPr>
            <a:xfrm>
              <a:off x="5763260" y="2720339"/>
              <a:ext cx="448309" cy="7620"/>
            </a:xfrm>
            <a:custGeom>
              <a:avLst/>
              <a:gdLst/>
              <a:ahLst/>
              <a:cxnLst/>
              <a:rect l="l" t="t" r="r" b="b"/>
              <a:pathLst>
                <a:path w="448310" h="7619">
                  <a:moveTo>
                    <a:pt x="448297" y="0"/>
                  </a:moveTo>
                  <a:lnTo>
                    <a:pt x="417830" y="0"/>
                  </a:lnTo>
                  <a:lnTo>
                    <a:pt x="64770" y="0"/>
                  </a:lnTo>
                  <a:lnTo>
                    <a:pt x="45720" y="0"/>
                  </a:lnTo>
                  <a:lnTo>
                    <a:pt x="45720" y="1270"/>
                  </a:lnTo>
                  <a:lnTo>
                    <a:pt x="27940" y="1270"/>
                  </a:lnTo>
                  <a:lnTo>
                    <a:pt x="27940" y="2540"/>
                  </a:lnTo>
                  <a:lnTo>
                    <a:pt x="10160" y="2540"/>
                  </a:lnTo>
                  <a:lnTo>
                    <a:pt x="10160" y="3810"/>
                  </a:lnTo>
                  <a:lnTo>
                    <a:pt x="0" y="3810"/>
                  </a:lnTo>
                  <a:lnTo>
                    <a:pt x="0" y="5080"/>
                  </a:lnTo>
                  <a:lnTo>
                    <a:pt x="0" y="6350"/>
                  </a:lnTo>
                  <a:lnTo>
                    <a:pt x="0" y="7620"/>
                  </a:lnTo>
                  <a:lnTo>
                    <a:pt x="389890" y="7620"/>
                  </a:lnTo>
                  <a:lnTo>
                    <a:pt x="389890" y="6350"/>
                  </a:lnTo>
                  <a:lnTo>
                    <a:pt x="392430" y="6350"/>
                  </a:lnTo>
                  <a:lnTo>
                    <a:pt x="392430" y="5080"/>
                  </a:lnTo>
                  <a:lnTo>
                    <a:pt x="401320" y="5080"/>
                  </a:lnTo>
                  <a:lnTo>
                    <a:pt x="401320" y="3937"/>
                  </a:lnTo>
                  <a:lnTo>
                    <a:pt x="406400" y="3937"/>
                  </a:lnTo>
                  <a:lnTo>
                    <a:pt x="406400" y="2540"/>
                  </a:lnTo>
                  <a:lnTo>
                    <a:pt x="408940" y="2540"/>
                  </a:lnTo>
                  <a:lnTo>
                    <a:pt x="408940" y="1270"/>
                  </a:lnTo>
                  <a:lnTo>
                    <a:pt x="417830" y="1270"/>
                  </a:lnTo>
                  <a:lnTo>
                    <a:pt x="417830" y="127"/>
                  </a:lnTo>
                  <a:lnTo>
                    <a:pt x="448297" y="127"/>
                  </a:lnTo>
                  <a:lnTo>
                    <a:pt x="448297" y="0"/>
                  </a:lnTo>
                  <a:close/>
                </a:path>
              </a:pathLst>
            </a:custGeom>
            <a:solidFill>
              <a:srgbClr val="060400"/>
            </a:solidFill>
          </p:spPr>
          <p:txBody>
            <a:bodyPr wrap="square" lIns="0" tIns="0" rIns="0" bIns="0" rtlCol="0"/>
            <a:lstStyle/>
            <a:p/>
          </p:txBody>
        </p:sp>
        <p:sp>
          <p:nvSpPr>
            <p:cNvPr id="1029" name="object 1029"/>
            <p:cNvSpPr/>
            <p:nvPr/>
          </p:nvSpPr>
          <p:spPr>
            <a:xfrm>
              <a:off x="5763260" y="2727959"/>
              <a:ext cx="389890" cy="7620"/>
            </a:xfrm>
            <a:custGeom>
              <a:avLst/>
              <a:gdLst/>
              <a:ahLst/>
              <a:cxnLst/>
              <a:rect l="l" t="t" r="r" b="b"/>
              <a:pathLst>
                <a:path w="389889" h="7619">
                  <a:moveTo>
                    <a:pt x="372110" y="6477"/>
                  </a:moveTo>
                  <a:lnTo>
                    <a:pt x="0" y="6477"/>
                  </a:lnTo>
                  <a:lnTo>
                    <a:pt x="0" y="7620"/>
                  </a:lnTo>
                  <a:lnTo>
                    <a:pt x="372110" y="7620"/>
                  </a:lnTo>
                  <a:lnTo>
                    <a:pt x="372110" y="6477"/>
                  </a:lnTo>
                  <a:close/>
                </a:path>
                <a:path w="389889" h="7619">
                  <a:moveTo>
                    <a:pt x="389890" y="0"/>
                  </a:moveTo>
                  <a:lnTo>
                    <a:pt x="386080" y="0"/>
                  </a:lnTo>
                  <a:lnTo>
                    <a:pt x="0" y="0"/>
                  </a:lnTo>
                  <a:lnTo>
                    <a:pt x="0" y="1270"/>
                  </a:lnTo>
                  <a:lnTo>
                    <a:pt x="0" y="2540"/>
                  </a:lnTo>
                  <a:lnTo>
                    <a:pt x="0" y="3810"/>
                  </a:lnTo>
                  <a:lnTo>
                    <a:pt x="0" y="5080"/>
                  </a:lnTo>
                  <a:lnTo>
                    <a:pt x="0" y="6350"/>
                  </a:lnTo>
                  <a:lnTo>
                    <a:pt x="374650" y="6350"/>
                  </a:lnTo>
                  <a:lnTo>
                    <a:pt x="374650" y="5080"/>
                  </a:lnTo>
                  <a:lnTo>
                    <a:pt x="377190" y="5080"/>
                  </a:lnTo>
                  <a:lnTo>
                    <a:pt x="377190" y="3810"/>
                  </a:lnTo>
                  <a:lnTo>
                    <a:pt x="378460" y="3810"/>
                  </a:lnTo>
                  <a:lnTo>
                    <a:pt x="378460" y="2540"/>
                  </a:lnTo>
                  <a:lnTo>
                    <a:pt x="383540" y="2540"/>
                  </a:lnTo>
                  <a:lnTo>
                    <a:pt x="383540" y="1270"/>
                  </a:lnTo>
                  <a:lnTo>
                    <a:pt x="386080" y="1270"/>
                  </a:lnTo>
                  <a:lnTo>
                    <a:pt x="386080" y="127"/>
                  </a:lnTo>
                  <a:lnTo>
                    <a:pt x="389890" y="127"/>
                  </a:lnTo>
                  <a:lnTo>
                    <a:pt x="389890" y="0"/>
                  </a:lnTo>
                  <a:close/>
                </a:path>
              </a:pathLst>
            </a:custGeom>
            <a:solidFill>
              <a:srgbClr val="080600"/>
            </a:solidFill>
          </p:spPr>
          <p:txBody>
            <a:bodyPr wrap="square" lIns="0" tIns="0" rIns="0" bIns="0" rtlCol="0"/>
            <a:lstStyle/>
            <a:p/>
          </p:txBody>
        </p:sp>
        <p:sp>
          <p:nvSpPr>
            <p:cNvPr id="1030" name="object 1030"/>
            <p:cNvSpPr/>
            <p:nvPr/>
          </p:nvSpPr>
          <p:spPr>
            <a:xfrm>
              <a:off x="5763260" y="2735579"/>
              <a:ext cx="370840" cy="6350"/>
            </a:xfrm>
            <a:custGeom>
              <a:avLst/>
              <a:gdLst/>
              <a:ahLst/>
              <a:cxnLst/>
              <a:rect l="l" t="t" r="r" b="b"/>
              <a:pathLst>
                <a:path w="370839" h="6350">
                  <a:moveTo>
                    <a:pt x="361950" y="5207"/>
                  </a:moveTo>
                  <a:lnTo>
                    <a:pt x="0" y="5207"/>
                  </a:lnTo>
                  <a:lnTo>
                    <a:pt x="0" y="6350"/>
                  </a:lnTo>
                  <a:lnTo>
                    <a:pt x="361950" y="6350"/>
                  </a:lnTo>
                  <a:lnTo>
                    <a:pt x="361950" y="5207"/>
                  </a:lnTo>
                  <a:close/>
                </a:path>
                <a:path w="370839" h="6350">
                  <a:moveTo>
                    <a:pt x="370840" y="0"/>
                  </a:moveTo>
                  <a:lnTo>
                    <a:pt x="0" y="0"/>
                  </a:lnTo>
                  <a:lnTo>
                    <a:pt x="0" y="1270"/>
                  </a:lnTo>
                  <a:lnTo>
                    <a:pt x="0" y="2540"/>
                  </a:lnTo>
                  <a:lnTo>
                    <a:pt x="0" y="3810"/>
                  </a:lnTo>
                  <a:lnTo>
                    <a:pt x="0" y="5080"/>
                  </a:lnTo>
                  <a:lnTo>
                    <a:pt x="364490" y="5080"/>
                  </a:lnTo>
                  <a:lnTo>
                    <a:pt x="364490" y="3810"/>
                  </a:lnTo>
                  <a:lnTo>
                    <a:pt x="365760" y="3810"/>
                  </a:lnTo>
                  <a:lnTo>
                    <a:pt x="365760" y="2540"/>
                  </a:lnTo>
                  <a:lnTo>
                    <a:pt x="368300" y="2540"/>
                  </a:lnTo>
                  <a:lnTo>
                    <a:pt x="368300" y="1270"/>
                  </a:lnTo>
                  <a:lnTo>
                    <a:pt x="370840" y="1270"/>
                  </a:lnTo>
                  <a:lnTo>
                    <a:pt x="370840" y="0"/>
                  </a:lnTo>
                  <a:close/>
                </a:path>
              </a:pathLst>
            </a:custGeom>
            <a:solidFill>
              <a:srgbClr val="0A0700"/>
            </a:solidFill>
          </p:spPr>
          <p:txBody>
            <a:bodyPr wrap="square" lIns="0" tIns="0" rIns="0" bIns="0" rtlCol="0"/>
            <a:lstStyle/>
            <a:p/>
          </p:txBody>
        </p:sp>
        <p:sp>
          <p:nvSpPr>
            <p:cNvPr id="1031" name="object 1031"/>
            <p:cNvSpPr/>
            <p:nvPr/>
          </p:nvSpPr>
          <p:spPr>
            <a:xfrm>
              <a:off x="5763260" y="2741929"/>
              <a:ext cx="360680" cy="7620"/>
            </a:xfrm>
            <a:custGeom>
              <a:avLst/>
              <a:gdLst/>
              <a:ahLst/>
              <a:cxnLst/>
              <a:rect l="l" t="t" r="r" b="b"/>
              <a:pathLst>
                <a:path w="360679" h="7619">
                  <a:moveTo>
                    <a:pt x="354330" y="5207"/>
                  </a:moveTo>
                  <a:lnTo>
                    <a:pt x="54610" y="5207"/>
                  </a:lnTo>
                  <a:lnTo>
                    <a:pt x="54610" y="6350"/>
                  </a:lnTo>
                  <a:lnTo>
                    <a:pt x="62230" y="6350"/>
                  </a:lnTo>
                  <a:lnTo>
                    <a:pt x="62230" y="7620"/>
                  </a:lnTo>
                  <a:lnTo>
                    <a:pt x="353047" y="7620"/>
                  </a:lnTo>
                  <a:lnTo>
                    <a:pt x="353047" y="6350"/>
                  </a:lnTo>
                  <a:lnTo>
                    <a:pt x="354330" y="6350"/>
                  </a:lnTo>
                  <a:lnTo>
                    <a:pt x="354330" y="5207"/>
                  </a:lnTo>
                  <a:close/>
                </a:path>
                <a:path w="360679" h="7619">
                  <a:moveTo>
                    <a:pt x="360680" y="0"/>
                  </a:moveTo>
                  <a:lnTo>
                    <a:pt x="0" y="0"/>
                  </a:lnTo>
                  <a:lnTo>
                    <a:pt x="0" y="1270"/>
                  </a:lnTo>
                  <a:lnTo>
                    <a:pt x="0" y="2540"/>
                  </a:lnTo>
                  <a:lnTo>
                    <a:pt x="0" y="3810"/>
                  </a:lnTo>
                  <a:lnTo>
                    <a:pt x="0" y="5080"/>
                  </a:lnTo>
                  <a:lnTo>
                    <a:pt x="0" y="6350"/>
                  </a:lnTo>
                  <a:lnTo>
                    <a:pt x="0" y="7620"/>
                  </a:lnTo>
                  <a:lnTo>
                    <a:pt x="1270" y="7620"/>
                  </a:lnTo>
                  <a:lnTo>
                    <a:pt x="1270" y="6350"/>
                  </a:lnTo>
                  <a:lnTo>
                    <a:pt x="30480" y="6350"/>
                  </a:lnTo>
                  <a:lnTo>
                    <a:pt x="30480" y="5207"/>
                  </a:lnTo>
                  <a:lnTo>
                    <a:pt x="54610" y="5207"/>
                  </a:lnTo>
                  <a:lnTo>
                    <a:pt x="54610" y="5080"/>
                  </a:lnTo>
                  <a:lnTo>
                    <a:pt x="356870" y="5080"/>
                  </a:lnTo>
                  <a:lnTo>
                    <a:pt x="356870" y="3810"/>
                  </a:lnTo>
                  <a:lnTo>
                    <a:pt x="358140" y="3810"/>
                  </a:lnTo>
                  <a:lnTo>
                    <a:pt x="358140" y="2540"/>
                  </a:lnTo>
                  <a:lnTo>
                    <a:pt x="359410" y="2540"/>
                  </a:lnTo>
                  <a:lnTo>
                    <a:pt x="359410" y="1270"/>
                  </a:lnTo>
                  <a:lnTo>
                    <a:pt x="360680" y="1270"/>
                  </a:lnTo>
                  <a:lnTo>
                    <a:pt x="360680" y="0"/>
                  </a:lnTo>
                  <a:close/>
                </a:path>
              </a:pathLst>
            </a:custGeom>
            <a:solidFill>
              <a:srgbClr val="0C0900"/>
            </a:solidFill>
          </p:spPr>
          <p:txBody>
            <a:bodyPr wrap="square" lIns="0" tIns="0" rIns="0" bIns="0" rtlCol="0"/>
            <a:lstStyle/>
            <a:p/>
          </p:txBody>
        </p:sp>
        <p:sp>
          <p:nvSpPr>
            <p:cNvPr id="1032" name="object 1032"/>
            <p:cNvSpPr/>
            <p:nvPr/>
          </p:nvSpPr>
          <p:spPr>
            <a:xfrm>
              <a:off x="5763260" y="2749549"/>
              <a:ext cx="353060" cy="7620"/>
            </a:xfrm>
            <a:custGeom>
              <a:avLst/>
              <a:gdLst/>
              <a:ahLst/>
              <a:cxnLst/>
              <a:rect l="l" t="t" r="r" b="b"/>
              <a:pathLst>
                <a:path w="353060" h="7619">
                  <a:moveTo>
                    <a:pt x="1270" y="0"/>
                  </a:moveTo>
                  <a:lnTo>
                    <a:pt x="0" y="0"/>
                  </a:lnTo>
                  <a:lnTo>
                    <a:pt x="0" y="127"/>
                  </a:lnTo>
                  <a:lnTo>
                    <a:pt x="1270" y="127"/>
                  </a:lnTo>
                  <a:lnTo>
                    <a:pt x="1270" y="0"/>
                  </a:lnTo>
                  <a:close/>
                </a:path>
                <a:path w="353060" h="7619">
                  <a:moveTo>
                    <a:pt x="350520" y="3937"/>
                  </a:moveTo>
                  <a:lnTo>
                    <a:pt x="81280" y="3937"/>
                  </a:lnTo>
                  <a:lnTo>
                    <a:pt x="81280" y="5080"/>
                  </a:lnTo>
                  <a:lnTo>
                    <a:pt x="85090" y="5080"/>
                  </a:lnTo>
                  <a:lnTo>
                    <a:pt x="85090" y="6477"/>
                  </a:lnTo>
                  <a:lnTo>
                    <a:pt x="87630" y="6477"/>
                  </a:lnTo>
                  <a:lnTo>
                    <a:pt x="87630" y="7620"/>
                  </a:lnTo>
                  <a:lnTo>
                    <a:pt x="347980" y="7620"/>
                  </a:lnTo>
                  <a:lnTo>
                    <a:pt x="347980" y="6477"/>
                  </a:lnTo>
                  <a:lnTo>
                    <a:pt x="349250" y="6477"/>
                  </a:lnTo>
                  <a:lnTo>
                    <a:pt x="349250" y="5080"/>
                  </a:lnTo>
                  <a:lnTo>
                    <a:pt x="350520" y="5080"/>
                  </a:lnTo>
                  <a:lnTo>
                    <a:pt x="350520" y="3937"/>
                  </a:lnTo>
                  <a:close/>
                </a:path>
                <a:path w="353060" h="7619">
                  <a:moveTo>
                    <a:pt x="353047" y="0"/>
                  </a:moveTo>
                  <a:lnTo>
                    <a:pt x="68580" y="0"/>
                  </a:lnTo>
                  <a:lnTo>
                    <a:pt x="68580" y="1270"/>
                  </a:lnTo>
                  <a:lnTo>
                    <a:pt x="74930" y="1270"/>
                  </a:lnTo>
                  <a:lnTo>
                    <a:pt x="74930" y="2540"/>
                  </a:lnTo>
                  <a:lnTo>
                    <a:pt x="78740" y="2540"/>
                  </a:lnTo>
                  <a:lnTo>
                    <a:pt x="78740" y="3810"/>
                  </a:lnTo>
                  <a:lnTo>
                    <a:pt x="350520" y="3810"/>
                  </a:lnTo>
                  <a:lnTo>
                    <a:pt x="350520" y="3937"/>
                  </a:lnTo>
                  <a:lnTo>
                    <a:pt x="351790" y="3937"/>
                  </a:lnTo>
                  <a:lnTo>
                    <a:pt x="351790" y="3810"/>
                  </a:lnTo>
                  <a:lnTo>
                    <a:pt x="351790" y="2540"/>
                  </a:lnTo>
                  <a:lnTo>
                    <a:pt x="351790" y="1397"/>
                  </a:lnTo>
                  <a:lnTo>
                    <a:pt x="353047" y="1397"/>
                  </a:lnTo>
                  <a:lnTo>
                    <a:pt x="353047" y="1270"/>
                  </a:lnTo>
                  <a:lnTo>
                    <a:pt x="353047" y="0"/>
                  </a:lnTo>
                  <a:close/>
                </a:path>
              </a:pathLst>
            </a:custGeom>
            <a:solidFill>
              <a:srgbClr val="0E0A00"/>
            </a:solidFill>
          </p:spPr>
          <p:txBody>
            <a:bodyPr wrap="square" lIns="0" tIns="0" rIns="0" bIns="0" rtlCol="0"/>
            <a:lstStyle/>
            <a:p/>
          </p:txBody>
        </p:sp>
        <p:sp>
          <p:nvSpPr>
            <p:cNvPr id="1033" name="object 1033"/>
            <p:cNvSpPr/>
            <p:nvPr/>
          </p:nvSpPr>
          <p:spPr>
            <a:xfrm>
              <a:off x="5850890" y="2757169"/>
              <a:ext cx="260350" cy="6350"/>
            </a:xfrm>
            <a:custGeom>
              <a:avLst/>
              <a:gdLst/>
              <a:ahLst/>
              <a:cxnLst/>
              <a:rect l="l" t="t" r="r" b="b"/>
              <a:pathLst>
                <a:path w="260350" h="6350">
                  <a:moveTo>
                    <a:pt x="256540" y="5207"/>
                  </a:moveTo>
                  <a:lnTo>
                    <a:pt x="8890" y="5207"/>
                  </a:lnTo>
                  <a:lnTo>
                    <a:pt x="8890" y="6350"/>
                  </a:lnTo>
                  <a:lnTo>
                    <a:pt x="256540" y="6350"/>
                  </a:lnTo>
                  <a:lnTo>
                    <a:pt x="256540" y="5207"/>
                  </a:lnTo>
                  <a:close/>
                </a:path>
                <a:path w="260350" h="6350">
                  <a:moveTo>
                    <a:pt x="260350" y="0"/>
                  </a:moveTo>
                  <a:lnTo>
                    <a:pt x="259080" y="0"/>
                  </a:lnTo>
                  <a:lnTo>
                    <a:pt x="3810" y="0"/>
                  </a:lnTo>
                  <a:lnTo>
                    <a:pt x="0" y="0"/>
                  </a:lnTo>
                  <a:lnTo>
                    <a:pt x="0" y="127"/>
                  </a:lnTo>
                  <a:lnTo>
                    <a:pt x="3810" y="127"/>
                  </a:lnTo>
                  <a:lnTo>
                    <a:pt x="3810" y="1270"/>
                  </a:lnTo>
                  <a:lnTo>
                    <a:pt x="5080" y="1270"/>
                  </a:lnTo>
                  <a:lnTo>
                    <a:pt x="5080" y="2540"/>
                  </a:lnTo>
                  <a:lnTo>
                    <a:pt x="6350" y="2540"/>
                  </a:lnTo>
                  <a:lnTo>
                    <a:pt x="6350" y="3810"/>
                  </a:lnTo>
                  <a:lnTo>
                    <a:pt x="7620" y="3810"/>
                  </a:lnTo>
                  <a:lnTo>
                    <a:pt x="7620" y="5080"/>
                  </a:lnTo>
                  <a:lnTo>
                    <a:pt x="257810" y="5080"/>
                  </a:lnTo>
                  <a:lnTo>
                    <a:pt x="257810" y="3810"/>
                  </a:lnTo>
                  <a:lnTo>
                    <a:pt x="257810" y="2667"/>
                  </a:lnTo>
                  <a:lnTo>
                    <a:pt x="259080" y="2667"/>
                  </a:lnTo>
                  <a:lnTo>
                    <a:pt x="259080" y="2540"/>
                  </a:lnTo>
                  <a:lnTo>
                    <a:pt x="259080" y="1270"/>
                  </a:lnTo>
                  <a:lnTo>
                    <a:pt x="259080" y="127"/>
                  </a:lnTo>
                  <a:lnTo>
                    <a:pt x="260350" y="127"/>
                  </a:lnTo>
                  <a:lnTo>
                    <a:pt x="260350" y="0"/>
                  </a:lnTo>
                  <a:close/>
                </a:path>
              </a:pathLst>
            </a:custGeom>
            <a:solidFill>
              <a:srgbClr val="100C00"/>
            </a:solidFill>
          </p:spPr>
          <p:txBody>
            <a:bodyPr wrap="square" lIns="0" tIns="0" rIns="0" bIns="0" rtlCol="0"/>
            <a:lstStyle/>
            <a:p/>
          </p:txBody>
        </p:sp>
        <p:sp>
          <p:nvSpPr>
            <p:cNvPr id="1034" name="object 1034"/>
            <p:cNvSpPr/>
            <p:nvPr/>
          </p:nvSpPr>
          <p:spPr>
            <a:xfrm>
              <a:off x="5859780" y="2763519"/>
              <a:ext cx="247650" cy="7620"/>
            </a:xfrm>
            <a:custGeom>
              <a:avLst/>
              <a:gdLst/>
              <a:ahLst/>
              <a:cxnLst/>
              <a:rect l="l" t="t" r="r" b="b"/>
              <a:pathLst>
                <a:path w="247650" h="7619">
                  <a:moveTo>
                    <a:pt x="2540" y="0"/>
                  </a:moveTo>
                  <a:lnTo>
                    <a:pt x="0" y="0"/>
                  </a:lnTo>
                  <a:lnTo>
                    <a:pt x="0" y="127"/>
                  </a:lnTo>
                  <a:lnTo>
                    <a:pt x="2540" y="127"/>
                  </a:lnTo>
                  <a:lnTo>
                    <a:pt x="2540" y="0"/>
                  </a:lnTo>
                  <a:close/>
                </a:path>
                <a:path w="247650" h="7619">
                  <a:moveTo>
                    <a:pt x="243827" y="6477"/>
                  </a:moveTo>
                  <a:lnTo>
                    <a:pt x="10160" y="6477"/>
                  </a:lnTo>
                  <a:lnTo>
                    <a:pt x="10160" y="7620"/>
                  </a:lnTo>
                  <a:lnTo>
                    <a:pt x="243827" y="7620"/>
                  </a:lnTo>
                  <a:lnTo>
                    <a:pt x="243827" y="6477"/>
                  </a:lnTo>
                  <a:close/>
                </a:path>
                <a:path w="247650" h="7619">
                  <a:moveTo>
                    <a:pt x="246367" y="2667"/>
                  </a:moveTo>
                  <a:lnTo>
                    <a:pt x="6350" y="2667"/>
                  </a:lnTo>
                  <a:lnTo>
                    <a:pt x="6350" y="3810"/>
                  </a:lnTo>
                  <a:lnTo>
                    <a:pt x="7620" y="3810"/>
                  </a:lnTo>
                  <a:lnTo>
                    <a:pt x="7620" y="5080"/>
                  </a:lnTo>
                  <a:lnTo>
                    <a:pt x="8890" y="5080"/>
                  </a:lnTo>
                  <a:lnTo>
                    <a:pt x="8890" y="6350"/>
                  </a:lnTo>
                  <a:lnTo>
                    <a:pt x="245110" y="6350"/>
                  </a:lnTo>
                  <a:lnTo>
                    <a:pt x="245110" y="5080"/>
                  </a:lnTo>
                  <a:lnTo>
                    <a:pt x="245110" y="3810"/>
                  </a:lnTo>
                  <a:lnTo>
                    <a:pt x="246367" y="3810"/>
                  </a:lnTo>
                  <a:lnTo>
                    <a:pt x="246367" y="2667"/>
                  </a:lnTo>
                  <a:close/>
                </a:path>
                <a:path w="247650" h="7619">
                  <a:moveTo>
                    <a:pt x="247650" y="127"/>
                  </a:moveTo>
                  <a:lnTo>
                    <a:pt x="2540" y="127"/>
                  </a:lnTo>
                  <a:lnTo>
                    <a:pt x="2540" y="1397"/>
                  </a:lnTo>
                  <a:lnTo>
                    <a:pt x="3810" y="1397"/>
                  </a:lnTo>
                  <a:lnTo>
                    <a:pt x="3810" y="2540"/>
                  </a:lnTo>
                  <a:lnTo>
                    <a:pt x="246380" y="2540"/>
                  </a:lnTo>
                  <a:lnTo>
                    <a:pt x="246380" y="1397"/>
                  </a:lnTo>
                  <a:lnTo>
                    <a:pt x="247650" y="1397"/>
                  </a:lnTo>
                  <a:lnTo>
                    <a:pt x="247650" y="127"/>
                  </a:lnTo>
                  <a:close/>
                </a:path>
              </a:pathLst>
            </a:custGeom>
            <a:solidFill>
              <a:srgbClr val="120D00"/>
            </a:solidFill>
          </p:spPr>
          <p:txBody>
            <a:bodyPr wrap="square" lIns="0" tIns="0" rIns="0" bIns="0" rtlCol="0"/>
            <a:lstStyle/>
            <a:p/>
          </p:txBody>
        </p:sp>
        <p:sp>
          <p:nvSpPr>
            <p:cNvPr id="1035" name="object 1035"/>
            <p:cNvSpPr/>
            <p:nvPr/>
          </p:nvSpPr>
          <p:spPr>
            <a:xfrm>
              <a:off x="5869940" y="2771139"/>
              <a:ext cx="233679" cy="7620"/>
            </a:xfrm>
            <a:custGeom>
              <a:avLst/>
              <a:gdLst/>
              <a:ahLst/>
              <a:cxnLst/>
              <a:rect l="l" t="t" r="r" b="b"/>
              <a:pathLst>
                <a:path w="233679" h="7619">
                  <a:moveTo>
                    <a:pt x="233667"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232410" y="7620"/>
                  </a:lnTo>
                  <a:lnTo>
                    <a:pt x="232410" y="1397"/>
                  </a:lnTo>
                  <a:lnTo>
                    <a:pt x="233667" y="1397"/>
                  </a:lnTo>
                  <a:lnTo>
                    <a:pt x="233667" y="1270"/>
                  </a:lnTo>
                  <a:lnTo>
                    <a:pt x="233667" y="0"/>
                  </a:lnTo>
                  <a:close/>
                </a:path>
              </a:pathLst>
            </a:custGeom>
            <a:solidFill>
              <a:srgbClr val="140F00"/>
            </a:solidFill>
          </p:spPr>
          <p:txBody>
            <a:bodyPr wrap="square" lIns="0" tIns="0" rIns="0" bIns="0" rtlCol="0"/>
            <a:lstStyle/>
            <a:p/>
          </p:txBody>
        </p:sp>
        <p:sp>
          <p:nvSpPr>
            <p:cNvPr id="1036" name="object 1036"/>
            <p:cNvSpPr/>
            <p:nvPr/>
          </p:nvSpPr>
          <p:spPr>
            <a:xfrm>
              <a:off x="5876290" y="2778759"/>
              <a:ext cx="226060" cy="6350"/>
            </a:xfrm>
            <a:custGeom>
              <a:avLst/>
              <a:gdLst/>
              <a:ahLst/>
              <a:cxnLst/>
              <a:rect l="l" t="t" r="r" b="b"/>
              <a:pathLst>
                <a:path w="226060" h="6350">
                  <a:moveTo>
                    <a:pt x="223507" y="3937"/>
                  </a:moveTo>
                  <a:lnTo>
                    <a:pt x="2540" y="3937"/>
                  </a:lnTo>
                  <a:lnTo>
                    <a:pt x="2540" y="6350"/>
                  </a:lnTo>
                  <a:lnTo>
                    <a:pt x="223507" y="6350"/>
                  </a:lnTo>
                  <a:lnTo>
                    <a:pt x="223507" y="3937"/>
                  </a:lnTo>
                  <a:close/>
                </a:path>
                <a:path w="226060" h="6350">
                  <a:moveTo>
                    <a:pt x="226060" y="0"/>
                  </a:moveTo>
                  <a:lnTo>
                    <a:pt x="224790" y="0"/>
                  </a:lnTo>
                  <a:lnTo>
                    <a:pt x="0" y="0"/>
                  </a:lnTo>
                  <a:lnTo>
                    <a:pt x="0" y="1270"/>
                  </a:lnTo>
                  <a:lnTo>
                    <a:pt x="1270" y="1270"/>
                  </a:lnTo>
                  <a:lnTo>
                    <a:pt x="1270" y="2540"/>
                  </a:lnTo>
                  <a:lnTo>
                    <a:pt x="1270" y="3810"/>
                  </a:lnTo>
                  <a:lnTo>
                    <a:pt x="223520" y="3810"/>
                  </a:lnTo>
                  <a:lnTo>
                    <a:pt x="223520" y="2540"/>
                  </a:lnTo>
                  <a:lnTo>
                    <a:pt x="224790" y="2540"/>
                  </a:lnTo>
                  <a:lnTo>
                    <a:pt x="224790" y="1270"/>
                  </a:lnTo>
                  <a:lnTo>
                    <a:pt x="224790" y="127"/>
                  </a:lnTo>
                  <a:lnTo>
                    <a:pt x="226060" y="127"/>
                  </a:lnTo>
                  <a:lnTo>
                    <a:pt x="226060" y="0"/>
                  </a:lnTo>
                  <a:close/>
                </a:path>
              </a:pathLst>
            </a:custGeom>
            <a:solidFill>
              <a:srgbClr val="161000"/>
            </a:solidFill>
          </p:spPr>
          <p:txBody>
            <a:bodyPr wrap="square" lIns="0" tIns="0" rIns="0" bIns="0" rtlCol="0"/>
            <a:lstStyle/>
            <a:p/>
          </p:txBody>
        </p:sp>
        <p:sp>
          <p:nvSpPr>
            <p:cNvPr id="1037" name="object 1037"/>
            <p:cNvSpPr/>
            <p:nvPr/>
          </p:nvSpPr>
          <p:spPr>
            <a:xfrm>
              <a:off x="5878830" y="2785109"/>
              <a:ext cx="220979" cy="7620"/>
            </a:xfrm>
            <a:custGeom>
              <a:avLst/>
              <a:gdLst/>
              <a:ahLst/>
              <a:cxnLst/>
              <a:rect l="l" t="t" r="r" b="b"/>
              <a:pathLst>
                <a:path w="220979" h="7619">
                  <a:moveTo>
                    <a:pt x="220980" y="1270"/>
                  </a:moveTo>
                  <a:lnTo>
                    <a:pt x="220967" y="0"/>
                  </a:lnTo>
                  <a:lnTo>
                    <a:pt x="0" y="0"/>
                  </a:lnTo>
                  <a:lnTo>
                    <a:pt x="0" y="1270"/>
                  </a:lnTo>
                  <a:lnTo>
                    <a:pt x="1270" y="1270"/>
                  </a:lnTo>
                  <a:lnTo>
                    <a:pt x="1270" y="6350"/>
                  </a:lnTo>
                  <a:lnTo>
                    <a:pt x="2540" y="6350"/>
                  </a:lnTo>
                  <a:lnTo>
                    <a:pt x="2540" y="7620"/>
                  </a:lnTo>
                  <a:lnTo>
                    <a:pt x="220980" y="7620"/>
                  </a:lnTo>
                  <a:lnTo>
                    <a:pt x="220980" y="6350"/>
                  </a:lnTo>
                  <a:lnTo>
                    <a:pt x="220980" y="1270"/>
                  </a:lnTo>
                  <a:close/>
                </a:path>
              </a:pathLst>
            </a:custGeom>
            <a:solidFill>
              <a:srgbClr val="181200"/>
            </a:solidFill>
          </p:spPr>
          <p:txBody>
            <a:bodyPr wrap="square" lIns="0" tIns="0" rIns="0" bIns="0" rtlCol="0"/>
            <a:lstStyle/>
            <a:p/>
          </p:txBody>
        </p:sp>
        <p:sp>
          <p:nvSpPr>
            <p:cNvPr id="1038" name="object 1038"/>
            <p:cNvSpPr/>
            <p:nvPr/>
          </p:nvSpPr>
          <p:spPr>
            <a:xfrm>
              <a:off x="5881370" y="2792729"/>
              <a:ext cx="218440" cy="7620"/>
            </a:xfrm>
            <a:custGeom>
              <a:avLst/>
              <a:gdLst/>
              <a:ahLst/>
              <a:cxnLst/>
              <a:rect l="l" t="t" r="r" b="b"/>
              <a:pathLst>
                <a:path w="218439" h="7619">
                  <a:moveTo>
                    <a:pt x="218440" y="0"/>
                  </a:moveTo>
                  <a:lnTo>
                    <a:pt x="0" y="0"/>
                  </a:lnTo>
                  <a:lnTo>
                    <a:pt x="0" y="1270"/>
                  </a:lnTo>
                  <a:lnTo>
                    <a:pt x="1270" y="1270"/>
                  </a:lnTo>
                  <a:lnTo>
                    <a:pt x="1270" y="3810"/>
                  </a:lnTo>
                  <a:lnTo>
                    <a:pt x="1270" y="7620"/>
                  </a:lnTo>
                  <a:lnTo>
                    <a:pt x="217170" y="7620"/>
                  </a:lnTo>
                  <a:lnTo>
                    <a:pt x="217170" y="3810"/>
                  </a:lnTo>
                  <a:lnTo>
                    <a:pt x="218440" y="3810"/>
                  </a:lnTo>
                  <a:lnTo>
                    <a:pt x="218440" y="1270"/>
                  </a:lnTo>
                  <a:lnTo>
                    <a:pt x="218440" y="0"/>
                  </a:lnTo>
                  <a:close/>
                </a:path>
              </a:pathLst>
            </a:custGeom>
            <a:solidFill>
              <a:srgbClr val="1A1300"/>
            </a:solidFill>
          </p:spPr>
          <p:txBody>
            <a:bodyPr wrap="square" lIns="0" tIns="0" rIns="0" bIns="0" rtlCol="0"/>
            <a:lstStyle/>
            <a:p/>
          </p:txBody>
        </p:sp>
        <p:sp>
          <p:nvSpPr>
            <p:cNvPr id="1039" name="object 1039"/>
            <p:cNvSpPr/>
            <p:nvPr/>
          </p:nvSpPr>
          <p:spPr>
            <a:xfrm>
              <a:off x="5883909" y="2800350"/>
              <a:ext cx="214629" cy="6350"/>
            </a:xfrm>
            <a:custGeom>
              <a:avLst/>
              <a:gdLst/>
              <a:ahLst/>
              <a:cxnLst/>
              <a:rect l="l" t="t" r="r" b="b"/>
              <a:pathLst>
                <a:path w="214629" h="6350">
                  <a:moveTo>
                    <a:pt x="214629" y="0"/>
                  </a:moveTo>
                  <a:lnTo>
                    <a:pt x="0" y="0"/>
                  </a:lnTo>
                  <a:lnTo>
                    <a:pt x="0" y="6350"/>
                  </a:lnTo>
                  <a:lnTo>
                    <a:pt x="214629" y="6350"/>
                  </a:lnTo>
                  <a:lnTo>
                    <a:pt x="214629" y="0"/>
                  </a:lnTo>
                  <a:close/>
                </a:path>
              </a:pathLst>
            </a:custGeom>
            <a:solidFill>
              <a:srgbClr val="1C1500"/>
            </a:solidFill>
          </p:spPr>
          <p:txBody>
            <a:bodyPr wrap="square" lIns="0" tIns="0" rIns="0" bIns="0" rtlCol="0"/>
            <a:lstStyle/>
            <a:p/>
          </p:txBody>
        </p:sp>
        <p:sp>
          <p:nvSpPr>
            <p:cNvPr id="1040" name="object 1040"/>
            <p:cNvSpPr/>
            <p:nvPr/>
          </p:nvSpPr>
          <p:spPr>
            <a:xfrm>
              <a:off x="5883910" y="2806699"/>
              <a:ext cx="214629" cy="7620"/>
            </a:xfrm>
            <a:custGeom>
              <a:avLst/>
              <a:gdLst/>
              <a:ahLst/>
              <a:cxnLst/>
              <a:rect l="l" t="t" r="r" b="b"/>
              <a:pathLst>
                <a:path w="214629" h="7619">
                  <a:moveTo>
                    <a:pt x="214630" y="0"/>
                  </a:moveTo>
                  <a:lnTo>
                    <a:pt x="0" y="0"/>
                  </a:lnTo>
                  <a:lnTo>
                    <a:pt x="0" y="3810"/>
                  </a:lnTo>
                  <a:lnTo>
                    <a:pt x="1270" y="3810"/>
                  </a:lnTo>
                  <a:lnTo>
                    <a:pt x="1270" y="7620"/>
                  </a:lnTo>
                  <a:lnTo>
                    <a:pt x="214630" y="7620"/>
                  </a:lnTo>
                  <a:lnTo>
                    <a:pt x="214630" y="3810"/>
                  </a:lnTo>
                  <a:lnTo>
                    <a:pt x="214630" y="0"/>
                  </a:lnTo>
                  <a:close/>
                </a:path>
              </a:pathLst>
            </a:custGeom>
            <a:solidFill>
              <a:srgbClr val="1E1600"/>
            </a:solidFill>
          </p:spPr>
          <p:txBody>
            <a:bodyPr wrap="square" lIns="0" tIns="0" rIns="0" bIns="0" rtlCol="0"/>
            <a:lstStyle/>
            <a:p/>
          </p:txBody>
        </p:sp>
        <p:sp>
          <p:nvSpPr>
            <p:cNvPr id="1041" name="object 1041"/>
            <p:cNvSpPr/>
            <p:nvPr/>
          </p:nvSpPr>
          <p:spPr>
            <a:xfrm>
              <a:off x="5885179" y="2814320"/>
              <a:ext cx="212090" cy="7620"/>
            </a:xfrm>
            <a:custGeom>
              <a:avLst/>
              <a:gdLst/>
              <a:ahLst/>
              <a:cxnLst/>
              <a:rect l="l" t="t" r="r" b="b"/>
              <a:pathLst>
                <a:path w="212089" h="7619">
                  <a:moveTo>
                    <a:pt x="212089" y="0"/>
                  </a:moveTo>
                  <a:lnTo>
                    <a:pt x="0" y="0"/>
                  </a:lnTo>
                  <a:lnTo>
                    <a:pt x="0" y="7619"/>
                  </a:lnTo>
                  <a:lnTo>
                    <a:pt x="212089" y="7619"/>
                  </a:lnTo>
                  <a:lnTo>
                    <a:pt x="212089" y="0"/>
                  </a:lnTo>
                  <a:close/>
                </a:path>
              </a:pathLst>
            </a:custGeom>
            <a:solidFill>
              <a:srgbClr val="201700"/>
            </a:solidFill>
          </p:spPr>
          <p:txBody>
            <a:bodyPr wrap="square" lIns="0" tIns="0" rIns="0" bIns="0" rtlCol="0"/>
            <a:lstStyle/>
            <a:p/>
          </p:txBody>
        </p:sp>
        <p:sp>
          <p:nvSpPr>
            <p:cNvPr id="1042" name="object 1042"/>
            <p:cNvSpPr/>
            <p:nvPr/>
          </p:nvSpPr>
          <p:spPr>
            <a:xfrm>
              <a:off x="5885180" y="2821939"/>
              <a:ext cx="212090" cy="6350"/>
            </a:xfrm>
            <a:custGeom>
              <a:avLst/>
              <a:gdLst/>
              <a:ahLst/>
              <a:cxnLst/>
              <a:rect l="l" t="t" r="r" b="b"/>
              <a:pathLst>
                <a:path w="212089" h="6350">
                  <a:moveTo>
                    <a:pt x="212077" y="0"/>
                  </a:moveTo>
                  <a:lnTo>
                    <a:pt x="0" y="0"/>
                  </a:lnTo>
                  <a:lnTo>
                    <a:pt x="0" y="5080"/>
                  </a:lnTo>
                  <a:lnTo>
                    <a:pt x="1270" y="5080"/>
                  </a:lnTo>
                  <a:lnTo>
                    <a:pt x="1270" y="6350"/>
                  </a:lnTo>
                  <a:lnTo>
                    <a:pt x="212077" y="6350"/>
                  </a:lnTo>
                  <a:lnTo>
                    <a:pt x="212077" y="5080"/>
                  </a:lnTo>
                  <a:lnTo>
                    <a:pt x="212077" y="0"/>
                  </a:lnTo>
                  <a:close/>
                </a:path>
              </a:pathLst>
            </a:custGeom>
            <a:solidFill>
              <a:srgbClr val="221900"/>
            </a:solidFill>
          </p:spPr>
          <p:txBody>
            <a:bodyPr wrap="square" lIns="0" tIns="0" rIns="0" bIns="0" rtlCol="0"/>
            <a:lstStyle/>
            <a:p/>
          </p:txBody>
        </p:sp>
        <p:sp>
          <p:nvSpPr>
            <p:cNvPr id="1043" name="object 1043"/>
            <p:cNvSpPr/>
            <p:nvPr/>
          </p:nvSpPr>
          <p:spPr>
            <a:xfrm>
              <a:off x="5886449" y="2828290"/>
              <a:ext cx="210820" cy="7620"/>
            </a:xfrm>
            <a:custGeom>
              <a:avLst/>
              <a:gdLst/>
              <a:ahLst/>
              <a:cxnLst/>
              <a:rect l="l" t="t" r="r" b="b"/>
              <a:pathLst>
                <a:path w="210820" h="7619">
                  <a:moveTo>
                    <a:pt x="0" y="7620"/>
                  </a:moveTo>
                  <a:lnTo>
                    <a:pt x="0" y="0"/>
                  </a:lnTo>
                  <a:lnTo>
                    <a:pt x="210819" y="0"/>
                  </a:lnTo>
                  <a:lnTo>
                    <a:pt x="210819" y="7620"/>
                  </a:lnTo>
                  <a:lnTo>
                    <a:pt x="0" y="7620"/>
                  </a:lnTo>
                  <a:close/>
                </a:path>
              </a:pathLst>
            </a:custGeom>
            <a:solidFill>
              <a:srgbClr val="241A00"/>
            </a:solidFill>
          </p:spPr>
          <p:txBody>
            <a:bodyPr wrap="square" lIns="0" tIns="0" rIns="0" bIns="0" rtlCol="0"/>
            <a:lstStyle/>
            <a:p/>
          </p:txBody>
        </p:sp>
        <p:sp>
          <p:nvSpPr>
            <p:cNvPr id="1044" name="object 1044"/>
            <p:cNvSpPr/>
            <p:nvPr/>
          </p:nvSpPr>
          <p:spPr>
            <a:xfrm>
              <a:off x="5886449" y="2835910"/>
              <a:ext cx="210820" cy="7620"/>
            </a:xfrm>
            <a:custGeom>
              <a:avLst/>
              <a:gdLst/>
              <a:ahLst/>
              <a:cxnLst/>
              <a:rect l="l" t="t" r="r" b="b"/>
              <a:pathLst>
                <a:path w="210820" h="7619">
                  <a:moveTo>
                    <a:pt x="0" y="7619"/>
                  </a:moveTo>
                  <a:lnTo>
                    <a:pt x="0" y="0"/>
                  </a:lnTo>
                  <a:lnTo>
                    <a:pt x="210819" y="0"/>
                  </a:lnTo>
                  <a:lnTo>
                    <a:pt x="210819" y="7619"/>
                  </a:lnTo>
                  <a:lnTo>
                    <a:pt x="0" y="7619"/>
                  </a:lnTo>
                  <a:close/>
                </a:path>
              </a:pathLst>
            </a:custGeom>
            <a:solidFill>
              <a:srgbClr val="261C00"/>
            </a:solidFill>
          </p:spPr>
          <p:txBody>
            <a:bodyPr wrap="square" lIns="0" tIns="0" rIns="0" bIns="0" rtlCol="0"/>
            <a:lstStyle/>
            <a:p/>
          </p:txBody>
        </p:sp>
        <p:sp>
          <p:nvSpPr>
            <p:cNvPr id="1045" name="object 1045"/>
            <p:cNvSpPr/>
            <p:nvPr/>
          </p:nvSpPr>
          <p:spPr>
            <a:xfrm>
              <a:off x="5886449" y="284353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281D00"/>
            </a:solidFill>
          </p:spPr>
          <p:txBody>
            <a:bodyPr wrap="square" lIns="0" tIns="0" rIns="0" bIns="0" rtlCol="0"/>
            <a:lstStyle/>
            <a:p/>
          </p:txBody>
        </p:sp>
        <p:sp>
          <p:nvSpPr>
            <p:cNvPr id="1046" name="object 1046"/>
            <p:cNvSpPr/>
            <p:nvPr/>
          </p:nvSpPr>
          <p:spPr>
            <a:xfrm>
              <a:off x="5886449" y="2849880"/>
              <a:ext cx="210820" cy="7620"/>
            </a:xfrm>
            <a:custGeom>
              <a:avLst/>
              <a:gdLst/>
              <a:ahLst/>
              <a:cxnLst/>
              <a:rect l="l" t="t" r="r" b="b"/>
              <a:pathLst>
                <a:path w="210820" h="7619">
                  <a:moveTo>
                    <a:pt x="0" y="7620"/>
                  </a:moveTo>
                  <a:lnTo>
                    <a:pt x="0" y="0"/>
                  </a:lnTo>
                  <a:lnTo>
                    <a:pt x="210819" y="0"/>
                  </a:lnTo>
                  <a:lnTo>
                    <a:pt x="210819" y="7620"/>
                  </a:lnTo>
                  <a:lnTo>
                    <a:pt x="0" y="7620"/>
                  </a:lnTo>
                  <a:close/>
                </a:path>
              </a:pathLst>
            </a:custGeom>
            <a:solidFill>
              <a:srgbClr val="2A1F00"/>
            </a:solidFill>
          </p:spPr>
          <p:txBody>
            <a:bodyPr wrap="square" lIns="0" tIns="0" rIns="0" bIns="0" rtlCol="0"/>
            <a:lstStyle/>
            <a:p/>
          </p:txBody>
        </p:sp>
        <p:sp>
          <p:nvSpPr>
            <p:cNvPr id="1047" name="object 1047"/>
            <p:cNvSpPr/>
            <p:nvPr/>
          </p:nvSpPr>
          <p:spPr>
            <a:xfrm>
              <a:off x="5886449" y="2857500"/>
              <a:ext cx="210820" cy="7620"/>
            </a:xfrm>
            <a:custGeom>
              <a:avLst/>
              <a:gdLst/>
              <a:ahLst/>
              <a:cxnLst/>
              <a:rect l="l" t="t" r="r" b="b"/>
              <a:pathLst>
                <a:path w="210820" h="7619">
                  <a:moveTo>
                    <a:pt x="0" y="7620"/>
                  </a:moveTo>
                  <a:lnTo>
                    <a:pt x="0" y="0"/>
                  </a:lnTo>
                  <a:lnTo>
                    <a:pt x="210819" y="0"/>
                  </a:lnTo>
                  <a:lnTo>
                    <a:pt x="210820" y="7620"/>
                  </a:lnTo>
                  <a:lnTo>
                    <a:pt x="0" y="7620"/>
                  </a:lnTo>
                  <a:close/>
                </a:path>
              </a:pathLst>
            </a:custGeom>
            <a:solidFill>
              <a:srgbClr val="2C2000"/>
            </a:solidFill>
          </p:spPr>
          <p:txBody>
            <a:bodyPr wrap="square" lIns="0" tIns="0" rIns="0" bIns="0" rtlCol="0"/>
            <a:lstStyle/>
            <a:p/>
          </p:txBody>
        </p:sp>
        <p:sp>
          <p:nvSpPr>
            <p:cNvPr id="1048" name="object 1048"/>
            <p:cNvSpPr/>
            <p:nvPr/>
          </p:nvSpPr>
          <p:spPr>
            <a:xfrm>
              <a:off x="5886449" y="286512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2E2200"/>
            </a:solidFill>
          </p:spPr>
          <p:txBody>
            <a:bodyPr wrap="square" lIns="0" tIns="0" rIns="0" bIns="0" rtlCol="0"/>
            <a:lstStyle/>
            <a:p/>
          </p:txBody>
        </p:sp>
        <p:sp>
          <p:nvSpPr>
            <p:cNvPr id="1049" name="object 1049"/>
            <p:cNvSpPr/>
            <p:nvPr/>
          </p:nvSpPr>
          <p:spPr>
            <a:xfrm>
              <a:off x="5886449" y="287147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302300"/>
            </a:solidFill>
          </p:spPr>
          <p:txBody>
            <a:bodyPr wrap="square" lIns="0" tIns="0" rIns="0" bIns="0" rtlCol="0"/>
            <a:lstStyle/>
            <a:p/>
          </p:txBody>
        </p:sp>
        <p:sp>
          <p:nvSpPr>
            <p:cNvPr id="1050" name="object 1050"/>
            <p:cNvSpPr/>
            <p:nvPr/>
          </p:nvSpPr>
          <p:spPr>
            <a:xfrm>
              <a:off x="5886449" y="287909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332500"/>
            </a:solidFill>
          </p:spPr>
          <p:txBody>
            <a:bodyPr wrap="square" lIns="0" tIns="0" rIns="0" bIns="0" rtlCol="0"/>
            <a:lstStyle/>
            <a:p/>
          </p:txBody>
        </p:sp>
        <p:sp>
          <p:nvSpPr>
            <p:cNvPr id="1051" name="object 1051"/>
            <p:cNvSpPr/>
            <p:nvPr/>
          </p:nvSpPr>
          <p:spPr>
            <a:xfrm>
              <a:off x="5886449" y="288671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332600"/>
            </a:solidFill>
          </p:spPr>
          <p:txBody>
            <a:bodyPr wrap="square" lIns="0" tIns="0" rIns="0" bIns="0" rtlCol="0"/>
            <a:lstStyle/>
            <a:p/>
          </p:txBody>
        </p:sp>
        <p:sp>
          <p:nvSpPr>
            <p:cNvPr id="1052" name="object 1052"/>
            <p:cNvSpPr/>
            <p:nvPr/>
          </p:nvSpPr>
          <p:spPr>
            <a:xfrm>
              <a:off x="5886449" y="289306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352800"/>
            </a:solidFill>
          </p:spPr>
          <p:txBody>
            <a:bodyPr wrap="square" lIns="0" tIns="0" rIns="0" bIns="0" rtlCol="0"/>
            <a:lstStyle/>
            <a:p/>
          </p:txBody>
        </p:sp>
        <p:sp>
          <p:nvSpPr>
            <p:cNvPr id="1053" name="object 1053"/>
            <p:cNvSpPr/>
            <p:nvPr/>
          </p:nvSpPr>
          <p:spPr>
            <a:xfrm>
              <a:off x="5886449" y="290068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372900"/>
            </a:solidFill>
          </p:spPr>
          <p:txBody>
            <a:bodyPr wrap="square" lIns="0" tIns="0" rIns="0" bIns="0" rtlCol="0"/>
            <a:lstStyle/>
            <a:p/>
          </p:txBody>
        </p:sp>
        <p:sp>
          <p:nvSpPr>
            <p:cNvPr id="1054" name="object 1054"/>
            <p:cNvSpPr/>
            <p:nvPr/>
          </p:nvSpPr>
          <p:spPr>
            <a:xfrm>
              <a:off x="5886449" y="290830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392B00"/>
            </a:solidFill>
          </p:spPr>
          <p:txBody>
            <a:bodyPr wrap="square" lIns="0" tIns="0" rIns="0" bIns="0" rtlCol="0"/>
            <a:lstStyle/>
            <a:p/>
          </p:txBody>
        </p:sp>
        <p:sp>
          <p:nvSpPr>
            <p:cNvPr id="1055" name="object 1055"/>
            <p:cNvSpPr/>
            <p:nvPr/>
          </p:nvSpPr>
          <p:spPr>
            <a:xfrm>
              <a:off x="5886450" y="2914649"/>
              <a:ext cx="212090" cy="7620"/>
            </a:xfrm>
            <a:custGeom>
              <a:avLst/>
              <a:gdLst/>
              <a:ahLst/>
              <a:cxnLst/>
              <a:rect l="l" t="t" r="r" b="b"/>
              <a:pathLst>
                <a:path w="212089" h="7619">
                  <a:moveTo>
                    <a:pt x="212090" y="1270"/>
                  </a:moveTo>
                  <a:lnTo>
                    <a:pt x="210820" y="1270"/>
                  </a:lnTo>
                  <a:lnTo>
                    <a:pt x="210820" y="0"/>
                  </a:lnTo>
                  <a:lnTo>
                    <a:pt x="0" y="0"/>
                  </a:lnTo>
                  <a:lnTo>
                    <a:pt x="0" y="1270"/>
                  </a:lnTo>
                  <a:lnTo>
                    <a:pt x="0" y="7620"/>
                  </a:lnTo>
                  <a:lnTo>
                    <a:pt x="212090" y="7620"/>
                  </a:lnTo>
                  <a:lnTo>
                    <a:pt x="212090" y="1270"/>
                  </a:lnTo>
                  <a:close/>
                </a:path>
              </a:pathLst>
            </a:custGeom>
            <a:solidFill>
              <a:srgbClr val="3B2C00"/>
            </a:solidFill>
          </p:spPr>
          <p:txBody>
            <a:bodyPr wrap="square" lIns="0" tIns="0" rIns="0" bIns="0" rtlCol="0"/>
            <a:lstStyle/>
            <a:p/>
          </p:txBody>
        </p:sp>
        <p:sp>
          <p:nvSpPr>
            <p:cNvPr id="1056" name="object 1056"/>
            <p:cNvSpPr/>
            <p:nvPr/>
          </p:nvSpPr>
          <p:spPr>
            <a:xfrm>
              <a:off x="5886449" y="292227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3D2E00"/>
            </a:solidFill>
          </p:spPr>
          <p:txBody>
            <a:bodyPr wrap="square" lIns="0" tIns="0" rIns="0" bIns="0" rtlCol="0"/>
            <a:lstStyle/>
            <a:p/>
          </p:txBody>
        </p:sp>
        <p:sp>
          <p:nvSpPr>
            <p:cNvPr id="1057" name="object 1057"/>
            <p:cNvSpPr/>
            <p:nvPr/>
          </p:nvSpPr>
          <p:spPr>
            <a:xfrm>
              <a:off x="5886449" y="292989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3F2F00"/>
            </a:solidFill>
          </p:spPr>
          <p:txBody>
            <a:bodyPr wrap="square" lIns="0" tIns="0" rIns="0" bIns="0" rtlCol="0"/>
            <a:lstStyle/>
            <a:p/>
          </p:txBody>
        </p:sp>
        <p:sp>
          <p:nvSpPr>
            <p:cNvPr id="1058" name="object 1058"/>
            <p:cNvSpPr/>
            <p:nvPr/>
          </p:nvSpPr>
          <p:spPr>
            <a:xfrm>
              <a:off x="5886449" y="293751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413000"/>
            </a:solidFill>
          </p:spPr>
          <p:txBody>
            <a:bodyPr wrap="square" lIns="0" tIns="0" rIns="0" bIns="0" rtlCol="0"/>
            <a:lstStyle/>
            <a:p/>
          </p:txBody>
        </p:sp>
        <p:sp>
          <p:nvSpPr>
            <p:cNvPr id="1059" name="object 1059"/>
            <p:cNvSpPr/>
            <p:nvPr/>
          </p:nvSpPr>
          <p:spPr>
            <a:xfrm>
              <a:off x="5886450" y="2943859"/>
              <a:ext cx="212090" cy="7620"/>
            </a:xfrm>
            <a:custGeom>
              <a:avLst/>
              <a:gdLst/>
              <a:ahLst/>
              <a:cxnLst/>
              <a:rect l="l" t="t" r="r" b="b"/>
              <a:pathLst>
                <a:path w="212089" h="7619">
                  <a:moveTo>
                    <a:pt x="212090" y="0"/>
                  </a:moveTo>
                  <a:lnTo>
                    <a:pt x="0" y="0"/>
                  </a:lnTo>
                  <a:lnTo>
                    <a:pt x="0" y="1270"/>
                  </a:lnTo>
                  <a:lnTo>
                    <a:pt x="1270" y="1270"/>
                  </a:lnTo>
                  <a:lnTo>
                    <a:pt x="1270" y="7620"/>
                  </a:lnTo>
                  <a:lnTo>
                    <a:pt x="212090" y="7620"/>
                  </a:lnTo>
                  <a:lnTo>
                    <a:pt x="212090" y="1270"/>
                  </a:lnTo>
                  <a:lnTo>
                    <a:pt x="212090" y="0"/>
                  </a:lnTo>
                  <a:close/>
                </a:path>
              </a:pathLst>
            </a:custGeom>
            <a:solidFill>
              <a:srgbClr val="433300"/>
            </a:solidFill>
          </p:spPr>
          <p:txBody>
            <a:bodyPr wrap="square" lIns="0" tIns="0" rIns="0" bIns="0" rtlCol="0"/>
            <a:lstStyle/>
            <a:p/>
          </p:txBody>
        </p:sp>
        <p:sp>
          <p:nvSpPr>
            <p:cNvPr id="1060" name="object 1060"/>
            <p:cNvSpPr/>
            <p:nvPr/>
          </p:nvSpPr>
          <p:spPr>
            <a:xfrm>
              <a:off x="5887719" y="2951480"/>
              <a:ext cx="210820" cy="7620"/>
            </a:xfrm>
            <a:custGeom>
              <a:avLst/>
              <a:gdLst/>
              <a:ahLst/>
              <a:cxnLst/>
              <a:rect l="l" t="t" r="r" b="b"/>
              <a:pathLst>
                <a:path w="210820" h="7619">
                  <a:moveTo>
                    <a:pt x="0" y="7620"/>
                  </a:moveTo>
                  <a:lnTo>
                    <a:pt x="0" y="0"/>
                  </a:lnTo>
                  <a:lnTo>
                    <a:pt x="210819" y="0"/>
                  </a:lnTo>
                  <a:lnTo>
                    <a:pt x="210819" y="7620"/>
                  </a:lnTo>
                  <a:lnTo>
                    <a:pt x="0" y="7620"/>
                  </a:lnTo>
                  <a:close/>
                </a:path>
              </a:pathLst>
            </a:custGeom>
            <a:solidFill>
              <a:srgbClr val="453300"/>
            </a:solidFill>
          </p:spPr>
          <p:txBody>
            <a:bodyPr wrap="square" lIns="0" tIns="0" rIns="0" bIns="0" rtlCol="0"/>
            <a:lstStyle/>
            <a:p/>
          </p:txBody>
        </p:sp>
        <p:sp>
          <p:nvSpPr>
            <p:cNvPr id="1061" name="object 1061"/>
            <p:cNvSpPr/>
            <p:nvPr/>
          </p:nvSpPr>
          <p:spPr>
            <a:xfrm>
              <a:off x="5887719" y="2959100"/>
              <a:ext cx="210820" cy="6350"/>
            </a:xfrm>
            <a:custGeom>
              <a:avLst/>
              <a:gdLst/>
              <a:ahLst/>
              <a:cxnLst/>
              <a:rect l="l" t="t" r="r" b="b"/>
              <a:pathLst>
                <a:path w="210820" h="6350">
                  <a:moveTo>
                    <a:pt x="0" y="6350"/>
                  </a:moveTo>
                  <a:lnTo>
                    <a:pt x="0" y="0"/>
                  </a:lnTo>
                  <a:lnTo>
                    <a:pt x="210819" y="0"/>
                  </a:lnTo>
                  <a:lnTo>
                    <a:pt x="210819" y="6350"/>
                  </a:lnTo>
                  <a:lnTo>
                    <a:pt x="0" y="6350"/>
                  </a:lnTo>
                  <a:close/>
                </a:path>
              </a:pathLst>
            </a:custGeom>
            <a:solidFill>
              <a:srgbClr val="473500"/>
            </a:solidFill>
          </p:spPr>
          <p:txBody>
            <a:bodyPr wrap="square" lIns="0" tIns="0" rIns="0" bIns="0" rtlCol="0"/>
            <a:lstStyle/>
            <a:p/>
          </p:txBody>
        </p:sp>
        <p:sp>
          <p:nvSpPr>
            <p:cNvPr id="1062" name="object 1062"/>
            <p:cNvSpPr/>
            <p:nvPr/>
          </p:nvSpPr>
          <p:spPr>
            <a:xfrm>
              <a:off x="5887719" y="2965450"/>
              <a:ext cx="210820" cy="7620"/>
            </a:xfrm>
            <a:custGeom>
              <a:avLst/>
              <a:gdLst/>
              <a:ahLst/>
              <a:cxnLst/>
              <a:rect l="l" t="t" r="r" b="b"/>
              <a:pathLst>
                <a:path w="210820" h="7619">
                  <a:moveTo>
                    <a:pt x="0" y="7620"/>
                  </a:moveTo>
                  <a:lnTo>
                    <a:pt x="0" y="0"/>
                  </a:lnTo>
                  <a:lnTo>
                    <a:pt x="210819" y="0"/>
                  </a:lnTo>
                  <a:lnTo>
                    <a:pt x="210819" y="7620"/>
                  </a:lnTo>
                  <a:lnTo>
                    <a:pt x="0" y="7620"/>
                  </a:lnTo>
                  <a:close/>
                </a:path>
              </a:pathLst>
            </a:custGeom>
            <a:solidFill>
              <a:srgbClr val="493600"/>
            </a:solidFill>
          </p:spPr>
          <p:txBody>
            <a:bodyPr wrap="square" lIns="0" tIns="0" rIns="0" bIns="0" rtlCol="0"/>
            <a:lstStyle/>
            <a:p/>
          </p:txBody>
        </p:sp>
        <p:sp>
          <p:nvSpPr>
            <p:cNvPr id="1063" name="object 1063"/>
            <p:cNvSpPr/>
            <p:nvPr/>
          </p:nvSpPr>
          <p:spPr>
            <a:xfrm>
              <a:off x="5887719" y="2973070"/>
              <a:ext cx="210820" cy="7620"/>
            </a:xfrm>
            <a:custGeom>
              <a:avLst/>
              <a:gdLst/>
              <a:ahLst/>
              <a:cxnLst/>
              <a:rect l="l" t="t" r="r" b="b"/>
              <a:pathLst>
                <a:path w="210820" h="7619">
                  <a:moveTo>
                    <a:pt x="0" y="7619"/>
                  </a:moveTo>
                  <a:lnTo>
                    <a:pt x="0" y="0"/>
                  </a:lnTo>
                  <a:lnTo>
                    <a:pt x="210819" y="0"/>
                  </a:lnTo>
                  <a:lnTo>
                    <a:pt x="210820" y="7619"/>
                  </a:lnTo>
                  <a:lnTo>
                    <a:pt x="0" y="7619"/>
                  </a:lnTo>
                  <a:close/>
                </a:path>
              </a:pathLst>
            </a:custGeom>
            <a:solidFill>
              <a:srgbClr val="4B3800"/>
            </a:solidFill>
          </p:spPr>
          <p:txBody>
            <a:bodyPr wrap="square" lIns="0" tIns="0" rIns="0" bIns="0" rtlCol="0"/>
            <a:lstStyle/>
            <a:p/>
          </p:txBody>
        </p:sp>
        <p:sp>
          <p:nvSpPr>
            <p:cNvPr id="1064" name="object 1064"/>
            <p:cNvSpPr/>
            <p:nvPr/>
          </p:nvSpPr>
          <p:spPr>
            <a:xfrm>
              <a:off x="5887719" y="298069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4D3900"/>
            </a:solidFill>
          </p:spPr>
          <p:txBody>
            <a:bodyPr wrap="square" lIns="0" tIns="0" rIns="0" bIns="0" rtlCol="0"/>
            <a:lstStyle/>
            <a:p/>
          </p:txBody>
        </p:sp>
        <p:sp>
          <p:nvSpPr>
            <p:cNvPr id="1065" name="object 1065"/>
            <p:cNvSpPr/>
            <p:nvPr/>
          </p:nvSpPr>
          <p:spPr>
            <a:xfrm>
              <a:off x="5887719" y="298704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4F3B00"/>
            </a:solidFill>
          </p:spPr>
          <p:txBody>
            <a:bodyPr wrap="square" lIns="0" tIns="0" rIns="0" bIns="0" rtlCol="0"/>
            <a:lstStyle/>
            <a:p/>
          </p:txBody>
        </p:sp>
        <p:sp>
          <p:nvSpPr>
            <p:cNvPr id="1066" name="object 1066"/>
            <p:cNvSpPr/>
            <p:nvPr/>
          </p:nvSpPr>
          <p:spPr>
            <a:xfrm>
              <a:off x="5887719" y="299466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513C00"/>
            </a:solidFill>
          </p:spPr>
          <p:txBody>
            <a:bodyPr wrap="square" lIns="0" tIns="0" rIns="0" bIns="0" rtlCol="0"/>
            <a:lstStyle/>
            <a:p/>
          </p:txBody>
        </p:sp>
        <p:sp>
          <p:nvSpPr>
            <p:cNvPr id="1067" name="object 1067"/>
            <p:cNvSpPr/>
            <p:nvPr/>
          </p:nvSpPr>
          <p:spPr>
            <a:xfrm>
              <a:off x="5887719" y="300228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533E00"/>
            </a:solidFill>
          </p:spPr>
          <p:txBody>
            <a:bodyPr wrap="square" lIns="0" tIns="0" rIns="0" bIns="0" rtlCol="0"/>
            <a:lstStyle/>
            <a:p/>
          </p:txBody>
        </p:sp>
        <p:sp>
          <p:nvSpPr>
            <p:cNvPr id="1068" name="object 1068"/>
            <p:cNvSpPr/>
            <p:nvPr/>
          </p:nvSpPr>
          <p:spPr>
            <a:xfrm>
              <a:off x="5887719" y="30086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553F00"/>
            </a:solidFill>
          </p:spPr>
          <p:txBody>
            <a:bodyPr wrap="square" lIns="0" tIns="0" rIns="0" bIns="0" rtlCol="0"/>
            <a:lstStyle/>
            <a:p/>
          </p:txBody>
        </p:sp>
        <p:sp>
          <p:nvSpPr>
            <p:cNvPr id="1069" name="object 1069"/>
            <p:cNvSpPr/>
            <p:nvPr/>
          </p:nvSpPr>
          <p:spPr>
            <a:xfrm>
              <a:off x="5887719" y="301625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574100"/>
            </a:solidFill>
          </p:spPr>
          <p:txBody>
            <a:bodyPr wrap="square" lIns="0" tIns="0" rIns="0" bIns="0" rtlCol="0"/>
            <a:lstStyle/>
            <a:p/>
          </p:txBody>
        </p:sp>
        <p:sp>
          <p:nvSpPr>
            <p:cNvPr id="1070" name="object 1070"/>
            <p:cNvSpPr/>
            <p:nvPr/>
          </p:nvSpPr>
          <p:spPr>
            <a:xfrm>
              <a:off x="5887719" y="302387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594200"/>
            </a:solidFill>
          </p:spPr>
          <p:txBody>
            <a:bodyPr wrap="square" lIns="0" tIns="0" rIns="0" bIns="0" rtlCol="0"/>
            <a:lstStyle/>
            <a:p/>
          </p:txBody>
        </p:sp>
        <p:sp>
          <p:nvSpPr>
            <p:cNvPr id="1071" name="object 1071"/>
            <p:cNvSpPr/>
            <p:nvPr/>
          </p:nvSpPr>
          <p:spPr>
            <a:xfrm>
              <a:off x="5887720" y="3030219"/>
              <a:ext cx="212090" cy="7620"/>
            </a:xfrm>
            <a:custGeom>
              <a:avLst/>
              <a:gdLst/>
              <a:ahLst/>
              <a:cxnLst/>
              <a:rect l="l" t="t" r="r" b="b"/>
              <a:pathLst>
                <a:path w="212089" h="7619">
                  <a:moveTo>
                    <a:pt x="212090" y="5080"/>
                  </a:moveTo>
                  <a:lnTo>
                    <a:pt x="210820" y="5080"/>
                  </a:lnTo>
                  <a:lnTo>
                    <a:pt x="210820" y="0"/>
                  </a:lnTo>
                  <a:lnTo>
                    <a:pt x="0" y="0"/>
                  </a:lnTo>
                  <a:lnTo>
                    <a:pt x="0" y="5080"/>
                  </a:lnTo>
                  <a:lnTo>
                    <a:pt x="0" y="7620"/>
                  </a:lnTo>
                  <a:lnTo>
                    <a:pt x="212090" y="7620"/>
                  </a:lnTo>
                  <a:lnTo>
                    <a:pt x="212090" y="5080"/>
                  </a:lnTo>
                  <a:close/>
                </a:path>
              </a:pathLst>
            </a:custGeom>
            <a:solidFill>
              <a:srgbClr val="5B4400"/>
            </a:solidFill>
          </p:spPr>
          <p:txBody>
            <a:bodyPr wrap="square" lIns="0" tIns="0" rIns="0" bIns="0" rtlCol="0"/>
            <a:lstStyle/>
            <a:p/>
          </p:txBody>
        </p:sp>
        <p:sp>
          <p:nvSpPr>
            <p:cNvPr id="1072" name="object 1072"/>
            <p:cNvSpPr/>
            <p:nvPr/>
          </p:nvSpPr>
          <p:spPr>
            <a:xfrm>
              <a:off x="5887719" y="303784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5D4500"/>
            </a:solidFill>
          </p:spPr>
          <p:txBody>
            <a:bodyPr wrap="square" lIns="0" tIns="0" rIns="0" bIns="0" rtlCol="0"/>
            <a:lstStyle/>
            <a:p/>
          </p:txBody>
        </p:sp>
        <p:sp>
          <p:nvSpPr>
            <p:cNvPr id="1073" name="object 1073"/>
            <p:cNvSpPr/>
            <p:nvPr/>
          </p:nvSpPr>
          <p:spPr>
            <a:xfrm>
              <a:off x="5887719" y="304546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5F4600"/>
            </a:solidFill>
          </p:spPr>
          <p:txBody>
            <a:bodyPr wrap="square" lIns="0" tIns="0" rIns="0" bIns="0" rtlCol="0"/>
            <a:lstStyle/>
            <a:p/>
          </p:txBody>
        </p:sp>
        <p:sp>
          <p:nvSpPr>
            <p:cNvPr id="1074" name="object 1074"/>
            <p:cNvSpPr/>
            <p:nvPr/>
          </p:nvSpPr>
          <p:spPr>
            <a:xfrm>
              <a:off x="5887719" y="305181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614800"/>
            </a:solidFill>
          </p:spPr>
          <p:txBody>
            <a:bodyPr wrap="square" lIns="0" tIns="0" rIns="0" bIns="0" rtlCol="0"/>
            <a:lstStyle/>
            <a:p/>
          </p:txBody>
        </p:sp>
        <p:sp>
          <p:nvSpPr>
            <p:cNvPr id="1075" name="object 1075"/>
            <p:cNvSpPr/>
            <p:nvPr/>
          </p:nvSpPr>
          <p:spPr>
            <a:xfrm>
              <a:off x="5887719" y="305943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634900"/>
            </a:solidFill>
          </p:spPr>
          <p:txBody>
            <a:bodyPr wrap="square" lIns="0" tIns="0" rIns="0" bIns="0" rtlCol="0"/>
            <a:lstStyle/>
            <a:p/>
          </p:txBody>
        </p:sp>
        <p:sp>
          <p:nvSpPr>
            <p:cNvPr id="1076" name="object 1076"/>
            <p:cNvSpPr/>
            <p:nvPr/>
          </p:nvSpPr>
          <p:spPr>
            <a:xfrm>
              <a:off x="5887719" y="306705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664B00"/>
            </a:solidFill>
          </p:spPr>
          <p:txBody>
            <a:bodyPr wrap="square" lIns="0" tIns="0" rIns="0" bIns="0" rtlCol="0"/>
            <a:lstStyle/>
            <a:p/>
          </p:txBody>
        </p:sp>
        <p:sp>
          <p:nvSpPr>
            <p:cNvPr id="1077" name="object 1077"/>
            <p:cNvSpPr/>
            <p:nvPr/>
          </p:nvSpPr>
          <p:spPr>
            <a:xfrm>
              <a:off x="5887719" y="307467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664C00"/>
            </a:solidFill>
          </p:spPr>
          <p:txBody>
            <a:bodyPr wrap="square" lIns="0" tIns="0" rIns="0" bIns="0" rtlCol="0"/>
            <a:lstStyle/>
            <a:p/>
          </p:txBody>
        </p:sp>
        <p:sp>
          <p:nvSpPr>
            <p:cNvPr id="1078" name="object 1078"/>
            <p:cNvSpPr/>
            <p:nvPr/>
          </p:nvSpPr>
          <p:spPr>
            <a:xfrm>
              <a:off x="5887719" y="308102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684E00"/>
            </a:solidFill>
          </p:spPr>
          <p:txBody>
            <a:bodyPr wrap="square" lIns="0" tIns="0" rIns="0" bIns="0" rtlCol="0"/>
            <a:lstStyle/>
            <a:p/>
          </p:txBody>
        </p:sp>
        <p:sp>
          <p:nvSpPr>
            <p:cNvPr id="1079" name="object 1079"/>
            <p:cNvSpPr/>
            <p:nvPr/>
          </p:nvSpPr>
          <p:spPr>
            <a:xfrm>
              <a:off x="5887720" y="3088639"/>
              <a:ext cx="212090" cy="7620"/>
            </a:xfrm>
            <a:custGeom>
              <a:avLst/>
              <a:gdLst/>
              <a:ahLst/>
              <a:cxnLst/>
              <a:rect l="l" t="t" r="r" b="b"/>
              <a:pathLst>
                <a:path w="212089" h="7619">
                  <a:moveTo>
                    <a:pt x="212090" y="0"/>
                  </a:moveTo>
                  <a:lnTo>
                    <a:pt x="0" y="0"/>
                  </a:lnTo>
                  <a:lnTo>
                    <a:pt x="0" y="3810"/>
                  </a:lnTo>
                  <a:lnTo>
                    <a:pt x="1270" y="3810"/>
                  </a:lnTo>
                  <a:lnTo>
                    <a:pt x="1270" y="7620"/>
                  </a:lnTo>
                  <a:lnTo>
                    <a:pt x="212090" y="7620"/>
                  </a:lnTo>
                  <a:lnTo>
                    <a:pt x="212090" y="3810"/>
                  </a:lnTo>
                  <a:lnTo>
                    <a:pt x="212090" y="0"/>
                  </a:lnTo>
                  <a:close/>
                </a:path>
              </a:pathLst>
            </a:custGeom>
            <a:solidFill>
              <a:srgbClr val="6A4F00"/>
            </a:solidFill>
          </p:spPr>
          <p:txBody>
            <a:bodyPr wrap="square" lIns="0" tIns="0" rIns="0" bIns="0" rtlCol="0"/>
            <a:lstStyle/>
            <a:p/>
          </p:txBody>
        </p:sp>
        <p:sp>
          <p:nvSpPr>
            <p:cNvPr id="1080" name="object 1080"/>
            <p:cNvSpPr/>
            <p:nvPr/>
          </p:nvSpPr>
          <p:spPr>
            <a:xfrm>
              <a:off x="5888989" y="309626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6C5100"/>
            </a:solidFill>
          </p:spPr>
          <p:txBody>
            <a:bodyPr wrap="square" lIns="0" tIns="0" rIns="0" bIns="0" rtlCol="0"/>
            <a:lstStyle/>
            <a:p/>
          </p:txBody>
        </p:sp>
        <p:sp>
          <p:nvSpPr>
            <p:cNvPr id="1081" name="object 1081"/>
            <p:cNvSpPr/>
            <p:nvPr/>
          </p:nvSpPr>
          <p:spPr>
            <a:xfrm>
              <a:off x="5888989" y="310261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6E5200"/>
            </a:solidFill>
          </p:spPr>
          <p:txBody>
            <a:bodyPr wrap="square" lIns="0" tIns="0" rIns="0" bIns="0" rtlCol="0"/>
            <a:lstStyle/>
            <a:p/>
          </p:txBody>
        </p:sp>
        <p:sp>
          <p:nvSpPr>
            <p:cNvPr id="1082" name="object 1082"/>
            <p:cNvSpPr/>
            <p:nvPr/>
          </p:nvSpPr>
          <p:spPr>
            <a:xfrm>
              <a:off x="5888989" y="311023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05400"/>
            </a:solidFill>
          </p:spPr>
          <p:txBody>
            <a:bodyPr wrap="square" lIns="0" tIns="0" rIns="0" bIns="0" rtlCol="0"/>
            <a:lstStyle/>
            <a:p/>
          </p:txBody>
        </p:sp>
        <p:sp>
          <p:nvSpPr>
            <p:cNvPr id="1083" name="object 1083"/>
            <p:cNvSpPr/>
            <p:nvPr/>
          </p:nvSpPr>
          <p:spPr>
            <a:xfrm>
              <a:off x="5888989" y="311785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725500"/>
            </a:solidFill>
          </p:spPr>
          <p:txBody>
            <a:bodyPr wrap="square" lIns="0" tIns="0" rIns="0" bIns="0" rtlCol="0"/>
            <a:lstStyle/>
            <a:p/>
          </p:txBody>
        </p:sp>
        <p:sp>
          <p:nvSpPr>
            <p:cNvPr id="1084" name="object 1084"/>
            <p:cNvSpPr/>
            <p:nvPr/>
          </p:nvSpPr>
          <p:spPr>
            <a:xfrm>
              <a:off x="5888989" y="3124200"/>
              <a:ext cx="210820" cy="7620"/>
            </a:xfrm>
            <a:custGeom>
              <a:avLst/>
              <a:gdLst/>
              <a:ahLst/>
              <a:cxnLst/>
              <a:rect l="l" t="t" r="r" b="b"/>
              <a:pathLst>
                <a:path w="210820" h="7619">
                  <a:moveTo>
                    <a:pt x="0" y="7620"/>
                  </a:moveTo>
                  <a:lnTo>
                    <a:pt x="0" y="0"/>
                  </a:lnTo>
                  <a:lnTo>
                    <a:pt x="210820" y="0"/>
                  </a:lnTo>
                  <a:lnTo>
                    <a:pt x="210820" y="7620"/>
                  </a:lnTo>
                  <a:lnTo>
                    <a:pt x="0" y="7620"/>
                  </a:lnTo>
                  <a:close/>
                </a:path>
              </a:pathLst>
            </a:custGeom>
            <a:solidFill>
              <a:srgbClr val="745700"/>
            </a:solidFill>
          </p:spPr>
          <p:txBody>
            <a:bodyPr wrap="square" lIns="0" tIns="0" rIns="0" bIns="0" rtlCol="0"/>
            <a:lstStyle/>
            <a:p/>
          </p:txBody>
        </p:sp>
        <p:sp>
          <p:nvSpPr>
            <p:cNvPr id="1085" name="object 1085"/>
            <p:cNvSpPr/>
            <p:nvPr/>
          </p:nvSpPr>
          <p:spPr>
            <a:xfrm>
              <a:off x="5888989" y="3131820"/>
              <a:ext cx="210820" cy="7620"/>
            </a:xfrm>
            <a:custGeom>
              <a:avLst/>
              <a:gdLst/>
              <a:ahLst/>
              <a:cxnLst/>
              <a:rect l="l" t="t" r="r" b="b"/>
              <a:pathLst>
                <a:path w="210820" h="7619">
                  <a:moveTo>
                    <a:pt x="0" y="7619"/>
                  </a:moveTo>
                  <a:lnTo>
                    <a:pt x="0" y="0"/>
                  </a:lnTo>
                  <a:lnTo>
                    <a:pt x="210820" y="0"/>
                  </a:lnTo>
                  <a:lnTo>
                    <a:pt x="210820" y="7619"/>
                  </a:lnTo>
                  <a:lnTo>
                    <a:pt x="0" y="7619"/>
                  </a:lnTo>
                  <a:close/>
                </a:path>
              </a:pathLst>
            </a:custGeom>
            <a:solidFill>
              <a:srgbClr val="765800"/>
            </a:solidFill>
          </p:spPr>
          <p:txBody>
            <a:bodyPr wrap="square" lIns="0" tIns="0" rIns="0" bIns="0" rtlCol="0"/>
            <a:lstStyle/>
            <a:p/>
          </p:txBody>
        </p:sp>
        <p:sp>
          <p:nvSpPr>
            <p:cNvPr id="1086" name="object 1086"/>
            <p:cNvSpPr/>
            <p:nvPr/>
          </p:nvSpPr>
          <p:spPr>
            <a:xfrm>
              <a:off x="5888989" y="313944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785A00"/>
            </a:solidFill>
          </p:spPr>
          <p:txBody>
            <a:bodyPr wrap="square" lIns="0" tIns="0" rIns="0" bIns="0" rtlCol="0"/>
            <a:lstStyle/>
            <a:p/>
          </p:txBody>
        </p:sp>
        <p:sp>
          <p:nvSpPr>
            <p:cNvPr id="1087" name="object 1087"/>
            <p:cNvSpPr/>
            <p:nvPr/>
          </p:nvSpPr>
          <p:spPr>
            <a:xfrm>
              <a:off x="5888989" y="3145790"/>
              <a:ext cx="210820" cy="7620"/>
            </a:xfrm>
            <a:custGeom>
              <a:avLst/>
              <a:gdLst/>
              <a:ahLst/>
              <a:cxnLst/>
              <a:rect l="l" t="t" r="r" b="b"/>
              <a:pathLst>
                <a:path w="210820" h="7619">
                  <a:moveTo>
                    <a:pt x="210820" y="0"/>
                  </a:moveTo>
                  <a:lnTo>
                    <a:pt x="0" y="0"/>
                  </a:lnTo>
                  <a:lnTo>
                    <a:pt x="0" y="7620"/>
                  </a:lnTo>
                  <a:lnTo>
                    <a:pt x="210820" y="7620"/>
                  </a:lnTo>
                  <a:lnTo>
                    <a:pt x="210820" y="0"/>
                  </a:lnTo>
                  <a:close/>
                </a:path>
              </a:pathLst>
            </a:custGeom>
            <a:solidFill>
              <a:srgbClr val="7A5B00"/>
            </a:solidFill>
          </p:spPr>
          <p:txBody>
            <a:bodyPr wrap="square" lIns="0" tIns="0" rIns="0" bIns="0" rtlCol="0"/>
            <a:lstStyle/>
            <a:p/>
          </p:txBody>
        </p:sp>
        <p:sp>
          <p:nvSpPr>
            <p:cNvPr id="1088" name="object 1088"/>
            <p:cNvSpPr/>
            <p:nvPr/>
          </p:nvSpPr>
          <p:spPr>
            <a:xfrm>
              <a:off x="5888989" y="315341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7C5D00"/>
            </a:solidFill>
          </p:spPr>
          <p:txBody>
            <a:bodyPr wrap="square" lIns="0" tIns="0" rIns="0" bIns="0" rtlCol="0"/>
            <a:lstStyle/>
            <a:p/>
          </p:txBody>
        </p:sp>
        <p:sp>
          <p:nvSpPr>
            <p:cNvPr id="1089" name="object 1089"/>
            <p:cNvSpPr/>
            <p:nvPr/>
          </p:nvSpPr>
          <p:spPr>
            <a:xfrm>
              <a:off x="5888989" y="316103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7E5E00"/>
            </a:solidFill>
          </p:spPr>
          <p:txBody>
            <a:bodyPr wrap="square" lIns="0" tIns="0" rIns="0" bIns="0" rtlCol="0"/>
            <a:lstStyle/>
            <a:p/>
          </p:txBody>
        </p:sp>
        <p:sp>
          <p:nvSpPr>
            <p:cNvPr id="1090" name="object 1090"/>
            <p:cNvSpPr/>
            <p:nvPr/>
          </p:nvSpPr>
          <p:spPr>
            <a:xfrm>
              <a:off x="5888989" y="316738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805F00"/>
            </a:solidFill>
          </p:spPr>
          <p:txBody>
            <a:bodyPr wrap="square" lIns="0" tIns="0" rIns="0" bIns="0" rtlCol="0"/>
            <a:lstStyle/>
            <a:p/>
          </p:txBody>
        </p:sp>
        <p:sp>
          <p:nvSpPr>
            <p:cNvPr id="1091" name="object 1091"/>
            <p:cNvSpPr/>
            <p:nvPr/>
          </p:nvSpPr>
          <p:spPr>
            <a:xfrm>
              <a:off x="5888989" y="317500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826100"/>
            </a:solidFill>
          </p:spPr>
          <p:txBody>
            <a:bodyPr wrap="square" lIns="0" tIns="0" rIns="0" bIns="0" rtlCol="0"/>
            <a:lstStyle/>
            <a:p/>
          </p:txBody>
        </p:sp>
        <p:sp>
          <p:nvSpPr>
            <p:cNvPr id="1092" name="object 1092"/>
            <p:cNvSpPr/>
            <p:nvPr/>
          </p:nvSpPr>
          <p:spPr>
            <a:xfrm>
              <a:off x="5888989" y="318262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846200"/>
            </a:solidFill>
          </p:spPr>
          <p:txBody>
            <a:bodyPr wrap="square" lIns="0" tIns="0" rIns="0" bIns="0" rtlCol="0"/>
            <a:lstStyle/>
            <a:p/>
          </p:txBody>
        </p:sp>
        <p:sp>
          <p:nvSpPr>
            <p:cNvPr id="1093" name="object 1093"/>
            <p:cNvSpPr/>
            <p:nvPr/>
          </p:nvSpPr>
          <p:spPr>
            <a:xfrm>
              <a:off x="5888989" y="3188970"/>
              <a:ext cx="212090" cy="7620"/>
            </a:xfrm>
            <a:custGeom>
              <a:avLst/>
              <a:gdLst/>
              <a:ahLst/>
              <a:cxnLst/>
              <a:rect l="l" t="t" r="r" b="b"/>
              <a:pathLst>
                <a:path w="212089" h="7619">
                  <a:moveTo>
                    <a:pt x="0" y="7619"/>
                  </a:moveTo>
                  <a:lnTo>
                    <a:pt x="0" y="0"/>
                  </a:lnTo>
                  <a:lnTo>
                    <a:pt x="212089" y="0"/>
                  </a:lnTo>
                  <a:lnTo>
                    <a:pt x="212089" y="7619"/>
                  </a:lnTo>
                  <a:lnTo>
                    <a:pt x="0" y="7619"/>
                  </a:lnTo>
                  <a:close/>
                </a:path>
              </a:pathLst>
            </a:custGeom>
            <a:solidFill>
              <a:srgbClr val="866400"/>
            </a:solidFill>
          </p:spPr>
          <p:txBody>
            <a:bodyPr wrap="square" lIns="0" tIns="0" rIns="0" bIns="0" rtlCol="0"/>
            <a:lstStyle/>
            <a:p/>
          </p:txBody>
        </p:sp>
        <p:sp>
          <p:nvSpPr>
            <p:cNvPr id="1094" name="object 1094"/>
            <p:cNvSpPr/>
            <p:nvPr/>
          </p:nvSpPr>
          <p:spPr>
            <a:xfrm>
              <a:off x="5888989" y="3196590"/>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886600"/>
            </a:solidFill>
          </p:spPr>
          <p:txBody>
            <a:bodyPr wrap="square" lIns="0" tIns="0" rIns="0" bIns="0" rtlCol="0"/>
            <a:lstStyle/>
            <a:p/>
          </p:txBody>
        </p:sp>
        <p:sp>
          <p:nvSpPr>
            <p:cNvPr id="1095" name="object 1095"/>
            <p:cNvSpPr/>
            <p:nvPr/>
          </p:nvSpPr>
          <p:spPr>
            <a:xfrm>
              <a:off x="5888989" y="3204210"/>
              <a:ext cx="212090" cy="7620"/>
            </a:xfrm>
            <a:custGeom>
              <a:avLst/>
              <a:gdLst/>
              <a:ahLst/>
              <a:cxnLst/>
              <a:rect l="l" t="t" r="r" b="b"/>
              <a:pathLst>
                <a:path w="212089" h="7619">
                  <a:moveTo>
                    <a:pt x="0" y="7619"/>
                  </a:moveTo>
                  <a:lnTo>
                    <a:pt x="0" y="0"/>
                  </a:lnTo>
                  <a:lnTo>
                    <a:pt x="212089" y="0"/>
                  </a:lnTo>
                  <a:lnTo>
                    <a:pt x="212090" y="7619"/>
                  </a:lnTo>
                  <a:lnTo>
                    <a:pt x="0" y="7619"/>
                  </a:lnTo>
                  <a:close/>
                </a:path>
              </a:pathLst>
            </a:custGeom>
            <a:solidFill>
              <a:srgbClr val="8A6700"/>
            </a:solidFill>
          </p:spPr>
          <p:txBody>
            <a:bodyPr wrap="square" lIns="0" tIns="0" rIns="0" bIns="0" rtlCol="0"/>
            <a:lstStyle/>
            <a:p/>
          </p:txBody>
        </p:sp>
        <p:sp>
          <p:nvSpPr>
            <p:cNvPr id="1096" name="object 1096"/>
            <p:cNvSpPr/>
            <p:nvPr/>
          </p:nvSpPr>
          <p:spPr>
            <a:xfrm>
              <a:off x="5888989" y="3211830"/>
              <a:ext cx="212090" cy="6350"/>
            </a:xfrm>
            <a:custGeom>
              <a:avLst/>
              <a:gdLst/>
              <a:ahLst/>
              <a:cxnLst/>
              <a:rect l="l" t="t" r="r" b="b"/>
              <a:pathLst>
                <a:path w="212089" h="6350">
                  <a:moveTo>
                    <a:pt x="0" y="6350"/>
                  </a:moveTo>
                  <a:lnTo>
                    <a:pt x="0" y="0"/>
                  </a:lnTo>
                  <a:lnTo>
                    <a:pt x="212089" y="0"/>
                  </a:lnTo>
                  <a:lnTo>
                    <a:pt x="212090" y="6350"/>
                  </a:lnTo>
                  <a:lnTo>
                    <a:pt x="0" y="6350"/>
                  </a:lnTo>
                  <a:close/>
                </a:path>
              </a:pathLst>
            </a:custGeom>
            <a:solidFill>
              <a:srgbClr val="8C6800"/>
            </a:solidFill>
          </p:spPr>
          <p:txBody>
            <a:bodyPr wrap="square" lIns="0" tIns="0" rIns="0" bIns="0" rtlCol="0"/>
            <a:lstStyle/>
            <a:p/>
          </p:txBody>
        </p:sp>
        <p:sp>
          <p:nvSpPr>
            <p:cNvPr id="1097" name="object 1097"/>
            <p:cNvSpPr/>
            <p:nvPr/>
          </p:nvSpPr>
          <p:spPr>
            <a:xfrm>
              <a:off x="5888989" y="3218180"/>
              <a:ext cx="212090" cy="7620"/>
            </a:xfrm>
            <a:custGeom>
              <a:avLst/>
              <a:gdLst/>
              <a:ahLst/>
              <a:cxnLst/>
              <a:rect l="l" t="t" r="r" b="b"/>
              <a:pathLst>
                <a:path w="212089" h="7619">
                  <a:moveTo>
                    <a:pt x="0" y="7620"/>
                  </a:moveTo>
                  <a:lnTo>
                    <a:pt x="0" y="0"/>
                  </a:lnTo>
                  <a:lnTo>
                    <a:pt x="212089" y="0"/>
                  </a:lnTo>
                  <a:lnTo>
                    <a:pt x="212090" y="7620"/>
                  </a:lnTo>
                  <a:lnTo>
                    <a:pt x="0" y="7620"/>
                  </a:lnTo>
                  <a:close/>
                </a:path>
              </a:pathLst>
            </a:custGeom>
            <a:solidFill>
              <a:srgbClr val="8E6A00"/>
            </a:solidFill>
          </p:spPr>
          <p:txBody>
            <a:bodyPr wrap="square" lIns="0" tIns="0" rIns="0" bIns="0" rtlCol="0"/>
            <a:lstStyle/>
            <a:p/>
          </p:txBody>
        </p:sp>
        <p:sp>
          <p:nvSpPr>
            <p:cNvPr id="1098" name="object 1098"/>
            <p:cNvSpPr/>
            <p:nvPr/>
          </p:nvSpPr>
          <p:spPr>
            <a:xfrm>
              <a:off x="5888989" y="3225800"/>
              <a:ext cx="212090" cy="7620"/>
            </a:xfrm>
            <a:custGeom>
              <a:avLst/>
              <a:gdLst/>
              <a:ahLst/>
              <a:cxnLst/>
              <a:rect l="l" t="t" r="r" b="b"/>
              <a:pathLst>
                <a:path w="212089" h="7619">
                  <a:moveTo>
                    <a:pt x="0" y="7620"/>
                  </a:moveTo>
                  <a:lnTo>
                    <a:pt x="0" y="0"/>
                  </a:lnTo>
                  <a:lnTo>
                    <a:pt x="212090" y="0"/>
                  </a:lnTo>
                  <a:lnTo>
                    <a:pt x="212090" y="7620"/>
                  </a:lnTo>
                  <a:lnTo>
                    <a:pt x="0" y="7620"/>
                  </a:lnTo>
                  <a:close/>
                </a:path>
              </a:pathLst>
            </a:custGeom>
            <a:solidFill>
              <a:srgbClr val="906B00"/>
            </a:solidFill>
          </p:spPr>
          <p:txBody>
            <a:bodyPr wrap="square" lIns="0" tIns="0" rIns="0" bIns="0" rtlCol="0"/>
            <a:lstStyle/>
            <a:p/>
          </p:txBody>
        </p:sp>
        <p:sp>
          <p:nvSpPr>
            <p:cNvPr id="1099" name="object 1099"/>
            <p:cNvSpPr/>
            <p:nvPr/>
          </p:nvSpPr>
          <p:spPr>
            <a:xfrm>
              <a:off x="5888989" y="3233420"/>
              <a:ext cx="212090" cy="6350"/>
            </a:xfrm>
            <a:custGeom>
              <a:avLst/>
              <a:gdLst/>
              <a:ahLst/>
              <a:cxnLst/>
              <a:rect l="l" t="t" r="r" b="b"/>
              <a:pathLst>
                <a:path w="212089" h="6350">
                  <a:moveTo>
                    <a:pt x="0" y="6350"/>
                  </a:moveTo>
                  <a:lnTo>
                    <a:pt x="0" y="0"/>
                  </a:lnTo>
                  <a:lnTo>
                    <a:pt x="212090" y="0"/>
                  </a:lnTo>
                  <a:lnTo>
                    <a:pt x="212090" y="6350"/>
                  </a:lnTo>
                  <a:lnTo>
                    <a:pt x="0" y="6350"/>
                  </a:lnTo>
                  <a:close/>
                </a:path>
              </a:pathLst>
            </a:custGeom>
            <a:solidFill>
              <a:srgbClr val="926D00"/>
            </a:solidFill>
          </p:spPr>
          <p:txBody>
            <a:bodyPr wrap="square" lIns="0" tIns="0" rIns="0" bIns="0" rtlCol="0"/>
            <a:lstStyle/>
            <a:p/>
          </p:txBody>
        </p:sp>
        <p:sp>
          <p:nvSpPr>
            <p:cNvPr id="1100" name="object 1100"/>
            <p:cNvSpPr/>
            <p:nvPr/>
          </p:nvSpPr>
          <p:spPr>
            <a:xfrm>
              <a:off x="5888990" y="3239769"/>
              <a:ext cx="212090" cy="7620"/>
            </a:xfrm>
            <a:custGeom>
              <a:avLst/>
              <a:gdLst/>
              <a:ahLst/>
              <a:cxnLst/>
              <a:rect l="l" t="t" r="r" b="b"/>
              <a:pathLst>
                <a:path w="212089" h="7619">
                  <a:moveTo>
                    <a:pt x="212090" y="0"/>
                  </a:moveTo>
                  <a:lnTo>
                    <a:pt x="0" y="0"/>
                  </a:lnTo>
                  <a:lnTo>
                    <a:pt x="0" y="1270"/>
                  </a:lnTo>
                  <a:lnTo>
                    <a:pt x="1270" y="1270"/>
                  </a:lnTo>
                  <a:lnTo>
                    <a:pt x="1270" y="7620"/>
                  </a:lnTo>
                  <a:lnTo>
                    <a:pt x="212090" y="7620"/>
                  </a:lnTo>
                  <a:lnTo>
                    <a:pt x="212090" y="1270"/>
                  </a:lnTo>
                  <a:lnTo>
                    <a:pt x="212090" y="0"/>
                  </a:lnTo>
                  <a:close/>
                </a:path>
              </a:pathLst>
            </a:custGeom>
            <a:solidFill>
              <a:srgbClr val="946E00"/>
            </a:solidFill>
          </p:spPr>
          <p:txBody>
            <a:bodyPr wrap="square" lIns="0" tIns="0" rIns="0" bIns="0" rtlCol="0"/>
            <a:lstStyle/>
            <a:p/>
          </p:txBody>
        </p:sp>
        <p:sp>
          <p:nvSpPr>
            <p:cNvPr id="1101" name="object 1101"/>
            <p:cNvSpPr/>
            <p:nvPr/>
          </p:nvSpPr>
          <p:spPr>
            <a:xfrm>
              <a:off x="5890259" y="3247390"/>
              <a:ext cx="210820" cy="7620"/>
            </a:xfrm>
            <a:custGeom>
              <a:avLst/>
              <a:gdLst/>
              <a:ahLst/>
              <a:cxnLst/>
              <a:rect l="l" t="t" r="r" b="b"/>
              <a:pathLst>
                <a:path w="210820" h="7620">
                  <a:moveTo>
                    <a:pt x="0" y="7620"/>
                  </a:moveTo>
                  <a:lnTo>
                    <a:pt x="0" y="0"/>
                  </a:lnTo>
                  <a:lnTo>
                    <a:pt x="210820" y="0"/>
                  </a:lnTo>
                  <a:lnTo>
                    <a:pt x="210820" y="7620"/>
                  </a:lnTo>
                  <a:lnTo>
                    <a:pt x="0" y="7620"/>
                  </a:lnTo>
                  <a:close/>
                </a:path>
              </a:pathLst>
            </a:custGeom>
            <a:solidFill>
              <a:srgbClr val="967000"/>
            </a:solidFill>
          </p:spPr>
          <p:txBody>
            <a:bodyPr wrap="square" lIns="0" tIns="0" rIns="0" bIns="0" rtlCol="0"/>
            <a:lstStyle/>
            <a:p/>
          </p:txBody>
        </p:sp>
        <p:sp>
          <p:nvSpPr>
            <p:cNvPr id="1102" name="object 1102"/>
            <p:cNvSpPr/>
            <p:nvPr/>
          </p:nvSpPr>
          <p:spPr>
            <a:xfrm>
              <a:off x="5890259" y="3255010"/>
              <a:ext cx="210820" cy="6350"/>
            </a:xfrm>
            <a:custGeom>
              <a:avLst/>
              <a:gdLst/>
              <a:ahLst/>
              <a:cxnLst/>
              <a:rect l="l" t="t" r="r" b="b"/>
              <a:pathLst>
                <a:path w="210820" h="6350">
                  <a:moveTo>
                    <a:pt x="0" y="6350"/>
                  </a:moveTo>
                  <a:lnTo>
                    <a:pt x="0" y="0"/>
                  </a:lnTo>
                  <a:lnTo>
                    <a:pt x="210820" y="0"/>
                  </a:lnTo>
                  <a:lnTo>
                    <a:pt x="210820" y="6350"/>
                  </a:lnTo>
                  <a:lnTo>
                    <a:pt x="0" y="6350"/>
                  </a:lnTo>
                  <a:close/>
                </a:path>
              </a:pathLst>
            </a:custGeom>
            <a:solidFill>
              <a:srgbClr val="987100"/>
            </a:solidFill>
          </p:spPr>
          <p:txBody>
            <a:bodyPr wrap="square" lIns="0" tIns="0" rIns="0" bIns="0" rtlCol="0"/>
            <a:lstStyle/>
            <a:p/>
          </p:txBody>
        </p:sp>
        <p:sp>
          <p:nvSpPr>
            <p:cNvPr id="1103" name="object 1103"/>
            <p:cNvSpPr/>
            <p:nvPr/>
          </p:nvSpPr>
          <p:spPr>
            <a:xfrm>
              <a:off x="5890259" y="3261360"/>
              <a:ext cx="210820" cy="7620"/>
            </a:xfrm>
            <a:custGeom>
              <a:avLst/>
              <a:gdLst/>
              <a:ahLst/>
              <a:cxnLst/>
              <a:rect l="l" t="t" r="r" b="b"/>
              <a:pathLst>
                <a:path w="210820" h="7620">
                  <a:moveTo>
                    <a:pt x="0" y="7619"/>
                  </a:moveTo>
                  <a:lnTo>
                    <a:pt x="0" y="0"/>
                  </a:lnTo>
                  <a:lnTo>
                    <a:pt x="210820" y="0"/>
                  </a:lnTo>
                  <a:lnTo>
                    <a:pt x="210820" y="7619"/>
                  </a:lnTo>
                  <a:lnTo>
                    <a:pt x="0" y="7619"/>
                  </a:lnTo>
                  <a:close/>
                </a:path>
              </a:pathLst>
            </a:custGeom>
            <a:solidFill>
              <a:srgbClr val="997300"/>
            </a:solidFill>
          </p:spPr>
          <p:txBody>
            <a:bodyPr wrap="square" lIns="0" tIns="0" rIns="0" bIns="0" rtlCol="0"/>
            <a:lstStyle/>
            <a:p/>
          </p:txBody>
        </p:sp>
        <p:sp>
          <p:nvSpPr>
            <p:cNvPr id="1104" name="object 1104"/>
            <p:cNvSpPr/>
            <p:nvPr/>
          </p:nvSpPr>
          <p:spPr>
            <a:xfrm>
              <a:off x="5890260" y="3268979"/>
              <a:ext cx="212090" cy="7620"/>
            </a:xfrm>
            <a:custGeom>
              <a:avLst/>
              <a:gdLst/>
              <a:ahLst/>
              <a:cxnLst/>
              <a:rect l="l" t="t" r="r" b="b"/>
              <a:pathLst>
                <a:path w="212089" h="7620">
                  <a:moveTo>
                    <a:pt x="212090" y="3810"/>
                  </a:moveTo>
                  <a:lnTo>
                    <a:pt x="210820" y="3810"/>
                  </a:lnTo>
                  <a:lnTo>
                    <a:pt x="210820" y="0"/>
                  </a:lnTo>
                  <a:lnTo>
                    <a:pt x="0" y="0"/>
                  </a:lnTo>
                  <a:lnTo>
                    <a:pt x="0" y="3810"/>
                  </a:lnTo>
                  <a:lnTo>
                    <a:pt x="0" y="7620"/>
                  </a:lnTo>
                  <a:lnTo>
                    <a:pt x="212090" y="7620"/>
                  </a:lnTo>
                  <a:lnTo>
                    <a:pt x="212090" y="3810"/>
                  </a:lnTo>
                  <a:close/>
                </a:path>
              </a:pathLst>
            </a:custGeom>
            <a:solidFill>
              <a:srgbClr val="9B7400"/>
            </a:solidFill>
          </p:spPr>
          <p:txBody>
            <a:bodyPr wrap="square" lIns="0" tIns="0" rIns="0" bIns="0" rtlCol="0"/>
            <a:lstStyle/>
            <a:p/>
          </p:txBody>
        </p:sp>
        <p:sp>
          <p:nvSpPr>
            <p:cNvPr id="1105" name="object 1105"/>
            <p:cNvSpPr/>
            <p:nvPr/>
          </p:nvSpPr>
          <p:spPr>
            <a:xfrm>
              <a:off x="5890259" y="327660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9D7600"/>
            </a:solidFill>
          </p:spPr>
          <p:txBody>
            <a:bodyPr wrap="square" lIns="0" tIns="0" rIns="0" bIns="0" rtlCol="0"/>
            <a:lstStyle/>
            <a:p/>
          </p:txBody>
        </p:sp>
        <p:sp>
          <p:nvSpPr>
            <p:cNvPr id="1106" name="object 1106"/>
            <p:cNvSpPr/>
            <p:nvPr/>
          </p:nvSpPr>
          <p:spPr>
            <a:xfrm>
              <a:off x="5890259" y="328295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9F7700"/>
            </a:solidFill>
          </p:spPr>
          <p:txBody>
            <a:bodyPr wrap="square" lIns="0" tIns="0" rIns="0" bIns="0" rtlCol="0"/>
            <a:lstStyle/>
            <a:p/>
          </p:txBody>
        </p:sp>
        <p:sp>
          <p:nvSpPr>
            <p:cNvPr id="1107" name="object 1107"/>
            <p:cNvSpPr/>
            <p:nvPr/>
          </p:nvSpPr>
          <p:spPr>
            <a:xfrm>
              <a:off x="5890259" y="329057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A17800"/>
            </a:solidFill>
          </p:spPr>
          <p:txBody>
            <a:bodyPr wrap="square" lIns="0" tIns="0" rIns="0" bIns="0" rtlCol="0"/>
            <a:lstStyle/>
            <a:p/>
          </p:txBody>
        </p:sp>
        <p:sp>
          <p:nvSpPr>
            <p:cNvPr id="1108" name="object 1108"/>
            <p:cNvSpPr/>
            <p:nvPr/>
          </p:nvSpPr>
          <p:spPr>
            <a:xfrm>
              <a:off x="5890259" y="329819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A37A00"/>
            </a:solidFill>
          </p:spPr>
          <p:txBody>
            <a:bodyPr wrap="square" lIns="0" tIns="0" rIns="0" bIns="0" rtlCol="0"/>
            <a:lstStyle/>
            <a:p/>
          </p:txBody>
        </p:sp>
        <p:sp>
          <p:nvSpPr>
            <p:cNvPr id="1109" name="object 1109"/>
            <p:cNvSpPr/>
            <p:nvPr/>
          </p:nvSpPr>
          <p:spPr>
            <a:xfrm>
              <a:off x="5890259" y="330454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A57B00"/>
            </a:solidFill>
          </p:spPr>
          <p:txBody>
            <a:bodyPr wrap="square" lIns="0" tIns="0" rIns="0" bIns="0" rtlCol="0"/>
            <a:lstStyle/>
            <a:p/>
          </p:txBody>
        </p:sp>
        <p:sp>
          <p:nvSpPr>
            <p:cNvPr id="1110" name="object 1110"/>
            <p:cNvSpPr/>
            <p:nvPr/>
          </p:nvSpPr>
          <p:spPr>
            <a:xfrm>
              <a:off x="5890259" y="331216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A77D00"/>
            </a:solidFill>
          </p:spPr>
          <p:txBody>
            <a:bodyPr wrap="square" lIns="0" tIns="0" rIns="0" bIns="0" rtlCol="0"/>
            <a:lstStyle/>
            <a:p/>
          </p:txBody>
        </p:sp>
        <p:sp>
          <p:nvSpPr>
            <p:cNvPr id="1111" name="object 1111"/>
            <p:cNvSpPr/>
            <p:nvPr/>
          </p:nvSpPr>
          <p:spPr>
            <a:xfrm>
              <a:off x="5890259" y="331978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A97E00"/>
            </a:solidFill>
          </p:spPr>
          <p:txBody>
            <a:bodyPr wrap="square" lIns="0" tIns="0" rIns="0" bIns="0" rtlCol="0"/>
            <a:lstStyle/>
            <a:p/>
          </p:txBody>
        </p:sp>
        <p:sp>
          <p:nvSpPr>
            <p:cNvPr id="1112" name="object 1112"/>
            <p:cNvSpPr/>
            <p:nvPr/>
          </p:nvSpPr>
          <p:spPr>
            <a:xfrm>
              <a:off x="5890259" y="332613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AB8000"/>
            </a:solidFill>
          </p:spPr>
          <p:txBody>
            <a:bodyPr wrap="square" lIns="0" tIns="0" rIns="0" bIns="0" rtlCol="0"/>
            <a:lstStyle/>
            <a:p/>
          </p:txBody>
        </p:sp>
        <p:sp>
          <p:nvSpPr>
            <p:cNvPr id="1113" name="object 1113"/>
            <p:cNvSpPr/>
            <p:nvPr/>
          </p:nvSpPr>
          <p:spPr>
            <a:xfrm>
              <a:off x="5890259" y="333375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AD8100"/>
            </a:solidFill>
          </p:spPr>
          <p:txBody>
            <a:bodyPr wrap="square" lIns="0" tIns="0" rIns="0" bIns="0" rtlCol="0"/>
            <a:lstStyle/>
            <a:p/>
          </p:txBody>
        </p:sp>
        <p:sp>
          <p:nvSpPr>
            <p:cNvPr id="1114" name="object 1114"/>
            <p:cNvSpPr/>
            <p:nvPr/>
          </p:nvSpPr>
          <p:spPr>
            <a:xfrm>
              <a:off x="5890259" y="334137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AF8300"/>
            </a:solidFill>
          </p:spPr>
          <p:txBody>
            <a:bodyPr wrap="square" lIns="0" tIns="0" rIns="0" bIns="0" rtlCol="0"/>
            <a:lstStyle/>
            <a:p/>
          </p:txBody>
        </p:sp>
        <p:sp>
          <p:nvSpPr>
            <p:cNvPr id="1115" name="object 1115"/>
            <p:cNvSpPr/>
            <p:nvPr/>
          </p:nvSpPr>
          <p:spPr>
            <a:xfrm>
              <a:off x="5890259" y="334772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B18400"/>
            </a:solidFill>
          </p:spPr>
          <p:txBody>
            <a:bodyPr wrap="square" lIns="0" tIns="0" rIns="0" bIns="0" rtlCol="0"/>
            <a:lstStyle/>
            <a:p/>
          </p:txBody>
        </p:sp>
        <p:sp>
          <p:nvSpPr>
            <p:cNvPr id="1116" name="object 1116"/>
            <p:cNvSpPr/>
            <p:nvPr/>
          </p:nvSpPr>
          <p:spPr>
            <a:xfrm>
              <a:off x="5890259" y="335534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B38600"/>
            </a:solidFill>
          </p:spPr>
          <p:txBody>
            <a:bodyPr wrap="square" lIns="0" tIns="0" rIns="0" bIns="0" rtlCol="0"/>
            <a:lstStyle/>
            <a:p/>
          </p:txBody>
        </p:sp>
        <p:sp>
          <p:nvSpPr>
            <p:cNvPr id="1117" name="object 1117"/>
            <p:cNvSpPr/>
            <p:nvPr/>
          </p:nvSpPr>
          <p:spPr>
            <a:xfrm>
              <a:off x="5890259" y="336296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B58700"/>
            </a:solidFill>
          </p:spPr>
          <p:txBody>
            <a:bodyPr wrap="square" lIns="0" tIns="0" rIns="0" bIns="0" rtlCol="0"/>
            <a:lstStyle/>
            <a:p/>
          </p:txBody>
        </p:sp>
        <p:sp>
          <p:nvSpPr>
            <p:cNvPr id="1118" name="object 1118"/>
            <p:cNvSpPr/>
            <p:nvPr/>
          </p:nvSpPr>
          <p:spPr>
            <a:xfrm>
              <a:off x="5890259" y="336931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B78900"/>
            </a:solidFill>
          </p:spPr>
          <p:txBody>
            <a:bodyPr wrap="square" lIns="0" tIns="0" rIns="0" bIns="0" rtlCol="0"/>
            <a:lstStyle/>
            <a:p/>
          </p:txBody>
        </p:sp>
        <p:sp>
          <p:nvSpPr>
            <p:cNvPr id="1119" name="object 1119"/>
            <p:cNvSpPr/>
            <p:nvPr/>
          </p:nvSpPr>
          <p:spPr>
            <a:xfrm>
              <a:off x="5890259" y="337693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B98A00"/>
            </a:solidFill>
          </p:spPr>
          <p:txBody>
            <a:bodyPr wrap="square" lIns="0" tIns="0" rIns="0" bIns="0" rtlCol="0"/>
            <a:lstStyle/>
            <a:p/>
          </p:txBody>
        </p:sp>
        <p:sp>
          <p:nvSpPr>
            <p:cNvPr id="1120" name="object 1120"/>
            <p:cNvSpPr/>
            <p:nvPr/>
          </p:nvSpPr>
          <p:spPr>
            <a:xfrm>
              <a:off x="5890260" y="3384549"/>
              <a:ext cx="212090" cy="7620"/>
            </a:xfrm>
            <a:custGeom>
              <a:avLst/>
              <a:gdLst/>
              <a:ahLst/>
              <a:cxnLst/>
              <a:rect l="l" t="t" r="r" b="b"/>
              <a:pathLst>
                <a:path w="212089" h="7620">
                  <a:moveTo>
                    <a:pt x="212090" y="0"/>
                  </a:moveTo>
                  <a:lnTo>
                    <a:pt x="0" y="0"/>
                  </a:lnTo>
                  <a:lnTo>
                    <a:pt x="0" y="3810"/>
                  </a:lnTo>
                  <a:lnTo>
                    <a:pt x="1270" y="3810"/>
                  </a:lnTo>
                  <a:lnTo>
                    <a:pt x="1270" y="7620"/>
                  </a:lnTo>
                  <a:lnTo>
                    <a:pt x="212090" y="7620"/>
                  </a:lnTo>
                  <a:lnTo>
                    <a:pt x="212090" y="3810"/>
                  </a:lnTo>
                  <a:lnTo>
                    <a:pt x="212090" y="0"/>
                  </a:lnTo>
                  <a:close/>
                </a:path>
              </a:pathLst>
            </a:custGeom>
            <a:solidFill>
              <a:srgbClr val="BB8C00"/>
            </a:solidFill>
          </p:spPr>
          <p:txBody>
            <a:bodyPr wrap="square" lIns="0" tIns="0" rIns="0" bIns="0" rtlCol="0"/>
            <a:lstStyle/>
            <a:p/>
          </p:txBody>
        </p:sp>
        <p:sp>
          <p:nvSpPr>
            <p:cNvPr id="1121" name="object 1121"/>
            <p:cNvSpPr/>
            <p:nvPr/>
          </p:nvSpPr>
          <p:spPr>
            <a:xfrm>
              <a:off x="5891529" y="339217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BD8D00"/>
            </a:solidFill>
          </p:spPr>
          <p:txBody>
            <a:bodyPr wrap="square" lIns="0" tIns="0" rIns="0" bIns="0" rtlCol="0"/>
            <a:lstStyle/>
            <a:p/>
          </p:txBody>
        </p:sp>
        <p:sp>
          <p:nvSpPr>
            <p:cNvPr id="1122" name="object 1122"/>
            <p:cNvSpPr/>
            <p:nvPr/>
          </p:nvSpPr>
          <p:spPr>
            <a:xfrm>
              <a:off x="5891529" y="339852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BF8E00"/>
            </a:solidFill>
          </p:spPr>
          <p:txBody>
            <a:bodyPr wrap="square" lIns="0" tIns="0" rIns="0" bIns="0" rtlCol="0"/>
            <a:lstStyle/>
            <a:p/>
          </p:txBody>
        </p:sp>
        <p:sp>
          <p:nvSpPr>
            <p:cNvPr id="1123" name="object 1123"/>
            <p:cNvSpPr/>
            <p:nvPr/>
          </p:nvSpPr>
          <p:spPr>
            <a:xfrm>
              <a:off x="5891529" y="340614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C19000"/>
            </a:solidFill>
          </p:spPr>
          <p:txBody>
            <a:bodyPr wrap="square" lIns="0" tIns="0" rIns="0" bIns="0" rtlCol="0"/>
            <a:lstStyle/>
            <a:p/>
          </p:txBody>
        </p:sp>
        <p:sp>
          <p:nvSpPr>
            <p:cNvPr id="1124" name="object 1124"/>
            <p:cNvSpPr/>
            <p:nvPr/>
          </p:nvSpPr>
          <p:spPr>
            <a:xfrm>
              <a:off x="5891529" y="341376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C39100"/>
            </a:solidFill>
          </p:spPr>
          <p:txBody>
            <a:bodyPr wrap="square" lIns="0" tIns="0" rIns="0" bIns="0" rtlCol="0"/>
            <a:lstStyle/>
            <a:p/>
          </p:txBody>
        </p:sp>
        <p:sp>
          <p:nvSpPr>
            <p:cNvPr id="1125" name="object 1125"/>
            <p:cNvSpPr/>
            <p:nvPr/>
          </p:nvSpPr>
          <p:spPr>
            <a:xfrm>
              <a:off x="5891529" y="342011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C59300"/>
            </a:solidFill>
          </p:spPr>
          <p:txBody>
            <a:bodyPr wrap="square" lIns="0" tIns="0" rIns="0" bIns="0" rtlCol="0"/>
            <a:lstStyle/>
            <a:p/>
          </p:txBody>
        </p:sp>
        <p:sp>
          <p:nvSpPr>
            <p:cNvPr id="1126" name="object 1126"/>
            <p:cNvSpPr/>
            <p:nvPr/>
          </p:nvSpPr>
          <p:spPr>
            <a:xfrm>
              <a:off x="5891529" y="342773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C79400"/>
            </a:solidFill>
          </p:spPr>
          <p:txBody>
            <a:bodyPr wrap="square" lIns="0" tIns="0" rIns="0" bIns="0" rtlCol="0"/>
            <a:lstStyle/>
            <a:p/>
          </p:txBody>
        </p:sp>
        <p:sp>
          <p:nvSpPr>
            <p:cNvPr id="1127" name="object 1127"/>
            <p:cNvSpPr/>
            <p:nvPr/>
          </p:nvSpPr>
          <p:spPr>
            <a:xfrm>
              <a:off x="5891529" y="343535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C99600"/>
            </a:solidFill>
          </p:spPr>
          <p:txBody>
            <a:bodyPr wrap="square" lIns="0" tIns="0" rIns="0" bIns="0" rtlCol="0"/>
            <a:lstStyle/>
            <a:p/>
          </p:txBody>
        </p:sp>
        <p:sp>
          <p:nvSpPr>
            <p:cNvPr id="1128" name="object 1128"/>
            <p:cNvSpPr/>
            <p:nvPr/>
          </p:nvSpPr>
          <p:spPr>
            <a:xfrm>
              <a:off x="5891529" y="3441700"/>
              <a:ext cx="212090" cy="7620"/>
            </a:xfrm>
            <a:custGeom>
              <a:avLst/>
              <a:gdLst/>
              <a:ahLst/>
              <a:cxnLst/>
              <a:rect l="l" t="t" r="r" b="b"/>
              <a:pathLst>
                <a:path w="212089" h="7620">
                  <a:moveTo>
                    <a:pt x="0" y="7620"/>
                  </a:moveTo>
                  <a:lnTo>
                    <a:pt x="0" y="0"/>
                  </a:lnTo>
                  <a:lnTo>
                    <a:pt x="212089" y="0"/>
                  </a:lnTo>
                  <a:lnTo>
                    <a:pt x="212089" y="7620"/>
                  </a:lnTo>
                  <a:lnTo>
                    <a:pt x="0" y="7620"/>
                  </a:lnTo>
                  <a:close/>
                </a:path>
              </a:pathLst>
            </a:custGeom>
            <a:solidFill>
              <a:srgbClr val="CC9700"/>
            </a:solidFill>
          </p:spPr>
          <p:txBody>
            <a:bodyPr wrap="square" lIns="0" tIns="0" rIns="0" bIns="0" rtlCol="0"/>
            <a:lstStyle/>
            <a:p/>
          </p:txBody>
        </p:sp>
        <p:sp>
          <p:nvSpPr>
            <p:cNvPr id="1129" name="object 1129"/>
            <p:cNvSpPr/>
            <p:nvPr/>
          </p:nvSpPr>
          <p:spPr>
            <a:xfrm>
              <a:off x="5891529" y="3449320"/>
              <a:ext cx="212090" cy="7620"/>
            </a:xfrm>
            <a:custGeom>
              <a:avLst/>
              <a:gdLst/>
              <a:ahLst/>
              <a:cxnLst/>
              <a:rect l="l" t="t" r="r" b="b"/>
              <a:pathLst>
                <a:path w="212089" h="7620">
                  <a:moveTo>
                    <a:pt x="0" y="7619"/>
                  </a:moveTo>
                  <a:lnTo>
                    <a:pt x="0" y="0"/>
                  </a:lnTo>
                  <a:lnTo>
                    <a:pt x="212089" y="0"/>
                  </a:lnTo>
                  <a:lnTo>
                    <a:pt x="212089" y="7619"/>
                  </a:lnTo>
                  <a:lnTo>
                    <a:pt x="0" y="7619"/>
                  </a:lnTo>
                  <a:close/>
                </a:path>
              </a:pathLst>
            </a:custGeom>
            <a:solidFill>
              <a:srgbClr val="CC9900"/>
            </a:solidFill>
          </p:spPr>
          <p:txBody>
            <a:bodyPr wrap="square" lIns="0" tIns="0" rIns="0" bIns="0" rtlCol="0"/>
            <a:lstStyle/>
            <a:p/>
          </p:txBody>
        </p:sp>
        <p:sp>
          <p:nvSpPr>
            <p:cNvPr id="1130" name="object 1130"/>
            <p:cNvSpPr/>
            <p:nvPr/>
          </p:nvSpPr>
          <p:spPr>
            <a:xfrm>
              <a:off x="5891529" y="3456940"/>
              <a:ext cx="212090" cy="6350"/>
            </a:xfrm>
            <a:custGeom>
              <a:avLst/>
              <a:gdLst/>
              <a:ahLst/>
              <a:cxnLst/>
              <a:rect l="l" t="t" r="r" b="b"/>
              <a:pathLst>
                <a:path w="212089" h="6350">
                  <a:moveTo>
                    <a:pt x="0" y="6350"/>
                  </a:moveTo>
                  <a:lnTo>
                    <a:pt x="0" y="0"/>
                  </a:lnTo>
                  <a:lnTo>
                    <a:pt x="212089" y="0"/>
                  </a:lnTo>
                  <a:lnTo>
                    <a:pt x="212089" y="6350"/>
                  </a:lnTo>
                  <a:lnTo>
                    <a:pt x="0" y="6350"/>
                  </a:lnTo>
                  <a:close/>
                </a:path>
              </a:pathLst>
            </a:custGeom>
            <a:solidFill>
              <a:srgbClr val="CE9A00"/>
            </a:solidFill>
          </p:spPr>
          <p:txBody>
            <a:bodyPr wrap="square" lIns="0" tIns="0" rIns="0" bIns="0" rtlCol="0"/>
            <a:lstStyle/>
            <a:p/>
          </p:txBody>
        </p:sp>
        <p:sp>
          <p:nvSpPr>
            <p:cNvPr id="1131" name="object 1131"/>
            <p:cNvSpPr/>
            <p:nvPr/>
          </p:nvSpPr>
          <p:spPr>
            <a:xfrm>
              <a:off x="5891530" y="3463289"/>
              <a:ext cx="213360" cy="7620"/>
            </a:xfrm>
            <a:custGeom>
              <a:avLst/>
              <a:gdLst/>
              <a:ahLst/>
              <a:cxnLst/>
              <a:rect l="l" t="t" r="r" b="b"/>
              <a:pathLst>
                <a:path w="213360" h="7620">
                  <a:moveTo>
                    <a:pt x="213360" y="3810"/>
                  </a:moveTo>
                  <a:lnTo>
                    <a:pt x="212077" y="3810"/>
                  </a:lnTo>
                  <a:lnTo>
                    <a:pt x="212077" y="0"/>
                  </a:lnTo>
                  <a:lnTo>
                    <a:pt x="0" y="0"/>
                  </a:lnTo>
                  <a:lnTo>
                    <a:pt x="0" y="3810"/>
                  </a:lnTo>
                  <a:lnTo>
                    <a:pt x="0" y="7620"/>
                  </a:lnTo>
                  <a:lnTo>
                    <a:pt x="213360" y="7620"/>
                  </a:lnTo>
                  <a:lnTo>
                    <a:pt x="213360" y="3810"/>
                  </a:lnTo>
                  <a:close/>
                </a:path>
              </a:pathLst>
            </a:custGeom>
            <a:solidFill>
              <a:srgbClr val="D09C00"/>
            </a:solidFill>
          </p:spPr>
          <p:txBody>
            <a:bodyPr wrap="square" lIns="0" tIns="0" rIns="0" bIns="0" rtlCol="0"/>
            <a:lstStyle/>
            <a:p/>
          </p:txBody>
        </p:sp>
        <p:sp>
          <p:nvSpPr>
            <p:cNvPr id="1132" name="object 1132"/>
            <p:cNvSpPr/>
            <p:nvPr/>
          </p:nvSpPr>
          <p:spPr>
            <a:xfrm>
              <a:off x="5891529" y="3470910"/>
              <a:ext cx="213360" cy="7620"/>
            </a:xfrm>
            <a:custGeom>
              <a:avLst/>
              <a:gdLst/>
              <a:ahLst/>
              <a:cxnLst/>
              <a:rect l="l" t="t" r="r" b="b"/>
              <a:pathLst>
                <a:path w="213360" h="7620">
                  <a:moveTo>
                    <a:pt x="0" y="7619"/>
                  </a:moveTo>
                  <a:lnTo>
                    <a:pt x="0" y="0"/>
                  </a:lnTo>
                  <a:lnTo>
                    <a:pt x="213360" y="0"/>
                  </a:lnTo>
                  <a:lnTo>
                    <a:pt x="213360" y="7619"/>
                  </a:lnTo>
                  <a:lnTo>
                    <a:pt x="0" y="7619"/>
                  </a:lnTo>
                  <a:close/>
                </a:path>
              </a:pathLst>
            </a:custGeom>
            <a:solidFill>
              <a:srgbClr val="D29D00"/>
            </a:solidFill>
          </p:spPr>
          <p:txBody>
            <a:bodyPr wrap="square" lIns="0" tIns="0" rIns="0" bIns="0" rtlCol="0"/>
            <a:lstStyle/>
            <a:p/>
          </p:txBody>
        </p:sp>
        <p:sp>
          <p:nvSpPr>
            <p:cNvPr id="1133" name="object 1133"/>
            <p:cNvSpPr/>
            <p:nvPr/>
          </p:nvSpPr>
          <p:spPr>
            <a:xfrm>
              <a:off x="5891529" y="3478530"/>
              <a:ext cx="213360" cy="6350"/>
            </a:xfrm>
            <a:custGeom>
              <a:avLst/>
              <a:gdLst/>
              <a:ahLst/>
              <a:cxnLst/>
              <a:rect l="l" t="t" r="r" b="b"/>
              <a:pathLst>
                <a:path w="213360" h="6350">
                  <a:moveTo>
                    <a:pt x="0" y="6350"/>
                  </a:moveTo>
                  <a:lnTo>
                    <a:pt x="0" y="0"/>
                  </a:lnTo>
                  <a:lnTo>
                    <a:pt x="213360" y="0"/>
                  </a:lnTo>
                  <a:lnTo>
                    <a:pt x="213360" y="6350"/>
                  </a:lnTo>
                  <a:lnTo>
                    <a:pt x="0" y="6350"/>
                  </a:lnTo>
                  <a:close/>
                </a:path>
              </a:pathLst>
            </a:custGeom>
            <a:solidFill>
              <a:srgbClr val="D49F00"/>
            </a:solidFill>
          </p:spPr>
          <p:txBody>
            <a:bodyPr wrap="square" lIns="0" tIns="0" rIns="0" bIns="0" rtlCol="0"/>
            <a:lstStyle/>
            <a:p/>
          </p:txBody>
        </p:sp>
        <p:sp>
          <p:nvSpPr>
            <p:cNvPr id="1134" name="object 1134"/>
            <p:cNvSpPr/>
            <p:nvPr/>
          </p:nvSpPr>
          <p:spPr>
            <a:xfrm>
              <a:off x="5891529" y="3484880"/>
              <a:ext cx="213360" cy="7620"/>
            </a:xfrm>
            <a:custGeom>
              <a:avLst/>
              <a:gdLst/>
              <a:ahLst/>
              <a:cxnLst/>
              <a:rect l="l" t="t" r="r" b="b"/>
              <a:pathLst>
                <a:path w="213360" h="7620">
                  <a:moveTo>
                    <a:pt x="0" y="7620"/>
                  </a:moveTo>
                  <a:lnTo>
                    <a:pt x="0" y="0"/>
                  </a:lnTo>
                  <a:lnTo>
                    <a:pt x="213360" y="0"/>
                  </a:lnTo>
                  <a:lnTo>
                    <a:pt x="213360" y="7620"/>
                  </a:lnTo>
                  <a:lnTo>
                    <a:pt x="0" y="7620"/>
                  </a:lnTo>
                  <a:close/>
                </a:path>
              </a:pathLst>
            </a:custGeom>
            <a:solidFill>
              <a:srgbClr val="D6A000"/>
            </a:solidFill>
          </p:spPr>
          <p:txBody>
            <a:bodyPr wrap="square" lIns="0" tIns="0" rIns="0" bIns="0" rtlCol="0"/>
            <a:lstStyle/>
            <a:p/>
          </p:txBody>
        </p:sp>
        <p:sp>
          <p:nvSpPr>
            <p:cNvPr id="1135" name="object 1135"/>
            <p:cNvSpPr/>
            <p:nvPr/>
          </p:nvSpPr>
          <p:spPr>
            <a:xfrm>
              <a:off x="5891530" y="3492499"/>
              <a:ext cx="214629" cy="7620"/>
            </a:xfrm>
            <a:custGeom>
              <a:avLst/>
              <a:gdLst/>
              <a:ahLst/>
              <a:cxnLst/>
              <a:rect l="l" t="t" r="r" b="b"/>
              <a:pathLst>
                <a:path w="214629" h="7620">
                  <a:moveTo>
                    <a:pt x="213360" y="0"/>
                  </a:moveTo>
                  <a:lnTo>
                    <a:pt x="0" y="0"/>
                  </a:lnTo>
                  <a:lnTo>
                    <a:pt x="0" y="2540"/>
                  </a:lnTo>
                  <a:lnTo>
                    <a:pt x="213360" y="2540"/>
                  </a:lnTo>
                  <a:lnTo>
                    <a:pt x="213360" y="0"/>
                  </a:lnTo>
                  <a:close/>
                </a:path>
                <a:path w="214629" h="7620">
                  <a:moveTo>
                    <a:pt x="214617" y="2552"/>
                  </a:moveTo>
                  <a:lnTo>
                    <a:pt x="0" y="2552"/>
                  </a:lnTo>
                  <a:lnTo>
                    <a:pt x="0" y="7620"/>
                  </a:lnTo>
                  <a:lnTo>
                    <a:pt x="214617" y="7620"/>
                  </a:lnTo>
                  <a:lnTo>
                    <a:pt x="214617" y="2552"/>
                  </a:lnTo>
                  <a:close/>
                </a:path>
              </a:pathLst>
            </a:custGeom>
            <a:solidFill>
              <a:srgbClr val="D8A200"/>
            </a:solidFill>
          </p:spPr>
          <p:txBody>
            <a:bodyPr wrap="square" lIns="0" tIns="0" rIns="0" bIns="0" rtlCol="0"/>
            <a:lstStyle/>
            <a:p/>
          </p:txBody>
        </p:sp>
        <p:sp>
          <p:nvSpPr>
            <p:cNvPr id="1136" name="object 1136"/>
            <p:cNvSpPr/>
            <p:nvPr/>
          </p:nvSpPr>
          <p:spPr>
            <a:xfrm>
              <a:off x="5891529" y="3500120"/>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DAA300"/>
            </a:solidFill>
          </p:spPr>
          <p:txBody>
            <a:bodyPr wrap="square" lIns="0" tIns="0" rIns="0" bIns="0" rtlCol="0"/>
            <a:lstStyle/>
            <a:p/>
          </p:txBody>
        </p:sp>
        <p:sp>
          <p:nvSpPr>
            <p:cNvPr id="1137" name="object 1137"/>
            <p:cNvSpPr/>
            <p:nvPr/>
          </p:nvSpPr>
          <p:spPr>
            <a:xfrm>
              <a:off x="5891530" y="3506469"/>
              <a:ext cx="215900" cy="7620"/>
            </a:xfrm>
            <a:custGeom>
              <a:avLst/>
              <a:gdLst/>
              <a:ahLst/>
              <a:cxnLst/>
              <a:rect l="l" t="t" r="r" b="b"/>
              <a:pathLst>
                <a:path w="215900" h="7620">
                  <a:moveTo>
                    <a:pt x="215900" y="6350"/>
                  </a:moveTo>
                  <a:lnTo>
                    <a:pt x="214617" y="6350"/>
                  </a:lnTo>
                  <a:lnTo>
                    <a:pt x="214617" y="0"/>
                  </a:lnTo>
                  <a:lnTo>
                    <a:pt x="0" y="0"/>
                  </a:lnTo>
                  <a:lnTo>
                    <a:pt x="0" y="6350"/>
                  </a:lnTo>
                  <a:lnTo>
                    <a:pt x="0" y="7620"/>
                  </a:lnTo>
                  <a:lnTo>
                    <a:pt x="215900" y="7620"/>
                  </a:lnTo>
                  <a:lnTo>
                    <a:pt x="215900" y="6350"/>
                  </a:lnTo>
                  <a:close/>
                </a:path>
              </a:pathLst>
            </a:custGeom>
            <a:solidFill>
              <a:srgbClr val="DCA500"/>
            </a:solidFill>
          </p:spPr>
          <p:txBody>
            <a:bodyPr wrap="square" lIns="0" tIns="0" rIns="0" bIns="0" rtlCol="0"/>
            <a:lstStyle/>
            <a:p/>
          </p:txBody>
        </p:sp>
        <p:sp>
          <p:nvSpPr>
            <p:cNvPr id="1138" name="object 1138"/>
            <p:cNvSpPr/>
            <p:nvPr/>
          </p:nvSpPr>
          <p:spPr>
            <a:xfrm>
              <a:off x="5891529" y="3514090"/>
              <a:ext cx="215900" cy="7620"/>
            </a:xfrm>
            <a:custGeom>
              <a:avLst/>
              <a:gdLst/>
              <a:ahLst/>
              <a:cxnLst/>
              <a:rect l="l" t="t" r="r" b="b"/>
              <a:pathLst>
                <a:path w="215900" h="7620">
                  <a:moveTo>
                    <a:pt x="215900" y="0"/>
                  </a:moveTo>
                  <a:lnTo>
                    <a:pt x="0" y="0"/>
                  </a:lnTo>
                  <a:lnTo>
                    <a:pt x="0" y="7620"/>
                  </a:lnTo>
                  <a:lnTo>
                    <a:pt x="215900" y="7620"/>
                  </a:lnTo>
                  <a:lnTo>
                    <a:pt x="215900" y="0"/>
                  </a:lnTo>
                  <a:close/>
                </a:path>
              </a:pathLst>
            </a:custGeom>
            <a:solidFill>
              <a:srgbClr val="DEA600"/>
            </a:solidFill>
          </p:spPr>
          <p:txBody>
            <a:bodyPr wrap="square" lIns="0" tIns="0" rIns="0" bIns="0" rtlCol="0"/>
            <a:lstStyle/>
            <a:p/>
          </p:txBody>
        </p:sp>
        <p:sp>
          <p:nvSpPr>
            <p:cNvPr id="1139" name="object 1139"/>
            <p:cNvSpPr/>
            <p:nvPr/>
          </p:nvSpPr>
          <p:spPr>
            <a:xfrm>
              <a:off x="5890260" y="3521709"/>
              <a:ext cx="218440" cy="6350"/>
            </a:xfrm>
            <a:custGeom>
              <a:avLst/>
              <a:gdLst/>
              <a:ahLst/>
              <a:cxnLst/>
              <a:rect l="l" t="t" r="r" b="b"/>
              <a:pathLst>
                <a:path w="218439" h="6350">
                  <a:moveTo>
                    <a:pt x="218440" y="0"/>
                  </a:moveTo>
                  <a:lnTo>
                    <a:pt x="1270" y="0"/>
                  </a:lnTo>
                  <a:lnTo>
                    <a:pt x="1270" y="1270"/>
                  </a:lnTo>
                  <a:lnTo>
                    <a:pt x="0" y="1270"/>
                  </a:lnTo>
                  <a:lnTo>
                    <a:pt x="0" y="6350"/>
                  </a:lnTo>
                  <a:lnTo>
                    <a:pt x="218440" y="6350"/>
                  </a:lnTo>
                  <a:lnTo>
                    <a:pt x="218440" y="1270"/>
                  </a:lnTo>
                  <a:lnTo>
                    <a:pt x="218440" y="0"/>
                  </a:lnTo>
                  <a:close/>
                </a:path>
              </a:pathLst>
            </a:custGeom>
            <a:solidFill>
              <a:srgbClr val="E0A700"/>
            </a:solidFill>
          </p:spPr>
          <p:txBody>
            <a:bodyPr wrap="square" lIns="0" tIns="0" rIns="0" bIns="0" rtlCol="0"/>
            <a:lstStyle/>
            <a:p/>
          </p:txBody>
        </p:sp>
        <p:sp>
          <p:nvSpPr>
            <p:cNvPr id="1140" name="object 1140"/>
            <p:cNvSpPr/>
            <p:nvPr/>
          </p:nvSpPr>
          <p:spPr>
            <a:xfrm>
              <a:off x="5888990" y="3528059"/>
              <a:ext cx="222250" cy="7620"/>
            </a:xfrm>
            <a:custGeom>
              <a:avLst/>
              <a:gdLst/>
              <a:ahLst/>
              <a:cxnLst/>
              <a:rect l="l" t="t" r="r" b="b"/>
              <a:pathLst>
                <a:path w="222250" h="7620">
                  <a:moveTo>
                    <a:pt x="222250" y="5080"/>
                  </a:moveTo>
                  <a:lnTo>
                    <a:pt x="220967" y="5080"/>
                  </a:lnTo>
                  <a:lnTo>
                    <a:pt x="220967" y="3810"/>
                  </a:lnTo>
                  <a:lnTo>
                    <a:pt x="220980" y="1270"/>
                  </a:lnTo>
                  <a:lnTo>
                    <a:pt x="219710" y="1270"/>
                  </a:lnTo>
                  <a:lnTo>
                    <a:pt x="219710" y="0"/>
                  </a:lnTo>
                  <a:lnTo>
                    <a:pt x="1270" y="0"/>
                  </a:lnTo>
                  <a:lnTo>
                    <a:pt x="1270" y="1270"/>
                  </a:lnTo>
                  <a:lnTo>
                    <a:pt x="1270" y="3810"/>
                  </a:lnTo>
                  <a:lnTo>
                    <a:pt x="0" y="3810"/>
                  </a:lnTo>
                  <a:lnTo>
                    <a:pt x="0" y="5080"/>
                  </a:lnTo>
                  <a:lnTo>
                    <a:pt x="0" y="7620"/>
                  </a:lnTo>
                  <a:lnTo>
                    <a:pt x="222250" y="7620"/>
                  </a:lnTo>
                  <a:lnTo>
                    <a:pt x="222250" y="5080"/>
                  </a:lnTo>
                  <a:close/>
                </a:path>
              </a:pathLst>
            </a:custGeom>
            <a:solidFill>
              <a:srgbClr val="E2A900"/>
            </a:solidFill>
          </p:spPr>
          <p:txBody>
            <a:bodyPr wrap="square" lIns="0" tIns="0" rIns="0" bIns="0" rtlCol="0"/>
            <a:lstStyle/>
            <a:p/>
          </p:txBody>
        </p:sp>
        <p:sp>
          <p:nvSpPr>
            <p:cNvPr id="1141" name="object 1141"/>
            <p:cNvSpPr/>
            <p:nvPr/>
          </p:nvSpPr>
          <p:spPr>
            <a:xfrm>
              <a:off x="5887720" y="3535679"/>
              <a:ext cx="226060" cy="7620"/>
            </a:xfrm>
            <a:custGeom>
              <a:avLst/>
              <a:gdLst/>
              <a:ahLst/>
              <a:cxnLst/>
              <a:rect l="l" t="t" r="r" b="b"/>
              <a:pathLst>
                <a:path w="226060" h="7620">
                  <a:moveTo>
                    <a:pt x="226060" y="5080"/>
                  </a:moveTo>
                  <a:lnTo>
                    <a:pt x="224790" y="5080"/>
                  </a:lnTo>
                  <a:lnTo>
                    <a:pt x="224790" y="2540"/>
                  </a:lnTo>
                  <a:lnTo>
                    <a:pt x="224790" y="0"/>
                  </a:lnTo>
                  <a:lnTo>
                    <a:pt x="1270" y="0"/>
                  </a:lnTo>
                  <a:lnTo>
                    <a:pt x="1270" y="2540"/>
                  </a:lnTo>
                  <a:lnTo>
                    <a:pt x="0" y="2540"/>
                  </a:lnTo>
                  <a:lnTo>
                    <a:pt x="0" y="5080"/>
                  </a:lnTo>
                  <a:lnTo>
                    <a:pt x="0" y="7620"/>
                  </a:lnTo>
                  <a:lnTo>
                    <a:pt x="226060" y="7620"/>
                  </a:lnTo>
                  <a:lnTo>
                    <a:pt x="226060" y="5080"/>
                  </a:lnTo>
                  <a:close/>
                </a:path>
              </a:pathLst>
            </a:custGeom>
            <a:solidFill>
              <a:srgbClr val="E4AA00"/>
            </a:solidFill>
          </p:spPr>
          <p:txBody>
            <a:bodyPr wrap="square" lIns="0" tIns="0" rIns="0" bIns="0" rtlCol="0"/>
            <a:lstStyle/>
            <a:p/>
          </p:txBody>
        </p:sp>
        <p:sp>
          <p:nvSpPr>
            <p:cNvPr id="1142" name="object 1142"/>
            <p:cNvSpPr/>
            <p:nvPr/>
          </p:nvSpPr>
          <p:spPr>
            <a:xfrm>
              <a:off x="5885180" y="3543299"/>
              <a:ext cx="233679" cy="6350"/>
            </a:xfrm>
            <a:custGeom>
              <a:avLst/>
              <a:gdLst/>
              <a:ahLst/>
              <a:cxnLst/>
              <a:rect l="l" t="t" r="r" b="b"/>
              <a:pathLst>
                <a:path w="233679" h="6350">
                  <a:moveTo>
                    <a:pt x="233667" y="5080"/>
                  </a:moveTo>
                  <a:lnTo>
                    <a:pt x="232410" y="5080"/>
                  </a:lnTo>
                  <a:lnTo>
                    <a:pt x="232410" y="3810"/>
                  </a:lnTo>
                  <a:lnTo>
                    <a:pt x="231140" y="3810"/>
                  </a:lnTo>
                  <a:lnTo>
                    <a:pt x="231140" y="2540"/>
                  </a:lnTo>
                  <a:lnTo>
                    <a:pt x="229870" y="2540"/>
                  </a:lnTo>
                  <a:lnTo>
                    <a:pt x="229870" y="0"/>
                  </a:lnTo>
                  <a:lnTo>
                    <a:pt x="1270" y="0"/>
                  </a:lnTo>
                  <a:lnTo>
                    <a:pt x="1270" y="2540"/>
                  </a:lnTo>
                  <a:lnTo>
                    <a:pt x="1270" y="3810"/>
                  </a:lnTo>
                  <a:lnTo>
                    <a:pt x="1270" y="5080"/>
                  </a:lnTo>
                  <a:lnTo>
                    <a:pt x="0" y="5080"/>
                  </a:lnTo>
                  <a:lnTo>
                    <a:pt x="0" y="6350"/>
                  </a:lnTo>
                  <a:lnTo>
                    <a:pt x="233667" y="6350"/>
                  </a:lnTo>
                  <a:lnTo>
                    <a:pt x="233667" y="5080"/>
                  </a:lnTo>
                  <a:close/>
                </a:path>
              </a:pathLst>
            </a:custGeom>
            <a:solidFill>
              <a:srgbClr val="E6AC00"/>
            </a:solidFill>
          </p:spPr>
          <p:txBody>
            <a:bodyPr wrap="square" lIns="0" tIns="0" rIns="0" bIns="0" rtlCol="0"/>
            <a:lstStyle/>
            <a:p/>
          </p:txBody>
        </p:sp>
        <p:sp>
          <p:nvSpPr>
            <p:cNvPr id="1143" name="object 1143"/>
            <p:cNvSpPr/>
            <p:nvPr/>
          </p:nvSpPr>
          <p:spPr>
            <a:xfrm>
              <a:off x="5881370" y="3549649"/>
              <a:ext cx="243840" cy="8255"/>
            </a:xfrm>
            <a:custGeom>
              <a:avLst/>
              <a:gdLst/>
              <a:ahLst/>
              <a:cxnLst/>
              <a:rect l="l" t="t" r="r" b="b"/>
              <a:pathLst>
                <a:path w="243839" h="8254">
                  <a:moveTo>
                    <a:pt x="243840" y="6350"/>
                  </a:moveTo>
                  <a:lnTo>
                    <a:pt x="242570" y="6350"/>
                  </a:lnTo>
                  <a:lnTo>
                    <a:pt x="242570" y="5080"/>
                  </a:lnTo>
                  <a:lnTo>
                    <a:pt x="241287" y="5080"/>
                  </a:lnTo>
                  <a:lnTo>
                    <a:pt x="241287" y="3810"/>
                  </a:lnTo>
                  <a:lnTo>
                    <a:pt x="240030" y="3810"/>
                  </a:lnTo>
                  <a:lnTo>
                    <a:pt x="240030" y="1282"/>
                  </a:lnTo>
                  <a:lnTo>
                    <a:pt x="238760" y="1282"/>
                  </a:lnTo>
                  <a:lnTo>
                    <a:pt x="238760" y="0"/>
                  </a:lnTo>
                  <a:lnTo>
                    <a:pt x="3810" y="0"/>
                  </a:lnTo>
                  <a:lnTo>
                    <a:pt x="3810" y="1282"/>
                  </a:lnTo>
                  <a:lnTo>
                    <a:pt x="2540" y="1282"/>
                  </a:lnTo>
                  <a:lnTo>
                    <a:pt x="2540" y="3810"/>
                  </a:lnTo>
                  <a:lnTo>
                    <a:pt x="1270" y="3810"/>
                  </a:lnTo>
                  <a:lnTo>
                    <a:pt x="1270" y="5080"/>
                  </a:lnTo>
                  <a:lnTo>
                    <a:pt x="1270" y="6350"/>
                  </a:lnTo>
                  <a:lnTo>
                    <a:pt x="0" y="6350"/>
                  </a:lnTo>
                  <a:lnTo>
                    <a:pt x="0" y="7632"/>
                  </a:lnTo>
                  <a:lnTo>
                    <a:pt x="243840" y="7632"/>
                  </a:lnTo>
                  <a:lnTo>
                    <a:pt x="243840" y="6350"/>
                  </a:lnTo>
                  <a:close/>
                </a:path>
              </a:pathLst>
            </a:custGeom>
            <a:solidFill>
              <a:srgbClr val="E8AD00"/>
            </a:solidFill>
          </p:spPr>
          <p:txBody>
            <a:bodyPr wrap="square" lIns="0" tIns="0" rIns="0" bIns="0" rtlCol="0"/>
            <a:lstStyle/>
            <a:p/>
          </p:txBody>
        </p:sp>
        <p:sp>
          <p:nvSpPr>
            <p:cNvPr id="1144" name="object 1144"/>
            <p:cNvSpPr/>
            <p:nvPr/>
          </p:nvSpPr>
          <p:spPr>
            <a:xfrm>
              <a:off x="5876290" y="3557269"/>
              <a:ext cx="260350" cy="7620"/>
            </a:xfrm>
            <a:custGeom>
              <a:avLst/>
              <a:gdLst/>
              <a:ahLst/>
              <a:cxnLst/>
              <a:rect l="l" t="t" r="r" b="b"/>
              <a:pathLst>
                <a:path w="260350" h="7620">
                  <a:moveTo>
                    <a:pt x="260350" y="6350"/>
                  </a:moveTo>
                  <a:lnTo>
                    <a:pt x="257810" y="6350"/>
                  </a:lnTo>
                  <a:lnTo>
                    <a:pt x="257810" y="5080"/>
                  </a:lnTo>
                  <a:lnTo>
                    <a:pt x="256540" y="5080"/>
                  </a:lnTo>
                  <a:lnTo>
                    <a:pt x="256540" y="3810"/>
                  </a:lnTo>
                  <a:lnTo>
                    <a:pt x="255257" y="3810"/>
                  </a:lnTo>
                  <a:lnTo>
                    <a:pt x="255257" y="2540"/>
                  </a:lnTo>
                  <a:lnTo>
                    <a:pt x="251460" y="2540"/>
                  </a:lnTo>
                  <a:lnTo>
                    <a:pt x="251460" y="1270"/>
                  </a:lnTo>
                  <a:lnTo>
                    <a:pt x="250190" y="1270"/>
                  </a:lnTo>
                  <a:lnTo>
                    <a:pt x="250190" y="0"/>
                  </a:lnTo>
                  <a:lnTo>
                    <a:pt x="3810" y="0"/>
                  </a:lnTo>
                  <a:lnTo>
                    <a:pt x="3810" y="1270"/>
                  </a:lnTo>
                  <a:lnTo>
                    <a:pt x="3810" y="2540"/>
                  </a:lnTo>
                  <a:lnTo>
                    <a:pt x="2540" y="2540"/>
                  </a:lnTo>
                  <a:lnTo>
                    <a:pt x="2540" y="3810"/>
                  </a:lnTo>
                  <a:lnTo>
                    <a:pt x="1270" y="3810"/>
                  </a:lnTo>
                  <a:lnTo>
                    <a:pt x="1270" y="5080"/>
                  </a:lnTo>
                  <a:lnTo>
                    <a:pt x="0" y="5080"/>
                  </a:lnTo>
                  <a:lnTo>
                    <a:pt x="0" y="6350"/>
                  </a:lnTo>
                  <a:lnTo>
                    <a:pt x="0" y="7620"/>
                  </a:lnTo>
                  <a:lnTo>
                    <a:pt x="260350" y="7620"/>
                  </a:lnTo>
                  <a:lnTo>
                    <a:pt x="260350" y="6350"/>
                  </a:lnTo>
                  <a:close/>
                </a:path>
              </a:pathLst>
            </a:custGeom>
            <a:solidFill>
              <a:srgbClr val="EAAF00"/>
            </a:solidFill>
          </p:spPr>
          <p:txBody>
            <a:bodyPr wrap="square" lIns="0" tIns="0" rIns="0" bIns="0" rtlCol="0"/>
            <a:lstStyle/>
            <a:p/>
          </p:txBody>
        </p:sp>
        <p:sp>
          <p:nvSpPr>
            <p:cNvPr id="1145" name="object 1145"/>
            <p:cNvSpPr/>
            <p:nvPr/>
          </p:nvSpPr>
          <p:spPr>
            <a:xfrm>
              <a:off x="5869940" y="3564889"/>
              <a:ext cx="279400" cy="6350"/>
            </a:xfrm>
            <a:custGeom>
              <a:avLst/>
              <a:gdLst/>
              <a:ahLst/>
              <a:cxnLst/>
              <a:rect l="l" t="t" r="r" b="b"/>
              <a:pathLst>
                <a:path w="279400" h="6350">
                  <a:moveTo>
                    <a:pt x="279400" y="5092"/>
                  </a:moveTo>
                  <a:lnTo>
                    <a:pt x="276860" y="5092"/>
                  </a:lnTo>
                  <a:lnTo>
                    <a:pt x="276860" y="3810"/>
                  </a:lnTo>
                  <a:lnTo>
                    <a:pt x="273050" y="3810"/>
                  </a:lnTo>
                  <a:lnTo>
                    <a:pt x="273050" y="2540"/>
                  </a:lnTo>
                  <a:lnTo>
                    <a:pt x="271780" y="2540"/>
                  </a:lnTo>
                  <a:lnTo>
                    <a:pt x="271780" y="1270"/>
                  </a:lnTo>
                  <a:lnTo>
                    <a:pt x="267970" y="1270"/>
                  </a:lnTo>
                  <a:lnTo>
                    <a:pt x="267970" y="0"/>
                  </a:lnTo>
                  <a:lnTo>
                    <a:pt x="5080" y="0"/>
                  </a:lnTo>
                  <a:lnTo>
                    <a:pt x="5080" y="1270"/>
                  </a:lnTo>
                  <a:lnTo>
                    <a:pt x="3810" y="1270"/>
                  </a:lnTo>
                  <a:lnTo>
                    <a:pt x="3810" y="2540"/>
                  </a:lnTo>
                  <a:lnTo>
                    <a:pt x="2540" y="2540"/>
                  </a:lnTo>
                  <a:lnTo>
                    <a:pt x="2540" y="3810"/>
                  </a:lnTo>
                  <a:lnTo>
                    <a:pt x="1270" y="3810"/>
                  </a:lnTo>
                  <a:lnTo>
                    <a:pt x="1270" y="5092"/>
                  </a:lnTo>
                  <a:lnTo>
                    <a:pt x="0" y="5092"/>
                  </a:lnTo>
                  <a:lnTo>
                    <a:pt x="0" y="6350"/>
                  </a:lnTo>
                  <a:lnTo>
                    <a:pt x="279400" y="6350"/>
                  </a:lnTo>
                  <a:lnTo>
                    <a:pt x="279400" y="5092"/>
                  </a:lnTo>
                  <a:close/>
                </a:path>
              </a:pathLst>
            </a:custGeom>
            <a:solidFill>
              <a:srgbClr val="ECB000"/>
            </a:solidFill>
          </p:spPr>
          <p:txBody>
            <a:bodyPr wrap="square" lIns="0" tIns="0" rIns="0" bIns="0" rtlCol="0"/>
            <a:lstStyle/>
            <a:p/>
          </p:txBody>
        </p:sp>
        <p:sp>
          <p:nvSpPr>
            <p:cNvPr id="1146" name="object 1146"/>
            <p:cNvSpPr/>
            <p:nvPr/>
          </p:nvSpPr>
          <p:spPr>
            <a:xfrm>
              <a:off x="5862320" y="3571239"/>
              <a:ext cx="367030" cy="7620"/>
            </a:xfrm>
            <a:custGeom>
              <a:avLst/>
              <a:gdLst/>
              <a:ahLst/>
              <a:cxnLst/>
              <a:rect l="l" t="t" r="r" b="b"/>
              <a:pathLst>
                <a:path w="367029" h="7620">
                  <a:moveTo>
                    <a:pt x="367030" y="3810"/>
                  </a:moveTo>
                  <a:lnTo>
                    <a:pt x="365760" y="3810"/>
                  </a:lnTo>
                  <a:lnTo>
                    <a:pt x="365760" y="5080"/>
                  </a:lnTo>
                  <a:lnTo>
                    <a:pt x="327660" y="5080"/>
                  </a:lnTo>
                  <a:lnTo>
                    <a:pt x="327660" y="6350"/>
                  </a:lnTo>
                  <a:lnTo>
                    <a:pt x="312420" y="6350"/>
                  </a:lnTo>
                  <a:lnTo>
                    <a:pt x="312420" y="5092"/>
                  </a:lnTo>
                  <a:lnTo>
                    <a:pt x="304787" y="5092"/>
                  </a:lnTo>
                  <a:lnTo>
                    <a:pt x="304787" y="3810"/>
                  </a:lnTo>
                  <a:lnTo>
                    <a:pt x="297180" y="3810"/>
                  </a:lnTo>
                  <a:lnTo>
                    <a:pt x="297180" y="2540"/>
                  </a:lnTo>
                  <a:lnTo>
                    <a:pt x="293370" y="2540"/>
                  </a:lnTo>
                  <a:lnTo>
                    <a:pt x="293370" y="1270"/>
                  </a:lnTo>
                  <a:lnTo>
                    <a:pt x="290830" y="1270"/>
                  </a:lnTo>
                  <a:lnTo>
                    <a:pt x="290830" y="0"/>
                  </a:lnTo>
                  <a:lnTo>
                    <a:pt x="6350" y="0"/>
                  </a:lnTo>
                  <a:lnTo>
                    <a:pt x="6350" y="1270"/>
                  </a:lnTo>
                  <a:lnTo>
                    <a:pt x="5080" y="1270"/>
                  </a:lnTo>
                  <a:lnTo>
                    <a:pt x="5080" y="2540"/>
                  </a:lnTo>
                  <a:lnTo>
                    <a:pt x="5080" y="3810"/>
                  </a:lnTo>
                  <a:lnTo>
                    <a:pt x="3810" y="3810"/>
                  </a:lnTo>
                  <a:lnTo>
                    <a:pt x="3810" y="5092"/>
                  </a:lnTo>
                  <a:lnTo>
                    <a:pt x="2540" y="5092"/>
                  </a:lnTo>
                  <a:lnTo>
                    <a:pt x="2540" y="6350"/>
                  </a:lnTo>
                  <a:lnTo>
                    <a:pt x="0" y="6350"/>
                  </a:lnTo>
                  <a:lnTo>
                    <a:pt x="0" y="7620"/>
                  </a:lnTo>
                  <a:lnTo>
                    <a:pt x="367030" y="7620"/>
                  </a:lnTo>
                  <a:lnTo>
                    <a:pt x="367030" y="6350"/>
                  </a:lnTo>
                  <a:lnTo>
                    <a:pt x="367030" y="5080"/>
                  </a:lnTo>
                  <a:lnTo>
                    <a:pt x="367030" y="3810"/>
                  </a:lnTo>
                  <a:close/>
                </a:path>
              </a:pathLst>
            </a:custGeom>
            <a:solidFill>
              <a:srgbClr val="EEB200"/>
            </a:solidFill>
          </p:spPr>
          <p:txBody>
            <a:bodyPr wrap="square" lIns="0" tIns="0" rIns="0" bIns="0" rtlCol="0"/>
            <a:lstStyle/>
            <a:p/>
          </p:txBody>
        </p:sp>
        <p:sp>
          <p:nvSpPr>
            <p:cNvPr id="1147" name="object 1147"/>
            <p:cNvSpPr/>
            <p:nvPr/>
          </p:nvSpPr>
          <p:spPr>
            <a:xfrm>
              <a:off x="5847080" y="3578859"/>
              <a:ext cx="382270" cy="7620"/>
            </a:xfrm>
            <a:custGeom>
              <a:avLst/>
              <a:gdLst/>
              <a:ahLst/>
              <a:cxnLst/>
              <a:rect l="l" t="t" r="r" b="b"/>
              <a:pathLst>
                <a:path w="382270" h="7620">
                  <a:moveTo>
                    <a:pt x="382270" y="0"/>
                  </a:moveTo>
                  <a:lnTo>
                    <a:pt x="12700" y="0"/>
                  </a:lnTo>
                  <a:lnTo>
                    <a:pt x="12700" y="1270"/>
                  </a:lnTo>
                  <a:lnTo>
                    <a:pt x="8890" y="1270"/>
                  </a:lnTo>
                  <a:lnTo>
                    <a:pt x="8890" y="2540"/>
                  </a:lnTo>
                  <a:lnTo>
                    <a:pt x="6350" y="2540"/>
                  </a:lnTo>
                  <a:lnTo>
                    <a:pt x="6350" y="3810"/>
                  </a:lnTo>
                  <a:lnTo>
                    <a:pt x="3810" y="3810"/>
                  </a:lnTo>
                  <a:lnTo>
                    <a:pt x="3810" y="5080"/>
                  </a:lnTo>
                  <a:lnTo>
                    <a:pt x="1270" y="5080"/>
                  </a:lnTo>
                  <a:lnTo>
                    <a:pt x="1270" y="6350"/>
                  </a:lnTo>
                  <a:lnTo>
                    <a:pt x="0" y="6350"/>
                  </a:lnTo>
                  <a:lnTo>
                    <a:pt x="0" y="7620"/>
                  </a:lnTo>
                  <a:lnTo>
                    <a:pt x="382270" y="7620"/>
                  </a:lnTo>
                  <a:lnTo>
                    <a:pt x="382270" y="6350"/>
                  </a:lnTo>
                  <a:lnTo>
                    <a:pt x="382270" y="5080"/>
                  </a:lnTo>
                  <a:lnTo>
                    <a:pt x="382270" y="3810"/>
                  </a:lnTo>
                  <a:lnTo>
                    <a:pt x="382270" y="2540"/>
                  </a:lnTo>
                  <a:lnTo>
                    <a:pt x="382270" y="1270"/>
                  </a:lnTo>
                  <a:lnTo>
                    <a:pt x="382270" y="0"/>
                  </a:lnTo>
                  <a:close/>
                </a:path>
              </a:pathLst>
            </a:custGeom>
            <a:solidFill>
              <a:srgbClr val="F0B300"/>
            </a:solidFill>
          </p:spPr>
          <p:txBody>
            <a:bodyPr wrap="square" lIns="0" tIns="0" rIns="0" bIns="0" rtlCol="0"/>
            <a:lstStyle/>
            <a:p/>
          </p:txBody>
        </p:sp>
        <p:sp>
          <p:nvSpPr>
            <p:cNvPr id="1148" name="object 1148"/>
            <p:cNvSpPr/>
            <p:nvPr/>
          </p:nvSpPr>
          <p:spPr>
            <a:xfrm>
              <a:off x="5825490" y="3586479"/>
              <a:ext cx="403860" cy="6350"/>
            </a:xfrm>
            <a:custGeom>
              <a:avLst/>
              <a:gdLst/>
              <a:ahLst/>
              <a:cxnLst/>
              <a:rect l="l" t="t" r="r" b="b"/>
              <a:pathLst>
                <a:path w="403860" h="6350">
                  <a:moveTo>
                    <a:pt x="403860" y="0"/>
                  </a:moveTo>
                  <a:lnTo>
                    <a:pt x="17780" y="0"/>
                  </a:lnTo>
                  <a:lnTo>
                    <a:pt x="17780" y="1270"/>
                  </a:lnTo>
                  <a:lnTo>
                    <a:pt x="15240" y="1270"/>
                  </a:lnTo>
                  <a:lnTo>
                    <a:pt x="15240" y="2540"/>
                  </a:lnTo>
                  <a:lnTo>
                    <a:pt x="10160" y="2540"/>
                  </a:lnTo>
                  <a:lnTo>
                    <a:pt x="10160" y="3810"/>
                  </a:lnTo>
                  <a:lnTo>
                    <a:pt x="7620" y="3810"/>
                  </a:lnTo>
                  <a:lnTo>
                    <a:pt x="7620" y="5080"/>
                  </a:lnTo>
                  <a:lnTo>
                    <a:pt x="0" y="5080"/>
                  </a:lnTo>
                  <a:lnTo>
                    <a:pt x="0" y="6350"/>
                  </a:lnTo>
                  <a:lnTo>
                    <a:pt x="403860" y="6350"/>
                  </a:lnTo>
                  <a:lnTo>
                    <a:pt x="403860" y="5080"/>
                  </a:lnTo>
                  <a:lnTo>
                    <a:pt x="403860" y="3810"/>
                  </a:lnTo>
                  <a:lnTo>
                    <a:pt x="403860" y="2540"/>
                  </a:lnTo>
                  <a:lnTo>
                    <a:pt x="403860" y="1270"/>
                  </a:lnTo>
                  <a:lnTo>
                    <a:pt x="403860" y="0"/>
                  </a:lnTo>
                  <a:close/>
                </a:path>
              </a:pathLst>
            </a:custGeom>
            <a:solidFill>
              <a:srgbClr val="F2B500"/>
            </a:solidFill>
          </p:spPr>
          <p:txBody>
            <a:bodyPr wrap="square" lIns="0" tIns="0" rIns="0" bIns="0" rtlCol="0"/>
            <a:lstStyle/>
            <a:p/>
          </p:txBody>
        </p:sp>
        <p:sp>
          <p:nvSpPr>
            <p:cNvPr id="1149" name="object 1149"/>
            <p:cNvSpPr/>
            <p:nvPr/>
          </p:nvSpPr>
          <p:spPr>
            <a:xfrm>
              <a:off x="5769610" y="3592829"/>
              <a:ext cx="459740" cy="7620"/>
            </a:xfrm>
            <a:custGeom>
              <a:avLst/>
              <a:gdLst/>
              <a:ahLst/>
              <a:cxnLst/>
              <a:rect l="l" t="t" r="r" b="b"/>
              <a:pathLst>
                <a:path w="459739" h="7620">
                  <a:moveTo>
                    <a:pt x="459740" y="3822"/>
                  </a:moveTo>
                  <a:lnTo>
                    <a:pt x="0" y="3822"/>
                  </a:lnTo>
                  <a:lnTo>
                    <a:pt x="0" y="7620"/>
                  </a:lnTo>
                  <a:lnTo>
                    <a:pt x="459740" y="7620"/>
                  </a:lnTo>
                  <a:lnTo>
                    <a:pt x="459740" y="3822"/>
                  </a:lnTo>
                  <a:close/>
                </a:path>
                <a:path w="459739" h="7620">
                  <a:moveTo>
                    <a:pt x="459740" y="0"/>
                  </a:moveTo>
                  <a:lnTo>
                    <a:pt x="50800" y="0"/>
                  </a:lnTo>
                  <a:lnTo>
                    <a:pt x="50800" y="1270"/>
                  </a:lnTo>
                  <a:lnTo>
                    <a:pt x="39370" y="1270"/>
                  </a:lnTo>
                  <a:lnTo>
                    <a:pt x="39370" y="2540"/>
                  </a:lnTo>
                  <a:lnTo>
                    <a:pt x="29210" y="2540"/>
                  </a:lnTo>
                  <a:lnTo>
                    <a:pt x="29210" y="3810"/>
                  </a:lnTo>
                  <a:lnTo>
                    <a:pt x="459740" y="3810"/>
                  </a:lnTo>
                  <a:lnTo>
                    <a:pt x="459740" y="2540"/>
                  </a:lnTo>
                  <a:lnTo>
                    <a:pt x="459740" y="1270"/>
                  </a:lnTo>
                  <a:lnTo>
                    <a:pt x="459740" y="0"/>
                  </a:lnTo>
                  <a:close/>
                </a:path>
              </a:pathLst>
            </a:custGeom>
            <a:solidFill>
              <a:srgbClr val="F4B600"/>
            </a:solidFill>
          </p:spPr>
          <p:txBody>
            <a:bodyPr wrap="square" lIns="0" tIns="0" rIns="0" bIns="0" rtlCol="0"/>
            <a:lstStyle/>
            <a:p/>
          </p:txBody>
        </p:sp>
        <p:sp>
          <p:nvSpPr>
            <p:cNvPr id="1150" name="object 1150"/>
            <p:cNvSpPr/>
            <p:nvPr/>
          </p:nvSpPr>
          <p:spPr>
            <a:xfrm>
              <a:off x="5769610" y="3600449"/>
              <a:ext cx="459740" cy="7620"/>
            </a:xfrm>
            <a:custGeom>
              <a:avLst/>
              <a:gdLst/>
              <a:ahLst/>
              <a:cxnLst/>
              <a:rect l="l" t="t" r="r" b="b"/>
              <a:pathLst>
                <a:path w="459739" h="7620">
                  <a:moveTo>
                    <a:pt x="459740" y="0"/>
                  </a:moveTo>
                  <a:lnTo>
                    <a:pt x="0" y="0"/>
                  </a:lnTo>
                  <a:lnTo>
                    <a:pt x="0" y="1270"/>
                  </a:lnTo>
                  <a:lnTo>
                    <a:pt x="0" y="2540"/>
                  </a:lnTo>
                  <a:lnTo>
                    <a:pt x="0" y="3810"/>
                  </a:lnTo>
                  <a:lnTo>
                    <a:pt x="0" y="5080"/>
                  </a:lnTo>
                  <a:lnTo>
                    <a:pt x="0" y="6350"/>
                  </a:lnTo>
                  <a:lnTo>
                    <a:pt x="0" y="7620"/>
                  </a:lnTo>
                  <a:lnTo>
                    <a:pt x="330200" y="7620"/>
                  </a:lnTo>
                  <a:lnTo>
                    <a:pt x="330200" y="6350"/>
                  </a:lnTo>
                  <a:lnTo>
                    <a:pt x="359410" y="6350"/>
                  </a:lnTo>
                  <a:lnTo>
                    <a:pt x="359410" y="5080"/>
                  </a:lnTo>
                  <a:lnTo>
                    <a:pt x="387350" y="5080"/>
                  </a:lnTo>
                  <a:lnTo>
                    <a:pt x="387350" y="3810"/>
                  </a:lnTo>
                  <a:lnTo>
                    <a:pt x="416560" y="3810"/>
                  </a:lnTo>
                  <a:lnTo>
                    <a:pt x="416560" y="2540"/>
                  </a:lnTo>
                  <a:lnTo>
                    <a:pt x="444500" y="2540"/>
                  </a:lnTo>
                  <a:lnTo>
                    <a:pt x="444500" y="1270"/>
                  </a:lnTo>
                  <a:lnTo>
                    <a:pt x="459740" y="1270"/>
                  </a:lnTo>
                  <a:lnTo>
                    <a:pt x="459740" y="0"/>
                  </a:lnTo>
                  <a:close/>
                </a:path>
              </a:pathLst>
            </a:custGeom>
            <a:solidFill>
              <a:srgbClr val="F6B800"/>
            </a:solidFill>
          </p:spPr>
          <p:txBody>
            <a:bodyPr wrap="square" lIns="0" tIns="0" rIns="0" bIns="0" rtlCol="0"/>
            <a:lstStyle/>
            <a:p/>
          </p:txBody>
        </p:sp>
        <p:sp>
          <p:nvSpPr>
            <p:cNvPr id="1151" name="object 1151"/>
            <p:cNvSpPr/>
            <p:nvPr/>
          </p:nvSpPr>
          <p:spPr>
            <a:xfrm>
              <a:off x="5769610" y="3608069"/>
              <a:ext cx="302260" cy="6350"/>
            </a:xfrm>
            <a:custGeom>
              <a:avLst/>
              <a:gdLst/>
              <a:ahLst/>
              <a:cxnLst/>
              <a:rect l="l" t="t" r="r" b="b"/>
              <a:pathLst>
                <a:path w="302260" h="6350">
                  <a:moveTo>
                    <a:pt x="302260" y="0"/>
                  </a:moveTo>
                  <a:lnTo>
                    <a:pt x="0" y="0"/>
                  </a:lnTo>
                  <a:lnTo>
                    <a:pt x="0" y="1270"/>
                  </a:lnTo>
                  <a:lnTo>
                    <a:pt x="1270" y="1270"/>
                  </a:lnTo>
                  <a:lnTo>
                    <a:pt x="1270" y="2540"/>
                  </a:lnTo>
                  <a:lnTo>
                    <a:pt x="1270" y="3810"/>
                  </a:lnTo>
                  <a:lnTo>
                    <a:pt x="1270" y="5080"/>
                  </a:lnTo>
                  <a:lnTo>
                    <a:pt x="1270" y="6350"/>
                  </a:lnTo>
                  <a:lnTo>
                    <a:pt x="187947" y="6350"/>
                  </a:lnTo>
                  <a:lnTo>
                    <a:pt x="187947" y="5080"/>
                  </a:lnTo>
                  <a:lnTo>
                    <a:pt x="215887" y="5080"/>
                  </a:lnTo>
                  <a:lnTo>
                    <a:pt x="215887" y="3810"/>
                  </a:lnTo>
                  <a:lnTo>
                    <a:pt x="245097" y="3810"/>
                  </a:lnTo>
                  <a:lnTo>
                    <a:pt x="245097" y="2540"/>
                  </a:lnTo>
                  <a:lnTo>
                    <a:pt x="273037" y="2540"/>
                  </a:lnTo>
                  <a:lnTo>
                    <a:pt x="273037" y="1270"/>
                  </a:lnTo>
                  <a:lnTo>
                    <a:pt x="302260" y="1270"/>
                  </a:lnTo>
                  <a:lnTo>
                    <a:pt x="302260" y="0"/>
                  </a:lnTo>
                  <a:close/>
                </a:path>
              </a:pathLst>
            </a:custGeom>
            <a:solidFill>
              <a:srgbClr val="F8B900"/>
            </a:solidFill>
          </p:spPr>
          <p:txBody>
            <a:bodyPr wrap="square" lIns="0" tIns="0" rIns="0" bIns="0" rtlCol="0"/>
            <a:lstStyle/>
            <a:p/>
          </p:txBody>
        </p:sp>
        <p:sp>
          <p:nvSpPr>
            <p:cNvPr id="1152" name="object 1152"/>
            <p:cNvSpPr/>
            <p:nvPr/>
          </p:nvSpPr>
          <p:spPr>
            <a:xfrm>
              <a:off x="5770880" y="3614419"/>
              <a:ext cx="157480" cy="7620"/>
            </a:xfrm>
            <a:custGeom>
              <a:avLst/>
              <a:gdLst/>
              <a:ahLst/>
              <a:cxnLst/>
              <a:rect l="l" t="t" r="r" b="b"/>
              <a:pathLst>
                <a:path w="157479" h="7620">
                  <a:moveTo>
                    <a:pt x="157467" y="0"/>
                  </a:moveTo>
                  <a:lnTo>
                    <a:pt x="0" y="0"/>
                  </a:lnTo>
                  <a:lnTo>
                    <a:pt x="0" y="1270"/>
                  </a:lnTo>
                  <a:lnTo>
                    <a:pt x="0" y="2540"/>
                  </a:lnTo>
                  <a:lnTo>
                    <a:pt x="0" y="3810"/>
                  </a:lnTo>
                  <a:lnTo>
                    <a:pt x="0" y="5080"/>
                  </a:lnTo>
                  <a:lnTo>
                    <a:pt x="0" y="6350"/>
                  </a:lnTo>
                  <a:lnTo>
                    <a:pt x="0" y="7620"/>
                  </a:lnTo>
                  <a:lnTo>
                    <a:pt x="1270" y="7620"/>
                  </a:lnTo>
                  <a:lnTo>
                    <a:pt x="1270" y="6350"/>
                  </a:lnTo>
                  <a:lnTo>
                    <a:pt x="43167" y="6350"/>
                  </a:lnTo>
                  <a:lnTo>
                    <a:pt x="43167" y="5080"/>
                  </a:lnTo>
                  <a:lnTo>
                    <a:pt x="72377" y="5080"/>
                  </a:lnTo>
                  <a:lnTo>
                    <a:pt x="72377" y="3810"/>
                  </a:lnTo>
                  <a:lnTo>
                    <a:pt x="100317" y="3810"/>
                  </a:lnTo>
                  <a:lnTo>
                    <a:pt x="100317" y="2540"/>
                  </a:lnTo>
                  <a:lnTo>
                    <a:pt x="129527" y="2540"/>
                  </a:lnTo>
                  <a:lnTo>
                    <a:pt x="129527" y="1270"/>
                  </a:lnTo>
                  <a:lnTo>
                    <a:pt x="157467" y="1270"/>
                  </a:lnTo>
                  <a:lnTo>
                    <a:pt x="157467" y="0"/>
                  </a:lnTo>
                  <a:close/>
                </a:path>
              </a:pathLst>
            </a:custGeom>
            <a:solidFill>
              <a:srgbClr val="FABB00"/>
            </a:solidFill>
          </p:spPr>
          <p:txBody>
            <a:bodyPr wrap="square" lIns="0" tIns="0" rIns="0" bIns="0" rtlCol="0"/>
            <a:lstStyle/>
            <a:p/>
          </p:txBody>
        </p:sp>
        <p:sp>
          <p:nvSpPr>
            <p:cNvPr id="1153" name="object 1153"/>
            <p:cNvSpPr/>
            <p:nvPr/>
          </p:nvSpPr>
          <p:spPr>
            <a:xfrm>
              <a:off x="5763259" y="2692400"/>
              <a:ext cx="464820" cy="928369"/>
            </a:xfrm>
            <a:custGeom>
              <a:avLst/>
              <a:gdLst/>
              <a:ahLst/>
              <a:cxnLst/>
              <a:rect l="l" t="t" r="r" b="b"/>
              <a:pathLst>
                <a:path w="464820" h="928370">
                  <a:moveTo>
                    <a:pt x="464819" y="882650"/>
                  </a:moveTo>
                  <a:lnTo>
                    <a:pt x="464819" y="908050"/>
                  </a:lnTo>
                  <a:lnTo>
                    <a:pt x="7619" y="928369"/>
                  </a:lnTo>
                  <a:lnTo>
                    <a:pt x="6350" y="904239"/>
                  </a:lnTo>
                  <a:lnTo>
                    <a:pt x="35560" y="902970"/>
                  </a:lnTo>
                  <a:lnTo>
                    <a:pt x="45719" y="901700"/>
                  </a:lnTo>
                  <a:lnTo>
                    <a:pt x="54610" y="901700"/>
                  </a:lnTo>
                  <a:lnTo>
                    <a:pt x="62229" y="899160"/>
                  </a:lnTo>
                  <a:lnTo>
                    <a:pt x="69850" y="897889"/>
                  </a:lnTo>
                  <a:lnTo>
                    <a:pt x="77469" y="895350"/>
                  </a:lnTo>
                  <a:lnTo>
                    <a:pt x="83819" y="892810"/>
                  </a:lnTo>
                  <a:lnTo>
                    <a:pt x="90169" y="889000"/>
                  </a:lnTo>
                  <a:lnTo>
                    <a:pt x="96519" y="886460"/>
                  </a:lnTo>
                  <a:lnTo>
                    <a:pt x="99060" y="885189"/>
                  </a:lnTo>
                  <a:lnTo>
                    <a:pt x="101600" y="883920"/>
                  </a:lnTo>
                  <a:lnTo>
                    <a:pt x="102869" y="882650"/>
                  </a:lnTo>
                  <a:lnTo>
                    <a:pt x="104139" y="880110"/>
                  </a:lnTo>
                  <a:lnTo>
                    <a:pt x="107950" y="876300"/>
                  </a:lnTo>
                  <a:lnTo>
                    <a:pt x="111760" y="872489"/>
                  </a:lnTo>
                  <a:lnTo>
                    <a:pt x="114300" y="868679"/>
                  </a:lnTo>
                  <a:lnTo>
                    <a:pt x="118110" y="863600"/>
                  </a:lnTo>
                  <a:lnTo>
                    <a:pt x="120650" y="858520"/>
                  </a:lnTo>
                  <a:lnTo>
                    <a:pt x="123189" y="853439"/>
                  </a:lnTo>
                  <a:lnTo>
                    <a:pt x="123189" y="850900"/>
                  </a:lnTo>
                  <a:lnTo>
                    <a:pt x="124460" y="848360"/>
                  </a:lnTo>
                  <a:lnTo>
                    <a:pt x="125729" y="842010"/>
                  </a:lnTo>
                  <a:lnTo>
                    <a:pt x="127000" y="834389"/>
                  </a:lnTo>
                  <a:lnTo>
                    <a:pt x="128269" y="824229"/>
                  </a:lnTo>
                  <a:lnTo>
                    <a:pt x="128269" y="800100"/>
                  </a:lnTo>
                  <a:lnTo>
                    <a:pt x="128269" y="769620"/>
                  </a:lnTo>
                  <a:lnTo>
                    <a:pt x="123189" y="177800"/>
                  </a:lnTo>
                  <a:lnTo>
                    <a:pt x="123189" y="146050"/>
                  </a:lnTo>
                  <a:lnTo>
                    <a:pt x="121919" y="121920"/>
                  </a:lnTo>
                  <a:lnTo>
                    <a:pt x="120650" y="111760"/>
                  </a:lnTo>
                  <a:lnTo>
                    <a:pt x="119379" y="102870"/>
                  </a:lnTo>
                  <a:lnTo>
                    <a:pt x="116839" y="96520"/>
                  </a:lnTo>
                  <a:lnTo>
                    <a:pt x="116839" y="93979"/>
                  </a:lnTo>
                  <a:lnTo>
                    <a:pt x="115569" y="91439"/>
                  </a:lnTo>
                  <a:lnTo>
                    <a:pt x="114300" y="87629"/>
                  </a:lnTo>
                  <a:lnTo>
                    <a:pt x="111760" y="83820"/>
                  </a:lnTo>
                  <a:lnTo>
                    <a:pt x="107950" y="80010"/>
                  </a:lnTo>
                  <a:lnTo>
                    <a:pt x="105410" y="76200"/>
                  </a:lnTo>
                  <a:lnTo>
                    <a:pt x="100329" y="72389"/>
                  </a:lnTo>
                  <a:lnTo>
                    <a:pt x="96519" y="69850"/>
                  </a:lnTo>
                  <a:lnTo>
                    <a:pt x="92710" y="66039"/>
                  </a:lnTo>
                  <a:lnTo>
                    <a:pt x="87629" y="63500"/>
                  </a:lnTo>
                  <a:lnTo>
                    <a:pt x="81279" y="60960"/>
                  </a:lnTo>
                  <a:lnTo>
                    <a:pt x="74929" y="58420"/>
                  </a:lnTo>
                  <a:lnTo>
                    <a:pt x="68579" y="57150"/>
                  </a:lnTo>
                  <a:lnTo>
                    <a:pt x="62229" y="55879"/>
                  </a:lnTo>
                  <a:lnTo>
                    <a:pt x="54610" y="54610"/>
                  </a:lnTo>
                  <a:lnTo>
                    <a:pt x="45719" y="54610"/>
                  </a:lnTo>
                  <a:lnTo>
                    <a:pt x="38100" y="54610"/>
                  </a:lnTo>
                  <a:lnTo>
                    <a:pt x="29210" y="54610"/>
                  </a:lnTo>
                  <a:lnTo>
                    <a:pt x="0" y="55879"/>
                  </a:lnTo>
                  <a:lnTo>
                    <a:pt x="0" y="31750"/>
                  </a:lnTo>
                  <a:lnTo>
                    <a:pt x="454660" y="0"/>
                  </a:lnTo>
                  <a:lnTo>
                    <a:pt x="454660" y="25400"/>
                  </a:lnTo>
                  <a:lnTo>
                    <a:pt x="425450" y="27939"/>
                  </a:lnTo>
                  <a:lnTo>
                    <a:pt x="416560" y="27939"/>
                  </a:lnTo>
                  <a:lnTo>
                    <a:pt x="407669" y="29210"/>
                  </a:lnTo>
                  <a:lnTo>
                    <a:pt x="400050" y="31750"/>
                  </a:lnTo>
                  <a:lnTo>
                    <a:pt x="391160" y="33020"/>
                  </a:lnTo>
                  <a:lnTo>
                    <a:pt x="384810" y="35560"/>
                  </a:lnTo>
                  <a:lnTo>
                    <a:pt x="377189" y="38100"/>
                  </a:lnTo>
                  <a:lnTo>
                    <a:pt x="370839" y="41910"/>
                  </a:lnTo>
                  <a:lnTo>
                    <a:pt x="364489" y="45720"/>
                  </a:lnTo>
                  <a:lnTo>
                    <a:pt x="360679" y="48260"/>
                  </a:lnTo>
                  <a:lnTo>
                    <a:pt x="356869" y="52070"/>
                  </a:lnTo>
                  <a:lnTo>
                    <a:pt x="353060" y="54610"/>
                  </a:lnTo>
                  <a:lnTo>
                    <a:pt x="350519" y="59689"/>
                  </a:lnTo>
                  <a:lnTo>
                    <a:pt x="346710" y="63500"/>
                  </a:lnTo>
                  <a:lnTo>
                    <a:pt x="344169" y="68579"/>
                  </a:lnTo>
                  <a:lnTo>
                    <a:pt x="341629" y="73660"/>
                  </a:lnTo>
                  <a:lnTo>
                    <a:pt x="339089" y="78739"/>
                  </a:lnTo>
                  <a:lnTo>
                    <a:pt x="337819" y="81279"/>
                  </a:lnTo>
                  <a:lnTo>
                    <a:pt x="337819" y="83820"/>
                  </a:lnTo>
                  <a:lnTo>
                    <a:pt x="335279" y="90170"/>
                  </a:lnTo>
                  <a:lnTo>
                    <a:pt x="335279" y="99060"/>
                  </a:lnTo>
                  <a:lnTo>
                    <a:pt x="334010" y="109220"/>
                  </a:lnTo>
                  <a:lnTo>
                    <a:pt x="332739" y="133350"/>
                  </a:lnTo>
                  <a:lnTo>
                    <a:pt x="332739" y="163829"/>
                  </a:lnTo>
                  <a:lnTo>
                    <a:pt x="339089" y="758189"/>
                  </a:lnTo>
                  <a:lnTo>
                    <a:pt x="340360" y="789939"/>
                  </a:lnTo>
                  <a:lnTo>
                    <a:pt x="341629" y="815339"/>
                  </a:lnTo>
                  <a:lnTo>
                    <a:pt x="342900" y="824229"/>
                  </a:lnTo>
                  <a:lnTo>
                    <a:pt x="344169" y="833120"/>
                  </a:lnTo>
                  <a:lnTo>
                    <a:pt x="345439" y="839470"/>
                  </a:lnTo>
                  <a:lnTo>
                    <a:pt x="346710" y="842010"/>
                  </a:lnTo>
                  <a:lnTo>
                    <a:pt x="347979" y="844550"/>
                  </a:lnTo>
                  <a:lnTo>
                    <a:pt x="347979" y="847089"/>
                  </a:lnTo>
                  <a:lnTo>
                    <a:pt x="349250" y="849629"/>
                  </a:lnTo>
                  <a:lnTo>
                    <a:pt x="351789" y="853439"/>
                  </a:lnTo>
                  <a:lnTo>
                    <a:pt x="355600" y="857250"/>
                  </a:lnTo>
                  <a:lnTo>
                    <a:pt x="358139" y="861060"/>
                  </a:lnTo>
                  <a:lnTo>
                    <a:pt x="361950" y="864870"/>
                  </a:lnTo>
                  <a:lnTo>
                    <a:pt x="367029" y="867410"/>
                  </a:lnTo>
                  <a:lnTo>
                    <a:pt x="372110" y="871220"/>
                  </a:lnTo>
                  <a:lnTo>
                    <a:pt x="377189" y="873760"/>
                  </a:lnTo>
                  <a:lnTo>
                    <a:pt x="382269" y="876300"/>
                  </a:lnTo>
                  <a:lnTo>
                    <a:pt x="388619" y="878839"/>
                  </a:lnTo>
                  <a:lnTo>
                    <a:pt x="394969" y="881379"/>
                  </a:lnTo>
                  <a:lnTo>
                    <a:pt x="402589" y="882650"/>
                  </a:lnTo>
                  <a:lnTo>
                    <a:pt x="410210" y="883920"/>
                  </a:lnTo>
                  <a:lnTo>
                    <a:pt x="417829" y="885189"/>
                  </a:lnTo>
                  <a:lnTo>
                    <a:pt x="426719" y="883920"/>
                  </a:lnTo>
                  <a:lnTo>
                    <a:pt x="435610" y="883920"/>
                  </a:lnTo>
                  <a:lnTo>
                    <a:pt x="464819" y="882650"/>
                  </a:lnTo>
                  <a:close/>
                </a:path>
              </a:pathLst>
            </a:custGeom>
            <a:ln w="9344">
              <a:solidFill>
                <a:srgbClr val="000000"/>
              </a:solidFill>
            </a:ln>
          </p:spPr>
          <p:txBody>
            <a:bodyPr wrap="square" lIns="0" tIns="0" rIns="0" bIns="0" rtlCol="0"/>
            <a:lstStyle/>
            <a:p/>
          </p:txBody>
        </p:sp>
        <p:sp>
          <p:nvSpPr>
            <p:cNvPr id="1154" name="object 1154"/>
            <p:cNvSpPr/>
            <p:nvPr/>
          </p:nvSpPr>
          <p:spPr>
            <a:xfrm>
              <a:off x="6493510" y="2668269"/>
              <a:ext cx="86360" cy="6350"/>
            </a:xfrm>
            <a:custGeom>
              <a:avLst/>
              <a:gdLst/>
              <a:ahLst/>
              <a:cxnLst/>
              <a:rect l="l" t="t" r="r" b="b"/>
              <a:pathLst>
                <a:path w="86359" h="6350">
                  <a:moveTo>
                    <a:pt x="86360" y="5080"/>
                  </a:moveTo>
                  <a:lnTo>
                    <a:pt x="85090" y="5080"/>
                  </a:lnTo>
                  <a:lnTo>
                    <a:pt x="85090" y="3810"/>
                  </a:lnTo>
                  <a:lnTo>
                    <a:pt x="85090" y="2540"/>
                  </a:lnTo>
                  <a:lnTo>
                    <a:pt x="83820" y="2540"/>
                  </a:lnTo>
                  <a:lnTo>
                    <a:pt x="83820" y="1270"/>
                  </a:lnTo>
                  <a:lnTo>
                    <a:pt x="82550" y="1270"/>
                  </a:lnTo>
                  <a:lnTo>
                    <a:pt x="82550" y="0"/>
                  </a:lnTo>
                  <a:lnTo>
                    <a:pt x="81280" y="0"/>
                  </a:lnTo>
                  <a:lnTo>
                    <a:pt x="81280" y="1270"/>
                  </a:lnTo>
                  <a:lnTo>
                    <a:pt x="54610" y="1270"/>
                  </a:lnTo>
                  <a:lnTo>
                    <a:pt x="54610" y="2540"/>
                  </a:lnTo>
                  <a:lnTo>
                    <a:pt x="36830" y="2540"/>
                  </a:lnTo>
                  <a:lnTo>
                    <a:pt x="36830" y="3810"/>
                  </a:lnTo>
                  <a:lnTo>
                    <a:pt x="17780" y="3810"/>
                  </a:lnTo>
                  <a:lnTo>
                    <a:pt x="17780" y="5080"/>
                  </a:lnTo>
                  <a:lnTo>
                    <a:pt x="0" y="5080"/>
                  </a:lnTo>
                  <a:lnTo>
                    <a:pt x="0" y="6350"/>
                  </a:lnTo>
                  <a:lnTo>
                    <a:pt x="86360" y="6350"/>
                  </a:lnTo>
                  <a:lnTo>
                    <a:pt x="86360" y="5080"/>
                  </a:lnTo>
                  <a:close/>
                </a:path>
              </a:pathLst>
            </a:custGeom>
            <a:solidFill>
              <a:srgbClr val="0F0B00"/>
            </a:solidFill>
          </p:spPr>
          <p:txBody>
            <a:bodyPr wrap="square" lIns="0" tIns="0" rIns="0" bIns="0" rtlCol="0"/>
            <a:lstStyle/>
            <a:p/>
          </p:txBody>
        </p:sp>
        <p:sp>
          <p:nvSpPr>
            <p:cNvPr id="1155" name="object 1155"/>
            <p:cNvSpPr/>
            <p:nvPr/>
          </p:nvSpPr>
          <p:spPr>
            <a:xfrm>
              <a:off x="6403340" y="2674619"/>
              <a:ext cx="181610" cy="6350"/>
            </a:xfrm>
            <a:custGeom>
              <a:avLst/>
              <a:gdLst/>
              <a:ahLst/>
              <a:cxnLst/>
              <a:rect l="l" t="t" r="r" b="b"/>
              <a:pathLst>
                <a:path w="181609" h="6350">
                  <a:moveTo>
                    <a:pt x="181610" y="5080"/>
                  </a:moveTo>
                  <a:lnTo>
                    <a:pt x="180340" y="5080"/>
                  </a:lnTo>
                  <a:lnTo>
                    <a:pt x="180340" y="3810"/>
                  </a:lnTo>
                  <a:lnTo>
                    <a:pt x="180340" y="2540"/>
                  </a:lnTo>
                  <a:lnTo>
                    <a:pt x="179057" y="2540"/>
                  </a:lnTo>
                  <a:lnTo>
                    <a:pt x="179057" y="1270"/>
                  </a:lnTo>
                  <a:lnTo>
                    <a:pt x="177787" y="1270"/>
                  </a:lnTo>
                  <a:lnTo>
                    <a:pt x="177787" y="0"/>
                  </a:lnTo>
                  <a:lnTo>
                    <a:pt x="72390" y="0"/>
                  </a:lnTo>
                  <a:lnTo>
                    <a:pt x="72390" y="1270"/>
                  </a:lnTo>
                  <a:lnTo>
                    <a:pt x="54610" y="1270"/>
                  </a:lnTo>
                  <a:lnTo>
                    <a:pt x="54610" y="2540"/>
                  </a:lnTo>
                  <a:lnTo>
                    <a:pt x="35560" y="2540"/>
                  </a:lnTo>
                  <a:lnTo>
                    <a:pt x="35560" y="3810"/>
                  </a:lnTo>
                  <a:lnTo>
                    <a:pt x="17780" y="3810"/>
                  </a:lnTo>
                  <a:lnTo>
                    <a:pt x="17780" y="5080"/>
                  </a:lnTo>
                  <a:lnTo>
                    <a:pt x="0" y="5080"/>
                  </a:lnTo>
                  <a:lnTo>
                    <a:pt x="0" y="6350"/>
                  </a:lnTo>
                  <a:lnTo>
                    <a:pt x="181610" y="6350"/>
                  </a:lnTo>
                  <a:lnTo>
                    <a:pt x="181610" y="5080"/>
                  </a:lnTo>
                  <a:close/>
                </a:path>
              </a:pathLst>
            </a:custGeom>
            <a:solidFill>
              <a:srgbClr val="110C00"/>
            </a:solidFill>
          </p:spPr>
          <p:txBody>
            <a:bodyPr wrap="square" lIns="0" tIns="0" rIns="0" bIns="0" rtlCol="0"/>
            <a:lstStyle/>
            <a:p/>
          </p:txBody>
        </p:sp>
        <p:sp>
          <p:nvSpPr>
            <p:cNvPr id="1156" name="object 1156"/>
            <p:cNvSpPr/>
            <p:nvPr/>
          </p:nvSpPr>
          <p:spPr>
            <a:xfrm>
              <a:off x="6294120" y="2680969"/>
              <a:ext cx="297180" cy="7620"/>
            </a:xfrm>
            <a:custGeom>
              <a:avLst/>
              <a:gdLst/>
              <a:ahLst/>
              <a:cxnLst/>
              <a:rect l="l" t="t" r="r" b="b"/>
              <a:pathLst>
                <a:path w="297179" h="7619">
                  <a:moveTo>
                    <a:pt x="297180" y="6350"/>
                  </a:moveTo>
                  <a:lnTo>
                    <a:pt x="295910" y="6350"/>
                  </a:lnTo>
                  <a:lnTo>
                    <a:pt x="295910" y="5080"/>
                  </a:lnTo>
                  <a:lnTo>
                    <a:pt x="295910" y="3810"/>
                  </a:lnTo>
                  <a:lnTo>
                    <a:pt x="294627" y="3810"/>
                  </a:lnTo>
                  <a:lnTo>
                    <a:pt x="294627" y="2540"/>
                  </a:lnTo>
                  <a:lnTo>
                    <a:pt x="293370" y="2540"/>
                  </a:lnTo>
                  <a:lnTo>
                    <a:pt x="293370" y="1270"/>
                  </a:lnTo>
                  <a:lnTo>
                    <a:pt x="292100" y="1270"/>
                  </a:lnTo>
                  <a:lnTo>
                    <a:pt x="292100" y="0"/>
                  </a:lnTo>
                  <a:lnTo>
                    <a:pt x="90170" y="0"/>
                  </a:lnTo>
                  <a:lnTo>
                    <a:pt x="90170" y="1270"/>
                  </a:lnTo>
                  <a:lnTo>
                    <a:pt x="72390" y="1270"/>
                  </a:lnTo>
                  <a:lnTo>
                    <a:pt x="72390" y="2540"/>
                  </a:lnTo>
                  <a:lnTo>
                    <a:pt x="54610" y="2540"/>
                  </a:lnTo>
                  <a:lnTo>
                    <a:pt x="54610" y="3810"/>
                  </a:lnTo>
                  <a:lnTo>
                    <a:pt x="36830" y="3810"/>
                  </a:lnTo>
                  <a:lnTo>
                    <a:pt x="36830" y="5080"/>
                  </a:lnTo>
                  <a:lnTo>
                    <a:pt x="17780" y="5080"/>
                  </a:lnTo>
                  <a:lnTo>
                    <a:pt x="17780" y="6350"/>
                  </a:lnTo>
                  <a:lnTo>
                    <a:pt x="0" y="6350"/>
                  </a:lnTo>
                  <a:lnTo>
                    <a:pt x="0" y="7620"/>
                  </a:lnTo>
                  <a:lnTo>
                    <a:pt x="297180" y="7620"/>
                  </a:lnTo>
                  <a:lnTo>
                    <a:pt x="297180" y="6350"/>
                  </a:lnTo>
                  <a:close/>
                </a:path>
              </a:pathLst>
            </a:custGeom>
            <a:solidFill>
              <a:srgbClr val="130E00"/>
            </a:solidFill>
          </p:spPr>
          <p:txBody>
            <a:bodyPr wrap="square" lIns="0" tIns="0" rIns="0" bIns="0" rtlCol="0"/>
            <a:lstStyle/>
            <a:p/>
          </p:txBody>
        </p:sp>
        <p:sp>
          <p:nvSpPr>
            <p:cNvPr id="1157" name="object 1157"/>
            <p:cNvSpPr/>
            <p:nvPr/>
          </p:nvSpPr>
          <p:spPr>
            <a:xfrm>
              <a:off x="6266180" y="2688589"/>
              <a:ext cx="331470" cy="7620"/>
            </a:xfrm>
            <a:custGeom>
              <a:avLst/>
              <a:gdLst/>
              <a:ahLst/>
              <a:cxnLst/>
              <a:rect l="l" t="t" r="r" b="b"/>
              <a:pathLst>
                <a:path w="331470" h="7619">
                  <a:moveTo>
                    <a:pt x="331470" y="6350"/>
                  </a:moveTo>
                  <a:lnTo>
                    <a:pt x="330200" y="6350"/>
                  </a:lnTo>
                  <a:lnTo>
                    <a:pt x="330200" y="5080"/>
                  </a:lnTo>
                  <a:lnTo>
                    <a:pt x="328917" y="5080"/>
                  </a:lnTo>
                  <a:lnTo>
                    <a:pt x="328917" y="2540"/>
                  </a:lnTo>
                  <a:lnTo>
                    <a:pt x="327647" y="2540"/>
                  </a:lnTo>
                  <a:lnTo>
                    <a:pt x="327647" y="1270"/>
                  </a:lnTo>
                  <a:lnTo>
                    <a:pt x="326390" y="1270"/>
                  </a:lnTo>
                  <a:lnTo>
                    <a:pt x="326390" y="0"/>
                  </a:lnTo>
                  <a:lnTo>
                    <a:pt x="10160" y="0"/>
                  </a:lnTo>
                  <a:lnTo>
                    <a:pt x="10160" y="1270"/>
                  </a:lnTo>
                  <a:lnTo>
                    <a:pt x="0" y="1270"/>
                  </a:lnTo>
                  <a:lnTo>
                    <a:pt x="0" y="2540"/>
                  </a:lnTo>
                  <a:lnTo>
                    <a:pt x="0" y="5080"/>
                  </a:lnTo>
                  <a:lnTo>
                    <a:pt x="0" y="6350"/>
                  </a:lnTo>
                  <a:lnTo>
                    <a:pt x="0" y="7620"/>
                  </a:lnTo>
                  <a:lnTo>
                    <a:pt x="331470" y="7620"/>
                  </a:lnTo>
                  <a:lnTo>
                    <a:pt x="331470" y="6350"/>
                  </a:lnTo>
                  <a:close/>
                </a:path>
              </a:pathLst>
            </a:custGeom>
            <a:solidFill>
              <a:srgbClr val="150F00"/>
            </a:solidFill>
          </p:spPr>
          <p:txBody>
            <a:bodyPr wrap="square" lIns="0" tIns="0" rIns="0" bIns="0" rtlCol="0"/>
            <a:lstStyle/>
            <a:p/>
          </p:txBody>
        </p:sp>
        <p:sp>
          <p:nvSpPr>
            <p:cNvPr id="1158" name="object 1158"/>
            <p:cNvSpPr/>
            <p:nvPr/>
          </p:nvSpPr>
          <p:spPr>
            <a:xfrm>
              <a:off x="6266180" y="2696209"/>
              <a:ext cx="336550" cy="6350"/>
            </a:xfrm>
            <a:custGeom>
              <a:avLst/>
              <a:gdLst/>
              <a:ahLst/>
              <a:cxnLst/>
              <a:rect l="l" t="t" r="r" b="b"/>
              <a:pathLst>
                <a:path w="336550" h="6350">
                  <a:moveTo>
                    <a:pt x="336550" y="5080"/>
                  </a:moveTo>
                  <a:lnTo>
                    <a:pt x="335267" y="5080"/>
                  </a:lnTo>
                  <a:lnTo>
                    <a:pt x="335267" y="3810"/>
                  </a:lnTo>
                  <a:lnTo>
                    <a:pt x="333997" y="3810"/>
                  </a:lnTo>
                  <a:lnTo>
                    <a:pt x="333997" y="1270"/>
                  </a:lnTo>
                  <a:lnTo>
                    <a:pt x="332740" y="1270"/>
                  </a:lnTo>
                  <a:lnTo>
                    <a:pt x="332740" y="0"/>
                  </a:lnTo>
                  <a:lnTo>
                    <a:pt x="0" y="0"/>
                  </a:lnTo>
                  <a:lnTo>
                    <a:pt x="0" y="1270"/>
                  </a:lnTo>
                  <a:lnTo>
                    <a:pt x="0" y="3810"/>
                  </a:lnTo>
                  <a:lnTo>
                    <a:pt x="0" y="5080"/>
                  </a:lnTo>
                  <a:lnTo>
                    <a:pt x="0" y="6350"/>
                  </a:lnTo>
                  <a:lnTo>
                    <a:pt x="336550" y="6350"/>
                  </a:lnTo>
                  <a:lnTo>
                    <a:pt x="336550" y="5080"/>
                  </a:lnTo>
                  <a:close/>
                </a:path>
              </a:pathLst>
            </a:custGeom>
            <a:solidFill>
              <a:srgbClr val="161000"/>
            </a:solidFill>
          </p:spPr>
          <p:txBody>
            <a:bodyPr wrap="square" lIns="0" tIns="0" rIns="0" bIns="0" rtlCol="0"/>
            <a:lstStyle/>
            <a:p/>
          </p:txBody>
        </p:sp>
        <p:sp>
          <p:nvSpPr>
            <p:cNvPr id="1159" name="object 1159"/>
            <p:cNvSpPr/>
            <p:nvPr/>
          </p:nvSpPr>
          <p:spPr>
            <a:xfrm>
              <a:off x="6266180" y="2702559"/>
              <a:ext cx="342900" cy="7620"/>
            </a:xfrm>
            <a:custGeom>
              <a:avLst/>
              <a:gdLst/>
              <a:ahLst/>
              <a:cxnLst/>
              <a:rect l="l" t="t" r="r" b="b"/>
              <a:pathLst>
                <a:path w="342900" h="7619">
                  <a:moveTo>
                    <a:pt x="342900" y="6350"/>
                  </a:moveTo>
                  <a:lnTo>
                    <a:pt x="341617" y="6350"/>
                  </a:lnTo>
                  <a:lnTo>
                    <a:pt x="341617" y="5080"/>
                  </a:lnTo>
                  <a:lnTo>
                    <a:pt x="340347" y="5080"/>
                  </a:lnTo>
                  <a:lnTo>
                    <a:pt x="340347" y="3810"/>
                  </a:lnTo>
                  <a:lnTo>
                    <a:pt x="339090" y="3810"/>
                  </a:lnTo>
                  <a:lnTo>
                    <a:pt x="339090" y="1270"/>
                  </a:lnTo>
                  <a:lnTo>
                    <a:pt x="337820" y="1270"/>
                  </a:lnTo>
                  <a:lnTo>
                    <a:pt x="337820" y="0"/>
                  </a:lnTo>
                  <a:lnTo>
                    <a:pt x="0" y="0"/>
                  </a:lnTo>
                  <a:lnTo>
                    <a:pt x="0" y="7620"/>
                  </a:lnTo>
                  <a:lnTo>
                    <a:pt x="342900" y="7620"/>
                  </a:lnTo>
                  <a:lnTo>
                    <a:pt x="342900" y="6350"/>
                  </a:lnTo>
                  <a:close/>
                </a:path>
              </a:pathLst>
            </a:custGeom>
            <a:solidFill>
              <a:srgbClr val="181200"/>
            </a:solidFill>
          </p:spPr>
          <p:txBody>
            <a:bodyPr wrap="square" lIns="0" tIns="0" rIns="0" bIns="0" rtlCol="0"/>
            <a:lstStyle/>
            <a:p/>
          </p:txBody>
        </p:sp>
        <p:sp>
          <p:nvSpPr>
            <p:cNvPr id="1160" name="object 1160"/>
            <p:cNvSpPr/>
            <p:nvPr/>
          </p:nvSpPr>
          <p:spPr>
            <a:xfrm>
              <a:off x="6266180" y="2711449"/>
              <a:ext cx="349250" cy="6350"/>
            </a:xfrm>
            <a:custGeom>
              <a:avLst/>
              <a:gdLst/>
              <a:ahLst/>
              <a:cxnLst/>
              <a:rect l="l" t="t" r="r" b="b"/>
              <a:pathLst>
                <a:path w="349250" h="6350">
                  <a:moveTo>
                    <a:pt x="344170" y="0"/>
                  </a:moveTo>
                  <a:lnTo>
                    <a:pt x="0" y="0"/>
                  </a:lnTo>
                  <a:lnTo>
                    <a:pt x="0" y="1270"/>
                  </a:lnTo>
                  <a:lnTo>
                    <a:pt x="344170" y="1270"/>
                  </a:lnTo>
                  <a:lnTo>
                    <a:pt x="344170" y="0"/>
                  </a:lnTo>
                  <a:close/>
                </a:path>
                <a:path w="349250" h="6350">
                  <a:moveTo>
                    <a:pt x="345440" y="1270"/>
                  </a:moveTo>
                  <a:lnTo>
                    <a:pt x="344170" y="1270"/>
                  </a:lnTo>
                  <a:lnTo>
                    <a:pt x="344170" y="2540"/>
                  </a:lnTo>
                  <a:lnTo>
                    <a:pt x="0" y="2540"/>
                  </a:lnTo>
                  <a:lnTo>
                    <a:pt x="0" y="3810"/>
                  </a:lnTo>
                  <a:lnTo>
                    <a:pt x="1270" y="3810"/>
                  </a:lnTo>
                  <a:lnTo>
                    <a:pt x="1270" y="5080"/>
                  </a:lnTo>
                  <a:lnTo>
                    <a:pt x="11417" y="5080"/>
                  </a:lnTo>
                  <a:lnTo>
                    <a:pt x="11417" y="3810"/>
                  </a:lnTo>
                  <a:lnTo>
                    <a:pt x="19050" y="3810"/>
                  </a:lnTo>
                  <a:lnTo>
                    <a:pt x="19050" y="5080"/>
                  </a:lnTo>
                  <a:lnTo>
                    <a:pt x="27940" y="5080"/>
                  </a:lnTo>
                  <a:lnTo>
                    <a:pt x="27940" y="3810"/>
                  </a:lnTo>
                  <a:lnTo>
                    <a:pt x="345440" y="3810"/>
                  </a:lnTo>
                  <a:lnTo>
                    <a:pt x="345440" y="2540"/>
                  </a:lnTo>
                  <a:lnTo>
                    <a:pt x="345440" y="1270"/>
                  </a:lnTo>
                  <a:close/>
                </a:path>
                <a:path w="349250" h="6350">
                  <a:moveTo>
                    <a:pt x="349250" y="5080"/>
                  </a:moveTo>
                  <a:lnTo>
                    <a:pt x="347980" y="5080"/>
                  </a:lnTo>
                  <a:lnTo>
                    <a:pt x="347980" y="3810"/>
                  </a:lnTo>
                  <a:lnTo>
                    <a:pt x="346697" y="3810"/>
                  </a:lnTo>
                  <a:lnTo>
                    <a:pt x="346697" y="5080"/>
                  </a:lnTo>
                  <a:lnTo>
                    <a:pt x="43180" y="5080"/>
                  </a:lnTo>
                  <a:lnTo>
                    <a:pt x="43180" y="6350"/>
                  </a:lnTo>
                  <a:lnTo>
                    <a:pt x="349250" y="6350"/>
                  </a:lnTo>
                  <a:lnTo>
                    <a:pt x="349250" y="5080"/>
                  </a:lnTo>
                  <a:close/>
                </a:path>
              </a:pathLst>
            </a:custGeom>
            <a:solidFill>
              <a:srgbClr val="1A1300"/>
            </a:solidFill>
          </p:spPr>
          <p:txBody>
            <a:bodyPr wrap="square" lIns="0" tIns="0" rIns="0" bIns="0" rtlCol="0"/>
            <a:lstStyle/>
            <a:p/>
          </p:txBody>
        </p:sp>
        <p:sp>
          <p:nvSpPr>
            <p:cNvPr id="1161" name="object 1161"/>
            <p:cNvSpPr/>
            <p:nvPr/>
          </p:nvSpPr>
          <p:spPr>
            <a:xfrm>
              <a:off x="6309360" y="2717799"/>
              <a:ext cx="311150" cy="7620"/>
            </a:xfrm>
            <a:custGeom>
              <a:avLst/>
              <a:gdLst/>
              <a:ahLst/>
              <a:cxnLst/>
              <a:rect l="l" t="t" r="r" b="b"/>
              <a:pathLst>
                <a:path w="311150" h="7619">
                  <a:moveTo>
                    <a:pt x="306070" y="0"/>
                  </a:moveTo>
                  <a:lnTo>
                    <a:pt x="0" y="0"/>
                  </a:lnTo>
                  <a:lnTo>
                    <a:pt x="0" y="1270"/>
                  </a:lnTo>
                  <a:lnTo>
                    <a:pt x="6350" y="1270"/>
                  </a:lnTo>
                  <a:lnTo>
                    <a:pt x="6350" y="2540"/>
                  </a:lnTo>
                  <a:lnTo>
                    <a:pt x="10160" y="2540"/>
                  </a:lnTo>
                  <a:lnTo>
                    <a:pt x="10160" y="1270"/>
                  </a:lnTo>
                  <a:lnTo>
                    <a:pt x="306070" y="1270"/>
                  </a:lnTo>
                  <a:lnTo>
                    <a:pt x="306070" y="0"/>
                  </a:lnTo>
                  <a:close/>
                </a:path>
                <a:path w="311150" h="7619">
                  <a:moveTo>
                    <a:pt x="307340" y="2540"/>
                  </a:moveTo>
                  <a:lnTo>
                    <a:pt x="10160" y="2540"/>
                  </a:lnTo>
                  <a:lnTo>
                    <a:pt x="10160" y="3810"/>
                  </a:lnTo>
                  <a:lnTo>
                    <a:pt x="12700" y="3810"/>
                  </a:lnTo>
                  <a:lnTo>
                    <a:pt x="12700" y="5080"/>
                  </a:lnTo>
                  <a:lnTo>
                    <a:pt x="16510" y="5080"/>
                  </a:lnTo>
                  <a:lnTo>
                    <a:pt x="16510" y="3810"/>
                  </a:lnTo>
                  <a:lnTo>
                    <a:pt x="307340" y="3810"/>
                  </a:lnTo>
                  <a:lnTo>
                    <a:pt x="307340" y="2540"/>
                  </a:lnTo>
                  <a:close/>
                </a:path>
                <a:path w="311150" h="7619">
                  <a:moveTo>
                    <a:pt x="311137" y="5080"/>
                  </a:moveTo>
                  <a:lnTo>
                    <a:pt x="309880" y="5080"/>
                  </a:lnTo>
                  <a:lnTo>
                    <a:pt x="309880" y="3810"/>
                  </a:lnTo>
                  <a:lnTo>
                    <a:pt x="308610" y="3810"/>
                  </a:lnTo>
                  <a:lnTo>
                    <a:pt x="308610" y="5080"/>
                  </a:lnTo>
                  <a:lnTo>
                    <a:pt x="17780" y="5080"/>
                  </a:lnTo>
                  <a:lnTo>
                    <a:pt x="17780" y="7620"/>
                  </a:lnTo>
                  <a:lnTo>
                    <a:pt x="311137" y="7620"/>
                  </a:lnTo>
                  <a:lnTo>
                    <a:pt x="311137" y="5080"/>
                  </a:lnTo>
                  <a:close/>
                </a:path>
              </a:pathLst>
            </a:custGeom>
            <a:solidFill>
              <a:srgbClr val="1C1400"/>
            </a:solidFill>
          </p:spPr>
          <p:txBody>
            <a:bodyPr wrap="square" lIns="0" tIns="0" rIns="0" bIns="0" rtlCol="0"/>
            <a:lstStyle/>
            <a:p/>
          </p:txBody>
        </p:sp>
        <p:sp>
          <p:nvSpPr>
            <p:cNvPr id="1162" name="object 1162"/>
            <p:cNvSpPr/>
            <p:nvPr/>
          </p:nvSpPr>
          <p:spPr>
            <a:xfrm>
              <a:off x="6330950" y="2725419"/>
              <a:ext cx="294640" cy="6350"/>
            </a:xfrm>
            <a:custGeom>
              <a:avLst/>
              <a:gdLst/>
              <a:ahLst/>
              <a:cxnLst/>
              <a:rect l="l" t="t" r="r" b="b"/>
              <a:pathLst>
                <a:path w="294640" h="6350">
                  <a:moveTo>
                    <a:pt x="2540" y="0"/>
                  </a:moveTo>
                  <a:lnTo>
                    <a:pt x="0" y="0"/>
                  </a:lnTo>
                  <a:lnTo>
                    <a:pt x="0" y="1270"/>
                  </a:lnTo>
                  <a:lnTo>
                    <a:pt x="2540" y="1270"/>
                  </a:lnTo>
                  <a:lnTo>
                    <a:pt x="2540" y="0"/>
                  </a:lnTo>
                  <a:close/>
                </a:path>
                <a:path w="294640" h="6350">
                  <a:moveTo>
                    <a:pt x="290830" y="1270"/>
                  </a:moveTo>
                  <a:lnTo>
                    <a:pt x="2540" y="1270"/>
                  </a:lnTo>
                  <a:lnTo>
                    <a:pt x="2540" y="2540"/>
                  </a:lnTo>
                  <a:lnTo>
                    <a:pt x="5080" y="2540"/>
                  </a:lnTo>
                  <a:lnTo>
                    <a:pt x="5080" y="3810"/>
                  </a:lnTo>
                  <a:lnTo>
                    <a:pt x="6350" y="3810"/>
                  </a:lnTo>
                  <a:lnTo>
                    <a:pt x="6350" y="2540"/>
                  </a:lnTo>
                  <a:lnTo>
                    <a:pt x="290830" y="2540"/>
                  </a:lnTo>
                  <a:lnTo>
                    <a:pt x="290830" y="1270"/>
                  </a:lnTo>
                  <a:close/>
                </a:path>
                <a:path w="294640" h="6350">
                  <a:moveTo>
                    <a:pt x="294640" y="3810"/>
                  </a:moveTo>
                  <a:lnTo>
                    <a:pt x="293370" y="3810"/>
                  </a:lnTo>
                  <a:lnTo>
                    <a:pt x="293370" y="2540"/>
                  </a:lnTo>
                  <a:lnTo>
                    <a:pt x="292100" y="2540"/>
                  </a:lnTo>
                  <a:lnTo>
                    <a:pt x="292100" y="3810"/>
                  </a:lnTo>
                  <a:lnTo>
                    <a:pt x="7620" y="3810"/>
                  </a:lnTo>
                  <a:lnTo>
                    <a:pt x="7620" y="6350"/>
                  </a:lnTo>
                  <a:lnTo>
                    <a:pt x="294640" y="6350"/>
                  </a:lnTo>
                  <a:lnTo>
                    <a:pt x="294640" y="3810"/>
                  </a:lnTo>
                  <a:close/>
                </a:path>
              </a:pathLst>
            </a:custGeom>
            <a:solidFill>
              <a:srgbClr val="1E1600"/>
            </a:solidFill>
          </p:spPr>
          <p:txBody>
            <a:bodyPr wrap="square" lIns="0" tIns="0" rIns="0" bIns="0" rtlCol="0"/>
            <a:lstStyle/>
            <a:p/>
          </p:txBody>
        </p:sp>
        <p:sp>
          <p:nvSpPr>
            <p:cNvPr id="1163" name="object 1163"/>
            <p:cNvSpPr/>
            <p:nvPr/>
          </p:nvSpPr>
          <p:spPr>
            <a:xfrm>
              <a:off x="6341110" y="2731769"/>
              <a:ext cx="289560" cy="7620"/>
            </a:xfrm>
            <a:custGeom>
              <a:avLst/>
              <a:gdLst/>
              <a:ahLst/>
              <a:cxnLst/>
              <a:rect l="l" t="t" r="r" b="b"/>
              <a:pathLst>
                <a:path w="289559" h="7619">
                  <a:moveTo>
                    <a:pt x="2540" y="0"/>
                  </a:moveTo>
                  <a:lnTo>
                    <a:pt x="0" y="0"/>
                  </a:lnTo>
                  <a:lnTo>
                    <a:pt x="0" y="1270"/>
                  </a:lnTo>
                  <a:lnTo>
                    <a:pt x="2540" y="1270"/>
                  </a:lnTo>
                  <a:lnTo>
                    <a:pt x="2540" y="0"/>
                  </a:lnTo>
                  <a:close/>
                </a:path>
                <a:path w="289559" h="7619">
                  <a:moveTo>
                    <a:pt x="285737" y="1270"/>
                  </a:moveTo>
                  <a:lnTo>
                    <a:pt x="2540" y="1270"/>
                  </a:lnTo>
                  <a:lnTo>
                    <a:pt x="2540" y="2540"/>
                  </a:lnTo>
                  <a:lnTo>
                    <a:pt x="3810" y="2540"/>
                  </a:lnTo>
                  <a:lnTo>
                    <a:pt x="3810" y="3810"/>
                  </a:lnTo>
                  <a:lnTo>
                    <a:pt x="5080" y="3810"/>
                  </a:lnTo>
                  <a:lnTo>
                    <a:pt x="5080" y="2540"/>
                  </a:lnTo>
                  <a:lnTo>
                    <a:pt x="285737" y="2540"/>
                  </a:lnTo>
                  <a:lnTo>
                    <a:pt x="285737" y="1270"/>
                  </a:lnTo>
                  <a:close/>
                </a:path>
                <a:path w="289559" h="7619">
                  <a:moveTo>
                    <a:pt x="289560" y="3810"/>
                  </a:moveTo>
                  <a:lnTo>
                    <a:pt x="288290" y="3810"/>
                  </a:lnTo>
                  <a:lnTo>
                    <a:pt x="288290" y="2540"/>
                  </a:lnTo>
                  <a:lnTo>
                    <a:pt x="287020" y="2540"/>
                  </a:lnTo>
                  <a:lnTo>
                    <a:pt x="287020" y="3810"/>
                  </a:lnTo>
                  <a:lnTo>
                    <a:pt x="7620" y="3810"/>
                  </a:lnTo>
                  <a:lnTo>
                    <a:pt x="7620" y="6350"/>
                  </a:lnTo>
                  <a:lnTo>
                    <a:pt x="8890" y="6350"/>
                  </a:lnTo>
                  <a:lnTo>
                    <a:pt x="8890" y="7620"/>
                  </a:lnTo>
                  <a:lnTo>
                    <a:pt x="10160" y="7620"/>
                  </a:lnTo>
                  <a:lnTo>
                    <a:pt x="10160" y="6350"/>
                  </a:lnTo>
                  <a:lnTo>
                    <a:pt x="289560" y="6350"/>
                  </a:lnTo>
                  <a:lnTo>
                    <a:pt x="289560" y="3810"/>
                  </a:lnTo>
                  <a:close/>
                </a:path>
              </a:pathLst>
            </a:custGeom>
            <a:solidFill>
              <a:srgbClr val="201700"/>
            </a:solidFill>
          </p:spPr>
          <p:txBody>
            <a:bodyPr wrap="square" lIns="0" tIns="0" rIns="0" bIns="0" rtlCol="0"/>
            <a:lstStyle/>
            <a:p/>
          </p:txBody>
        </p:sp>
        <p:sp>
          <p:nvSpPr>
            <p:cNvPr id="1164" name="object 1164"/>
            <p:cNvSpPr/>
            <p:nvPr/>
          </p:nvSpPr>
          <p:spPr>
            <a:xfrm>
              <a:off x="6351270" y="2739389"/>
              <a:ext cx="287020" cy="7620"/>
            </a:xfrm>
            <a:custGeom>
              <a:avLst/>
              <a:gdLst/>
              <a:ahLst/>
              <a:cxnLst/>
              <a:rect l="l" t="t" r="r" b="b"/>
              <a:pathLst>
                <a:path w="287020" h="7619">
                  <a:moveTo>
                    <a:pt x="280670" y="0"/>
                  </a:moveTo>
                  <a:lnTo>
                    <a:pt x="0" y="0"/>
                  </a:lnTo>
                  <a:lnTo>
                    <a:pt x="0" y="1270"/>
                  </a:lnTo>
                  <a:lnTo>
                    <a:pt x="1270" y="1270"/>
                  </a:lnTo>
                  <a:lnTo>
                    <a:pt x="1270" y="2540"/>
                  </a:lnTo>
                  <a:lnTo>
                    <a:pt x="2540" y="2540"/>
                  </a:lnTo>
                  <a:lnTo>
                    <a:pt x="2540" y="1270"/>
                  </a:lnTo>
                  <a:lnTo>
                    <a:pt x="280670" y="1270"/>
                  </a:lnTo>
                  <a:lnTo>
                    <a:pt x="280670" y="0"/>
                  </a:lnTo>
                  <a:close/>
                </a:path>
                <a:path w="287020" h="7619">
                  <a:moveTo>
                    <a:pt x="284480" y="2540"/>
                  </a:moveTo>
                  <a:lnTo>
                    <a:pt x="283210" y="2540"/>
                  </a:lnTo>
                  <a:lnTo>
                    <a:pt x="283210" y="1270"/>
                  </a:lnTo>
                  <a:lnTo>
                    <a:pt x="281927" y="1270"/>
                  </a:lnTo>
                  <a:lnTo>
                    <a:pt x="281927" y="2540"/>
                  </a:lnTo>
                  <a:lnTo>
                    <a:pt x="2540" y="2540"/>
                  </a:lnTo>
                  <a:lnTo>
                    <a:pt x="2540" y="5080"/>
                  </a:lnTo>
                  <a:lnTo>
                    <a:pt x="3810" y="5080"/>
                  </a:lnTo>
                  <a:lnTo>
                    <a:pt x="3810" y="6350"/>
                  </a:lnTo>
                  <a:lnTo>
                    <a:pt x="5080" y="6350"/>
                  </a:lnTo>
                  <a:lnTo>
                    <a:pt x="5080" y="5080"/>
                  </a:lnTo>
                  <a:lnTo>
                    <a:pt x="284480" y="5080"/>
                  </a:lnTo>
                  <a:lnTo>
                    <a:pt x="284480" y="2540"/>
                  </a:lnTo>
                  <a:close/>
                </a:path>
                <a:path w="287020" h="7619">
                  <a:moveTo>
                    <a:pt x="287020" y="5080"/>
                  </a:moveTo>
                  <a:lnTo>
                    <a:pt x="285750" y="5080"/>
                  </a:lnTo>
                  <a:lnTo>
                    <a:pt x="285750" y="6350"/>
                  </a:lnTo>
                  <a:lnTo>
                    <a:pt x="5080" y="6350"/>
                  </a:lnTo>
                  <a:lnTo>
                    <a:pt x="5080" y="7620"/>
                  </a:lnTo>
                  <a:lnTo>
                    <a:pt x="287020" y="7620"/>
                  </a:lnTo>
                  <a:lnTo>
                    <a:pt x="287020" y="6350"/>
                  </a:lnTo>
                  <a:lnTo>
                    <a:pt x="287020" y="5080"/>
                  </a:lnTo>
                  <a:close/>
                </a:path>
              </a:pathLst>
            </a:custGeom>
            <a:solidFill>
              <a:srgbClr val="211900"/>
            </a:solidFill>
          </p:spPr>
          <p:txBody>
            <a:bodyPr wrap="square" lIns="0" tIns="0" rIns="0" bIns="0" rtlCol="0"/>
            <a:lstStyle/>
            <a:p/>
          </p:txBody>
        </p:sp>
        <p:sp>
          <p:nvSpPr>
            <p:cNvPr id="1165" name="object 1165"/>
            <p:cNvSpPr/>
            <p:nvPr/>
          </p:nvSpPr>
          <p:spPr>
            <a:xfrm>
              <a:off x="6357620" y="2747009"/>
              <a:ext cx="285750" cy="6350"/>
            </a:xfrm>
            <a:custGeom>
              <a:avLst/>
              <a:gdLst/>
              <a:ahLst/>
              <a:cxnLst/>
              <a:rect l="l" t="t" r="r" b="b"/>
              <a:pathLst>
                <a:path w="285750" h="6350">
                  <a:moveTo>
                    <a:pt x="1270" y="0"/>
                  </a:moveTo>
                  <a:lnTo>
                    <a:pt x="0" y="0"/>
                  </a:lnTo>
                  <a:lnTo>
                    <a:pt x="0" y="1270"/>
                  </a:lnTo>
                  <a:lnTo>
                    <a:pt x="1270" y="1270"/>
                  </a:lnTo>
                  <a:lnTo>
                    <a:pt x="1270" y="0"/>
                  </a:lnTo>
                  <a:close/>
                </a:path>
                <a:path w="285750" h="6350">
                  <a:moveTo>
                    <a:pt x="283210" y="1270"/>
                  </a:moveTo>
                  <a:lnTo>
                    <a:pt x="281927" y="1270"/>
                  </a:lnTo>
                  <a:lnTo>
                    <a:pt x="281927" y="0"/>
                  </a:lnTo>
                  <a:lnTo>
                    <a:pt x="280670" y="0"/>
                  </a:lnTo>
                  <a:lnTo>
                    <a:pt x="280670" y="1270"/>
                  </a:lnTo>
                  <a:lnTo>
                    <a:pt x="2540" y="1270"/>
                  </a:lnTo>
                  <a:lnTo>
                    <a:pt x="2540" y="3810"/>
                  </a:lnTo>
                  <a:lnTo>
                    <a:pt x="3810" y="3810"/>
                  </a:lnTo>
                  <a:lnTo>
                    <a:pt x="3810" y="5080"/>
                  </a:lnTo>
                  <a:lnTo>
                    <a:pt x="5080" y="5080"/>
                  </a:lnTo>
                  <a:lnTo>
                    <a:pt x="5080" y="3810"/>
                  </a:lnTo>
                  <a:lnTo>
                    <a:pt x="283210" y="3810"/>
                  </a:lnTo>
                  <a:lnTo>
                    <a:pt x="283210" y="1270"/>
                  </a:lnTo>
                  <a:close/>
                </a:path>
                <a:path w="285750" h="6350">
                  <a:moveTo>
                    <a:pt x="285750" y="3810"/>
                  </a:moveTo>
                  <a:lnTo>
                    <a:pt x="284480" y="3810"/>
                  </a:lnTo>
                  <a:lnTo>
                    <a:pt x="284480" y="5080"/>
                  </a:lnTo>
                  <a:lnTo>
                    <a:pt x="5080" y="5080"/>
                  </a:lnTo>
                  <a:lnTo>
                    <a:pt x="5080" y="6350"/>
                  </a:lnTo>
                  <a:lnTo>
                    <a:pt x="285750" y="6350"/>
                  </a:lnTo>
                  <a:lnTo>
                    <a:pt x="285750" y="5080"/>
                  </a:lnTo>
                  <a:lnTo>
                    <a:pt x="285750" y="3810"/>
                  </a:lnTo>
                  <a:close/>
                </a:path>
              </a:pathLst>
            </a:custGeom>
            <a:solidFill>
              <a:srgbClr val="231A00"/>
            </a:solidFill>
          </p:spPr>
          <p:txBody>
            <a:bodyPr wrap="square" lIns="0" tIns="0" rIns="0" bIns="0" rtlCol="0"/>
            <a:lstStyle/>
            <a:p/>
          </p:txBody>
        </p:sp>
        <p:sp>
          <p:nvSpPr>
            <p:cNvPr id="1166" name="object 1166"/>
            <p:cNvSpPr/>
            <p:nvPr/>
          </p:nvSpPr>
          <p:spPr>
            <a:xfrm>
              <a:off x="7056120" y="2602229"/>
              <a:ext cx="107950" cy="13970"/>
            </a:xfrm>
            <a:custGeom>
              <a:avLst/>
              <a:gdLst/>
              <a:ahLst/>
              <a:cxnLst/>
              <a:rect l="l" t="t" r="r" b="b"/>
              <a:pathLst>
                <a:path w="107950" h="13969">
                  <a:moveTo>
                    <a:pt x="107950" y="5207"/>
                  </a:moveTo>
                  <a:lnTo>
                    <a:pt x="71120" y="5207"/>
                  </a:lnTo>
                  <a:lnTo>
                    <a:pt x="71120" y="5080"/>
                  </a:lnTo>
                  <a:lnTo>
                    <a:pt x="60960" y="5080"/>
                  </a:lnTo>
                  <a:lnTo>
                    <a:pt x="60960" y="6350"/>
                  </a:lnTo>
                  <a:lnTo>
                    <a:pt x="50800" y="6350"/>
                  </a:lnTo>
                  <a:lnTo>
                    <a:pt x="50800" y="7620"/>
                  </a:lnTo>
                  <a:lnTo>
                    <a:pt x="40640" y="7620"/>
                  </a:lnTo>
                  <a:lnTo>
                    <a:pt x="40640" y="8890"/>
                  </a:lnTo>
                  <a:lnTo>
                    <a:pt x="30480" y="8890"/>
                  </a:lnTo>
                  <a:lnTo>
                    <a:pt x="30480" y="10160"/>
                  </a:lnTo>
                  <a:lnTo>
                    <a:pt x="20320" y="10160"/>
                  </a:lnTo>
                  <a:lnTo>
                    <a:pt x="20320" y="11430"/>
                  </a:lnTo>
                  <a:lnTo>
                    <a:pt x="10160" y="11430"/>
                  </a:lnTo>
                  <a:lnTo>
                    <a:pt x="10160" y="12700"/>
                  </a:lnTo>
                  <a:lnTo>
                    <a:pt x="0" y="12700"/>
                  </a:lnTo>
                  <a:lnTo>
                    <a:pt x="0" y="13970"/>
                  </a:lnTo>
                  <a:lnTo>
                    <a:pt x="107950" y="13970"/>
                  </a:lnTo>
                  <a:lnTo>
                    <a:pt x="107950" y="12700"/>
                  </a:lnTo>
                  <a:lnTo>
                    <a:pt x="107950" y="11430"/>
                  </a:lnTo>
                  <a:lnTo>
                    <a:pt x="107950" y="10160"/>
                  </a:lnTo>
                  <a:lnTo>
                    <a:pt x="107950" y="8890"/>
                  </a:lnTo>
                  <a:lnTo>
                    <a:pt x="107950" y="7620"/>
                  </a:lnTo>
                  <a:lnTo>
                    <a:pt x="107950" y="5207"/>
                  </a:lnTo>
                  <a:close/>
                </a:path>
                <a:path w="107950" h="13969">
                  <a:moveTo>
                    <a:pt x="107950" y="2667"/>
                  </a:moveTo>
                  <a:lnTo>
                    <a:pt x="91440" y="2667"/>
                  </a:lnTo>
                  <a:lnTo>
                    <a:pt x="91440" y="2540"/>
                  </a:lnTo>
                  <a:lnTo>
                    <a:pt x="81280" y="2540"/>
                  </a:lnTo>
                  <a:lnTo>
                    <a:pt x="81280" y="3937"/>
                  </a:lnTo>
                  <a:lnTo>
                    <a:pt x="71120" y="3937"/>
                  </a:lnTo>
                  <a:lnTo>
                    <a:pt x="71120" y="5080"/>
                  </a:lnTo>
                  <a:lnTo>
                    <a:pt x="107950" y="5080"/>
                  </a:lnTo>
                  <a:lnTo>
                    <a:pt x="107950" y="2667"/>
                  </a:lnTo>
                  <a:close/>
                </a:path>
                <a:path w="107950" h="13969">
                  <a:moveTo>
                    <a:pt x="107950" y="0"/>
                  </a:moveTo>
                  <a:lnTo>
                    <a:pt x="106680" y="0"/>
                  </a:lnTo>
                  <a:lnTo>
                    <a:pt x="106680" y="1397"/>
                  </a:lnTo>
                  <a:lnTo>
                    <a:pt x="91440" y="1397"/>
                  </a:lnTo>
                  <a:lnTo>
                    <a:pt x="91440" y="2540"/>
                  </a:lnTo>
                  <a:lnTo>
                    <a:pt x="107950" y="2540"/>
                  </a:lnTo>
                  <a:lnTo>
                    <a:pt x="107950" y="0"/>
                  </a:lnTo>
                  <a:close/>
                </a:path>
              </a:pathLst>
            </a:custGeom>
            <a:solidFill>
              <a:srgbClr val="000000"/>
            </a:solidFill>
          </p:spPr>
          <p:txBody>
            <a:bodyPr wrap="square" lIns="0" tIns="0" rIns="0" bIns="0" rtlCol="0"/>
            <a:lstStyle/>
            <a:p/>
          </p:txBody>
        </p:sp>
        <p:sp>
          <p:nvSpPr>
            <p:cNvPr id="1167" name="object 1167"/>
            <p:cNvSpPr/>
            <p:nvPr/>
          </p:nvSpPr>
          <p:spPr>
            <a:xfrm>
              <a:off x="6995160" y="2616199"/>
              <a:ext cx="168910" cy="7620"/>
            </a:xfrm>
            <a:custGeom>
              <a:avLst/>
              <a:gdLst/>
              <a:ahLst/>
              <a:cxnLst/>
              <a:rect l="l" t="t" r="r" b="b"/>
              <a:pathLst>
                <a:path w="168909" h="7619">
                  <a:moveTo>
                    <a:pt x="168910" y="0"/>
                  </a:moveTo>
                  <a:lnTo>
                    <a:pt x="50800" y="0"/>
                  </a:lnTo>
                  <a:lnTo>
                    <a:pt x="50800" y="1270"/>
                  </a:lnTo>
                  <a:lnTo>
                    <a:pt x="40640" y="1270"/>
                  </a:lnTo>
                  <a:lnTo>
                    <a:pt x="40640" y="2540"/>
                  </a:lnTo>
                  <a:lnTo>
                    <a:pt x="30480" y="2540"/>
                  </a:lnTo>
                  <a:lnTo>
                    <a:pt x="30480" y="3810"/>
                  </a:lnTo>
                  <a:lnTo>
                    <a:pt x="20320" y="3810"/>
                  </a:lnTo>
                  <a:lnTo>
                    <a:pt x="20320" y="5080"/>
                  </a:lnTo>
                  <a:lnTo>
                    <a:pt x="10160" y="5080"/>
                  </a:lnTo>
                  <a:lnTo>
                    <a:pt x="10160" y="6350"/>
                  </a:lnTo>
                  <a:lnTo>
                    <a:pt x="0" y="6350"/>
                  </a:lnTo>
                  <a:lnTo>
                    <a:pt x="0" y="7620"/>
                  </a:lnTo>
                  <a:lnTo>
                    <a:pt x="168910" y="7620"/>
                  </a:lnTo>
                  <a:lnTo>
                    <a:pt x="168910" y="6350"/>
                  </a:lnTo>
                  <a:lnTo>
                    <a:pt x="168910" y="5080"/>
                  </a:lnTo>
                  <a:lnTo>
                    <a:pt x="168910" y="3810"/>
                  </a:lnTo>
                  <a:lnTo>
                    <a:pt x="168910" y="2540"/>
                  </a:lnTo>
                  <a:lnTo>
                    <a:pt x="168910" y="1270"/>
                  </a:lnTo>
                  <a:lnTo>
                    <a:pt x="168910" y="0"/>
                  </a:lnTo>
                  <a:close/>
                </a:path>
              </a:pathLst>
            </a:custGeom>
            <a:solidFill>
              <a:srgbClr val="020100"/>
            </a:solidFill>
          </p:spPr>
          <p:txBody>
            <a:bodyPr wrap="square" lIns="0" tIns="0" rIns="0" bIns="0" rtlCol="0"/>
            <a:lstStyle/>
            <a:p/>
          </p:txBody>
        </p:sp>
        <p:sp>
          <p:nvSpPr>
            <p:cNvPr id="1168" name="object 1168"/>
            <p:cNvSpPr/>
            <p:nvPr/>
          </p:nvSpPr>
          <p:spPr>
            <a:xfrm>
              <a:off x="6934200" y="2623819"/>
              <a:ext cx="229870" cy="7620"/>
            </a:xfrm>
            <a:custGeom>
              <a:avLst/>
              <a:gdLst/>
              <a:ahLst/>
              <a:cxnLst/>
              <a:rect l="l" t="t" r="r" b="b"/>
              <a:pathLst>
                <a:path w="229870" h="7619">
                  <a:moveTo>
                    <a:pt x="229870" y="0"/>
                  </a:moveTo>
                  <a:lnTo>
                    <a:pt x="50800" y="0"/>
                  </a:lnTo>
                  <a:lnTo>
                    <a:pt x="50800" y="1270"/>
                  </a:lnTo>
                  <a:lnTo>
                    <a:pt x="40640" y="1270"/>
                  </a:lnTo>
                  <a:lnTo>
                    <a:pt x="40640" y="2540"/>
                  </a:lnTo>
                  <a:lnTo>
                    <a:pt x="30480" y="2540"/>
                  </a:lnTo>
                  <a:lnTo>
                    <a:pt x="30480" y="3810"/>
                  </a:lnTo>
                  <a:lnTo>
                    <a:pt x="20320" y="3810"/>
                  </a:lnTo>
                  <a:lnTo>
                    <a:pt x="20320" y="5080"/>
                  </a:lnTo>
                  <a:lnTo>
                    <a:pt x="10160" y="5080"/>
                  </a:lnTo>
                  <a:lnTo>
                    <a:pt x="10160" y="6350"/>
                  </a:lnTo>
                  <a:lnTo>
                    <a:pt x="0" y="6350"/>
                  </a:lnTo>
                  <a:lnTo>
                    <a:pt x="0" y="7620"/>
                  </a:lnTo>
                  <a:lnTo>
                    <a:pt x="223520" y="7620"/>
                  </a:lnTo>
                  <a:lnTo>
                    <a:pt x="223520" y="6350"/>
                  </a:lnTo>
                  <a:lnTo>
                    <a:pt x="227330" y="6350"/>
                  </a:lnTo>
                  <a:lnTo>
                    <a:pt x="227330" y="5080"/>
                  </a:lnTo>
                  <a:lnTo>
                    <a:pt x="229870" y="5080"/>
                  </a:lnTo>
                  <a:lnTo>
                    <a:pt x="229870" y="3810"/>
                  </a:lnTo>
                  <a:lnTo>
                    <a:pt x="229870" y="2540"/>
                  </a:lnTo>
                  <a:lnTo>
                    <a:pt x="229870" y="1270"/>
                  </a:lnTo>
                  <a:lnTo>
                    <a:pt x="229870" y="0"/>
                  </a:lnTo>
                  <a:close/>
                </a:path>
              </a:pathLst>
            </a:custGeom>
            <a:solidFill>
              <a:srgbClr val="040300"/>
            </a:solidFill>
          </p:spPr>
          <p:txBody>
            <a:bodyPr wrap="square" lIns="0" tIns="0" rIns="0" bIns="0" rtlCol="0"/>
            <a:lstStyle/>
            <a:p/>
          </p:txBody>
        </p:sp>
        <p:sp>
          <p:nvSpPr>
            <p:cNvPr id="1169" name="object 1169"/>
            <p:cNvSpPr/>
            <p:nvPr/>
          </p:nvSpPr>
          <p:spPr>
            <a:xfrm>
              <a:off x="6883400" y="2631439"/>
              <a:ext cx="274320" cy="6350"/>
            </a:xfrm>
            <a:custGeom>
              <a:avLst/>
              <a:gdLst/>
              <a:ahLst/>
              <a:cxnLst/>
              <a:rect l="l" t="t" r="r" b="b"/>
              <a:pathLst>
                <a:path w="274320" h="6350">
                  <a:moveTo>
                    <a:pt x="274320" y="0"/>
                  </a:moveTo>
                  <a:lnTo>
                    <a:pt x="270510" y="0"/>
                  </a:lnTo>
                  <a:lnTo>
                    <a:pt x="50800" y="0"/>
                  </a:lnTo>
                  <a:lnTo>
                    <a:pt x="40640" y="0"/>
                  </a:lnTo>
                  <a:lnTo>
                    <a:pt x="40640" y="1270"/>
                  </a:lnTo>
                  <a:lnTo>
                    <a:pt x="30480" y="1270"/>
                  </a:lnTo>
                  <a:lnTo>
                    <a:pt x="30480" y="2540"/>
                  </a:lnTo>
                  <a:lnTo>
                    <a:pt x="20320" y="2540"/>
                  </a:lnTo>
                  <a:lnTo>
                    <a:pt x="20320" y="3810"/>
                  </a:lnTo>
                  <a:lnTo>
                    <a:pt x="10160" y="3810"/>
                  </a:lnTo>
                  <a:lnTo>
                    <a:pt x="10160" y="5080"/>
                  </a:lnTo>
                  <a:lnTo>
                    <a:pt x="0" y="5080"/>
                  </a:lnTo>
                  <a:lnTo>
                    <a:pt x="0" y="6350"/>
                  </a:lnTo>
                  <a:lnTo>
                    <a:pt x="254000" y="6350"/>
                  </a:lnTo>
                  <a:lnTo>
                    <a:pt x="254000" y="5080"/>
                  </a:lnTo>
                  <a:lnTo>
                    <a:pt x="256527" y="5080"/>
                  </a:lnTo>
                  <a:lnTo>
                    <a:pt x="256527" y="3937"/>
                  </a:lnTo>
                  <a:lnTo>
                    <a:pt x="261620" y="3937"/>
                  </a:lnTo>
                  <a:lnTo>
                    <a:pt x="261620" y="2540"/>
                  </a:lnTo>
                  <a:lnTo>
                    <a:pt x="265430" y="2540"/>
                  </a:lnTo>
                  <a:lnTo>
                    <a:pt x="265430" y="1270"/>
                  </a:lnTo>
                  <a:lnTo>
                    <a:pt x="270510" y="1270"/>
                  </a:lnTo>
                  <a:lnTo>
                    <a:pt x="270510" y="127"/>
                  </a:lnTo>
                  <a:lnTo>
                    <a:pt x="274320" y="127"/>
                  </a:lnTo>
                  <a:lnTo>
                    <a:pt x="274320" y="0"/>
                  </a:lnTo>
                  <a:close/>
                </a:path>
              </a:pathLst>
            </a:custGeom>
            <a:solidFill>
              <a:srgbClr val="060400"/>
            </a:solidFill>
          </p:spPr>
          <p:txBody>
            <a:bodyPr wrap="square" lIns="0" tIns="0" rIns="0" bIns="0" rtlCol="0"/>
            <a:lstStyle/>
            <a:p/>
          </p:txBody>
        </p:sp>
        <p:sp>
          <p:nvSpPr>
            <p:cNvPr id="1170" name="object 1170"/>
            <p:cNvSpPr/>
            <p:nvPr/>
          </p:nvSpPr>
          <p:spPr>
            <a:xfrm>
              <a:off x="6877050" y="2637789"/>
              <a:ext cx="260350" cy="7620"/>
            </a:xfrm>
            <a:custGeom>
              <a:avLst/>
              <a:gdLst/>
              <a:ahLst/>
              <a:cxnLst/>
              <a:rect l="l" t="t" r="r" b="b"/>
              <a:pathLst>
                <a:path w="260350" h="7619">
                  <a:moveTo>
                    <a:pt x="260350" y="0"/>
                  </a:moveTo>
                  <a:lnTo>
                    <a:pt x="256540" y="0"/>
                  </a:lnTo>
                  <a:lnTo>
                    <a:pt x="6350" y="0"/>
                  </a:lnTo>
                  <a:lnTo>
                    <a:pt x="0" y="0"/>
                  </a:lnTo>
                  <a:lnTo>
                    <a:pt x="0" y="1270"/>
                  </a:lnTo>
                  <a:lnTo>
                    <a:pt x="0" y="7620"/>
                  </a:lnTo>
                  <a:lnTo>
                    <a:pt x="237490" y="7620"/>
                  </a:lnTo>
                  <a:lnTo>
                    <a:pt x="237490" y="6350"/>
                  </a:lnTo>
                  <a:lnTo>
                    <a:pt x="240030" y="6350"/>
                  </a:lnTo>
                  <a:lnTo>
                    <a:pt x="240030" y="5080"/>
                  </a:lnTo>
                  <a:lnTo>
                    <a:pt x="241300" y="5080"/>
                  </a:lnTo>
                  <a:lnTo>
                    <a:pt x="241300" y="3810"/>
                  </a:lnTo>
                  <a:lnTo>
                    <a:pt x="248920" y="3810"/>
                  </a:lnTo>
                  <a:lnTo>
                    <a:pt x="248920" y="2540"/>
                  </a:lnTo>
                  <a:lnTo>
                    <a:pt x="251460" y="2540"/>
                  </a:lnTo>
                  <a:lnTo>
                    <a:pt x="251460" y="1270"/>
                  </a:lnTo>
                  <a:lnTo>
                    <a:pt x="256540" y="1270"/>
                  </a:lnTo>
                  <a:lnTo>
                    <a:pt x="256540" y="127"/>
                  </a:lnTo>
                  <a:lnTo>
                    <a:pt x="260350" y="127"/>
                  </a:lnTo>
                  <a:lnTo>
                    <a:pt x="260350" y="0"/>
                  </a:lnTo>
                  <a:close/>
                </a:path>
              </a:pathLst>
            </a:custGeom>
            <a:solidFill>
              <a:srgbClr val="080500"/>
            </a:solidFill>
          </p:spPr>
          <p:txBody>
            <a:bodyPr wrap="square" lIns="0" tIns="0" rIns="0" bIns="0" rtlCol="0"/>
            <a:lstStyle/>
            <a:p/>
          </p:txBody>
        </p:sp>
        <p:sp>
          <p:nvSpPr>
            <p:cNvPr id="1171" name="object 1171"/>
            <p:cNvSpPr/>
            <p:nvPr/>
          </p:nvSpPr>
          <p:spPr>
            <a:xfrm>
              <a:off x="6877050" y="2645409"/>
              <a:ext cx="237490" cy="7620"/>
            </a:xfrm>
            <a:custGeom>
              <a:avLst/>
              <a:gdLst/>
              <a:ahLst/>
              <a:cxnLst/>
              <a:rect l="l" t="t" r="r" b="b"/>
              <a:pathLst>
                <a:path w="237490" h="7619">
                  <a:moveTo>
                    <a:pt x="222250" y="6477"/>
                  </a:moveTo>
                  <a:lnTo>
                    <a:pt x="0" y="6477"/>
                  </a:lnTo>
                  <a:lnTo>
                    <a:pt x="0" y="7620"/>
                  </a:lnTo>
                  <a:lnTo>
                    <a:pt x="222250" y="7620"/>
                  </a:lnTo>
                  <a:lnTo>
                    <a:pt x="222250" y="6477"/>
                  </a:lnTo>
                  <a:close/>
                </a:path>
                <a:path w="237490" h="7619">
                  <a:moveTo>
                    <a:pt x="237490" y="0"/>
                  </a:moveTo>
                  <a:lnTo>
                    <a:pt x="233680" y="0"/>
                  </a:lnTo>
                  <a:lnTo>
                    <a:pt x="0" y="0"/>
                  </a:lnTo>
                  <a:lnTo>
                    <a:pt x="0" y="1270"/>
                  </a:lnTo>
                  <a:lnTo>
                    <a:pt x="0" y="2540"/>
                  </a:lnTo>
                  <a:lnTo>
                    <a:pt x="0" y="3810"/>
                  </a:lnTo>
                  <a:lnTo>
                    <a:pt x="0" y="5080"/>
                  </a:lnTo>
                  <a:lnTo>
                    <a:pt x="0" y="6350"/>
                  </a:lnTo>
                  <a:lnTo>
                    <a:pt x="224790" y="6350"/>
                  </a:lnTo>
                  <a:lnTo>
                    <a:pt x="224790" y="5080"/>
                  </a:lnTo>
                  <a:lnTo>
                    <a:pt x="226060" y="5080"/>
                  </a:lnTo>
                  <a:lnTo>
                    <a:pt x="226060" y="3810"/>
                  </a:lnTo>
                  <a:lnTo>
                    <a:pt x="229870" y="3810"/>
                  </a:lnTo>
                  <a:lnTo>
                    <a:pt x="229870" y="2540"/>
                  </a:lnTo>
                  <a:lnTo>
                    <a:pt x="232410" y="2540"/>
                  </a:lnTo>
                  <a:lnTo>
                    <a:pt x="232410" y="1270"/>
                  </a:lnTo>
                  <a:lnTo>
                    <a:pt x="233680" y="1270"/>
                  </a:lnTo>
                  <a:lnTo>
                    <a:pt x="233680" y="127"/>
                  </a:lnTo>
                  <a:lnTo>
                    <a:pt x="237490" y="127"/>
                  </a:lnTo>
                  <a:lnTo>
                    <a:pt x="237490" y="0"/>
                  </a:lnTo>
                  <a:close/>
                </a:path>
              </a:pathLst>
            </a:custGeom>
            <a:solidFill>
              <a:srgbClr val="0A0700"/>
            </a:solidFill>
          </p:spPr>
          <p:txBody>
            <a:bodyPr wrap="square" lIns="0" tIns="0" rIns="0" bIns="0" rtlCol="0"/>
            <a:lstStyle/>
            <a:p/>
          </p:txBody>
        </p:sp>
        <p:sp>
          <p:nvSpPr>
            <p:cNvPr id="1172" name="object 1172"/>
            <p:cNvSpPr/>
            <p:nvPr/>
          </p:nvSpPr>
          <p:spPr>
            <a:xfrm>
              <a:off x="6877050" y="2653029"/>
              <a:ext cx="219710" cy="6350"/>
            </a:xfrm>
            <a:custGeom>
              <a:avLst/>
              <a:gdLst/>
              <a:ahLst/>
              <a:cxnLst/>
              <a:rect l="l" t="t" r="r" b="b"/>
              <a:pathLst>
                <a:path w="219709" h="6350">
                  <a:moveTo>
                    <a:pt x="213360" y="5207"/>
                  </a:moveTo>
                  <a:lnTo>
                    <a:pt x="0" y="5207"/>
                  </a:lnTo>
                  <a:lnTo>
                    <a:pt x="0" y="6350"/>
                  </a:lnTo>
                  <a:lnTo>
                    <a:pt x="213360" y="6350"/>
                  </a:lnTo>
                  <a:lnTo>
                    <a:pt x="213360" y="5207"/>
                  </a:lnTo>
                  <a:close/>
                </a:path>
                <a:path w="219709" h="6350">
                  <a:moveTo>
                    <a:pt x="219710" y="0"/>
                  </a:moveTo>
                  <a:lnTo>
                    <a:pt x="0" y="0"/>
                  </a:lnTo>
                  <a:lnTo>
                    <a:pt x="0" y="1270"/>
                  </a:lnTo>
                  <a:lnTo>
                    <a:pt x="0" y="2540"/>
                  </a:lnTo>
                  <a:lnTo>
                    <a:pt x="0" y="3810"/>
                  </a:lnTo>
                  <a:lnTo>
                    <a:pt x="0" y="5080"/>
                  </a:lnTo>
                  <a:lnTo>
                    <a:pt x="214630" y="5080"/>
                  </a:lnTo>
                  <a:lnTo>
                    <a:pt x="214630" y="3810"/>
                  </a:lnTo>
                  <a:lnTo>
                    <a:pt x="215900" y="3810"/>
                  </a:lnTo>
                  <a:lnTo>
                    <a:pt x="215900" y="2540"/>
                  </a:lnTo>
                  <a:lnTo>
                    <a:pt x="217170" y="2540"/>
                  </a:lnTo>
                  <a:lnTo>
                    <a:pt x="217170" y="1270"/>
                  </a:lnTo>
                  <a:lnTo>
                    <a:pt x="219710" y="1270"/>
                  </a:lnTo>
                  <a:lnTo>
                    <a:pt x="219710" y="0"/>
                  </a:lnTo>
                  <a:close/>
                </a:path>
              </a:pathLst>
            </a:custGeom>
            <a:solidFill>
              <a:srgbClr val="0B0800"/>
            </a:solidFill>
          </p:spPr>
          <p:txBody>
            <a:bodyPr wrap="square" lIns="0" tIns="0" rIns="0" bIns="0" rtlCol="0"/>
            <a:lstStyle/>
            <a:p/>
          </p:txBody>
        </p:sp>
        <p:sp>
          <p:nvSpPr>
            <p:cNvPr id="1173" name="object 1173"/>
            <p:cNvSpPr/>
            <p:nvPr/>
          </p:nvSpPr>
          <p:spPr>
            <a:xfrm>
              <a:off x="6877050" y="2659379"/>
              <a:ext cx="212090" cy="7620"/>
            </a:xfrm>
            <a:custGeom>
              <a:avLst/>
              <a:gdLst/>
              <a:ahLst/>
              <a:cxnLst/>
              <a:rect l="l" t="t" r="r" b="b"/>
              <a:pathLst>
                <a:path w="212090" h="7619">
                  <a:moveTo>
                    <a:pt x="205727" y="5207"/>
                  </a:moveTo>
                  <a:lnTo>
                    <a:pt x="62230" y="5207"/>
                  </a:lnTo>
                  <a:lnTo>
                    <a:pt x="62230" y="6350"/>
                  </a:lnTo>
                  <a:lnTo>
                    <a:pt x="66040" y="6350"/>
                  </a:lnTo>
                  <a:lnTo>
                    <a:pt x="66040" y="7620"/>
                  </a:lnTo>
                  <a:lnTo>
                    <a:pt x="204470" y="7620"/>
                  </a:lnTo>
                  <a:lnTo>
                    <a:pt x="204470" y="6350"/>
                  </a:lnTo>
                  <a:lnTo>
                    <a:pt x="205727" y="6350"/>
                  </a:lnTo>
                  <a:lnTo>
                    <a:pt x="205727" y="5207"/>
                  </a:lnTo>
                  <a:close/>
                </a:path>
                <a:path w="212090" h="7619">
                  <a:moveTo>
                    <a:pt x="208280" y="2667"/>
                  </a:moveTo>
                  <a:lnTo>
                    <a:pt x="48260" y="2667"/>
                  </a:lnTo>
                  <a:lnTo>
                    <a:pt x="48260" y="3937"/>
                  </a:lnTo>
                  <a:lnTo>
                    <a:pt x="55880" y="3937"/>
                  </a:lnTo>
                  <a:lnTo>
                    <a:pt x="55880" y="5080"/>
                  </a:lnTo>
                  <a:lnTo>
                    <a:pt x="205727" y="5080"/>
                  </a:lnTo>
                  <a:lnTo>
                    <a:pt x="205727" y="5207"/>
                  </a:lnTo>
                  <a:lnTo>
                    <a:pt x="207010" y="5207"/>
                  </a:lnTo>
                  <a:lnTo>
                    <a:pt x="207010" y="5080"/>
                  </a:lnTo>
                  <a:lnTo>
                    <a:pt x="207010" y="3937"/>
                  </a:lnTo>
                  <a:lnTo>
                    <a:pt x="208280" y="3937"/>
                  </a:lnTo>
                  <a:lnTo>
                    <a:pt x="208280" y="2667"/>
                  </a:lnTo>
                  <a:close/>
                </a:path>
                <a:path w="212090" h="7619">
                  <a:moveTo>
                    <a:pt x="212090" y="0"/>
                  </a:moveTo>
                  <a:lnTo>
                    <a:pt x="0" y="0"/>
                  </a:lnTo>
                  <a:lnTo>
                    <a:pt x="0" y="1270"/>
                  </a:lnTo>
                  <a:lnTo>
                    <a:pt x="0" y="2540"/>
                  </a:lnTo>
                  <a:lnTo>
                    <a:pt x="0" y="3810"/>
                  </a:lnTo>
                  <a:lnTo>
                    <a:pt x="0" y="5080"/>
                  </a:lnTo>
                  <a:lnTo>
                    <a:pt x="1270" y="5080"/>
                  </a:lnTo>
                  <a:lnTo>
                    <a:pt x="1270" y="3810"/>
                  </a:lnTo>
                  <a:lnTo>
                    <a:pt x="13970" y="3810"/>
                  </a:lnTo>
                  <a:lnTo>
                    <a:pt x="13970" y="2540"/>
                  </a:lnTo>
                  <a:lnTo>
                    <a:pt x="19050" y="2540"/>
                  </a:lnTo>
                  <a:lnTo>
                    <a:pt x="19050" y="1270"/>
                  </a:lnTo>
                  <a:lnTo>
                    <a:pt x="34290" y="1270"/>
                  </a:lnTo>
                  <a:lnTo>
                    <a:pt x="34290" y="2540"/>
                  </a:lnTo>
                  <a:lnTo>
                    <a:pt x="208280" y="2540"/>
                  </a:lnTo>
                  <a:lnTo>
                    <a:pt x="208280" y="2667"/>
                  </a:lnTo>
                  <a:lnTo>
                    <a:pt x="209550" y="2667"/>
                  </a:lnTo>
                  <a:lnTo>
                    <a:pt x="209550" y="2540"/>
                  </a:lnTo>
                  <a:lnTo>
                    <a:pt x="209550" y="1270"/>
                  </a:lnTo>
                  <a:lnTo>
                    <a:pt x="212090" y="1270"/>
                  </a:lnTo>
                  <a:lnTo>
                    <a:pt x="212090" y="0"/>
                  </a:lnTo>
                  <a:close/>
                </a:path>
              </a:pathLst>
            </a:custGeom>
            <a:solidFill>
              <a:srgbClr val="0D0900"/>
            </a:solidFill>
          </p:spPr>
          <p:txBody>
            <a:bodyPr wrap="square" lIns="0" tIns="0" rIns="0" bIns="0" rtlCol="0"/>
            <a:lstStyle/>
            <a:p/>
          </p:txBody>
        </p:sp>
        <p:sp>
          <p:nvSpPr>
            <p:cNvPr id="1174" name="object 1174"/>
            <p:cNvSpPr/>
            <p:nvPr/>
          </p:nvSpPr>
          <p:spPr>
            <a:xfrm>
              <a:off x="6943090" y="2666999"/>
              <a:ext cx="138430" cy="7620"/>
            </a:xfrm>
            <a:custGeom>
              <a:avLst/>
              <a:gdLst/>
              <a:ahLst/>
              <a:cxnLst/>
              <a:rect l="l" t="t" r="r" b="b"/>
              <a:pathLst>
                <a:path w="138429" h="7619">
                  <a:moveTo>
                    <a:pt x="134620" y="3937"/>
                  </a:moveTo>
                  <a:lnTo>
                    <a:pt x="13970" y="3937"/>
                  </a:lnTo>
                  <a:lnTo>
                    <a:pt x="13970" y="5080"/>
                  </a:lnTo>
                  <a:lnTo>
                    <a:pt x="16510" y="5080"/>
                  </a:lnTo>
                  <a:lnTo>
                    <a:pt x="16510" y="6350"/>
                  </a:lnTo>
                  <a:lnTo>
                    <a:pt x="17780" y="6350"/>
                  </a:lnTo>
                  <a:lnTo>
                    <a:pt x="17780" y="7620"/>
                  </a:lnTo>
                  <a:lnTo>
                    <a:pt x="133350" y="7620"/>
                  </a:lnTo>
                  <a:lnTo>
                    <a:pt x="133350" y="6350"/>
                  </a:lnTo>
                  <a:lnTo>
                    <a:pt x="133350" y="5080"/>
                  </a:lnTo>
                  <a:lnTo>
                    <a:pt x="134620" y="5080"/>
                  </a:lnTo>
                  <a:lnTo>
                    <a:pt x="134620" y="3937"/>
                  </a:lnTo>
                  <a:close/>
                </a:path>
                <a:path w="138429" h="7619">
                  <a:moveTo>
                    <a:pt x="137160" y="1397"/>
                  </a:moveTo>
                  <a:lnTo>
                    <a:pt x="8890" y="1397"/>
                  </a:lnTo>
                  <a:lnTo>
                    <a:pt x="8890" y="2667"/>
                  </a:lnTo>
                  <a:lnTo>
                    <a:pt x="12700" y="2667"/>
                  </a:lnTo>
                  <a:lnTo>
                    <a:pt x="12700" y="3810"/>
                  </a:lnTo>
                  <a:lnTo>
                    <a:pt x="134620" y="3810"/>
                  </a:lnTo>
                  <a:lnTo>
                    <a:pt x="134620" y="3937"/>
                  </a:lnTo>
                  <a:lnTo>
                    <a:pt x="135890" y="3937"/>
                  </a:lnTo>
                  <a:lnTo>
                    <a:pt x="135890" y="3810"/>
                  </a:lnTo>
                  <a:lnTo>
                    <a:pt x="135890" y="2667"/>
                  </a:lnTo>
                  <a:lnTo>
                    <a:pt x="137160" y="2667"/>
                  </a:lnTo>
                  <a:lnTo>
                    <a:pt x="137160" y="1397"/>
                  </a:lnTo>
                  <a:close/>
                </a:path>
                <a:path w="138429" h="7619">
                  <a:moveTo>
                    <a:pt x="138430" y="0"/>
                  </a:moveTo>
                  <a:lnTo>
                    <a:pt x="137160" y="0"/>
                  </a:lnTo>
                  <a:lnTo>
                    <a:pt x="2540" y="0"/>
                  </a:lnTo>
                  <a:lnTo>
                    <a:pt x="0" y="0"/>
                  </a:lnTo>
                  <a:lnTo>
                    <a:pt x="0" y="127"/>
                  </a:lnTo>
                  <a:lnTo>
                    <a:pt x="2540" y="127"/>
                  </a:lnTo>
                  <a:lnTo>
                    <a:pt x="2540" y="1270"/>
                  </a:lnTo>
                  <a:lnTo>
                    <a:pt x="137160" y="1270"/>
                  </a:lnTo>
                  <a:lnTo>
                    <a:pt x="137160" y="127"/>
                  </a:lnTo>
                  <a:lnTo>
                    <a:pt x="138430" y="127"/>
                  </a:lnTo>
                  <a:lnTo>
                    <a:pt x="138430" y="0"/>
                  </a:lnTo>
                  <a:close/>
                </a:path>
              </a:pathLst>
            </a:custGeom>
            <a:solidFill>
              <a:srgbClr val="0F0B00"/>
            </a:solidFill>
          </p:spPr>
          <p:txBody>
            <a:bodyPr wrap="square" lIns="0" tIns="0" rIns="0" bIns="0" rtlCol="0"/>
            <a:lstStyle/>
            <a:p/>
          </p:txBody>
        </p:sp>
        <p:sp>
          <p:nvSpPr>
            <p:cNvPr id="1175" name="object 1175"/>
            <p:cNvSpPr/>
            <p:nvPr/>
          </p:nvSpPr>
          <p:spPr>
            <a:xfrm>
              <a:off x="6960870" y="2674619"/>
              <a:ext cx="115570" cy="6350"/>
            </a:xfrm>
            <a:custGeom>
              <a:avLst/>
              <a:gdLst/>
              <a:ahLst/>
              <a:cxnLst/>
              <a:rect l="l" t="t" r="r" b="b"/>
              <a:pathLst>
                <a:path w="115570" h="6350">
                  <a:moveTo>
                    <a:pt x="1270" y="0"/>
                  </a:moveTo>
                  <a:lnTo>
                    <a:pt x="0" y="0"/>
                  </a:lnTo>
                  <a:lnTo>
                    <a:pt x="0" y="127"/>
                  </a:lnTo>
                  <a:lnTo>
                    <a:pt x="1270" y="127"/>
                  </a:lnTo>
                  <a:lnTo>
                    <a:pt x="1270" y="0"/>
                  </a:lnTo>
                  <a:close/>
                </a:path>
                <a:path w="115570" h="6350">
                  <a:moveTo>
                    <a:pt x="110490" y="5207"/>
                  </a:moveTo>
                  <a:lnTo>
                    <a:pt x="10160" y="5207"/>
                  </a:lnTo>
                  <a:lnTo>
                    <a:pt x="10160" y="6350"/>
                  </a:lnTo>
                  <a:lnTo>
                    <a:pt x="110490" y="6350"/>
                  </a:lnTo>
                  <a:lnTo>
                    <a:pt x="110490" y="5207"/>
                  </a:lnTo>
                  <a:close/>
                </a:path>
                <a:path w="115570" h="6350">
                  <a:moveTo>
                    <a:pt x="114300" y="127"/>
                  </a:moveTo>
                  <a:lnTo>
                    <a:pt x="1270" y="127"/>
                  </a:lnTo>
                  <a:lnTo>
                    <a:pt x="1270" y="1397"/>
                  </a:lnTo>
                  <a:lnTo>
                    <a:pt x="5080" y="1397"/>
                  </a:lnTo>
                  <a:lnTo>
                    <a:pt x="5080" y="2540"/>
                  </a:lnTo>
                  <a:lnTo>
                    <a:pt x="6350" y="2540"/>
                  </a:lnTo>
                  <a:lnTo>
                    <a:pt x="6350" y="3810"/>
                  </a:lnTo>
                  <a:lnTo>
                    <a:pt x="8890" y="3810"/>
                  </a:lnTo>
                  <a:lnTo>
                    <a:pt x="8890" y="5080"/>
                  </a:lnTo>
                  <a:lnTo>
                    <a:pt x="111760" y="5080"/>
                  </a:lnTo>
                  <a:lnTo>
                    <a:pt x="111760" y="3810"/>
                  </a:lnTo>
                  <a:lnTo>
                    <a:pt x="111760" y="2667"/>
                  </a:lnTo>
                  <a:lnTo>
                    <a:pt x="113030" y="2667"/>
                  </a:lnTo>
                  <a:lnTo>
                    <a:pt x="113030" y="2540"/>
                  </a:lnTo>
                  <a:lnTo>
                    <a:pt x="113030" y="1397"/>
                  </a:lnTo>
                  <a:lnTo>
                    <a:pt x="114300" y="1397"/>
                  </a:lnTo>
                  <a:lnTo>
                    <a:pt x="114300" y="127"/>
                  </a:lnTo>
                  <a:close/>
                </a:path>
                <a:path w="115570" h="6350">
                  <a:moveTo>
                    <a:pt x="115570" y="0"/>
                  </a:moveTo>
                  <a:lnTo>
                    <a:pt x="114300" y="0"/>
                  </a:lnTo>
                  <a:lnTo>
                    <a:pt x="114300" y="127"/>
                  </a:lnTo>
                  <a:lnTo>
                    <a:pt x="115570" y="127"/>
                  </a:lnTo>
                  <a:lnTo>
                    <a:pt x="115570" y="0"/>
                  </a:lnTo>
                  <a:close/>
                </a:path>
              </a:pathLst>
            </a:custGeom>
            <a:solidFill>
              <a:srgbClr val="110C00"/>
            </a:solidFill>
          </p:spPr>
          <p:txBody>
            <a:bodyPr wrap="square" lIns="0" tIns="0" rIns="0" bIns="0" rtlCol="0"/>
            <a:lstStyle/>
            <a:p/>
          </p:txBody>
        </p:sp>
        <p:sp>
          <p:nvSpPr>
            <p:cNvPr id="1176" name="object 1176"/>
            <p:cNvSpPr/>
            <p:nvPr/>
          </p:nvSpPr>
          <p:spPr>
            <a:xfrm>
              <a:off x="6971030" y="2680969"/>
              <a:ext cx="100330" cy="7620"/>
            </a:xfrm>
            <a:custGeom>
              <a:avLst/>
              <a:gdLst/>
              <a:ahLst/>
              <a:cxnLst/>
              <a:rect l="l" t="t" r="r" b="b"/>
              <a:pathLst>
                <a:path w="100329" h="7619">
                  <a:moveTo>
                    <a:pt x="96520" y="6477"/>
                  </a:moveTo>
                  <a:lnTo>
                    <a:pt x="8890" y="6477"/>
                  </a:lnTo>
                  <a:lnTo>
                    <a:pt x="8890" y="7620"/>
                  </a:lnTo>
                  <a:lnTo>
                    <a:pt x="96520" y="7620"/>
                  </a:lnTo>
                  <a:lnTo>
                    <a:pt x="96520" y="6477"/>
                  </a:lnTo>
                  <a:close/>
                </a:path>
                <a:path w="100329" h="7619">
                  <a:moveTo>
                    <a:pt x="100330" y="0"/>
                  </a:moveTo>
                  <a:lnTo>
                    <a:pt x="99060" y="0"/>
                  </a:ln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96520" y="6350"/>
                  </a:lnTo>
                  <a:lnTo>
                    <a:pt x="96520" y="5080"/>
                  </a:lnTo>
                  <a:lnTo>
                    <a:pt x="97777" y="5080"/>
                  </a:lnTo>
                  <a:lnTo>
                    <a:pt x="97777" y="3810"/>
                  </a:lnTo>
                  <a:lnTo>
                    <a:pt x="97790" y="2667"/>
                  </a:lnTo>
                  <a:lnTo>
                    <a:pt x="99060" y="2667"/>
                  </a:lnTo>
                  <a:lnTo>
                    <a:pt x="99060" y="2540"/>
                  </a:lnTo>
                  <a:lnTo>
                    <a:pt x="99060" y="1270"/>
                  </a:lnTo>
                  <a:lnTo>
                    <a:pt x="99060" y="127"/>
                  </a:lnTo>
                  <a:lnTo>
                    <a:pt x="100330" y="127"/>
                  </a:lnTo>
                  <a:lnTo>
                    <a:pt x="100330" y="0"/>
                  </a:lnTo>
                  <a:close/>
                </a:path>
              </a:pathLst>
            </a:custGeom>
            <a:solidFill>
              <a:srgbClr val="130E00"/>
            </a:solidFill>
          </p:spPr>
          <p:txBody>
            <a:bodyPr wrap="square" lIns="0" tIns="0" rIns="0" bIns="0" rtlCol="0"/>
            <a:lstStyle/>
            <a:p/>
          </p:txBody>
        </p:sp>
        <p:sp>
          <p:nvSpPr>
            <p:cNvPr id="1177" name="object 1177"/>
            <p:cNvSpPr/>
            <p:nvPr/>
          </p:nvSpPr>
          <p:spPr>
            <a:xfrm>
              <a:off x="6979920" y="2688589"/>
              <a:ext cx="87630" cy="7620"/>
            </a:xfrm>
            <a:custGeom>
              <a:avLst/>
              <a:gdLst/>
              <a:ahLst/>
              <a:cxnLst/>
              <a:rect l="l" t="t" r="r" b="b"/>
              <a:pathLst>
                <a:path w="87629" h="7619">
                  <a:moveTo>
                    <a:pt x="87630" y="0"/>
                  </a:moveTo>
                  <a:lnTo>
                    <a:pt x="86360" y="0"/>
                  </a:lnTo>
                  <a:lnTo>
                    <a:pt x="1270" y="0"/>
                  </a:lnTo>
                  <a:lnTo>
                    <a:pt x="0" y="0"/>
                  </a:lnTo>
                  <a:lnTo>
                    <a:pt x="0" y="127"/>
                  </a:lnTo>
                  <a:lnTo>
                    <a:pt x="1270" y="127"/>
                  </a:lnTo>
                  <a:lnTo>
                    <a:pt x="1270" y="1270"/>
                  </a:lnTo>
                  <a:lnTo>
                    <a:pt x="2540" y="1270"/>
                  </a:lnTo>
                  <a:lnTo>
                    <a:pt x="2540" y="2540"/>
                  </a:lnTo>
                  <a:lnTo>
                    <a:pt x="2540" y="3810"/>
                  </a:lnTo>
                  <a:lnTo>
                    <a:pt x="3810" y="3810"/>
                  </a:lnTo>
                  <a:lnTo>
                    <a:pt x="3810" y="5080"/>
                  </a:lnTo>
                  <a:lnTo>
                    <a:pt x="5080" y="5080"/>
                  </a:lnTo>
                  <a:lnTo>
                    <a:pt x="5080" y="6350"/>
                  </a:lnTo>
                  <a:lnTo>
                    <a:pt x="5080" y="7620"/>
                  </a:lnTo>
                  <a:lnTo>
                    <a:pt x="83820" y="7620"/>
                  </a:lnTo>
                  <a:lnTo>
                    <a:pt x="83820" y="6350"/>
                  </a:lnTo>
                  <a:lnTo>
                    <a:pt x="85090" y="6350"/>
                  </a:lnTo>
                  <a:lnTo>
                    <a:pt x="85090" y="5080"/>
                  </a:lnTo>
                  <a:lnTo>
                    <a:pt x="85090" y="3810"/>
                  </a:lnTo>
                  <a:lnTo>
                    <a:pt x="85090" y="2540"/>
                  </a:lnTo>
                  <a:lnTo>
                    <a:pt x="86360" y="2540"/>
                  </a:lnTo>
                  <a:lnTo>
                    <a:pt x="86360" y="1270"/>
                  </a:lnTo>
                  <a:lnTo>
                    <a:pt x="86360" y="127"/>
                  </a:lnTo>
                  <a:lnTo>
                    <a:pt x="87630" y="127"/>
                  </a:lnTo>
                  <a:lnTo>
                    <a:pt x="87630" y="0"/>
                  </a:lnTo>
                  <a:close/>
                </a:path>
              </a:pathLst>
            </a:custGeom>
            <a:solidFill>
              <a:srgbClr val="150F00"/>
            </a:solidFill>
          </p:spPr>
          <p:txBody>
            <a:bodyPr wrap="square" lIns="0" tIns="0" rIns="0" bIns="0" rtlCol="0"/>
            <a:lstStyle/>
            <a:p/>
          </p:txBody>
        </p:sp>
        <p:sp>
          <p:nvSpPr>
            <p:cNvPr id="1178" name="object 1178"/>
            <p:cNvSpPr/>
            <p:nvPr/>
          </p:nvSpPr>
          <p:spPr>
            <a:xfrm>
              <a:off x="6985000" y="2696209"/>
              <a:ext cx="78740" cy="6350"/>
            </a:xfrm>
            <a:custGeom>
              <a:avLst/>
              <a:gdLst/>
              <a:ahLst/>
              <a:cxnLst/>
              <a:rect l="l" t="t" r="r" b="b"/>
              <a:pathLst>
                <a:path w="78740" h="6350">
                  <a:moveTo>
                    <a:pt x="77470" y="3937"/>
                  </a:moveTo>
                  <a:lnTo>
                    <a:pt x="2540" y="3937"/>
                  </a:lnTo>
                  <a:lnTo>
                    <a:pt x="2540" y="5207"/>
                  </a:lnTo>
                  <a:lnTo>
                    <a:pt x="3810" y="5207"/>
                  </a:lnTo>
                  <a:lnTo>
                    <a:pt x="3810" y="6350"/>
                  </a:lnTo>
                  <a:lnTo>
                    <a:pt x="76200" y="6350"/>
                  </a:lnTo>
                  <a:lnTo>
                    <a:pt x="76200" y="5207"/>
                  </a:lnTo>
                  <a:lnTo>
                    <a:pt x="77470" y="5207"/>
                  </a:lnTo>
                  <a:lnTo>
                    <a:pt x="77470" y="3937"/>
                  </a:lnTo>
                  <a:close/>
                </a:path>
                <a:path w="78740" h="6350">
                  <a:moveTo>
                    <a:pt x="78740" y="0"/>
                  </a:moveTo>
                  <a:lnTo>
                    <a:pt x="1270" y="0"/>
                  </a:lnTo>
                  <a:lnTo>
                    <a:pt x="0" y="0"/>
                  </a:lnTo>
                  <a:lnTo>
                    <a:pt x="0" y="127"/>
                  </a:lnTo>
                  <a:lnTo>
                    <a:pt x="1270" y="127"/>
                  </a:lnTo>
                  <a:lnTo>
                    <a:pt x="1270" y="1270"/>
                  </a:lnTo>
                  <a:lnTo>
                    <a:pt x="1270" y="2540"/>
                  </a:lnTo>
                  <a:lnTo>
                    <a:pt x="2540" y="2540"/>
                  </a:lnTo>
                  <a:lnTo>
                    <a:pt x="2540" y="3810"/>
                  </a:lnTo>
                  <a:lnTo>
                    <a:pt x="77470" y="3810"/>
                  </a:lnTo>
                  <a:lnTo>
                    <a:pt x="77470" y="2540"/>
                  </a:lnTo>
                  <a:lnTo>
                    <a:pt x="77470" y="1270"/>
                  </a:lnTo>
                  <a:lnTo>
                    <a:pt x="78740" y="1270"/>
                  </a:lnTo>
                  <a:lnTo>
                    <a:pt x="78740" y="0"/>
                  </a:lnTo>
                  <a:close/>
                </a:path>
              </a:pathLst>
            </a:custGeom>
            <a:solidFill>
              <a:srgbClr val="161000"/>
            </a:solidFill>
          </p:spPr>
          <p:txBody>
            <a:bodyPr wrap="square" lIns="0" tIns="0" rIns="0" bIns="0" rtlCol="0"/>
            <a:lstStyle/>
            <a:p/>
          </p:txBody>
        </p:sp>
        <p:sp>
          <p:nvSpPr>
            <p:cNvPr id="1179" name="object 1179"/>
            <p:cNvSpPr/>
            <p:nvPr/>
          </p:nvSpPr>
          <p:spPr>
            <a:xfrm>
              <a:off x="6988810" y="2702559"/>
              <a:ext cx="72390" cy="7620"/>
            </a:xfrm>
            <a:custGeom>
              <a:avLst/>
              <a:gdLst/>
              <a:ahLst/>
              <a:cxnLst/>
              <a:rect l="l" t="t" r="r" b="b"/>
              <a:pathLst>
                <a:path w="72390" h="7619">
                  <a:moveTo>
                    <a:pt x="69850" y="6477"/>
                  </a:moveTo>
                  <a:lnTo>
                    <a:pt x="2540" y="6477"/>
                  </a:lnTo>
                  <a:lnTo>
                    <a:pt x="2540" y="7620"/>
                  </a:lnTo>
                  <a:lnTo>
                    <a:pt x="69850" y="7620"/>
                  </a:lnTo>
                  <a:lnTo>
                    <a:pt x="69850" y="6477"/>
                  </a:lnTo>
                  <a:close/>
                </a:path>
                <a:path w="72390" h="7619">
                  <a:moveTo>
                    <a:pt x="72390" y="0"/>
                  </a:moveTo>
                  <a:lnTo>
                    <a:pt x="0" y="0"/>
                  </a:lnTo>
                  <a:lnTo>
                    <a:pt x="0" y="1270"/>
                  </a:lnTo>
                  <a:lnTo>
                    <a:pt x="1270" y="1270"/>
                  </a:lnTo>
                  <a:lnTo>
                    <a:pt x="1270" y="2540"/>
                  </a:lnTo>
                  <a:lnTo>
                    <a:pt x="1270" y="3810"/>
                  </a:lnTo>
                  <a:lnTo>
                    <a:pt x="2540" y="3810"/>
                  </a:lnTo>
                  <a:lnTo>
                    <a:pt x="2540" y="6350"/>
                  </a:lnTo>
                  <a:lnTo>
                    <a:pt x="71120" y="6350"/>
                  </a:lnTo>
                  <a:lnTo>
                    <a:pt x="71120" y="3810"/>
                  </a:lnTo>
                  <a:lnTo>
                    <a:pt x="71120" y="2540"/>
                  </a:lnTo>
                  <a:lnTo>
                    <a:pt x="72390" y="2540"/>
                  </a:lnTo>
                  <a:lnTo>
                    <a:pt x="72390" y="1270"/>
                  </a:lnTo>
                  <a:lnTo>
                    <a:pt x="72390" y="0"/>
                  </a:lnTo>
                  <a:close/>
                </a:path>
              </a:pathLst>
            </a:custGeom>
            <a:solidFill>
              <a:srgbClr val="181200"/>
            </a:solidFill>
          </p:spPr>
          <p:txBody>
            <a:bodyPr wrap="square" lIns="0" tIns="0" rIns="0" bIns="0" rtlCol="0"/>
            <a:lstStyle/>
            <a:p/>
          </p:txBody>
        </p:sp>
        <p:sp>
          <p:nvSpPr>
            <p:cNvPr id="1180" name="object 1180"/>
            <p:cNvSpPr/>
            <p:nvPr/>
          </p:nvSpPr>
          <p:spPr>
            <a:xfrm>
              <a:off x="6992620" y="2711449"/>
              <a:ext cx="66040" cy="6350"/>
            </a:xfrm>
            <a:custGeom>
              <a:avLst/>
              <a:gdLst/>
              <a:ahLst/>
              <a:cxnLst/>
              <a:rect l="l" t="t" r="r" b="b"/>
              <a:pathLst>
                <a:path w="66040" h="6350">
                  <a:moveTo>
                    <a:pt x="64770" y="5080"/>
                  </a:moveTo>
                  <a:lnTo>
                    <a:pt x="2540" y="5080"/>
                  </a:lnTo>
                  <a:lnTo>
                    <a:pt x="2540" y="6350"/>
                  </a:lnTo>
                  <a:lnTo>
                    <a:pt x="64770" y="6350"/>
                  </a:lnTo>
                  <a:lnTo>
                    <a:pt x="64770" y="5080"/>
                  </a:lnTo>
                  <a:close/>
                </a:path>
                <a:path w="66040" h="6350">
                  <a:moveTo>
                    <a:pt x="66040" y="2540"/>
                  </a:moveTo>
                  <a:lnTo>
                    <a:pt x="0" y="2540"/>
                  </a:lnTo>
                  <a:lnTo>
                    <a:pt x="0" y="3810"/>
                  </a:lnTo>
                  <a:lnTo>
                    <a:pt x="66040" y="3810"/>
                  </a:lnTo>
                  <a:lnTo>
                    <a:pt x="66040" y="2540"/>
                  </a:lnTo>
                  <a:close/>
                </a:path>
                <a:path w="66040" h="6350">
                  <a:moveTo>
                    <a:pt x="66040" y="0"/>
                  </a:moveTo>
                  <a:lnTo>
                    <a:pt x="0" y="0"/>
                  </a:lnTo>
                  <a:lnTo>
                    <a:pt x="0" y="1270"/>
                  </a:lnTo>
                  <a:lnTo>
                    <a:pt x="66040" y="1270"/>
                  </a:lnTo>
                  <a:lnTo>
                    <a:pt x="66040" y="0"/>
                  </a:lnTo>
                  <a:close/>
                </a:path>
              </a:pathLst>
            </a:custGeom>
            <a:solidFill>
              <a:srgbClr val="1A1300"/>
            </a:solidFill>
          </p:spPr>
          <p:txBody>
            <a:bodyPr wrap="square" lIns="0" tIns="0" rIns="0" bIns="0" rtlCol="0"/>
            <a:lstStyle/>
            <a:p/>
          </p:txBody>
        </p:sp>
        <p:sp>
          <p:nvSpPr>
            <p:cNvPr id="1181" name="object 1181"/>
            <p:cNvSpPr/>
            <p:nvPr/>
          </p:nvSpPr>
          <p:spPr>
            <a:xfrm>
              <a:off x="6995160" y="2717799"/>
              <a:ext cx="62230" cy="7620"/>
            </a:xfrm>
            <a:custGeom>
              <a:avLst/>
              <a:gdLst/>
              <a:ahLst/>
              <a:cxnLst/>
              <a:rect l="l" t="t" r="r" b="b"/>
              <a:pathLst>
                <a:path w="62229" h="7619">
                  <a:moveTo>
                    <a:pt x="60960" y="5080"/>
                  </a:moveTo>
                  <a:lnTo>
                    <a:pt x="1270" y="5080"/>
                  </a:lnTo>
                  <a:lnTo>
                    <a:pt x="1270" y="7620"/>
                  </a:lnTo>
                  <a:lnTo>
                    <a:pt x="60960" y="7620"/>
                  </a:lnTo>
                  <a:lnTo>
                    <a:pt x="60960" y="5080"/>
                  </a:lnTo>
                  <a:close/>
                </a:path>
                <a:path w="62229" h="7619">
                  <a:moveTo>
                    <a:pt x="62217" y="2540"/>
                  </a:moveTo>
                  <a:lnTo>
                    <a:pt x="1270" y="2540"/>
                  </a:lnTo>
                  <a:lnTo>
                    <a:pt x="1270" y="3810"/>
                  </a:lnTo>
                  <a:lnTo>
                    <a:pt x="62217" y="3810"/>
                  </a:lnTo>
                  <a:lnTo>
                    <a:pt x="62217" y="2540"/>
                  </a:lnTo>
                  <a:close/>
                </a:path>
                <a:path w="62229" h="7619">
                  <a:moveTo>
                    <a:pt x="62217" y="0"/>
                  </a:moveTo>
                  <a:lnTo>
                    <a:pt x="0" y="0"/>
                  </a:lnTo>
                  <a:lnTo>
                    <a:pt x="0" y="1270"/>
                  </a:lnTo>
                  <a:lnTo>
                    <a:pt x="0" y="2540"/>
                  </a:lnTo>
                  <a:lnTo>
                    <a:pt x="1270" y="2540"/>
                  </a:lnTo>
                  <a:lnTo>
                    <a:pt x="1270" y="1270"/>
                  </a:lnTo>
                  <a:lnTo>
                    <a:pt x="62217" y="1270"/>
                  </a:lnTo>
                  <a:lnTo>
                    <a:pt x="62217" y="0"/>
                  </a:lnTo>
                  <a:close/>
                </a:path>
              </a:pathLst>
            </a:custGeom>
            <a:solidFill>
              <a:srgbClr val="1C1400"/>
            </a:solidFill>
          </p:spPr>
          <p:txBody>
            <a:bodyPr wrap="square" lIns="0" tIns="0" rIns="0" bIns="0" rtlCol="0"/>
            <a:lstStyle/>
            <a:p/>
          </p:txBody>
        </p:sp>
        <p:sp>
          <p:nvSpPr>
            <p:cNvPr id="1182" name="object 1182"/>
            <p:cNvSpPr/>
            <p:nvPr/>
          </p:nvSpPr>
          <p:spPr>
            <a:xfrm>
              <a:off x="6997700" y="2726689"/>
              <a:ext cx="58419" cy="5080"/>
            </a:xfrm>
            <a:custGeom>
              <a:avLst/>
              <a:gdLst/>
              <a:ahLst/>
              <a:cxnLst/>
              <a:rect l="l" t="t" r="r" b="b"/>
              <a:pathLst>
                <a:path w="58420" h="5080">
                  <a:moveTo>
                    <a:pt x="58420" y="2540"/>
                  </a:moveTo>
                  <a:lnTo>
                    <a:pt x="1270" y="2540"/>
                  </a:lnTo>
                  <a:lnTo>
                    <a:pt x="1270" y="5080"/>
                  </a:lnTo>
                  <a:lnTo>
                    <a:pt x="58420" y="5080"/>
                  </a:lnTo>
                  <a:lnTo>
                    <a:pt x="58420" y="2540"/>
                  </a:lnTo>
                  <a:close/>
                </a:path>
                <a:path w="58420" h="5080">
                  <a:moveTo>
                    <a:pt x="58420" y="0"/>
                  </a:moveTo>
                  <a:lnTo>
                    <a:pt x="0" y="0"/>
                  </a:lnTo>
                  <a:lnTo>
                    <a:pt x="0" y="1270"/>
                  </a:lnTo>
                  <a:lnTo>
                    <a:pt x="0" y="2540"/>
                  </a:lnTo>
                  <a:lnTo>
                    <a:pt x="1270" y="2540"/>
                  </a:lnTo>
                  <a:lnTo>
                    <a:pt x="1270" y="1270"/>
                  </a:lnTo>
                  <a:lnTo>
                    <a:pt x="58420" y="1270"/>
                  </a:lnTo>
                  <a:lnTo>
                    <a:pt x="58420" y="0"/>
                  </a:lnTo>
                  <a:close/>
                </a:path>
              </a:pathLst>
            </a:custGeom>
            <a:solidFill>
              <a:srgbClr val="1E1600"/>
            </a:solidFill>
          </p:spPr>
          <p:txBody>
            <a:bodyPr wrap="square" lIns="0" tIns="0" rIns="0" bIns="0" rtlCol="0"/>
            <a:lstStyle/>
            <a:p/>
          </p:txBody>
        </p:sp>
        <p:sp>
          <p:nvSpPr>
            <p:cNvPr id="1183" name="object 1183"/>
            <p:cNvSpPr/>
            <p:nvPr/>
          </p:nvSpPr>
          <p:spPr>
            <a:xfrm>
              <a:off x="6998970" y="2733039"/>
              <a:ext cx="55880" cy="5080"/>
            </a:xfrm>
            <a:custGeom>
              <a:avLst/>
              <a:gdLst/>
              <a:ahLst/>
              <a:cxnLst/>
              <a:rect l="l" t="t" r="r" b="b"/>
              <a:pathLst>
                <a:path w="55879" h="5080">
                  <a:moveTo>
                    <a:pt x="55880" y="2540"/>
                  </a:moveTo>
                  <a:lnTo>
                    <a:pt x="1270" y="2540"/>
                  </a:lnTo>
                  <a:lnTo>
                    <a:pt x="1270" y="5080"/>
                  </a:lnTo>
                  <a:lnTo>
                    <a:pt x="55880" y="5080"/>
                  </a:lnTo>
                  <a:lnTo>
                    <a:pt x="55880" y="2540"/>
                  </a:lnTo>
                  <a:close/>
                </a:path>
                <a:path w="55879" h="5080">
                  <a:moveTo>
                    <a:pt x="55880" y="0"/>
                  </a:moveTo>
                  <a:lnTo>
                    <a:pt x="0" y="0"/>
                  </a:lnTo>
                  <a:lnTo>
                    <a:pt x="0" y="1270"/>
                  </a:lnTo>
                  <a:lnTo>
                    <a:pt x="0" y="2540"/>
                  </a:lnTo>
                  <a:lnTo>
                    <a:pt x="1270" y="2540"/>
                  </a:lnTo>
                  <a:lnTo>
                    <a:pt x="1270" y="1270"/>
                  </a:lnTo>
                  <a:lnTo>
                    <a:pt x="55880" y="1270"/>
                  </a:lnTo>
                  <a:lnTo>
                    <a:pt x="55880" y="0"/>
                  </a:lnTo>
                  <a:close/>
                </a:path>
              </a:pathLst>
            </a:custGeom>
            <a:solidFill>
              <a:srgbClr val="201700"/>
            </a:solidFill>
          </p:spPr>
          <p:txBody>
            <a:bodyPr wrap="square" lIns="0" tIns="0" rIns="0" bIns="0" rtlCol="0"/>
            <a:lstStyle/>
            <a:p/>
          </p:txBody>
        </p:sp>
        <p:sp>
          <p:nvSpPr>
            <p:cNvPr id="1184" name="object 1184"/>
            <p:cNvSpPr/>
            <p:nvPr/>
          </p:nvSpPr>
          <p:spPr>
            <a:xfrm>
              <a:off x="7000240" y="2739389"/>
              <a:ext cx="54610" cy="7620"/>
            </a:xfrm>
            <a:custGeom>
              <a:avLst/>
              <a:gdLst/>
              <a:ahLst/>
              <a:cxnLst/>
              <a:rect l="l" t="t" r="r" b="b"/>
              <a:pathLst>
                <a:path w="54609" h="7619">
                  <a:moveTo>
                    <a:pt x="54610" y="6350"/>
                  </a:moveTo>
                  <a:lnTo>
                    <a:pt x="1270" y="6350"/>
                  </a:lnTo>
                  <a:lnTo>
                    <a:pt x="1270" y="7620"/>
                  </a:lnTo>
                  <a:lnTo>
                    <a:pt x="54610" y="7620"/>
                  </a:lnTo>
                  <a:lnTo>
                    <a:pt x="54610" y="6350"/>
                  </a:lnTo>
                  <a:close/>
                </a:path>
                <a:path w="54609" h="7619">
                  <a:moveTo>
                    <a:pt x="54610" y="2540"/>
                  </a:moveTo>
                  <a:lnTo>
                    <a:pt x="1270" y="2540"/>
                  </a:lnTo>
                  <a:lnTo>
                    <a:pt x="1270" y="5080"/>
                  </a:lnTo>
                  <a:lnTo>
                    <a:pt x="54610" y="5080"/>
                  </a:lnTo>
                  <a:lnTo>
                    <a:pt x="54610" y="2540"/>
                  </a:lnTo>
                  <a:close/>
                </a:path>
                <a:path w="54609" h="7619">
                  <a:moveTo>
                    <a:pt x="54610" y="0"/>
                  </a:moveTo>
                  <a:lnTo>
                    <a:pt x="0" y="0"/>
                  </a:lnTo>
                  <a:lnTo>
                    <a:pt x="0" y="1270"/>
                  </a:lnTo>
                  <a:lnTo>
                    <a:pt x="54610" y="1270"/>
                  </a:lnTo>
                  <a:lnTo>
                    <a:pt x="54610" y="0"/>
                  </a:lnTo>
                  <a:close/>
                </a:path>
              </a:pathLst>
            </a:custGeom>
            <a:solidFill>
              <a:srgbClr val="211900"/>
            </a:solidFill>
          </p:spPr>
          <p:txBody>
            <a:bodyPr wrap="square" lIns="0" tIns="0" rIns="0" bIns="0" rtlCol="0"/>
            <a:lstStyle/>
            <a:p/>
          </p:txBody>
        </p:sp>
        <p:sp>
          <p:nvSpPr>
            <p:cNvPr id="1185" name="object 1185"/>
            <p:cNvSpPr/>
            <p:nvPr/>
          </p:nvSpPr>
          <p:spPr>
            <a:xfrm>
              <a:off x="7001510" y="2748279"/>
              <a:ext cx="53340" cy="5080"/>
            </a:xfrm>
            <a:custGeom>
              <a:avLst/>
              <a:gdLst/>
              <a:ahLst/>
              <a:cxnLst/>
              <a:rect l="l" t="t" r="r" b="b"/>
              <a:pathLst>
                <a:path w="53340" h="5080">
                  <a:moveTo>
                    <a:pt x="53340" y="3810"/>
                  </a:moveTo>
                  <a:lnTo>
                    <a:pt x="0" y="3810"/>
                  </a:lnTo>
                  <a:lnTo>
                    <a:pt x="0" y="5080"/>
                  </a:lnTo>
                  <a:lnTo>
                    <a:pt x="53340" y="5080"/>
                  </a:lnTo>
                  <a:lnTo>
                    <a:pt x="53340" y="3810"/>
                  </a:lnTo>
                  <a:close/>
                </a:path>
                <a:path w="53340" h="5080">
                  <a:moveTo>
                    <a:pt x="53340" y="0"/>
                  </a:moveTo>
                  <a:lnTo>
                    <a:pt x="0" y="0"/>
                  </a:lnTo>
                  <a:lnTo>
                    <a:pt x="0" y="2540"/>
                  </a:lnTo>
                  <a:lnTo>
                    <a:pt x="53340" y="2540"/>
                  </a:lnTo>
                  <a:lnTo>
                    <a:pt x="53340" y="0"/>
                  </a:lnTo>
                  <a:close/>
                </a:path>
              </a:pathLst>
            </a:custGeom>
            <a:solidFill>
              <a:srgbClr val="231A00"/>
            </a:solidFill>
          </p:spPr>
          <p:txBody>
            <a:bodyPr wrap="square" lIns="0" tIns="0" rIns="0" bIns="0" rtlCol="0"/>
            <a:lstStyle/>
            <a:p/>
          </p:txBody>
        </p:sp>
        <p:sp>
          <p:nvSpPr>
            <p:cNvPr id="1186" name="object 1186"/>
            <p:cNvSpPr/>
            <p:nvPr/>
          </p:nvSpPr>
          <p:spPr>
            <a:xfrm>
              <a:off x="6363969" y="2753360"/>
              <a:ext cx="690880" cy="7620"/>
            </a:xfrm>
            <a:custGeom>
              <a:avLst/>
              <a:gdLst/>
              <a:ahLst/>
              <a:cxnLst/>
              <a:rect l="l" t="t" r="r" b="b"/>
              <a:pathLst>
                <a:path w="690879" h="7619">
                  <a:moveTo>
                    <a:pt x="7619" y="6349"/>
                  </a:moveTo>
                  <a:lnTo>
                    <a:pt x="6350" y="6349"/>
                  </a:lnTo>
                  <a:lnTo>
                    <a:pt x="6350" y="7619"/>
                  </a:lnTo>
                  <a:lnTo>
                    <a:pt x="7619" y="7619"/>
                  </a:lnTo>
                  <a:lnTo>
                    <a:pt x="7619" y="6349"/>
                  </a:lnTo>
                  <a:close/>
                </a:path>
                <a:path w="690879" h="7619">
                  <a:moveTo>
                    <a:pt x="285750" y="6349"/>
                  </a:moveTo>
                  <a:lnTo>
                    <a:pt x="284479" y="6349"/>
                  </a:lnTo>
                  <a:lnTo>
                    <a:pt x="284479" y="7619"/>
                  </a:lnTo>
                  <a:lnTo>
                    <a:pt x="285750" y="7619"/>
                  </a:lnTo>
                  <a:lnTo>
                    <a:pt x="285750" y="6349"/>
                  </a:lnTo>
                  <a:close/>
                </a:path>
                <a:path w="690879" h="7619">
                  <a:moveTo>
                    <a:pt x="284479" y="3809"/>
                  </a:moveTo>
                  <a:lnTo>
                    <a:pt x="283209" y="3809"/>
                  </a:lnTo>
                  <a:lnTo>
                    <a:pt x="283209" y="5079"/>
                  </a:lnTo>
                  <a:lnTo>
                    <a:pt x="5079" y="5079"/>
                  </a:lnTo>
                  <a:lnTo>
                    <a:pt x="5079" y="6349"/>
                  </a:lnTo>
                  <a:lnTo>
                    <a:pt x="284479" y="6349"/>
                  </a:lnTo>
                  <a:lnTo>
                    <a:pt x="284479" y="3809"/>
                  </a:lnTo>
                  <a:close/>
                </a:path>
                <a:path w="690879" h="7619">
                  <a:moveTo>
                    <a:pt x="5079" y="3809"/>
                  </a:moveTo>
                  <a:lnTo>
                    <a:pt x="3809" y="3809"/>
                  </a:lnTo>
                  <a:lnTo>
                    <a:pt x="3809" y="5079"/>
                  </a:lnTo>
                  <a:lnTo>
                    <a:pt x="5079" y="5079"/>
                  </a:lnTo>
                  <a:lnTo>
                    <a:pt x="5079" y="3809"/>
                  </a:lnTo>
                  <a:close/>
                </a:path>
                <a:path w="690879" h="7619">
                  <a:moveTo>
                    <a:pt x="281939" y="1269"/>
                  </a:moveTo>
                  <a:lnTo>
                    <a:pt x="2539" y="1269"/>
                  </a:lnTo>
                  <a:lnTo>
                    <a:pt x="2539" y="3809"/>
                  </a:lnTo>
                  <a:lnTo>
                    <a:pt x="281939" y="3809"/>
                  </a:lnTo>
                  <a:lnTo>
                    <a:pt x="281939" y="1269"/>
                  </a:lnTo>
                  <a:close/>
                </a:path>
                <a:path w="690879" h="7619">
                  <a:moveTo>
                    <a:pt x="1269" y="0"/>
                  </a:moveTo>
                  <a:lnTo>
                    <a:pt x="0" y="0"/>
                  </a:lnTo>
                  <a:lnTo>
                    <a:pt x="0" y="1269"/>
                  </a:lnTo>
                  <a:lnTo>
                    <a:pt x="1269" y="1269"/>
                  </a:lnTo>
                  <a:lnTo>
                    <a:pt x="1269" y="0"/>
                  </a:lnTo>
                  <a:close/>
                </a:path>
                <a:path w="690879" h="7619">
                  <a:moveTo>
                    <a:pt x="280670" y="0"/>
                  </a:moveTo>
                  <a:lnTo>
                    <a:pt x="279400" y="0"/>
                  </a:lnTo>
                  <a:lnTo>
                    <a:pt x="279400" y="1269"/>
                  </a:lnTo>
                  <a:lnTo>
                    <a:pt x="280670" y="1269"/>
                  </a:lnTo>
                  <a:lnTo>
                    <a:pt x="280670" y="0"/>
                  </a:lnTo>
                  <a:close/>
                </a:path>
                <a:path w="690879" h="7619">
                  <a:moveTo>
                    <a:pt x="689609" y="5079"/>
                  </a:moveTo>
                  <a:lnTo>
                    <a:pt x="638809" y="5079"/>
                  </a:lnTo>
                  <a:lnTo>
                    <a:pt x="638809" y="6349"/>
                  </a:lnTo>
                  <a:lnTo>
                    <a:pt x="689609" y="6349"/>
                  </a:lnTo>
                  <a:lnTo>
                    <a:pt x="689609" y="5079"/>
                  </a:lnTo>
                  <a:close/>
                </a:path>
                <a:path w="690879" h="7619">
                  <a:moveTo>
                    <a:pt x="690879" y="1269"/>
                  </a:moveTo>
                  <a:lnTo>
                    <a:pt x="638809" y="1269"/>
                  </a:lnTo>
                  <a:lnTo>
                    <a:pt x="638809" y="3809"/>
                  </a:lnTo>
                  <a:lnTo>
                    <a:pt x="690879" y="3809"/>
                  </a:lnTo>
                  <a:lnTo>
                    <a:pt x="690879" y="1269"/>
                  </a:lnTo>
                  <a:close/>
                </a:path>
                <a:path w="690879" h="7619">
                  <a:moveTo>
                    <a:pt x="638809" y="0"/>
                  </a:moveTo>
                  <a:lnTo>
                    <a:pt x="637539" y="0"/>
                  </a:lnTo>
                  <a:lnTo>
                    <a:pt x="637539" y="1269"/>
                  </a:lnTo>
                  <a:lnTo>
                    <a:pt x="638809" y="1269"/>
                  </a:lnTo>
                  <a:lnTo>
                    <a:pt x="638809" y="0"/>
                  </a:lnTo>
                  <a:close/>
                </a:path>
              </a:pathLst>
            </a:custGeom>
            <a:solidFill>
              <a:srgbClr val="251B00"/>
            </a:solidFill>
          </p:spPr>
          <p:txBody>
            <a:bodyPr wrap="square" lIns="0" tIns="0" rIns="0" bIns="0" rtlCol="0"/>
            <a:lstStyle/>
            <a:p/>
          </p:txBody>
        </p:sp>
        <p:sp>
          <p:nvSpPr>
            <p:cNvPr id="1187" name="object 1187"/>
            <p:cNvSpPr/>
            <p:nvPr/>
          </p:nvSpPr>
          <p:spPr>
            <a:xfrm>
              <a:off x="6371590" y="2760979"/>
              <a:ext cx="681990" cy="7620"/>
            </a:xfrm>
            <a:custGeom>
              <a:avLst/>
              <a:gdLst/>
              <a:ahLst/>
              <a:cxnLst/>
              <a:rect l="l" t="t" r="r" b="b"/>
              <a:pathLst>
                <a:path w="681990" h="7619">
                  <a:moveTo>
                    <a:pt x="279400" y="0"/>
                  </a:moveTo>
                  <a:lnTo>
                    <a:pt x="0" y="0"/>
                  </a:lnTo>
                  <a:lnTo>
                    <a:pt x="0" y="2540"/>
                  </a:lnTo>
                  <a:lnTo>
                    <a:pt x="1270" y="2540"/>
                  </a:lnTo>
                  <a:lnTo>
                    <a:pt x="1270" y="3810"/>
                  </a:lnTo>
                  <a:lnTo>
                    <a:pt x="2540" y="3810"/>
                  </a:lnTo>
                  <a:lnTo>
                    <a:pt x="2540" y="2540"/>
                  </a:lnTo>
                  <a:lnTo>
                    <a:pt x="279400" y="2540"/>
                  </a:lnTo>
                  <a:lnTo>
                    <a:pt x="279400" y="0"/>
                  </a:lnTo>
                  <a:close/>
                </a:path>
                <a:path w="681990" h="7619">
                  <a:moveTo>
                    <a:pt x="281940" y="2540"/>
                  </a:moveTo>
                  <a:lnTo>
                    <a:pt x="280657" y="2540"/>
                  </a:lnTo>
                  <a:lnTo>
                    <a:pt x="280657" y="3810"/>
                  </a:lnTo>
                  <a:lnTo>
                    <a:pt x="2540" y="3810"/>
                  </a:lnTo>
                  <a:lnTo>
                    <a:pt x="2540" y="5080"/>
                  </a:lnTo>
                  <a:lnTo>
                    <a:pt x="281940" y="5080"/>
                  </a:lnTo>
                  <a:lnTo>
                    <a:pt x="281940" y="3810"/>
                  </a:lnTo>
                  <a:lnTo>
                    <a:pt x="281940" y="2540"/>
                  </a:lnTo>
                  <a:close/>
                </a:path>
                <a:path w="681990" h="7619">
                  <a:moveTo>
                    <a:pt x="284480" y="6350"/>
                  </a:moveTo>
                  <a:lnTo>
                    <a:pt x="283210" y="6350"/>
                  </a:lnTo>
                  <a:lnTo>
                    <a:pt x="283210" y="5080"/>
                  </a:lnTo>
                  <a:lnTo>
                    <a:pt x="281940" y="5080"/>
                  </a:lnTo>
                  <a:lnTo>
                    <a:pt x="281940" y="6350"/>
                  </a:lnTo>
                  <a:lnTo>
                    <a:pt x="5080" y="6350"/>
                  </a:lnTo>
                  <a:lnTo>
                    <a:pt x="5080" y="7620"/>
                  </a:lnTo>
                  <a:lnTo>
                    <a:pt x="284480" y="7620"/>
                  </a:lnTo>
                  <a:lnTo>
                    <a:pt x="284480" y="6350"/>
                  </a:lnTo>
                  <a:close/>
                </a:path>
                <a:path w="681990" h="7619">
                  <a:moveTo>
                    <a:pt x="681990" y="6350"/>
                  </a:moveTo>
                  <a:lnTo>
                    <a:pt x="631190" y="6350"/>
                  </a:lnTo>
                  <a:lnTo>
                    <a:pt x="631190" y="7620"/>
                  </a:lnTo>
                  <a:lnTo>
                    <a:pt x="681990" y="7620"/>
                  </a:lnTo>
                  <a:lnTo>
                    <a:pt x="681990" y="6350"/>
                  </a:lnTo>
                  <a:close/>
                </a:path>
                <a:path w="681990" h="7619">
                  <a:moveTo>
                    <a:pt x="681990" y="3810"/>
                  </a:moveTo>
                  <a:lnTo>
                    <a:pt x="631190" y="3810"/>
                  </a:lnTo>
                  <a:lnTo>
                    <a:pt x="631190" y="5080"/>
                  </a:lnTo>
                  <a:lnTo>
                    <a:pt x="681990" y="5080"/>
                  </a:lnTo>
                  <a:lnTo>
                    <a:pt x="681990" y="3810"/>
                  </a:lnTo>
                  <a:close/>
                </a:path>
                <a:path w="681990" h="7619">
                  <a:moveTo>
                    <a:pt x="681990" y="0"/>
                  </a:moveTo>
                  <a:lnTo>
                    <a:pt x="631190" y="0"/>
                  </a:lnTo>
                  <a:lnTo>
                    <a:pt x="631190" y="2540"/>
                  </a:lnTo>
                  <a:lnTo>
                    <a:pt x="681990" y="2540"/>
                  </a:lnTo>
                  <a:lnTo>
                    <a:pt x="681990" y="0"/>
                  </a:lnTo>
                  <a:close/>
                </a:path>
              </a:pathLst>
            </a:custGeom>
            <a:solidFill>
              <a:srgbClr val="271D00"/>
            </a:solidFill>
          </p:spPr>
          <p:txBody>
            <a:bodyPr wrap="square" lIns="0" tIns="0" rIns="0" bIns="0" rtlCol="0"/>
            <a:lstStyle/>
            <a:p/>
          </p:txBody>
        </p:sp>
        <p:sp>
          <p:nvSpPr>
            <p:cNvPr id="1188" name="object 1188"/>
            <p:cNvSpPr/>
            <p:nvPr/>
          </p:nvSpPr>
          <p:spPr>
            <a:xfrm>
              <a:off x="6376670" y="2768599"/>
              <a:ext cx="676910" cy="6350"/>
            </a:xfrm>
            <a:custGeom>
              <a:avLst/>
              <a:gdLst/>
              <a:ahLst/>
              <a:cxnLst/>
              <a:rect l="l" t="t" r="r" b="b"/>
              <a:pathLst>
                <a:path w="676909" h="6350">
                  <a:moveTo>
                    <a:pt x="279400" y="0"/>
                  </a:moveTo>
                  <a:lnTo>
                    <a:pt x="0" y="0"/>
                  </a:lnTo>
                  <a:lnTo>
                    <a:pt x="0" y="1270"/>
                  </a:lnTo>
                  <a:lnTo>
                    <a:pt x="1270" y="1270"/>
                  </a:lnTo>
                  <a:lnTo>
                    <a:pt x="1270" y="2540"/>
                  </a:lnTo>
                  <a:lnTo>
                    <a:pt x="2540" y="2540"/>
                  </a:lnTo>
                  <a:lnTo>
                    <a:pt x="2540" y="1270"/>
                  </a:lnTo>
                  <a:lnTo>
                    <a:pt x="279400" y="1270"/>
                  </a:lnTo>
                  <a:lnTo>
                    <a:pt x="279400" y="0"/>
                  </a:lnTo>
                  <a:close/>
                </a:path>
                <a:path w="676909" h="6350">
                  <a:moveTo>
                    <a:pt x="281940" y="1270"/>
                  </a:moveTo>
                  <a:lnTo>
                    <a:pt x="280670" y="1270"/>
                  </a:lnTo>
                  <a:lnTo>
                    <a:pt x="280670" y="2540"/>
                  </a:lnTo>
                  <a:lnTo>
                    <a:pt x="2540" y="2540"/>
                  </a:lnTo>
                  <a:lnTo>
                    <a:pt x="2540" y="3810"/>
                  </a:lnTo>
                  <a:lnTo>
                    <a:pt x="2540" y="5080"/>
                  </a:lnTo>
                  <a:lnTo>
                    <a:pt x="3810" y="5080"/>
                  </a:lnTo>
                  <a:lnTo>
                    <a:pt x="3810" y="3810"/>
                  </a:lnTo>
                  <a:lnTo>
                    <a:pt x="281940" y="3810"/>
                  </a:lnTo>
                  <a:lnTo>
                    <a:pt x="281940" y="2540"/>
                  </a:lnTo>
                  <a:lnTo>
                    <a:pt x="281940" y="1270"/>
                  </a:lnTo>
                  <a:close/>
                </a:path>
                <a:path w="676909" h="6350">
                  <a:moveTo>
                    <a:pt x="284480" y="5080"/>
                  </a:moveTo>
                  <a:lnTo>
                    <a:pt x="5080" y="5080"/>
                  </a:lnTo>
                  <a:lnTo>
                    <a:pt x="5080" y="6350"/>
                  </a:lnTo>
                  <a:lnTo>
                    <a:pt x="284480" y="6350"/>
                  </a:lnTo>
                  <a:lnTo>
                    <a:pt x="284480" y="5080"/>
                  </a:lnTo>
                  <a:close/>
                </a:path>
                <a:path w="676909" h="6350">
                  <a:moveTo>
                    <a:pt x="676910" y="5080"/>
                  </a:moveTo>
                  <a:lnTo>
                    <a:pt x="627380" y="5080"/>
                  </a:lnTo>
                  <a:lnTo>
                    <a:pt x="627380" y="6350"/>
                  </a:lnTo>
                  <a:lnTo>
                    <a:pt x="676910" y="6350"/>
                  </a:lnTo>
                  <a:lnTo>
                    <a:pt x="676910" y="5080"/>
                  </a:lnTo>
                  <a:close/>
                </a:path>
                <a:path w="676909" h="6350">
                  <a:moveTo>
                    <a:pt x="676910" y="2540"/>
                  </a:moveTo>
                  <a:lnTo>
                    <a:pt x="627380" y="2540"/>
                  </a:lnTo>
                  <a:lnTo>
                    <a:pt x="627380" y="3810"/>
                  </a:lnTo>
                  <a:lnTo>
                    <a:pt x="676910" y="3810"/>
                  </a:lnTo>
                  <a:lnTo>
                    <a:pt x="676910" y="2540"/>
                  </a:lnTo>
                  <a:close/>
                </a:path>
                <a:path w="676909" h="6350">
                  <a:moveTo>
                    <a:pt x="676910" y="0"/>
                  </a:moveTo>
                  <a:lnTo>
                    <a:pt x="626110" y="0"/>
                  </a:lnTo>
                  <a:lnTo>
                    <a:pt x="626110" y="1270"/>
                  </a:lnTo>
                  <a:lnTo>
                    <a:pt x="626110" y="2540"/>
                  </a:lnTo>
                  <a:lnTo>
                    <a:pt x="627380" y="2540"/>
                  </a:lnTo>
                  <a:lnTo>
                    <a:pt x="627380" y="1270"/>
                  </a:lnTo>
                  <a:lnTo>
                    <a:pt x="676910" y="1270"/>
                  </a:lnTo>
                  <a:lnTo>
                    <a:pt x="676910" y="0"/>
                  </a:lnTo>
                  <a:close/>
                </a:path>
              </a:pathLst>
            </a:custGeom>
            <a:solidFill>
              <a:srgbClr val="291E00"/>
            </a:solidFill>
          </p:spPr>
          <p:txBody>
            <a:bodyPr wrap="square" lIns="0" tIns="0" rIns="0" bIns="0" rtlCol="0"/>
            <a:lstStyle/>
            <a:p/>
          </p:txBody>
        </p:sp>
        <p:sp>
          <p:nvSpPr>
            <p:cNvPr id="1189" name="object 1189"/>
            <p:cNvSpPr/>
            <p:nvPr/>
          </p:nvSpPr>
          <p:spPr>
            <a:xfrm>
              <a:off x="6381750" y="2774949"/>
              <a:ext cx="671830" cy="7620"/>
            </a:xfrm>
            <a:custGeom>
              <a:avLst/>
              <a:gdLst/>
              <a:ahLst/>
              <a:cxnLst/>
              <a:rect l="l" t="t" r="r" b="b"/>
              <a:pathLst>
                <a:path w="671829" h="7619">
                  <a:moveTo>
                    <a:pt x="279400" y="0"/>
                  </a:moveTo>
                  <a:lnTo>
                    <a:pt x="0" y="0"/>
                  </a:lnTo>
                  <a:lnTo>
                    <a:pt x="0" y="1270"/>
                  </a:lnTo>
                  <a:lnTo>
                    <a:pt x="1270" y="1270"/>
                  </a:lnTo>
                  <a:lnTo>
                    <a:pt x="1270" y="2540"/>
                  </a:lnTo>
                  <a:lnTo>
                    <a:pt x="2540" y="2540"/>
                  </a:lnTo>
                  <a:lnTo>
                    <a:pt x="2540" y="1270"/>
                  </a:lnTo>
                  <a:lnTo>
                    <a:pt x="279400" y="1270"/>
                  </a:lnTo>
                  <a:lnTo>
                    <a:pt x="279400" y="0"/>
                  </a:lnTo>
                  <a:close/>
                </a:path>
                <a:path w="671829" h="7619">
                  <a:moveTo>
                    <a:pt x="284480" y="5080"/>
                  </a:moveTo>
                  <a:lnTo>
                    <a:pt x="283210" y="5080"/>
                  </a:lnTo>
                  <a:lnTo>
                    <a:pt x="283210" y="3810"/>
                  </a:lnTo>
                  <a:lnTo>
                    <a:pt x="281940" y="3810"/>
                  </a:lnTo>
                  <a:lnTo>
                    <a:pt x="281940" y="2540"/>
                  </a:lnTo>
                  <a:lnTo>
                    <a:pt x="281940" y="1270"/>
                  </a:lnTo>
                  <a:lnTo>
                    <a:pt x="280670" y="1270"/>
                  </a:lnTo>
                  <a:lnTo>
                    <a:pt x="280670" y="2540"/>
                  </a:lnTo>
                  <a:lnTo>
                    <a:pt x="2540" y="2540"/>
                  </a:lnTo>
                  <a:lnTo>
                    <a:pt x="2540" y="3810"/>
                  </a:lnTo>
                  <a:lnTo>
                    <a:pt x="3810" y="3810"/>
                  </a:lnTo>
                  <a:lnTo>
                    <a:pt x="3810" y="5080"/>
                  </a:lnTo>
                  <a:lnTo>
                    <a:pt x="5080" y="5080"/>
                  </a:lnTo>
                  <a:lnTo>
                    <a:pt x="5080" y="7620"/>
                  </a:lnTo>
                  <a:lnTo>
                    <a:pt x="284480" y="7620"/>
                  </a:lnTo>
                  <a:lnTo>
                    <a:pt x="284480" y="5080"/>
                  </a:lnTo>
                  <a:close/>
                </a:path>
                <a:path w="671829" h="7619">
                  <a:moveTo>
                    <a:pt x="671830" y="2540"/>
                  </a:moveTo>
                  <a:lnTo>
                    <a:pt x="622300" y="2540"/>
                  </a:lnTo>
                  <a:lnTo>
                    <a:pt x="622300" y="7620"/>
                  </a:lnTo>
                  <a:lnTo>
                    <a:pt x="671830" y="7620"/>
                  </a:lnTo>
                  <a:lnTo>
                    <a:pt x="671830" y="2540"/>
                  </a:lnTo>
                  <a:close/>
                </a:path>
                <a:path w="671829" h="7619">
                  <a:moveTo>
                    <a:pt x="671830" y="0"/>
                  </a:moveTo>
                  <a:lnTo>
                    <a:pt x="622300" y="0"/>
                  </a:lnTo>
                  <a:lnTo>
                    <a:pt x="622300" y="1270"/>
                  </a:lnTo>
                  <a:lnTo>
                    <a:pt x="671830" y="1270"/>
                  </a:lnTo>
                  <a:lnTo>
                    <a:pt x="671830" y="0"/>
                  </a:lnTo>
                  <a:close/>
                </a:path>
              </a:pathLst>
            </a:custGeom>
            <a:solidFill>
              <a:srgbClr val="2B1F00"/>
            </a:solidFill>
          </p:spPr>
          <p:txBody>
            <a:bodyPr wrap="square" lIns="0" tIns="0" rIns="0" bIns="0" rtlCol="0"/>
            <a:lstStyle/>
            <a:p/>
          </p:txBody>
        </p:sp>
        <p:sp>
          <p:nvSpPr>
            <p:cNvPr id="1190" name="object 1190"/>
            <p:cNvSpPr/>
            <p:nvPr/>
          </p:nvSpPr>
          <p:spPr>
            <a:xfrm>
              <a:off x="6388100" y="2782569"/>
              <a:ext cx="665480" cy="7620"/>
            </a:xfrm>
            <a:custGeom>
              <a:avLst/>
              <a:gdLst/>
              <a:ahLst/>
              <a:cxnLst/>
              <a:rect l="l" t="t" r="r" b="b"/>
              <a:pathLst>
                <a:path w="665479" h="7619">
                  <a:moveTo>
                    <a:pt x="1270" y="0"/>
                  </a:moveTo>
                  <a:lnTo>
                    <a:pt x="0" y="0"/>
                  </a:lnTo>
                  <a:lnTo>
                    <a:pt x="0" y="1270"/>
                  </a:lnTo>
                  <a:lnTo>
                    <a:pt x="1270" y="1270"/>
                  </a:lnTo>
                  <a:lnTo>
                    <a:pt x="1270" y="0"/>
                  </a:lnTo>
                  <a:close/>
                </a:path>
                <a:path w="665479" h="7619">
                  <a:moveTo>
                    <a:pt x="280670" y="0"/>
                  </a:moveTo>
                  <a:lnTo>
                    <a:pt x="279400" y="0"/>
                  </a:lnTo>
                  <a:lnTo>
                    <a:pt x="279400" y="1270"/>
                  </a:lnTo>
                  <a:lnTo>
                    <a:pt x="1270" y="1270"/>
                  </a:lnTo>
                  <a:lnTo>
                    <a:pt x="1270" y="2540"/>
                  </a:lnTo>
                  <a:lnTo>
                    <a:pt x="2540" y="2540"/>
                  </a:lnTo>
                  <a:lnTo>
                    <a:pt x="2540" y="3810"/>
                  </a:lnTo>
                  <a:lnTo>
                    <a:pt x="3810" y="3810"/>
                  </a:lnTo>
                  <a:lnTo>
                    <a:pt x="3810" y="2540"/>
                  </a:lnTo>
                  <a:lnTo>
                    <a:pt x="280670" y="2540"/>
                  </a:lnTo>
                  <a:lnTo>
                    <a:pt x="280670" y="1270"/>
                  </a:lnTo>
                  <a:lnTo>
                    <a:pt x="280670" y="0"/>
                  </a:lnTo>
                  <a:close/>
                </a:path>
                <a:path w="665479" h="7619">
                  <a:moveTo>
                    <a:pt x="283210" y="3810"/>
                  </a:moveTo>
                  <a:lnTo>
                    <a:pt x="3810" y="3810"/>
                  </a:lnTo>
                  <a:lnTo>
                    <a:pt x="3810" y="6350"/>
                  </a:lnTo>
                  <a:lnTo>
                    <a:pt x="5080" y="6350"/>
                  </a:lnTo>
                  <a:lnTo>
                    <a:pt x="5080" y="7620"/>
                  </a:lnTo>
                  <a:lnTo>
                    <a:pt x="6350" y="7620"/>
                  </a:lnTo>
                  <a:lnTo>
                    <a:pt x="6350" y="6350"/>
                  </a:lnTo>
                  <a:lnTo>
                    <a:pt x="283210" y="6350"/>
                  </a:lnTo>
                  <a:lnTo>
                    <a:pt x="283210" y="3810"/>
                  </a:lnTo>
                  <a:close/>
                </a:path>
                <a:path w="665479" h="7619">
                  <a:moveTo>
                    <a:pt x="285750" y="6350"/>
                  </a:moveTo>
                  <a:lnTo>
                    <a:pt x="284480" y="6350"/>
                  </a:lnTo>
                  <a:lnTo>
                    <a:pt x="284480" y="7620"/>
                  </a:lnTo>
                  <a:lnTo>
                    <a:pt x="285750" y="7620"/>
                  </a:lnTo>
                  <a:lnTo>
                    <a:pt x="285750" y="6350"/>
                  </a:lnTo>
                  <a:close/>
                </a:path>
                <a:path w="665479" h="7619">
                  <a:moveTo>
                    <a:pt x="665480" y="3810"/>
                  </a:moveTo>
                  <a:lnTo>
                    <a:pt x="615950" y="3810"/>
                  </a:lnTo>
                  <a:lnTo>
                    <a:pt x="615950" y="6350"/>
                  </a:lnTo>
                  <a:lnTo>
                    <a:pt x="615950" y="7620"/>
                  </a:lnTo>
                  <a:lnTo>
                    <a:pt x="617220" y="7620"/>
                  </a:lnTo>
                  <a:lnTo>
                    <a:pt x="617220" y="6350"/>
                  </a:lnTo>
                  <a:lnTo>
                    <a:pt x="665480" y="6350"/>
                  </a:lnTo>
                  <a:lnTo>
                    <a:pt x="665480" y="3810"/>
                  </a:lnTo>
                  <a:close/>
                </a:path>
                <a:path w="665479" h="7619">
                  <a:moveTo>
                    <a:pt x="665480" y="1270"/>
                  </a:moveTo>
                  <a:lnTo>
                    <a:pt x="615950" y="1270"/>
                  </a:lnTo>
                  <a:lnTo>
                    <a:pt x="615950" y="2540"/>
                  </a:lnTo>
                  <a:lnTo>
                    <a:pt x="665480" y="2540"/>
                  </a:lnTo>
                  <a:lnTo>
                    <a:pt x="665480" y="1270"/>
                  </a:lnTo>
                  <a:close/>
                </a:path>
              </a:pathLst>
            </a:custGeom>
            <a:solidFill>
              <a:srgbClr val="2C2100"/>
            </a:solidFill>
          </p:spPr>
          <p:txBody>
            <a:bodyPr wrap="square" lIns="0" tIns="0" rIns="0" bIns="0" rtlCol="0"/>
            <a:lstStyle/>
            <a:p/>
          </p:txBody>
        </p:sp>
        <p:sp>
          <p:nvSpPr>
            <p:cNvPr id="1191" name="object 1191"/>
            <p:cNvSpPr/>
            <p:nvPr/>
          </p:nvSpPr>
          <p:spPr>
            <a:xfrm>
              <a:off x="6394450" y="2790189"/>
              <a:ext cx="659130" cy="6350"/>
            </a:xfrm>
            <a:custGeom>
              <a:avLst/>
              <a:gdLst/>
              <a:ahLst/>
              <a:cxnLst/>
              <a:rect l="l" t="t" r="r" b="b"/>
              <a:pathLst>
                <a:path w="659129" h="6350">
                  <a:moveTo>
                    <a:pt x="281940" y="2540"/>
                  </a:moveTo>
                  <a:lnTo>
                    <a:pt x="280670" y="2540"/>
                  </a:lnTo>
                  <a:lnTo>
                    <a:pt x="280670" y="1270"/>
                  </a:lnTo>
                  <a:lnTo>
                    <a:pt x="279400" y="1270"/>
                  </a:lnTo>
                  <a:lnTo>
                    <a:pt x="279400" y="0"/>
                  </a:lnTo>
                  <a:lnTo>
                    <a:pt x="0" y="0"/>
                  </a:lnTo>
                  <a:lnTo>
                    <a:pt x="0" y="1270"/>
                  </a:lnTo>
                  <a:lnTo>
                    <a:pt x="1270" y="1270"/>
                  </a:lnTo>
                  <a:lnTo>
                    <a:pt x="1270" y="2540"/>
                  </a:lnTo>
                  <a:lnTo>
                    <a:pt x="1270" y="5080"/>
                  </a:lnTo>
                  <a:lnTo>
                    <a:pt x="281940" y="5080"/>
                  </a:lnTo>
                  <a:lnTo>
                    <a:pt x="281940" y="2540"/>
                  </a:lnTo>
                  <a:close/>
                </a:path>
                <a:path w="659129" h="6350">
                  <a:moveTo>
                    <a:pt x="284480" y="5080"/>
                  </a:moveTo>
                  <a:lnTo>
                    <a:pt x="283210" y="5080"/>
                  </a:lnTo>
                  <a:lnTo>
                    <a:pt x="283210" y="6350"/>
                  </a:lnTo>
                  <a:lnTo>
                    <a:pt x="284480" y="6350"/>
                  </a:lnTo>
                  <a:lnTo>
                    <a:pt x="284480" y="5080"/>
                  </a:lnTo>
                  <a:close/>
                </a:path>
                <a:path w="659129" h="6350">
                  <a:moveTo>
                    <a:pt x="659130" y="0"/>
                  </a:moveTo>
                  <a:lnTo>
                    <a:pt x="610870" y="0"/>
                  </a:lnTo>
                  <a:lnTo>
                    <a:pt x="610870" y="5080"/>
                  </a:lnTo>
                  <a:lnTo>
                    <a:pt x="659130" y="5080"/>
                  </a:lnTo>
                  <a:lnTo>
                    <a:pt x="659130" y="0"/>
                  </a:lnTo>
                  <a:close/>
                </a:path>
              </a:pathLst>
            </a:custGeom>
            <a:solidFill>
              <a:srgbClr val="2E2200"/>
            </a:solidFill>
          </p:spPr>
          <p:txBody>
            <a:bodyPr wrap="square" lIns="0" tIns="0" rIns="0" bIns="0" rtlCol="0"/>
            <a:lstStyle/>
            <a:p/>
          </p:txBody>
        </p:sp>
        <p:sp>
          <p:nvSpPr>
            <p:cNvPr id="1192" name="object 1192"/>
            <p:cNvSpPr/>
            <p:nvPr/>
          </p:nvSpPr>
          <p:spPr>
            <a:xfrm>
              <a:off x="6395720" y="2796539"/>
              <a:ext cx="657860" cy="7620"/>
            </a:xfrm>
            <a:custGeom>
              <a:avLst/>
              <a:gdLst/>
              <a:ahLst/>
              <a:cxnLst/>
              <a:rect l="l" t="t" r="r" b="b"/>
              <a:pathLst>
                <a:path w="657859" h="7619">
                  <a:moveTo>
                    <a:pt x="285750" y="2540"/>
                  </a:moveTo>
                  <a:lnTo>
                    <a:pt x="284480" y="2540"/>
                  </a:lnTo>
                  <a:lnTo>
                    <a:pt x="284480" y="1270"/>
                  </a:lnTo>
                  <a:lnTo>
                    <a:pt x="283210" y="1270"/>
                  </a:lnTo>
                  <a:lnTo>
                    <a:pt x="283210" y="0"/>
                  </a:lnTo>
                  <a:lnTo>
                    <a:pt x="0" y="0"/>
                  </a:lnTo>
                  <a:lnTo>
                    <a:pt x="0" y="1270"/>
                  </a:lnTo>
                  <a:lnTo>
                    <a:pt x="0" y="2540"/>
                  </a:lnTo>
                  <a:lnTo>
                    <a:pt x="0" y="5080"/>
                  </a:lnTo>
                  <a:lnTo>
                    <a:pt x="285750" y="5080"/>
                  </a:lnTo>
                  <a:lnTo>
                    <a:pt x="285750" y="2540"/>
                  </a:lnTo>
                  <a:close/>
                </a:path>
                <a:path w="657859" h="7619">
                  <a:moveTo>
                    <a:pt x="288290" y="5080"/>
                  </a:moveTo>
                  <a:lnTo>
                    <a:pt x="287020" y="5080"/>
                  </a:lnTo>
                  <a:lnTo>
                    <a:pt x="287020" y="6350"/>
                  </a:lnTo>
                  <a:lnTo>
                    <a:pt x="0" y="6350"/>
                  </a:lnTo>
                  <a:lnTo>
                    <a:pt x="0" y="7620"/>
                  </a:lnTo>
                  <a:lnTo>
                    <a:pt x="288290" y="7620"/>
                  </a:lnTo>
                  <a:lnTo>
                    <a:pt x="288290" y="6350"/>
                  </a:lnTo>
                  <a:lnTo>
                    <a:pt x="288290" y="5080"/>
                  </a:lnTo>
                  <a:close/>
                </a:path>
                <a:path w="657859" h="7619">
                  <a:moveTo>
                    <a:pt x="657860" y="6350"/>
                  </a:moveTo>
                  <a:lnTo>
                    <a:pt x="609600" y="6350"/>
                  </a:lnTo>
                  <a:lnTo>
                    <a:pt x="609600" y="7620"/>
                  </a:lnTo>
                  <a:lnTo>
                    <a:pt x="657860" y="7620"/>
                  </a:lnTo>
                  <a:lnTo>
                    <a:pt x="657860" y="6350"/>
                  </a:lnTo>
                  <a:close/>
                </a:path>
                <a:path w="657859" h="7619">
                  <a:moveTo>
                    <a:pt x="657860" y="0"/>
                  </a:moveTo>
                  <a:lnTo>
                    <a:pt x="609600" y="0"/>
                  </a:lnTo>
                  <a:lnTo>
                    <a:pt x="609600" y="5080"/>
                  </a:lnTo>
                  <a:lnTo>
                    <a:pt x="657860" y="5080"/>
                  </a:lnTo>
                  <a:lnTo>
                    <a:pt x="657860" y="0"/>
                  </a:lnTo>
                  <a:close/>
                </a:path>
              </a:pathLst>
            </a:custGeom>
            <a:solidFill>
              <a:srgbClr val="302400"/>
            </a:solidFill>
          </p:spPr>
          <p:txBody>
            <a:bodyPr wrap="square" lIns="0" tIns="0" rIns="0" bIns="0" rtlCol="0"/>
            <a:lstStyle/>
            <a:p/>
          </p:txBody>
        </p:sp>
        <p:sp>
          <p:nvSpPr>
            <p:cNvPr id="1193" name="object 1193"/>
            <p:cNvSpPr/>
            <p:nvPr/>
          </p:nvSpPr>
          <p:spPr>
            <a:xfrm>
              <a:off x="6395720" y="2804159"/>
              <a:ext cx="657860" cy="7620"/>
            </a:xfrm>
            <a:custGeom>
              <a:avLst/>
              <a:gdLst/>
              <a:ahLst/>
              <a:cxnLst/>
              <a:rect l="l" t="t" r="r" b="b"/>
              <a:pathLst>
                <a:path w="657859" h="7619">
                  <a:moveTo>
                    <a:pt x="290830" y="1270"/>
                  </a:moveTo>
                  <a:lnTo>
                    <a:pt x="289560" y="1270"/>
                  </a:lnTo>
                  <a:lnTo>
                    <a:pt x="289560" y="0"/>
                  </a:lnTo>
                  <a:lnTo>
                    <a:pt x="0" y="0"/>
                  </a:lnTo>
                  <a:lnTo>
                    <a:pt x="0" y="1270"/>
                  </a:lnTo>
                  <a:lnTo>
                    <a:pt x="0" y="3810"/>
                  </a:lnTo>
                  <a:lnTo>
                    <a:pt x="290830" y="3810"/>
                  </a:lnTo>
                  <a:lnTo>
                    <a:pt x="290830" y="1270"/>
                  </a:lnTo>
                  <a:close/>
                </a:path>
                <a:path w="657859" h="7619">
                  <a:moveTo>
                    <a:pt x="294640" y="6350"/>
                  </a:moveTo>
                  <a:lnTo>
                    <a:pt x="293370" y="6350"/>
                  </a:lnTo>
                  <a:lnTo>
                    <a:pt x="293370" y="5080"/>
                  </a:lnTo>
                  <a:lnTo>
                    <a:pt x="293370" y="3810"/>
                  </a:lnTo>
                  <a:lnTo>
                    <a:pt x="292100" y="3810"/>
                  </a:lnTo>
                  <a:lnTo>
                    <a:pt x="292100" y="5080"/>
                  </a:lnTo>
                  <a:lnTo>
                    <a:pt x="0" y="5080"/>
                  </a:lnTo>
                  <a:lnTo>
                    <a:pt x="0" y="6350"/>
                  </a:lnTo>
                  <a:lnTo>
                    <a:pt x="0" y="7620"/>
                  </a:lnTo>
                  <a:lnTo>
                    <a:pt x="294640" y="7620"/>
                  </a:lnTo>
                  <a:lnTo>
                    <a:pt x="294640" y="6350"/>
                  </a:lnTo>
                  <a:close/>
                </a:path>
                <a:path w="657859" h="7619">
                  <a:moveTo>
                    <a:pt x="657860" y="5080"/>
                  </a:moveTo>
                  <a:lnTo>
                    <a:pt x="609600" y="5080"/>
                  </a:lnTo>
                  <a:lnTo>
                    <a:pt x="609600" y="7620"/>
                  </a:lnTo>
                  <a:lnTo>
                    <a:pt x="657860" y="7620"/>
                  </a:lnTo>
                  <a:lnTo>
                    <a:pt x="657860" y="5080"/>
                  </a:lnTo>
                  <a:close/>
                </a:path>
                <a:path w="657859" h="7619">
                  <a:moveTo>
                    <a:pt x="657860" y="0"/>
                  </a:moveTo>
                  <a:lnTo>
                    <a:pt x="609600" y="0"/>
                  </a:lnTo>
                  <a:lnTo>
                    <a:pt x="609600" y="3810"/>
                  </a:lnTo>
                  <a:lnTo>
                    <a:pt x="657860" y="3810"/>
                  </a:lnTo>
                  <a:lnTo>
                    <a:pt x="657860" y="0"/>
                  </a:lnTo>
                  <a:close/>
                </a:path>
              </a:pathLst>
            </a:custGeom>
            <a:solidFill>
              <a:srgbClr val="332500"/>
            </a:solidFill>
          </p:spPr>
          <p:txBody>
            <a:bodyPr wrap="square" lIns="0" tIns="0" rIns="0" bIns="0" rtlCol="0"/>
            <a:lstStyle/>
            <a:p/>
          </p:txBody>
        </p:sp>
        <p:sp>
          <p:nvSpPr>
            <p:cNvPr id="1194" name="object 1194"/>
            <p:cNvSpPr/>
            <p:nvPr/>
          </p:nvSpPr>
          <p:spPr>
            <a:xfrm>
              <a:off x="6395720" y="2811779"/>
              <a:ext cx="657860" cy="6350"/>
            </a:xfrm>
            <a:custGeom>
              <a:avLst/>
              <a:gdLst/>
              <a:ahLst/>
              <a:cxnLst/>
              <a:rect l="l" t="t" r="r" b="b"/>
              <a:pathLst>
                <a:path w="657859" h="6350">
                  <a:moveTo>
                    <a:pt x="295910" y="0"/>
                  </a:moveTo>
                  <a:lnTo>
                    <a:pt x="0" y="0"/>
                  </a:lnTo>
                  <a:lnTo>
                    <a:pt x="0" y="2540"/>
                  </a:lnTo>
                  <a:lnTo>
                    <a:pt x="295910" y="2540"/>
                  </a:lnTo>
                  <a:lnTo>
                    <a:pt x="295910" y="0"/>
                  </a:lnTo>
                  <a:close/>
                </a:path>
                <a:path w="657859" h="6350">
                  <a:moveTo>
                    <a:pt x="299720" y="5080"/>
                  </a:moveTo>
                  <a:lnTo>
                    <a:pt x="298450" y="5080"/>
                  </a:lnTo>
                  <a:lnTo>
                    <a:pt x="298450" y="3810"/>
                  </a:lnTo>
                  <a:lnTo>
                    <a:pt x="298450" y="2540"/>
                  </a:lnTo>
                  <a:lnTo>
                    <a:pt x="297180" y="2540"/>
                  </a:lnTo>
                  <a:lnTo>
                    <a:pt x="297180" y="3810"/>
                  </a:lnTo>
                  <a:lnTo>
                    <a:pt x="0" y="3810"/>
                  </a:lnTo>
                  <a:lnTo>
                    <a:pt x="0" y="5080"/>
                  </a:lnTo>
                  <a:lnTo>
                    <a:pt x="0" y="6350"/>
                  </a:lnTo>
                  <a:lnTo>
                    <a:pt x="299720" y="6350"/>
                  </a:lnTo>
                  <a:lnTo>
                    <a:pt x="299720" y="5080"/>
                  </a:lnTo>
                  <a:close/>
                </a:path>
                <a:path w="657859" h="6350">
                  <a:moveTo>
                    <a:pt x="657860" y="3810"/>
                  </a:moveTo>
                  <a:lnTo>
                    <a:pt x="609600" y="3810"/>
                  </a:lnTo>
                  <a:lnTo>
                    <a:pt x="609600" y="6350"/>
                  </a:lnTo>
                  <a:lnTo>
                    <a:pt x="657860" y="6350"/>
                  </a:lnTo>
                  <a:lnTo>
                    <a:pt x="657860" y="3810"/>
                  </a:lnTo>
                  <a:close/>
                </a:path>
                <a:path w="657859" h="6350">
                  <a:moveTo>
                    <a:pt x="657860" y="0"/>
                  </a:moveTo>
                  <a:lnTo>
                    <a:pt x="609600" y="0"/>
                  </a:lnTo>
                  <a:lnTo>
                    <a:pt x="609600" y="2540"/>
                  </a:lnTo>
                  <a:lnTo>
                    <a:pt x="657860" y="2540"/>
                  </a:lnTo>
                  <a:lnTo>
                    <a:pt x="657860" y="0"/>
                  </a:lnTo>
                  <a:close/>
                </a:path>
              </a:pathLst>
            </a:custGeom>
            <a:solidFill>
              <a:srgbClr val="342600"/>
            </a:solidFill>
          </p:spPr>
          <p:txBody>
            <a:bodyPr wrap="square" lIns="0" tIns="0" rIns="0" bIns="0" rtlCol="0"/>
            <a:lstStyle/>
            <a:p/>
          </p:txBody>
        </p:sp>
        <p:sp>
          <p:nvSpPr>
            <p:cNvPr id="1195" name="object 1195"/>
            <p:cNvSpPr/>
            <p:nvPr/>
          </p:nvSpPr>
          <p:spPr>
            <a:xfrm>
              <a:off x="6395720" y="2818129"/>
              <a:ext cx="657860" cy="7620"/>
            </a:xfrm>
            <a:custGeom>
              <a:avLst/>
              <a:gdLst/>
              <a:ahLst/>
              <a:cxnLst/>
              <a:rect l="l" t="t" r="r" b="b"/>
              <a:pathLst>
                <a:path w="657859" h="7619">
                  <a:moveTo>
                    <a:pt x="300990" y="0"/>
                  </a:moveTo>
                  <a:lnTo>
                    <a:pt x="0" y="0"/>
                  </a:lnTo>
                  <a:lnTo>
                    <a:pt x="0" y="2540"/>
                  </a:lnTo>
                  <a:lnTo>
                    <a:pt x="300990" y="2540"/>
                  </a:lnTo>
                  <a:lnTo>
                    <a:pt x="300990" y="0"/>
                  </a:lnTo>
                  <a:close/>
                </a:path>
                <a:path w="657859" h="7619">
                  <a:moveTo>
                    <a:pt x="306070" y="6350"/>
                  </a:moveTo>
                  <a:lnTo>
                    <a:pt x="304800" y="6350"/>
                  </a:lnTo>
                  <a:lnTo>
                    <a:pt x="304800" y="5080"/>
                  </a:lnTo>
                  <a:lnTo>
                    <a:pt x="303530" y="5080"/>
                  </a:lnTo>
                  <a:lnTo>
                    <a:pt x="303530" y="3810"/>
                  </a:lnTo>
                  <a:lnTo>
                    <a:pt x="303530" y="2540"/>
                  </a:lnTo>
                  <a:lnTo>
                    <a:pt x="302260" y="2540"/>
                  </a:lnTo>
                  <a:lnTo>
                    <a:pt x="302260" y="3810"/>
                  </a:lnTo>
                  <a:lnTo>
                    <a:pt x="0" y="3810"/>
                  </a:lnTo>
                  <a:lnTo>
                    <a:pt x="0" y="5080"/>
                  </a:lnTo>
                  <a:lnTo>
                    <a:pt x="0" y="6350"/>
                  </a:lnTo>
                  <a:lnTo>
                    <a:pt x="0" y="7620"/>
                  </a:lnTo>
                  <a:lnTo>
                    <a:pt x="306070" y="7620"/>
                  </a:lnTo>
                  <a:lnTo>
                    <a:pt x="306070" y="6350"/>
                  </a:lnTo>
                  <a:close/>
                </a:path>
                <a:path w="657859" h="7619">
                  <a:moveTo>
                    <a:pt x="657860" y="3810"/>
                  </a:moveTo>
                  <a:lnTo>
                    <a:pt x="609600" y="3810"/>
                  </a:lnTo>
                  <a:lnTo>
                    <a:pt x="609600" y="7620"/>
                  </a:lnTo>
                  <a:lnTo>
                    <a:pt x="657860" y="7620"/>
                  </a:lnTo>
                  <a:lnTo>
                    <a:pt x="657860" y="3810"/>
                  </a:lnTo>
                  <a:close/>
                </a:path>
                <a:path w="657859" h="7619">
                  <a:moveTo>
                    <a:pt x="657860" y="0"/>
                  </a:moveTo>
                  <a:lnTo>
                    <a:pt x="609600" y="0"/>
                  </a:lnTo>
                  <a:lnTo>
                    <a:pt x="609600" y="2540"/>
                  </a:lnTo>
                  <a:lnTo>
                    <a:pt x="657860" y="2540"/>
                  </a:lnTo>
                  <a:lnTo>
                    <a:pt x="657860" y="0"/>
                  </a:lnTo>
                  <a:close/>
                </a:path>
              </a:pathLst>
            </a:custGeom>
            <a:solidFill>
              <a:srgbClr val="362800"/>
            </a:solidFill>
          </p:spPr>
          <p:txBody>
            <a:bodyPr wrap="square" lIns="0" tIns="0" rIns="0" bIns="0" rtlCol="0"/>
            <a:lstStyle/>
            <a:p/>
          </p:txBody>
        </p:sp>
        <p:sp>
          <p:nvSpPr>
            <p:cNvPr id="1196" name="object 1196"/>
            <p:cNvSpPr/>
            <p:nvPr/>
          </p:nvSpPr>
          <p:spPr>
            <a:xfrm>
              <a:off x="6395720" y="2825749"/>
              <a:ext cx="659130" cy="7620"/>
            </a:xfrm>
            <a:custGeom>
              <a:avLst/>
              <a:gdLst/>
              <a:ahLst/>
              <a:cxnLst/>
              <a:rect l="l" t="t" r="r" b="b"/>
              <a:pathLst>
                <a:path w="659129" h="7619">
                  <a:moveTo>
                    <a:pt x="306070" y="0"/>
                  </a:moveTo>
                  <a:lnTo>
                    <a:pt x="0" y="0"/>
                  </a:lnTo>
                  <a:lnTo>
                    <a:pt x="0" y="1270"/>
                  </a:lnTo>
                  <a:lnTo>
                    <a:pt x="306070" y="1270"/>
                  </a:lnTo>
                  <a:lnTo>
                    <a:pt x="306070" y="0"/>
                  </a:lnTo>
                  <a:close/>
                </a:path>
                <a:path w="659129" h="7619">
                  <a:moveTo>
                    <a:pt x="311150" y="5080"/>
                  </a:moveTo>
                  <a:lnTo>
                    <a:pt x="309880" y="5080"/>
                  </a:lnTo>
                  <a:lnTo>
                    <a:pt x="309880" y="3810"/>
                  </a:lnTo>
                  <a:lnTo>
                    <a:pt x="308610" y="3810"/>
                  </a:lnTo>
                  <a:lnTo>
                    <a:pt x="308610" y="2540"/>
                  </a:lnTo>
                  <a:lnTo>
                    <a:pt x="308610" y="1270"/>
                  </a:lnTo>
                  <a:lnTo>
                    <a:pt x="307340" y="1270"/>
                  </a:lnTo>
                  <a:lnTo>
                    <a:pt x="307340" y="2540"/>
                  </a:lnTo>
                  <a:lnTo>
                    <a:pt x="0" y="2540"/>
                  </a:lnTo>
                  <a:lnTo>
                    <a:pt x="0" y="3810"/>
                  </a:lnTo>
                  <a:lnTo>
                    <a:pt x="0" y="5080"/>
                  </a:lnTo>
                  <a:lnTo>
                    <a:pt x="0" y="7620"/>
                  </a:lnTo>
                  <a:lnTo>
                    <a:pt x="311150" y="7620"/>
                  </a:lnTo>
                  <a:lnTo>
                    <a:pt x="311150" y="5080"/>
                  </a:lnTo>
                  <a:close/>
                </a:path>
                <a:path w="659129" h="7619">
                  <a:moveTo>
                    <a:pt x="657860" y="0"/>
                  </a:moveTo>
                  <a:lnTo>
                    <a:pt x="609600" y="0"/>
                  </a:lnTo>
                  <a:lnTo>
                    <a:pt x="609600" y="1270"/>
                  </a:lnTo>
                  <a:lnTo>
                    <a:pt x="657860" y="1270"/>
                  </a:lnTo>
                  <a:lnTo>
                    <a:pt x="657860" y="0"/>
                  </a:lnTo>
                  <a:close/>
                </a:path>
                <a:path w="659129" h="7619">
                  <a:moveTo>
                    <a:pt x="659130" y="3810"/>
                  </a:moveTo>
                  <a:lnTo>
                    <a:pt x="657860" y="3810"/>
                  </a:lnTo>
                  <a:lnTo>
                    <a:pt x="657860" y="2540"/>
                  </a:lnTo>
                  <a:lnTo>
                    <a:pt x="609600" y="2540"/>
                  </a:lnTo>
                  <a:lnTo>
                    <a:pt x="609600" y="3810"/>
                  </a:lnTo>
                  <a:lnTo>
                    <a:pt x="609600" y="7620"/>
                  </a:lnTo>
                  <a:lnTo>
                    <a:pt x="659130" y="7620"/>
                  </a:lnTo>
                  <a:lnTo>
                    <a:pt x="659130" y="3810"/>
                  </a:lnTo>
                  <a:close/>
                </a:path>
              </a:pathLst>
            </a:custGeom>
            <a:solidFill>
              <a:srgbClr val="372900"/>
            </a:solidFill>
          </p:spPr>
          <p:txBody>
            <a:bodyPr wrap="square" lIns="0" tIns="0" rIns="0" bIns="0" rtlCol="0"/>
            <a:lstStyle/>
            <a:p/>
          </p:txBody>
        </p:sp>
        <p:sp>
          <p:nvSpPr>
            <p:cNvPr id="1197" name="object 1197"/>
            <p:cNvSpPr/>
            <p:nvPr/>
          </p:nvSpPr>
          <p:spPr>
            <a:xfrm>
              <a:off x="6395720" y="2833369"/>
              <a:ext cx="659130" cy="7620"/>
            </a:xfrm>
            <a:custGeom>
              <a:avLst/>
              <a:gdLst/>
              <a:ahLst/>
              <a:cxnLst/>
              <a:rect l="l" t="t" r="r" b="b"/>
              <a:pathLst>
                <a:path w="659129" h="7619">
                  <a:moveTo>
                    <a:pt x="313690" y="0"/>
                  </a:moveTo>
                  <a:lnTo>
                    <a:pt x="312420" y="0"/>
                  </a:lnTo>
                  <a:lnTo>
                    <a:pt x="312420" y="1270"/>
                  </a:lnTo>
                  <a:lnTo>
                    <a:pt x="0" y="1270"/>
                  </a:lnTo>
                  <a:lnTo>
                    <a:pt x="0" y="2540"/>
                  </a:lnTo>
                  <a:lnTo>
                    <a:pt x="313690" y="2540"/>
                  </a:lnTo>
                  <a:lnTo>
                    <a:pt x="313690" y="1270"/>
                  </a:lnTo>
                  <a:lnTo>
                    <a:pt x="313690" y="0"/>
                  </a:lnTo>
                  <a:close/>
                </a:path>
                <a:path w="659129" h="7619">
                  <a:moveTo>
                    <a:pt x="317500" y="3810"/>
                  </a:moveTo>
                  <a:lnTo>
                    <a:pt x="316230" y="3810"/>
                  </a:lnTo>
                  <a:lnTo>
                    <a:pt x="316230" y="2540"/>
                  </a:lnTo>
                  <a:lnTo>
                    <a:pt x="314960" y="2540"/>
                  </a:lnTo>
                  <a:lnTo>
                    <a:pt x="314960" y="3810"/>
                  </a:lnTo>
                  <a:lnTo>
                    <a:pt x="1270" y="3810"/>
                  </a:lnTo>
                  <a:lnTo>
                    <a:pt x="1270" y="6350"/>
                  </a:lnTo>
                  <a:lnTo>
                    <a:pt x="317500" y="6350"/>
                  </a:lnTo>
                  <a:lnTo>
                    <a:pt x="317500" y="3810"/>
                  </a:lnTo>
                  <a:close/>
                </a:path>
                <a:path w="659129" h="7619">
                  <a:moveTo>
                    <a:pt x="318770" y="6350"/>
                  </a:moveTo>
                  <a:lnTo>
                    <a:pt x="317500" y="6350"/>
                  </a:lnTo>
                  <a:lnTo>
                    <a:pt x="317500" y="7620"/>
                  </a:lnTo>
                  <a:lnTo>
                    <a:pt x="318770" y="7620"/>
                  </a:lnTo>
                  <a:lnTo>
                    <a:pt x="318770" y="6350"/>
                  </a:lnTo>
                  <a:close/>
                </a:path>
                <a:path w="659129" h="7619">
                  <a:moveTo>
                    <a:pt x="659130" y="3810"/>
                  </a:moveTo>
                  <a:lnTo>
                    <a:pt x="609600" y="3810"/>
                  </a:lnTo>
                  <a:lnTo>
                    <a:pt x="609600" y="6350"/>
                  </a:lnTo>
                  <a:lnTo>
                    <a:pt x="659130" y="6350"/>
                  </a:lnTo>
                  <a:lnTo>
                    <a:pt x="659130" y="3810"/>
                  </a:lnTo>
                  <a:close/>
                </a:path>
                <a:path w="659129" h="7619">
                  <a:moveTo>
                    <a:pt x="659130" y="1270"/>
                  </a:moveTo>
                  <a:lnTo>
                    <a:pt x="609600" y="1270"/>
                  </a:lnTo>
                  <a:lnTo>
                    <a:pt x="609600" y="2540"/>
                  </a:lnTo>
                  <a:lnTo>
                    <a:pt x="659130" y="2540"/>
                  </a:lnTo>
                  <a:lnTo>
                    <a:pt x="659130" y="1270"/>
                  </a:lnTo>
                  <a:close/>
                </a:path>
              </a:pathLst>
            </a:custGeom>
            <a:solidFill>
              <a:srgbClr val="392A00"/>
            </a:solidFill>
          </p:spPr>
          <p:txBody>
            <a:bodyPr wrap="square" lIns="0" tIns="0" rIns="0" bIns="0" rtlCol="0"/>
            <a:lstStyle/>
            <a:p/>
          </p:txBody>
        </p:sp>
        <p:sp>
          <p:nvSpPr>
            <p:cNvPr id="1198" name="object 1198"/>
            <p:cNvSpPr/>
            <p:nvPr/>
          </p:nvSpPr>
          <p:spPr>
            <a:xfrm>
              <a:off x="6396990" y="2840989"/>
              <a:ext cx="657860" cy="6350"/>
            </a:xfrm>
            <a:custGeom>
              <a:avLst/>
              <a:gdLst/>
              <a:ahLst/>
              <a:cxnLst/>
              <a:rect l="l" t="t" r="r" b="b"/>
              <a:pathLst>
                <a:path w="657859" h="6350">
                  <a:moveTo>
                    <a:pt x="317500" y="0"/>
                  </a:moveTo>
                  <a:lnTo>
                    <a:pt x="0" y="0"/>
                  </a:lnTo>
                  <a:lnTo>
                    <a:pt x="0" y="1270"/>
                  </a:lnTo>
                  <a:lnTo>
                    <a:pt x="317500" y="1270"/>
                  </a:lnTo>
                  <a:lnTo>
                    <a:pt x="317500" y="0"/>
                  </a:lnTo>
                  <a:close/>
                </a:path>
                <a:path w="657859" h="6350">
                  <a:moveTo>
                    <a:pt x="322580" y="5080"/>
                  </a:moveTo>
                  <a:lnTo>
                    <a:pt x="321310" y="5080"/>
                  </a:lnTo>
                  <a:lnTo>
                    <a:pt x="321310" y="2540"/>
                  </a:lnTo>
                  <a:lnTo>
                    <a:pt x="320040" y="2540"/>
                  </a:lnTo>
                  <a:lnTo>
                    <a:pt x="320040" y="1270"/>
                  </a:lnTo>
                  <a:lnTo>
                    <a:pt x="318770" y="1270"/>
                  </a:lnTo>
                  <a:lnTo>
                    <a:pt x="318770" y="2540"/>
                  </a:lnTo>
                  <a:lnTo>
                    <a:pt x="0" y="2540"/>
                  </a:lnTo>
                  <a:lnTo>
                    <a:pt x="0" y="5080"/>
                  </a:lnTo>
                  <a:lnTo>
                    <a:pt x="0" y="6350"/>
                  </a:lnTo>
                  <a:lnTo>
                    <a:pt x="322580" y="6350"/>
                  </a:lnTo>
                  <a:lnTo>
                    <a:pt x="322580" y="5080"/>
                  </a:lnTo>
                  <a:close/>
                </a:path>
                <a:path w="657859" h="6350">
                  <a:moveTo>
                    <a:pt x="657860" y="2540"/>
                  </a:moveTo>
                  <a:lnTo>
                    <a:pt x="609600" y="2540"/>
                  </a:lnTo>
                  <a:lnTo>
                    <a:pt x="609600" y="6350"/>
                  </a:lnTo>
                  <a:lnTo>
                    <a:pt x="657860" y="6350"/>
                  </a:lnTo>
                  <a:lnTo>
                    <a:pt x="657860" y="2540"/>
                  </a:lnTo>
                  <a:close/>
                </a:path>
                <a:path w="657859" h="6350">
                  <a:moveTo>
                    <a:pt x="657860" y="0"/>
                  </a:moveTo>
                  <a:lnTo>
                    <a:pt x="609600" y="0"/>
                  </a:lnTo>
                  <a:lnTo>
                    <a:pt x="609600" y="1270"/>
                  </a:lnTo>
                  <a:lnTo>
                    <a:pt x="657860" y="1270"/>
                  </a:lnTo>
                  <a:lnTo>
                    <a:pt x="657860" y="0"/>
                  </a:lnTo>
                  <a:close/>
                </a:path>
              </a:pathLst>
            </a:custGeom>
            <a:solidFill>
              <a:srgbClr val="3B2C00"/>
            </a:solidFill>
          </p:spPr>
          <p:txBody>
            <a:bodyPr wrap="square" lIns="0" tIns="0" rIns="0" bIns="0" rtlCol="0"/>
            <a:lstStyle/>
            <a:p/>
          </p:txBody>
        </p:sp>
        <p:sp>
          <p:nvSpPr>
            <p:cNvPr id="1199" name="object 1199"/>
            <p:cNvSpPr/>
            <p:nvPr/>
          </p:nvSpPr>
          <p:spPr>
            <a:xfrm>
              <a:off x="6396990" y="2847339"/>
              <a:ext cx="657860" cy="7620"/>
            </a:xfrm>
            <a:custGeom>
              <a:avLst/>
              <a:gdLst/>
              <a:ahLst/>
              <a:cxnLst/>
              <a:rect l="l" t="t" r="r" b="b"/>
              <a:pathLst>
                <a:path w="657859" h="7619">
                  <a:moveTo>
                    <a:pt x="322580" y="0"/>
                  </a:moveTo>
                  <a:lnTo>
                    <a:pt x="0" y="0"/>
                  </a:lnTo>
                  <a:lnTo>
                    <a:pt x="0" y="1270"/>
                  </a:lnTo>
                  <a:lnTo>
                    <a:pt x="322580" y="1270"/>
                  </a:lnTo>
                  <a:lnTo>
                    <a:pt x="322580" y="0"/>
                  </a:lnTo>
                  <a:close/>
                </a:path>
                <a:path w="657859" h="7619">
                  <a:moveTo>
                    <a:pt x="326390" y="2540"/>
                  </a:moveTo>
                  <a:lnTo>
                    <a:pt x="325120" y="2540"/>
                  </a:lnTo>
                  <a:lnTo>
                    <a:pt x="325120" y="1270"/>
                  </a:lnTo>
                  <a:lnTo>
                    <a:pt x="323850" y="1270"/>
                  </a:lnTo>
                  <a:lnTo>
                    <a:pt x="323850" y="2540"/>
                  </a:lnTo>
                  <a:lnTo>
                    <a:pt x="0" y="2540"/>
                  </a:lnTo>
                  <a:lnTo>
                    <a:pt x="0" y="5080"/>
                  </a:lnTo>
                  <a:lnTo>
                    <a:pt x="326390" y="5080"/>
                  </a:lnTo>
                  <a:lnTo>
                    <a:pt x="326390" y="2540"/>
                  </a:lnTo>
                  <a:close/>
                </a:path>
                <a:path w="657859" h="7619">
                  <a:moveTo>
                    <a:pt x="328930" y="5080"/>
                  </a:moveTo>
                  <a:lnTo>
                    <a:pt x="327660" y="5080"/>
                  </a:lnTo>
                  <a:lnTo>
                    <a:pt x="327660" y="6350"/>
                  </a:lnTo>
                  <a:lnTo>
                    <a:pt x="0" y="6350"/>
                  </a:lnTo>
                  <a:lnTo>
                    <a:pt x="0" y="7620"/>
                  </a:lnTo>
                  <a:lnTo>
                    <a:pt x="328930" y="7620"/>
                  </a:lnTo>
                  <a:lnTo>
                    <a:pt x="328930" y="6350"/>
                  </a:lnTo>
                  <a:lnTo>
                    <a:pt x="328930" y="5080"/>
                  </a:lnTo>
                  <a:close/>
                </a:path>
                <a:path w="657859" h="7619">
                  <a:moveTo>
                    <a:pt x="657860" y="6350"/>
                  </a:moveTo>
                  <a:lnTo>
                    <a:pt x="609600" y="6350"/>
                  </a:lnTo>
                  <a:lnTo>
                    <a:pt x="609600" y="7620"/>
                  </a:lnTo>
                  <a:lnTo>
                    <a:pt x="657860" y="7620"/>
                  </a:lnTo>
                  <a:lnTo>
                    <a:pt x="657860" y="6350"/>
                  </a:lnTo>
                  <a:close/>
                </a:path>
                <a:path w="657859" h="7619">
                  <a:moveTo>
                    <a:pt x="657860" y="2540"/>
                  </a:moveTo>
                  <a:lnTo>
                    <a:pt x="609600" y="2540"/>
                  </a:lnTo>
                  <a:lnTo>
                    <a:pt x="609600" y="5080"/>
                  </a:lnTo>
                  <a:lnTo>
                    <a:pt x="657860" y="5080"/>
                  </a:lnTo>
                  <a:lnTo>
                    <a:pt x="657860" y="2540"/>
                  </a:lnTo>
                  <a:close/>
                </a:path>
                <a:path w="657859" h="7619">
                  <a:moveTo>
                    <a:pt x="657860" y="0"/>
                  </a:moveTo>
                  <a:lnTo>
                    <a:pt x="609600" y="0"/>
                  </a:lnTo>
                  <a:lnTo>
                    <a:pt x="609600" y="1270"/>
                  </a:lnTo>
                  <a:lnTo>
                    <a:pt x="657860" y="1270"/>
                  </a:lnTo>
                  <a:lnTo>
                    <a:pt x="657860" y="0"/>
                  </a:lnTo>
                  <a:close/>
                </a:path>
              </a:pathLst>
            </a:custGeom>
            <a:solidFill>
              <a:srgbClr val="3D2D00"/>
            </a:solidFill>
          </p:spPr>
          <p:txBody>
            <a:bodyPr wrap="square" lIns="0" tIns="0" rIns="0" bIns="0" rtlCol="0"/>
            <a:lstStyle/>
            <a:p/>
          </p:txBody>
        </p:sp>
        <p:sp>
          <p:nvSpPr>
            <p:cNvPr id="1200" name="object 1200"/>
            <p:cNvSpPr/>
            <p:nvPr/>
          </p:nvSpPr>
          <p:spPr>
            <a:xfrm>
              <a:off x="6396990" y="2854959"/>
              <a:ext cx="657860" cy="7620"/>
            </a:xfrm>
            <a:custGeom>
              <a:avLst/>
              <a:gdLst/>
              <a:ahLst/>
              <a:cxnLst/>
              <a:rect l="l" t="t" r="r" b="b"/>
              <a:pathLst>
                <a:path w="657859" h="7619">
                  <a:moveTo>
                    <a:pt x="48260" y="5080"/>
                  </a:moveTo>
                  <a:lnTo>
                    <a:pt x="0" y="5080"/>
                  </a:lnTo>
                  <a:lnTo>
                    <a:pt x="0" y="7620"/>
                  </a:lnTo>
                  <a:lnTo>
                    <a:pt x="48260" y="7620"/>
                  </a:lnTo>
                  <a:lnTo>
                    <a:pt x="48260" y="5080"/>
                  </a:lnTo>
                  <a:close/>
                </a:path>
                <a:path w="657859" h="7619">
                  <a:moveTo>
                    <a:pt x="48260" y="1270"/>
                  </a:moveTo>
                  <a:lnTo>
                    <a:pt x="0" y="1270"/>
                  </a:lnTo>
                  <a:lnTo>
                    <a:pt x="0" y="3810"/>
                  </a:lnTo>
                  <a:lnTo>
                    <a:pt x="48260" y="3810"/>
                  </a:lnTo>
                  <a:lnTo>
                    <a:pt x="48260" y="1270"/>
                  </a:lnTo>
                  <a:close/>
                </a:path>
                <a:path w="657859" h="7619">
                  <a:moveTo>
                    <a:pt x="331470" y="1270"/>
                  </a:moveTo>
                  <a:lnTo>
                    <a:pt x="330200" y="1270"/>
                  </a:lnTo>
                  <a:lnTo>
                    <a:pt x="330200" y="0"/>
                  </a:lnTo>
                  <a:lnTo>
                    <a:pt x="328930" y="0"/>
                  </a:lnTo>
                  <a:lnTo>
                    <a:pt x="328930" y="1270"/>
                  </a:lnTo>
                  <a:lnTo>
                    <a:pt x="50800" y="1270"/>
                  </a:lnTo>
                  <a:lnTo>
                    <a:pt x="50800" y="3810"/>
                  </a:lnTo>
                  <a:lnTo>
                    <a:pt x="52070" y="3810"/>
                  </a:lnTo>
                  <a:lnTo>
                    <a:pt x="52070" y="5080"/>
                  </a:lnTo>
                  <a:lnTo>
                    <a:pt x="53340" y="5080"/>
                  </a:lnTo>
                  <a:lnTo>
                    <a:pt x="53340" y="3810"/>
                  </a:lnTo>
                  <a:lnTo>
                    <a:pt x="331470" y="3810"/>
                  </a:lnTo>
                  <a:lnTo>
                    <a:pt x="331470" y="1270"/>
                  </a:lnTo>
                  <a:close/>
                </a:path>
                <a:path w="657859" h="7619">
                  <a:moveTo>
                    <a:pt x="335280" y="6350"/>
                  </a:moveTo>
                  <a:lnTo>
                    <a:pt x="334010" y="6350"/>
                  </a:lnTo>
                  <a:lnTo>
                    <a:pt x="334010" y="5080"/>
                  </a:lnTo>
                  <a:lnTo>
                    <a:pt x="334010" y="3810"/>
                  </a:lnTo>
                  <a:lnTo>
                    <a:pt x="332740" y="3810"/>
                  </a:lnTo>
                  <a:lnTo>
                    <a:pt x="332740" y="5080"/>
                  </a:lnTo>
                  <a:lnTo>
                    <a:pt x="53340" y="5080"/>
                  </a:lnTo>
                  <a:lnTo>
                    <a:pt x="53340" y="6350"/>
                  </a:lnTo>
                  <a:lnTo>
                    <a:pt x="54610" y="6350"/>
                  </a:lnTo>
                  <a:lnTo>
                    <a:pt x="54610" y="7620"/>
                  </a:lnTo>
                  <a:lnTo>
                    <a:pt x="335280" y="7620"/>
                  </a:lnTo>
                  <a:lnTo>
                    <a:pt x="335280" y="6350"/>
                  </a:lnTo>
                  <a:close/>
                </a:path>
                <a:path w="657859" h="7619">
                  <a:moveTo>
                    <a:pt x="657860" y="5080"/>
                  </a:moveTo>
                  <a:lnTo>
                    <a:pt x="609600" y="5080"/>
                  </a:lnTo>
                  <a:lnTo>
                    <a:pt x="609600" y="7620"/>
                  </a:lnTo>
                  <a:lnTo>
                    <a:pt x="657860" y="7620"/>
                  </a:lnTo>
                  <a:lnTo>
                    <a:pt x="657860" y="5080"/>
                  </a:lnTo>
                  <a:close/>
                </a:path>
                <a:path w="657859" h="7619">
                  <a:moveTo>
                    <a:pt x="657860" y="1270"/>
                  </a:moveTo>
                  <a:lnTo>
                    <a:pt x="609600" y="1270"/>
                  </a:lnTo>
                  <a:lnTo>
                    <a:pt x="609600" y="3810"/>
                  </a:lnTo>
                  <a:lnTo>
                    <a:pt x="657860" y="3810"/>
                  </a:lnTo>
                  <a:lnTo>
                    <a:pt x="657860" y="1270"/>
                  </a:lnTo>
                  <a:close/>
                </a:path>
              </a:pathLst>
            </a:custGeom>
            <a:solidFill>
              <a:srgbClr val="3F2F00"/>
            </a:solidFill>
          </p:spPr>
          <p:txBody>
            <a:bodyPr wrap="square" lIns="0" tIns="0" rIns="0" bIns="0" rtlCol="0"/>
            <a:lstStyle/>
            <a:p/>
          </p:txBody>
        </p:sp>
        <p:sp>
          <p:nvSpPr>
            <p:cNvPr id="1201" name="object 1201"/>
            <p:cNvSpPr/>
            <p:nvPr/>
          </p:nvSpPr>
          <p:spPr>
            <a:xfrm>
              <a:off x="6396990" y="2862579"/>
              <a:ext cx="657860" cy="6350"/>
            </a:xfrm>
            <a:custGeom>
              <a:avLst/>
              <a:gdLst/>
              <a:ahLst/>
              <a:cxnLst/>
              <a:rect l="l" t="t" r="r" b="b"/>
              <a:pathLst>
                <a:path w="657859" h="6350">
                  <a:moveTo>
                    <a:pt x="48260" y="3810"/>
                  </a:moveTo>
                  <a:lnTo>
                    <a:pt x="0" y="3810"/>
                  </a:lnTo>
                  <a:lnTo>
                    <a:pt x="0" y="5080"/>
                  </a:lnTo>
                  <a:lnTo>
                    <a:pt x="48260" y="5080"/>
                  </a:lnTo>
                  <a:lnTo>
                    <a:pt x="48260" y="3810"/>
                  </a:lnTo>
                  <a:close/>
                </a:path>
                <a:path w="657859" h="6350">
                  <a:moveTo>
                    <a:pt x="48260" y="0"/>
                  </a:moveTo>
                  <a:lnTo>
                    <a:pt x="0" y="0"/>
                  </a:lnTo>
                  <a:lnTo>
                    <a:pt x="0" y="2540"/>
                  </a:lnTo>
                  <a:lnTo>
                    <a:pt x="48260" y="2540"/>
                  </a:lnTo>
                  <a:lnTo>
                    <a:pt x="48260" y="0"/>
                  </a:lnTo>
                  <a:close/>
                </a:path>
                <a:path w="657859" h="6350">
                  <a:moveTo>
                    <a:pt x="336550" y="0"/>
                  </a:moveTo>
                  <a:lnTo>
                    <a:pt x="55880" y="0"/>
                  </a:lnTo>
                  <a:lnTo>
                    <a:pt x="55880" y="2540"/>
                  </a:lnTo>
                  <a:lnTo>
                    <a:pt x="57150" y="2540"/>
                  </a:lnTo>
                  <a:lnTo>
                    <a:pt x="57150" y="3810"/>
                  </a:lnTo>
                  <a:lnTo>
                    <a:pt x="58420" y="3810"/>
                  </a:lnTo>
                  <a:lnTo>
                    <a:pt x="58420" y="2540"/>
                  </a:lnTo>
                  <a:lnTo>
                    <a:pt x="336550" y="2540"/>
                  </a:lnTo>
                  <a:lnTo>
                    <a:pt x="336550" y="0"/>
                  </a:lnTo>
                  <a:close/>
                </a:path>
                <a:path w="657859" h="6350">
                  <a:moveTo>
                    <a:pt x="339090" y="2540"/>
                  </a:moveTo>
                  <a:lnTo>
                    <a:pt x="337820" y="2540"/>
                  </a:lnTo>
                  <a:lnTo>
                    <a:pt x="337820" y="3810"/>
                  </a:lnTo>
                  <a:lnTo>
                    <a:pt x="58420" y="3810"/>
                  </a:lnTo>
                  <a:lnTo>
                    <a:pt x="58420" y="5080"/>
                  </a:lnTo>
                  <a:lnTo>
                    <a:pt x="59690" y="5080"/>
                  </a:lnTo>
                  <a:lnTo>
                    <a:pt x="59690" y="6350"/>
                  </a:lnTo>
                  <a:lnTo>
                    <a:pt x="60960" y="6350"/>
                  </a:lnTo>
                  <a:lnTo>
                    <a:pt x="60960" y="5080"/>
                  </a:lnTo>
                  <a:lnTo>
                    <a:pt x="339090" y="5080"/>
                  </a:lnTo>
                  <a:lnTo>
                    <a:pt x="339090" y="3810"/>
                  </a:lnTo>
                  <a:lnTo>
                    <a:pt x="339090" y="2540"/>
                  </a:lnTo>
                  <a:close/>
                </a:path>
                <a:path w="657859" h="6350">
                  <a:moveTo>
                    <a:pt x="341630" y="5080"/>
                  </a:moveTo>
                  <a:lnTo>
                    <a:pt x="340360" y="5080"/>
                  </a:lnTo>
                  <a:lnTo>
                    <a:pt x="340360" y="6350"/>
                  </a:lnTo>
                  <a:lnTo>
                    <a:pt x="341630" y="6350"/>
                  </a:lnTo>
                  <a:lnTo>
                    <a:pt x="341630" y="5080"/>
                  </a:lnTo>
                  <a:close/>
                </a:path>
                <a:path w="657859" h="6350">
                  <a:moveTo>
                    <a:pt x="657860" y="3810"/>
                  </a:moveTo>
                  <a:lnTo>
                    <a:pt x="609600" y="3810"/>
                  </a:lnTo>
                  <a:lnTo>
                    <a:pt x="609600" y="5080"/>
                  </a:lnTo>
                  <a:lnTo>
                    <a:pt x="657860" y="5080"/>
                  </a:lnTo>
                  <a:lnTo>
                    <a:pt x="657860" y="3810"/>
                  </a:lnTo>
                  <a:close/>
                </a:path>
                <a:path w="657859" h="6350">
                  <a:moveTo>
                    <a:pt x="657860" y="0"/>
                  </a:moveTo>
                  <a:lnTo>
                    <a:pt x="609600" y="0"/>
                  </a:lnTo>
                  <a:lnTo>
                    <a:pt x="609600" y="2540"/>
                  </a:lnTo>
                  <a:lnTo>
                    <a:pt x="657860" y="2540"/>
                  </a:lnTo>
                  <a:lnTo>
                    <a:pt x="657860" y="0"/>
                  </a:lnTo>
                  <a:close/>
                </a:path>
              </a:pathLst>
            </a:custGeom>
            <a:solidFill>
              <a:srgbClr val="413000"/>
            </a:solidFill>
          </p:spPr>
          <p:txBody>
            <a:bodyPr wrap="square" lIns="0" tIns="0" rIns="0" bIns="0" rtlCol="0"/>
            <a:lstStyle/>
            <a:p/>
          </p:txBody>
        </p:sp>
        <p:sp>
          <p:nvSpPr>
            <p:cNvPr id="1202" name="object 1202"/>
            <p:cNvSpPr/>
            <p:nvPr/>
          </p:nvSpPr>
          <p:spPr>
            <a:xfrm>
              <a:off x="6396990" y="2868929"/>
              <a:ext cx="657860" cy="7620"/>
            </a:xfrm>
            <a:custGeom>
              <a:avLst/>
              <a:gdLst/>
              <a:ahLst/>
              <a:cxnLst/>
              <a:rect l="l" t="t" r="r" b="b"/>
              <a:pathLst>
                <a:path w="657859" h="7619">
                  <a:moveTo>
                    <a:pt x="48260" y="0"/>
                  </a:moveTo>
                  <a:lnTo>
                    <a:pt x="0" y="0"/>
                  </a:lnTo>
                  <a:lnTo>
                    <a:pt x="0" y="7620"/>
                  </a:lnTo>
                  <a:lnTo>
                    <a:pt x="48260" y="7620"/>
                  </a:lnTo>
                  <a:lnTo>
                    <a:pt x="48260" y="0"/>
                  </a:lnTo>
                  <a:close/>
                </a:path>
                <a:path w="657859" h="7619">
                  <a:moveTo>
                    <a:pt x="347980" y="6350"/>
                  </a:moveTo>
                  <a:lnTo>
                    <a:pt x="346710" y="6350"/>
                  </a:lnTo>
                  <a:lnTo>
                    <a:pt x="346710" y="5080"/>
                  </a:lnTo>
                  <a:lnTo>
                    <a:pt x="345440" y="5080"/>
                  </a:lnTo>
                  <a:lnTo>
                    <a:pt x="345440" y="3810"/>
                  </a:lnTo>
                  <a:lnTo>
                    <a:pt x="344170" y="3810"/>
                  </a:lnTo>
                  <a:lnTo>
                    <a:pt x="344170" y="2540"/>
                  </a:lnTo>
                  <a:lnTo>
                    <a:pt x="342900" y="2540"/>
                  </a:lnTo>
                  <a:lnTo>
                    <a:pt x="342900" y="12"/>
                  </a:lnTo>
                  <a:lnTo>
                    <a:pt x="62230" y="12"/>
                  </a:lnTo>
                  <a:lnTo>
                    <a:pt x="62230" y="2540"/>
                  </a:lnTo>
                  <a:lnTo>
                    <a:pt x="63500" y="2540"/>
                  </a:lnTo>
                  <a:lnTo>
                    <a:pt x="63500" y="3810"/>
                  </a:lnTo>
                  <a:lnTo>
                    <a:pt x="64770" y="3810"/>
                  </a:lnTo>
                  <a:lnTo>
                    <a:pt x="64770" y="5080"/>
                  </a:lnTo>
                  <a:lnTo>
                    <a:pt x="66040" y="5080"/>
                  </a:lnTo>
                  <a:lnTo>
                    <a:pt x="66040" y="6350"/>
                  </a:lnTo>
                  <a:lnTo>
                    <a:pt x="67310" y="6350"/>
                  </a:lnTo>
                  <a:lnTo>
                    <a:pt x="67310" y="7620"/>
                  </a:lnTo>
                  <a:lnTo>
                    <a:pt x="347980" y="7620"/>
                  </a:lnTo>
                  <a:lnTo>
                    <a:pt x="347980" y="6350"/>
                  </a:lnTo>
                  <a:close/>
                </a:path>
                <a:path w="657859" h="7619">
                  <a:moveTo>
                    <a:pt x="657860" y="0"/>
                  </a:moveTo>
                  <a:lnTo>
                    <a:pt x="609600" y="0"/>
                  </a:lnTo>
                  <a:lnTo>
                    <a:pt x="609600" y="7620"/>
                  </a:lnTo>
                  <a:lnTo>
                    <a:pt x="657860" y="7620"/>
                  </a:lnTo>
                  <a:lnTo>
                    <a:pt x="657860" y="0"/>
                  </a:lnTo>
                  <a:close/>
                </a:path>
              </a:pathLst>
            </a:custGeom>
            <a:solidFill>
              <a:srgbClr val="423100"/>
            </a:solidFill>
          </p:spPr>
          <p:txBody>
            <a:bodyPr wrap="square" lIns="0" tIns="0" rIns="0" bIns="0" rtlCol="0"/>
            <a:lstStyle/>
            <a:p/>
          </p:txBody>
        </p:sp>
        <p:sp>
          <p:nvSpPr>
            <p:cNvPr id="1203" name="object 1203"/>
            <p:cNvSpPr/>
            <p:nvPr/>
          </p:nvSpPr>
          <p:spPr>
            <a:xfrm>
              <a:off x="6396990" y="2876549"/>
              <a:ext cx="657860" cy="7620"/>
            </a:xfrm>
            <a:custGeom>
              <a:avLst/>
              <a:gdLst/>
              <a:ahLst/>
              <a:cxnLst/>
              <a:rect l="l" t="t" r="r" b="b"/>
              <a:pathLst>
                <a:path w="657859" h="7619">
                  <a:moveTo>
                    <a:pt x="48260" y="0"/>
                  </a:moveTo>
                  <a:lnTo>
                    <a:pt x="0" y="0"/>
                  </a:lnTo>
                  <a:lnTo>
                    <a:pt x="0" y="7620"/>
                  </a:lnTo>
                  <a:lnTo>
                    <a:pt x="48260" y="7620"/>
                  </a:lnTo>
                  <a:lnTo>
                    <a:pt x="48260" y="0"/>
                  </a:lnTo>
                  <a:close/>
                </a:path>
                <a:path w="657859" h="7619">
                  <a:moveTo>
                    <a:pt x="354330" y="6350"/>
                  </a:moveTo>
                  <a:lnTo>
                    <a:pt x="353060" y="6350"/>
                  </a:lnTo>
                  <a:lnTo>
                    <a:pt x="353060" y="5080"/>
                  </a:lnTo>
                  <a:lnTo>
                    <a:pt x="351790" y="5080"/>
                  </a:lnTo>
                  <a:lnTo>
                    <a:pt x="351790" y="3810"/>
                  </a:lnTo>
                  <a:lnTo>
                    <a:pt x="350520" y="3810"/>
                  </a:lnTo>
                  <a:lnTo>
                    <a:pt x="350520" y="2540"/>
                  </a:lnTo>
                  <a:lnTo>
                    <a:pt x="349250" y="2540"/>
                  </a:lnTo>
                  <a:lnTo>
                    <a:pt x="349250" y="1270"/>
                  </a:lnTo>
                  <a:lnTo>
                    <a:pt x="349250" y="0"/>
                  </a:lnTo>
                  <a:lnTo>
                    <a:pt x="67310" y="0"/>
                  </a:lnTo>
                  <a:lnTo>
                    <a:pt x="67310" y="1270"/>
                  </a:lnTo>
                  <a:lnTo>
                    <a:pt x="68580" y="1270"/>
                  </a:lnTo>
                  <a:lnTo>
                    <a:pt x="68580" y="2540"/>
                  </a:lnTo>
                  <a:lnTo>
                    <a:pt x="69850" y="2540"/>
                  </a:lnTo>
                  <a:lnTo>
                    <a:pt x="69850" y="3810"/>
                  </a:lnTo>
                  <a:lnTo>
                    <a:pt x="71120" y="3810"/>
                  </a:lnTo>
                  <a:lnTo>
                    <a:pt x="71120" y="5080"/>
                  </a:lnTo>
                  <a:lnTo>
                    <a:pt x="72390" y="5080"/>
                  </a:lnTo>
                  <a:lnTo>
                    <a:pt x="72390" y="6350"/>
                  </a:lnTo>
                  <a:lnTo>
                    <a:pt x="73660" y="6350"/>
                  </a:lnTo>
                  <a:lnTo>
                    <a:pt x="73660" y="7620"/>
                  </a:lnTo>
                  <a:lnTo>
                    <a:pt x="354330" y="7620"/>
                  </a:lnTo>
                  <a:lnTo>
                    <a:pt x="354330" y="6350"/>
                  </a:lnTo>
                  <a:close/>
                </a:path>
                <a:path w="657859" h="7619">
                  <a:moveTo>
                    <a:pt x="657860" y="0"/>
                  </a:moveTo>
                  <a:lnTo>
                    <a:pt x="609600" y="0"/>
                  </a:lnTo>
                  <a:lnTo>
                    <a:pt x="609600" y="7620"/>
                  </a:lnTo>
                  <a:lnTo>
                    <a:pt x="657860" y="7620"/>
                  </a:lnTo>
                  <a:lnTo>
                    <a:pt x="657860" y="0"/>
                  </a:lnTo>
                  <a:close/>
                </a:path>
              </a:pathLst>
            </a:custGeom>
            <a:solidFill>
              <a:srgbClr val="443300"/>
            </a:solidFill>
          </p:spPr>
          <p:txBody>
            <a:bodyPr wrap="square" lIns="0" tIns="0" rIns="0" bIns="0" rtlCol="0"/>
            <a:lstStyle/>
            <a:p/>
          </p:txBody>
        </p:sp>
        <p:sp>
          <p:nvSpPr>
            <p:cNvPr id="1204" name="object 1204"/>
            <p:cNvSpPr/>
            <p:nvPr/>
          </p:nvSpPr>
          <p:spPr>
            <a:xfrm>
              <a:off x="6396990" y="2884169"/>
              <a:ext cx="657860" cy="6350"/>
            </a:xfrm>
            <a:custGeom>
              <a:avLst/>
              <a:gdLst/>
              <a:ahLst/>
              <a:cxnLst/>
              <a:rect l="l" t="t" r="r" b="b"/>
              <a:pathLst>
                <a:path w="657859" h="6350">
                  <a:moveTo>
                    <a:pt x="48260" y="0"/>
                  </a:moveTo>
                  <a:lnTo>
                    <a:pt x="0" y="0"/>
                  </a:lnTo>
                  <a:lnTo>
                    <a:pt x="0" y="6350"/>
                  </a:lnTo>
                  <a:lnTo>
                    <a:pt x="48260" y="6350"/>
                  </a:lnTo>
                  <a:lnTo>
                    <a:pt x="48260" y="0"/>
                  </a:lnTo>
                  <a:close/>
                </a:path>
                <a:path w="657859" h="6350">
                  <a:moveTo>
                    <a:pt x="359410" y="5080"/>
                  </a:moveTo>
                  <a:lnTo>
                    <a:pt x="358140" y="5080"/>
                  </a:lnTo>
                  <a:lnTo>
                    <a:pt x="358140" y="3810"/>
                  </a:lnTo>
                  <a:lnTo>
                    <a:pt x="356870" y="3810"/>
                  </a:lnTo>
                  <a:lnTo>
                    <a:pt x="356870" y="2540"/>
                  </a:lnTo>
                  <a:lnTo>
                    <a:pt x="356870" y="1270"/>
                  </a:lnTo>
                  <a:lnTo>
                    <a:pt x="355600" y="1270"/>
                  </a:lnTo>
                  <a:lnTo>
                    <a:pt x="355600" y="0"/>
                  </a:lnTo>
                  <a:lnTo>
                    <a:pt x="73660" y="0"/>
                  </a:lnTo>
                  <a:lnTo>
                    <a:pt x="73660" y="1270"/>
                  </a:lnTo>
                  <a:lnTo>
                    <a:pt x="74930" y="1270"/>
                  </a:lnTo>
                  <a:lnTo>
                    <a:pt x="74930" y="2540"/>
                  </a:lnTo>
                  <a:lnTo>
                    <a:pt x="76200" y="2540"/>
                  </a:lnTo>
                  <a:lnTo>
                    <a:pt x="76200" y="3810"/>
                  </a:lnTo>
                  <a:lnTo>
                    <a:pt x="77470" y="3810"/>
                  </a:lnTo>
                  <a:lnTo>
                    <a:pt x="77470" y="5080"/>
                  </a:lnTo>
                  <a:lnTo>
                    <a:pt x="78740" y="5080"/>
                  </a:lnTo>
                  <a:lnTo>
                    <a:pt x="78740" y="6350"/>
                  </a:lnTo>
                  <a:lnTo>
                    <a:pt x="359410" y="6350"/>
                  </a:lnTo>
                  <a:lnTo>
                    <a:pt x="359410" y="5080"/>
                  </a:lnTo>
                  <a:close/>
                </a:path>
                <a:path w="657859" h="6350">
                  <a:moveTo>
                    <a:pt x="657860" y="0"/>
                  </a:moveTo>
                  <a:lnTo>
                    <a:pt x="609600" y="0"/>
                  </a:lnTo>
                  <a:lnTo>
                    <a:pt x="609600" y="6350"/>
                  </a:lnTo>
                  <a:lnTo>
                    <a:pt x="657860" y="6350"/>
                  </a:lnTo>
                  <a:lnTo>
                    <a:pt x="657860" y="0"/>
                  </a:lnTo>
                  <a:close/>
                </a:path>
              </a:pathLst>
            </a:custGeom>
            <a:solidFill>
              <a:srgbClr val="463400"/>
            </a:solidFill>
          </p:spPr>
          <p:txBody>
            <a:bodyPr wrap="square" lIns="0" tIns="0" rIns="0" bIns="0" rtlCol="0"/>
            <a:lstStyle/>
            <a:p/>
          </p:txBody>
        </p:sp>
        <p:sp>
          <p:nvSpPr>
            <p:cNvPr id="1205" name="object 1205"/>
            <p:cNvSpPr/>
            <p:nvPr/>
          </p:nvSpPr>
          <p:spPr>
            <a:xfrm>
              <a:off x="6396990" y="2890519"/>
              <a:ext cx="657860" cy="7620"/>
            </a:xfrm>
            <a:custGeom>
              <a:avLst/>
              <a:gdLst/>
              <a:ahLst/>
              <a:cxnLst/>
              <a:rect l="l" t="t" r="r" b="b"/>
              <a:pathLst>
                <a:path w="657859" h="7619">
                  <a:moveTo>
                    <a:pt x="48260" y="0"/>
                  </a:moveTo>
                  <a:lnTo>
                    <a:pt x="0" y="0"/>
                  </a:lnTo>
                  <a:lnTo>
                    <a:pt x="0" y="7620"/>
                  </a:lnTo>
                  <a:lnTo>
                    <a:pt x="48260" y="7620"/>
                  </a:lnTo>
                  <a:lnTo>
                    <a:pt x="48260" y="0"/>
                  </a:lnTo>
                  <a:close/>
                </a:path>
                <a:path w="657859" h="7619">
                  <a:moveTo>
                    <a:pt x="365760" y="6350"/>
                  </a:moveTo>
                  <a:lnTo>
                    <a:pt x="364490" y="6350"/>
                  </a:lnTo>
                  <a:lnTo>
                    <a:pt x="364490" y="5080"/>
                  </a:lnTo>
                  <a:lnTo>
                    <a:pt x="363220" y="5080"/>
                  </a:lnTo>
                  <a:lnTo>
                    <a:pt x="363220" y="3810"/>
                  </a:lnTo>
                  <a:lnTo>
                    <a:pt x="363220" y="2540"/>
                  </a:lnTo>
                  <a:lnTo>
                    <a:pt x="361950" y="2540"/>
                  </a:lnTo>
                  <a:lnTo>
                    <a:pt x="361950" y="1270"/>
                  </a:lnTo>
                  <a:lnTo>
                    <a:pt x="360680" y="1270"/>
                  </a:lnTo>
                  <a:lnTo>
                    <a:pt x="360680" y="0"/>
                  </a:lnTo>
                  <a:lnTo>
                    <a:pt x="80010" y="0"/>
                  </a:lnTo>
                  <a:lnTo>
                    <a:pt x="80010" y="1270"/>
                  </a:lnTo>
                  <a:lnTo>
                    <a:pt x="80010" y="2540"/>
                  </a:lnTo>
                  <a:lnTo>
                    <a:pt x="81280" y="2540"/>
                  </a:lnTo>
                  <a:lnTo>
                    <a:pt x="81280" y="3810"/>
                  </a:lnTo>
                  <a:lnTo>
                    <a:pt x="82550" y="3810"/>
                  </a:lnTo>
                  <a:lnTo>
                    <a:pt x="82550" y="5080"/>
                  </a:lnTo>
                  <a:lnTo>
                    <a:pt x="83820" y="5080"/>
                  </a:lnTo>
                  <a:lnTo>
                    <a:pt x="83820" y="6350"/>
                  </a:lnTo>
                  <a:lnTo>
                    <a:pt x="85090" y="6350"/>
                  </a:lnTo>
                  <a:lnTo>
                    <a:pt x="85090" y="7620"/>
                  </a:lnTo>
                  <a:lnTo>
                    <a:pt x="365760" y="7620"/>
                  </a:lnTo>
                  <a:lnTo>
                    <a:pt x="365760" y="6350"/>
                  </a:lnTo>
                  <a:close/>
                </a:path>
                <a:path w="657859" h="7619">
                  <a:moveTo>
                    <a:pt x="657860" y="0"/>
                  </a:moveTo>
                  <a:lnTo>
                    <a:pt x="609600" y="0"/>
                  </a:lnTo>
                  <a:lnTo>
                    <a:pt x="609600" y="7620"/>
                  </a:lnTo>
                  <a:lnTo>
                    <a:pt x="657860" y="7620"/>
                  </a:lnTo>
                  <a:lnTo>
                    <a:pt x="657860" y="0"/>
                  </a:lnTo>
                  <a:close/>
                </a:path>
              </a:pathLst>
            </a:custGeom>
            <a:solidFill>
              <a:srgbClr val="483500"/>
            </a:solidFill>
          </p:spPr>
          <p:txBody>
            <a:bodyPr wrap="square" lIns="0" tIns="0" rIns="0" bIns="0" rtlCol="0"/>
            <a:lstStyle/>
            <a:p/>
          </p:txBody>
        </p:sp>
        <p:sp>
          <p:nvSpPr>
            <p:cNvPr id="1206" name="object 1206"/>
            <p:cNvSpPr/>
            <p:nvPr/>
          </p:nvSpPr>
          <p:spPr>
            <a:xfrm>
              <a:off x="6396990" y="2898139"/>
              <a:ext cx="659130" cy="7620"/>
            </a:xfrm>
            <a:custGeom>
              <a:avLst/>
              <a:gdLst/>
              <a:ahLst/>
              <a:cxnLst/>
              <a:rect l="l" t="t" r="r" b="b"/>
              <a:pathLst>
                <a:path w="659129" h="7619">
                  <a:moveTo>
                    <a:pt x="49517" y="2540"/>
                  </a:moveTo>
                  <a:lnTo>
                    <a:pt x="48260" y="2540"/>
                  </a:lnTo>
                  <a:lnTo>
                    <a:pt x="48260" y="0"/>
                  </a:lnTo>
                  <a:lnTo>
                    <a:pt x="0" y="0"/>
                  </a:lnTo>
                  <a:lnTo>
                    <a:pt x="0" y="2540"/>
                  </a:lnTo>
                  <a:lnTo>
                    <a:pt x="0" y="7620"/>
                  </a:lnTo>
                  <a:lnTo>
                    <a:pt x="49517" y="7620"/>
                  </a:lnTo>
                  <a:lnTo>
                    <a:pt x="49517" y="2540"/>
                  </a:lnTo>
                  <a:close/>
                </a:path>
                <a:path w="659129" h="7619">
                  <a:moveTo>
                    <a:pt x="372110" y="6350"/>
                  </a:moveTo>
                  <a:lnTo>
                    <a:pt x="370840" y="6350"/>
                  </a:lnTo>
                  <a:lnTo>
                    <a:pt x="370840" y="5080"/>
                  </a:lnTo>
                  <a:lnTo>
                    <a:pt x="369570" y="5080"/>
                  </a:lnTo>
                  <a:lnTo>
                    <a:pt x="369570" y="3810"/>
                  </a:lnTo>
                  <a:lnTo>
                    <a:pt x="369570" y="2540"/>
                  </a:lnTo>
                  <a:lnTo>
                    <a:pt x="368300" y="2540"/>
                  </a:lnTo>
                  <a:lnTo>
                    <a:pt x="368300" y="1270"/>
                  </a:lnTo>
                  <a:lnTo>
                    <a:pt x="367030" y="1270"/>
                  </a:lnTo>
                  <a:lnTo>
                    <a:pt x="367030" y="0"/>
                  </a:lnTo>
                  <a:lnTo>
                    <a:pt x="85090" y="0"/>
                  </a:lnTo>
                  <a:lnTo>
                    <a:pt x="85090" y="1270"/>
                  </a:lnTo>
                  <a:lnTo>
                    <a:pt x="86360" y="1270"/>
                  </a:lnTo>
                  <a:lnTo>
                    <a:pt x="86360" y="2540"/>
                  </a:lnTo>
                  <a:lnTo>
                    <a:pt x="87630" y="2540"/>
                  </a:lnTo>
                  <a:lnTo>
                    <a:pt x="87630" y="3810"/>
                  </a:lnTo>
                  <a:lnTo>
                    <a:pt x="88900" y="3810"/>
                  </a:lnTo>
                  <a:lnTo>
                    <a:pt x="88900" y="5080"/>
                  </a:lnTo>
                  <a:lnTo>
                    <a:pt x="90170" y="5080"/>
                  </a:lnTo>
                  <a:lnTo>
                    <a:pt x="90170" y="6350"/>
                  </a:lnTo>
                  <a:lnTo>
                    <a:pt x="91440" y="6350"/>
                  </a:lnTo>
                  <a:lnTo>
                    <a:pt x="91440" y="7620"/>
                  </a:lnTo>
                  <a:lnTo>
                    <a:pt x="372110" y="7620"/>
                  </a:lnTo>
                  <a:lnTo>
                    <a:pt x="372110" y="6350"/>
                  </a:lnTo>
                  <a:close/>
                </a:path>
                <a:path w="659129" h="7619">
                  <a:moveTo>
                    <a:pt x="659130" y="0"/>
                  </a:moveTo>
                  <a:lnTo>
                    <a:pt x="609600" y="0"/>
                  </a:lnTo>
                  <a:lnTo>
                    <a:pt x="609600" y="7620"/>
                  </a:lnTo>
                  <a:lnTo>
                    <a:pt x="659130" y="7620"/>
                  </a:lnTo>
                  <a:lnTo>
                    <a:pt x="659130" y="0"/>
                  </a:lnTo>
                  <a:close/>
                </a:path>
              </a:pathLst>
            </a:custGeom>
            <a:solidFill>
              <a:srgbClr val="4A3700"/>
            </a:solidFill>
          </p:spPr>
          <p:txBody>
            <a:bodyPr wrap="square" lIns="0" tIns="0" rIns="0" bIns="0" rtlCol="0"/>
            <a:lstStyle/>
            <a:p/>
          </p:txBody>
        </p:sp>
        <p:sp>
          <p:nvSpPr>
            <p:cNvPr id="1207" name="object 1207"/>
            <p:cNvSpPr/>
            <p:nvPr/>
          </p:nvSpPr>
          <p:spPr>
            <a:xfrm>
              <a:off x="6396990" y="2905759"/>
              <a:ext cx="659130" cy="6350"/>
            </a:xfrm>
            <a:custGeom>
              <a:avLst/>
              <a:gdLst/>
              <a:ahLst/>
              <a:cxnLst/>
              <a:rect l="l" t="t" r="r" b="b"/>
              <a:pathLst>
                <a:path w="659129" h="6350">
                  <a:moveTo>
                    <a:pt x="49517" y="0"/>
                  </a:moveTo>
                  <a:lnTo>
                    <a:pt x="0" y="0"/>
                  </a:lnTo>
                  <a:lnTo>
                    <a:pt x="0" y="6350"/>
                  </a:lnTo>
                  <a:lnTo>
                    <a:pt x="49517" y="6350"/>
                  </a:lnTo>
                  <a:lnTo>
                    <a:pt x="49517" y="0"/>
                  </a:lnTo>
                  <a:close/>
                </a:path>
                <a:path w="659129" h="6350">
                  <a:moveTo>
                    <a:pt x="377190" y="5080"/>
                  </a:moveTo>
                  <a:lnTo>
                    <a:pt x="375920" y="5080"/>
                  </a:lnTo>
                  <a:lnTo>
                    <a:pt x="375920" y="3810"/>
                  </a:lnTo>
                  <a:lnTo>
                    <a:pt x="375920" y="2540"/>
                  </a:lnTo>
                  <a:lnTo>
                    <a:pt x="374650" y="2540"/>
                  </a:lnTo>
                  <a:lnTo>
                    <a:pt x="374650" y="1270"/>
                  </a:lnTo>
                  <a:lnTo>
                    <a:pt x="373380" y="1270"/>
                  </a:lnTo>
                  <a:lnTo>
                    <a:pt x="373380" y="0"/>
                  </a:lnTo>
                  <a:lnTo>
                    <a:pt x="91440" y="0"/>
                  </a:lnTo>
                  <a:lnTo>
                    <a:pt x="91440" y="1270"/>
                  </a:lnTo>
                  <a:lnTo>
                    <a:pt x="92710" y="1270"/>
                  </a:lnTo>
                  <a:lnTo>
                    <a:pt x="92710" y="2540"/>
                  </a:lnTo>
                  <a:lnTo>
                    <a:pt x="93980" y="2540"/>
                  </a:lnTo>
                  <a:lnTo>
                    <a:pt x="93980" y="3810"/>
                  </a:lnTo>
                  <a:lnTo>
                    <a:pt x="95250" y="3810"/>
                  </a:lnTo>
                  <a:lnTo>
                    <a:pt x="95250" y="5080"/>
                  </a:lnTo>
                  <a:lnTo>
                    <a:pt x="96520" y="5080"/>
                  </a:lnTo>
                  <a:lnTo>
                    <a:pt x="96520" y="6350"/>
                  </a:lnTo>
                  <a:lnTo>
                    <a:pt x="377190" y="6350"/>
                  </a:lnTo>
                  <a:lnTo>
                    <a:pt x="377190" y="5080"/>
                  </a:lnTo>
                  <a:close/>
                </a:path>
                <a:path w="659129" h="6350">
                  <a:moveTo>
                    <a:pt x="659130" y="0"/>
                  </a:moveTo>
                  <a:lnTo>
                    <a:pt x="609600" y="0"/>
                  </a:lnTo>
                  <a:lnTo>
                    <a:pt x="609600" y="6350"/>
                  </a:lnTo>
                  <a:lnTo>
                    <a:pt x="659130" y="6350"/>
                  </a:lnTo>
                  <a:lnTo>
                    <a:pt x="659130" y="0"/>
                  </a:lnTo>
                  <a:close/>
                </a:path>
              </a:pathLst>
            </a:custGeom>
            <a:solidFill>
              <a:srgbClr val="4C3800"/>
            </a:solidFill>
          </p:spPr>
          <p:txBody>
            <a:bodyPr wrap="square" lIns="0" tIns="0" rIns="0" bIns="0" rtlCol="0"/>
            <a:lstStyle/>
            <a:p/>
          </p:txBody>
        </p:sp>
        <p:sp>
          <p:nvSpPr>
            <p:cNvPr id="1208" name="object 1208"/>
            <p:cNvSpPr/>
            <p:nvPr/>
          </p:nvSpPr>
          <p:spPr>
            <a:xfrm>
              <a:off x="6396990" y="2912109"/>
              <a:ext cx="659130" cy="7620"/>
            </a:xfrm>
            <a:custGeom>
              <a:avLst/>
              <a:gdLst/>
              <a:ahLst/>
              <a:cxnLst/>
              <a:rect l="l" t="t" r="r" b="b"/>
              <a:pathLst>
                <a:path w="659129" h="7619">
                  <a:moveTo>
                    <a:pt x="49530" y="7620"/>
                  </a:moveTo>
                  <a:lnTo>
                    <a:pt x="49517" y="0"/>
                  </a:lnTo>
                  <a:lnTo>
                    <a:pt x="0" y="0"/>
                  </a:lnTo>
                  <a:lnTo>
                    <a:pt x="0" y="7620"/>
                  </a:lnTo>
                  <a:lnTo>
                    <a:pt x="49530" y="7620"/>
                  </a:lnTo>
                  <a:close/>
                </a:path>
                <a:path w="659129" h="7619">
                  <a:moveTo>
                    <a:pt x="383540" y="5080"/>
                  </a:moveTo>
                  <a:lnTo>
                    <a:pt x="382270" y="5080"/>
                  </a:lnTo>
                  <a:lnTo>
                    <a:pt x="382270" y="3810"/>
                  </a:lnTo>
                  <a:lnTo>
                    <a:pt x="381000" y="3810"/>
                  </a:lnTo>
                  <a:lnTo>
                    <a:pt x="381000" y="2540"/>
                  </a:lnTo>
                  <a:lnTo>
                    <a:pt x="379730" y="2540"/>
                  </a:lnTo>
                  <a:lnTo>
                    <a:pt x="379730" y="1270"/>
                  </a:lnTo>
                  <a:lnTo>
                    <a:pt x="378460" y="1270"/>
                  </a:lnTo>
                  <a:lnTo>
                    <a:pt x="378460" y="0"/>
                  </a:lnTo>
                  <a:lnTo>
                    <a:pt x="97790" y="0"/>
                  </a:lnTo>
                  <a:lnTo>
                    <a:pt x="97790" y="1270"/>
                  </a:lnTo>
                  <a:lnTo>
                    <a:pt x="97790" y="2540"/>
                  </a:lnTo>
                  <a:lnTo>
                    <a:pt x="99060" y="2540"/>
                  </a:lnTo>
                  <a:lnTo>
                    <a:pt x="99060" y="3810"/>
                  </a:lnTo>
                  <a:lnTo>
                    <a:pt x="100330" y="3810"/>
                  </a:lnTo>
                  <a:lnTo>
                    <a:pt x="100330" y="5080"/>
                  </a:lnTo>
                  <a:lnTo>
                    <a:pt x="101600" y="5080"/>
                  </a:lnTo>
                  <a:lnTo>
                    <a:pt x="101600" y="6350"/>
                  </a:lnTo>
                  <a:lnTo>
                    <a:pt x="102870" y="6350"/>
                  </a:lnTo>
                  <a:lnTo>
                    <a:pt x="102870" y="7620"/>
                  </a:lnTo>
                  <a:lnTo>
                    <a:pt x="383540" y="7620"/>
                  </a:lnTo>
                  <a:lnTo>
                    <a:pt x="383540" y="6350"/>
                  </a:lnTo>
                  <a:lnTo>
                    <a:pt x="383540" y="5080"/>
                  </a:lnTo>
                  <a:close/>
                </a:path>
                <a:path w="659129" h="7619">
                  <a:moveTo>
                    <a:pt x="659117" y="0"/>
                  </a:moveTo>
                  <a:lnTo>
                    <a:pt x="609600" y="0"/>
                  </a:lnTo>
                  <a:lnTo>
                    <a:pt x="609600" y="5080"/>
                  </a:lnTo>
                  <a:lnTo>
                    <a:pt x="610870" y="5080"/>
                  </a:lnTo>
                  <a:lnTo>
                    <a:pt x="610870" y="7620"/>
                  </a:lnTo>
                  <a:lnTo>
                    <a:pt x="659117" y="7620"/>
                  </a:lnTo>
                  <a:lnTo>
                    <a:pt x="659117" y="5080"/>
                  </a:lnTo>
                  <a:lnTo>
                    <a:pt x="659117" y="0"/>
                  </a:lnTo>
                  <a:close/>
                </a:path>
              </a:pathLst>
            </a:custGeom>
            <a:solidFill>
              <a:srgbClr val="4D3A00"/>
            </a:solidFill>
          </p:spPr>
          <p:txBody>
            <a:bodyPr wrap="square" lIns="0" tIns="0" rIns="0" bIns="0" rtlCol="0"/>
            <a:lstStyle/>
            <a:p/>
          </p:txBody>
        </p:sp>
        <p:sp>
          <p:nvSpPr>
            <p:cNvPr id="1209" name="object 1209"/>
            <p:cNvSpPr/>
            <p:nvPr/>
          </p:nvSpPr>
          <p:spPr>
            <a:xfrm>
              <a:off x="6396990" y="2919729"/>
              <a:ext cx="659130" cy="7620"/>
            </a:xfrm>
            <a:custGeom>
              <a:avLst/>
              <a:gdLst/>
              <a:ahLst/>
              <a:cxnLst/>
              <a:rect l="l" t="t" r="r" b="b"/>
              <a:pathLst>
                <a:path w="659129" h="7619">
                  <a:moveTo>
                    <a:pt x="49530" y="0"/>
                  </a:moveTo>
                  <a:lnTo>
                    <a:pt x="0" y="0"/>
                  </a:lnTo>
                  <a:lnTo>
                    <a:pt x="0" y="7620"/>
                  </a:lnTo>
                  <a:lnTo>
                    <a:pt x="49530" y="7620"/>
                  </a:lnTo>
                  <a:lnTo>
                    <a:pt x="49530" y="0"/>
                  </a:lnTo>
                  <a:close/>
                </a:path>
                <a:path w="659129" h="7619">
                  <a:moveTo>
                    <a:pt x="389890" y="5080"/>
                  </a:moveTo>
                  <a:lnTo>
                    <a:pt x="388620" y="5080"/>
                  </a:lnTo>
                  <a:lnTo>
                    <a:pt x="388620" y="3810"/>
                  </a:lnTo>
                  <a:lnTo>
                    <a:pt x="387350" y="3810"/>
                  </a:lnTo>
                  <a:lnTo>
                    <a:pt x="387350" y="2540"/>
                  </a:lnTo>
                  <a:lnTo>
                    <a:pt x="386080" y="2540"/>
                  </a:lnTo>
                  <a:lnTo>
                    <a:pt x="386080" y="1270"/>
                  </a:lnTo>
                  <a:lnTo>
                    <a:pt x="384810" y="1270"/>
                  </a:lnTo>
                  <a:lnTo>
                    <a:pt x="384810" y="0"/>
                  </a:lnTo>
                  <a:lnTo>
                    <a:pt x="102870" y="0"/>
                  </a:lnTo>
                  <a:lnTo>
                    <a:pt x="102870" y="1270"/>
                  </a:lnTo>
                  <a:lnTo>
                    <a:pt x="104140" y="1270"/>
                  </a:lnTo>
                  <a:lnTo>
                    <a:pt x="104140" y="2540"/>
                  </a:lnTo>
                  <a:lnTo>
                    <a:pt x="105410" y="2540"/>
                  </a:lnTo>
                  <a:lnTo>
                    <a:pt x="105410" y="3810"/>
                  </a:lnTo>
                  <a:lnTo>
                    <a:pt x="106680" y="3810"/>
                  </a:lnTo>
                  <a:lnTo>
                    <a:pt x="106680" y="5080"/>
                  </a:lnTo>
                  <a:lnTo>
                    <a:pt x="107950" y="5080"/>
                  </a:lnTo>
                  <a:lnTo>
                    <a:pt x="107950" y="6350"/>
                  </a:lnTo>
                  <a:lnTo>
                    <a:pt x="109207" y="6350"/>
                  </a:lnTo>
                  <a:lnTo>
                    <a:pt x="109207" y="7620"/>
                  </a:lnTo>
                  <a:lnTo>
                    <a:pt x="389890" y="7620"/>
                  </a:lnTo>
                  <a:lnTo>
                    <a:pt x="389890" y="6350"/>
                  </a:lnTo>
                  <a:lnTo>
                    <a:pt x="389890" y="5080"/>
                  </a:lnTo>
                  <a:close/>
                </a:path>
                <a:path w="659129" h="7619">
                  <a:moveTo>
                    <a:pt x="659117" y="0"/>
                  </a:moveTo>
                  <a:lnTo>
                    <a:pt x="610870" y="0"/>
                  </a:lnTo>
                  <a:lnTo>
                    <a:pt x="610870" y="7620"/>
                  </a:lnTo>
                  <a:lnTo>
                    <a:pt x="659117" y="7620"/>
                  </a:lnTo>
                  <a:lnTo>
                    <a:pt x="659117" y="0"/>
                  </a:lnTo>
                  <a:close/>
                </a:path>
              </a:pathLst>
            </a:custGeom>
            <a:solidFill>
              <a:srgbClr val="4F3B00"/>
            </a:solidFill>
          </p:spPr>
          <p:txBody>
            <a:bodyPr wrap="square" lIns="0" tIns="0" rIns="0" bIns="0" rtlCol="0"/>
            <a:lstStyle/>
            <a:p/>
          </p:txBody>
        </p:sp>
        <p:sp>
          <p:nvSpPr>
            <p:cNvPr id="1210" name="object 1210"/>
            <p:cNvSpPr/>
            <p:nvPr/>
          </p:nvSpPr>
          <p:spPr>
            <a:xfrm>
              <a:off x="6396990" y="2927349"/>
              <a:ext cx="659130" cy="5080"/>
            </a:xfrm>
            <a:custGeom>
              <a:avLst/>
              <a:gdLst/>
              <a:ahLst/>
              <a:cxnLst/>
              <a:rect l="l" t="t" r="r" b="b"/>
              <a:pathLst>
                <a:path w="659129" h="5080">
                  <a:moveTo>
                    <a:pt x="49530" y="0"/>
                  </a:moveTo>
                  <a:lnTo>
                    <a:pt x="0" y="0"/>
                  </a:lnTo>
                  <a:lnTo>
                    <a:pt x="0" y="1270"/>
                  </a:lnTo>
                  <a:lnTo>
                    <a:pt x="1270" y="1270"/>
                  </a:lnTo>
                  <a:lnTo>
                    <a:pt x="1270" y="5080"/>
                  </a:lnTo>
                  <a:lnTo>
                    <a:pt x="49530" y="5080"/>
                  </a:lnTo>
                  <a:lnTo>
                    <a:pt x="49530" y="1270"/>
                  </a:lnTo>
                  <a:lnTo>
                    <a:pt x="49530" y="0"/>
                  </a:lnTo>
                  <a:close/>
                </a:path>
                <a:path w="659129" h="5080">
                  <a:moveTo>
                    <a:pt x="394970" y="3810"/>
                  </a:moveTo>
                  <a:lnTo>
                    <a:pt x="393700" y="3810"/>
                  </a:lnTo>
                  <a:lnTo>
                    <a:pt x="393700" y="2540"/>
                  </a:lnTo>
                  <a:lnTo>
                    <a:pt x="392430" y="2540"/>
                  </a:lnTo>
                  <a:lnTo>
                    <a:pt x="392430" y="1270"/>
                  </a:lnTo>
                  <a:lnTo>
                    <a:pt x="391160" y="1270"/>
                  </a:lnTo>
                  <a:lnTo>
                    <a:pt x="391160" y="0"/>
                  </a:lnTo>
                  <a:lnTo>
                    <a:pt x="109207" y="0"/>
                  </a:lnTo>
                  <a:lnTo>
                    <a:pt x="109207" y="1270"/>
                  </a:lnTo>
                  <a:lnTo>
                    <a:pt x="110490" y="1270"/>
                  </a:lnTo>
                  <a:lnTo>
                    <a:pt x="110490" y="2540"/>
                  </a:lnTo>
                  <a:lnTo>
                    <a:pt x="111760" y="2540"/>
                  </a:lnTo>
                  <a:lnTo>
                    <a:pt x="111760" y="3810"/>
                  </a:lnTo>
                  <a:lnTo>
                    <a:pt x="113030" y="3810"/>
                  </a:lnTo>
                  <a:lnTo>
                    <a:pt x="113030" y="5080"/>
                  </a:lnTo>
                  <a:lnTo>
                    <a:pt x="394970" y="5080"/>
                  </a:lnTo>
                  <a:lnTo>
                    <a:pt x="394970" y="3810"/>
                  </a:lnTo>
                  <a:close/>
                </a:path>
                <a:path w="659129" h="5080">
                  <a:moveTo>
                    <a:pt x="659117" y="0"/>
                  </a:moveTo>
                  <a:lnTo>
                    <a:pt x="610870" y="0"/>
                  </a:lnTo>
                  <a:lnTo>
                    <a:pt x="610870" y="5080"/>
                  </a:lnTo>
                  <a:lnTo>
                    <a:pt x="659117" y="5080"/>
                  </a:lnTo>
                  <a:lnTo>
                    <a:pt x="659117" y="0"/>
                  </a:lnTo>
                  <a:close/>
                </a:path>
              </a:pathLst>
            </a:custGeom>
            <a:solidFill>
              <a:srgbClr val="513C00"/>
            </a:solidFill>
          </p:spPr>
          <p:txBody>
            <a:bodyPr wrap="square" lIns="0" tIns="0" rIns="0" bIns="0" rtlCol="0"/>
            <a:lstStyle/>
            <a:p/>
          </p:txBody>
        </p:sp>
        <p:sp>
          <p:nvSpPr>
            <p:cNvPr id="1211" name="object 1211"/>
            <p:cNvSpPr/>
            <p:nvPr/>
          </p:nvSpPr>
          <p:spPr>
            <a:xfrm>
              <a:off x="6398260" y="2933699"/>
              <a:ext cx="657860" cy="7620"/>
            </a:xfrm>
            <a:custGeom>
              <a:avLst/>
              <a:gdLst/>
              <a:ahLst/>
              <a:cxnLst/>
              <a:rect l="l" t="t" r="r" b="b"/>
              <a:pathLst>
                <a:path w="657859" h="7619">
                  <a:moveTo>
                    <a:pt x="48260" y="5080"/>
                  </a:moveTo>
                  <a:lnTo>
                    <a:pt x="0" y="5080"/>
                  </a:lnTo>
                  <a:lnTo>
                    <a:pt x="0" y="7620"/>
                  </a:lnTo>
                  <a:lnTo>
                    <a:pt x="48260" y="7620"/>
                  </a:lnTo>
                  <a:lnTo>
                    <a:pt x="48260" y="5080"/>
                  </a:lnTo>
                  <a:close/>
                </a:path>
                <a:path w="657859" h="7619">
                  <a:moveTo>
                    <a:pt x="48260" y="2540"/>
                  </a:moveTo>
                  <a:lnTo>
                    <a:pt x="0" y="2540"/>
                  </a:lnTo>
                  <a:lnTo>
                    <a:pt x="0" y="3810"/>
                  </a:lnTo>
                  <a:lnTo>
                    <a:pt x="48260" y="3810"/>
                  </a:lnTo>
                  <a:lnTo>
                    <a:pt x="48260" y="2540"/>
                  </a:lnTo>
                  <a:close/>
                </a:path>
                <a:path w="657859" h="7619">
                  <a:moveTo>
                    <a:pt x="48260" y="0"/>
                  </a:moveTo>
                  <a:lnTo>
                    <a:pt x="0" y="0"/>
                  </a:lnTo>
                  <a:lnTo>
                    <a:pt x="0" y="1270"/>
                  </a:lnTo>
                  <a:lnTo>
                    <a:pt x="48260" y="1270"/>
                  </a:lnTo>
                  <a:lnTo>
                    <a:pt x="48260" y="0"/>
                  </a:lnTo>
                  <a:close/>
                </a:path>
                <a:path w="657859" h="7619">
                  <a:moveTo>
                    <a:pt x="394970" y="0"/>
                  </a:moveTo>
                  <a:lnTo>
                    <a:pt x="113030" y="0"/>
                  </a:lnTo>
                  <a:lnTo>
                    <a:pt x="113030" y="1270"/>
                  </a:lnTo>
                  <a:lnTo>
                    <a:pt x="113030" y="2540"/>
                  </a:lnTo>
                  <a:lnTo>
                    <a:pt x="114287" y="2540"/>
                  </a:lnTo>
                  <a:lnTo>
                    <a:pt x="114287" y="1270"/>
                  </a:lnTo>
                  <a:lnTo>
                    <a:pt x="394970" y="1270"/>
                  </a:lnTo>
                  <a:lnTo>
                    <a:pt x="394970" y="0"/>
                  </a:lnTo>
                  <a:close/>
                </a:path>
                <a:path w="657859" h="7619">
                  <a:moveTo>
                    <a:pt x="396240" y="1270"/>
                  </a:moveTo>
                  <a:lnTo>
                    <a:pt x="394970" y="1270"/>
                  </a:lnTo>
                  <a:lnTo>
                    <a:pt x="394970" y="2540"/>
                  </a:lnTo>
                  <a:lnTo>
                    <a:pt x="114287" y="2540"/>
                  </a:lnTo>
                  <a:lnTo>
                    <a:pt x="114287" y="3810"/>
                  </a:lnTo>
                  <a:lnTo>
                    <a:pt x="115570" y="3810"/>
                  </a:lnTo>
                  <a:lnTo>
                    <a:pt x="115570" y="5080"/>
                  </a:lnTo>
                  <a:lnTo>
                    <a:pt x="116840" y="5080"/>
                  </a:lnTo>
                  <a:lnTo>
                    <a:pt x="116840" y="3810"/>
                  </a:lnTo>
                  <a:lnTo>
                    <a:pt x="396240" y="3810"/>
                  </a:lnTo>
                  <a:lnTo>
                    <a:pt x="396240" y="2540"/>
                  </a:lnTo>
                  <a:lnTo>
                    <a:pt x="396240" y="1270"/>
                  </a:lnTo>
                  <a:close/>
                </a:path>
                <a:path w="657859" h="7619">
                  <a:moveTo>
                    <a:pt x="400050" y="5080"/>
                  </a:moveTo>
                  <a:lnTo>
                    <a:pt x="398780" y="5080"/>
                  </a:lnTo>
                  <a:lnTo>
                    <a:pt x="398780" y="3810"/>
                  </a:lnTo>
                  <a:lnTo>
                    <a:pt x="397510" y="3810"/>
                  </a:lnTo>
                  <a:lnTo>
                    <a:pt x="397510" y="5080"/>
                  </a:lnTo>
                  <a:lnTo>
                    <a:pt x="118110" y="5080"/>
                  </a:lnTo>
                  <a:lnTo>
                    <a:pt x="118110" y="7620"/>
                  </a:lnTo>
                  <a:lnTo>
                    <a:pt x="400050" y="7620"/>
                  </a:lnTo>
                  <a:lnTo>
                    <a:pt x="400050" y="5080"/>
                  </a:lnTo>
                  <a:close/>
                </a:path>
                <a:path w="657859" h="7619">
                  <a:moveTo>
                    <a:pt x="657847" y="5080"/>
                  </a:moveTo>
                  <a:lnTo>
                    <a:pt x="609600" y="5080"/>
                  </a:lnTo>
                  <a:lnTo>
                    <a:pt x="609600" y="7620"/>
                  </a:lnTo>
                  <a:lnTo>
                    <a:pt x="657847" y="7620"/>
                  </a:lnTo>
                  <a:lnTo>
                    <a:pt x="657847" y="5080"/>
                  </a:lnTo>
                  <a:close/>
                </a:path>
                <a:path w="657859" h="7619">
                  <a:moveTo>
                    <a:pt x="657847" y="2540"/>
                  </a:moveTo>
                  <a:lnTo>
                    <a:pt x="609600" y="2540"/>
                  </a:lnTo>
                  <a:lnTo>
                    <a:pt x="609600" y="3810"/>
                  </a:lnTo>
                  <a:lnTo>
                    <a:pt x="657847" y="3810"/>
                  </a:lnTo>
                  <a:lnTo>
                    <a:pt x="657847" y="2540"/>
                  </a:lnTo>
                  <a:close/>
                </a:path>
                <a:path w="657859" h="7619">
                  <a:moveTo>
                    <a:pt x="657847" y="0"/>
                  </a:moveTo>
                  <a:lnTo>
                    <a:pt x="609600" y="0"/>
                  </a:lnTo>
                  <a:lnTo>
                    <a:pt x="609600" y="1270"/>
                  </a:lnTo>
                  <a:lnTo>
                    <a:pt x="657847" y="1270"/>
                  </a:lnTo>
                  <a:lnTo>
                    <a:pt x="657847" y="0"/>
                  </a:lnTo>
                  <a:close/>
                </a:path>
              </a:pathLst>
            </a:custGeom>
            <a:solidFill>
              <a:srgbClr val="533E00"/>
            </a:solidFill>
          </p:spPr>
          <p:txBody>
            <a:bodyPr wrap="square" lIns="0" tIns="0" rIns="0" bIns="0" rtlCol="0"/>
            <a:lstStyle/>
            <a:p/>
          </p:txBody>
        </p:sp>
        <p:sp>
          <p:nvSpPr>
            <p:cNvPr id="1212" name="object 1212"/>
            <p:cNvSpPr/>
            <p:nvPr/>
          </p:nvSpPr>
          <p:spPr>
            <a:xfrm>
              <a:off x="6398259" y="2941320"/>
              <a:ext cx="657860" cy="7620"/>
            </a:xfrm>
            <a:custGeom>
              <a:avLst/>
              <a:gdLst/>
              <a:ahLst/>
              <a:cxnLst/>
              <a:rect l="l" t="t" r="r" b="b"/>
              <a:pathLst>
                <a:path w="657859" h="7619">
                  <a:moveTo>
                    <a:pt x="48260" y="3809"/>
                  </a:moveTo>
                  <a:lnTo>
                    <a:pt x="0" y="3809"/>
                  </a:lnTo>
                  <a:lnTo>
                    <a:pt x="0" y="6349"/>
                  </a:lnTo>
                  <a:lnTo>
                    <a:pt x="48260" y="6349"/>
                  </a:lnTo>
                  <a:lnTo>
                    <a:pt x="48260" y="3809"/>
                  </a:lnTo>
                  <a:close/>
                </a:path>
                <a:path w="657859" h="7619">
                  <a:moveTo>
                    <a:pt x="48260" y="1269"/>
                  </a:moveTo>
                  <a:lnTo>
                    <a:pt x="0" y="1269"/>
                  </a:lnTo>
                  <a:lnTo>
                    <a:pt x="0" y="2539"/>
                  </a:lnTo>
                  <a:lnTo>
                    <a:pt x="48260" y="2539"/>
                  </a:lnTo>
                  <a:lnTo>
                    <a:pt x="48260" y="1269"/>
                  </a:lnTo>
                  <a:close/>
                </a:path>
                <a:path w="657859" h="7619">
                  <a:moveTo>
                    <a:pt x="125730" y="6349"/>
                  </a:moveTo>
                  <a:lnTo>
                    <a:pt x="124460" y="6349"/>
                  </a:lnTo>
                  <a:lnTo>
                    <a:pt x="124460" y="7619"/>
                  </a:lnTo>
                  <a:lnTo>
                    <a:pt x="125730" y="7619"/>
                  </a:lnTo>
                  <a:lnTo>
                    <a:pt x="125730" y="6349"/>
                  </a:lnTo>
                  <a:close/>
                </a:path>
                <a:path w="657859" h="7619">
                  <a:moveTo>
                    <a:pt x="407670" y="6349"/>
                  </a:moveTo>
                  <a:lnTo>
                    <a:pt x="406400" y="6349"/>
                  </a:lnTo>
                  <a:lnTo>
                    <a:pt x="406400" y="7619"/>
                  </a:lnTo>
                  <a:lnTo>
                    <a:pt x="407670" y="7619"/>
                  </a:lnTo>
                  <a:lnTo>
                    <a:pt x="407670" y="6349"/>
                  </a:lnTo>
                  <a:close/>
                </a:path>
                <a:path w="657859" h="7619">
                  <a:moveTo>
                    <a:pt x="405130" y="3809"/>
                  </a:moveTo>
                  <a:lnTo>
                    <a:pt x="123189" y="3809"/>
                  </a:lnTo>
                  <a:lnTo>
                    <a:pt x="123189" y="6349"/>
                  </a:lnTo>
                  <a:lnTo>
                    <a:pt x="405130" y="6349"/>
                  </a:lnTo>
                  <a:lnTo>
                    <a:pt x="405130" y="3809"/>
                  </a:lnTo>
                  <a:close/>
                </a:path>
                <a:path w="657859" h="7619">
                  <a:moveTo>
                    <a:pt x="121919" y="2539"/>
                  </a:moveTo>
                  <a:lnTo>
                    <a:pt x="120649" y="2539"/>
                  </a:lnTo>
                  <a:lnTo>
                    <a:pt x="120649" y="3809"/>
                  </a:lnTo>
                  <a:lnTo>
                    <a:pt x="121919" y="3809"/>
                  </a:lnTo>
                  <a:lnTo>
                    <a:pt x="121919" y="2539"/>
                  </a:lnTo>
                  <a:close/>
                </a:path>
                <a:path w="657859" h="7619">
                  <a:moveTo>
                    <a:pt x="403860" y="2539"/>
                  </a:moveTo>
                  <a:lnTo>
                    <a:pt x="402589" y="2539"/>
                  </a:lnTo>
                  <a:lnTo>
                    <a:pt x="402589" y="3809"/>
                  </a:lnTo>
                  <a:lnTo>
                    <a:pt x="403860" y="3809"/>
                  </a:lnTo>
                  <a:lnTo>
                    <a:pt x="403860" y="2539"/>
                  </a:lnTo>
                  <a:close/>
                </a:path>
                <a:path w="657859" h="7619">
                  <a:moveTo>
                    <a:pt x="402589" y="0"/>
                  </a:moveTo>
                  <a:lnTo>
                    <a:pt x="401320" y="0"/>
                  </a:lnTo>
                  <a:lnTo>
                    <a:pt x="401320" y="1269"/>
                  </a:lnTo>
                  <a:lnTo>
                    <a:pt x="119380" y="1269"/>
                  </a:lnTo>
                  <a:lnTo>
                    <a:pt x="119380" y="2539"/>
                  </a:lnTo>
                  <a:lnTo>
                    <a:pt x="402589" y="2539"/>
                  </a:lnTo>
                  <a:lnTo>
                    <a:pt x="402589" y="0"/>
                  </a:lnTo>
                  <a:close/>
                </a:path>
                <a:path w="657859" h="7619">
                  <a:moveTo>
                    <a:pt x="657859" y="3809"/>
                  </a:moveTo>
                  <a:lnTo>
                    <a:pt x="609599" y="3809"/>
                  </a:lnTo>
                  <a:lnTo>
                    <a:pt x="609599" y="6349"/>
                  </a:lnTo>
                  <a:lnTo>
                    <a:pt x="657859" y="6349"/>
                  </a:lnTo>
                  <a:lnTo>
                    <a:pt x="657859" y="3809"/>
                  </a:lnTo>
                  <a:close/>
                </a:path>
                <a:path w="657859" h="7619">
                  <a:moveTo>
                    <a:pt x="657859" y="1269"/>
                  </a:moveTo>
                  <a:lnTo>
                    <a:pt x="609599" y="1269"/>
                  </a:lnTo>
                  <a:lnTo>
                    <a:pt x="609599" y="2539"/>
                  </a:lnTo>
                  <a:lnTo>
                    <a:pt x="657859" y="2539"/>
                  </a:lnTo>
                  <a:lnTo>
                    <a:pt x="657859" y="1269"/>
                  </a:lnTo>
                  <a:close/>
                </a:path>
              </a:pathLst>
            </a:custGeom>
            <a:solidFill>
              <a:srgbClr val="553F00"/>
            </a:solidFill>
          </p:spPr>
          <p:txBody>
            <a:bodyPr wrap="square" lIns="0" tIns="0" rIns="0" bIns="0" rtlCol="0"/>
            <a:lstStyle/>
            <a:p/>
          </p:txBody>
        </p:sp>
        <p:sp>
          <p:nvSpPr>
            <p:cNvPr id="1213" name="object 1213"/>
            <p:cNvSpPr/>
            <p:nvPr/>
          </p:nvSpPr>
          <p:spPr>
            <a:xfrm>
              <a:off x="6398260" y="2948939"/>
              <a:ext cx="657860" cy="7620"/>
            </a:xfrm>
            <a:custGeom>
              <a:avLst/>
              <a:gdLst/>
              <a:ahLst/>
              <a:cxnLst/>
              <a:rect l="l" t="t" r="r" b="b"/>
              <a:pathLst>
                <a:path w="657859" h="7619">
                  <a:moveTo>
                    <a:pt x="48260" y="6350"/>
                  </a:moveTo>
                  <a:lnTo>
                    <a:pt x="0" y="6350"/>
                  </a:lnTo>
                  <a:lnTo>
                    <a:pt x="0" y="7620"/>
                  </a:lnTo>
                  <a:lnTo>
                    <a:pt x="48260" y="7620"/>
                  </a:lnTo>
                  <a:lnTo>
                    <a:pt x="48260" y="6350"/>
                  </a:lnTo>
                  <a:close/>
                </a:path>
                <a:path w="657859" h="7619">
                  <a:moveTo>
                    <a:pt x="48260" y="2540"/>
                  </a:moveTo>
                  <a:lnTo>
                    <a:pt x="0" y="2540"/>
                  </a:lnTo>
                  <a:lnTo>
                    <a:pt x="0" y="5080"/>
                  </a:lnTo>
                  <a:lnTo>
                    <a:pt x="48260" y="5080"/>
                  </a:lnTo>
                  <a:lnTo>
                    <a:pt x="48260" y="2540"/>
                  </a:lnTo>
                  <a:close/>
                </a:path>
                <a:path w="657859" h="7619">
                  <a:moveTo>
                    <a:pt x="48260" y="0"/>
                  </a:moveTo>
                  <a:lnTo>
                    <a:pt x="0" y="0"/>
                  </a:lnTo>
                  <a:lnTo>
                    <a:pt x="0" y="1270"/>
                  </a:lnTo>
                  <a:lnTo>
                    <a:pt x="48260" y="1270"/>
                  </a:lnTo>
                  <a:lnTo>
                    <a:pt x="48260" y="0"/>
                  </a:lnTo>
                  <a:close/>
                </a:path>
                <a:path w="657859" h="7619">
                  <a:moveTo>
                    <a:pt x="407670" y="0"/>
                  </a:moveTo>
                  <a:lnTo>
                    <a:pt x="125730" y="0"/>
                  </a:lnTo>
                  <a:lnTo>
                    <a:pt x="125730" y="1270"/>
                  </a:lnTo>
                  <a:lnTo>
                    <a:pt x="125730" y="2540"/>
                  </a:lnTo>
                  <a:lnTo>
                    <a:pt x="126987" y="2540"/>
                  </a:lnTo>
                  <a:lnTo>
                    <a:pt x="126987" y="1270"/>
                  </a:lnTo>
                  <a:lnTo>
                    <a:pt x="407670" y="1270"/>
                  </a:lnTo>
                  <a:lnTo>
                    <a:pt x="407670" y="0"/>
                  </a:lnTo>
                  <a:close/>
                </a:path>
                <a:path w="657859" h="7619">
                  <a:moveTo>
                    <a:pt x="410210" y="2540"/>
                  </a:moveTo>
                  <a:lnTo>
                    <a:pt x="128270" y="2540"/>
                  </a:lnTo>
                  <a:lnTo>
                    <a:pt x="128270" y="5080"/>
                  </a:lnTo>
                  <a:lnTo>
                    <a:pt x="129540" y="5080"/>
                  </a:lnTo>
                  <a:lnTo>
                    <a:pt x="129540" y="6350"/>
                  </a:lnTo>
                  <a:lnTo>
                    <a:pt x="130810" y="6350"/>
                  </a:lnTo>
                  <a:lnTo>
                    <a:pt x="130810" y="5080"/>
                  </a:lnTo>
                  <a:lnTo>
                    <a:pt x="410210" y="5080"/>
                  </a:lnTo>
                  <a:lnTo>
                    <a:pt x="410210" y="2540"/>
                  </a:lnTo>
                  <a:close/>
                </a:path>
                <a:path w="657859" h="7619">
                  <a:moveTo>
                    <a:pt x="412750" y="5080"/>
                  </a:moveTo>
                  <a:lnTo>
                    <a:pt x="411480" y="5080"/>
                  </a:lnTo>
                  <a:lnTo>
                    <a:pt x="411480" y="6350"/>
                  </a:lnTo>
                  <a:lnTo>
                    <a:pt x="130810" y="6350"/>
                  </a:lnTo>
                  <a:lnTo>
                    <a:pt x="130810" y="7620"/>
                  </a:lnTo>
                  <a:lnTo>
                    <a:pt x="412750" y="7620"/>
                  </a:lnTo>
                  <a:lnTo>
                    <a:pt x="412750" y="6350"/>
                  </a:lnTo>
                  <a:lnTo>
                    <a:pt x="412750" y="5080"/>
                  </a:lnTo>
                  <a:close/>
                </a:path>
                <a:path w="657859" h="7619">
                  <a:moveTo>
                    <a:pt x="657847" y="6350"/>
                  </a:moveTo>
                  <a:lnTo>
                    <a:pt x="609600" y="6350"/>
                  </a:lnTo>
                  <a:lnTo>
                    <a:pt x="609600" y="7620"/>
                  </a:lnTo>
                  <a:lnTo>
                    <a:pt x="657847" y="7620"/>
                  </a:lnTo>
                  <a:lnTo>
                    <a:pt x="657847" y="6350"/>
                  </a:lnTo>
                  <a:close/>
                </a:path>
                <a:path w="657859" h="7619">
                  <a:moveTo>
                    <a:pt x="657847" y="2540"/>
                  </a:moveTo>
                  <a:lnTo>
                    <a:pt x="609600" y="2540"/>
                  </a:lnTo>
                  <a:lnTo>
                    <a:pt x="609600" y="5080"/>
                  </a:lnTo>
                  <a:lnTo>
                    <a:pt x="657847" y="5080"/>
                  </a:lnTo>
                  <a:lnTo>
                    <a:pt x="657847" y="2540"/>
                  </a:lnTo>
                  <a:close/>
                </a:path>
                <a:path w="657859" h="7619">
                  <a:moveTo>
                    <a:pt x="657847" y="0"/>
                  </a:moveTo>
                  <a:lnTo>
                    <a:pt x="609600" y="0"/>
                  </a:lnTo>
                  <a:lnTo>
                    <a:pt x="609600" y="1270"/>
                  </a:lnTo>
                  <a:lnTo>
                    <a:pt x="657847" y="1270"/>
                  </a:lnTo>
                  <a:lnTo>
                    <a:pt x="657847" y="0"/>
                  </a:lnTo>
                  <a:close/>
                </a:path>
              </a:pathLst>
            </a:custGeom>
            <a:solidFill>
              <a:srgbClr val="574000"/>
            </a:solidFill>
          </p:spPr>
          <p:txBody>
            <a:bodyPr wrap="square" lIns="0" tIns="0" rIns="0" bIns="0" rtlCol="0"/>
            <a:lstStyle/>
            <a:p/>
          </p:txBody>
        </p:sp>
        <p:sp>
          <p:nvSpPr>
            <p:cNvPr id="1214" name="object 1214"/>
            <p:cNvSpPr/>
            <p:nvPr/>
          </p:nvSpPr>
          <p:spPr>
            <a:xfrm>
              <a:off x="6398260" y="2956559"/>
              <a:ext cx="657860" cy="6350"/>
            </a:xfrm>
            <a:custGeom>
              <a:avLst/>
              <a:gdLst/>
              <a:ahLst/>
              <a:cxnLst/>
              <a:rect l="l" t="t" r="r" b="b"/>
              <a:pathLst>
                <a:path w="657859" h="6350">
                  <a:moveTo>
                    <a:pt x="48260" y="5080"/>
                  </a:moveTo>
                  <a:lnTo>
                    <a:pt x="0" y="5080"/>
                  </a:lnTo>
                  <a:lnTo>
                    <a:pt x="0" y="6350"/>
                  </a:lnTo>
                  <a:lnTo>
                    <a:pt x="48260" y="6350"/>
                  </a:lnTo>
                  <a:lnTo>
                    <a:pt x="48260" y="5080"/>
                  </a:lnTo>
                  <a:close/>
                </a:path>
                <a:path w="657859" h="6350">
                  <a:moveTo>
                    <a:pt x="48260" y="1270"/>
                  </a:moveTo>
                  <a:lnTo>
                    <a:pt x="0" y="1270"/>
                  </a:lnTo>
                  <a:lnTo>
                    <a:pt x="0" y="3810"/>
                  </a:lnTo>
                  <a:lnTo>
                    <a:pt x="48260" y="3810"/>
                  </a:lnTo>
                  <a:lnTo>
                    <a:pt x="48260" y="1270"/>
                  </a:lnTo>
                  <a:close/>
                </a:path>
                <a:path w="657859" h="6350">
                  <a:moveTo>
                    <a:pt x="132080" y="0"/>
                  </a:moveTo>
                  <a:lnTo>
                    <a:pt x="130810" y="0"/>
                  </a:lnTo>
                  <a:lnTo>
                    <a:pt x="130810" y="1270"/>
                  </a:lnTo>
                  <a:lnTo>
                    <a:pt x="132080" y="1270"/>
                  </a:lnTo>
                  <a:lnTo>
                    <a:pt x="132080" y="0"/>
                  </a:lnTo>
                  <a:close/>
                </a:path>
                <a:path w="657859" h="6350">
                  <a:moveTo>
                    <a:pt x="415290" y="0"/>
                  </a:moveTo>
                  <a:lnTo>
                    <a:pt x="414020" y="0"/>
                  </a:lnTo>
                  <a:lnTo>
                    <a:pt x="414020" y="1270"/>
                  </a:lnTo>
                  <a:lnTo>
                    <a:pt x="133337" y="1270"/>
                  </a:lnTo>
                  <a:lnTo>
                    <a:pt x="133337" y="3810"/>
                  </a:lnTo>
                  <a:lnTo>
                    <a:pt x="134620" y="3810"/>
                  </a:lnTo>
                  <a:lnTo>
                    <a:pt x="134620" y="5080"/>
                  </a:lnTo>
                  <a:lnTo>
                    <a:pt x="135890" y="5080"/>
                  </a:lnTo>
                  <a:lnTo>
                    <a:pt x="135890" y="3810"/>
                  </a:lnTo>
                  <a:lnTo>
                    <a:pt x="415290" y="3810"/>
                  </a:lnTo>
                  <a:lnTo>
                    <a:pt x="415290" y="1270"/>
                  </a:lnTo>
                  <a:lnTo>
                    <a:pt x="415290" y="0"/>
                  </a:lnTo>
                  <a:close/>
                </a:path>
                <a:path w="657859" h="6350">
                  <a:moveTo>
                    <a:pt x="417830" y="3810"/>
                  </a:moveTo>
                  <a:lnTo>
                    <a:pt x="416560" y="3810"/>
                  </a:lnTo>
                  <a:lnTo>
                    <a:pt x="416560" y="5080"/>
                  </a:lnTo>
                  <a:lnTo>
                    <a:pt x="135890" y="5080"/>
                  </a:lnTo>
                  <a:lnTo>
                    <a:pt x="135890" y="6350"/>
                  </a:lnTo>
                  <a:lnTo>
                    <a:pt x="417830" y="6350"/>
                  </a:lnTo>
                  <a:lnTo>
                    <a:pt x="417830" y="5080"/>
                  </a:lnTo>
                  <a:lnTo>
                    <a:pt x="417830" y="3810"/>
                  </a:lnTo>
                  <a:close/>
                </a:path>
                <a:path w="657859" h="6350">
                  <a:moveTo>
                    <a:pt x="657847" y="5080"/>
                  </a:moveTo>
                  <a:lnTo>
                    <a:pt x="609600" y="5080"/>
                  </a:lnTo>
                  <a:lnTo>
                    <a:pt x="609600" y="6350"/>
                  </a:lnTo>
                  <a:lnTo>
                    <a:pt x="657847" y="6350"/>
                  </a:lnTo>
                  <a:lnTo>
                    <a:pt x="657847" y="5080"/>
                  </a:lnTo>
                  <a:close/>
                </a:path>
                <a:path w="657859" h="6350">
                  <a:moveTo>
                    <a:pt x="657847" y="1270"/>
                  </a:moveTo>
                  <a:lnTo>
                    <a:pt x="609600" y="1270"/>
                  </a:lnTo>
                  <a:lnTo>
                    <a:pt x="609600" y="3810"/>
                  </a:lnTo>
                  <a:lnTo>
                    <a:pt x="657847" y="3810"/>
                  </a:lnTo>
                  <a:lnTo>
                    <a:pt x="657847" y="1270"/>
                  </a:lnTo>
                  <a:close/>
                </a:path>
              </a:pathLst>
            </a:custGeom>
            <a:solidFill>
              <a:srgbClr val="584200"/>
            </a:solidFill>
          </p:spPr>
          <p:txBody>
            <a:bodyPr wrap="square" lIns="0" tIns="0" rIns="0" bIns="0" rtlCol="0"/>
            <a:lstStyle/>
            <a:p/>
          </p:txBody>
        </p:sp>
        <p:sp>
          <p:nvSpPr>
            <p:cNvPr id="1215" name="object 1215"/>
            <p:cNvSpPr/>
            <p:nvPr/>
          </p:nvSpPr>
          <p:spPr>
            <a:xfrm>
              <a:off x="6398260" y="2962909"/>
              <a:ext cx="657860" cy="7620"/>
            </a:xfrm>
            <a:custGeom>
              <a:avLst/>
              <a:gdLst/>
              <a:ahLst/>
              <a:cxnLst/>
              <a:rect l="l" t="t" r="r" b="b"/>
              <a:pathLst>
                <a:path w="657859" h="7619">
                  <a:moveTo>
                    <a:pt x="48260" y="5080"/>
                  </a:moveTo>
                  <a:lnTo>
                    <a:pt x="0" y="5080"/>
                  </a:lnTo>
                  <a:lnTo>
                    <a:pt x="0" y="6350"/>
                  </a:lnTo>
                  <a:lnTo>
                    <a:pt x="48260" y="6350"/>
                  </a:lnTo>
                  <a:lnTo>
                    <a:pt x="48260" y="5080"/>
                  </a:lnTo>
                  <a:close/>
                </a:path>
                <a:path w="657859" h="7619">
                  <a:moveTo>
                    <a:pt x="48260" y="1270"/>
                  </a:moveTo>
                  <a:lnTo>
                    <a:pt x="0" y="1270"/>
                  </a:lnTo>
                  <a:lnTo>
                    <a:pt x="0" y="3810"/>
                  </a:lnTo>
                  <a:lnTo>
                    <a:pt x="48260" y="3810"/>
                  </a:lnTo>
                  <a:lnTo>
                    <a:pt x="48260" y="1270"/>
                  </a:lnTo>
                  <a:close/>
                </a:path>
                <a:path w="657859" h="7619">
                  <a:moveTo>
                    <a:pt x="421640" y="1270"/>
                  </a:moveTo>
                  <a:lnTo>
                    <a:pt x="420370" y="1270"/>
                  </a:lnTo>
                  <a:lnTo>
                    <a:pt x="420370" y="0"/>
                  </a:lnTo>
                  <a:lnTo>
                    <a:pt x="419100" y="0"/>
                  </a:lnTo>
                  <a:lnTo>
                    <a:pt x="419100" y="1270"/>
                  </a:lnTo>
                  <a:lnTo>
                    <a:pt x="138430" y="1270"/>
                  </a:lnTo>
                  <a:lnTo>
                    <a:pt x="138430" y="3810"/>
                  </a:lnTo>
                  <a:lnTo>
                    <a:pt x="139687" y="3810"/>
                  </a:lnTo>
                  <a:lnTo>
                    <a:pt x="139687" y="5080"/>
                  </a:lnTo>
                  <a:lnTo>
                    <a:pt x="140970" y="5080"/>
                  </a:lnTo>
                  <a:lnTo>
                    <a:pt x="140970" y="3810"/>
                  </a:lnTo>
                  <a:lnTo>
                    <a:pt x="421640" y="3810"/>
                  </a:lnTo>
                  <a:lnTo>
                    <a:pt x="421640" y="1270"/>
                  </a:lnTo>
                  <a:close/>
                </a:path>
                <a:path w="657859" h="7619">
                  <a:moveTo>
                    <a:pt x="422910" y="5080"/>
                  </a:moveTo>
                  <a:lnTo>
                    <a:pt x="140970" y="5080"/>
                  </a:lnTo>
                  <a:lnTo>
                    <a:pt x="140970" y="6350"/>
                  </a:lnTo>
                  <a:lnTo>
                    <a:pt x="142240" y="6350"/>
                  </a:lnTo>
                  <a:lnTo>
                    <a:pt x="142240" y="7620"/>
                  </a:lnTo>
                  <a:lnTo>
                    <a:pt x="143510" y="7620"/>
                  </a:lnTo>
                  <a:lnTo>
                    <a:pt x="143510" y="6350"/>
                  </a:lnTo>
                  <a:lnTo>
                    <a:pt x="422910" y="6350"/>
                  </a:lnTo>
                  <a:lnTo>
                    <a:pt x="422910" y="5080"/>
                  </a:lnTo>
                  <a:close/>
                </a:path>
                <a:path w="657859" h="7619">
                  <a:moveTo>
                    <a:pt x="425450" y="6350"/>
                  </a:moveTo>
                  <a:lnTo>
                    <a:pt x="424180" y="6350"/>
                  </a:lnTo>
                  <a:lnTo>
                    <a:pt x="424180" y="7620"/>
                  </a:lnTo>
                  <a:lnTo>
                    <a:pt x="425450" y="7620"/>
                  </a:lnTo>
                  <a:lnTo>
                    <a:pt x="425450" y="6350"/>
                  </a:lnTo>
                  <a:close/>
                </a:path>
                <a:path w="657859" h="7619">
                  <a:moveTo>
                    <a:pt x="657847" y="5080"/>
                  </a:moveTo>
                  <a:lnTo>
                    <a:pt x="609600" y="5080"/>
                  </a:lnTo>
                  <a:lnTo>
                    <a:pt x="609600" y="6350"/>
                  </a:lnTo>
                  <a:lnTo>
                    <a:pt x="657847" y="6350"/>
                  </a:lnTo>
                  <a:lnTo>
                    <a:pt x="657847" y="5080"/>
                  </a:lnTo>
                  <a:close/>
                </a:path>
                <a:path w="657859" h="7619">
                  <a:moveTo>
                    <a:pt x="657847" y="1270"/>
                  </a:moveTo>
                  <a:lnTo>
                    <a:pt x="609600" y="1270"/>
                  </a:lnTo>
                  <a:lnTo>
                    <a:pt x="609600" y="3810"/>
                  </a:lnTo>
                  <a:lnTo>
                    <a:pt x="657847" y="3810"/>
                  </a:lnTo>
                  <a:lnTo>
                    <a:pt x="657847" y="1270"/>
                  </a:lnTo>
                  <a:close/>
                </a:path>
              </a:pathLst>
            </a:custGeom>
            <a:solidFill>
              <a:srgbClr val="5A4300"/>
            </a:solidFill>
          </p:spPr>
          <p:txBody>
            <a:bodyPr wrap="square" lIns="0" tIns="0" rIns="0" bIns="0" rtlCol="0"/>
            <a:lstStyle/>
            <a:p/>
          </p:txBody>
        </p:sp>
        <p:sp>
          <p:nvSpPr>
            <p:cNvPr id="1216" name="object 1216"/>
            <p:cNvSpPr/>
            <p:nvPr/>
          </p:nvSpPr>
          <p:spPr>
            <a:xfrm>
              <a:off x="6398260" y="2970529"/>
              <a:ext cx="659130" cy="7620"/>
            </a:xfrm>
            <a:custGeom>
              <a:avLst/>
              <a:gdLst/>
              <a:ahLst/>
              <a:cxnLst/>
              <a:rect l="l" t="t" r="r" b="b"/>
              <a:pathLst>
                <a:path w="659129" h="7619">
                  <a:moveTo>
                    <a:pt x="48260" y="6350"/>
                  </a:moveTo>
                  <a:lnTo>
                    <a:pt x="0" y="6350"/>
                  </a:lnTo>
                  <a:lnTo>
                    <a:pt x="0" y="7620"/>
                  </a:lnTo>
                  <a:lnTo>
                    <a:pt x="48260" y="7620"/>
                  </a:lnTo>
                  <a:lnTo>
                    <a:pt x="48260" y="6350"/>
                  </a:lnTo>
                  <a:close/>
                </a:path>
                <a:path w="659129" h="7619">
                  <a:moveTo>
                    <a:pt x="48260" y="3810"/>
                  </a:moveTo>
                  <a:lnTo>
                    <a:pt x="0" y="3810"/>
                  </a:lnTo>
                  <a:lnTo>
                    <a:pt x="0" y="5080"/>
                  </a:lnTo>
                  <a:lnTo>
                    <a:pt x="48260" y="5080"/>
                  </a:lnTo>
                  <a:lnTo>
                    <a:pt x="48260" y="3810"/>
                  </a:lnTo>
                  <a:close/>
                </a:path>
                <a:path w="659129" h="7619">
                  <a:moveTo>
                    <a:pt x="48260" y="0"/>
                  </a:moveTo>
                  <a:lnTo>
                    <a:pt x="0" y="0"/>
                  </a:lnTo>
                  <a:lnTo>
                    <a:pt x="0" y="2540"/>
                  </a:lnTo>
                  <a:lnTo>
                    <a:pt x="48260" y="2540"/>
                  </a:lnTo>
                  <a:lnTo>
                    <a:pt x="48260" y="0"/>
                  </a:lnTo>
                  <a:close/>
                </a:path>
                <a:path w="659129" h="7619">
                  <a:moveTo>
                    <a:pt x="426720" y="0"/>
                  </a:moveTo>
                  <a:lnTo>
                    <a:pt x="143510" y="0"/>
                  </a:lnTo>
                  <a:lnTo>
                    <a:pt x="143510" y="2540"/>
                  </a:lnTo>
                  <a:lnTo>
                    <a:pt x="144780" y="2540"/>
                  </a:lnTo>
                  <a:lnTo>
                    <a:pt x="144780" y="3810"/>
                  </a:lnTo>
                  <a:lnTo>
                    <a:pt x="146037" y="3810"/>
                  </a:lnTo>
                  <a:lnTo>
                    <a:pt x="146037" y="2540"/>
                  </a:lnTo>
                  <a:lnTo>
                    <a:pt x="426720" y="2540"/>
                  </a:lnTo>
                  <a:lnTo>
                    <a:pt x="426720" y="0"/>
                  </a:lnTo>
                  <a:close/>
                </a:path>
                <a:path w="659129" h="7619">
                  <a:moveTo>
                    <a:pt x="429260" y="3810"/>
                  </a:moveTo>
                  <a:lnTo>
                    <a:pt x="429247" y="2540"/>
                  </a:lnTo>
                  <a:lnTo>
                    <a:pt x="427990" y="2540"/>
                  </a:lnTo>
                  <a:lnTo>
                    <a:pt x="427990" y="3810"/>
                  </a:lnTo>
                  <a:lnTo>
                    <a:pt x="146037" y="3810"/>
                  </a:lnTo>
                  <a:lnTo>
                    <a:pt x="146037" y="5080"/>
                  </a:lnTo>
                  <a:lnTo>
                    <a:pt x="147320" y="5080"/>
                  </a:lnTo>
                  <a:lnTo>
                    <a:pt x="147320" y="6350"/>
                  </a:lnTo>
                  <a:lnTo>
                    <a:pt x="148590" y="6350"/>
                  </a:lnTo>
                  <a:lnTo>
                    <a:pt x="148590" y="5080"/>
                  </a:lnTo>
                  <a:lnTo>
                    <a:pt x="429260" y="5080"/>
                  </a:lnTo>
                  <a:lnTo>
                    <a:pt x="429260" y="3810"/>
                  </a:lnTo>
                  <a:close/>
                </a:path>
                <a:path w="659129" h="7619">
                  <a:moveTo>
                    <a:pt x="431800" y="6350"/>
                  </a:moveTo>
                  <a:lnTo>
                    <a:pt x="430530" y="6350"/>
                  </a:lnTo>
                  <a:lnTo>
                    <a:pt x="430530" y="5080"/>
                  </a:lnTo>
                  <a:lnTo>
                    <a:pt x="429260" y="5080"/>
                  </a:lnTo>
                  <a:lnTo>
                    <a:pt x="429260" y="6350"/>
                  </a:lnTo>
                  <a:lnTo>
                    <a:pt x="148590" y="6350"/>
                  </a:lnTo>
                  <a:lnTo>
                    <a:pt x="148590" y="7620"/>
                  </a:lnTo>
                  <a:lnTo>
                    <a:pt x="431800" y="7620"/>
                  </a:lnTo>
                  <a:lnTo>
                    <a:pt x="431800" y="6350"/>
                  </a:lnTo>
                  <a:close/>
                </a:path>
                <a:path w="659129" h="7619">
                  <a:moveTo>
                    <a:pt x="659117" y="6350"/>
                  </a:moveTo>
                  <a:lnTo>
                    <a:pt x="609600" y="6350"/>
                  </a:lnTo>
                  <a:lnTo>
                    <a:pt x="609600" y="7620"/>
                  </a:lnTo>
                  <a:lnTo>
                    <a:pt x="659117" y="7620"/>
                  </a:lnTo>
                  <a:lnTo>
                    <a:pt x="659117" y="6350"/>
                  </a:lnTo>
                  <a:close/>
                </a:path>
                <a:path w="659129" h="7619">
                  <a:moveTo>
                    <a:pt x="659117" y="3810"/>
                  </a:moveTo>
                  <a:lnTo>
                    <a:pt x="609600" y="3810"/>
                  </a:lnTo>
                  <a:lnTo>
                    <a:pt x="609600" y="5080"/>
                  </a:lnTo>
                  <a:lnTo>
                    <a:pt x="659117" y="5080"/>
                  </a:lnTo>
                  <a:lnTo>
                    <a:pt x="659117" y="3810"/>
                  </a:lnTo>
                  <a:close/>
                </a:path>
                <a:path w="659129" h="7619">
                  <a:moveTo>
                    <a:pt x="659117" y="0"/>
                  </a:moveTo>
                  <a:lnTo>
                    <a:pt x="609600" y="0"/>
                  </a:lnTo>
                  <a:lnTo>
                    <a:pt x="609600" y="2540"/>
                  </a:lnTo>
                  <a:lnTo>
                    <a:pt x="659117" y="2540"/>
                  </a:lnTo>
                  <a:lnTo>
                    <a:pt x="659117" y="0"/>
                  </a:lnTo>
                  <a:close/>
                </a:path>
              </a:pathLst>
            </a:custGeom>
            <a:solidFill>
              <a:srgbClr val="5C4500"/>
            </a:solidFill>
          </p:spPr>
          <p:txBody>
            <a:bodyPr wrap="square" lIns="0" tIns="0" rIns="0" bIns="0" rtlCol="0"/>
            <a:lstStyle/>
            <a:p/>
          </p:txBody>
        </p:sp>
        <p:sp>
          <p:nvSpPr>
            <p:cNvPr id="1217" name="object 1217"/>
            <p:cNvSpPr/>
            <p:nvPr/>
          </p:nvSpPr>
          <p:spPr>
            <a:xfrm>
              <a:off x="6398260" y="2978149"/>
              <a:ext cx="659130" cy="6350"/>
            </a:xfrm>
            <a:custGeom>
              <a:avLst/>
              <a:gdLst/>
              <a:ahLst/>
              <a:cxnLst/>
              <a:rect l="l" t="t" r="r" b="b"/>
              <a:pathLst>
                <a:path w="659129" h="6350">
                  <a:moveTo>
                    <a:pt x="48260" y="5080"/>
                  </a:moveTo>
                  <a:lnTo>
                    <a:pt x="0" y="5080"/>
                  </a:lnTo>
                  <a:lnTo>
                    <a:pt x="0" y="6350"/>
                  </a:lnTo>
                  <a:lnTo>
                    <a:pt x="48260" y="6350"/>
                  </a:lnTo>
                  <a:lnTo>
                    <a:pt x="48260" y="5080"/>
                  </a:lnTo>
                  <a:close/>
                </a:path>
                <a:path w="659129" h="6350">
                  <a:moveTo>
                    <a:pt x="48260" y="2540"/>
                  </a:moveTo>
                  <a:lnTo>
                    <a:pt x="0" y="2540"/>
                  </a:lnTo>
                  <a:lnTo>
                    <a:pt x="0" y="3810"/>
                  </a:lnTo>
                  <a:lnTo>
                    <a:pt x="48260" y="3810"/>
                  </a:lnTo>
                  <a:lnTo>
                    <a:pt x="48260" y="2540"/>
                  </a:lnTo>
                  <a:close/>
                </a:path>
                <a:path w="659129" h="6350">
                  <a:moveTo>
                    <a:pt x="48260" y="0"/>
                  </a:moveTo>
                  <a:lnTo>
                    <a:pt x="0" y="0"/>
                  </a:lnTo>
                  <a:lnTo>
                    <a:pt x="0" y="1270"/>
                  </a:lnTo>
                  <a:lnTo>
                    <a:pt x="48260" y="1270"/>
                  </a:lnTo>
                  <a:lnTo>
                    <a:pt x="48260" y="0"/>
                  </a:lnTo>
                  <a:close/>
                </a:path>
                <a:path w="659129" h="6350">
                  <a:moveTo>
                    <a:pt x="431800" y="0"/>
                  </a:moveTo>
                  <a:lnTo>
                    <a:pt x="148590" y="0"/>
                  </a:lnTo>
                  <a:lnTo>
                    <a:pt x="148590" y="1270"/>
                  </a:lnTo>
                  <a:lnTo>
                    <a:pt x="149860" y="1270"/>
                  </a:lnTo>
                  <a:lnTo>
                    <a:pt x="149860" y="2540"/>
                  </a:lnTo>
                  <a:lnTo>
                    <a:pt x="151130" y="2540"/>
                  </a:lnTo>
                  <a:lnTo>
                    <a:pt x="151130" y="1270"/>
                  </a:lnTo>
                  <a:lnTo>
                    <a:pt x="431800" y="1270"/>
                  </a:lnTo>
                  <a:lnTo>
                    <a:pt x="431800" y="0"/>
                  </a:lnTo>
                  <a:close/>
                </a:path>
                <a:path w="659129" h="6350">
                  <a:moveTo>
                    <a:pt x="434340" y="1270"/>
                  </a:moveTo>
                  <a:lnTo>
                    <a:pt x="433070" y="1270"/>
                  </a:lnTo>
                  <a:lnTo>
                    <a:pt x="433070" y="2540"/>
                  </a:lnTo>
                  <a:lnTo>
                    <a:pt x="151130" y="2540"/>
                  </a:lnTo>
                  <a:lnTo>
                    <a:pt x="151130" y="3810"/>
                  </a:lnTo>
                  <a:lnTo>
                    <a:pt x="152387" y="3810"/>
                  </a:lnTo>
                  <a:lnTo>
                    <a:pt x="152387" y="5080"/>
                  </a:lnTo>
                  <a:lnTo>
                    <a:pt x="153670" y="5080"/>
                  </a:lnTo>
                  <a:lnTo>
                    <a:pt x="153670" y="3810"/>
                  </a:lnTo>
                  <a:lnTo>
                    <a:pt x="434340" y="3810"/>
                  </a:lnTo>
                  <a:lnTo>
                    <a:pt x="434340" y="2540"/>
                  </a:lnTo>
                  <a:lnTo>
                    <a:pt x="434340" y="1270"/>
                  </a:lnTo>
                  <a:close/>
                </a:path>
                <a:path w="659129" h="6350">
                  <a:moveTo>
                    <a:pt x="436880" y="5080"/>
                  </a:moveTo>
                  <a:lnTo>
                    <a:pt x="154940" y="5080"/>
                  </a:lnTo>
                  <a:lnTo>
                    <a:pt x="154940" y="6350"/>
                  </a:lnTo>
                  <a:lnTo>
                    <a:pt x="436880" y="6350"/>
                  </a:lnTo>
                  <a:lnTo>
                    <a:pt x="436880" y="5080"/>
                  </a:lnTo>
                  <a:close/>
                </a:path>
                <a:path w="659129" h="6350">
                  <a:moveTo>
                    <a:pt x="659117" y="5080"/>
                  </a:moveTo>
                  <a:lnTo>
                    <a:pt x="609600" y="5080"/>
                  </a:lnTo>
                  <a:lnTo>
                    <a:pt x="609600" y="6350"/>
                  </a:lnTo>
                  <a:lnTo>
                    <a:pt x="659117" y="6350"/>
                  </a:lnTo>
                  <a:lnTo>
                    <a:pt x="659117" y="5080"/>
                  </a:lnTo>
                  <a:close/>
                </a:path>
                <a:path w="659129" h="6350">
                  <a:moveTo>
                    <a:pt x="659117" y="2540"/>
                  </a:moveTo>
                  <a:lnTo>
                    <a:pt x="609600" y="2540"/>
                  </a:lnTo>
                  <a:lnTo>
                    <a:pt x="609600" y="3810"/>
                  </a:lnTo>
                  <a:lnTo>
                    <a:pt x="659117" y="3810"/>
                  </a:lnTo>
                  <a:lnTo>
                    <a:pt x="659117" y="2540"/>
                  </a:lnTo>
                  <a:close/>
                </a:path>
                <a:path w="659129" h="6350">
                  <a:moveTo>
                    <a:pt x="659117" y="0"/>
                  </a:moveTo>
                  <a:lnTo>
                    <a:pt x="609600" y="0"/>
                  </a:lnTo>
                  <a:lnTo>
                    <a:pt x="609600" y="1270"/>
                  </a:lnTo>
                  <a:lnTo>
                    <a:pt x="659117" y="1270"/>
                  </a:lnTo>
                  <a:lnTo>
                    <a:pt x="659117" y="0"/>
                  </a:lnTo>
                  <a:close/>
                </a:path>
              </a:pathLst>
            </a:custGeom>
            <a:solidFill>
              <a:srgbClr val="5E4600"/>
            </a:solidFill>
          </p:spPr>
          <p:txBody>
            <a:bodyPr wrap="square" lIns="0" tIns="0" rIns="0" bIns="0" rtlCol="0"/>
            <a:lstStyle/>
            <a:p/>
          </p:txBody>
        </p:sp>
        <p:sp>
          <p:nvSpPr>
            <p:cNvPr id="1218" name="object 1218"/>
            <p:cNvSpPr/>
            <p:nvPr/>
          </p:nvSpPr>
          <p:spPr>
            <a:xfrm>
              <a:off x="6398260" y="2984499"/>
              <a:ext cx="659130" cy="7620"/>
            </a:xfrm>
            <a:custGeom>
              <a:avLst/>
              <a:gdLst/>
              <a:ahLst/>
              <a:cxnLst/>
              <a:rect l="l" t="t" r="r" b="b"/>
              <a:pathLst>
                <a:path w="659129" h="7619">
                  <a:moveTo>
                    <a:pt x="48260" y="5080"/>
                  </a:moveTo>
                  <a:lnTo>
                    <a:pt x="0" y="5080"/>
                  </a:lnTo>
                  <a:lnTo>
                    <a:pt x="0" y="7620"/>
                  </a:lnTo>
                  <a:lnTo>
                    <a:pt x="48260" y="7620"/>
                  </a:lnTo>
                  <a:lnTo>
                    <a:pt x="48260" y="5080"/>
                  </a:lnTo>
                  <a:close/>
                </a:path>
                <a:path w="659129" h="7619">
                  <a:moveTo>
                    <a:pt x="48260" y="2540"/>
                  </a:moveTo>
                  <a:lnTo>
                    <a:pt x="0" y="2540"/>
                  </a:lnTo>
                  <a:lnTo>
                    <a:pt x="0" y="3810"/>
                  </a:lnTo>
                  <a:lnTo>
                    <a:pt x="48260" y="3810"/>
                  </a:lnTo>
                  <a:lnTo>
                    <a:pt x="48260" y="2540"/>
                  </a:lnTo>
                  <a:close/>
                </a:path>
                <a:path w="659129" h="7619">
                  <a:moveTo>
                    <a:pt x="48260" y="0"/>
                  </a:moveTo>
                  <a:lnTo>
                    <a:pt x="0" y="0"/>
                  </a:lnTo>
                  <a:lnTo>
                    <a:pt x="0" y="1270"/>
                  </a:lnTo>
                  <a:lnTo>
                    <a:pt x="48260" y="1270"/>
                  </a:lnTo>
                  <a:lnTo>
                    <a:pt x="48260" y="0"/>
                  </a:lnTo>
                  <a:close/>
                </a:path>
                <a:path w="659129" h="7619">
                  <a:moveTo>
                    <a:pt x="436880" y="0"/>
                  </a:moveTo>
                  <a:lnTo>
                    <a:pt x="154940" y="0"/>
                  </a:lnTo>
                  <a:lnTo>
                    <a:pt x="154940" y="1270"/>
                  </a:lnTo>
                  <a:lnTo>
                    <a:pt x="154940" y="2540"/>
                  </a:lnTo>
                  <a:lnTo>
                    <a:pt x="156210" y="2540"/>
                  </a:lnTo>
                  <a:lnTo>
                    <a:pt x="156210" y="1270"/>
                  </a:lnTo>
                  <a:lnTo>
                    <a:pt x="436880" y="1270"/>
                  </a:lnTo>
                  <a:lnTo>
                    <a:pt x="436880" y="0"/>
                  </a:lnTo>
                  <a:close/>
                </a:path>
                <a:path w="659129" h="7619">
                  <a:moveTo>
                    <a:pt x="439420" y="1270"/>
                  </a:moveTo>
                  <a:lnTo>
                    <a:pt x="438150" y="1270"/>
                  </a:lnTo>
                  <a:lnTo>
                    <a:pt x="438150" y="2540"/>
                  </a:lnTo>
                  <a:lnTo>
                    <a:pt x="156210" y="2540"/>
                  </a:lnTo>
                  <a:lnTo>
                    <a:pt x="156210" y="3810"/>
                  </a:lnTo>
                  <a:lnTo>
                    <a:pt x="157480" y="3810"/>
                  </a:lnTo>
                  <a:lnTo>
                    <a:pt x="157480" y="5080"/>
                  </a:lnTo>
                  <a:lnTo>
                    <a:pt x="158737" y="5080"/>
                  </a:lnTo>
                  <a:lnTo>
                    <a:pt x="158737" y="3810"/>
                  </a:lnTo>
                  <a:lnTo>
                    <a:pt x="439420" y="3810"/>
                  </a:lnTo>
                  <a:lnTo>
                    <a:pt x="439420" y="2540"/>
                  </a:lnTo>
                  <a:lnTo>
                    <a:pt x="439420" y="1270"/>
                  </a:lnTo>
                  <a:close/>
                </a:path>
                <a:path w="659129" h="7619">
                  <a:moveTo>
                    <a:pt x="443230" y="7620"/>
                  </a:moveTo>
                  <a:lnTo>
                    <a:pt x="443217" y="5080"/>
                  </a:lnTo>
                  <a:lnTo>
                    <a:pt x="441947" y="5080"/>
                  </a:lnTo>
                  <a:lnTo>
                    <a:pt x="441947" y="3810"/>
                  </a:lnTo>
                  <a:lnTo>
                    <a:pt x="440690" y="3810"/>
                  </a:lnTo>
                  <a:lnTo>
                    <a:pt x="440690" y="5080"/>
                  </a:lnTo>
                  <a:lnTo>
                    <a:pt x="160020" y="5080"/>
                  </a:lnTo>
                  <a:lnTo>
                    <a:pt x="160020" y="7620"/>
                  </a:lnTo>
                  <a:lnTo>
                    <a:pt x="443230" y="7620"/>
                  </a:lnTo>
                  <a:close/>
                </a:path>
                <a:path w="659129" h="7619">
                  <a:moveTo>
                    <a:pt x="659117" y="5080"/>
                  </a:moveTo>
                  <a:lnTo>
                    <a:pt x="609600" y="5080"/>
                  </a:lnTo>
                  <a:lnTo>
                    <a:pt x="609600" y="7620"/>
                  </a:lnTo>
                  <a:lnTo>
                    <a:pt x="659117" y="7620"/>
                  </a:lnTo>
                  <a:lnTo>
                    <a:pt x="659117" y="5080"/>
                  </a:lnTo>
                  <a:close/>
                </a:path>
                <a:path w="659129" h="7619">
                  <a:moveTo>
                    <a:pt x="659117" y="2540"/>
                  </a:moveTo>
                  <a:lnTo>
                    <a:pt x="609600" y="2540"/>
                  </a:lnTo>
                  <a:lnTo>
                    <a:pt x="609600" y="3810"/>
                  </a:lnTo>
                  <a:lnTo>
                    <a:pt x="659117" y="3810"/>
                  </a:lnTo>
                  <a:lnTo>
                    <a:pt x="659117" y="2540"/>
                  </a:lnTo>
                  <a:close/>
                </a:path>
                <a:path w="659129" h="7619">
                  <a:moveTo>
                    <a:pt x="659117" y="0"/>
                  </a:moveTo>
                  <a:lnTo>
                    <a:pt x="609600" y="0"/>
                  </a:lnTo>
                  <a:lnTo>
                    <a:pt x="609600" y="1270"/>
                  </a:lnTo>
                  <a:lnTo>
                    <a:pt x="659117" y="1270"/>
                  </a:lnTo>
                  <a:lnTo>
                    <a:pt x="659117" y="0"/>
                  </a:lnTo>
                  <a:close/>
                </a:path>
              </a:pathLst>
            </a:custGeom>
            <a:solidFill>
              <a:srgbClr val="604700"/>
            </a:solidFill>
          </p:spPr>
          <p:txBody>
            <a:bodyPr wrap="square" lIns="0" tIns="0" rIns="0" bIns="0" rtlCol="0"/>
            <a:lstStyle/>
            <a:p/>
          </p:txBody>
        </p:sp>
        <p:sp>
          <p:nvSpPr>
            <p:cNvPr id="1219" name="object 1219"/>
            <p:cNvSpPr/>
            <p:nvPr/>
          </p:nvSpPr>
          <p:spPr>
            <a:xfrm>
              <a:off x="6398260" y="2992119"/>
              <a:ext cx="659130" cy="7620"/>
            </a:xfrm>
            <a:custGeom>
              <a:avLst/>
              <a:gdLst/>
              <a:ahLst/>
              <a:cxnLst/>
              <a:rect l="l" t="t" r="r" b="b"/>
              <a:pathLst>
                <a:path w="659129" h="7619">
                  <a:moveTo>
                    <a:pt x="48260" y="1270"/>
                  </a:moveTo>
                  <a:lnTo>
                    <a:pt x="0" y="1270"/>
                  </a:lnTo>
                  <a:lnTo>
                    <a:pt x="0" y="2540"/>
                  </a:lnTo>
                  <a:lnTo>
                    <a:pt x="48260" y="2540"/>
                  </a:lnTo>
                  <a:lnTo>
                    <a:pt x="48260" y="1270"/>
                  </a:lnTo>
                  <a:close/>
                </a:path>
                <a:path w="659129" h="7619">
                  <a:moveTo>
                    <a:pt x="49530" y="6350"/>
                  </a:moveTo>
                  <a:lnTo>
                    <a:pt x="48260" y="6350"/>
                  </a:lnTo>
                  <a:lnTo>
                    <a:pt x="48260" y="3810"/>
                  </a:lnTo>
                  <a:lnTo>
                    <a:pt x="0" y="3810"/>
                  </a:lnTo>
                  <a:lnTo>
                    <a:pt x="0" y="6350"/>
                  </a:lnTo>
                  <a:lnTo>
                    <a:pt x="0" y="7620"/>
                  </a:lnTo>
                  <a:lnTo>
                    <a:pt x="49530" y="7620"/>
                  </a:lnTo>
                  <a:lnTo>
                    <a:pt x="49530" y="6350"/>
                  </a:lnTo>
                  <a:close/>
                </a:path>
                <a:path w="659129" h="7619">
                  <a:moveTo>
                    <a:pt x="444500" y="0"/>
                  </a:moveTo>
                  <a:lnTo>
                    <a:pt x="443230" y="0"/>
                  </a:lnTo>
                  <a:lnTo>
                    <a:pt x="443230" y="1270"/>
                  </a:lnTo>
                  <a:lnTo>
                    <a:pt x="161290" y="1270"/>
                  </a:lnTo>
                  <a:lnTo>
                    <a:pt x="161290" y="2540"/>
                  </a:lnTo>
                  <a:lnTo>
                    <a:pt x="162560" y="2540"/>
                  </a:lnTo>
                  <a:lnTo>
                    <a:pt x="162560" y="3810"/>
                  </a:lnTo>
                  <a:lnTo>
                    <a:pt x="163830" y="3810"/>
                  </a:lnTo>
                  <a:lnTo>
                    <a:pt x="163830" y="2540"/>
                  </a:lnTo>
                  <a:lnTo>
                    <a:pt x="444500" y="2540"/>
                  </a:lnTo>
                  <a:lnTo>
                    <a:pt x="444500" y="1270"/>
                  </a:lnTo>
                  <a:lnTo>
                    <a:pt x="444500" y="0"/>
                  </a:lnTo>
                  <a:close/>
                </a:path>
                <a:path w="659129" h="7619">
                  <a:moveTo>
                    <a:pt x="449567" y="6350"/>
                  </a:moveTo>
                  <a:lnTo>
                    <a:pt x="448297" y="6350"/>
                  </a:lnTo>
                  <a:lnTo>
                    <a:pt x="448297" y="3810"/>
                  </a:lnTo>
                  <a:lnTo>
                    <a:pt x="447040" y="3810"/>
                  </a:lnTo>
                  <a:lnTo>
                    <a:pt x="447040" y="2540"/>
                  </a:lnTo>
                  <a:lnTo>
                    <a:pt x="445770" y="2540"/>
                  </a:lnTo>
                  <a:lnTo>
                    <a:pt x="445770" y="3810"/>
                  </a:lnTo>
                  <a:lnTo>
                    <a:pt x="165087" y="3810"/>
                  </a:lnTo>
                  <a:lnTo>
                    <a:pt x="165087" y="6350"/>
                  </a:lnTo>
                  <a:lnTo>
                    <a:pt x="166370" y="6350"/>
                  </a:lnTo>
                  <a:lnTo>
                    <a:pt x="166370" y="7620"/>
                  </a:lnTo>
                  <a:lnTo>
                    <a:pt x="449567" y="7620"/>
                  </a:lnTo>
                  <a:lnTo>
                    <a:pt x="449567" y="6350"/>
                  </a:lnTo>
                  <a:close/>
                </a:path>
                <a:path w="659129" h="7619">
                  <a:moveTo>
                    <a:pt x="659117" y="3810"/>
                  </a:moveTo>
                  <a:lnTo>
                    <a:pt x="609600" y="3810"/>
                  </a:lnTo>
                  <a:lnTo>
                    <a:pt x="609600" y="6350"/>
                  </a:lnTo>
                  <a:lnTo>
                    <a:pt x="610870" y="6350"/>
                  </a:lnTo>
                  <a:lnTo>
                    <a:pt x="610870" y="7620"/>
                  </a:lnTo>
                  <a:lnTo>
                    <a:pt x="659117" y="7620"/>
                  </a:lnTo>
                  <a:lnTo>
                    <a:pt x="659117" y="6350"/>
                  </a:lnTo>
                  <a:lnTo>
                    <a:pt x="659117" y="3810"/>
                  </a:lnTo>
                  <a:close/>
                </a:path>
                <a:path w="659129" h="7619">
                  <a:moveTo>
                    <a:pt x="659117" y="1270"/>
                  </a:moveTo>
                  <a:lnTo>
                    <a:pt x="609600" y="1270"/>
                  </a:lnTo>
                  <a:lnTo>
                    <a:pt x="609600" y="2540"/>
                  </a:lnTo>
                  <a:lnTo>
                    <a:pt x="659117" y="2540"/>
                  </a:lnTo>
                  <a:lnTo>
                    <a:pt x="659117" y="1270"/>
                  </a:lnTo>
                  <a:close/>
                </a:path>
              </a:pathLst>
            </a:custGeom>
            <a:solidFill>
              <a:srgbClr val="624900"/>
            </a:solidFill>
          </p:spPr>
          <p:txBody>
            <a:bodyPr wrap="square" lIns="0" tIns="0" rIns="0" bIns="0" rtlCol="0"/>
            <a:lstStyle/>
            <a:p/>
          </p:txBody>
        </p:sp>
        <p:sp>
          <p:nvSpPr>
            <p:cNvPr id="1220" name="object 1220"/>
            <p:cNvSpPr/>
            <p:nvPr/>
          </p:nvSpPr>
          <p:spPr>
            <a:xfrm>
              <a:off x="6398260" y="2999739"/>
              <a:ext cx="659130" cy="6350"/>
            </a:xfrm>
            <a:custGeom>
              <a:avLst/>
              <a:gdLst/>
              <a:ahLst/>
              <a:cxnLst/>
              <a:rect l="l" t="t" r="r" b="b"/>
              <a:pathLst>
                <a:path w="659129" h="6350">
                  <a:moveTo>
                    <a:pt x="49530" y="2540"/>
                  </a:moveTo>
                  <a:lnTo>
                    <a:pt x="0" y="2540"/>
                  </a:lnTo>
                  <a:lnTo>
                    <a:pt x="0" y="6350"/>
                  </a:lnTo>
                  <a:lnTo>
                    <a:pt x="49530" y="6350"/>
                  </a:lnTo>
                  <a:lnTo>
                    <a:pt x="49530" y="2540"/>
                  </a:lnTo>
                  <a:close/>
                </a:path>
                <a:path w="659129" h="6350">
                  <a:moveTo>
                    <a:pt x="49530" y="0"/>
                  </a:moveTo>
                  <a:lnTo>
                    <a:pt x="0" y="0"/>
                  </a:lnTo>
                  <a:lnTo>
                    <a:pt x="0" y="1270"/>
                  </a:lnTo>
                  <a:lnTo>
                    <a:pt x="49530" y="1270"/>
                  </a:lnTo>
                  <a:lnTo>
                    <a:pt x="49530" y="0"/>
                  </a:lnTo>
                  <a:close/>
                </a:path>
                <a:path w="659129" h="6350">
                  <a:moveTo>
                    <a:pt x="449567" y="0"/>
                  </a:moveTo>
                  <a:lnTo>
                    <a:pt x="166370" y="0"/>
                  </a:lnTo>
                  <a:lnTo>
                    <a:pt x="166370" y="1270"/>
                  </a:lnTo>
                  <a:lnTo>
                    <a:pt x="167640" y="1270"/>
                  </a:lnTo>
                  <a:lnTo>
                    <a:pt x="167640" y="2540"/>
                  </a:lnTo>
                  <a:lnTo>
                    <a:pt x="168910" y="2540"/>
                  </a:lnTo>
                  <a:lnTo>
                    <a:pt x="168910" y="1270"/>
                  </a:lnTo>
                  <a:lnTo>
                    <a:pt x="449567" y="1270"/>
                  </a:lnTo>
                  <a:lnTo>
                    <a:pt x="449567" y="0"/>
                  </a:lnTo>
                  <a:close/>
                </a:path>
                <a:path w="659129" h="6350">
                  <a:moveTo>
                    <a:pt x="454647" y="5080"/>
                  </a:moveTo>
                  <a:lnTo>
                    <a:pt x="453390" y="5080"/>
                  </a:lnTo>
                  <a:lnTo>
                    <a:pt x="453390" y="2540"/>
                  </a:lnTo>
                  <a:lnTo>
                    <a:pt x="452120" y="2540"/>
                  </a:lnTo>
                  <a:lnTo>
                    <a:pt x="452120" y="1270"/>
                  </a:lnTo>
                  <a:lnTo>
                    <a:pt x="450850" y="1270"/>
                  </a:lnTo>
                  <a:lnTo>
                    <a:pt x="450850" y="2540"/>
                  </a:lnTo>
                  <a:lnTo>
                    <a:pt x="170180" y="2540"/>
                  </a:lnTo>
                  <a:lnTo>
                    <a:pt x="170180" y="5080"/>
                  </a:lnTo>
                  <a:lnTo>
                    <a:pt x="171437" y="5080"/>
                  </a:lnTo>
                  <a:lnTo>
                    <a:pt x="171437" y="6350"/>
                  </a:lnTo>
                  <a:lnTo>
                    <a:pt x="454647" y="6350"/>
                  </a:lnTo>
                  <a:lnTo>
                    <a:pt x="454647" y="5080"/>
                  </a:lnTo>
                  <a:close/>
                </a:path>
                <a:path w="659129" h="6350">
                  <a:moveTo>
                    <a:pt x="659117" y="2540"/>
                  </a:moveTo>
                  <a:lnTo>
                    <a:pt x="610870" y="2540"/>
                  </a:lnTo>
                  <a:lnTo>
                    <a:pt x="610870" y="6350"/>
                  </a:lnTo>
                  <a:lnTo>
                    <a:pt x="659117" y="6350"/>
                  </a:lnTo>
                  <a:lnTo>
                    <a:pt x="659117" y="2540"/>
                  </a:lnTo>
                  <a:close/>
                </a:path>
                <a:path w="659129" h="6350">
                  <a:moveTo>
                    <a:pt x="659117" y="0"/>
                  </a:moveTo>
                  <a:lnTo>
                    <a:pt x="610870" y="0"/>
                  </a:lnTo>
                  <a:lnTo>
                    <a:pt x="610870" y="1270"/>
                  </a:lnTo>
                  <a:lnTo>
                    <a:pt x="659117" y="1270"/>
                  </a:lnTo>
                  <a:lnTo>
                    <a:pt x="659117" y="0"/>
                  </a:lnTo>
                  <a:close/>
                </a:path>
              </a:pathLst>
            </a:custGeom>
            <a:solidFill>
              <a:srgbClr val="634A00"/>
            </a:solidFill>
          </p:spPr>
          <p:txBody>
            <a:bodyPr wrap="square" lIns="0" tIns="0" rIns="0" bIns="0" rtlCol="0"/>
            <a:lstStyle/>
            <a:p/>
          </p:txBody>
        </p:sp>
        <p:sp>
          <p:nvSpPr>
            <p:cNvPr id="1221" name="object 1221"/>
            <p:cNvSpPr/>
            <p:nvPr/>
          </p:nvSpPr>
          <p:spPr>
            <a:xfrm>
              <a:off x="6398260" y="3006089"/>
              <a:ext cx="659130" cy="7620"/>
            </a:xfrm>
            <a:custGeom>
              <a:avLst/>
              <a:gdLst/>
              <a:ahLst/>
              <a:cxnLst/>
              <a:rect l="l" t="t" r="r" b="b"/>
              <a:pathLst>
                <a:path w="659129" h="7619">
                  <a:moveTo>
                    <a:pt x="49530" y="6350"/>
                  </a:moveTo>
                  <a:lnTo>
                    <a:pt x="0" y="6350"/>
                  </a:lnTo>
                  <a:lnTo>
                    <a:pt x="0" y="7620"/>
                  </a:lnTo>
                  <a:lnTo>
                    <a:pt x="49530" y="7620"/>
                  </a:lnTo>
                  <a:lnTo>
                    <a:pt x="49530" y="6350"/>
                  </a:lnTo>
                  <a:close/>
                </a:path>
                <a:path w="659129" h="7619">
                  <a:moveTo>
                    <a:pt x="49530" y="2540"/>
                  </a:moveTo>
                  <a:lnTo>
                    <a:pt x="0" y="2540"/>
                  </a:lnTo>
                  <a:lnTo>
                    <a:pt x="0" y="5080"/>
                  </a:lnTo>
                  <a:lnTo>
                    <a:pt x="49530" y="5080"/>
                  </a:lnTo>
                  <a:lnTo>
                    <a:pt x="49530" y="2540"/>
                  </a:lnTo>
                  <a:close/>
                </a:path>
                <a:path w="659129" h="7619">
                  <a:moveTo>
                    <a:pt x="49530" y="0"/>
                  </a:moveTo>
                  <a:lnTo>
                    <a:pt x="0" y="0"/>
                  </a:lnTo>
                  <a:lnTo>
                    <a:pt x="0" y="1270"/>
                  </a:lnTo>
                  <a:lnTo>
                    <a:pt x="49530" y="1270"/>
                  </a:lnTo>
                  <a:lnTo>
                    <a:pt x="49530" y="0"/>
                  </a:lnTo>
                  <a:close/>
                </a:path>
                <a:path w="659129" h="7619">
                  <a:moveTo>
                    <a:pt x="455917" y="0"/>
                  </a:moveTo>
                  <a:lnTo>
                    <a:pt x="172720" y="0"/>
                  </a:lnTo>
                  <a:lnTo>
                    <a:pt x="172720" y="1270"/>
                  </a:lnTo>
                  <a:lnTo>
                    <a:pt x="172720" y="2540"/>
                  </a:lnTo>
                  <a:lnTo>
                    <a:pt x="173990" y="2540"/>
                  </a:lnTo>
                  <a:lnTo>
                    <a:pt x="173990" y="1270"/>
                  </a:lnTo>
                  <a:lnTo>
                    <a:pt x="455917" y="1270"/>
                  </a:lnTo>
                  <a:lnTo>
                    <a:pt x="455917" y="0"/>
                  </a:lnTo>
                  <a:close/>
                </a:path>
                <a:path w="659129" h="7619">
                  <a:moveTo>
                    <a:pt x="458470" y="2540"/>
                  </a:moveTo>
                  <a:lnTo>
                    <a:pt x="457200" y="2540"/>
                  </a:lnTo>
                  <a:lnTo>
                    <a:pt x="457200" y="1270"/>
                  </a:lnTo>
                  <a:lnTo>
                    <a:pt x="455917" y="1270"/>
                  </a:lnTo>
                  <a:lnTo>
                    <a:pt x="455917" y="2540"/>
                  </a:lnTo>
                  <a:lnTo>
                    <a:pt x="175260" y="2540"/>
                  </a:lnTo>
                  <a:lnTo>
                    <a:pt x="175260" y="5080"/>
                  </a:lnTo>
                  <a:lnTo>
                    <a:pt x="176530" y="5080"/>
                  </a:lnTo>
                  <a:lnTo>
                    <a:pt x="176530" y="6350"/>
                  </a:lnTo>
                  <a:lnTo>
                    <a:pt x="177787" y="6350"/>
                  </a:lnTo>
                  <a:lnTo>
                    <a:pt x="177787" y="5080"/>
                  </a:lnTo>
                  <a:lnTo>
                    <a:pt x="458470" y="5080"/>
                  </a:lnTo>
                  <a:lnTo>
                    <a:pt x="458470" y="2540"/>
                  </a:lnTo>
                  <a:close/>
                </a:path>
                <a:path w="659129" h="7619">
                  <a:moveTo>
                    <a:pt x="460997" y="5080"/>
                  </a:moveTo>
                  <a:lnTo>
                    <a:pt x="459740" y="5080"/>
                  </a:lnTo>
                  <a:lnTo>
                    <a:pt x="459740" y="6350"/>
                  </a:lnTo>
                  <a:lnTo>
                    <a:pt x="177787" y="6350"/>
                  </a:lnTo>
                  <a:lnTo>
                    <a:pt x="177787" y="7620"/>
                  </a:lnTo>
                  <a:lnTo>
                    <a:pt x="460997" y="7620"/>
                  </a:lnTo>
                  <a:lnTo>
                    <a:pt x="460997" y="6350"/>
                  </a:lnTo>
                  <a:lnTo>
                    <a:pt x="460997" y="5080"/>
                  </a:lnTo>
                  <a:close/>
                </a:path>
                <a:path w="659129" h="7619">
                  <a:moveTo>
                    <a:pt x="659117" y="6350"/>
                  </a:moveTo>
                  <a:lnTo>
                    <a:pt x="610870" y="6350"/>
                  </a:lnTo>
                  <a:lnTo>
                    <a:pt x="610870" y="7620"/>
                  </a:lnTo>
                  <a:lnTo>
                    <a:pt x="659117" y="7620"/>
                  </a:lnTo>
                  <a:lnTo>
                    <a:pt x="659117" y="6350"/>
                  </a:lnTo>
                  <a:close/>
                </a:path>
                <a:path w="659129" h="7619">
                  <a:moveTo>
                    <a:pt x="659117" y="2540"/>
                  </a:moveTo>
                  <a:lnTo>
                    <a:pt x="610870" y="2540"/>
                  </a:lnTo>
                  <a:lnTo>
                    <a:pt x="610870" y="5080"/>
                  </a:lnTo>
                  <a:lnTo>
                    <a:pt x="659117" y="5080"/>
                  </a:lnTo>
                  <a:lnTo>
                    <a:pt x="659117" y="2540"/>
                  </a:lnTo>
                  <a:close/>
                </a:path>
                <a:path w="659129" h="7619">
                  <a:moveTo>
                    <a:pt x="659117" y="0"/>
                  </a:moveTo>
                  <a:lnTo>
                    <a:pt x="610870" y="0"/>
                  </a:lnTo>
                  <a:lnTo>
                    <a:pt x="610870" y="1270"/>
                  </a:lnTo>
                  <a:lnTo>
                    <a:pt x="659117" y="1270"/>
                  </a:lnTo>
                  <a:lnTo>
                    <a:pt x="659117" y="0"/>
                  </a:lnTo>
                  <a:close/>
                </a:path>
              </a:pathLst>
            </a:custGeom>
            <a:solidFill>
              <a:srgbClr val="664B00"/>
            </a:solidFill>
          </p:spPr>
          <p:txBody>
            <a:bodyPr wrap="square" lIns="0" tIns="0" rIns="0" bIns="0" rtlCol="0"/>
            <a:lstStyle/>
            <a:p/>
          </p:txBody>
        </p:sp>
        <p:sp>
          <p:nvSpPr>
            <p:cNvPr id="1222" name="object 1222"/>
            <p:cNvSpPr/>
            <p:nvPr/>
          </p:nvSpPr>
          <p:spPr>
            <a:xfrm>
              <a:off x="6398260" y="3013709"/>
              <a:ext cx="659130" cy="7620"/>
            </a:xfrm>
            <a:custGeom>
              <a:avLst/>
              <a:gdLst/>
              <a:ahLst/>
              <a:cxnLst/>
              <a:rect l="l" t="t" r="r" b="b"/>
              <a:pathLst>
                <a:path w="659129" h="7619">
                  <a:moveTo>
                    <a:pt x="49530" y="5080"/>
                  </a:moveTo>
                  <a:lnTo>
                    <a:pt x="0" y="5080"/>
                  </a:lnTo>
                  <a:lnTo>
                    <a:pt x="0" y="6350"/>
                  </a:lnTo>
                  <a:lnTo>
                    <a:pt x="49530" y="6350"/>
                  </a:lnTo>
                  <a:lnTo>
                    <a:pt x="49530" y="5080"/>
                  </a:lnTo>
                  <a:close/>
                </a:path>
                <a:path w="659129" h="7619">
                  <a:moveTo>
                    <a:pt x="49530" y="1270"/>
                  </a:moveTo>
                  <a:lnTo>
                    <a:pt x="0" y="1270"/>
                  </a:lnTo>
                  <a:lnTo>
                    <a:pt x="0" y="3810"/>
                  </a:lnTo>
                  <a:lnTo>
                    <a:pt x="49530" y="3810"/>
                  </a:lnTo>
                  <a:lnTo>
                    <a:pt x="49530" y="1270"/>
                  </a:lnTo>
                  <a:close/>
                </a:path>
                <a:path w="659129" h="7619">
                  <a:moveTo>
                    <a:pt x="463550" y="0"/>
                  </a:moveTo>
                  <a:lnTo>
                    <a:pt x="462267" y="0"/>
                  </a:lnTo>
                  <a:lnTo>
                    <a:pt x="462267" y="1270"/>
                  </a:lnTo>
                  <a:lnTo>
                    <a:pt x="180340" y="1270"/>
                  </a:lnTo>
                  <a:lnTo>
                    <a:pt x="180340" y="3810"/>
                  </a:lnTo>
                  <a:lnTo>
                    <a:pt x="181610" y="3810"/>
                  </a:lnTo>
                  <a:lnTo>
                    <a:pt x="181610" y="5080"/>
                  </a:lnTo>
                  <a:lnTo>
                    <a:pt x="182880" y="5080"/>
                  </a:lnTo>
                  <a:lnTo>
                    <a:pt x="182880" y="3810"/>
                  </a:lnTo>
                  <a:lnTo>
                    <a:pt x="463550" y="3810"/>
                  </a:lnTo>
                  <a:lnTo>
                    <a:pt x="463550" y="1270"/>
                  </a:lnTo>
                  <a:lnTo>
                    <a:pt x="463550" y="0"/>
                  </a:lnTo>
                  <a:close/>
                </a:path>
                <a:path w="659129" h="7619">
                  <a:moveTo>
                    <a:pt x="466090" y="3810"/>
                  </a:moveTo>
                  <a:lnTo>
                    <a:pt x="464820" y="3810"/>
                  </a:lnTo>
                  <a:lnTo>
                    <a:pt x="464820" y="5080"/>
                  </a:lnTo>
                  <a:lnTo>
                    <a:pt x="182880" y="5080"/>
                  </a:lnTo>
                  <a:lnTo>
                    <a:pt x="182880" y="6350"/>
                  </a:lnTo>
                  <a:lnTo>
                    <a:pt x="466090" y="6350"/>
                  </a:lnTo>
                  <a:lnTo>
                    <a:pt x="466090" y="5080"/>
                  </a:lnTo>
                  <a:lnTo>
                    <a:pt x="466090" y="3810"/>
                  </a:lnTo>
                  <a:close/>
                </a:path>
                <a:path w="659129" h="7619">
                  <a:moveTo>
                    <a:pt x="468617" y="6350"/>
                  </a:moveTo>
                  <a:lnTo>
                    <a:pt x="467347" y="6350"/>
                  </a:lnTo>
                  <a:lnTo>
                    <a:pt x="467347" y="7620"/>
                  </a:lnTo>
                  <a:lnTo>
                    <a:pt x="468617" y="7620"/>
                  </a:lnTo>
                  <a:lnTo>
                    <a:pt x="468617" y="6350"/>
                  </a:lnTo>
                  <a:close/>
                </a:path>
                <a:path w="659129" h="7619">
                  <a:moveTo>
                    <a:pt x="659117" y="5080"/>
                  </a:moveTo>
                  <a:lnTo>
                    <a:pt x="610870" y="5080"/>
                  </a:lnTo>
                  <a:lnTo>
                    <a:pt x="610870" y="6350"/>
                  </a:lnTo>
                  <a:lnTo>
                    <a:pt x="659117" y="6350"/>
                  </a:lnTo>
                  <a:lnTo>
                    <a:pt x="659117" y="5080"/>
                  </a:lnTo>
                  <a:close/>
                </a:path>
                <a:path w="659129" h="7619">
                  <a:moveTo>
                    <a:pt x="659117" y="1270"/>
                  </a:moveTo>
                  <a:lnTo>
                    <a:pt x="610870" y="1270"/>
                  </a:lnTo>
                  <a:lnTo>
                    <a:pt x="610870" y="3810"/>
                  </a:lnTo>
                  <a:lnTo>
                    <a:pt x="659117" y="3810"/>
                  </a:lnTo>
                  <a:lnTo>
                    <a:pt x="659117" y="1270"/>
                  </a:lnTo>
                  <a:close/>
                </a:path>
              </a:pathLst>
            </a:custGeom>
            <a:solidFill>
              <a:srgbClr val="674D00"/>
            </a:solidFill>
          </p:spPr>
          <p:txBody>
            <a:bodyPr wrap="square" lIns="0" tIns="0" rIns="0" bIns="0" rtlCol="0"/>
            <a:lstStyle/>
            <a:p/>
          </p:txBody>
        </p:sp>
        <p:sp>
          <p:nvSpPr>
            <p:cNvPr id="1223" name="object 1223"/>
            <p:cNvSpPr/>
            <p:nvPr/>
          </p:nvSpPr>
          <p:spPr>
            <a:xfrm>
              <a:off x="6399530" y="3021329"/>
              <a:ext cx="657860" cy="6350"/>
            </a:xfrm>
            <a:custGeom>
              <a:avLst/>
              <a:gdLst/>
              <a:ahLst/>
              <a:cxnLst/>
              <a:rect l="l" t="t" r="r" b="b"/>
              <a:pathLst>
                <a:path w="657859" h="6350">
                  <a:moveTo>
                    <a:pt x="48260" y="3810"/>
                  </a:moveTo>
                  <a:lnTo>
                    <a:pt x="0" y="3810"/>
                  </a:lnTo>
                  <a:lnTo>
                    <a:pt x="0" y="5080"/>
                  </a:lnTo>
                  <a:lnTo>
                    <a:pt x="48260" y="5080"/>
                  </a:lnTo>
                  <a:lnTo>
                    <a:pt x="48260" y="3810"/>
                  </a:lnTo>
                  <a:close/>
                </a:path>
                <a:path w="657859" h="6350">
                  <a:moveTo>
                    <a:pt x="48260" y="0"/>
                  </a:moveTo>
                  <a:lnTo>
                    <a:pt x="0" y="0"/>
                  </a:lnTo>
                  <a:lnTo>
                    <a:pt x="0" y="2540"/>
                  </a:lnTo>
                  <a:lnTo>
                    <a:pt x="48260" y="2540"/>
                  </a:lnTo>
                  <a:lnTo>
                    <a:pt x="48260" y="0"/>
                  </a:lnTo>
                  <a:close/>
                </a:path>
                <a:path w="657859" h="6350">
                  <a:moveTo>
                    <a:pt x="468630" y="0"/>
                  </a:moveTo>
                  <a:lnTo>
                    <a:pt x="184150" y="0"/>
                  </a:lnTo>
                  <a:lnTo>
                    <a:pt x="184150" y="2540"/>
                  </a:lnTo>
                  <a:lnTo>
                    <a:pt x="185420" y="2540"/>
                  </a:lnTo>
                  <a:lnTo>
                    <a:pt x="185420" y="3810"/>
                  </a:lnTo>
                  <a:lnTo>
                    <a:pt x="186690" y="3810"/>
                  </a:lnTo>
                  <a:lnTo>
                    <a:pt x="186690" y="2540"/>
                  </a:lnTo>
                  <a:lnTo>
                    <a:pt x="468630" y="2540"/>
                  </a:lnTo>
                  <a:lnTo>
                    <a:pt x="468630" y="0"/>
                  </a:lnTo>
                  <a:close/>
                </a:path>
                <a:path w="657859" h="6350">
                  <a:moveTo>
                    <a:pt x="469900" y="2540"/>
                  </a:moveTo>
                  <a:lnTo>
                    <a:pt x="468630" y="2540"/>
                  </a:lnTo>
                  <a:lnTo>
                    <a:pt x="468630" y="3810"/>
                  </a:lnTo>
                  <a:lnTo>
                    <a:pt x="186690" y="3810"/>
                  </a:lnTo>
                  <a:lnTo>
                    <a:pt x="186690" y="5080"/>
                  </a:lnTo>
                  <a:lnTo>
                    <a:pt x="187960" y="5080"/>
                  </a:lnTo>
                  <a:lnTo>
                    <a:pt x="187960" y="6350"/>
                  </a:lnTo>
                  <a:lnTo>
                    <a:pt x="189217" y="6350"/>
                  </a:lnTo>
                  <a:lnTo>
                    <a:pt x="189217" y="5080"/>
                  </a:lnTo>
                  <a:lnTo>
                    <a:pt x="469900" y="5080"/>
                  </a:lnTo>
                  <a:lnTo>
                    <a:pt x="469900" y="3810"/>
                  </a:lnTo>
                  <a:lnTo>
                    <a:pt x="469900" y="2540"/>
                  </a:lnTo>
                  <a:close/>
                </a:path>
                <a:path w="657859" h="6350">
                  <a:moveTo>
                    <a:pt x="472427" y="5080"/>
                  </a:moveTo>
                  <a:lnTo>
                    <a:pt x="471170" y="5080"/>
                  </a:lnTo>
                  <a:lnTo>
                    <a:pt x="471170" y="6350"/>
                  </a:lnTo>
                  <a:lnTo>
                    <a:pt x="472427" y="6350"/>
                  </a:lnTo>
                  <a:lnTo>
                    <a:pt x="472427" y="5080"/>
                  </a:lnTo>
                  <a:close/>
                </a:path>
                <a:path w="657859" h="6350">
                  <a:moveTo>
                    <a:pt x="657847" y="3810"/>
                  </a:moveTo>
                  <a:lnTo>
                    <a:pt x="609600" y="3810"/>
                  </a:lnTo>
                  <a:lnTo>
                    <a:pt x="609600" y="5080"/>
                  </a:lnTo>
                  <a:lnTo>
                    <a:pt x="657847" y="5080"/>
                  </a:lnTo>
                  <a:lnTo>
                    <a:pt x="657847" y="3810"/>
                  </a:lnTo>
                  <a:close/>
                </a:path>
                <a:path w="657859" h="6350">
                  <a:moveTo>
                    <a:pt x="657847" y="0"/>
                  </a:moveTo>
                  <a:lnTo>
                    <a:pt x="609600" y="0"/>
                  </a:lnTo>
                  <a:lnTo>
                    <a:pt x="609600" y="2540"/>
                  </a:lnTo>
                  <a:lnTo>
                    <a:pt x="657847" y="2540"/>
                  </a:lnTo>
                  <a:lnTo>
                    <a:pt x="657847" y="0"/>
                  </a:lnTo>
                  <a:close/>
                </a:path>
              </a:pathLst>
            </a:custGeom>
            <a:solidFill>
              <a:srgbClr val="694E00"/>
            </a:solidFill>
          </p:spPr>
          <p:txBody>
            <a:bodyPr wrap="square" lIns="0" tIns="0" rIns="0" bIns="0" rtlCol="0"/>
            <a:lstStyle/>
            <a:p/>
          </p:txBody>
        </p:sp>
        <p:sp>
          <p:nvSpPr>
            <p:cNvPr id="1224" name="object 1224"/>
            <p:cNvSpPr/>
            <p:nvPr/>
          </p:nvSpPr>
          <p:spPr>
            <a:xfrm>
              <a:off x="6399530" y="3027679"/>
              <a:ext cx="657860" cy="7620"/>
            </a:xfrm>
            <a:custGeom>
              <a:avLst/>
              <a:gdLst/>
              <a:ahLst/>
              <a:cxnLst/>
              <a:rect l="l" t="t" r="r" b="b"/>
              <a:pathLst>
                <a:path w="657859" h="7619">
                  <a:moveTo>
                    <a:pt x="48260" y="6350"/>
                  </a:moveTo>
                  <a:lnTo>
                    <a:pt x="0" y="6350"/>
                  </a:lnTo>
                  <a:lnTo>
                    <a:pt x="0" y="7620"/>
                  </a:lnTo>
                  <a:lnTo>
                    <a:pt x="48260" y="7620"/>
                  </a:lnTo>
                  <a:lnTo>
                    <a:pt x="48260" y="6350"/>
                  </a:lnTo>
                  <a:close/>
                </a:path>
                <a:path w="657859" h="7619">
                  <a:moveTo>
                    <a:pt x="48260" y="3810"/>
                  </a:moveTo>
                  <a:lnTo>
                    <a:pt x="0" y="3810"/>
                  </a:lnTo>
                  <a:lnTo>
                    <a:pt x="0" y="5080"/>
                  </a:lnTo>
                  <a:lnTo>
                    <a:pt x="48260" y="5080"/>
                  </a:lnTo>
                  <a:lnTo>
                    <a:pt x="48260" y="3810"/>
                  </a:lnTo>
                  <a:close/>
                </a:path>
                <a:path w="657859" h="7619">
                  <a:moveTo>
                    <a:pt x="48260" y="0"/>
                  </a:moveTo>
                  <a:lnTo>
                    <a:pt x="0" y="0"/>
                  </a:lnTo>
                  <a:lnTo>
                    <a:pt x="0" y="2540"/>
                  </a:lnTo>
                  <a:lnTo>
                    <a:pt x="48260" y="2540"/>
                  </a:lnTo>
                  <a:lnTo>
                    <a:pt x="48260" y="0"/>
                  </a:lnTo>
                  <a:close/>
                </a:path>
                <a:path w="657859" h="7619">
                  <a:moveTo>
                    <a:pt x="473697" y="0"/>
                  </a:moveTo>
                  <a:lnTo>
                    <a:pt x="189217" y="0"/>
                  </a:lnTo>
                  <a:lnTo>
                    <a:pt x="189217" y="2540"/>
                  </a:lnTo>
                  <a:lnTo>
                    <a:pt x="190500" y="2540"/>
                  </a:lnTo>
                  <a:lnTo>
                    <a:pt x="190500" y="3810"/>
                  </a:lnTo>
                  <a:lnTo>
                    <a:pt x="191770" y="3810"/>
                  </a:lnTo>
                  <a:lnTo>
                    <a:pt x="191770" y="2540"/>
                  </a:lnTo>
                  <a:lnTo>
                    <a:pt x="473697" y="2540"/>
                  </a:lnTo>
                  <a:lnTo>
                    <a:pt x="473697" y="0"/>
                  </a:lnTo>
                  <a:close/>
                </a:path>
                <a:path w="657859" h="7619">
                  <a:moveTo>
                    <a:pt x="474980" y="3810"/>
                  </a:moveTo>
                  <a:lnTo>
                    <a:pt x="191770" y="3810"/>
                  </a:lnTo>
                  <a:lnTo>
                    <a:pt x="191770" y="5080"/>
                  </a:lnTo>
                  <a:lnTo>
                    <a:pt x="193040" y="5080"/>
                  </a:lnTo>
                  <a:lnTo>
                    <a:pt x="193040" y="6350"/>
                  </a:lnTo>
                  <a:lnTo>
                    <a:pt x="194310" y="6350"/>
                  </a:lnTo>
                  <a:lnTo>
                    <a:pt x="194310" y="5080"/>
                  </a:lnTo>
                  <a:lnTo>
                    <a:pt x="474980" y="5080"/>
                  </a:lnTo>
                  <a:lnTo>
                    <a:pt x="474980" y="3810"/>
                  </a:lnTo>
                  <a:close/>
                </a:path>
                <a:path w="657859" h="7619">
                  <a:moveTo>
                    <a:pt x="478777" y="6350"/>
                  </a:moveTo>
                  <a:lnTo>
                    <a:pt x="477520" y="6350"/>
                  </a:lnTo>
                  <a:lnTo>
                    <a:pt x="477520" y="5080"/>
                  </a:lnTo>
                  <a:lnTo>
                    <a:pt x="476250" y="5080"/>
                  </a:lnTo>
                  <a:lnTo>
                    <a:pt x="476250" y="6350"/>
                  </a:lnTo>
                  <a:lnTo>
                    <a:pt x="195567" y="6350"/>
                  </a:lnTo>
                  <a:lnTo>
                    <a:pt x="195567" y="7620"/>
                  </a:lnTo>
                  <a:lnTo>
                    <a:pt x="478777" y="7620"/>
                  </a:lnTo>
                  <a:lnTo>
                    <a:pt x="478777" y="6350"/>
                  </a:lnTo>
                  <a:close/>
                </a:path>
                <a:path w="657859" h="7619">
                  <a:moveTo>
                    <a:pt x="657847" y="6350"/>
                  </a:moveTo>
                  <a:lnTo>
                    <a:pt x="609600" y="6350"/>
                  </a:lnTo>
                  <a:lnTo>
                    <a:pt x="609600" y="7620"/>
                  </a:lnTo>
                  <a:lnTo>
                    <a:pt x="657847" y="7620"/>
                  </a:lnTo>
                  <a:lnTo>
                    <a:pt x="657847" y="6350"/>
                  </a:lnTo>
                  <a:close/>
                </a:path>
                <a:path w="657859" h="7619">
                  <a:moveTo>
                    <a:pt x="657847" y="3810"/>
                  </a:moveTo>
                  <a:lnTo>
                    <a:pt x="609600" y="3810"/>
                  </a:lnTo>
                  <a:lnTo>
                    <a:pt x="609600" y="5080"/>
                  </a:lnTo>
                  <a:lnTo>
                    <a:pt x="657847" y="5080"/>
                  </a:lnTo>
                  <a:lnTo>
                    <a:pt x="657847" y="3810"/>
                  </a:lnTo>
                  <a:close/>
                </a:path>
                <a:path w="657859" h="7619">
                  <a:moveTo>
                    <a:pt x="657847" y="0"/>
                  </a:moveTo>
                  <a:lnTo>
                    <a:pt x="609600" y="0"/>
                  </a:lnTo>
                  <a:lnTo>
                    <a:pt x="609600" y="2540"/>
                  </a:lnTo>
                  <a:lnTo>
                    <a:pt x="657847" y="2540"/>
                  </a:lnTo>
                  <a:lnTo>
                    <a:pt x="657847" y="0"/>
                  </a:lnTo>
                  <a:close/>
                </a:path>
              </a:pathLst>
            </a:custGeom>
            <a:solidFill>
              <a:srgbClr val="6B5000"/>
            </a:solidFill>
          </p:spPr>
          <p:txBody>
            <a:bodyPr wrap="square" lIns="0" tIns="0" rIns="0" bIns="0" rtlCol="0"/>
            <a:lstStyle/>
            <a:p/>
          </p:txBody>
        </p:sp>
        <p:sp>
          <p:nvSpPr>
            <p:cNvPr id="1225" name="object 1225"/>
            <p:cNvSpPr/>
            <p:nvPr/>
          </p:nvSpPr>
          <p:spPr>
            <a:xfrm>
              <a:off x="6399530" y="3035299"/>
              <a:ext cx="659130" cy="7620"/>
            </a:xfrm>
            <a:custGeom>
              <a:avLst/>
              <a:gdLst/>
              <a:ahLst/>
              <a:cxnLst/>
              <a:rect l="l" t="t" r="r" b="b"/>
              <a:pathLst>
                <a:path w="659129" h="7619">
                  <a:moveTo>
                    <a:pt x="48260" y="5080"/>
                  </a:moveTo>
                  <a:lnTo>
                    <a:pt x="0" y="5080"/>
                  </a:lnTo>
                  <a:lnTo>
                    <a:pt x="0" y="7620"/>
                  </a:lnTo>
                  <a:lnTo>
                    <a:pt x="48260" y="7620"/>
                  </a:lnTo>
                  <a:lnTo>
                    <a:pt x="48260" y="5080"/>
                  </a:lnTo>
                  <a:close/>
                </a:path>
                <a:path w="659129" h="7619">
                  <a:moveTo>
                    <a:pt x="48260" y="2540"/>
                  </a:moveTo>
                  <a:lnTo>
                    <a:pt x="0" y="2540"/>
                  </a:lnTo>
                  <a:lnTo>
                    <a:pt x="0" y="3810"/>
                  </a:lnTo>
                  <a:lnTo>
                    <a:pt x="48260" y="3810"/>
                  </a:lnTo>
                  <a:lnTo>
                    <a:pt x="48260" y="2540"/>
                  </a:lnTo>
                  <a:close/>
                </a:path>
                <a:path w="659129" h="7619">
                  <a:moveTo>
                    <a:pt x="48260" y="0"/>
                  </a:moveTo>
                  <a:lnTo>
                    <a:pt x="0" y="0"/>
                  </a:lnTo>
                  <a:lnTo>
                    <a:pt x="0" y="1270"/>
                  </a:lnTo>
                  <a:lnTo>
                    <a:pt x="48260" y="1270"/>
                  </a:lnTo>
                  <a:lnTo>
                    <a:pt x="48260" y="0"/>
                  </a:lnTo>
                  <a:close/>
                </a:path>
                <a:path w="659129" h="7619">
                  <a:moveTo>
                    <a:pt x="478777" y="0"/>
                  </a:moveTo>
                  <a:lnTo>
                    <a:pt x="195567" y="0"/>
                  </a:lnTo>
                  <a:lnTo>
                    <a:pt x="195567" y="1270"/>
                  </a:lnTo>
                  <a:lnTo>
                    <a:pt x="195567" y="2540"/>
                  </a:lnTo>
                  <a:lnTo>
                    <a:pt x="196850" y="2540"/>
                  </a:lnTo>
                  <a:lnTo>
                    <a:pt x="196850" y="1270"/>
                  </a:lnTo>
                  <a:lnTo>
                    <a:pt x="478777" y="1270"/>
                  </a:lnTo>
                  <a:lnTo>
                    <a:pt x="478777" y="0"/>
                  </a:lnTo>
                  <a:close/>
                </a:path>
                <a:path w="659129" h="7619">
                  <a:moveTo>
                    <a:pt x="481330" y="1270"/>
                  </a:moveTo>
                  <a:lnTo>
                    <a:pt x="480047" y="1270"/>
                  </a:lnTo>
                  <a:lnTo>
                    <a:pt x="480047" y="2540"/>
                  </a:lnTo>
                  <a:lnTo>
                    <a:pt x="196850" y="2540"/>
                  </a:lnTo>
                  <a:lnTo>
                    <a:pt x="196850" y="3810"/>
                  </a:lnTo>
                  <a:lnTo>
                    <a:pt x="198120" y="3810"/>
                  </a:lnTo>
                  <a:lnTo>
                    <a:pt x="198120" y="5080"/>
                  </a:lnTo>
                  <a:lnTo>
                    <a:pt x="199390" y="5080"/>
                  </a:lnTo>
                  <a:lnTo>
                    <a:pt x="199390" y="3810"/>
                  </a:lnTo>
                  <a:lnTo>
                    <a:pt x="481330" y="3810"/>
                  </a:lnTo>
                  <a:lnTo>
                    <a:pt x="481330" y="2540"/>
                  </a:lnTo>
                  <a:lnTo>
                    <a:pt x="481330" y="1270"/>
                  </a:lnTo>
                  <a:close/>
                </a:path>
                <a:path w="659129" h="7619">
                  <a:moveTo>
                    <a:pt x="483870" y="5080"/>
                  </a:moveTo>
                  <a:lnTo>
                    <a:pt x="482600" y="5080"/>
                  </a:lnTo>
                  <a:lnTo>
                    <a:pt x="482600" y="3810"/>
                  </a:lnTo>
                  <a:lnTo>
                    <a:pt x="481330" y="3810"/>
                  </a:lnTo>
                  <a:lnTo>
                    <a:pt x="481330" y="5080"/>
                  </a:lnTo>
                  <a:lnTo>
                    <a:pt x="200660" y="5080"/>
                  </a:lnTo>
                  <a:lnTo>
                    <a:pt x="200660" y="7620"/>
                  </a:lnTo>
                  <a:lnTo>
                    <a:pt x="483870" y="7620"/>
                  </a:lnTo>
                  <a:lnTo>
                    <a:pt x="483870" y="5080"/>
                  </a:lnTo>
                  <a:close/>
                </a:path>
                <a:path w="659129" h="7619">
                  <a:moveTo>
                    <a:pt x="657847" y="2540"/>
                  </a:moveTo>
                  <a:lnTo>
                    <a:pt x="609600" y="2540"/>
                  </a:lnTo>
                  <a:lnTo>
                    <a:pt x="609600" y="3810"/>
                  </a:lnTo>
                  <a:lnTo>
                    <a:pt x="657847" y="3810"/>
                  </a:lnTo>
                  <a:lnTo>
                    <a:pt x="657847" y="2540"/>
                  </a:lnTo>
                  <a:close/>
                </a:path>
                <a:path w="659129" h="7619">
                  <a:moveTo>
                    <a:pt x="657847" y="0"/>
                  </a:moveTo>
                  <a:lnTo>
                    <a:pt x="609600" y="0"/>
                  </a:lnTo>
                  <a:lnTo>
                    <a:pt x="609600" y="1270"/>
                  </a:lnTo>
                  <a:lnTo>
                    <a:pt x="657847" y="1270"/>
                  </a:lnTo>
                  <a:lnTo>
                    <a:pt x="657847" y="0"/>
                  </a:lnTo>
                  <a:close/>
                </a:path>
                <a:path w="659129" h="7619">
                  <a:moveTo>
                    <a:pt x="659130" y="5080"/>
                  </a:moveTo>
                  <a:lnTo>
                    <a:pt x="609600" y="5080"/>
                  </a:lnTo>
                  <a:lnTo>
                    <a:pt x="609600" y="7620"/>
                  </a:lnTo>
                  <a:lnTo>
                    <a:pt x="659130" y="7620"/>
                  </a:lnTo>
                  <a:lnTo>
                    <a:pt x="659130" y="5080"/>
                  </a:lnTo>
                  <a:close/>
                </a:path>
              </a:pathLst>
            </a:custGeom>
            <a:solidFill>
              <a:srgbClr val="6D5100"/>
            </a:solidFill>
          </p:spPr>
          <p:txBody>
            <a:bodyPr wrap="square" lIns="0" tIns="0" rIns="0" bIns="0" rtlCol="0"/>
            <a:lstStyle/>
            <a:p/>
          </p:txBody>
        </p:sp>
        <p:sp>
          <p:nvSpPr>
            <p:cNvPr id="1226" name="object 1226"/>
            <p:cNvSpPr/>
            <p:nvPr/>
          </p:nvSpPr>
          <p:spPr>
            <a:xfrm>
              <a:off x="6399529" y="3042920"/>
              <a:ext cx="659130" cy="7620"/>
            </a:xfrm>
            <a:custGeom>
              <a:avLst/>
              <a:gdLst/>
              <a:ahLst/>
              <a:cxnLst/>
              <a:rect l="l" t="t" r="r" b="b"/>
              <a:pathLst>
                <a:path w="659129" h="7619">
                  <a:moveTo>
                    <a:pt x="48260" y="3809"/>
                  </a:moveTo>
                  <a:lnTo>
                    <a:pt x="0" y="3809"/>
                  </a:lnTo>
                  <a:lnTo>
                    <a:pt x="0" y="6349"/>
                  </a:lnTo>
                  <a:lnTo>
                    <a:pt x="48260" y="6349"/>
                  </a:lnTo>
                  <a:lnTo>
                    <a:pt x="48260" y="3809"/>
                  </a:lnTo>
                  <a:close/>
                </a:path>
                <a:path w="659129" h="7619">
                  <a:moveTo>
                    <a:pt x="48260" y="1269"/>
                  </a:moveTo>
                  <a:lnTo>
                    <a:pt x="0" y="1269"/>
                  </a:lnTo>
                  <a:lnTo>
                    <a:pt x="0" y="2539"/>
                  </a:lnTo>
                  <a:lnTo>
                    <a:pt x="48260" y="2539"/>
                  </a:lnTo>
                  <a:lnTo>
                    <a:pt x="48260" y="1269"/>
                  </a:lnTo>
                  <a:close/>
                </a:path>
                <a:path w="659129" h="7619">
                  <a:moveTo>
                    <a:pt x="491490" y="6349"/>
                  </a:moveTo>
                  <a:lnTo>
                    <a:pt x="490220" y="6349"/>
                  </a:lnTo>
                  <a:lnTo>
                    <a:pt x="490220" y="7619"/>
                  </a:lnTo>
                  <a:lnTo>
                    <a:pt x="491490" y="7619"/>
                  </a:lnTo>
                  <a:lnTo>
                    <a:pt x="491490" y="6349"/>
                  </a:lnTo>
                  <a:close/>
                </a:path>
                <a:path w="659129" h="7619">
                  <a:moveTo>
                    <a:pt x="488950" y="2539"/>
                  </a:moveTo>
                  <a:lnTo>
                    <a:pt x="487679" y="2539"/>
                  </a:lnTo>
                  <a:lnTo>
                    <a:pt x="487679" y="3809"/>
                  </a:lnTo>
                  <a:lnTo>
                    <a:pt x="205740" y="3809"/>
                  </a:lnTo>
                  <a:lnTo>
                    <a:pt x="205740" y="6349"/>
                  </a:lnTo>
                  <a:lnTo>
                    <a:pt x="488950" y="6349"/>
                  </a:lnTo>
                  <a:lnTo>
                    <a:pt x="488950" y="2539"/>
                  </a:lnTo>
                  <a:close/>
                </a:path>
                <a:path w="659129" h="7619">
                  <a:moveTo>
                    <a:pt x="204470" y="2539"/>
                  </a:moveTo>
                  <a:lnTo>
                    <a:pt x="203200" y="2539"/>
                  </a:lnTo>
                  <a:lnTo>
                    <a:pt x="203200" y="3809"/>
                  </a:lnTo>
                  <a:lnTo>
                    <a:pt x="204470" y="3809"/>
                  </a:lnTo>
                  <a:lnTo>
                    <a:pt x="204470" y="2539"/>
                  </a:lnTo>
                  <a:close/>
                </a:path>
                <a:path w="659129" h="7619">
                  <a:moveTo>
                    <a:pt x="486409" y="0"/>
                  </a:moveTo>
                  <a:lnTo>
                    <a:pt x="485140" y="0"/>
                  </a:lnTo>
                  <a:lnTo>
                    <a:pt x="485140" y="1269"/>
                  </a:lnTo>
                  <a:lnTo>
                    <a:pt x="201929" y="1269"/>
                  </a:lnTo>
                  <a:lnTo>
                    <a:pt x="201929" y="2539"/>
                  </a:lnTo>
                  <a:lnTo>
                    <a:pt x="486409" y="2539"/>
                  </a:lnTo>
                  <a:lnTo>
                    <a:pt x="486409" y="0"/>
                  </a:lnTo>
                  <a:close/>
                </a:path>
                <a:path w="659129" h="7619">
                  <a:moveTo>
                    <a:pt x="201929" y="0"/>
                  </a:moveTo>
                  <a:lnTo>
                    <a:pt x="200660" y="0"/>
                  </a:lnTo>
                  <a:lnTo>
                    <a:pt x="200660" y="1269"/>
                  </a:lnTo>
                  <a:lnTo>
                    <a:pt x="201929" y="1269"/>
                  </a:lnTo>
                  <a:lnTo>
                    <a:pt x="201929" y="0"/>
                  </a:lnTo>
                  <a:close/>
                </a:path>
                <a:path w="659129" h="7619">
                  <a:moveTo>
                    <a:pt x="659129" y="3809"/>
                  </a:moveTo>
                  <a:lnTo>
                    <a:pt x="609600" y="3809"/>
                  </a:lnTo>
                  <a:lnTo>
                    <a:pt x="609600" y="6349"/>
                  </a:lnTo>
                  <a:lnTo>
                    <a:pt x="659129" y="6349"/>
                  </a:lnTo>
                  <a:lnTo>
                    <a:pt x="659129" y="3809"/>
                  </a:lnTo>
                  <a:close/>
                </a:path>
                <a:path w="659129" h="7619">
                  <a:moveTo>
                    <a:pt x="659129" y="1269"/>
                  </a:moveTo>
                  <a:lnTo>
                    <a:pt x="609600" y="1269"/>
                  </a:lnTo>
                  <a:lnTo>
                    <a:pt x="609600" y="2539"/>
                  </a:lnTo>
                  <a:lnTo>
                    <a:pt x="659129" y="2539"/>
                  </a:lnTo>
                  <a:lnTo>
                    <a:pt x="659129" y="1269"/>
                  </a:lnTo>
                  <a:close/>
                </a:path>
              </a:pathLst>
            </a:custGeom>
            <a:solidFill>
              <a:srgbClr val="6E5200"/>
            </a:solidFill>
          </p:spPr>
          <p:txBody>
            <a:bodyPr wrap="square" lIns="0" tIns="0" rIns="0" bIns="0" rtlCol="0"/>
            <a:lstStyle/>
            <a:p/>
          </p:txBody>
        </p:sp>
        <p:sp>
          <p:nvSpPr>
            <p:cNvPr id="1227" name="object 1227"/>
            <p:cNvSpPr/>
            <p:nvPr/>
          </p:nvSpPr>
          <p:spPr>
            <a:xfrm>
              <a:off x="6399530" y="3050539"/>
              <a:ext cx="659130" cy="6350"/>
            </a:xfrm>
            <a:custGeom>
              <a:avLst/>
              <a:gdLst/>
              <a:ahLst/>
              <a:cxnLst/>
              <a:rect l="l" t="t" r="r" b="b"/>
              <a:pathLst>
                <a:path w="659129" h="6350">
                  <a:moveTo>
                    <a:pt x="48260" y="2540"/>
                  </a:moveTo>
                  <a:lnTo>
                    <a:pt x="0" y="2540"/>
                  </a:lnTo>
                  <a:lnTo>
                    <a:pt x="0" y="5080"/>
                  </a:lnTo>
                  <a:lnTo>
                    <a:pt x="48260" y="5080"/>
                  </a:lnTo>
                  <a:lnTo>
                    <a:pt x="48260" y="2540"/>
                  </a:lnTo>
                  <a:close/>
                </a:path>
                <a:path w="659129" h="6350">
                  <a:moveTo>
                    <a:pt x="48260" y="0"/>
                  </a:moveTo>
                  <a:lnTo>
                    <a:pt x="0" y="0"/>
                  </a:lnTo>
                  <a:lnTo>
                    <a:pt x="0" y="1270"/>
                  </a:lnTo>
                  <a:lnTo>
                    <a:pt x="48260" y="1270"/>
                  </a:lnTo>
                  <a:lnTo>
                    <a:pt x="48260" y="0"/>
                  </a:lnTo>
                  <a:close/>
                </a:path>
                <a:path w="659129" h="6350">
                  <a:moveTo>
                    <a:pt x="491490" y="0"/>
                  </a:moveTo>
                  <a:lnTo>
                    <a:pt x="207010" y="0"/>
                  </a:lnTo>
                  <a:lnTo>
                    <a:pt x="207010" y="1270"/>
                  </a:lnTo>
                  <a:lnTo>
                    <a:pt x="208267" y="1270"/>
                  </a:lnTo>
                  <a:lnTo>
                    <a:pt x="208267" y="2540"/>
                  </a:lnTo>
                  <a:lnTo>
                    <a:pt x="209550" y="2540"/>
                  </a:lnTo>
                  <a:lnTo>
                    <a:pt x="209550" y="1270"/>
                  </a:lnTo>
                  <a:lnTo>
                    <a:pt x="491490" y="1270"/>
                  </a:lnTo>
                  <a:lnTo>
                    <a:pt x="491490" y="0"/>
                  </a:lnTo>
                  <a:close/>
                </a:path>
                <a:path w="659129" h="6350">
                  <a:moveTo>
                    <a:pt x="495300" y="2540"/>
                  </a:moveTo>
                  <a:lnTo>
                    <a:pt x="494030" y="2540"/>
                  </a:lnTo>
                  <a:lnTo>
                    <a:pt x="494030" y="1270"/>
                  </a:lnTo>
                  <a:lnTo>
                    <a:pt x="492747" y="1270"/>
                  </a:lnTo>
                  <a:lnTo>
                    <a:pt x="492747" y="2540"/>
                  </a:lnTo>
                  <a:lnTo>
                    <a:pt x="210820" y="2540"/>
                  </a:lnTo>
                  <a:lnTo>
                    <a:pt x="210820" y="5080"/>
                  </a:lnTo>
                  <a:lnTo>
                    <a:pt x="212090" y="5080"/>
                  </a:lnTo>
                  <a:lnTo>
                    <a:pt x="212090" y="6350"/>
                  </a:lnTo>
                  <a:lnTo>
                    <a:pt x="213360" y="6350"/>
                  </a:lnTo>
                  <a:lnTo>
                    <a:pt x="213360" y="5080"/>
                  </a:lnTo>
                  <a:lnTo>
                    <a:pt x="495300" y="5080"/>
                  </a:lnTo>
                  <a:lnTo>
                    <a:pt x="495300" y="2540"/>
                  </a:lnTo>
                  <a:close/>
                </a:path>
                <a:path w="659129" h="6350">
                  <a:moveTo>
                    <a:pt x="496570" y="5080"/>
                  </a:moveTo>
                  <a:lnTo>
                    <a:pt x="495300" y="5080"/>
                  </a:lnTo>
                  <a:lnTo>
                    <a:pt x="495300" y="6350"/>
                  </a:lnTo>
                  <a:lnTo>
                    <a:pt x="496570" y="6350"/>
                  </a:lnTo>
                  <a:lnTo>
                    <a:pt x="496570" y="5080"/>
                  </a:lnTo>
                  <a:close/>
                </a:path>
                <a:path w="659129" h="6350">
                  <a:moveTo>
                    <a:pt x="659130" y="2540"/>
                  </a:moveTo>
                  <a:lnTo>
                    <a:pt x="609600" y="2540"/>
                  </a:lnTo>
                  <a:lnTo>
                    <a:pt x="609600" y="5080"/>
                  </a:lnTo>
                  <a:lnTo>
                    <a:pt x="659130" y="5080"/>
                  </a:lnTo>
                  <a:lnTo>
                    <a:pt x="659130" y="2540"/>
                  </a:lnTo>
                  <a:close/>
                </a:path>
                <a:path w="659129" h="6350">
                  <a:moveTo>
                    <a:pt x="659130" y="0"/>
                  </a:moveTo>
                  <a:lnTo>
                    <a:pt x="609600" y="0"/>
                  </a:lnTo>
                  <a:lnTo>
                    <a:pt x="609600" y="1270"/>
                  </a:lnTo>
                  <a:lnTo>
                    <a:pt x="659130" y="1270"/>
                  </a:lnTo>
                  <a:lnTo>
                    <a:pt x="659130" y="0"/>
                  </a:lnTo>
                  <a:close/>
                </a:path>
              </a:pathLst>
            </a:custGeom>
            <a:solidFill>
              <a:srgbClr val="705400"/>
            </a:solidFill>
          </p:spPr>
          <p:txBody>
            <a:bodyPr wrap="square" lIns="0" tIns="0" rIns="0" bIns="0" rtlCol="0"/>
            <a:lstStyle/>
            <a:p/>
          </p:txBody>
        </p:sp>
        <p:sp>
          <p:nvSpPr>
            <p:cNvPr id="1228" name="object 1228"/>
            <p:cNvSpPr/>
            <p:nvPr/>
          </p:nvSpPr>
          <p:spPr>
            <a:xfrm>
              <a:off x="6399530" y="3056889"/>
              <a:ext cx="659130" cy="7620"/>
            </a:xfrm>
            <a:custGeom>
              <a:avLst/>
              <a:gdLst/>
              <a:ahLst/>
              <a:cxnLst/>
              <a:rect l="l" t="t" r="r" b="b"/>
              <a:pathLst>
                <a:path w="659129" h="7619">
                  <a:moveTo>
                    <a:pt x="48260" y="6350"/>
                  </a:moveTo>
                  <a:lnTo>
                    <a:pt x="0" y="6350"/>
                  </a:lnTo>
                  <a:lnTo>
                    <a:pt x="0" y="7620"/>
                  </a:lnTo>
                  <a:lnTo>
                    <a:pt x="48260" y="7620"/>
                  </a:lnTo>
                  <a:lnTo>
                    <a:pt x="48260" y="6350"/>
                  </a:lnTo>
                  <a:close/>
                </a:path>
                <a:path w="659129" h="7619">
                  <a:moveTo>
                    <a:pt x="48260" y="2540"/>
                  </a:moveTo>
                  <a:lnTo>
                    <a:pt x="0" y="2540"/>
                  </a:lnTo>
                  <a:lnTo>
                    <a:pt x="0" y="5080"/>
                  </a:lnTo>
                  <a:lnTo>
                    <a:pt x="48260" y="5080"/>
                  </a:lnTo>
                  <a:lnTo>
                    <a:pt x="48260" y="2540"/>
                  </a:lnTo>
                  <a:close/>
                </a:path>
                <a:path w="659129" h="7619">
                  <a:moveTo>
                    <a:pt x="48260" y="0"/>
                  </a:moveTo>
                  <a:lnTo>
                    <a:pt x="0" y="0"/>
                  </a:lnTo>
                  <a:lnTo>
                    <a:pt x="0" y="1270"/>
                  </a:lnTo>
                  <a:lnTo>
                    <a:pt x="48260" y="1270"/>
                  </a:lnTo>
                  <a:lnTo>
                    <a:pt x="48260" y="0"/>
                  </a:lnTo>
                  <a:close/>
                </a:path>
                <a:path w="659129" h="7619">
                  <a:moveTo>
                    <a:pt x="496570" y="0"/>
                  </a:moveTo>
                  <a:lnTo>
                    <a:pt x="213360" y="0"/>
                  </a:lnTo>
                  <a:lnTo>
                    <a:pt x="213360" y="1270"/>
                  </a:lnTo>
                  <a:lnTo>
                    <a:pt x="213360" y="2540"/>
                  </a:lnTo>
                  <a:lnTo>
                    <a:pt x="214617" y="2540"/>
                  </a:lnTo>
                  <a:lnTo>
                    <a:pt x="214617" y="1270"/>
                  </a:lnTo>
                  <a:lnTo>
                    <a:pt x="496570" y="1270"/>
                  </a:lnTo>
                  <a:lnTo>
                    <a:pt x="496570" y="0"/>
                  </a:lnTo>
                  <a:close/>
                </a:path>
                <a:path w="659129" h="7619">
                  <a:moveTo>
                    <a:pt x="500380" y="2540"/>
                  </a:moveTo>
                  <a:lnTo>
                    <a:pt x="499097" y="2540"/>
                  </a:lnTo>
                  <a:lnTo>
                    <a:pt x="499097" y="1270"/>
                  </a:lnTo>
                  <a:lnTo>
                    <a:pt x="497840" y="1270"/>
                  </a:lnTo>
                  <a:lnTo>
                    <a:pt x="497840" y="2540"/>
                  </a:lnTo>
                  <a:lnTo>
                    <a:pt x="215900" y="2540"/>
                  </a:lnTo>
                  <a:lnTo>
                    <a:pt x="215900" y="5080"/>
                  </a:lnTo>
                  <a:lnTo>
                    <a:pt x="217170" y="5080"/>
                  </a:lnTo>
                  <a:lnTo>
                    <a:pt x="217170" y="6350"/>
                  </a:lnTo>
                  <a:lnTo>
                    <a:pt x="218440" y="6350"/>
                  </a:lnTo>
                  <a:lnTo>
                    <a:pt x="218440" y="5080"/>
                  </a:lnTo>
                  <a:lnTo>
                    <a:pt x="500380" y="5080"/>
                  </a:lnTo>
                  <a:lnTo>
                    <a:pt x="500380" y="2540"/>
                  </a:lnTo>
                  <a:close/>
                </a:path>
                <a:path w="659129" h="7619">
                  <a:moveTo>
                    <a:pt x="501650" y="6350"/>
                  </a:moveTo>
                  <a:lnTo>
                    <a:pt x="218440" y="6350"/>
                  </a:lnTo>
                  <a:lnTo>
                    <a:pt x="218440" y="7620"/>
                  </a:lnTo>
                  <a:lnTo>
                    <a:pt x="501650" y="7620"/>
                  </a:lnTo>
                  <a:lnTo>
                    <a:pt x="501650" y="6350"/>
                  </a:lnTo>
                  <a:close/>
                </a:path>
                <a:path w="659129" h="7619">
                  <a:moveTo>
                    <a:pt x="659130" y="6350"/>
                  </a:moveTo>
                  <a:lnTo>
                    <a:pt x="609600" y="6350"/>
                  </a:lnTo>
                  <a:lnTo>
                    <a:pt x="609600" y="7620"/>
                  </a:lnTo>
                  <a:lnTo>
                    <a:pt x="659130" y="7620"/>
                  </a:lnTo>
                  <a:lnTo>
                    <a:pt x="659130" y="6350"/>
                  </a:lnTo>
                  <a:close/>
                </a:path>
                <a:path w="659129" h="7619">
                  <a:moveTo>
                    <a:pt x="659130" y="2540"/>
                  </a:moveTo>
                  <a:lnTo>
                    <a:pt x="609600" y="2540"/>
                  </a:lnTo>
                  <a:lnTo>
                    <a:pt x="609600" y="5080"/>
                  </a:lnTo>
                  <a:lnTo>
                    <a:pt x="659130" y="5080"/>
                  </a:lnTo>
                  <a:lnTo>
                    <a:pt x="659130" y="2540"/>
                  </a:lnTo>
                  <a:close/>
                </a:path>
                <a:path w="659129" h="7619">
                  <a:moveTo>
                    <a:pt x="659130" y="0"/>
                  </a:moveTo>
                  <a:lnTo>
                    <a:pt x="609600" y="0"/>
                  </a:lnTo>
                  <a:lnTo>
                    <a:pt x="609600" y="1270"/>
                  </a:lnTo>
                  <a:lnTo>
                    <a:pt x="659130" y="1270"/>
                  </a:lnTo>
                  <a:lnTo>
                    <a:pt x="659130" y="0"/>
                  </a:lnTo>
                  <a:close/>
                </a:path>
              </a:pathLst>
            </a:custGeom>
            <a:solidFill>
              <a:srgbClr val="725500"/>
            </a:solidFill>
          </p:spPr>
          <p:txBody>
            <a:bodyPr wrap="square" lIns="0" tIns="0" rIns="0" bIns="0" rtlCol="0"/>
            <a:lstStyle/>
            <a:p/>
          </p:txBody>
        </p:sp>
        <p:sp>
          <p:nvSpPr>
            <p:cNvPr id="1229" name="object 1229"/>
            <p:cNvSpPr/>
            <p:nvPr/>
          </p:nvSpPr>
          <p:spPr>
            <a:xfrm>
              <a:off x="6399530" y="3064509"/>
              <a:ext cx="659130" cy="7620"/>
            </a:xfrm>
            <a:custGeom>
              <a:avLst/>
              <a:gdLst/>
              <a:ahLst/>
              <a:cxnLst/>
              <a:rect l="l" t="t" r="r" b="b"/>
              <a:pathLst>
                <a:path w="659129" h="7619">
                  <a:moveTo>
                    <a:pt x="48260" y="5080"/>
                  </a:moveTo>
                  <a:lnTo>
                    <a:pt x="0" y="5080"/>
                  </a:lnTo>
                  <a:lnTo>
                    <a:pt x="0" y="7620"/>
                  </a:lnTo>
                  <a:lnTo>
                    <a:pt x="48260" y="7620"/>
                  </a:lnTo>
                  <a:lnTo>
                    <a:pt x="48260" y="5080"/>
                  </a:lnTo>
                  <a:close/>
                </a:path>
                <a:path w="659129" h="7619">
                  <a:moveTo>
                    <a:pt x="48260" y="1270"/>
                  </a:moveTo>
                  <a:lnTo>
                    <a:pt x="0" y="1270"/>
                  </a:lnTo>
                  <a:lnTo>
                    <a:pt x="0" y="3810"/>
                  </a:lnTo>
                  <a:lnTo>
                    <a:pt x="48260" y="3810"/>
                  </a:lnTo>
                  <a:lnTo>
                    <a:pt x="48260" y="1270"/>
                  </a:lnTo>
                  <a:close/>
                </a:path>
                <a:path w="659129" h="7619">
                  <a:moveTo>
                    <a:pt x="219710" y="0"/>
                  </a:moveTo>
                  <a:lnTo>
                    <a:pt x="218440" y="0"/>
                  </a:lnTo>
                  <a:lnTo>
                    <a:pt x="218440" y="1270"/>
                  </a:lnTo>
                  <a:lnTo>
                    <a:pt x="219710" y="1270"/>
                  </a:lnTo>
                  <a:lnTo>
                    <a:pt x="219710" y="0"/>
                  </a:lnTo>
                  <a:close/>
                </a:path>
                <a:path w="659129" h="7619">
                  <a:moveTo>
                    <a:pt x="505447" y="1270"/>
                  </a:moveTo>
                  <a:lnTo>
                    <a:pt x="504190" y="1270"/>
                  </a:lnTo>
                  <a:lnTo>
                    <a:pt x="504190" y="0"/>
                  </a:lnTo>
                  <a:lnTo>
                    <a:pt x="502920" y="0"/>
                  </a:lnTo>
                  <a:lnTo>
                    <a:pt x="502920" y="1270"/>
                  </a:lnTo>
                  <a:lnTo>
                    <a:pt x="220967" y="1270"/>
                  </a:lnTo>
                  <a:lnTo>
                    <a:pt x="220967" y="3810"/>
                  </a:lnTo>
                  <a:lnTo>
                    <a:pt x="222250" y="3810"/>
                  </a:lnTo>
                  <a:lnTo>
                    <a:pt x="222250" y="5080"/>
                  </a:lnTo>
                  <a:lnTo>
                    <a:pt x="223520" y="5080"/>
                  </a:lnTo>
                  <a:lnTo>
                    <a:pt x="223520" y="3810"/>
                  </a:lnTo>
                  <a:lnTo>
                    <a:pt x="505447" y="3810"/>
                  </a:lnTo>
                  <a:lnTo>
                    <a:pt x="505447" y="1270"/>
                  </a:lnTo>
                  <a:close/>
                </a:path>
                <a:path w="659129" h="7619">
                  <a:moveTo>
                    <a:pt x="509270" y="6350"/>
                  </a:moveTo>
                  <a:lnTo>
                    <a:pt x="508000" y="6350"/>
                  </a:lnTo>
                  <a:lnTo>
                    <a:pt x="508000" y="5080"/>
                  </a:lnTo>
                  <a:lnTo>
                    <a:pt x="508000" y="3810"/>
                  </a:lnTo>
                  <a:lnTo>
                    <a:pt x="506730" y="3810"/>
                  </a:lnTo>
                  <a:lnTo>
                    <a:pt x="506730" y="5080"/>
                  </a:lnTo>
                  <a:lnTo>
                    <a:pt x="223520" y="5080"/>
                  </a:lnTo>
                  <a:lnTo>
                    <a:pt x="223520" y="6350"/>
                  </a:lnTo>
                  <a:lnTo>
                    <a:pt x="224790" y="6350"/>
                  </a:lnTo>
                  <a:lnTo>
                    <a:pt x="224790" y="7620"/>
                  </a:lnTo>
                  <a:lnTo>
                    <a:pt x="509270" y="7620"/>
                  </a:lnTo>
                  <a:lnTo>
                    <a:pt x="509270" y="6350"/>
                  </a:lnTo>
                  <a:close/>
                </a:path>
                <a:path w="659129" h="7619">
                  <a:moveTo>
                    <a:pt x="659130" y="5080"/>
                  </a:moveTo>
                  <a:lnTo>
                    <a:pt x="609600" y="5080"/>
                  </a:lnTo>
                  <a:lnTo>
                    <a:pt x="609600" y="7620"/>
                  </a:lnTo>
                  <a:lnTo>
                    <a:pt x="659130" y="7620"/>
                  </a:lnTo>
                  <a:lnTo>
                    <a:pt x="659130" y="5080"/>
                  </a:lnTo>
                  <a:close/>
                </a:path>
                <a:path w="659129" h="7619">
                  <a:moveTo>
                    <a:pt x="659130" y="1270"/>
                  </a:moveTo>
                  <a:lnTo>
                    <a:pt x="609600" y="1270"/>
                  </a:lnTo>
                  <a:lnTo>
                    <a:pt x="609600" y="3810"/>
                  </a:lnTo>
                  <a:lnTo>
                    <a:pt x="659130" y="3810"/>
                  </a:lnTo>
                  <a:lnTo>
                    <a:pt x="659130" y="1270"/>
                  </a:lnTo>
                  <a:close/>
                </a:path>
              </a:pathLst>
            </a:custGeom>
            <a:solidFill>
              <a:srgbClr val="745600"/>
            </a:solidFill>
          </p:spPr>
          <p:txBody>
            <a:bodyPr wrap="square" lIns="0" tIns="0" rIns="0" bIns="0" rtlCol="0"/>
            <a:lstStyle/>
            <a:p/>
          </p:txBody>
        </p:sp>
        <p:sp>
          <p:nvSpPr>
            <p:cNvPr id="1230" name="object 1230"/>
            <p:cNvSpPr/>
            <p:nvPr/>
          </p:nvSpPr>
          <p:spPr>
            <a:xfrm>
              <a:off x="6399530" y="3072129"/>
              <a:ext cx="659130" cy="6350"/>
            </a:xfrm>
            <a:custGeom>
              <a:avLst/>
              <a:gdLst/>
              <a:ahLst/>
              <a:cxnLst/>
              <a:rect l="l" t="t" r="r" b="b"/>
              <a:pathLst>
                <a:path w="659129" h="6350">
                  <a:moveTo>
                    <a:pt x="48260" y="3810"/>
                  </a:moveTo>
                  <a:lnTo>
                    <a:pt x="0" y="3810"/>
                  </a:lnTo>
                  <a:lnTo>
                    <a:pt x="0" y="6350"/>
                  </a:lnTo>
                  <a:lnTo>
                    <a:pt x="48260" y="6350"/>
                  </a:lnTo>
                  <a:lnTo>
                    <a:pt x="48260" y="3810"/>
                  </a:lnTo>
                  <a:close/>
                </a:path>
                <a:path w="659129" h="6350">
                  <a:moveTo>
                    <a:pt x="48260" y="0"/>
                  </a:moveTo>
                  <a:lnTo>
                    <a:pt x="0" y="0"/>
                  </a:lnTo>
                  <a:lnTo>
                    <a:pt x="0" y="2540"/>
                  </a:lnTo>
                  <a:lnTo>
                    <a:pt x="48260" y="2540"/>
                  </a:lnTo>
                  <a:lnTo>
                    <a:pt x="48260" y="0"/>
                  </a:lnTo>
                  <a:close/>
                </a:path>
                <a:path w="659129" h="6350">
                  <a:moveTo>
                    <a:pt x="510540" y="0"/>
                  </a:moveTo>
                  <a:lnTo>
                    <a:pt x="226060" y="0"/>
                  </a:lnTo>
                  <a:lnTo>
                    <a:pt x="226060" y="2540"/>
                  </a:lnTo>
                  <a:lnTo>
                    <a:pt x="227317" y="2540"/>
                  </a:lnTo>
                  <a:lnTo>
                    <a:pt x="227317" y="3810"/>
                  </a:lnTo>
                  <a:lnTo>
                    <a:pt x="228600" y="3810"/>
                  </a:lnTo>
                  <a:lnTo>
                    <a:pt x="228600" y="2540"/>
                  </a:lnTo>
                  <a:lnTo>
                    <a:pt x="510540" y="2540"/>
                  </a:lnTo>
                  <a:lnTo>
                    <a:pt x="510540" y="0"/>
                  </a:lnTo>
                  <a:close/>
                </a:path>
                <a:path w="659129" h="6350">
                  <a:moveTo>
                    <a:pt x="514350" y="5080"/>
                  </a:moveTo>
                  <a:lnTo>
                    <a:pt x="513080" y="5080"/>
                  </a:lnTo>
                  <a:lnTo>
                    <a:pt x="513080" y="3810"/>
                  </a:lnTo>
                  <a:lnTo>
                    <a:pt x="513080" y="2540"/>
                  </a:lnTo>
                  <a:lnTo>
                    <a:pt x="511797" y="2540"/>
                  </a:lnTo>
                  <a:lnTo>
                    <a:pt x="511797" y="3810"/>
                  </a:lnTo>
                  <a:lnTo>
                    <a:pt x="228600" y="3810"/>
                  </a:lnTo>
                  <a:lnTo>
                    <a:pt x="228600" y="5080"/>
                  </a:lnTo>
                  <a:lnTo>
                    <a:pt x="229870" y="5080"/>
                  </a:lnTo>
                  <a:lnTo>
                    <a:pt x="229870" y="6350"/>
                  </a:lnTo>
                  <a:lnTo>
                    <a:pt x="514350" y="6350"/>
                  </a:lnTo>
                  <a:lnTo>
                    <a:pt x="514350" y="5080"/>
                  </a:lnTo>
                  <a:close/>
                </a:path>
                <a:path w="659129" h="6350">
                  <a:moveTo>
                    <a:pt x="659130" y="3810"/>
                  </a:moveTo>
                  <a:lnTo>
                    <a:pt x="609600" y="3810"/>
                  </a:lnTo>
                  <a:lnTo>
                    <a:pt x="609600" y="5080"/>
                  </a:lnTo>
                  <a:lnTo>
                    <a:pt x="610870" y="5080"/>
                  </a:lnTo>
                  <a:lnTo>
                    <a:pt x="610870" y="6350"/>
                  </a:lnTo>
                  <a:lnTo>
                    <a:pt x="659130" y="6350"/>
                  </a:lnTo>
                  <a:lnTo>
                    <a:pt x="659130" y="5080"/>
                  </a:lnTo>
                  <a:lnTo>
                    <a:pt x="659130" y="3810"/>
                  </a:lnTo>
                  <a:close/>
                </a:path>
                <a:path w="659129" h="6350">
                  <a:moveTo>
                    <a:pt x="659130" y="0"/>
                  </a:moveTo>
                  <a:lnTo>
                    <a:pt x="609600" y="0"/>
                  </a:lnTo>
                  <a:lnTo>
                    <a:pt x="609600" y="2540"/>
                  </a:lnTo>
                  <a:lnTo>
                    <a:pt x="659130" y="2540"/>
                  </a:lnTo>
                  <a:lnTo>
                    <a:pt x="659130" y="0"/>
                  </a:lnTo>
                  <a:close/>
                </a:path>
              </a:pathLst>
            </a:custGeom>
            <a:solidFill>
              <a:srgbClr val="765800"/>
            </a:solidFill>
          </p:spPr>
          <p:txBody>
            <a:bodyPr wrap="square" lIns="0" tIns="0" rIns="0" bIns="0" rtlCol="0"/>
            <a:lstStyle/>
            <a:p/>
          </p:txBody>
        </p:sp>
        <p:sp>
          <p:nvSpPr>
            <p:cNvPr id="1231" name="object 1231"/>
            <p:cNvSpPr/>
            <p:nvPr/>
          </p:nvSpPr>
          <p:spPr>
            <a:xfrm>
              <a:off x="6399530" y="3078479"/>
              <a:ext cx="659130" cy="7620"/>
            </a:xfrm>
            <a:custGeom>
              <a:avLst/>
              <a:gdLst/>
              <a:ahLst/>
              <a:cxnLst/>
              <a:rect l="l" t="t" r="r" b="b"/>
              <a:pathLst>
                <a:path w="659129" h="7619">
                  <a:moveTo>
                    <a:pt x="48260" y="6350"/>
                  </a:moveTo>
                  <a:lnTo>
                    <a:pt x="0" y="6350"/>
                  </a:lnTo>
                  <a:lnTo>
                    <a:pt x="0" y="7620"/>
                  </a:lnTo>
                  <a:lnTo>
                    <a:pt x="48260" y="7620"/>
                  </a:lnTo>
                  <a:lnTo>
                    <a:pt x="48260" y="6350"/>
                  </a:lnTo>
                  <a:close/>
                </a:path>
                <a:path w="659129" h="7619">
                  <a:moveTo>
                    <a:pt x="48260" y="3810"/>
                  </a:moveTo>
                  <a:lnTo>
                    <a:pt x="0" y="3810"/>
                  </a:lnTo>
                  <a:lnTo>
                    <a:pt x="0" y="5080"/>
                  </a:lnTo>
                  <a:lnTo>
                    <a:pt x="48260" y="5080"/>
                  </a:lnTo>
                  <a:lnTo>
                    <a:pt x="48260" y="3810"/>
                  </a:lnTo>
                  <a:close/>
                </a:path>
                <a:path w="659129" h="7619">
                  <a:moveTo>
                    <a:pt x="48260" y="0"/>
                  </a:moveTo>
                  <a:lnTo>
                    <a:pt x="0" y="0"/>
                  </a:lnTo>
                  <a:lnTo>
                    <a:pt x="0" y="2540"/>
                  </a:lnTo>
                  <a:lnTo>
                    <a:pt x="48260" y="2540"/>
                  </a:lnTo>
                  <a:lnTo>
                    <a:pt x="48260" y="0"/>
                  </a:lnTo>
                  <a:close/>
                </a:path>
                <a:path w="659129" h="7619">
                  <a:moveTo>
                    <a:pt x="515620" y="0"/>
                  </a:moveTo>
                  <a:lnTo>
                    <a:pt x="231140" y="0"/>
                  </a:lnTo>
                  <a:lnTo>
                    <a:pt x="231140" y="2540"/>
                  </a:lnTo>
                  <a:lnTo>
                    <a:pt x="232410" y="2540"/>
                  </a:lnTo>
                  <a:lnTo>
                    <a:pt x="232410" y="3810"/>
                  </a:lnTo>
                  <a:lnTo>
                    <a:pt x="233667" y="3810"/>
                  </a:lnTo>
                  <a:lnTo>
                    <a:pt x="233667" y="2540"/>
                  </a:lnTo>
                  <a:lnTo>
                    <a:pt x="515620" y="2540"/>
                  </a:lnTo>
                  <a:lnTo>
                    <a:pt x="515620" y="0"/>
                  </a:lnTo>
                  <a:close/>
                </a:path>
                <a:path w="659129" h="7619">
                  <a:moveTo>
                    <a:pt x="518147" y="2540"/>
                  </a:moveTo>
                  <a:lnTo>
                    <a:pt x="516890" y="2540"/>
                  </a:lnTo>
                  <a:lnTo>
                    <a:pt x="516890" y="3810"/>
                  </a:lnTo>
                  <a:lnTo>
                    <a:pt x="233667" y="3810"/>
                  </a:lnTo>
                  <a:lnTo>
                    <a:pt x="233667" y="5080"/>
                  </a:lnTo>
                  <a:lnTo>
                    <a:pt x="234950" y="5080"/>
                  </a:lnTo>
                  <a:lnTo>
                    <a:pt x="234950" y="6350"/>
                  </a:lnTo>
                  <a:lnTo>
                    <a:pt x="236220" y="6350"/>
                  </a:lnTo>
                  <a:lnTo>
                    <a:pt x="236220" y="5080"/>
                  </a:lnTo>
                  <a:lnTo>
                    <a:pt x="518147" y="5080"/>
                  </a:lnTo>
                  <a:lnTo>
                    <a:pt x="518147" y="3810"/>
                  </a:lnTo>
                  <a:lnTo>
                    <a:pt x="518147" y="2540"/>
                  </a:lnTo>
                  <a:close/>
                </a:path>
                <a:path w="659129" h="7619">
                  <a:moveTo>
                    <a:pt x="521970" y="6350"/>
                  </a:moveTo>
                  <a:lnTo>
                    <a:pt x="520700" y="6350"/>
                  </a:lnTo>
                  <a:lnTo>
                    <a:pt x="520700" y="5080"/>
                  </a:lnTo>
                  <a:lnTo>
                    <a:pt x="519430" y="5080"/>
                  </a:lnTo>
                  <a:lnTo>
                    <a:pt x="519430" y="6350"/>
                  </a:lnTo>
                  <a:lnTo>
                    <a:pt x="236220" y="6350"/>
                  </a:lnTo>
                  <a:lnTo>
                    <a:pt x="236220" y="7620"/>
                  </a:lnTo>
                  <a:lnTo>
                    <a:pt x="521970" y="7620"/>
                  </a:lnTo>
                  <a:lnTo>
                    <a:pt x="521970" y="6350"/>
                  </a:lnTo>
                  <a:close/>
                </a:path>
                <a:path w="659129" h="7619">
                  <a:moveTo>
                    <a:pt x="659130" y="6350"/>
                  </a:moveTo>
                  <a:lnTo>
                    <a:pt x="610870" y="6350"/>
                  </a:lnTo>
                  <a:lnTo>
                    <a:pt x="610870" y="7620"/>
                  </a:lnTo>
                  <a:lnTo>
                    <a:pt x="659130" y="7620"/>
                  </a:lnTo>
                  <a:lnTo>
                    <a:pt x="659130" y="6350"/>
                  </a:lnTo>
                  <a:close/>
                </a:path>
                <a:path w="659129" h="7619">
                  <a:moveTo>
                    <a:pt x="659130" y="3810"/>
                  </a:moveTo>
                  <a:lnTo>
                    <a:pt x="610870" y="3810"/>
                  </a:lnTo>
                  <a:lnTo>
                    <a:pt x="610870" y="5080"/>
                  </a:lnTo>
                  <a:lnTo>
                    <a:pt x="659130" y="5080"/>
                  </a:lnTo>
                  <a:lnTo>
                    <a:pt x="659130" y="3810"/>
                  </a:lnTo>
                  <a:close/>
                </a:path>
                <a:path w="659129" h="7619">
                  <a:moveTo>
                    <a:pt x="659130" y="0"/>
                  </a:moveTo>
                  <a:lnTo>
                    <a:pt x="610870" y="0"/>
                  </a:lnTo>
                  <a:lnTo>
                    <a:pt x="610870" y="2540"/>
                  </a:lnTo>
                  <a:lnTo>
                    <a:pt x="659130" y="2540"/>
                  </a:lnTo>
                  <a:lnTo>
                    <a:pt x="659130" y="0"/>
                  </a:lnTo>
                  <a:close/>
                </a:path>
              </a:pathLst>
            </a:custGeom>
            <a:solidFill>
              <a:srgbClr val="785900"/>
            </a:solidFill>
          </p:spPr>
          <p:txBody>
            <a:bodyPr wrap="square" lIns="0" tIns="0" rIns="0" bIns="0" rtlCol="0"/>
            <a:lstStyle/>
            <a:p/>
          </p:txBody>
        </p:sp>
        <p:sp>
          <p:nvSpPr>
            <p:cNvPr id="1232" name="object 1232"/>
            <p:cNvSpPr/>
            <p:nvPr/>
          </p:nvSpPr>
          <p:spPr>
            <a:xfrm>
              <a:off x="6399530" y="3086099"/>
              <a:ext cx="659130" cy="7620"/>
            </a:xfrm>
            <a:custGeom>
              <a:avLst/>
              <a:gdLst/>
              <a:ahLst/>
              <a:cxnLst/>
              <a:rect l="l" t="t" r="r" b="b"/>
              <a:pathLst>
                <a:path w="659129" h="7619">
                  <a:moveTo>
                    <a:pt x="48260" y="5080"/>
                  </a:moveTo>
                  <a:lnTo>
                    <a:pt x="0" y="5080"/>
                  </a:lnTo>
                  <a:lnTo>
                    <a:pt x="0" y="7620"/>
                  </a:lnTo>
                  <a:lnTo>
                    <a:pt x="48260" y="7620"/>
                  </a:lnTo>
                  <a:lnTo>
                    <a:pt x="48260" y="5080"/>
                  </a:lnTo>
                  <a:close/>
                </a:path>
                <a:path w="659129" h="7619">
                  <a:moveTo>
                    <a:pt x="48260" y="2540"/>
                  </a:moveTo>
                  <a:lnTo>
                    <a:pt x="0" y="2540"/>
                  </a:lnTo>
                  <a:lnTo>
                    <a:pt x="0" y="3810"/>
                  </a:lnTo>
                  <a:lnTo>
                    <a:pt x="48260" y="3810"/>
                  </a:lnTo>
                  <a:lnTo>
                    <a:pt x="48260" y="2540"/>
                  </a:lnTo>
                  <a:close/>
                </a:path>
                <a:path w="659129" h="7619">
                  <a:moveTo>
                    <a:pt x="48260" y="0"/>
                  </a:moveTo>
                  <a:lnTo>
                    <a:pt x="0" y="0"/>
                  </a:lnTo>
                  <a:lnTo>
                    <a:pt x="0" y="1270"/>
                  </a:lnTo>
                  <a:lnTo>
                    <a:pt x="48260" y="1270"/>
                  </a:lnTo>
                  <a:lnTo>
                    <a:pt x="48260" y="0"/>
                  </a:lnTo>
                  <a:close/>
                </a:path>
                <a:path w="659129" h="7619">
                  <a:moveTo>
                    <a:pt x="521970" y="0"/>
                  </a:moveTo>
                  <a:lnTo>
                    <a:pt x="236220" y="0"/>
                  </a:lnTo>
                  <a:lnTo>
                    <a:pt x="236220" y="1270"/>
                  </a:lnTo>
                  <a:lnTo>
                    <a:pt x="237490" y="1270"/>
                  </a:lnTo>
                  <a:lnTo>
                    <a:pt x="237490" y="2540"/>
                  </a:lnTo>
                  <a:lnTo>
                    <a:pt x="238760" y="2540"/>
                  </a:lnTo>
                  <a:lnTo>
                    <a:pt x="238760" y="1270"/>
                  </a:lnTo>
                  <a:lnTo>
                    <a:pt x="521970" y="1270"/>
                  </a:lnTo>
                  <a:lnTo>
                    <a:pt x="521970" y="0"/>
                  </a:lnTo>
                  <a:close/>
                </a:path>
                <a:path w="659129" h="7619">
                  <a:moveTo>
                    <a:pt x="523240" y="1270"/>
                  </a:moveTo>
                  <a:lnTo>
                    <a:pt x="521970" y="1270"/>
                  </a:lnTo>
                  <a:lnTo>
                    <a:pt x="521970" y="2540"/>
                  </a:lnTo>
                  <a:lnTo>
                    <a:pt x="238760" y="2540"/>
                  </a:lnTo>
                  <a:lnTo>
                    <a:pt x="238760" y="3810"/>
                  </a:lnTo>
                  <a:lnTo>
                    <a:pt x="240017" y="3810"/>
                  </a:lnTo>
                  <a:lnTo>
                    <a:pt x="240017" y="5080"/>
                  </a:lnTo>
                  <a:lnTo>
                    <a:pt x="241300" y="5080"/>
                  </a:lnTo>
                  <a:lnTo>
                    <a:pt x="241300" y="3810"/>
                  </a:lnTo>
                  <a:lnTo>
                    <a:pt x="523240" y="3810"/>
                  </a:lnTo>
                  <a:lnTo>
                    <a:pt x="523240" y="2540"/>
                  </a:lnTo>
                  <a:lnTo>
                    <a:pt x="523240" y="1270"/>
                  </a:lnTo>
                  <a:close/>
                </a:path>
                <a:path w="659129" h="7619">
                  <a:moveTo>
                    <a:pt x="527050" y="5080"/>
                  </a:moveTo>
                  <a:lnTo>
                    <a:pt x="525780" y="5080"/>
                  </a:lnTo>
                  <a:lnTo>
                    <a:pt x="525780" y="3810"/>
                  </a:lnTo>
                  <a:lnTo>
                    <a:pt x="524497" y="3810"/>
                  </a:lnTo>
                  <a:lnTo>
                    <a:pt x="524497" y="5080"/>
                  </a:lnTo>
                  <a:lnTo>
                    <a:pt x="242570" y="5080"/>
                  </a:lnTo>
                  <a:lnTo>
                    <a:pt x="242570" y="7620"/>
                  </a:lnTo>
                  <a:lnTo>
                    <a:pt x="527050" y="7620"/>
                  </a:lnTo>
                  <a:lnTo>
                    <a:pt x="527050" y="5080"/>
                  </a:lnTo>
                  <a:close/>
                </a:path>
                <a:path w="659129" h="7619">
                  <a:moveTo>
                    <a:pt x="659130" y="5080"/>
                  </a:moveTo>
                  <a:lnTo>
                    <a:pt x="610870" y="5080"/>
                  </a:lnTo>
                  <a:lnTo>
                    <a:pt x="610870" y="7620"/>
                  </a:lnTo>
                  <a:lnTo>
                    <a:pt x="659130" y="7620"/>
                  </a:lnTo>
                  <a:lnTo>
                    <a:pt x="659130" y="5080"/>
                  </a:lnTo>
                  <a:close/>
                </a:path>
                <a:path w="659129" h="7619">
                  <a:moveTo>
                    <a:pt x="659130" y="2540"/>
                  </a:moveTo>
                  <a:lnTo>
                    <a:pt x="610870" y="2540"/>
                  </a:lnTo>
                  <a:lnTo>
                    <a:pt x="610870" y="3810"/>
                  </a:lnTo>
                  <a:lnTo>
                    <a:pt x="659130" y="3810"/>
                  </a:lnTo>
                  <a:lnTo>
                    <a:pt x="659130" y="2540"/>
                  </a:lnTo>
                  <a:close/>
                </a:path>
                <a:path w="659129" h="7619">
                  <a:moveTo>
                    <a:pt x="659130" y="0"/>
                  </a:moveTo>
                  <a:lnTo>
                    <a:pt x="610870" y="0"/>
                  </a:lnTo>
                  <a:lnTo>
                    <a:pt x="610870" y="1270"/>
                  </a:lnTo>
                  <a:lnTo>
                    <a:pt x="659130" y="1270"/>
                  </a:lnTo>
                  <a:lnTo>
                    <a:pt x="659130" y="0"/>
                  </a:lnTo>
                  <a:close/>
                </a:path>
              </a:pathLst>
            </a:custGeom>
            <a:solidFill>
              <a:srgbClr val="795B00"/>
            </a:solidFill>
          </p:spPr>
          <p:txBody>
            <a:bodyPr wrap="square" lIns="0" tIns="0" rIns="0" bIns="0" rtlCol="0"/>
            <a:lstStyle/>
            <a:p/>
          </p:txBody>
        </p:sp>
        <p:sp>
          <p:nvSpPr>
            <p:cNvPr id="1233" name="object 1233"/>
            <p:cNvSpPr/>
            <p:nvPr/>
          </p:nvSpPr>
          <p:spPr>
            <a:xfrm>
              <a:off x="6399529" y="3093720"/>
              <a:ext cx="659130" cy="6350"/>
            </a:xfrm>
            <a:custGeom>
              <a:avLst/>
              <a:gdLst/>
              <a:ahLst/>
              <a:cxnLst/>
              <a:rect l="l" t="t" r="r" b="b"/>
              <a:pathLst>
                <a:path w="659129" h="6350">
                  <a:moveTo>
                    <a:pt x="49529" y="3809"/>
                  </a:moveTo>
                  <a:lnTo>
                    <a:pt x="0" y="3809"/>
                  </a:lnTo>
                  <a:lnTo>
                    <a:pt x="0" y="6349"/>
                  </a:lnTo>
                  <a:lnTo>
                    <a:pt x="49529" y="6349"/>
                  </a:lnTo>
                  <a:lnTo>
                    <a:pt x="49529" y="3809"/>
                  </a:lnTo>
                  <a:close/>
                </a:path>
                <a:path w="659129" h="6350">
                  <a:moveTo>
                    <a:pt x="49529" y="0"/>
                  </a:moveTo>
                  <a:lnTo>
                    <a:pt x="48260" y="0"/>
                  </a:lnTo>
                  <a:lnTo>
                    <a:pt x="48260" y="1269"/>
                  </a:lnTo>
                  <a:lnTo>
                    <a:pt x="0" y="1269"/>
                  </a:lnTo>
                  <a:lnTo>
                    <a:pt x="0" y="2539"/>
                  </a:lnTo>
                  <a:lnTo>
                    <a:pt x="49529" y="2539"/>
                  </a:lnTo>
                  <a:lnTo>
                    <a:pt x="49529" y="0"/>
                  </a:lnTo>
                  <a:close/>
                </a:path>
                <a:path w="659129" h="6350">
                  <a:moveTo>
                    <a:pt x="532129" y="3809"/>
                  </a:moveTo>
                  <a:lnTo>
                    <a:pt x="247650" y="3809"/>
                  </a:lnTo>
                  <a:lnTo>
                    <a:pt x="247650" y="6350"/>
                  </a:lnTo>
                  <a:lnTo>
                    <a:pt x="532129" y="6350"/>
                  </a:lnTo>
                  <a:lnTo>
                    <a:pt x="532129" y="3809"/>
                  </a:lnTo>
                  <a:close/>
                </a:path>
                <a:path w="659129" h="6350">
                  <a:moveTo>
                    <a:pt x="246379" y="2539"/>
                  </a:moveTo>
                  <a:lnTo>
                    <a:pt x="245110" y="2539"/>
                  </a:lnTo>
                  <a:lnTo>
                    <a:pt x="245110" y="3809"/>
                  </a:lnTo>
                  <a:lnTo>
                    <a:pt x="246379" y="3809"/>
                  </a:lnTo>
                  <a:lnTo>
                    <a:pt x="246379" y="2539"/>
                  </a:lnTo>
                  <a:close/>
                </a:path>
                <a:path w="659129" h="6350">
                  <a:moveTo>
                    <a:pt x="530859" y="2539"/>
                  </a:moveTo>
                  <a:lnTo>
                    <a:pt x="529590" y="2539"/>
                  </a:lnTo>
                  <a:lnTo>
                    <a:pt x="529590" y="3809"/>
                  </a:lnTo>
                  <a:lnTo>
                    <a:pt x="530859" y="3809"/>
                  </a:lnTo>
                  <a:lnTo>
                    <a:pt x="530859" y="2539"/>
                  </a:lnTo>
                  <a:close/>
                </a:path>
                <a:path w="659129" h="6350">
                  <a:moveTo>
                    <a:pt x="529590" y="0"/>
                  </a:moveTo>
                  <a:lnTo>
                    <a:pt x="528320" y="0"/>
                  </a:lnTo>
                  <a:lnTo>
                    <a:pt x="528320" y="1269"/>
                  </a:lnTo>
                  <a:lnTo>
                    <a:pt x="243840" y="1269"/>
                  </a:lnTo>
                  <a:lnTo>
                    <a:pt x="243840" y="2539"/>
                  </a:lnTo>
                  <a:lnTo>
                    <a:pt x="529590" y="2539"/>
                  </a:lnTo>
                  <a:lnTo>
                    <a:pt x="529590" y="0"/>
                  </a:lnTo>
                  <a:close/>
                </a:path>
                <a:path w="659129" h="6350">
                  <a:moveTo>
                    <a:pt x="243840" y="0"/>
                  </a:moveTo>
                  <a:lnTo>
                    <a:pt x="242570" y="0"/>
                  </a:lnTo>
                  <a:lnTo>
                    <a:pt x="242570" y="1269"/>
                  </a:lnTo>
                  <a:lnTo>
                    <a:pt x="243840" y="1269"/>
                  </a:lnTo>
                  <a:lnTo>
                    <a:pt x="243840" y="0"/>
                  </a:lnTo>
                  <a:close/>
                </a:path>
                <a:path w="659129" h="6350">
                  <a:moveTo>
                    <a:pt x="659129" y="3809"/>
                  </a:moveTo>
                  <a:lnTo>
                    <a:pt x="610870" y="3809"/>
                  </a:lnTo>
                  <a:lnTo>
                    <a:pt x="610870" y="6349"/>
                  </a:lnTo>
                  <a:lnTo>
                    <a:pt x="659129" y="6349"/>
                  </a:lnTo>
                  <a:lnTo>
                    <a:pt x="659129" y="3809"/>
                  </a:lnTo>
                  <a:close/>
                </a:path>
                <a:path w="659129" h="6350">
                  <a:moveTo>
                    <a:pt x="659129" y="1269"/>
                  </a:moveTo>
                  <a:lnTo>
                    <a:pt x="610870" y="1269"/>
                  </a:lnTo>
                  <a:lnTo>
                    <a:pt x="610870" y="2539"/>
                  </a:lnTo>
                  <a:lnTo>
                    <a:pt x="659129" y="2539"/>
                  </a:lnTo>
                  <a:lnTo>
                    <a:pt x="659129" y="1269"/>
                  </a:lnTo>
                  <a:close/>
                </a:path>
              </a:pathLst>
            </a:custGeom>
            <a:solidFill>
              <a:srgbClr val="7B5C00"/>
            </a:solidFill>
          </p:spPr>
          <p:txBody>
            <a:bodyPr wrap="square" lIns="0" tIns="0" rIns="0" bIns="0" rtlCol="0"/>
            <a:lstStyle/>
            <a:p/>
          </p:txBody>
        </p:sp>
        <p:sp>
          <p:nvSpPr>
            <p:cNvPr id="1234" name="object 1234"/>
            <p:cNvSpPr/>
            <p:nvPr/>
          </p:nvSpPr>
          <p:spPr>
            <a:xfrm>
              <a:off x="6399530" y="3100069"/>
              <a:ext cx="659130" cy="7620"/>
            </a:xfrm>
            <a:custGeom>
              <a:avLst/>
              <a:gdLst/>
              <a:ahLst/>
              <a:cxnLst/>
              <a:rect l="l" t="t" r="r" b="b"/>
              <a:pathLst>
                <a:path w="659129" h="7619">
                  <a:moveTo>
                    <a:pt x="49517" y="3810"/>
                  </a:moveTo>
                  <a:lnTo>
                    <a:pt x="0" y="3810"/>
                  </a:lnTo>
                  <a:lnTo>
                    <a:pt x="0" y="6350"/>
                  </a:lnTo>
                  <a:lnTo>
                    <a:pt x="49517" y="6350"/>
                  </a:lnTo>
                  <a:lnTo>
                    <a:pt x="49517" y="3810"/>
                  </a:lnTo>
                  <a:close/>
                </a:path>
                <a:path w="659129" h="7619">
                  <a:moveTo>
                    <a:pt x="49517" y="1270"/>
                  </a:moveTo>
                  <a:lnTo>
                    <a:pt x="0" y="1270"/>
                  </a:lnTo>
                  <a:lnTo>
                    <a:pt x="0" y="2540"/>
                  </a:lnTo>
                  <a:lnTo>
                    <a:pt x="49517" y="2540"/>
                  </a:lnTo>
                  <a:lnTo>
                    <a:pt x="49517" y="1270"/>
                  </a:lnTo>
                  <a:close/>
                </a:path>
                <a:path w="659129" h="7619">
                  <a:moveTo>
                    <a:pt x="248920" y="0"/>
                  </a:moveTo>
                  <a:lnTo>
                    <a:pt x="247650" y="0"/>
                  </a:lnTo>
                  <a:lnTo>
                    <a:pt x="247650" y="1270"/>
                  </a:lnTo>
                  <a:lnTo>
                    <a:pt x="248920" y="1270"/>
                  </a:lnTo>
                  <a:lnTo>
                    <a:pt x="248920" y="0"/>
                  </a:lnTo>
                  <a:close/>
                </a:path>
                <a:path w="659129" h="7619">
                  <a:moveTo>
                    <a:pt x="534670" y="0"/>
                  </a:moveTo>
                  <a:lnTo>
                    <a:pt x="533400" y="0"/>
                  </a:lnTo>
                  <a:lnTo>
                    <a:pt x="533400" y="1270"/>
                  </a:lnTo>
                  <a:lnTo>
                    <a:pt x="248920" y="1270"/>
                  </a:lnTo>
                  <a:lnTo>
                    <a:pt x="248920" y="2540"/>
                  </a:lnTo>
                  <a:lnTo>
                    <a:pt x="250190" y="2540"/>
                  </a:lnTo>
                  <a:lnTo>
                    <a:pt x="250190" y="3810"/>
                  </a:lnTo>
                  <a:lnTo>
                    <a:pt x="251460" y="3810"/>
                  </a:lnTo>
                  <a:lnTo>
                    <a:pt x="251460" y="2540"/>
                  </a:lnTo>
                  <a:lnTo>
                    <a:pt x="534670" y="2540"/>
                  </a:lnTo>
                  <a:lnTo>
                    <a:pt x="534670" y="1270"/>
                  </a:lnTo>
                  <a:lnTo>
                    <a:pt x="534670" y="0"/>
                  </a:lnTo>
                  <a:close/>
                </a:path>
                <a:path w="659129" h="7619">
                  <a:moveTo>
                    <a:pt x="537197" y="3810"/>
                  </a:moveTo>
                  <a:lnTo>
                    <a:pt x="252717" y="3810"/>
                  </a:lnTo>
                  <a:lnTo>
                    <a:pt x="252717" y="6350"/>
                  </a:lnTo>
                  <a:lnTo>
                    <a:pt x="537197" y="6350"/>
                  </a:lnTo>
                  <a:lnTo>
                    <a:pt x="537197" y="3810"/>
                  </a:lnTo>
                  <a:close/>
                </a:path>
                <a:path w="659129" h="7619">
                  <a:moveTo>
                    <a:pt x="539750" y="6350"/>
                  </a:moveTo>
                  <a:lnTo>
                    <a:pt x="538480" y="6350"/>
                  </a:lnTo>
                  <a:lnTo>
                    <a:pt x="538480" y="7620"/>
                  </a:lnTo>
                  <a:lnTo>
                    <a:pt x="539750" y="7620"/>
                  </a:lnTo>
                  <a:lnTo>
                    <a:pt x="539750" y="6350"/>
                  </a:lnTo>
                  <a:close/>
                </a:path>
                <a:path w="659129" h="7619">
                  <a:moveTo>
                    <a:pt x="659130" y="3810"/>
                  </a:moveTo>
                  <a:lnTo>
                    <a:pt x="610870" y="3810"/>
                  </a:lnTo>
                  <a:lnTo>
                    <a:pt x="610870" y="6350"/>
                  </a:lnTo>
                  <a:lnTo>
                    <a:pt x="659130" y="6350"/>
                  </a:lnTo>
                  <a:lnTo>
                    <a:pt x="659130" y="3810"/>
                  </a:lnTo>
                  <a:close/>
                </a:path>
                <a:path w="659129" h="7619">
                  <a:moveTo>
                    <a:pt x="659130" y="1270"/>
                  </a:moveTo>
                  <a:lnTo>
                    <a:pt x="610870" y="1270"/>
                  </a:lnTo>
                  <a:lnTo>
                    <a:pt x="610870" y="2540"/>
                  </a:lnTo>
                  <a:lnTo>
                    <a:pt x="659130" y="2540"/>
                  </a:lnTo>
                  <a:lnTo>
                    <a:pt x="659130" y="1270"/>
                  </a:lnTo>
                  <a:close/>
                </a:path>
              </a:pathLst>
            </a:custGeom>
            <a:solidFill>
              <a:srgbClr val="7D5D00"/>
            </a:solidFill>
          </p:spPr>
          <p:txBody>
            <a:bodyPr wrap="square" lIns="0" tIns="0" rIns="0" bIns="0" rtlCol="0"/>
            <a:lstStyle/>
            <a:p/>
          </p:txBody>
        </p:sp>
        <p:sp>
          <p:nvSpPr>
            <p:cNvPr id="1235" name="object 1235"/>
            <p:cNvSpPr/>
            <p:nvPr/>
          </p:nvSpPr>
          <p:spPr>
            <a:xfrm>
              <a:off x="6399530" y="3107689"/>
              <a:ext cx="660400" cy="7620"/>
            </a:xfrm>
            <a:custGeom>
              <a:avLst/>
              <a:gdLst/>
              <a:ahLst/>
              <a:cxnLst/>
              <a:rect l="l" t="t" r="r" b="b"/>
              <a:pathLst>
                <a:path w="660400" h="7619">
                  <a:moveTo>
                    <a:pt x="49517" y="0"/>
                  </a:moveTo>
                  <a:lnTo>
                    <a:pt x="0" y="0"/>
                  </a:lnTo>
                  <a:lnTo>
                    <a:pt x="0" y="1270"/>
                  </a:lnTo>
                  <a:lnTo>
                    <a:pt x="49517" y="1270"/>
                  </a:lnTo>
                  <a:lnTo>
                    <a:pt x="49517" y="0"/>
                  </a:lnTo>
                  <a:close/>
                </a:path>
                <a:path w="660400" h="7619">
                  <a:moveTo>
                    <a:pt x="49530" y="6350"/>
                  </a:moveTo>
                  <a:lnTo>
                    <a:pt x="1270" y="6350"/>
                  </a:lnTo>
                  <a:lnTo>
                    <a:pt x="1270" y="7620"/>
                  </a:lnTo>
                  <a:lnTo>
                    <a:pt x="49530" y="7620"/>
                  </a:lnTo>
                  <a:lnTo>
                    <a:pt x="49530" y="6350"/>
                  </a:lnTo>
                  <a:close/>
                </a:path>
                <a:path w="660400" h="7619">
                  <a:moveTo>
                    <a:pt x="49530" y="2540"/>
                  </a:moveTo>
                  <a:lnTo>
                    <a:pt x="0" y="2540"/>
                  </a:lnTo>
                  <a:lnTo>
                    <a:pt x="0" y="5080"/>
                  </a:lnTo>
                  <a:lnTo>
                    <a:pt x="0" y="6350"/>
                  </a:lnTo>
                  <a:lnTo>
                    <a:pt x="1270" y="6350"/>
                  </a:lnTo>
                  <a:lnTo>
                    <a:pt x="1270" y="5080"/>
                  </a:lnTo>
                  <a:lnTo>
                    <a:pt x="49530" y="5080"/>
                  </a:lnTo>
                  <a:lnTo>
                    <a:pt x="49530" y="2540"/>
                  </a:lnTo>
                  <a:close/>
                </a:path>
                <a:path w="660400" h="7619">
                  <a:moveTo>
                    <a:pt x="539750" y="0"/>
                  </a:moveTo>
                  <a:lnTo>
                    <a:pt x="254000" y="0"/>
                  </a:lnTo>
                  <a:lnTo>
                    <a:pt x="254000" y="1270"/>
                  </a:lnTo>
                  <a:lnTo>
                    <a:pt x="255270" y="1270"/>
                  </a:lnTo>
                  <a:lnTo>
                    <a:pt x="255270" y="2540"/>
                  </a:lnTo>
                  <a:lnTo>
                    <a:pt x="256540" y="2540"/>
                  </a:lnTo>
                  <a:lnTo>
                    <a:pt x="256540" y="1270"/>
                  </a:lnTo>
                  <a:lnTo>
                    <a:pt x="539750" y="1270"/>
                  </a:lnTo>
                  <a:lnTo>
                    <a:pt x="539750" y="0"/>
                  </a:lnTo>
                  <a:close/>
                </a:path>
                <a:path w="660400" h="7619">
                  <a:moveTo>
                    <a:pt x="542290" y="1270"/>
                  </a:moveTo>
                  <a:lnTo>
                    <a:pt x="541020" y="1270"/>
                  </a:lnTo>
                  <a:lnTo>
                    <a:pt x="541020" y="2540"/>
                  </a:lnTo>
                  <a:lnTo>
                    <a:pt x="257810" y="2540"/>
                  </a:lnTo>
                  <a:lnTo>
                    <a:pt x="257810" y="5080"/>
                  </a:lnTo>
                  <a:lnTo>
                    <a:pt x="259080" y="5080"/>
                  </a:lnTo>
                  <a:lnTo>
                    <a:pt x="259080" y="6350"/>
                  </a:lnTo>
                  <a:lnTo>
                    <a:pt x="260350" y="6350"/>
                  </a:lnTo>
                  <a:lnTo>
                    <a:pt x="260350" y="5080"/>
                  </a:lnTo>
                  <a:lnTo>
                    <a:pt x="542290" y="5080"/>
                  </a:lnTo>
                  <a:lnTo>
                    <a:pt x="542290" y="2540"/>
                  </a:lnTo>
                  <a:lnTo>
                    <a:pt x="542290" y="1270"/>
                  </a:lnTo>
                  <a:close/>
                </a:path>
                <a:path w="660400" h="7619">
                  <a:moveTo>
                    <a:pt x="544830" y="5080"/>
                  </a:moveTo>
                  <a:lnTo>
                    <a:pt x="543547" y="5080"/>
                  </a:lnTo>
                  <a:lnTo>
                    <a:pt x="543547" y="6350"/>
                  </a:lnTo>
                  <a:lnTo>
                    <a:pt x="260350" y="6350"/>
                  </a:lnTo>
                  <a:lnTo>
                    <a:pt x="260350" y="7620"/>
                  </a:lnTo>
                  <a:lnTo>
                    <a:pt x="544830" y="7620"/>
                  </a:lnTo>
                  <a:lnTo>
                    <a:pt x="544830" y="6350"/>
                  </a:lnTo>
                  <a:lnTo>
                    <a:pt x="544830" y="5080"/>
                  </a:lnTo>
                  <a:close/>
                </a:path>
                <a:path w="660400" h="7619">
                  <a:moveTo>
                    <a:pt x="659130" y="0"/>
                  </a:moveTo>
                  <a:lnTo>
                    <a:pt x="610870" y="0"/>
                  </a:lnTo>
                  <a:lnTo>
                    <a:pt x="610870" y="1270"/>
                  </a:lnTo>
                  <a:lnTo>
                    <a:pt x="659130" y="1270"/>
                  </a:lnTo>
                  <a:lnTo>
                    <a:pt x="659130" y="0"/>
                  </a:lnTo>
                  <a:close/>
                </a:path>
                <a:path w="660400" h="7619">
                  <a:moveTo>
                    <a:pt x="660400" y="6350"/>
                  </a:moveTo>
                  <a:lnTo>
                    <a:pt x="610870" y="6350"/>
                  </a:lnTo>
                  <a:lnTo>
                    <a:pt x="610870" y="7620"/>
                  </a:lnTo>
                  <a:lnTo>
                    <a:pt x="660400" y="7620"/>
                  </a:lnTo>
                  <a:lnTo>
                    <a:pt x="660400" y="6350"/>
                  </a:lnTo>
                  <a:close/>
                </a:path>
                <a:path w="660400" h="7619">
                  <a:moveTo>
                    <a:pt x="660400" y="2540"/>
                  </a:moveTo>
                  <a:lnTo>
                    <a:pt x="610870" y="2540"/>
                  </a:lnTo>
                  <a:lnTo>
                    <a:pt x="610870" y="5080"/>
                  </a:lnTo>
                  <a:lnTo>
                    <a:pt x="660400" y="5080"/>
                  </a:lnTo>
                  <a:lnTo>
                    <a:pt x="660400" y="2540"/>
                  </a:lnTo>
                  <a:close/>
                </a:path>
              </a:pathLst>
            </a:custGeom>
            <a:solidFill>
              <a:srgbClr val="7F5F00"/>
            </a:solidFill>
          </p:spPr>
          <p:txBody>
            <a:bodyPr wrap="square" lIns="0" tIns="0" rIns="0" bIns="0" rtlCol="0"/>
            <a:lstStyle/>
            <a:p/>
          </p:txBody>
        </p:sp>
        <p:sp>
          <p:nvSpPr>
            <p:cNvPr id="1236" name="object 1236"/>
            <p:cNvSpPr/>
            <p:nvPr/>
          </p:nvSpPr>
          <p:spPr>
            <a:xfrm>
              <a:off x="6400800" y="3115309"/>
              <a:ext cx="659130" cy="6350"/>
            </a:xfrm>
            <a:custGeom>
              <a:avLst/>
              <a:gdLst/>
              <a:ahLst/>
              <a:cxnLst/>
              <a:rect l="l" t="t" r="r" b="b"/>
              <a:pathLst>
                <a:path w="659129" h="6350">
                  <a:moveTo>
                    <a:pt x="48260" y="5080"/>
                  </a:moveTo>
                  <a:lnTo>
                    <a:pt x="0" y="5080"/>
                  </a:lnTo>
                  <a:lnTo>
                    <a:pt x="0" y="6350"/>
                  </a:lnTo>
                  <a:lnTo>
                    <a:pt x="48260" y="6350"/>
                  </a:lnTo>
                  <a:lnTo>
                    <a:pt x="48260" y="5080"/>
                  </a:lnTo>
                  <a:close/>
                </a:path>
                <a:path w="659129" h="6350">
                  <a:moveTo>
                    <a:pt x="48260" y="1270"/>
                  </a:moveTo>
                  <a:lnTo>
                    <a:pt x="0" y="1270"/>
                  </a:lnTo>
                  <a:lnTo>
                    <a:pt x="0" y="3810"/>
                  </a:lnTo>
                  <a:lnTo>
                    <a:pt x="48260" y="3810"/>
                  </a:lnTo>
                  <a:lnTo>
                    <a:pt x="48260" y="1270"/>
                  </a:lnTo>
                  <a:close/>
                </a:path>
                <a:path w="659129" h="6350">
                  <a:moveTo>
                    <a:pt x="260350" y="0"/>
                  </a:moveTo>
                  <a:lnTo>
                    <a:pt x="259080" y="0"/>
                  </a:lnTo>
                  <a:lnTo>
                    <a:pt x="259080" y="1270"/>
                  </a:lnTo>
                  <a:lnTo>
                    <a:pt x="260350" y="1270"/>
                  </a:lnTo>
                  <a:lnTo>
                    <a:pt x="260350" y="0"/>
                  </a:lnTo>
                  <a:close/>
                </a:path>
                <a:path w="659129" h="6350">
                  <a:moveTo>
                    <a:pt x="547370" y="1270"/>
                  </a:moveTo>
                  <a:lnTo>
                    <a:pt x="546100" y="1270"/>
                  </a:lnTo>
                  <a:lnTo>
                    <a:pt x="546100" y="0"/>
                  </a:lnTo>
                  <a:lnTo>
                    <a:pt x="544830" y="0"/>
                  </a:lnTo>
                  <a:lnTo>
                    <a:pt x="544830" y="1270"/>
                  </a:lnTo>
                  <a:lnTo>
                    <a:pt x="261620" y="1270"/>
                  </a:lnTo>
                  <a:lnTo>
                    <a:pt x="261620" y="3810"/>
                  </a:lnTo>
                  <a:lnTo>
                    <a:pt x="262890" y="3810"/>
                  </a:lnTo>
                  <a:lnTo>
                    <a:pt x="262890" y="5080"/>
                  </a:lnTo>
                  <a:lnTo>
                    <a:pt x="264160" y="5080"/>
                  </a:lnTo>
                  <a:lnTo>
                    <a:pt x="264160" y="3810"/>
                  </a:lnTo>
                  <a:lnTo>
                    <a:pt x="547370" y="3810"/>
                  </a:lnTo>
                  <a:lnTo>
                    <a:pt x="547370" y="1270"/>
                  </a:lnTo>
                  <a:close/>
                </a:path>
                <a:path w="659129" h="6350">
                  <a:moveTo>
                    <a:pt x="548627" y="5080"/>
                  </a:moveTo>
                  <a:lnTo>
                    <a:pt x="264160" y="5080"/>
                  </a:lnTo>
                  <a:lnTo>
                    <a:pt x="264160" y="6350"/>
                  </a:lnTo>
                  <a:lnTo>
                    <a:pt x="548627" y="6350"/>
                  </a:lnTo>
                  <a:lnTo>
                    <a:pt x="548627" y="5080"/>
                  </a:lnTo>
                  <a:close/>
                </a:path>
                <a:path w="659129" h="6350">
                  <a:moveTo>
                    <a:pt x="659130" y="5080"/>
                  </a:moveTo>
                  <a:lnTo>
                    <a:pt x="609600" y="5080"/>
                  </a:lnTo>
                  <a:lnTo>
                    <a:pt x="609600" y="6350"/>
                  </a:lnTo>
                  <a:lnTo>
                    <a:pt x="659130" y="6350"/>
                  </a:lnTo>
                  <a:lnTo>
                    <a:pt x="659130" y="5080"/>
                  </a:lnTo>
                  <a:close/>
                </a:path>
                <a:path w="659129" h="6350">
                  <a:moveTo>
                    <a:pt x="659130" y="1270"/>
                  </a:moveTo>
                  <a:lnTo>
                    <a:pt x="609600" y="1270"/>
                  </a:lnTo>
                  <a:lnTo>
                    <a:pt x="609600" y="3810"/>
                  </a:lnTo>
                  <a:lnTo>
                    <a:pt x="659130" y="3810"/>
                  </a:lnTo>
                  <a:lnTo>
                    <a:pt x="659130" y="1270"/>
                  </a:lnTo>
                  <a:close/>
                </a:path>
              </a:pathLst>
            </a:custGeom>
            <a:solidFill>
              <a:srgbClr val="816000"/>
            </a:solidFill>
          </p:spPr>
          <p:txBody>
            <a:bodyPr wrap="square" lIns="0" tIns="0" rIns="0" bIns="0" rtlCol="0"/>
            <a:lstStyle/>
            <a:p/>
          </p:txBody>
        </p:sp>
        <p:sp>
          <p:nvSpPr>
            <p:cNvPr id="1237" name="object 1237"/>
            <p:cNvSpPr/>
            <p:nvPr/>
          </p:nvSpPr>
          <p:spPr>
            <a:xfrm>
              <a:off x="6400800" y="3121660"/>
              <a:ext cx="659130" cy="7620"/>
            </a:xfrm>
            <a:custGeom>
              <a:avLst/>
              <a:gdLst/>
              <a:ahLst/>
              <a:cxnLst/>
              <a:rect l="l" t="t" r="r" b="b"/>
              <a:pathLst>
                <a:path w="659129" h="7619">
                  <a:moveTo>
                    <a:pt x="48260" y="5079"/>
                  </a:moveTo>
                  <a:lnTo>
                    <a:pt x="0" y="5079"/>
                  </a:lnTo>
                  <a:lnTo>
                    <a:pt x="0" y="6349"/>
                  </a:lnTo>
                  <a:lnTo>
                    <a:pt x="48260" y="6349"/>
                  </a:lnTo>
                  <a:lnTo>
                    <a:pt x="48260" y="5079"/>
                  </a:lnTo>
                  <a:close/>
                </a:path>
                <a:path w="659129" h="7619">
                  <a:moveTo>
                    <a:pt x="48260" y="1269"/>
                  </a:moveTo>
                  <a:lnTo>
                    <a:pt x="0" y="1269"/>
                  </a:lnTo>
                  <a:lnTo>
                    <a:pt x="0" y="3809"/>
                  </a:lnTo>
                  <a:lnTo>
                    <a:pt x="48260" y="3809"/>
                  </a:lnTo>
                  <a:lnTo>
                    <a:pt x="48260" y="1269"/>
                  </a:lnTo>
                  <a:close/>
                </a:path>
                <a:path w="659129" h="7619">
                  <a:moveTo>
                    <a:pt x="556259" y="6349"/>
                  </a:moveTo>
                  <a:lnTo>
                    <a:pt x="554990" y="6349"/>
                  </a:lnTo>
                  <a:lnTo>
                    <a:pt x="554989" y="7619"/>
                  </a:lnTo>
                  <a:lnTo>
                    <a:pt x="556259" y="7619"/>
                  </a:lnTo>
                  <a:lnTo>
                    <a:pt x="556259" y="6349"/>
                  </a:lnTo>
                  <a:close/>
                </a:path>
                <a:path w="659129" h="7619">
                  <a:moveTo>
                    <a:pt x="554990" y="3809"/>
                  </a:moveTo>
                  <a:lnTo>
                    <a:pt x="553720" y="3809"/>
                  </a:lnTo>
                  <a:lnTo>
                    <a:pt x="553720" y="5079"/>
                  </a:lnTo>
                  <a:lnTo>
                    <a:pt x="269240" y="5079"/>
                  </a:lnTo>
                  <a:lnTo>
                    <a:pt x="269240" y="6349"/>
                  </a:lnTo>
                  <a:lnTo>
                    <a:pt x="554990" y="6349"/>
                  </a:lnTo>
                  <a:lnTo>
                    <a:pt x="554990" y="3809"/>
                  </a:lnTo>
                  <a:close/>
                </a:path>
                <a:path w="659129" h="7619">
                  <a:moveTo>
                    <a:pt x="269240" y="3809"/>
                  </a:moveTo>
                  <a:lnTo>
                    <a:pt x="267970" y="3809"/>
                  </a:lnTo>
                  <a:lnTo>
                    <a:pt x="267970" y="5079"/>
                  </a:lnTo>
                  <a:lnTo>
                    <a:pt x="269240" y="5079"/>
                  </a:lnTo>
                  <a:lnTo>
                    <a:pt x="269240" y="3809"/>
                  </a:lnTo>
                  <a:close/>
                </a:path>
                <a:path w="659129" h="7619">
                  <a:moveTo>
                    <a:pt x="552450" y="1269"/>
                  </a:moveTo>
                  <a:lnTo>
                    <a:pt x="266700" y="1269"/>
                  </a:lnTo>
                  <a:lnTo>
                    <a:pt x="266700" y="3809"/>
                  </a:lnTo>
                  <a:lnTo>
                    <a:pt x="552450" y="3809"/>
                  </a:lnTo>
                  <a:lnTo>
                    <a:pt x="552450" y="1269"/>
                  </a:lnTo>
                  <a:close/>
                </a:path>
                <a:path w="659129" h="7619">
                  <a:moveTo>
                    <a:pt x="265429" y="0"/>
                  </a:moveTo>
                  <a:lnTo>
                    <a:pt x="264159" y="0"/>
                  </a:lnTo>
                  <a:lnTo>
                    <a:pt x="264159" y="1269"/>
                  </a:lnTo>
                  <a:lnTo>
                    <a:pt x="265429" y="1269"/>
                  </a:lnTo>
                  <a:lnTo>
                    <a:pt x="265429" y="0"/>
                  </a:lnTo>
                  <a:close/>
                </a:path>
                <a:path w="659129" h="7619">
                  <a:moveTo>
                    <a:pt x="551179" y="0"/>
                  </a:moveTo>
                  <a:lnTo>
                    <a:pt x="549909" y="0"/>
                  </a:lnTo>
                  <a:lnTo>
                    <a:pt x="549909" y="1269"/>
                  </a:lnTo>
                  <a:lnTo>
                    <a:pt x="551179" y="1269"/>
                  </a:lnTo>
                  <a:lnTo>
                    <a:pt x="551179" y="0"/>
                  </a:lnTo>
                  <a:close/>
                </a:path>
                <a:path w="659129" h="7619">
                  <a:moveTo>
                    <a:pt x="659129" y="5079"/>
                  </a:moveTo>
                  <a:lnTo>
                    <a:pt x="609600" y="5079"/>
                  </a:lnTo>
                  <a:lnTo>
                    <a:pt x="609600" y="6349"/>
                  </a:lnTo>
                  <a:lnTo>
                    <a:pt x="659129" y="6349"/>
                  </a:lnTo>
                  <a:lnTo>
                    <a:pt x="659129" y="5079"/>
                  </a:lnTo>
                  <a:close/>
                </a:path>
                <a:path w="659129" h="7619">
                  <a:moveTo>
                    <a:pt x="659129" y="1269"/>
                  </a:moveTo>
                  <a:lnTo>
                    <a:pt x="609600" y="1269"/>
                  </a:lnTo>
                  <a:lnTo>
                    <a:pt x="609600" y="3809"/>
                  </a:lnTo>
                  <a:lnTo>
                    <a:pt x="659129" y="3809"/>
                  </a:lnTo>
                  <a:lnTo>
                    <a:pt x="659129" y="1269"/>
                  </a:lnTo>
                  <a:close/>
                </a:path>
              </a:pathLst>
            </a:custGeom>
            <a:solidFill>
              <a:srgbClr val="836100"/>
            </a:solidFill>
          </p:spPr>
          <p:txBody>
            <a:bodyPr wrap="square" lIns="0" tIns="0" rIns="0" bIns="0" rtlCol="0"/>
            <a:lstStyle/>
            <a:p/>
          </p:txBody>
        </p:sp>
        <p:sp>
          <p:nvSpPr>
            <p:cNvPr id="1238" name="object 1238"/>
            <p:cNvSpPr/>
            <p:nvPr/>
          </p:nvSpPr>
          <p:spPr>
            <a:xfrm>
              <a:off x="6400800" y="3129279"/>
              <a:ext cx="659130" cy="7620"/>
            </a:xfrm>
            <a:custGeom>
              <a:avLst/>
              <a:gdLst/>
              <a:ahLst/>
              <a:cxnLst/>
              <a:rect l="l" t="t" r="r" b="b"/>
              <a:pathLst>
                <a:path w="659129" h="7619">
                  <a:moveTo>
                    <a:pt x="48260" y="6350"/>
                  </a:moveTo>
                  <a:lnTo>
                    <a:pt x="0" y="6350"/>
                  </a:lnTo>
                  <a:lnTo>
                    <a:pt x="0" y="7620"/>
                  </a:lnTo>
                  <a:lnTo>
                    <a:pt x="48260" y="7620"/>
                  </a:lnTo>
                  <a:lnTo>
                    <a:pt x="48260" y="6350"/>
                  </a:lnTo>
                  <a:close/>
                </a:path>
                <a:path w="659129" h="7619">
                  <a:moveTo>
                    <a:pt x="48260" y="3810"/>
                  </a:moveTo>
                  <a:lnTo>
                    <a:pt x="0" y="3810"/>
                  </a:lnTo>
                  <a:lnTo>
                    <a:pt x="0" y="5080"/>
                  </a:lnTo>
                  <a:lnTo>
                    <a:pt x="48260" y="5080"/>
                  </a:lnTo>
                  <a:lnTo>
                    <a:pt x="48260" y="3810"/>
                  </a:lnTo>
                  <a:close/>
                </a:path>
                <a:path w="659129" h="7619">
                  <a:moveTo>
                    <a:pt x="48260" y="0"/>
                  </a:moveTo>
                  <a:lnTo>
                    <a:pt x="0" y="0"/>
                  </a:lnTo>
                  <a:lnTo>
                    <a:pt x="0" y="2540"/>
                  </a:lnTo>
                  <a:lnTo>
                    <a:pt x="48260" y="2540"/>
                  </a:lnTo>
                  <a:lnTo>
                    <a:pt x="48260" y="0"/>
                  </a:lnTo>
                  <a:close/>
                </a:path>
                <a:path w="659129" h="7619">
                  <a:moveTo>
                    <a:pt x="557530" y="0"/>
                  </a:moveTo>
                  <a:lnTo>
                    <a:pt x="271780" y="0"/>
                  </a:lnTo>
                  <a:lnTo>
                    <a:pt x="271780" y="2540"/>
                  </a:lnTo>
                  <a:lnTo>
                    <a:pt x="273050" y="2540"/>
                  </a:lnTo>
                  <a:lnTo>
                    <a:pt x="273050" y="3810"/>
                  </a:lnTo>
                  <a:lnTo>
                    <a:pt x="274320" y="3810"/>
                  </a:lnTo>
                  <a:lnTo>
                    <a:pt x="274320" y="2540"/>
                  </a:lnTo>
                  <a:lnTo>
                    <a:pt x="557530" y="2540"/>
                  </a:lnTo>
                  <a:lnTo>
                    <a:pt x="557530" y="0"/>
                  </a:lnTo>
                  <a:close/>
                </a:path>
                <a:path w="659129" h="7619">
                  <a:moveTo>
                    <a:pt x="560070" y="2540"/>
                  </a:moveTo>
                  <a:lnTo>
                    <a:pt x="558800" y="2540"/>
                  </a:lnTo>
                  <a:lnTo>
                    <a:pt x="558800" y="3810"/>
                  </a:lnTo>
                  <a:lnTo>
                    <a:pt x="274320" y="3810"/>
                  </a:lnTo>
                  <a:lnTo>
                    <a:pt x="274320" y="5080"/>
                  </a:lnTo>
                  <a:lnTo>
                    <a:pt x="275590" y="5080"/>
                  </a:lnTo>
                  <a:lnTo>
                    <a:pt x="275590" y="6350"/>
                  </a:lnTo>
                  <a:lnTo>
                    <a:pt x="276860" y="6350"/>
                  </a:lnTo>
                  <a:lnTo>
                    <a:pt x="276860" y="5080"/>
                  </a:lnTo>
                  <a:lnTo>
                    <a:pt x="560070" y="5080"/>
                  </a:lnTo>
                  <a:lnTo>
                    <a:pt x="560070" y="3810"/>
                  </a:lnTo>
                  <a:lnTo>
                    <a:pt x="560070" y="2540"/>
                  </a:lnTo>
                  <a:close/>
                </a:path>
                <a:path w="659129" h="7619">
                  <a:moveTo>
                    <a:pt x="562610" y="6350"/>
                  </a:moveTo>
                  <a:lnTo>
                    <a:pt x="276860" y="6350"/>
                  </a:lnTo>
                  <a:lnTo>
                    <a:pt x="276860" y="7620"/>
                  </a:lnTo>
                  <a:lnTo>
                    <a:pt x="562610" y="7620"/>
                  </a:lnTo>
                  <a:lnTo>
                    <a:pt x="562610" y="6350"/>
                  </a:lnTo>
                  <a:close/>
                </a:path>
                <a:path w="659129" h="7619">
                  <a:moveTo>
                    <a:pt x="659130" y="6350"/>
                  </a:moveTo>
                  <a:lnTo>
                    <a:pt x="609600" y="6350"/>
                  </a:lnTo>
                  <a:lnTo>
                    <a:pt x="609600" y="7620"/>
                  </a:lnTo>
                  <a:lnTo>
                    <a:pt x="659130" y="7620"/>
                  </a:lnTo>
                  <a:lnTo>
                    <a:pt x="659130" y="6350"/>
                  </a:lnTo>
                  <a:close/>
                </a:path>
                <a:path w="659129" h="7619">
                  <a:moveTo>
                    <a:pt x="659130" y="3810"/>
                  </a:moveTo>
                  <a:lnTo>
                    <a:pt x="609600" y="3810"/>
                  </a:lnTo>
                  <a:lnTo>
                    <a:pt x="609600" y="5080"/>
                  </a:lnTo>
                  <a:lnTo>
                    <a:pt x="659130" y="5080"/>
                  </a:lnTo>
                  <a:lnTo>
                    <a:pt x="659130" y="3810"/>
                  </a:lnTo>
                  <a:close/>
                </a:path>
                <a:path w="659129" h="7619">
                  <a:moveTo>
                    <a:pt x="659130" y="0"/>
                  </a:moveTo>
                  <a:lnTo>
                    <a:pt x="609600" y="0"/>
                  </a:lnTo>
                  <a:lnTo>
                    <a:pt x="609600" y="2540"/>
                  </a:lnTo>
                  <a:lnTo>
                    <a:pt x="659130" y="2540"/>
                  </a:lnTo>
                  <a:lnTo>
                    <a:pt x="659130" y="0"/>
                  </a:lnTo>
                  <a:close/>
                </a:path>
              </a:pathLst>
            </a:custGeom>
            <a:solidFill>
              <a:srgbClr val="846300"/>
            </a:solidFill>
          </p:spPr>
          <p:txBody>
            <a:bodyPr wrap="square" lIns="0" tIns="0" rIns="0" bIns="0" rtlCol="0"/>
            <a:lstStyle/>
            <a:p/>
          </p:txBody>
        </p:sp>
        <p:sp>
          <p:nvSpPr>
            <p:cNvPr id="1239" name="object 1239"/>
            <p:cNvSpPr/>
            <p:nvPr/>
          </p:nvSpPr>
          <p:spPr>
            <a:xfrm>
              <a:off x="6400800" y="3136899"/>
              <a:ext cx="659130" cy="6350"/>
            </a:xfrm>
            <a:custGeom>
              <a:avLst/>
              <a:gdLst/>
              <a:ahLst/>
              <a:cxnLst/>
              <a:rect l="l" t="t" r="r" b="b"/>
              <a:pathLst>
                <a:path w="659129" h="6350">
                  <a:moveTo>
                    <a:pt x="48260" y="2540"/>
                  </a:moveTo>
                  <a:lnTo>
                    <a:pt x="0" y="2540"/>
                  </a:lnTo>
                  <a:lnTo>
                    <a:pt x="0" y="6350"/>
                  </a:lnTo>
                  <a:lnTo>
                    <a:pt x="48260" y="6350"/>
                  </a:lnTo>
                  <a:lnTo>
                    <a:pt x="48260" y="2540"/>
                  </a:lnTo>
                  <a:close/>
                </a:path>
                <a:path w="659129" h="6350">
                  <a:moveTo>
                    <a:pt x="48260" y="0"/>
                  </a:moveTo>
                  <a:lnTo>
                    <a:pt x="0" y="0"/>
                  </a:lnTo>
                  <a:lnTo>
                    <a:pt x="0" y="1270"/>
                  </a:lnTo>
                  <a:lnTo>
                    <a:pt x="48260" y="1270"/>
                  </a:lnTo>
                  <a:lnTo>
                    <a:pt x="48260" y="0"/>
                  </a:lnTo>
                  <a:close/>
                </a:path>
                <a:path w="659129" h="6350">
                  <a:moveTo>
                    <a:pt x="562610" y="0"/>
                  </a:moveTo>
                  <a:lnTo>
                    <a:pt x="276860" y="0"/>
                  </a:lnTo>
                  <a:lnTo>
                    <a:pt x="276860" y="1270"/>
                  </a:lnTo>
                  <a:lnTo>
                    <a:pt x="278130" y="1270"/>
                  </a:lnTo>
                  <a:lnTo>
                    <a:pt x="278130" y="2540"/>
                  </a:lnTo>
                  <a:lnTo>
                    <a:pt x="279400" y="2540"/>
                  </a:lnTo>
                  <a:lnTo>
                    <a:pt x="279400" y="1270"/>
                  </a:lnTo>
                  <a:lnTo>
                    <a:pt x="562610" y="1270"/>
                  </a:lnTo>
                  <a:lnTo>
                    <a:pt x="562610" y="0"/>
                  </a:lnTo>
                  <a:close/>
                </a:path>
                <a:path w="659129" h="6350">
                  <a:moveTo>
                    <a:pt x="567690" y="5080"/>
                  </a:moveTo>
                  <a:lnTo>
                    <a:pt x="566420" y="5080"/>
                  </a:lnTo>
                  <a:lnTo>
                    <a:pt x="566420" y="3810"/>
                  </a:lnTo>
                  <a:lnTo>
                    <a:pt x="565150" y="3810"/>
                  </a:lnTo>
                  <a:lnTo>
                    <a:pt x="565150" y="2540"/>
                  </a:lnTo>
                  <a:lnTo>
                    <a:pt x="565150" y="1270"/>
                  </a:lnTo>
                  <a:lnTo>
                    <a:pt x="563880" y="1270"/>
                  </a:lnTo>
                  <a:lnTo>
                    <a:pt x="563880" y="2540"/>
                  </a:lnTo>
                  <a:lnTo>
                    <a:pt x="279400" y="2540"/>
                  </a:lnTo>
                  <a:lnTo>
                    <a:pt x="279400" y="3810"/>
                  </a:lnTo>
                  <a:lnTo>
                    <a:pt x="280670" y="3810"/>
                  </a:lnTo>
                  <a:lnTo>
                    <a:pt x="280670" y="5080"/>
                  </a:lnTo>
                  <a:lnTo>
                    <a:pt x="281940" y="5080"/>
                  </a:lnTo>
                  <a:lnTo>
                    <a:pt x="281940" y="6350"/>
                  </a:lnTo>
                  <a:lnTo>
                    <a:pt x="567690" y="6350"/>
                  </a:lnTo>
                  <a:lnTo>
                    <a:pt x="567690" y="5080"/>
                  </a:lnTo>
                  <a:close/>
                </a:path>
                <a:path w="659129" h="6350">
                  <a:moveTo>
                    <a:pt x="659130" y="2540"/>
                  </a:moveTo>
                  <a:lnTo>
                    <a:pt x="609600" y="2540"/>
                  </a:lnTo>
                  <a:lnTo>
                    <a:pt x="609600" y="6350"/>
                  </a:lnTo>
                  <a:lnTo>
                    <a:pt x="659130" y="6350"/>
                  </a:lnTo>
                  <a:lnTo>
                    <a:pt x="659130" y="2540"/>
                  </a:lnTo>
                  <a:close/>
                </a:path>
                <a:path w="659129" h="6350">
                  <a:moveTo>
                    <a:pt x="659130" y="0"/>
                  </a:moveTo>
                  <a:lnTo>
                    <a:pt x="609600" y="0"/>
                  </a:lnTo>
                  <a:lnTo>
                    <a:pt x="609600" y="1270"/>
                  </a:lnTo>
                  <a:lnTo>
                    <a:pt x="659130" y="1270"/>
                  </a:lnTo>
                  <a:lnTo>
                    <a:pt x="659130" y="0"/>
                  </a:lnTo>
                  <a:close/>
                </a:path>
              </a:pathLst>
            </a:custGeom>
            <a:solidFill>
              <a:srgbClr val="866400"/>
            </a:solidFill>
          </p:spPr>
          <p:txBody>
            <a:bodyPr wrap="square" lIns="0" tIns="0" rIns="0" bIns="0" rtlCol="0"/>
            <a:lstStyle/>
            <a:p/>
          </p:txBody>
        </p:sp>
        <p:sp>
          <p:nvSpPr>
            <p:cNvPr id="1240" name="object 1240"/>
            <p:cNvSpPr/>
            <p:nvPr/>
          </p:nvSpPr>
          <p:spPr>
            <a:xfrm>
              <a:off x="6400800" y="3143249"/>
              <a:ext cx="659130" cy="7620"/>
            </a:xfrm>
            <a:custGeom>
              <a:avLst/>
              <a:gdLst/>
              <a:ahLst/>
              <a:cxnLst/>
              <a:rect l="l" t="t" r="r" b="b"/>
              <a:pathLst>
                <a:path w="659129" h="7619">
                  <a:moveTo>
                    <a:pt x="48260" y="5080"/>
                  </a:moveTo>
                  <a:lnTo>
                    <a:pt x="0" y="5080"/>
                  </a:lnTo>
                  <a:lnTo>
                    <a:pt x="0" y="7620"/>
                  </a:lnTo>
                  <a:lnTo>
                    <a:pt x="48260" y="7620"/>
                  </a:lnTo>
                  <a:lnTo>
                    <a:pt x="48260" y="5080"/>
                  </a:lnTo>
                  <a:close/>
                </a:path>
                <a:path w="659129" h="7619">
                  <a:moveTo>
                    <a:pt x="48260" y="2540"/>
                  </a:moveTo>
                  <a:lnTo>
                    <a:pt x="0" y="2540"/>
                  </a:lnTo>
                  <a:lnTo>
                    <a:pt x="0" y="3810"/>
                  </a:lnTo>
                  <a:lnTo>
                    <a:pt x="48260" y="3810"/>
                  </a:lnTo>
                  <a:lnTo>
                    <a:pt x="48260" y="2540"/>
                  </a:lnTo>
                  <a:close/>
                </a:path>
                <a:path w="659129" h="7619">
                  <a:moveTo>
                    <a:pt x="48260" y="0"/>
                  </a:moveTo>
                  <a:lnTo>
                    <a:pt x="0" y="0"/>
                  </a:lnTo>
                  <a:lnTo>
                    <a:pt x="0" y="1270"/>
                  </a:lnTo>
                  <a:lnTo>
                    <a:pt x="48260" y="1270"/>
                  </a:lnTo>
                  <a:lnTo>
                    <a:pt x="48260" y="0"/>
                  </a:lnTo>
                  <a:close/>
                </a:path>
                <a:path w="659129" h="7619">
                  <a:moveTo>
                    <a:pt x="567690" y="0"/>
                  </a:moveTo>
                  <a:lnTo>
                    <a:pt x="281940" y="0"/>
                  </a:lnTo>
                  <a:lnTo>
                    <a:pt x="281940" y="1270"/>
                  </a:lnTo>
                  <a:lnTo>
                    <a:pt x="283210" y="1270"/>
                  </a:lnTo>
                  <a:lnTo>
                    <a:pt x="283210" y="2540"/>
                  </a:lnTo>
                  <a:lnTo>
                    <a:pt x="284480" y="2540"/>
                  </a:lnTo>
                  <a:lnTo>
                    <a:pt x="284480" y="1270"/>
                  </a:lnTo>
                  <a:lnTo>
                    <a:pt x="567690" y="1270"/>
                  </a:lnTo>
                  <a:lnTo>
                    <a:pt x="567690" y="0"/>
                  </a:lnTo>
                  <a:close/>
                </a:path>
                <a:path w="659129" h="7619">
                  <a:moveTo>
                    <a:pt x="570230" y="1270"/>
                  </a:moveTo>
                  <a:lnTo>
                    <a:pt x="568960" y="1270"/>
                  </a:lnTo>
                  <a:lnTo>
                    <a:pt x="568960" y="2540"/>
                  </a:lnTo>
                  <a:lnTo>
                    <a:pt x="284480" y="2540"/>
                  </a:lnTo>
                  <a:lnTo>
                    <a:pt x="284480" y="3810"/>
                  </a:lnTo>
                  <a:lnTo>
                    <a:pt x="285750" y="3810"/>
                  </a:lnTo>
                  <a:lnTo>
                    <a:pt x="285750" y="5080"/>
                  </a:lnTo>
                  <a:lnTo>
                    <a:pt x="287020" y="5080"/>
                  </a:lnTo>
                  <a:lnTo>
                    <a:pt x="287020" y="3810"/>
                  </a:lnTo>
                  <a:lnTo>
                    <a:pt x="570230" y="3810"/>
                  </a:lnTo>
                  <a:lnTo>
                    <a:pt x="570230" y="2540"/>
                  </a:lnTo>
                  <a:lnTo>
                    <a:pt x="570230" y="1270"/>
                  </a:lnTo>
                  <a:close/>
                </a:path>
                <a:path w="659129" h="7619">
                  <a:moveTo>
                    <a:pt x="574040" y="5080"/>
                  </a:moveTo>
                  <a:lnTo>
                    <a:pt x="572770" y="5080"/>
                  </a:lnTo>
                  <a:lnTo>
                    <a:pt x="572770" y="3810"/>
                  </a:lnTo>
                  <a:lnTo>
                    <a:pt x="571500" y="3810"/>
                  </a:lnTo>
                  <a:lnTo>
                    <a:pt x="571500" y="5080"/>
                  </a:lnTo>
                  <a:lnTo>
                    <a:pt x="288290" y="5080"/>
                  </a:lnTo>
                  <a:lnTo>
                    <a:pt x="288290" y="7620"/>
                  </a:lnTo>
                  <a:lnTo>
                    <a:pt x="574040" y="7620"/>
                  </a:lnTo>
                  <a:lnTo>
                    <a:pt x="574040" y="5080"/>
                  </a:lnTo>
                  <a:close/>
                </a:path>
                <a:path w="659129" h="7619">
                  <a:moveTo>
                    <a:pt x="659130" y="5080"/>
                  </a:moveTo>
                  <a:lnTo>
                    <a:pt x="609600" y="5080"/>
                  </a:lnTo>
                  <a:lnTo>
                    <a:pt x="609600" y="7620"/>
                  </a:lnTo>
                  <a:lnTo>
                    <a:pt x="659130" y="7620"/>
                  </a:lnTo>
                  <a:lnTo>
                    <a:pt x="659130" y="5080"/>
                  </a:lnTo>
                  <a:close/>
                </a:path>
                <a:path w="659129" h="7619">
                  <a:moveTo>
                    <a:pt x="659130" y="2540"/>
                  </a:moveTo>
                  <a:lnTo>
                    <a:pt x="609600" y="2540"/>
                  </a:lnTo>
                  <a:lnTo>
                    <a:pt x="609600" y="3810"/>
                  </a:lnTo>
                  <a:lnTo>
                    <a:pt x="659130" y="3810"/>
                  </a:lnTo>
                  <a:lnTo>
                    <a:pt x="659130" y="2540"/>
                  </a:lnTo>
                  <a:close/>
                </a:path>
                <a:path w="659129" h="7619">
                  <a:moveTo>
                    <a:pt x="659130" y="0"/>
                  </a:moveTo>
                  <a:lnTo>
                    <a:pt x="609600" y="0"/>
                  </a:lnTo>
                  <a:lnTo>
                    <a:pt x="609600" y="1270"/>
                  </a:lnTo>
                  <a:lnTo>
                    <a:pt x="659130" y="1270"/>
                  </a:lnTo>
                  <a:lnTo>
                    <a:pt x="659130" y="0"/>
                  </a:lnTo>
                  <a:close/>
                </a:path>
              </a:pathLst>
            </a:custGeom>
            <a:solidFill>
              <a:srgbClr val="886600"/>
            </a:solidFill>
          </p:spPr>
          <p:txBody>
            <a:bodyPr wrap="square" lIns="0" tIns="0" rIns="0" bIns="0" rtlCol="0"/>
            <a:lstStyle/>
            <a:p/>
          </p:txBody>
        </p:sp>
        <p:sp>
          <p:nvSpPr>
            <p:cNvPr id="1241" name="object 1241"/>
            <p:cNvSpPr/>
            <p:nvPr/>
          </p:nvSpPr>
          <p:spPr>
            <a:xfrm>
              <a:off x="6400800" y="3150869"/>
              <a:ext cx="659130" cy="7620"/>
            </a:xfrm>
            <a:custGeom>
              <a:avLst/>
              <a:gdLst/>
              <a:ahLst/>
              <a:cxnLst/>
              <a:rect l="l" t="t" r="r" b="b"/>
              <a:pathLst>
                <a:path w="659129" h="7619">
                  <a:moveTo>
                    <a:pt x="48260" y="3810"/>
                  </a:moveTo>
                  <a:lnTo>
                    <a:pt x="0" y="3810"/>
                  </a:lnTo>
                  <a:lnTo>
                    <a:pt x="0" y="6350"/>
                  </a:lnTo>
                  <a:lnTo>
                    <a:pt x="48260" y="6350"/>
                  </a:lnTo>
                  <a:lnTo>
                    <a:pt x="48260" y="3810"/>
                  </a:lnTo>
                  <a:close/>
                </a:path>
                <a:path w="659129" h="7619">
                  <a:moveTo>
                    <a:pt x="48260" y="1270"/>
                  </a:moveTo>
                  <a:lnTo>
                    <a:pt x="0" y="1270"/>
                  </a:lnTo>
                  <a:lnTo>
                    <a:pt x="0" y="2540"/>
                  </a:lnTo>
                  <a:lnTo>
                    <a:pt x="48260" y="2540"/>
                  </a:lnTo>
                  <a:lnTo>
                    <a:pt x="48260" y="1270"/>
                  </a:lnTo>
                  <a:close/>
                </a:path>
                <a:path w="659129" h="7619">
                  <a:moveTo>
                    <a:pt x="289560" y="0"/>
                  </a:moveTo>
                  <a:lnTo>
                    <a:pt x="288290" y="0"/>
                  </a:lnTo>
                  <a:lnTo>
                    <a:pt x="288290" y="1270"/>
                  </a:lnTo>
                  <a:lnTo>
                    <a:pt x="289560" y="1270"/>
                  </a:lnTo>
                  <a:lnTo>
                    <a:pt x="289560" y="0"/>
                  </a:lnTo>
                  <a:close/>
                </a:path>
                <a:path w="659129" h="7619">
                  <a:moveTo>
                    <a:pt x="575310" y="1270"/>
                  </a:moveTo>
                  <a:lnTo>
                    <a:pt x="289560" y="1270"/>
                  </a:lnTo>
                  <a:lnTo>
                    <a:pt x="289560" y="2540"/>
                  </a:lnTo>
                  <a:lnTo>
                    <a:pt x="290830" y="2540"/>
                  </a:lnTo>
                  <a:lnTo>
                    <a:pt x="290830" y="3810"/>
                  </a:lnTo>
                  <a:lnTo>
                    <a:pt x="292100" y="3810"/>
                  </a:lnTo>
                  <a:lnTo>
                    <a:pt x="292100" y="2540"/>
                  </a:lnTo>
                  <a:lnTo>
                    <a:pt x="575310" y="2540"/>
                  </a:lnTo>
                  <a:lnTo>
                    <a:pt x="575310" y="1270"/>
                  </a:lnTo>
                  <a:close/>
                </a:path>
                <a:path w="659129" h="7619">
                  <a:moveTo>
                    <a:pt x="579120" y="3810"/>
                  </a:moveTo>
                  <a:lnTo>
                    <a:pt x="577850" y="3810"/>
                  </a:lnTo>
                  <a:lnTo>
                    <a:pt x="577850" y="2540"/>
                  </a:lnTo>
                  <a:lnTo>
                    <a:pt x="576580" y="2540"/>
                  </a:lnTo>
                  <a:lnTo>
                    <a:pt x="576580" y="3810"/>
                  </a:lnTo>
                  <a:lnTo>
                    <a:pt x="293370" y="3810"/>
                  </a:lnTo>
                  <a:lnTo>
                    <a:pt x="293370" y="6350"/>
                  </a:lnTo>
                  <a:lnTo>
                    <a:pt x="579120" y="6350"/>
                  </a:lnTo>
                  <a:lnTo>
                    <a:pt x="579120" y="3810"/>
                  </a:lnTo>
                  <a:close/>
                </a:path>
                <a:path w="659129" h="7619">
                  <a:moveTo>
                    <a:pt x="581660" y="6350"/>
                  </a:moveTo>
                  <a:lnTo>
                    <a:pt x="580390" y="6350"/>
                  </a:lnTo>
                  <a:lnTo>
                    <a:pt x="580390" y="7620"/>
                  </a:lnTo>
                  <a:lnTo>
                    <a:pt x="581660" y="7620"/>
                  </a:lnTo>
                  <a:lnTo>
                    <a:pt x="581660" y="6350"/>
                  </a:lnTo>
                  <a:close/>
                </a:path>
                <a:path w="659129" h="7619">
                  <a:moveTo>
                    <a:pt x="659130" y="3810"/>
                  </a:moveTo>
                  <a:lnTo>
                    <a:pt x="610870" y="3810"/>
                  </a:lnTo>
                  <a:lnTo>
                    <a:pt x="610870" y="6350"/>
                  </a:lnTo>
                  <a:lnTo>
                    <a:pt x="659130" y="6350"/>
                  </a:lnTo>
                  <a:lnTo>
                    <a:pt x="659130" y="3810"/>
                  </a:lnTo>
                  <a:close/>
                </a:path>
                <a:path w="659129" h="7619">
                  <a:moveTo>
                    <a:pt x="659130" y="1270"/>
                  </a:moveTo>
                  <a:lnTo>
                    <a:pt x="609600" y="1270"/>
                  </a:lnTo>
                  <a:lnTo>
                    <a:pt x="609600" y="2540"/>
                  </a:lnTo>
                  <a:lnTo>
                    <a:pt x="659130" y="2540"/>
                  </a:lnTo>
                  <a:lnTo>
                    <a:pt x="659130" y="1270"/>
                  </a:lnTo>
                  <a:close/>
                </a:path>
              </a:pathLst>
            </a:custGeom>
            <a:solidFill>
              <a:srgbClr val="8A6700"/>
            </a:solidFill>
          </p:spPr>
          <p:txBody>
            <a:bodyPr wrap="square" lIns="0" tIns="0" rIns="0" bIns="0" rtlCol="0"/>
            <a:lstStyle/>
            <a:p/>
          </p:txBody>
        </p:sp>
        <p:sp>
          <p:nvSpPr>
            <p:cNvPr id="1242" name="object 1242"/>
            <p:cNvSpPr/>
            <p:nvPr/>
          </p:nvSpPr>
          <p:spPr>
            <a:xfrm>
              <a:off x="6400800" y="3158489"/>
              <a:ext cx="659130" cy="7620"/>
            </a:xfrm>
            <a:custGeom>
              <a:avLst/>
              <a:gdLst/>
              <a:ahLst/>
              <a:cxnLst/>
              <a:rect l="l" t="t" r="r" b="b"/>
              <a:pathLst>
                <a:path w="659129" h="7619">
                  <a:moveTo>
                    <a:pt x="48260" y="6350"/>
                  </a:moveTo>
                  <a:lnTo>
                    <a:pt x="0" y="6350"/>
                  </a:lnTo>
                  <a:lnTo>
                    <a:pt x="0" y="7620"/>
                  </a:lnTo>
                  <a:lnTo>
                    <a:pt x="48260" y="7620"/>
                  </a:lnTo>
                  <a:lnTo>
                    <a:pt x="48260" y="6350"/>
                  </a:lnTo>
                  <a:close/>
                </a:path>
                <a:path w="659129" h="7619">
                  <a:moveTo>
                    <a:pt x="48260" y="2540"/>
                  </a:moveTo>
                  <a:lnTo>
                    <a:pt x="0" y="2540"/>
                  </a:lnTo>
                  <a:lnTo>
                    <a:pt x="0" y="5080"/>
                  </a:lnTo>
                  <a:lnTo>
                    <a:pt x="48260" y="5080"/>
                  </a:lnTo>
                  <a:lnTo>
                    <a:pt x="48260" y="2540"/>
                  </a:lnTo>
                  <a:close/>
                </a:path>
                <a:path w="659129" h="7619">
                  <a:moveTo>
                    <a:pt x="48260" y="0"/>
                  </a:moveTo>
                  <a:lnTo>
                    <a:pt x="0" y="0"/>
                  </a:lnTo>
                  <a:lnTo>
                    <a:pt x="0" y="1270"/>
                  </a:lnTo>
                  <a:lnTo>
                    <a:pt x="48260" y="1270"/>
                  </a:lnTo>
                  <a:lnTo>
                    <a:pt x="48260" y="0"/>
                  </a:lnTo>
                  <a:close/>
                </a:path>
                <a:path w="659129" h="7619">
                  <a:moveTo>
                    <a:pt x="581660" y="0"/>
                  </a:moveTo>
                  <a:lnTo>
                    <a:pt x="294640" y="0"/>
                  </a:lnTo>
                  <a:lnTo>
                    <a:pt x="294640" y="1270"/>
                  </a:lnTo>
                  <a:lnTo>
                    <a:pt x="295910" y="1270"/>
                  </a:lnTo>
                  <a:lnTo>
                    <a:pt x="295910" y="2540"/>
                  </a:lnTo>
                  <a:lnTo>
                    <a:pt x="297180" y="2540"/>
                  </a:lnTo>
                  <a:lnTo>
                    <a:pt x="297180" y="1270"/>
                  </a:lnTo>
                  <a:lnTo>
                    <a:pt x="581660" y="1270"/>
                  </a:lnTo>
                  <a:lnTo>
                    <a:pt x="581660" y="0"/>
                  </a:lnTo>
                  <a:close/>
                </a:path>
                <a:path w="659129" h="7619">
                  <a:moveTo>
                    <a:pt x="584200" y="2540"/>
                  </a:moveTo>
                  <a:lnTo>
                    <a:pt x="582930" y="2540"/>
                  </a:lnTo>
                  <a:lnTo>
                    <a:pt x="582930" y="1270"/>
                  </a:lnTo>
                  <a:lnTo>
                    <a:pt x="581660" y="1270"/>
                  </a:lnTo>
                  <a:lnTo>
                    <a:pt x="581660" y="2540"/>
                  </a:lnTo>
                  <a:lnTo>
                    <a:pt x="298450" y="2540"/>
                  </a:lnTo>
                  <a:lnTo>
                    <a:pt x="298450" y="5080"/>
                  </a:lnTo>
                  <a:lnTo>
                    <a:pt x="299720" y="5080"/>
                  </a:lnTo>
                  <a:lnTo>
                    <a:pt x="299720" y="6350"/>
                  </a:lnTo>
                  <a:lnTo>
                    <a:pt x="300990" y="6350"/>
                  </a:lnTo>
                  <a:lnTo>
                    <a:pt x="300990" y="5080"/>
                  </a:lnTo>
                  <a:lnTo>
                    <a:pt x="584200" y="5080"/>
                  </a:lnTo>
                  <a:lnTo>
                    <a:pt x="584200" y="2540"/>
                  </a:lnTo>
                  <a:close/>
                </a:path>
                <a:path w="659129" h="7619">
                  <a:moveTo>
                    <a:pt x="586740" y="5080"/>
                  </a:moveTo>
                  <a:lnTo>
                    <a:pt x="585470" y="5080"/>
                  </a:lnTo>
                  <a:lnTo>
                    <a:pt x="585470" y="6350"/>
                  </a:lnTo>
                  <a:lnTo>
                    <a:pt x="300990" y="6350"/>
                  </a:lnTo>
                  <a:lnTo>
                    <a:pt x="300990" y="7620"/>
                  </a:lnTo>
                  <a:lnTo>
                    <a:pt x="586740" y="7620"/>
                  </a:lnTo>
                  <a:lnTo>
                    <a:pt x="586740" y="6350"/>
                  </a:lnTo>
                  <a:lnTo>
                    <a:pt x="586740" y="5080"/>
                  </a:lnTo>
                  <a:close/>
                </a:path>
                <a:path w="659129" h="7619">
                  <a:moveTo>
                    <a:pt x="659130" y="6350"/>
                  </a:moveTo>
                  <a:lnTo>
                    <a:pt x="610870" y="6350"/>
                  </a:lnTo>
                  <a:lnTo>
                    <a:pt x="610870" y="7620"/>
                  </a:lnTo>
                  <a:lnTo>
                    <a:pt x="659130" y="7620"/>
                  </a:lnTo>
                  <a:lnTo>
                    <a:pt x="659130" y="6350"/>
                  </a:lnTo>
                  <a:close/>
                </a:path>
                <a:path w="659129" h="7619">
                  <a:moveTo>
                    <a:pt x="659130" y="2540"/>
                  </a:moveTo>
                  <a:lnTo>
                    <a:pt x="610870" y="2540"/>
                  </a:lnTo>
                  <a:lnTo>
                    <a:pt x="610870" y="5080"/>
                  </a:lnTo>
                  <a:lnTo>
                    <a:pt x="659130" y="5080"/>
                  </a:lnTo>
                  <a:lnTo>
                    <a:pt x="659130" y="2540"/>
                  </a:lnTo>
                  <a:close/>
                </a:path>
                <a:path w="659129" h="7619">
                  <a:moveTo>
                    <a:pt x="659130" y="0"/>
                  </a:moveTo>
                  <a:lnTo>
                    <a:pt x="610870" y="0"/>
                  </a:lnTo>
                  <a:lnTo>
                    <a:pt x="610870" y="1270"/>
                  </a:lnTo>
                  <a:lnTo>
                    <a:pt x="659130" y="1270"/>
                  </a:lnTo>
                  <a:lnTo>
                    <a:pt x="659130" y="0"/>
                  </a:lnTo>
                  <a:close/>
                </a:path>
              </a:pathLst>
            </a:custGeom>
            <a:solidFill>
              <a:srgbClr val="8C6800"/>
            </a:solidFill>
          </p:spPr>
          <p:txBody>
            <a:bodyPr wrap="square" lIns="0" tIns="0" rIns="0" bIns="0" rtlCol="0"/>
            <a:lstStyle/>
            <a:p/>
          </p:txBody>
        </p:sp>
        <p:sp>
          <p:nvSpPr>
            <p:cNvPr id="1243" name="object 1243"/>
            <p:cNvSpPr/>
            <p:nvPr/>
          </p:nvSpPr>
          <p:spPr>
            <a:xfrm>
              <a:off x="6400800" y="3166109"/>
              <a:ext cx="659130" cy="6350"/>
            </a:xfrm>
            <a:custGeom>
              <a:avLst/>
              <a:gdLst/>
              <a:ahLst/>
              <a:cxnLst/>
              <a:rect l="l" t="t" r="r" b="b"/>
              <a:pathLst>
                <a:path w="659129" h="6350">
                  <a:moveTo>
                    <a:pt x="48260" y="5080"/>
                  </a:moveTo>
                  <a:lnTo>
                    <a:pt x="0" y="5080"/>
                  </a:lnTo>
                  <a:lnTo>
                    <a:pt x="0" y="6350"/>
                  </a:lnTo>
                  <a:lnTo>
                    <a:pt x="48260" y="6350"/>
                  </a:lnTo>
                  <a:lnTo>
                    <a:pt x="48260" y="5080"/>
                  </a:lnTo>
                  <a:close/>
                </a:path>
                <a:path w="659129" h="6350">
                  <a:moveTo>
                    <a:pt x="48260" y="1270"/>
                  </a:moveTo>
                  <a:lnTo>
                    <a:pt x="0" y="1270"/>
                  </a:lnTo>
                  <a:lnTo>
                    <a:pt x="0" y="3810"/>
                  </a:lnTo>
                  <a:lnTo>
                    <a:pt x="48260" y="3810"/>
                  </a:lnTo>
                  <a:lnTo>
                    <a:pt x="48260" y="1270"/>
                  </a:lnTo>
                  <a:close/>
                </a:path>
                <a:path w="659129" h="6350">
                  <a:moveTo>
                    <a:pt x="302260" y="0"/>
                  </a:moveTo>
                  <a:lnTo>
                    <a:pt x="300990" y="0"/>
                  </a:lnTo>
                  <a:lnTo>
                    <a:pt x="300990" y="1270"/>
                  </a:lnTo>
                  <a:lnTo>
                    <a:pt x="302260" y="1270"/>
                  </a:lnTo>
                  <a:lnTo>
                    <a:pt x="302260" y="0"/>
                  </a:lnTo>
                  <a:close/>
                </a:path>
                <a:path w="659129" h="6350">
                  <a:moveTo>
                    <a:pt x="589280" y="1270"/>
                  </a:moveTo>
                  <a:lnTo>
                    <a:pt x="303530" y="1270"/>
                  </a:lnTo>
                  <a:lnTo>
                    <a:pt x="303530" y="3810"/>
                  </a:lnTo>
                  <a:lnTo>
                    <a:pt x="304800" y="3810"/>
                  </a:lnTo>
                  <a:lnTo>
                    <a:pt x="304800" y="5080"/>
                  </a:lnTo>
                  <a:lnTo>
                    <a:pt x="306070" y="5080"/>
                  </a:lnTo>
                  <a:lnTo>
                    <a:pt x="306070" y="3810"/>
                  </a:lnTo>
                  <a:lnTo>
                    <a:pt x="589280" y="3810"/>
                  </a:lnTo>
                  <a:lnTo>
                    <a:pt x="589280" y="1270"/>
                  </a:lnTo>
                  <a:close/>
                </a:path>
                <a:path w="659129" h="6350">
                  <a:moveTo>
                    <a:pt x="591820" y="3810"/>
                  </a:moveTo>
                  <a:lnTo>
                    <a:pt x="590550" y="3810"/>
                  </a:lnTo>
                  <a:lnTo>
                    <a:pt x="590550" y="5080"/>
                  </a:lnTo>
                  <a:lnTo>
                    <a:pt x="306070" y="5080"/>
                  </a:lnTo>
                  <a:lnTo>
                    <a:pt x="306070" y="6350"/>
                  </a:lnTo>
                  <a:lnTo>
                    <a:pt x="591820" y="6350"/>
                  </a:lnTo>
                  <a:lnTo>
                    <a:pt x="591820" y="5080"/>
                  </a:lnTo>
                  <a:lnTo>
                    <a:pt x="591820" y="3810"/>
                  </a:lnTo>
                  <a:close/>
                </a:path>
                <a:path w="659129" h="6350">
                  <a:moveTo>
                    <a:pt x="659130" y="5080"/>
                  </a:moveTo>
                  <a:lnTo>
                    <a:pt x="610870" y="5080"/>
                  </a:lnTo>
                  <a:lnTo>
                    <a:pt x="610870" y="6350"/>
                  </a:lnTo>
                  <a:lnTo>
                    <a:pt x="659130" y="6350"/>
                  </a:lnTo>
                  <a:lnTo>
                    <a:pt x="659130" y="5080"/>
                  </a:lnTo>
                  <a:close/>
                </a:path>
                <a:path w="659129" h="6350">
                  <a:moveTo>
                    <a:pt x="659130" y="1270"/>
                  </a:moveTo>
                  <a:lnTo>
                    <a:pt x="610870" y="1270"/>
                  </a:lnTo>
                  <a:lnTo>
                    <a:pt x="610870" y="3810"/>
                  </a:lnTo>
                  <a:lnTo>
                    <a:pt x="659130" y="3810"/>
                  </a:lnTo>
                  <a:lnTo>
                    <a:pt x="659130" y="1270"/>
                  </a:lnTo>
                  <a:close/>
                </a:path>
              </a:pathLst>
            </a:custGeom>
            <a:solidFill>
              <a:srgbClr val="8E6A00"/>
            </a:solidFill>
          </p:spPr>
          <p:txBody>
            <a:bodyPr wrap="square" lIns="0" tIns="0" rIns="0" bIns="0" rtlCol="0"/>
            <a:lstStyle/>
            <a:p/>
          </p:txBody>
        </p:sp>
        <p:sp>
          <p:nvSpPr>
            <p:cNvPr id="1244" name="object 1244"/>
            <p:cNvSpPr/>
            <p:nvPr/>
          </p:nvSpPr>
          <p:spPr>
            <a:xfrm>
              <a:off x="6400800" y="3172460"/>
              <a:ext cx="660400" cy="7620"/>
            </a:xfrm>
            <a:custGeom>
              <a:avLst/>
              <a:gdLst/>
              <a:ahLst/>
              <a:cxnLst/>
              <a:rect l="l" t="t" r="r" b="b"/>
              <a:pathLst>
                <a:path w="660400" h="7619">
                  <a:moveTo>
                    <a:pt x="48260" y="5079"/>
                  </a:moveTo>
                  <a:lnTo>
                    <a:pt x="0" y="5079"/>
                  </a:lnTo>
                  <a:lnTo>
                    <a:pt x="0" y="6349"/>
                  </a:lnTo>
                  <a:lnTo>
                    <a:pt x="48260" y="6349"/>
                  </a:lnTo>
                  <a:lnTo>
                    <a:pt x="48260" y="5079"/>
                  </a:lnTo>
                  <a:close/>
                </a:path>
                <a:path w="660400" h="7619">
                  <a:moveTo>
                    <a:pt x="48260" y="1269"/>
                  </a:moveTo>
                  <a:lnTo>
                    <a:pt x="0" y="1269"/>
                  </a:lnTo>
                  <a:lnTo>
                    <a:pt x="0" y="3809"/>
                  </a:lnTo>
                  <a:lnTo>
                    <a:pt x="48260" y="3809"/>
                  </a:lnTo>
                  <a:lnTo>
                    <a:pt x="48260" y="1269"/>
                  </a:lnTo>
                  <a:close/>
                </a:path>
                <a:path w="660400" h="7619">
                  <a:moveTo>
                    <a:pt x="313690" y="6349"/>
                  </a:moveTo>
                  <a:lnTo>
                    <a:pt x="312420" y="6349"/>
                  </a:lnTo>
                  <a:lnTo>
                    <a:pt x="312420" y="7619"/>
                  </a:lnTo>
                  <a:lnTo>
                    <a:pt x="313690" y="7619"/>
                  </a:lnTo>
                  <a:lnTo>
                    <a:pt x="313690" y="6349"/>
                  </a:lnTo>
                  <a:close/>
                </a:path>
                <a:path w="660400" h="7619">
                  <a:moveTo>
                    <a:pt x="599440" y="6349"/>
                  </a:moveTo>
                  <a:lnTo>
                    <a:pt x="598170" y="6349"/>
                  </a:lnTo>
                  <a:lnTo>
                    <a:pt x="598170" y="7619"/>
                  </a:lnTo>
                  <a:lnTo>
                    <a:pt x="599440" y="7619"/>
                  </a:lnTo>
                  <a:lnTo>
                    <a:pt x="599440" y="6349"/>
                  </a:lnTo>
                  <a:close/>
                </a:path>
                <a:path w="660400" h="7619">
                  <a:moveTo>
                    <a:pt x="596900" y="3809"/>
                  </a:moveTo>
                  <a:lnTo>
                    <a:pt x="595629" y="3809"/>
                  </a:lnTo>
                  <a:lnTo>
                    <a:pt x="595629" y="5079"/>
                  </a:lnTo>
                  <a:lnTo>
                    <a:pt x="311150" y="5079"/>
                  </a:lnTo>
                  <a:lnTo>
                    <a:pt x="311150" y="6349"/>
                  </a:lnTo>
                  <a:lnTo>
                    <a:pt x="596900" y="6349"/>
                  </a:lnTo>
                  <a:lnTo>
                    <a:pt x="596900" y="3809"/>
                  </a:lnTo>
                  <a:close/>
                </a:path>
                <a:path w="660400" h="7619">
                  <a:moveTo>
                    <a:pt x="311150" y="3809"/>
                  </a:moveTo>
                  <a:lnTo>
                    <a:pt x="309879" y="3809"/>
                  </a:lnTo>
                  <a:lnTo>
                    <a:pt x="309879" y="5079"/>
                  </a:lnTo>
                  <a:lnTo>
                    <a:pt x="311150" y="5079"/>
                  </a:lnTo>
                  <a:lnTo>
                    <a:pt x="311150" y="3809"/>
                  </a:lnTo>
                  <a:close/>
                </a:path>
                <a:path w="660400" h="7619">
                  <a:moveTo>
                    <a:pt x="595629" y="1269"/>
                  </a:moveTo>
                  <a:lnTo>
                    <a:pt x="308609" y="1269"/>
                  </a:lnTo>
                  <a:lnTo>
                    <a:pt x="308609" y="3809"/>
                  </a:lnTo>
                  <a:lnTo>
                    <a:pt x="595629" y="3809"/>
                  </a:lnTo>
                  <a:lnTo>
                    <a:pt x="595629" y="1269"/>
                  </a:lnTo>
                  <a:close/>
                </a:path>
                <a:path w="660400" h="7619">
                  <a:moveTo>
                    <a:pt x="308609" y="0"/>
                  </a:moveTo>
                  <a:lnTo>
                    <a:pt x="307340" y="0"/>
                  </a:lnTo>
                  <a:lnTo>
                    <a:pt x="307340" y="1269"/>
                  </a:lnTo>
                  <a:lnTo>
                    <a:pt x="308609" y="1269"/>
                  </a:lnTo>
                  <a:lnTo>
                    <a:pt x="308609" y="0"/>
                  </a:lnTo>
                  <a:close/>
                </a:path>
                <a:path w="660400" h="7619">
                  <a:moveTo>
                    <a:pt x="594359" y="0"/>
                  </a:moveTo>
                  <a:lnTo>
                    <a:pt x="593090" y="0"/>
                  </a:lnTo>
                  <a:lnTo>
                    <a:pt x="593090" y="1269"/>
                  </a:lnTo>
                  <a:lnTo>
                    <a:pt x="594359" y="1269"/>
                  </a:lnTo>
                  <a:lnTo>
                    <a:pt x="594359" y="0"/>
                  </a:lnTo>
                  <a:close/>
                </a:path>
                <a:path w="660400" h="7619">
                  <a:moveTo>
                    <a:pt x="660400" y="3809"/>
                  </a:moveTo>
                  <a:lnTo>
                    <a:pt x="659129" y="3809"/>
                  </a:lnTo>
                  <a:lnTo>
                    <a:pt x="659129" y="5079"/>
                  </a:lnTo>
                  <a:lnTo>
                    <a:pt x="610870" y="5079"/>
                  </a:lnTo>
                  <a:lnTo>
                    <a:pt x="610870" y="6349"/>
                  </a:lnTo>
                  <a:lnTo>
                    <a:pt x="660400" y="6349"/>
                  </a:lnTo>
                  <a:lnTo>
                    <a:pt x="660400" y="3809"/>
                  </a:lnTo>
                  <a:close/>
                </a:path>
                <a:path w="660400" h="7619">
                  <a:moveTo>
                    <a:pt x="659129" y="1269"/>
                  </a:moveTo>
                  <a:lnTo>
                    <a:pt x="610870" y="1269"/>
                  </a:lnTo>
                  <a:lnTo>
                    <a:pt x="610870" y="3809"/>
                  </a:lnTo>
                  <a:lnTo>
                    <a:pt x="659129" y="3809"/>
                  </a:lnTo>
                  <a:lnTo>
                    <a:pt x="659129" y="1269"/>
                  </a:lnTo>
                  <a:close/>
                </a:path>
              </a:pathLst>
            </a:custGeom>
            <a:solidFill>
              <a:srgbClr val="8F6B00"/>
            </a:solidFill>
          </p:spPr>
          <p:txBody>
            <a:bodyPr wrap="square" lIns="0" tIns="0" rIns="0" bIns="0" rtlCol="0"/>
            <a:lstStyle/>
            <a:p/>
          </p:txBody>
        </p:sp>
        <p:sp>
          <p:nvSpPr>
            <p:cNvPr id="1245" name="object 1245"/>
            <p:cNvSpPr/>
            <p:nvPr/>
          </p:nvSpPr>
          <p:spPr>
            <a:xfrm>
              <a:off x="6400800" y="3180079"/>
              <a:ext cx="660400" cy="7620"/>
            </a:xfrm>
            <a:custGeom>
              <a:avLst/>
              <a:gdLst/>
              <a:ahLst/>
              <a:cxnLst/>
              <a:rect l="l" t="t" r="r" b="b"/>
              <a:pathLst>
                <a:path w="660400" h="7619">
                  <a:moveTo>
                    <a:pt x="48260" y="6350"/>
                  </a:moveTo>
                  <a:lnTo>
                    <a:pt x="0" y="6350"/>
                  </a:lnTo>
                  <a:lnTo>
                    <a:pt x="0" y="7620"/>
                  </a:lnTo>
                  <a:lnTo>
                    <a:pt x="48260" y="7620"/>
                  </a:lnTo>
                  <a:lnTo>
                    <a:pt x="48260" y="6350"/>
                  </a:lnTo>
                  <a:close/>
                </a:path>
                <a:path w="660400" h="7619">
                  <a:moveTo>
                    <a:pt x="48260" y="0"/>
                  </a:moveTo>
                  <a:lnTo>
                    <a:pt x="0" y="0"/>
                  </a:lnTo>
                  <a:lnTo>
                    <a:pt x="0" y="5080"/>
                  </a:lnTo>
                  <a:lnTo>
                    <a:pt x="48260" y="5080"/>
                  </a:lnTo>
                  <a:lnTo>
                    <a:pt x="48260" y="0"/>
                  </a:lnTo>
                  <a:close/>
                </a:path>
                <a:path w="660400" h="7619">
                  <a:moveTo>
                    <a:pt x="601980" y="2540"/>
                  </a:moveTo>
                  <a:lnTo>
                    <a:pt x="600710" y="2540"/>
                  </a:lnTo>
                  <a:lnTo>
                    <a:pt x="600710" y="0"/>
                  </a:lnTo>
                  <a:lnTo>
                    <a:pt x="314960" y="0"/>
                  </a:lnTo>
                  <a:lnTo>
                    <a:pt x="314960" y="2540"/>
                  </a:lnTo>
                  <a:lnTo>
                    <a:pt x="316230" y="2540"/>
                  </a:lnTo>
                  <a:lnTo>
                    <a:pt x="316230" y="5080"/>
                  </a:lnTo>
                  <a:lnTo>
                    <a:pt x="317500" y="5080"/>
                  </a:lnTo>
                  <a:lnTo>
                    <a:pt x="317500" y="6350"/>
                  </a:lnTo>
                  <a:lnTo>
                    <a:pt x="318770" y="6350"/>
                  </a:lnTo>
                  <a:lnTo>
                    <a:pt x="318770" y="5080"/>
                  </a:lnTo>
                  <a:lnTo>
                    <a:pt x="601980" y="5080"/>
                  </a:lnTo>
                  <a:lnTo>
                    <a:pt x="601980" y="2540"/>
                  </a:lnTo>
                  <a:close/>
                </a:path>
                <a:path w="660400" h="7619">
                  <a:moveTo>
                    <a:pt x="605790" y="6350"/>
                  </a:moveTo>
                  <a:lnTo>
                    <a:pt x="604520" y="6350"/>
                  </a:lnTo>
                  <a:lnTo>
                    <a:pt x="604520" y="5080"/>
                  </a:lnTo>
                  <a:lnTo>
                    <a:pt x="603250" y="5080"/>
                  </a:lnTo>
                  <a:lnTo>
                    <a:pt x="603250" y="6350"/>
                  </a:lnTo>
                  <a:lnTo>
                    <a:pt x="320040" y="6350"/>
                  </a:lnTo>
                  <a:lnTo>
                    <a:pt x="320040" y="7620"/>
                  </a:lnTo>
                  <a:lnTo>
                    <a:pt x="605790" y="7620"/>
                  </a:lnTo>
                  <a:lnTo>
                    <a:pt x="605790" y="6350"/>
                  </a:lnTo>
                  <a:close/>
                </a:path>
                <a:path w="660400" h="7619">
                  <a:moveTo>
                    <a:pt x="660400" y="6350"/>
                  </a:moveTo>
                  <a:lnTo>
                    <a:pt x="610870" y="6350"/>
                  </a:lnTo>
                  <a:lnTo>
                    <a:pt x="610870" y="7620"/>
                  </a:lnTo>
                  <a:lnTo>
                    <a:pt x="660400" y="7620"/>
                  </a:lnTo>
                  <a:lnTo>
                    <a:pt x="660400" y="6350"/>
                  </a:lnTo>
                  <a:close/>
                </a:path>
                <a:path w="660400" h="7619">
                  <a:moveTo>
                    <a:pt x="660400" y="0"/>
                  </a:moveTo>
                  <a:lnTo>
                    <a:pt x="610870" y="0"/>
                  </a:lnTo>
                  <a:lnTo>
                    <a:pt x="610870" y="5080"/>
                  </a:lnTo>
                  <a:lnTo>
                    <a:pt x="660400" y="5080"/>
                  </a:lnTo>
                  <a:lnTo>
                    <a:pt x="660400" y="0"/>
                  </a:lnTo>
                  <a:close/>
                </a:path>
              </a:pathLst>
            </a:custGeom>
            <a:solidFill>
              <a:srgbClr val="916C00"/>
            </a:solidFill>
          </p:spPr>
          <p:txBody>
            <a:bodyPr wrap="square" lIns="0" tIns="0" rIns="0" bIns="0" rtlCol="0"/>
            <a:lstStyle/>
            <a:p/>
          </p:txBody>
        </p:sp>
        <p:sp>
          <p:nvSpPr>
            <p:cNvPr id="1246" name="object 1246"/>
            <p:cNvSpPr/>
            <p:nvPr/>
          </p:nvSpPr>
          <p:spPr>
            <a:xfrm>
              <a:off x="6400800" y="3187699"/>
              <a:ext cx="660400" cy="6350"/>
            </a:xfrm>
            <a:custGeom>
              <a:avLst/>
              <a:gdLst/>
              <a:ahLst/>
              <a:cxnLst/>
              <a:rect l="l" t="t" r="r" b="b"/>
              <a:pathLst>
                <a:path w="660400" h="6350">
                  <a:moveTo>
                    <a:pt x="48260" y="2540"/>
                  </a:moveTo>
                  <a:lnTo>
                    <a:pt x="0" y="2540"/>
                  </a:lnTo>
                  <a:lnTo>
                    <a:pt x="0" y="3810"/>
                  </a:lnTo>
                  <a:lnTo>
                    <a:pt x="48260" y="3810"/>
                  </a:lnTo>
                  <a:lnTo>
                    <a:pt x="48260" y="2540"/>
                  </a:lnTo>
                  <a:close/>
                </a:path>
                <a:path w="660400" h="6350">
                  <a:moveTo>
                    <a:pt x="48260" y="0"/>
                  </a:moveTo>
                  <a:lnTo>
                    <a:pt x="0" y="0"/>
                  </a:lnTo>
                  <a:lnTo>
                    <a:pt x="0" y="1270"/>
                  </a:lnTo>
                  <a:lnTo>
                    <a:pt x="48260" y="1270"/>
                  </a:lnTo>
                  <a:lnTo>
                    <a:pt x="48260" y="0"/>
                  </a:lnTo>
                  <a:close/>
                </a:path>
                <a:path w="660400" h="6350">
                  <a:moveTo>
                    <a:pt x="49530" y="5080"/>
                  </a:moveTo>
                  <a:lnTo>
                    <a:pt x="0" y="5080"/>
                  </a:lnTo>
                  <a:lnTo>
                    <a:pt x="0" y="6350"/>
                  </a:lnTo>
                  <a:lnTo>
                    <a:pt x="49530" y="6350"/>
                  </a:lnTo>
                  <a:lnTo>
                    <a:pt x="49530" y="5080"/>
                  </a:lnTo>
                  <a:close/>
                </a:path>
                <a:path w="660400" h="6350">
                  <a:moveTo>
                    <a:pt x="605790" y="0"/>
                  </a:moveTo>
                  <a:lnTo>
                    <a:pt x="320040" y="0"/>
                  </a:lnTo>
                  <a:lnTo>
                    <a:pt x="320040" y="1270"/>
                  </a:lnTo>
                  <a:lnTo>
                    <a:pt x="321310" y="1270"/>
                  </a:lnTo>
                  <a:lnTo>
                    <a:pt x="321310" y="2540"/>
                  </a:lnTo>
                  <a:lnTo>
                    <a:pt x="322580" y="2540"/>
                  </a:lnTo>
                  <a:lnTo>
                    <a:pt x="322580" y="1270"/>
                  </a:lnTo>
                  <a:lnTo>
                    <a:pt x="605790" y="1270"/>
                  </a:lnTo>
                  <a:lnTo>
                    <a:pt x="605790" y="0"/>
                  </a:lnTo>
                  <a:close/>
                </a:path>
                <a:path w="660400" h="6350">
                  <a:moveTo>
                    <a:pt x="608330" y="1270"/>
                  </a:moveTo>
                  <a:lnTo>
                    <a:pt x="607060" y="1270"/>
                  </a:lnTo>
                  <a:lnTo>
                    <a:pt x="607060" y="2540"/>
                  </a:lnTo>
                  <a:lnTo>
                    <a:pt x="322580" y="2540"/>
                  </a:lnTo>
                  <a:lnTo>
                    <a:pt x="322580" y="3810"/>
                  </a:lnTo>
                  <a:lnTo>
                    <a:pt x="608330" y="3810"/>
                  </a:lnTo>
                  <a:lnTo>
                    <a:pt x="608330" y="2540"/>
                  </a:lnTo>
                  <a:lnTo>
                    <a:pt x="608330" y="1270"/>
                  </a:lnTo>
                  <a:close/>
                </a:path>
                <a:path w="660400" h="6350">
                  <a:moveTo>
                    <a:pt x="660400" y="5080"/>
                  </a:moveTo>
                  <a:lnTo>
                    <a:pt x="609600" y="5080"/>
                  </a:lnTo>
                  <a:lnTo>
                    <a:pt x="609600" y="3810"/>
                  </a:lnTo>
                  <a:lnTo>
                    <a:pt x="608330" y="3810"/>
                  </a:lnTo>
                  <a:lnTo>
                    <a:pt x="608330" y="5080"/>
                  </a:lnTo>
                  <a:lnTo>
                    <a:pt x="325120" y="5080"/>
                  </a:lnTo>
                  <a:lnTo>
                    <a:pt x="325120" y="6350"/>
                  </a:lnTo>
                  <a:lnTo>
                    <a:pt x="660400" y="6350"/>
                  </a:lnTo>
                  <a:lnTo>
                    <a:pt x="660400" y="5080"/>
                  </a:lnTo>
                  <a:close/>
                </a:path>
                <a:path w="660400" h="6350">
                  <a:moveTo>
                    <a:pt x="660400" y="2540"/>
                  </a:moveTo>
                  <a:lnTo>
                    <a:pt x="610870" y="2540"/>
                  </a:lnTo>
                  <a:lnTo>
                    <a:pt x="610870" y="3810"/>
                  </a:lnTo>
                  <a:lnTo>
                    <a:pt x="660400" y="3810"/>
                  </a:lnTo>
                  <a:lnTo>
                    <a:pt x="660400" y="2540"/>
                  </a:lnTo>
                  <a:close/>
                </a:path>
                <a:path w="660400" h="6350">
                  <a:moveTo>
                    <a:pt x="660400" y="0"/>
                  </a:moveTo>
                  <a:lnTo>
                    <a:pt x="610870" y="0"/>
                  </a:lnTo>
                  <a:lnTo>
                    <a:pt x="610870" y="1270"/>
                  </a:lnTo>
                  <a:lnTo>
                    <a:pt x="660400" y="1270"/>
                  </a:lnTo>
                  <a:lnTo>
                    <a:pt x="660400" y="0"/>
                  </a:lnTo>
                  <a:close/>
                </a:path>
              </a:pathLst>
            </a:custGeom>
            <a:solidFill>
              <a:srgbClr val="936E00"/>
            </a:solidFill>
          </p:spPr>
          <p:txBody>
            <a:bodyPr wrap="square" lIns="0" tIns="0" rIns="0" bIns="0" rtlCol="0"/>
            <a:lstStyle/>
            <a:p/>
          </p:txBody>
        </p:sp>
        <p:sp>
          <p:nvSpPr>
            <p:cNvPr id="1247" name="object 1247"/>
            <p:cNvSpPr/>
            <p:nvPr/>
          </p:nvSpPr>
          <p:spPr>
            <a:xfrm>
              <a:off x="6400800" y="3194049"/>
              <a:ext cx="660400" cy="7620"/>
            </a:xfrm>
            <a:custGeom>
              <a:avLst/>
              <a:gdLst/>
              <a:ahLst/>
              <a:cxnLst/>
              <a:rect l="l" t="t" r="r" b="b"/>
              <a:pathLst>
                <a:path w="660400" h="7619">
                  <a:moveTo>
                    <a:pt x="49530" y="5080"/>
                  </a:moveTo>
                  <a:lnTo>
                    <a:pt x="0" y="5080"/>
                  </a:lnTo>
                  <a:lnTo>
                    <a:pt x="0" y="7620"/>
                  </a:lnTo>
                  <a:lnTo>
                    <a:pt x="49530" y="7620"/>
                  </a:lnTo>
                  <a:lnTo>
                    <a:pt x="49530" y="5080"/>
                  </a:lnTo>
                  <a:close/>
                </a:path>
                <a:path w="660400" h="7619">
                  <a:moveTo>
                    <a:pt x="49530" y="2540"/>
                  </a:moveTo>
                  <a:lnTo>
                    <a:pt x="0" y="2540"/>
                  </a:lnTo>
                  <a:lnTo>
                    <a:pt x="0" y="3810"/>
                  </a:lnTo>
                  <a:lnTo>
                    <a:pt x="49530" y="3810"/>
                  </a:lnTo>
                  <a:lnTo>
                    <a:pt x="49530" y="2540"/>
                  </a:lnTo>
                  <a:close/>
                </a:path>
                <a:path w="660400" h="7619">
                  <a:moveTo>
                    <a:pt x="49530" y="0"/>
                  </a:moveTo>
                  <a:lnTo>
                    <a:pt x="0" y="0"/>
                  </a:lnTo>
                  <a:lnTo>
                    <a:pt x="0" y="1270"/>
                  </a:lnTo>
                  <a:lnTo>
                    <a:pt x="49530" y="1270"/>
                  </a:lnTo>
                  <a:lnTo>
                    <a:pt x="49530" y="0"/>
                  </a:lnTo>
                  <a:close/>
                </a:path>
                <a:path w="660400" h="7619">
                  <a:moveTo>
                    <a:pt x="660400" y="5080"/>
                  </a:moveTo>
                  <a:lnTo>
                    <a:pt x="331470" y="5080"/>
                  </a:lnTo>
                  <a:lnTo>
                    <a:pt x="331470" y="7620"/>
                  </a:lnTo>
                  <a:lnTo>
                    <a:pt x="660400" y="7620"/>
                  </a:lnTo>
                  <a:lnTo>
                    <a:pt x="660400" y="5080"/>
                  </a:lnTo>
                  <a:close/>
                </a:path>
                <a:path w="660400" h="7619">
                  <a:moveTo>
                    <a:pt x="660400" y="2540"/>
                  </a:moveTo>
                  <a:lnTo>
                    <a:pt x="327660" y="2540"/>
                  </a:lnTo>
                  <a:lnTo>
                    <a:pt x="327660" y="3810"/>
                  </a:lnTo>
                  <a:lnTo>
                    <a:pt x="328930" y="3810"/>
                  </a:lnTo>
                  <a:lnTo>
                    <a:pt x="328930" y="5080"/>
                  </a:lnTo>
                  <a:lnTo>
                    <a:pt x="330200" y="5080"/>
                  </a:lnTo>
                  <a:lnTo>
                    <a:pt x="330200" y="3810"/>
                  </a:lnTo>
                  <a:lnTo>
                    <a:pt x="660400" y="3810"/>
                  </a:lnTo>
                  <a:lnTo>
                    <a:pt x="660400" y="2540"/>
                  </a:lnTo>
                  <a:close/>
                </a:path>
                <a:path w="660400" h="7619">
                  <a:moveTo>
                    <a:pt x="660400" y="0"/>
                  </a:moveTo>
                  <a:lnTo>
                    <a:pt x="325120" y="0"/>
                  </a:lnTo>
                  <a:lnTo>
                    <a:pt x="325120" y="1270"/>
                  </a:lnTo>
                  <a:lnTo>
                    <a:pt x="326390" y="1270"/>
                  </a:lnTo>
                  <a:lnTo>
                    <a:pt x="326390" y="2540"/>
                  </a:lnTo>
                  <a:lnTo>
                    <a:pt x="327660" y="2540"/>
                  </a:lnTo>
                  <a:lnTo>
                    <a:pt x="327660" y="1270"/>
                  </a:lnTo>
                  <a:lnTo>
                    <a:pt x="660400" y="1270"/>
                  </a:lnTo>
                  <a:lnTo>
                    <a:pt x="660400" y="0"/>
                  </a:lnTo>
                  <a:close/>
                </a:path>
              </a:pathLst>
            </a:custGeom>
            <a:solidFill>
              <a:srgbClr val="956F00"/>
            </a:solidFill>
          </p:spPr>
          <p:txBody>
            <a:bodyPr wrap="square" lIns="0" tIns="0" rIns="0" bIns="0" rtlCol="0"/>
            <a:lstStyle/>
            <a:p/>
          </p:txBody>
        </p:sp>
        <p:sp>
          <p:nvSpPr>
            <p:cNvPr id="1248" name="object 1248"/>
            <p:cNvSpPr/>
            <p:nvPr/>
          </p:nvSpPr>
          <p:spPr>
            <a:xfrm>
              <a:off x="6400800" y="3201669"/>
              <a:ext cx="660400" cy="7620"/>
            </a:xfrm>
            <a:custGeom>
              <a:avLst/>
              <a:gdLst/>
              <a:ahLst/>
              <a:cxnLst/>
              <a:rect l="l" t="t" r="r" b="b"/>
              <a:pathLst>
                <a:path w="660400" h="7619">
                  <a:moveTo>
                    <a:pt x="49530" y="3810"/>
                  </a:moveTo>
                  <a:lnTo>
                    <a:pt x="1270" y="3810"/>
                  </a:lnTo>
                  <a:lnTo>
                    <a:pt x="1270" y="6350"/>
                  </a:lnTo>
                  <a:lnTo>
                    <a:pt x="49530" y="6350"/>
                  </a:lnTo>
                  <a:lnTo>
                    <a:pt x="49530" y="3810"/>
                  </a:lnTo>
                  <a:close/>
                </a:path>
                <a:path w="660400" h="7619">
                  <a:moveTo>
                    <a:pt x="49530" y="0"/>
                  </a:moveTo>
                  <a:lnTo>
                    <a:pt x="0" y="0"/>
                  </a:lnTo>
                  <a:lnTo>
                    <a:pt x="0" y="2540"/>
                  </a:lnTo>
                  <a:lnTo>
                    <a:pt x="0" y="3810"/>
                  </a:lnTo>
                  <a:lnTo>
                    <a:pt x="1270" y="3810"/>
                  </a:lnTo>
                  <a:lnTo>
                    <a:pt x="1270" y="2540"/>
                  </a:lnTo>
                  <a:lnTo>
                    <a:pt x="49530" y="2540"/>
                  </a:lnTo>
                  <a:lnTo>
                    <a:pt x="49530" y="0"/>
                  </a:lnTo>
                  <a:close/>
                </a:path>
                <a:path w="660400" h="7619">
                  <a:moveTo>
                    <a:pt x="660400" y="3810"/>
                  </a:moveTo>
                  <a:lnTo>
                    <a:pt x="336550" y="3810"/>
                  </a:lnTo>
                  <a:lnTo>
                    <a:pt x="336550" y="6350"/>
                  </a:lnTo>
                  <a:lnTo>
                    <a:pt x="337820" y="6350"/>
                  </a:lnTo>
                  <a:lnTo>
                    <a:pt x="337820" y="7620"/>
                  </a:lnTo>
                  <a:lnTo>
                    <a:pt x="339090" y="7620"/>
                  </a:lnTo>
                  <a:lnTo>
                    <a:pt x="339090" y="6350"/>
                  </a:lnTo>
                  <a:lnTo>
                    <a:pt x="660400" y="6350"/>
                  </a:lnTo>
                  <a:lnTo>
                    <a:pt x="660400" y="3810"/>
                  </a:lnTo>
                  <a:close/>
                </a:path>
                <a:path w="660400" h="7619">
                  <a:moveTo>
                    <a:pt x="660400" y="0"/>
                  </a:moveTo>
                  <a:lnTo>
                    <a:pt x="332740" y="0"/>
                  </a:lnTo>
                  <a:lnTo>
                    <a:pt x="332740" y="2540"/>
                  </a:lnTo>
                  <a:lnTo>
                    <a:pt x="334010" y="2540"/>
                  </a:lnTo>
                  <a:lnTo>
                    <a:pt x="334010" y="3810"/>
                  </a:lnTo>
                  <a:lnTo>
                    <a:pt x="335280" y="3810"/>
                  </a:lnTo>
                  <a:lnTo>
                    <a:pt x="335280" y="2540"/>
                  </a:lnTo>
                  <a:lnTo>
                    <a:pt x="660400" y="2540"/>
                  </a:lnTo>
                  <a:lnTo>
                    <a:pt x="660400" y="0"/>
                  </a:lnTo>
                  <a:close/>
                </a:path>
              </a:pathLst>
            </a:custGeom>
            <a:solidFill>
              <a:srgbClr val="977100"/>
            </a:solidFill>
          </p:spPr>
          <p:txBody>
            <a:bodyPr wrap="square" lIns="0" tIns="0" rIns="0" bIns="0" rtlCol="0"/>
            <a:lstStyle/>
            <a:p/>
          </p:txBody>
        </p:sp>
        <p:sp>
          <p:nvSpPr>
            <p:cNvPr id="1249" name="object 1249"/>
            <p:cNvSpPr/>
            <p:nvPr/>
          </p:nvSpPr>
          <p:spPr>
            <a:xfrm>
              <a:off x="6402070" y="3209289"/>
              <a:ext cx="659130" cy="6350"/>
            </a:xfrm>
            <a:custGeom>
              <a:avLst/>
              <a:gdLst/>
              <a:ahLst/>
              <a:cxnLst/>
              <a:rect l="l" t="t" r="r" b="b"/>
              <a:pathLst>
                <a:path w="659129" h="6350">
                  <a:moveTo>
                    <a:pt x="48260" y="0"/>
                  </a:moveTo>
                  <a:lnTo>
                    <a:pt x="0" y="0"/>
                  </a:lnTo>
                  <a:lnTo>
                    <a:pt x="0" y="5080"/>
                  </a:lnTo>
                  <a:lnTo>
                    <a:pt x="48260" y="5080"/>
                  </a:lnTo>
                  <a:lnTo>
                    <a:pt x="48260" y="0"/>
                  </a:lnTo>
                  <a:close/>
                </a:path>
                <a:path w="659129" h="6350">
                  <a:moveTo>
                    <a:pt x="659130" y="0"/>
                  </a:moveTo>
                  <a:lnTo>
                    <a:pt x="337820" y="0"/>
                  </a:lnTo>
                  <a:lnTo>
                    <a:pt x="337820" y="1270"/>
                  </a:lnTo>
                  <a:lnTo>
                    <a:pt x="339090" y="1270"/>
                  </a:lnTo>
                  <a:lnTo>
                    <a:pt x="339090" y="2540"/>
                  </a:lnTo>
                  <a:lnTo>
                    <a:pt x="340360" y="2540"/>
                  </a:lnTo>
                  <a:lnTo>
                    <a:pt x="340360" y="5080"/>
                  </a:lnTo>
                  <a:lnTo>
                    <a:pt x="341630" y="5080"/>
                  </a:lnTo>
                  <a:lnTo>
                    <a:pt x="341630" y="6350"/>
                  </a:lnTo>
                  <a:lnTo>
                    <a:pt x="342900" y="6350"/>
                  </a:lnTo>
                  <a:lnTo>
                    <a:pt x="342900" y="5080"/>
                  </a:lnTo>
                  <a:lnTo>
                    <a:pt x="659130" y="5080"/>
                  </a:lnTo>
                  <a:lnTo>
                    <a:pt x="659130" y="2540"/>
                  </a:lnTo>
                  <a:lnTo>
                    <a:pt x="659130" y="1270"/>
                  </a:lnTo>
                  <a:lnTo>
                    <a:pt x="659130" y="0"/>
                  </a:lnTo>
                  <a:close/>
                </a:path>
              </a:pathLst>
            </a:custGeom>
            <a:solidFill>
              <a:srgbClr val="997200"/>
            </a:solidFill>
          </p:spPr>
          <p:txBody>
            <a:bodyPr wrap="square" lIns="0" tIns="0" rIns="0" bIns="0" rtlCol="0"/>
            <a:lstStyle/>
            <a:p/>
          </p:txBody>
        </p:sp>
        <p:sp>
          <p:nvSpPr>
            <p:cNvPr id="1250" name="object 1250"/>
            <p:cNvSpPr/>
            <p:nvPr/>
          </p:nvSpPr>
          <p:spPr>
            <a:xfrm>
              <a:off x="6402070" y="3215639"/>
              <a:ext cx="659130" cy="7620"/>
            </a:xfrm>
            <a:custGeom>
              <a:avLst/>
              <a:gdLst/>
              <a:ahLst/>
              <a:cxnLst/>
              <a:rect l="l" t="t" r="r" b="b"/>
              <a:pathLst>
                <a:path w="659129" h="7619">
                  <a:moveTo>
                    <a:pt x="48260" y="2552"/>
                  </a:moveTo>
                  <a:lnTo>
                    <a:pt x="0" y="2552"/>
                  </a:lnTo>
                  <a:lnTo>
                    <a:pt x="0" y="7620"/>
                  </a:lnTo>
                  <a:lnTo>
                    <a:pt x="48260" y="7620"/>
                  </a:lnTo>
                  <a:lnTo>
                    <a:pt x="48260" y="2552"/>
                  </a:lnTo>
                  <a:close/>
                </a:path>
                <a:path w="659129" h="7619">
                  <a:moveTo>
                    <a:pt x="48260" y="0"/>
                  </a:moveTo>
                  <a:lnTo>
                    <a:pt x="0" y="0"/>
                  </a:lnTo>
                  <a:lnTo>
                    <a:pt x="0" y="1270"/>
                  </a:lnTo>
                  <a:lnTo>
                    <a:pt x="48260" y="1270"/>
                  </a:lnTo>
                  <a:lnTo>
                    <a:pt x="48260" y="0"/>
                  </a:lnTo>
                  <a:close/>
                </a:path>
                <a:path w="659129" h="7619">
                  <a:moveTo>
                    <a:pt x="659130" y="2540"/>
                  </a:moveTo>
                  <a:lnTo>
                    <a:pt x="346710" y="2540"/>
                  </a:lnTo>
                  <a:lnTo>
                    <a:pt x="346710" y="5080"/>
                  </a:lnTo>
                  <a:lnTo>
                    <a:pt x="347980" y="5080"/>
                  </a:lnTo>
                  <a:lnTo>
                    <a:pt x="347980" y="6350"/>
                  </a:lnTo>
                  <a:lnTo>
                    <a:pt x="349250" y="6350"/>
                  </a:lnTo>
                  <a:lnTo>
                    <a:pt x="349250" y="7620"/>
                  </a:lnTo>
                  <a:lnTo>
                    <a:pt x="659130" y="7620"/>
                  </a:lnTo>
                  <a:lnTo>
                    <a:pt x="659130" y="6350"/>
                  </a:lnTo>
                  <a:lnTo>
                    <a:pt x="659130" y="5080"/>
                  </a:lnTo>
                  <a:lnTo>
                    <a:pt x="659130" y="2540"/>
                  </a:lnTo>
                  <a:close/>
                </a:path>
                <a:path w="659129" h="7619">
                  <a:moveTo>
                    <a:pt x="659130" y="0"/>
                  </a:moveTo>
                  <a:lnTo>
                    <a:pt x="342900" y="0"/>
                  </a:lnTo>
                  <a:lnTo>
                    <a:pt x="342900" y="1270"/>
                  </a:lnTo>
                  <a:lnTo>
                    <a:pt x="344170" y="1270"/>
                  </a:lnTo>
                  <a:lnTo>
                    <a:pt x="344170" y="2540"/>
                  </a:lnTo>
                  <a:lnTo>
                    <a:pt x="345440" y="2540"/>
                  </a:lnTo>
                  <a:lnTo>
                    <a:pt x="345440" y="1270"/>
                  </a:lnTo>
                  <a:lnTo>
                    <a:pt x="659130" y="1270"/>
                  </a:lnTo>
                  <a:lnTo>
                    <a:pt x="659130" y="0"/>
                  </a:lnTo>
                  <a:close/>
                </a:path>
              </a:pathLst>
            </a:custGeom>
            <a:solidFill>
              <a:srgbClr val="9A7300"/>
            </a:solidFill>
          </p:spPr>
          <p:txBody>
            <a:bodyPr wrap="square" lIns="0" tIns="0" rIns="0" bIns="0" rtlCol="0"/>
            <a:lstStyle/>
            <a:p/>
          </p:txBody>
        </p:sp>
        <p:sp>
          <p:nvSpPr>
            <p:cNvPr id="1251" name="object 1251"/>
            <p:cNvSpPr/>
            <p:nvPr/>
          </p:nvSpPr>
          <p:spPr>
            <a:xfrm>
              <a:off x="6402070" y="3223259"/>
              <a:ext cx="659130" cy="7620"/>
            </a:xfrm>
            <a:custGeom>
              <a:avLst/>
              <a:gdLst/>
              <a:ahLst/>
              <a:cxnLst/>
              <a:rect l="l" t="t" r="r" b="b"/>
              <a:pathLst>
                <a:path w="659129" h="7619">
                  <a:moveTo>
                    <a:pt x="48260" y="0"/>
                  </a:moveTo>
                  <a:lnTo>
                    <a:pt x="0" y="0"/>
                  </a:lnTo>
                  <a:lnTo>
                    <a:pt x="0" y="7620"/>
                  </a:lnTo>
                  <a:lnTo>
                    <a:pt x="48260" y="7620"/>
                  </a:lnTo>
                  <a:lnTo>
                    <a:pt x="48260" y="0"/>
                  </a:lnTo>
                  <a:close/>
                </a:path>
                <a:path w="659129" h="7619">
                  <a:moveTo>
                    <a:pt x="659130" y="0"/>
                  </a:moveTo>
                  <a:lnTo>
                    <a:pt x="350520" y="0"/>
                  </a:lnTo>
                  <a:lnTo>
                    <a:pt x="350520" y="1270"/>
                  </a:lnTo>
                  <a:lnTo>
                    <a:pt x="351790" y="1270"/>
                  </a:lnTo>
                  <a:lnTo>
                    <a:pt x="351790" y="2540"/>
                  </a:lnTo>
                  <a:lnTo>
                    <a:pt x="353060" y="2540"/>
                  </a:lnTo>
                  <a:lnTo>
                    <a:pt x="353060" y="3810"/>
                  </a:lnTo>
                  <a:lnTo>
                    <a:pt x="354330" y="3810"/>
                  </a:lnTo>
                  <a:lnTo>
                    <a:pt x="354330" y="6350"/>
                  </a:lnTo>
                  <a:lnTo>
                    <a:pt x="355600" y="6350"/>
                  </a:lnTo>
                  <a:lnTo>
                    <a:pt x="355600" y="7620"/>
                  </a:lnTo>
                  <a:lnTo>
                    <a:pt x="659130" y="7620"/>
                  </a:lnTo>
                  <a:lnTo>
                    <a:pt x="659130" y="6350"/>
                  </a:lnTo>
                  <a:lnTo>
                    <a:pt x="659130" y="3810"/>
                  </a:lnTo>
                  <a:lnTo>
                    <a:pt x="659130" y="2540"/>
                  </a:lnTo>
                  <a:lnTo>
                    <a:pt x="659130" y="1270"/>
                  </a:lnTo>
                  <a:lnTo>
                    <a:pt x="659130" y="0"/>
                  </a:lnTo>
                  <a:close/>
                </a:path>
              </a:pathLst>
            </a:custGeom>
            <a:solidFill>
              <a:srgbClr val="9C7500"/>
            </a:solidFill>
          </p:spPr>
          <p:txBody>
            <a:bodyPr wrap="square" lIns="0" tIns="0" rIns="0" bIns="0" rtlCol="0"/>
            <a:lstStyle/>
            <a:p/>
          </p:txBody>
        </p:sp>
        <p:sp>
          <p:nvSpPr>
            <p:cNvPr id="1252" name="object 1252"/>
            <p:cNvSpPr/>
            <p:nvPr/>
          </p:nvSpPr>
          <p:spPr>
            <a:xfrm>
              <a:off x="6402070" y="3230879"/>
              <a:ext cx="659130" cy="6350"/>
            </a:xfrm>
            <a:custGeom>
              <a:avLst/>
              <a:gdLst/>
              <a:ahLst/>
              <a:cxnLst/>
              <a:rect l="l" t="t" r="r" b="b"/>
              <a:pathLst>
                <a:path w="659129" h="6350">
                  <a:moveTo>
                    <a:pt x="48260" y="0"/>
                  </a:moveTo>
                  <a:lnTo>
                    <a:pt x="0" y="0"/>
                  </a:lnTo>
                  <a:lnTo>
                    <a:pt x="0" y="6350"/>
                  </a:lnTo>
                  <a:lnTo>
                    <a:pt x="48260" y="6350"/>
                  </a:lnTo>
                  <a:lnTo>
                    <a:pt x="48260" y="0"/>
                  </a:lnTo>
                  <a:close/>
                </a:path>
                <a:path w="659129" h="6350">
                  <a:moveTo>
                    <a:pt x="659130" y="0"/>
                  </a:moveTo>
                  <a:lnTo>
                    <a:pt x="356870" y="0"/>
                  </a:lnTo>
                  <a:lnTo>
                    <a:pt x="356870" y="1270"/>
                  </a:lnTo>
                  <a:lnTo>
                    <a:pt x="358140" y="1270"/>
                  </a:lnTo>
                  <a:lnTo>
                    <a:pt x="358140" y="2540"/>
                  </a:lnTo>
                  <a:lnTo>
                    <a:pt x="359410" y="2540"/>
                  </a:lnTo>
                  <a:lnTo>
                    <a:pt x="359410" y="3810"/>
                  </a:lnTo>
                  <a:lnTo>
                    <a:pt x="360680" y="3810"/>
                  </a:lnTo>
                  <a:lnTo>
                    <a:pt x="360680" y="5080"/>
                  </a:lnTo>
                  <a:lnTo>
                    <a:pt x="361950" y="5080"/>
                  </a:lnTo>
                  <a:lnTo>
                    <a:pt x="361950" y="6350"/>
                  </a:lnTo>
                  <a:lnTo>
                    <a:pt x="659130" y="6350"/>
                  </a:lnTo>
                  <a:lnTo>
                    <a:pt x="659130" y="5080"/>
                  </a:lnTo>
                  <a:lnTo>
                    <a:pt x="659130" y="3810"/>
                  </a:lnTo>
                  <a:lnTo>
                    <a:pt x="659130" y="2540"/>
                  </a:lnTo>
                  <a:lnTo>
                    <a:pt x="659130" y="1270"/>
                  </a:lnTo>
                  <a:lnTo>
                    <a:pt x="659130" y="0"/>
                  </a:lnTo>
                  <a:close/>
                </a:path>
              </a:pathLst>
            </a:custGeom>
            <a:solidFill>
              <a:srgbClr val="9E7600"/>
            </a:solidFill>
          </p:spPr>
          <p:txBody>
            <a:bodyPr wrap="square" lIns="0" tIns="0" rIns="0" bIns="0" rtlCol="0"/>
            <a:lstStyle/>
            <a:p/>
          </p:txBody>
        </p:sp>
        <p:sp>
          <p:nvSpPr>
            <p:cNvPr id="1253" name="object 1253"/>
            <p:cNvSpPr/>
            <p:nvPr/>
          </p:nvSpPr>
          <p:spPr>
            <a:xfrm>
              <a:off x="6402070" y="3237229"/>
              <a:ext cx="659130" cy="7620"/>
            </a:xfrm>
            <a:custGeom>
              <a:avLst/>
              <a:gdLst/>
              <a:ahLst/>
              <a:cxnLst/>
              <a:rect l="l" t="t" r="r" b="b"/>
              <a:pathLst>
                <a:path w="659129" h="7619">
                  <a:moveTo>
                    <a:pt x="48260" y="0"/>
                  </a:moveTo>
                  <a:lnTo>
                    <a:pt x="0" y="0"/>
                  </a:lnTo>
                  <a:lnTo>
                    <a:pt x="0" y="7620"/>
                  </a:lnTo>
                  <a:lnTo>
                    <a:pt x="48260" y="7620"/>
                  </a:lnTo>
                  <a:lnTo>
                    <a:pt x="48260" y="0"/>
                  </a:lnTo>
                  <a:close/>
                </a:path>
                <a:path w="659129" h="7619">
                  <a:moveTo>
                    <a:pt x="659130" y="0"/>
                  </a:moveTo>
                  <a:lnTo>
                    <a:pt x="361950" y="0"/>
                  </a:lnTo>
                  <a:lnTo>
                    <a:pt x="361950" y="1270"/>
                  </a:lnTo>
                  <a:lnTo>
                    <a:pt x="363220" y="1270"/>
                  </a:lnTo>
                  <a:lnTo>
                    <a:pt x="363220" y="2540"/>
                  </a:lnTo>
                  <a:lnTo>
                    <a:pt x="364490" y="2540"/>
                  </a:lnTo>
                  <a:lnTo>
                    <a:pt x="364490" y="3810"/>
                  </a:lnTo>
                  <a:lnTo>
                    <a:pt x="365760" y="3810"/>
                  </a:lnTo>
                  <a:lnTo>
                    <a:pt x="365760" y="5080"/>
                  </a:lnTo>
                  <a:lnTo>
                    <a:pt x="367030" y="5080"/>
                  </a:lnTo>
                  <a:lnTo>
                    <a:pt x="367030" y="6350"/>
                  </a:lnTo>
                  <a:lnTo>
                    <a:pt x="368300" y="6350"/>
                  </a:lnTo>
                  <a:lnTo>
                    <a:pt x="368300" y="7620"/>
                  </a:lnTo>
                  <a:lnTo>
                    <a:pt x="659130" y="7620"/>
                  </a:lnTo>
                  <a:lnTo>
                    <a:pt x="659130" y="1270"/>
                  </a:lnTo>
                  <a:lnTo>
                    <a:pt x="659130" y="0"/>
                  </a:lnTo>
                  <a:close/>
                </a:path>
              </a:pathLst>
            </a:custGeom>
            <a:solidFill>
              <a:srgbClr val="A07700"/>
            </a:solidFill>
          </p:spPr>
          <p:txBody>
            <a:bodyPr wrap="square" lIns="0" tIns="0" rIns="0" bIns="0" rtlCol="0"/>
            <a:lstStyle/>
            <a:p/>
          </p:txBody>
        </p:sp>
        <p:sp>
          <p:nvSpPr>
            <p:cNvPr id="1254" name="object 1254"/>
            <p:cNvSpPr/>
            <p:nvPr/>
          </p:nvSpPr>
          <p:spPr>
            <a:xfrm>
              <a:off x="6402070" y="324484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387" y="1270"/>
                  </a:moveTo>
                  <a:lnTo>
                    <a:pt x="659130" y="1270"/>
                  </a:lnTo>
                  <a:lnTo>
                    <a:pt x="659130" y="0"/>
                  </a:lnTo>
                  <a:lnTo>
                    <a:pt x="369570" y="0"/>
                  </a:lnTo>
                  <a:lnTo>
                    <a:pt x="369570" y="1270"/>
                  </a:lnTo>
                  <a:lnTo>
                    <a:pt x="370840" y="1270"/>
                  </a:lnTo>
                  <a:lnTo>
                    <a:pt x="370840" y="3810"/>
                  </a:lnTo>
                  <a:lnTo>
                    <a:pt x="372110" y="3810"/>
                  </a:lnTo>
                  <a:lnTo>
                    <a:pt x="372110" y="5080"/>
                  </a:lnTo>
                  <a:lnTo>
                    <a:pt x="373380" y="5080"/>
                  </a:lnTo>
                  <a:lnTo>
                    <a:pt x="373380" y="6350"/>
                  </a:lnTo>
                  <a:lnTo>
                    <a:pt x="374650" y="6350"/>
                  </a:lnTo>
                  <a:lnTo>
                    <a:pt x="374650" y="7620"/>
                  </a:lnTo>
                  <a:lnTo>
                    <a:pt x="660387" y="7620"/>
                  </a:lnTo>
                  <a:lnTo>
                    <a:pt x="660387" y="6350"/>
                  </a:lnTo>
                  <a:lnTo>
                    <a:pt x="660387" y="5080"/>
                  </a:lnTo>
                  <a:lnTo>
                    <a:pt x="660387" y="3810"/>
                  </a:lnTo>
                  <a:lnTo>
                    <a:pt x="660387" y="1270"/>
                  </a:lnTo>
                  <a:close/>
                </a:path>
              </a:pathLst>
            </a:custGeom>
            <a:solidFill>
              <a:srgbClr val="A27900"/>
            </a:solidFill>
          </p:spPr>
          <p:txBody>
            <a:bodyPr wrap="square" lIns="0" tIns="0" rIns="0" bIns="0" rtlCol="0"/>
            <a:lstStyle/>
            <a:p/>
          </p:txBody>
        </p:sp>
        <p:sp>
          <p:nvSpPr>
            <p:cNvPr id="1255" name="object 1255"/>
            <p:cNvSpPr/>
            <p:nvPr/>
          </p:nvSpPr>
          <p:spPr>
            <a:xfrm>
              <a:off x="6402070" y="3252469"/>
              <a:ext cx="660400" cy="6350"/>
            </a:xfrm>
            <a:custGeom>
              <a:avLst/>
              <a:gdLst/>
              <a:ahLst/>
              <a:cxnLst/>
              <a:rect l="l" t="t" r="r" b="b"/>
              <a:pathLst>
                <a:path w="660400" h="6350">
                  <a:moveTo>
                    <a:pt x="48260" y="0"/>
                  </a:moveTo>
                  <a:lnTo>
                    <a:pt x="0" y="0"/>
                  </a:lnTo>
                  <a:lnTo>
                    <a:pt x="0" y="6350"/>
                  </a:lnTo>
                  <a:lnTo>
                    <a:pt x="48260" y="6350"/>
                  </a:lnTo>
                  <a:lnTo>
                    <a:pt x="48260" y="0"/>
                  </a:lnTo>
                  <a:close/>
                </a:path>
                <a:path w="660400" h="6350">
                  <a:moveTo>
                    <a:pt x="660387" y="0"/>
                  </a:moveTo>
                  <a:lnTo>
                    <a:pt x="375920" y="0"/>
                  </a:lnTo>
                  <a:lnTo>
                    <a:pt x="375920" y="1270"/>
                  </a:lnTo>
                  <a:lnTo>
                    <a:pt x="377190" y="1270"/>
                  </a:lnTo>
                  <a:lnTo>
                    <a:pt x="377190" y="2540"/>
                  </a:lnTo>
                  <a:lnTo>
                    <a:pt x="378460" y="2540"/>
                  </a:lnTo>
                  <a:lnTo>
                    <a:pt x="378460" y="5080"/>
                  </a:lnTo>
                  <a:lnTo>
                    <a:pt x="379730" y="5080"/>
                  </a:lnTo>
                  <a:lnTo>
                    <a:pt x="379730" y="6350"/>
                  </a:lnTo>
                  <a:lnTo>
                    <a:pt x="660387" y="6350"/>
                  </a:lnTo>
                  <a:lnTo>
                    <a:pt x="660387" y="5080"/>
                  </a:lnTo>
                  <a:lnTo>
                    <a:pt x="660387" y="2540"/>
                  </a:lnTo>
                  <a:lnTo>
                    <a:pt x="660387" y="1270"/>
                  </a:lnTo>
                  <a:lnTo>
                    <a:pt x="660387" y="0"/>
                  </a:lnTo>
                  <a:close/>
                </a:path>
              </a:pathLst>
            </a:custGeom>
            <a:solidFill>
              <a:srgbClr val="A47A00"/>
            </a:solidFill>
          </p:spPr>
          <p:txBody>
            <a:bodyPr wrap="square" lIns="0" tIns="0" rIns="0" bIns="0" rtlCol="0"/>
            <a:lstStyle/>
            <a:p/>
          </p:txBody>
        </p:sp>
        <p:sp>
          <p:nvSpPr>
            <p:cNvPr id="1256" name="object 1256"/>
            <p:cNvSpPr/>
            <p:nvPr/>
          </p:nvSpPr>
          <p:spPr>
            <a:xfrm>
              <a:off x="6402070" y="325881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3810"/>
                  </a:moveTo>
                  <a:lnTo>
                    <a:pt x="660387" y="2540"/>
                  </a:lnTo>
                  <a:lnTo>
                    <a:pt x="660387" y="1270"/>
                  </a:lnTo>
                  <a:lnTo>
                    <a:pt x="660387" y="0"/>
                  </a:lnTo>
                  <a:lnTo>
                    <a:pt x="381000" y="0"/>
                  </a:lnTo>
                  <a:lnTo>
                    <a:pt x="381000" y="1270"/>
                  </a:lnTo>
                  <a:lnTo>
                    <a:pt x="382270" y="1270"/>
                  </a:lnTo>
                  <a:lnTo>
                    <a:pt x="382270" y="2540"/>
                  </a:lnTo>
                  <a:lnTo>
                    <a:pt x="383540" y="2540"/>
                  </a:lnTo>
                  <a:lnTo>
                    <a:pt x="383540" y="3810"/>
                  </a:lnTo>
                  <a:lnTo>
                    <a:pt x="384810" y="3810"/>
                  </a:lnTo>
                  <a:lnTo>
                    <a:pt x="384810" y="5080"/>
                  </a:lnTo>
                  <a:lnTo>
                    <a:pt x="386080" y="5080"/>
                  </a:lnTo>
                  <a:lnTo>
                    <a:pt x="386080" y="7620"/>
                  </a:lnTo>
                  <a:lnTo>
                    <a:pt x="660400" y="7620"/>
                  </a:lnTo>
                  <a:lnTo>
                    <a:pt x="660400" y="5080"/>
                  </a:lnTo>
                  <a:lnTo>
                    <a:pt x="660400" y="3810"/>
                  </a:lnTo>
                  <a:close/>
                </a:path>
              </a:pathLst>
            </a:custGeom>
            <a:solidFill>
              <a:srgbClr val="A57C00"/>
            </a:solidFill>
          </p:spPr>
          <p:txBody>
            <a:bodyPr wrap="square" lIns="0" tIns="0" rIns="0" bIns="0" rtlCol="0"/>
            <a:lstStyle/>
            <a:p/>
          </p:txBody>
        </p:sp>
        <p:sp>
          <p:nvSpPr>
            <p:cNvPr id="1257" name="object 1257"/>
            <p:cNvSpPr/>
            <p:nvPr/>
          </p:nvSpPr>
          <p:spPr>
            <a:xfrm>
              <a:off x="6402070" y="326643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3810"/>
                  </a:moveTo>
                  <a:lnTo>
                    <a:pt x="660387" y="2540"/>
                  </a:lnTo>
                  <a:lnTo>
                    <a:pt x="660387" y="1270"/>
                  </a:lnTo>
                  <a:lnTo>
                    <a:pt x="660387" y="0"/>
                  </a:lnTo>
                  <a:lnTo>
                    <a:pt x="387350" y="0"/>
                  </a:lnTo>
                  <a:lnTo>
                    <a:pt x="387350" y="1270"/>
                  </a:lnTo>
                  <a:lnTo>
                    <a:pt x="388620" y="1270"/>
                  </a:lnTo>
                  <a:lnTo>
                    <a:pt x="388620" y="2540"/>
                  </a:lnTo>
                  <a:lnTo>
                    <a:pt x="389890" y="2540"/>
                  </a:lnTo>
                  <a:lnTo>
                    <a:pt x="389890" y="3810"/>
                  </a:lnTo>
                  <a:lnTo>
                    <a:pt x="391160" y="3810"/>
                  </a:lnTo>
                  <a:lnTo>
                    <a:pt x="391160" y="5080"/>
                  </a:lnTo>
                  <a:lnTo>
                    <a:pt x="392430" y="5080"/>
                  </a:lnTo>
                  <a:lnTo>
                    <a:pt x="392430" y="6350"/>
                  </a:lnTo>
                  <a:lnTo>
                    <a:pt x="393700" y="6350"/>
                  </a:lnTo>
                  <a:lnTo>
                    <a:pt x="393700" y="7620"/>
                  </a:lnTo>
                  <a:lnTo>
                    <a:pt x="660400" y="7620"/>
                  </a:lnTo>
                  <a:lnTo>
                    <a:pt x="660400" y="6350"/>
                  </a:lnTo>
                  <a:lnTo>
                    <a:pt x="660400" y="5080"/>
                  </a:lnTo>
                  <a:lnTo>
                    <a:pt x="660400" y="3810"/>
                  </a:lnTo>
                  <a:close/>
                </a:path>
              </a:pathLst>
            </a:custGeom>
            <a:solidFill>
              <a:srgbClr val="A77D00"/>
            </a:solidFill>
          </p:spPr>
          <p:txBody>
            <a:bodyPr wrap="square" lIns="0" tIns="0" rIns="0" bIns="0" rtlCol="0"/>
            <a:lstStyle/>
            <a:p/>
          </p:txBody>
        </p:sp>
        <p:sp>
          <p:nvSpPr>
            <p:cNvPr id="1258" name="object 1258"/>
            <p:cNvSpPr/>
            <p:nvPr/>
          </p:nvSpPr>
          <p:spPr>
            <a:xfrm>
              <a:off x="6402070" y="3274059"/>
              <a:ext cx="660400" cy="6350"/>
            </a:xfrm>
            <a:custGeom>
              <a:avLst/>
              <a:gdLst/>
              <a:ahLst/>
              <a:cxnLst/>
              <a:rect l="l" t="t" r="r" b="b"/>
              <a:pathLst>
                <a:path w="660400" h="6350">
                  <a:moveTo>
                    <a:pt x="48260" y="0"/>
                  </a:moveTo>
                  <a:lnTo>
                    <a:pt x="0" y="0"/>
                  </a:lnTo>
                  <a:lnTo>
                    <a:pt x="0" y="6350"/>
                  </a:lnTo>
                  <a:lnTo>
                    <a:pt x="48260" y="6350"/>
                  </a:lnTo>
                  <a:lnTo>
                    <a:pt x="48260" y="0"/>
                  </a:lnTo>
                  <a:close/>
                </a:path>
                <a:path w="660400" h="6350">
                  <a:moveTo>
                    <a:pt x="660400" y="0"/>
                  </a:moveTo>
                  <a:lnTo>
                    <a:pt x="393700" y="0"/>
                  </a:lnTo>
                  <a:lnTo>
                    <a:pt x="393700" y="1270"/>
                  </a:lnTo>
                  <a:lnTo>
                    <a:pt x="394970" y="1270"/>
                  </a:lnTo>
                  <a:lnTo>
                    <a:pt x="394970" y="2540"/>
                  </a:lnTo>
                  <a:lnTo>
                    <a:pt x="396240" y="2540"/>
                  </a:lnTo>
                  <a:lnTo>
                    <a:pt x="396240" y="3810"/>
                  </a:lnTo>
                  <a:lnTo>
                    <a:pt x="397510" y="3810"/>
                  </a:lnTo>
                  <a:lnTo>
                    <a:pt x="397510" y="5080"/>
                  </a:lnTo>
                  <a:lnTo>
                    <a:pt x="398780" y="5080"/>
                  </a:lnTo>
                  <a:lnTo>
                    <a:pt x="398780" y="6350"/>
                  </a:lnTo>
                  <a:lnTo>
                    <a:pt x="660400" y="6350"/>
                  </a:lnTo>
                  <a:lnTo>
                    <a:pt x="660400" y="5080"/>
                  </a:lnTo>
                  <a:lnTo>
                    <a:pt x="660400" y="3810"/>
                  </a:lnTo>
                  <a:lnTo>
                    <a:pt x="660400" y="2540"/>
                  </a:lnTo>
                  <a:lnTo>
                    <a:pt x="660400" y="1270"/>
                  </a:lnTo>
                  <a:lnTo>
                    <a:pt x="660400" y="0"/>
                  </a:lnTo>
                  <a:close/>
                </a:path>
              </a:pathLst>
            </a:custGeom>
            <a:solidFill>
              <a:srgbClr val="A97E00"/>
            </a:solidFill>
          </p:spPr>
          <p:txBody>
            <a:bodyPr wrap="square" lIns="0" tIns="0" rIns="0" bIns="0" rtlCol="0"/>
            <a:lstStyle/>
            <a:p/>
          </p:txBody>
        </p:sp>
        <p:sp>
          <p:nvSpPr>
            <p:cNvPr id="1259" name="object 1259"/>
            <p:cNvSpPr/>
            <p:nvPr/>
          </p:nvSpPr>
          <p:spPr>
            <a:xfrm>
              <a:off x="6402070" y="3280409"/>
              <a:ext cx="660400" cy="7620"/>
            </a:xfrm>
            <a:custGeom>
              <a:avLst/>
              <a:gdLst/>
              <a:ahLst/>
              <a:cxnLst/>
              <a:rect l="l" t="t" r="r" b="b"/>
              <a:pathLst>
                <a:path w="660400" h="7620">
                  <a:moveTo>
                    <a:pt x="49530" y="6350"/>
                  </a:moveTo>
                  <a:lnTo>
                    <a:pt x="48260" y="6350"/>
                  </a:lnTo>
                  <a:lnTo>
                    <a:pt x="48260" y="1270"/>
                  </a:lnTo>
                  <a:lnTo>
                    <a:pt x="48260" y="0"/>
                  </a:lnTo>
                  <a:lnTo>
                    <a:pt x="0" y="0"/>
                  </a:lnTo>
                  <a:lnTo>
                    <a:pt x="0" y="1270"/>
                  </a:lnTo>
                  <a:lnTo>
                    <a:pt x="0" y="6350"/>
                  </a:lnTo>
                  <a:lnTo>
                    <a:pt x="0" y="7620"/>
                  </a:lnTo>
                  <a:lnTo>
                    <a:pt x="49530" y="7620"/>
                  </a:lnTo>
                  <a:lnTo>
                    <a:pt x="49530" y="6350"/>
                  </a:lnTo>
                  <a:close/>
                </a:path>
                <a:path w="660400" h="7620">
                  <a:moveTo>
                    <a:pt x="660400" y="0"/>
                  </a:moveTo>
                  <a:lnTo>
                    <a:pt x="400050" y="0"/>
                  </a:lnTo>
                  <a:lnTo>
                    <a:pt x="400050" y="1270"/>
                  </a:lnTo>
                  <a:lnTo>
                    <a:pt x="401320" y="1270"/>
                  </a:lnTo>
                  <a:lnTo>
                    <a:pt x="401320" y="3810"/>
                  </a:lnTo>
                  <a:lnTo>
                    <a:pt x="402590" y="3810"/>
                  </a:lnTo>
                  <a:lnTo>
                    <a:pt x="402590" y="5080"/>
                  </a:lnTo>
                  <a:lnTo>
                    <a:pt x="403860" y="5080"/>
                  </a:lnTo>
                  <a:lnTo>
                    <a:pt x="403860" y="6350"/>
                  </a:lnTo>
                  <a:lnTo>
                    <a:pt x="405130" y="6350"/>
                  </a:lnTo>
                  <a:lnTo>
                    <a:pt x="405130" y="7620"/>
                  </a:lnTo>
                  <a:lnTo>
                    <a:pt x="660400" y="7620"/>
                  </a:lnTo>
                  <a:lnTo>
                    <a:pt x="660400" y="6350"/>
                  </a:lnTo>
                  <a:lnTo>
                    <a:pt x="660400" y="5080"/>
                  </a:lnTo>
                  <a:lnTo>
                    <a:pt x="660400" y="3810"/>
                  </a:lnTo>
                  <a:lnTo>
                    <a:pt x="660400" y="1270"/>
                  </a:lnTo>
                  <a:lnTo>
                    <a:pt x="660400" y="0"/>
                  </a:lnTo>
                  <a:close/>
                </a:path>
              </a:pathLst>
            </a:custGeom>
            <a:solidFill>
              <a:srgbClr val="AB8000"/>
            </a:solidFill>
          </p:spPr>
          <p:txBody>
            <a:bodyPr wrap="square" lIns="0" tIns="0" rIns="0" bIns="0" rtlCol="0"/>
            <a:lstStyle/>
            <a:p/>
          </p:txBody>
        </p:sp>
        <p:sp>
          <p:nvSpPr>
            <p:cNvPr id="1260" name="object 1260"/>
            <p:cNvSpPr/>
            <p:nvPr/>
          </p:nvSpPr>
          <p:spPr>
            <a:xfrm>
              <a:off x="6402070" y="3288029"/>
              <a:ext cx="660400" cy="7620"/>
            </a:xfrm>
            <a:custGeom>
              <a:avLst/>
              <a:gdLst/>
              <a:ahLst/>
              <a:cxnLst/>
              <a:rect l="l" t="t" r="r" b="b"/>
              <a:pathLst>
                <a:path w="660400" h="7620">
                  <a:moveTo>
                    <a:pt x="49530" y="0"/>
                  </a:moveTo>
                  <a:lnTo>
                    <a:pt x="0" y="0"/>
                  </a:lnTo>
                  <a:lnTo>
                    <a:pt x="0" y="7620"/>
                  </a:lnTo>
                  <a:lnTo>
                    <a:pt x="49530" y="7620"/>
                  </a:lnTo>
                  <a:lnTo>
                    <a:pt x="49530" y="0"/>
                  </a:lnTo>
                  <a:close/>
                </a:path>
                <a:path w="660400" h="7620">
                  <a:moveTo>
                    <a:pt x="660400" y="0"/>
                  </a:moveTo>
                  <a:lnTo>
                    <a:pt x="406400" y="0"/>
                  </a:lnTo>
                  <a:lnTo>
                    <a:pt x="406400" y="1270"/>
                  </a:lnTo>
                  <a:lnTo>
                    <a:pt x="407670" y="1270"/>
                  </a:lnTo>
                  <a:lnTo>
                    <a:pt x="407670" y="2540"/>
                  </a:lnTo>
                  <a:lnTo>
                    <a:pt x="408940" y="2540"/>
                  </a:lnTo>
                  <a:lnTo>
                    <a:pt x="408940" y="3810"/>
                  </a:lnTo>
                  <a:lnTo>
                    <a:pt x="410210" y="3810"/>
                  </a:lnTo>
                  <a:lnTo>
                    <a:pt x="410210" y="6350"/>
                  </a:lnTo>
                  <a:lnTo>
                    <a:pt x="411480" y="6350"/>
                  </a:lnTo>
                  <a:lnTo>
                    <a:pt x="411480" y="7620"/>
                  </a:lnTo>
                  <a:lnTo>
                    <a:pt x="660400" y="7620"/>
                  </a:lnTo>
                  <a:lnTo>
                    <a:pt x="660400" y="6350"/>
                  </a:lnTo>
                  <a:lnTo>
                    <a:pt x="660400" y="3810"/>
                  </a:lnTo>
                  <a:lnTo>
                    <a:pt x="660400" y="2540"/>
                  </a:lnTo>
                  <a:lnTo>
                    <a:pt x="660400" y="1270"/>
                  </a:lnTo>
                  <a:lnTo>
                    <a:pt x="660400" y="0"/>
                  </a:lnTo>
                  <a:close/>
                </a:path>
              </a:pathLst>
            </a:custGeom>
            <a:solidFill>
              <a:srgbClr val="AD8100"/>
            </a:solidFill>
          </p:spPr>
          <p:txBody>
            <a:bodyPr wrap="square" lIns="0" tIns="0" rIns="0" bIns="0" rtlCol="0"/>
            <a:lstStyle/>
            <a:p/>
          </p:txBody>
        </p:sp>
        <p:sp>
          <p:nvSpPr>
            <p:cNvPr id="1261" name="object 1261"/>
            <p:cNvSpPr/>
            <p:nvPr/>
          </p:nvSpPr>
          <p:spPr>
            <a:xfrm>
              <a:off x="6402070" y="3295649"/>
              <a:ext cx="660400" cy="7620"/>
            </a:xfrm>
            <a:custGeom>
              <a:avLst/>
              <a:gdLst/>
              <a:ahLst/>
              <a:cxnLst/>
              <a:rect l="l" t="t" r="r" b="b"/>
              <a:pathLst>
                <a:path w="660400" h="7620">
                  <a:moveTo>
                    <a:pt x="49530" y="5092"/>
                  </a:moveTo>
                  <a:lnTo>
                    <a:pt x="1270" y="5092"/>
                  </a:lnTo>
                  <a:lnTo>
                    <a:pt x="1270" y="7620"/>
                  </a:lnTo>
                  <a:lnTo>
                    <a:pt x="49530" y="7620"/>
                  </a:lnTo>
                  <a:lnTo>
                    <a:pt x="49530" y="5092"/>
                  </a:lnTo>
                  <a:close/>
                </a:path>
                <a:path w="660400" h="7620">
                  <a:moveTo>
                    <a:pt x="49530" y="0"/>
                  </a:moveTo>
                  <a:lnTo>
                    <a:pt x="0" y="0"/>
                  </a:lnTo>
                  <a:lnTo>
                    <a:pt x="0" y="1270"/>
                  </a:lnTo>
                  <a:lnTo>
                    <a:pt x="1270" y="1270"/>
                  </a:lnTo>
                  <a:lnTo>
                    <a:pt x="1270" y="5080"/>
                  </a:lnTo>
                  <a:lnTo>
                    <a:pt x="49530" y="5080"/>
                  </a:lnTo>
                  <a:lnTo>
                    <a:pt x="49530" y="1270"/>
                  </a:lnTo>
                  <a:lnTo>
                    <a:pt x="49530" y="0"/>
                  </a:lnTo>
                  <a:close/>
                </a:path>
                <a:path w="660400" h="7620">
                  <a:moveTo>
                    <a:pt x="660400" y="5092"/>
                  </a:moveTo>
                  <a:lnTo>
                    <a:pt x="417830" y="5092"/>
                  </a:lnTo>
                  <a:lnTo>
                    <a:pt x="417830" y="7620"/>
                  </a:lnTo>
                  <a:lnTo>
                    <a:pt x="660400" y="7620"/>
                  </a:lnTo>
                  <a:lnTo>
                    <a:pt x="660400" y="5092"/>
                  </a:lnTo>
                  <a:close/>
                </a:path>
                <a:path w="660400" h="7620">
                  <a:moveTo>
                    <a:pt x="660400" y="0"/>
                  </a:moveTo>
                  <a:lnTo>
                    <a:pt x="412750" y="0"/>
                  </a:lnTo>
                  <a:lnTo>
                    <a:pt x="412750" y="1270"/>
                  </a:lnTo>
                  <a:lnTo>
                    <a:pt x="414020" y="1270"/>
                  </a:lnTo>
                  <a:lnTo>
                    <a:pt x="414020" y="2540"/>
                  </a:lnTo>
                  <a:lnTo>
                    <a:pt x="415290" y="2540"/>
                  </a:lnTo>
                  <a:lnTo>
                    <a:pt x="415290" y="3810"/>
                  </a:lnTo>
                  <a:lnTo>
                    <a:pt x="416560" y="3810"/>
                  </a:lnTo>
                  <a:lnTo>
                    <a:pt x="416560" y="5080"/>
                  </a:lnTo>
                  <a:lnTo>
                    <a:pt x="660400" y="5080"/>
                  </a:lnTo>
                  <a:lnTo>
                    <a:pt x="660400" y="3810"/>
                  </a:lnTo>
                  <a:lnTo>
                    <a:pt x="660400" y="2540"/>
                  </a:lnTo>
                  <a:lnTo>
                    <a:pt x="660400" y="1270"/>
                  </a:lnTo>
                  <a:lnTo>
                    <a:pt x="660400" y="0"/>
                  </a:lnTo>
                  <a:close/>
                </a:path>
              </a:pathLst>
            </a:custGeom>
            <a:solidFill>
              <a:srgbClr val="AF8200"/>
            </a:solidFill>
          </p:spPr>
          <p:txBody>
            <a:bodyPr wrap="square" lIns="0" tIns="0" rIns="0" bIns="0" rtlCol="0"/>
            <a:lstStyle/>
            <a:p/>
          </p:txBody>
        </p:sp>
        <p:sp>
          <p:nvSpPr>
            <p:cNvPr id="1262" name="object 1262"/>
            <p:cNvSpPr/>
            <p:nvPr/>
          </p:nvSpPr>
          <p:spPr>
            <a:xfrm>
              <a:off x="6403340" y="3303269"/>
              <a:ext cx="659130" cy="6350"/>
            </a:xfrm>
            <a:custGeom>
              <a:avLst/>
              <a:gdLst/>
              <a:ahLst/>
              <a:cxnLst/>
              <a:rect l="l" t="t" r="r" b="b"/>
              <a:pathLst>
                <a:path w="659129" h="6350">
                  <a:moveTo>
                    <a:pt x="48260" y="0"/>
                  </a:moveTo>
                  <a:lnTo>
                    <a:pt x="0" y="0"/>
                  </a:lnTo>
                  <a:lnTo>
                    <a:pt x="0" y="6350"/>
                  </a:lnTo>
                  <a:lnTo>
                    <a:pt x="48260" y="6350"/>
                  </a:lnTo>
                  <a:lnTo>
                    <a:pt x="48260" y="0"/>
                  </a:lnTo>
                  <a:close/>
                </a:path>
                <a:path w="659129" h="6350">
                  <a:moveTo>
                    <a:pt x="659130" y="0"/>
                  </a:moveTo>
                  <a:lnTo>
                    <a:pt x="417830" y="0"/>
                  </a:lnTo>
                  <a:lnTo>
                    <a:pt x="417830" y="1270"/>
                  </a:lnTo>
                  <a:lnTo>
                    <a:pt x="419100" y="1270"/>
                  </a:lnTo>
                  <a:lnTo>
                    <a:pt x="419100" y="2540"/>
                  </a:lnTo>
                  <a:lnTo>
                    <a:pt x="420370" y="2540"/>
                  </a:lnTo>
                  <a:lnTo>
                    <a:pt x="420370" y="3810"/>
                  </a:lnTo>
                  <a:lnTo>
                    <a:pt x="421640" y="3810"/>
                  </a:lnTo>
                  <a:lnTo>
                    <a:pt x="421640" y="5080"/>
                  </a:lnTo>
                  <a:lnTo>
                    <a:pt x="422910" y="5080"/>
                  </a:lnTo>
                  <a:lnTo>
                    <a:pt x="422910" y="6350"/>
                  </a:lnTo>
                  <a:lnTo>
                    <a:pt x="659130" y="6350"/>
                  </a:lnTo>
                  <a:lnTo>
                    <a:pt x="659130" y="5080"/>
                  </a:lnTo>
                  <a:lnTo>
                    <a:pt x="659130" y="3810"/>
                  </a:lnTo>
                  <a:lnTo>
                    <a:pt x="659130" y="2540"/>
                  </a:lnTo>
                  <a:lnTo>
                    <a:pt x="659130" y="1270"/>
                  </a:lnTo>
                  <a:lnTo>
                    <a:pt x="659130" y="0"/>
                  </a:lnTo>
                  <a:close/>
                </a:path>
              </a:pathLst>
            </a:custGeom>
            <a:solidFill>
              <a:srgbClr val="B08400"/>
            </a:solidFill>
          </p:spPr>
          <p:txBody>
            <a:bodyPr wrap="square" lIns="0" tIns="0" rIns="0" bIns="0" rtlCol="0"/>
            <a:lstStyle/>
            <a:p/>
          </p:txBody>
        </p:sp>
        <p:sp>
          <p:nvSpPr>
            <p:cNvPr id="1263" name="object 1263"/>
            <p:cNvSpPr/>
            <p:nvPr/>
          </p:nvSpPr>
          <p:spPr>
            <a:xfrm>
              <a:off x="6403340" y="330961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6350"/>
                  </a:moveTo>
                  <a:lnTo>
                    <a:pt x="659130" y="6350"/>
                  </a:lnTo>
                  <a:lnTo>
                    <a:pt x="659130" y="5080"/>
                  </a:lnTo>
                  <a:lnTo>
                    <a:pt x="659130" y="3810"/>
                  </a:lnTo>
                  <a:lnTo>
                    <a:pt x="659130" y="2540"/>
                  </a:lnTo>
                  <a:lnTo>
                    <a:pt x="659130" y="0"/>
                  </a:lnTo>
                  <a:lnTo>
                    <a:pt x="424180" y="0"/>
                  </a:lnTo>
                  <a:lnTo>
                    <a:pt x="424180" y="2540"/>
                  </a:lnTo>
                  <a:lnTo>
                    <a:pt x="425450" y="2540"/>
                  </a:lnTo>
                  <a:lnTo>
                    <a:pt x="425450" y="3810"/>
                  </a:lnTo>
                  <a:lnTo>
                    <a:pt x="426720" y="3810"/>
                  </a:lnTo>
                  <a:lnTo>
                    <a:pt x="426720" y="5080"/>
                  </a:lnTo>
                  <a:lnTo>
                    <a:pt x="427990" y="5080"/>
                  </a:lnTo>
                  <a:lnTo>
                    <a:pt x="427990" y="6350"/>
                  </a:lnTo>
                  <a:lnTo>
                    <a:pt x="429260" y="6350"/>
                  </a:lnTo>
                  <a:lnTo>
                    <a:pt x="429260" y="7620"/>
                  </a:lnTo>
                  <a:lnTo>
                    <a:pt x="660400" y="7620"/>
                  </a:lnTo>
                  <a:lnTo>
                    <a:pt x="660400" y="6350"/>
                  </a:lnTo>
                  <a:close/>
                </a:path>
              </a:pathLst>
            </a:custGeom>
            <a:solidFill>
              <a:srgbClr val="B28500"/>
            </a:solidFill>
          </p:spPr>
          <p:txBody>
            <a:bodyPr wrap="square" lIns="0" tIns="0" rIns="0" bIns="0" rtlCol="0"/>
            <a:lstStyle/>
            <a:p/>
          </p:txBody>
        </p:sp>
        <p:sp>
          <p:nvSpPr>
            <p:cNvPr id="1264" name="object 1264"/>
            <p:cNvSpPr/>
            <p:nvPr/>
          </p:nvSpPr>
          <p:spPr>
            <a:xfrm>
              <a:off x="6403340" y="331723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430530" y="0"/>
                  </a:lnTo>
                  <a:lnTo>
                    <a:pt x="430530" y="1270"/>
                  </a:lnTo>
                  <a:lnTo>
                    <a:pt x="431800" y="1270"/>
                  </a:lnTo>
                  <a:lnTo>
                    <a:pt x="431800" y="3810"/>
                  </a:lnTo>
                  <a:lnTo>
                    <a:pt x="433070" y="3810"/>
                  </a:lnTo>
                  <a:lnTo>
                    <a:pt x="433070" y="5080"/>
                  </a:lnTo>
                  <a:lnTo>
                    <a:pt x="434340" y="5080"/>
                  </a:lnTo>
                  <a:lnTo>
                    <a:pt x="434340" y="6350"/>
                  </a:lnTo>
                  <a:lnTo>
                    <a:pt x="435610" y="6350"/>
                  </a:lnTo>
                  <a:lnTo>
                    <a:pt x="435610" y="7620"/>
                  </a:lnTo>
                  <a:lnTo>
                    <a:pt x="660400" y="7620"/>
                  </a:lnTo>
                  <a:lnTo>
                    <a:pt x="660400" y="6350"/>
                  </a:lnTo>
                  <a:lnTo>
                    <a:pt x="660400" y="5080"/>
                  </a:lnTo>
                  <a:lnTo>
                    <a:pt x="660400" y="3810"/>
                  </a:lnTo>
                  <a:lnTo>
                    <a:pt x="660400" y="1270"/>
                  </a:lnTo>
                  <a:lnTo>
                    <a:pt x="660400" y="0"/>
                  </a:lnTo>
                  <a:close/>
                </a:path>
              </a:pathLst>
            </a:custGeom>
            <a:solidFill>
              <a:srgbClr val="B48700"/>
            </a:solidFill>
          </p:spPr>
          <p:txBody>
            <a:bodyPr wrap="square" lIns="0" tIns="0" rIns="0" bIns="0" rtlCol="0"/>
            <a:lstStyle/>
            <a:p/>
          </p:txBody>
        </p:sp>
        <p:sp>
          <p:nvSpPr>
            <p:cNvPr id="1265" name="object 1265"/>
            <p:cNvSpPr/>
            <p:nvPr/>
          </p:nvSpPr>
          <p:spPr>
            <a:xfrm>
              <a:off x="6403340" y="3324859"/>
              <a:ext cx="660400" cy="6350"/>
            </a:xfrm>
            <a:custGeom>
              <a:avLst/>
              <a:gdLst/>
              <a:ahLst/>
              <a:cxnLst/>
              <a:rect l="l" t="t" r="r" b="b"/>
              <a:pathLst>
                <a:path w="660400" h="6350">
                  <a:moveTo>
                    <a:pt x="48260" y="0"/>
                  </a:moveTo>
                  <a:lnTo>
                    <a:pt x="0" y="0"/>
                  </a:lnTo>
                  <a:lnTo>
                    <a:pt x="0" y="6350"/>
                  </a:lnTo>
                  <a:lnTo>
                    <a:pt x="48260" y="6350"/>
                  </a:lnTo>
                  <a:lnTo>
                    <a:pt x="48260" y="0"/>
                  </a:lnTo>
                  <a:close/>
                </a:path>
                <a:path w="660400" h="6350">
                  <a:moveTo>
                    <a:pt x="660400" y="0"/>
                  </a:moveTo>
                  <a:lnTo>
                    <a:pt x="436880" y="0"/>
                  </a:lnTo>
                  <a:lnTo>
                    <a:pt x="436880" y="1270"/>
                  </a:lnTo>
                  <a:lnTo>
                    <a:pt x="438150" y="1270"/>
                  </a:lnTo>
                  <a:lnTo>
                    <a:pt x="438150" y="2540"/>
                  </a:lnTo>
                  <a:lnTo>
                    <a:pt x="439420" y="2540"/>
                  </a:lnTo>
                  <a:lnTo>
                    <a:pt x="439420" y="3810"/>
                  </a:lnTo>
                  <a:lnTo>
                    <a:pt x="440690" y="3810"/>
                  </a:lnTo>
                  <a:lnTo>
                    <a:pt x="440690" y="6350"/>
                  </a:lnTo>
                  <a:lnTo>
                    <a:pt x="660400" y="6350"/>
                  </a:lnTo>
                  <a:lnTo>
                    <a:pt x="660400" y="3810"/>
                  </a:lnTo>
                  <a:lnTo>
                    <a:pt x="660400" y="2540"/>
                  </a:lnTo>
                  <a:lnTo>
                    <a:pt x="660400" y="1270"/>
                  </a:lnTo>
                  <a:lnTo>
                    <a:pt x="660400" y="0"/>
                  </a:lnTo>
                  <a:close/>
                </a:path>
              </a:pathLst>
            </a:custGeom>
            <a:solidFill>
              <a:srgbClr val="B68800"/>
            </a:solidFill>
          </p:spPr>
          <p:txBody>
            <a:bodyPr wrap="square" lIns="0" tIns="0" rIns="0" bIns="0" rtlCol="0"/>
            <a:lstStyle/>
            <a:p/>
          </p:txBody>
        </p:sp>
        <p:sp>
          <p:nvSpPr>
            <p:cNvPr id="1266" name="object 1266"/>
            <p:cNvSpPr/>
            <p:nvPr/>
          </p:nvSpPr>
          <p:spPr>
            <a:xfrm>
              <a:off x="6403340" y="333120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441960" y="0"/>
                  </a:lnTo>
                  <a:lnTo>
                    <a:pt x="441960" y="1270"/>
                  </a:lnTo>
                  <a:lnTo>
                    <a:pt x="443230" y="1270"/>
                  </a:lnTo>
                  <a:lnTo>
                    <a:pt x="443230" y="2540"/>
                  </a:lnTo>
                  <a:lnTo>
                    <a:pt x="444500" y="2540"/>
                  </a:lnTo>
                  <a:lnTo>
                    <a:pt x="444500" y="3810"/>
                  </a:lnTo>
                  <a:lnTo>
                    <a:pt x="445770" y="3810"/>
                  </a:lnTo>
                  <a:lnTo>
                    <a:pt x="445770" y="5080"/>
                  </a:lnTo>
                  <a:lnTo>
                    <a:pt x="447040" y="5080"/>
                  </a:lnTo>
                  <a:lnTo>
                    <a:pt x="447040" y="6350"/>
                  </a:lnTo>
                  <a:lnTo>
                    <a:pt x="448310" y="6350"/>
                  </a:lnTo>
                  <a:lnTo>
                    <a:pt x="448310" y="7620"/>
                  </a:lnTo>
                  <a:lnTo>
                    <a:pt x="660400" y="7620"/>
                  </a:lnTo>
                  <a:lnTo>
                    <a:pt x="660400" y="1270"/>
                  </a:lnTo>
                  <a:lnTo>
                    <a:pt x="660400" y="0"/>
                  </a:lnTo>
                  <a:close/>
                </a:path>
              </a:pathLst>
            </a:custGeom>
            <a:solidFill>
              <a:srgbClr val="B88900"/>
            </a:solidFill>
          </p:spPr>
          <p:txBody>
            <a:bodyPr wrap="square" lIns="0" tIns="0" rIns="0" bIns="0" rtlCol="0"/>
            <a:lstStyle/>
            <a:p/>
          </p:txBody>
        </p:sp>
        <p:sp>
          <p:nvSpPr>
            <p:cNvPr id="1267" name="object 1267"/>
            <p:cNvSpPr/>
            <p:nvPr/>
          </p:nvSpPr>
          <p:spPr>
            <a:xfrm>
              <a:off x="6403340" y="333882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448310" y="0"/>
                  </a:lnTo>
                  <a:lnTo>
                    <a:pt x="448310" y="1270"/>
                  </a:lnTo>
                  <a:lnTo>
                    <a:pt x="449580" y="1270"/>
                  </a:lnTo>
                  <a:lnTo>
                    <a:pt x="449580" y="2540"/>
                  </a:lnTo>
                  <a:lnTo>
                    <a:pt x="450850" y="2540"/>
                  </a:lnTo>
                  <a:lnTo>
                    <a:pt x="450850" y="3810"/>
                  </a:lnTo>
                  <a:lnTo>
                    <a:pt x="452120" y="3810"/>
                  </a:lnTo>
                  <a:lnTo>
                    <a:pt x="452120" y="5080"/>
                  </a:lnTo>
                  <a:lnTo>
                    <a:pt x="453390" y="5080"/>
                  </a:lnTo>
                  <a:lnTo>
                    <a:pt x="453390" y="6350"/>
                  </a:lnTo>
                  <a:lnTo>
                    <a:pt x="454660" y="6350"/>
                  </a:lnTo>
                  <a:lnTo>
                    <a:pt x="454660" y="7620"/>
                  </a:lnTo>
                  <a:lnTo>
                    <a:pt x="660400" y="7620"/>
                  </a:lnTo>
                  <a:lnTo>
                    <a:pt x="660400" y="1270"/>
                  </a:lnTo>
                  <a:lnTo>
                    <a:pt x="660400" y="0"/>
                  </a:lnTo>
                  <a:close/>
                </a:path>
              </a:pathLst>
            </a:custGeom>
            <a:solidFill>
              <a:srgbClr val="BA8B00"/>
            </a:solidFill>
          </p:spPr>
          <p:txBody>
            <a:bodyPr wrap="square" lIns="0" tIns="0" rIns="0" bIns="0" rtlCol="0"/>
            <a:lstStyle/>
            <a:p/>
          </p:txBody>
        </p:sp>
        <p:sp>
          <p:nvSpPr>
            <p:cNvPr id="1268" name="object 1268"/>
            <p:cNvSpPr/>
            <p:nvPr/>
          </p:nvSpPr>
          <p:spPr>
            <a:xfrm>
              <a:off x="6403340" y="3346449"/>
              <a:ext cx="660400" cy="6350"/>
            </a:xfrm>
            <a:custGeom>
              <a:avLst/>
              <a:gdLst/>
              <a:ahLst/>
              <a:cxnLst/>
              <a:rect l="l" t="t" r="r" b="b"/>
              <a:pathLst>
                <a:path w="660400" h="6350">
                  <a:moveTo>
                    <a:pt x="48260" y="0"/>
                  </a:moveTo>
                  <a:lnTo>
                    <a:pt x="0" y="0"/>
                  </a:lnTo>
                  <a:lnTo>
                    <a:pt x="0" y="6350"/>
                  </a:lnTo>
                  <a:lnTo>
                    <a:pt x="48260" y="6350"/>
                  </a:lnTo>
                  <a:lnTo>
                    <a:pt x="48260" y="0"/>
                  </a:lnTo>
                  <a:close/>
                </a:path>
                <a:path w="660400" h="6350">
                  <a:moveTo>
                    <a:pt x="660400" y="0"/>
                  </a:moveTo>
                  <a:lnTo>
                    <a:pt x="455930" y="0"/>
                  </a:lnTo>
                  <a:lnTo>
                    <a:pt x="455930" y="2540"/>
                  </a:lnTo>
                  <a:lnTo>
                    <a:pt x="457200" y="2540"/>
                  </a:lnTo>
                  <a:lnTo>
                    <a:pt x="457200" y="3810"/>
                  </a:lnTo>
                  <a:lnTo>
                    <a:pt x="458470" y="3810"/>
                  </a:lnTo>
                  <a:lnTo>
                    <a:pt x="458470" y="5080"/>
                  </a:lnTo>
                  <a:lnTo>
                    <a:pt x="459740" y="5080"/>
                  </a:lnTo>
                  <a:lnTo>
                    <a:pt x="459740" y="6350"/>
                  </a:lnTo>
                  <a:lnTo>
                    <a:pt x="660400" y="6350"/>
                  </a:lnTo>
                  <a:lnTo>
                    <a:pt x="660400" y="5080"/>
                  </a:lnTo>
                  <a:lnTo>
                    <a:pt x="660400" y="3810"/>
                  </a:lnTo>
                  <a:lnTo>
                    <a:pt x="660400" y="2540"/>
                  </a:lnTo>
                  <a:lnTo>
                    <a:pt x="660400" y="0"/>
                  </a:lnTo>
                  <a:close/>
                </a:path>
              </a:pathLst>
            </a:custGeom>
            <a:solidFill>
              <a:srgbClr val="BB8C00"/>
            </a:solidFill>
          </p:spPr>
          <p:txBody>
            <a:bodyPr wrap="square" lIns="0" tIns="0" rIns="0" bIns="0" rtlCol="0"/>
            <a:lstStyle/>
            <a:p/>
          </p:txBody>
        </p:sp>
        <p:sp>
          <p:nvSpPr>
            <p:cNvPr id="1269" name="object 1269"/>
            <p:cNvSpPr/>
            <p:nvPr/>
          </p:nvSpPr>
          <p:spPr>
            <a:xfrm>
              <a:off x="6403340" y="335279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461010" y="0"/>
                  </a:lnTo>
                  <a:lnTo>
                    <a:pt x="461010" y="1270"/>
                  </a:lnTo>
                  <a:lnTo>
                    <a:pt x="462280" y="1270"/>
                  </a:lnTo>
                  <a:lnTo>
                    <a:pt x="462280" y="2540"/>
                  </a:lnTo>
                  <a:lnTo>
                    <a:pt x="463550" y="2540"/>
                  </a:lnTo>
                  <a:lnTo>
                    <a:pt x="463550" y="5080"/>
                  </a:lnTo>
                  <a:lnTo>
                    <a:pt x="464820" y="5080"/>
                  </a:lnTo>
                  <a:lnTo>
                    <a:pt x="464820" y="6350"/>
                  </a:lnTo>
                  <a:lnTo>
                    <a:pt x="466090" y="6350"/>
                  </a:lnTo>
                  <a:lnTo>
                    <a:pt x="466090" y="7620"/>
                  </a:lnTo>
                  <a:lnTo>
                    <a:pt x="660400" y="7620"/>
                  </a:lnTo>
                  <a:lnTo>
                    <a:pt x="660400" y="6350"/>
                  </a:lnTo>
                  <a:lnTo>
                    <a:pt x="660400" y="5080"/>
                  </a:lnTo>
                  <a:lnTo>
                    <a:pt x="660400" y="2540"/>
                  </a:lnTo>
                  <a:lnTo>
                    <a:pt x="660400" y="1270"/>
                  </a:lnTo>
                  <a:lnTo>
                    <a:pt x="660400" y="0"/>
                  </a:lnTo>
                  <a:close/>
                </a:path>
              </a:pathLst>
            </a:custGeom>
            <a:solidFill>
              <a:srgbClr val="BD8D00"/>
            </a:solidFill>
          </p:spPr>
          <p:txBody>
            <a:bodyPr wrap="square" lIns="0" tIns="0" rIns="0" bIns="0" rtlCol="0"/>
            <a:lstStyle/>
            <a:p/>
          </p:txBody>
        </p:sp>
        <p:sp>
          <p:nvSpPr>
            <p:cNvPr id="1270" name="object 1270"/>
            <p:cNvSpPr/>
            <p:nvPr/>
          </p:nvSpPr>
          <p:spPr>
            <a:xfrm>
              <a:off x="6403340" y="3360419"/>
              <a:ext cx="660400" cy="7620"/>
            </a:xfrm>
            <a:custGeom>
              <a:avLst/>
              <a:gdLst/>
              <a:ahLst/>
              <a:cxnLst/>
              <a:rect l="l" t="t" r="r" b="b"/>
              <a:pathLst>
                <a:path w="660400" h="7620">
                  <a:moveTo>
                    <a:pt x="48260" y="3822"/>
                  </a:moveTo>
                  <a:lnTo>
                    <a:pt x="0" y="3822"/>
                  </a:lnTo>
                  <a:lnTo>
                    <a:pt x="0" y="7620"/>
                  </a:lnTo>
                  <a:lnTo>
                    <a:pt x="48260" y="7620"/>
                  </a:lnTo>
                  <a:lnTo>
                    <a:pt x="48260" y="3822"/>
                  </a:lnTo>
                  <a:close/>
                </a:path>
                <a:path w="660400" h="7620">
                  <a:moveTo>
                    <a:pt x="48260" y="0"/>
                  </a:moveTo>
                  <a:lnTo>
                    <a:pt x="0" y="0"/>
                  </a:lnTo>
                  <a:lnTo>
                    <a:pt x="0" y="3810"/>
                  </a:lnTo>
                  <a:lnTo>
                    <a:pt x="48260" y="3810"/>
                  </a:lnTo>
                  <a:lnTo>
                    <a:pt x="48260" y="0"/>
                  </a:lnTo>
                  <a:close/>
                </a:path>
                <a:path w="660400" h="7620">
                  <a:moveTo>
                    <a:pt x="660400" y="0"/>
                  </a:moveTo>
                  <a:lnTo>
                    <a:pt x="467360" y="0"/>
                  </a:lnTo>
                  <a:lnTo>
                    <a:pt x="467360" y="1270"/>
                  </a:lnTo>
                  <a:lnTo>
                    <a:pt x="468630" y="1270"/>
                  </a:lnTo>
                  <a:lnTo>
                    <a:pt x="468630" y="2540"/>
                  </a:lnTo>
                  <a:lnTo>
                    <a:pt x="469900" y="2540"/>
                  </a:lnTo>
                  <a:lnTo>
                    <a:pt x="469900" y="3810"/>
                  </a:lnTo>
                  <a:lnTo>
                    <a:pt x="471170" y="3810"/>
                  </a:lnTo>
                  <a:lnTo>
                    <a:pt x="471170" y="6350"/>
                  </a:lnTo>
                  <a:lnTo>
                    <a:pt x="472440" y="6350"/>
                  </a:lnTo>
                  <a:lnTo>
                    <a:pt x="472440" y="7620"/>
                  </a:lnTo>
                  <a:lnTo>
                    <a:pt x="660387" y="7620"/>
                  </a:lnTo>
                  <a:lnTo>
                    <a:pt x="660387" y="6350"/>
                  </a:lnTo>
                  <a:lnTo>
                    <a:pt x="660387" y="3810"/>
                  </a:lnTo>
                  <a:lnTo>
                    <a:pt x="660400" y="2540"/>
                  </a:lnTo>
                  <a:lnTo>
                    <a:pt x="660400" y="1270"/>
                  </a:lnTo>
                  <a:lnTo>
                    <a:pt x="660400" y="0"/>
                  </a:lnTo>
                  <a:close/>
                </a:path>
              </a:pathLst>
            </a:custGeom>
            <a:solidFill>
              <a:srgbClr val="BF8F00"/>
            </a:solidFill>
          </p:spPr>
          <p:txBody>
            <a:bodyPr wrap="square" lIns="0" tIns="0" rIns="0" bIns="0" rtlCol="0"/>
            <a:lstStyle/>
            <a:p/>
          </p:txBody>
        </p:sp>
        <p:sp>
          <p:nvSpPr>
            <p:cNvPr id="1271" name="object 1271"/>
            <p:cNvSpPr/>
            <p:nvPr/>
          </p:nvSpPr>
          <p:spPr>
            <a:xfrm>
              <a:off x="6403340" y="3368039"/>
              <a:ext cx="660400" cy="6350"/>
            </a:xfrm>
            <a:custGeom>
              <a:avLst/>
              <a:gdLst/>
              <a:ahLst/>
              <a:cxnLst/>
              <a:rect l="l" t="t" r="r" b="b"/>
              <a:pathLst>
                <a:path w="660400" h="6350">
                  <a:moveTo>
                    <a:pt x="48260" y="0"/>
                  </a:moveTo>
                  <a:lnTo>
                    <a:pt x="0" y="0"/>
                  </a:lnTo>
                  <a:lnTo>
                    <a:pt x="0" y="6350"/>
                  </a:lnTo>
                  <a:lnTo>
                    <a:pt x="48260" y="6350"/>
                  </a:lnTo>
                  <a:lnTo>
                    <a:pt x="48260" y="0"/>
                  </a:lnTo>
                  <a:close/>
                </a:path>
                <a:path w="660400" h="6350">
                  <a:moveTo>
                    <a:pt x="660400" y="2540"/>
                  </a:moveTo>
                  <a:lnTo>
                    <a:pt x="660387" y="1270"/>
                  </a:lnTo>
                  <a:lnTo>
                    <a:pt x="660387" y="0"/>
                  </a:lnTo>
                  <a:lnTo>
                    <a:pt x="473710" y="0"/>
                  </a:lnTo>
                  <a:lnTo>
                    <a:pt x="473710" y="1270"/>
                  </a:lnTo>
                  <a:lnTo>
                    <a:pt x="474980" y="1270"/>
                  </a:lnTo>
                  <a:lnTo>
                    <a:pt x="474980" y="2540"/>
                  </a:lnTo>
                  <a:lnTo>
                    <a:pt x="476250" y="2540"/>
                  </a:lnTo>
                  <a:lnTo>
                    <a:pt x="476250" y="3810"/>
                  </a:lnTo>
                  <a:lnTo>
                    <a:pt x="477520" y="3810"/>
                  </a:lnTo>
                  <a:lnTo>
                    <a:pt x="477520" y="5080"/>
                  </a:lnTo>
                  <a:lnTo>
                    <a:pt x="478790" y="5080"/>
                  </a:lnTo>
                  <a:lnTo>
                    <a:pt x="478790" y="6350"/>
                  </a:lnTo>
                  <a:lnTo>
                    <a:pt x="660400" y="6350"/>
                  </a:lnTo>
                  <a:lnTo>
                    <a:pt x="660400" y="5080"/>
                  </a:lnTo>
                  <a:lnTo>
                    <a:pt x="660400" y="3810"/>
                  </a:lnTo>
                  <a:lnTo>
                    <a:pt x="660400" y="2540"/>
                  </a:lnTo>
                  <a:close/>
                </a:path>
              </a:pathLst>
            </a:custGeom>
            <a:solidFill>
              <a:srgbClr val="C19000"/>
            </a:solidFill>
          </p:spPr>
          <p:txBody>
            <a:bodyPr wrap="square" lIns="0" tIns="0" rIns="0" bIns="0" rtlCol="0"/>
            <a:lstStyle/>
            <a:p/>
          </p:txBody>
        </p:sp>
        <p:sp>
          <p:nvSpPr>
            <p:cNvPr id="1272" name="object 1272"/>
            <p:cNvSpPr/>
            <p:nvPr/>
          </p:nvSpPr>
          <p:spPr>
            <a:xfrm>
              <a:off x="6403340" y="337438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3810"/>
                  </a:moveTo>
                  <a:lnTo>
                    <a:pt x="660387" y="2540"/>
                  </a:lnTo>
                  <a:lnTo>
                    <a:pt x="660387" y="0"/>
                  </a:lnTo>
                  <a:lnTo>
                    <a:pt x="480060" y="0"/>
                  </a:lnTo>
                  <a:lnTo>
                    <a:pt x="480060" y="2540"/>
                  </a:lnTo>
                  <a:lnTo>
                    <a:pt x="481330" y="2540"/>
                  </a:lnTo>
                  <a:lnTo>
                    <a:pt x="481330" y="3810"/>
                  </a:lnTo>
                  <a:lnTo>
                    <a:pt x="482600" y="3810"/>
                  </a:lnTo>
                  <a:lnTo>
                    <a:pt x="482600" y="5080"/>
                  </a:lnTo>
                  <a:lnTo>
                    <a:pt x="483870" y="5080"/>
                  </a:lnTo>
                  <a:lnTo>
                    <a:pt x="483870" y="6350"/>
                  </a:lnTo>
                  <a:lnTo>
                    <a:pt x="485140" y="6350"/>
                  </a:lnTo>
                  <a:lnTo>
                    <a:pt x="485140" y="7620"/>
                  </a:lnTo>
                  <a:lnTo>
                    <a:pt x="660400" y="7620"/>
                  </a:lnTo>
                  <a:lnTo>
                    <a:pt x="660400" y="6350"/>
                  </a:lnTo>
                  <a:lnTo>
                    <a:pt x="660400" y="5080"/>
                  </a:lnTo>
                  <a:lnTo>
                    <a:pt x="660400" y="3810"/>
                  </a:lnTo>
                  <a:close/>
                </a:path>
              </a:pathLst>
            </a:custGeom>
            <a:solidFill>
              <a:srgbClr val="C39200"/>
            </a:solidFill>
          </p:spPr>
          <p:txBody>
            <a:bodyPr wrap="square" lIns="0" tIns="0" rIns="0" bIns="0" rtlCol="0"/>
            <a:lstStyle/>
            <a:p/>
          </p:txBody>
        </p:sp>
        <p:sp>
          <p:nvSpPr>
            <p:cNvPr id="1273" name="object 1273"/>
            <p:cNvSpPr/>
            <p:nvPr/>
          </p:nvSpPr>
          <p:spPr>
            <a:xfrm>
              <a:off x="6403340" y="3382009"/>
              <a:ext cx="661670" cy="7620"/>
            </a:xfrm>
            <a:custGeom>
              <a:avLst/>
              <a:gdLst/>
              <a:ahLst/>
              <a:cxnLst/>
              <a:rect l="l" t="t" r="r" b="b"/>
              <a:pathLst>
                <a:path w="661670" h="7620">
                  <a:moveTo>
                    <a:pt x="49517" y="1270"/>
                  </a:moveTo>
                  <a:lnTo>
                    <a:pt x="48260" y="1270"/>
                  </a:lnTo>
                  <a:lnTo>
                    <a:pt x="48260" y="0"/>
                  </a:lnTo>
                  <a:lnTo>
                    <a:pt x="0" y="0"/>
                  </a:lnTo>
                  <a:lnTo>
                    <a:pt x="0" y="1270"/>
                  </a:lnTo>
                  <a:lnTo>
                    <a:pt x="0" y="6350"/>
                  </a:lnTo>
                  <a:lnTo>
                    <a:pt x="1270" y="6350"/>
                  </a:lnTo>
                  <a:lnTo>
                    <a:pt x="1270" y="7620"/>
                  </a:lnTo>
                  <a:lnTo>
                    <a:pt x="49517" y="7620"/>
                  </a:lnTo>
                  <a:lnTo>
                    <a:pt x="49517" y="6350"/>
                  </a:lnTo>
                  <a:lnTo>
                    <a:pt x="49517" y="1270"/>
                  </a:lnTo>
                  <a:close/>
                </a:path>
                <a:path w="661670" h="7620">
                  <a:moveTo>
                    <a:pt x="660400" y="0"/>
                  </a:moveTo>
                  <a:lnTo>
                    <a:pt x="486410" y="0"/>
                  </a:lnTo>
                  <a:lnTo>
                    <a:pt x="486410" y="1270"/>
                  </a:lnTo>
                  <a:lnTo>
                    <a:pt x="660400" y="1270"/>
                  </a:lnTo>
                  <a:lnTo>
                    <a:pt x="660400" y="0"/>
                  </a:lnTo>
                  <a:close/>
                </a:path>
                <a:path w="661670" h="7620">
                  <a:moveTo>
                    <a:pt x="661670" y="3810"/>
                  </a:moveTo>
                  <a:lnTo>
                    <a:pt x="660400" y="3810"/>
                  </a:lnTo>
                  <a:lnTo>
                    <a:pt x="660400" y="1282"/>
                  </a:lnTo>
                  <a:lnTo>
                    <a:pt x="487680" y="1282"/>
                  </a:lnTo>
                  <a:lnTo>
                    <a:pt x="487680" y="3810"/>
                  </a:lnTo>
                  <a:lnTo>
                    <a:pt x="488950" y="3810"/>
                  </a:lnTo>
                  <a:lnTo>
                    <a:pt x="488950" y="5080"/>
                  </a:lnTo>
                  <a:lnTo>
                    <a:pt x="490220" y="5080"/>
                  </a:lnTo>
                  <a:lnTo>
                    <a:pt x="490220" y="6350"/>
                  </a:lnTo>
                  <a:lnTo>
                    <a:pt x="491490" y="6350"/>
                  </a:lnTo>
                  <a:lnTo>
                    <a:pt x="491490" y="7620"/>
                  </a:lnTo>
                  <a:lnTo>
                    <a:pt x="661670" y="7620"/>
                  </a:lnTo>
                  <a:lnTo>
                    <a:pt x="661670" y="6350"/>
                  </a:lnTo>
                  <a:lnTo>
                    <a:pt x="661670" y="5080"/>
                  </a:lnTo>
                  <a:lnTo>
                    <a:pt x="661670" y="3810"/>
                  </a:lnTo>
                  <a:close/>
                </a:path>
              </a:pathLst>
            </a:custGeom>
            <a:solidFill>
              <a:srgbClr val="C59300"/>
            </a:solidFill>
          </p:spPr>
          <p:txBody>
            <a:bodyPr wrap="square" lIns="0" tIns="0" rIns="0" bIns="0" rtlCol="0"/>
            <a:lstStyle/>
            <a:p/>
          </p:txBody>
        </p:sp>
        <p:sp>
          <p:nvSpPr>
            <p:cNvPr id="1274" name="object 1274"/>
            <p:cNvSpPr/>
            <p:nvPr/>
          </p:nvSpPr>
          <p:spPr>
            <a:xfrm>
              <a:off x="6404610" y="3389629"/>
              <a:ext cx="660400" cy="6350"/>
            </a:xfrm>
            <a:custGeom>
              <a:avLst/>
              <a:gdLst/>
              <a:ahLst/>
              <a:cxnLst/>
              <a:rect l="l" t="t" r="r" b="b"/>
              <a:pathLst>
                <a:path w="660400" h="6350">
                  <a:moveTo>
                    <a:pt x="48247" y="0"/>
                  </a:moveTo>
                  <a:lnTo>
                    <a:pt x="0" y="0"/>
                  </a:lnTo>
                  <a:lnTo>
                    <a:pt x="0" y="6350"/>
                  </a:lnTo>
                  <a:lnTo>
                    <a:pt x="48247" y="6350"/>
                  </a:lnTo>
                  <a:lnTo>
                    <a:pt x="48247" y="0"/>
                  </a:lnTo>
                  <a:close/>
                </a:path>
                <a:path w="660400" h="6350">
                  <a:moveTo>
                    <a:pt x="660400" y="0"/>
                  </a:moveTo>
                  <a:lnTo>
                    <a:pt x="491490" y="0"/>
                  </a:lnTo>
                  <a:lnTo>
                    <a:pt x="491490" y="1270"/>
                  </a:lnTo>
                  <a:lnTo>
                    <a:pt x="492760" y="1270"/>
                  </a:lnTo>
                  <a:lnTo>
                    <a:pt x="492760" y="2540"/>
                  </a:lnTo>
                  <a:lnTo>
                    <a:pt x="494030" y="2540"/>
                  </a:lnTo>
                  <a:lnTo>
                    <a:pt x="494030" y="5080"/>
                  </a:lnTo>
                  <a:lnTo>
                    <a:pt x="495300" y="5080"/>
                  </a:lnTo>
                  <a:lnTo>
                    <a:pt x="495300" y="6350"/>
                  </a:lnTo>
                  <a:lnTo>
                    <a:pt x="660400" y="6350"/>
                  </a:lnTo>
                  <a:lnTo>
                    <a:pt x="660400" y="5080"/>
                  </a:lnTo>
                  <a:lnTo>
                    <a:pt x="660400" y="2540"/>
                  </a:lnTo>
                  <a:lnTo>
                    <a:pt x="660400" y="1270"/>
                  </a:lnTo>
                  <a:lnTo>
                    <a:pt x="660400" y="0"/>
                  </a:lnTo>
                  <a:close/>
                </a:path>
              </a:pathLst>
            </a:custGeom>
            <a:solidFill>
              <a:srgbClr val="C69400"/>
            </a:solidFill>
          </p:spPr>
          <p:txBody>
            <a:bodyPr wrap="square" lIns="0" tIns="0" rIns="0" bIns="0" rtlCol="0"/>
            <a:lstStyle/>
            <a:p/>
          </p:txBody>
        </p:sp>
        <p:sp>
          <p:nvSpPr>
            <p:cNvPr id="1275" name="object 1275"/>
            <p:cNvSpPr/>
            <p:nvPr/>
          </p:nvSpPr>
          <p:spPr>
            <a:xfrm>
              <a:off x="6404610" y="3395979"/>
              <a:ext cx="660400" cy="7620"/>
            </a:xfrm>
            <a:custGeom>
              <a:avLst/>
              <a:gdLst/>
              <a:ahLst/>
              <a:cxnLst/>
              <a:rect l="l" t="t" r="r" b="b"/>
              <a:pathLst>
                <a:path w="660400" h="7620">
                  <a:moveTo>
                    <a:pt x="48247" y="0"/>
                  </a:moveTo>
                  <a:lnTo>
                    <a:pt x="0" y="0"/>
                  </a:lnTo>
                  <a:lnTo>
                    <a:pt x="0" y="7620"/>
                  </a:lnTo>
                  <a:lnTo>
                    <a:pt x="48247" y="7620"/>
                  </a:lnTo>
                  <a:lnTo>
                    <a:pt x="48247" y="0"/>
                  </a:lnTo>
                  <a:close/>
                </a:path>
                <a:path w="660400" h="7620">
                  <a:moveTo>
                    <a:pt x="660400" y="0"/>
                  </a:moveTo>
                  <a:lnTo>
                    <a:pt x="496570" y="0"/>
                  </a:lnTo>
                  <a:lnTo>
                    <a:pt x="496570" y="1270"/>
                  </a:lnTo>
                  <a:lnTo>
                    <a:pt x="497840" y="1270"/>
                  </a:lnTo>
                  <a:lnTo>
                    <a:pt x="497840" y="2540"/>
                  </a:lnTo>
                  <a:lnTo>
                    <a:pt x="499110" y="2540"/>
                  </a:lnTo>
                  <a:lnTo>
                    <a:pt x="499110" y="3810"/>
                  </a:lnTo>
                  <a:lnTo>
                    <a:pt x="500380" y="3810"/>
                  </a:lnTo>
                  <a:lnTo>
                    <a:pt x="500380" y="5080"/>
                  </a:lnTo>
                  <a:lnTo>
                    <a:pt x="501650" y="5080"/>
                  </a:lnTo>
                  <a:lnTo>
                    <a:pt x="501650" y="7620"/>
                  </a:lnTo>
                  <a:lnTo>
                    <a:pt x="660400" y="7620"/>
                  </a:lnTo>
                  <a:lnTo>
                    <a:pt x="660400" y="5080"/>
                  </a:lnTo>
                  <a:lnTo>
                    <a:pt x="660400" y="3810"/>
                  </a:lnTo>
                  <a:lnTo>
                    <a:pt x="660400" y="2540"/>
                  </a:lnTo>
                  <a:lnTo>
                    <a:pt x="660400" y="1270"/>
                  </a:lnTo>
                  <a:lnTo>
                    <a:pt x="660400" y="0"/>
                  </a:lnTo>
                  <a:close/>
                </a:path>
              </a:pathLst>
            </a:custGeom>
            <a:solidFill>
              <a:srgbClr val="C89600"/>
            </a:solidFill>
          </p:spPr>
          <p:txBody>
            <a:bodyPr wrap="square" lIns="0" tIns="0" rIns="0" bIns="0" rtlCol="0"/>
            <a:lstStyle/>
            <a:p/>
          </p:txBody>
        </p:sp>
        <p:sp>
          <p:nvSpPr>
            <p:cNvPr id="1276" name="object 1276"/>
            <p:cNvSpPr/>
            <p:nvPr/>
          </p:nvSpPr>
          <p:spPr>
            <a:xfrm>
              <a:off x="6404610" y="3403599"/>
              <a:ext cx="660400" cy="7620"/>
            </a:xfrm>
            <a:custGeom>
              <a:avLst/>
              <a:gdLst/>
              <a:ahLst/>
              <a:cxnLst/>
              <a:rect l="l" t="t" r="r" b="b"/>
              <a:pathLst>
                <a:path w="660400" h="7620">
                  <a:moveTo>
                    <a:pt x="48260" y="7620"/>
                  </a:moveTo>
                  <a:lnTo>
                    <a:pt x="48247" y="0"/>
                  </a:lnTo>
                  <a:lnTo>
                    <a:pt x="0" y="0"/>
                  </a:lnTo>
                  <a:lnTo>
                    <a:pt x="0" y="7620"/>
                  </a:lnTo>
                  <a:lnTo>
                    <a:pt x="48260" y="7620"/>
                  </a:lnTo>
                  <a:close/>
                </a:path>
                <a:path w="660400" h="7620">
                  <a:moveTo>
                    <a:pt x="660400" y="0"/>
                  </a:moveTo>
                  <a:lnTo>
                    <a:pt x="502920" y="0"/>
                  </a:lnTo>
                  <a:lnTo>
                    <a:pt x="502920" y="1270"/>
                  </a:lnTo>
                  <a:lnTo>
                    <a:pt x="504190" y="1270"/>
                  </a:lnTo>
                  <a:lnTo>
                    <a:pt x="504190" y="2540"/>
                  </a:lnTo>
                  <a:lnTo>
                    <a:pt x="505460" y="2540"/>
                  </a:lnTo>
                  <a:lnTo>
                    <a:pt x="505460" y="3810"/>
                  </a:lnTo>
                  <a:lnTo>
                    <a:pt x="506730" y="3810"/>
                  </a:lnTo>
                  <a:lnTo>
                    <a:pt x="506730" y="5080"/>
                  </a:lnTo>
                  <a:lnTo>
                    <a:pt x="508000" y="5080"/>
                  </a:lnTo>
                  <a:lnTo>
                    <a:pt x="508000" y="6350"/>
                  </a:lnTo>
                  <a:lnTo>
                    <a:pt x="509270" y="6350"/>
                  </a:lnTo>
                  <a:lnTo>
                    <a:pt x="509270" y="7620"/>
                  </a:lnTo>
                  <a:lnTo>
                    <a:pt x="660400" y="7620"/>
                  </a:lnTo>
                  <a:lnTo>
                    <a:pt x="660400" y="1270"/>
                  </a:lnTo>
                  <a:lnTo>
                    <a:pt x="660400" y="0"/>
                  </a:lnTo>
                  <a:close/>
                </a:path>
              </a:pathLst>
            </a:custGeom>
            <a:solidFill>
              <a:srgbClr val="CA9700"/>
            </a:solidFill>
          </p:spPr>
          <p:txBody>
            <a:bodyPr wrap="square" lIns="0" tIns="0" rIns="0" bIns="0" rtlCol="0"/>
            <a:lstStyle/>
            <a:p/>
          </p:txBody>
        </p:sp>
        <p:sp>
          <p:nvSpPr>
            <p:cNvPr id="1277" name="object 1277"/>
            <p:cNvSpPr/>
            <p:nvPr/>
          </p:nvSpPr>
          <p:spPr>
            <a:xfrm>
              <a:off x="6404610" y="3411219"/>
              <a:ext cx="660400" cy="6350"/>
            </a:xfrm>
            <a:custGeom>
              <a:avLst/>
              <a:gdLst/>
              <a:ahLst/>
              <a:cxnLst/>
              <a:rect l="l" t="t" r="r" b="b"/>
              <a:pathLst>
                <a:path w="660400" h="6350">
                  <a:moveTo>
                    <a:pt x="48260" y="6350"/>
                  </a:moveTo>
                  <a:lnTo>
                    <a:pt x="48247" y="0"/>
                  </a:lnTo>
                  <a:lnTo>
                    <a:pt x="0" y="0"/>
                  </a:lnTo>
                  <a:lnTo>
                    <a:pt x="0" y="6350"/>
                  </a:lnTo>
                  <a:lnTo>
                    <a:pt x="48260" y="6350"/>
                  </a:lnTo>
                  <a:close/>
                </a:path>
                <a:path w="660400" h="6350">
                  <a:moveTo>
                    <a:pt x="660400" y="0"/>
                  </a:moveTo>
                  <a:lnTo>
                    <a:pt x="509270" y="0"/>
                  </a:lnTo>
                  <a:lnTo>
                    <a:pt x="509270" y="1270"/>
                  </a:lnTo>
                  <a:lnTo>
                    <a:pt x="510540" y="1270"/>
                  </a:lnTo>
                  <a:lnTo>
                    <a:pt x="510540" y="2540"/>
                  </a:lnTo>
                  <a:lnTo>
                    <a:pt x="511810" y="2540"/>
                  </a:lnTo>
                  <a:lnTo>
                    <a:pt x="511810" y="3810"/>
                  </a:lnTo>
                  <a:lnTo>
                    <a:pt x="513080" y="3810"/>
                  </a:lnTo>
                  <a:lnTo>
                    <a:pt x="513080" y="5080"/>
                  </a:lnTo>
                  <a:lnTo>
                    <a:pt x="514350" y="5080"/>
                  </a:lnTo>
                  <a:lnTo>
                    <a:pt x="514350" y="6350"/>
                  </a:lnTo>
                  <a:lnTo>
                    <a:pt x="660400" y="6350"/>
                  </a:lnTo>
                  <a:lnTo>
                    <a:pt x="660400" y="5080"/>
                  </a:lnTo>
                  <a:lnTo>
                    <a:pt x="660400" y="3810"/>
                  </a:lnTo>
                  <a:lnTo>
                    <a:pt x="660400" y="2540"/>
                  </a:lnTo>
                  <a:lnTo>
                    <a:pt x="660400" y="1270"/>
                  </a:lnTo>
                  <a:lnTo>
                    <a:pt x="660400" y="0"/>
                  </a:lnTo>
                  <a:close/>
                </a:path>
              </a:pathLst>
            </a:custGeom>
            <a:solidFill>
              <a:srgbClr val="CC9800"/>
            </a:solidFill>
          </p:spPr>
          <p:txBody>
            <a:bodyPr wrap="square" lIns="0" tIns="0" rIns="0" bIns="0" rtlCol="0"/>
            <a:lstStyle/>
            <a:p/>
          </p:txBody>
        </p:sp>
        <p:sp>
          <p:nvSpPr>
            <p:cNvPr id="1278" name="object 1278"/>
            <p:cNvSpPr/>
            <p:nvPr/>
          </p:nvSpPr>
          <p:spPr>
            <a:xfrm>
              <a:off x="6404610" y="341756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515620" y="0"/>
                  </a:lnTo>
                  <a:lnTo>
                    <a:pt x="515620" y="1270"/>
                  </a:lnTo>
                  <a:lnTo>
                    <a:pt x="516890" y="1270"/>
                  </a:lnTo>
                  <a:lnTo>
                    <a:pt x="516890" y="2540"/>
                  </a:lnTo>
                  <a:lnTo>
                    <a:pt x="518160" y="2540"/>
                  </a:lnTo>
                  <a:lnTo>
                    <a:pt x="518160" y="5080"/>
                  </a:lnTo>
                  <a:lnTo>
                    <a:pt x="519430" y="5080"/>
                  </a:lnTo>
                  <a:lnTo>
                    <a:pt x="519430" y="6350"/>
                  </a:lnTo>
                  <a:lnTo>
                    <a:pt x="520700" y="6350"/>
                  </a:lnTo>
                  <a:lnTo>
                    <a:pt x="520700" y="7620"/>
                  </a:lnTo>
                  <a:lnTo>
                    <a:pt x="660400" y="7620"/>
                  </a:lnTo>
                  <a:lnTo>
                    <a:pt x="660400" y="6350"/>
                  </a:lnTo>
                  <a:lnTo>
                    <a:pt x="660400" y="5080"/>
                  </a:lnTo>
                  <a:lnTo>
                    <a:pt x="660400" y="2540"/>
                  </a:lnTo>
                  <a:lnTo>
                    <a:pt x="660400" y="1270"/>
                  </a:lnTo>
                  <a:lnTo>
                    <a:pt x="660400" y="0"/>
                  </a:lnTo>
                  <a:close/>
                </a:path>
              </a:pathLst>
            </a:custGeom>
            <a:solidFill>
              <a:srgbClr val="CE9A00"/>
            </a:solidFill>
          </p:spPr>
          <p:txBody>
            <a:bodyPr wrap="square" lIns="0" tIns="0" rIns="0" bIns="0" rtlCol="0"/>
            <a:lstStyle/>
            <a:p/>
          </p:txBody>
        </p:sp>
        <p:sp>
          <p:nvSpPr>
            <p:cNvPr id="1279" name="object 1279"/>
            <p:cNvSpPr/>
            <p:nvPr/>
          </p:nvSpPr>
          <p:spPr>
            <a:xfrm>
              <a:off x="6404610" y="342518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521970" y="0"/>
                  </a:lnTo>
                  <a:lnTo>
                    <a:pt x="521970" y="1270"/>
                  </a:lnTo>
                  <a:lnTo>
                    <a:pt x="523240" y="1270"/>
                  </a:lnTo>
                  <a:lnTo>
                    <a:pt x="523240" y="2540"/>
                  </a:lnTo>
                  <a:lnTo>
                    <a:pt x="524510" y="2540"/>
                  </a:lnTo>
                  <a:lnTo>
                    <a:pt x="524510" y="3810"/>
                  </a:lnTo>
                  <a:lnTo>
                    <a:pt x="525780" y="3810"/>
                  </a:lnTo>
                  <a:lnTo>
                    <a:pt x="525780" y="6350"/>
                  </a:lnTo>
                  <a:lnTo>
                    <a:pt x="527050" y="6350"/>
                  </a:lnTo>
                  <a:lnTo>
                    <a:pt x="527050" y="7620"/>
                  </a:lnTo>
                  <a:lnTo>
                    <a:pt x="660400" y="7620"/>
                  </a:lnTo>
                  <a:lnTo>
                    <a:pt x="660400" y="6350"/>
                  </a:lnTo>
                  <a:lnTo>
                    <a:pt x="660400" y="3810"/>
                  </a:lnTo>
                  <a:lnTo>
                    <a:pt x="660400" y="2540"/>
                  </a:lnTo>
                  <a:lnTo>
                    <a:pt x="660400" y="1270"/>
                  </a:lnTo>
                  <a:lnTo>
                    <a:pt x="660400" y="0"/>
                  </a:lnTo>
                  <a:close/>
                </a:path>
              </a:pathLst>
            </a:custGeom>
            <a:solidFill>
              <a:srgbClr val="D09B00"/>
            </a:solidFill>
          </p:spPr>
          <p:txBody>
            <a:bodyPr wrap="square" lIns="0" tIns="0" rIns="0" bIns="0" rtlCol="0"/>
            <a:lstStyle/>
            <a:p/>
          </p:txBody>
        </p:sp>
        <p:sp>
          <p:nvSpPr>
            <p:cNvPr id="1280" name="object 1280"/>
            <p:cNvSpPr/>
            <p:nvPr/>
          </p:nvSpPr>
          <p:spPr>
            <a:xfrm>
              <a:off x="6404610" y="3432809"/>
              <a:ext cx="660400" cy="7620"/>
            </a:xfrm>
            <a:custGeom>
              <a:avLst/>
              <a:gdLst/>
              <a:ahLst/>
              <a:cxnLst/>
              <a:rect l="l" t="t" r="r" b="b"/>
              <a:pathLst>
                <a:path w="660400" h="7620">
                  <a:moveTo>
                    <a:pt x="48260" y="0"/>
                  </a:moveTo>
                  <a:lnTo>
                    <a:pt x="0" y="0"/>
                  </a:lnTo>
                  <a:lnTo>
                    <a:pt x="0" y="7620"/>
                  </a:lnTo>
                  <a:lnTo>
                    <a:pt x="48260" y="7620"/>
                  </a:lnTo>
                  <a:lnTo>
                    <a:pt x="48260" y="0"/>
                  </a:lnTo>
                  <a:close/>
                </a:path>
                <a:path w="660400" h="7620">
                  <a:moveTo>
                    <a:pt x="660400" y="0"/>
                  </a:moveTo>
                  <a:lnTo>
                    <a:pt x="528320" y="0"/>
                  </a:lnTo>
                  <a:lnTo>
                    <a:pt x="528320" y="1270"/>
                  </a:lnTo>
                  <a:lnTo>
                    <a:pt x="529590" y="1270"/>
                  </a:lnTo>
                  <a:lnTo>
                    <a:pt x="529590" y="2540"/>
                  </a:lnTo>
                  <a:lnTo>
                    <a:pt x="530860" y="2540"/>
                  </a:lnTo>
                  <a:lnTo>
                    <a:pt x="530860" y="3810"/>
                  </a:lnTo>
                  <a:lnTo>
                    <a:pt x="532130" y="3810"/>
                  </a:lnTo>
                  <a:lnTo>
                    <a:pt x="532130" y="5080"/>
                  </a:lnTo>
                  <a:lnTo>
                    <a:pt x="533400" y="5080"/>
                  </a:lnTo>
                  <a:lnTo>
                    <a:pt x="533400" y="7620"/>
                  </a:lnTo>
                  <a:lnTo>
                    <a:pt x="660400" y="7620"/>
                  </a:lnTo>
                  <a:lnTo>
                    <a:pt x="660400" y="5080"/>
                  </a:lnTo>
                  <a:lnTo>
                    <a:pt x="660400" y="3810"/>
                  </a:lnTo>
                  <a:lnTo>
                    <a:pt x="660400" y="2540"/>
                  </a:lnTo>
                  <a:lnTo>
                    <a:pt x="660400" y="1270"/>
                  </a:lnTo>
                  <a:lnTo>
                    <a:pt x="660400" y="0"/>
                  </a:lnTo>
                  <a:close/>
                </a:path>
              </a:pathLst>
            </a:custGeom>
            <a:solidFill>
              <a:srgbClr val="D19D00"/>
            </a:solidFill>
          </p:spPr>
          <p:txBody>
            <a:bodyPr wrap="square" lIns="0" tIns="0" rIns="0" bIns="0" rtlCol="0"/>
            <a:lstStyle/>
            <a:p/>
          </p:txBody>
        </p:sp>
        <p:sp>
          <p:nvSpPr>
            <p:cNvPr id="1281" name="object 1281"/>
            <p:cNvSpPr/>
            <p:nvPr/>
          </p:nvSpPr>
          <p:spPr>
            <a:xfrm>
              <a:off x="6404610" y="3440429"/>
              <a:ext cx="660400" cy="6350"/>
            </a:xfrm>
            <a:custGeom>
              <a:avLst/>
              <a:gdLst/>
              <a:ahLst/>
              <a:cxnLst/>
              <a:rect l="l" t="t" r="r" b="b"/>
              <a:pathLst>
                <a:path w="660400" h="6350">
                  <a:moveTo>
                    <a:pt x="49530" y="0"/>
                  </a:moveTo>
                  <a:lnTo>
                    <a:pt x="0" y="0"/>
                  </a:lnTo>
                  <a:lnTo>
                    <a:pt x="0" y="6350"/>
                  </a:lnTo>
                  <a:lnTo>
                    <a:pt x="49530" y="6350"/>
                  </a:lnTo>
                  <a:lnTo>
                    <a:pt x="49530" y="0"/>
                  </a:lnTo>
                  <a:close/>
                </a:path>
                <a:path w="660400" h="6350">
                  <a:moveTo>
                    <a:pt x="660400" y="0"/>
                  </a:moveTo>
                  <a:lnTo>
                    <a:pt x="534670" y="0"/>
                  </a:lnTo>
                  <a:lnTo>
                    <a:pt x="534670" y="1270"/>
                  </a:lnTo>
                  <a:lnTo>
                    <a:pt x="535940" y="1270"/>
                  </a:lnTo>
                  <a:lnTo>
                    <a:pt x="535940" y="2540"/>
                  </a:lnTo>
                  <a:lnTo>
                    <a:pt x="537210" y="2540"/>
                  </a:lnTo>
                  <a:lnTo>
                    <a:pt x="537210" y="3810"/>
                  </a:lnTo>
                  <a:lnTo>
                    <a:pt x="538480" y="3810"/>
                  </a:lnTo>
                  <a:lnTo>
                    <a:pt x="538480" y="5080"/>
                  </a:lnTo>
                  <a:lnTo>
                    <a:pt x="539750" y="5080"/>
                  </a:lnTo>
                  <a:lnTo>
                    <a:pt x="539750" y="6350"/>
                  </a:lnTo>
                  <a:lnTo>
                    <a:pt x="660400" y="6350"/>
                  </a:lnTo>
                  <a:lnTo>
                    <a:pt x="660400" y="5080"/>
                  </a:lnTo>
                  <a:lnTo>
                    <a:pt x="660400" y="3810"/>
                  </a:lnTo>
                  <a:lnTo>
                    <a:pt x="660400" y="2540"/>
                  </a:lnTo>
                  <a:lnTo>
                    <a:pt x="660400" y="1270"/>
                  </a:lnTo>
                  <a:lnTo>
                    <a:pt x="660400" y="0"/>
                  </a:lnTo>
                  <a:close/>
                </a:path>
              </a:pathLst>
            </a:custGeom>
            <a:solidFill>
              <a:srgbClr val="D39E00"/>
            </a:solidFill>
          </p:spPr>
          <p:txBody>
            <a:bodyPr wrap="square" lIns="0" tIns="0" rIns="0" bIns="0" rtlCol="0"/>
            <a:lstStyle/>
            <a:p/>
          </p:txBody>
        </p:sp>
        <p:sp>
          <p:nvSpPr>
            <p:cNvPr id="1282" name="object 1282"/>
            <p:cNvSpPr/>
            <p:nvPr/>
          </p:nvSpPr>
          <p:spPr>
            <a:xfrm>
              <a:off x="6404610" y="3446779"/>
              <a:ext cx="660400" cy="7620"/>
            </a:xfrm>
            <a:custGeom>
              <a:avLst/>
              <a:gdLst/>
              <a:ahLst/>
              <a:cxnLst/>
              <a:rect l="l" t="t" r="r" b="b"/>
              <a:pathLst>
                <a:path w="660400" h="7620">
                  <a:moveTo>
                    <a:pt x="49530" y="0"/>
                  </a:moveTo>
                  <a:lnTo>
                    <a:pt x="0" y="0"/>
                  </a:lnTo>
                  <a:lnTo>
                    <a:pt x="0" y="7620"/>
                  </a:lnTo>
                  <a:lnTo>
                    <a:pt x="49530" y="7620"/>
                  </a:lnTo>
                  <a:lnTo>
                    <a:pt x="49530" y="0"/>
                  </a:lnTo>
                  <a:close/>
                </a:path>
                <a:path w="660400" h="7620">
                  <a:moveTo>
                    <a:pt x="660400" y="0"/>
                  </a:moveTo>
                  <a:lnTo>
                    <a:pt x="541020" y="0"/>
                  </a:lnTo>
                  <a:lnTo>
                    <a:pt x="541020" y="2540"/>
                  </a:lnTo>
                  <a:lnTo>
                    <a:pt x="542290" y="2540"/>
                  </a:lnTo>
                  <a:lnTo>
                    <a:pt x="542290" y="3810"/>
                  </a:lnTo>
                  <a:lnTo>
                    <a:pt x="543560" y="3810"/>
                  </a:lnTo>
                  <a:lnTo>
                    <a:pt x="543560" y="5080"/>
                  </a:lnTo>
                  <a:lnTo>
                    <a:pt x="544830" y="5080"/>
                  </a:lnTo>
                  <a:lnTo>
                    <a:pt x="544830" y="6350"/>
                  </a:lnTo>
                  <a:lnTo>
                    <a:pt x="546100" y="6350"/>
                  </a:lnTo>
                  <a:lnTo>
                    <a:pt x="546100" y="7620"/>
                  </a:lnTo>
                  <a:lnTo>
                    <a:pt x="660400" y="7620"/>
                  </a:lnTo>
                  <a:lnTo>
                    <a:pt x="660400" y="6350"/>
                  </a:lnTo>
                  <a:lnTo>
                    <a:pt x="660400" y="5080"/>
                  </a:lnTo>
                  <a:lnTo>
                    <a:pt x="660400" y="3810"/>
                  </a:lnTo>
                  <a:lnTo>
                    <a:pt x="660400" y="2540"/>
                  </a:lnTo>
                  <a:lnTo>
                    <a:pt x="660400" y="0"/>
                  </a:lnTo>
                  <a:close/>
                </a:path>
              </a:pathLst>
            </a:custGeom>
            <a:solidFill>
              <a:srgbClr val="D59F00"/>
            </a:solidFill>
          </p:spPr>
          <p:txBody>
            <a:bodyPr wrap="square" lIns="0" tIns="0" rIns="0" bIns="0" rtlCol="0"/>
            <a:lstStyle/>
            <a:p/>
          </p:txBody>
        </p:sp>
        <p:sp>
          <p:nvSpPr>
            <p:cNvPr id="1283" name="object 1283"/>
            <p:cNvSpPr/>
            <p:nvPr/>
          </p:nvSpPr>
          <p:spPr>
            <a:xfrm>
              <a:off x="6403340" y="3454399"/>
              <a:ext cx="662940" cy="7620"/>
            </a:xfrm>
            <a:custGeom>
              <a:avLst/>
              <a:gdLst/>
              <a:ahLst/>
              <a:cxnLst/>
              <a:rect l="l" t="t" r="r" b="b"/>
              <a:pathLst>
                <a:path w="662940" h="7620">
                  <a:moveTo>
                    <a:pt x="52070" y="3810"/>
                  </a:moveTo>
                  <a:lnTo>
                    <a:pt x="50800" y="3810"/>
                  </a:lnTo>
                  <a:lnTo>
                    <a:pt x="50800" y="0"/>
                  </a:lnTo>
                  <a:lnTo>
                    <a:pt x="1270" y="0"/>
                  </a:lnTo>
                  <a:lnTo>
                    <a:pt x="1270" y="3810"/>
                  </a:lnTo>
                  <a:lnTo>
                    <a:pt x="1270" y="5080"/>
                  </a:lnTo>
                  <a:lnTo>
                    <a:pt x="0" y="5080"/>
                  </a:lnTo>
                  <a:lnTo>
                    <a:pt x="0" y="7620"/>
                  </a:lnTo>
                  <a:lnTo>
                    <a:pt x="52070" y="7620"/>
                  </a:lnTo>
                  <a:lnTo>
                    <a:pt x="52070" y="5080"/>
                  </a:lnTo>
                  <a:lnTo>
                    <a:pt x="52070" y="3810"/>
                  </a:lnTo>
                  <a:close/>
                </a:path>
                <a:path w="662940" h="7620">
                  <a:moveTo>
                    <a:pt x="662940" y="1270"/>
                  </a:moveTo>
                  <a:lnTo>
                    <a:pt x="661670" y="1270"/>
                  </a:lnTo>
                  <a:lnTo>
                    <a:pt x="661670" y="0"/>
                  </a:lnTo>
                  <a:lnTo>
                    <a:pt x="548640" y="0"/>
                  </a:lnTo>
                  <a:lnTo>
                    <a:pt x="548640" y="1270"/>
                  </a:lnTo>
                  <a:lnTo>
                    <a:pt x="549910" y="1270"/>
                  </a:lnTo>
                  <a:lnTo>
                    <a:pt x="549910" y="2540"/>
                  </a:lnTo>
                  <a:lnTo>
                    <a:pt x="551180" y="2540"/>
                  </a:lnTo>
                  <a:lnTo>
                    <a:pt x="551180" y="5080"/>
                  </a:lnTo>
                  <a:lnTo>
                    <a:pt x="552450" y="5080"/>
                  </a:lnTo>
                  <a:lnTo>
                    <a:pt x="552450" y="6350"/>
                  </a:lnTo>
                  <a:lnTo>
                    <a:pt x="553720" y="6350"/>
                  </a:lnTo>
                  <a:lnTo>
                    <a:pt x="553720" y="7620"/>
                  </a:lnTo>
                  <a:lnTo>
                    <a:pt x="662940" y="7620"/>
                  </a:lnTo>
                  <a:lnTo>
                    <a:pt x="662940" y="6350"/>
                  </a:lnTo>
                  <a:lnTo>
                    <a:pt x="662940" y="5080"/>
                  </a:lnTo>
                  <a:lnTo>
                    <a:pt x="662940" y="2540"/>
                  </a:lnTo>
                  <a:lnTo>
                    <a:pt x="662940" y="1270"/>
                  </a:lnTo>
                  <a:close/>
                </a:path>
              </a:pathLst>
            </a:custGeom>
            <a:solidFill>
              <a:srgbClr val="D7A100"/>
            </a:solidFill>
          </p:spPr>
          <p:txBody>
            <a:bodyPr wrap="square" lIns="0" tIns="0" rIns="0" bIns="0" rtlCol="0"/>
            <a:lstStyle/>
            <a:p/>
          </p:txBody>
        </p:sp>
        <p:sp>
          <p:nvSpPr>
            <p:cNvPr id="1284" name="object 1284"/>
            <p:cNvSpPr/>
            <p:nvPr/>
          </p:nvSpPr>
          <p:spPr>
            <a:xfrm>
              <a:off x="6403340" y="3462019"/>
              <a:ext cx="662940" cy="6350"/>
            </a:xfrm>
            <a:custGeom>
              <a:avLst/>
              <a:gdLst/>
              <a:ahLst/>
              <a:cxnLst/>
              <a:rect l="l" t="t" r="r" b="b"/>
              <a:pathLst>
                <a:path w="662940" h="6350">
                  <a:moveTo>
                    <a:pt x="52070" y="5080"/>
                  </a:moveTo>
                  <a:lnTo>
                    <a:pt x="0" y="5080"/>
                  </a:lnTo>
                  <a:lnTo>
                    <a:pt x="0" y="6350"/>
                  </a:lnTo>
                  <a:lnTo>
                    <a:pt x="52070" y="6350"/>
                  </a:lnTo>
                  <a:lnTo>
                    <a:pt x="52070" y="5080"/>
                  </a:lnTo>
                  <a:close/>
                </a:path>
                <a:path w="662940" h="6350">
                  <a:moveTo>
                    <a:pt x="52070" y="0"/>
                  </a:moveTo>
                  <a:lnTo>
                    <a:pt x="0" y="0"/>
                  </a:lnTo>
                  <a:lnTo>
                    <a:pt x="0" y="3810"/>
                  </a:lnTo>
                  <a:lnTo>
                    <a:pt x="52070" y="3810"/>
                  </a:lnTo>
                  <a:lnTo>
                    <a:pt x="52070" y="0"/>
                  </a:lnTo>
                  <a:close/>
                </a:path>
                <a:path w="662940" h="6350">
                  <a:moveTo>
                    <a:pt x="662940" y="3937"/>
                  </a:moveTo>
                  <a:lnTo>
                    <a:pt x="558800" y="3937"/>
                  </a:lnTo>
                  <a:lnTo>
                    <a:pt x="558800" y="6350"/>
                  </a:lnTo>
                  <a:lnTo>
                    <a:pt x="662940" y="6350"/>
                  </a:lnTo>
                  <a:lnTo>
                    <a:pt x="662940" y="3937"/>
                  </a:lnTo>
                  <a:close/>
                </a:path>
                <a:path w="662940" h="6350">
                  <a:moveTo>
                    <a:pt x="662940" y="0"/>
                  </a:moveTo>
                  <a:lnTo>
                    <a:pt x="554990" y="0"/>
                  </a:lnTo>
                  <a:lnTo>
                    <a:pt x="554990" y="1270"/>
                  </a:lnTo>
                  <a:lnTo>
                    <a:pt x="556260" y="1270"/>
                  </a:lnTo>
                  <a:lnTo>
                    <a:pt x="556260" y="2540"/>
                  </a:lnTo>
                  <a:lnTo>
                    <a:pt x="557530" y="2540"/>
                  </a:lnTo>
                  <a:lnTo>
                    <a:pt x="557530" y="3810"/>
                  </a:lnTo>
                  <a:lnTo>
                    <a:pt x="662940" y="3810"/>
                  </a:lnTo>
                  <a:lnTo>
                    <a:pt x="662940" y="2540"/>
                  </a:lnTo>
                  <a:lnTo>
                    <a:pt x="662940" y="1270"/>
                  </a:lnTo>
                  <a:lnTo>
                    <a:pt x="662940" y="0"/>
                  </a:lnTo>
                  <a:close/>
                </a:path>
              </a:pathLst>
            </a:custGeom>
            <a:solidFill>
              <a:srgbClr val="D9A200"/>
            </a:solidFill>
          </p:spPr>
          <p:txBody>
            <a:bodyPr wrap="square" lIns="0" tIns="0" rIns="0" bIns="0" rtlCol="0"/>
            <a:lstStyle/>
            <a:p/>
          </p:txBody>
        </p:sp>
        <p:sp>
          <p:nvSpPr>
            <p:cNvPr id="1285" name="object 1285"/>
            <p:cNvSpPr/>
            <p:nvPr/>
          </p:nvSpPr>
          <p:spPr>
            <a:xfrm>
              <a:off x="6402070" y="3468369"/>
              <a:ext cx="664210" cy="7620"/>
            </a:xfrm>
            <a:custGeom>
              <a:avLst/>
              <a:gdLst/>
              <a:ahLst/>
              <a:cxnLst/>
              <a:rect l="l" t="t" r="r" b="b"/>
              <a:pathLst>
                <a:path w="664209" h="7620">
                  <a:moveTo>
                    <a:pt x="53340" y="1270"/>
                  </a:moveTo>
                  <a:lnTo>
                    <a:pt x="1270" y="1270"/>
                  </a:lnTo>
                  <a:lnTo>
                    <a:pt x="1270" y="2540"/>
                  </a:lnTo>
                  <a:lnTo>
                    <a:pt x="53340" y="2540"/>
                  </a:lnTo>
                  <a:lnTo>
                    <a:pt x="53340" y="1270"/>
                  </a:lnTo>
                  <a:close/>
                </a:path>
                <a:path w="664209" h="7620">
                  <a:moveTo>
                    <a:pt x="54610" y="2540"/>
                  </a:moveTo>
                  <a:lnTo>
                    <a:pt x="53340" y="2540"/>
                  </a:lnTo>
                  <a:lnTo>
                    <a:pt x="53340" y="3810"/>
                  </a:lnTo>
                  <a:lnTo>
                    <a:pt x="0" y="3810"/>
                  </a:lnTo>
                  <a:lnTo>
                    <a:pt x="0" y="7620"/>
                  </a:lnTo>
                  <a:lnTo>
                    <a:pt x="54610" y="7620"/>
                  </a:lnTo>
                  <a:lnTo>
                    <a:pt x="54610" y="3810"/>
                  </a:lnTo>
                  <a:lnTo>
                    <a:pt x="54610" y="2540"/>
                  </a:lnTo>
                  <a:close/>
                </a:path>
                <a:path w="664209" h="7620">
                  <a:moveTo>
                    <a:pt x="664210" y="0"/>
                  </a:moveTo>
                  <a:lnTo>
                    <a:pt x="561340" y="0"/>
                  </a:lnTo>
                  <a:lnTo>
                    <a:pt x="561340" y="1270"/>
                  </a:lnTo>
                  <a:lnTo>
                    <a:pt x="562610" y="1270"/>
                  </a:lnTo>
                  <a:lnTo>
                    <a:pt x="562610" y="2540"/>
                  </a:lnTo>
                  <a:lnTo>
                    <a:pt x="563880" y="2540"/>
                  </a:lnTo>
                  <a:lnTo>
                    <a:pt x="563880" y="3810"/>
                  </a:lnTo>
                  <a:lnTo>
                    <a:pt x="565150" y="3810"/>
                  </a:lnTo>
                  <a:lnTo>
                    <a:pt x="565150" y="5080"/>
                  </a:lnTo>
                  <a:lnTo>
                    <a:pt x="566420" y="5080"/>
                  </a:lnTo>
                  <a:lnTo>
                    <a:pt x="566420" y="6350"/>
                  </a:lnTo>
                  <a:lnTo>
                    <a:pt x="567690" y="6350"/>
                  </a:lnTo>
                  <a:lnTo>
                    <a:pt x="567690" y="7620"/>
                  </a:lnTo>
                  <a:lnTo>
                    <a:pt x="664210" y="7620"/>
                  </a:lnTo>
                  <a:lnTo>
                    <a:pt x="664210" y="1270"/>
                  </a:lnTo>
                  <a:lnTo>
                    <a:pt x="664210" y="0"/>
                  </a:lnTo>
                  <a:close/>
                </a:path>
              </a:pathLst>
            </a:custGeom>
            <a:solidFill>
              <a:srgbClr val="DBA300"/>
            </a:solidFill>
          </p:spPr>
          <p:txBody>
            <a:bodyPr wrap="square" lIns="0" tIns="0" rIns="0" bIns="0" rtlCol="0"/>
            <a:lstStyle/>
            <a:p/>
          </p:txBody>
        </p:sp>
        <p:sp>
          <p:nvSpPr>
            <p:cNvPr id="1286" name="object 1286"/>
            <p:cNvSpPr/>
            <p:nvPr/>
          </p:nvSpPr>
          <p:spPr>
            <a:xfrm>
              <a:off x="6400800" y="3475989"/>
              <a:ext cx="665480" cy="7620"/>
            </a:xfrm>
            <a:custGeom>
              <a:avLst/>
              <a:gdLst/>
              <a:ahLst/>
              <a:cxnLst/>
              <a:rect l="l" t="t" r="r" b="b"/>
              <a:pathLst>
                <a:path w="665479" h="7620">
                  <a:moveTo>
                    <a:pt x="55880" y="0"/>
                  </a:moveTo>
                  <a:lnTo>
                    <a:pt x="1270" y="0"/>
                  </a:lnTo>
                  <a:lnTo>
                    <a:pt x="1270" y="1270"/>
                  </a:lnTo>
                  <a:lnTo>
                    <a:pt x="55880" y="1270"/>
                  </a:lnTo>
                  <a:lnTo>
                    <a:pt x="55880" y="0"/>
                  </a:lnTo>
                  <a:close/>
                </a:path>
                <a:path w="665479" h="7620">
                  <a:moveTo>
                    <a:pt x="57150" y="6350"/>
                  </a:moveTo>
                  <a:lnTo>
                    <a:pt x="0" y="6350"/>
                  </a:lnTo>
                  <a:lnTo>
                    <a:pt x="0" y="7620"/>
                  </a:lnTo>
                  <a:lnTo>
                    <a:pt x="57150" y="7620"/>
                  </a:lnTo>
                  <a:lnTo>
                    <a:pt x="57150" y="6350"/>
                  </a:lnTo>
                  <a:close/>
                </a:path>
                <a:path w="665479" h="7620">
                  <a:moveTo>
                    <a:pt x="57150" y="2540"/>
                  </a:moveTo>
                  <a:lnTo>
                    <a:pt x="1270" y="2540"/>
                  </a:lnTo>
                  <a:lnTo>
                    <a:pt x="1270" y="5080"/>
                  </a:lnTo>
                  <a:lnTo>
                    <a:pt x="57150" y="5080"/>
                  </a:lnTo>
                  <a:lnTo>
                    <a:pt x="57150" y="2540"/>
                  </a:lnTo>
                  <a:close/>
                </a:path>
                <a:path w="665479" h="7620">
                  <a:moveTo>
                    <a:pt x="665480" y="0"/>
                  </a:moveTo>
                  <a:lnTo>
                    <a:pt x="568960" y="0"/>
                  </a:lnTo>
                  <a:lnTo>
                    <a:pt x="568960" y="1270"/>
                  </a:lnTo>
                  <a:lnTo>
                    <a:pt x="570230" y="1270"/>
                  </a:lnTo>
                  <a:lnTo>
                    <a:pt x="570230" y="2540"/>
                  </a:lnTo>
                  <a:lnTo>
                    <a:pt x="571500" y="2540"/>
                  </a:lnTo>
                  <a:lnTo>
                    <a:pt x="571500" y="3810"/>
                  </a:lnTo>
                  <a:lnTo>
                    <a:pt x="572770" y="3810"/>
                  </a:lnTo>
                  <a:lnTo>
                    <a:pt x="572770" y="5080"/>
                  </a:lnTo>
                  <a:lnTo>
                    <a:pt x="574040" y="5080"/>
                  </a:lnTo>
                  <a:lnTo>
                    <a:pt x="574040" y="6350"/>
                  </a:lnTo>
                  <a:lnTo>
                    <a:pt x="575310" y="6350"/>
                  </a:lnTo>
                  <a:lnTo>
                    <a:pt x="575310" y="7620"/>
                  </a:lnTo>
                  <a:lnTo>
                    <a:pt x="665480" y="7620"/>
                  </a:lnTo>
                  <a:lnTo>
                    <a:pt x="665480" y="1270"/>
                  </a:lnTo>
                  <a:lnTo>
                    <a:pt x="665480" y="0"/>
                  </a:lnTo>
                  <a:close/>
                </a:path>
              </a:pathLst>
            </a:custGeom>
            <a:solidFill>
              <a:srgbClr val="DCA500"/>
            </a:solidFill>
          </p:spPr>
          <p:txBody>
            <a:bodyPr wrap="square" lIns="0" tIns="0" rIns="0" bIns="0" rtlCol="0"/>
            <a:lstStyle/>
            <a:p/>
          </p:txBody>
        </p:sp>
        <p:sp>
          <p:nvSpPr>
            <p:cNvPr id="1287" name="object 1287"/>
            <p:cNvSpPr/>
            <p:nvPr/>
          </p:nvSpPr>
          <p:spPr>
            <a:xfrm>
              <a:off x="6399529" y="3483610"/>
              <a:ext cx="666750" cy="6350"/>
            </a:xfrm>
            <a:custGeom>
              <a:avLst/>
              <a:gdLst/>
              <a:ahLst/>
              <a:cxnLst/>
              <a:rect l="l" t="t" r="r" b="b"/>
              <a:pathLst>
                <a:path w="666750" h="6350">
                  <a:moveTo>
                    <a:pt x="59689" y="5079"/>
                  </a:moveTo>
                  <a:lnTo>
                    <a:pt x="0" y="5079"/>
                  </a:lnTo>
                  <a:lnTo>
                    <a:pt x="0" y="6349"/>
                  </a:lnTo>
                  <a:lnTo>
                    <a:pt x="59689" y="6349"/>
                  </a:lnTo>
                  <a:lnTo>
                    <a:pt x="59689" y="5079"/>
                  </a:lnTo>
                  <a:close/>
                </a:path>
                <a:path w="666750" h="6350">
                  <a:moveTo>
                    <a:pt x="58420" y="0"/>
                  </a:moveTo>
                  <a:lnTo>
                    <a:pt x="1270" y="0"/>
                  </a:lnTo>
                  <a:lnTo>
                    <a:pt x="1270" y="3809"/>
                  </a:lnTo>
                  <a:lnTo>
                    <a:pt x="58420" y="3809"/>
                  </a:lnTo>
                  <a:lnTo>
                    <a:pt x="58420" y="0"/>
                  </a:lnTo>
                  <a:close/>
                </a:path>
                <a:path w="666750" h="6350">
                  <a:moveTo>
                    <a:pt x="666750" y="0"/>
                  </a:moveTo>
                  <a:lnTo>
                    <a:pt x="577850" y="0"/>
                  </a:lnTo>
                  <a:lnTo>
                    <a:pt x="577850" y="2539"/>
                  </a:lnTo>
                  <a:lnTo>
                    <a:pt x="579120" y="2539"/>
                  </a:lnTo>
                  <a:lnTo>
                    <a:pt x="579120" y="3810"/>
                  </a:lnTo>
                  <a:lnTo>
                    <a:pt x="580390" y="3810"/>
                  </a:lnTo>
                  <a:lnTo>
                    <a:pt x="580390" y="5080"/>
                  </a:lnTo>
                  <a:lnTo>
                    <a:pt x="581660" y="5080"/>
                  </a:lnTo>
                  <a:lnTo>
                    <a:pt x="581660" y="6350"/>
                  </a:lnTo>
                  <a:lnTo>
                    <a:pt x="666750" y="6350"/>
                  </a:lnTo>
                  <a:lnTo>
                    <a:pt x="666750" y="0"/>
                  </a:lnTo>
                  <a:close/>
                </a:path>
              </a:pathLst>
            </a:custGeom>
            <a:solidFill>
              <a:srgbClr val="DEA600"/>
            </a:solidFill>
          </p:spPr>
          <p:txBody>
            <a:bodyPr wrap="square" lIns="0" tIns="0" rIns="0" bIns="0" rtlCol="0"/>
            <a:lstStyle/>
            <a:p/>
          </p:txBody>
        </p:sp>
        <p:sp>
          <p:nvSpPr>
            <p:cNvPr id="1288" name="object 1288"/>
            <p:cNvSpPr/>
            <p:nvPr/>
          </p:nvSpPr>
          <p:spPr>
            <a:xfrm>
              <a:off x="6398259" y="3489960"/>
              <a:ext cx="668020" cy="7620"/>
            </a:xfrm>
            <a:custGeom>
              <a:avLst/>
              <a:gdLst/>
              <a:ahLst/>
              <a:cxnLst/>
              <a:rect l="l" t="t" r="r" b="b"/>
              <a:pathLst>
                <a:path w="668020" h="7620">
                  <a:moveTo>
                    <a:pt x="1269" y="3809"/>
                  </a:moveTo>
                  <a:lnTo>
                    <a:pt x="0" y="3809"/>
                  </a:lnTo>
                  <a:lnTo>
                    <a:pt x="0" y="6349"/>
                  </a:lnTo>
                  <a:lnTo>
                    <a:pt x="62229" y="6349"/>
                  </a:lnTo>
                  <a:lnTo>
                    <a:pt x="62229" y="5079"/>
                  </a:lnTo>
                  <a:lnTo>
                    <a:pt x="1269" y="5079"/>
                  </a:lnTo>
                  <a:lnTo>
                    <a:pt x="1269" y="3809"/>
                  </a:lnTo>
                  <a:close/>
                </a:path>
                <a:path w="668020" h="7620">
                  <a:moveTo>
                    <a:pt x="60959" y="1269"/>
                  </a:moveTo>
                  <a:lnTo>
                    <a:pt x="1269" y="1269"/>
                  </a:lnTo>
                  <a:lnTo>
                    <a:pt x="1269" y="3809"/>
                  </a:lnTo>
                  <a:lnTo>
                    <a:pt x="60959" y="3809"/>
                  </a:lnTo>
                  <a:lnTo>
                    <a:pt x="60959" y="1269"/>
                  </a:lnTo>
                  <a:close/>
                </a:path>
                <a:path w="668020" h="7620">
                  <a:moveTo>
                    <a:pt x="668020" y="0"/>
                  </a:moveTo>
                  <a:lnTo>
                    <a:pt x="584199" y="0"/>
                  </a:lnTo>
                  <a:lnTo>
                    <a:pt x="584199" y="1270"/>
                  </a:lnTo>
                  <a:lnTo>
                    <a:pt x="585469" y="1270"/>
                  </a:lnTo>
                  <a:lnTo>
                    <a:pt x="585469" y="2539"/>
                  </a:lnTo>
                  <a:lnTo>
                    <a:pt x="586739" y="2539"/>
                  </a:lnTo>
                  <a:lnTo>
                    <a:pt x="586739" y="5080"/>
                  </a:lnTo>
                  <a:lnTo>
                    <a:pt x="588010" y="5080"/>
                  </a:lnTo>
                  <a:lnTo>
                    <a:pt x="588010" y="6350"/>
                  </a:lnTo>
                  <a:lnTo>
                    <a:pt x="589280" y="6350"/>
                  </a:lnTo>
                  <a:lnTo>
                    <a:pt x="589280" y="7619"/>
                  </a:lnTo>
                  <a:lnTo>
                    <a:pt x="668019" y="7619"/>
                  </a:lnTo>
                  <a:lnTo>
                    <a:pt x="668020" y="0"/>
                  </a:lnTo>
                  <a:close/>
                </a:path>
              </a:pathLst>
            </a:custGeom>
            <a:solidFill>
              <a:srgbClr val="E0A800"/>
            </a:solidFill>
          </p:spPr>
          <p:txBody>
            <a:bodyPr wrap="square" lIns="0" tIns="0" rIns="0" bIns="0" rtlCol="0"/>
            <a:lstStyle/>
            <a:p/>
          </p:txBody>
        </p:sp>
        <p:sp>
          <p:nvSpPr>
            <p:cNvPr id="1289" name="object 1289"/>
            <p:cNvSpPr/>
            <p:nvPr/>
          </p:nvSpPr>
          <p:spPr>
            <a:xfrm>
              <a:off x="6395719" y="3497580"/>
              <a:ext cx="670560" cy="7620"/>
            </a:xfrm>
            <a:custGeom>
              <a:avLst/>
              <a:gdLst/>
              <a:ahLst/>
              <a:cxnLst/>
              <a:rect l="l" t="t" r="r" b="b"/>
              <a:pathLst>
                <a:path w="670559" h="7620">
                  <a:moveTo>
                    <a:pt x="68579" y="6350"/>
                  </a:moveTo>
                  <a:lnTo>
                    <a:pt x="0" y="6350"/>
                  </a:lnTo>
                  <a:lnTo>
                    <a:pt x="0" y="7620"/>
                  </a:lnTo>
                  <a:lnTo>
                    <a:pt x="68579" y="7620"/>
                  </a:lnTo>
                  <a:lnTo>
                    <a:pt x="68579" y="6350"/>
                  </a:lnTo>
                  <a:close/>
                </a:path>
                <a:path w="670559" h="7620">
                  <a:moveTo>
                    <a:pt x="67309" y="3810"/>
                  </a:moveTo>
                  <a:lnTo>
                    <a:pt x="1269" y="3810"/>
                  </a:lnTo>
                  <a:lnTo>
                    <a:pt x="1269" y="5079"/>
                  </a:lnTo>
                  <a:lnTo>
                    <a:pt x="67309" y="5079"/>
                  </a:lnTo>
                  <a:lnTo>
                    <a:pt x="67309" y="3810"/>
                  </a:lnTo>
                  <a:close/>
                </a:path>
                <a:path w="670559" h="7620">
                  <a:moveTo>
                    <a:pt x="66039" y="0"/>
                  </a:moveTo>
                  <a:lnTo>
                    <a:pt x="2539" y="0"/>
                  </a:lnTo>
                  <a:lnTo>
                    <a:pt x="2539" y="2539"/>
                  </a:lnTo>
                  <a:lnTo>
                    <a:pt x="66039" y="2539"/>
                  </a:lnTo>
                  <a:lnTo>
                    <a:pt x="66039" y="0"/>
                  </a:lnTo>
                  <a:close/>
                </a:path>
                <a:path w="670559" h="7620">
                  <a:moveTo>
                    <a:pt x="670559" y="0"/>
                  </a:moveTo>
                  <a:lnTo>
                    <a:pt x="593089" y="0"/>
                  </a:lnTo>
                  <a:lnTo>
                    <a:pt x="593089" y="1270"/>
                  </a:lnTo>
                  <a:lnTo>
                    <a:pt x="594359" y="1270"/>
                  </a:lnTo>
                  <a:lnTo>
                    <a:pt x="594359" y="2540"/>
                  </a:lnTo>
                  <a:lnTo>
                    <a:pt x="595629" y="2540"/>
                  </a:lnTo>
                  <a:lnTo>
                    <a:pt x="595629" y="3810"/>
                  </a:lnTo>
                  <a:lnTo>
                    <a:pt x="596900" y="3810"/>
                  </a:lnTo>
                  <a:lnTo>
                    <a:pt x="596900" y="5080"/>
                  </a:lnTo>
                  <a:lnTo>
                    <a:pt x="598170" y="5080"/>
                  </a:lnTo>
                  <a:lnTo>
                    <a:pt x="598170" y="7620"/>
                  </a:lnTo>
                  <a:lnTo>
                    <a:pt x="670559" y="7620"/>
                  </a:lnTo>
                  <a:lnTo>
                    <a:pt x="670559" y="0"/>
                  </a:lnTo>
                  <a:close/>
                </a:path>
              </a:pathLst>
            </a:custGeom>
            <a:solidFill>
              <a:srgbClr val="E2A900"/>
            </a:solidFill>
          </p:spPr>
          <p:txBody>
            <a:bodyPr wrap="square" lIns="0" tIns="0" rIns="0" bIns="0" rtlCol="0"/>
            <a:lstStyle/>
            <a:p/>
          </p:txBody>
        </p:sp>
        <p:sp>
          <p:nvSpPr>
            <p:cNvPr id="1290" name="object 1290"/>
            <p:cNvSpPr/>
            <p:nvPr/>
          </p:nvSpPr>
          <p:spPr>
            <a:xfrm>
              <a:off x="6394450" y="3505200"/>
              <a:ext cx="671830" cy="6350"/>
            </a:xfrm>
            <a:custGeom>
              <a:avLst/>
              <a:gdLst/>
              <a:ahLst/>
              <a:cxnLst/>
              <a:rect l="l" t="t" r="r" b="b"/>
              <a:pathLst>
                <a:path w="671829" h="6350">
                  <a:moveTo>
                    <a:pt x="73660" y="5079"/>
                  </a:moveTo>
                  <a:lnTo>
                    <a:pt x="0" y="5079"/>
                  </a:lnTo>
                  <a:lnTo>
                    <a:pt x="0" y="6350"/>
                  </a:lnTo>
                  <a:lnTo>
                    <a:pt x="73660" y="6350"/>
                  </a:lnTo>
                  <a:lnTo>
                    <a:pt x="73660" y="5079"/>
                  </a:lnTo>
                  <a:close/>
                </a:path>
                <a:path w="671829" h="6350">
                  <a:moveTo>
                    <a:pt x="71120" y="2539"/>
                  </a:moveTo>
                  <a:lnTo>
                    <a:pt x="1270" y="2539"/>
                  </a:lnTo>
                  <a:lnTo>
                    <a:pt x="1270" y="3809"/>
                  </a:lnTo>
                  <a:lnTo>
                    <a:pt x="71120" y="3809"/>
                  </a:lnTo>
                  <a:lnTo>
                    <a:pt x="71120" y="2539"/>
                  </a:lnTo>
                  <a:close/>
                </a:path>
                <a:path w="671829" h="6350">
                  <a:moveTo>
                    <a:pt x="69850" y="0"/>
                  </a:moveTo>
                  <a:lnTo>
                    <a:pt x="1270" y="0"/>
                  </a:lnTo>
                  <a:lnTo>
                    <a:pt x="1270" y="1269"/>
                  </a:lnTo>
                  <a:lnTo>
                    <a:pt x="69850" y="1269"/>
                  </a:lnTo>
                  <a:lnTo>
                    <a:pt x="69850" y="0"/>
                  </a:lnTo>
                  <a:close/>
                </a:path>
                <a:path w="671829" h="6350">
                  <a:moveTo>
                    <a:pt x="671829" y="0"/>
                  </a:moveTo>
                  <a:lnTo>
                    <a:pt x="600709" y="0"/>
                  </a:lnTo>
                  <a:lnTo>
                    <a:pt x="600709" y="1270"/>
                  </a:lnTo>
                  <a:lnTo>
                    <a:pt x="601979" y="1270"/>
                  </a:lnTo>
                  <a:lnTo>
                    <a:pt x="601979" y="2540"/>
                  </a:lnTo>
                  <a:lnTo>
                    <a:pt x="603250" y="2540"/>
                  </a:lnTo>
                  <a:lnTo>
                    <a:pt x="603250" y="3810"/>
                  </a:lnTo>
                  <a:lnTo>
                    <a:pt x="604520" y="3810"/>
                  </a:lnTo>
                  <a:lnTo>
                    <a:pt x="604520" y="5080"/>
                  </a:lnTo>
                  <a:lnTo>
                    <a:pt x="605790" y="5080"/>
                  </a:lnTo>
                  <a:lnTo>
                    <a:pt x="605790" y="6350"/>
                  </a:lnTo>
                  <a:lnTo>
                    <a:pt x="671829" y="6350"/>
                  </a:lnTo>
                  <a:lnTo>
                    <a:pt x="671829" y="0"/>
                  </a:lnTo>
                  <a:close/>
                </a:path>
              </a:pathLst>
            </a:custGeom>
            <a:solidFill>
              <a:srgbClr val="E4AA00"/>
            </a:solidFill>
          </p:spPr>
          <p:txBody>
            <a:bodyPr wrap="square" lIns="0" tIns="0" rIns="0" bIns="0" rtlCol="0"/>
            <a:lstStyle/>
            <a:p/>
          </p:txBody>
        </p:sp>
        <p:sp>
          <p:nvSpPr>
            <p:cNvPr id="1291" name="object 1291"/>
            <p:cNvSpPr/>
            <p:nvPr/>
          </p:nvSpPr>
          <p:spPr>
            <a:xfrm>
              <a:off x="6390639" y="3511550"/>
              <a:ext cx="675640" cy="7620"/>
            </a:xfrm>
            <a:custGeom>
              <a:avLst/>
              <a:gdLst/>
              <a:ahLst/>
              <a:cxnLst/>
              <a:rect l="l" t="t" r="r" b="b"/>
              <a:pathLst>
                <a:path w="675640" h="7620">
                  <a:moveTo>
                    <a:pt x="81280" y="3809"/>
                  </a:moveTo>
                  <a:lnTo>
                    <a:pt x="80010" y="3809"/>
                  </a:lnTo>
                  <a:lnTo>
                    <a:pt x="80010" y="5079"/>
                  </a:lnTo>
                  <a:lnTo>
                    <a:pt x="0" y="5079"/>
                  </a:lnTo>
                  <a:lnTo>
                    <a:pt x="0" y="7620"/>
                  </a:lnTo>
                  <a:lnTo>
                    <a:pt x="81279" y="7620"/>
                  </a:lnTo>
                  <a:lnTo>
                    <a:pt x="81280" y="3809"/>
                  </a:lnTo>
                  <a:close/>
                </a:path>
                <a:path w="675640" h="7620">
                  <a:moveTo>
                    <a:pt x="78739" y="1269"/>
                  </a:moveTo>
                  <a:lnTo>
                    <a:pt x="2539" y="1269"/>
                  </a:lnTo>
                  <a:lnTo>
                    <a:pt x="2539" y="3809"/>
                  </a:lnTo>
                  <a:lnTo>
                    <a:pt x="78739" y="3809"/>
                  </a:lnTo>
                  <a:lnTo>
                    <a:pt x="78739" y="1269"/>
                  </a:lnTo>
                  <a:close/>
                </a:path>
                <a:path w="675640" h="7620">
                  <a:moveTo>
                    <a:pt x="77470" y="0"/>
                  </a:moveTo>
                  <a:lnTo>
                    <a:pt x="3810" y="0"/>
                  </a:lnTo>
                  <a:lnTo>
                    <a:pt x="3810" y="1269"/>
                  </a:lnTo>
                  <a:lnTo>
                    <a:pt x="77470" y="1269"/>
                  </a:lnTo>
                  <a:lnTo>
                    <a:pt x="77470" y="0"/>
                  </a:lnTo>
                  <a:close/>
                </a:path>
                <a:path w="675640" h="7620">
                  <a:moveTo>
                    <a:pt x="675639" y="0"/>
                  </a:moveTo>
                  <a:lnTo>
                    <a:pt x="610869" y="0"/>
                  </a:lnTo>
                  <a:lnTo>
                    <a:pt x="610869" y="2540"/>
                  </a:lnTo>
                  <a:lnTo>
                    <a:pt x="612139" y="2540"/>
                  </a:lnTo>
                  <a:lnTo>
                    <a:pt x="612139" y="3810"/>
                  </a:lnTo>
                  <a:lnTo>
                    <a:pt x="613410" y="3810"/>
                  </a:lnTo>
                  <a:lnTo>
                    <a:pt x="613410" y="5080"/>
                  </a:lnTo>
                  <a:lnTo>
                    <a:pt x="614680" y="5080"/>
                  </a:lnTo>
                  <a:lnTo>
                    <a:pt x="614680" y="6350"/>
                  </a:lnTo>
                  <a:lnTo>
                    <a:pt x="615950" y="6350"/>
                  </a:lnTo>
                  <a:lnTo>
                    <a:pt x="615950" y="7620"/>
                  </a:lnTo>
                  <a:lnTo>
                    <a:pt x="675639" y="7620"/>
                  </a:lnTo>
                  <a:lnTo>
                    <a:pt x="675639" y="0"/>
                  </a:lnTo>
                  <a:close/>
                </a:path>
              </a:pathLst>
            </a:custGeom>
            <a:solidFill>
              <a:srgbClr val="E6AC00"/>
            </a:solidFill>
          </p:spPr>
          <p:txBody>
            <a:bodyPr wrap="square" lIns="0" tIns="0" rIns="0" bIns="0" rtlCol="0"/>
            <a:lstStyle/>
            <a:p/>
          </p:txBody>
        </p:sp>
        <p:sp>
          <p:nvSpPr>
            <p:cNvPr id="1292" name="object 1292"/>
            <p:cNvSpPr/>
            <p:nvPr/>
          </p:nvSpPr>
          <p:spPr>
            <a:xfrm>
              <a:off x="6385559" y="3519170"/>
              <a:ext cx="681990" cy="7620"/>
            </a:xfrm>
            <a:custGeom>
              <a:avLst/>
              <a:gdLst/>
              <a:ahLst/>
              <a:cxnLst/>
              <a:rect l="l" t="t" r="r" b="b"/>
              <a:pathLst>
                <a:path w="681990" h="7620">
                  <a:moveTo>
                    <a:pt x="1269" y="6349"/>
                  </a:moveTo>
                  <a:lnTo>
                    <a:pt x="0" y="6349"/>
                  </a:lnTo>
                  <a:lnTo>
                    <a:pt x="0" y="7619"/>
                  </a:lnTo>
                  <a:lnTo>
                    <a:pt x="1269" y="7619"/>
                  </a:lnTo>
                  <a:lnTo>
                    <a:pt x="1269" y="6349"/>
                  </a:lnTo>
                  <a:close/>
                </a:path>
                <a:path w="681990" h="7620">
                  <a:moveTo>
                    <a:pt x="92710" y="6349"/>
                  </a:moveTo>
                  <a:lnTo>
                    <a:pt x="91439" y="6349"/>
                  </a:lnTo>
                  <a:lnTo>
                    <a:pt x="91439" y="7619"/>
                  </a:lnTo>
                  <a:lnTo>
                    <a:pt x="92710" y="7619"/>
                  </a:lnTo>
                  <a:lnTo>
                    <a:pt x="92710" y="6349"/>
                  </a:lnTo>
                  <a:close/>
                </a:path>
                <a:path w="681990" h="7620">
                  <a:moveTo>
                    <a:pt x="3810" y="2539"/>
                  </a:moveTo>
                  <a:lnTo>
                    <a:pt x="2539" y="2539"/>
                  </a:lnTo>
                  <a:lnTo>
                    <a:pt x="2539" y="6349"/>
                  </a:lnTo>
                  <a:lnTo>
                    <a:pt x="90169" y="6349"/>
                  </a:lnTo>
                  <a:lnTo>
                    <a:pt x="90169" y="3809"/>
                  </a:lnTo>
                  <a:lnTo>
                    <a:pt x="3810" y="3809"/>
                  </a:lnTo>
                  <a:lnTo>
                    <a:pt x="3810" y="2539"/>
                  </a:lnTo>
                  <a:close/>
                </a:path>
                <a:path w="681990" h="7620">
                  <a:moveTo>
                    <a:pt x="90169" y="2539"/>
                  </a:moveTo>
                  <a:lnTo>
                    <a:pt x="88900" y="2539"/>
                  </a:lnTo>
                  <a:lnTo>
                    <a:pt x="88900" y="3809"/>
                  </a:lnTo>
                  <a:lnTo>
                    <a:pt x="90169" y="3809"/>
                  </a:lnTo>
                  <a:lnTo>
                    <a:pt x="90169" y="2539"/>
                  </a:lnTo>
                  <a:close/>
                </a:path>
                <a:path w="681990" h="7620">
                  <a:moveTo>
                    <a:pt x="5079" y="0"/>
                  </a:moveTo>
                  <a:lnTo>
                    <a:pt x="3810" y="0"/>
                  </a:lnTo>
                  <a:lnTo>
                    <a:pt x="3810" y="2539"/>
                  </a:lnTo>
                  <a:lnTo>
                    <a:pt x="87630" y="2539"/>
                  </a:lnTo>
                  <a:lnTo>
                    <a:pt x="87630" y="1269"/>
                  </a:lnTo>
                  <a:lnTo>
                    <a:pt x="5079" y="1269"/>
                  </a:lnTo>
                  <a:lnTo>
                    <a:pt x="5079" y="0"/>
                  </a:lnTo>
                  <a:close/>
                </a:path>
                <a:path w="681990" h="7620">
                  <a:moveTo>
                    <a:pt x="681989" y="6350"/>
                  </a:moveTo>
                  <a:lnTo>
                    <a:pt x="627380" y="6350"/>
                  </a:lnTo>
                  <a:lnTo>
                    <a:pt x="627380" y="7619"/>
                  </a:lnTo>
                  <a:lnTo>
                    <a:pt x="681989" y="7619"/>
                  </a:lnTo>
                  <a:lnTo>
                    <a:pt x="681989" y="6350"/>
                  </a:lnTo>
                  <a:close/>
                </a:path>
                <a:path w="681990" h="7620">
                  <a:moveTo>
                    <a:pt x="680719" y="0"/>
                  </a:moveTo>
                  <a:lnTo>
                    <a:pt x="622299" y="0"/>
                  </a:lnTo>
                  <a:lnTo>
                    <a:pt x="622299" y="1270"/>
                  </a:lnTo>
                  <a:lnTo>
                    <a:pt x="623569" y="1270"/>
                  </a:lnTo>
                  <a:lnTo>
                    <a:pt x="623569" y="3810"/>
                  </a:lnTo>
                  <a:lnTo>
                    <a:pt x="624839" y="3810"/>
                  </a:lnTo>
                  <a:lnTo>
                    <a:pt x="624839" y="5079"/>
                  </a:lnTo>
                  <a:lnTo>
                    <a:pt x="626110" y="5079"/>
                  </a:lnTo>
                  <a:lnTo>
                    <a:pt x="626110" y="6350"/>
                  </a:lnTo>
                  <a:lnTo>
                    <a:pt x="680719" y="6350"/>
                  </a:lnTo>
                  <a:lnTo>
                    <a:pt x="680719" y="0"/>
                  </a:lnTo>
                  <a:close/>
                </a:path>
              </a:pathLst>
            </a:custGeom>
            <a:solidFill>
              <a:srgbClr val="E7AD00"/>
            </a:solidFill>
          </p:spPr>
          <p:txBody>
            <a:bodyPr wrap="square" lIns="0" tIns="0" rIns="0" bIns="0" rtlCol="0"/>
            <a:lstStyle/>
            <a:p/>
          </p:txBody>
        </p:sp>
        <p:sp>
          <p:nvSpPr>
            <p:cNvPr id="1293" name="object 1293"/>
            <p:cNvSpPr/>
            <p:nvPr/>
          </p:nvSpPr>
          <p:spPr>
            <a:xfrm>
              <a:off x="6381750" y="3526789"/>
              <a:ext cx="685800" cy="6350"/>
            </a:xfrm>
            <a:custGeom>
              <a:avLst/>
              <a:gdLst/>
              <a:ahLst/>
              <a:cxnLst/>
              <a:rect l="l" t="t" r="r" b="b"/>
              <a:pathLst>
                <a:path w="685800" h="6350">
                  <a:moveTo>
                    <a:pt x="1270" y="5080"/>
                  </a:moveTo>
                  <a:lnTo>
                    <a:pt x="0" y="5080"/>
                  </a:lnTo>
                  <a:lnTo>
                    <a:pt x="0" y="6350"/>
                  </a:lnTo>
                  <a:lnTo>
                    <a:pt x="1270" y="6350"/>
                  </a:lnTo>
                  <a:lnTo>
                    <a:pt x="1270" y="5080"/>
                  </a:lnTo>
                  <a:close/>
                </a:path>
                <a:path w="685800" h="6350">
                  <a:moveTo>
                    <a:pt x="96520" y="0"/>
                  </a:moveTo>
                  <a:lnTo>
                    <a:pt x="3810" y="0"/>
                  </a:lnTo>
                  <a:lnTo>
                    <a:pt x="3810" y="1270"/>
                  </a:lnTo>
                  <a:lnTo>
                    <a:pt x="96520" y="1270"/>
                  </a:lnTo>
                  <a:lnTo>
                    <a:pt x="96520" y="0"/>
                  </a:lnTo>
                  <a:close/>
                </a:path>
                <a:path w="685800" h="6350">
                  <a:moveTo>
                    <a:pt x="100330" y="2540"/>
                  </a:moveTo>
                  <a:lnTo>
                    <a:pt x="99060" y="2540"/>
                  </a:lnTo>
                  <a:lnTo>
                    <a:pt x="99060" y="1270"/>
                  </a:lnTo>
                  <a:lnTo>
                    <a:pt x="97790" y="1270"/>
                  </a:lnTo>
                  <a:lnTo>
                    <a:pt x="97790" y="2540"/>
                  </a:lnTo>
                  <a:lnTo>
                    <a:pt x="3810" y="2540"/>
                  </a:lnTo>
                  <a:lnTo>
                    <a:pt x="3810" y="1270"/>
                  </a:lnTo>
                  <a:lnTo>
                    <a:pt x="2540" y="1270"/>
                  </a:lnTo>
                  <a:lnTo>
                    <a:pt x="2540" y="2540"/>
                  </a:lnTo>
                  <a:lnTo>
                    <a:pt x="1270" y="2540"/>
                  </a:lnTo>
                  <a:lnTo>
                    <a:pt x="1270" y="5080"/>
                  </a:lnTo>
                  <a:lnTo>
                    <a:pt x="100330" y="5080"/>
                  </a:lnTo>
                  <a:lnTo>
                    <a:pt x="100330" y="2540"/>
                  </a:lnTo>
                  <a:close/>
                </a:path>
                <a:path w="685800" h="6350">
                  <a:moveTo>
                    <a:pt x="102870" y="5080"/>
                  </a:moveTo>
                  <a:lnTo>
                    <a:pt x="101600" y="5080"/>
                  </a:lnTo>
                  <a:lnTo>
                    <a:pt x="101600" y="6350"/>
                  </a:lnTo>
                  <a:lnTo>
                    <a:pt x="102870" y="6350"/>
                  </a:lnTo>
                  <a:lnTo>
                    <a:pt x="102870" y="5080"/>
                  </a:lnTo>
                  <a:close/>
                </a:path>
                <a:path w="685800" h="6350">
                  <a:moveTo>
                    <a:pt x="685800" y="0"/>
                  </a:moveTo>
                  <a:lnTo>
                    <a:pt x="632460" y="0"/>
                  </a:lnTo>
                  <a:lnTo>
                    <a:pt x="632460" y="1270"/>
                  </a:lnTo>
                  <a:lnTo>
                    <a:pt x="633730" y="1270"/>
                  </a:lnTo>
                  <a:lnTo>
                    <a:pt x="633730" y="2540"/>
                  </a:lnTo>
                  <a:lnTo>
                    <a:pt x="635000" y="2540"/>
                  </a:lnTo>
                  <a:lnTo>
                    <a:pt x="635000" y="5080"/>
                  </a:lnTo>
                  <a:lnTo>
                    <a:pt x="636270" y="5080"/>
                  </a:lnTo>
                  <a:lnTo>
                    <a:pt x="636270" y="6350"/>
                  </a:lnTo>
                  <a:lnTo>
                    <a:pt x="685800" y="6350"/>
                  </a:lnTo>
                  <a:lnTo>
                    <a:pt x="685800" y="5080"/>
                  </a:lnTo>
                  <a:lnTo>
                    <a:pt x="685800" y="2540"/>
                  </a:lnTo>
                  <a:lnTo>
                    <a:pt x="685800" y="1270"/>
                  </a:lnTo>
                  <a:lnTo>
                    <a:pt x="685800" y="0"/>
                  </a:lnTo>
                  <a:close/>
                </a:path>
              </a:pathLst>
            </a:custGeom>
            <a:solidFill>
              <a:srgbClr val="E9AE00"/>
            </a:solidFill>
          </p:spPr>
          <p:txBody>
            <a:bodyPr wrap="square" lIns="0" tIns="0" rIns="0" bIns="0" rtlCol="0"/>
            <a:lstStyle/>
            <a:p/>
          </p:txBody>
        </p:sp>
        <p:sp>
          <p:nvSpPr>
            <p:cNvPr id="1294" name="object 1294"/>
            <p:cNvSpPr/>
            <p:nvPr/>
          </p:nvSpPr>
          <p:spPr>
            <a:xfrm>
              <a:off x="6376670" y="3533139"/>
              <a:ext cx="690880" cy="7620"/>
            </a:xfrm>
            <a:custGeom>
              <a:avLst/>
              <a:gdLst/>
              <a:ahLst/>
              <a:cxnLst/>
              <a:rect l="l" t="t" r="r" b="b"/>
              <a:pathLst>
                <a:path w="690879" h="7620">
                  <a:moveTo>
                    <a:pt x="107950" y="0"/>
                  </a:moveTo>
                  <a:lnTo>
                    <a:pt x="5080" y="0"/>
                  </a:lnTo>
                  <a:lnTo>
                    <a:pt x="5080" y="1270"/>
                  </a:lnTo>
                  <a:lnTo>
                    <a:pt x="107950" y="1270"/>
                  </a:lnTo>
                  <a:lnTo>
                    <a:pt x="107950" y="0"/>
                  </a:lnTo>
                  <a:close/>
                </a:path>
                <a:path w="690879" h="7620">
                  <a:moveTo>
                    <a:pt x="111760" y="2540"/>
                  </a:moveTo>
                  <a:lnTo>
                    <a:pt x="110477" y="2540"/>
                  </a:lnTo>
                  <a:lnTo>
                    <a:pt x="110477" y="1270"/>
                  </a:lnTo>
                  <a:lnTo>
                    <a:pt x="109220" y="1270"/>
                  </a:lnTo>
                  <a:lnTo>
                    <a:pt x="109220" y="2540"/>
                  </a:lnTo>
                  <a:lnTo>
                    <a:pt x="5080" y="2540"/>
                  </a:lnTo>
                  <a:lnTo>
                    <a:pt x="5080" y="1270"/>
                  </a:lnTo>
                  <a:lnTo>
                    <a:pt x="3810" y="1270"/>
                  </a:lnTo>
                  <a:lnTo>
                    <a:pt x="3810" y="2540"/>
                  </a:lnTo>
                  <a:lnTo>
                    <a:pt x="2540" y="2540"/>
                  </a:lnTo>
                  <a:lnTo>
                    <a:pt x="2540" y="5080"/>
                  </a:lnTo>
                  <a:lnTo>
                    <a:pt x="111760" y="5080"/>
                  </a:lnTo>
                  <a:lnTo>
                    <a:pt x="111760" y="2540"/>
                  </a:lnTo>
                  <a:close/>
                </a:path>
                <a:path w="690879" h="7620">
                  <a:moveTo>
                    <a:pt x="115570" y="5080"/>
                  </a:moveTo>
                  <a:lnTo>
                    <a:pt x="113030" y="5080"/>
                  </a:lnTo>
                  <a:lnTo>
                    <a:pt x="113030" y="6350"/>
                  </a:lnTo>
                  <a:lnTo>
                    <a:pt x="1270" y="6350"/>
                  </a:lnTo>
                  <a:lnTo>
                    <a:pt x="1270" y="5080"/>
                  </a:lnTo>
                  <a:lnTo>
                    <a:pt x="0" y="5080"/>
                  </a:lnTo>
                  <a:lnTo>
                    <a:pt x="0" y="6350"/>
                  </a:lnTo>
                  <a:lnTo>
                    <a:pt x="0" y="7620"/>
                  </a:lnTo>
                  <a:lnTo>
                    <a:pt x="115570" y="7620"/>
                  </a:lnTo>
                  <a:lnTo>
                    <a:pt x="115570" y="6350"/>
                  </a:lnTo>
                  <a:lnTo>
                    <a:pt x="115570" y="5080"/>
                  </a:lnTo>
                  <a:close/>
                </a:path>
                <a:path w="690879" h="7620">
                  <a:moveTo>
                    <a:pt x="690880" y="0"/>
                  </a:moveTo>
                  <a:lnTo>
                    <a:pt x="642620" y="0"/>
                  </a:lnTo>
                  <a:lnTo>
                    <a:pt x="642620" y="1270"/>
                  </a:lnTo>
                  <a:lnTo>
                    <a:pt x="643890" y="1270"/>
                  </a:lnTo>
                  <a:lnTo>
                    <a:pt x="643890" y="2540"/>
                  </a:lnTo>
                  <a:lnTo>
                    <a:pt x="645160" y="2540"/>
                  </a:lnTo>
                  <a:lnTo>
                    <a:pt x="645160" y="3810"/>
                  </a:lnTo>
                  <a:lnTo>
                    <a:pt x="646430" y="3810"/>
                  </a:lnTo>
                  <a:lnTo>
                    <a:pt x="646430" y="5080"/>
                  </a:lnTo>
                  <a:lnTo>
                    <a:pt x="647700" y="5080"/>
                  </a:lnTo>
                  <a:lnTo>
                    <a:pt x="647700" y="7620"/>
                  </a:lnTo>
                  <a:lnTo>
                    <a:pt x="690880" y="7620"/>
                  </a:lnTo>
                  <a:lnTo>
                    <a:pt x="690880" y="5080"/>
                  </a:lnTo>
                  <a:lnTo>
                    <a:pt x="690880" y="3810"/>
                  </a:lnTo>
                  <a:lnTo>
                    <a:pt x="690880" y="2540"/>
                  </a:lnTo>
                  <a:lnTo>
                    <a:pt x="690880" y="1270"/>
                  </a:lnTo>
                  <a:lnTo>
                    <a:pt x="690880" y="0"/>
                  </a:lnTo>
                  <a:close/>
                </a:path>
              </a:pathLst>
            </a:custGeom>
            <a:solidFill>
              <a:srgbClr val="EBB000"/>
            </a:solidFill>
          </p:spPr>
          <p:txBody>
            <a:bodyPr wrap="square" lIns="0" tIns="0" rIns="0" bIns="0" rtlCol="0"/>
            <a:lstStyle/>
            <a:p/>
          </p:txBody>
        </p:sp>
        <p:sp>
          <p:nvSpPr>
            <p:cNvPr id="1295" name="object 1295"/>
            <p:cNvSpPr/>
            <p:nvPr/>
          </p:nvSpPr>
          <p:spPr>
            <a:xfrm>
              <a:off x="6366509" y="3540760"/>
              <a:ext cx="701040" cy="7620"/>
            </a:xfrm>
            <a:custGeom>
              <a:avLst/>
              <a:gdLst/>
              <a:ahLst/>
              <a:cxnLst/>
              <a:rect l="l" t="t" r="r" b="b"/>
              <a:pathLst>
                <a:path w="701040" h="7620">
                  <a:moveTo>
                    <a:pt x="2539" y="6349"/>
                  </a:moveTo>
                  <a:lnTo>
                    <a:pt x="0" y="6349"/>
                  </a:lnTo>
                  <a:lnTo>
                    <a:pt x="0" y="7619"/>
                  </a:lnTo>
                  <a:lnTo>
                    <a:pt x="2539" y="7619"/>
                  </a:lnTo>
                  <a:lnTo>
                    <a:pt x="2539" y="6349"/>
                  </a:lnTo>
                  <a:close/>
                </a:path>
                <a:path w="701040" h="7620">
                  <a:moveTo>
                    <a:pt x="139699" y="6349"/>
                  </a:moveTo>
                  <a:lnTo>
                    <a:pt x="137160" y="6349"/>
                  </a:lnTo>
                  <a:lnTo>
                    <a:pt x="137160" y="7619"/>
                  </a:lnTo>
                  <a:lnTo>
                    <a:pt x="139699" y="7619"/>
                  </a:lnTo>
                  <a:lnTo>
                    <a:pt x="139699" y="6349"/>
                  </a:lnTo>
                  <a:close/>
                </a:path>
                <a:path w="701040" h="7620">
                  <a:moveTo>
                    <a:pt x="5079" y="3809"/>
                  </a:moveTo>
                  <a:lnTo>
                    <a:pt x="3810" y="3809"/>
                  </a:lnTo>
                  <a:lnTo>
                    <a:pt x="3810" y="6349"/>
                  </a:lnTo>
                  <a:lnTo>
                    <a:pt x="134620" y="6349"/>
                  </a:lnTo>
                  <a:lnTo>
                    <a:pt x="134620" y="5079"/>
                  </a:lnTo>
                  <a:lnTo>
                    <a:pt x="5079" y="5079"/>
                  </a:lnTo>
                  <a:lnTo>
                    <a:pt x="5079" y="3809"/>
                  </a:lnTo>
                  <a:close/>
                </a:path>
                <a:path w="701040" h="7620">
                  <a:moveTo>
                    <a:pt x="134620" y="3809"/>
                  </a:moveTo>
                  <a:lnTo>
                    <a:pt x="132079" y="3809"/>
                  </a:lnTo>
                  <a:lnTo>
                    <a:pt x="132079" y="5079"/>
                  </a:lnTo>
                  <a:lnTo>
                    <a:pt x="134620" y="5079"/>
                  </a:lnTo>
                  <a:lnTo>
                    <a:pt x="134620" y="3809"/>
                  </a:lnTo>
                  <a:close/>
                </a:path>
                <a:path w="701040" h="7620">
                  <a:moveTo>
                    <a:pt x="130810" y="1269"/>
                  </a:moveTo>
                  <a:lnTo>
                    <a:pt x="6350" y="1269"/>
                  </a:lnTo>
                  <a:lnTo>
                    <a:pt x="6350" y="3809"/>
                  </a:lnTo>
                  <a:lnTo>
                    <a:pt x="130810" y="3809"/>
                  </a:lnTo>
                  <a:lnTo>
                    <a:pt x="130810" y="1269"/>
                  </a:lnTo>
                  <a:close/>
                </a:path>
                <a:path w="701040" h="7620">
                  <a:moveTo>
                    <a:pt x="8889" y="0"/>
                  </a:moveTo>
                  <a:lnTo>
                    <a:pt x="7619" y="0"/>
                  </a:lnTo>
                  <a:lnTo>
                    <a:pt x="7619" y="1269"/>
                  </a:lnTo>
                  <a:lnTo>
                    <a:pt x="8889" y="1269"/>
                  </a:lnTo>
                  <a:lnTo>
                    <a:pt x="8889" y="0"/>
                  </a:lnTo>
                  <a:close/>
                </a:path>
                <a:path w="701040" h="7620">
                  <a:moveTo>
                    <a:pt x="128269" y="0"/>
                  </a:moveTo>
                  <a:lnTo>
                    <a:pt x="127000" y="0"/>
                  </a:lnTo>
                  <a:lnTo>
                    <a:pt x="127000" y="1269"/>
                  </a:lnTo>
                  <a:lnTo>
                    <a:pt x="128269" y="1269"/>
                  </a:lnTo>
                  <a:lnTo>
                    <a:pt x="128269" y="0"/>
                  </a:lnTo>
                  <a:close/>
                </a:path>
                <a:path w="701040" h="7620">
                  <a:moveTo>
                    <a:pt x="701039" y="0"/>
                  </a:moveTo>
                  <a:lnTo>
                    <a:pt x="659130" y="0"/>
                  </a:lnTo>
                  <a:lnTo>
                    <a:pt x="659130" y="1270"/>
                  </a:lnTo>
                  <a:lnTo>
                    <a:pt x="660399" y="1270"/>
                  </a:lnTo>
                  <a:lnTo>
                    <a:pt x="660399" y="2539"/>
                  </a:lnTo>
                  <a:lnTo>
                    <a:pt x="661669" y="2539"/>
                  </a:lnTo>
                  <a:lnTo>
                    <a:pt x="661669" y="3810"/>
                  </a:lnTo>
                  <a:lnTo>
                    <a:pt x="662939" y="3810"/>
                  </a:lnTo>
                  <a:lnTo>
                    <a:pt x="662939" y="5080"/>
                  </a:lnTo>
                  <a:lnTo>
                    <a:pt x="664210" y="5080"/>
                  </a:lnTo>
                  <a:lnTo>
                    <a:pt x="664210" y="6350"/>
                  </a:lnTo>
                  <a:lnTo>
                    <a:pt x="665480" y="6350"/>
                  </a:lnTo>
                  <a:lnTo>
                    <a:pt x="665480" y="7619"/>
                  </a:lnTo>
                  <a:lnTo>
                    <a:pt x="701039" y="7619"/>
                  </a:lnTo>
                  <a:lnTo>
                    <a:pt x="701039" y="0"/>
                  </a:lnTo>
                  <a:close/>
                </a:path>
              </a:pathLst>
            </a:custGeom>
            <a:solidFill>
              <a:srgbClr val="EDB100"/>
            </a:solidFill>
          </p:spPr>
          <p:txBody>
            <a:bodyPr wrap="square" lIns="0" tIns="0" rIns="0" bIns="0" rtlCol="0"/>
            <a:lstStyle/>
            <a:p/>
          </p:txBody>
        </p:sp>
        <p:sp>
          <p:nvSpPr>
            <p:cNvPr id="1296" name="object 1296"/>
            <p:cNvSpPr/>
            <p:nvPr/>
          </p:nvSpPr>
          <p:spPr>
            <a:xfrm>
              <a:off x="6356350" y="3548379"/>
              <a:ext cx="711200" cy="6350"/>
            </a:xfrm>
            <a:custGeom>
              <a:avLst/>
              <a:gdLst/>
              <a:ahLst/>
              <a:cxnLst/>
              <a:rect l="l" t="t" r="r" b="b"/>
              <a:pathLst>
                <a:path w="711200" h="6350">
                  <a:moveTo>
                    <a:pt x="3810" y="5080"/>
                  </a:moveTo>
                  <a:lnTo>
                    <a:pt x="0" y="5080"/>
                  </a:lnTo>
                  <a:lnTo>
                    <a:pt x="0" y="6350"/>
                  </a:lnTo>
                  <a:lnTo>
                    <a:pt x="3810" y="6350"/>
                  </a:lnTo>
                  <a:lnTo>
                    <a:pt x="3810" y="5080"/>
                  </a:lnTo>
                  <a:close/>
                </a:path>
                <a:path w="711200" h="6350">
                  <a:moveTo>
                    <a:pt x="152400" y="0"/>
                  </a:moveTo>
                  <a:lnTo>
                    <a:pt x="8890" y="0"/>
                  </a:lnTo>
                  <a:lnTo>
                    <a:pt x="8890" y="2540"/>
                  </a:lnTo>
                  <a:lnTo>
                    <a:pt x="152400" y="2540"/>
                  </a:lnTo>
                  <a:lnTo>
                    <a:pt x="152400" y="0"/>
                  </a:lnTo>
                  <a:close/>
                </a:path>
                <a:path w="711200" h="6350">
                  <a:moveTo>
                    <a:pt x="160020" y="2540"/>
                  </a:moveTo>
                  <a:lnTo>
                    <a:pt x="154940" y="2540"/>
                  </a:lnTo>
                  <a:lnTo>
                    <a:pt x="154940" y="3810"/>
                  </a:lnTo>
                  <a:lnTo>
                    <a:pt x="6350" y="3810"/>
                  </a:lnTo>
                  <a:lnTo>
                    <a:pt x="6350" y="2540"/>
                  </a:lnTo>
                  <a:lnTo>
                    <a:pt x="5080" y="2540"/>
                  </a:lnTo>
                  <a:lnTo>
                    <a:pt x="5080" y="3810"/>
                  </a:lnTo>
                  <a:lnTo>
                    <a:pt x="5080" y="5080"/>
                  </a:lnTo>
                  <a:lnTo>
                    <a:pt x="160020" y="5080"/>
                  </a:lnTo>
                  <a:lnTo>
                    <a:pt x="160020" y="3810"/>
                  </a:lnTo>
                  <a:lnTo>
                    <a:pt x="160020" y="2540"/>
                  </a:lnTo>
                  <a:close/>
                </a:path>
                <a:path w="711200" h="6350">
                  <a:moveTo>
                    <a:pt x="165100" y="5080"/>
                  </a:moveTo>
                  <a:lnTo>
                    <a:pt x="162547" y="5080"/>
                  </a:lnTo>
                  <a:lnTo>
                    <a:pt x="162547" y="6350"/>
                  </a:lnTo>
                  <a:lnTo>
                    <a:pt x="165100" y="6350"/>
                  </a:lnTo>
                  <a:lnTo>
                    <a:pt x="165100" y="5080"/>
                  </a:lnTo>
                  <a:close/>
                </a:path>
                <a:path w="711200" h="6350">
                  <a:moveTo>
                    <a:pt x="711200" y="0"/>
                  </a:moveTo>
                  <a:lnTo>
                    <a:pt x="676910" y="0"/>
                  </a:lnTo>
                  <a:lnTo>
                    <a:pt x="676910" y="2540"/>
                  </a:lnTo>
                  <a:lnTo>
                    <a:pt x="678180" y="2540"/>
                  </a:lnTo>
                  <a:lnTo>
                    <a:pt x="678180" y="3810"/>
                  </a:lnTo>
                  <a:lnTo>
                    <a:pt x="679450" y="3810"/>
                  </a:lnTo>
                  <a:lnTo>
                    <a:pt x="679450" y="5080"/>
                  </a:lnTo>
                  <a:lnTo>
                    <a:pt x="680720" y="5080"/>
                  </a:lnTo>
                  <a:lnTo>
                    <a:pt x="680720" y="6350"/>
                  </a:lnTo>
                  <a:lnTo>
                    <a:pt x="711200" y="6350"/>
                  </a:lnTo>
                  <a:lnTo>
                    <a:pt x="711200" y="5080"/>
                  </a:lnTo>
                  <a:lnTo>
                    <a:pt x="711200" y="3810"/>
                  </a:lnTo>
                  <a:lnTo>
                    <a:pt x="711200" y="2540"/>
                  </a:lnTo>
                  <a:lnTo>
                    <a:pt x="711200" y="0"/>
                  </a:lnTo>
                  <a:close/>
                </a:path>
              </a:pathLst>
            </a:custGeom>
            <a:solidFill>
              <a:srgbClr val="EFB300"/>
            </a:solidFill>
          </p:spPr>
          <p:txBody>
            <a:bodyPr wrap="square" lIns="0" tIns="0" rIns="0" bIns="0" rtlCol="0"/>
            <a:lstStyle/>
            <a:p/>
          </p:txBody>
        </p:sp>
        <p:sp>
          <p:nvSpPr>
            <p:cNvPr id="1297" name="object 1297"/>
            <p:cNvSpPr/>
            <p:nvPr/>
          </p:nvSpPr>
          <p:spPr>
            <a:xfrm>
              <a:off x="6339840" y="3554729"/>
              <a:ext cx="727710" cy="7620"/>
            </a:xfrm>
            <a:custGeom>
              <a:avLst/>
              <a:gdLst/>
              <a:ahLst/>
              <a:cxnLst/>
              <a:rect l="l" t="t" r="r" b="b"/>
              <a:pathLst>
                <a:path w="727709" h="7620">
                  <a:moveTo>
                    <a:pt x="186690" y="0"/>
                  </a:moveTo>
                  <a:lnTo>
                    <a:pt x="15240" y="0"/>
                  </a:lnTo>
                  <a:lnTo>
                    <a:pt x="15240" y="2540"/>
                  </a:lnTo>
                  <a:lnTo>
                    <a:pt x="186690" y="2540"/>
                  </a:lnTo>
                  <a:lnTo>
                    <a:pt x="186690" y="0"/>
                  </a:lnTo>
                  <a:close/>
                </a:path>
                <a:path w="727709" h="7620">
                  <a:moveTo>
                    <a:pt x="195580" y="2540"/>
                  </a:moveTo>
                  <a:lnTo>
                    <a:pt x="189230" y="2540"/>
                  </a:lnTo>
                  <a:lnTo>
                    <a:pt x="189230" y="3810"/>
                  </a:lnTo>
                  <a:lnTo>
                    <a:pt x="11430" y="3810"/>
                  </a:lnTo>
                  <a:lnTo>
                    <a:pt x="11430" y="2540"/>
                  </a:lnTo>
                  <a:lnTo>
                    <a:pt x="10160" y="2540"/>
                  </a:lnTo>
                  <a:lnTo>
                    <a:pt x="10160" y="3810"/>
                  </a:lnTo>
                  <a:lnTo>
                    <a:pt x="10160" y="5080"/>
                  </a:lnTo>
                  <a:lnTo>
                    <a:pt x="195580" y="5080"/>
                  </a:lnTo>
                  <a:lnTo>
                    <a:pt x="195580" y="3810"/>
                  </a:lnTo>
                  <a:lnTo>
                    <a:pt x="195580" y="2540"/>
                  </a:lnTo>
                  <a:close/>
                </a:path>
                <a:path w="727709" h="7620">
                  <a:moveTo>
                    <a:pt x="248920" y="6350"/>
                  </a:moveTo>
                  <a:lnTo>
                    <a:pt x="247650" y="6350"/>
                  </a:lnTo>
                  <a:lnTo>
                    <a:pt x="247650" y="5080"/>
                  </a:lnTo>
                  <a:lnTo>
                    <a:pt x="227330" y="5080"/>
                  </a:lnTo>
                  <a:lnTo>
                    <a:pt x="227330" y="6350"/>
                  </a:lnTo>
                  <a:lnTo>
                    <a:pt x="217157" y="6350"/>
                  </a:lnTo>
                  <a:lnTo>
                    <a:pt x="217157" y="5080"/>
                  </a:lnTo>
                  <a:lnTo>
                    <a:pt x="207010" y="5080"/>
                  </a:lnTo>
                  <a:lnTo>
                    <a:pt x="207010" y="6350"/>
                  </a:lnTo>
                  <a:lnTo>
                    <a:pt x="6350" y="6350"/>
                  </a:lnTo>
                  <a:lnTo>
                    <a:pt x="6350" y="5080"/>
                  </a:lnTo>
                  <a:lnTo>
                    <a:pt x="3810" y="5080"/>
                  </a:lnTo>
                  <a:lnTo>
                    <a:pt x="3810" y="6350"/>
                  </a:lnTo>
                  <a:lnTo>
                    <a:pt x="0" y="6350"/>
                  </a:lnTo>
                  <a:lnTo>
                    <a:pt x="0" y="7620"/>
                  </a:lnTo>
                  <a:lnTo>
                    <a:pt x="248907" y="7620"/>
                  </a:lnTo>
                  <a:lnTo>
                    <a:pt x="248920" y="6350"/>
                  </a:lnTo>
                  <a:close/>
                </a:path>
                <a:path w="727709" h="7620">
                  <a:moveTo>
                    <a:pt x="721360" y="6362"/>
                  </a:moveTo>
                  <a:lnTo>
                    <a:pt x="703580" y="6362"/>
                  </a:lnTo>
                  <a:lnTo>
                    <a:pt x="703580" y="7620"/>
                  </a:lnTo>
                  <a:lnTo>
                    <a:pt x="721360" y="7620"/>
                  </a:lnTo>
                  <a:lnTo>
                    <a:pt x="721360" y="6362"/>
                  </a:lnTo>
                  <a:close/>
                </a:path>
                <a:path w="727709" h="7620">
                  <a:moveTo>
                    <a:pt x="727710" y="0"/>
                  </a:moveTo>
                  <a:lnTo>
                    <a:pt x="698500" y="0"/>
                  </a:lnTo>
                  <a:lnTo>
                    <a:pt x="698500" y="1270"/>
                  </a:lnTo>
                  <a:lnTo>
                    <a:pt x="699770" y="1270"/>
                  </a:lnTo>
                  <a:lnTo>
                    <a:pt x="699770" y="2540"/>
                  </a:lnTo>
                  <a:lnTo>
                    <a:pt x="701040" y="2540"/>
                  </a:lnTo>
                  <a:lnTo>
                    <a:pt x="701040" y="5080"/>
                  </a:lnTo>
                  <a:lnTo>
                    <a:pt x="702310" y="5080"/>
                  </a:lnTo>
                  <a:lnTo>
                    <a:pt x="702310" y="6350"/>
                  </a:lnTo>
                  <a:lnTo>
                    <a:pt x="727710" y="6350"/>
                  </a:lnTo>
                  <a:lnTo>
                    <a:pt x="727710" y="5080"/>
                  </a:lnTo>
                  <a:lnTo>
                    <a:pt x="727710" y="2540"/>
                  </a:lnTo>
                  <a:lnTo>
                    <a:pt x="727710" y="1270"/>
                  </a:lnTo>
                  <a:lnTo>
                    <a:pt x="727710" y="0"/>
                  </a:lnTo>
                  <a:close/>
                </a:path>
              </a:pathLst>
            </a:custGeom>
            <a:solidFill>
              <a:srgbClr val="F1B400"/>
            </a:solidFill>
          </p:spPr>
          <p:txBody>
            <a:bodyPr wrap="square" lIns="0" tIns="0" rIns="0" bIns="0" rtlCol="0"/>
            <a:lstStyle/>
            <a:p/>
          </p:txBody>
        </p:sp>
        <p:sp>
          <p:nvSpPr>
            <p:cNvPr id="1298" name="object 1298"/>
            <p:cNvSpPr/>
            <p:nvPr/>
          </p:nvSpPr>
          <p:spPr>
            <a:xfrm>
              <a:off x="6318250" y="3562349"/>
              <a:ext cx="727710" cy="7620"/>
            </a:xfrm>
            <a:custGeom>
              <a:avLst/>
              <a:gdLst/>
              <a:ahLst/>
              <a:cxnLst/>
              <a:rect l="l" t="t" r="r" b="b"/>
              <a:pathLst>
                <a:path w="727709" h="7620">
                  <a:moveTo>
                    <a:pt x="270497" y="2540"/>
                  </a:moveTo>
                  <a:lnTo>
                    <a:pt x="19050" y="2540"/>
                  </a:lnTo>
                  <a:lnTo>
                    <a:pt x="19050" y="1270"/>
                  </a:lnTo>
                  <a:lnTo>
                    <a:pt x="12700" y="1270"/>
                  </a:lnTo>
                  <a:lnTo>
                    <a:pt x="12700" y="2540"/>
                  </a:lnTo>
                  <a:lnTo>
                    <a:pt x="12700" y="3810"/>
                  </a:lnTo>
                  <a:lnTo>
                    <a:pt x="270497" y="3810"/>
                  </a:lnTo>
                  <a:lnTo>
                    <a:pt x="270497" y="2540"/>
                  </a:lnTo>
                  <a:close/>
                </a:path>
                <a:path w="727709" h="7620">
                  <a:moveTo>
                    <a:pt x="270497" y="0"/>
                  </a:moveTo>
                  <a:lnTo>
                    <a:pt x="21590" y="0"/>
                  </a:lnTo>
                  <a:lnTo>
                    <a:pt x="21590" y="1270"/>
                  </a:lnTo>
                  <a:lnTo>
                    <a:pt x="270497" y="1270"/>
                  </a:lnTo>
                  <a:lnTo>
                    <a:pt x="270497" y="0"/>
                  </a:lnTo>
                  <a:close/>
                </a:path>
                <a:path w="727709" h="7620">
                  <a:moveTo>
                    <a:pt x="270510" y="7620"/>
                  </a:moveTo>
                  <a:lnTo>
                    <a:pt x="270497" y="5080"/>
                  </a:lnTo>
                  <a:lnTo>
                    <a:pt x="8890" y="5080"/>
                  </a:lnTo>
                  <a:lnTo>
                    <a:pt x="8890" y="3810"/>
                  </a:lnTo>
                  <a:lnTo>
                    <a:pt x="6350" y="3810"/>
                  </a:lnTo>
                  <a:lnTo>
                    <a:pt x="6350" y="5080"/>
                  </a:lnTo>
                  <a:lnTo>
                    <a:pt x="0" y="5080"/>
                  </a:lnTo>
                  <a:lnTo>
                    <a:pt x="0" y="7620"/>
                  </a:lnTo>
                  <a:lnTo>
                    <a:pt x="270510" y="7620"/>
                  </a:lnTo>
                  <a:close/>
                </a:path>
                <a:path w="727709" h="7620">
                  <a:moveTo>
                    <a:pt x="727710" y="0"/>
                  </a:moveTo>
                  <a:lnTo>
                    <a:pt x="726440" y="0"/>
                  </a:lnTo>
                  <a:lnTo>
                    <a:pt x="726440" y="1282"/>
                  </a:lnTo>
                  <a:lnTo>
                    <a:pt x="727710" y="1282"/>
                  </a:lnTo>
                  <a:lnTo>
                    <a:pt x="727710" y="0"/>
                  </a:lnTo>
                  <a:close/>
                </a:path>
              </a:pathLst>
            </a:custGeom>
            <a:solidFill>
              <a:srgbClr val="F2B500"/>
            </a:solidFill>
          </p:spPr>
          <p:txBody>
            <a:bodyPr wrap="square" lIns="0" tIns="0" rIns="0" bIns="0" rtlCol="0"/>
            <a:lstStyle/>
            <a:p/>
          </p:txBody>
        </p:sp>
        <p:sp>
          <p:nvSpPr>
            <p:cNvPr id="1299" name="object 1299"/>
            <p:cNvSpPr/>
            <p:nvPr/>
          </p:nvSpPr>
          <p:spPr>
            <a:xfrm>
              <a:off x="6276340" y="3569969"/>
              <a:ext cx="312420" cy="7620"/>
            </a:xfrm>
            <a:custGeom>
              <a:avLst/>
              <a:gdLst/>
              <a:ahLst/>
              <a:cxnLst/>
              <a:rect l="l" t="t" r="r" b="b"/>
              <a:pathLst>
                <a:path w="312420" h="7620">
                  <a:moveTo>
                    <a:pt x="312407" y="1270"/>
                  </a:moveTo>
                  <a:lnTo>
                    <a:pt x="36830" y="1270"/>
                  </a:lnTo>
                  <a:lnTo>
                    <a:pt x="36830" y="0"/>
                  </a:lnTo>
                  <a:lnTo>
                    <a:pt x="34290" y="0"/>
                  </a:lnTo>
                  <a:lnTo>
                    <a:pt x="34290" y="1270"/>
                  </a:lnTo>
                  <a:lnTo>
                    <a:pt x="34290" y="2540"/>
                  </a:lnTo>
                  <a:lnTo>
                    <a:pt x="22860" y="2540"/>
                  </a:lnTo>
                  <a:lnTo>
                    <a:pt x="22860" y="3810"/>
                  </a:lnTo>
                  <a:lnTo>
                    <a:pt x="0" y="3810"/>
                  </a:lnTo>
                  <a:lnTo>
                    <a:pt x="0" y="7620"/>
                  </a:lnTo>
                  <a:lnTo>
                    <a:pt x="312407" y="7620"/>
                  </a:lnTo>
                  <a:lnTo>
                    <a:pt x="312407" y="3810"/>
                  </a:lnTo>
                  <a:lnTo>
                    <a:pt x="312407" y="2540"/>
                  </a:lnTo>
                  <a:lnTo>
                    <a:pt x="312407" y="1270"/>
                  </a:lnTo>
                  <a:close/>
                </a:path>
              </a:pathLst>
            </a:custGeom>
            <a:solidFill>
              <a:srgbClr val="F4B700"/>
            </a:solidFill>
          </p:spPr>
          <p:txBody>
            <a:bodyPr wrap="square" lIns="0" tIns="0" rIns="0" bIns="0" rtlCol="0"/>
            <a:lstStyle/>
            <a:p/>
          </p:txBody>
        </p:sp>
        <p:sp>
          <p:nvSpPr>
            <p:cNvPr id="1300" name="object 1300"/>
            <p:cNvSpPr/>
            <p:nvPr/>
          </p:nvSpPr>
          <p:spPr>
            <a:xfrm>
              <a:off x="6276339" y="3577590"/>
              <a:ext cx="312420" cy="6350"/>
            </a:xfrm>
            <a:custGeom>
              <a:avLst/>
              <a:gdLst/>
              <a:ahLst/>
              <a:cxnLst/>
              <a:rect l="l" t="t" r="r" b="b"/>
              <a:pathLst>
                <a:path w="312420" h="6350">
                  <a:moveTo>
                    <a:pt x="0" y="6350"/>
                  </a:moveTo>
                  <a:lnTo>
                    <a:pt x="0" y="0"/>
                  </a:lnTo>
                  <a:lnTo>
                    <a:pt x="312419" y="0"/>
                  </a:lnTo>
                  <a:lnTo>
                    <a:pt x="312419" y="6350"/>
                  </a:lnTo>
                  <a:lnTo>
                    <a:pt x="0" y="6350"/>
                  </a:lnTo>
                  <a:close/>
                </a:path>
              </a:pathLst>
            </a:custGeom>
            <a:solidFill>
              <a:srgbClr val="F6B800"/>
            </a:solidFill>
          </p:spPr>
          <p:txBody>
            <a:bodyPr wrap="square" lIns="0" tIns="0" rIns="0" bIns="0" rtlCol="0"/>
            <a:lstStyle/>
            <a:p/>
          </p:txBody>
        </p:sp>
        <p:sp>
          <p:nvSpPr>
            <p:cNvPr id="1301" name="object 1301"/>
            <p:cNvSpPr/>
            <p:nvPr/>
          </p:nvSpPr>
          <p:spPr>
            <a:xfrm>
              <a:off x="6276340" y="3583939"/>
              <a:ext cx="312420" cy="7620"/>
            </a:xfrm>
            <a:custGeom>
              <a:avLst/>
              <a:gdLst/>
              <a:ahLst/>
              <a:cxnLst/>
              <a:rect l="l" t="t" r="r" b="b"/>
              <a:pathLst>
                <a:path w="312420" h="7620">
                  <a:moveTo>
                    <a:pt x="213360" y="6350"/>
                  </a:moveTo>
                  <a:lnTo>
                    <a:pt x="1270" y="6350"/>
                  </a:lnTo>
                  <a:lnTo>
                    <a:pt x="1270" y="7620"/>
                  </a:lnTo>
                  <a:lnTo>
                    <a:pt x="213360" y="7620"/>
                  </a:lnTo>
                  <a:lnTo>
                    <a:pt x="213360" y="6350"/>
                  </a:lnTo>
                  <a:close/>
                </a:path>
                <a:path w="312420" h="7620">
                  <a:moveTo>
                    <a:pt x="269240" y="2540"/>
                  </a:moveTo>
                  <a:lnTo>
                    <a:pt x="1270" y="2540"/>
                  </a:lnTo>
                  <a:lnTo>
                    <a:pt x="1270" y="5080"/>
                  </a:lnTo>
                  <a:lnTo>
                    <a:pt x="213360" y="5080"/>
                  </a:lnTo>
                  <a:lnTo>
                    <a:pt x="213360" y="6350"/>
                  </a:lnTo>
                  <a:lnTo>
                    <a:pt x="241300" y="6350"/>
                  </a:lnTo>
                  <a:lnTo>
                    <a:pt x="241300" y="5080"/>
                  </a:lnTo>
                  <a:lnTo>
                    <a:pt x="269240" y="5080"/>
                  </a:lnTo>
                  <a:lnTo>
                    <a:pt x="269240" y="2540"/>
                  </a:lnTo>
                  <a:close/>
                </a:path>
                <a:path w="312420" h="7620">
                  <a:moveTo>
                    <a:pt x="312407" y="0"/>
                  </a:moveTo>
                  <a:lnTo>
                    <a:pt x="0" y="0"/>
                  </a:lnTo>
                  <a:lnTo>
                    <a:pt x="0" y="1270"/>
                  </a:lnTo>
                  <a:lnTo>
                    <a:pt x="297180" y="1270"/>
                  </a:lnTo>
                  <a:lnTo>
                    <a:pt x="297180" y="2540"/>
                  </a:lnTo>
                  <a:lnTo>
                    <a:pt x="312407" y="2540"/>
                  </a:lnTo>
                  <a:lnTo>
                    <a:pt x="312407" y="1270"/>
                  </a:lnTo>
                  <a:lnTo>
                    <a:pt x="312407" y="0"/>
                  </a:lnTo>
                  <a:close/>
                </a:path>
              </a:pathLst>
            </a:custGeom>
            <a:solidFill>
              <a:srgbClr val="F8B900"/>
            </a:solidFill>
          </p:spPr>
          <p:txBody>
            <a:bodyPr wrap="square" lIns="0" tIns="0" rIns="0" bIns="0" rtlCol="0"/>
            <a:lstStyle/>
            <a:p/>
          </p:txBody>
        </p:sp>
        <p:sp>
          <p:nvSpPr>
            <p:cNvPr id="1302" name="object 1302"/>
            <p:cNvSpPr/>
            <p:nvPr/>
          </p:nvSpPr>
          <p:spPr>
            <a:xfrm>
              <a:off x="6277610" y="3591559"/>
              <a:ext cx="184150" cy="7620"/>
            </a:xfrm>
            <a:custGeom>
              <a:avLst/>
              <a:gdLst/>
              <a:ahLst/>
              <a:cxnLst/>
              <a:rect l="l" t="t" r="r" b="b"/>
              <a:pathLst>
                <a:path w="184150" h="7620">
                  <a:moveTo>
                    <a:pt x="71120" y="5080"/>
                  </a:moveTo>
                  <a:lnTo>
                    <a:pt x="0" y="5080"/>
                  </a:lnTo>
                  <a:lnTo>
                    <a:pt x="0" y="6350"/>
                  </a:lnTo>
                  <a:lnTo>
                    <a:pt x="1270" y="6350"/>
                  </a:lnTo>
                  <a:lnTo>
                    <a:pt x="1270" y="7620"/>
                  </a:lnTo>
                  <a:lnTo>
                    <a:pt x="43180" y="7620"/>
                  </a:lnTo>
                  <a:lnTo>
                    <a:pt x="43180" y="6350"/>
                  </a:lnTo>
                  <a:lnTo>
                    <a:pt x="71120" y="6350"/>
                  </a:lnTo>
                  <a:lnTo>
                    <a:pt x="71120" y="5080"/>
                  </a:lnTo>
                  <a:close/>
                </a:path>
                <a:path w="184150" h="7620">
                  <a:moveTo>
                    <a:pt x="127000" y="1270"/>
                  </a:moveTo>
                  <a:lnTo>
                    <a:pt x="0" y="1270"/>
                  </a:lnTo>
                  <a:lnTo>
                    <a:pt x="0" y="3810"/>
                  </a:lnTo>
                  <a:lnTo>
                    <a:pt x="71120" y="3810"/>
                  </a:lnTo>
                  <a:lnTo>
                    <a:pt x="71120" y="5080"/>
                  </a:lnTo>
                  <a:lnTo>
                    <a:pt x="99060" y="5080"/>
                  </a:lnTo>
                  <a:lnTo>
                    <a:pt x="99060" y="3810"/>
                  </a:lnTo>
                  <a:lnTo>
                    <a:pt x="127000" y="3810"/>
                  </a:lnTo>
                  <a:lnTo>
                    <a:pt x="127000" y="1270"/>
                  </a:lnTo>
                  <a:close/>
                </a:path>
                <a:path w="184150" h="7620">
                  <a:moveTo>
                    <a:pt x="184150" y="0"/>
                  </a:moveTo>
                  <a:lnTo>
                    <a:pt x="156210" y="0"/>
                  </a:lnTo>
                  <a:lnTo>
                    <a:pt x="156210" y="1270"/>
                  </a:lnTo>
                  <a:lnTo>
                    <a:pt x="184150" y="1270"/>
                  </a:lnTo>
                  <a:lnTo>
                    <a:pt x="184150" y="0"/>
                  </a:lnTo>
                  <a:close/>
                </a:path>
              </a:pathLst>
            </a:custGeom>
            <a:solidFill>
              <a:srgbClr val="FABB00"/>
            </a:solidFill>
          </p:spPr>
          <p:txBody>
            <a:bodyPr wrap="square" lIns="0" tIns="0" rIns="0" bIns="0" rtlCol="0"/>
            <a:lstStyle/>
            <a:p/>
          </p:txBody>
        </p:sp>
        <p:sp>
          <p:nvSpPr>
            <p:cNvPr id="1303" name="object 1303"/>
            <p:cNvSpPr/>
            <p:nvPr/>
          </p:nvSpPr>
          <p:spPr>
            <a:xfrm>
              <a:off x="6266179" y="2602230"/>
              <a:ext cx="896619" cy="995680"/>
            </a:xfrm>
            <a:custGeom>
              <a:avLst/>
              <a:gdLst/>
              <a:ahLst/>
              <a:cxnLst/>
              <a:rect l="l" t="t" r="r" b="b"/>
              <a:pathLst>
                <a:path w="896620" h="995679">
                  <a:moveTo>
                    <a:pt x="308610" y="66040"/>
                  </a:moveTo>
                  <a:lnTo>
                    <a:pt x="426720" y="212090"/>
                  </a:lnTo>
                  <a:lnTo>
                    <a:pt x="441960" y="231140"/>
                  </a:lnTo>
                  <a:lnTo>
                    <a:pt x="745490" y="591820"/>
                  </a:lnTo>
                  <a:lnTo>
                    <a:pt x="739140" y="195580"/>
                  </a:lnTo>
                  <a:lnTo>
                    <a:pt x="737870" y="176530"/>
                  </a:lnTo>
                  <a:lnTo>
                    <a:pt x="736600" y="157480"/>
                  </a:lnTo>
                  <a:lnTo>
                    <a:pt x="735329" y="142240"/>
                  </a:lnTo>
                  <a:lnTo>
                    <a:pt x="732790" y="127000"/>
                  </a:lnTo>
                  <a:lnTo>
                    <a:pt x="728979" y="114300"/>
                  </a:lnTo>
                  <a:lnTo>
                    <a:pt x="726440" y="109220"/>
                  </a:lnTo>
                  <a:lnTo>
                    <a:pt x="725170" y="104140"/>
                  </a:lnTo>
                  <a:lnTo>
                    <a:pt x="722629" y="99060"/>
                  </a:lnTo>
                  <a:lnTo>
                    <a:pt x="720090" y="93980"/>
                  </a:lnTo>
                  <a:lnTo>
                    <a:pt x="717550" y="90170"/>
                  </a:lnTo>
                  <a:lnTo>
                    <a:pt x="715010" y="86360"/>
                  </a:lnTo>
                  <a:lnTo>
                    <a:pt x="709929" y="82550"/>
                  </a:lnTo>
                  <a:lnTo>
                    <a:pt x="706120" y="78740"/>
                  </a:lnTo>
                  <a:lnTo>
                    <a:pt x="701040" y="74930"/>
                  </a:lnTo>
                  <a:lnTo>
                    <a:pt x="695960" y="72390"/>
                  </a:lnTo>
                  <a:lnTo>
                    <a:pt x="690879" y="68580"/>
                  </a:lnTo>
                  <a:lnTo>
                    <a:pt x="685800" y="66040"/>
                  </a:lnTo>
                  <a:lnTo>
                    <a:pt x="679450" y="64770"/>
                  </a:lnTo>
                  <a:lnTo>
                    <a:pt x="673100" y="62230"/>
                  </a:lnTo>
                  <a:lnTo>
                    <a:pt x="666750" y="60960"/>
                  </a:lnTo>
                  <a:lnTo>
                    <a:pt x="659129" y="59690"/>
                  </a:lnTo>
                  <a:lnTo>
                    <a:pt x="645160" y="58420"/>
                  </a:lnTo>
                  <a:lnTo>
                    <a:pt x="628650" y="58420"/>
                  </a:lnTo>
                  <a:lnTo>
                    <a:pt x="610870" y="60960"/>
                  </a:lnTo>
                  <a:lnTo>
                    <a:pt x="610870" y="35560"/>
                  </a:lnTo>
                  <a:lnTo>
                    <a:pt x="896620" y="0"/>
                  </a:lnTo>
                  <a:lnTo>
                    <a:pt x="896620" y="25400"/>
                  </a:lnTo>
                  <a:lnTo>
                    <a:pt x="872490" y="33020"/>
                  </a:lnTo>
                  <a:lnTo>
                    <a:pt x="861060" y="36830"/>
                  </a:lnTo>
                  <a:lnTo>
                    <a:pt x="850900" y="39370"/>
                  </a:lnTo>
                  <a:lnTo>
                    <a:pt x="843279" y="43180"/>
                  </a:lnTo>
                  <a:lnTo>
                    <a:pt x="835660" y="46990"/>
                  </a:lnTo>
                  <a:lnTo>
                    <a:pt x="829310" y="50800"/>
                  </a:lnTo>
                  <a:lnTo>
                    <a:pt x="826770" y="52070"/>
                  </a:lnTo>
                  <a:lnTo>
                    <a:pt x="824229" y="54610"/>
                  </a:lnTo>
                  <a:lnTo>
                    <a:pt x="819150" y="58420"/>
                  </a:lnTo>
                  <a:lnTo>
                    <a:pt x="815340" y="62230"/>
                  </a:lnTo>
                  <a:lnTo>
                    <a:pt x="811529" y="67310"/>
                  </a:lnTo>
                  <a:lnTo>
                    <a:pt x="807720" y="72390"/>
                  </a:lnTo>
                  <a:lnTo>
                    <a:pt x="803910" y="77470"/>
                  </a:lnTo>
                  <a:lnTo>
                    <a:pt x="800100" y="83820"/>
                  </a:lnTo>
                  <a:lnTo>
                    <a:pt x="797560" y="90170"/>
                  </a:lnTo>
                  <a:lnTo>
                    <a:pt x="795020" y="96520"/>
                  </a:lnTo>
                  <a:lnTo>
                    <a:pt x="792479" y="104140"/>
                  </a:lnTo>
                  <a:lnTo>
                    <a:pt x="789940" y="113030"/>
                  </a:lnTo>
                  <a:lnTo>
                    <a:pt x="788670" y="123190"/>
                  </a:lnTo>
                  <a:lnTo>
                    <a:pt x="787400" y="133350"/>
                  </a:lnTo>
                  <a:lnTo>
                    <a:pt x="787400" y="146050"/>
                  </a:lnTo>
                  <a:lnTo>
                    <a:pt x="786129" y="160020"/>
                  </a:lnTo>
                  <a:lnTo>
                    <a:pt x="786129" y="190500"/>
                  </a:lnTo>
                  <a:lnTo>
                    <a:pt x="800100" y="957580"/>
                  </a:lnTo>
                  <a:lnTo>
                    <a:pt x="778510" y="960120"/>
                  </a:lnTo>
                  <a:lnTo>
                    <a:pt x="447040" y="575310"/>
                  </a:lnTo>
                  <a:lnTo>
                    <a:pt x="431800" y="557530"/>
                  </a:lnTo>
                  <a:lnTo>
                    <a:pt x="177800" y="248920"/>
                  </a:lnTo>
                  <a:lnTo>
                    <a:pt x="185420" y="829310"/>
                  </a:lnTo>
                  <a:lnTo>
                    <a:pt x="186690" y="847090"/>
                  </a:lnTo>
                  <a:lnTo>
                    <a:pt x="187960" y="864870"/>
                  </a:lnTo>
                  <a:lnTo>
                    <a:pt x="190500" y="880110"/>
                  </a:lnTo>
                  <a:lnTo>
                    <a:pt x="191770" y="887730"/>
                  </a:lnTo>
                  <a:lnTo>
                    <a:pt x="194310" y="894080"/>
                  </a:lnTo>
                  <a:lnTo>
                    <a:pt x="196850" y="900430"/>
                  </a:lnTo>
                  <a:lnTo>
                    <a:pt x="199390" y="906780"/>
                  </a:lnTo>
                  <a:lnTo>
                    <a:pt x="203200" y="911860"/>
                  </a:lnTo>
                  <a:lnTo>
                    <a:pt x="205740" y="916940"/>
                  </a:lnTo>
                  <a:lnTo>
                    <a:pt x="209550" y="922020"/>
                  </a:lnTo>
                  <a:lnTo>
                    <a:pt x="213360" y="925830"/>
                  </a:lnTo>
                  <a:lnTo>
                    <a:pt x="217170" y="929640"/>
                  </a:lnTo>
                  <a:lnTo>
                    <a:pt x="259079" y="952500"/>
                  </a:lnTo>
                  <a:lnTo>
                    <a:pt x="279400" y="956310"/>
                  </a:lnTo>
                  <a:lnTo>
                    <a:pt x="289560" y="957580"/>
                  </a:lnTo>
                  <a:lnTo>
                    <a:pt x="300990" y="957580"/>
                  </a:lnTo>
                  <a:lnTo>
                    <a:pt x="321310" y="956310"/>
                  </a:lnTo>
                  <a:lnTo>
                    <a:pt x="321310" y="981710"/>
                  </a:lnTo>
                  <a:lnTo>
                    <a:pt x="11430" y="995680"/>
                  </a:lnTo>
                  <a:lnTo>
                    <a:pt x="10160" y="970280"/>
                  </a:lnTo>
                  <a:lnTo>
                    <a:pt x="27940" y="970280"/>
                  </a:lnTo>
                  <a:lnTo>
                    <a:pt x="44450" y="967740"/>
                  </a:lnTo>
                  <a:lnTo>
                    <a:pt x="58420" y="963930"/>
                  </a:lnTo>
                  <a:lnTo>
                    <a:pt x="71120" y="960120"/>
                  </a:lnTo>
                  <a:lnTo>
                    <a:pt x="77470" y="957580"/>
                  </a:lnTo>
                  <a:lnTo>
                    <a:pt x="83820" y="955040"/>
                  </a:lnTo>
                  <a:lnTo>
                    <a:pt x="88900" y="952500"/>
                  </a:lnTo>
                  <a:lnTo>
                    <a:pt x="93980" y="949960"/>
                  </a:lnTo>
                  <a:lnTo>
                    <a:pt x="99060" y="946150"/>
                  </a:lnTo>
                  <a:lnTo>
                    <a:pt x="102870" y="943610"/>
                  </a:lnTo>
                  <a:lnTo>
                    <a:pt x="106680" y="939800"/>
                  </a:lnTo>
                  <a:lnTo>
                    <a:pt x="110490" y="935990"/>
                  </a:lnTo>
                  <a:lnTo>
                    <a:pt x="114300" y="932180"/>
                  </a:lnTo>
                  <a:lnTo>
                    <a:pt x="116840" y="927100"/>
                  </a:lnTo>
                  <a:lnTo>
                    <a:pt x="120650" y="922020"/>
                  </a:lnTo>
                  <a:lnTo>
                    <a:pt x="123190" y="916940"/>
                  </a:lnTo>
                  <a:lnTo>
                    <a:pt x="125730" y="911860"/>
                  </a:lnTo>
                  <a:lnTo>
                    <a:pt x="128270" y="906780"/>
                  </a:lnTo>
                  <a:lnTo>
                    <a:pt x="132080" y="894080"/>
                  </a:lnTo>
                  <a:lnTo>
                    <a:pt x="134620" y="880110"/>
                  </a:lnTo>
                  <a:lnTo>
                    <a:pt x="137160" y="864870"/>
                  </a:lnTo>
                  <a:lnTo>
                    <a:pt x="138430" y="848360"/>
                  </a:lnTo>
                  <a:lnTo>
                    <a:pt x="138430" y="831850"/>
                  </a:lnTo>
                  <a:lnTo>
                    <a:pt x="129540" y="187960"/>
                  </a:lnTo>
                  <a:lnTo>
                    <a:pt x="110490" y="165100"/>
                  </a:lnTo>
                  <a:lnTo>
                    <a:pt x="104140" y="156210"/>
                  </a:lnTo>
                  <a:lnTo>
                    <a:pt x="97790" y="149860"/>
                  </a:lnTo>
                  <a:lnTo>
                    <a:pt x="90170" y="142240"/>
                  </a:lnTo>
                  <a:lnTo>
                    <a:pt x="85090" y="135890"/>
                  </a:lnTo>
                  <a:lnTo>
                    <a:pt x="78740" y="130810"/>
                  </a:lnTo>
                  <a:lnTo>
                    <a:pt x="72390" y="127000"/>
                  </a:lnTo>
                  <a:lnTo>
                    <a:pt x="67310" y="123190"/>
                  </a:lnTo>
                  <a:lnTo>
                    <a:pt x="60960" y="120650"/>
                  </a:lnTo>
                  <a:lnTo>
                    <a:pt x="55880" y="118110"/>
                  </a:lnTo>
                  <a:lnTo>
                    <a:pt x="49530" y="115570"/>
                  </a:lnTo>
                  <a:lnTo>
                    <a:pt x="43180" y="114300"/>
                  </a:lnTo>
                  <a:lnTo>
                    <a:pt x="35560" y="113030"/>
                  </a:lnTo>
                  <a:lnTo>
                    <a:pt x="27940" y="113030"/>
                  </a:lnTo>
                  <a:lnTo>
                    <a:pt x="19050" y="111760"/>
                  </a:lnTo>
                  <a:lnTo>
                    <a:pt x="10160" y="111760"/>
                  </a:lnTo>
                  <a:lnTo>
                    <a:pt x="0" y="113030"/>
                  </a:lnTo>
                  <a:lnTo>
                    <a:pt x="0" y="87630"/>
                  </a:lnTo>
                  <a:lnTo>
                    <a:pt x="308610" y="66040"/>
                  </a:lnTo>
                  <a:close/>
                </a:path>
              </a:pathLst>
            </a:custGeom>
            <a:ln w="9344">
              <a:solidFill>
                <a:srgbClr val="000000"/>
              </a:solidFill>
            </a:ln>
          </p:spPr>
          <p:txBody>
            <a:bodyPr wrap="square" lIns="0" tIns="0" rIns="0" bIns="0" rtlCol="0"/>
            <a:lstStyle/>
            <a:p/>
          </p:txBody>
        </p:sp>
      </p:grpSp>
      <p:grpSp>
        <p:nvGrpSpPr>
          <p:cNvPr id="1304" name="object 1304"/>
          <p:cNvGrpSpPr/>
          <p:nvPr/>
        </p:nvGrpSpPr>
        <p:grpSpPr>
          <a:xfrm>
            <a:off x="7250838" y="2337207"/>
            <a:ext cx="898525" cy="1120775"/>
            <a:chOff x="7250838" y="2337207"/>
            <a:chExt cx="898525" cy="1120775"/>
          </a:xfrm>
        </p:grpSpPr>
        <p:sp>
          <p:nvSpPr>
            <p:cNvPr id="1305" name="object 1305"/>
            <p:cNvSpPr/>
            <p:nvPr/>
          </p:nvSpPr>
          <p:spPr>
            <a:xfrm>
              <a:off x="7807960" y="2341880"/>
              <a:ext cx="259080" cy="114300"/>
            </a:xfrm>
            <a:prstGeom prst="rect">
              <a:avLst/>
            </a:prstGeom>
            <a:blipFill>
              <a:blip r:embed="rId2" cstate="print"/>
              <a:stretch>
                <a:fillRect/>
              </a:stretch>
            </a:blipFill>
          </p:spPr>
          <p:txBody>
            <a:bodyPr wrap="square" lIns="0" tIns="0" rIns="0" bIns="0" rtlCol="0"/>
            <a:lstStyle/>
            <a:p/>
          </p:txBody>
        </p:sp>
        <p:sp>
          <p:nvSpPr>
            <p:cNvPr id="1306" name="object 1306"/>
            <p:cNvSpPr/>
            <p:nvPr/>
          </p:nvSpPr>
          <p:spPr>
            <a:xfrm>
              <a:off x="7760970" y="2456179"/>
              <a:ext cx="306070" cy="7620"/>
            </a:xfrm>
            <a:custGeom>
              <a:avLst/>
              <a:gdLst/>
              <a:ahLst/>
              <a:cxnLst/>
              <a:rect l="l" t="t" r="r" b="b"/>
              <a:pathLst>
                <a:path w="306070" h="7619">
                  <a:moveTo>
                    <a:pt x="306070" y="6350"/>
                  </a:moveTo>
                  <a:lnTo>
                    <a:pt x="12700" y="6350"/>
                  </a:lnTo>
                  <a:lnTo>
                    <a:pt x="12700" y="5080"/>
                  </a:lnTo>
                  <a:lnTo>
                    <a:pt x="6350" y="5080"/>
                  </a:lnTo>
                  <a:lnTo>
                    <a:pt x="6350" y="6350"/>
                  </a:lnTo>
                  <a:lnTo>
                    <a:pt x="0" y="6350"/>
                  </a:lnTo>
                  <a:lnTo>
                    <a:pt x="0" y="7620"/>
                  </a:lnTo>
                  <a:lnTo>
                    <a:pt x="306070" y="7620"/>
                  </a:lnTo>
                  <a:lnTo>
                    <a:pt x="306070" y="6350"/>
                  </a:lnTo>
                  <a:close/>
                </a:path>
                <a:path w="306070" h="7619">
                  <a:moveTo>
                    <a:pt x="306070" y="3810"/>
                  </a:moveTo>
                  <a:lnTo>
                    <a:pt x="27940" y="3810"/>
                  </a:lnTo>
                  <a:lnTo>
                    <a:pt x="27940" y="2540"/>
                  </a:lnTo>
                  <a:lnTo>
                    <a:pt x="20320" y="2540"/>
                  </a:lnTo>
                  <a:lnTo>
                    <a:pt x="20320" y="3810"/>
                  </a:lnTo>
                  <a:lnTo>
                    <a:pt x="20320" y="5080"/>
                  </a:lnTo>
                  <a:lnTo>
                    <a:pt x="306070" y="5080"/>
                  </a:lnTo>
                  <a:lnTo>
                    <a:pt x="306070" y="3810"/>
                  </a:lnTo>
                  <a:close/>
                </a:path>
                <a:path w="306070" h="7619">
                  <a:moveTo>
                    <a:pt x="306070" y="0"/>
                  </a:moveTo>
                  <a:lnTo>
                    <a:pt x="33020" y="0"/>
                  </a:lnTo>
                  <a:lnTo>
                    <a:pt x="33020" y="2540"/>
                  </a:lnTo>
                  <a:lnTo>
                    <a:pt x="306070" y="2540"/>
                  </a:lnTo>
                  <a:lnTo>
                    <a:pt x="306070" y="0"/>
                  </a:lnTo>
                  <a:close/>
                </a:path>
              </a:pathLst>
            </a:custGeom>
            <a:solidFill>
              <a:srgbClr val="191200"/>
            </a:solidFill>
          </p:spPr>
          <p:txBody>
            <a:bodyPr wrap="square" lIns="0" tIns="0" rIns="0" bIns="0" rtlCol="0"/>
            <a:lstStyle/>
            <a:p/>
          </p:txBody>
        </p:sp>
        <p:sp>
          <p:nvSpPr>
            <p:cNvPr id="1307" name="object 1307"/>
            <p:cNvSpPr/>
            <p:nvPr/>
          </p:nvSpPr>
          <p:spPr>
            <a:xfrm>
              <a:off x="7734300" y="2463799"/>
              <a:ext cx="332740" cy="7620"/>
            </a:xfrm>
            <a:custGeom>
              <a:avLst/>
              <a:gdLst/>
              <a:ahLst/>
              <a:cxnLst/>
              <a:rect l="l" t="t" r="r" b="b"/>
              <a:pathLst>
                <a:path w="332740" h="7619">
                  <a:moveTo>
                    <a:pt x="332727" y="2540"/>
                  </a:moveTo>
                  <a:lnTo>
                    <a:pt x="21590" y="2540"/>
                  </a:lnTo>
                  <a:lnTo>
                    <a:pt x="21590" y="1270"/>
                  </a:lnTo>
                  <a:lnTo>
                    <a:pt x="17780" y="1270"/>
                  </a:lnTo>
                  <a:lnTo>
                    <a:pt x="17780" y="2540"/>
                  </a:lnTo>
                  <a:lnTo>
                    <a:pt x="17780" y="3810"/>
                  </a:lnTo>
                  <a:lnTo>
                    <a:pt x="332727" y="3810"/>
                  </a:lnTo>
                  <a:lnTo>
                    <a:pt x="332727" y="2540"/>
                  </a:lnTo>
                  <a:close/>
                </a:path>
                <a:path w="332740" h="7619">
                  <a:moveTo>
                    <a:pt x="332740" y="5080"/>
                  </a:moveTo>
                  <a:lnTo>
                    <a:pt x="10160" y="5080"/>
                  </a:lnTo>
                  <a:lnTo>
                    <a:pt x="10160" y="3810"/>
                  </a:lnTo>
                  <a:lnTo>
                    <a:pt x="5080" y="3810"/>
                  </a:lnTo>
                  <a:lnTo>
                    <a:pt x="5080" y="5080"/>
                  </a:lnTo>
                  <a:lnTo>
                    <a:pt x="0" y="5080"/>
                  </a:lnTo>
                  <a:lnTo>
                    <a:pt x="0" y="7620"/>
                  </a:lnTo>
                  <a:lnTo>
                    <a:pt x="332740" y="7620"/>
                  </a:lnTo>
                  <a:lnTo>
                    <a:pt x="332740" y="5080"/>
                  </a:lnTo>
                  <a:close/>
                </a:path>
                <a:path w="332740" h="7619">
                  <a:moveTo>
                    <a:pt x="332740" y="0"/>
                  </a:moveTo>
                  <a:lnTo>
                    <a:pt x="26670" y="0"/>
                  </a:lnTo>
                  <a:lnTo>
                    <a:pt x="26670" y="1270"/>
                  </a:lnTo>
                  <a:lnTo>
                    <a:pt x="332740" y="1270"/>
                  </a:lnTo>
                  <a:lnTo>
                    <a:pt x="332740" y="0"/>
                  </a:lnTo>
                  <a:close/>
                </a:path>
              </a:pathLst>
            </a:custGeom>
            <a:solidFill>
              <a:srgbClr val="1A1300"/>
            </a:solidFill>
          </p:spPr>
          <p:txBody>
            <a:bodyPr wrap="square" lIns="0" tIns="0" rIns="0" bIns="0" rtlCol="0"/>
            <a:lstStyle/>
            <a:p/>
          </p:txBody>
        </p:sp>
        <p:sp>
          <p:nvSpPr>
            <p:cNvPr id="1308" name="object 1308"/>
            <p:cNvSpPr/>
            <p:nvPr/>
          </p:nvSpPr>
          <p:spPr>
            <a:xfrm>
              <a:off x="7711440" y="2471419"/>
              <a:ext cx="355600" cy="6350"/>
            </a:xfrm>
            <a:custGeom>
              <a:avLst/>
              <a:gdLst/>
              <a:ahLst/>
              <a:cxnLst/>
              <a:rect l="l" t="t" r="r" b="b"/>
              <a:pathLst>
                <a:path w="355600" h="6350">
                  <a:moveTo>
                    <a:pt x="355600" y="3810"/>
                  </a:moveTo>
                  <a:lnTo>
                    <a:pt x="10160" y="3810"/>
                  </a:lnTo>
                  <a:lnTo>
                    <a:pt x="10160" y="2540"/>
                  </a:lnTo>
                  <a:lnTo>
                    <a:pt x="3810" y="2540"/>
                  </a:lnTo>
                  <a:lnTo>
                    <a:pt x="3810" y="3810"/>
                  </a:lnTo>
                  <a:lnTo>
                    <a:pt x="0" y="3810"/>
                  </a:lnTo>
                  <a:lnTo>
                    <a:pt x="0" y="6350"/>
                  </a:lnTo>
                  <a:lnTo>
                    <a:pt x="355600" y="6350"/>
                  </a:lnTo>
                  <a:lnTo>
                    <a:pt x="355600" y="3810"/>
                  </a:lnTo>
                  <a:close/>
                </a:path>
                <a:path w="355600" h="6350">
                  <a:moveTo>
                    <a:pt x="355600" y="1270"/>
                  </a:moveTo>
                  <a:lnTo>
                    <a:pt x="17780" y="1270"/>
                  </a:lnTo>
                  <a:lnTo>
                    <a:pt x="17780" y="0"/>
                  </a:lnTo>
                  <a:lnTo>
                    <a:pt x="12700" y="0"/>
                  </a:lnTo>
                  <a:lnTo>
                    <a:pt x="12700" y="1270"/>
                  </a:lnTo>
                  <a:lnTo>
                    <a:pt x="12700" y="2540"/>
                  </a:lnTo>
                  <a:lnTo>
                    <a:pt x="355600" y="2540"/>
                  </a:lnTo>
                  <a:lnTo>
                    <a:pt x="355600" y="1270"/>
                  </a:lnTo>
                  <a:close/>
                </a:path>
              </a:pathLst>
            </a:custGeom>
            <a:solidFill>
              <a:srgbClr val="1C1500"/>
            </a:solidFill>
          </p:spPr>
          <p:txBody>
            <a:bodyPr wrap="square" lIns="0" tIns="0" rIns="0" bIns="0" rtlCol="0"/>
            <a:lstStyle/>
            <a:p/>
          </p:txBody>
        </p:sp>
        <p:sp>
          <p:nvSpPr>
            <p:cNvPr id="1309" name="object 1309"/>
            <p:cNvSpPr/>
            <p:nvPr/>
          </p:nvSpPr>
          <p:spPr>
            <a:xfrm>
              <a:off x="7679690" y="2477769"/>
              <a:ext cx="387350" cy="7620"/>
            </a:xfrm>
            <a:custGeom>
              <a:avLst/>
              <a:gdLst/>
              <a:ahLst/>
              <a:cxnLst/>
              <a:rect l="l" t="t" r="r" b="b"/>
              <a:pathLst>
                <a:path w="387350" h="7619">
                  <a:moveTo>
                    <a:pt x="3810" y="6350"/>
                  </a:moveTo>
                  <a:lnTo>
                    <a:pt x="0" y="6350"/>
                  </a:lnTo>
                  <a:lnTo>
                    <a:pt x="0" y="7620"/>
                  </a:lnTo>
                  <a:lnTo>
                    <a:pt x="3810" y="7620"/>
                  </a:lnTo>
                  <a:lnTo>
                    <a:pt x="3810" y="6350"/>
                  </a:lnTo>
                  <a:close/>
                </a:path>
                <a:path w="387350" h="7619">
                  <a:moveTo>
                    <a:pt x="387350" y="3810"/>
                  </a:moveTo>
                  <a:lnTo>
                    <a:pt x="17780" y="3810"/>
                  </a:lnTo>
                  <a:lnTo>
                    <a:pt x="17780" y="2540"/>
                  </a:lnTo>
                  <a:lnTo>
                    <a:pt x="12700" y="2540"/>
                  </a:lnTo>
                  <a:lnTo>
                    <a:pt x="12700" y="3810"/>
                  </a:lnTo>
                  <a:lnTo>
                    <a:pt x="8890" y="3810"/>
                  </a:lnTo>
                  <a:lnTo>
                    <a:pt x="8890" y="6350"/>
                  </a:lnTo>
                  <a:lnTo>
                    <a:pt x="387350" y="6350"/>
                  </a:lnTo>
                  <a:lnTo>
                    <a:pt x="387350" y="3810"/>
                  </a:lnTo>
                  <a:close/>
                </a:path>
                <a:path w="387350" h="7619">
                  <a:moveTo>
                    <a:pt x="387350" y="1270"/>
                  </a:moveTo>
                  <a:lnTo>
                    <a:pt x="26670" y="1270"/>
                  </a:lnTo>
                  <a:lnTo>
                    <a:pt x="26670" y="0"/>
                  </a:lnTo>
                  <a:lnTo>
                    <a:pt x="22860" y="0"/>
                  </a:lnTo>
                  <a:lnTo>
                    <a:pt x="22860" y="1270"/>
                  </a:lnTo>
                  <a:lnTo>
                    <a:pt x="22860" y="2540"/>
                  </a:lnTo>
                  <a:lnTo>
                    <a:pt x="387350" y="2540"/>
                  </a:lnTo>
                  <a:lnTo>
                    <a:pt x="387350" y="1270"/>
                  </a:lnTo>
                  <a:close/>
                </a:path>
              </a:pathLst>
            </a:custGeom>
            <a:solidFill>
              <a:srgbClr val="1E1600"/>
            </a:solidFill>
          </p:spPr>
          <p:txBody>
            <a:bodyPr wrap="square" lIns="0" tIns="0" rIns="0" bIns="0" rtlCol="0"/>
            <a:lstStyle/>
            <a:p/>
          </p:txBody>
        </p:sp>
        <p:sp>
          <p:nvSpPr>
            <p:cNvPr id="1310" name="object 1310"/>
            <p:cNvSpPr/>
            <p:nvPr/>
          </p:nvSpPr>
          <p:spPr>
            <a:xfrm>
              <a:off x="7661910" y="2485389"/>
              <a:ext cx="405130" cy="7620"/>
            </a:xfrm>
            <a:custGeom>
              <a:avLst/>
              <a:gdLst/>
              <a:ahLst/>
              <a:cxnLst/>
              <a:rect l="l" t="t" r="r" b="b"/>
              <a:pathLst>
                <a:path w="405129" h="7619">
                  <a:moveTo>
                    <a:pt x="405130" y="6350"/>
                  </a:moveTo>
                  <a:lnTo>
                    <a:pt x="3810" y="6350"/>
                  </a:lnTo>
                  <a:lnTo>
                    <a:pt x="3810" y="5080"/>
                  </a:lnTo>
                  <a:lnTo>
                    <a:pt x="0" y="5080"/>
                  </a:lnTo>
                  <a:lnTo>
                    <a:pt x="0" y="6350"/>
                  </a:lnTo>
                  <a:lnTo>
                    <a:pt x="0" y="7620"/>
                  </a:lnTo>
                  <a:lnTo>
                    <a:pt x="405130" y="7620"/>
                  </a:lnTo>
                  <a:lnTo>
                    <a:pt x="405130" y="6350"/>
                  </a:lnTo>
                  <a:close/>
                </a:path>
                <a:path w="405129" h="7619">
                  <a:moveTo>
                    <a:pt x="405130" y="2540"/>
                  </a:moveTo>
                  <a:lnTo>
                    <a:pt x="12700" y="2540"/>
                  </a:lnTo>
                  <a:lnTo>
                    <a:pt x="12700" y="1270"/>
                  </a:lnTo>
                  <a:lnTo>
                    <a:pt x="10160" y="1270"/>
                  </a:lnTo>
                  <a:lnTo>
                    <a:pt x="10160" y="2540"/>
                  </a:lnTo>
                  <a:lnTo>
                    <a:pt x="6350" y="2540"/>
                  </a:lnTo>
                  <a:lnTo>
                    <a:pt x="6350" y="5080"/>
                  </a:lnTo>
                  <a:lnTo>
                    <a:pt x="405130" y="5080"/>
                  </a:lnTo>
                  <a:lnTo>
                    <a:pt x="405130" y="2540"/>
                  </a:lnTo>
                  <a:close/>
                </a:path>
                <a:path w="405129" h="7619">
                  <a:moveTo>
                    <a:pt x="405130" y="0"/>
                  </a:moveTo>
                  <a:lnTo>
                    <a:pt x="17780" y="0"/>
                  </a:lnTo>
                  <a:lnTo>
                    <a:pt x="17780" y="1270"/>
                  </a:lnTo>
                  <a:lnTo>
                    <a:pt x="405130" y="1270"/>
                  </a:lnTo>
                  <a:lnTo>
                    <a:pt x="405130" y="0"/>
                  </a:lnTo>
                  <a:close/>
                </a:path>
              </a:pathLst>
            </a:custGeom>
            <a:solidFill>
              <a:srgbClr val="1F1700"/>
            </a:solidFill>
          </p:spPr>
          <p:txBody>
            <a:bodyPr wrap="square" lIns="0" tIns="0" rIns="0" bIns="0" rtlCol="0"/>
            <a:lstStyle/>
            <a:p/>
          </p:txBody>
        </p:sp>
        <p:sp>
          <p:nvSpPr>
            <p:cNvPr id="1311" name="object 1311"/>
            <p:cNvSpPr/>
            <p:nvPr/>
          </p:nvSpPr>
          <p:spPr>
            <a:xfrm>
              <a:off x="7646670" y="2493009"/>
              <a:ext cx="420370" cy="6350"/>
            </a:xfrm>
            <a:custGeom>
              <a:avLst/>
              <a:gdLst/>
              <a:ahLst/>
              <a:cxnLst/>
              <a:rect l="l" t="t" r="r" b="b"/>
              <a:pathLst>
                <a:path w="420370" h="6350">
                  <a:moveTo>
                    <a:pt x="420370" y="5080"/>
                  </a:moveTo>
                  <a:lnTo>
                    <a:pt x="3810" y="5080"/>
                  </a:lnTo>
                  <a:lnTo>
                    <a:pt x="3810" y="3810"/>
                  </a:lnTo>
                  <a:lnTo>
                    <a:pt x="0" y="3810"/>
                  </a:lnTo>
                  <a:lnTo>
                    <a:pt x="0" y="5080"/>
                  </a:lnTo>
                  <a:lnTo>
                    <a:pt x="0" y="6350"/>
                  </a:lnTo>
                  <a:lnTo>
                    <a:pt x="420370" y="6350"/>
                  </a:lnTo>
                  <a:lnTo>
                    <a:pt x="420370" y="5080"/>
                  </a:lnTo>
                  <a:close/>
                </a:path>
                <a:path w="420370" h="6350">
                  <a:moveTo>
                    <a:pt x="420370" y="1270"/>
                  </a:moveTo>
                  <a:lnTo>
                    <a:pt x="12700" y="1270"/>
                  </a:lnTo>
                  <a:lnTo>
                    <a:pt x="12700" y="0"/>
                  </a:lnTo>
                  <a:lnTo>
                    <a:pt x="8890" y="0"/>
                  </a:lnTo>
                  <a:lnTo>
                    <a:pt x="8890" y="1270"/>
                  </a:lnTo>
                  <a:lnTo>
                    <a:pt x="6350" y="1270"/>
                  </a:lnTo>
                  <a:lnTo>
                    <a:pt x="6350" y="3810"/>
                  </a:lnTo>
                  <a:lnTo>
                    <a:pt x="420370" y="3810"/>
                  </a:lnTo>
                  <a:lnTo>
                    <a:pt x="420370" y="1270"/>
                  </a:lnTo>
                  <a:close/>
                </a:path>
              </a:pathLst>
            </a:custGeom>
            <a:solidFill>
              <a:srgbClr val="211800"/>
            </a:solidFill>
          </p:spPr>
          <p:txBody>
            <a:bodyPr wrap="square" lIns="0" tIns="0" rIns="0" bIns="0" rtlCol="0"/>
            <a:lstStyle/>
            <a:p/>
          </p:txBody>
        </p:sp>
        <p:sp>
          <p:nvSpPr>
            <p:cNvPr id="1312" name="object 1312"/>
            <p:cNvSpPr/>
            <p:nvPr/>
          </p:nvSpPr>
          <p:spPr>
            <a:xfrm>
              <a:off x="7625080" y="2499359"/>
              <a:ext cx="443230" cy="7620"/>
            </a:xfrm>
            <a:custGeom>
              <a:avLst/>
              <a:gdLst/>
              <a:ahLst/>
              <a:cxnLst/>
              <a:rect l="l" t="t" r="r" b="b"/>
              <a:pathLst>
                <a:path w="443229" h="7619">
                  <a:moveTo>
                    <a:pt x="2540" y="6350"/>
                  </a:moveTo>
                  <a:lnTo>
                    <a:pt x="0" y="6350"/>
                  </a:lnTo>
                  <a:lnTo>
                    <a:pt x="0" y="7620"/>
                  </a:lnTo>
                  <a:lnTo>
                    <a:pt x="2540" y="7620"/>
                  </a:lnTo>
                  <a:lnTo>
                    <a:pt x="2540" y="6350"/>
                  </a:lnTo>
                  <a:close/>
                </a:path>
                <a:path w="443229" h="7619">
                  <a:moveTo>
                    <a:pt x="443230" y="5080"/>
                  </a:moveTo>
                  <a:lnTo>
                    <a:pt x="10160" y="5080"/>
                  </a:lnTo>
                  <a:lnTo>
                    <a:pt x="10160" y="3810"/>
                  </a:lnTo>
                  <a:lnTo>
                    <a:pt x="7620" y="3810"/>
                  </a:lnTo>
                  <a:lnTo>
                    <a:pt x="7620" y="5080"/>
                  </a:lnTo>
                  <a:lnTo>
                    <a:pt x="7620" y="6350"/>
                  </a:lnTo>
                  <a:lnTo>
                    <a:pt x="443230" y="6350"/>
                  </a:lnTo>
                  <a:lnTo>
                    <a:pt x="443230" y="5080"/>
                  </a:lnTo>
                  <a:close/>
                </a:path>
                <a:path w="443229" h="7619">
                  <a:moveTo>
                    <a:pt x="443230" y="0"/>
                  </a:moveTo>
                  <a:lnTo>
                    <a:pt x="441960" y="0"/>
                  </a:lnTo>
                  <a:lnTo>
                    <a:pt x="441960" y="1270"/>
                  </a:lnTo>
                  <a:lnTo>
                    <a:pt x="19050" y="1270"/>
                  </a:lnTo>
                  <a:lnTo>
                    <a:pt x="19050" y="0"/>
                  </a:lnTo>
                  <a:lnTo>
                    <a:pt x="15240" y="0"/>
                  </a:lnTo>
                  <a:lnTo>
                    <a:pt x="15240" y="1270"/>
                  </a:lnTo>
                  <a:lnTo>
                    <a:pt x="12700" y="1270"/>
                  </a:lnTo>
                  <a:lnTo>
                    <a:pt x="12700" y="3810"/>
                  </a:lnTo>
                  <a:lnTo>
                    <a:pt x="443230" y="3810"/>
                  </a:lnTo>
                  <a:lnTo>
                    <a:pt x="443230" y="1270"/>
                  </a:lnTo>
                  <a:lnTo>
                    <a:pt x="443230" y="0"/>
                  </a:lnTo>
                  <a:close/>
                </a:path>
              </a:pathLst>
            </a:custGeom>
            <a:solidFill>
              <a:srgbClr val="231A00"/>
            </a:solidFill>
          </p:spPr>
          <p:txBody>
            <a:bodyPr wrap="square" lIns="0" tIns="0" rIns="0" bIns="0" rtlCol="0"/>
            <a:lstStyle/>
            <a:p/>
          </p:txBody>
        </p:sp>
        <p:sp>
          <p:nvSpPr>
            <p:cNvPr id="1313" name="object 1313"/>
            <p:cNvSpPr/>
            <p:nvPr/>
          </p:nvSpPr>
          <p:spPr>
            <a:xfrm>
              <a:off x="7606030" y="2506979"/>
              <a:ext cx="462280" cy="7620"/>
            </a:xfrm>
            <a:custGeom>
              <a:avLst/>
              <a:gdLst/>
              <a:ahLst/>
              <a:cxnLst/>
              <a:rect l="l" t="t" r="r" b="b"/>
              <a:pathLst>
                <a:path w="462279" h="7619">
                  <a:moveTo>
                    <a:pt x="168897" y="6350"/>
                  </a:moveTo>
                  <a:lnTo>
                    <a:pt x="6350" y="6350"/>
                  </a:lnTo>
                  <a:lnTo>
                    <a:pt x="6350" y="5080"/>
                  </a:lnTo>
                  <a:lnTo>
                    <a:pt x="2540" y="5080"/>
                  </a:lnTo>
                  <a:lnTo>
                    <a:pt x="2540" y="6350"/>
                  </a:lnTo>
                  <a:lnTo>
                    <a:pt x="0" y="6350"/>
                  </a:lnTo>
                  <a:lnTo>
                    <a:pt x="0" y="7620"/>
                  </a:lnTo>
                  <a:lnTo>
                    <a:pt x="168897" y="7620"/>
                  </a:lnTo>
                  <a:lnTo>
                    <a:pt x="168897" y="6350"/>
                  </a:lnTo>
                  <a:close/>
                </a:path>
                <a:path w="462279" h="7619">
                  <a:moveTo>
                    <a:pt x="193040" y="3810"/>
                  </a:moveTo>
                  <a:lnTo>
                    <a:pt x="11430" y="3810"/>
                  </a:lnTo>
                  <a:lnTo>
                    <a:pt x="11430" y="2540"/>
                  </a:lnTo>
                  <a:lnTo>
                    <a:pt x="8890" y="2540"/>
                  </a:lnTo>
                  <a:lnTo>
                    <a:pt x="8890" y="3810"/>
                  </a:lnTo>
                  <a:lnTo>
                    <a:pt x="8890" y="5080"/>
                  </a:lnTo>
                  <a:lnTo>
                    <a:pt x="180340" y="5080"/>
                  </a:lnTo>
                  <a:lnTo>
                    <a:pt x="180340" y="6350"/>
                  </a:lnTo>
                  <a:lnTo>
                    <a:pt x="185420" y="6350"/>
                  </a:lnTo>
                  <a:lnTo>
                    <a:pt x="185420" y="5080"/>
                  </a:lnTo>
                  <a:lnTo>
                    <a:pt x="193040" y="5080"/>
                  </a:lnTo>
                  <a:lnTo>
                    <a:pt x="193040" y="3810"/>
                  </a:lnTo>
                  <a:close/>
                </a:path>
                <a:path w="462279" h="7619">
                  <a:moveTo>
                    <a:pt x="215900" y="0"/>
                  </a:moveTo>
                  <a:lnTo>
                    <a:pt x="15240" y="0"/>
                  </a:lnTo>
                  <a:lnTo>
                    <a:pt x="15240" y="2540"/>
                  </a:lnTo>
                  <a:lnTo>
                    <a:pt x="193040" y="2540"/>
                  </a:lnTo>
                  <a:lnTo>
                    <a:pt x="193040" y="3810"/>
                  </a:lnTo>
                  <a:lnTo>
                    <a:pt x="204470" y="3810"/>
                  </a:lnTo>
                  <a:lnTo>
                    <a:pt x="204470" y="2540"/>
                  </a:lnTo>
                  <a:lnTo>
                    <a:pt x="215900" y="2540"/>
                  </a:lnTo>
                  <a:lnTo>
                    <a:pt x="215900" y="0"/>
                  </a:lnTo>
                  <a:close/>
                </a:path>
                <a:path w="462279" h="7619">
                  <a:moveTo>
                    <a:pt x="462280" y="6350"/>
                  </a:moveTo>
                  <a:lnTo>
                    <a:pt x="287020" y="6350"/>
                  </a:lnTo>
                  <a:lnTo>
                    <a:pt x="287020" y="7620"/>
                  </a:lnTo>
                  <a:lnTo>
                    <a:pt x="462280" y="7620"/>
                  </a:lnTo>
                  <a:lnTo>
                    <a:pt x="462280" y="6350"/>
                  </a:lnTo>
                  <a:close/>
                </a:path>
                <a:path w="462279" h="7619">
                  <a:moveTo>
                    <a:pt x="462280" y="3810"/>
                  </a:moveTo>
                  <a:lnTo>
                    <a:pt x="269240" y="3810"/>
                  </a:lnTo>
                  <a:lnTo>
                    <a:pt x="269240" y="5080"/>
                  </a:lnTo>
                  <a:lnTo>
                    <a:pt x="276860" y="5080"/>
                  </a:lnTo>
                  <a:lnTo>
                    <a:pt x="276860" y="6350"/>
                  </a:lnTo>
                  <a:lnTo>
                    <a:pt x="280670" y="6350"/>
                  </a:lnTo>
                  <a:lnTo>
                    <a:pt x="280670" y="5080"/>
                  </a:lnTo>
                  <a:lnTo>
                    <a:pt x="462280" y="5080"/>
                  </a:lnTo>
                  <a:lnTo>
                    <a:pt x="462280" y="3810"/>
                  </a:lnTo>
                  <a:close/>
                </a:path>
                <a:path w="462279" h="7619">
                  <a:moveTo>
                    <a:pt x="462280" y="0"/>
                  </a:moveTo>
                  <a:lnTo>
                    <a:pt x="237490" y="0"/>
                  </a:lnTo>
                  <a:lnTo>
                    <a:pt x="237490" y="2540"/>
                  </a:lnTo>
                  <a:lnTo>
                    <a:pt x="259080" y="2540"/>
                  </a:lnTo>
                  <a:lnTo>
                    <a:pt x="259080" y="3810"/>
                  </a:lnTo>
                  <a:lnTo>
                    <a:pt x="269240" y="3810"/>
                  </a:lnTo>
                  <a:lnTo>
                    <a:pt x="269240" y="2540"/>
                  </a:lnTo>
                  <a:lnTo>
                    <a:pt x="462280" y="2540"/>
                  </a:lnTo>
                  <a:lnTo>
                    <a:pt x="462280" y="0"/>
                  </a:lnTo>
                  <a:close/>
                </a:path>
              </a:pathLst>
            </a:custGeom>
            <a:solidFill>
              <a:srgbClr val="241B00"/>
            </a:solidFill>
          </p:spPr>
          <p:txBody>
            <a:bodyPr wrap="square" lIns="0" tIns="0" rIns="0" bIns="0" rtlCol="0"/>
            <a:lstStyle/>
            <a:p/>
          </p:txBody>
        </p:sp>
        <p:sp>
          <p:nvSpPr>
            <p:cNvPr id="1314" name="object 1314"/>
            <p:cNvSpPr/>
            <p:nvPr/>
          </p:nvSpPr>
          <p:spPr>
            <a:xfrm>
              <a:off x="7592060" y="2514599"/>
              <a:ext cx="476250" cy="6350"/>
            </a:xfrm>
            <a:custGeom>
              <a:avLst/>
              <a:gdLst/>
              <a:ahLst/>
              <a:cxnLst/>
              <a:rect l="l" t="t" r="r" b="b"/>
              <a:pathLst>
                <a:path w="476250" h="6350">
                  <a:moveTo>
                    <a:pt x="156197" y="5080"/>
                  </a:moveTo>
                  <a:lnTo>
                    <a:pt x="5080" y="5080"/>
                  </a:lnTo>
                  <a:lnTo>
                    <a:pt x="5080" y="3810"/>
                  </a:lnTo>
                  <a:lnTo>
                    <a:pt x="2540" y="3810"/>
                  </a:lnTo>
                  <a:lnTo>
                    <a:pt x="2540" y="5080"/>
                  </a:lnTo>
                  <a:lnTo>
                    <a:pt x="0" y="5080"/>
                  </a:lnTo>
                  <a:lnTo>
                    <a:pt x="0" y="6350"/>
                  </a:lnTo>
                  <a:lnTo>
                    <a:pt x="156197" y="6350"/>
                  </a:lnTo>
                  <a:lnTo>
                    <a:pt x="156197" y="5080"/>
                  </a:lnTo>
                  <a:close/>
                </a:path>
                <a:path w="476250" h="6350">
                  <a:moveTo>
                    <a:pt x="172720" y="2540"/>
                  </a:moveTo>
                  <a:lnTo>
                    <a:pt x="11430" y="2540"/>
                  </a:lnTo>
                  <a:lnTo>
                    <a:pt x="11430" y="1270"/>
                  </a:lnTo>
                  <a:lnTo>
                    <a:pt x="7620" y="1270"/>
                  </a:lnTo>
                  <a:lnTo>
                    <a:pt x="7620" y="2540"/>
                  </a:lnTo>
                  <a:lnTo>
                    <a:pt x="7620" y="3810"/>
                  </a:lnTo>
                  <a:lnTo>
                    <a:pt x="158750" y="3810"/>
                  </a:lnTo>
                  <a:lnTo>
                    <a:pt x="158750" y="5080"/>
                  </a:lnTo>
                  <a:lnTo>
                    <a:pt x="167640" y="5080"/>
                  </a:lnTo>
                  <a:lnTo>
                    <a:pt x="167640" y="3810"/>
                  </a:lnTo>
                  <a:lnTo>
                    <a:pt x="172720" y="3810"/>
                  </a:lnTo>
                  <a:lnTo>
                    <a:pt x="172720" y="2540"/>
                  </a:lnTo>
                  <a:close/>
                </a:path>
                <a:path w="476250" h="6350">
                  <a:moveTo>
                    <a:pt x="182867" y="0"/>
                  </a:moveTo>
                  <a:lnTo>
                    <a:pt x="13970" y="0"/>
                  </a:lnTo>
                  <a:lnTo>
                    <a:pt x="13970" y="1270"/>
                  </a:lnTo>
                  <a:lnTo>
                    <a:pt x="172720" y="1270"/>
                  </a:lnTo>
                  <a:lnTo>
                    <a:pt x="172720" y="2540"/>
                  </a:lnTo>
                  <a:lnTo>
                    <a:pt x="179070" y="2540"/>
                  </a:lnTo>
                  <a:lnTo>
                    <a:pt x="179070" y="1270"/>
                  </a:lnTo>
                  <a:lnTo>
                    <a:pt x="182867" y="1270"/>
                  </a:lnTo>
                  <a:lnTo>
                    <a:pt x="182867" y="0"/>
                  </a:lnTo>
                  <a:close/>
                </a:path>
                <a:path w="476250" h="6350">
                  <a:moveTo>
                    <a:pt x="476250" y="5080"/>
                  </a:moveTo>
                  <a:lnTo>
                    <a:pt x="320040" y="5080"/>
                  </a:lnTo>
                  <a:lnTo>
                    <a:pt x="320040" y="6350"/>
                  </a:lnTo>
                  <a:lnTo>
                    <a:pt x="476250" y="6350"/>
                  </a:lnTo>
                  <a:lnTo>
                    <a:pt x="476250" y="5080"/>
                  </a:lnTo>
                  <a:close/>
                </a:path>
                <a:path w="476250" h="6350">
                  <a:moveTo>
                    <a:pt x="476250" y="2540"/>
                  </a:moveTo>
                  <a:lnTo>
                    <a:pt x="308610" y="2540"/>
                  </a:lnTo>
                  <a:lnTo>
                    <a:pt x="308610" y="3810"/>
                  </a:lnTo>
                  <a:lnTo>
                    <a:pt x="313690" y="3810"/>
                  </a:lnTo>
                  <a:lnTo>
                    <a:pt x="313690" y="5080"/>
                  </a:lnTo>
                  <a:lnTo>
                    <a:pt x="316230" y="5080"/>
                  </a:lnTo>
                  <a:lnTo>
                    <a:pt x="316230" y="3810"/>
                  </a:lnTo>
                  <a:lnTo>
                    <a:pt x="476250" y="3810"/>
                  </a:lnTo>
                  <a:lnTo>
                    <a:pt x="476250" y="2540"/>
                  </a:lnTo>
                  <a:close/>
                </a:path>
                <a:path w="476250" h="6350">
                  <a:moveTo>
                    <a:pt x="476250" y="0"/>
                  </a:moveTo>
                  <a:lnTo>
                    <a:pt x="300990" y="0"/>
                  </a:lnTo>
                  <a:lnTo>
                    <a:pt x="300990" y="1270"/>
                  </a:lnTo>
                  <a:lnTo>
                    <a:pt x="304800" y="1270"/>
                  </a:lnTo>
                  <a:lnTo>
                    <a:pt x="304800" y="2540"/>
                  </a:lnTo>
                  <a:lnTo>
                    <a:pt x="308610" y="2540"/>
                  </a:lnTo>
                  <a:lnTo>
                    <a:pt x="308610" y="1270"/>
                  </a:lnTo>
                  <a:lnTo>
                    <a:pt x="476250" y="1270"/>
                  </a:lnTo>
                  <a:lnTo>
                    <a:pt x="476250" y="0"/>
                  </a:lnTo>
                  <a:close/>
                </a:path>
              </a:pathLst>
            </a:custGeom>
            <a:solidFill>
              <a:srgbClr val="261C00"/>
            </a:solidFill>
          </p:spPr>
          <p:txBody>
            <a:bodyPr wrap="square" lIns="0" tIns="0" rIns="0" bIns="0" rtlCol="0"/>
            <a:lstStyle/>
            <a:p/>
          </p:txBody>
        </p:sp>
        <p:sp>
          <p:nvSpPr>
            <p:cNvPr id="1315" name="object 1315"/>
            <p:cNvSpPr/>
            <p:nvPr/>
          </p:nvSpPr>
          <p:spPr>
            <a:xfrm>
              <a:off x="7578090" y="2520949"/>
              <a:ext cx="490220" cy="7620"/>
            </a:xfrm>
            <a:custGeom>
              <a:avLst/>
              <a:gdLst/>
              <a:ahLst/>
              <a:cxnLst/>
              <a:rect l="l" t="t" r="r" b="b"/>
              <a:pathLst>
                <a:path w="490220" h="7619">
                  <a:moveTo>
                    <a:pt x="149860" y="5080"/>
                  </a:moveTo>
                  <a:lnTo>
                    <a:pt x="5080" y="5080"/>
                  </a:lnTo>
                  <a:lnTo>
                    <a:pt x="5080" y="3810"/>
                  </a:lnTo>
                  <a:lnTo>
                    <a:pt x="2540" y="3810"/>
                  </a:lnTo>
                  <a:lnTo>
                    <a:pt x="2540" y="5080"/>
                  </a:lnTo>
                  <a:lnTo>
                    <a:pt x="0" y="5080"/>
                  </a:lnTo>
                  <a:lnTo>
                    <a:pt x="0" y="7620"/>
                  </a:lnTo>
                  <a:lnTo>
                    <a:pt x="149860" y="7620"/>
                  </a:lnTo>
                  <a:lnTo>
                    <a:pt x="149860" y="5080"/>
                  </a:lnTo>
                  <a:close/>
                </a:path>
                <a:path w="490220" h="7619">
                  <a:moveTo>
                    <a:pt x="162560" y="2540"/>
                  </a:moveTo>
                  <a:lnTo>
                    <a:pt x="10160" y="2540"/>
                  </a:lnTo>
                  <a:lnTo>
                    <a:pt x="10160" y="1270"/>
                  </a:lnTo>
                  <a:lnTo>
                    <a:pt x="7620" y="1270"/>
                  </a:lnTo>
                  <a:lnTo>
                    <a:pt x="7620" y="2540"/>
                  </a:lnTo>
                  <a:lnTo>
                    <a:pt x="7620" y="3810"/>
                  </a:lnTo>
                  <a:lnTo>
                    <a:pt x="154940" y="3810"/>
                  </a:lnTo>
                  <a:lnTo>
                    <a:pt x="154940" y="5080"/>
                  </a:lnTo>
                  <a:lnTo>
                    <a:pt x="158750" y="5080"/>
                  </a:lnTo>
                  <a:lnTo>
                    <a:pt x="158750" y="3810"/>
                  </a:lnTo>
                  <a:lnTo>
                    <a:pt x="162560" y="3810"/>
                  </a:lnTo>
                  <a:lnTo>
                    <a:pt x="162560" y="2540"/>
                  </a:lnTo>
                  <a:close/>
                </a:path>
                <a:path w="490220" h="7619">
                  <a:moveTo>
                    <a:pt x="170167" y="0"/>
                  </a:moveTo>
                  <a:lnTo>
                    <a:pt x="13970" y="0"/>
                  </a:lnTo>
                  <a:lnTo>
                    <a:pt x="13970" y="1270"/>
                  </a:lnTo>
                  <a:lnTo>
                    <a:pt x="162560" y="1270"/>
                  </a:lnTo>
                  <a:lnTo>
                    <a:pt x="162560" y="2540"/>
                  </a:lnTo>
                  <a:lnTo>
                    <a:pt x="166370" y="2540"/>
                  </a:lnTo>
                  <a:lnTo>
                    <a:pt x="166370" y="1270"/>
                  </a:lnTo>
                  <a:lnTo>
                    <a:pt x="170167" y="1270"/>
                  </a:lnTo>
                  <a:lnTo>
                    <a:pt x="170167" y="0"/>
                  </a:lnTo>
                  <a:close/>
                </a:path>
                <a:path w="490220" h="7619">
                  <a:moveTo>
                    <a:pt x="490220" y="5080"/>
                  </a:moveTo>
                  <a:lnTo>
                    <a:pt x="349250" y="5080"/>
                  </a:lnTo>
                  <a:lnTo>
                    <a:pt x="349250" y="7620"/>
                  </a:lnTo>
                  <a:lnTo>
                    <a:pt x="490220" y="7620"/>
                  </a:lnTo>
                  <a:lnTo>
                    <a:pt x="490220" y="5080"/>
                  </a:lnTo>
                  <a:close/>
                </a:path>
                <a:path w="490220" h="7619">
                  <a:moveTo>
                    <a:pt x="490220" y="2540"/>
                  </a:moveTo>
                  <a:lnTo>
                    <a:pt x="340360" y="2540"/>
                  </a:lnTo>
                  <a:lnTo>
                    <a:pt x="340360" y="3810"/>
                  </a:lnTo>
                  <a:lnTo>
                    <a:pt x="342900" y="3810"/>
                  </a:lnTo>
                  <a:lnTo>
                    <a:pt x="342900" y="5080"/>
                  </a:lnTo>
                  <a:lnTo>
                    <a:pt x="346710" y="5080"/>
                  </a:lnTo>
                  <a:lnTo>
                    <a:pt x="346710" y="3810"/>
                  </a:lnTo>
                  <a:lnTo>
                    <a:pt x="490220" y="3810"/>
                  </a:lnTo>
                  <a:lnTo>
                    <a:pt x="490220" y="2540"/>
                  </a:lnTo>
                  <a:close/>
                </a:path>
                <a:path w="490220" h="7619">
                  <a:moveTo>
                    <a:pt x="490220" y="0"/>
                  </a:moveTo>
                  <a:lnTo>
                    <a:pt x="334010" y="0"/>
                  </a:lnTo>
                  <a:lnTo>
                    <a:pt x="334010" y="1270"/>
                  </a:lnTo>
                  <a:lnTo>
                    <a:pt x="337820" y="1270"/>
                  </a:lnTo>
                  <a:lnTo>
                    <a:pt x="337820" y="2540"/>
                  </a:lnTo>
                  <a:lnTo>
                    <a:pt x="340360" y="2540"/>
                  </a:lnTo>
                  <a:lnTo>
                    <a:pt x="340360" y="1270"/>
                  </a:lnTo>
                  <a:lnTo>
                    <a:pt x="490220" y="1270"/>
                  </a:lnTo>
                  <a:lnTo>
                    <a:pt x="490220" y="0"/>
                  </a:lnTo>
                  <a:close/>
                </a:path>
              </a:pathLst>
            </a:custGeom>
            <a:solidFill>
              <a:srgbClr val="281D00"/>
            </a:solidFill>
          </p:spPr>
          <p:txBody>
            <a:bodyPr wrap="square" lIns="0" tIns="0" rIns="0" bIns="0" rtlCol="0"/>
            <a:lstStyle/>
            <a:p/>
          </p:txBody>
        </p:sp>
        <p:sp>
          <p:nvSpPr>
            <p:cNvPr id="1316" name="object 1316"/>
            <p:cNvSpPr/>
            <p:nvPr/>
          </p:nvSpPr>
          <p:spPr>
            <a:xfrm>
              <a:off x="7561580" y="2528569"/>
              <a:ext cx="506730" cy="7620"/>
            </a:xfrm>
            <a:custGeom>
              <a:avLst/>
              <a:gdLst/>
              <a:ahLst/>
              <a:cxnLst/>
              <a:rect l="l" t="t" r="r" b="b"/>
              <a:pathLst>
                <a:path w="506729" h="7619">
                  <a:moveTo>
                    <a:pt x="2540" y="6350"/>
                  </a:moveTo>
                  <a:lnTo>
                    <a:pt x="0" y="6350"/>
                  </a:lnTo>
                  <a:lnTo>
                    <a:pt x="0" y="7620"/>
                  </a:lnTo>
                  <a:lnTo>
                    <a:pt x="2540" y="7620"/>
                  </a:lnTo>
                  <a:lnTo>
                    <a:pt x="2540" y="6350"/>
                  </a:lnTo>
                  <a:close/>
                </a:path>
                <a:path w="506729" h="7619">
                  <a:moveTo>
                    <a:pt x="148577" y="3810"/>
                  </a:moveTo>
                  <a:lnTo>
                    <a:pt x="8890" y="3810"/>
                  </a:lnTo>
                  <a:lnTo>
                    <a:pt x="8890" y="2540"/>
                  </a:lnTo>
                  <a:lnTo>
                    <a:pt x="6350" y="2540"/>
                  </a:lnTo>
                  <a:lnTo>
                    <a:pt x="6350" y="3810"/>
                  </a:lnTo>
                  <a:lnTo>
                    <a:pt x="5080" y="3810"/>
                  </a:lnTo>
                  <a:lnTo>
                    <a:pt x="5080" y="6350"/>
                  </a:lnTo>
                  <a:lnTo>
                    <a:pt x="142240" y="6350"/>
                  </a:lnTo>
                  <a:lnTo>
                    <a:pt x="142240" y="7620"/>
                  </a:lnTo>
                  <a:lnTo>
                    <a:pt x="143510" y="7620"/>
                  </a:lnTo>
                  <a:lnTo>
                    <a:pt x="143510" y="6350"/>
                  </a:lnTo>
                  <a:lnTo>
                    <a:pt x="148577" y="6350"/>
                  </a:lnTo>
                  <a:lnTo>
                    <a:pt x="148577" y="3810"/>
                  </a:lnTo>
                  <a:close/>
                </a:path>
                <a:path w="506729" h="7619">
                  <a:moveTo>
                    <a:pt x="160020" y="1270"/>
                  </a:moveTo>
                  <a:lnTo>
                    <a:pt x="13970" y="1270"/>
                  </a:lnTo>
                  <a:lnTo>
                    <a:pt x="13970" y="0"/>
                  </a:lnTo>
                  <a:lnTo>
                    <a:pt x="11430" y="0"/>
                  </a:lnTo>
                  <a:lnTo>
                    <a:pt x="11430" y="1270"/>
                  </a:lnTo>
                  <a:lnTo>
                    <a:pt x="11430" y="2540"/>
                  </a:lnTo>
                  <a:lnTo>
                    <a:pt x="152400" y="2540"/>
                  </a:lnTo>
                  <a:lnTo>
                    <a:pt x="152400" y="3810"/>
                  </a:lnTo>
                  <a:lnTo>
                    <a:pt x="156210" y="3810"/>
                  </a:lnTo>
                  <a:lnTo>
                    <a:pt x="156210" y="2540"/>
                  </a:lnTo>
                  <a:lnTo>
                    <a:pt x="160020" y="2540"/>
                  </a:lnTo>
                  <a:lnTo>
                    <a:pt x="160020" y="1270"/>
                  </a:lnTo>
                  <a:close/>
                </a:path>
                <a:path w="506729" h="7619">
                  <a:moveTo>
                    <a:pt x="163830" y="0"/>
                  </a:moveTo>
                  <a:lnTo>
                    <a:pt x="160020" y="0"/>
                  </a:lnTo>
                  <a:lnTo>
                    <a:pt x="160020" y="1270"/>
                  </a:lnTo>
                  <a:lnTo>
                    <a:pt x="163830" y="1270"/>
                  </a:lnTo>
                  <a:lnTo>
                    <a:pt x="163830" y="0"/>
                  </a:lnTo>
                  <a:close/>
                </a:path>
                <a:path w="506729" h="7619">
                  <a:moveTo>
                    <a:pt x="370840" y="0"/>
                  </a:moveTo>
                  <a:lnTo>
                    <a:pt x="368300" y="0"/>
                  </a:lnTo>
                  <a:lnTo>
                    <a:pt x="368300" y="1270"/>
                  </a:lnTo>
                  <a:lnTo>
                    <a:pt x="370840" y="1270"/>
                  </a:lnTo>
                  <a:lnTo>
                    <a:pt x="370840" y="0"/>
                  </a:lnTo>
                  <a:close/>
                </a:path>
                <a:path w="506729" h="7619">
                  <a:moveTo>
                    <a:pt x="506730" y="3810"/>
                  </a:moveTo>
                  <a:lnTo>
                    <a:pt x="378460" y="3810"/>
                  </a:lnTo>
                  <a:lnTo>
                    <a:pt x="378460" y="6350"/>
                  </a:lnTo>
                  <a:lnTo>
                    <a:pt x="379730" y="6350"/>
                  </a:lnTo>
                  <a:lnTo>
                    <a:pt x="379730" y="7620"/>
                  </a:lnTo>
                  <a:lnTo>
                    <a:pt x="383540" y="7620"/>
                  </a:lnTo>
                  <a:lnTo>
                    <a:pt x="383540" y="6350"/>
                  </a:lnTo>
                  <a:lnTo>
                    <a:pt x="506730" y="6350"/>
                  </a:lnTo>
                  <a:lnTo>
                    <a:pt x="506730" y="3810"/>
                  </a:lnTo>
                  <a:close/>
                </a:path>
                <a:path w="506729" h="7619">
                  <a:moveTo>
                    <a:pt x="506730" y="1270"/>
                  </a:moveTo>
                  <a:lnTo>
                    <a:pt x="370840" y="1270"/>
                  </a:lnTo>
                  <a:lnTo>
                    <a:pt x="370840" y="2540"/>
                  </a:lnTo>
                  <a:lnTo>
                    <a:pt x="373380" y="2540"/>
                  </a:lnTo>
                  <a:lnTo>
                    <a:pt x="373380" y="3810"/>
                  </a:lnTo>
                  <a:lnTo>
                    <a:pt x="375920" y="3810"/>
                  </a:lnTo>
                  <a:lnTo>
                    <a:pt x="375920" y="2540"/>
                  </a:lnTo>
                  <a:lnTo>
                    <a:pt x="506730" y="2540"/>
                  </a:lnTo>
                  <a:lnTo>
                    <a:pt x="506730" y="1270"/>
                  </a:lnTo>
                  <a:close/>
                </a:path>
              </a:pathLst>
            </a:custGeom>
            <a:solidFill>
              <a:srgbClr val="291F00"/>
            </a:solidFill>
          </p:spPr>
          <p:txBody>
            <a:bodyPr wrap="square" lIns="0" tIns="0" rIns="0" bIns="0" rtlCol="0"/>
            <a:lstStyle/>
            <a:p/>
          </p:txBody>
        </p:sp>
        <p:sp>
          <p:nvSpPr>
            <p:cNvPr id="1317" name="object 1317"/>
            <p:cNvSpPr/>
            <p:nvPr/>
          </p:nvSpPr>
          <p:spPr>
            <a:xfrm>
              <a:off x="7550150" y="2536189"/>
              <a:ext cx="518159" cy="7620"/>
            </a:xfrm>
            <a:custGeom>
              <a:avLst/>
              <a:gdLst/>
              <a:ahLst/>
              <a:cxnLst/>
              <a:rect l="l" t="t" r="r" b="b"/>
              <a:pathLst>
                <a:path w="518159" h="7619">
                  <a:moveTo>
                    <a:pt x="140970" y="6350"/>
                  </a:moveTo>
                  <a:lnTo>
                    <a:pt x="2540" y="6350"/>
                  </a:lnTo>
                  <a:lnTo>
                    <a:pt x="2540" y="5080"/>
                  </a:lnTo>
                  <a:lnTo>
                    <a:pt x="0" y="5080"/>
                  </a:lnTo>
                  <a:lnTo>
                    <a:pt x="0" y="6350"/>
                  </a:lnTo>
                  <a:lnTo>
                    <a:pt x="0" y="7620"/>
                  </a:lnTo>
                  <a:lnTo>
                    <a:pt x="140970" y="7620"/>
                  </a:lnTo>
                  <a:lnTo>
                    <a:pt x="140970" y="6350"/>
                  </a:lnTo>
                  <a:close/>
                </a:path>
                <a:path w="518159" h="7619">
                  <a:moveTo>
                    <a:pt x="146050" y="2540"/>
                  </a:moveTo>
                  <a:lnTo>
                    <a:pt x="8890" y="2540"/>
                  </a:lnTo>
                  <a:lnTo>
                    <a:pt x="8890" y="1270"/>
                  </a:lnTo>
                  <a:lnTo>
                    <a:pt x="6350" y="1270"/>
                  </a:lnTo>
                  <a:lnTo>
                    <a:pt x="6350" y="2540"/>
                  </a:lnTo>
                  <a:lnTo>
                    <a:pt x="5080" y="2540"/>
                  </a:lnTo>
                  <a:lnTo>
                    <a:pt x="5080" y="5080"/>
                  </a:lnTo>
                  <a:lnTo>
                    <a:pt x="140970" y="5080"/>
                  </a:lnTo>
                  <a:lnTo>
                    <a:pt x="140970" y="6350"/>
                  </a:lnTo>
                  <a:lnTo>
                    <a:pt x="143510" y="6350"/>
                  </a:lnTo>
                  <a:lnTo>
                    <a:pt x="143510" y="5080"/>
                  </a:lnTo>
                  <a:lnTo>
                    <a:pt x="146050" y="5080"/>
                  </a:lnTo>
                  <a:lnTo>
                    <a:pt x="146050" y="2540"/>
                  </a:lnTo>
                  <a:close/>
                </a:path>
                <a:path w="518159" h="7619">
                  <a:moveTo>
                    <a:pt x="153670" y="0"/>
                  </a:moveTo>
                  <a:lnTo>
                    <a:pt x="11430" y="0"/>
                  </a:lnTo>
                  <a:lnTo>
                    <a:pt x="11430" y="1270"/>
                  </a:lnTo>
                  <a:lnTo>
                    <a:pt x="148590" y="1270"/>
                  </a:lnTo>
                  <a:lnTo>
                    <a:pt x="148590" y="2540"/>
                  </a:lnTo>
                  <a:lnTo>
                    <a:pt x="151130" y="2540"/>
                  </a:lnTo>
                  <a:lnTo>
                    <a:pt x="151130" y="1270"/>
                  </a:lnTo>
                  <a:lnTo>
                    <a:pt x="153670" y="1270"/>
                  </a:lnTo>
                  <a:lnTo>
                    <a:pt x="153670" y="0"/>
                  </a:lnTo>
                  <a:close/>
                </a:path>
                <a:path w="518159" h="7619">
                  <a:moveTo>
                    <a:pt x="518160" y="6350"/>
                  </a:moveTo>
                  <a:lnTo>
                    <a:pt x="403860" y="6350"/>
                  </a:lnTo>
                  <a:lnTo>
                    <a:pt x="403860" y="7620"/>
                  </a:lnTo>
                  <a:lnTo>
                    <a:pt x="518160" y="7620"/>
                  </a:lnTo>
                  <a:lnTo>
                    <a:pt x="518160" y="6350"/>
                  </a:lnTo>
                  <a:close/>
                </a:path>
                <a:path w="518159" h="7619">
                  <a:moveTo>
                    <a:pt x="518160" y="2540"/>
                  </a:moveTo>
                  <a:lnTo>
                    <a:pt x="400050" y="2540"/>
                  </a:lnTo>
                  <a:lnTo>
                    <a:pt x="400050" y="5080"/>
                  </a:lnTo>
                  <a:lnTo>
                    <a:pt x="401320" y="5080"/>
                  </a:lnTo>
                  <a:lnTo>
                    <a:pt x="401320" y="6350"/>
                  </a:lnTo>
                  <a:lnTo>
                    <a:pt x="403860" y="6350"/>
                  </a:lnTo>
                  <a:lnTo>
                    <a:pt x="403860" y="5080"/>
                  </a:lnTo>
                  <a:lnTo>
                    <a:pt x="518160" y="5080"/>
                  </a:lnTo>
                  <a:lnTo>
                    <a:pt x="518160" y="2540"/>
                  </a:lnTo>
                  <a:close/>
                </a:path>
                <a:path w="518159" h="7619">
                  <a:moveTo>
                    <a:pt x="518160" y="0"/>
                  </a:moveTo>
                  <a:lnTo>
                    <a:pt x="394970" y="0"/>
                  </a:lnTo>
                  <a:lnTo>
                    <a:pt x="394970" y="1270"/>
                  </a:lnTo>
                  <a:lnTo>
                    <a:pt x="397510" y="1270"/>
                  </a:lnTo>
                  <a:lnTo>
                    <a:pt x="397510" y="2540"/>
                  </a:lnTo>
                  <a:lnTo>
                    <a:pt x="398780" y="2540"/>
                  </a:lnTo>
                  <a:lnTo>
                    <a:pt x="398780" y="1270"/>
                  </a:lnTo>
                  <a:lnTo>
                    <a:pt x="518160" y="1270"/>
                  </a:lnTo>
                  <a:lnTo>
                    <a:pt x="518160" y="0"/>
                  </a:lnTo>
                  <a:close/>
                </a:path>
              </a:pathLst>
            </a:custGeom>
            <a:solidFill>
              <a:srgbClr val="2B2000"/>
            </a:solidFill>
          </p:spPr>
          <p:txBody>
            <a:bodyPr wrap="square" lIns="0" tIns="0" rIns="0" bIns="0" rtlCol="0"/>
            <a:lstStyle/>
            <a:p/>
          </p:txBody>
        </p:sp>
        <p:sp>
          <p:nvSpPr>
            <p:cNvPr id="1318" name="object 1318"/>
            <p:cNvSpPr/>
            <p:nvPr/>
          </p:nvSpPr>
          <p:spPr>
            <a:xfrm>
              <a:off x="7538720" y="2543809"/>
              <a:ext cx="529590" cy="6350"/>
            </a:xfrm>
            <a:custGeom>
              <a:avLst/>
              <a:gdLst/>
              <a:ahLst/>
              <a:cxnLst/>
              <a:rect l="l" t="t" r="r" b="b"/>
              <a:pathLst>
                <a:path w="529590" h="6350">
                  <a:moveTo>
                    <a:pt x="140970" y="5080"/>
                  </a:moveTo>
                  <a:lnTo>
                    <a:pt x="2540" y="5080"/>
                  </a:lnTo>
                  <a:lnTo>
                    <a:pt x="2540" y="3810"/>
                  </a:lnTo>
                  <a:lnTo>
                    <a:pt x="0" y="3810"/>
                  </a:lnTo>
                  <a:lnTo>
                    <a:pt x="0" y="5080"/>
                  </a:lnTo>
                  <a:lnTo>
                    <a:pt x="0" y="6350"/>
                  </a:lnTo>
                  <a:lnTo>
                    <a:pt x="140970" y="6350"/>
                  </a:lnTo>
                  <a:lnTo>
                    <a:pt x="140970" y="5080"/>
                  </a:lnTo>
                  <a:close/>
                </a:path>
                <a:path w="529590" h="6350">
                  <a:moveTo>
                    <a:pt x="144780" y="1270"/>
                  </a:moveTo>
                  <a:lnTo>
                    <a:pt x="8890" y="1270"/>
                  </a:lnTo>
                  <a:lnTo>
                    <a:pt x="8890" y="0"/>
                  </a:lnTo>
                  <a:lnTo>
                    <a:pt x="7620" y="0"/>
                  </a:lnTo>
                  <a:lnTo>
                    <a:pt x="7620" y="1270"/>
                  </a:lnTo>
                  <a:lnTo>
                    <a:pt x="5080" y="1270"/>
                  </a:lnTo>
                  <a:lnTo>
                    <a:pt x="5080" y="3810"/>
                  </a:lnTo>
                  <a:lnTo>
                    <a:pt x="140970" y="3810"/>
                  </a:lnTo>
                  <a:lnTo>
                    <a:pt x="140970" y="5080"/>
                  </a:lnTo>
                  <a:lnTo>
                    <a:pt x="142240" y="5080"/>
                  </a:lnTo>
                  <a:lnTo>
                    <a:pt x="142240" y="3810"/>
                  </a:lnTo>
                  <a:lnTo>
                    <a:pt x="144780" y="3810"/>
                  </a:lnTo>
                  <a:lnTo>
                    <a:pt x="144780" y="1270"/>
                  </a:lnTo>
                  <a:close/>
                </a:path>
                <a:path w="529590" h="6350">
                  <a:moveTo>
                    <a:pt x="149860" y="0"/>
                  </a:moveTo>
                  <a:lnTo>
                    <a:pt x="146050" y="0"/>
                  </a:lnTo>
                  <a:lnTo>
                    <a:pt x="146050" y="1270"/>
                  </a:lnTo>
                  <a:lnTo>
                    <a:pt x="149860" y="1270"/>
                  </a:lnTo>
                  <a:lnTo>
                    <a:pt x="149860" y="0"/>
                  </a:lnTo>
                  <a:close/>
                </a:path>
                <a:path w="529590" h="6350">
                  <a:moveTo>
                    <a:pt x="417830" y="0"/>
                  </a:moveTo>
                  <a:lnTo>
                    <a:pt x="416560" y="0"/>
                  </a:lnTo>
                  <a:lnTo>
                    <a:pt x="416560" y="1270"/>
                  </a:lnTo>
                  <a:lnTo>
                    <a:pt x="417830" y="1270"/>
                  </a:lnTo>
                  <a:lnTo>
                    <a:pt x="417830" y="0"/>
                  </a:lnTo>
                  <a:close/>
                </a:path>
                <a:path w="529590" h="6350">
                  <a:moveTo>
                    <a:pt x="529590" y="5080"/>
                  </a:moveTo>
                  <a:lnTo>
                    <a:pt x="425450" y="5080"/>
                  </a:lnTo>
                  <a:lnTo>
                    <a:pt x="425450" y="6350"/>
                  </a:lnTo>
                  <a:lnTo>
                    <a:pt x="529590" y="6350"/>
                  </a:lnTo>
                  <a:lnTo>
                    <a:pt x="529590" y="5080"/>
                  </a:lnTo>
                  <a:close/>
                </a:path>
                <a:path w="529590" h="6350">
                  <a:moveTo>
                    <a:pt x="529590" y="1270"/>
                  </a:moveTo>
                  <a:lnTo>
                    <a:pt x="419100" y="1270"/>
                  </a:lnTo>
                  <a:lnTo>
                    <a:pt x="419100" y="3810"/>
                  </a:lnTo>
                  <a:lnTo>
                    <a:pt x="422910" y="3810"/>
                  </a:lnTo>
                  <a:lnTo>
                    <a:pt x="422910" y="5080"/>
                  </a:lnTo>
                  <a:lnTo>
                    <a:pt x="425450" y="5080"/>
                  </a:lnTo>
                  <a:lnTo>
                    <a:pt x="425450" y="3810"/>
                  </a:lnTo>
                  <a:lnTo>
                    <a:pt x="529590" y="3810"/>
                  </a:lnTo>
                  <a:lnTo>
                    <a:pt x="529590" y="1270"/>
                  </a:lnTo>
                  <a:close/>
                </a:path>
              </a:pathLst>
            </a:custGeom>
            <a:solidFill>
              <a:srgbClr val="2D2100"/>
            </a:solidFill>
          </p:spPr>
          <p:txBody>
            <a:bodyPr wrap="square" lIns="0" tIns="0" rIns="0" bIns="0" rtlCol="0"/>
            <a:lstStyle/>
            <a:p/>
          </p:txBody>
        </p:sp>
        <p:sp>
          <p:nvSpPr>
            <p:cNvPr id="1319" name="object 1319"/>
            <p:cNvSpPr/>
            <p:nvPr/>
          </p:nvSpPr>
          <p:spPr>
            <a:xfrm>
              <a:off x="7524750" y="2550159"/>
              <a:ext cx="543560" cy="7620"/>
            </a:xfrm>
            <a:custGeom>
              <a:avLst/>
              <a:gdLst/>
              <a:ahLst/>
              <a:cxnLst/>
              <a:rect l="l" t="t" r="r" b="b"/>
              <a:pathLst>
                <a:path w="543559" h="7619">
                  <a:moveTo>
                    <a:pt x="1270" y="6350"/>
                  </a:moveTo>
                  <a:lnTo>
                    <a:pt x="0" y="6350"/>
                  </a:lnTo>
                  <a:lnTo>
                    <a:pt x="0" y="7620"/>
                  </a:lnTo>
                  <a:lnTo>
                    <a:pt x="1270" y="7620"/>
                  </a:lnTo>
                  <a:lnTo>
                    <a:pt x="1270" y="6350"/>
                  </a:lnTo>
                  <a:close/>
                </a:path>
                <a:path w="543559" h="7619">
                  <a:moveTo>
                    <a:pt x="144780" y="5080"/>
                  </a:moveTo>
                  <a:lnTo>
                    <a:pt x="5080" y="5080"/>
                  </a:lnTo>
                  <a:lnTo>
                    <a:pt x="5080" y="3810"/>
                  </a:lnTo>
                  <a:lnTo>
                    <a:pt x="3810" y="3810"/>
                  </a:lnTo>
                  <a:lnTo>
                    <a:pt x="3810" y="5080"/>
                  </a:lnTo>
                  <a:lnTo>
                    <a:pt x="3810" y="6350"/>
                  </a:lnTo>
                  <a:lnTo>
                    <a:pt x="139700" y="6350"/>
                  </a:lnTo>
                  <a:lnTo>
                    <a:pt x="139700" y="7620"/>
                  </a:lnTo>
                  <a:lnTo>
                    <a:pt x="142240" y="7620"/>
                  </a:lnTo>
                  <a:lnTo>
                    <a:pt x="142240" y="6350"/>
                  </a:lnTo>
                  <a:lnTo>
                    <a:pt x="144780" y="6350"/>
                  </a:lnTo>
                  <a:lnTo>
                    <a:pt x="144780" y="5080"/>
                  </a:lnTo>
                  <a:close/>
                </a:path>
                <a:path w="543559" h="7619">
                  <a:moveTo>
                    <a:pt x="148590" y="1270"/>
                  </a:moveTo>
                  <a:lnTo>
                    <a:pt x="11430" y="1270"/>
                  </a:lnTo>
                  <a:lnTo>
                    <a:pt x="11430" y="0"/>
                  </a:lnTo>
                  <a:lnTo>
                    <a:pt x="10160" y="0"/>
                  </a:lnTo>
                  <a:lnTo>
                    <a:pt x="10160" y="1270"/>
                  </a:lnTo>
                  <a:lnTo>
                    <a:pt x="7620" y="1270"/>
                  </a:lnTo>
                  <a:lnTo>
                    <a:pt x="7620" y="3810"/>
                  </a:lnTo>
                  <a:lnTo>
                    <a:pt x="144780" y="3810"/>
                  </a:lnTo>
                  <a:lnTo>
                    <a:pt x="144780" y="5080"/>
                  </a:lnTo>
                  <a:lnTo>
                    <a:pt x="146050" y="5080"/>
                  </a:lnTo>
                  <a:lnTo>
                    <a:pt x="146050" y="3810"/>
                  </a:lnTo>
                  <a:lnTo>
                    <a:pt x="148590" y="3810"/>
                  </a:lnTo>
                  <a:lnTo>
                    <a:pt x="148590" y="1270"/>
                  </a:lnTo>
                  <a:close/>
                </a:path>
                <a:path w="543559" h="7619">
                  <a:moveTo>
                    <a:pt x="152400" y="0"/>
                  </a:moveTo>
                  <a:lnTo>
                    <a:pt x="149860" y="0"/>
                  </a:lnTo>
                  <a:lnTo>
                    <a:pt x="149860" y="1270"/>
                  </a:lnTo>
                  <a:lnTo>
                    <a:pt x="152400" y="1270"/>
                  </a:lnTo>
                  <a:lnTo>
                    <a:pt x="152400" y="0"/>
                  </a:lnTo>
                  <a:close/>
                </a:path>
                <a:path w="543559" h="7619">
                  <a:moveTo>
                    <a:pt x="443230" y="0"/>
                  </a:moveTo>
                  <a:lnTo>
                    <a:pt x="441960" y="0"/>
                  </a:lnTo>
                  <a:lnTo>
                    <a:pt x="441960" y="1270"/>
                  </a:lnTo>
                  <a:lnTo>
                    <a:pt x="443230" y="1270"/>
                  </a:lnTo>
                  <a:lnTo>
                    <a:pt x="443230" y="0"/>
                  </a:lnTo>
                  <a:close/>
                </a:path>
                <a:path w="543559" h="7619">
                  <a:moveTo>
                    <a:pt x="543560" y="5080"/>
                  </a:moveTo>
                  <a:lnTo>
                    <a:pt x="448310" y="5080"/>
                  </a:lnTo>
                  <a:lnTo>
                    <a:pt x="448310" y="6350"/>
                  </a:lnTo>
                  <a:lnTo>
                    <a:pt x="449580" y="6350"/>
                  </a:lnTo>
                  <a:lnTo>
                    <a:pt x="449580" y="7620"/>
                  </a:lnTo>
                  <a:lnTo>
                    <a:pt x="450850" y="7620"/>
                  </a:lnTo>
                  <a:lnTo>
                    <a:pt x="450850" y="6350"/>
                  </a:lnTo>
                  <a:lnTo>
                    <a:pt x="543560" y="6350"/>
                  </a:lnTo>
                  <a:lnTo>
                    <a:pt x="543560" y="5080"/>
                  </a:lnTo>
                  <a:close/>
                </a:path>
                <a:path w="543559" h="7619">
                  <a:moveTo>
                    <a:pt x="543560" y="1270"/>
                  </a:moveTo>
                  <a:lnTo>
                    <a:pt x="444500" y="1270"/>
                  </a:lnTo>
                  <a:lnTo>
                    <a:pt x="444500" y="3810"/>
                  </a:lnTo>
                  <a:lnTo>
                    <a:pt x="445770" y="3810"/>
                  </a:lnTo>
                  <a:lnTo>
                    <a:pt x="445770" y="5080"/>
                  </a:lnTo>
                  <a:lnTo>
                    <a:pt x="448310" y="5080"/>
                  </a:lnTo>
                  <a:lnTo>
                    <a:pt x="448310" y="3810"/>
                  </a:lnTo>
                  <a:lnTo>
                    <a:pt x="543560" y="3810"/>
                  </a:lnTo>
                  <a:lnTo>
                    <a:pt x="543560" y="1270"/>
                  </a:lnTo>
                  <a:close/>
                </a:path>
              </a:pathLst>
            </a:custGeom>
            <a:solidFill>
              <a:srgbClr val="2E2200"/>
            </a:solidFill>
          </p:spPr>
          <p:txBody>
            <a:bodyPr wrap="square" lIns="0" tIns="0" rIns="0" bIns="0" rtlCol="0"/>
            <a:lstStyle/>
            <a:p/>
          </p:txBody>
        </p:sp>
        <p:sp>
          <p:nvSpPr>
            <p:cNvPr id="1320" name="object 1320"/>
            <p:cNvSpPr/>
            <p:nvPr/>
          </p:nvSpPr>
          <p:spPr>
            <a:xfrm>
              <a:off x="7512050" y="2557779"/>
              <a:ext cx="556260" cy="7620"/>
            </a:xfrm>
            <a:custGeom>
              <a:avLst/>
              <a:gdLst/>
              <a:ahLst/>
              <a:cxnLst/>
              <a:rect l="l" t="t" r="r" b="b"/>
              <a:pathLst>
                <a:path w="556259" h="7619">
                  <a:moveTo>
                    <a:pt x="140970" y="6350"/>
                  </a:moveTo>
                  <a:lnTo>
                    <a:pt x="3810" y="6350"/>
                  </a:lnTo>
                  <a:lnTo>
                    <a:pt x="3810" y="5080"/>
                  </a:lnTo>
                  <a:lnTo>
                    <a:pt x="2540" y="5080"/>
                  </a:lnTo>
                  <a:lnTo>
                    <a:pt x="2540" y="6350"/>
                  </a:lnTo>
                  <a:lnTo>
                    <a:pt x="0" y="6350"/>
                  </a:lnTo>
                  <a:lnTo>
                    <a:pt x="0" y="7620"/>
                  </a:lnTo>
                  <a:lnTo>
                    <a:pt x="140970" y="7620"/>
                  </a:lnTo>
                  <a:lnTo>
                    <a:pt x="140970" y="6350"/>
                  </a:lnTo>
                  <a:close/>
                </a:path>
                <a:path w="556259" h="7619">
                  <a:moveTo>
                    <a:pt x="147320" y="3810"/>
                  </a:moveTo>
                  <a:lnTo>
                    <a:pt x="7620" y="3810"/>
                  </a:lnTo>
                  <a:lnTo>
                    <a:pt x="7620" y="2540"/>
                  </a:lnTo>
                  <a:lnTo>
                    <a:pt x="6350" y="2540"/>
                  </a:lnTo>
                  <a:lnTo>
                    <a:pt x="6350" y="3810"/>
                  </a:lnTo>
                  <a:lnTo>
                    <a:pt x="6350" y="5080"/>
                  </a:lnTo>
                  <a:lnTo>
                    <a:pt x="143510" y="5080"/>
                  </a:lnTo>
                  <a:lnTo>
                    <a:pt x="143510" y="6350"/>
                  </a:lnTo>
                  <a:lnTo>
                    <a:pt x="144780" y="6350"/>
                  </a:lnTo>
                  <a:lnTo>
                    <a:pt x="144780" y="5080"/>
                  </a:lnTo>
                  <a:lnTo>
                    <a:pt x="147320" y="5080"/>
                  </a:lnTo>
                  <a:lnTo>
                    <a:pt x="147320" y="3810"/>
                  </a:lnTo>
                  <a:close/>
                </a:path>
                <a:path w="556259" h="7619">
                  <a:moveTo>
                    <a:pt x="151130" y="0"/>
                  </a:moveTo>
                  <a:lnTo>
                    <a:pt x="10160" y="0"/>
                  </a:lnTo>
                  <a:lnTo>
                    <a:pt x="10160" y="2540"/>
                  </a:lnTo>
                  <a:lnTo>
                    <a:pt x="147320" y="2540"/>
                  </a:lnTo>
                  <a:lnTo>
                    <a:pt x="147320" y="3810"/>
                  </a:lnTo>
                  <a:lnTo>
                    <a:pt x="148590" y="3810"/>
                  </a:lnTo>
                  <a:lnTo>
                    <a:pt x="148590" y="2540"/>
                  </a:lnTo>
                  <a:lnTo>
                    <a:pt x="151130" y="2540"/>
                  </a:lnTo>
                  <a:lnTo>
                    <a:pt x="151130" y="0"/>
                  </a:lnTo>
                  <a:close/>
                </a:path>
                <a:path w="556259" h="7619">
                  <a:moveTo>
                    <a:pt x="556260" y="6350"/>
                  </a:moveTo>
                  <a:lnTo>
                    <a:pt x="472440" y="6350"/>
                  </a:lnTo>
                  <a:lnTo>
                    <a:pt x="472440" y="7620"/>
                  </a:lnTo>
                  <a:lnTo>
                    <a:pt x="556260" y="7620"/>
                  </a:lnTo>
                  <a:lnTo>
                    <a:pt x="556260" y="6350"/>
                  </a:lnTo>
                  <a:close/>
                </a:path>
                <a:path w="556259" h="7619">
                  <a:moveTo>
                    <a:pt x="556260" y="3810"/>
                  </a:moveTo>
                  <a:lnTo>
                    <a:pt x="468630" y="3810"/>
                  </a:lnTo>
                  <a:lnTo>
                    <a:pt x="468630" y="5080"/>
                  </a:lnTo>
                  <a:lnTo>
                    <a:pt x="469900" y="5080"/>
                  </a:lnTo>
                  <a:lnTo>
                    <a:pt x="469900" y="6350"/>
                  </a:lnTo>
                  <a:lnTo>
                    <a:pt x="471170" y="6350"/>
                  </a:lnTo>
                  <a:lnTo>
                    <a:pt x="471170" y="5080"/>
                  </a:lnTo>
                  <a:lnTo>
                    <a:pt x="556260" y="5080"/>
                  </a:lnTo>
                  <a:lnTo>
                    <a:pt x="556260" y="3810"/>
                  </a:lnTo>
                  <a:close/>
                </a:path>
                <a:path w="556259" h="7619">
                  <a:moveTo>
                    <a:pt x="556260" y="0"/>
                  </a:moveTo>
                  <a:lnTo>
                    <a:pt x="464807" y="0"/>
                  </a:lnTo>
                  <a:lnTo>
                    <a:pt x="464820" y="2540"/>
                  </a:lnTo>
                  <a:lnTo>
                    <a:pt x="466090" y="2540"/>
                  </a:lnTo>
                  <a:lnTo>
                    <a:pt x="466090" y="3810"/>
                  </a:lnTo>
                  <a:lnTo>
                    <a:pt x="468630" y="3810"/>
                  </a:lnTo>
                  <a:lnTo>
                    <a:pt x="468630" y="2540"/>
                  </a:lnTo>
                  <a:lnTo>
                    <a:pt x="556260" y="2540"/>
                  </a:lnTo>
                  <a:lnTo>
                    <a:pt x="556260" y="0"/>
                  </a:lnTo>
                  <a:close/>
                </a:path>
              </a:pathLst>
            </a:custGeom>
            <a:solidFill>
              <a:srgbClr val="302300"/>
            </a:solidFill>
          </p:spPr>
          <p:txBody>
            <a:bodyPr wrap="square" lIns="0" tIns="0" rIns="0" bIns="0" rtlCol="0"/>
            <a:lstStyle/>
            <a:p/>
          </p:txBody>
        </p:sp>
        <p:sp>
          <p:nvSpPr>
            <p:cNvPr id="1321" name="object 1321"/>
            <p:cNvSpPr/>
            <p:nvPr/>
          </p:nvSpPr>
          <p:spPr>
            <a:xfrm>
              <a:off x="7504430" y="2565399"/>
              <a:ext cx="563880" cy="6350"/>
            </a:xfrm>
            <a:custGeom>
              <a:avLst/>
              <a:gdLst/>
              <a:ahLst/>
              <a:cxnLst/>
              <a:rect l="l" t="t" r="r" b="b"/>
              <a:pathLst>
                <a:path w="563879" h="6350">
                  <a:moveTo>
                    <a:pt x="139700" y="5080"/>
                  </a:moveTo>
                  <a:lnTo>
                    <a:pt x="2540" y="5080"/>
                  </a:lnTo>
                  <a:lnTo>
                    <a:pt x="2540" y="3810"/>
                  </a:lnTo>
                  <a:lnTo>
                    <a:pt x="1270" y="3810"/>
                  </a:lnTo>
                  <a:lnTo>
                    <a:pt x="1270" y="5080"/>
                  </a:lnTo>
                  <a:lnTo>
                    <a:pt x="0" y="5080"/>
                  </a:lnTo>
                  <a:lnTo>
                    <a:pt x="0" y="6350"/>
                  </a:lnTo>
                  <a:lnTo>
                    <a:pt x="139700" y="6350"/>
                  </a:lnTo>
                  <a:lnTo>
                    <a:pt x="139700" y="5080"/>
                  </a:lnTo>
                  <a:close/>
                </a:path>
                <a:path w="563879" h="6350">
                  <a:moveTo>
                    <a:pt x="144780" y="2540"/>
                  </a:moveTo>
                  <a:lnTo>
                    <a:pt x="6350" y="2540"/>
                  </a:lnTo>
                  <a:lnTo>
                    <a:pt x="6350" y="1270"/>
                  </a:lnTo>
                  <a:lnTo>
                    <a:pt x="5080" y="1270"/>
                  </a:lnTo>
                  <a:lnTo>
                    <a:pt x="5080" y="2540"/>
                  </a:lnTo>
                  <a:lnTo>
                    <a:pt x="5080" y="3810"/>
                  </a:lnTo>
                  <a:lnTo>
                    <a:pt x="140970" y="3810"/>
                  </a:lnTo>
                  <a:lnTo>
                    <a:pt x="140970" y="5080"/>
                  </a:lnTo>
                  <a:lnTo>
                    <a:pt x="143510" y="5080"/>
                  </a:lnTo>
                  <a:lnTo>
                    <a:pt x="143510" y="3810"/>
                  </a:lnTo>
                  <a:lnTo>
                    <a:pt x="144780" y="3810"/>
                  </a:lnTo>
                  <a:lnTo>
                    <a:pt x="144780" y="2540"/>
                  </a:lnTo>
                  <a:close/>
                </a:path>
                <a:path w="563879" h="6350">
                  <a:moveTo>
                    <a:pt x="148590" y="0"/>
                  </a:moveTo>
                  <a:lnTo>
                    <a:pt x="7620" y="0"/>
                  </a:lnTo>
                  <a:lnTo>
                    <a:pt x="7620" y="1270"/>
                  </a:lnTo>
                  <a:lnTo>
                    <a:pt x="144780" y="1270"/>
                  </a:lnTo>
                  <a:lnTo>
                    <a:pt x="144780" y="2540"/>
                  </a:lnTo>
                  <a:lnTo>
                    <a:pt x="147320" y="2540"/>
                  </a:lnTo>
                  <a:lnTo>
                    <a:pt x="147320" y="1270"/>
                  </a:lnTo>
                  <a:lnTo>
                    <a:pt x="148590" y="1270"/>
                  </a:lnTo>
                  <a:lnTo>
                    <a:pt x="148590" y="0"/>
                  </a:lnTo>
                  <a:close/>
                </a:path>
                <a:path w="563879" h="6350">
                  <a:moveTo>
                    <a:pt x="563880" y="5080"/>
                  </a:moveTo>
                  <a:lnTo>
                    <a:pt x="486410" y="5080"/>
                  </a:lnTo>
                  <a:lnTo>
                    <a:pt x="486410" y="6350"/>
                  </a:lnTo>
                  <a:lnTo>
                    <a:pt x="563880" y="6350"/>
                  </a:lnTo>
                  <a:lnTo>
                    <a:pt x="563880" y="5080"/>
                  </a:lnTo>
                  <a:close/>
                </a:path>
                <a:path w="563879" h="6350">
                  <a:moveTo>
                    <a:pt x="563880" y="2540"/>
                  </a:moveTo>
                  <a:lnTo>
                    <a:pt x="482600" y="2540"/>
                  </a:lnTo>
                  <a:lnTo>
                    <a:pt x="482600" y="3810"/>
                  </a:lnTo>
                  <a:lnTo>
                    <a:pt x="483870" y="3810"/>
                  </a:lnTo>
                  <a:lnTo>
                    <a:pt x="483870" y="5080"/>
                  </a:lnTo>
                  <a:lnTo>
                    <a:pt x="485140" y="5080"/>
                  </a:lnTo>
                  <a:lnTo>
                    <a:pt x="485140" y="3810"/>
                  </a:lnTo>
                  <a:lnTo>
                    <a:pt x="563880" y="3810"/>
                  </a:lnTo>
                  <a:lnTo>
                    <a:pt x="563880" y="2540"/>
                  </a:lnTo>
                  <a:close/>
                </a:path>
                <a:path w="563879" h="6350">
                  <a:moveTo>
                    <a:pt x="563880" y="0"/>
                  </a:moveTo>
                  <a:lnTo>
                    <a:pt x="480060" y="0"/>
                  </a:lnTo>
                  <a:lnTo>
                    <a:pt x="480060" y="1270"/>
                  </a:lnTo>
                  <a:lnTo>
                    <a:pt x="481330" y="1270"/>
                  </a:lnTo>
                  <a:lnTo>
                    <a:pt x="481330" y="2540"/>
                  </a:lnTo>
                  <a:lnTo>
                    <a:pt x="482600" y="2540"/>
                  </a:lnTo>
                  <a:lnTo>
                    <a:pt x="482600" y="1270"/>
                  </a:lnTo>
                  <a:lnTo>
                    <a:pt x="563880" y="1270"/>
                  </a:lnTo>
                  <a:lnTo>
                    <a:pt x="563880" y="0"/>
                  </a:lnTo>
                  <a:close/>
                </a:path>
              </a:pathLst>
            </a:custGeom>
            <a:solidFill>
              <a:srgbClr val="332500"/>
            </a:solidFill>
          </p:spPr>
          <p:txBody>
            <a:bodyPr wrap="square" lIns="0" tIns="0" rIns="0" bIns="0" rtlCol="0"/>
            <a:lstStyle/>
            <a:p/>
          </p:txBody>
        </p:sp>
        <p:sp>
          <p:nvSpPr>
            <p:cNvPr id="1322" name="object 1322"/>
            <p:cNvSpPr/>
            <p:nvPr/>
          </p:nvSpPr>
          <p:spPr>
            <a:xfrm>
              <a:off x="7495540" y="2571749"/>
              <a:ext cx="572770" cy="7620"/>
            </a:xfrm>
            <a:custGeom>
              <a:avLst/>
              <a:gdLst/>
              <a:ahLst/>
              <a:cxnLst/>
              <a:rect l="l" t="t" r="r" b="b"/>
              <a:pathLst>
                <a:path w="572770" h="7619">
                  <a:moveTo>
                    <a:pt x="139700" y="5080"/>
                  </a:moveTo>
                  <a:lnTo>
                    <a:pt x="3810" y="5080"/>
                  </a:lnTo>
                  <a:lnTo>
                    <a:pt x="3810" y="3810"/>
                  </a:lnTo>
                  <a:lnTo>
                    <a:pt x="1270" y="3810"/>
                  </a:lnTo>
                  <a:lnTo>
                    <a:pt x="1270" y="5080"/>
                  </a:lnTo>
                  <a:lnTo>
                    <a:pt x="0" y="5080"/>
                  </a:lnTo>
                  <a:lnTo>
                    <a:pt x="0" y="7620"/>
                  </a:lnTo>
                  <a:lnTo>
                    <a:pt x="139700" y="7620"/>
                  </a:lnTo>
                  <a:lnTo>
                    <a:pt x="139700" y="5080"/>
                  </a:lnTo>
                  <a:close/>
                </a:path>
                <a:path w="572770" h="7619">
                  <a:moveTo>
                    <a:pt x="144780" y="2540"/>
                  </a:moveTo>
                  <a:lnTo>
                    <a:pt x="6350" y="2540"/>
                  </a:lnTo>
                  <a:lnTo>
                    <a:pt x="6350" y="1270"/>
                  </a:lnTo>
                  <a:lnTo>
                    <a:pt x="5080" y="1270"/>
                  </a:lnTo>
                  <a:lnTo>
                    <a:pt x="5080" y="2540"/>
                  </a:lnTo>
                  <a:lnTo>
                    <a:pt x="5080" y="3810"/>
                  </a:lnTo>
                  <a:lnTo>
                    <a:pt x="142240" y="3810"/>
                  </a:lnTo>
                  <a:lnTo>
                    <a:pt x="142240" y="5080"/>
                  </a:lnTo>
                  <a:lnTo>
                    <a:pt x="143510" y="5080"/>
                  </a:lnTo>
                  <a:lnTo>
                    <a:pt x="143510" y="3810"/>
                  </a:lnTo>
                  <a:lnTo>
                    <a:pt x="144780" y="3810"/>
                  </a:lnTo>
                  <a:lnTo>
                    <a:pt x="144780" y="2540"/>
                  </a:lnTo>
                  <a:close/>
                </a:path>
                <a:path w="572770" h="7619">
                  <a:moveTo>
                    <a:pt x="148590" y="0"/>
                  </a:moveTo>
                  <a:lnTo>
                    <a:pt x="8890" y="0"/>
                  </a:lnTo>
                  <a:lnTo>
                    <a:pt x="8890" y="1270"/>
                  </a:lnTo>
                  <a:lnTo>
                    <a:pt x="144780" y="1270"/>
                  </a:lnTo>
                  <a:lnTo>
                    <a:pt x="144780" y="2540"/>
                  </a:lnTo>
                  <a:lnTo>
                    <a:pt x="147320" y="2540"/>
                  </a:lnTo>
                  <a:lnTo>
                    <a:pt x="147320" y="1270"/>
                  </a:lnTo>
                  <a:lnTo>
                    <a:pt x="148590" y="1270"/>
                  </a:lnTo>
                  <a:lnTo>
                    <a:pt x="148590" y="0"/>
                  </a:lnTo>
                  <a:close/>
                </a:path>
                <a:path w="572770" h="7619">
                  <a:moveTo>
                    <a:pt x="572770" y="5080"/>
                  </a:moveTo>
                  <a:lnTo>
                    <a:pt x="500367" y="5080"/>
                  </a:lnTo>
                  <a:lnTo>
                    <a:pt x="500380" y="7620"/>
                  </a:lnTo>
                  <a:lnTo>
                    <a:pt x="572770" y="7620"/>
                  </a:lnTo>
                  <a:lnTo>
                    <a:pt x="572770" y="5080"/>
                  </a:lnTo>
                  <a:close/>
                </a:path>
                <a:path w="572770" h="7619">
                  <a:moveTo>
                    <a:pt x="572770" y="2540"/>
                  </a:moveTo>
                  <a:lnTo>
                    <a:pt x="496570" y="2540"/>
                  </a:lnTo>
                  <a:lnTo>
                    <a:pt x="496570" y="3810"/>
                  </a:lnTo>
                  <a:lnTo>
                    <a:pt x="497840" y="3810"/>
                  </a:lnTo>
                  <a:lnTo>
                    <a:pt x="497840" y="5080"/>
                  </a:lnTo>
                  <a:lnTo>
                    <a:pt x="499110" y="5080"/>
                  </a:lnTo>
                  <a:lnTo>
                    <a:pt x="499110" y="3810"/>
                  </a:lnTo>
                  <a:lnTo>
                    <a:pt x="572770" y="3810"/>
                  </a:lnTo>
                  <a:lnTo>
                    <a:pt x="572770" y="2540"/>
                  </a:lnTo>
                  <a:close/>
                </a:path>
                <a:path w="572770" h="7619">
                  <a:moveTo>
                    <a:pt x="572770" y="0"/>
                  </a:moveTo>
                  <a:lnTo>
                    <a:pt x="495300" y="0"/>
                  </a:lnTo>
                  <a:lnTo>
                    <a:pt x="495300" y="1270"/>
                  </a:lnTo>
                  <a:lnTo>
                    <a:pt x="572770" y="1270"/>
                  </a:lnTo>
                  <a:lnTo>
                    <a:pt x="572770" y="0"/>
                  </a:lnTo>
                  <a:close/>
                </a:path>
              </a:pathLst>
            </a:custGeom>
            <a:solidFill>
              <a:srgbClr val="332600"/>
            </a:solidFill>
          </p:spPr>
          <p:txBody>
            <a:bodyPr wrap="square" lIns="0" tIns="0" rIns="0" bIns="0" rtlCol="0"/>
            <a:lstStyle/>
            <a:p/>
          </p:txBody>
        </p:sp>
        <p:sp>
          <p:nvSpPr>
            <p:cNvPr id="1323" name="object 1323"/>
            <p:cNvSpPr/>
            <p:nvPr/>
          </p:nvSpPr>
          <p:spPr>
            <a:xfrm>
              <a:off x="7484110" y="2579370"/>
              <a:ext cx="584200" cy="7620"/>
            </a:xfrm>
            <a:custGeom>
              <a:avLst/>
              <a:gdLst/>
              <a:ahLst/>
              <a:cxnLst/>
              <a:rect l="l" t="t" r="r" b="b"/>
              <a:pathLst>
                <a:path w="584200" h="7619">
                  <a:moveTo>
                    <a:pt x="519430" y="6349"/>
                  </a:moveTo>
                  <a:lnTo>
                    <a:pt x="518160" y="6349"/>
                  </a:lnTo>
                  <a:lnTo>
                    <a:pt x="518160" y="7619"/>
                  </a:lnTo>
                  <a:lnTo>
                    <a:pt x="519430" y="7619"/>
                  </a:lnTo>
                  <a:lnTo>
                    <a:pt x="519430" y="6349"/>
                  </a:lnTo>
                  <a:close/>
                </a:path>
                <a:path w="584200" h="7619">
                  <a:moveTo>
                    <a:pt x="584200" y="3809"/>
                  </a:moveTo>
                  <a:lnTo>
                    <a:pt x="516890" y="3809"/>
                  </a:lnTo>
                  <a:lnTo>
                    <a:pt x="516890" y="6349"/>
                  </a:lnTo>
                  <a:lnTo>
                    <a:pt x="584200" y="6349"/>
                  </a:lnTo>
                  <a:lnTo>
                    <a:pt x="584200" y="3809"/>
                  </a:lnTo>
                  <a:close/>
                </a:path>
                <a:path w="584200" h="7619">
                  <a:moveTo>
                    <a:pt x="516890" y="2539"/>
                  </a:moveTo>
                  <a:lnTo>
                    <a:pt x="515620" y="2539"/>
                  </a:lnTo>
                  <a:lnTo>
                    <a:pt x="515620" y="3809"/>
                  </a:lnTo>
                  <a:lnTo>
                    <a:pt x="516890" y="3809"/>
                  </a:lnTo>
                  <a:lnTo>
                    <a:pt x="516890" y="2539"/>
                  </a:lnTo>
                  <a:close/>
                </a:path>
                <a:path w="584200" h="7619">
                  <a:moveTo>
                    <a:pt x="584200" y="1269"/>
                  </a:moveTo>
                  <a:lnTo>
                    <a:pt x="514350" y="1269"/>
                  </a:lnTo>
                  <a:lnTo>
                    <a:pt x="514350" y="2539"/>
                  </a:lnTo>
                  <a:lnTo>
                    <a:pt x="584200" y="2539"/>
                  </a:lnTo>
                  <a:lnTo>
                    <a:pt x="584200" y="1269"/>
                  </a:lnTo>
                  <a:close/>
                </a:path>
                <a:path w="584200" h="7619">
                  <a:moveTo>
                    <a:pt x="514350" y="0"/>
                  </a:moveTo>
                  <a:lnTo>
                    <a:pt x="513080" y="0"/>
                  </a:lnTo>
                  <a:lnTo>
                    <a:pt x="513080" y="1269"/>
                  </a:lnTo>
                  <a:lnTo>
                    <a:pt x="514350" y="1269"/>
                  </a:lnTo>
                  <a:lnTo>
                    <a:pt x="514350" y="0"/>
                  </a:lnTo>
                  <a:close/>
                </a:path>
                <a:path w="584200" h="7619">
                  <a:moveTo>
                    <a:pt x="2540" y="6349"/>
                  </a:moveTo>
                  <a:lnTo>
                    <a:pt x="0" y="6349"/>
                  </a:lnTo>
                  <a:lnTo>
                    <a:pt x="0" y="7619"/>
                  </a:lnTo>
                  <a:lnTo>
                    <a:pt x="2540" y="7619"/>
                  </a:lnTo>
                  <a:lnTo>
                    <a:pt x="2540" y="6349"/>
                  </a:lnTo>
                  <a:close/>
                </a:path>
                <a:path w="584200" h="7619">
                  <a:moveTo>
                    <a:pt x="142240" y="6349"/>
                  </a:moveTo>
                  <a:lnTo>
                    <a:pt x="140970" y="6349"/>
                  </a:lnTo>
                  <a:lnTo>
                    <a:pt x="140970" y="7619"/>
                  </a:lnTo>
                  <a:lnTo>
                    <a:pt x="142240" y="7619"/>
                  </a:lnTo>
                  <a:lnTo>
                    <a:pt x="142240" y="6349"/>
                  </a:lnTo>
                  <a:close/>
                </a:path>
                <a:path w="584200" h="7619">
                  <a:moveTo>
                    <a:pt x="143510" y="3809"/>
                  </a:moveTo>
                  <a:lnTo>
                    <a:pt x="3810" y="3809"/>
                  </a:lnTo>
                  <a:lnTo>
                    <a:pt x="3810" y="6349"/>
                  </a:lnTo>
                  <a:lnTo>
                    <a:pt x="143510" y="6349"/>
                  </a:lnTo>
                  <a:lnTo>
                    <a:pt x="143510" y="3809"/>
                  </a:lnTo>
                  <a:close/>
                </a:path>
                <a:path w="584200" h="7619">
                  <a:moveTo>
                    <a:pt x="6350" y="2539"/>
                  </a:moveTo>
                  <a:lnTo>
                    <a:pt x="5080" y="2539"/>
                  </a:lnTo>
                  <a:lnTo>
                    <a:pt x="5080" y="3809"/>
                  </a:lnTo>
                  <a:lnTo>
                    <a:pt x="6350" y="3809"/>
                  </a:lnTo>
                  <a:lnTo>
                    <a:pt x="6350" y="2539"/>
                  </a:lnTo>
                  <a:close/>
                </a:path>
                <a:path w="584200" h="7619">
                  <a:moveTo>
                    <a:pt x="147320" y="2539"/>
                  </a:moveTo>
                  <a:lnTo>
                    <a:pt x="144780" y="2539"/>
                  </a:lnTo>
                  <a:lnTo>
                    <a:pt x="144780" y="3809"/>
                  </a:lnTo>
                  <a:lnTo>
                    <a:pt x="147320" y="3809"/>
                  </a:lnTo>
                  <a:lnTo>
                    <a:pt x="147320" y="2539"/>
                  </a:lnTo>
                  <a:close/>
                </a:path>
                <a:path w="584200" h="7619">
                  <a:moveTo>
                    <a:pt x="10160" y="0"/>
                  </a:moveTo>
                  <a:lnTo>
                    <a:pt x="8890" y="0"/>
                  </a:lnTo>
                  <a:lnTo>
                    <a:pt x="8890" y="2539"/>
                  </a:lnTo>
                  <a:lnTo>
                    <a:pt x="148590" y="2539"/>
                  </a:lnTo>
                  <a:lnTo>
                    <a:pt x="148590" y="1269"/>
                  </a:lnTo>
                  <a:lnTo>
                    <a:pt x="10160" y="1269"/>
                  </a:lnTo>
                  <a:lnTo>
                    <a:pt x="10160" y="0"/>
                  </a:lnTo>
                  <a:close/>
                </a:path>
                <a:path w="584200" h="7619">
                  <a:moveTo>
                    <a:pt x="149860" y="0"/>
                  </a:moveTo>
                  <a:lnTo>
                    <a:pt x="148590" y="0"/>
                  </a:lnTo>
                  <a:lnTo>
                    <a:pt x="148590" y="1269"/>
                  </a:lnTo>
                  <a:lnTo>
                    <a:pt x="149860" y="1269"/>
                  </a:lnTo>
                  <a:lnTo>
                    <a:pt x="149860" y="0"/>
                  </a:lnTo>
                  <a:close/>
                </a:path>
              </a:pathLst>
            </a:custGeom>
            <a:solidFill>
              <a:srgbClr val="352700"/>
            </a:solidFill>
          </p:spPr>
          <p:txBody>
            <a:bodyPr wrap="square" lIns="0" tIns="0" rIns="0" bIns="0" rtlCol="0"/>
            <a:lstStyle/>
            <a:p/>
          </p:txBody>
        </p:sp>
        <p:sp>
          <p:nvSpPr>
            <p:cNvPr id="1324" name="object 1324"/>
            <p:cNvSpPr/>
            <p:nvPr/>
          </p:nvSpPr>
          <p:spPr>
            <a:xfrm>
              <a:off x="7476490" y="2586989"/>
              <a:ext cx="591820" cy="6350"/>
            </a:xfrm>
            <a:custGeom>
              <a:avLst/>
              <a:gdLst/>
              <a:ahLst/>
              <a:cxnLst/>
              <a:rect l="l" t="t" r="r" b="b"/>
              <a:pathLst>
                <a:path w="591820" h="6350">
                  <a:moveTo>
                    <a:pt x="1270" y="5080"/>
                  </a:moveTo>
                  <a:lnTo>
                    <a:pt x="0" y="5080"/>
                  </a:lnTo>
                  <a:lnTo>
                    <a:pt x="0" y="6350"/>
                  </a:lnTo>
                  <a:lnTo>
                    <a:pt x="1270" y="6350"/>
                  </a:lnTo>
                  <a:lnTo>
                    <a:pt x="1270" y="5080"/>
                  </a:lnTo>
                  <a:close/>
                </a:path>
                <a:path w="591820" h="6350">
                  <a:moveTo>
                    <a:pt x="143510" y="2540"/>
                  </a:moveTo>
                  <a:lnTo>
                    <a:pt x="6350" y="2540"/>
                  </a:lnTo>
                  <a:lnTo>
                    <a:pt x="6350" y="1270"/>
                  </a:lnTo>
                  <a:lnTo>
                    <a:pt x="5080" y="1270"/>
                  </a:lnTo>
                  <a:lnTo>
                    <a:pt x="5080" y="2540"/>
                  </a:lnTo>
                  <a:lnTo>
                    <a:pt x="3810" y="2540"/>
                  </a:lnTo>
                  <a:lnTo>
                    <a:pt x="3810" y="5080"/>
                  </a:lnTo>
                  <a:lnTo>
                    <a:pt x="139700" y="5080"/>
                  </a:lnTo>
                  <a:lnTo>
                    <a:pt x="139700" y="6350"/>
                  </a:lnTo>
                  <a:lnTo>
                    <a:pt x="142240" y="6350"/>
                  </a:lnTo>
                  <a:lnTo>
                    <a:pt x="142240" y="5080"/>
                  </a:lnTo>
                  <a:lnTo>
                    <a:pt x="143510" y="5080"/>
                  </a:lnTo>
                  <a:lnTo>
                    <a:pt x="143510" y="2540"/>
                  </a:lnTo>
                  <a:close/>
                </a:path>
                <a:path w="591820" h="6350">
                  <a:moveTo>
                    <a:pt x="148590" y="0"/>
                  </a:moveTo>
                  <a:lnTo>
                    <a:pt x="7620" y="0"/>
                  </a:lnTo>
                  <a:lnTo>
                    <a:pt x="7620" y="1270"/>
                  </a:lnTo>
                  <a:lnTo>
                    <a:pt x="144780" y="1270"/>
                  </a:lnTo>
                  <a:lnTo>
                    <a:pt x="144780" y="2540"/>
                  </a:lnTo>
                  <a:lnTo>
                    <a:pt x="146050" y="2540"/>
                  </a:lnTo>
                  <a:lnTo>
                    <a:pt x="146050" y="1270"/>
                  </a:lnTo>
                  <a:lnTo>
                    <a:pt x="148590" y="1270"/>
                  </a:lnTo>
                  <a:lnTo>
                    <a:pt x="148590" y="0"/>
                  </a:lnTo>
                  <a:close/>
                </a:path>
                <a:path w="591820" h="6350">
                  <a:moveTo>
                    <a:pt x="591820" y="2540"/>
                  </a:moveTo>
                  <a:lnTo>
                    <a:pt x="529590" y="2540"/>
                  </a:lnTo>
                  <a:lnTo>
                    <a:pt x="529590" y="5080"/>
                  </a:lnTo>
                  <a:lnTo>
                    <a:pt x="591820" y="5080"/>
                  </a:lnTo>
                  <a:lnTo>
                    <a:pt x="591820" y="2540"/>
                  </a:lnTo>
                  <a:close/>
                </a:path>
                <a:path w="591820" h="6350">
                  <a:moveTo>
                    <a:pt x="591820" y="0"/>
                  </a:moveTo>
                  <a:lnTo>
                    <a:pt x="527050" y="0"/>
                  </a:lnTo>
                  <a:lnTo>
                    <a:pt x="527050" y="1270"/>
                  </a:lnTo>
                  <a:lnTo>
                    <a:pt x="527050" y="2540"/>
                  </a:lnTo>
                  <a:lnTo>
                    <a:pt x="528320" y="2540"/>
                  </a:lnTo>
                  <a:lnTo>
                    <a:pt x="528320" y="1270"/>
                  </a:lnTo>
                  <a:lnTo>
                    <a:pt x="591820" y="1270"/>
                  </a:lnTo>
                  <a:lnTo>
                    <a:pt x="591820" y="0"/>
                  </a:lnTo>
                  <a:close/>
                </a:path>
              </a:pathLst>
            </a:custGeom>
            <a:solidFill>
              <a:srgbClr val="362800"/>
            </a:solidFill>
          </p:spPr>
          <p:txBody>
            <a:bodyPr wrap="square" lIns="0" tIns="0" rIns="0" bIns="0" rtlCol="0"/>
            <a:lstStyle/>
            <a:p/>
          </p:txBody>
        </p:sp>
        <p:sp>
          <p:nvSpPr>
            <p:cNvPr id="1325" name="object 1325"/>
            <p:cNvSpPr/>
            <p:nvPr/>
          </p:nvSpPr>
          <p:spPr>
            <a:xfrm>
              <a:off x="7468870" y="2593339"/>
              <a:ext cx="599440" cy="7620"/>
            </a:xfrm>
            <a:custGeom>
              <a:avLst/>
              <a:gdLst/>
              <a:ahLst/>
              <a:cxnLst/>
              <a:rect l="l" t="t" r="r" b="b"/>
              <a:pathLst>
                <a:path w="599440" h="7619">
                  <a:moveTo>
                    <a:pt x="140970" y="6350"/>
                  </a:moveTo>
                  <a:lnTo>
                    <a:pt x="1270" y="6350"/>
                  </a:lnTo>
                  <a:lnTo>
                    <a:pt x="1270" y="5080"/>
                  </a:lnTo>
                  <a:lnTo>
                    <a:pt x="0" y="5080"/>
                  </a:lnTo>
                  <a:lnTo>
                    <a:pt x="0" y="6350"/>
                  </a:lnTo>
                  <a:lnTo>
                    <a:pt x="0" y="7620"/>
                  </a:lnTo>
                  <a:lnTo>
                    <a:pt x="140970" y="7620"/>
                  </a:lnTo>
                  <a:lnTo>
                    <a:pt x="140970" y="6350"/>
                  </a:lnTo>
                  <a:close/>
                </a:path>
                <a:path w="599440" h="7619">
                  <a:moveTo>
                    <a:pt x="143510" y="2540"/>
                  </a:moveTo>
                  <a:lnTo>
                    <a:pt x="6350" y="2540"/>
                  </a:lnTo>
                  <a:lnTo>
                    <a:pt x="6350" y="1270"/>
                  </a:lnTo>
                  <a:lnTo>
                    <a:pt x="5080" y="1270"/>
                  </a:lnTo>
                  <a:lnTo>
                    <a:pt x="5080" y="2540"/>
                  </a:lnTo>
                  <a:lnTo>
                    <a:pt x="2540" y="2540"/>
                  </a:lnTo>
                  <a:lnTo>
                    <a:pt x="2540" y="5080"/>
                  </a:lnTo>
                  <a:lnTo>
                    <a:pt x="140970" y="5080"/>
                  </a:lnTo>
                  <a:lnTo>
                    <a:pt x="140970" y="6350"/>
                  </a:lnTo>
                  <a:lnTo>
                    <a:pt x="142240" y="6350"/>
                  </a:lnTo>
                  <a:lnTo>
                    <a:pt x="142240" y="5080"/>
                  </a:lnTo>
                  <a:lnTo>
                    <a:pt x="143510" y="5080"/>
                  </a:lnTo>
                  <a:lnTo>
                    <a:pt x="143510" y="2540"/>
                  </a:lnTo>
                  <a:close/>
                </a:path>
                <a:path w="599440" h="7619">
                  <a:moveTo>
                    <a:pt x="147320" y="0"/>
                  </a:moveTo>
                  <a:lnTo>
                    <a:pt x="7620" y="0"/>
                  </a:lnTo>
                  <a:lnTo>
                    <a:pt x="7620" y="1270"/>
                  </a:lnTo>
                  <a:lnTo>
                    <a:pt x="144780" y="1270"/>
                  </a:lnTo>
                  <a:lnTo>
                    <a:pt x="144780" y="2540"/>
                  </a:lnTo>
                  <a:lnTo>
                    <a:pt x="146050" y="2540"/>
                  </a:lnTo>
                  <a:lnTo>
                    <a:pt x="146050" y="1270"/>
                  </a:lnTo>
                  <a:lnTo>
                    <a:pt x="147320" y="1270"/>
                  </a:lnTo>
                  <a:lnTo>
                    <a:pt x="147320" y="0"/>
                  </a:lnTo>
                  <a:close/>
                </a:path>
                <a:path w="599440" h="7619">
                  <a:moveTo>
                    <a:pt x="599440" y="6350"/>
                  </a:moveTo>
                  <a:lnTo>
                    <a:pt x="543560" y="6350"/>
                  </a:lnTo>
                  <a:lnTo>
                    <a:pt x="543560" y="7620"/>
                  </a:lnTo>
                  <a:lnTo>
                    <a:pt x="599440" y="7620"/>
                  </a:lnTo>
                  <a:lnTo>
                    <a:pt x="599440" y="6350"/>
                  </a:lnTo>
                  <a:close/>
                </a:path>
                <a:path w="599440" h="7619">
                  <a:moveTo>
                    <a:pt x="599440" y="2540"/>
                  </a:moveTo>
                  <a:lnTo>
                    <a:pt x="542290" y="2540"/>
                  </a:lnTo>
                  <a:lnTo>
                    <a:pt x="542290" y="5080"/>
                  </a:lnTo>
                  <a:lnTo>
                    <a:pt x="542290" y="6350"/>
                  </a:lnTo>
                  <a:lnTo>
                    <a:pt x="543560" y="6350"/>
                  </a:lnTo>
                  <a:lnTo>
                    <a:pt x="543560" y="5080"/>
                  </a:lnTo>
                  <a:lnTo>
                    <a:pt x="599440" y="5080"/>
                  </a:lnTo>
                  <a:lnTo>
                    <a:pt x="599440" y="2540"/>
                  </a:lnTo>
                  <a:close/>
                </a:path>
                <a:path w="599440" h="7619">
                  <a:moveTo>
                    <a:pt x="599440" y="0"/>
                  </a:moveTo>
                  <a:lnTo>
                    <a:pt x="538480" y="0"/>
                  </a:lnTo>
                  <a:lnTo>
                    <a:pt x="538480" y="1270"/>
                  </a:lnTo>
                  <a:lnTo>
                    <a:pt x="539750" y="1270"/>
                  </a:lnTo>
                  <a:lnTo>
                    <a:pt x="539750" y="2540"/>
                  </a:lnTo>
                  <a:lnTo>
                    <a:pt x="541020" y="2540"/>
                  </a:lnTo>
                  <a:lnTo>
                    <a:pt x="541020" y="1270"/>
                  </a:lnTo>
                  <a:lnTo>
                    <a:pt x="599440" y="1270"/>
                  </a:lnTo>
                  <a:lnTo>
                    <a:pt x="599440" y="0"/>
                  </a:lnTo>
                  <a:close/>
                </a:path>
              </a:pathLst>
            </a:custGeom>
            <a:solidFill>
              <a:srgbClr val="382A00"/>
            </a:solidFill>
          </p:spPr>
          <p:txBody>
            <a:bodyPr wrap="square" lIns="0" tIns="0" rIns="0" bIns="0" rtlCol="0"/>
            <a:lstStyle/>
            <a:p/>
          </p:txBody>
        </p:sp>
        <p:sp>
          <p:nvSpPr>
            <p:cNvPr id="1326" name="object 1326"/>
            <p:cNvSpPr/>
            <p:nvPr/>
          </p:nvSpPr>
          <p:spPr>
            <a:xfrm>
              <a:off x="7457440" y="2600959"/>
              <a:ext cx="612140" cy="7620"/>
            </a:xfrm>
            <a:custGeom>
              <a:avLst/>
              <a:gdLst/>
              <a:ahLst/>
              <a:cxnLst/>
              <a:rect l="l" t="t" r="r" b="b"/>
              <a:pathLst>
                <a:path w="612140" h="7619">
                  <a:moveTo>
                    <a:pt x="2540" y="6350"/>
                  </a:moveTo>
                  <a:lnTo>
                    <a:pt x="0" y="6350"/>
                  </a:lnTo>
                  <a:lnTo>
                    <a:pt x="0" y="7620"/>
                  </a:lnTo>
                  <a:lnTo>
                    <a:pt x="2540" y="7620"/>
                  </a:lnTo>
                  <a:lnTo>
                    <a:pt x="2540" y="6350"/>
                  </a:lnTo>
                  <a:close/>
                </a:path>
                <a:path w="612140" h="7619">
                  <a:moveTo>
                    <a:pt x="146050" y="5080"/>
                  </a:moveTo>
                  <a:lnTo>
                    <a:pt x="5080" y="5080"/>
                  </a:lnTo>
                  <a:lnTo>
                    <a:pt x="5080" y="3810"/>
                  </a:lnTo>
                  <a:lnTo>
                    <a:pt x="3810" y="3810"/>
                  </a:lnTo>
                  <a:lnTo>
                    <a:pt x="3810" y="5080"/>
                  </a:lnTo>
                  <a:lnTo>
                    <a:pt x="3810" y="6350"/>
                  </a:lnTo>
                  <a:lnTo>
                    <a:pt x="146050" y="6350"/>
                  </a:lnTo>
                  <a:lnTo>
                    <a:pt x="146050" y="5080"/>
                  </a:lnTo>
                  <a:close/>
                </a:path>
                <a:path w="612140" h="7619">
                  <a:moveTo>
                    <a:pt x="148590" y="1270"/>
                  </a:moveTo>
                  <a:lnTo>
                    <a:pt x="10160" y="1270"/>
                  </a:lnTo>
                  <a:lnTo>
                    <a:pt x="10160" y="0"/>
                  </a:lnTo>
                  <a:lnTo>
                    <a:pt x="7620" y="0"/>
                  </a:lnTo>
                  <a:lnTo>
                    <a:pt x="7620" y="1270"/>
                  </a:lnTo>
                  <a:lnTo>
                    <a:pt x="6350" y="1270"/>
                  </a:lnTo>
                  <a:lnTo>
                    <a:pt x="6350" y="3810"/>
                  </a:lnTo>
                  <a:lnTo>
                    <a:pt x="146050" y="3810"/>
                  </a:lnTo>
                  <a:lnTo>
                    <a:pt x="146050" y="5080"/>
                  </a:lnTo>
                  <a:lnTo>
                    <a:pt x="147320" y="5080"/>
                  </a:lnTo>
                  <a:lnTo>
                    <a:pt x="147320" y="3810"/>
                  </a:lnTo>
                  <a:lnTo>
                    <a:pt x="148590" y="3810"/>
                  </a:lnTo>
                  <a:lnTo>
                    <a:pt x="148590" y="1270"/>
                  </a:lnTo>
                  <a:close/>
                </a:path>
                <a:path w="612140" h="7619">
                  <a:moveTo>
                    <a:pt x="151130" y="0"/>
                  </a:moveTo>
                  <a:lnTo>
                    <a:pt x="149860" y="0"/>
                  </a:lnTo>
                  <a:lnTo>
                    <a:pt x="149860" y="1270"/>
                  </a:lnTo>
                  <a:lnTo>
                    <a:pt x="151130" y="1270"/>
                  </a:lnTo>
                  <a:lnTo>
                    <a:pt x="151130" y="0"/>
                  </a:lnTo>
                  <a:close/>
                </a:path>
                <a:path w="612140" h="7619">
                  <a:moveTo>
                    <a:pt x="557530" y="0"/>
                  </a:moveTo>
                  <a:lnTo>
                    <a:pt x="556260" y="0"/>
                  </a:lnTo>
                  <a:lnTo>
                    <a:pt x="556260" y="1270"/>
                  </a:lnTo>
                  <a:lnTo>
                    <a:pt x="557530" y="1270"/>
                  </a:lnTo>
                  <a:lnTo>
                    <a:pt x="557530" y="0"/>
                  </a:lnTo>
                  <a:close/>
                </a:path>
                <a:path w="612140" h="7619">
                  <a:moveTo>
                    <a:pt x="610870" y="1270"/>
                  </a:moveTo>
                  <a:lnTo>
                    <a:pt x="557530" y="1270"/>
                  </a:lnTo>
                  <a:lnTo>
                    <a:pt x="557530" y="3810"/>
                  </a:lnTo>
                  <a:lnTo>
                    <a:pt x="610870" y="3810"/>
                  </a:lnTo>
                  <a:lnTo>
                    <a:pt x="610870" y="1270"/>
                  </a:lnTo>
                  <a:close/>
                </a:path>
                <a:path w="612140" h="7619">
                  <a:moveTo>
                    <a:pt x="612140" y="5080"/>
                  </a:moveTo>
                  <a:lnTo>
                    <a:pt x="558800" y="5080"/>
                  </a:lnTo>
                  <a:lnTo>
                    <a:pt x="558800" y="6350"/>
                  </a:lnTo>
                  <a:lnTo>
                    <a:pt x="612140" y="6350"/>
                  </a:lnTo>
                  <a:lnTo>
                    <a:pt x="612140" y="5080"/>
                  </a:lnTo>
                  <a:close/>
                </a:path>
              </a:pathLst>
            </a:custGeom>
            <a:solidFill>
              <a:srgbClr val="3A2B00"/>
            </a:solidFill>
          </p:spPr>
          <p:txBody>
            <a:bodyPr wrap="square" lIns="0" tIns="0" rIns="0" bIns="0" rtlCol="0"/>
            <a:lstStyle/>
            <a:p/>
          </p:txBody>
        </p:sp>
        <p:sp>
          <p:nvSpPr>
            <p:cNvPr id="1327" name="object 1327"/>
            <p:cNvSpPr/>
            <p:nvPr/>
          </p:nvSpPr>
          <p:spPr>
            <a:xfrm>
              <a:off x="7451090" y="2608579"/>
              <a:ext cx="618490" cy="6350"/>
            </a:xfrm>
            <a:custGeom>
              <a:avLst/>
              <a:gdLst/>
              <a:ahLst/>
              <a:cxnLst/>
              <a:rect l="l" t="t" r="r" b="b"/>
              <a:pathLst>
                <a:path w="618490" h="6350">
                  <a:moveTo>
                    <a:pt x="1270" y="5080"/>
                  </a:moveTo>
                  <a:lnTo>
                    <a:pt x="0" y="5080"/>
                  </a:lnTo>
                  <a:lnTo>
                    <a:pt x="0" y="6350"/>
                  </a:lnTo>
                  <a:lnTo>
                    <a:pt x="1270" y="6350"/>
                  </a:lnTo>
                  <a:lnTo>
                    <a:pt x="1270" y="5080"/>
                  </a:lnTo>
                  <a:close/>
                </a:path>
                <a:path w="618490" h="6350">
                  <a:moveTo>
                    <a:pt x="147320" y="3810"/>
                  </a:moveTo>
                  <a:lnTo>
                    <a:pt x="3810" y="3810"/>
                  </a:lnTo>
                  <a:lnTo>
                    <a:pt x="3810" y="2540"/>
                  </a:lnTo>
                  <a:lnTo>
                    <a:pt x="2540" y="2540"/>
                  </a:lnTo>
                  <a:lnTo>
                    <a:pt x="2540" y="3810"/>
                  </a:lnTo>
                  <a:lnTo>
                    <a:pt x="2540" y="5080"/>
                  </a:lnTo>
                  <a:lnTo>
                    <a:pt x="144780" y="5080"/>
                  </a:lnTo>
                  <a:lnTo>
                    <a:pt x="144780" y="6350"/>
                  </a:lnTo>
                  <a:lnTo>
                    <a:pt x="146037" y="6350"/>
                  </a:lnTo>
                  <a:lnTo>
                    <a:pt x="146037" y="5080"/>
                  </a:lnTo>
                  <a:lnTo>
                    <a:pt x="147320" y="5080"/>
                  </a:lnTo>
                  <a:lnTo>
                    <a:pt x="147320" y="3810"/>
                  </a:lnTo>
                  <a:close/>
                </a:path>
                <a:path w="618490" h="6350">
                  <a:moveTo>
                    <a:pt x="149860" y="0"/>
                  </a:moveTo>
                  <a:lnTo>
                    <a:pt x="5080" y="0"/>
                  </a:lnTo>
                  <a:lnTo>
                    <a:pt x="5080" y="2540"/>
                  </a:lnTo>
                  <a:lnTo>
                    <a:pt x="147320" y="2540"/>
                  </a:lnTo>
                  <a:lnTo>
                    <a:pt x="147320" y="3810"/>
                  </a:lnTo>
                  <a:lnTo>
                    <a:pt x="148590" y="3810"/>
                  </a:lnTo>
                  <a:lnTo>
                    <a:pt x="148590" y="2540"/>
                  </a:lnTo>
                  <a:lnTo>
                    <a:pt x="149860" y="2540"/>
                  </a:lnTo>
                  <a:lnTo>
                    <a:pt x="149860" y="0"/>
                  </a:lnTo>
                  <a:close/>
                </a:path>
                <a:path w="618490" h="6350">
                  <a:moveTo>
                    <a:pt x="618490" y="3810"/>
                  </a:moveTo>
                  <a:lnTo>
                    <a:pt x="568960" y="3810"/>
                  </a:lnTo>
                  <a:lnTo>
                    <a:pt x="568960" y="5080"/>
                  </a:lnTo>
                  <a:lnTo>
                    <a:pt x="570230" y="5080"/>
                  </a:lnTo>
                  <a:lnTo>
                    <a:pt x="570230" y="6350"/>
                  </a:lnTo>
                  <a:lnTo>
                    <a:pt x="571500" y="6350"/>
                  </a:lnTo>
                  <a:lnTo>
                    <a:pt x="571500" y="5080"/>
                  </a:lnTo>
                  <a:lnTo>
                    <a:pt x="618490" y="5080"/>
                  </a:lnTo>
                  <a:lnTo>
                    <a:pt x="618490" y="3810"/>
                  </a:lnTo>
                  <a:close/>
                </a:path>
                <a:path w="618490" h="6350">
                  <a:moveTo>
                    <a:pt x="618490" y="0"/>
                  </a:moveTo>
                  <a:lnTo>
                    <a:pt x="567690" y="0"/>
                  </a:lnTo>
                  <a:lnTo>
                    <a:pt x="567690" y="2540"/>
                  </a:lnTo>
                  <a:lnTo>
                    <a:pt x="618490" y="2540"/>
                  </a:lnTo>
                  <a:lnTo>
                    <a:pt x="618490" y="0"/>
                  </a:lnTo>
                  <a:close/>
                </a:path>
              </a:pathLst>
            </a:custGeom>
            <a:solidFill>
              <a:srgbClr val="3B2C00"/>
            </a:solidFill>
          </p:spPr>
          <p:txBody>
            <a:bodyPr wrap="square" lIns="0" tIns="0" rIns="0" bIns="0" rtlCol="0"/>
            <a:lstStyle/>
            <a:p/>
          </p:txBody>
        </p:sp>
        <p:sp>
          <p:nvSpPr>
            <p:cNvPr id="1328" name="object 1328"/>
            <p:cNvSpPr/>
            <p:nvPr/>
          </p:nvSpPr>
          <p:spPr>
            <a:xfrm>
              <a:off x="7443470" y="2614929"/>
              <a:ext cx="626110" cy="7620"/>
            </a:xfrm>
            <a:custGeom>
              <a:avLst/>
              <a:gdLst/>
              <a:ahLst/>
              <a:cxnLst/>
              <a:rect l="l" t="t" r="r" b="b"/>
              <a:pathLst>
                <a:path w="626109" h="7619">
                  <a:moveTo>
                    <a:pt x="146050" y="6350"/>
                  </a:moveTo>
                  <a:lnTo>
                    <a:pt x="2540" y="6350"/>
                  </a:lnTo>
                  <a:lnTo>
                    <a:pt x="2540" y="5080"/>
                  </a:lnTo>
                  <a:lnTo>
                    <a:pt x="1270" y="5080"/>
                  </a:lnTo>
                  <a:lnTo>
                    <a:pt x="1270" y="6350"/>
                  </a:lnTo>
                  <a:lnTo>
                    <a:pt x="0" y="6350"/>
                  </a:lnTo>
                  <a:lnTo>
                    <a:pt x="0" y="7620"/>
                  </a:lnTo>
                  <a:lnTo>
                    <a:pt x="146050" y="7620"/>
                  </a:lnTo>
                  <a:lnTo>
                    <a:pt x="146050" y="6350"/>
                  </a:lnTo>
                  <a:close/>
                </a:path>
                <a:path w="626109" h="7619">
                  <a:moveTo>
                    <a:pt x="148590" y="3810"/>
                  </a:moveTo>
                  <a:lnTo>
                    <a:pt x="5080" y="3810"/>
                  </a:lnTo>
                  <a:lnTo>
                    <a:pt x="5080" y="2540"/>
                  </a:lnTo>
                  <a:lnTo>
                    <a:pt x="3810" y="2540"/>
                  </a:lnTo>
                  <a:lnTo>
                    <a:pt x="3810" y="3810"/>
                  </a:lnTo>
                  <a:lnTo>
                    <a:pt x="3810" y="5080"/>
                  </a:lnTo>
                  <a:lnTo>
                    <a:pt x="147320" y="5080"/>
                  </a:lnTo>
                  <a:lnTo>
                    <a:pt x="147320" y="6350"/>
                  </a:lnTo>
                  <a:lnTo>
                    <a:pt x="148590" y="6350"/>
                  </a:lnTo>
                  <a:lnTo>
                    <a:pt x="148590" y="5080"/>
                  </a:lnTo>
                  <a:lnTo>
                    <a:pt x="148590" y="3810"/>
                  </a:lnTo>
                  <a:close/>
                </a:path>
                <a:path w="626109" h="7619">
                  <a:moveTo>
                    <a:pt x="151130" y="0"/>
                  </a:moveTo>
                  <a:lnTo>
                    <a:pt x="6350" y="0"/>
                  </a:lnTo>
                  <a:lnTo>
                    <a:pt x="6350" y="2540"/>
                  </a:lnTo>
                  <a:lnTo>
                    <a:pt x="148590" y="2540"/>
                  </a:lnTo>
                  <a:lnTo>
                    <a:pt x="148590" y="3810"/>
                  </a:lnTo>
                  <a:lnTo>
                    <a:pt x="149860" y="3810"/>
                  </a:lnTo>
                  <a:lnTo>
                    <a:pt x="149860" y="2540"/>
                  </a:lnTo>
                  <a:lnTo>
                    <a:pt x="151130" y="2540"/>
                  </a:lnTo>
                  <a:lnTo>
                    <a:pt x="151130" y="0"/>
                  </a:lnTo>
                  <a:close/>
                </a:path>
                <a:path w="626109" h="7619">
                  <a:moveTo>
                    <a:pt x="626110" y="6350"/>
                  </a:moveTo>
                  <a:lnTo>
                    <a:pt x="582930" y="6350"/>
                  </a:lnTo>
                  <a:lnTo>
                    <a:pt x="582930" y="7620"/>
                  </a:lnTo>
                  <a:lnTo>
                    <a:pt x="626110" y="7620"/>
                  </a:lnTo>
                  <a:lnTo>
                    <a:pt x="626110" y="6350"/>
                  </a:lnTo>
                  <a:close/>
                </a:path>
                <a:path w="626109" h="7619">
                  <a:moveTo>
                    <a:pt x="626110" y="3810"/>
                  </a:moveTo>
                  <a:lnTo>
                    <a:pt x="581660" y="3810"/>
                  </a:lnTo>
                  <a:lnTo>
                    <a:pt x="581660" y="5080"/>
                  </a:lnTo>
                  <a:lnTo>
                    <a:pt x="581660" y="6350"/>
                  </a:lnTo>
                  <a:lnTo>
                    <a:pt x="582930" y="6350"/>
                  </a:lnTo>
                  <a:lnTo>
                    <a:pt x="582930" y="5080"/>
                  </a:lnTo>
                  <a:lnTo>
                    <a:pt x="626110" y="5080"/>
                  </a:lnTo>
                  <a:lnTo>
                    <a:pt x="626110" y="3810"/>
                  </a:lnTo>
                  <a:close/>
                </a:path>
                <a:path w="626109" h="7619">
                  <a:moveTo>
                    <a:pt x="626110" y="0"/>
                  </a:moveTo>
                  <a:lnTo>
                    <a:pt x="579120" y="0"/>
                  </a:lnTo>
                  <a:lnTo>
                    <a:pt x="579120" y="2540"/>
                  </a:lnTo>
                  <a:lnTo>
                    <a:pt x="580390" y="2540"/>
                  </a:lnTo>
                  <a:lnTo>
                    <a:pt x="580390" y="3810"/>
                  </a:lnTo>
                  <a:lnTo>
                    <a:pt x="581660" y="3810"/>
                  </a:lnTo>
                  <a:lnTo>
                    <a:pt x="581660" y="2540"/>
                  </a:lnTo>
                  <a:lnTo>
                    <a:pt x="626110" y="2540"/>
                  </a:lnTo>
                  <a:lnTo>
                    <a:pt x="626110" y="0"/>
                  </a:lnTo>
                  <a:close/>
                </a:path>
              </a:pathLst>
            </a:custGeom>
            <a:solidFill>
              <a:srgbClr val="3D2D00"/>
            </a:solidFill>
          </p:spPr>
          <p:txBody>
            <a:bodyPr wrap="square" lIns="0" tIns="0" rIns="0" bIns="0" rtlCol="0"/>
            <a:lstStyle/>
            <a:p/>
          </p:txBody>
        </p:sp>
        <p:sp>
          <p:nvSpPr>
            <p:cNvPr id="1329" name="object 1329"/>
            <p:cNvSpPr/>
            <p:nvPr/>
          </p:nvSpPr>
          <p:spPr>
            <a:xfrm>
              <a:off x="7437120" y="2622549"/>
              <a:ext cx="632460" cy="7620"/>
            </a:xfrm>
            <a:custGeom>
              <a:avLst/>
              <a:gdLst/>
              <a:ahLst/>
              <a:cxnLst/>
              <a:rect l="l" t="t" r="r" b="b"/>
              <a:pathLst>
                <a:path w="632459" h="7619">
                  <a:moveTo>
                    <a:pt x="147320" y="5080"/>
                  </a:moveTo>
                  <a:lnTo>
                    <a:pt x="2540" y="5080"/>
                  </a:lnTo>
                  <a:lnTo>
                    <a:pt x="2540" y="3810"/>
                  </a:lnTo>
                  <a:lnTo>
                    <a:pt x="1270" y="3810"/>
                  </a:lnTo>
                  <a:lnTo>
                    <a:pt x="1270" y="5080"/>
                  </a:lnTo>
                  <a:lnTo>
                    <a:pt x="0" y="5080"/>
                  </a:lnTo>
                  <a:lnTo>
                    <a:pt x="0" y="7620"/>
                  </a:lnTo>
                  <a:lnTo>
                    <a:pt x="147320" y="7620"/>
                  </a:lnTo>
                  <a:lnTo>
                    <a:pt x="147320" y="5080"/>
                  </a:lnTo>
                  <a:close/>
                </a:path>
                <a:path w="632459" h="7619">
                  <a:moveTo>
                    <a:pt x="149860" y="2540"/>
                  </a:moveTo>
                  <a:lnTo>
                    <a:pt x="5080" y="2540"/>
                  </a:lnTo>
                  <a:lnTo>
                    <a:pt x="5080" y="1270"/>
                  </a:lnTo>
                  <a:lnTo>
                    <a:pt x="3810" y="1270"/>
                  </a:lnTo>
                  <a:lnTo>
                    <a:pt x="3810" y="2540"/>
                  </a:lnTo>
                  <a:lnTo>
                    <a:pt x="3810" y="3810"/>
                  </a:lnTo>
                  <a:lnTo>
                    <a:pt x="148590" y="3810"/>
                  </a:lnTo>
                  <a:lnTo>
                    <a:pt x="148590" y="5080"/>
                  </a:lnTo>
                  <a:lnTo>
                    <a:pt x="149860" y="5080"/>
                  </a:lnTo>
                  <a:lnTo>
                    <a:pt x="149860" y="3810"/>
                  </a:lnTo>
                  <a:lnTo>
                    <a:pt x="149860" y="2540"/>
                  </a:lnTo>
                  <a:close/>
                </a:path>
                <a:path w="632459" h="7619">
                  <a:moveTo>
                    <a:pt x="152400" y="0"/>
                  </a:moveTo>
                  <a:lnTo>
                    <a:pt x="6350" y="0"/>
                  </a:lnTo>
                  <a:lnTo>
                    <a:pt x="6350" y="1270"/>
                  </a:lnTo>
                  <a:lnTo>
                    <a:pt x="149860" y="1270"/>
                  </a:lnTo>
                  <a:lnTo>
                    <a:pt x="149860" y="2540"/>
                  </a:lnTo>
                  <a:lnTo>
                    <a:pt x="151130" y="2540"/>
                  </a:lnTo>
                  <a:lnTo>
                    <a:pt x="151130" y="1270"/>
                  </a:lnTo>
                  <a:lnTo>
                    <a:pt x="152400" y="1270"/>
                  </a:lnTo>
                  <a:lnTo>
                    <a:pt x="152400" y="0"/>
                  </a:lnTo>
                  <a:close/>
                </a:path>
                <a:path w="632459" h="7619">
                  <a:moveTo>
                    <a:pt x="632460" y="5080"/>
                  </a:moveTo>
                  <a:lnTo>
                    <a:pt x="593090" y="5080"/>
                  </a:lnTo>
                  <a:lnTo>
                    <a:pt x="593090" y="7620"/>
                  </a:lnTo>
                  <a:lnTo>
                    <a:pt x="632460" y="7620"/>
                  </a:lnTo>
                  <a:lnTo>
                    <a:pt x="632460" y="5080"/>
                  </a:lnTo>
                  <a:close/>
                </a:path>
                <a:path w="632459" h="7619">
                  <a:moveTo>
                    <a:pt x="632460" y="2540"/>
                  </a:moveTo>
                  <a:lnTo>
                    <a:pt x="590550" y="2540"/>
                  </a:lnTo>
                  <a:lnTo>
                    <a:pt x="590550" y="3810"/>
                  </a:lnTo>
                  <a:lnTo>
                    <a:pt x="632460" y="3810"/>
                  </a:lnTo>
                  <a:lnTo>
                    <a:pt x="632460" y="2540"/>
                  </a:lnTo>
                  <a:close/>
                </a:path>
                <a:path w="632459" h="7619">
                  <a:moveTo>
                    <a:pt x="632460" y="0"/>
                  </a:moveTo>
                  <a:lnTo>
                    <a:pt x="589280" y="0"/>
                  </a:lnTo>
                  <a:lnTo>
                    <a:pt x="589280" y="1270"/>
                  </a:lnTo>
                  <a:lnTo>
                    <a:pt x="632460" y="1270"/>
                  </a:lnTo>
                  <a:lnTo>
                    <a:pt x="632460" y="0"/>
                  </a:lnTo>
                  <a:close/>
                </a:path>
              </a:pathLst>
            </a:custGeom>
            <a:solidFill>
              <a:srgbClr val="3F2F00"/>
            </a:solidFill>
          </p:spPr>
          <p:txBody>
            <a:bodyPr wrap="square" lIns="0" tIns="0" rIns="0" bIns="0" rtlCol="0"/>
            <a:lstStyle/>
            <a:p/>
          </p:txBody>
        </p:sp>
        <p:sp>
          <p:nvSpPr>
            <p:cNvPr id="1330" name="object 1330"/>
            <p:cNvSpPr/>
            <p:nvPr/>
          </p:nvSpPr>
          <p:spPr>
            <a:xfrm>
              <a:off x="7428230" y="2630170"/>
              <a:ext cx="641350" cy="7620"/>
            </a:xfrm>
            <a:custGeom>
              <a:avLst/>
              <a:gdLst/>
              <a:ahLst/>
              <a:cxnLst/>
              <a:rect l="l" t="t" r="r" b="b"/>
              <a:pathLst>
                <a:path w="641350" h="7619">
                  <a:moveTo>
                    <a:pt x="1270" y="6349"/>
                  </a:moveTo>
                  <a:lnTo>
                    <a:pt x="0" y="6349"/>
                  </a:lnTo>
                  <a:lnTo>
                    <a:pt x="0" y="7619"/>
                  </a:lnTo>
                  <a:lnTo>
                    <a:pt x="1270" y="7619"/>
                  </a:lnTo>
                  <a:lnTo>
                    <a:pt x="1270" y="6349"/>
                  </a:lnTo>
                  <a:close/>
                </a:path>
                <a:path w="641350" h="7619">
                  <a:moveTo>
                    <a:pt x="151130" y="3809"/>
                  </a:moveTo>
                  <a:lnTo>
                    <a:pt x="2540" y="3809"/>
                  </a:lnTo>
                  <a:lnTo>
                    <a:pt x="2540" y="6349"/>
                  </a:lnTo>
                  <a:lnTo>
                    <a:pt x="151130" y="6349"/>
                  </a:lnTo>
                  <a:lnTo>
                    <a:pt x="151130" y="3809"/>
                  </a:lnTo>
                  <a:close/>
                </a:path>
                <a:path w="641350" h="7619">
                  <a:moveTo>
                    <a:pt x="5079" y="2539"/>
                  </a:moveTo>
                  <a:lnTo>
                    <a:pt x="3810" y="2539"/>
                  </a:lnTo>
                  <a:lnTo>
                    <a:pt x="3810" y="3809"/>
                  </a:lnTo>
                  <a:lnTo>
                    <a:pt x="5079" y="3809"/>
                  </a:lnTo>
                  <a:lnTo>
                    <a:pt x="5079" y="2539"/>
                  </a:lnTo>
                  <a:close/>
                </a:path>
                <a:path w="641350" h="7619">
                  <a:moveTo>
                    <a:pt x="7620" y="0"/>
                  </a:moveTo>
                  <a:lnTo>
                    <a:pt x="6350" y="0"/>
                  </a:lnTo>
                  <a:lnTo>
                    <a:pt x="6350" y="2539"/>
                  </a:lnTo>
                  <a:lnTo>
                    <a:pt x="152400" y="2539"/>
                  </a:lnTo>
                  <a:lnTo>
                    <a:pt x="152400" y="3809"/>
                  </a:lnTo>
                  <a:lnTo>
                    <a:pt x="153670" y="3809"/>
                  </a:lnTo>
                  <a:lnTo>
                    <a:pt x="153670" y="1269"/>
                  </a:lnTo>
                  <a:lnTo>
                    <a:pt x="7620" y="1269"/>
                  </a:lnTo>
                  <a:lnTo>
                    <a:pt x="7620" y="0"/>
                  </a:lnTo>
                  <a:close/>
                </a:path>
                <a:path w="641350" h="7619">
                  <a:moveTo>
                    <a:pt x="154940" y="0"/>
                  </a:moveTo>
                  <a:lnTo>
                    <a:pt x="153670" y="0"/>
                  </a:lnTo>
                  <a:lnTo>
                    <a:pt x="153670" y="1269"/>
                  </a:lnTo>
                  <a:lnTo>
                    <a:pt x="154940" y="1269"/>
                  </a:lnTo>
                  <a:lnTo>
                    <a:pt x="154940" y="0"/>
                  </a:lnTo>
                  <a:close/>
                </a:path>
                <a:path w="641350" h="7619">
                  <a:moveTo>
                    <a:pt x="641350" y="3809"/>
                  </a:moveTo>
                  <a:lnTo>
                    <a:pt x="604520" y="3809"/>
                  </a:lnTo>
                  <a:lnTo>
                    <a:pt x="604520" y="6349"/>
                  </a:lnTo>
                  <a:lnTo>
                    <a:pt x="641350" y="6349"/>
                  </a:lnTo>
                  <a:lnTo>
                    <a:pt x="641350" y="3809"/>
                  </a:lnTo>
                  <a:close/>
                </a:path>
                <a:path w="641350" h="7619">
                  <a:moveTo>
                    <a:pt x="641350" y="1269"/>
                  </a:moveTo>
                  <a:lnTo>
                    <a:pt x="603250" y="1269"/>
                  </a:lnTo>
                  <a:lnTo>
                    <a:pt x="603250" y="3809"/>
                  </a:lnTo>
                  <a:lnTo>
                    <a:pt x="604520" y="3809"/>
                  </a:lnTo>
                  <a:lnTo>
                    <a:pt x="604520" y="2539"/>
                  </a:lnTo>
                  <a:lnTo>
                    <a:pt x="641350" y="2539"/>
                  </a:lnTo>
                  <a:lnTo>
                    <a:pt x="641350" y="1269"/>
                  </a:lnTo>
                  <a:close/>
                </a:path>
                <a:path w="641350" h="7619">
                  <a:moveTo>
                    <a:pt x="603250" y="0"/>
                  </a:moveTo>
                  <a:lnTo>
                    <a:pt x="601979" y="0"/>
                  </a:lnTo>
                  <a:lnTo>
                    <a:pt x="601979" y="1269"/>
                  </a:lnTo>
                  <a:lnTo>
                    <a:pt x="603250" y="1269"/>
                  </a:lnTo>
                  <a:lnTo>
                    <a:pt x="603250" y="0"/>
                  </a:lnTo>
                  <a:close/>
                </a:path>
              </a:pathLst>
            </a:custGeom>
            <a:solidFill>
              <a:srgbClr val="403000"/>
            </a:solidFill>
          </p:spPr>
          <p:txBody>
            <a:bodyPr wrap="square" lIns="0" tIns="0" rIns="0" bIns="0" rtlCol="0"/>
            <a:lstStyle/>
            <a:p/>
          </p:txBody>
        </p:sp>
        <p:sp>
          <p:nvSpPr>
            <p:cNvPr id="1331" name="object 1331"/>
            <p:cNvSpPr/>
            <p:nvPr/>
          </p:nvSpPr>
          <p:spPr>
            <a:xfrm>
              <a:off x="7423150" y="2637789"/>
              <a:ext cx="646430" cy="6350"/>
            </a:xfrm>
            <a:custGeom>
              <a:avLst/>
              <a:gdLst/>
              <a:ahLst/>
              <a:cxnLst/>
              <a:rect l="l" t="t" r="r" b="b"/>
              <a:pathLst>
                <a:path w="646429" h="6350">
                  <a:moveTo>
                    <a:pt x="1270" y="5080"/>
                  </a:moveTo>
                  <a:lnTo>
                    <a:pt x="0" y="5080"/>
                  </a:lnTo>
                  <a:lnTo>
                    <a:pt x="0" y="6350"/>
                  </a:lnTo>
                  <a:lnTo>
                    <a:pt x="1270" y="6350"/>
                  </a:lnTo>
                  <a:lnTo>
                    <a:pt x="1270" y="5080"/>
                  </a:lnTo>
                  <a:close/>
                </a:path>
                <a:path w="646429" h="6350">
                  <a:moveTo>
                    <a:pt x="151130" y="2540"/>
                  </a:moveTo>
                  <a:lnTo>
                    <a:pt x="5080" y="2540"/>
                  </a:lnTo>
                  <a:lnTo>
                    <a:pt x="5080" y="1270"/>
                  </a:lnTo>
                  <a:lnTo>
                    <a:pt x="3810" y="1270"/>
                  </a:lnTo>
                  <a:lnTo>
                    <a:pt x="3810" y="2540"/>
                  </a:lnTo>
                  <a:lnTo>
                    <a:pt x="2540" y="2540"/>
                  </a:lnTo>
                  <a:lnTo>
                    <a:pt x="2540" y="5080"/>
                  </a:lnTo>
                  <a:lnTo>
                    <a:pt x="149860" y="5080"/>
                  </a:lnTo>
                  <a:lnTo>
                    <a:pt x="149860" y="6350"/>
                  </a:lnTo>
                  <a:lnTo>
                    <a:pt x="151130" y="6350"/>
                  </a:lnTo>
                  <a:lnTo>
                    <a:pt x="151130" y="5080"/>
                  </a:lnTo>
                  <a:lnTo>
                    <a:pt x="151130" y="2540"/>
                  </a:lnTo>
                  <a:close/>
                </a:path>
                <a:path w="646429" h="6350">
                  <a:moveTo>
                    <a:pt x="154927" y="0"/>
                  </a:moveTo>
                  <a:lnTo>
                    <a:pt x="5080" y="0"/>
                  </a:lnTo>
                  <a:lnTo>
                    <a:pt x="5080" y="1270"/>
                  </a:lnTo>
                  <a:lnTo>
                    <a:pt x="152400" y="1270"/>
                  </a:lnTo>
                  <a:lnTo>
                    <a:pt x="152400" y="2540"/>
                  </a:lnTo>
                  <a:lnTo>
                    <a:pt x="153670" y="2540"/>
                  </a:lnTo>
                  <a:lnTo>
                    <a:pt x="153670" y="1270"/>
                  </a:lnTo>
                  <a:lnTo>
                    <a:pt x="154927" y="1270"/>
                  </a:lnTo>
                  <a:lnTo>
                    <a:pt x="154927" y="0"/>
                  </a:lnTo>
                  <a:close/>
                </a:path>
                <a:path w="646429" h="6350">
                  <a:moveTo>
                    <a:pt x="646430" y="2540"/>
                  </a:moveTo>
                  <a:lnTo>
                    <a:pt x="613410" y="2540"/>
                  </a:lnTo>
                  <a:lnTo>
                    <a:pt x="613410" y="5080"/>
                  </a:lnTo>
                  <a:lnTo>
                    <a:pt x="613410" y="6350"/>
                  </a:lnTo>
                  <a:lnTo>
                    <a:pt x="614680" y="6350"/>
                  </a:lnTo>
                  <a:lnTo>
                    <a:pt x="614680" y="5080"/>
                  </a:lnTo>
                  <a:lnTo>
                    <a:pt x="646430" y="5080"/>
                  </a:lnTo>
                  <a:lnTo>
                    <a:pt x="646430" y="2540"/>
                  </a:lnTo>
                  <a:close/>
                </a:path>
                <a:path w="646429" h="6350">
                  <a:moveTo>
                    <a:pt x="646430" y="0"/>
                  </a:moveTo>
                  <a:lnTo>
                    <a:pt x="610870" y="0"/>
                  </a:lnTo>
                  <a:lnTo>
                    <a:pt x="610870" y="1270"/>
                  </a:lnTo>
                  <a:lnTo>
                    <a:pt x="646430" y="1270"/>
                  </a:lnTo>
                  <a:lnTo>
                    <a:pt x="646430" y="0"/>
                  </a:lnTo>
                  <a:close/>
                </a:path>
              </a:pathLst>
            </a:custGeom>
            <a:solidFill>
              <a:srgbClr val="423100"/>
            </a:solidFill>
          </p:spPr>
          <p:txBody>
            <a:bodyPr wrap="square" lIns="0" tIns="0" rIns="0" bIns="0" rtlCol="0"/>
            <a:lstStyle/>
            <a:p/>
          </p:txBody>
        </p:sp>
        <p:sp>
          <p:nvSpPr>
            <p:cNvPr id="1332" name="object 1332"/>
            <p:cNvSpPr/>
            <p:nvPr/>
          </p:nvSpPr>
          <p:spPr>
            <a:xfrm>
              <a:off x="7416800" y="2644139"/>
              <a:ext cx="652780" cy="7620"/>
            </a:xfrm>
            <a:custGeom>
              <a:avLst/>
              <a:gdLst/>
              <a:ahLst/>
              <a:cxnLst/>
              <a:rect l="l" t="t" r="r" b="b"/>
              <a:pathLst>
                <a:path w="652779" h="7619">
                  <a:moveTo>
                    <a:pt x="151130" y="6350"/>
                  </a:moveTo>
                  <a:lnTo>
                    <a:pt x="1270" y="6350"/>
                  </a:lnTo>
                  <a:lnTo>
                    <a:pt x="1270" y="5080"/>
                  </a:lnTo>
                  <a:lnTo>
                    <a:pt x="0" y="5080"/>
                  </a:lnTo>
                  <a:lnTo>
                    <a:pt x="0" y="6350"/>
                  </a:lnTo>
                  <a:lnTo>
                    <a:pt x="0" y="7620"/>
                  </a:lnTo>
                  <a:lnTo>
                    <a:pt x="151130" y="7620"/>
                  </a:lnTo>
                  <a:lnTo>
                    <a:pt x="151130" y="6350"/>
                  </a:lnTo>
                  <a:close/>
                </a:path>
                <a:path w="652779" h="7619">
                  <a:moveTo>
                    <a:pt x="153670" y="2540"/>
                  </a:moveTo>
                  <a:lnTo>
                    <a:pt x="5080" y="2540"/>
                  </a:lnTo>
                  <a:lnTo>
                    <a:pt x="5080" y="1270"/>
                  </a:lnTo>
                  <a:lnTo>
                    <a:pt x="3810" y="1270"/>
                  </a:lnTo>
                  <a:lnTo>
                    <a:pt x="3810" y="2540"/>
                  </a:lnTo>
                  <a:lnTo>
                    <a:pt x="2540" y="2540"/>
                  </a:lnTo>
                  <a:lnTo>
                    <a:pt x="2540" y="5080"/>
                  </a:lnTo>
                  <a:lnTo>
                    <a:pt x="151130" y="5080"/>
                  </a:lnTo>
                  <a:lnTo>
                    <a:pt x="151130" y="6350"/>
                  </a:lnTo>
                  <a:lnTo>
                    <a:pt x="152400" y="6350"/>
                  </a:lnTo>
                  <a:lnTo>
                    <a:pt x="152400" y="5080"/>
                  </a:lnTo>
                  <a:lnTo>
                    <a:pt x="153670" y="5080"/>
                  </a:lnTo>
                  <a:lnTo>
                    <a:pt x="153670" y="2540"/>
                  </a:lnTo>
                  <a:close/>
                </a:path>
                <a:path w="652779" h="7619">
                  <a:moveTo>
                    <a:pt x="156210" y="0"/>
                  </a:moveTo>
                  <a:lnTo>
                    <a:pt x="6350" y="0"/>
                  </a:lnTo>
                  <a:lnTo>
                    <a:pt x="6350" y="1270"/>
                  </a:lnTo>
                  <a:lnTo>
                    <a:pt x="153657" y="1270"/>
                  </a:lnTo>
                  <a:lnTo>
                    <a:pt x="153670" y="2540"/>
                  </a:lnTo>
                  <a:lnTo>
                    <a:pt x="154927" y="2540"/>
                  </a:lnTo>
                  <a:lnTo>
                    <a:pt x="154927" y="1270"/>
                  </a:lnTo>
                  <a:lnTo>
                    <a:pt x="156210" y="1270"/>
                  </a:lnTo>
                  <a:lnTo>
                    <a:pt x="156210" y="0"/>
                  </a:lnTo>
                  <a:close/>
                </a:path>
                <a:path w="652779" h="7619">
                  <a:moveTo>
                    <a:pt x="652780" y="6350"/>
                  </a:moveTo>
                  <a:lnTo>
                    <a:pt x="623570" y="6350"/>
                  </a:lnTo>
                  <a:lnTo>
                    <a:pt x="623570" y="7620"/>
                  </a:lnTo>
                  <a:lnTo>
                    <a:pt x="652780" y="7620"/>
                  </a:lnTo>
                  <a:lnTo>
                    <a:pt x="652780" y="6350"/>
                  </a:lnTo>
                  <a:close/>
                </a:path>
                <a:path w="652779" h="7619">
                  <a:moveTo>
                    <a:pt x="652780" y="2540"/>
                  </a:moveTo>
                  <a:lnTo>
                    <a:pt x="622300" y="2540"/>
                  </a:lnTo>
                  <a:lnTo>
                    <a:pt x="622300" y="5080"/>
                  </a:lnTo>
                  <a:lnTo>
                    <a:pt x="652780" y="5080"/>
                  </a:lnTo>
                  <a:lnTo>
                    <a:pt x="652780" y="2540"/>
                  </a:lnTo>
                  <a:close/>
                </a:path>
                <a:path w="652779" h="7619">
                  <a:moveTo>
                    <a:pt x="652780" y="0"/>
                  </a:moveTo>
                  <a:lnTo>
                    <a:pt x="621030" y="0"/>
                  </a:lnTo>
                  <a:lnTo>
                    <a:pt x="621030" y="1270"/>
                  </a:lnTo>
                  <a:lnTo>
                    <a:pt x="621030" y="2540"/>
                  </a:lnTo>
                  <a:lnTo>
                    <a:pt x="622300" y="2540"/>
                  </a:lnTo>
                  <a:lnTo>
                    <a:pt x="622300" y="1270"/>
                  </a:lnTo>
                  <a:lnTo>
                    <a:pt x="652780" y="1270"/>
                  </a:lnTo>
                  <a:lnTo>
                    <a:pt x="652780" y="0"/>
                  </a:lnTo>
                  <a:close/>
                </a:path>
              </a:pathLst>
            </a:custGeom>
            <a:solidFill>
              <a:srgbClr val="443300"/>
            </a:solidFill>
          </p:spPr>
          <p:txBody>
            <a:bodyPr wrap="square" lIns="0" tIns="0" rIns="0" bIns="0" rtlCol="0"/>
            <a:lstStyle/>
            <a:p/>
          </p:txBody>
        </p:sp>
        <p:sp>
          <p:nvSpPr>
            <p:cNvPr id="1333" name="object 1333"/>
            <p:cNvSpPr/>
            <p:nvPr/>
          </p:nvSpPr>
          <p:spPr>
            <a:xfrm>
              <a:off x="7407910" y="2651760"/>
              <a:ext cx="661670" cy="7620"/>
            </a:xfrm>
            <a:custGeom>
              <a:avLst/>
              <a:gdLst/>
              <a:ahLst/>
              <a:cxnLst/>
              <a:rect l="l" t="t" r="r" b="b"/>
              <a:pathLst>
                <a:path w="661670" h="7619">
                  <a:moveTo>
                    <a:pt x="1270" y="6349"/>
                  </a:moveTo>
                  <a:lnTo>
                    <a:pt x="0" y="6349"/>
                  </a:lnTo>
                  <a:lnTo>
                    <a:pt x="0" y="7619"/>
                  </a:lnTo>
                  <a:lnTo>
                    <a:pt x="1270" y="7619"/>
                  </a:lnTo>
                  <a:lnTo>
                    <a:pt x="1270" y="6349"/>
                  </a:lnTo>
                  <a:close/>
                </a:path>
                <a:path w="661670" h="7619">
                  <a:moveTo>
                    <a:pt x="154940" y="6349"/>
                  </a:moveTo>
                  <a:lnTo>
                    <a:pt x="153670" y="6349"/>
                  </a:lnTo>
                  <a:lnTo>
                    <a:pt x="153670" y="7619"/>
                  </a:lnTo>
                  <a:lnTo>
                    <a:pt x="154940" y="7619"/>
                  </a:lnTo>
                  <a:lnTo>
                    <a:pt x="154940" y="6349"/>
                  </a:lnTo>
                  <a:close/>
                </a:path>
                <a:path w="661670" h="7619">
                  <a:moveTo>
                    <a:pt x="3810" y="3809"/>
                  </a:moveTo>
                  <a:lnTo>
                    <a:pt x="2540" y="3809"/>
                  </a:lnTo>
                  <a:lnTo>
                    <a:pt x="2540" y="6349"/>
                  </a:lnTo>
                  <a:lnTo>
                    <a:pt x="156210" y="6349"/>
                  </a:lnTo>
                  <a:lnTo>
                    <a:pt x="156210" y="5079"/>
                  </a:lnTo>
                  <a:lnTo>
                    <a:pt x="3810" y="5079"/>
                  </a:lnTo>
                  <a:lnTo>
                    <a:pt x="3810" y="3809"/>
                  </a:lnTo>
                  <a:close/>
                </a:path>
                <a:path w="661670" h="7619">
                  <a:moveTo>
                    <a:pt x="157480" y="1269"/>
                  </a:moveTo>
                  <a:lnTo>
                    <a:pt x="5080" y="1269"/>
                  </a:lnTo>
                  <a:lnTo>
                    <a:pt x="5080" y="3809"/>
                  </a:lnTo>
                  <a:lnTo>
                    <a:pt x="157480" y="3809"/>
                  </a:lnTo>
                  <a:lnTo>
                    <a:pt x="157480" y="1269"/>
                  </a:lnTo>
                  <a:close/>
                </a:path>
                <a:path w="661670" h="7619">
                  <a:moveTo>
                    <a:pt x="7620" y="0"/>
                  </a:moveTo>
                  <a:lnTo>
                    <a:pt x="6350" y="0"/>
                  </a:lnTo>
                  <a:lnTo>
                    <a:pt x="6350" y="1269"/>
                  </a:lnTo>
                  <a:lnTo>
                    <a:pt x="7620" y="1269"/>
                  </a:lnTo>
                  <a:lnTo>
                    <a:pt x="7620" y="0"/>
                  </a:lnTo>
                  <a:close/>
                </a:path>
                <a:path w="661670" h="7619">
                  <a:moveTo>
                    <a:pt x="661670" y="5079"/>
                  </a:moveTo>
                  <a:lnTo>
                    <a:pt x="635000" y="5079"/>
                  </a:lnTo>
                  <a:lnTo>
                    <a:pt x="635000" y="7619"/>
                  </a:lnTo>
                  <a:lnTo>
                    <a:pt x="636270" y="7619"/>
                  </a:lnTo>
                  <a:lnTo>
                    <a:pt x="636270" y="6349"/>
                  </a:lnTo>
                  <a:lnTo>
                    <a:pt x="661670" y="6349"/>
                  </a:lnTo>
                  <a:lnTo>
                    <a:pt x="661670" y="5079"/>
                  </a:lnTo>
                  <a:close/>
                </a:path>
                <a:path w="661670" h="7619">
                  <a:moveTo>
                    <a:pt x="660400" y="6349"/>
                  </a:moveTo>
                  <a:lnTo>
                    <a:pt x="657860" y="6349"/>
                  </a:lnTo>
                  <a:lnTo>
                    <a:pt x="657860" y="7619"/>
                  </a:lnTo>
                  <a:lnTo>
                    <a:pt x="660400" y="7619"/>
                  </a:lnTo>
                  <a:lnTo>
                    <a:pt x="660400" y="6349"/>
                  </a:lnTo>
                  <a:close/>
                </a:path>
                <a:path w="661670" h="7619">
                  <a:moveTo>
                    <a:pt x="661670" y="1269"/>
                  </a:moveTo>
                  <a:lnTo>
                    <a:pt x="633730" y="1269"/>
                  </a:lnTo>
                  <a:lnTo>
                    <a:pt x="633730" y="3809"/>
                  </a:lnTo>
                  <a:lnTo>
                    <a:pt x="661670" y="3809"/>
                  </a:lnTo>
                  <a:lnTo>
                    <a:pt x="661670" y="1269"/>
                  </a:lnTo>
                  <a:close/>
                </a:path>
                <a:path w="661670" h="7619">
                  <a:moveTo>
                    <a:pt x="633730" y="0"/>
                  </a:moveTo>
                  <a:lnTo>
                    <a:pt x="632460" y="0"/>
                  </a:lnTo>
                  <a:lnTo>
                    <a:pt x="632460" y="1269"/>
                  </a:lnTo>
                  <a:lnTo>
                    <a:pt x="633730" y="1269"/>
                  </a:lnTo>
                  <a:lnTo>
                    <a:pt x="633730" y="0"/>
                  </a:lnTo>
                  <a:close/>
                </a:path>
              </a:pathLst>
            </a:custGeom>
            <a:solidFill>
              <a:srgbClr val="453300"/>
            </a:solidFill>
          </p:spPr>
          <p:txBody>
            <a:bodyPr wrap="square" lIns="0" tIns="0" rIns="0" bIns="0" rtlCol="0"/>
            <a:lstStyle/>
            <a:p/>
          </p:txBody>
        </p:sp>
        <p:sp>
          <p:nvSpPr>
            <p:cNvPr id="1334" name="object 1334"/>
            <p:cNvSpPr/>
            <p:nvPr/>
          </p:nvSpPr>
          <p:spPr>
            <a:xfrm>
              <a:off x="7402830" y="2659379"/>
              <a:ext cx="661670" cy="6350"/>
            </a:xfrm>
            <a:custGeom>
              <a:avLst/>
              <a:gdLst/>
              <a:ahLst/>
              <a:cxnLst/>
              <a:rect l="l" t="t" r="r" b="b"/>
              <a:pathLst>
                <a:path w="661670" h="6350">
                  <a:moveTo>
                    <a:pt x="1270" y="5080"/>
                  </a:moveTo>
                  <a:lnTo>
                    <a:pt x="0" y="5080"/>
                  </a:lnTo>
                  <a:lnTo>
                    <a:pt x="0" y="6350"/>
                  </a:lnTo>
                  <a:lnTo>
                    <a:pt x="1270" y="6350"/>
                  </a:lnTo>
                  <a:lnTo>
                    <a:pt x="1270" y="5080"/>
                  </a:lnTo>
                  <a:close/>
                </a:path>
                <a:path w="661670" h="6350">
                  <a:moveTo>
                    <a:pt x="157480" y="3810"/>
                  </a:moveTo>
                  <a:lnTo>
                    <a:pt x="3810" y="3810"/>
                  </a:lnTo>
                  <a:lnTo>
                    <a:pt x="3810" y="2540"/>
                  </a:lnTo>
                  <a:lnTo>
                    <a:pt x="2540" y="2540"/>
                  </a:lnTo>
                  <a:lnTo>
                    <a:pt x="2540" y="3810"/>
                  </a:lnTo>
                  <a:lnTo>
                    <a:pt x="2540" y="5080"/>
                  </a:lnTo>
                  <a:lnTo>
                    <a:pt x="154940" y="5080"/>
                  </a:lnTo>
                  <a:lnTo>
                    <a:pt x="154940" y="6350"/>
                  </a:lnTo>
                  <a:lnTo>
                    <a:pt x="156210" y="6350"/>
                  </a:lnTo>
                  <a:lnTo>
                    <a:pt x="156210" y="5080"/>
                  </a:lnTo>
                  <a:lnTo>
                    <a:pt x="157480" y="5080"/>
                  </a:lnTo>
                  <a:lnTo>
                    <a:pt x="157480" y="3810"/>
                  </a:lnTo>
                  <a:close/>
                </a:path>
                <a:path w="661670" h="6350">
                  <a:moveTo>
                    <a:pt x="158750" y="0"/>
                  </a:moveTo>
                  <a:lnTo>
                    <a:pt x="3810" y="0"/>
                  </a:lnTo>
                  <a:lnTo>
                    <a:pt x="3810" y="2540"/>
                  </a:lnTo>
                  <a:lnTo>
                    <a:pt x="158750" y="2540"/>
                  </a:lnTo>
                  <a:lnTo>
                    <a:pt x="158750" y="0"/>
                  </a:lnTo>
                  <a:close/>
                </a:path>
                <a:path w="661670" h="6350">
                  <a:moveTo>
                    <a:pt x="657860" y="3810"/>
                  </a:moveTo>
                  <a:lnTo>
                    <a:pt x="642620" y="3810"/>
                  </a:lnTo>
                  <a:lnTo>
                    <a:pt x="642620" y="5080"/>
                  </a:lnTo>
                  <a:lnTo>
                    <a:pt x="642620" y="6350"/>
                  </a:lnTo>
                  <a:lnTo>
                    <a:pt x="643890" y="6350"/>
                  </a:lnTo>
                  <a:lnTo>
                    <a:pt x="643890" y="5080"/>
                  </a:lnTo>
                  <a:lnTo>
                    <a:pt x="652780" y="5080"/>
                  </a:lnTo>
                  <a:lnTo>
                    <a:pt x="652780" y="6350"/>
                  </a:lnTo>
                  <a:lnTo>
                    <a:pt x="655320" y="6350"/>
                  </a:lnTo>
                  <a:lnTo>
                    <a:pt x="655320" y="5080"/>
                  </a:lnTo>
                  <a:lnTo>
                    <a:pt x="657860" y="5080"/>
                  </a:lnTo>
                  <a:lnTo>
                    <a:pt x="657860" y="3810"/>
                  </a:lnTo>
                  <a:close/>
                </a:path>
                <a:path w="661670" h="6350">
                  <a:moveTo>
                    <a:pt x="661670" y="0"/>
                  </a:moveTo>
                  <a:lnTo>
                    <a:pt x="641350" y="0"/>
                  </a:lnTo>
                  <a:lnTo>
                    <a:pt x="641350" y="2540"/>
                  </a:lnTo>
                  <a:lnTo>
                    <a:pt x="657860" y="2540"/>
                  </a:lnTo>
                  <a:lnTo>
                    <a:pt x="657860" y="3810"/>
                  </a:lnTo>
                  <a:lnTo>
                    <a:pt x="659130" y="3810"/>
                  </a:lnTo>
                  <a:lnTo>
                    <a:pt x="659130" y="2540"/>
                  </a:lnTo>
                  <a:lnTo>
                    <a:pt x="661670" y="2540"/>
                  </a:lnTo>
                  <a:lnTo>
                    <a:pt x="661670" y="0"/>
                  </a:lnTo>
                  <a:close/>
                </a:path>
              </a:pathLst>
            </a:custGeom>
            <a:solidFill>
              <a:srgbClr val="473500"/>
            </a:solidFill>
          </p:spPr>
          <p:txBody>
            <a:bodyPr wrap="square" lIns="0" tIns="0" rIns="0" bIns="0" rtlCol="0"/>
            <a:lstStyle/>
            <a:p/>
          </p:txBody>
        </p:sp>
        <p:sp>
          <p:nvSpPr>
            <p:cNvPr id="1335" name="object 1335"/>
            <p:cNvSpPr/>
            <p:nvPr/>
          </p:nvSpPr>
          <p:spPr>
            <a:xfrm>
              <a:off x="7396480" y="2665729"/>
              <a:ext cx="657860" cy="7620"/>
            </a:xfrm>
            <a:custGeom>
              <a:avLst/>
              <a:gdLst/>
              <a:ahLst/>
              <a:cxnLst/>
              <a:rect l="l" t="t" r="r" b="b"/>
              <a:pathLst>
                <a:path w="657859" h="7619">
                  <a:moveTo>
                    <a:pt x="157480" y="6350"/>
                  </a:moveTo>
                  <a:lnTo>
                    <a:pt x="0" y="6350"/>
                  </a:lnTo>
                  <a:lnTo>
                    <a:pt x="0" y="7620"/>
                  </a:lnTo>
                  <a:lnTo>
                    <a:pt x="157480" y="7620"/>
                  </a:lnTo>
                  <a:lnTo>
                    <a:pt x="157480" y="6350"/>
                  </a:lnTo>
                  <a:close/>
                </a:path>
                <a:path w="657859" h="7619">
                  <a:moveTo>
                    <a:pt x="158750" y="3810"/>
                  </a:moveTo>
                  <a:lnTo>
                    <a:pt x="3810" y="3810"/>
                  </a:lnTo>
                  <a:lnTo>
                    <a:pt x="3810" y="2540"/>
                  </a:lnTo>
                  <a:lnTo>
                    <a:pt x="2540" y="2540"/>
                  </a:lnTo>
                  <a:lnTo>
                    <a:pt x="2540" y="3810"/>
                  </a:lnTo>
                  <a:lnTo>
                    <a:pt x="2540" y="5080"/>
                  </a:lnTo>
                  <a:lnTo>
                    <a:pt x="157480" y="5080"/>
                  </a:lnTo>
                  <a:lnTo>
                    <a:pt x="157480" y="6350"/>
                  </a:lnTo>
                  <a:lnTo>
                    <a:pt x="158750" y="6350"/>
                  </a:lnTo>
                  <a:lnTo>
                    <a:pt x="158750" y="5080"/>
                  </a:lnTo>
                  <a:lnTo>
                    <a:pt x="158750" y="3810"/>
                  </a:lnTo>
                  <a:close/>
                </a:path>
                <a:path w="657859" h="7619">
                  <a:moveTo>
                    <a:pt x="161290" y="0"/>
                  </a:moveTo>
                  <a:lnTo>
                    <a:pt x="5080" y="0"/>
                  </a:lnTo>
                  <a:lnTo>
                    <a:pt x="5080" y="2540"/>
                  </a:lnTo>
                  <a:lnTo>
                    <a:pt x="158750" y="2540"/>
                  </a:lnTo>
                  <a:lnTo>
                    <a:pt x="158750" y="3810"/>
                  </a:lnTo>
                  <a:lnTo>
                    <a:pt x="160020" y="3810"/>
                  </a:lnTo>
                  <a:lnTo>
                    <a:pt x="160020" y="2540"/>
                  </a:lnTo>
                  <a:lnTo>
                    <a:pt x="161277" y="2540"/>
                  </a:lnTo>
                  <a:lnTo>
                    <a:pt x="161290" y="0"/>
                  </a:lnTo>
                  <a:close/>
                </a:path>
                <a:path w="657859" h="7619">
                  <a:moveTo>
                    <a:pt x="652780" y="3810"/>
                  </a:moveTo>
                  <a:lnTo>
                    <a:pt x="651510" y="3810"/>
                  </a:lnTo>
                  <a:lnTo>
                    <a:pt x="651510" y="5080"/>
                  </a:lnTo>
                  <a:lnTo>
                    <a:pt x="652780" y="5080"/>
                  </a:lnTo>
                  <a:lnTo>
                    <a:pt x="652780" y="3810"/>
                  </a:lnTo>
                  <a:close/>
                </a:path>
                <a:path w="657859" h="7619">
                  <a:moveTo>
                    <a:pt x="657860" y="0"/>
                  </a:moveTo>
                  <a:lnTo>
                    <a:pt x="650240" y="0"/>
                  </a:lnTo>
                  <a:lnTo>
                    <a:pt x="650240" y="2540"/>
                  </a:lnTo>
                  <a:lnTo>
                    <a:pt x="652780" y="2540"/>
                  </a:lnTo>
                  <a:lnTo>
                    <a:pt x="652780" y="3810"/>
                  </a:lnTo>
                  <a:lnTo>
                    <a:pt x="655320" y="3810"/>
                  </a:lnTo>
                  <a:lnTo>
                    <a:pt x="655320" y="2540"/>
                  </a:lnTo>
                  <a:lnTo>
                    <a:pt x="657860" y="2540"/>
                  </a:lnTo>
                  <a:lnTo>
                    <a:pt x="657860" y="0"/>
                  </a:lnTo>
                  <a:close/>
                </a:path>
              </a:pathLst>
            </a:custGeom>
            <a:solidFill>
              <a:srgbClr val="493600"/>
            </a:solidFill>
          </p:spPr>
          <p:txBody>
            <a:bodyPr wrap="square" lIns="0" tIns="0" rIns="0" bIns="0" rtlCol="0"/>
            <a:lstStyle/>
            <a:p/>
          </p:txBody>
        </p:sp>
        <p:sp>
          <p:nvSpPr>
            <p:cNvPr id="1336" name="object 1336"/>
            <p:cNvSpPr/>
            <p:nvPr/>
          </p:nvSpPr>
          <p:spPr>
            <a:xfrm>
              <a:off x="7390130" y="2673349"/>
              <a:ext cx="163830" cy="7620"/>
            </a:xfrm>
            <a:custGeom>
              <a:avLst/>
              <a:gdLst/>
              <a:ahLst/>
              <a:cxnLst/>
              <a:rect l="l" t="t" r="r" b="b"/>
              <a:pathLst>
                <a:path w="163829" h="7619">
                  <a:moveTo>
                    <a:pt x="160020" y="5080"/>
                  </a:moveTo>
                  <a:lnTo>
                    <a:pt x="2540" y="5080"/>
                  </a:lnTo>
                  <a:lnTo>
                    <a:pt x="2540" y="3810"/>
                  </a:lnTo>
                  <a:lnTo>
                    <a:pt x="1270" y="3810"/>
                  </a:lnTo>
                  <a:lnTo>
                    <a:pt x="1270" y="5080"/>
                  </a:lnTo>
                  <a:lnTo>
                    <a:pt x="0" y="5080"/>
                  </a:lnTo>
                  <a:lnTo>
                    <a:pt x="0" y="7620"/>
                  </a:lnTo>
                  <a:lnTo>
                    <a:pt x="160020" y="7620"/>
                  </a:lnTo>
                  <a:lnTo>
                    <a:pt x="160020" y="5080"/>
                  </a:lnTo>
                  <a:close/>
                </a:path>
                <a:path w="163829" h="7619">
                  <a:moveTo>
                    <a:pt x="161290" y="2540"/>
                  </a:moveTo>
                  <a:lnTo>
                    <a:pt x="5080" y="2540"/>
                  </a:lnTo>
                  <a:lnTo>
                    <a:pt x="5080" y="1270"/>
                  </a:lnTo>
                  <a:lnTo>
                    <a:pt x="3810" y="1270"/>
                  </a:lnTo>
                  <a:lnTo>
                    <a:pt x="3810" y="2540"/>
                  </a:lnTo>
                  <a:lnTo>
                    <a:pt x="3810" y="3810"/>
                  </a:lnTo>
                  <a:lnTo>
                    <a:pt x="160020" y="3810"/>
                  </a:lnTo>
                  <a:lnTo>
                    <a:pt x="160020" y="5080"/>
                  </a:lnTo>
                  <a:lnTo>
                    <a:pt x="161290" y="5080"/>
                  </a:lnTo>
                  <a:lnTo>
                    <a:pt x="161290" y="3810"/>
                  </a:lnTo>
                  <a:lnTo>
                    <a:pt x="161290" y="2540"/>
                  </a:lnTo>
                  <a:close/>
                </a:path>
                <a:path w="163829" h="7619">
                  <a:moveTo>
                    <a:pt x="163830" y="0"/>
                  </a:moveTo>
                  <a:lnTo>
                    <a:pt x="6350" y="0"/>
                  </a:lnTo>
                  <a:lnTo>
                    <a:pt x="6350" y="1270"/>
                  </a:lnTo>
                  <a:lnTo>
                    <a:pt x="161290" y="1270"/>
                  </a:lnTo>
                  <a:lnTo>
                    <a:pt x="161290" y="2540"/>
                  </a:lnTo>
                  <a:lnTo>
                    <a:pt x="162547" y="2540"/>
                  </a:lnTo>
                  <a:lnTo>
                    <a:pt x="162547" y="1270"/>
                  </a:lnTo>
                  <a:lnTo>
                    <a:pt x="163830" y="1270"/>
                  </a:lnTo>
                  <a:lnTo>
                    <a:pt x="163830" y="0"/>
                  </a:lnTo>
                  <a:close/>
                </a:path>
              </a:pathLst>
            </a:custGeom>
            <a:solidFill>
              <a:srgbClr val="4A3700"/>
            </a:solidFill>
          </p:spPr>
          <p:txBody>
            <a:bodyPr wrap="square" lIns="0" tIns="0" rIns="0" bIns="0" rtlCol="0"/>
            <a:lstStyle/>
            <a:p/>
          </p:txBody>
        </p:sp>
        <p:sp>
          <p:nvSpPr>
            <p:cNvPr id="1337" name="object 1337"/>
            <p:cNvSpPr/>
            <p:nvPr/>
          </p:nvSpPr>
          <p:spPr>
            <a:xfrm>
              <a:off x="7385050" y="2680969"/>
              <a:ext cx="163830" cy="6350"/>
            </a:xfrm>
            <a:custGeom>
              <a:avLst/>
              <a:gdLst/>
              <a:ahLst/>
              <a:cxnLst/>
              <a:rect l="l" t="t" r="r" b="b"/>
              <a:pathLst>
                <a:path w="163829" h="6350">
                  <a:moveTo>
                    <a:pt x="161290" y="3810"/>
                  </a:moveTo>
                  <a:lnTo>
                    <a:pt x="2540" y="3810"/>
                  </a:lnTo>
                  <a:lnTo>
                    <a:pt x="2540" y="2540"/>
                  </a:lnTo>
                  <a:lnTo>
                    <a:pt x="1270" y="2540"/>
                  </a:lnTo>
                  <a:lnTo>
                    <a:pt x="1270" y="3810"/>
                  </a:lnTo>
                  <a:lnTo>
                    <a:pt x="0" y="3810"/>
                  </a:lnTo>
                  <a:lnTo>
                    <a:pt x="0" y="6350"/>
                  </a:lnTo>
                  <a:lnTo>
                    <a:pt x="161277" y="6350"/>
                  </a:lnTo>
                  <a:lnTo>
                    <a:pt x="161290" y="3810"/>
                  </a:lnTo>
                  <a:close/>
                </a:path>
                <a:path w="163829" h="6350">
                  <a:moveTo>
                    <a:pt x="163830" y="0"/>
                  </a:moveTo>
                  <a:lnTo>
                    <a:pt x="3810" y="0"/>
                  </a:lnTo>
                  <a:lnTo>
                    <a:pt x="3810" y="2540"/>
                  </a:lnTo>
                  <a:lnTo>
                    <a:pt x="163830" y="2540"/>
                  </a:lnTo>
                  <a:lnTo>
                    <a:pt x="163830" y="0"/>
                  </a:lnTo>
                  <a:close/>
                </a:path>
              </a:pathLst>
            </a:custGeom>
            <a:solidFill>
              <a:srgbClr val="4C3800"/>
            </a:solidFill>
          </p:spPr>
          <p:txBody>
            <a:bodyPr wrap="square" lIns="0" tIns="0" rIns="0" bIns="0" rtlCol="0"/>
            <a:lstStyle/>
            <a:p/>
          </p:txBody>
        </p:sp>
        <p:sp>
          <p:nvSpPr>
            <p:cNvPr id="1338" name="object 1338"/>
            <p:cNvSpPr/>
            <p:nvPr/>
          </p:nvSpPr>
          <p:spPr>
            <a:xfrm>
              <a:off x="7378700" y="2687319"/>
              <a:ext cx="167640" cy="7620"/>
            </a:xfrm>
            <a:custGeom>
              <a:avLst/>
              <a:gdLst/>
              <a:ahLst/>
              <a:cxnLst/>
              <a:rect l="l" t="t" r="r" b="b"/>
              <a:pathLst>
                <a:path w="167640" h="7619">
                  <a:moveTo>
                    <a:pt x="1270" y="6350"/>
                  </a:moveTo>
                  <a:lnTo>
                    <a:pt x="0" y="6350"/>
                  </a:lnTo>
                  <a:lnTo>
                    <a:pt x="0" y="7620"/>
                  </a:lnTo>
                  <a:lnTo>
                    <a:pt x="1270" y="7620"/>
                  </a:lnTo>
                  <a:lnTo>
                    <a:pt x="1270" y="6350"/>
                  </a:lnTo>
                  <a:close/>
                </a:path>
                <a:path w="167640" h="7619">
                  <a:moveTo>
                    <a:pt x="165100" y="3810"/>
                  </a:moveTo>
                  <a:lnTo>
                    <a:pt x="3810" y="3810"/>
                  </a:lnTo>
                  <a:lnTo>
                    <a:pt x="3810" y="2540"/>
                  </a:lnTo>
                  <a:lnTo>
                    <a:pt x="2540" y="2540"/>
                  </a:lnTo>
                  <a:lnTo>
                    <a:pt x="2540" y="3810"/>
                  </a:lnTo>
                  <a:lnTo>
                    <a:pt x="1270" y="3810"/>
                  </a:lnTo>
                  <a:lnTo>
                    <a:pt x="1270" y="6350"/>
                  </a:lnTo>
                  <a:lnTo>
                    <a:pt x="165100" y="6350"/>
                  </a:lnTo>
                  <a:lnTo>
                    <a:pt x="165100" y="3810"/>
                  </a:lnTo>
                  <a:close/>
                </a:path>
                <a:path w="167640" h="7619">
                  <a:moveTo>
                    <a:pt x="167627" y="0"/>
                  </a:moveTo>
                  <a:lnTo>
                    <a:pt x="5080" y="0"/>
                  </a:lnTo>
                  <a:lnTo>
                    <a:pt x="5080" y="1270"/>
                  </a:lnTo>
                  <a:lnTo>
                    <a:pt x="3810" y="1270"/>
                  </a:lnTo>
                  <a:lnTo>
                    <a:pt x="3810" y="2540"/>
                  </a:lnTo>
                  <a:lnTo>
                    <a:pt x="165100" y="2540"/>
                  </a:lnTo>
                  <a:lnTo>
                    <a:pt x="165100" y="3810"/>
                  </a:lnTo>
                  <a:lnTo>
                    <a:pt x="166357" y="3810"/>
                  </a:lnTo>
                  <a:lnTo>
                    <a:pt x="166357" y="2540"/>
                  </a:lnTo>
                  <a:lnTo>
                    <a:pt x="166357" y="1270"/>
                  </a:lnTo>
                  <a:lnTo>
                    <a:pt x="167627" y="1270"/>
                  </a:lnTo>
                  <a:lnTo>
                    <a:pt x="167627" y="0"/>
                  </a:lnTo>
                  <a:close/>
                </a:path>
              </a:pathLst>
            </a:custGeom>
            <a:solidFill>
              <a:srgbClr val="4D3A00"/>
            </a:solidFill>
          </p:spPr>
          <p:txBody>
            <a:bodyPr wrap="square" lIns="0" tIns="0" rIns="0" bIns="0" rtlCol="0"/>
            <a:lstStyle/>
            <a:p/>
          </p:txBody>
        </p:sp>
        <p:sp>
          <p:nvSpPr>
            <p:cNvPr id="1339" name="object 1339"/>
            <p:cNvSpPr/>
            <p:nvPr/>
          </p:nvSpPr>
          <p:spPr>
            <a:xfrm>
              <a:off x="7373620" y="2694939"/>
              <a:ext cx="168910" cy="7620"/>
            </a:xfrm>
            <a:custGeom>
              <a:avLst/>
              <a:gdLst/>
              <a:ahLst/>
              <a:cxnLst/>
              <a:rect l="l" t="t" r="r" b="b"/>
              <a:pathLst>
                <a:path w="168909" h="7619">
                  <a:moveTo>
                    <a:pt x="168910" y="0"/>
                  </a:move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65100" y="7620"/>
                  </a:lnTo>
                  <a:lnTo>
                    <a:pt x="165100" y="6350"/>
                  </a:lnTo>
                  <a:lnTo>
                    <a:pt x="166370" y="6350"/>
                  </a:lnTo>
                  <a:lnTo>
                    <a:pt x="166370" y="5080"/>
                  </a:lnTo>
                  <a:lnTo>
                    <a:pt x="166357" y="2540"/>
                  </a:lnTo>
                  <a:lnTo>
                    <a:pt x="167640" y="2540"/>
                  </a:lnTo>
                  <a:lnTo>
                    <a:pt x="167640" y="1270"/>
                  </a:lnTo>
                  <a:lnTo>
                    <a:pt x="168910" y="1270"/>
                  </a:lnTo>
                  <a:lnTo>
                    <a:pt x="168910" y="0"/>
                  </a:lnTo>
                  <a:close/>
                </a:path>
              </a:pathLst>
            </a:custGeom>
            <a:solidFill>
              <a:srgbClr val="4F3B00"/>
            </a:solidFill>
          </p:spPr>
          <p:txBody>
            <a:bodyPr wrap="square" lIns="0" tIns="0" rIns="0" bIns="0" rtlCol="0"/>
            <a:lstStyle/>
            <a:p/>
          </p:txBody>
        </p:sp>
        <p:sp>
          <p:nvSpPr>
            <p:cNvPr id="1340" name="object 1340"/>
            <p:cNvSpPr/>
            <p:nvPr/>
          </p:nvSpPr>
          <p:spPr>
            <a:xfrm>
              <a:off x="7369810" y="2702559"/>
              <a:ext cx="168910" cy="6350"/>
            </a:xfrm>
            <a:custGeom>
              <a:avLst/>
              <a:gdLst/>
              <a:ahLst/>
              <a:cxnLst/>
              <a:rect l="l" t="t" r="r" b="b"/>
              <a:pathLst>
                <a:path w="168909" h="6350">
                  <a:moveTo>
                    <a:pt x="166370" y="5080"/>
                  </a:moveTo>
                  <a:lnTo>
                    <a:pt x="1270" y="5080"/>
                  </a:lnTo>
                  <a:lnTo>
                    <a:pt x="1270" y="3810"/>
                  </a:lnTo>
                  <a:lnTo>
                    <a:pt x="0" y="3810"/>
                  </a:lnTo>
                  <a:lnTo>
                    <a:pt x="0" y="5080"/>
                  </a:lnTo>
                  <a:lnTo>
                    <a:pt x="0" y="6350"/>
                  </a:lnTo>
                  <a:lnTo>
                    <a:pt x="166370" y="6350"/>
                  </a:lnTo>
                  <a:lnTo>
                    <a:pt x="166370" y="5080"/>
                  </a:lnTo>
                  <a:close/>
                </a:path>
                <a:path w="168909" h="6350">
                  <a:moveTo>
                    <a:pt x="167640" y="1270"/>
                  </a:moveTo>
                  <a:lnTo>
                    <a:pt x="3810" y="1270"/>
                  </a:lnTo>
                  <a:lnTo>
                    <a:pt x="3810" y="0"/>
                  </a:lnTo>
                  <a:lnTo>
                    <a:pt x="2540" y="0"/>
                  </a:lnTo>
                  <a:lnTo>
                    <a:pt x="2540" y="1270"/>
                  </a:lnTo>
                  <a:lnTo>
                    <a:pt x="1270" y="1270"/>
                  </a:lnTo>
                  <a:lnTo>
                    <a:pt x="1270" y="3810"/>
                  </a:lnTo>
                  <a:lnTo>
                    <a:pt x="167640" y="3810"/>
                  </a:lnTo>
                  <a:lnTo>
                    <a:pt x="167640" y="1270"/>
                  </a:lnTo>
                  <a:close/>
                </a:path>
                <a:path w="168909" h="6350">
                  <a:moveTo>
                    <a:pt x="168910" y="0"/>
                  </a:moveTo>
                  <a:lnTo>
                    <a:pt x="167640" y="0"/>
                  </a:lnTo>
                  <a:lnTo>
                    <a:pt x="167640" y="1270"/>
                  </a:lnTo>
                  <a:lnTo>
                    <a:pt x="168910" y="1270"/>
                  </a:lnTo>
                  <a:lnTo>
                    <a:pt x="168910" y="0"/>
                  </a:lnTo>
                  <a:close/>
                </a:path>
              </a:pathLst>
            </a:custGeom>
            <a:solidFill>
              <a:srgbClr val="513C00"/>
            </a:solidFill>
          </p:spPr>
          <p:txBody>
            <a:bodyPr wrap="square" lIns="0" tIns="0" rIns="0" bIns="0" rtlCol="0"/>
            <a:lstStyle/>
            <a:p/>
          </p:txBody>
        </p:sp>
        <p:sp>
          <p:nvSpPr>
            <p:cNvPr id="1341" name="object 1341"/>
            <p:cNvSpPr/>
            <p:nvPr/>
          </p:nvSpPr>
          <p:spPr>
            <a:xfrm>
              <a:off x="7363460" y="2708909"/>
              <a:ext cx="172720" cy="7620"/>
            </a:xfrm>
            <a:custGeom>
              <a:avLst/>
              <a:gdLst/>
              <a:ahLst/>
              <a:cxnLst/>
              <a:rect l="l" t="t" r="r" b="b"/>
              <a:pathLst>
                <a:path w="172720" h="7619">
                  <a:moveTo>
                    <a:pt x="1270" y="6350"/>
                  </a:moveTo>
                  <a:lnTo>
                    <a:pt x="0" y="6350"/>
                  </a:lnTo>
                  <a:lnTo>
                    <a:pt x="0" y="7620"/>
                  </a:lnTo>
                  <a:lnTo>
                    <a:pt x="1270" y="7620"/>
                  </a:lnTo>
                  <a:lnTo>
                    <a:pt x="1270" y="6350"/>
                  </a:lnTo>
                  <a:close/>
                </a:path>
                <a:path w="172720" h="7619">
                  <a:moveTo>
                    <a:pt x="171450" y="1270"/>
                  </a:moveTo>
                  <a:lnTo>
                    <a:pt x="3810" y="1270"/>
                  </a:lnTo>
                  <a:lnTo>
                    <a:pt x="3810" y="3810"/>
                  </a:lnTo>
                  <a:lnTo>
                    <a:pt x="2540" y="3810"/>
                  </a:lnTo>
                  <a:lnTo>
                    <a:pt x="2540" y="6350"/>
                  </a:lnTo>
                  <a:lnTo>
                    <a:pt x="170180" y="6350"/>
                  </a:lnTo>
                  <a:lnTo>
                    <a:pt x="170180" y="3810"/>
                  </a:lnTo>
                  <a:lnTo>
                    <a:pt x="171450" y="3810"/>
                  </a:lnTo>
                  <a:lnTo>
                    <a:pt x="171450" y="1270"/>
                  </a:lnTo>
                  <a:close/>
                </a:path>
                <a:path w="172720" h="7619">
                  <a:moveTo>
                    <a:pt x="172720" y="0"/>
                  </a:moveTo>
                  <a:lnTo>
                    <a:pt x="171450" y="0"/>
                  </a:lnTo>
                  <a:lnTo>
                    <a:pt x="171450" y="1270"/>
                  </a:lnTo>
                  <a:lnTo>
                    <a:pt x="172720" y="1270"/>
                  </a:lnTo>
                  <a:lnTo>
                    <a:pt x="172720" y="0"/>
                  </a:lnTo>
                  <a:close/>
                </a:path>
              </a:pathLst>
            </a:custGeom>
            <a:solidFill>
              <a:srgbClr val="523D00"/>
            </a:solidFill>
          </p:spPr>
          <p:txBody>
            <a:bodyPr wrap="square" lIns="0" tIns="0" rIns="0" bIns="0" rtlCol="0"/>
            <a:lstStyle/>
            <a:p/>
          </p:txBody>
        </p:sp>
        <p:sp>
          <p:nvSpPr>
            <p:cNvPr id="1342" name="object 1342"/>
            <p:cNvSpPr/>
            <p:nvPr/>
          </p:nvSpPr>
          <p:spPr>
            <a:xfrm>
              <a:off x="7358380" y="2716529"/>
              <a:ext cx="172720" cy="7620"/>
            </a:xfrm>
            <a:custGeom>
              <a:avLst/>
              <a:gdLst/>
              <a:ahLst/>
              <a:cxnLst/>
              <a:rect l="l" t="t" r="r" b="b"/>
              <a:pathLst>
                <a:path w="172720" h="7619">
                  <a:moveTo>
                    <a:pt x="172720" y="3810"/>
                  </a:moveTo>
                  <a:lnTo>
                    <a:pt x="3810" y="3810"/>
                  </a:lnTo>
                  <a:lnTo>
                    <a:pt x="3810" y="2540"/>
                  </a:lnTo>
                  <a:lnTo>
                    <a:pt x="2540" y="2540"/>
                  </a:lnTo>
                  <a:lnTo>
                    <a:pt x="2540" y="3810"/>
                  </a:lnTo>
                  <a:lnTo>
                    <a:pt x="2540" y="5080"/>
                  </a:lnTo>
                  <a:lnTo>
                    <a:pt x="1270" y="5080"/>
                  </a:lnTo>
                  <a:lnTo>
                    <a:pt x="1270" y="6350"/>
                  </a:lnTo>
                  <a:lnTo>
                    <a:pt x="0" y="6350"/>
                  </a:lnTo>
                  <a:lnTo>
                    <a:pt x="0" y="7620"/>
                  </a:lnTo>
                  <a:lnTo>
                    <a:pt x="171450" y="7620"/>
                  </a:lnTo>
                  <a:lnTo>
                    <a:pt x="171450" y="6350"/>
                  </a:lnTo>
                  <a:lnTo>
                    <a:pt x="171450" y="5080"/>
                  </a:lnTo>
                  <a:lnTo>
                    <a:pt x="172720" y="5080"/>
                  </a:lnTo>
                  <a:lnTo>
                    <a:pt x="172720" y="3810"/>
                  </a:lnTo>
                  <a:close/>
                </a:path>
                <a:path w="172720" h="7619">
                  <a:moveTo>
                    <a:pt x="172720" y="0"/>
                  </a:moveTo>
                  <a:lnTo>
                    <a:pt x="5080" y="0"/>
                  </a:lnTo>
                  <a:lnTo>
                    <a:pt x="5080" y="2540"/>
                  </a:lnTo>
                  <a:lnTo>
                    <a:pt x="172720" y="2540"/>
                  </a:lnTo>
                  <a:lnTo>
                    <a:pt x="172720" y="0"/>
                  </a:lnTo>
                  <a:close/>
                </a:path>
              </a:pathLst>
            </a:custGeom>
            <a:solidFill>
              <a:srgbClr val="543F00"/>
            </a:solidFill>
          </p:spPr>
          <p:txBody>
            <a:bodyPr wrap="square" lIns="0" tIns="0" rIns="0" bIns="0" rtlCol="0"/>
            <a:lstStyle/>
            <a:p/>
          </p:txBody>
        </p:sp>
        <p:sp>
          <p:nvSpPr>
            <p:cNvPr id="1343" name="object 1343"/>
            <p:cNvSpPr/>
            <p:nvPr/>
          </p:nvSpPr>
          <p:spPr>
            <a:xfrm>
              <a:off x="7354570" y="2724149"/>
              <a:ext cx="175260" cy="7620"/>
            </a:xfrm>
            <a:custGeom>
              <a:avLst/>
              <a:gdLst/>
              <a:ahLst/>
              <a:cxnLst/>
              <a:rect l="l" t="t" r="r" b="b"/>
              <a:pathLst>
                <a:path w="175259" h="7619">
                  <a:moveTo>
                    <a:pt x="175260" y="0"/>
                  </a:moveTo>
                  <a:lnTo>
                    <a:pt x="3810" y="0"/>
                  </a:lnTo>
                  <a:lnTo>
                    <a:pt x="3810" y="1270"/>
                  </a:lnTo>
                  <a:lnTo>
                    <a:pt x="2540" y="1270"/>
                  </a:lnTo>
                  <a:lnTo>
                    <a:pt x="2540" y="3810"/>
                  </a:lnTo>
                  <a:lnTo>
                    <a:pt x="1270" y="3810"/>
                  </a:lnTo>
                  <a:lnTo>
                    <a:pt x="1270" y="5080"/>
                  </a:lnTo>
                  <a:lnTo>
                    <a:pt x="0" y="5080"/>
                  </a:lnTo>
                  <a:lnTo>
                    <a:pt x="0" y="7620"/>
                  </a:lnTo>
                  <a:lnTo>
                    <a:pt x="172720" y="7620"/>
                  </a:lnTo>
                  <a:lnTo>
                    <a:pt x="172720" y="5080"/>
                  </a:lnTo>
                  <a:lnTo>
                    <a:pt x="172720" y="3810"/>
                  </a:lnTo>
                  <a:lnTo>
                    <a:pt x="173990" y="3810"/>
                  </a:lnTo>
                  <a:lnTo>
                    <a:pt x="173990" y="1270"/>
                  </a:lnTo>
                  <a:lnTo>
                    <a:pt x="175260" y="1270"/>
                  </a:lnTo>
                  <a:lnTo>
                    <a:pt x="175260" y="0"/>
                  </a:lnTo>
                  <a:close/>
                </a:path>
              </a:pathLst>
            </a:custGeom>
            <a:solidFill>
              <a:srgbClr val="564000"/>
            </a:solidFill>
          </p:spPr>
          <p:txBody>
            <a:bodyPr wrap="square" lIns="0" tIns="0" rIns="0" bIns="0" rtlCol="0"/>
            <a:lstStyle/>
            <a:p/>
          </p:txBody>
        </p:sp>
        <p:sp>
          <p:nvSpPr>
            <p:cNvPr id="1344" name="object 1344"/>
            <p:cNvSpPr/>
            <p:nvPr/>
          </p:nvSpPr>
          <p:spPr>
            <a:xfrm>
              <a:off x="7350760" y="2731769"/>
              <a:ext cx="175260" cy="6350"/>
            </a:xfrm>
            <a:custGeom>
              <a:avLst/>
              <a:gdLst/>
              <a:ahLst/>
              <a:cxnLst/>
              <a:rect l="l" t="t" r="r" b="b"/>
              <a:pathLst>
                <a:path w="175259" h="6350">
                  <a:moveTo>
                    <a:pt x="175260" y="0"/>
                  </a:moveTo>
                  <a:lnTo>
                    <a:pt x="2540" y="0"/>
                  </a:lnTo>
                  <a:lnTo>
                    <a:pt x="2540" y="1270"/>
                  </a:lnTo>
                  <a:lnTo>
                    <a:pt x="1270" y="1270"/>
                  </a:lnTo>
                  <a:lnTo>
                    <a:pt x="1270" y="3810"/>
                  </a:lnTo>
                  <a:lnTo>
                    <a:pt x="0" y="3810"/>
                  </a:lnTo>
                  <a:lnTo>
                    <a:pt x="0" y="6350"/>
                  </a:lnTo>
                  <a:lnTo>
                    <a:pt x="173990" y="6350"/>
                  </a:lnTo>
                  <a:lnTo>
                    <a:pt x="173990" y="3810"/>
                  </a:lnTo>
                  <a:lnTo>
                    <a:pt x="175260" y="3810"/>
                  </a:lnTo>
                  <a:lnTo>
                    <a:pt x="175260" y="1270"/>
                  </a:lnTo>
                  <a:lnTo>
                    <a:pt x="175260" y="0"/>
                  </a:lnTo>
                  <a:close/>
                </a:path>
              </a:pathLst>
            </a:custGeom>
            <a:solidFill>
              <a:srgbClr val="574100"/>
            </a:solidFill>
          </p:spPr>
          <p:txBody>
            <a:bodyPr wrap="square" lIns="0" tIns="0" rIns="0" bIns="0" rtlCol="0"/>
            <a:lstStyle/>
            <a:p/>
          </p:txBody>
        </p:sp>
        <p:sp>
          <p:nvSpPr>
            <p:cNvPr id="1345" name="object 1345"/>
            <p:cNvSpPr/>
            <p:nvPr/>
          </p:nvSpPr>
          <p:spPr>
            <a:xfrm>
              <a:off x="7344410" y="2738119"/>
              <a:ext cx="179070" cy="7620"/>
            </a:xfrm>
            <a:custGeom>
              <a:avLst/>
              <a:gdLst/>
              <a:ahLst/>
              <a:cxnLst/>
              <a:rect l="l" t="t" r="r" b="b"/>
              <a:pathLst>
                <a:path w="179070" h="7619">
                  <a:moveTo>
                    <a:pt x="3810" y="2540"/>
                  </a:moveTo>
                  <a:lnTo>
                    <a:pt x="2540" y="2540"/>
                  </a:lnTo>
                  <a:lnTo>
                    <a:pt x="2540" y="3810"/>
                  </a:lnTo>
                  <a:lnTo>
                    <a:pt x="3810" y="3810"/>
                  </a:lnTo>
                  <a:lnTo>
                    <a:pt x="3810" y="2540"/>
                  </a:lnTo>
                  <a:close/>
                </a:path>
                <a:path w="179070" h="7619">
                  <a:moveTo>
                    <a:pt x="177800" y="3822"/>
                  </a:moveTo>
                  <a:lnTo>
                    <a:pt x="1270" y="3822"/>
                  </a:lnTo>
                  <a:lnTo>
                    <a:pt x="1270" y="6350"/>
                  </a:lnTo>
                  <a:lnTo>
                    <a:pt x="0" y="6350"/>
                  </a:lnTo>
                  <a:lnTo>
                    <a:pt x="0" y="7620"/>
                  </a:lnTo>
                  <a:lnTo>
                    <a:pt x="176517" y="7620"/>
                  </a:lnTo>
                  <a:lnTo>
                    <a:pt x="176517" y="6350"/>
                  </a:lnTo>
                  <a:lnTo>
                    <a:pt x="177800" y="6350"/>
                  </a:lnTo>
                  <a:lnTo>
                    <a:pt x="177800" y="3822"/>
                  </a:lnTo>
                  <a:close/>
                </a:path>
                <a:path w="179070" h="7619">
                  <a:moveTo>
                    <a:pt x="179070" y="0"/>
                  </a:moveTo>
                  <a:lnTo>
                    <a:pt x="5080" y="0"/>
                  </a:lnTo>
                  <a:lnTo>
                    <a:pt x="5080" y="1270"/>
                  </a:lnTo>
                  <a:lnTo>
                    <a:pt x="3810" y="1270"/>
                  </a:lnTo>
                  <a:lnTo>
                    <a:pt x="3810" y="2540"/>
                  </a:lnTo>
                  <a:lnTo>
                    <a:pt x="177800" y="2540"/>
                  </a:lnTo>
                  <a:lnTo>
                    <a:pt x="177800" y="3810"/>
                  </a:lnTo>
                  <a:lnTo>
                    <a:pt x="179070" y="3810"/>
                  </a:lnTo>
                  <a:lnTo>
                    <a:pt x="179070" y="2540"/>
                  </a:lnTo>
                  <a:lnTo>
                    <a:pt x="179070" y="1270"/>
                  </a:lnTo>
                  <a:lnTo>
                    <a:pt x="179070" y="0"/>
                  </a:lnTo>
                  <a:close/>
                </a:path>
              </a:pathLst>
            </a:custGeom>
            <a:solidFill>
              <a:srgbClr val="594200"/>
            </a:solidFill>
          </p:spPr>
          <p:txBody>
            <a:bodyPr wrap="square" lIns="0" tIns="0" rIns="0" bIns="0" rtlCol="0"/>
            <a:lstStyle/>
            <a:p/>
          </p:txBody>
        </p:sp>
        <p:sp>
          <p:nvSpPr>
            <p:cNvPr id="1346" name="object 1346"/>
            <p:cNvSpPr/>
            <p:nvPr/>
          </p:nvSpPr>
          <p:spPr>
            <a:xfrm>
              <a:off x="7340600" y="2745739"/>
              <a:ext cx="180340" cy="7620"/>
            </a:xfrm>
            <a:custGeom>
              <a:avLst/>
              <a:gdLst/>
              <a:ahLst/>
              <a:cxnLst/>
              <a:rect l="l" t="t" r="r" b="b"/>
              <a:pathLst>
                <a:path w="180340" h="7619">
                  <a:moveTo>
                    <a:pt x="180340" y="1270"/>
                  </a:moveTo>
                  <a:lnTo>
                    <a:pt x="180327" y="0"/>
                  </a:lnTo>
                  <a:lnTo>
                    <a:pt x="3810" y="0"/>
                  </a:lnTo>
                  <a:lnTo>
                    <a:pt x="3810" y="1270"/>
                  </a:lnTo>
                  <a:lnTo>
                    <a:pt x="2540" y="1270"/>
                  </a:lnTo>
                  <a:lnTo>
                    <a:pt x="2540" y="2540"/>
                  </a:lnTo>
                  <a:lnTo>
                    <a:pt x="1270" y="2540"/>
                  </a:lnTo>
                  <a:lnTo>
                    <a:pt x="1270" y="5080"/>
                  </a:lnTo>
                  <a:lnTo>
                    <a:pt x="0" y="5080"/>
                  </a:lnTo>
                  <a:lnTo>
                    <a:pt x="0" y="6350"/>
                  </a:lnTo>
                  <a:lnTo>
                    <a:pt x="0" y="7620"/>
                  </a:lnTo>
                  <a:lnTo>
                    <a:pt x="177800" y="7620"/>
                  </a:lnTo>
                  <a:lnTo>
                    <a:pt x="177800" y="6350"/>
                  </a:lnTo>
                  <a:lnTo>
                    <a:pt x="179070" y="6350"/>
                  </a:lnTo>
                  <a:lnTo>
                    <a:pt x="179070" y="5080"/>
                  </a:lnTo>
                  <a:lnTo>
                    <a:pt x="179070" y="2540"/>
                  </a:lnTo>
                  <a:lnTo>
                    <a:pt x="180340" y="2540"/>
                  </a:lnTo>
                  <a:lnTo>
                    <a:pt x="180340" y="1270"/>
                  </a:lnTo>
                  <a:close/>
                </a:path>
              </a:pathLst>
            </a:custGeom>
            <a:solidFill>
              <a:srgbClr val="5B4400"/>
            </a:solidFill>
          </p:spPr>
          <p:txBody>
            <a:bodyPr wrap="square" lIns="0" tIns="0" rIns="0" bIns="0" rtlCol="0"/>
            <a:lstStyle/>
            <a:p/>
          </p:txBody>
        </p:sp>
        <p:sp>
          <p:nvSpPr>
            <p:cNvPr id="1347" name="object 1347"/>
            <p:cNvSpPr/>
            <p:nvPr/>
          </p:nvSpPr>
          <p:spPr>
            <a:xfrm>
              <a:off x="7335520" y="2753359"/>
              <a:ext cx="182880" cy="6350"/>
            </a:xfrm>
            <a:custGeom>
              <a:avLst/>
              <a:gdLst/>
              <a:ahLst/>
              <a:cxnLst/>
              <a:rect l="l" t="t" r="r" b="b"/>
              <a:pathLst>
                <a:path w="182879" h="6350">
                  <a:moveTo>
                    <a:pt x="182880" y="0"/>
                  </a:moveTo>
                  <a:lnTo>
                    <a:pt x="3810" y="0"/>
                  </a:lnTo>
                  <a:lnTo>
                    <a:pt x="3810" y="1270"/>
                  </a:lnTo>
                  <a:lnTo>
                    <a:pt x="2540" y="1270"/>
                  </a:lnTo>
                  <a:lnTo>
                    <a:pt x="2540" y="2540"/>
                  </a:lnTo>
                  <a:lnTo>
                    <a:pt x="2540" y="3810"/>
                  </a:lnTo>
                  <a:lnTo>
                    <a:pt x="1270" y="3810"/>
                  </a:lnTo>
                  <a:lnTo>
                    <a:pt x="1270" y="5080"/>
                  </a:lnTo>
                  <a:lnTo>
                    <a:pt x="0" y="5080"/>
                  </a:lnTo>
                  <a:lnTo>
                    <a:pt x="0" y="6350"/>
                  </a:lnTo>
                  <a:lnTo>
                    <a:pt x="181610" y="6350"/>
                  </a:lnTo>
                  <a:lnTo>
                    <a:pt x="181610" y="5080"/>
                  </a:lnTo>
                  <a:lnTo>
                    <a:pt x="181610" y="3810"/>
                  </a:lnTo>
                  <a:lnTo>
                    <a:pt x="181610" y="2540"/>
                  </a:lnTo>
                  <a:lnTo>
                    <a:pt x="182880" y="2540"/>
                  </a:lnTo>
                  <a:lnTo>
                    <a:pt x="182880" y="1270"/>
                  </a:lnTo>
                  <a:lnTo>
                    <a:pt x="182880" y="0"/>
                  </a:lnTo>
                  <a:close/>
                </a:path>
              </a:pathLst>
            </a:custGeom>
            <a:solidFill>
              <a:srgbClr val="5C4500"/>
            </a:solidFill>
          </p:spPr>
          <p:txBody>
            <a:bodyPr wrap="square" lIns="0" tIns="0" rIns="0" bIns="0" rtlCol="0"/>
            <a:lstStyle/>
            <a:p/>
          </p:txBody>
        </p:sp>
        <p:sp>
          <p:nvSpPr>
            <p:cNvPr id="1348" name="object 1348"/>
            <p:cNvSpPr/>
            <p:nvPr/>
          </p:nvSpPr>
          <p:spPr>
            <a:xfrm>
              <a:off x="7331710" y="2759709"/>
              <a:ext cx="184150" cy="7620"/>
            </a:xfrm>
            <a:custGeom>
              <a:avLst/>
              <a:gdLst/>
              <a:ahLst/>
              <a:cxnLst/>
              <a:rect l="l" t="t" r="r" b="b"/>
              <a:pathLst>
                <a:path w="184150" h="7619">
                  <a:moveTo>
                    <a:pt x="184150" y="1282"/>
                  </a:moveTo>
                  <a:lnTo>
                    <a:pt x="2540" y="1282"/>
                  </a:lnTo>
                  <a:lnTo>
                    <a:pt x="2540" y="3810"/>
                  </a:lnTo>
                  <a:lnTo>
                    <a:pt x="1270" y="3810"/>
                  </a:lnTo>
                  <a:lnTo>
                    <a:pt x="1270" y="5080"/>
                  </a:lnTo>
                  <a:lnTo>
                    <a:pt x="0" y="5080"/>
                  </a:lnTo>
                  <a:lnTo>
                    <a:pt x="0" y="7620"/>
                  </a:lnTo>
                  <a:lnTo>
                    <a:pt x="182867" y="7620"/>
                  </a:lnTo>
                  <a:lnTo>
                    <a:pt x="182867" y="5080"/>
                  </a:lnTo>
                  <a:lnTo>
                    <a:pt x="182867" y="3810"/>
                  </a:lnTo>
                  <a:lnTo>
                    <a:pt x="184150" y="3810"/>
                  </a:lnTo>
                  <a:lnTo>
                    <a:pt x="184150" y="1282"/>
                  </a:lnTo>
                  <a:close/>
                </a:path>
                <a:path w="184150" h="7619">
                  <a:moveTo>
                    <a:pt x="184150" y="0"/>
                  </a:moveTo>
                  <a:lnTo>
                    <a:pt x="3810" y="0"/>
                  </a:lnTo>
                  <a:lnTo>
                    <a:pt x="3810" y="1270"/>
                  </a:lnTo>
                  <a:lnTo>
                    <a:pt x="184150" y="1270"/>
                  </a:lnTo>
                  <a:lnTo>
                    <a:pt x="184150" y="0"/>
                  </a:lnTo>
                  <a:close/>
                </a:path>
              </a:pathLst>
            </a:custGeom>
            <a:solidFill>
              <a:srgbClr val="5E4600"/>
            </a:solidFill>
          </p:spPr>
          <p:txBody>
            <a:bodyPr wrap="square" lIns="0" tIns="0" rIns="0" bIns="0" rtlCol="0"/>
            <a:lstStyle/>
            <a:p/>
          </p:txBody>
        </p:sp>
        <p:sp>
          <p:nvSpPr>
            <p:cNvPr id="1349" name="object 1349"/>
            <p:cNvSpPr/>
            <p:nvPr/>
          </p:nvSpPr>
          <p:spPr>
            <a:xfrm>
              <a:off x="7326630" y="2767329"/>
              <a:ext cx="186690" cy="7620"/>
            </a:xfrm>
            <a:custGeom>
              <a:avLst/>
              <a:gdLst/>
              <a:ahLst/>
              <a:cxnLst/>
              <a:rect l="l" t="t" r="r" b="b"/>
              <a:pathLst>
                <a:path w="186690" h="7619">
                  <a:moveTo>
                    <a:pt x="185420" y="6362"/>
                  </a:moveTo>
                  <a:lnTo>
                    <a:pt x="0" y="6362"/>
                  </a:lnTo>
                  <a:lnTo>
                    <a:pt x="0" y="7620"/>
                  </a:lnTo>
                  <a:lnTo>
                    <a:pt x="185420" y="7620"/>
                  </a:lnTo>
                  <a:lnTo>
                    <a:pt x="185420" y="6362"/>
                  </a:lnTo>
                  <a:close/>
                </a:path>
                <a:path w="186690" h="7619">
                  <a:moveTo>
                    <a:pt x="186690" y="0"/>
                  </a:moveTo>
                  <a:lnTo>
                    <a:pt x="3810" y="0"/>
                  </a:lnTo>
                  <a:lnTo>
                    <a:pt x="3810" y="1270"/>
                  </a:lnTo>
                  <a:lnTo>
                    <a:pt x="2540" y="1270"/>
                  </a:lnTo>
                  <a:lnTo>
                    <a:pt x="2540" y="3810"/>
                  </a:lnTo>
                  <a:lnTo>
                    <a:pt x="1270" y="3810"/>
                  </a:lnTo>
                  <a:lnTo>
                    <a:pt x="1270" y="5080"/>
                  </a:lnTo>
                  <a:lnTo>
                    <a:pt x="1270" y="6350"/>
                  </a:lnTo>
                  <a:lnTo>
                    <a:pt x="185420" y="6350"/>
                  </a:lnTo>
                  <a:lnTo>
                    <a:pt x="185420" y="5080"/>
                  </a:lnTo>
                  <a:lnTo>
                    <a:pt x="186690" y="5080"/>
                  </a:lnTo>
                  <a:lnTo>
                    <a:pt x="186690" y="3810"/>
                  </a:lnTo>
                  <a:lnTo>
                    <a:pt x="186690" y="1270"/>
                  </a:lnTo>
                  <a:lnTo>
                    <a:pt x="186690" y="0"/>
                  </a:lnTo>
                  <a:close/>
                </a:path>
              </a:pathLst>
            </a:custGeom>
            <a:solidFill>
              <a:srgbClr val="604700"/>
            </a:solidFill>
          </p:spPr>
          <p:txBody>
            <a:bodyPr wrap="square" lIns="0" tIns="0" rIns="0" bIns="0" rtlCol="0"/>
            <a:lstStyle/>
            <a:p/>
          </p:txBody>
        </p:sp>
        <p:sp>
          <p:nvSpPr>
            <p:cNvPr id="1350" name="object 1350"/>
            <p:cNvSpPr/>
            <p:nvPr/>
          </p:nvSpPr>
          <p:spPr>
            <a:xfrm>
              <a:off x="7324090" y="2774949"/>
              <a:ext cx="187960" cy="6350"/>
            </a:xfrm>
            <a:custGeom>
              <a:avLst/>
              <a:gdLst/>
              <a:ahLst/>
              <a:cxnLst/>
              <a:rect l="l" t="t" r="r" b="b"/>
              <a:pathLst>
                <a:path w="187959" h="6350">
                  <a:moveTo>
                    <a:pt x="187960" y="0"/>
                  </a:moveTo>
                  <a:lnTo>
                    <a:pt x="2540" y="0"/>
                  </a:lnTo>
                  <a:lnTo>
                    <a:pt x="2540" y="1270"/>
                  </a:lnTo>
                  <a:lnTo>
                    <a:pt x="1270" y="1270"/>
                  </a:lnTo>
                  <a:lnTo>
                    <a:pt x="1270" y="2540"/>
                  </a:lnTo>
                  <a:lnTo>
                    <a:pt x="1270" y="3810"/>
                  </a:lnTo>
                  <a:lnTo>
                    <a:pt x="0" y="3810"/>
                  </a:lnTo>
                  <a:lnTo>
                    <a:pt x="0" y="6350"/>
                  </a:lnTo>
                  <a:lnTo>
                    <a:pt x="186690" y="6350"/>
                  </a:lnTo>
                  <a:lnTo>
                    <a:pt x="186690" y="3810"/>
                  </a:lnTo>
                  <a:lnTo>
                    <a:pt x="186690" y="2540"/>
                  </a:lnTo>
                  <a:lnTo>
                    <a:pt x="187960" y="2540"/>
                  </a:lnTo>
                  <a:lnTo>
                    <a:pt x="187960" y="1270"/>
                  </a:lnTo>
                  <a:lnTo>
                    <a:pt x="187960" y="0"/>
                  </a:lnTo>
                  <a:close/>
                </a:path>
              </a:pathLst>
            </a:custGeom>
            <a:solidFill>
              <a:srgbClr val="614800"/>
            </a:solidFill>
          </p:spPr>
          <p:txBody>
            <a:bodyPr wrap="square" lIns="0" tIns="0" rIns="0" bIns="0" rtlCol="0"/>
            <a:lstStyle/>
            <a:p/>
          </p:txBody>
        </p:sp>
        <p:sp>
          <p:nvSpPr>
            <p:cNvPr id="1351" name="object 1351"/>
            <p:cNvSpPr/>
            <p:nvPr/>
          </p:nvSpPr>
          <p:spPr>
            <a:xfrm>
              <a:off x="7320280" y="2781299"/>
              <a:ext cx="190500" cy="7620"/>
            </a:xfrm>
            <a:custGeom>
              <a:avLst/>
              <a:gdLst/>
              <a:ahLst/>
              <a:cxnLst/>
              <a:rect l="l" t="t" r="r" b="b"/>
              <a:pathLst>
                <a:path w="190500" h="7619">
                  <a:moveTo>
                    <a:pt x="190500" y="0"/>
                  </a:moveTo>
                  <a:lnTo>
                    <a:pt x="2540" y="0"/>
                  </a:lnTo>
                  <a:lnTo>
                    <a:pt x="2540" y="1270"/>
                  </a:lnTo>
                  <a:lnTo>
                    <a:pt x="2540" y="2540"/>
                  </a:lnTo>
                  <a:lnTo>
                    <a:pt x="1270" y="2540"/>
                  </a:lnTo>
                  <a:lnTo>
                    <a:pt x="1270" y="5080"/>
                  </a:lnTo>
                  <a:lnTo>
                    <a:pt x="0" y="5080"/>
                  </a:lnTo>
                  <a:lnTo>
                    <a:pt x="0" y="6350"/>
                  </a:lnTo>
                  <a:lnTo>
                    <a:pt x="0" y="7620"/>
                  </a:lnTo>
                  <a:lnTo>
                    <a:pt x="187947" y="7620"/>
                  </a:lnTo>
                  <a:lnTo>
                    <a:pt x="187947" y="6350"/>
                  </a:lnTo>
                  <a:lnTo>
                    <a:pt x="189230" y="6350"/>
                  </a:lnTo>
                  <a:lnTo>
                    <a:pt x="189230" y="5080"/>
                  </a:lnTo>
                  <a:lnTo>
                    <a:pt x="189230" y="2540"/>
                  </a:lnTo>
                  <a:lnTo>
                    <a:pt x="189230" y="1270"/>
                  </a:lnTo>
                  <a:lnTo>
                    <a:pt x="190500" y="1270"/>
                  </a:lnTo>
                  <a:lnTo>
                    <a:pt x="190500" y="0"/>
                  </a:lnTo>
                  <a:close/>
                </a:path>
              </a:pathLst>
            </a:custGeom>
            <a:solidFill>
              <a:srgbClr val="634A00"/>
            </a:solidFill>
          </p:spPr>
          <p:txBody>
            <a:bodyPr wrap="square" lIns="0" tIns="0" rIns="0" bIns="0" rtlCol="0"/>
            <a:lstStyle/>
            <a:p/>
          </p:txBody>
        </p:sp>
        <p:sp>
          <p:nvSpPr>
            <p:cNvPr id="1352" name="object 1352"/>
            <p:cNvSpPr/>
            <p:nvPr/>
          </p:nvSpPr>
          <p:spPr>
            <a:xfrm>
              <a:off x="7316470" y="2788919"/>
              <a:ext cx="191770" cy="7620"/>
            </a:xfrm>
            <a:custGeom>
              <a:avLst/>
              <a:gdLst/>
              <a:ahLst/>
              <a:cxnLst/>
              <a:rect l="l" t="t" r="r" b="b"/>
              <a:pathLst>
                <a:path w="191770" h="7619">
                  <a:moveTo>
                    <a:pt x="191770" y="2540"/>
                  </a:moveTo>
                  <a:lnTo>
                    <a:pt x="191757" y="0"/>
                  </a:lnTo>
                  <a:lnTo>
                    <a:pt x="2540" y="0"/>
                  </a:lnTo>
                  <a:lnTo>
                    <a:pt x="2540" y="2540"/>
                  </a:lnTo>
                  <a:lnTo>
                    <a:pt x="1270" y="2540"/>
                  </a:lnTo>
                  <a:lnTo>
                    <a:pt x="1270" y="3810"/>
                  </a:lnTo>
                  <a:lnTo>
                    <a:pt x="1270" y="5080"/>
                  </a:lnTo>
                  <a:lnTo>
                    <a:pt x="0" y="5080"/>
                  </a:lnTo>
                  <a:lnTo>
                    <a:pt x="0" y="7620"/>
                  </a:lnTo>
                  <a:lnTo>
                    <a:pt x="190500" y="7620"/>
                  </a:lnTo>
                  <a:lnTo>
                    <a:pt x="190500" y="5080"/>
                  </a:lnTo>
                  <a:lnTo>
                    <a:pt x="190500" y="3810"/>
                  </a:lnTo>
                  <a:lnTo>
                    <a:pt x="191770" y="3810"/>
                  </a:lnTo>
                  <a:lnTo>
                    <a:pt x="191770" y="2540"/>
                  </a:lnTo>
                  <a:close/>
                </a:path>
              </a:pathLst>
            </a:custGeom>
            <a:solidFill>
              <a:srgbClr val="664B00"/>
            </a:solidFill>
          </p:spPr>
          <p:txBody>
            <a:bodyPr wrap="square" lIns="0" tIns="0" rIns="0" bIns="0" rtlCol="0"/>
            <a:lstStyle/>
            <a:p/>
          </p:txBody>
        </p:sp>
        <p:sp>
          <p:nvSpPr>
            <p:cNvPr id="1353" name="object 1353"/>
            <p:cNvSpPr/>
            <p:nvPr/>
          </p:nvSpPr>
          <p:spPr>
            <a:xfrm>
              <a:off x="7313930" y="2796539"/>
              <a:ext cx="193040" cy="6350"/>
            </a:xfrm>
            <a:custGeom>
              <a:avLst/>
              <a:gdLst/>
              <a:ahLst/>
              <a:cxnLst/>
              <a:rect l="l" t="t" r="r" b="b"/>
              <a:pathLst>
                <a:path w="193040" h="6350">
                  <a:moveTo>
                    <a:pt x="191770" y="3810"/>
                  </a:moveTo>
                  <a:lnTo>
                    <a:pt x="0" y="3810"/>
                  </a:lnTo>
                  <a:lnTo>
                    <a:pt x="0" y="6350"/>
                  </a:lnTo>
                  <a:lnTo>
                    <a:pt x="191770" y="6350"/>
                  </a:lnTo>
                  <a:lnTo>
                    <a:pt x="191770" y="3810"/>
                  </a:lnTo>
                  <a:close/>
                </a:path>
                <a:path w="193040" h="6350">
                  <a:moveTo>
                    <a:pt x="193040" y="0"/>
                  </a:moveTo>
                  <a:lnTo>
                    <a:pt x="1270" y="0"/>
                  </a:lnTo>
                  <a:lnTo>
                    <a:pt x="1270" y="2540"/>
                  </a:lnTo>
                  <a:lnTo>
                    <a:pt x="193040" y="2540"/>
                  </a:lnTo>
                  <a:lnTo>
                    <a:pt x="193040" y="0"/>
                  </a:lnTo>
                  <a:close/>
                </a:path>
              </a:pathLst>
            </a:custGeom>
            <a:solidFill>
              <a:srgbClr val="664C00"/>
            </a:solidFill>
          </p:spPr>
          <p:txBody>
            <a:bodyPr wrap="square" lIns="0" tIns="0" rIns="0" bIns="0" rtlCol="0"/>
            <a:lstStyle/>
            <a:p/>
          </p:txBody>
        </p:sp>
        <p:sp>
          <p:nvSpPr>
            <p:cNvPr id="1354" name="object 1354"/>
            <p:cNvSpPr/>
            <p:nvPr/>
          </p:nvSpPr>
          <p:spPr>
            <a:xfrm>
              <a:off x="7310120" y="2802889"/>
              <a:ext cx="195580" cy="7620"/>
            </a:xfrm>
            <a:custGeom>
              <a:avLst/>
              <a:gdLst/>
              <a:ahLst/>
              <a:cxnLst/>
              <a:rect l="l" t="t" r="r" b="b"/>
              <a:pathLst>
                <a:path w="195579" h="7619">
                  <a:moveTo>
                    <a:pt x="194310" y="6350"/>
                  </a:moveTo>
                  <a:lnTo>
                    <a:pt x="0" y="6350"/>
                  </a:lnTo>
                  <a:lnTo>
                    <a:pt x="0" y="7620"/>
                  </a:lnTo>
                  <a:lnTo>
                    <a:pt x="194310" y="7620"/>
                  </a:lnTo>
                  <a:lnTo>
                    <a:pt x="194310" y="6350"/>
                  </a:lnTo>
                  <a:close/>
                </a:path>
                <a:path w="195579" h="7619">
                  <a:moveTo>
                    <a:pt x="195580" y="0"/>
                  </a:moveTo>
                  <a:lnTo>
                    <a:pt x="2540" y="0"/>
                  </a:lnTo>
                  <a:lnTo>
                    <a:pt x="2540" y="2540"/>
                  </a:lnTo>
                  <a:lnTo>
                    <a:pt x="1270" y="2540"/>
                  </a:lnTo>
                  <a:lnTo>
                    <a:pt x="1270" y="5080"/>
                  </a:lnTo>
                  <a:lnTo>
                    <a:pt x="194310" y="5080"/>
                  </a:lnTo>
                  <a:lnTo>
                    <a:pt x="194310" y="2540"/>
                  </a:lnTo>
                  <a:lnTo>
                    <a:pt x="195580" y="2540"/>
                  </a:lnTo>
                  <a:lnTo>
                    <a:pt x="195580" y="0"/>
                  </a:lnTo>
                  <a:close/>
                </a:path>
              </a:pathLst>
            </a:custGeom>
            <a:solidFill>
              <a:srgbClr val="684D00"/>
            </a:solidFill>
          </p:spPr>
          <p:txBody>
            <a:bodyPr wrap="square" lIns="0" tIns="0" rIns="0" bIns="0" rtlCol="0"/>
            <a:lstStyle/>
            <a:p/>
          </p:txBody>
        </p:sp>
        <p:sp>
          <p:nvSpPr>
            <p:cNvPr id="1355" name="object 1355"/>
            <p:cNvSpPr/>
            <p:nvPr/>
          </p:nvSpPr>
          <p:spPr>
            <a:xfrm>
              <a:off x="7305040" y="2811779"/>
              <a:ext cx="198120" cy="6350"/>
            </a:xfrm>
            <a:custGeom>
              <a:avLst/>
              <a:gdLst/>
              <a:ahLst/>
              <a:cxnLst/>
              <a:rect l="l" t="t" r="r" b="b"/>
              <a:pathLst>
                <a:path w="198120" h="6350">
                  <a:moveTo>
                    <a:pt x="1270" y="5080"/>
                  </a:moveTo>
                  <a:lnTo>
                    <a:pt x="0" y="5080"/>
                  </a:lnTo>
                  <a:lnTo>
                    <a:pt x="0" y="6350"/>
                  </a:lnTo>
                  <a:lnTo>
                    <a:pt x="1270" y="6350"/>
                  </a:lnTo>
                  <a:lnTo>
                    <a:pt x="1270" y="5080"/>
                  </a:lnTo>
                  <a:close/>
                </a:path>
                <a:path w="198120" h="6350">
                  <a:moveTo>
                    <a:pt x="196850" y="3810"/>
                  </a:moveTo>
                  <a:lnTo>
                    <a:pt x="2540" y="3810"/>
                  </a:lnTo>
                  <a:lnTo>
                    <a:pt x="2540" y="2540"/>
                  </a:lnTo>
                  <a:lnTo>
                    <a:pt x="1270" y="2540"/>
                  </a:lnTo>
                  <a:lnTo>
                    <a:pt x="1270" y="3810"/>
                  </a:lnTo>
                  <a:lnTo>
                    <a:pt x="1270" y="5080"/>
                  </a:lnTo>
                  <a:lnTo>
                    <a:pt x="196850" y="5080"/>
                  </a:lnTo>
                  <a:lnTo>
                    <a:pt x="196850" y="3810"/>
                  </a:lnTo>
                  <a:close/>
                </a:path>
                <a:path w="198120" h="6350">
                  <a:moveTo>
                    <a:pt x="198120" y="0"/>
                  </a:moveTo>
                  <a:lnTo>
                    <a:pt x="2540" y="0"/>
                  </a:lnTo>
                  <a:lnTo>
                    <a:pt x="2540" y="2540"/>
                  </a:lnTo>
                  <a:lnTo>
                    <a:pt x="196850" y="2540"/>
                  </a:lnTo>
                  <a:lnTo>
                    <a:pt x="196850" y="3810"/>
                  </a:lnTo>
                  <a:lnTo>
                    <a:pt x="198120" y="3810"/>
                  </a:lnTo>
                  <a:lnTo>
                    <a:pt x="198120" y="2540"/>
                  </a:lnTo>
                  <a:lnTo>
                    <a:pt x="198120" y="0"/>
                  </a:lnTo>
                  <a:close/>
                </a:path>
              </a:pathLst>
            </a:custGeom>
            <a:solidFill>
              <a:srgbClr val="694F00"/>
            </a:solidFill>
          </p:spPr>
          <p:txBody>
            <a:bodyPr wrap="square" lIns="0" tIns="0" rIns="0" bIns="0" rtlCol="0"/>
            <a:lstStyle/>
            <a:p/>
          </p:txBody>
        </p:sp>
        <p:sp>
          <p:nvSpPr>
            <p:cNvPr id="1356" name="object 1356"/>
            <p:cNvSpPr/>
            <p:nvPr/>
          </p:nvSpPr>
          <p:spPr>
            <a:xfrm>
              <a:off x="7301230" y="2818129"/>
              <a:ext cx="200660" cy="7620"/>
            </a:xfrm>
            <a:custGeom>
              <a:avLst/>
              <a:gdLst/>
              <a:ahLst/>
              <a:cxnLst/>
              <a:rect l="l" t="t" r="r" b="b"/>
              <a:pathLst>
                <a:path w="200659" h="7619">
                  <a:moveTo>
                    <a:pt x="199390" y="6350"/>
                  </a:moveTo>
                  <a:lnTo>
                    <a:pt x="0" y="6350"/>
                  </a:lnTo>
                  <a:lnTo>
                    <a:pt x="0" y="7620"/>
                  </a:lnTo>
                  <a:lnTo>
                    <a:pt x="199390" y="7620"/>
                  </a:lnTo>
                  <a:lnTo>
                    <a:pt x="199390" y="6350"/>
                  </a:lnTo>
                  <a:close/>
                </a:path>
                <a:path w="200659" h="7619">
                  <a:moveTo>
                    <a:pt x="199390" y="3810"/>
                  </a:moveTo>
                  <a:lnTo>
                    <a:pt x="2540" y="3810"/>
                  </a:lnTo>
                  <a:lnTo>
                    <a:pt x="2540" y="5080"/>
                  </a:lnTo>
                  <a:lnTo>
                    <a:pt x="199390" y="5080"/>
                  </a:lnTo>
                  <a:lnTo>
                    <a:pt x="199390" y="3810"/>
                  </a:lnTo>
                  <a:close/>
                </a:path>
                <a:path w="200659" h="7619">
                  <a:moveTo>
                    <a:pt x="200660" y="0"/>
                  </a:moveTo>
                  <a:lnTo>
                    <a:pt x="3810" y="0"/>
                  </a:lnTo>
                  <a:lnTo>
                    <a:pt x="3810" y="2540"/>
                  </a:lnTo>
                  <a:lnTo>
                    <a:pt x="200660" y="2540"/>
                  </a:lnTo>
                  <a:lnTo>
                    <a:pt x="200660" y="0"/>
                  </a:lnTo>
                  <a:close/>
                </a:path>
              </a:pathLst>
            </a:custGeom>
            <a:solidFill>
              <a:srgbClr val="6B5000"/>
            </a:solidFill>
          </p:spPr>
          <p:txBody>
            <a:bodyPr wrap="square" lIns="0" tIns="0" rIns="0" bIns="0" rtlCol="0"/>
            <a:lstStyle/>
            <a:p/>
          </p:txBody>
        </p:sp>
        <p:sp>
          <p:nvSpPr>
            <p:cNvPr id="1357" name="object 1357"/>
            <p:cNvSpPr/>
            <p:nvPr/>
          </p:nvSpPr>
          <p:spPr>
            <a:xfrm>
              <a:off x="7299960" y="2825749"/>
              <a:ext cx="200660" cy="6350"/>
            </a:xfrm>
            <a:custGeom>
              <a:avLst/>
              <a:gdLst/>
              <a:ahLst/>
              <a:cxnLst/>
              <a:rect l="l" t="t" r="r" b="b"/>
              <a:pathLst>
                <a:path w="200659" h="6350">
                  <a:moveTo>
                    <a:pt x="199390" y="5080"/>
                  </a:moveTo>
                  <a:lnTo>
                    <a:pt x="0" y="5080"/>
                  </a:lnTo>
                  <a:lnTo>
                    <a:pt x="0" y="6350"/>
                  </a:lnTo>
                  <a:lnTo>
                    <a:pt x="199390" y="6350"/>
                  </a:lnTo>
                  <a:lnTo>
                    <a:pt x="199390" y="5080"/>
                  </a:lnTo>
                  <a:close/>
                </a:path>
                <a:path w="200659" h="6350">
                  <a:moveTo>
                    <a:pt x="199390" y="2540"/>
                  </a:moveTo>
                  <a:lnTo>
                    <a:pt x="1270" y="2540"/>
                  </a:lnTo>
                  <a:lnTo>
                    <a:pt x="1270" y="3810"/>
                  </a:lnTo>
                  <a:lnTo>
                    <a:pt x="199390" y="3810"/>
                  </a:lnTo>
                  <a:lnTo>
                    <a:pt x="199390" y="2540"/>
                  </a:lnTo>
                  <a:close/>
                </a:path>
                <a:path w="200659" h="6350">
                  <a:moveTo>
                    <a:pt x="200660" y="0"/>
                  </a:moveTo>
                  <a:lnTo>
                    <a:pt x="1270" y="0"/>
                  </a:lnTo>
                  <a:lnTo>
                    <a:pt x="1270" y="1270"/>
                  </a:lnTo>
                  <a:lnTo>
                    <a:pt x="199390" y="1270"/>
                  </a:lnTo>
                  <a:lnTo>
                    <a:pt x="199390" y="2540"/>
                  </a:lnTo>
                  <a:lnTo>
                    <a:pt x="200660" y="2540"/>
                  </a:lnTo>
                  <a:lnTo>
                    <a:pt x="200660" y="1270"/>
                  </a:lnTo>
                  <a:lnTo>
                    <a:pt x="200660" y="0"/>
                  </a:lnTo>
                  <a:close/>
                </a:path>
              </a:pathLst>
            </a:custGeom>
            <a:solidFill>
              <a:srgbClr val="6D5100"/>
            </a:solidFill>
          </p:spPr>
          <p:txBody>
            <a:bodyPr wrap="square" lIns="0" tIns="0" rIns="0" bIns="0" rtlCol="0"/>
            <a:lstStyle/>
            <a:p/>
          </p:txBody>
        </p:sp>
        <p:sp>
          <p:nvSpPr>
            <p:cNvPr id="1358" name="object 1358"/>
            <p:cNvSpPr/>
            <p:nvPr/>
          </p:nvSpPr>
          <p:spPr>
            <a:xfrm>
              <a:off x="7297420" y="2832099"/>
              <a:ext cx="201930" cy="7620"/>
            </a:xfrm>
            <a:custGeom>
              <a:avLst/>
              <a:gdLst/>
              <a:ahLst/>
              <a:cxnLst/>
              <a:rect l="l" t="t" r="r" b="b"/>
              <a:pathLst>
                <a:path w="201929" h="7619">
                  <a:moveTo>
                    <a:pt x="200660" y="5080"/>
                  </a:moveTo>
                  <a:lnTo>
                    <a:pt x="0" y="5080"/>
                  </a:lnTo>
                  <a:lnTo>
                    <a:pt x="0" y="7620"/>
                  </a:lnTo>
                  <a:lnTo>
                    <a:pt x="200660" y="7620"/>
                  </a:lnTo>
                  <a:lnTo>
                    <a:pt x="200660" y="5080"/>
                  </a:lnTo>
                  <a:close/>
                </a:path>
                <a:path w="201929" h="7619">
                  <a:moveTo>
                    <a:pt x="201930" y="2540"/>
                  </a:moveTo>
                  <a:lnTo>
                    <a:pt x="1270" y="2540"/>
                  </a:lnTo>
                  <a:lnTo>
                    <a:pt x="1270" y="3810"/>
                  </a:lnTo>
                  <a:lnTo>
                    <a:pt x="200660" y="3810"/>
                  </a:lnTo>
                  <a:lnTo>
                    <a:pt x="200660" y="5080"/>
                  </a:lnTo>
                  <a:lnTo>
                    <a:pt x="201930" y="5080"/>
                  </a:lnTo>
                  <a:lnTo>
                    <a:pt x="201930" y="3810"/>
                  </a:lnTo>
                  <a:lnTo>
                    <a:pt x="201930" y="2540"/>
                  </a:lnTo>
                  <a:close/>
                </a:path>
                <a:path w="201929" h="7619">
                  <a:moveTo>
                    <a:pt x="201930" y="0"/>
                  </a:moveTo>
                  <a:lnTo>
                    <a:pt x="2540" y="0"/>
                  </a:lnTo>
                  <a:lnTo>
                    <a:pt x="2540" y="1270"/>
                  </a:lnTo>
                  <a:lnTo>
                    <a:pt x="201930" y="1270"/>
                  </a:lnTo>
                  <a:lnTo>
                    <a:pt x="201930" y="0"/>
                  </a:lnTo>
                  <a:close/>
                </a:path>
              </a:pathLst>
            </a:custGeom>
            <a:solidFill>
              <a:srgbClr val="6E5200"/>
            </a:solidFill>
          </p:spPr>
          <p:txBody>
            <a:bodyPr wrap="square" lIns="0" tIns="0" rIns="0" bIns="0" rtlCol="0"/>
            <a:lstStyle/>
            <a:p/>
          </p:txBody>
        </p:sp>
        <p:sp>
          <p:nvSpPr>
            <p:cNvPr id="1359" name="object 1359"/>
            <p:cNvSpPr/>
            <p:nvPr/>
          </p:nvSpPr>
          <p:spPr>
            <a:xfrm>
              <a:off x="8138160" y="2810509"/>
              <a:ext cx="6350" cy="6350"/>
            </a:xfrm>
            <a:custGeom>
              <a:avLst/>
              <a:gdLst/>
              <a:ahLst/>
              <a:cxnLst/>
              <a:rect l="l" t="t" r="r" b="b"/>
              <a:pathLst>
                <a:path w="6350" h="6350">
                  <a:moveTo>
                    <a:pt x="6350" y="5080"/>
                  </a:moveTo>
                  <a:lnTo>
                    <a:pt x="1270" y="5080"/>
                  </a:lnTo>
                  <a:lnTo>
                    <a:pt x="1270" y="3810"/>
                  </a:lnTo>
                  <a:lnTo>
                    <a:pt x="0" y="3810"/>
                  </a:lnTo>
                  <a:lnTo>
                    <a:pt x="0" y="5080"/>
                  </a:lnTo>
                  <a:lnTo>
                    <a:pt x="0" y="6350"/>
                  </a:lnTo>
                  <a:lnTo>
                    <a:pt x="6350" y="6350"/>
                  </a:lnTo>
                  <a:lnTo>
                    <a:pt x="6350" y="5080"/>
                  </a:lnTo>
                  <a:close/>
                </a:path>
                <a:path w="6350" h="6350">
                  <a:moveTo>
                    <a:pt x="6350" y="1270"/>
                  </a:moveTo>
                  <a:lnTo>
                    <a:pt x="5080" y="1270"/>
                  </a:lnTo>
                  <a:lnTo>
                    <a:pt x="5080" y="0"/>
                  </a:lnTo>
                  <a:lnTo>
                    <a:pt x="3810" y="0"/>
                  </a:lnTo>
                  <a:lnTo>
                    <a:pt x="3810" y="1270"/>
                  </a:lnTo>
                  <a:lnTo>
                    <a:pt x="2540" y="1270"/>
                  </a:lnTo>
                  <a:lnTo>
                    <a:pt x="2540" y="3810"/>
                  </a:lnTo>
                  <a:lnTo>
                    <a:pt x="6350" y="3810"/>
                  </a:lnTo>
                  <a:lnTo>
                    <a:pt x="6350" y="1270"/>
                  </a:lnTo>
                  <a:close/>
                </a:path>
              </a:pathLst>
            </a:custGeom>
            <a:solidFill>
              <a:srgbClr val="694F00"/>
            </a:solidFill>
          </p:spPr>
          <p:txBody>
            <a:bodyPr wrap="square" lIns="0" tIns="0" rIns="0" bIns="0" rtlCol="0"/>
            <a:lstStyle/>
            <a:p/>
          </p:txBody>
        </p:sp>
        <p:sp>
          <p:nvSpPr>
            <p:cNvPr id="1360" name="object 1360"/>
            <p:cNvSpPr/>
            <p:nvPr/>
          </p:nvSpPr>
          <p:spPr>
            <a:xfrm>
              <a:off x="8129270" y="2818129"/>
              <a:ext cx="15240" cy="7620"/>
            </a:xfrm>
            <a:custGeom>
              <a:avLst/>
              <a:gdLst/>
              <a:ahLst/>
              <a:cxnLst/>
              <a:rect l="l" t="t" r="r" b="b"/>
              <a:pathLst>
                <a:path w="15240" h="7619">
                  <a:moveTo>
                    <a:pt x="15240" y="6350"/>
                  </a:moveTo>
                  <a:lnTo>
                    <a:pt x="2540" y="6350"/>
                  </a:lnTo>
                  <a:lnTo>
                    <a:pt x="2540" y="5080"/>
                  </a:lnTo>
                  <a:lnTo>
                    <a:pt x="1270" y="5080"/>
                  </a:lnTo>
                  <a:lnTo>
                    <a:pt x="1270" y="6350"/>
                  </a:lnTo>
                  <a:lnTo>
                    <a:pt x="0" y="6350"/>
                  </a:lnTo>
                  <a:lnTo>
                    <a:pt x="0" y="7620"/>
                  </a:lnTo>
                  <a:lnTo>
                    <a:pt x="15240" y="7620"/>
                  </a:lnTo>
                  <a:lnTo>
                    <a:pt x="15240" y="6350"/>
                  </a:lnTo>
                  <a:close/>
                </a:path>
                <a:path w="15240" h="7619">
                  <a:moveTo>
                    <a:pt x="15240" y="3810"/>
                  </a:moveTo>
                  <a:lnTo>
                    <a:pt x="5080" y="3810"/>
                  </a:lnTo>
                  <a:lnTo>
                    <a:pt x="5080" y="2540"/>
                  </a:lnTo>
                  <a:lnTo>
                    <a:pt x="3810" y="2540"/>
                  </a:lnTo>
                  <a:lnTo>
                    <a:pt x="3810" y="3810"/>
                  </a:lnTo>
                  <a:lnTo>
                    <a:pt x="3810" y="5080"/>
                  </a:lnTo>
                  <a:lnTo>
                    <a:pt x="15240" y="5080"/>
                  </a:lnTo>
                  <a:lnTo>
                    <a:pt x="15240" y="3810"/>
                  </a:lnTo>
                  <a:close/>
                </a:path>
                <a:path w="15240" h="7619">
                  <a:moveTo>
                    <a:pt x="15240" y="0"/>
                  </a:moveTo>
                  <a:lnTo>
                    <a:pt x="6350" y="0"/>
                  </a:lnTo>
                  <a:lnTo>
                    <a:pt x="6350" y="2540"/>
                  </a:lnTo>
                  <a:lnTo>
                    <a:pt x="15240" y="2540"/>
                  </a:lnTo>
                  <a:lnTo>
                    <a:pt x="15240" y="0"/>
                  </a:lnTo>
                  <a:close/>
                </a:path>
              </a:pathLst>
            </a:custGeom>
            <a:solidFill>
              <a:srgbClr val="6B5000"/>
            </a:solidFill>
          </p:spPr>
          <p:txBody>
            <a:bodyPr wrap="square" lIns="0" tIns="0" rIns="0" bIns="0" rtlCol="0"/>
            <a:lstStyle/>
            <a:p/>
          </p:txBody>
        </p:sp>
        <p:sp>
          <p:nvSpPr>
            <p:cNvPr id="1361" name="object 1361"/>
            <p:cNvSpPr/>
            <p:nvPr/>
          </p:nvSpPr>
          <p:spPr>
            <a:xfrm>
              <a:off x="8122920" y="2825749"/>
              <a:ext cx="21590" cy="6350"/>
            </a:xfrm>
            <a:custGeom>
              <a:avLst/>
              <a:gdLst/>
              <a:ahLst/>
              <a:cxnLst/>
              <a:rect l="l" t="t" r="r" b="b"/>
              <a:pathLst>
                <a:path w="21590" h="6350">
                  <a:moveTo>
                    <a:pt x="21590" y="5080"/>
                  </a:moveTo>
                  <a:lnTo>
                    <a:pt x="2540" y="5080"/>
                  </a:lnTo>
                  <a:lnTo>
                    <a:pt x="2540" y="3810"/>
                  </a:lnTo>
                  <a:lnTo>
                    <a:pt x="1270" y="3810"/>
                  </a:lnTo>
                  <a:lnTo>
                    <a:pt x="1270" y="5080"/>
                  </a:lnTo>
                  <a:lnTo>
                    <a:pt x="0" y="5080"/>
                  </a:lnTo>
                  <a:lnTo>
                    <a:pt x="0" y="6350"/>
                  </a:lnTo>
                  <a:lnTo>
                    <a:pt x="21590" y="6350"/>
                  </a:lnTo>
                  <a:lnTo>
                    <a:pt x="21590" y="5080"/>
                  </a:lnTo>
                  <a:close/>
                </a:path>
                <a:path w="21590" h="6350">
                  <a:moveTo>
                    <a:pt x="21590" y="2540"/>
                  </a:moveTo>
                  <a:lnTo>
                    <a:pt x="5080" y="2540"/>
                  </a:lnTo>
                  <a:lnTo>
                    <a:pt x="5080" y="1270"/>
                  </a:lnTo>
                  <a:lnTo>
                    <a:pt x="3810" y="1270"/>
                  </a:lnTo>
                  <a:lnTo>
                    <a:pt x="3810" y="2540"/>
                  </a:lnTo>
                  <a:lnTo>
                    <a:pt x="3810" y="3810"/>
                  </a:lnTo>
                  <a:lnTo>
                    <a:pt x="21590" y="3810"/>
                  </a:lnTo>
                  <a:lnTo>
                    <a:pt x="21590" y="2540"/>
                  </a:lnTo>
                  <a:close/>
                </a:path>
                <a:path w="21590" h="6350">
                  <a:moveTo>
                    <a:pt x="21590" y="0"/>
                  </a:moveTo>
                  <a:lnTo>
                    <a:pt x="6350" y="0"/>
                  </a:lnTo>
                  <a:lnTo>
                    <a:pt x="6350" y="1270"/>
                  </a:lnTo>
                  <a:lnTo>
                    <a:pt x="21590" y="1270"/>
                  </a:lnTo>
                  <a:lnTo>
                    <a:pt x="21590" y="0"/>
                  </a:lnTo>
                  <a:close/>
                </a:path>
              </a:pathLst>
            </a:custGeom>
            <a:solidFill>
              <a:srgbClr val="6D5100"/>
            </a:solidFill>
          </p:spPr>
          <p:txBody>
            <a:bodyPr wrap="square" lIns="0" tIns="0" rIns="0" bIns="0" rtlCol="0"/>
            <a:lstStyle/>
            <a:p/>
          </p:txBody>
        </p:sp>
        <p:sp>
          <p:nvSpPr>
            <p:cNvPr id="1362" name="object 1362"/>
            <p:cNvSpPr/>
            <p:nvPr/>
          </p:nvSpPr>
          <p:spPr>
            <a:xfrm>
              <a:off x="8117840" y="2832099"/>
              <a:ext cx="26670" cy="7620"/>
            </a:xfrm>
            <a:custGeom>
              <a:avLst/>
              <a:gdLst/>
              <a:ahLst/>
              <a:cxnLst/>
              <a:rect l="l" t="t" r="r" b="b"/>
              <a:pathLst>
                <a:path w="26670" h="7619">
                  <a:moveTo>
                    <a:pt x="24130" y="5080"/>
                  </a:moveTo>
                  <a:lnTo>
                    <a:pt x="2540" y="5080"/>
                  </a:lnTo>
                  <a:lnTo>
                    <a:pt x="2540" y="3810"/>
                  </a:lnTo>
                  <a:lnTo>
                    <a:pt x="1270" y="3810"/>
                  </a:lnTo>
                  <a:lnTo>
                    <a:pt x="1270" y="5080"/>
                  </a:lnTo>
                  <a:lnTo>
                    <a:pt x="0" y="5080"/>
                  </a:lnTo>
                  <a:lnTo>
                    <a:pt x="0" y="7620"/>
                  </a:lnTo>
                  <a:lnTo>
                    <a:pt x="24130" y="7620"/>
                  </a:lnTo>
                  <a:lnTo>
                    <a:pt x="24130" y="5080"/>
                  </a:lnTo>
                  <a:close/>
                </a:path>
                <a:path w="26670" h="7619">
                  <a:moveTo>
                    <a:pt x="26670" y="2540"/>
                  </a:moveTo>
                  <a:lnTo>
                    <a:pt x="3810" y="2540"/>
                  </a:lnTo>
                  <a:lnTo>
                    <a:pt x="3810" y="1270"/>
                  </a:lnTo>
                  <a:lnTo>
                    <a:pt x="2540" y="1270"/>
                  </a:lnTo>
                  <a:lnTo>
                    <a:pt x="2540" y="2540"/>
                  </a:lnTo>
                  <a:lnTo>
                    <a:pt x="2540" y="3810"/>
                  </a:lnTo>
                  <a:lnTo>
                    <a:pt x="25387" y="3810"/>
                  </a:lnTo>
                  <a:lnTo>
                    <a:pt x="25387" y="5080"/>
                  </a:lnTo>
                  <a:lnTo>
                    <a:pt x="26670" y="5080"/>
                  </a:lnTo>
                  <a:lnTo>
                    <a:pt x="26670" y="3810"/>
                  </a:lnTo>
                  <a:lnTo>
                    <a:pt x="26670" y="2540"/>
                  </a:lnTo>
                  <a:close/>
                </a:path>
                <a:path w="26670" h="7619">
                  <a:moveTo>
                    <a:pt x="26670" y="0"/>
                  </a:moveTo>
                  <a:lnTo>
                    <a:pt x="5080" y="0"/>
                  </a:lnTo>
                  <a:lnTo>
                    <a:pt x="5080" y="1270"/>
                  </a:lnTo>
                  <a:lnTo>
                    <a:pt x="26670" y="1270"/>
                  </a:lnTo>
                  <a:lnTo>
                    <a:pt x="26670" y="0"/>
                  </a:lnTo>
                  <a:close/>
                </a:path>
              </a:pathLst>
            </a:custGeom>
            <a:solidFill>
              <a:srgbClr val="6E5200"/>
            </a:solidFill>
          </p:spPr>
          <p:txBody>
            <a:bodyPr wrap="square" lIns="0" tIns="0" rIns="0" bIns="0" rtlCol="0"/>
            <a:lstStyle/>
            <a:p/>
          </p:txBody>
        </p:sp>
        <p:sp>
          <p:nvSpPr>
            <p:cNvPr id="1363" name="object 1363"/>
            <p:cNvSpPr/>
            <p:nvPr/>
          </p:nvSpPr>
          <p:spPr>
            <a:xfrm>
              <a:off x="7294880" y="2839720"/>
              <a:ext cx="847090" cy="7620"/>
            </a:xfrm>
            <a:custGeom>
              <a:avLst/>
              <a:gdLst/>
              <a:ahLst/>
              <a:cxnLst/>
              <a:rect l="l" t="t" r="r" b="b"/>
              <a:pathLst>
                <a:path w="847090" h="7619">
                  <a:moveTo>
                    <a:pt x="203200" y="3809"/>
                  </a:moveTo>
                  <a:lnTo>
                    <a:pt x="0" y="3809"/>
                  </a:lnTo>
                  <a:lnTo>
                    <a:pt x="0" y="6349"/>
                  </a:lnTo>
                  <a:lnTo>
                    <a:pt x="201929" y="6349"/>
                  </a:lnTo>
                  <a:lnTo>
                    <a:pt x="201930" y="7619"/>
                  </a:lnTo>
                  <a:lnTo>
                    <a:pt x="203200" y="7619"/>
                  </a:lnTo>
                  <a:lnTo>
                    <a:pt x="203200" y="3809"/>
                  </a:lnTo>
                  <a:close/>
                </a:path>
                <a:path w="847090" h="7619">
                  <a:moveTo>
                    <a:pt x="203200" y="1269"/>
                  </a:moveTo>
                  <a:lnTo>
                    <a:pt x="1270" y="1269"/>
                  </a:lnTo>
                  <a:lnTo>
                    <a:pt x="1270" y="2539"/>
                  </a:lnTo>
                  <a:lnTo>
                    <a:pt x="203200" y="2539"/>
                  </a:lnTo>
                  <a:lnTo>
                    <a:pt x="203200" y="1269"/>
                  </a:lnTo>
                  <a:close/>
                </a:path>
                <a:path w="847090" h="7619">
                  <a:moveTo>
                    <a:pt x="816610" y="6349"/>
                  </a:moveTo>
                  <a:lnTo>
                    <a:pt x="815340" y="6349"/>
                  </a:lnTo>
                  <a:lnTo>
                    <a:pt x="815340" y="7619"/>
                  </a:lnTo>
                  <a:lnTo>
                    <a:pt x="816610" y="7619"/>
                  </a:lnTo>
                  <a:lnTo>
                    <a:pt x="816610" y="6349"/>
                  </a:lnTo>
                  <a:close/>
                </a:path>
                <a:path w="847090" h="7619">
                  <a:moveTo>
                    <a:pt x="840740" y="6349"/>
                  </a:moveTo>
                  <a:lnTo>
                    <a:pt x="839470" y="6349"/>
                  </a:lnTo>
                  <a:lnTo>
                    <a:pt x="839470" y="7619"/>
                  </a:lnTo>
                  <a:lnTo>
                    <a:pt x="840740" y="7619"/>
                  </a:lnTo>
                  <a:lnTo>
                    <a:pt x="840740" y="6349"/>
                  </a:lnTo>
                  <a:close/>
                </a:path>
                <a:path w="847090" h="7619">
                  <a:moveTo>
                    <a:pt x="842010" y="3809"/>
                  </a:moveTo>
                  <a:lnTo>
                    <a:pt x="816610" y="3809"/>
                  </a:lnTo>
                  <a:lnTo>
                    <a:pt x="816610" y="6349"/>
                  </a:lnTo>
                  <a:lnTo>
                    <a:pt x="842010" y="6349"/>
                  </a:lnTo>
                  <a:lnTo>
                    <a:pt x="842010" y="3809"/>
                  </a:lnTo>
                  <a:close/>
                </a:path>
                <a:path w="847090" h="7619">
                  <a:moveTo>
                    <a:pt x="819150" y="2539"/>
                  </a:moveTo>
                  <a:lnTo>
                    <a:pt x="817879" y="2539"/>
                  </a:lnTo>
                  <a:lnTo>
                    <a:pt x="817879" y="3809"/>
                  </a:lnTo>
                  <a:lnTo>
                    <a:pt x="819150" y="3809"/>
                  </a:lnTo>
                  <a:lnTo>
                    <a:pt x="819150" y="2539"/>
                  </a:lnTo>
                  <a:close/>
                </a:path>
                <a:path w="847090" h="7619">
                  <a:moveTo>
                    <a:pt x="844550" y="2539"/>
                  </a:moveTo>
                  <a:lnTo>
                    <a:pt x="843279" y="2539"/>
                  </a:lnTo>
                  <a:lnTo>
                    <a:pt x="843279" y="3809"/>
                  </a:lnTo>
                  <a:lnTo>
                    <a:pt x="844550" y="3809"/>
                  </a:lnTo>
                  <a:lnTo>
                    <a:pt x="844550" y="2539"/>
                  </a:lnTo>
                  <a:close/>
                </a:path>
                <a:path w="847090" h="7619">
                  <a:moveTo>
                    <a:pt x="821690" y="0"/>
                  </a:moveTo>
                  <a:lnTo>
                    <a:pt x="820420" y="0"/>
                  </a:lnTo>
                  <a:lnTo>
                    <a:pt x="820420" y="2539"/>
                  </a:lnTo>
                  <a:lnTo>
                    <a:pt x="845820" y="2539"/>
                  </a:lnTo>
                  <a:lnTo>
                    <a:pt x="845820" y="1269"/>
                  </a:lnTo>
                  <a:lnTo>
                    <a:pt x="821690" y="1269"/>
                  </a:lnTo>
                  <a:lnTo>
                    <a:pt x="821690" y="0"/>
                  </a:lnTo>
                  <a:close/>
                </a:path>
                <a:path w="847090" h="7619">
                  <a:moveTo>
                    <a:pt x="847090" y="0"/>
                  </a:moveTo>
                  <a:lnTo>
                    <a:pt x="845820" y="0"/>
                  </a:lnTo>
                  <a:lnTo>
                    <a:pt x="845820" y="1269"/>
                  </a:lnTo>
                  <a:lnTo>
                    <a:pt x="847090" y="1269"/>
                  </a:lnTo>
                  <a:lnTo>
                    <a:pt x="847090" y="0"/>
                  </a:lnTo>
                  <a:close/>
                </a:path>
              </a:pathLst>
            </a:custGeom>
            <a:solidFill>
              <a:srgbClr val="705400"/>
            </a:solidFill>
          </p:spPr>
          <p:txBody>
            <a:bodyPr wrap="square" lIns="0" tIns="0" rIns="0" bIns="0" rtlCol="0"/>
            <a:lstStyle/>
            <a:p/>
          </p:txBody>
        </p:sp>
        <p:sp>
          <p:nvSpPr>
            <p:cNvPr id="1364" name="object 1364"/>
            <p:cNvSpPr/>
            <p:nvPr/>
          </p:nvSpPr>
          <p:spPr>
            <a:xfrm>
              <a:off x="7292340" y="2847339"/>
              <a:ext cx="842010" cy="6350"/>
            </a:xfrm>
            <a:custGeom>
              <a:avLst/>
              <a:gdLst/>
              <a:ahLst/>
              <a:cxnLst/>
              <a:rect l="l" t="t" r="r" b="b"/>
              <a:pathLst>
                <a:path w="842009" h="6350">
                  <a:moveTo>
                    <a:pt x="204470" y="2540"/>
                  </a:moveTo>
                  <a:lnTo>
                    <a:pt x="0" y="2540"/>
                  </a:lnTo>
                  <a:lnTo>
                    <a:pt x="0" y="5080"/>
                  </a:lnTo>
                  <a:lnTo>
                    <a:pt x="204470" y="5080"/>
                  </a:lnTo>
                  <a:lnTo>
                    <a:pt x="204470" y="2540"/>
                  </a:lnTo>
                  <a:close/>
                </a:path>
                <a:path w="842009" h="6350">
                  <a:moveTo>
                    <a:pt x="204470" y="0"/>
                  </a:moveTo>
                  <a:lnTo>
                    <a:pt x="1270" y="0"/>
                  </a:lnTo>
                  <a:lnTo>
                    <a:pt x="1270" y="1270"/>
                  </a:lnTo>
                  <a:lnTo>
                    <a:pt x="204470" y="1270"/>
                  </a:lnTo>
                  <a:lnTo>
                    <a:pt x="204470" y="0"/>
                  </a:lnTo>
                  <a:close/>
                </a:path>
                <a:path w="842009" h="6350">
                  <a:moveTo>
                    <a:pt x="811530" y="5080"/>
                  </a:moveTo>
                  <a:lnTo>
                    <a:pt x="810260" y="5080"/>
                  </a:lnTo>
                  <a:lnTo>
                    <a:pt x="810260" y="6350"/>
                  </a:lnTo>
                  <a:lnTo>
                    <a:pt x="811530" y="6350"/>
                  </a:lnTo>
                  <a:lnTo>
                    <a:pt x="811530" y="5080"/>
                  </a:lnTo>
                  <a:close/>
                </a:path>
                <a:path w="842009" h="6350">
                  <a:moveTo>
                    <a:pt x="839470" y="2540"/>
                  </a:moveTo>
                  <a:lnTo>
                    <a:pt x="816610" y="2540"/>
                  </a:lnTo>
                  <a:lnTo>
                    <a:pt x="816610" y="1270"/>
                  </a:lnTo>
                  <a:lnTo>
                    <a:pt x="815340" y="1270"/>
                  </a:lnTo>
                  <a:lnTo>
                    <a:pt x="815340" y="2540"/>
                  </a:lnTo>
                  <a:lnTo>
                    <a:pt x="812800" y="2540"/>
                  </a:lnTo>
                  <a:lnTo>
                    <a:pt x="812800" y="5080"/>
                  </a:lnTo>
                  <a:lnTo>
                    <a:pt x="836930" y="5080"/>
                  </a:lnTo>
                  <a:lnTo>
                    <a:pt x="836930" y="6350"/>
                  </a:lnTo>
                  <a:lnTo>
                    <a:pt x="838200" y="6350"/>
                  </a:lnTo>
                  <a:lnTo>
                    <a:pt x="838200" y="5080"/>
                  </a:lnTo>
                  <a:lnTo>
                    <a:pt x="839470" y="5080"/>
                  </a:lnTo>
                  <a:lnTo>
                    <a:pt x="839470" y="2540"/>
                  </a:lnTo>
                  <a:close/>
                </a:path>
                <a:path w="842009" h="6350">
                  <a:moveTo>
                    <a:pt x="842010" y="0"/>
                  </a:moveTo>
                  <a:lnTo>
                    <a:pt x="817880" y="0"/>
                  </a:lnTo>
                  <a:lnTo>
                    <a:pt x="817880" y="1270"/>
                  </a:lnTo>
                  <a:lnTo>
                    <a:pt x="840740" y="1270"/>
                  </a:lnTo>
                  <a:lnTo>
                    <a:pt x="840740" y="2540"/>
                  </a:lnTo>
                  <a:lnTo>
                    <a:pt x="842010" y="2540"/>
                  </a:lnTo>
                  <a:lnTo>
                    <a:pt x="842010" y="1270"/>
                  </a:lnTo>
                  <a:lnTo>
                    <a:pt x="842010" y="0"/>
                  </a:lnTo>
                  <a:close/>
                </a:path>
              </a:pathLst>
            </a:custGeom>
            <a:solidFill>
              <a:srgbClr val="725500"/>
            </a:solidFill>
          </p:spPr>
          <p:txBody>
            <a:bodyPr wrap="square" lIns="0" tIns="0" rIns="0" bIns="0" rtlCol="0"/>
            <a:lstStyle/>
            <a:p/>
          </p:txBody>
        </p:sp>
        <p:sp>
          <p:nvSpPr>
            <p:cNvPr id="1365" name="object 1365"/>
            <p:cNvSpPr/>
            <p:nvPr/>
          </p:nvSpPr>
          <p:spPr>
            <a:xfrm>
              <a:off x="7288530" y="2853689"/>
              <a:ext cx="840740" cy="7620"/>
            </a:xfrm>
            <a:custGeom>
              <a:avLst/>
              <a:gdLst/>
              <a:ahLst/>
              <a:cxnLst/>
              <a:rect l="l" t="t" r="r" b="b"/>
              <a:pathLst>
                <a:path w="840740" h="7619">
                  <a:moveTo>
                    <a:pt x="206997" y="6350"/>
                  </a:moveTo>
                  <a:lnTo>
                    <a:pt x="0" y="6350"/>
                  </a:lnTo>
                  <a:lnTo>
                    <a:pt x="0" y="7620"/>
                  </a:lnTo>
                  <a:lnTo>
                    <a:pt x="206997" y="7620"/>
                  </a:lnTo>
                  <a:lnTo>
                    <a:pt x="206997" y="6350"/>
                  </a:lnTo>
                  <a:close/>
                </a:path>
                <a:path w="840740" h="7619">
                  <a:moveTo>
                    <a:pt x="207010" y="2540"/>
                  </a:moveTo>
                  <a:lnTo>
                    <a:pt x="2540" y="2540"/>
                  </a:lnTo>
                  <a:lnTo>
                    <a:pt x="2540" y="1270"/>
                  </a:lnTo>
                  <a:lnTo>
                    <a:pt x="1270" y="1270"/>
                  </a:lnTo>
                  <a:lnTo>
                    <a:pt x="1270" y="2540"/>
                  </a:lnTo>
                  <a:lnTo>
                    <a:pt x="1270" y="5080"/>
                  </a:lnTo>
                  <a:lnTo>
                    <a:pt x="207010" y="5080"/>
                  </a:lnTo>
                  <a:lnTo>
                    <a:pt x="207010" y="2540"/>
                  </a:lnTo>
                  <a:close/>
                </a:path>
                <a:path w="840740" h="7619">
                  <a:moveTo>
                    <a:pt x="208280" y="0"/>
                  </a:moveTo>
                  <a:lnTo>
                    <a:pt x="2540" y="0"/>
                  </a:lnTo>
                  <a:lnTo>
                    <a:pt x="2540" y="1270"/>
                  </a:lnTo>
                  <a:lnTo>
                    <a:pt x="207010" y="1270"/>
                  </a:lnTo>
                  <a:lnTo>
                    <a:pt x="207010" y="2540"/>
                  </a:lnTo>
                  <a:lnTo>
                    <a:pt x="208280" y="2540"/>
                  </a:lnTo>
                  <a:lnTo>
                    <a:pt x="208280" y="1270"/>
                  </a:lnTo>
                  <a:lnTo>
                    <a:pt x="208280" y="0"/>
                  </a:lnTo>
                  <a:close/>
                </a:path>
                <a:path w="840740" h="7619">
                  <a:moveTo>
                    <a:pt x="836930" y="6350"/>
                  </a:moveTo>
                  <a:lnTo>
                    <a:pt x="807720" y="6350"/>
                  </a:lnTo>
                  <a:lnTo>
                    <a:pt x="807720" y="5080"/>
                  </a:lnTo>
                  <a:lnTo>
                    <a:pt x="806450" y="5080"/>
                  </a:lnTo>
                  <a:lnTo>
                    <a:pt x="806450" y="6350"/>
                  </a:lnTo>
                  <a:lnTo>
                    <a:pt x="806450" y="7620"/>
                  </a:lnTo>
                  <a:lnTo>
                    <a:pt x="836930" y="7620"/>
                  </a:lnTo>
                  <a:lnTo>
                    <a:pt x="836930" y="6350"/>
                  </a:lnTo>
                  <a:close/>
                </a:path>
                <a:path w="840740" h="7619">
                  <a:moveTo>
                    <a:pt x="838200" y="2540"/>
                  </a:moveTo>
                  <a:lnTo>
                    <a:pt x="812800" y="2540"/>
                  </a:lnTo>
                  <a:lnTo>
                    <a:pt x="812800" y="1270"/>
                  </a:lnTo>
                  <a:lnTo>
                    <a:pt x="811530" y="1270"/>
                  </a:lnTo>
                  <a:lnTo>
                    <a:pt x="811530" y="2540"/>
                  </a:lnTo>
                  <a:lnTo>
                    <a:pt x="808990" y="2540"/>
                  </a:lnTo>
                  <a:lnTo>
                    <a:pt x="808990" y="5080"/>
                  </a:lnTo>
                  <a:lnTo>
                    <a:pt x="838200" y="5080"/>
                  </a:lnTo>
                  <a:lnTo>
                    <a:pt x="838200" y="2540"/>
                  </a:lnTo>
                  <a:close/>
                </a:path>
                <a:path w="840740" h="7619">
                  <a:moveTo>
                    <a:pt x="840740" y="0"/>
                  </a:moveTo>
                  <a:lnTo>
                    <a:pt x="814070" y="0"/>
                  </a:lnTo>
                  <a:lnTo>
                    <a:pt x="814070" y="1270"/>
                  </a:lnTo>
                  <a:lnTo>
                    <a:pt x="839470" y="1270"/>
                  </a:lnTo>
                  <a:lnTo>
                    <a:pt x="839470" y="2540"/>
                  </a:lnTo>
                  <a:lnTo>
                    <a:pt x="840740" y="2540"/>
                  </a:lnTo>
                  <a:lnTo>
                    <a:pt x="840740" y="1270"/>
                  </a:lnTo>
                  <a:lnTo>
                    <a:pt x="840740" y="0"/>
                  </a:lnTo>
                  <a:close/>
                </a:path>
              </a:pathLst>
            </a:custGeom>
            <a:solidFill>
              <a:srgbClr val="735600"/>
            </a:solidFill>
          </p:spPr>
          <p:txBody>
            <a:bodyPr wrap="square" lIns="0" tIns="0" rIns="0" bIns="0" rtlCol="0"/>
            <a:lstStyle/>
            <a:p/>
          </p:txBody>
        </p:sp>
        <p:sp>
          <p:nvSpPr>
            <p:cNvPr id="1366" name="object 1366"/>
            <p:cNvSpPr/>
            <p:nvPr/>
          </p:nvSpPr>
          <p:spPr>
            <a:xfrm>
              <a:off x="7284720" y="2861310"/>
              <a:ext cx="839469" cy="7620"/>
            </a:xfrm>
            <a:custGeom>
              <a:avLst/>
              <a:gdLst/>
              <a:ahLst/>
              <a:cxnLst/>
              <a:rect l="l" t="t" r="r" b="b"/>
              <a:pathLst>
                <a:path w="839470" h="7619">
                  <a:moveTo>
                    <a:pt x="1270" y="6349"/>
                  </a:moveTo>
                  <a:lnTo>
                    <a:pt x="0" y="6349"/>
                  </a:lnTo>
                  <a:lnTo>
                    <a:pt x="0" y="7619"/>
                  </a:lnTo>
                  <a:lnTo>
                    <a:pt x="1270" y="7619"/>
                  </a:lnTo>
                  <a:lnTo>
                    <a:pt x="1270" y="6349"/>
                  </a:lnTo>
                  <a:close/>
                </a:path>
                <a:path w="839470" h="7619">
                  <a:moveTo>
                    <a:pt x="209550" y="5079"/>
                  </a:moveTo>
                  <a:lnTo>
                    <a:pt x="1270" y="5079"/>
                  </a:lnTo>
                  <a:lnTo>
                    <a:pt x="1270" y="6349"/>
                  </a:lnTo>
                  <a:lnTo>
                    <a:pt x="209550" y="6349"/>
                  </a:lnTo>
                  <a:lnTo>
                    <a:pt x="209550" y="5079"/>
                  </a:lnTo>
                  <a:close/>
                </a:path>
                <a:path w="839470" h="7619">
                  <a:moveTo>
                    <a:pt x="3809" y="0"/>
                  </a:moveTo>
                  <a:lnTo>
                    <a:pt x="2539" y="0"/>
                  </a:lnTo>
                  <a:lnTo>
                    <a:pt x="2539" y="3809"/>
                  </a:lnTo>
                  <a:lnTo>
                    <a:pt x="210819" y="3809"/>
                  </a:lnTo>
                  <a:lnTo>
                    <a:pt x="210819" y="1269"/>
                  </a:lnTo>
                  <a:lnTo>
                    <a:pt x="3809" y="1269"/>
                  </a:lnTo>
                  <a:lnTo>
                    <a:pt x="3809" y="0"/>
                  </a:lnTo>
                  <a:close/>
                </a:path>
                <a:path w="839470" h="7619">
                  <a:moveTo>
                    <a:pt x="801370" y="6349"/>
                  </a:moveTo>
                  <a:lnTo>
                    <a:pt x="798829" y="6349"/>
                  </a:lnTo>
                  <a:lnTo>
                    <a:pt x="798829" y="7619"/>
                  </a:lnTo>
                  <a:lnTo>
                    <a:pt x="801370" y="7619"/>
                  </a:lnTo>
                  <a:lnTo>
                    <a:pt x="801370" y="6349"/>
                  </a:lnTo>
                  <a:close/>
                </a:path>
                <a:path w="839470" h="7619">
                  <a:moveTo>
                    <a:pt x="834390" y="6349"/>
                  </a:moveTo>
                  <a:lnTo>
                    <a:pt x="833120" y="6349"/>
                  </a:lnTo>
                  <a:lnTo>
                    <a:pt x="833120" y="7619"/>
                  </a:lnTo>
                  <a:lnTo>
                    <a:pt x="834390" y="7619"/>
                  </a:lnTo>
                  <a:lnTo>
                    <a:pt x="834390" y="6349"/>
                  </a:lnTo>
                  <a:close/>
                </a:path>
                <a:path w="839470" h="7619">
                  <a:moveTo>
                    <a:pt x="803909" y="3809"/>
                  </a:moveTo>
                  <a:lnTo>
                    <a:pt x="802639" y="3809"/>
                  </a:lnTo>
                  <a:lnTo>
                    <a:pt x="802639" y="6349"/>
                  </a:lnTo>
                  <a:lnTo>
                    <a:pt x="835659" y="6349"/>
                  </a:lnTo>
                  <a:lnTo>
                    <a:pt x="835659" y="5079"/>
                  </a:lnTo>
                  <a:lnTo>
                    <a:pt x="803909" y="5079"/>
                  </a:lnTo>
                  <a:lnTo>
                    <a:pt x="803909" y="3809"/>
                  </a:lnTo>
                  <a:close/>
                </a:path>
                <a:path w="839470" h="7619">
                  <a:moveTo>
                    <a:pt x="836929" y="1269"/>
                  </a:moveTo>
                  <a:lnTo>
                    <a:pt x="805179" y="1269"/>
                  </a:lnTo>
                  <a:lnTo>
                    <a:pt x="805179" y="3809"/>
                  </a:lnTo>
                  <a:lnTo>
                    <a:pt x="836929" y="3809"/>
                  </a:lnTo>
                  <a:lnTo>
                    <a:pt x="836929" y="1269"/>
                  </a:lnTo>
                  <a:close/>
                </a:path>
                <a:path w="839470" h="7619">
                  <a:moveTo>
                    <a:pt x="808989" y="0"/>
                  </a:moveTo>
                  <a:lnTo>
                    <a:pt x="806450" y="0"/>
                  </a:lnTo>
                  <a:lnTo>
                    <a:pt x="806450" y="1269"/>
                  </a:lnTo>
                  <a:lnTo>
                    <a:pt x="808989" y="1269"/>
                  </a:lnTo>
                  <a:lnTo>
                    <a:pt x="808989" y="0"/>
                  </a:lnTo>
                  <a:close/>
                </a:path>
                <a:path w="839470" h="7619">
                  <a:moveTo>
                    <a:pt x="839469" y="0"/>
                  </a:moveTo>
                  <a:lnTo>
                    <a:pt x="838200" y="0"/>
                  </a:lnTo>
                  <a:lnTo>
                    <a:pt x="838200" y="1269"/>
                  </a:lnTo>
                  <a:lnTo>
                    <a:pt x="839469" y="1269"/>
                  </a:lnTo>
                  <a:lnTo>
                    <a:pt x="839469" y="0"/>
                  </a:lnTo>
                  <a:close/>
                </a:path>
              </a:pathLst>
            </a:custGeom>
            <a:solidFill>
              <a:srgbClr val="755700"/>
            </a:solidFill>
          </p:spPr>
          <p:txBody>
            <a:bodyPr wrap="square" lIns="0" tIns="0" rIns="0" bIns="0" rtlCol="0"/>
            <a:lstStyle/>
            <a:p/>
          </p:txBody>
        </p:sp>
        <p:sp>
          <p:nvSpPr>
            <p:cNvPr id="1367" name="object 1367"/>
            <p:cNvSpPr/>
            <p:nvPr/>
          </p:nvSpPr>
          <p:spPr>
            <a:xfrm>
              <a:off x="7283450" y="2868929"/>
              <a:ext cx="833119" cy="6350"/>
            </a:xfrm>
            <a:custGeom>
              <a:avLst/>
              <a:gdLst/>
              <a:ahLst/>
              <a:cxnLst/>
              <a:rect l="l" t="t" r="r" b="b"/>
              <a:pathLst>
                <a:path w="833120" h="6350">
                  <a:moveTo>
                    <a:pt x="210820" y="3810"/>
                  </a:moveTo>
                  <a:lnTo>
                    <a:pt x="1270" y="3810"/>
                  </a:lnTo>
                  <a:lnTo>
                    <a:pt x="1270" y="2540"/>
                  </a:lnTo>
                  <a:lnTo>
                    <a:pt x="0" y="2540"/>
                  </a:lnTo>
                  <a:lnTo>
                    <a:pt x="0" y="3810"/>
                  </a:lnTo>
                  <a:lnTo>
                    <a:pt x="0" y="5080"/>
                  </a:lnTo>
                  <a:lnTo>
                    <a:pt x="210820" y="5080"/>
                  </a:lnTo>
                  <a:lnTo>
                    <a:pt x="210820" y="3810"/>
                  </a:lnTo>
                  <a:close/>
                </a:path>
                <a:path w="833120" h="6350">
                  <a:moveTo>
                    <a:pt x="210820" y="0"/>
                  </a:moveTo>
                  <a:lnTo>
                    <a:pt x="1270" y="0"/>
                  </a:lnTo>
                  <a:lnTo>
                    <a:pt x="1270" y="2540"/>
                  </a:lnTo>
                  <a:lnTo>
                    <a:pt x="210820" y="2540"/>
                  </a:lnTo>
                  <a:lnTo>
                    <a:pt x="210820" y="0"/>
                  </a:lnTo>
                  <a:close/>
                </a:path>
                <a:path w="833120" h="6350">
                  <a:moveTo>
                    <a:pt x="795020" y="5080"/>
                  </a:moveTo>
                  <a:lnTo>
                    <a:pt x="792480" y="5080"/>
                  </a:lnTo>
                  <a:lnTo>
                    <a:pt x="792480" y="6350"/>
                  </a:lnTo>
                  <a:lnTo>
                    <a:pt x="795020" y="6350"/>
                  </a:lnTo>
                  <a:lnTo>
                    <a:pt x="795020" y="5080"/>
                  </a:lnTo>
                  <a:close/>
                </a:path>
                <a:path w="833120" h="6350">
                  <a:moveTo>
                    <a:pt x="831850" y="3810"/>
                  </a:moveTo>
                  <a:lnTo>
                    <a:pt x="797560" y="3810"/>
                  </a:lnTo>
                  <a:lnTo>
                    <a:pt x="797560" y="2540"/>
                  </a:lnTo>
                  <a:lnTo>
                    <a:pt x="796290" y="2540"/>
                  </a:lnTo>
                  <a:lnTo>
                    <a:pt x="796290" y="3810"/>
                  </a:lnTo>
                  <a:lnTo>
                    <a:pt x="796290" y="5080"/>
                  </a:lnTo>
                  <a:lnTo>
                    <a:pt x="829310" y="5080"/>
                  </a:lnTo>
                  <a:lnTo>
                    <a:pt x="829310" y="6350"/>
                  </a:lnTo>
                  <a:lnTo>
                    <a:pt x="830580" y="6350"/>
                  </a:lnTo>
                  <a:lnTo>
                    <a:pt x="830580" y="5080"/>
                  </a:lnTo>
                  <a:lnTo>
                    <a:pt x="831850" y="5080"/>
                  </a:lnTo>
                  <a:lnTo>
                    <a:pt x="831850" y="3810"/>
                  </a:lnTo>
                  <a:close/>
                </a:path>
                <a:path w="833120" h="6350">
                  <a:moveTo>
                    <a:pt x="833120" y="0"/>
                  </a:moveTo>
                  <a:lnTo>
                    <a:pt x="798830" y="0"/>
                  </a:lnTo>
                  <a:lnTo>
                    <a:pt x="798830" y="2540"/>
                  </a:lnTo>
                  <a:lnTo>
                    <a:pt x="831850" y="2540"/>
                  </a:lnTo>
                  <a:lnTo>
                    <a:pt x="831850" y="3810"/>
                  </a:lnTo>
                  <a:lnTo>
                    <a:pt x="833107" y="3810"/>
                  </a:lnTo>
                  <a:lnTo>
                    <a:pt x="833107" y="2540"/>
                  </a:lnTo>
                  <a:lnTo>
                    <a:pt x="833120" y="0"/>
                  </a:lnTo>
                  <a:close/>
                </a:path>
              </a:pathLst>
            </a:custGeom>
            <a:solidFill>
              <a:srgbClr val="775800"/>
            </a:solidFill>
          </p:spPr>
          <p:txBody>
            <a:bodyPr wrap="square" lIns="0" tIns="0" rIns="0" bIns="0" rtlCol="0"/>
            <a:lstStyle/>
            <a:p/>
          </p:txBody>
        </p:sp>
        <p:sp>
          <p:nvSpPr>
            <p:cNvPr id="1368" name="object 1368"/>
            <p:cNvSpPr/>
            <p:nvPr/>
          </p:nvSpPr>
          <p:spPr>
            <a:xfrm>
              <a:off x="7280910" y="2875279"/>
              <a:ext cx="830580" cy="7620"/>
            </a:xfrm>
            <a:custGeom>
              <a:avLst/>
              <a:gdLst/>
              <a:ahLst/>
              <a:cxnLst/>
              <a:rect l="l" t="t" r="r" b="b"/>
              <a:pathLst>
                <a:path w="830579" h="7619">
                  <a:moveTo>
                    <a:pt x="210820" y="6350"/>
                  </a:moveTo>
                  <a:lnTo>
                    <a:pt x="1270" y="6350"/>
                  </a:lnTo>
                  <a:lnTo>
                    <a:pt x="1270" y="5080"/>
                  </a:lnTo>
                  <a:lnTo>
                    <a:pt x="0" y="5080"/>
                  </a:lnTo>
                  <a:lnTo>
                    <a:pt x="0" y="6350"/>
                  </a:lnTo>
                  <a:lnTo>
                    <a:pt x="0" y="7620"/>
                  </a:lnTo>
                  <a:lnTo>
                    <a:pt x="210820" y="7620"/>
                  </a:lnTo>
                  <a:lnTo>
                    <a:pt x="210820" y="6350"/>
                  </a:lnTo>
                  <a:close/>
                </a:path>
                <a:path w="830579" h="7619">
                  <a:moveTo>
                    <a:pt x="212090" y="3810"/>
                  </a:moveTo>
                  <a:lnTo>
                    <a:pt x="1270" y="3810"/>
                  </a:lnTo>
                  <a:lnTo>
                    <a:pt x="1270" y="5080"/>
                  </a:lnTo>
                  <a:lnTo>
                    <a:pt x="212090" y="5080"/>
                  </a:lnTo>
                  <a:lnTo>
                    <a:pt x="212090" y="3810"/>
                  </a:lnTo>
                  <a:close/>
                </a:path>
                <a:path w="830579" h="7619">
                  <a:moveTo>
                    <a:pt x="212090" y="0"/>
                  </a:moveTo>
                  <a:lnTo>
                    <a:pt x="1270" y="0"/>
                  </a:lnTo>
                  <a:lnTo>
                    <a:pt x="1270" y="2540"/>
                  </a:lnTo>
                  <a:lnTo>
                    <a:pt x="212090" y="2540"/>
                  </a:lnTo>
                  <a:lnTo>
                    <a:pt x="212090" y="0"/>
                  </a:lnTo>
                  <a:close/>
                </a:path>
                <a:path w="830579" h="7619">
                  <a:moveTo>
                    <a:pt x="825500" y="6350"/>
                  </a:moveTo>
                  <a:lnTo>
                    <a:pt x="788670" y="6350"/>
                  </a:lnTo>
                  <a:lnTo>
                    <a:pt x="788670" y="5080"/>
                  </a:lnTo>
                  <a:lnTo>
                    <a:pt x="787400" y="5080"/>
                  </a:lnTo>
                  <a:lnTo>
                    <a:pt x="787400" y="6350"/>
                  </a:lnTo>
                  <a:lnTo>
                    <a:pt x="784860" y="6350"/>
                  </a:lnTo>
                  <a:lnTo>
                    <a:pt x="784860" y="7620"/>
                  </a:lnTo>
                  <a:lnTo>
                    <a:pt x="825500" y="7620"/>
                  </a:lnTo>
                  <a:lnTo>
                    <a:pt x="825500" y="6350"/>
                  </a:lnTo>
                  <a:close/>
                </a:path>
                <a:path w="830579" h="7619">
                  <a:moveTo>
                    <a:pt x="829310" y="3810"/>
                  </a:moveTo>
                  <a:lnTo>
                    <a:pt x="792480" y="3810"/>
                  </a:lnTo>
                  <a:lnTo>
                    <a:pt x="792480" y="2540"/>
                  </a:lnTo>
                  <a:lnTo>
                    <a:pt x="789940" y="2540"/>
                  </a:lnTo>
                  <a:lnTo>
                    <a:pt x="789940" y="3810"/>
                  </a:lnTo>
                  <a:lnTo>
                    <a:pt x="789940" y="5080"/>
                  </a:lnTo>
                  <a:lnTo>
                    <a:pt x="826770" y="5080"/>
                  </a:lnTo>
                  <a:lnTo>
                    <a:pt x="826770" y="6350"/>
                  </a:lnTo>
                  <a:lnTo>
                    <a:pt x="828040" y="6350"/>
                  </a:lnTo>
                  <a:lnTo>
                    <a:pt x="828040" y="5080"/>
                  </a:lnTo>
                  <a:lnTo>
                    <a:pt x="829310" y="5080"/>
                  </a:lnTo>
                  <a:lnTo>
                    <a:pt x="829310" y="3810"/>
                  </a:lnTo>
                  <a:close/>
                </a:path>
                <a:path w="830579" h="7619">
                  <a:moveTo>
                    <a:pt x="830580" y="2540"/>
                  </a:moveTo>
                  <a:lnTo>
                    <a:pt x="830567" y="0"/>
                  </a:lnTo>
                  <a:lnTo>
                    <a:pt x="793750" y="0"/>
                  </a:lnTo>
                  <a:lnTo>
                    <a:pt x="793750" y="2540"/>
                  </a:lnTo>
                  <a:lnTo>
                    <a:pt x="829310" y="2540"/>
                  </a:lnTo>
                  <a:lnTo>
                    <a:pt x="829310" y="3810"/>
                  </a:lnTo>
                  <a:lnTo>
                    <a:pt x="830580" y="3810"/>
                  </a:lnTo>
                  <a:lnTo>
                    <a:pt x="830580" y="2540"/>
                  </a:lnTo>
                  <a:close/>
                </a:path>
              </a:pathLst>
            </a:custGeom>
            <a:solidFill>
              <a:srgbClr val="785A00"/>
            </a:solidFill>
          </p:spPr>
          <p:txBody>
            <a:bodyPr wrap="square" lIns="0" tIns="0" rIns="0" bIns="0" rtlCol="0"/>
            <a:lstStyle/>
            <a:p/>
          </p:txBody>
        </p:sp>
        <p:sp>
          <p:nvSpPr>
            <p:cNvPr id="1369" name="object 1369"/>
            <p:cNvSpPr/>
            <p:nvPr/>
          </p:nvSpPr>
          <p:spPr>
            <a:xfrm>
              <a:off x="7278370" y="2882899"/>
              <a:ext cx="828040" cy="7620"/>
            </a:xfrm>
            <a:custGeom>
              <a:avLst/>
              <a:gdLst/>
              <a:ahLst/>
              <a:cxnLst/>
              <a:rect l="l" t="t" r="r" b="b"/>
              <a:pathLst>
                <a:path w="828040" h="7619">
                  <a:moveTo>
                    <a:pt x="213360" y="5080"/>
                  </a:moveTo>
                  <a:lnTo>
                    <a:pt x="0" y="5080"/>
                  </a:lnTo>
                  <a:lnTo>
                    <a:pt x="0" y="7620"/>
                  </a:lnTo>
                  <a:lnTo>
                    <a:pt x="213360" y="7620"/>
                  </a:lnTo>
                  <a:lnTo>
                    <a:pt x="213360" y="5080"/>
                  </a:lnTo>
                  <a:close/>
                </a:path>
                <a:path w="828040" h="7619">
                  <a:moveTo>
                    <a:pt x="213360" y="2540"/>
                  </a:moveTo>
                  <a:lnTo>
                    <a:pt x="2540" y="2540"/>
                  </a:lnTo>
                  <a:lnTo>
                    <a:pt x="2540" y="1270"/>
                  </a:lnTo>
                  <a:lnTo>
                    <a:pt x="1270" y="1270"/>
                  </a:lnTo>
                  <a:lnTo>
                    <a:pt x="1270" y="2540"/>
                  </a:lnTo>
                  <a:lnTo>
                    <a:pt x="1270" y="3810"/>
                  </a:lnTo>
                  <a:lnTo>
                    <a:pt x="213360" y="3810"/>
                  </a:lnTo>
                  <a:lnTo>
                    <a:pt x="213360" y="2540"/>
                  </a:lnTo>
                  <a:close/>
                </a:path>
                <a:path w="828040" h="7619">
                  <a:moveTo>
                    <a:pt x="213360" y="0"/>
                  </a:moveTo>
                  <a:lnTo>
                    <a:pt x="2540" y="0"/>
                  </a:lnTo>
                  <a:lnTo>
                    <a:pt x="2540" y="1270"/>
                  </a:lnTo>
                  <a:lnTo>
                    <a:pt x="213360" y="1270"/>
                  </a:lnTo>
                  <a:lnTo>
                    <a:pt x="213360" y="0"/>
                  </a:lnTo>
                  <a:close/>
                </a:path>
                <a:path w="828040" h="7619">
                  <a:moveTo>
                    <a:pt x="822960" y="5080"/>
                  </a:moveTo>
                  <a:lnTo>
                    <a:pt x="782320" y="5080"/>
                  </a:lnTo>
                  <a:lnTo>
                    <a:pt x="782320" y="3810"/>
                  </a:lnTo>
                  <a:lnTo>
                    <a:pt x="781050" y="3810"/>
                  </a:lnTo>
                  <a:lnTo>
                    <a:pt x="781050" y="5080"/>
                  </a:lnTo>
                  <a:lnTo>
                    <a:pt x="778510" y="5080"/>
                  </a:lnTo>
                  <a:lnTo>
                    <a:pt x="778510" y="7620"/>
                  </a:lnTo>
                  <a:lnTo>
                    <a:pt x="822960" y="7620"/>
                  </a:lnTo>
                  <a:lnTo>
                    <a:pt x="822960" y="5080"/>
                  </a:lnTo>
                  <a:close/>
                </a:path>
                <a:path w="828040" h="7619">
                  <a:moveTo>
                    <a:pt x="826757" y="2540"/>
                  </a:moveTo>
                  <a:lnTo>
                    <a:pt x="786130" y="2540"/>
                  </a:lnTo>
                  <a:lnTo>
                    <a:pt x="786130" y="1270"/>
                  </a:lnTo>
                  <a:lnTo>
                    <a:pt x="784860" y="1270"/>
                  </a:lnTo>
                  <a:lnTo>
                    <a:pt x="784860" y="2540"/>
                  </a:lnTo>
                  <a:lnTo>
                    <a:pt x="784860" y="3810"/>
                  </a:lnTo>
                  <a:lnTo>
                    <a:pt x="824230" y="3810"/>
                  </a:lnTo>
                  <a:lnTo>
                    <a:pt x="824230" y="5080"/>
                  </a:lnTo>
                  <a:lnTo>
                    <a:pt x="825500" y="5080"/>
                  </a:lnTo>
                  <a:lnTo>
                    <a:pt x="825500" y="3810"/>
                  </a:lnTo>
                  <a:lnTo>
                    <a:pt x="826757" y="3810"/>
                  </a:lnTo>
                  <a:lnTo>
                    <a:pt x="826757" y="2540"/>
                  </a:lnTo>
                  <a:close/>
                </a:path>
                <a:path w="828040" h="7619">
                  <a:moveTo>
                    <a:pt x="828040" y="0"/>
                  </a:moveTo>
                  <a:lnTo>
                    <a:pt x="787400" y="0"/>
                  </a:lnTo>
                  <a:lnTo>
                    <a:pt x="787400" y="1270"/>
                  </a:lnTo>
                  <a:lnTo>
                    <a:pt x="828040" y="1270"/>
                  </a:lnTo>
                  <a:lnTo>
                    <a:pt x="828040" y="0"/>
                  </a:lnTo>
                  <a:close/>
                </a:path>
              </a:pathLst>
            </a:custGeom>
            <a:solidFill>
              <a:srgbClr val="7A5B00"/>
            </a:solidFill>
          </p:spPr>
          <p:txBody>
            <a:bodyPr wrap="square" lIns="0" tIns="0" rIns="0" bIns="0" rtlCol="0"/>
            <a:lstStyle/>
            <a:p/>
          </p:txBody>
        </p:sp>
        <p:sp>
          <p:nvSpPr>
            <p:cNvPr id="1370" name="object 1370"/>
            <p:cNvSpPr/>
            <p:nvPr/>
          </p:nvSpPr>
          <p:spPr>
            <a:xfrm>
              <a:off x="7277100" y="2890519"/>
              <a:ext cx="822960" cy="7620"/>
            </a:xfrm>
            <a:custGeom>
              <a:avLst/>
              <a:gdLst/>
              <a:ahLst/>
              <a:cxnLst/>
              <a:rect l="l" t="t" r="r" b="b"/>
              <a:pathLst>
                <a:path w="822959" h="7619">
                  <a:moveTo>
                    <a:pt x="213360" y="3810"/>
                  </a:moveTo>
                  <a:lnTo>
                    <a:pt x="0" y="3810"/>
                  </a:lnTo>
                  <a:lnTo>
                    <a:pt x="0" y="6350"/>
                  </a:lnTo>
                  <a:lnTo>
                    <a:pt x="213360" y="6350"/>
                  </a:lnTo>
                  <a:lnTo>
                    <a:pt x="213360" y="3810"/>
                  </a:lnTo>
                  <a:close/>
                </a:path>
                <a:path w="822959" h="7619">
                  <a:moveTo>
                    <a:pt x="213360" y="1270"/>
                  </a:moveTo>
                  <a:lnTo>
                    <a:pt x="1270" y="1270"/>
                  </a:lnTo>
                  <a:lnTo>
                    <a:pt x="1270" y="2540"/>
                  </a:lnTo>
                  <a:lnTo>
                    <a:pt x="213360" y="2540"/>
                  </a:lnTo>
                  <a:lnTo>
                    <a:pt x="213360" y="1270"/>
                  </a:lnTo>
                  <a:close/>
                </a:path>
                <a:path w="822959" h="7619">
                  <a:moveTo>
                    <a:pt x="214630" y="0"/>
                  </a:moveTo>
                  <a:lnTo>
                    <a:pt x="213360" y="0"/>
                  </a:lnTo>
                  <a:lnTo>
                    <a:pt x="213360" y="1270"/>
                  </a:lnTo>
                  <a:lnTo>
                    <a:pt x="214630" y="1270"/>
                  </a:lnTo>
                  <a:lnTo>
                    <a:pt x="214630" y="0"/>
                  </a:lnTo>
                  <a:close/>
                </a:path>
                <a:path w="822959" h="7619">
                  <a:moveTo>
                    <a:pt x="768350" y="6350"/>
                  </a:moveTo>
                  <a:lnTo>
                    <a:pt x="765810" y="6350"/>
                  </a:lnTo>
                  <a:lnTo>
                    <a:pt x="765810" y="7620"/>
                  </a:lnTo>
                  <a:lnTo>
                    <a:pt x="768350" y="7620"/>
                  </a:lnTo>
                  <a:lnTo>
                    <a:pt x="768350" y="6350"/>
                  </a:lnTo>
                  <a:close/>
                </a:path>
                <a:path w="822959" h="7619">
                  <a:moveTo>
                    <a:pt x="820420" y="3810"/>
                  </a:moveTo>
                  <a:lnTo>
                    <a:pt x="773430" y="3810"/>
                  </a:lnTo>
                  <a:lnTo>
                    <a:pt x="773430" y="2540"/>
                  </a:lnTo>
                  <a:lnTo>
                    <a:pt x="772160" y="2540"/>
                  </a:lnTo>
                  <a:lnTo>
                    <a:pt x="772160" y="3810"/>
                  </a:lnTo>
                  <a:lnTo>
                    <a:pt x="769620" y="3810"/>
                  </a:lnTo>
                  <a:lnTo>
                    <a:pt x="769620" y="6350"/>
                  </a:lnTo>
                  <a:lnTo>
                    <a:pt x="820420" y="6350"/>
                  </a:lnTo>
                  <a:lnTo>
                    <a:pt x="820420" y="3810"/>
                  </a:lnTo>
                  <a:close/>
                </a:path>
                <a:path w="822959" h="7619">
                  <a:moveTo>
                    <a:pt x="822960" y="1270"/>
                  </a:moveTo>
                  <a:lnTo>
                    <a:pt x="778510" y="1270"/>
                  </a:lnTo>
                  <a:lnTo>
                    <a:pt x="778510" y="0"/>
                  </a:lnTo>
                  <a:lnTo>
                    <a:pt x="775970" y="0"/>
                  </a:lnTo>
                  <a:lnTo>
                    <a:pt x="775970" y="1270"/>
                  </a:lnTo>
                  <a:lnTo>
                    <a:pt x="775970" y="2540"/>
                  </a:lnTo>
                  <a:lnTo>
                    <a:pt x="822960" y="2540"/>
                  </a:lnTo>
                  <a:lnTo>
                    <a:pt x="822960" y="1270"/>
                  </a:lnTo>
                  <a:close/>
                </a:path>
              </a:pathLst>
            </a:custGeom>
            <a:solidFill>
              <a:srgbClr val="7C5C00"/>
            </a:solidFill>
          </p:spPr>
          <p:txBody>
            <a:bodyPr wrap="square" lIns="0" tIns="0" rIns="0" bIns="0" rtlCol="0"/>
            <a:lstStyle/>
            <a:p/>
          </p:txBody>
        </p:sp>
        <p:sp>
          <p:nvSpPr>
            <p:cNvPr id="1371" name="object 1371"/>
            <p:cNvSpPr/>
            <p:nvPr/>
          </p:nvSpPr>
          <p:spPr>
            <a:xfrm>
              <a:off x="7274560" y="2898139"/>
              <a:ext cx="821690" cy="6350"/>
            </a:xfrm>
            <a:custGeom>
              <a:avLst/>
              <a:gdLst/>
              <a:ahLst/>
              <a:cxnLst/>
              <a:rect l="l" t="t" r="r" b="b"/>
              <a:pathLst>
                <a:path w="821690" h="6350">
                  <a:moveTo>
                    <a:pt x="214617" y="2540"/>
                  </a:moveTo>
                  <a:lnTo>
                    <a:pt x="1270" y="2540"/>
                  </a:lnTo>
                  <a:lnTo>
                    <a:pt x="1270" y="1270"/>
                  </a:lnTo>
                  <a:lnTo>
                    <a:pt x="0" y="1270"/>
                  </a:lnTo>
                  <a:lnTo>
                    <a:pt x="0" y="2540"/>
                  </a:lnTo>
                  <a:lnTo>
                    <a:pt x="0" y="5080"/>
                  </a:lnTo>
                  <a:lnTo>
                    <a:pt x="214617" y="5080"/>
                  </a:lnTo>
                  <a:lnTo>
                    <a:pt x="214617" y="2540"/>
                  </a:lnTo>
                  <a:close/>
                </a:path>
                <a:path w="821690" h="6350">
                  <a:moveTo>
                    <a:pt x="215900" y="0"/>
                  </a:moveTo>
                  <a:lnTo>
                    <a:pt x="1270" y="0"/>
                  </a:lnTo>
                  <a:lnTo>
                    <a:pt x="1270" y="1270"/>
                  </a:lnTo>
                  <a:lnTo>
                    <a:pt x="215900" y="1270"/>
                  </a:lnTo>
                  <a:lnTo>
                    <a:pt x="215900" y="0"/>
                  </a:lnTo>
                  <a:close/>
                </a:path>
                <a:path w="821690" h="6350">
                  <a:moveTo>
                    <a:pt x="760730" y="5080"/>
                  </a:moveTo>
                  <a:lnTo>
                    <a:pt x="758190" y="5080"/>
                  </a:lnTo>
                  <a:lnTo>
                    <a:pt x="758190" y="6350"/>
                  </a:lnTo>
                  <a:lnTo>
                    <a:pt x="760730" y="6350"/>
                  </a:lnTo>
                  <a:lnTo>
                    <a:pt x="760730" y="5080"/>
                  </a:lnTo>
                  <a:close/>
                </a:path>
                <a:path w="821690" h="6350">
                  <a:moveTo>
                    <a:pt x="819150" y="2540"/>
                  </a:moveTo>
                  <a:lnTo>
                    <a:pt x="767080" y="2540"/>
                  </a:lnTo>
                  <a:lnTo>
                    <a:pt x="767080" y="1270"/>
                  </a:lnTo>
                  <a:lnTo>
                    <a:pt x="764540" y="1270"/>
                  </a:lnTo>
                  <a:lnTo>
                    <a:pt x="764540" y="2540"/>
                  </a:lnTo>
                  <a:lnTo>
                    <a:pt x="763270" y="2540"/>
                  </a:lnTo>
                  <a:lnTo>
                    <a:pt x="763270" y="5080"/>
                  </a:lnTo>
                  <a:lnTo>
                    <a:pt x="817880" y="5080"/>
                  </a:lnTo>
                  <a:lnTo>
                    <a:pt x="817880" y="6350"/>
                  </a:lnTo>
                  <a:lnTo>
                    <a:pt x="819150" y="6350"/>
                  </a:lnTo>
                  <a:lnTo>
                    <a:pt x="819150" y="5080"/>
                  </a:lnTo>
                  <a:lnTo>
                    <a:pt x="819150" y="2540"/>
                  </a:lnTo>
                  <a:close/>
                </a:path>
                <a:path w="821690" h="6350">
                  <a:moveTo>
                    <a:pt x="821690" y="0"/>
                  </a:moveTo>
                  <a:lnTo>
                    <a:pt x="768350" y="0"/>
                  </a:lnTo>
                  <a:lnTo>
                    <a:pt x="768350" y="1270"/>
                  </a:lnTo>
                  <a:lnTo>
                    <a:pt x="821690" y="1270"/>
                  </a:lnTo>
                  <a:lnTo>
                    <a:pt x="821690" y="0"/>
                  </a:lnTo>
                  <a:close/>
                </a:path>
              </a:pathLst>
            </a:custGeom>
            <a:solidFill>
              <a:srgbClr val="7D5D00"/>
            </a:solidFill>
          </p:spPr>
          <p:txBody>
            <a:bodyPr wrap="square" lIns="0" tIns="0" rIns="0" bIns="0" rtlCol="0"/>
            <a:lstStyle/>
            <a:p/>
          </p:txBody>
        </p:sp>
        <p:sp>
          <p:nvSpPr>
            <p:cNvPr id="1372" name="object 1372"/>
            <p:cNvSpPr/>
            <p:nvPr/>
          </p:nvSpPr>
          <p:spPr>
            <a:xfrm>
              <a:off x="7272020" y="2904489"/>
              <a:ext cx="820419" cy="7620"/>
            </a:xfrm>
            <a:custGeom>
              <a:avLst/>
              <a:gdLst/>
              <a:ahLst/>
              <a:cxnLst/>
              <a:rect l="l" t="t" r="r" b="b"/>
              <a:pathLst>
                <a:path w="820420" h="7619">
                  <a:moveTo>
                    <a:pt x="217170" y="6350"/>
                  </a:moveTo>
                  <a:lnTo>
                    <a:pt x="0" y="6350"/>
                  </a:lnTo>
                  <a:lnTo>
                    <a:pt x="0" y="7620"/>
                  </a:lnTo>
                  <a:lnTo>
                    <a:pt x="217170" y="7620"/>
                  </a:lnTo>
                  <a:lnTo>
                    <a:pt x="217170" y="6350"/>
                  </a:lnTo>
                  <a:close/>
                </a:path>
                <a:path w="820420" h="7619">
                  <a:moveTo>
                    <a:pt x="217170" y="2540"/>
                  </a:moveTo>
                  <a:lnTo>
                    <a:pt x="1270" y="2540"/>
                  </a:lnTo>
                  <a:lnTo>
                    <a:pt x="1270" y="5080"/>
                  </a:lnTo>
                  <a:lnTo>
                    <a:pt x="217170" y="5080"/>
                  </a:lnTo>
                  <a:lnTo>
                    <a:pt x="217170" y="2540"/>
                  </a:lnTo>
                  <a:close/>
                </a:path>
                <a:path w="820420" h="7619">
                  <a:moveTo>
                    <a:pt x="217170" y="0"/>
                  </a:moveTo>
                  <a:lnTo>
                    <a:pt x="2540" y="0"/>
                  </a:lnTo>
                  <a:lnTo>
                    <a:pt x="2540" y="1270"/>
                  </a:lnTo>
                  <a:lnTo>
                    <a:pt x="217170" y="1270"/>
                  </a:lnTo>
                  <a:lnTo>
                    <a:pt x="217170" y="0"/>
                  </a:lnTo>
                  <a:close/>
                </a:path>
                <a:path w="820420" h="7619">
                  <a:moveTo>
                    <a:pt x="817880" y="6350"/>
                  </a:moveTo>
                  <a:lnTo>
                    <a:pt x="753110" y="6350"/>
                  </a:lnTo>
                  <a:lnTo>
                    <a:pt x="753110" y="5080"/>
                  </a:lnTo>
                  <a:lnTo>
                    <a:pt x="751840" y="5080"/>
                  </a:lnTo>
                  <a:lnTo>
                    <a:pt x="751840" y="6350"/>
                  </a:lnTo>
                  <a:lnTo>
                    <a:pt x="751840" y="7620"/>
                  </a:lnTo>
                  <a:lnTo>
                    <a:pt x="817880" y="7620"/>
                  </a:lnTo>
                  <a:lnTo>
                    <a:pt x="817880" y="6350"/>
                  </a:lnTo>
                  <a:close/>
                </a:path>
                <a:path w="820420" h="7619">
                  <a:moveTo>
                    <a:pt x="819150" y="2540"/>
                  </a:moveTo>
                  <a:lnTo>
                    <a:pt x="759460" y="2540"/>
                  </a:lnTo>
                  <a:lnTo>
                    <a:pt x="759460" y="1270"/>
                  </a:lnTo>
                  <a:lnTo>
                    <a:pt x="756920" y="1270"/>
                  </a:lnTo>
                  <a:lnTo>
                    <a:pt x="756920" y="2540"/>
                  </a:lnTo>
                  <a:lnTo>
                    <a:pt x="755650" y="2540"/>
                  </a:lnTo>
                  <a:lnTo>
                    <a:pt x="755650" y="5080"/>
                  </a:lnTo>
                  <a:lnTo>
                    <a:pt x="819150" y="5080"/>
                  </a:lnTo>
                  <a:lnTo>
                    <a:pt x="819150" y="2540"/>
                  </a:lnTo>
                  <a:close/>
                </a:path>
                <a:path w="820420" h="7619">
                  <a:moveTo>
                    <a:pt x="820420" y="0"/>
                  </a:moveTo>
                  <a:lnTo>
                    <a:pt x="760730" y="0"/>
                  </a:lnTo>
                  <a:lnTo>
                    <a:pt x="760730" y="1270"/>
                  </a:lnTo>
                  <a:lnTo>
                    <a:pt x="819150" y="1270"/>
                  </a:lnTo>
                  <a:lnTo>
                    <a:pt x="819150" y="2540"/>
                  </a:lnTo>
                  <a:lnTo>
                    <a:pt x="820407" y="2540"/>
                  </a:lnTo>
                  <a:lnTo>
                    <a:pt x="820407" y="1270"/>
                  </a:lnTo>
                  <a:lnTo>
                    <a:pt x="820420" y="0"/>
                  </a:lnTo>
                  <a:close/>
                </a:path>
              </a:pathLst>
            </a:custGeom>
            <a:solidFill>
              <a:srgbClr val="7F5F00"/>
            </a:solidFill>
          </p:spPr>
          <p:txBody>
            <a:bodyPr wrap="square" lIns="0" tIns="0" rIns="0" bIns="0" rtlCol="0"/>
            <a:lstStyle/>
            <a:p/>
          </p:txBody>
        </p:sp>
        <p:sp>
          <p:nvSpPr>
            <p:cNvPr id="1373" name="object 1373"/>
            <p:cNvSpPr/>
            <p:nvPr/>
          </p:nvSpPr>
          <p:spPr>
            <a:xfrm>
              <a:off x="7270750" y="2912109"/>
              <a:ext cx="816610" cy="7620"/>
            </a:xfrm>
            <a:custGeom>
              <a:avLst/>
              <a:gdLst/>
              <a:ahLst/>
              <a:cxnLst/>
              <a:rect l="l" t="t" r="r" b="b"/>
              <a:pathLst>
                <a:path w="816609" h="7619">
                  <a:moveTo>
                    <a:pt x="217170" y="5080"/>
                  </a:moveTo>
                  <a:lnTo>
                    <a:pt x="0" y="5080"/>
                  </a:lnTo>
                  <a:lnTo>
                    <a:pt x="0" y="6350"/>
                  </a:lnTo>
                  <a:lnTo>
                    <a:pt x="217170" y="6350"/>
                  </a:lnTo>
                  <a:lnTo>
                    <a:pt x="217170" y="5080"/>
                  </a:lnTo>
                  <a:close/>
                </a:path>
                <a:path w="816609" h="7619">
                  <a:moveTo>
                    <a:pt x="217170" y="1270"/>
                  </a:moveTo>
                  <a:lnTo>
                    <a:pt x="1270" y="1270"/>
                  </a:lnTo>
                  <a:lnTo>
                    <a:pt x="1270" y="0"/>
                  </a:lnTo>
                  <a:lnTo>
                    <a:pt x="0" y="0"/>
                  </a:lnTo>
                  <a:lnTo>
                    <a:pt x="0" y="1270"/>
                  </a:lnTo>
                  <a:lnTo>
                    <a:pt x="0" y="3810"/>
                  </a:lnTo>
                  <a:lnTo>
                    <a:pt x="217170" y="3810"/>
                  </a:lnTo>
                  <a:lnTo>
                    <a:pt x="217170" y="1270"/>
                  </a:lnTo>
                  <a:close/>
                </a:path>
                <a:path w="816609" h="7619">
                  <a:moveTo>
                    <a:pt x="218440" y="0"/>
                  </a:moveTo>
                  <a:lnTo>
                    <a:pt x="217170" y="0"/>
                  </a:lnTo>
                  <a:lnTo>
                    <a:pt x="217170" y="1270"/>
                  </a:lnTo>
                  <a:lnTo>
                    <a:pt x="218440" y="1270"/>
                  </a:lnTo>
                  <a:lnTo>
                    <a:pt x="218440" y="0"/>
                  </a:lnTo>
                  <a:close/>
                </a:path>
                <a:path w="816609" h="7619">
                  <a:moveTo>
                    <a:pt x="739140" y="6350"/>
                  </a:moveTo>
                  <a:lnTo>
                    <a:pt x="736600" y="6350"/>
                  </a:lnTo>
                  <a:lnTo>
                    <a:pt x="736600" y="7620"/>
                  </a:lnTo>
                  <a:lnTo>
                    <a:pt x="739140" y="7620"/>
                  </a:lnTo>
                  <a:lnTo>
                    <a:pt x="739140" y="6350"/>
                  </a:lnTo>
                  <a:close/>
                </a:path>
                <a:path w="816609" h="7619">
                  <a:moveTo>
                    <a:pt x="815340" y="5080"/>
                  </a:moveTo>
                  <a:lnTo>
                    <a:pt x="742950" y="5080"/>
                  </a:lnTo>
                  <a:lnTo>
                    <a:pt x="742950" y="3810"/>
                  </a:lnTo>
                  <a:lnTo>
                    <a:pt x="740410" y="3810"/>
                  </a:lnTo>
                  <a:lnTo>
                    <a:pt x="740410" y="5080"/>
                  </a:lnTo>
                  <a:lnTo>
                    <a:pt x="740410" y="6350"/>
                  </a:lnTo>
                  <a:lnTo>
                    <a:pt x="815340" y="6350"/>
                  </a:lnTo>
                  <a:lnTo>
                    <a:pt x="815340" y="5080"/>
                  </a:lnTo>
                  <a:close/>
                </a:path>
                <a:path w="816609" h="7619">
                  <a:moveTo>
                    <a:pt x="816610" y="1270"/>
                  </a:moveTo>
                  <a:lnTo>
                    <a:pt x="750570" y="1270"/>
                  </a:lnTo>
                  <a:lnTo>
                    <a:pt x="750570" y="0"/>
                  </a:lnTo>
                  <a:lnTo>
                    <a:pt x="748030" y="0"/>
                  </a:lnTo>
                  <a:lnTo>
                    <a:pt x="748030" y="1270"/>
                  </a:lnTo>
                  <a:lnTo>
                    <a:pt x="745490" y="1270"/>
                  </a:lnTo>
                  <a:lnTo>
                    <a:pt x="745490" y="3810"/>
                  </a:lnTo>
                  <a:lnTo>
                    <a:pt x="815340" y="3810"/>
                  </a:lnTo>
                  <a:lnTo>
                    <a:pt x="815340" y="5080"/>
                  </a:lnTo>
                  <a:lnTo>
                    <a:pt x="816610" y="5080"/>
                  </a:lnTo>
                  <a:lnTo>
                    <a:pt x="816610" y="3810"/>
                  </a:lnTo>
                  <a:lnTo>
                    <a:pt x="816610" y="1270"/>
                  </a:lnTo>
                  <a:close/>
                </a:path>
              </a:pathLst>
            </a:custGeom>
            <a:solidFill>
              <a:srgbClr val="806000"/>
            </a:solidFill>
          </p:spPr>
          <p:txBody>
            <a:bodyPr wrap="square" lIns="0" tIns="0" rIns="0" bIns="0" rtlCol="0"/>
            <a:lstStyle/>
            <a:p/>
          </p:txBody>
        </p:sp>
        <p:sp>
          <p:nvSpPr>
            <p:cNvPr id="1374" name="object 1374"/>
            <p:cNvSpPr/>
            <p:nvPr/>
          </p:nvSpPr>
          <p:spPr>
            <a:xfrm>
              <a:off x="7269480" y="2919729"/>
              <a:ext cx="815340" cy="6350"/>
            </a:xfrm>
            <a:custGeom>
              <a:avLst/>
              <a:gdLst/>
              <a:ahLst/>
              <a:cxnLst/>
              <a:rect l="l" t="t" r="r" b="b"/>
              <a:pathLst>
                <a:path w="815340" h="6350">
                  <a:moveTo>
                    <a:pt x="218440" y="3810"/>
                  </a:moveTo>
                  <a:lnTo>
                    <a:pt x="0" y="3810"/>
                  </a:lnTo>
                  <a:lnTo>
                    <a:pt x="0" y="5080"/>
                  </a:lnTo>
                  <a:lnTo>
                    <a:pt x="218440" y="5080"/>
                  </a:lnTo>
                  <a:lnTo>
                    <a:pt x="218440" y="3810"/>
                  </a:lnTo>
                  <a:close/>
                </a:path>
                <a:path w="815340" h="6350">
                  <a:moveTo>
                    <a:pt x="218440" y="0"/>
                  </a:moveTo>
                  <a:lnTo>
                    <a:pt x="0" y="0"/>
                  </a:lnTo>
                  <a:lnTo>
                    <a:pt x="0" y="2540"/>
                  </a:lnTo>
                  <a:lnTo>
                    <a:pt x="218440" y="2540"/>
                  </a:lnTo>
                  <a:lnTo>
                    <a:pt x="218440" y="0"/>
                  </a:lnTo>
                  <a:close/>
                </a:path>
                <a:path w="815340" h="6350">
                  <a:moveTo>
                    <a:pt x="727710" y="5080"/>
                  </a:moveTo>
                  <a:lnTo>
                    <a:pt x="725170" y="5080"/>
                  </a:lnTo>
                  <a:lnTo>
                    <a:pt x="725170" y="6350"/>
                  </a:lnTo>
                  <a:lnTo>
                    <a:pt x="727710" y="6350"/>
                  </a:lnTo>
                  <a:lnTo>
                    <a:pt x="727710" y="5080"/>
                  </a:lnTo>
                  <a:close/>
                </a:path>
                <a:path w="815340" h="6350">
                  <a:moveTo>
                    <a:pt x="814070" y="3810"/>
                  </a:moveTo>
                  <a:lnTo>
                    <a:pt x="732790" y="3810"/>
                  </a:lnTo>
                  <a:lnTo>
                    <a:pt x="732790" y="2540"/>
                  </a:lnTo>
                  <a:lnTo>
                    <a:pt x="730250" y="2540"/>
                  </a:lnTo>
                  <a:lnTo>
                    <a:pt x="730250" y="3810"/>
                  </a:lnTo>
                  <a:lnTo>
                    <a:pt x="730250" y="5080"/>
                  </a:lnTo>
                  <a:lnTo>
                    <a:pt x="814070" y="5080"/>
                  </a:lnTo>
                  <a:lnTo>
                    <a:pt x="814070" y="3810"/>
                  </a:lnTo>
                  <a:close/>
                </a:path>
                <a:path w="815340" h="6350">
                  <a:moveTo>
                    <a:pt x="815340" y="2540"/>
                  </a:moveTo>
                  <a:lnTo>
                    <a:pt x="815327" y="0"/>
                  </a:lnTo>
                  <a:lnTo>
                    <a:pt x="735330" y="0"/>
                  </a:lnTo>
                  <a:lnTo>
                    <a:pt x="735330" y="2540"/>
                  </a:lnTo>
                  <a:lnTo>
                    <a:pt x="814070" y="2540"/>
                  </a:lnTo>
                  <a:lnTo>
                    <a:pt x="814070" y="3810"/>
                  </a:lnTo>
                  <a:lnTo>
                    <a:pt x="815340" y="3810"/>
                  </a:lnTo>
                  <a:lnTo>
                    <a:pt x="815340" y="2540"/>
                  </a:lnTo>
                  <a:close/>
                </a:path>
              </a:pathLst>
            </a:custGeom>
            <a:solidFill>
              <a:srgbClr val="826100"/>
            </a:solidFill>
          </p:spPr>
          <p:txBody>
            <a:bodyPr wrap="square" lIns="0" tIns="0" rIns="0" bIns="0" rtlCol="0"/>
            <a:lstStyle/>
            <a:p/>
          </p:txBody>
        </p:sp>
        <p:sp>
          <p:nvSpPr>
            <p:cNvPr id="1375" name="object 1375"/>
            <p:cNvSpPr/>
            <p:nvPr/>
          </p:nvSpPr>
          <p:spPr>
            <a:xfrm>
              <a:off x="7266940" y="2926079"/>
              <a:ext cx="815340" cy="7620"/>
            </a:xfrm>
            <a:custGeom>
              <a:avLst/>
              <a:gdLst/>
              <a:ahLst/>
              <a:cxnLst/>
              <a:rect l="l" t="t" r="r" b="b"/>
              <a:pathLst>
                <a:path w="815340" h="7619">
                  <a:moveTo>
                    <a:pt x="219710" y="6350"/>
                  </a:moveTo>
                  <a:lnTo>
                    <a:pt x="0" y="6350"/>
                  </a:lnTo>
                  <a:lnTo>
                    <a:pt x="0" y="7620"/>
                  </a:lnTo>
                  <a:lnTo>
                    <a:pt x="219710" y="7620"/>
                  </a:lnTo>
                  <a:lnTo>
                    <a:pt x="219710" y="6350"/>
                  </a:lnTo>
                  <a:close/>
                </a:path>
                <a:path w="815340" h="7619">
                  <a:moveTo>
                    <a:pt x="219710" y="3810"/>
                  </a:moveTo>
                  <a:lnTo>
                    <a:pt x="1270" y="3810"/>
                  </a:lnTo>
                  <a:lnTo>
                    <a:pt x="1270" y="2540"/>
                  </a:lnTo>
                  <a:lnTo>
                    <a:pt x="0" y="2540"/>
                  </a:lnTo>
                  <a:lnTo>
                    <a:pt x="0" y="3810"/>
                  </a:lnTo>
                  <a:lnTo>
                    <a:pt x="0" y="5080"/>
                  </a:lnTo>
                  <a:lnTo>
                    <a:pt x="219710" y="5080"/>
                  </a:lnTo>
                  <a:lnTo>
                    <a:pt x="219710" y="3810"/>
                  </a:lnTo>
                  <a:close/>
                </a:path>
                <a:path w="815340" h="7619">
                  <a:moveTo>
                    <a:pt x="219710" y="0"/>
                  </a:moveTo>
                  <a:lnTo>
                    <a:pt x="1270" y="0"/>
                  </a:lnTo>
                  <a:lnTo>
                    <a:pt x="1270" y="2540"/>
                  </a:lnTo>
                  <a:lnTo>
                    <a:pt x="219710" y="2540"/>
                  </a:lnTo>
                  <a:lnTo>
                    <a:pt x="219710" y="0"/>
                  </a:lnTo>
                  <a:close/>
                </a:path>
                <a:path w="815340" h="7619">
                  <a:moveTo>
                    <a:pt x="812787" y="6350"/>
                  </a:moveTo>
                  <a:lnTo>
                    <a:pt x="718820" y="6350"/>
                  </a:lnTo>
                  <a:lnTo>
                    <a:pt x="718820" y="5080"/>
                  </a:lnTo>
                  <a:lnTo>
                    <a:pt x="716280" y="5080"/>
                  </a:lnTo>
                  <a:lnTo>
                    <a:pt x="716280" y="6350"/>
                  </a:lnTo>
                  <a:lnTo>
                    <a:pt x="713740" y="6350"/>
                  </a:lnTo>
                  <a:lnTo>
                    <a:pt x="713740" y="7620"/>
                  </a:lnTo>
                  <a:lnTo>
                    <a:pt x="812787" y="7620"/>
                  </a:lnTo>
                  <a:lnTo>
                    <a:pt x="812787" y="6350"/>
                  </a:lnTo>
                  <a:close/>
                </a:path>
                <a:path w="815340" h="7619">
                  <a:moveTo>
                    <a:pt x="814070" y="3810"/>
                  </a:moveTo>
                  <a:lnTo>
                    <a:pt x="722630" y="3810"/>
                  </a:lnTo>
                  <a:lnTo>
                    <a:pt x="722630" y="2540"/>
                  </a:lnTo>
                  <a:lnTo>
                    <a:pt x="720090" y="2540"/>
                  </a:lnTo>
                  <a:lnTo>
                    <a:pt x="720090" y="3810"/>
                  </a:lnTo>
                  <a:lnTo>
                    <a:pt x="720090" y="5080"/>
                  </a:lnTo>
                  <a:lnTo>
                    <a:pt x="814070" y="5080"/>
                  </a:lnTo>
                  <a:lnTo>
                    <a:pt x="814070" y="3810"/>
                  </a:lnTo>
                  <a:close/>
                </a:path>
                <a:path w="815340" h="7619">
                  <a:moveTo>
                    <a:pt x="815340" y="0"/>
                  </a:moveTo>
                  <a:lnTo>
                    <a:pt x="725170" y="0"/>
                  </a:lnTo>
                  <a:lnTo>
                    <a:pt x="725170" y="2540"/>
                  </a:lnTo>
                  <a:lnTo>
                    <a:pt x="814070" y="2540"/>
                  </a:lnTo>
                  <a:lnTo>
                    <a:pt x="814070" y="3810"/>
                  </a:lnTo>
                  <a:lnTo>
                    <a:pt x="815340" y="3810"/>
                  </a:lnTo>
                  <a:lnTo>
                    <a:pt x="815340" y="2540"/>
                  </a:lnTo>
                  <a:lnTo>
                    <a:pt x="815340" y="0"/>
                  </a:lnTo>
                  <a:close/>
                </a:path>
              </a:pathLst>
            </a:custGeom>
            <a:solidFill>
              <a:srgbClr val="846200"/>
            </a:solidFill>
          </p:spPr>
          <p:txBody>
            <a:bodyPr wrap="square" lIns="0" tIns="0" rIns="0" bIns="0" rtlCol="0"/>
            <a:lstStyle/>
            <a:p/>
          </p:txBody>
        </p:sp>
        <p:sp>
          <p:nvSpPr>
            <p:cNvPr id="1376" name="object 1376"/>
            <p:cNvSpPr/>
            <p:nvPr/>
          </p:nvSpPr>
          <p:spPr>
            <a:xfrm>
              <a:off x="7265670" y="2933699"/>
              <a:ext cx="814069" cy="7620"/>
            </a:xfrm>
            <a:custGeom>
              <a:avLst/>
              <a:gdLst/>
              <a:ahLst/>
              <a:cxnLst/>
              <a:rect l="l" t="t" r="r" b="b"/>
              <a:pathLst>
                <a:path w="814070" h="7619">
                  <a:moveTo>
                    <a:pt x="220980" y="5080"/>
                  </a:moveTo>
                  <a:lnTo>
                    <a:pt x="0" y="5080"/>
                  </a:lnTo>
                  <a:lnTo>
                    <a:pt x="0" y="7620"/>
                  </a:lnTo>
                  <a:lnTo>
                    <a:pt x="220980" y="7620"/>
                  </a:lnTo>
                  <a:lnTo>
                    <a:pt x="220980" y="5080"/>
                  </a:lnTo>
                  <a:close/>
                </a:path>
                <a:path w="814070" h="7619">
                  <a:moveTo>
                    <a:pt x="220980" y="2540"/>
                  </a:moveTo>
                  <a:lnTo>
                    <a:pt x="1270" y="2540"/>
                  </a:lnTo>
                  <a:lnTo>
                    <a:pt x="1270" y="1270"/>
                  </a:lnTo>
                  <a:lnTo>
                    <a:pt x="0" y="1270"/>
                  </a:lnTo>
                  <a:lnTo>
                    <a:pt x="0" y="2540"/>
                  </a:lnTo>
                  <a:lnTo>
                    <a:pt x="0" y="3810"/>
                  </a:lnTo>
                  <a:lnTo>
                    <a:pt x="220980" y="3810"/>
                  </a:lnTo>
                  <a:lnTo>
                    <a:pt x="220980" y="2540"/>
                  </a:lnTo>
                  <a:close/>
                </a:path>
                <a:path w="814070" h="7619">
                  <a:moveTo>
                    <a:pt x="220980" y="0"/>
                  </a:moveTo>
                  <a:lnTo>
                    <a:pt x="1270" y="0"/>
                  </a:lnTo>
                  <a:lnTo>
                    <a:pt x="1270" y="1270"/>
                  </a:lnTo>
                  <a:lnTo>
                    <a:pt x="220980" y="1270"/>
                  </a:lnTo>
                  <a:lnTo>
                    <a:pt x="220980" y="0"/>
                  </a:lnTo>
                  <a:close/>
                </a:path>
                <a:path w="814070" h="7619">
                  <a:moveTo>
                    <a:pt x="812800" y="5080"/>
                  </a:moveTo>
                  <a:lnTo>
                    <a:pt x="707390" y="5080"/>
                  </a:lnTo>
                  <a:lnTo>
                    <a:pt x="707390" y="3810"/>
                  </a:lnTo>
                  <a:lnTo>
                    <a:pt x="704850" y="3810"/>
                  </a:lnTo>
                  <a:lnTo>
                    <a:pt x="704850" y="5080"/>
                  </a:lnTo>
                  <a:lnTo>
                    <a:pt x="702310" y="5080"/>
                  </a:lnTo>
                  <a:lnTo>
                    <a:pt x="702310" y="7620"/>
                  </a:lnTo>
                  <a:lnTo>
                    <a:pt x="812800" y="7620"/>
                  </a:lnTo>
                  <a:lnTo>
                    <a:pt x="812800" y="5080"/>
                  </a:lnTo>
                  <a:close/>
                </a:path>
                <a:path w="814070" h="7619">
                  <a:moveTo>
                    <a:pt x="814070" y="2540"/>
                  </a:moveTo>
                  <a:lnTo>
                    <a:pt x="712470" y="2540"/>
                  </a:lnTo>
                  <a:lnTo>
                    <a:pt x="712470" y="1270"/>
                  </a:lnTo>
                  <a:lnTo>
                    <a:pt x="709930" y="1270"/>
                  </a:lnTo>
                  <a:lnTo>
                    <a:pt x="709930" y="2540"/>
                  </a:lnTo>
                  <a:lnTo>
                    <a:pt x="709930" y="3810"/>
                  </a:lnTo>
                  <a:lnTo>
                    <a:pt x="814070" y="3810"/>
                  </a:lnTo>
                  <a:lnTo>
                    <a:pt x="814070" y="2540"/>
                  </a:lnTo>
                  <a:close/>
                </a:path>
                <a:path w="814070" h="7619">
                  <a:moveTo>
                    <a:pt x="814070" y="0"/>
                  </a:moveTo>
                  <a:lnTo>
                    <a:pt x="715010" y="0"/>
                  </a:lnTo>
                  <a:lnTo>
                    <a:pt x="715010" y="1270"/>
                  </a:lnTo>
                  <a:lnTo>
                    <a:pt x="814070" y="1270"/>
                  </a:lnTo>
                  <a:lnTo>
                    <a:pt x="814070" y="0"/>
                  </a:lnTo>
                  <a:close/>
                </a:path>
              </a:pathLst>
            </a:custGeom>
            <a:solidFill>
              <a:srgbClr val="856400"/>
            </a:solidFill>
          </p:spPr>
          <p:txBody>
            <a:bodyPr wrap="square" lIns="0" tIns="0" rIns="0" bIns="0" rtlCol="0"/>
            <a:lstStyle/>
            <a:p/>
          </p:txBody>
        </p:sp>
        <p:sp>
          <p:nvSpPr>
            <p:cNvPr id="1377" name="object 1377"/>
            <p:cNvSpPr/>
            <p:nvPr/>
          </p:nvSpPr>
          <p:spPr>
            <a:xfrm>
              <a:off x="7264400" y="2941319"/>
              <a:ext cx="814069" cy="6350"/>
            </a:xfrm>
            <a:custGeom>
              <a:avLst/>
              <a:gdLst/>
              <a:ahLst/>
              <a:cxnLst/>
              <a:rect l="l" t="t" r="r" b="b"/>
              <a:pathLst>
                <a:path w="814070" h="6350">
                  <a:moveTo>
                    <a:pt x="222250" y="3810"/>
                  </a:moveTo>
                  <a:lnTo>
                    <a:pt x="0" y="3810"/>
                  </a:lnTo>
                  <a:lnTo>
                    <a:pt x="0" y="6350"/>
                  </a:lnTo>
                  <a:lnTo>
                    <a:pt x="222250" y="6350"/>
                  </a:lnTo>
                  <a:lnTo>
                    <a:pt x="222250" y="3810"/>
                  </a:lnTo>
                  <a:close/>
                </a:path>
                <a:path w="814070" h="6350">
                  <a:moveTo>
                    <a:pt x="222250" y="1270"/>
                  </a:moveTo>
                  <a:lnTo>
                    <a:pt x="1270" y="1270"/>
                  </a:lnTo>
                  <a:lnTo>
                    <a:pt x="1270" y="2540"/>
                  </a:lnTo>
                  <a:lnTo>
                    <a:pt x="222250" y="2540"/>
                  </a:lnTo>
                  <a:lnTo>
                    <a:pt x="222250" y="1270"/>
                  </a:lnTo>
                  <a:close/>
                </a:path>
                <a:path w="814070" h="6350">
                  <a:moveTo>
                    <a:pt x="812800" y="3810"/>
                  </a:moveTo>
                  <a:lnTo>
                    <a:pt x="695960" y="3810"/>
                  </a:lnTo>
                  <a:lnTo>
                    <a:pt x="695960" y="2540"/>
                  </a:lnTo>
                  <a:lnTo>
                    <a:pt x="693420" y="2540"/>
                  </a:lnTo>
                  <a:lnTo>
                    <a:pt x="693420" y="3810"/>
                  </a:lnTo>
                  <a:lnTo>
                    <a:pt x="690880" y="3810"/>
                  </a:lnTo>
                  <a:lnTo>
                    <a:pt x="690880" y="6350"/>
                  </a:lnTo>
                  <a:lnTo>
                    <a:pt x="812800" y="6350"/>
                  </a:lnTo>
                  <a:lnTo>
                    <a:pt x="812800" y="3810"/>
                  </a:lnTo>
                  <a:close/>
                </a:path>
                <a:path w="814070" h="6350">
                  <a:moveTo>
                    <a:pt x="812800" y="1270"/>
                  </a:moveTo>
                  <a:lnTo>
                    <a:pt x="701040" y="1270"/>
                  </a:lnTo>
                  <a:lnTo>
                    <a:pt x="701040" y="0"/>
                  </a:lnTo>
                  <a:lnTo>
                    <a:pt x="699770" y="0"/>
                  </a:lnTo>
                  <a:lnTo>
                    <a:pt x="699770" y="1270"/>
                  </a:lnTo>
                  <a:lnTo>
                    <a:pt x="699770" y="2540"/>
                  </a:lnTo>
                  <a:lnTo>
                    <a:pt x="812800" y="2540"/>
                  </a:lnTo>
                  <a:lnTo>
                    <a:pt x="812800" y="1270"/>
                  </a:lnTo>
                  <a:close/>
                </a:path>
                <a:path w="814070" h="6350">
                  <a:moveTo>
                    <a:pt x="814070" y="0"/>
                  </a:moveTo>
                  <a:lnTo>
                    <a:pt x="812800" y="0"/>
                  </a:lnTo>
                  <a:lnTo>
                    <a:pt x="812800" y="1270"/>
                  </a:lnTo>
                  <a:lnTo>
                    <a:pt x="814070" y="1270"/>
                  </a:lnTo>
                  <a:lnTo>
                    <a:pt x="814070" y="0"/>
                  </a:lnTo>
                  <a:close/>
                </a:path>
              </a:pathLst>
            </a:custGeom>
            <a:solidFill>
              <a:srgbClr val="876600"/>
            </a:solidFill>
          </p:spPr>
          <p:txBody>
            <a:bodyPr wrap="square" lIns="0" tIns="0" rIns="0" bIns="0" rtlCol="0"/>
            <a:lstStyle/>
            <a:p/>
          </p:txBody>
        </p:sp>
        <p:sp>
          <p:nvSpPr>
            <p:cNvPr id="1378" name="object 1378"/>
            <p:cNvSpPr/>
            <p:nvPr/>
          </p:nvSpPr>
          <p:spPr>
            <a:xfrm>
              <a:off x="7263130" y="2947669"/>
              <a:ext cx="812800" cy="7620"/>
            </a:xfrm>
            <a:custGeom>
              <a:avLst/>
              <a:gdLst/>
              <a:ahLst/>
              <a:cxnLst/>
              <a:rect l="l" t="t" r="r" b="b"/>
              <a:pathLst>
                <a:path w="812800" h="7619">
                  <a:moveTo>
                    <a:pt x="222250" y="3810"/>
                  </a:moveTo>
                  <a:lnTo>
                    <a:pt x="0" y="3810"/>
                  </a:lnTo>
                  <a:lnTo>
                    <a:pt x="0" y="6350"/>
                  </a:lnTo>
                  <a:lnTo>
                    <a:pt x="222250" y="6350"/>
                  </a:lnTo>
                  <a:lnTo>
                    <a:pt x="222250" y="3810"/>
                  </a:lnTo>
                  <a:close/>
                </a:path>
                <a:path w="812800" h="7619">
                  <a:moveTo>
                    <a:pt x="222250" y="1270"/>
                  </a:moveTo>
                  <a:lnTo>
                    <a:pt x="1270" y="1270"/>
                  </a:lnTo>
                  <a:lnTo>
                    <a:pt x="1270" y="2540"/>
                  </a:lnTo>
                  <a:lnTo>
                    <a:pt x="222250" y="2540"/>
                  </a:lnTo>
                  <a:lnTo>
                    <a:pt x="222250" y="1270"/>
                  </a:lnTo>
                  <a:close/>
                </a:path>
                <a:path w="812800" h="7619">
                  <a:moveTo>
                    <a:pt x="675640" y="6350"/>
                  </a:moveTo>
                  <a:lnTo>
                    <a:pt x="671830" y="6350"/>
                  </a:lnTo>
                  <a:lnTo>
                    <a:pt x="671830" y="7620"/>
                  </a:lnTo>
                  <a:lnTo>
                    <a:pt x="675640" y="7620"/>
                  </a:lnTo>
                  <a:lnTo>
                    <a:pt x="675640" y="6350"/>
                  </a:lnTo>
                  <a:close/>
                </a:path>
                <a:path w="812800" h="7619">
                  <a:moveTo>
                    <a:pt x="812800" y="3810"/>
                  </a:moveTo>
                  <a:lnTo>
                    <a:pt x="685800" y="3810"/>
                  </a:lnTo>
                  <a:lnTo>
                    <a:pt x="685800" y="2540"/>
                  </a:lnTo>
                  <a:lnTo>
                    <a:pt x="681990" y="2540"/>
                  </a:lnTo>
                  <a:lnTo>
                    <a:pt x="681990" y="3810"/>
                  </a:lnTo>
                  <a:lnTo>
                    <a:pt x="678180" y="3810"/>
                  </a:lnTo>
                  <a:lnTo>
                    <a:pt x="678180" y="6350"/>
                  </a:lnTo>
                  <a:lnTo>
                    <a:pt x="811530" y="6350"/>
                  </a:lnTo>
                  <a:lnTo>
                    <a:pt x="811530" y="7620"/>
                  </a:lnTo>
                  <a:lnTo>
                    <a:pt x="812800" y="7620"/>
                  </a:lnTo>
                  <a:lnTo>
                    <a:pt x="812800" y="6350"/>
                  </a:lnTo>
                  <a:lnTo>
                    <a:pt x="812800" y="3810"/>
                  </a:lnTo>
                  <a:close/>
                </a:path>
                <a:path w="812800" h="7619">
                  <a:moveTo>
                    <a:pt x="812800" y="1270"/>
                  </a:moveTo>
                  <a:lnTo>
                    <a:pt x="689610" y="1270"/>
                  </a:lnTo>
                  <a:lnTo>
                    <a:pt x="689610" y="0"/>
                  </a:lnTo>
                  <a:lnTo>
                    <a:pt x="687070" y="0"/>
                  </a:lnTo>
                  <a:lnTo>
                    <a:pt x="687070" y="1270"/>
                  </a:lnTo>
                  <a:lnTo>
                    <a:pt x="687070" y="2540"/>
                  </a:lnTo>
                  <a:lnTo>
                    <a:pt x="812800" y="2540"/>
                  </a:lnTo>
                  <a:lnTo>
                    <a:pt x="812800" y="1270"/>
                  </a:lnTo>
                  <a:close/>
                </a:path>
              </a:pathLst>
            </a:custGeom>
            <a:solidFill>
              <a:srgbClr val="896600"/>
            </a:solidFill>
          </p:spPr>
          <p:txBody>
            <a:bodyPr wrap="square" lIns="0" tIns="0" rIns="0" bIns="0" rtlCol="0"/>
            <a:lstStyle/>
            <a:p/>
          </p:txBody>
        </p:sp>
        <p:sp>
          <p:nvSpPr>
            <p:cNvPr id="1379" name="object 1379"/>
            <p:cNvSpPr/>
            <p:nvPr/>
          </p:nvSpPr>
          <p:spPr>
            <a:xfrm>
              <a:off x="7261860" y="2955289"/>
              <a:ext cx="812800" cy="7620"/>
            </a:xfrm>
            <a:custGeom>
              <a:avLst/>
              <a:gdLst/>
              <a:ahLst/>
              <a:cxnLst/>
              <a:rect l="l" t="t" r="r" b="b"/>
              <a:pathLst>
                <a:path w="812800" h="7619">
                  <a:moveTo>
                    <a:pt x="223520" y="6350"/>
                  </a:moveTo>
                  <a:lnTo>
                    <a:pt x="0" y="6350"/>
                  </a:lnTo>
                  <a:lnTo>
                    <a:pt x="0" y="7620"/>
                  </a:lnTo>
                  <a:lnTo>
                    <a:pt x="223520" y="7620"/>
                  </a:lnTo>
                  <a:lnTo>
                    <a:pt x="223520" y="6350"/>
                  </a:lnTo>
                  <a:close/>
                </a:path>
                <a:path w="812800" h="7619">
                  <a:moveTo>
                    <a:pt x="223520" y="2540"/>
                  </a:moveTo>
                  <a:lnTo>
                    <a:pt x="1270" y="2540"/>
                  </a:lnTo>
                  <a:lnTo>
                    <a:pt x="1270" y="5080"/>
                  </a:lnTo>
                  <a:lnTo>
                    <a:pt x="223520" y="5080"/>
                  </a:lnTo>
                  <a:lnTo>
                    <a:pt x="223520" y="2540"/>
                  </a:lnTo>
                  <a:close/>
                </a:path>
                <a:path w="812800" h="7619">
                  <a:moveTo>
                    <a:pt x="223520" y="0"/>
                  </a:moveTo>
                  <a:lnTo>
                    <a:pt x="1270" y="0"/>
                  </a:lnTo>
                  <a:lnTo>
                    <a:pt x="1270" y="1270"/>
                  </a:lnTo>
                  <a:lnTo>
                    <a:pt x="223520" y="1270"/>
                  </a:lnTo>
                  <a:lnTo>
                    <a:pt x="223520" y="0"/>
                  </a:lnTo>
                  <a:close/>
                </a:path>
                <a:path w="812800" h="7619">
                  <a:moveTo>
                    <a:pt x="812800" y="6350"/>
                  </a:moveTo>
                  <a:lnTo>
                    <a:pt x="660400" y="6350"/>
                  </a:lnTo>
                  <a:lnTo>
                    <a:pt x="660400" y="5080"/>
                  </a:lnTo>
                  <a:lnTo>
                    <a:pt x="656590" y="5080"/>
                  </a:lnTo>
                  <a:lnTo>
                    <a:pt x="656590" y="6350"/>
                  </a:lnTo>
                  <a:lnTo>
                    <a:pt x="656590" y="7620"/>
                  </a:lnTo>
                  <a:lnTo>
                    <a:pt x="812800" y="7620"/>
                  </a:lnTo>
                  <a:lnTo>
                    <a:pt x="812800" y="6350"/>
                  </a:lnTo>
                  <a:close/>
                </a:path>
                <a:path w="812800" h="7619">
                  <a:moveTo>
                    <a:pt x="812800" y="2540"/>
                  </a:moveTo>
                  <a:lnTo>
                    <a:pt x="669290" y="2540"/>
                  </a:lnTo>
                  <a:lnTo>
                    <a:pt x="669290" y="1270"/>
                  </a:lnTo>
                  <a:lnTo>
                    <a:pt x="666750" y="1270"/>
                  </a:lnTo>
                  <a:lnTo>
                    <a:pt x="666750" y="2540"/>
                  </a:lnTo>
                  <a:lnTo>
                    <a:pt x="662940" y="2540"/>
                  </a:lnTo>
                  <a:lnTo>
                    <a:pt x="662940" y="5080"/>
                  </a:lnTo>
                  <a:lnTo>
                    <a:pt x="812800" y="5080"/>
                  </a:lnTo>
                  <a:lnTo>
                    <a:pt x="812800" y="2540"/>
                  </a:lnTo>
                  <a:close/>
                </a:path>
                <a:path w="812800" h="7619">
                  <a:moveTo>
                    <a:pt x="812800" y="0"/>
                  </a:moveTo>
                  <a:lnTo>
                    <a:pt x="673100" y="0"/>
                  </a:lnTo>
                  <a:lnTo>
                    <a:pt x="673100" y="1270"/>
                  </a:lnTo>
                  <a:lnTo>
                    <a:pt x="812800" y="1270"/>
                  </a:lnTo>
                  <a:lnTo>
                    <a:pt x="812800" y="0"/>
                  </a:lnTo>
                  <a:close/>
                </a:path>
              </a:pathLst>
            </a:custGeom>
            <a:solidFill>
              <a:srgbClr val="8A6700"/>
            </a:solidFill>
          </p:spPr>
          <p:txBody>
            <a:bodyPr wrap="square" lIns="0" tIns="0" rIns="0" bIns="0" rtlCol="0"/>
            <a:lstStyle/>
            <a:p/>
          </p:txBody>
        </p:sp>
        <p:sp>
          <p:nvSpPr>
            <p:cNvPr id="1380" name="object 1380"/>
            <p:cNvSpPr/>
            <p:nvPr/>
          </p:nvSpPr>
          <p:spPr>
            <a:xfrm>
              <a:off x="7261860" y="2962909"/>
              <a:ext cx="812800" cy="6350"/>
            </a:xfrm>
            <a:custGeom>
              <a:avLst/>
              <a:gdLst/>
              <a:ahLst/>
              <a:cxnLst/>
              <a:rect l="l" t="t" r="r" b="b"/>
              <a:pathLst>
                <a:path w="812800" h="6350">
                  <a:moveTo>
                    <a:pt x="223520" y="5080"/>
                  </a:moveTo>
                  <a:lnTo>
                    <a:pt x="0" y="5080"/>
                  </a:lnTo>
                  <a:lnTo>
                    <a:pt x="0" y="6350"/>
                  </a:lnTo>
                  <a:lnTo>
                    <a:pt x="223520" y="6350"/>
                  </a:lnTo>
                  <a:lnTo>
                    <a:pt x="223520" y="5080"/>
                  </a:lnTo>
                  <a:close/>
                </a:path>
                <a:path w="812800" h="6350">
                  <a:moveTo>
                    <a:pt x="223520" y="1270"/>
                  </a:moveTo>
                  <a:lnTo>
                    <a:pt x="0" y="1270"/>
                  </a:lnTo>
                  <a:lnTo>
                    <a:pt x="0" y="3810"/>
                  </a:lnTo>
                  <a:lnTo>
                    <a:pt x="223520" y="3810"/>
                  </a:lnTo>
                  <a:lnTo>
                    <a:pt x="223520" y="1270"/>
                  </a:lnTo>
                  <a:close/>
                </a:path>
                <a:path w="812800" h="6350">
                  <a:moveTo>
                    <a:pt x="811530" y="5080"/>
                  </a:moveTo>
                  <a:lnTo>
                    <a:pt x="643890" y="5080"/>
                  </a:lnTo>
                  <a:lnTo>
                    <a:pt x="643890" y="3810"/>
                  </a:lnTo>
                  <a:lnTo>
                    <a:pt x="641350" y="3810"/>
                  </a:lnTo>
                  <a:lnTo>
                    <a:pt x="641350" y="5080"/>
                  </a:lnTo>
                  <a:lnTo>
                    <a:pt x="641350" y="6350"/>
                  </a:lnTo>
                  <a:lnTo>
                    <a:pt x="811530" y="6350"/>
                  </a:lnTo>
                  <a:lnTo>
                    <a:pt x="811530" y="5080"/>
                  </a:lnTo>
                  <a:close/>
                </a:path>
                <a:path w="812800" h="6350">
                  <a:moveTo>
                    <a:pt x="812800" y="1270"/>
                  </a:moveTo>
                  <a:lnTo>
                    <a:pt x="654050" y="1270"/>
                  </a:lnTo>
                  <a:lnTo>
                    <a:pt x="654050" y="0"/>
                  </a:lnTo>
                  <a:lnTo>
                    <a:pt x="650240" y="0"/>
                  </a:lnTo>
                  <a:lnTo>
                    <a:pt x="650240" y="1270"/>
                  </a:lnTo>
                  <a:lnTo>
                    <a:pt x="647700" y="1270"/>
                  </a:lnTo>
                  <a:lnTo>
                    <a:pt x="647700" y="3810"/>
                  </a:lnTo>
                  <a:lnTo>
                    <a:pt x="812800" y="3810"/>
                  </a:lnTo>
                  <a:lnTo>
                    <a:pt x="812800" y="1270"/>
                  </a:lnTo>
                  <a:close/>
                </a:path>
              </a:pathLst>
            </a:custGeom>
            <a:solidFill>
              <a:srgbClr val="8C6800"/>
            </a:solidFill>
          </p:spPr>
          <p:txBody>
            <a:bodyPr wrap="square" lIns="0" tIns="0" rIns="0" bIns="0" rtlCol="0"/>
            <a:lstStyle/>
            <a:p/>
          </p:txBody>
        </p:sp>
        <p:sp>
          <p:nvSpPr>
            <p:cNvPr id="1381" name="object 1381"/>
            <p:cNvSpPr/>
            <p:nvPr/>
          </p:nvSpPr>
          <p:spPr>
            <a:xfrm>
              <a:off x="7260590" y="2969259"/>
              <a:ext cx="812800" cy="7620"/>
            </a:xfrm>
            <a:custGeom>
              <a:avLst/>
              <a:gdLst/>
              <a:ahLst/>
              <a:cxnLst/>
              <a:rect l="l" t="t" r="r" b="b"/>
              <a:pathLst>
                <a:path w="812800" h="7619">
                  <a:moveTo>
                    <a:pt x="224790" y="5080"/>
                  </a:moveTo>
                  <a:lnTo>
                    <a:pt x="0" y="5080"/>
                  </a:lnTo>
                  <a:lnTo>
                    <a:pt x="0" y="6350"/>
                  </a:lnTo>
                  <a:lnTo>
                    <a:pt x="224790" y="6350"/>
                  </a:lnTo>
                  <a:lnTo>
                    <a:pt x="224790" y="5080"/>
                  </a:lnTo>
                  <a:close/>
                </a:path>
                <a:path w="812800" h="7619">
                  <a:moveTo>
                    <a:pt x="224790" y="1270"/>
                  </a:moveTo>
                  <a:lnTo>
                    <a:pt x="1270" y="1270"/>
                  </a:lnTo>
                  <a:lnTo>
                    <a:pt x="1270" y="0"/>
                  </a:lnTo>
                  <a:lnTo>
                    <a:pt x="0" y="0"/>
                  </a:lnTo>
                  <a:lnTo>
                    <a:pt x="0" y="1270"/>
                  </a:lnTo>
                  <a:lnTo>
                    <a:pt x="0" y="3810"/>
                  </a:lnTo>
                  <a:lnTo>
                    <a:pt x="224790" y="3810"/>
                  </a:lnTo>
                  <a:lnTo>
                    <a:pt x="224790" y="1270"/>
                  </a:lnTo>
                  <a:close/>
                </a:path>
                <a:path w="812800" h="7619">
                  <a:moveTo>
                    <a:pt x="622300" y="6350"/>
                  </a:moveTo>
                  <a:lnTo>
                    <a:pt x="619760" y="6350"/>
                  </a:lnTo>
                  <a:lnTo>
                    <a:pt x="619760" y="7620"/>
                  </a:lnTo>
                  <a:lnTo>
                    <a:pt x="622300" y="7620"/>
                  </a:lnTo>
                  <a:lnTo>
                    <a:pt x="622300" y="6350"/>
                  </a:lnTo>
                  <a:close/>
                </a:path>
                <a:path w="812800" h="7619">
                  <a:moveTo>
                    <a:pt x="812800" y="5080"/>
                  </a:moveTo>
                  <a:lnTo>
                    <a:pt x="628650" y="5080"/>
                  </a:lnTo>
                  <a:lnTo>
                    <a:pt x="628650" y="3810"/>
                  </a:lnTo>
                  <a:lnTo>
                    <a:pt x="626110" y="3810"/>
                  </a:lnTo>
                  <a:lnTo>
                    <a:pt x="626110" y="5080"/>
                  </a:lnTo>
                  <a:lnTo>
                    <a:pt x="626110" y="6350"/>
                  </a:lnTo>
                  <a:lnTo>
                    <a:pt x="812800" y="6350"/>
                  </a:lnTo>
                  <a:lnTo>
                    <a:pt x="812800" y="5080"/>
                  </a:lnTo>
                  <a:close/>
                </a:path>
                <a:path w="812800" h="7619">
                  <a:moveTo>
                    <a:pt x="812800" y="1270"/>
                  </a:moveTo>
                  <a:lnTo>
                    <a:pt x="638810" y="1270"/>
                  </a:lnTo>
                  <a:lnTo>
                    <a:pt x="638810" y="0"/>
                  </a:lnTo>
                  <a:lnTo>
                    <a:pt x="635000" y="0"/>
                  </a:lnTo>
                  <a:lnTo>
                    <a:pt x="635000" y="1270"/>
                  </a:lnTo>
                  <a:lnTo>
                    <a:pt x="632460" y="1270"/>
                  </a:lnTo>
                  <a:lnTo>
                    <a:pt x="632460" y="3810"/>
                  </a:lnTo>
                  <a:lnTo>
                    <a:pt x="812800" y="3810"/>
                  </a:lnTo>
                  <a:lnTo>
                    <a:pt x="812800" y="1270"/>
                  </a:lnTo>
                  <a:close/>
                </a:path>
              </a:pathLst>
            </a:custGeom>
            <a:solidFill>
              <a:srgbClr val="8E6A00"/>
            </a:solidFill>
          </p:spPr>
          <p:txBody>
            <a:bodyPr wrap="square" lIns="0" tIns="0" rIns="0" bIns="0" rtlCol="0"/>
            <a:lstStyle/>
            <a:p/>
          </p:txBody>
        </p:sp>
        <p:sp>
          <p:nvSpPr>
            <p:cNvPr id="1382" name="object 1382"/>
            <p:cNvSpPr/>
            <p:nvPr/>
          </p:nvSpPr>
          <p:spPr>
            <a:xfrm>
              <a:off x="7259320" y="2976879"/>
              <a:ext cx="814069" cy="7620"/>
            </a:xfrm>
            <a:custGeom>
              <a:avLst/>
              <a:gdLst/>
              <a:ahLst/>
              <a:cxnLst/>
              <a:rect l="l" t="t" r="r" b="b"/>
              <a:pathLst>
                <a:path w="814070" h="7619">
                  <a:moveTo>
                    <a:pt x="226060" y="6350"/>
                  </a:moveTo>
                  <a:lnTo>
                    <a:pt x="1270" y="6350"/>
                  </a:lnTo>
                  <a:lnTo>
                    <a:pt x="1270" y="5080"/>
                  </a:lnTo>
                  <a:lnTo>
                    <a:pt x="0" y="5080"/>
                  </a:lnTo>
                  <a:lnTo>
                    <a:pt x="0" y="6350"/>
                  </a:lnTo>
                  <a:lnTo>
                    <a:pt x="0" y="7620"/>
                  </a:lnTo>
                  <a:lnTo>
                    <a:pt x="226060" y="7620"/>
                  </a:lnTo>
                  <a:lnTo>
                    <a:pt x="226060" y="6350"/>
                  </a:lnTo>
                  <a:close/>
                </a:path>
                <a:path w="814070" h="7619">
                  <a:moveTo>
                    <a:pt x="226060" y="3810"/>
                  </a:moveTo>
                  <a:lnTo>
                    <a:pt x="1270" y="3810"/>
                  </a:lnTo>
                  <a:lnTo>
                    <a:pt x="1270" y="5080"/>
                  </a:lnTo>
                  <a:lnTo>
                    <a:pt x="226060" y="5080"/>
                  </a:lnTo>
                  <a:lnTo>
                    <a:pt x="226060" y="3810"/>
                  </a:lnTo>
                  <a:close/>
                </a:path>
                <a:path w="814070" h="7619">
                  <a:moveTo>
                    <a:pt x="226060" y="0"/>
                  </a:moveTo>
                  <a:lnTo>
                    <a:pt x="1270" y="0"/>
                  </a:lnTo>
                  <a:lnTo>
                    <a:pt x="1270" y="2540"/>
                  </a:lnTo>
                  <a:lnTo>
                    <a:pt x="226060" y="2540"/>
                  </a:lnTo>
                  <a:lnTo>
                    <a:pt x="226060" y="0"/>
                  </a:lnTo>
                  <a:close/>
                </a:path>
                <a:path w="814070" h="7619">
                  <a:moveTo>
                    <a:pt x="814070" y="6350"/>
                  </a:moveTo>
                  <a:lnTo>
                    <a:pt x="607060" y="6350"/>
                  </a:lnTo>
                  <a:lnTo>
                    <a:pt x="607060" y="5080"/>
                  </a:lnTo>
                  <a:lnTo>
                    <a:pt x="604520" y="5080"/>
                  </a:lnTo>
                  <a:lnTo>
                    <a:pt x="604520" y="6350"/>
                  </a:lnTo>
                  <a:lnTo>
                    <a:pt x="600710" y="6350"/>
                  </a:lnTo>
                  <a:lnTo>
                    <a:pt x="600710" y="7620"/>
                  </a:lnTo>
                  <a:lnTo>
                    <a:pt x="814070" y="7620"/>
                  </a:lnTo>
                  <a:lnTo>
                    <a:pt x="814070" y="6350"/>
                  </a:lnTo>
                  <a:close/>
                </a:path>
                <a:path w="814070" h="7619">
                  <a:moveTo>
                    <a:pt x="814070" y="3810"/>
                  </a:moveTo>
                  <a:lnTo>
                    <a:pt x="614680" y="3810"/>
                  </a:lnTo>
                  <a:lnTo>
                    <a:pt x="614680" y="2540"/>
                  </a:lnTo>
                  <a:lnTo>
                    <a:pt x="610870" y="2540"/>
                  </a:lnTo>
                  <a:lnTo>
                    <a:pt x="610870" y="3810"/>
                  </a:lnTo>
                  <a:lnTo>
                    <a:pt x="610870" y="5080"/>
                  </a:lnTo>
                  <a:lnTo>
                    <a:pt x="814070" y="5080"/>
                  </a:lnTo>
                  <a:lnTo>
                    <a:pt x="814070" y="3810"/>
                  </a:lnTo>
                  <a:close/>
                </a:path>
                <a:path w="814070" h="7619">
                  <a:moveTo>
                    <a:pt x="814070" y="0"/>
                  </a:moveTo>
                  <a:lnTo>
                    <a:pt x="617220" y="0"/>
                  </a:lnTo>
                  <a:lnTo>
                    <a:pt x="617220" y="2540"/>
                  </a:lnTo>
                  <a:lnTo>
                    <a:pt x="814070" y="2540"/>
                  </a:lnTo>
                  <a:lnTo>
                    <a:pt x="814070" y="0"/>
                  </a:lnTo>
                  <a:close/>
                </a:path>
              </a:pathLst>
            </a:custGeom>
            <a:solidFill>
              <a:srgbClr val="8F6B00"/>
            </a:solidFill>
          </p:spPr>
          <p:txBody>
            <a:bodyPr wrap="square" lIns="0" tIns="0" rIns="0" bIns="0" rtlCol="0"/>
            <a:lstStyle/>
            <a:p/>
          </p:txBody>
        </p:sp>
        <p:sp>
          <p:nvSpPr>
            <p:cNvPr id="1383" name="object 1383"/>
            <p:cNvSpPr/>
            <p:nvPr/>
          </p:nvSpPr>
          <p:spPr>
            <a:xfrm>
              <a:off x="7259320" y="2984499"/>
              <a:ext cx="814069" cy="7620"/>
            </a:xfrm>
            <a:custGeom>
              <a:avLst/>
              <a:gdLst/>
              <a:ahLst/>
              <a:cxnLst/>
              <a:rect l="l" t="t" r="r" b="b"/>
              <a:pathLst>
                <a:path w="814070" h="7619">
                  <a:moveTo>
                    <a:pt x="226060" y="5080"/>
                  </a:moveTo>
                  <a:lnTo>
                    <a:pt x="0" y="5080"/>
                  </a:lnTo>
                  <a:lnTo>
                    <a:pt x="0" y="7620"/>
                  </a:lnTo>
                  <a:lnTo>
                    <a:pt x="226060" y="7620"/>
                  </a:lnTo>
                  <a:lnTo>
                    <a:pt x="226060" y="5080"/>
                  </a:lnTo>
                  <a:close/>
                </a:path>
                <a:path w="814070" h="7619">
                  <a:moveTo>
                    <a:pt x="226060" y="2540"/>
                  </a:moveTo>
                  <a:lnTo>
                    <a:pt x="0" y="2540"/>
                  </a:lnTo>
                  <a:lnTo>
                    <a:pt x="0" y="3810"/>
                  </a:lnTo>
                  <a:lnTo>
                    <a:pt x="226060" y="3810"/>
                  </a:lnTo>
                  <a:lnTo>
                    <a:pt x="226060" y="2540"/>
                  </a:lnTo>
                  <a:close/>
                </a:path>
                <a:path w="814070" h="7619">
                  <a:moveTo>
                    <a:pt x="226060" y="0"/>
                  </a:moveTo>
                  <a:lnTo>
                    <a:pt x="0" y="0"/>
                  </a:lnTo>
                  <a:lnTo>
                    <a:pt x="0" y="1270"/>
                  </a:lnTo>
                  <a:lnTo>
                    <a:pt x="226060" y="1270"/>
                  </a:lnTo>
                  <a:lnTo>
                    <a:pt x="226060" y="0"/>
                  </a:lnTo>
                  <a:close/>
                </a:path>
                <a:path w="814070" h="7619">
                  <a:moveTo>
                    <a:pt x="814070" y="5080"/>
                  </a:moveTo>
                  <a:lnTo>
                    <a:pt x="591820" y="5080"/>
                  </a:lnTo>
                  <a:lnTo>
                    <a:pt x="591820" y="3810"/>
                  </a:lnTo>
                  <a:lnTo>
                    <a:pt x="588010" y="3810"/>
                  </a:lnTo>
                  <a:lnTo>
                    <a:pt x="588010" y="5080"/>
                  </a:lnTo>
                  <a:lnTo>
                    <a:pt x="585470" y="5080"/>
                  </a:lnTo>
                  <a:lnTo>
                    <a:pt x="585470" y="7620"/>
                  </a:lnTo>
                  <a:lnTo>
                    <a:pt x="814070" y="7620"/>
                  </a:lnTo>
                  <a:lnTo>
                    <a:pt x="814070" y="5080"/>
                  </a:lnTo>
                  <a:close/>
                </a:path>
                <a:path w="814070" h="7619">
                  <a:moveTo>
                    <a:pt x="814070" y="2540"/>
                  </a:moveTo>
                  <a:lnTo>
                    <a:pt x="598170" y="2540"/>
                  </a:lnTo>
                  <a:lnTo>
                    <a:pt x="598170" y="1270"/>
                  </a:lnTo>
                  <a:lnTo>
                    <a:pt x="594360" y="1270"/>
                  </a:lnTo>
                  <a:lnTo>
                    <a:pt x="594360" y="2540"/>
                  </a:lnTo>
                  <a:lnTo>
                    <a:pt x="594360" y="3810"/>
                  </a:lnTo>
                  <a:lnTo>
                    <a:pt x="814070" y="3810"/>
                  </a:lnTo>
                  <a:lnTo>
                    <a:pt x="814070" y="2540"/>
                  </a:lnTo>
                  <a:close/>
                </a:path>
                <a:path w="814070" h="7619">
                  <a:moveTo>
                    <a:pt x="814070" y="0"/>
                  </a:moveTo>
                  <a:lnTo>
                    <a:pt x="600710" y="0"/>
                  </a:lnTo>
                  <a:lnTo>
                    <a:pt x="600710" y="1270"/>
                  </a:lnTo>
                  <a:lnTo>
                    <a:pt x="814070" y="1270"/>
                  </a:lnTo>
                  <a:lnTo>
                    <a:pt x="814070" y="0"/>
                  </a:lnTo>
                  <a:close/>
                </a:path>
              </a:pathLst>
            </a:custGeom>
            <a:solidFill>
              <a:srgbClr val="916C00"/>
            </a:solidFill>
          </p:spPr>
          <p:txBody>
            <a:bodyPr wrap="square" lIns="0" tIns="0" rIns="0" bIns="0" rtlCol="0"/>
            <a:lstStyle/>
            <a:p/>
          </p:txBody>
        </p:sp>
        <p:sp>
          <p:nvSpPr>
            <p:cNvPr id="1384" name="object 1384"/>
            <p:cNvSpPr/>
            <p:nvPr/>
          </p:nvSpPr>
          <p:spPr>
            <a:xfrm>
              <a:off x="7258050" y="2992119"/>
              <a:ext cx="815340" cy="6350"/>
            </a:xfrm>
            <a:custGeom>
              <a:avLst/>
              <a:gdLst/>
              <a:ahLst/>
              <a:cxnLst/>
              <a:rect l="l" t="t" r="r" b="b"/>
              <a:pathLst>
                <a:path w="815340" h="6350">
                  <a:moveTo>
                    <a:pt x="227330" y="3810"/>
                  </a:moveTo>
                  <a:lnTo>
                    <a:pt x="1270" y="3810"/>
                  </a:lnTo>
                  <a:lnTo>
                    <a:pt x="1270" y="2540"/>
                  </a:lnTo>
                  <a:lnTo>
                    <a:pt x="0" y="2540"/>
                  </a:lnTo>
                  <a:lnTo>
                    <a:pt x="0" y="3810"/>
                  </a:lnTo>
                  <a:lnTo>
                    <a:pt x="0" y="6350"/>
                  </a:lnTo>
                  <a:lnTo>
                    <a:pt x="227330" y="6350"/>
                  </a:lnTo>
                  <a:lnTo>
                    <a:pt x="227330" y="3810"/>
                  </a:lnTo>
                  <a:close/>
                </a:path>
                <a:path w="815340" h="6350">
                  <a:moveTo>
                    <a:pt x="227330" y="1270"/>
                  </a:moveTo>
                  <a:lnTo>
                    <a:pt x="1270" y="1270"/>
                  </a:lnTo>
                  <a:lnTo>
                    <a:pt x="1270" y="2540"/>
                  </a:lnTo>
                  <a:lnTo>
                    <a:pt x="227330" y="2540"/>
                  </a:lnTo>
                  <a:lnTo>
                    <a:pt x="227330" y="1270"/>
                  </a:lnTo>
                  <a:close/>
                </a:path>
                <a:path w="815340" h="6350">
                  <a:moveTo>
                    <a:pt x="815340" y="3810"/>
                  </a:moveTo>
                  <a:lnTo>
                    <a:pt x="576580" y="3810"/>
                  </a:lnTo>
                  <a:lnTo>
                    <a:pt x="576580" y="2540"/>
                  </a:lnTo>
                  <a:lnTo>
                    <a:pt x="572770" y="2540"/>
                  </a:lnTo>
                  <a:lnTo>
                    <a:pt x="572770" y="3810"/>
                  </a:lnTo>
                  <a:lnTo>
                    <a:pt x="570230" y="3810"/>
                  </a:lnTo>
                  <a:lnTo>
                    <a:pt x="570230" y="6350"/>
                  </a:lnTo>
                  <a:lnTo>
                    <a:pt x="815340" y="6350"/>
                  </a:lnTo>
                  <a:lnTo>
                    <a:pt x="815340" y="3810"/>
                  </a:lnTo>
                  <a:close/>
                </a:path>
                <a:path w="815340" h="6350">
                  <a:moveTo>
                    <a:pt x="815340" y="1270"/>
                  </a:moveTo>
                  <a:lnTo>
                    <a:pt x="582930" y="1270"/>
                  </a:lnTo>
                  <a:lnTo>
                    <a:pt x="582930" y="0"/>
                  </a:lnTo>
                  <a:lnTo>
                    <a:pt x="580390" y="0"/>
                  </a:lnTo>
                  <a:lnTo>
                    <a:pt x="580390" y="1270"/>
                  </a:lnTo>
                  <a:lnTo>
                    <a:pt x="580390" y="2540"/>
                  </a:lnTo>
                  <a:lnTo>
                    <a:pt x="815340" y="2540"/>
                  </a:lnTo>
                  <a:lnTo>
                    <a:pt x="815340" y="1270"/>
                  </a:lnTo>
                  <a:close/>
                </a:path>
              </a:pathLst>
            </a:custGeom>
            <a:solidFill>
              <a:srgbClr val="936D00"/>
            </a:solidFill>
          </p:spPr>
          <p:txBody>
            <a:bodyPr wrap="square" lIns="0" tIns="0" rIns="0" bIns="0" rtlCol="0"/>
            <a:lstStyle/>
            <a:p/>
          </p:txBody>
        </p:sp>
        <p:sp>
          <p:nvSpPr>
            <p:cNvPr id="1385" name="object 1385"/>
            <p:cNvSpPr/>
            <p:nvPr/>
          </p:nvSpPr>
          <p:spPr>
            <a:xfrm>
              <a:off x="7258050" y="2998469"/>
              <a:ext cx="815340" cy="7620"/>
            </a:xfrm>
            <a:custGeom>
              <a:avLst/>
              <a:gdLst/>
              <a:ahLst/>
              <a:cxnLst/>
              <a:rect l="l" t="t" r="r" b="b"/>
              <a:pathLst>
                <a:path w="815340" h="7619">
                  <a:moveTo>
                    <a:pt x="227330" y="3810"/>
                  </a:moveTo>
                  <a:lnTo>
                    <a:pt x="0" y="3810"/>
                  </a:lnTo>
                  <a:lnTo>
                    <a:pt x="0" y="6350"/>
                  </a:lnTo>
                  <a:lnTo>
                    <a:pt x="227330" y="6350"/>
                  </a:lnTo>
                  <a:lnTo>
                    <a:pt x="227330" y="3810"/>
                  </a:lnTo>
                  <a:close/>
                </a:path>
                <a:path w="815340" h="7619">
                  <a:moveTo>
                    <a:pt x="227330" y="1270"/>
                  </a:moveTo>
                  <a:lnTo>
                    <a:pt x="0" y="1270"/>
                  </a:lnTo>
                  <a:lnTo>
                    <a:pt x="0" y="2540"/>
                  </a:lnTo>
                  <a:lnTo>
                    <a:pt x="227330" y="2540"/>
                  </a:lnTo>
                  <a:lnTo>
                    <a:pt x="227330" y="1270"/>
                  </a:lnTo>
                  <a:close/>
                </a:path>
                <a:path w="815340" h="7619">
                  <a:moveTo>
                    <a:pt x="548640" y="6350"/>
                  </a:moveTo>
                  <a:lnTo>
                    <a:pt x="544830" y="6350"/>
                  </a:lnTo>
                  <a:lnTo>
                    <a:pt x="544830" y="7620"/>
                  </a:lnTo>
                  <a:lnTo>
                    <a:pt x="548640" y="7620"/>
                  </a:lnTo>
                  <a:lnTo>
                    <a:pt x="548640" y="6350"/>
                  </a:lnTo>
                  <a:close/>
                </a:path>
                <a:path w="815340" h="7619">
                  <a:moveTo>
                    <a:pt x="815327" y="1270"/>
                  </a:moveTo>
                  <a:lnTo>
                    <a:pt x="566420" y="1270"/>
                  </a:lnTo>
                  <a:lnTo>
                    <a:pt x="566420" y="0"/>
                  </a:lnTo>
                  <a:lnTo>
                    <a:pt x="563880" y="0"/>
                  </a:lnTo>
                  <a:lnTo>
                    <a:pt x="563880" y="1270"/>
                  </a:lnTo>
                  <a:lnTo>
                    <a:pt x="563880" y="2540"/>
                  </a:lnTo>
                  <a:lnTo>
                    <a:pt x="815327" y="2540"/>
                  </a:lnTo>
                  <a:lnTo>
                    <a:pt x="815327" y="1270"/>
                  </a:lnTo>
                  <a:close/>
                </a:path>
                <a:path w="815340" h="7619">
                  <a:moveTo>
                    <a:pt x="815340" y="3810"/>
                  </a:moveTo>
                  <a:lnTo>
                    <a:pt x="561340" y="3810"/>
                  </a:lnTo>
                  <a:lnTo>
                    <a:pt x="561340" y="2540"/>
                  </a:lnTo>
                  <a:lnTo>
                    <a:pt x="556260" y="2540"/>
                  </a:lnTo>
                  <a:lnTo>
                    <a:pt x="556260" y="3810"/>
                  </a:lnTo>
                  <a:lnTo>
                    <a:pt x="552450" y="3810"/>
                  </a:lnTo>
                  <a:lnTo>
                    <a:pt x="552450" y="6350"/>
                  </a:lnTo>
                  <a:lnTo>
                    <a:pt x="815340" y="6350"/>
                  </a:lnTo>
                  <a:lnTo>
                    <a:pt x="815340" y="3810"/>
                  </a:lnTo>
                  <a:close/>
                </a:path>
              </a:pathLst>
            </a:custGeom>
            <a:solidFill>
              <a:srgbClr val="946F00"/>
            </a:solidFill>
          </p:spPr>
          <p:txBody>
            <a:bodyPr wrap="square" lIns="0" tIns="0" rIns="0" bIns="0" rtlCol="0"/>
            <a:lstStyle/>
            <a:p/>
          </p:txBody>
        </p:sp>
        <p:sp>
          <p:nvSpPr>
            <p:cNvPr id="1386" name="object 1386"/>
            <p:cNvSpPr/>
            <p:nvPr/>
          </p:nvSpPr>
          <p:spPr>
            <a:xfrm>
              <a:off x="7256780" y="3006089"/>
              <a:ext cx="816610" cy="7620"/>
            </a:xfrm>
            <a:custGeom>
              <a:avLst/>
              <a:gdLst/>
              <a:ahLst/>
              <a:cxnLst/>
              <a:rect l="l" t="t" r="r" b="b"/>
              <a:pathLst>
                <a:path w="816609" h="7619">
                  <a:moveTo>
                    <a:pt x="228600" y="2540"/>
                  </a:moveTo>
                  <a:lnTo>
                    <a:pt x="1270" y="2540"/>
                  </a:lnTo>
                  <a:lnTo>
                    <a:pt x="1270" y="1270"/>
                  </a:lnTo>
                  <a:lnTo>
                    <a:pt x="0" y="1270"/>
                  </a:lnTo>
                  <a:lnTo>
                    <a:pt x="0" y="2540"/>
                  </a:lnTo>
                  <a:lnTo>
                    <a:pt x="0" y="7620"/>
                  </a:lnTo>
                  <a:lnTo>
                    <a:pt x="228600" y="7620"/>
                  </a:lnTo>
                  <a:lnTo>
                    <a:pt x="228600" y="2540"/>
                  </a:lnTo>
                  <a:close/>
                </a:path>
                <a:path w="816609" h="7619">
                  <a:moveTo>
                    <a:pt x="228600" y="0"/>
                  </a:moveTo>
                  <a:lnTo>
                    <a:pt x="1270" y="0"/>
                  </a:lnTo>
                  <a:lnTo>
                    <a:pt x="1270" y="1270"/>
                  </a:lnTo>
                  <a:lnTo>
                    <a:pt x="228600" y="1270"/>
                  </a:lnTo>
                  <a:lnTo>
                    <a:pt x="228600" y="0"/>
                  </a:lnTo>
                  <a:close/>
                </a:path>
                <a:path w="816609" h="7619">
                  <a:moveTo>
                    <a:pt x="816610" y="2540"/>
                  </a:moveTo>
                  <a:lnTo>
                    <a:pt x="543560" y="2540"/>
                  </a:lnTo>
                  <a:lnTo>
                    <a:pt x="543560" y="1270"/>
                  </a:lnTo>
                  <a:lnTo>
                    <a:pt x="535940" y="1270"/>
                  </a:lnTo>
                  <a:lnTo>
                    <a:pt x="535940" y="2540"/>
                  </a:lnTo>
                  <a:lnTo>
                    <a:pt x="530860" y="2540"/>
                  </a:lnTo>
                  <a:lnTo>
                    <a:pt x="530860" y="5080"/>
                  </a:lnTo>
                  <a:lnTo>
                    <a:pt x="525780" y="5080"/>
                  </a:lnTo>
                  <a:lnTo>
                    <a:pt x="525780" y="6350"/>
                  </a:lnTo>
                  <a:lnTo>
                    <a:pt x="521970" y="6350"/>
                  </a:lnTo>
                  <a:lnTo>
                    <a:pt x="521970" y="7620"/>
                  </a:lnTo>
                  <a:lnTo>
                    <a:pt x="816610" y="7620"/>
                  </a:lnTo>
                  <a:lnTo>
                    <a:pt x="816610" y="6350"/>
                  </a:lnTo>
                  <a:lnTo>
                    <a:pt x="816610" y="5080"/>
                  </a:lnTo>
                  <a:lnTo>
                    <a:pt x="816610" y="2540"/>
                  </a:lnTo>
                  <a:close/>
                </a:path>
                <a:path w="816609" h="7619">
                  <a:moveTo>
                    <a:pt x="816610" y="0"/>
                  </a:moveTo>
                  <a:lnTo>
                    <a:pt x="546100" y="0"/>
                  </a:lnTo>
                  <a:lnTo>
                    <a:pt x="546100" y="1270"/>
                  </a:lnTo>
                  <a:lnTo>
                    <a:pt x="816610" y="1270"/>
                  </a:lnTo>
                  <a:lnTo>
                    <a:pt x="816610" y="0"/>
                  </a:lnTo>
                  <a:close/>
                </a:path>
              </a:pathLst>
            </a:custGeom>
            <a:solidFill>
              <a:srgbClr val="967000"/>
            </a:solidFill>
          </p:spPr>
          <p:txBody>
            <a:bodyPr wrap="square" lIns="0" tIns="0" rIns="0" bIns="0" rtlCol="0"/>
            <a:lstStyle/>
            <a:p/>
          </p:txBody>
        </p:sp>
        <p:sp>
          <p:nvSpPr>
            <p:cNvPr id="1387" name="object 1387"/>
            <p:cNvSpPr/>
            <p:nvPr/>
          </p:nvSpPr>
          <p:spPr>
            <a:xfrm>
              <a:off x="7256780" y="3013709"/>
              <a:ext cx="816610" cy="6350"/>
            </a:xfrm>
            <a:custGeom>
              <a:avLst/>
              <a:gdLst/>
              <a:ahLst/>
              <a:cxnLst/>
              <a:rect l="l" t="t" r="r" b="b"/>
              <a:pathLst>
                <a:path w="816609" h="6350">
                  <a:moveTo>
                    <a:pt x="228600" y="0"/>
                  </a:moveTo>
                  <a:lnTo>
                    <a:pt x="0" y="0"/>
                  </a:lnTo>
                  <a:lnTo>
                    <a:pt x="0" y="6350"/>
                  </a:lnTo>
                  <a:lnTo>
                    <a:pt x="228600" y="6350"/>
                  </a:lnTo>
                  <a:lnTo>
                    <a:pt x="228600" y="0"/>
                  </a:lnTo>
                  <a:close/>
                </a:path>
                <a:path w="816609" h="6350">
                  <a:moveTo>
                    <a:pt x="816610" y="0"/>
                  </a:moveTo>
                  <a:lnTo>
                    <a:pt x="521970" y="0"/>
                  </a:lnTo>
                  <a:lnTo>
                    <a:pt x="521970" y="6350"/>
                  </a:lnTo>
                  <a:lnTo>
                    <a:pt x="816610" y="6350"/>
                  </a:lnTo>
                  <a:lnTo>
                    <a:pt x="816610" y="0"/>
                  </a:lnTo>
                  <a:close/>
                </a:path>
              </a:pathLst>
            </a:custGeom>
            <a:solidFill>
              <a:srgbClr val="987100"/>
            </a:solidFill>
          </p:spPr>
          <p:txBody>
            <a:bodyPr wrap="square" lIns="0" tIns="0" rIns="0" bIns="0" rtlCol="0"/>
            <a:lstStyle/>
            <a:p/>
          </p:txBody>
        </p:sp>
        <p:sp>
          <p:nvSpPr>
            <p:cNvPr id="1388" name="object 1388"/>
            <p:cNvSpPr/>
            <p:nvPr/>
          </p:nvSpPr>
          <p:spPr>
            <a:xfrm>
              <a:off x="7256780" y="3020059"/>
              <a:ext cx="816610" cy="7620"/>
            </a:xfrm>
            <a:custGeom>
              <a:avLst/>
              <a:gdLst/>
              <a:ahLst/>
              <a:cxnLst/>
              <a:rect l="l" t="t" r="r" b="b"/>
              <a:pathLst>
                <a:path w="816609" h="7619">
                  <a:moveTo>
                    <a:pt x="228600" y="5080"/>
                  </a:moveTo>
                  <a:lnTo>
                    <a:pt x="0" y="5080"/>
                  </a:lnTo>
                  <a:lnTo>
                    <a:pt x="0" y="6350"/>
                  </a:lnTo>
                  <a:lnTo>
                    <a:pt x="228600" y="6350"/>
                  </a:lnTo>
                  <a:lnTo>
                    <a:pt x="228600" y="5080"/>
                  </a:lnTo>
                  <a:close/>
                </a:path>
                <a:path w="816609" h="7619">
                  <a:moveTo>
                    <a:pt x="228600" y="0"/>
                  </a:moveTo>
                  <a:lnTo>
                    <a:pt x="0" y="0"/>
                  </a:lnTo>
                  <a:lnTo>
                    <a:pt x="0" y="3810"/>
                  </a:lnTo>
                  <a:lnTo>
                    <a:pt x="228600" y="3810"/>
                  </a:lnTo>
                  <a:lnTo>
                    <a:pt x="228600" y="0"/>
                  </a:lnTo>
                  <a:close/>
                </a:path>
                <a:path w="816609" h="7619">
                  <a:moveTo>
                    <a:pt x="572770" y="5080"/>
                  </a:moveTo>
                  <a:lnTo>
                    <a:pt x="521970" y="5080"/>
                  </a:lnTo>
                  <a:lnTo>
                    <a:pt x="521970" y="6350"/>
                  </a:lnTo>
                  <a:lnTo>
                    <a:pt x="560070" y="6350"/>
                  </a:lnTo>
                  <a:lnTo>
                    <a:pt x="560070" y="7620"/>
                  </a:lnTo>
                  <a:lnTo>
                    <a:pt x="563880" y="7620"/>
                  </a:lnTo>
                  <a:lnTo>
                    <a:pt x="563880" y="6350"/>
                  </a:lnTo>
                  <a:lnTo>
                    <a:pt x="572770" y="6350"/>
                  </a:lnTo>
                  <a:lnTo>
                    <a:pt x="572770" y="5080"/>
                  </a:lnTo>
                  <a:close/>
                </a:path>
                <a:path w="816609" h="7619">
                  <a:moveTo>
                    <a:pt x="816610" y="5080"/>
                  </a:moveTo>
                  <a:lnTo>
                    <a:pt x="589280" y="5080"/>
                  </a:lnTo>
                  <a:lnTo>
                    <a:pt x="589280" y="6350"/>
                  </a:lnTo>
                  <a:lnTo>
                    <a:pt x="598170" y="6350"/>
                  </a:lnTo>
                  <a:lnTo>
                    <a:pt x="598170" y="7620"/>
                  </a:lnTo>
                  <a:lnTo>
                    <a:pt x="599440" y="7620"/>
                  </a:lnTo>
                  <a:lnTo>
                    <a:pt x="599440" y="6350"/>
                  </a:lnTo>
                  <a:lnTo>
                    <a:pt x="816610" y="6350"/>
                  </a:lnTo>
                  <a:lnTo>
                    <a:pt x="816610" y="5080"/>
                  </a:lnTo>
                  <a:close/>
                </a:path>
                <a:path w="816609" h="7619">
                  <a:moveTo>
                    <a:pt x="816610" y="0"/>
                  </a:moveTo>
                  <a:lnTo>
                    <a:pt x="521970" y="0"/>
                  </a:lnTo>
                  <a:lnTo>
                    <a:pt x="521970" y="3810"/>
                  </a:lnTo>
                  <a:lnTo>
                    <a:pt x="572770" y="3810"/>
                  </a:lnTo>
                  <a:lnTo>
                    <a:pt x="572770" y="5080"/>
                  </a:lnTo>
                  <a:lnTo>
                    <a:pt x="589280" y="5080"/>
                  </a:lnTo>
                  <a:lnTo>
                    <a:pt x="589280" y="3810"/>
                  </a:lnTo>
                  <a:lnTo>
                    <a:pt x="816610" y="3810"/>
                  </a:lnTo>
                  <a:lnTo>
                    <a:pt x="816610" y="0"/>
                  </a:lnTo>
                  <a:close/>
                </a:path>
              </a:pathLst>
            </a:custGeom>
            <a:solidFill>
              <a:srgbClr val="997200"/>
            </a:solidFill>
          </p:spPr>
          <p:txBody>
            <a:bodyPr wrap="square" lIns="0" tIns="0" rIns="0" bIns="0" rtlCol="0"/>
            <a:lstStyle/>
            <a:p/>
          </p:txBody>
        </p:sp>
        <p:sp>
          <p:nvSpPr>
            <p:cNvPr id="1389" name="object 1389"/>
            <p:cNvSpPr/>
            <p:nvPr/>
          </p:nvSpPr>
          <p:spPr>
            <a:xfrm>
              <a:off x="7256780" y="3027679"/>
              <a:ext cx="816610" cy="7620"/>
            </a:xfrm>
            <a:custGeom>
              <a:avLst/>
              <a:gdLst/>
              <a:ahLst/>
              <a:cxnLst/>
              <a:rect l="l" t="t" r="r" b="b"/>
              <a:pathLst>
                <a:path w="816609" h="7619">
                  <a:moveTo>
                    <a:pt x="228600" y="0"/>
                  </a:moveTo>
                  <a:lnTo>
                    <a:pt x="0" y="0"/>
                  </a:lnTo>
                  <a:lnTo>
                    <a:pt x="0" y="2540"/>
                  </a:lnTo>
                  <a:lnTo>
                    <a:pt x="228600" y="2540"/>
                  </a:lnTo>
                  <a:lnTo>
                    <a:pt x="228600" y="0"/>
                  </a:lnTo>
                  <a:close/>
                </a:path>
                <a:path w="816609" h="7619">
                  <a:moveTo>
                    <a:pt x="229870" y="6350"/>
                  </a:moveTo>
                  <a:lnTo>
                    <a:pt x="0" y="6350"/>
                  </a:lnTo>
                  <a:lnTo>
                    <a:pt x="0" y="7620"/>
                  </a:lnTo>
                  <a:lnTo>
                    <a:pt x="229870" y="7620"/>
                  </a:lnTo>
                  <a:lnTo>
                    <a:pt x="229870" y="6350"/>
                  </a:lnTo>
                  <a:close/>
                </a:path>
                <a:path w="816609" h="7619">
                  <a:moveTo>
                    <a:pt x="229870" y="2540"/>
                  </a:moveTo>
                  <a:lnTo>
                    <a:pt x="228600" y="2540"/>
                  </a:lnTo>
                  <a:lnTo>
                    <a:pt x="228600" y="3810"/>
                  </a:lnTo>
                  <a:lnTo>
                    <a:pt x="0" y="3810"/>
                  </a:lnTo>
                  <a:lnTo>
                    <a:pt x="0" y="5080"/>
                  </a:lnTo>
                  <a:lnTo>
                    <a:pt x="229870" y="5080"/>
                  </a:lnTo>
                  <a:lnTo>
                    <a:pt x="229870" y="3810"/>
                  </a:lnTo>
                  <a:lnTo>
                    <a:pt x="229870" y="2540"/>
                  </a:lnTo>
                  <a:close/>
                </a:path>
                <a:path w="816609" h="7619">
                  <a:moveTo>
                    <a:pt x="533400" y="6350"/>
                  </a:moveTo>
                  <a:lnTo>
                    <a:pt x="521970" y="6350"/>
                  </a:lnTo>
                  <a:lnTo>
                    <a:pt x="521970" y="7620"/>
                  </a:lnTo>
                  <a:lnTo>
                    <a:pt x="533400" y="7620"/>
                  </a:lnTo>
                  <a:lnTo>
                    <a:pt x="533400" y="6350"/>
                  </a:lnTo>
                  <a:close/>
                </a:path>
                <a:path w="816609" h="7619">
                  <a:moveTo>
                    <a:pt x="544830" y="3810"/>
                  </a:moveTo>
                  <a:lnTo>
                    <a:pt x="521970" y="3810"/>
                  </a:lnTo>
                  <a:lnTo>
                    <a:pt x="521970" y="5080"/>
                  </a:lnTo>
                  <a:lnTo>
                    <a:pt x="537210" y="5080"/>
                  </a:lnTo>
                  <a:lnTo>
                    <a:pt x="537210" y="6350"/>
                  </a:lnTo>
                  <a:lnTo>
                    <a:pt x="542290" y="6350"/>
                  </a:lnTo>
                  <a:lnTo>
                    <a:pt x="542290" y="5080"/>
                  </a:lnTo>
                  <a:lnTo>
                    <a:pt x="544830" y="5080"/>
                  </a:lnTo>
                  <a:lnTo>
                    <a:pt x="544830" y="3810"/>
                  </a:lnTo>
                  <a:close/>
                </a:path>
                <a:path w="816609" h="7619">
                  <a:moveTo>
                    <a:pt x="557530" y="0"/>
                  </a:moveTo>
                  <a:lnTo>
                    <a:pt x="521970" y="0"/>
                  </a:lnTo>
                  <a:lnTo>
                    <a:pt x="521970" y="2540"/>
                  </a:lnTo>
                  <a:lnTo>
                    <a:pt x="544830" y="2540"/>
                  </a:lnTo>
                  <a:lnTo>
                    <a:pt x="544830" y="3810"/>
                  </a:lnTo>
                  <a:lnTo>
                    <a:pt x="552450" y="3810"/>
                  </a:lnTo>
                  <a:lnTo>
                    <a:pt x="552450" y="2540"/>
                  </a:lnTo>
                  <a:lnTo>
                    <a:pt x="557530" y="2540"/>
                  </a:lnTo>
                  <a:lnTo>
                    <a:pt x="557530" y="0"/>
                  </a:lnTo>
                  <a:close/>
                </a:path>
                <a:path w="816609" h="7619">
                  <a:moveTo>
                    <a:pt x="816610" y="6350"/>
                  </a:moveTo>
                  <a:lnTo>
                    <a:pt x="617220" y="6350"/>
                  </a:lnTo>
                  <a:lnTo>
                    <a:pt x="617220" y="7620"/>
                  </a:lnTo>
                  <a:lnTo>
                    <a:pt x="816610" y="7620"/>
                  </a:lnTo>
                  <a:lnTo>
                    <a:pt x="816610" y="6350"/>
                  </a:lnTo>
                  <a:close/>
                </a:path>
                <a:path w="816609" h="7619">
                  <a:moveTo>
                    <a:pt x="816610" y="3810"/>
                  </a:moveTo>
                  <a:lnTo>
                    <a:pt x="610870" y="3810"/>
                  </a:lnTo>
                  <a:lnTo>
                    <a:pt x="610870" y="5080"/>
                  </a:lnTo>
                  <a:lnTo>
                    <a:pt x="612140" y="5080"/>
                  </a:lnTo>
                  <a:lnTo>
                    <a:pt x="612140" y="6350"/>
                  </a:lnTo>
                  <a:lnTo>
                    <a:pt x="615950" y="6350"/>
                  </a:lnTo>
                  <a:lnTo>
                    <a:pt x="615950" y="5080"/>
                  </a:lnTo>
                  <a:lnTo>
                    <a:pt x="816610" y="5080"/>
                  </a:lnTo>
                  <a:lnTo>
                    <a:pt x="816610" y="3810"/>
                  </a:lnTo>
                  <a:close/>
                </a:path>
                <a:path w="816609" h="7619">
                  <a:moveTo>
                    <a:pt x="816610" y="0"/>
                  </a:moveTo>
                  <a:lnTo>
                    <a:pt x="604520" y="0"/>
                  </a:lnTo>
                  <a:lnTo>
                    <a:pt x="604520" y="2540"/>
                  </a:lnTo>
                  <a:lnTo>
                    <a:pt x="608330" y="2540"/>
                  </a:lnTo>
                  <a:lnTo>
                    <a:pt x="608330" y="3810"/>
                  </a:lnTo>
                  <a:lnTo>
                    <a:pt x="610870" y="3810"/>
                  </a:lnTo>
                  <a:lnTo>
                    <a:pt x="610870" y="2540"/>
                  </a:lnTo>
                  <a:lnTo>
                    <a:pt x="816610" y="2540"/>
                  </a:lnTo>
                  <a:lnTo>
                    <a:pt x="816610" y="0"/>
                  </a:lnTo>
                  <a:close/>
                </a:path>
              </a:pathLst>
            </a:custGeom>
            <a:solidFill>
              <a:srgbClr val="9B7400"/>
            </a:solidFill>
          </p:spPr>
          <p:txBody>
            <a:bodyPr wrap="square" lIns="0" tIns="0" rIns="0" bIns="0" rtlCol="0"/>
            <a:lstStyle/>
            <a:p/>
          </p:txBody>
        </p:sp>
        <p:sp>
          <p:nvSpPr>
            <p:cNvPr id="1390" name="object 1390"/>
            <p:cNvSpPr/>
            <p:nvPr/>
          </p:nvSpPr>
          <p:spPr>
            <a:xfrm>
              <a:off x="7255510" y="3035299"/>
              <a:ext cx="817880" cy="6350"/>
            </a:xfrm>
            <a:custGeom>
              <a:avLst/>
              <a:gdLst/>
              <a:ahLst/>
              <a:cxnLst/>
              <a:rect l="l" t="t" r="r" b="b"/>
              <a:pathLst>
                <a:path w="817879" h="6350">
                  <a:moveTo>
                    <a:pt x="231140" y="2540"/>
                  </a:moveTo>
                  <a:lnTo>
                    <a:pt x="1270" y="2540"/>
                  </a:lnTo>
                  <a:lnTo>
                    <a:pt x="1270" y="5080"/>
                  </a:lnTo>
                  <a:lnTo>
                    <a:pt x="0" y="5080"/>
                  </a:lnTo>
                  <a:lnTo>
                    <a:pt x="0" y="6350"/>
                  </a:lnTo>
                  <a:lnTo>
                    <a:pt x="231140" y="6350"/>
                  </a:lnTo>
                  <a:lnTo>
                    <a:pt x="231140" y="5080"/>
                  </a:lnTo>
                  <a:lnTo>
                    <a:pt x="231140" y="2540"/>
                  </a:lnTo>
                  <a:close/>
                </a:path>
                <a:path w="817879" h="6350">
                  <a:moveTo>
                    <a:pt x="231140" y="0"/>
                  </a:moveTo>
                  <a:lnTo>
                    <a:pt x="1270" y="0"/>
                  </a:lnTo>
                  <a:lnTo>
                    <a:pt x="1270" y="1270"/>
                  </a:lnTo>
                  <a:lnTo>
                    <a:pt x="231140" y="1270"/>
                  </a:lnTo>
                  <a:lnTo>
                    <a:pt x="231140" y="0"/>
                  </a:lnTo>
                  <a:close/>
                </a:path>
                <a:path w="817879" h="6350">
                  <a:moveTo>
                    <a:pt x="524510" y="2540"/>
                  </a:moveTo>
                  <a:lnTo>
                    <a:pt x="523240" y="2540"/>
                  </a:lnTo>
                  <a:lnTo>
                    <a:pt x="523240" y="3810"/>
                  </a:lnTo>
                  <a:lnTo>
                    <a:pt x="524510" y="3810"/>
                  </a:lnTo>
                  <a:lnTo>
                    <a:pt x="524510" y="2540"/>
                  </a:lnTo>
                  <a:close/>
                </a:path>
                <a:path w="817879" h="6350">
                  <a:moveTo>
                    <a:pt x="534670" y="0"/>
                  </a:moveTo>
                  <a:lnTo>
                    <a:pt x="523240" y="0"/>
                  </a:lnTo>
                  <a:lnTo>
                    <a:pt x="523240" y="1270"/>
                  </a:lnTo>
                  <a:lnTo>
                    <a:pt x="524510" y="1270"/>
                  </a:lnTo>
                  <a:lnTo>
                    <a:pt x="524510" y="2540"/>
                  </a:lnTo>
                  <a:lnTo>
                    <a:pt x="530860" y="2540"/>
                  </a:lnTo>
                  <a:lnTo>
                    <a:pt x="530860" y="1270"/>
                  </a:lnTo>
                  <a:lnTo>
                    <a:pt x="534670" y="1270"/>
                  </a:lnTo>
                  <a:lnTo>
                    <a:pt x="534670" y="0"/>
                  </a:lnTo>
                  <a:close/>
                </a:path>
                <a:path w="817879" h="6350">
                  <a:moveTo>
                    <a:pt x="817880" y="2540"/>
                  </a:moveTo>
                  <a:lnTo>
                    <a:pt x="619760" y="2540"/>
                  </a:lnTo>
                  <a:lnTo>
                    <a:pt x="619760" y="3810"/>
                  </a:lnTo>
                  <a:lnTo>
                    <a:pt x="621030" y="3810"/>
                  </a:lnTo>
                  <a:lnTo>
                    <a:pt x="621030" y="5080"/>
                  </a:lnTo>
                  <a:lnTo>
                    <a:pt x="622300" y="5080"/>
                  </a:lnTo>
                  <a:lnTo>
                    <a:pt x="622300" y="6350"/>
                  </a:lnTo>
                  <a:lnTo>
                    <a:pt x="817880" y="6350"/>
                  </a:lnTo>
                  <a:lnTo>
                    <a:pt x="817880" y="5080"/>
                  </a:lnTo>
                  <a:lnTo>
                    <a:pt x="817880" y="3810"/>
                  </a:lnTo>
                  <a:lnTo>
                    <a:pt x="817880" y="2540"/>
                  </a:lnTo>
                  <a:close/>
                </a:path>
                <a:path w="817879" h="6350">
                  <a:moveTo>
                    <a:pt x="817880" y="0"/>
                  </a:moveTo>
                  <a:lnTo>
                    <a:pt x="618490" y="0"/>
                  </a:lnTo>
                  <a:lnTo>
                    <a:pt x="618490" y="1270"/>
                  </a:lnTo>
                  <a:lnTo>
                    <a:pt x="618490" y="2540"/>
                  </a:lnTo>
                  <a:lnTo>
                    <a:pt x="619760" y="2540"/>
                  </a:lnTo>
                  <a:lnTo>
                    <a:pt x="619760" y="1270"/>
                  </a:lnTo>
                  <a:lnTo>
                    <a:pt x="817880" y="1270"/>
                  </a:lnTo>
                  <a:lnTo>
                    <a:pt x="817880" y="0"/>
                  </a:lnTo>
                  <a:close/>
                </a:path>
              </a:pathLst>
            </a:custGeom>
            <a:solidFill>
              <a:srgbClr val="9C7500"/>
            </a:solidFill>
          </p:spPr>
          <p:txBody>
            <a:bodyPr wrap="square" lIns="0" tIns="0" rIns="0" bIns="0" rtlCol="0"/>
            <a:lstStyle/>
            <a:p/>
          </p:txBody>
        </p:sp>
        <p:sp>
          <p:nvSpPr>
            <p:cNvPr id="1391" name="object 1391"/>
            <p:cNvSpPr/>
            <p:nvPr/>
          </p:nvSpPr>
          <p:spPr>
            <a:xfrm>
              <a:off x="7255510" y="3041649"/>
              <a:ext cx="817880" cy="7620"/>
            </a:xfrm>
            <a:custGeom>
              <a:avLst/>
              <a:gdLst/>
              <a:ahLst/>
              <a:cxnLst/>
              <a:rect l="l" t="t" r="r" b="b"/>
              <a:pathLst>
                <a:path w="817879" h="7619">
                  <a:moveTo>
                    <a:pt x="231140" y="0"/>
                  </a:moveTo>
                  <a:lnTo>
                    <a:pt x="0" y="0"/>
                  </a:lnTo>
                  <a:lnTo>
                    <a:pt x="0" y="7620"/>
                  </a:lnTo>
                  <a:lnTo>
                    <a:pt x="231140" y="7620"/>
                  </a:lnTo>
                  <a:lnTo>
                    <a:pt x="231140" y="0"/>
                  </a:lnTo>
                  <a:close/>
                </a:path>
                <a:path w="817879" h="7619">
                  <a:moveTo>
                    <a:pt x="817880" y="0"/>
                  </a:moveTo>
                  <a:lnTo>
                    <a:pt x="622300" y="0"/>
                  </a:lnTo>
                  <a:lnTo>
                    <a:pt x="622300" y="1270"/>
                  </a:lnTo>
                  <a:lnTo>
                    <a:pt x="623570" y="1270"/>
                  </a:lnTo>
                  <a:lnTo>
                    <a:pt x="623570" y="3810"/>
                  </a:lnTo>
                  <a:lnTo>
                    <a:pt x="624840" y="3810"/>
                  </a:lnTo>
                  <a:lnTo>
                    <a:pt x="624840" y="5080"/>
                  </a:lnTo>
                  <a:lnTo>
                    <a:pt x="626110" y="5080"/>
                  </a:lnTo>
                  <a:lnTo>
                    <a:pt x="626110" y="7620"/>
                  </a:lnTo>
                  <a:lnTo>
                    <a:pt x="817880" y="7620"/>
                  </a:lnTo>
                  <a:lnTo>
                    <a:pt x="817880" y="5080"/>
                  </a:lnTo>
                  <a:lnTo>
                    <a:pt x="817880" y="3810"/>
                  </a:lnTo>
                  <a:lnTo>
                    <a:pt x="817880" y="1270"/>
                  </a:lnTo>
                  <a:lnTo>
                    <a:pt x="817880" y="0"/>
                  </a:lnTo>
                  <a:close/>
                </a:path>
              </a:pathLst>
            </a:custGeom>
            <a:solidFill>
              <a:srgbClr val="9E7600"/>
            </a:solidFill>
          </p:spPr>
          <p:txBody>
            <a:bodyPr wrap="square" lIns="0" tIns="0" rIns="0" bIns="0" rtlCol="0"/>
            <a:lstStyle/>
            <a:p/>
          </p:txBody>
        </p:sp>
        <p:sp>
          <p:nvSpPr>
            <p:cNvPr id="1392" name="object 1392"/>
            <p:cNvSpPr/>
            <p:nvPr/>
          </p:nvSpPr>
          <p:spPr>
            <a:xfrm>
              <a:off x="7255510" y="3049269"/>
              <a:ext cx="817880" cy="7620"/>
            </a:xfrm>
            <a:custGeom>
              <a:avLst/>
              <a:gdLst/>
              <a:ahLst/>
              <a:cxnLst/>
              <a:rect l="l" t="t" r="r" b="b"/>
              <a:pathLst>
                <a:path w="817879" h="7619">
                  <a:moveTo>
                    <a:pt x="231140" y="0"/>
                  </a:moveTo>
                  <a:lnTo>
                    <a:pt x="0" y="0"/>
                  </a:lnTo>
                  <a:lnTo>
                    <a:pt x="0" y="7620"/>
                  </a:lnTo>
                  <a:lnTo>
                    <a:pt x="231140" y="7620"/>
                  </a:lnTo>
                  <a:lnTo>
                    <a:pt x="231140" y="0"/>
                  </a:lnTo>
                  <a:close/>
                </a:path>
                <a:path w="817879" h="7619">
                  <a:moveTo>
                    <a:pt x="817880" y="0"/>
                  </a:moveTo>
                  <a:lnTo>
                    <a:pt x="626110" y="0"/>
                  </a:lnTo>
                  <a:lnTo>
                    <a:pt x="626110" y="1270"/>
                  </a:lnTo>
                  <a:lnTo>
                    <a:pt x="627380" y="1270"/>
                  </a:lnTo>
                  <a:lnTo>
                    <a:pt x="627380" y="6350"/>
                  </a:lnTo>
                  <a:lnTo>
                    <a:pt x="628650" y="6350"/>
                  </a:lnTo>
                  <a:lnTo>
                    <a:pt x="628650" y="7620"/>
                  </a:lnTo>
                  <a:lnTo>
                    <a:pt x="817867" y="7620"/>
                  </a:lnTo>
                  <a:lnTo>
                    <a:pt x="817867" y="6350"/>
                  </a:lnTo>
                  <a:lnTo>
                    <a:pt x="817880" y="1270"/>
                  </a:lnTo>
                  <a:lnTo>
                    <a:pt x="817880" y="0"/>
                  </a:lnTo>
                  <a:close/>
                </a:path>
              </a:pathLst>
            </a:custGeom>
            <a:solidFill>
              <a:srgbClr val="A07700"/>
            </a:solidFill>
          </p:spPr>
          <p:txBody>
            <a:bodyPr wrap="square" lIns="0" tIns="0" rIns="0" bIns="0" rtlCol="0"/>
            <a:lstStyle/>
            <a:p/>
          </p:txBody>
        </p:sp>
        <p:sp>
          <p:nvSpPr>
            <p:cNvPr id="1393" name="object 1393"/>
            <p:cNvSpPr/>
            <p:nvPr/>
          </p:nvSpPr>
          <p:spPr>
            <a:xfrm>
              <a:off x="7255510" y="3056889"/>
              <a:ext cx="817880" cy="6350"/>
            </a:xfrm>
            <a:custGeom>
              <a:avLst/>
              <a:gdLst/>
              <a:ahLst/>
              <a:cxnLst/>
              <a:rect l="l" t="t" r="r" b="b"/>
              <a:pathLst>
                <a:path w="817879" h="6350">
                  <a:moveTo>
                    <a:pt x="231140" y="0"/>
                  </a:moveTo>
                  <a:lnTo>
                    <a:pt x="0" y="0"/>
                  </a:lnTo>
                  <a:lnTo>
                    <a:pt x="0" y="5080"/>
                  </a:lnTo>
                  <a:lnTo>
                    <a:pt x="231140" y="5080"/>
                  </a:lnTo>
                  <a:lnTo>
                    <a:pt x="231140" y="0"/>
                  </a:lnTo>
                  <a:close/>
                </a:path>
                <a:path w="817879" h="6350">
                  <a:moveTo>
                    <a:pt x="817867" y="0"/>
                  </a:moveTo>
                  <a:lnTo>
                    <a:pt x="628650" y="0"/>
                  </a:lnTo>
                  <a:lnTo>
                    <a:pt x="628650" y="5080"/>
                  </a:lnTo>
                  <a:lnTo>
                    <a:pt x="628650" y="6350"/>
                  </a:lnTo>
                  <a:lnTo>
                    <a:pt x="629920" y="6350"/>
                  </a:lnTo>
                  <a:lnTo>
                    <a:pt x="629920" y="5080"/>
                  </a:lnTo>
                  <a:lnTo>
                    <a:pt x="817867" y="5080"/>
                  </a:lnTo>
                  <a:lnTo>
                    <a:pt x="817867" y="0"/>
                  </a:lnTo>
                  <a:close/>
                </a:path>
              </a:pathLst>
            </a:custGeom>
            <a:solidFill>
              <a:srgbClr val="A17800"/>
            </a:solidFill>
          </p:spPr>
          <p:txBody>
            <a:bodyPr wrap="square" lIns="0" tIns="0" rIns="0" bIns="0" rtlCol="0"/>
            <a:lstStyle/>
            <a:p/>
          </p:txBody>
        </p:sp>
        <p:sp>
          <p:nvSpPr>
            <p:cNvPr id="1394" name="object 1394"/>
            <p:cNvSpPr/>
            <p:nvPr/>
          </p:nvSpPr>
          <p:spPr>
            <a:xfrm>
              <a:off x="7255510" y="3063239"/>
              <a:ext cx="817880" cy="7620"/>
            </a:xfrm>
            <a:custGeom>
              <a:avLst/>
              <a:gdLst/>
              <a:ahLst/>
              <a:cxnLst/>
              <a:rect l="l" t="t" r="r" b="b"/>
              <a:pathLst>
                <a:path w="817879" h="7619">
                  <a:moveTo>
                    <a:pt x="232397" y="1270"/>
                  </a:moveTo>
                  <a:lnTo>
                    <a:pt x="231140" y="1270"/>
                  </a:lnTo>
                  <a:lnTo>
                    <a:pt x="231140" y="0"/>
                  </a:lnTo>
                  <a:lnTo>
                    <a:pt x="0" y="0"/>
                  </a:lnTo>
                  <a:lnTo>
                    <a:pt x="0" y="1270"/>
                  </a:lnTo>
                  <a:lnTo>
                    <a:pt x="0" y="7620"/>
                  </a:lnTo>
                  <a:lnTo>
                    <a:pt x="232397" y="7620"/>
                  </a:lnTo>
                  <a:lnTo>
                    <a:pt x="232397" y="1270"/>
                  </a:lnTo>
                  <a:close/>
                </a:path>
                <a:path w="817879" h="7619">
                  <a:moveTo>
                    <a:pt x="817867" y="0"/>
                  </a:moveTo>
                  <a:lnTo>
                    <a:pt x="629920" y="0"/>
                  </a:lnTo>
                  <a:lnTo>
                    <a:pt x="629920" y="7620"/>
                  </a:lnTo>
                  <a:lnTo>
                    <a:pt x="817867" y="7620"/>
                  </a:lnTo>
                  <a:lnTo>
                    <a:pt x="817867" y="0"/>
                  </a:lnTo>
                  <a:close/>
                </a:path>
              </a:pathLst>
            </a:custGeom>
            <a:solidFill>
              <a:srgbClr val="A37A00"/>
            </a:solidFill>
          </p:spPr>
          <p:txBody>
            <a:bodyPr wrap="square" lIns="0" tIns="0" rIns="0" bIns="0" rtlCol="0"/>
            <a:lstStyle/>
            <a:p/>
          </p:txBody>
        </p:sp>
        <p:sp>
          <p:nvSpPr>
            <p:cNvPr id="1395" name="object 1395"/>
            <p:cNvSpPr/>
            <p:nvPr/>
          </p:nvSpPr>
          <p:spPr>
            <a:xfrm>
              <a:off x="7255510" y="3070859"/>
              <a:ext cx="817880" cy="7620"/>
            </a:xfrm>
            <a:custGeom>
              <a:avLst/>
              <a:gdLst/>
              <a:ahLst/>
              <a:cxnLst/>
              <a:rect l="l" t="t" r="r" b="b"/>
              <a:pathLst>
                <a:path w="817879" h="7619">
                  <a:moveTo>
                    <a:pt x="232410" y="7620"/>
                  </a:moveTo>
                  <a:lnTo>
                    <a:pt x="232397" y="0"/>
                  </a:lnTo>
                  <a:lnTo>
                    <a:pt x="0" y="0"/>
                  </a:lnTo>
                  <a:lnTo>
                    <a:pt x="0" y="7620"/>
                  </a:lnTo>
                  <a:lnTo>
                    <a:pt x="232410" y="7620"/>
                  </a:lnTo>
                  <a:close/>
                </a:path>
                <a:path w="817879" h="7619">
                  <a:moveTo>
                    <a:pt x="817867" y="0"/>
                  </a:moveTo>
                  <a:lnTo>
                    <a:pt x="629920" y="0"/>
                  </a:lnTo>
                  <a:lnTo>
                    <a:pt x="629920" y="7620"/>
                  </a:lnTo>
                  <a:lnTo>
                    <a:pt x="817867" y="7620"/>
                  </a:lnTo>
                  <a:lnTo>
                    <a:pt x="817867" y="0"/>
                  </a:lnTo>
                  <a:close/>
                </a:path>
              </a:pathLst>
            </a:custGeom>
            <a:solidFill>
              <a:srgbClr val="A57B00"/>
            </a:solidFill>
          </p:spPr>
          <p:txBody>
            <a:bodyPr wrap="square" lIns="0" tIns="0" rIns="0" bIns="0" rtlCol="0"/>
            <a:lstStyle/>
            <a:p/>
          </p:txBody>
        </p:sp>
        <p:sp>
          <p:nvSpPr>
            <p:cNvPr id="1396" name="object 1396"/>
            <p:cNvSpPr/>
            <p:nvPr/>
          </p:nvSpPr>
          <p:spPr>
            <a:xfrm>
              <a:off x="7255510" y="3078479"/>
              <a:ext cx="817880" cy="7620"/>
            </a:xfrm>
            <a:custGeom>
              <a:avLst/>
              <a:gdLst/>
              <a:ahLst/>
              <a:cxnLst/>
              <a:rect l="l" t="t" r="r" b="b"/>
              <a:pathLst>
                <a:path w="817879" h="7619">
                  <a:moveTo>
                    <a:pt x="232410" y="0"/>
                  </a:moveTo>
                  <a:lnTo>
                    <a:pt x="0" y="0"/>
                  </a:lnTo>
                  <a:lnTo>
                    <a:pt x="0" y="2540"/>
                  </a:lnTo>
                  <a:lnTo>
                    <a:pt x="1270" y="2540"/>
                  </a:lnTo>
                  <a:lnTo>
                    <a:pt x="1270" y="7620"/>
                  </a:lnTo>
                  <a:lnTo>
                    <a:pt x="232410" y="7620"/>
                  </a:lnTo>
                  <a:lnTo>
                    <a:pt x="232410" y="2540"/>
                  </a:lnTo>
                  <a:lnTo>
                    <a:pt x="232410" y="0"/>
                  </a:lnTo>
                  <a:close/>
                </a:path>
                <a:path w="817879" h="7619">
                  <a:moveTo>
                    <a:pt x="817880" y="3810"/>
                  </a:moveTo>
                  <a:lnTo>
                    <a:pt x="817867" y="0"/>
                  </a:lnTo>
                  <a:lnTo>
                    <a:pt x="629920" y="0"/>
                  </a:lnTo>
                  <a:lnTo>
                    <a:pt x="629920" y="3810"/>
                  </a:lnTo>
                  <a:lnTo>
                    <a:pt x="631190" y="3810"/>
                  </a:lnTo>
                  <a:lnTo>
                    <a:pt x="631190" y="7620"/>
                  </a:lnTo>
                  <a:lnTo>
                    <a:pt x="817880" y="7620"/>
                  </a:lnTo>
                  <a:lnTo>
                    <a:pt x="817880" y="3810"/>
                  </a:lnTo>
                  <a:close/>
                </a:path>
              </a:pathLst>
            </a:custGeom>
            <a:solidFill>
              <a:srgbClr val="A67C00"/>
            </a:solidFill>
          </p:spPr>
          <p:txBody>
            <a:bodyPr wrap="square" lIns="0" tIns="0" rIns="0" bIns="0" rtlCol="0"/>
            <a:lstStyle/>
            <a:p/>
          </p:txBody>
        </p:sp>
        <p:sp>
          <p:nvSpPr>
            <p:cNvPr id="1397" name="object 1397"/>
            <p:cNvSpPr/>
            <p:nvPr/>
          </p:nvSpPr>
          <p:spPr>
            <a:xfrm>
              <a:off x="7256780" y="3086099"/>
              <a:ext cx="816610" cy="6350"/>
            </a:xfrm>
            <a:custGeom>
              <a:avLst/>
              <a:gdLst/>
              <a:ahLst/>
              <a:cxnLst/>
              <a:rect l="l" t="t" r="r" b="b"/>
              <a:pathLst>
                <a:path w="816609" h="6350">
                  <a:moveTo>
                    <a:pt x="232397" y="1270"/>
                  </a:moveTo>
                  <a:lnTo>
                    <a:pt x="231140" y="1270"/>
                  </a:lnTo>
                  <a:lnTo>
                    <a:pt x="231140" y="0"/>
                  </a:lnTo>
                  <a:lnTo>
                    <a:pt x="0" y="0"/>
                  </a:lnTo>
                  <a:lnTo>
                    <a:pt x="0" y="1270"/>
                  </a:lnTo>
                  <a:lnTo>
                    <a:pt x="0" y="6350"/>
                  </a:lnTo>
                  <a:lnTo>
                    <a:pt x="232397" y="6350"/>
                  </a:lnTo>
                  <a:lnTo>
                    <a:pt x="232397" y="1270"/>
                  </a:lnTo>
                  <a:close/>
                </a:path>
                <a:path w="816609" h="6350">
                  <a:moveTo>
                    <a:pt x="816610" y="0"/>
                  </a:moveTo>
                  <a:lnTo>
                    <a:pt x="629920" y="0"/>
                  </a:lnTo>
                  <a:lnTo>
                    <a:pt x="629920" y="6350"/>
                  </a:lnTo>
                  <a:lnTo>
                    <a:pt x="816610" y="6350"/>
                  </a:lnTo>
                  <a:lnTo>
                    <a:pt x="816610" y="0"/>
                  </a:lnTo>
                  <a:close/>
                </a:path>
              </a:pathLst>
            </a:custGeom>
            <a:solidFill>
              <a:srgbClr val="A87D00"/>
            </a:solidFill>
          </p:spPr>
          <p:txBody>
            <a:bodyPr wrap="square" lIns="0" tIns="0" rIns="0" bIns="0" rtlCol="0"/>
            <a:lstStyle/>
            <a:p/>
          </p:txBody>
        </p:sp>
        <p:sp>
          <p:nvSpPr>
            <p:cNvPr id="1398" name="object 1398"/>
            <p:cNvSpPr/>
            <p:nvPr/>
          </p:nvSpPr>
          <p:spPr>
            <a:xfrm>
              <a:off x="7256780" y="3092449"/>
              <a:ext cx="816610" cy="7620"/>
            </a:xfrm>
            <a:custGeom>
              <a:avLst/>
              <a:gdLst/>
              <a:ahLst/>
              <a:cxnLst/>
              <a:rect l="l" t="t" r="r" b="b"/>
              <a:pathLst>
                <a:path w="816609" h="7619">
                  <a:moveTo>
                    <a:pt x="232410" y="7620"/>
                  </a:moveTo>
                  <a:lnTo>
                    <a:pt x="232397" y="0"/>
                  </a:lnTo>
                  <a:lnTo>
                    <a:pt x="0" y="0"/>
                  </a:lnTo>
                  <a:lnTo>
                    <a:pt x="0" y="7620"/>
                  </a:lnTo>
                  <a:lnTo>
                    <a:pt x="232410" y="7620"/>
                  </a:lnTo>
                  <a:close/>
                </a:path>
                <a:path w="816609" h="7619">
                  <a:moveTo>
                    <a:pt x="816610" y="0"/>
                  </a:moveTo>
                  <a:lnTo>
                    <a:pt x="629920" y="0"/>
                  </a:lnTo>
                  <a:lnTo>
                    <a:pt x="629920" y="7620"/>
                  </a:lnTo>
                  <a:lnTo>
                    <a:pt x="816610" y="7620"/>
                  </a:lnTo>
                  <a:lnTo>
                    <a:pt x="816610" y="0"/>
                  </a:lnTo>
                  <a:close/>
                </a:path>
              </a:pathLst>
            </a:custGeom>
            <a:solidFill>
              <a:srgbClr val="AA7F00"/>
            </a:solidFill>
          </p:spPr>
          <p:txBody>
            <a:bodyPr wrap="square" lIns="0" tIns="0" rIns="0" bIns="0" rtlCol="0"/>
            <a:lstStyle/>
            <a:p/>
          </p:txBody>
        </p:sp>
        <p:sp>
          <p:nvSpPr>
            <p:cNvPr id="1399" name="object 1399"/>
            <p:cNvSpPr/>
            <p:nvPr/>
          </p:nvSpPr>
          <p:spPr>
            <a:xfrm>
              <a:off x="7256780" y="3100069"/>
              <a:ext cx="817880" cy="7620"/>
            </a:xfrm>
            <a:custGeom>
              <a:avLst/>
              <a:gdLst/>
              <a:ahLst/>
              <a:cxnLst/>
              <a:rect l="l" t="t" r="r" b="b"/>
              <a:pathLst>
                <a:path w="817879" h="7619">
                  <a:moveTo>
                    <a:pt x="1270" y="0"/>
                  </a:moveTo>
                  <a:lnTo>
                    <a:pt x="0" y="0"/>
                  </a:lnTo>
                  <a:lnTo>
                    <a:pt x="0" y="1270"/>
                  </a:lnTo>
                  <a:lnTo>
                    <a:pt x="1270" y="1270"/>
                  </a:lnTo>
                  <a:lnTo>
                    <a:pt x="1270" y="0"/>
                  </a:lnTo>
                  <a:close/>
                </a:path>
                <a:path w="817879" h="7619">
                  <a:moveTo>
                    <a:pt x="233680" y="3822"/>
                  </a:moveTo>
                  <a:lnTo>
                    <a:pt x="1270" y="3822"/>
                  </a:lnTo>
                  <a:lnTo>
                    <a:pt x="1270" y="7620"/>
                  </a:lnTo>
                  <a:lnTo>
                    <a:pt x="233680" y="7620"/>
                  </a:lnTo>
                  <a:lnTo>
                    <a:pt x="233680" y="3822"/>
                  </a:lnTo>
                  <a:close/>
                </a:path>
                <a:path w="817879" h="7619">
                  <a:moveTo>
                    <a:pt x="233680" y="2540"/>
                  </a:moveTo>
                  <a:lnTo>
                    <a:pt x="232410" y="2540"/>
                  </a:lnTo>
                  <a:lnTo>
                    <a:pt x="232410" y="1270"/>
                  </a:lnTo>
                  <a:lnTo>
                    <a:pt x="1270" y="1270"/>
                  </a:lnTo>
                  <a:lnTo>
                    <a:pt x="1270" y="2540"/>
                  </a:lnTo>
                  <a:lnTo>
                    <a:pt x="1270" y="3810"/>
                  </a:lnTo>
                  <a:lnTo>
                    <a:pt x="233680" y="3810"/>
                  </a:lnTo>
                  <a:lnTo>
                    <a:pt x="233680" y="2540"/>
                  </a:lnTo>
                  <a:close/>
                </a:path>
                <a:path w="817879" h="7619">
                  <a:moveTo>
                    <a:pt x="816610" y="1270"/>
                  </a:moveTo>
                  <a:lnTo>
                    <a:pt x="629920" y="1270"/>
                  </a:lnTo>
                  <a:lnTo>
                    <a:pt x="629920" y="3810"/>
                  </a:lnTo>
                  <a:lnTo>
                    <a:pt x="816610" y="3810"/>
                  </a:lnTo>
                  <a:lnTo>
                    <a:pt x="816610" y="1270"/>
                  </a:lnTo>
                  <a:close/>
                </a:path>
                <a:path w="817879" h="7619">
                  <a:moveTo>
                    <a:pt x="817880" y="3822"/>
                  </a:moveTo>
                  <a:lnTo>
                    <a:pt x="629920" y="3822"/>
                  </a:lnTo>
                  <a:lnTo>
                    <a:pt x="629920" y="7620"/>
                  </a:lnTo>
                  <a:lnTo>
                    <a:pt x="817880" y="7620"/>
                  </a:lnTo>
                  <a:lnTo>
                    <a:pt x="817880" y="3822"/>
                  </a:lnTo>
                  <a:close/>
                </a:path>
              </a:pathLst>
            </a:custGeom>
            <a:solidFill>
              <a:srgbClr val="AB8000"/>
            </a:solidFill>
          </p:spPr>
          <p:txBody>
            <a:bodyPr wrap="square" lIns="0" tIns="0" rIns="0" bIns="0" rtlCol="0"/>
            <a:lstStyle/>
            <a:p/>
          </p:txBody>
        </p:sp>
        <p:sp>
          <p:nvSpPr>
            <p:cNvPr id="1400" name="object 1400"/>
            <p:cNvSpPr/>
            <p:nvPr/>
          </p:nvSpPr>
          <p:spPr>
            <a:xfrm>
              <a:off x="7258050" y="3107689"/>
              <a:ext cx="816610" cy="6350"/>
            </a:xfrm>
            <a:custGeom>
              <a:avLst/>
              <a:gdLst/>
              <a:ahLst/>
              <a:cxnLst/>
              <a:rect l="l" t="t" r="r" b="b"/>
              <a:pathLst>
                <a:path w="816609" h="6350">
                  <a:moveTo>
                    <a:pt x="233680" y="5080"/>
                  </a:moveTo>
                  <a:lnTo>
                    <a:pt x="232410" y="5080"/>
                  </a:lnTo>
                  <a:lnTo>
                    <a:pt x="232410" y="0"/>
                  </a:lnTo>
                  <a:lnTo>
                    <a:pt x="0" y="0"/>
                  </a:lnTo>
                  <a:lnTo>
                    <a:pt x="0" y="5080"/>
                  </a:lnTo>
                  <a:lnTo>
                    <a:pt x="0" y="6350"/>
                  </a:lnTo>
                  <a:lnTo>
                    <a:pt x="233680" y="6350"/>
                  </a:lnTo>
                  <a:lnTo>
                    <a:pt x="233680" y="5080"/>
                  </a:lnTo>
                  <a:close/>
                </a:path>
                <a:path w="816609" h="6350">
                  <a:moveTo>
                    <a:pt x="816610" y="0"/>
                  </a:moveTo>
                  <a:lnTo>
                    <a:pt x="628650" y="0"/>
                  </a:lnTo>
                  <a:lnTo>
                    <a:pt x="628650" y="6350"/>
                  </a:lnTo>
                  <a:lnTo>
                    <a:pt x="816610" y="6350"/>
                  </a:lnTo>
                  <a:lnTo>
                    <a:pt x="816610" y="0"/>
                  </a:lnTo>
                  <a:close/>
                </a:path>
              </a:pathLst>
            </a:custGeom>
            <a:solidFill>
              <a:srgbClr val="AD8100"/>
            </a:solidFill>
          </p:spPr>
          <p:txBody>
            <a:bodyPr wrap="square" lIns="0" tIns="0" rIns="0" bIns="0" rtlCol="0"/>
            <a:lstStyle/>
            <a:p/>
          </p:txBody>
        </p:sp>
        <p:sp>
          <p:nvSpPr>
            <p:cNvPr id="1401" name="object 1401"/>
            <p:cNvSpPr/>
            <p:nvPr/>
          </p:nvSpPr>
          <p:spPr>
            <a:xfrm>
              <a:off x="7259320" y="3114039"/>
              <a:ext cx="815340" cy="7620"/>
            </a:xfrm>
            <a:custGeom>
              <a:avLst/>
              <a:gdLst/>
              <a:ahLst/>
              <a:cxnLst/>
              <a:rect l="l" t="t" r="r" b="b"/>
              <a:pathLst>
                <a:path w="815340" h="7619">
                  <a:moveTo>
                    <a:pt x="232410" y="0"/>
                  </a:moveTo>
                  <a:lnTo>
                    <a:pt x="0" y="0"/>
                  </a:lnTo>
                  <a:lnTo>
                    <a:pt x="0" y="6350"/>
                  </a:lnTo>
                  <a:lnTo>
                    <a:pt x="232410" y="6350"/>
                  </a:lnTo>
                  <a:lnTo>
                    <a:pt x="232410" y="0"/>
                  </a:lnTo>
                  <a:close/>
                </a:path>
                <a:path w="815340" h="7619">
                  <a:moveTo>
                    <a:pt x="233680" y="6362"/>
                  </a:moveTo>
                  <a:lnTo>
                    <a:pt x="0" y="6362"/>
                  </a:lnTo>
                  <a:lnTo>
                    <a:pt x="0" y="7620"/>
                  </a:lnTo>
                  <a:lnTo>
                    <a:pt x="233680" y="7620"/>
                  </a:lnTo>
                  <a:lnTo>
                    <a:pt x="233680" y="6362"/>
                  </a:lnTo>
                  <a:close/>
                </a:path>
                <a:path w="815340" h="7619">
                  <a:moveTo>
                    <a:pt x="815340" y="6362"/>
                  </a:moveTo>
                  <a:lnTo>
                    <a:pt x="627380" y="6362"/>
                  </a:lnTo>
                  <a:lnTo>
                    <a:pt x="627380" y="7620"/>
                  </a:lnTo>
                  <a:lnTo>
                    <a:pt x="815340" y="7620"/>
                  </a:lnTo>
                  <a:lnTo>
                    <a:pt x="815340" y="6362"/>
                  </a:lnTo>
                  <a:close/>
                </a:path>
                <a:path w="815340" h="7619">
                  <a:moveTo>
                    <a:pt x="815340" y="0"/>
                  </a:moveTo>
                  <a:lnTo>
                    <a:pt x="627380" y="0"/>
                  </a:lnTo>
                  <a:lnTo>
                    <a:pt x="627380" y="6350"/>
                  </a:lnTo>
                  <a:lnTo>
                    <a:pt x="815340" y="6350"/>
                  </a:lnTo>
                  <a:lnTo>
                    <a:pt x="815340" y="0"/>
                  </a:lnTo>
                  <a:close/>
                </a:path>
              </a:pathLst>
            </a:custGeom>
            <a:solidFill>
              <a:srgbClr val="AF8200"/>
            </a:solidFill>
          </p:spPr>
          <p:txBody>
            <a:bodyPr wrap="square" lIns="0" tIns="0" rIns="0" bIns="0" rtlCol="0"/>
            <a:lstStyle/>
            <a:p/>
          </p:txBody>
        </p:sp>
        <p:sp>
          <p:nvSpPr>
            <p:cNvPr id="1402" name="object 1402"/>
            <p:cNvSpPr/>
            <p:nvPr/>
          </p:nvSpPr>
          <p:spPr>
            <a:xfrm>
              <a:off x="7259320" y="3121659"/>
              <a:ext cx="815340" cy="7620"/>
            </a:xfrm>
            <a:custGeom>
              <a:avLst/>
              <a:gdLst/>
              <a:ahLst/>
              <a:cxnLst/>
              <a:rect l="l" t="t" r="r" b="b"/>
              <a:pathLst>
                <a:path w="815340" h="7619">
                  <a:moveTo>
                    <a:pt x="234950" y="6350"/>
                  </a:moveTo>
                  <a:lnTo>
                    <a:pt x="233680" y="6350"/>
                  </a:lnTo>
                  <a:lnTo>
                    <a:pt x="233680" y="3810"/>
                  </a:lnTo>
                  <a:lnTo>
                    <a:pt x="233680" y="0"/>
                  </a:lnTo>
                  <a:lnTo>
                    <a:pt x="0" y="0"/>
                  </a:lnTo>
                  <a:lnTo>
                    <a:pt x="0" y="3810"/>
                  </a:lnTo>
                  <a:lnTo>
                    <a:pt x="1270" y="3810"/>
                  </a:lnTo>
                  <a:lnTo>
                    <a:pt x="1270" y="6350"/>
                  </a:lnTo>
                  <a:lnTo>
                    <a:pt x="1270" y="7620"/>
                  </a:lnTo>
                  <a:lnTo>
                    <a:pt x="234950" y="7620"/>
                  </a:lnTo>
                  <a:lnTo>
                    <a:pt x="234950" y="6350"/>
                  </a:lnTo>
                  <a:close/>
                </a:path>
                <a:path w="815340" h="7619">
                  <a:moveTo>
                    <a:pt x="815340" y="0"/>
                  </a:moveTo>
                  <a:lnTo>
                    <a:pt x="627380" y="0"/>
                  </a:lnTo>
                  <a:lnTo>
                    <a:pt x="627380" y="7620"/>
                  </a:lnTo>
                  <a:lnTo>
                    <a:pt x="815340" y="7620"/>
                  </a:lnTo>
                  <a:lnTo>
                    <a:pt x="815340" y="0"/>
                  </a:lnTo>
                  <a:close/>
                </a:path>
              </a:pathLst>
            </a:custGeom>
            <a:solidFill>
              <a:srgbClr val="B08400"/>
            </a:solidFill>
          </p:spPr>
          <p:txBody>
            <a:bodyPr wrap="square" lIns="0" tIns="0" rIns="0" bIns="0" rtlCol="0"/>
            <a:lstStyle/>
            <a:p/>
          </p:txBody>
        </p:sp>
        <p:sp>
          <p:nvSpPr>
            <p:cNvPr id="1403" name="object 1403"/>
            <p:cNvSpPr/>
            <p:nvPr/>
          </p:nvSpPr>
          <p:spPr>
            <a:xfrm>
              <a:off x="7260590" y="3129279"/>
              <a:ext cx="814069" cy="6350"/>
            </a:xfrm>
            <a:custGeom>
              <a:avLst/>
              <a:gdLst/>
              <a:ahLst/>
              <a:cxnLst/>
              <a:rect l="l" t="t" r="r" b="b"/>
              <a:pathLst>
                <a:path w="814070" h="6350">
                  <a:moveTo>
                    <a:pt x="233680" y="0"/>
                  </a:moveTo>
                  <a:lnTo>
                    <a:pt x="0" y="0"/>
                  </a:lnTo>
                  <a:lnTo>
                    <a:pt x="0" y="5080"/>
                  </a:lnTo>
                  <a:lnTo>
                    <a:pt x="1270" y="5080"/>
                  </a:lnTo>
                  <a:lnTo>
                    <a:pt x="1270" y="6350"/>
                  </a:lnTo>
                  <a:lnTo>
                    <a:pt x="233667" y="6350"/>
                  </a:lnTo>
                  <a:lnTo>
                    <a:pt x="233667" y="5080"/>
                  </a:lnTo>
                  <a:lnTo>
                    <a:pt x="233680" y="0"/>
                  </a:lnTo>
                  <a:close/>
                </a:path>
                <a:path w="814070" h="6350">
                  <a:moveTo>
                    <a:pt x="814070" y="0"/>
                  </a:moveTo>
                  <a:lnTo>
                    <a:pt x="626110" y="0"/>
                  </a:lnTo>
                  <a:lnTo>
                    <a:pt x="626110" y="6350"/>
                  </a:lnTo>
                  <a:lnTo>
                    <a:pt x="814070" y="6350"/>
                  </a:lnTo>
                  <a:lnTo>
                    <a:pt x="814070" y="0"/>
                  </a:lnTo>
                  <a:close/>
                </a:path>
              </a:pathLst>
            </a:custGeom>
            <a:solidFill>
              <a:srgbClr val="B28500"/>
            </a:solidFill>
          </p:spPr>
          <p:txBody>
            <a:bodyPr wrap="square" lIns="0" tIns="0" rIns="0" bIns="0" rtlCol="0"/>
            <a:lstStyle/>
            <a:p/>
          </p:txBody>
        </p:sp>
        <p:sp>
          <p:nvSpPr>
            <p:cNvPr id="1404" name="object 1404"/>
            <p:cNvSpPr/>
            <p:nvPr/>
          </p:nvSpPr>
          <p:spPr>
            <a:xfrm>
              <a:off x="7261860" y="3135629"/>
              <a:ext cx="812800" cy="7620"/>
            </a:xfrm>
            <a:custGeom>
              <a:avLst/>
              <a:gdLst/>
              <a:ahLst/>
              <a:cxnLst/>
              <a:rect l="l" t="t" r="r" b="b"/>
              <a:pathLst>
                <a:path w="812800" h="7619">
                  <a:moveTo>
                    <a:pt x="233667" y="12"/>
                  </a:moveTo>
                  <a:lnTo>
                    <a:pt x="0" y="12"/>
                  </a:lnTo>
                  <a:lnTo>
                    <a:pt x="0" y="7620"/>
                  </a:lnTo>
                  <a:lnTo>
                    <a:pt x="233667" y="7620"/>
                  </a:lnTo>
                  <a:lnTo>
                    <a:pt x="233667" y="12"/>
                  </a:lnTo>
                  <a:close/>
                </a:path>
                <a:path w="812800" h="7619">
                  <a:moveTo>
                    <a:pt x="812800" y="0"/>
                  </a:moveTo>
                  <a:lnTo>
                    <a:pt x="624840" y="0"/>
                  </a:lnTo>
                  <a:lnTo>
                    <a:pt x="624840" y="5080"/>
                  </a:lnTo>
                  <a:lnTo>
                    <a:pt x="626110" y="5080"/>
                  </a:lnTo>
                  <a:lnTo>
                    <a:pt x="626110" y="7620"/>
                  </a:lnTo>
                  <a:lnTo>
                    <a:pt x="812800" y="7620"/>
                  </a:lnTo>
                  <a:lnTo>
                    <a:pt x="812800" y="5080"/>
                  </a:lnTo>
                  <a:lnTo>
                    <a:pt x="812800" y="0"/>
                  </a:lnTo>
                  <a:close/>
                </a:path>
              </a:pathLst>
            </a:custGeom>
            <a:solidFill>
              <a:srgbClr val="B38600"/>
            </a:solidFill>
          </p:spPr>
          <p:txBody>
            <a:bodyPr wrap="square" lIns="0" tIns="0" rIns="0" bIns="0" rtlCol="0"/>
            <a:lstStyle/>
            <a:p/>
          </p:txBody>
        </p:sp>
        <p:sp>
          <p:nvSpPr>
            <p:cNvPr id="1405" name="object 1405"/>
            <p:cNvSpPr/>
            <p:nvPr/>
          </p:nvSpPr>
          <p:spPr>
            <a:xfrm>
              <a:off x="7263130" y="3143249"/>
              <a:ext cx="811530" cy="7620"/>
            </a:xfrm>
            <a:custGeom>
              <a:avLst/>
              <a:gdLst/>
              <a:ahLst/>
              <a:cxnLst/>
              <a:rect l="l" t="t" r="r" b="b"/>
              <a:pathLst>
                <a:path w="811529" h="7619">
                  <a:moveTo>
                    <a:pt x="233680" y="0"/>
                  </a:moveTo>
                  <a:lnTo>
                    <a:pt x="0" y="0"/>
                  </a:lnTo>
                  <a:lnTo>
                    <a:pt x="0" y="7620"/>
                  </a:lnTo>
                  <a:lnTo>
                    <a:pt x="233680" y="7620"/>
                  </a:lnTo>
                  <a:lnTo>
                    <a:pt x="233680" y="0"/>
                  </a:lnTo>
                  <a:close/>
                </a:path>
                <a:path w="811529" h="7619">
                  <a:moveTo>
                    <a:pt x="811530" y="0"/>
                  </a:moveTo>
                  <a:lnTo>
                    <a:pt x="624840" y="0"/>
                  </a:lnTo>
                  <a:lnTo>
                    <a:pt x="624840" y="7620"/>
                  </a:lnTo>
                  <a:lnTo>
                    <a:pt x="811530" y="7620"/>
                  </a:lnTo>
                  <a:lnTo>
                    <a:pt x="811530" y="0"/>
                  </a:lnTo>
                  <a:close/>
                </a:path>
              </a:pathLst>
            </a:custGeom>
            <a:solidFill>
              <a:srgbClr val="B58700"/>
            </a:solidFill>
          </p:spPr>
          <p:txBody>
            <a:bodyPr wrap="square" lIns="0" tIns="0" rIns="0" bIns="0" rtlCol="0"/>
            <a:lstStyle/>
            <a:p/>
          </p:txBody>
        </p:sp>
        <p:sp>
          <p:nvSpPr>
            <p:cNvPr id="1406" name="object 1406"/>
            <p:cNvSpPr/>
            <p:nvPr/>
          </p:nvSpPr>
          <p:spPr>
            <a:xfrm>
              <a:off x="7264400" y="3150869"/>
              <a:ext cx="810260" cy="6350"/>
            </a:xfrm>
            <a:custGeom>
              <a:avLst/>
              <a:gdLst/>
              <a:ahLst/>
              <a:cxnLst/>
              <a:rect l="l" t="t" r="r" b="b"/>
              <a:pathLst>
                <a:path w="810259" h="6350">
                  <a:moveTo>
                    <a:pt x="232410" y="0"/>
                  </a:moveTo>
                  <a:lnTo>
                    <a:pt x="0" y="0"/>
                  </a:lnTo>
                  <a:lnTo>
                    <a:pt x="0" y="1270"/>
                  </a:lnTo>
                  <a:lnTo>
                    <a:pt x="232410" y="1270"/>
                  </a:lnTo>
                  <a:lnTo>
                    <a:pt x="232410" y="0"/>
                  </a:lnTo>
                  <a:close/>
                </a:path>
                <a:path w="810259" h="6350">
                  <a:moveTo>
                    <a:pt x="233680" y="1282"/>
                  </a:moveTo>
                  <a:lnTo>
                    <a:pt x="0" y="1282"/>
                  </a:lnTo>
                  <a:lnTo>
                    <a:pt x="0" y="6350"/>
                  </a:lnTo>
                  <a:lnTo>
                    <a:pt x="233680" y="6350"/>
                  </a:lnTo>
                  <a:lnTo>
                    <a:pt x="233680" y="1282"/>
                  </a:lnTo>
                  <a:close/>
                </a:path>
                <a:path w="810259" h="6350">
                  <a:moveTo>
                    <a:pt x="810260" y="1282"/>
                  </a:moveTo>
                  <a:lnTo>
                    <a:pt x="623570" y="1282"/>
                  </a:lnTo>
                  <a:lnTo>
                    <a:pt x="623570" y="6350"/>
                  </a:lnTo>
                  <a:lnTo>
                    <a:pt x="810260" y="6350"/>
                  </a:lnTo>
                  <a:lnTo>
                    <a:pt x="810260" y="1282"/>
                  </a:lnTo>
                  <a:close/>
                </a:path>
                <a:path w="810259" h="6350">
                  <a:moveTo>
                    <a:pt x="810260" y="0"/>
                  </a:moveTo>
                  <a:lnTo>
                    <a:pt x="623570" y="0"/>
                  </a:lnTo>
                  <a:lnTo>
                    <a:pt x="623570" y="1270"/>
                  </a:lnTo>
                  <a:lnTo>
                    <a:pt x="810260" y="1270"/>
                  </a:lnTo>
                  <a:lnTo>
                    <a:pt x="810260" y="0"/>
                  </a:lnTo>
                  <a:close/>
                </a:path>
              </a:pathLst>
            </a:custGeom>
            <a:solidFill>
              <a:srgbClr val="B78900"/>
            </a:solidFill>
          </p:spPr>
          <p:txBody>
            <a:bodyPr wrap="square" lIns="0" tIns="0" rIns="0" bIns="0" rtlCol="0"/>
            <a:lstStyle/>
            <a:p/>
          </p:txBody>
        </p:sp>
        <p:sp>
          <p:nvSpPr>
            <p:cNvPr id="1407" name="object 1407"/>
            <p:cNvSpPr/>
            <p:nvPr/>
          </p:nvSpPr>
          <p:spPr>
            <a:xfrm>
              <a:off x="7265670" y="3157219"/>
              <a:ext cx="808990" cy="7620"/>
            </a:xfrm>
            <a:custGeom>
              <a:avLst/>
              <a:gdLst/>
              <a:ahLst/>
              <a:cxnLst/>
              <a:rect l="l" t="t" r="r" b="b"/>
              <a:pathLst>
                <a:path w="808990" h="7619">
                  <a:moveTo>
                    <a:pt x="232410" y="0"/>
                  </a:moveTo>
                  <a:lnTo>
                    <a:pt x="0" y="0"/>
                  </a:lnTo>
                  <a:lnTo>
                    <a:pt x="0" y="3810"/>
                  </a:lnTo>
                  <a:lnTo>
                    <a:pt x="232410" y="3810"/>
                  </a:lnTo>
                  <a:lnTo>
                    <a:pt x="232410" y="0"/>
                  </a:lnTo>
                  <a:close/>
                </a:path>
                <a:path w="808990" h="7619">
                  <a:moveTo>
                    <a:pt x="233680" y="5080"/>
                  </a:moveTo>
                  <a:lnTo>
                    <a:pt x="0" y="5080"/>
                  </a:lnTo>
                  <a:lnTo>
                    <a:pt x="0" y="7620"/>
                  </a:lnTo>
                  <a:lnTo>
                    <a:pt x="233680" y="7620"/>
                  </a:lnTo>
                  <a:lnTo>
                    <a:pt x="233680" y="5080"/>
                  </a:lnTo>
                  <a:close/>
                </a:path>
                <a:path w="808990" h="7619">
                  <a:moveTo>
                    <a:pt x="808990" y="5080"/>
                  </a:moveTo>
                  <a:lnTo>
                    <a:pt x="622300" y="5080"/>
                  </a:lnTo>
                  <a:lnTo>
                    <a:pt x="622300" y="7620"/>
                  </a:lnTo>
                  <a:lnTo>
                    <a:pt x="808990" y="7620"/>
                  </a:lnTo>
                  <a:lnTo>
                    <a:pt x="808990" y="5080"/>
                  </a:lnTo>
                  <a:close/>
                </a:path>
                <a:path w="808990" h="7619">
                  <a:moveTo>
                    <a:pt x="808990" y="0"/>
                  </a:moveTo>
                  <a:lnTo>
                    <a:pt x="622300" y="0"/>
                  </a:lnTo>
                  <a:lnTo>
                    <a:pt x="622300" y="3810"/>
                  </a:lnTo>
                  <a:lnTo>
                    <a:pt x="808990" y="3810"/>
                  </a:lnTo>
                  <a:lnTo>
                    <a:pt x="808990" y="0"/>
                  </a:lnTo>
                  <a:close/>
                </a:path>
              </a:pathLst>
            </a:custGeom>
            <a:solidFill>
              <a:srgbClr val="B88A00"/>
            </a:solidFill>
          </p:spPr>
          <p:txBody>
            <a:bodyPr wrap="square" lIns="0" tIns="0" rIns="0" bIns="0" rtlCol="0"/>
            <a:lstStyle/>
            <a:p/>
          </p:txBody>
        </p:sp>
        <p:sp>
          <p:nvSpPr>
            <p:cNvPr id="1408" name="object 1408"/>
            <p:cNvSpPr/>
            <p:nvPr/>
          </p:nvSpPr>
          <p:spPr>
            <a:xfrm>
              <a:off x="7266940" y="3164839"/>
              <a:ext cx="807720" cy="7620"/>
            </a:xfrm>
            <a:custGeom>
              <a:avLst/>
              <a:gdLst/>
              <a:ahLst/>
              <a:cxnLst/>
              <a:rect l="l" t="t" r="r" b="b"/>
              <a:pathLst>
                <a:path w="807720" h="7619">
                  <a:moveTo>
                    <a:pt x="233667" y="6350"/>
                  </a:moveTo>
                  <a:lnTo>
                    <a:pt x="1270" y="6350"/>
                  </a:lnTo>
                  <a:lnTo>
                    <a:pt x="1270" y="7620"/>
                  </a:lnTo>
                  <a:lnTo>
                    <a:pt x="233667" y="7620"/>
                  </a:lnTo>
                  <a:lnTo>
                    <a:pt x="233667" y="6350"/>
                  </a:lnTo>
                  <a:close/>
                </a:path>
                <a:path w="807720" h="7619">
                  <a:moveTo>
                    <a:pt x="233680" y="3810"/>
                  </a:moveTo>
                  <a:lnTo>
                    <a:pt x="232410" y="3810"/>
                  </a:lnTo>
                  <a:lnTo>
                    <a:pt x="232410" y="0"/>
                  </a:lnTo>
                  <a:lnTo>
                    <a:pt x="0" y="0"/>
                  </a:lnTo>
                  <a:lnTo>
                    <a:pt x="0" y="3810"/>
                  </a:lnTo>
                  <a:lnTo>
                    <a:pt x="0" y="5080"/>
                  </a:lnTo>
                  <a:lnTo>
                    <a:pt x="0" y="6350"/>
                  </a:lnTo>
                  <a:lnTo>
                    <a:pt x="1270" y="6350"/>
                  </a:lnTo>
                  <a:lnTo>
                    <a:pt x="1270" y="5080"/>
                  </a:lnTo>
                  <a:lnTo>
                    <a:pt x="233680" y="5080"/>
                  </a:lnTo>
                  <a:lnTo>
                    <a:pt x="233680" y="3810"/>
                  </a:lnTo>
                  <a:close/>
                </a:path>
                <a:path w="807720" h="7619">
                  <a:moveTo>
                    <a:pt x="807720" y="6350"/>
                  </a:moveTo>
                  <a:lnTo>
                    <a:pt x="621030" y="6350"/>
                  </a:lnTo>
                  <a:lnTo>
                    <a:pt x="621030" y="7620"/>
                  </a:lnTo>
                  <a:lnTo>
                    <a:pt x="807720" y="7620"/>
                  </a:lnTo>
                  <a:lnTo>
                    <a:pt x="807720" y="6350"/>
                  </a:lnTo>
                  <a:close/>
                </a:path>
                <a:path w="807720" h="7619">
                  <a:moveTo>
                    <a:pt x="807720" y="0"/>
                  </a:moveTo>
                  <a:lnTo>
                    <a:pt x="621030" y="0"/>
                  </a:lnTo>
                  <a:lnTo>
                    <a:pt x="621030" y="5080"/>
                  </a:lnTo>
                  <a:lnTo>
                    <a:pt x="807720" y="5080"/>
                  </a:lnTo>
                  <a:lnTo>
                    <a:pt x="807720" y="0"/>
                  </a:lnTo>
                  <a:close/>
                </a:path>
              </a:pathLst>
            </a:custGeom>
            <a:solidFill>
              <a:srgbClr val="BA8B00"/>
            </a:solidFill>
          </p:spPr>
          <p:txBody>
            <a:bodyPr wrap="square" lIns="0" tIns="0" rIns="0" bIns="0" rtlCol="0"/>
            <a:lstStyle/>
            <a:p/>
          </p:txBody>
        </p:sp>
        <p:sp>
          <p:nvSpPr>
            <p:cNvPr id="1409" name="object 1409"/>
            <p:cNvSpPr/>
            <p:nvPr/>
          </p:nvSpPr>
          <p:spPr>
            <a:xfrm>
              <a:off x="7268210" y="3172459"/>
              <a:ext cx="806450" cy="7620"/>
            </a:xfrm>
            <a:custGeom>
              <a:avLst/>
              <a:gdLst/>
              <a:ahLst/>
              <a:cxnLst/>
              <a:rect l="l" t="t" r="r" b="b"/>
              <a:pathLst>
                <a:path w="806450" h="7619">
                  <a:moveTo>
                    <a:pt x="233667" y="1270"/>
                  </a:moveTo>
                  <a:lnTo>
                    <a:pt x="232397" y="1270"/>
                  </a:lnTo>
                  <a:lnTo>
                    <a:pt x="232397" y="0"/>
                  </a:lnTo>
                  <a:lnTo>
                    <a:pt x="0" y="0"/>
                  </a:lnTo>
                  <a:lnTo>
                    <a:pt x="0" y="1270"/>
                  </a:lnTo>
                  <a:lnTo>
                    <a:pt x="0" y="2540"/>
                  </a:lnTo>
                  <a:lnTo>
                    <a:pt x="1270" y="2540"/>
                  </a:lnTo>
                  <a:lnTo>
                    <a:pt x="1270" y="6350"/>
                  </a:lnTo>
                  <a:lnTo>
                    <a:pt x="233667" y="6350"/>
                  </a:lnTo>
                  <a:lnTo>
                    <a:pt x="233667" y="2540"/>
                  </a:lnTo>
                  <a:lnTo>
                    <a:pt x="233667" y="1270"/>
                  </a:lnTo>
                  <a:close/>
                </a:path>
                <a:path w="806450" h="7619">
                  <a:moveTo>
                    <a:pt x="234950" y="6350"/>
                  </a:moveTo>
                  <a:lnTo>
                    <a:pt x="233667" y="6350"/>
                  </a:lnTo>
                  <a:lnTo>
                    <a:pt x="233667" y="7620"/>
                  </a:lnTo>
                  <a:lnTo>
                    <a:pt x="234950" y="7620"/>
                  </a:lnTo>
                  <a:lnTo>
                    <a:pt x="234950" y="6350"/>
                  </a:lnTo>
                  <a:close/>
                </a:path>
                <a:path w="806450" h="7619">
                  <a:moveTo>
                    <a:pt x="806450" y="0"/>
                  </a:moveTo>
                  <a:lnTo>
                    <a:pt x="619760" y="0"/>
                  </a:lnTo>
                  <a:lnTo>
                    <a:pt x="619760" y="6350"/>
                  </a:lnTo>
                  <a:lnTo>
                    <a:pt x="806450" y="6350"/>
                  </a:lnTo>
                  <a:lnTo>
                    <a:pt x="806450" y="0"/>
                  </a:lnTo>
                  <a:close/>
                </a:path>
              </a:pathLst>
            </a:custGeom>
            <a:solidFill>
              <a:srgbClr val="BC8C00"/>
            </a:solidFill>
          </p:spPr>
          <p:txBody>
            <a:bodyPr wrap="square" lIns="0" tIns="0" rIns="0" bIns="0" rtlCol="0"/>
            <a:lstStyle/>
            <a:p/>
          </p:txBody>
        </p:sp>
        <p:sp>
          <p:nvSpPr>
            <p:cNvPr id="1410" name="object 1410"/>
            <p:cNvSpPr/>
            <p:nvPr/>
          </p:nvSpPr>
          <p:spPr>
            <a:xfrm>
              <a:off x="7270750" y="3180079"/>
              <a:ext cx="803910" cy="6350"/>
            </a:xfrm>
            <a:custGeom>
              <a:avLst/>
              <a:gdLst/>
              <a:ahLst/>
              <a:cxnLst/>
              <a:rect l="l" t="t" r="r" b="b"/>
              <a:pathLst>
                <a:path w="803909" h="6350">
                  <a:moveTo>
                    <a:pt x="233680" y="3810"/>
                  </a:moveTo>
                  <a:lnTo>
                    <a:pt x="232410" y="3810"/>
                  </a:lnTo>
                  <a:lnTo>
                    <a:pt x="232410" y="0"/>
                  </a:lnTo>
                  <a:lnTo>
                    <a:pt x="0" y="0"/>
                  </a:lnTo>
                  <a:lnTo>
                    <a:pt x="0" y="3810"/>
                  </a:lnTo>
                  <a:lnTo>
                    <a:pt x="1270" y="3810"/>
                  </a:lnTo>
                  <a:lnTo>
                    <a:pt x="1270" y="6350"/>
                  </a:lnTo>
                  <a:lnTo>
                    <a:pt x="233680" y="6350"/>
                  </a:lnTo>
                  <a:lnTo>
                    <a:pt x="233680" y="3810"/>
                  </a:lnTo>
                  <a:close/>
                </a:path>
                <a:path w="803909" h="6350">
                  <a:moveTo>
                    <a:pt x="803910" y="0"/>
                  </a:moveTo>
                  <a:lnTo>
                    <a:pt x="617220" y="0"/>
                  </a:lnTo>
                  <a:lnTo>
                    <a:pt x="617220" y="6350"/>
                  </a:lnTo>
                  <a:lnTo>
                    <a:pt x="803910" y="6350"/>
                  </a:lnTo>
                  <a:lnTo>
                    <a:pt x="803910" y="0"/>
                  </a:lnTo>
                  <a:close/>
                </a:path>
              </a:pathLst>
            </a:custGeom>
            <a:solidFill>
              <a:srgbClr val="BD8D00"/>
            </a:solidFill>
          </p:spPr>
          <p:txBody>
            <a:bodyPr wrap="square" lIns="0" tIns="0" rIns="0" bIns="0" rtlCol="0"/>
            <a:lstStyle/>
            <a:p/>
          </p:txBody>
        </p:sp>
        <p:sp>
          <p:nvSpPr>
            <p:cNvPr id="1411" name="object 1411"/>
            <p:cNvSpPr/>
            <p:nvPr/>
          </p:nvSpPr>
          <p:spPr>
            <a:xfrm>
              <a:off x="7272020" y="3186429"/>
              <a:ext cx="802640" cy="7620"/>
            </a:xfrm>
            <a:custGeom>
              <a:avLst/>
              <a:gdLst/>
              <a:ahLst/>
              <a:cxnLst/>
              <a:rect l="l" t="t" r="r" b="b"/>
              <a:pathLst>
                <a:path w="802640" h="7619">
                  <a:moveTo>
                    <a:pt x="232410" y="0"/>
                  </a:moveTo>
                  <a:lnTo>
                    <a:pt x="0" y="0"/>
                  </a:lnTo>
                  <a:lnTo>
                    <a:pt x="0" y="1270"/>
                  </a:lnTo>
                  <a:lnTo>
                    <a:pt x="1270" y="1270"/>
                  </a:lnTo>
                  <a:lnTo>
                    <a:pt x="1270" y="2540"/>
                  </a:lnTo>
                  <a:lnTo>
                    <a:pt x="232410" y="2540"/>
                  </a:lnTo>
                  <a:lnTo>
                    <a:pt x="232410" y="1270"/>
                  </a:lnTo>
                  <a:lnTo>
                    <a:pt x="232410" y="0"/>
                  </a:lnTo>
                  <a:close/>
                </a:path>
                <a:path w="802640" h="7619">
                  <a:moveTo>
                    <a:pt x="233680" y="2540"/>
                  </a:moveTo>
                  <a:lnTo>
                    <a:pt x="232410" y="2540"/>
                  </a:lnTo>
                  <a:lnTo>
                    <a:pt x="232410" y="3810"/>
                  </a:lnTo>
                  <a:lnTo>
                    <a:pt x="1270" y="3810"/>
                  </a:lnTo>
                  <a:lnTo>
                    <a:pt x="1270" y="6350"/>
                  </a:lnTo>
                  <a:lnTo>
                    <a:pt x="2540" y="6350"/>
                  </a:lnTo>
                  <a:lnTo>
                    <a:pt x="2540" y="7620"/>
                  </a:lnTo>
                  <a:lnTo>
                    <a:pt x="233680" y="7620"/>
                  </a:lnTo>
                  <a:lnTo>
                    <a:pt x="233680" y="6350"/>
                  </a:lnTo>
                  <a:lnTo>
                    <a:pt x="233680" y="3810"/>
                  </a:lnTo>
                  <a:lnTo>
                    <a:pt x="233680" y="2540"/>
                  </a:lnTo>
                  <a:close/>
                </a:path>
                <a:path w="802640" h="7619">
                  <a:moveTo>
                    <a:pt x="802640" y="3810"/>
                  </a:moveTo>
                  <a:lnTo>
                    <a:pt x="615950" y="3810"/>
                  </a:lnTo>
                  <a:lnTo>
                    <a:pt x="615950" y="7620"/>
                  </a:lnTo>
                  <a:lnTo>
                    <a:pt x="802640" y="7620"/>
                  </a:lnTo>
                  <a:lnTo>
                    <a:pt x="802640" y="3810"/>
                  </a:lnTo>
                  <a:close/>
                </a:path>
                <a:path w="802640" h="7619">
                  <a:moveTo>
                    <a:pt x="802640" y="0"/>
                  </a:moveTo>
                  <a:lnTo>
                    <a:pt x="615950" y="0"/>
                  </a:lnTo>
                  <a:lnTo>
                    <a:pt x="615950" y="2540"/>
                  </a:lnTo>
                  <a:lnTo>
                    <a:pt x="802640" y="2540"/>
                  </a:lnTo>
                  <a:lnTo>
                    <a:pt x="802640" y="0"/>
                  </a:lnTo>
                  <a:close/>
                </a:path>
              </a:pathLst>
            </a:custGeom>
            <a:solidFill>
              <a:srgbClr val="BF8F00"/>
            </a:solidFill>
          </p:spPr>
          <p:txBody>
            <a:bodyPr wrap="square" lIns="0" tIns="0" rIns="0" bIns="0" rtlCol="0"/>
            <a:lstStyle/>
            <a:p/>
          </p:txBody>
        </p:sp>
        <p:sp>
          <p:nvSpPr>
            <p:cNvPr id="1412" name="object 1412"/>
            <p:cNvSpPr/>
            <p:nvPr/>
          </p:nvSpPr>
          <p:spPr>
            <a:xfrm>
              <a:off x="7274560" y="3194049"/>
              <a:ext cx="800100" cy="7620"/>
            </a:xfrm>
            <a:custGeom>
              <a:avLst/>
              <a:gdLst/>
              <a:ahLst/>
              <a:cxnLst/>
              <a:rect l="l" t="t" r="r" b="b"/>
              <a:pathLst>
                <a:path w="800100" h="7619">
                  <a:moveTo>
                    <a:pt x="232410" y="2540"/>
                  </a:moveTo>
                  <a:lnTo>
                    <a:pt x="232397" y="0"/>
                  </a:lnTo>
                  <a:lnTo>
                    <a:pt x="0" y="0"/>
                  </a:lnTo>
                  <a:lnTo>
                    <a:pt x="0" y="2540"/>
                  </a:lnTo>
                  <a:lnTo>
                    <a:pt x="1270" y="2540"/>
                  </a:lnTo>
                  <a:lnTo>
                    <a:pt x="1270" y="3810"/>
                  </a:lnTo>
                  <a:lnTo>
                    <a:pt x="232410" y="3810"/>
                  </a:lnTo>
                  <a:lnTo>
                    <a:pt x="232410" y="2540"/>
                  </a:lnTo>
                  <a:close/>
                </a:path>
                <a:path w="800100" h="7619">
                  <a:moveTo>
                    <a:pt x="233680" y="6350"/>
                  </a:moveTo>
                  <a:lnTo>
                    <a:pt x="233667" y="5080"/>
                  </a:lnTo>
                  <a:lnTo>
                    <a:pt x="1270" y="5080"/>
                  </a:lnTo>
                  <a:lnTo>
                    <a:pt x="1270" y="6350"/>
                  </a:lnTo>
                  <a:lnTo>
                    <a:pt x="2540" y="6350"/>
                  </a:lnTo>
                  <a:lnTo>
                    <a:pt x="2540" y="7620"/>
                  </a:lnTo>
                  <a:lnTo>
                    <a:pt x="233680" y="7620"/>
                  </a:lnTo>
                  <a:lnTo>
                    <a:pt x="233680" y="6350"/>
                  </a:lnTo>
                  <a:close/>
                </a:path>
                <a:path w="800100" h="7619">
                  <a:moveTo>
                    <a:pt x="797560" y="5080"/>
                  </a:moveTo>
                  <a:lnTo>
                    <a:pt x="613410" y="5080"/>
                  </a:lnTo>
                  <a:lnTo>
                    <a:pt x="613410" y="6350"/>
                  </a:lnTo>
                  <a:lnTo>
                    <a:pt x="613410" y="7620"/>
                  </a:lnTo>
                  <a:lnTo>
                    <a:pt x="796290" y="7620"/>
                  </a:lnTo>
                  <a:lnTo>
                    <a:pt x="796290" y="6350"/>
                  </a:lnTo>
                  <a:lnTo>
                    <a:pt x="797560" y="6350"/>
                  </a:lnTo>
                  <a:lnTo>
                    <a:pt x="797560" y="5080"/>
                  </a:lnTo>
                  <a:close/>
                </a:path>
                <a:path w="800100" h="7619">
                  <a:moveTo>
                    <a:pt x="800100" y="0"/>
                  </a:moveTo>
                  <a:lnTo>
                    <a:pt x="613410" y="0"/>
                  </a:lnTo>
                  <a:lnTo>
                    <a:pt x="613410" y="3810"/>
                  </a:lnTo>
                  <a:lnTo>
                    <a:pt x="798830" y="3810"/>
                  </a:lnTo>
                  <a:lnTo>
                    <a:pt x="798830" y="5080"/>
                  </a:lnTo>
                  <a:lnTo>
                    <a:pt x="800100" y="5080"/>
                  </a:lnTo>
                  <a:lnTo>
                    <a:pt x="800100" y="3810"/>
                  </a:lnTo>
                  <a:lnTo>
                    <a:pt x="800100" y="0"/>
                  </a:lnTo>
                  <a:close/>
                </a:path>
              </a:pathLst>
            </a:custGeom>
            <a:solidFill>
              <a:srgbClr val="C19000"/>
            </a:solidFill>
          </p:spPr>
          <p:txBody>
            <a:bodyPr wrap="square" lIns="0" tIns="0" rIns="0" bIns="0" rtlCol="0"/>
            <a:lstStyle/>
            <a:p/>
          </p:txBody>
        </p:sp>
        <p:sp>
          <p:nvSpPr>
            <p:cNvPr id="1413" name="object 1413"/>
            <p:cNvSpPr/>
            <p:nvPr/>
          </p:nvSpPr>
          <p:spPr>
            <a:xfrm>
              <a:off x="7277100" y="3201669"/>
              <a:ext cx="793750" cy="6350"/>
            </a:xfrm>
            <a:custGeom>
              <a:avLst/>
              <a:gdLst/>
              <a:ahLst/>
              <a:cxnLst/>
              <a:rect l="l" t="t" r="r" b="b"/>
              <a:pathLst>
                <a:path w="793750" h="6350">
                  <a:moveTo>
                    <a:pt x="231140" y="0"/>
                  </a:moveTo>
                  <a:lnTo>
                    <a:pt x="0" y="0"/>
                  </a:lnTo>
                  <a:lnTo>
                    <a:pt x="0" y="2540"/>
                  </a:lnTo>
                  <a:lnTo>
                    <a:pt x="0" y="3810"/>
                  </a:lnTo>
                  <a:lnTo>
                    <a:pt x="1270" y="3810"/>
                  </a:lnTo>
                  <a:lnTo>
                    <a:pt x="1270" y="2540"/>
                  </a:lnTo>
                  <a:lnTo>
                    <a:pt x="231140" y="2540"/>
                  </a:lnTo>
                  <a:lnTo>
                    <a:pt x="231140" y="0"/>
                  </a:lnTo>
                  <a:close/>
                </a:path>
                <a:path w="793750" h="6350">
                  <a:moveTo>
                    <a:pt x="232410" y="2540"/>
                  </a:moveTo>
                  <a:lnTo>
                    <a:pt x="231140" y="2540"/>
                  </a:lnTo>
                  <a:lnTo>
                    <a:pt x="231140" y="3810"/>
                  </a:lnTo>
                  <a:lnTo>
                    <a:pt x="1270" y="3810"/>
                  </a:lnTo>
                  <a:lnTo>
                    <a:pt x="1270" y="6350"/>
                  </a:lnTo>
                  <a:lnTo>
                    <a:pt x="232410" y="6350"/>
                  </a:lnTo>
                  <a:lnTo>
                    <a:pt x="232410" y="3810"/>
                  </a:lnTo>
                  <a:lnTo>
                    <a:pt x="232410" y="2540"/>
                  </a:lnTo>
                  <a:close/>
                </a:path>
                <a:path w="793750" h="6350">
                  <a:moveTo>
                    <a:pt x="789940" y="3810"/>
                  </a:moveTo>
                  <a:lnTo>
                    <a:pt x="612140" y="3810"/>
                  </a:lnTo>
                  <a:lnTo>
                    <a:pt x="612140" y="5080"/>
                  </a:lnTo>
                  <a:lnTo>
                    <a:pt x="612140" y="6350"/>
                  </a:lnTo>
                  <a:lnTo>
                    <a:pt x="788670" y="6350"/>
                  </a:lnTo>
                  <a:lnTo>
                    <a:pt x="788670" y="5080"/>
                  </a:lnTo>
                  <a:lnTo>
                    <a:pt x="789940" y="5080"/>
                  </a:lnTo>
                  <a:lnTo>
                    <a:pt x="789940" y="3810"/>
                  </a:lnTo>
                  <a:close/>
                </a:path>
                <a:path w="793750" h="6350">
                  <a:moveTo>
                    <a:pt x="793750" y="0"/>
                  </a:moveTo>
                  <a:lnTo>
                    <a:pt x="610870" y="0"/>
                  </a:lnTo>
                  <a:lnTo>
                    <a:pt x="610870" y="1270"/>
                  </a:lnTo>
                  <a:lnTo>
                    <a:pt x="610870" y="2540"/>
                  </a:lnTo>
                  <a:lnTo>
                    <a:pt x="610870" y="3810"/>
                  </a:lnTo>
                  <a:lnTo>
                    <a:pt x="612140" y="3810"/>
                  </a:lnTo>
                  <a:lnTo>
                    <a:pt x="612140" y="2540"/>
                  </a:lnTo>
                  <a:lnTo>
                    <a:pt x="791210" y="2540"/>
                  </a:lnTo>
                  <a:lnTo>
                    <a:pt x="791210" y="3810"/>
                  </a:lnTo>
                  <a:lnTo>
                    <a:pt x="792480" y="3810"/>
                  </a:lnTo>
                  <a:lnTo>
                    <a:pt x="792480" y="2540"/>
                  </a:lnTo>
                  <a:lnTo>
                    <a:pt x="792480" y="1270"/>
                  </a:lnTo>
                  <a:lnTo>
                    <a:pt x="793750" y="1270"/>
                  </a:lnTo>
                  <a:lnTo>
                    <a:pt x="793750" y="0"/>
                  </a:lnTo>
                  <a:close/>
                </a:path>
              </a:pathLst>
            </a:custGeom>
            <a:solidFill>
              <a:srgbClr val="C29100"/>
            </a:solidFill>
          </p:spPr>
          <p:txBody>
            <a:bodyPr wrap="square" lIns="0" tIns="0" rIns="0" bIns="0" rtlCol="0"/>
            <a:lstStyle/>
            <a:p/>
          </p:txBody>
        </p:sp>
        <p:sp>
          <p:nvSpPr>
            <p:cNvPr id="1414" name="object 1414"/>
            <p:cNvSpPr/>
            <p:nvPr/>
          </p:nvSpPr>
          <p:spPr>
            <a:xfrm>
              <a:off x="7278370" y="3208019"/>
              <a:ext cx="786130" cy="7620"/>
            </a:xfrm>
            <a:custGeom>
              <a:avLst/>
              <a:gdLst/>
              <a:ahLst/>
              <a:cxnLst/>
              <a:rect l="l" t="t" r="r" b="b"/>
              <a:pathLst>
                <a:path w="786129" h="7619">
                  <a:moveTo>
                    <a:pt x="1270" y="0"/>
                  </a:moveTo>
                  <a:lnTo>
                    <a:pt x="0" y="0"/>
                  </a:lnTo>
                  <a:lnTo>
                    <a:pt x="0" y="1270"/>
                  </a:lnTo>
                  <a:lnTo>
                    <a:pt x="1270" y="1270"/>
                  </a:lnTo>
                  <a:lnTo>
                    <a:pt x="1270" y="0"/>
                  </a:lnTo>
                  <a:close/>
                </a:path>
                <a:path w="786129" h="7619">
                  <a:moveTo>
                    <a:pt x="232410" y="3810"/>
                  </a:moveTo>
                  <a:lnTo>
                    <a:pt x="1270" y="3810"/>
                  </a:lnTo>
                  <a:lnTo>
                    <a:pt x="1270" y="5080"/>
                  </a:lnTo>
                  <a:lnTo>
                    <a:pt x="2540" y="5080"/>
                  </a:lnTo>
                  <a:lnTo>
                    <a:pt x="2540" y="7620"/>
                  </a:lnTo>
                  <a:lnTo>
                    <a:pt x="232410" y="7620"/>
                  </a:lnTo>
                  <a:lnTo>
                    <a:pt x="232410" y="5080"/>
                  </a:lnTo>
                  <a:lnTo>
                    <a:pt x="232410" y="3810"/>
                  </a:lnTo>
                  <a:close/>
                </a:path>
                <a:path w="786129" h="7619">
                  <a:moveTo>
                    <a:pt x="232410" y="1270"/>
                  </a:moveTo>
                  <a:lnTo>
                    <a:pt x="1270" y="1270"/>
                  </a:lnTo>
                  <a:lnTo>
                    <a:pt x="1270" y="2540"/>
                  </a:lnTo>
                  <a:lnTo>
                    <a:pt x="232410" y="2540"/>
                  </a:lnTo>
                  <a:lnTo>
                    <a:pt x="232410" y="1270"/>
                  </a:lnTo>
                  <a:close/>
                </a:path>
                <a:path w="786129" h="7619">
                  <a:moveTo>
                    <a:pt x="783590" y="3810"/>
                  </a:moveTo>
                  <a:lnTo>
                    <a:pt x="610870" y="3810"/>
                  </a:lnTo>
                  <a:lnTo>
                    <a:pt x="610870" y="5080"/>
                  </a:lnTo>
                  <a:lnTo>
                    <a:pt x="610870" y="7620"/>
                  </a:lnTo>
                  <a:lnTo>
                    <a:pt x="782320" y="7620"/>
                  </a:lnTo>
                  <a:lnTo>
                    <a:pt x="782320" y="5080"/>
                  </a:lnTo>
                  <a:lnTo>
                    <a:pt x="783590" y="5080"/>
                  </a:lnTo>
                  <a:lnTo>
                    <a:pt x="783590" y="3810"/>
                  </a:lnTo>
                  <a:close/>
                </a:path>
                <a:path w="786129" h="7619">
                  <a:moveTo>
                    <a:pt x="786130" y="1270"/>
                  </a:moveTo>
                  <a:lnTo>
                    <a:pt x="610870" y="1270"/>
                  </a:lnTo>
                  <a:lnTo>
                    <a:pt x="610870" y="2540"/>
                  </a:lnTo>
                  <a:lnTo>
                    <a:pt x="784860" y="2540"/>
                  </a:lnTo>
                  <a:lnTo>
                    <a:pt x="784860" y="3810"/>
                  </a:lnTo>
                  <a:lnTo>
                    <a:pt x="786130" y="3810"/>
                  </a:lnTo>
                  <a:lnTo>
                    <a:pt x="786130" y="2540"/>
                  </a:lnTo>
                  <a:lnTo>
                    <a:pt x="786130" y="1270"/>
                  </a:lnTo>
                  <a:close/>
                </a:path>
              </a:pathLst>
            </a:custGeom>
            <a:solidFill>
              <a:srgbClr val="C49200"/>
            </a:solidFill>
          </p:spPr>
          <p:txBody>
            <a:bodyPr wrap="square" lIns="0" tIns="0" rIns="0" bIns="0" rtlCol="0"/>
            <a:lstStyle/>
            <a:p/>
          </p:txBody>
        </p:sp>
        <p:sp>
          <p:nvSpPr>
            <p:cNvPr id="1415" name="object 1415"/>
            <p:cNvSpPr/>
            <p:nvPr/>
          </p:nvSpPr>
          <p:spPr>
            <a:xfrm>
              <a:off x="7280910" y="3215639"/>
              <a:ext cx="778510" cy="7620"/>
            </a:xfrm>
            <a:custGeom>
              <a:avLst/>
              <a:gdLst/>
              <a:ahLst/>
              <a:cxnLst/>
              <a:rect l="l" t="t" r="r" b="b"/>
              <a:pathLst>
                <a:path w="778509" h="7619">
                  <a:moveTo>
                    <a:pt x="231140" y="0"/>
                  </a:moveTo>
                  <a:lnTo>
                    <a:pt x="0" y="0"/>
                  </a:lnTo>
                  <a:lnTo>
                    <a:pt x="0" y="1270"/>
                  </a:lnTo>
                  <a:lnTo>
                    <a:pt x="0" y="2540"/>
                  </a:lnTo>
                  <a:lnTo>
                    <a:pt x="1270" y="2540"/>
                  </a:lnTo>
                  <a:lnTo>
                    <a:pt x="1270" y="1270"/>
                  </a:lnTo>
                  <a:lnTo>
                    <a:pt x="231140" y="1270"/>
                  </a:lnTo>
                  <a:lnTo>
                    <a:pt x="231140" y="0"/>
                  </a:lnTo>
                  <a:close/>
                </a:path>
                <a:path w="778509" h="7619">
                  <a:moveTo>
                    <a:pt x="232410" y="3810"/>
                  </a:moveTo>
                  <a:lnTo>
                    <a:pt x="231140" y="3810"/>
                  </a:lnTo>
                  <a:lnTo>
                    <a:pt x="231140" y="2540"/>
                  </a:lnTo>
                  <a:lnTo>
                    <a:pt x="1270" y="2540"/>
                  </a:lnTo>
                  <a:lnTo>
                    <a:pt x="1270" y="3810"/>
                  </a:lnTo>
                  <a:lnTo>
                    <a:pt x="1270" y="6350"/>
                  </a:lnTo>
                  <a:lnTo>
                    <a:pt x="2540" y="6350"/>
                  </a:lnTo>
                  <a:lnTo>
                    <a:pt x="2540" y="7620"/>
                  </a:lnTo>
                  <a:lnTo>
                    <a:pt x="232410" y="7620"/>
                  </a:lnTo>
                  <a:lnTo>
                    <a:pt x="232410" y="6350"/>
                  </a:lnTo>
                  <a:lnTo>
                    <a:pt x="232410" y="3810"/>
                  </a:lnTo>
                  <a:close/>
                </a:path>
                <a:path w="778509" h="7619">
                  <a:moveTo>
                    <a:pt x="775970" y="2540"/>
                  </a:moveTo>
                  <a:lnTo>
                    <a:pt x="608330" y="2540"/>
                  </a:lnTo>
                  <a:lnTo>
                    <a:pt x="608330" y="3810"/>
                  </a:lnTo>
                  <a:lnTo>
                    <a:pt x="608330" y="6350"/>
                  </a:lnTo>
                  <a:lnTo>
                    <a:pt x="608330" y="7620"/>
                  </a:lnTo>
                  <a:lnTo>
                    <a:pt x="773430" y="7620"/>
                  </a:lnTo>
                  <a:lnTo>
                    <a:pt x="773430" y="6350"/>
                  </a:lnTo>
                  <a:lnTo>
                    <a:pt x="774700" y="6350"/>
                  </a:lnTo>
                  <a:lnTo>
                    <a:pt x="774700" y="3810"/>
                  </a:lnTo>
                  <a:lnTo>
                    <a:pt x="775970" y="3810"/>
                  </a:lnTo>
                  <a:lnTo>
                    <a:pt x="775970" y="2540"/>
                  </a:lnTo>
                  <a:close/>
                </a:path>
                <a:path w="778509" h="7619">
                  <a:moveTo>
                    <a:pt x="778510" y="0"/>
                  </a:moveTo>
                  <a:lnTo>
                    <a:pt x="608330" y="0"/>
                  </a:lnTo>
                  <a:lnTo>
                    <a:pt x="608330" y="1270"/>
                  </a:lnTo>
                  <a:lnTo>
                    <a:pt x="777240" y="1270"/>
                  </a:lnTo>
                  <a:lnTo>
                    <a:pt x="777240" y="2540"/>
                  </a:lnTo>
                  <a:lnTo>
                    <a:pt x="778510" y="2540"/>
                  </a:lnTo>
                  <a:lnTo>
                    <a:pt x="778510" y="1270"/>
                  </a:lnTo>
                  <a:lnTo>
                    <a:pt x="778510" y="0"/>
                  </a:lnTo>
                  <a:close/>
                </a:path>
              </a:pathLst>
            </a:custGeom>
            <a:solidFill>
              <a:srgbClr val="C69400"/>
            </a:solidFill>
          </p:spPr>
          <p:txBody>
            <a:bodyPr wrap="square" lIns="0" tIns="0" rIns="0" bIns="0" rtlCol="0"/>
            <a:lstStyle/>
            <a:p/>
          </p:txBody>
        </p:sp>
        <p:sp>
          <p:nvSpPr>
            <p:cNvPr id="1416" name="object 1416"/>
            <p:cNvSpPr/>
            <p:nvPr/>
          </p:nvSpPr>
          <p:spPr>
            <a:xfrm>
              <a:off x="7284720" y="3223259"/>
              <a:ext cx="769620" cy="6350"/>
            </a:xfrm>
            <a:custGeom>
              <a:avLst/>
              <a:gdLst/>
              <a:ahLst/>
              <a:cxnLst/>
              <a:rect l="l" t="t" r="r" b="b"/>
              <a:pathLst>
                <a:path w="769620" h="6350">
                  <a:moveTo>
                    <a:pt x="231140" y="5080"/>
                  </a:moveTo>
                  <a:lnTo>
                    <a:pt x="229870" y="5080"/>
                  </a:lnTo>
                  <a:lnTo>
                    <a:pt x="229870" y="1270"/>
                  </a:lnTo>
                  <a:lnTo>
                    <a:pt x="229870" y="0"/>
                  </a:lnTo>
                  <a:lnTo>
                    <a:pt x="228600" y="0"/>
                  </a:lnTo>
                  <a:lnTo>
                    <a:pt x="228600" y="1270"/>
                  </a:lnTo>
                  <a:lnTo>
                    <a:pt x="0" y="1270"/>
                  </a:lnTo>
                  <a:lnTo>
                    <a:pt x="0" y="5080"/>
                  </a:lnTo>
                  <a:lnTo>
                    <a:pt x="1270" y="5080"/>
                  </a:lnTo>
                  <a:lnTo>
                    <a:pt x="1270" y="6350"/>
                  </a:lnTo>
                  <a:lnTo>
                    <a:pt x="231140" y="6350"/>
                  </a:lnTo>
                  <a:lnTo>
                    <a:pt x="231140" y="5080"/>
                  </a:lnTo>
                  <a:close/>
                </a:path>
                <a:path w="769620" h="6350">
                  <a:moveTo>
                    <a:pt x="767080" y="1270"/>
                  </a:moveTo>
                  <a:lnTo>
                    <a:pt x="604520" y="1270"/>
                  </a:lnTo>
                  <a:lnTo>
                    <a:pt x="604520" y="2540"/>
                  </a:lnTo>
                  <a:lnTo>
                    <a:pt x="604520" y="5080"/>
                  </a:lnTo>
                  <a:lnTo>
                    <a:pt x="604520" y="6350"/>
                  </a:lnTo>
                  <a:lnTo>
                    <a:pt x="764540" y="6350"/>
                  </a:lnTo>
                  <a:lnTo>
                    <a:pt x="764540" y="5080"/>
                  </a:lnTo>
                  <a:lnTo>
                    <a:pt x="765810" y="5080"/>
                  </a:lnTo>
                  <a:lnTo>
                    <a:pt x="765810" y="2540"/>
                  </a:lnTo>
                  <a:lnTo>
                    <a:pt x="767080" y="2540"/>
                  </a:lnTo>
                  <a:lnTo>
                    <a:pt x="767080" y="1270"/>
                  </a:lnTo>
                  <a:close/>
                </a:path>
                <a:path w="769620" h="6350">
                  <a:moveTo>
                    <a:pt x="769620" y="0"/>
                  </a:moveTo>
                  <a:lnTo>
                    <a:pt x="768350" y="0"/>
                  </a:lnTo>
                  <a:lnTo>
                    <a:pt x="768350" y="1270"/>
                  </a:lnTo>
                  <a:lnTo>
                    <a:pt x="769620" y="1270"/>
                  </a:lnTo>
                  <a:lnTo>
                    <a:pt x="769620" y="0"/>
                  </a:lnTo>
                  <a:close/>
                </a:path>
              </a:pathLst>
            </a:custGeom>
            <a:solidFill>
              <a:srgbClr val="C79500"/>
            </a:solidFill>
          </p:spPr>
          <p:txBody>
            <a:bodyPr wrap="square" lIns="0" tIns="0" rIns="0" bIns="0" rtlCol="0"/>
            <a:lstStyle/>
            <a:p/>
          </p:txBody>
        </p:sp>
        <p:sp>
          <p:nvSpPr>
            <p:cNvPr id="1417" name="object 1417"/>
            <p:cNvSpPr/>
            <p:nvPr/>
          </p:nvSpPr>
          <p:spPr>
            <a:xfrm>
              <a:off x="7287260" y="3229609"/>
              <a:ext cx="762000" cy="7620"/>
            </a:xfrm>
            <a:custGeom>
              <a:avLst/>
              <a:gdLst/>
              <a:ahLst/>
              <a:cxnLst/>
              <a:rect l="l" t="t" r="r" b="b"/>
              <a:pathLst>
                <a:path w="762000" h="7619">
                  <a:moveTo>
                    <a:pt x="229870" y="5080"/>
                  </a:moveTo>
                  <a:lnTo>
                    <a:pt x="1270" y="5080"/>
                  </a:lnTo>
                  <a:lnTo>
                    <a:pt x="1270" y="6350"/>
                  </a:lnTo>
                  <a:lnTo>
                    <a:pt x="229870" y="6350"/>
                  </a:lnTo>
                  <a:lnTo>
                    <a:pt x="229870" y="5080"/>
                  </a:lnTo>
                  <a:close/>
                </a:path>
                <a:path w="762000" h="7619">
                  <a:moveTo>
                    <a:pt x="229870" y="2540"/>
                  </a:moveTo>
                  <a:lnTo>
                    <a:pt x="228600" y="2540"/>
                  </a:lnTo>
                  <a:lnTo>
                    <a:pt x="228600" y="1270"/>
                  </a:lnTo>
                  <a:lnTo>
                    <a:pt x="0" y="1270"/>
                  </a:lnTo>
                  <a:lnTo>
                    <a:pt x="0" y="2540"/>
                  </a:lnTo>
                  <a:lnTo>
                    <a:pt x="0" y="3810"/>
                  </a:lnTo>
                  <a:lnTo>
                    <a:pt x="229870" y="3810"/>
                  </a:lnTo>
                  <a:lnTo>
                    <a:pt x="229870" y="2540"/>
                  </a:lnTo>
                  <a:close/>
                </a:path>
                <a:path w="762000" h="7619">
                  <a:moveTo>
                    <a:pt x="231140" y="6350"/>
                  </a:moveTo>
                  <a:lnTo>
                    <a:pt x="229870" y="6350"/>
                  </a:lnTo>
                  <a:lnTo>
                    <a:pt x="229870" y="7620"/>
                  </a:lnTo>
                  <a:lnTo>
                    <a:pt x="231140" y="7620"/>
                  </a:lnTo>
                  <a:lnTo>
                    <a:pt x="231140" y="6350"/>
                  </a:lnTo>
                  <a:close/>
                </a:path>
                <a:path w="762000" h="7619">
                  <a:moveTo>
                    <a:pt x="755650" y="5080"/>
                  </a:moveTo>
                  <a:lnTo>
                    <a:pt x="601980" y="5080"/>
                  </a:lnTo>
                  <a:lnTo>
                    <a:pt x="601980" y="6350"/>
                  </a:lnTo>
                  <a:lnTo>
                    <a:pt x="755650" y="6350"/>
                  </a:lnTo>
                  <a:lnTo>
                    <a:pt x="755650" y="5080"/>
                  </a:lnTo>
                  <a:close/>
                </a:path>
                <a:path w="762000" h="7619">
                  <a:moveTo>
                    <a:pt x="759460" y="1270"/>
                  </a:moveTo>
                  <a:lnTo>
                    <a:pt x="601980" y="1270"/>
                  </a:lnTo>
                  <a:lnTo>
                    <a:pt x="601980" y="2540"/>
                  </a:lnTo>
                  <a:lnTo>
                    <a:pt x="601980" y="3810"/>
                  </a:lnTo>
                  <a:lnTo>
                    <a:pt x="756920" y="3810"/>
                  </a:lnTo>
                  <a:lnTo>
                    <a:pt x="756920" y="5080"/>
                  </a:lnTo>
                  <a:lnTo>
                    <a:pt x="758190" y="5080"/>
                  </a:lnTo>
                  <a:lnTo>
                    <a:pt x="758190" y="3810"/>
                  </a:lnTo>
                  <a:lnTo>
                    <a:pt x="758190" y="2540"/>
                  </a:lnTo>
                  <a:lnTo>
                    <a:pt x="759460" y="2540"/>
                  </a:lnTo>
                  <a:lnTo>
                    <a:pt x="759460" y="1270"/>
                  </a:lnTo>
                  <a:close/>
                </a:path>
                <a:path w="762000" h="7619">
                  <a:moveTo>
                    <a:pt x="762000" y="0"/>
                  </a:moveTo>
                  <a:lnTo>
                    <a:pt x="760730" y="0"/>
                  </a:lnTo>
                  <a:lnTo>
                    <a:pt x="760730" y="1270"/>
                  </a:lnTo>
                  <a:lnTo>
                    <a:pt x="762000" y="1270"/>
                  </a:lnTo>
                  <a:lnTo>
                    <a:pt x="762000" y="0"/>
                  </a:lnTo>
                  <a:close/>
                </a:path>
              </a:pathLst>
            </a:custGeom>
            <a:solidFill>
              <a:srgbClr val="C99600"/>
            </a:solidFill>
          </p:spPr>
          <p:txBody>
            <a:bodyPr wrap="square" lIns="0" tIns="0" rIns="0" bIns="0" rtlCol="0"/>
            <a:lstStyle/>
            <a:p/>
          </p:txBody>
        </p:sp>
        <p:sp>
          <p:nvSpPr>
            <p:cNvPr id="1418" name="object 1418"/>
            <p:cNvSpPr/>
            <p:nvPr/>
          </p:nvSpPr>
          <p:spPr>
            <a:xfrm>
              <a:off x="7289800" y="3237229"/>
              <a:ext cx="751840" cy="7620"/>
            </a:xfrm>
            <a:custGeom>
              <a:avLst/>
              <a:gdLst/>
              <a:ahLst/>
              <a:cxnLst/>
              <a:rect l="l" t="t" r="r" b="b"/>
              <a:pathLst>
                <a:path w="751840" h="7619">
                  <a:moveTo>
                    <a:pt x="228600" y="0"/>
                  </a:moveTo>
                  <a:lnTo>
                    <a:pt x="0" y="0"/>
                  </a:lnTo>
                  <a:lnTo>
                    <a:pt x="0" y="2540"/>
                  </a:lnTo>
                  <a:lnTo>
                    <a:pt x="228600" y="2540"/>
                  </a:lnTo>
                  <a:lnTo>
                    <a:pt x="228600" y="0"/>
                  </a:lnTo>
                  <a:close/>
                </a:path>
                <a:path w="751840" h="7619">
                  <a:moveTo>
                    <a:pt x="229870" y="2540"/>
                  </a:moveTo>
                  <a:lnTo>
                    <a:pt x="228600" y="2540"/>
                  </a:lnTo>
                  <a:lnTo>
                    <a:pt x="228600" y="3810"/>
                  </a:lnTo>
                  <a:lnTo>
                    <a:pt x="1270" y="3810"/>
                  </a:lnTo>
                  <a:lnTo>
                    <a:pt x="1270" y="5080"/>
                  </a:lnTo>
                  <a:lnTo>
                    <a:pt x="229870" y="5080"/>
                  </a:lnTo>
                  <a:lnTo>
                    <a:pt x="229870" y="3810"/>
                  </a:lnTo>
                  <a:lnTo>
                    <a:pt x="229870" y="2540"/>
                  </a:lnTo>
                  <a:close/>
                </a:path>
                <a:path w="751840" h="7619">
                  <a:moveTo>
                    <a:pt x="231140" y="6350"/>
                  </a:moveTo>
                  <a:lnTo>
                    <a:pt x="2540" y="6350"/>
                  </a:lnTo>
                  <a:lnTo>
                    <a:pt x="2540" y="7620"/>
                  </a:lnTo>
                  <a:lnTo>
                    <a:pt x="231140" y="7620"/>
                  </a:lnTo>
                  <a:lnTo>
                    <a:pt x="231140" y="6350"/>
                  </a:lnTo>
                  <a:close/>
                </a:path>
                <a:path w="751840" h="7619">
                  <a:moveTo>
                    <a:pt x="745490" y="6350"/>
                  </a:moveTo>
                  <a:lnTo>
                    <a:pt x="599440" y="6350"/>
                  </a:lnTo>
                  <a:lnTo>
                    <a:pt x="599440" y="7620"/>
                  </a:lnTo>
                  <a:lnTo>
                    <a:pt x="745490" y="7620"/>
                  </a:lnTo>
                  <a:lnTo>
                    <a:pt x="745490" y="6350"/>
                  </a:lnTo>
                  <a:close/>
                </a:path>
                <a:path w="751840" h="7619">
                  <a:moveTo>
                    <a:pt x="748030" y="3810"/>
                  </a:moveTo>
                  <a:lnTo>
                    <a:pt x="599440" y="3810"/>
                  </a:lnTo>
                  <a:lnTo>
                    <a:pt x="599440" y="5080"/>
                  </a:lnTo>
                  <a:lnTo>
                    <a:pt x="746760" y="5080"/>
                  </a:lnTo>
                  <a:lnTo>
                    <a:pt x="746760" y="6350"/>
                  </a:lnTo>
                  <a:lnTo>
                    <a:pt x="748030" y="6350"/>
                  </a:lnTo>
                  <a:lnTo>
                    <a:pt x="748030" y="5080"/>
                  </a:lnTo>
                  <a:lnTo>
                    <a:pt x="748030" y="3810"/>
                  </a:lnTo>
                  <a:close/>
                </a:path>
                <a:path w="751840" h="7619">
                  <a:moveTo>
                    <a:pt x="751840" y="0"/>
                  </a:moveTo>
                  <a:lnTo>
                    <a:pt x="599440" y="0"/>
                  </a:lnTo>
                  <a:lnTo>
                    <a:pt x="599440" y="1270"/>
                  </a:lnTo>
                  <a:lnTo>
                    <a:pt x="599440" y="2540"/>
                  </a:lnTo>
                  <a:lnTo>
                    <a:pt x="749300" y="2540"/>
                  </a:lnTo>
                  <a:lnTo>
                    <a:pt x="749300" y="3810"/>
                  </a:lnTo>
                  <a:lnTo>
                    <a:pt x="750570" y="3810"/>
                  </a:lnTo>
                  <a:lnTo>
                    <a:pt x="750570" y="2540"/>
                  </a:lnTo>
                  <a:lnTo>
                    <a:pt x="750570" y="1270"/>
                  </a:lnTo>
                  <a:lnTo>
                    <a:pt x="751840" y="1270"/>
                  </a:lnTo>
                  <a:lnTo>
                    <a:pt x="751840" y="0"/>
                  </a:lnTo>
                  <a:close/>
                </a:path>
              </a:pathLst>
            </a:custGeom>
            <a:solidFill>
              <a:srgbClr val="CC9700"/>
            </a:solidFill>
          </p:spPr>
          <p:txBody>
            <a:bodyPr wrap="square" lIns="0" tIns="0" rIns="0" bIns="0" rtlCol="0"/>
            <a:lstStyle/>
            <a:p/>
          </p:txBody>
        </p:sp>
        <p:sp>
          <p:nvSpPr>
            <p:cNvPr id="1419" name="object 1419"/>
            <p:cNvSpPr/>
            <p:nvPr/>
          </p:nvSpPr>
          <p:spPr>
            <a:xfrm>
              <a:off x="7292340" y="3244849"/>
              <a:ext cx="741680" cy="6350"/>
            </a:xfrm>
            <a:custGeom>
              <a:avLst/>
              <a:gdLst/>
              <a:ahLst/>
              <a:cxnLst/>
              <a:rect l="l" t="t" r="r" b="b"/>
              <a:pathLst>
                <a:path w="741679" h="6350">
                  <a:moveTo>
                    <a:pt x="228587" y="0"/>
                  </a:moveTo>
                  <a:lnTo>
                    <a:pt x="0" y="0"/>
                  </a:lnTo>
                  <a:lnTo>
                    <a:pt x="0" y="1270"/>
                  </a:lnTo>
                  <a:lnTo>
                    <a:pt x="0" y="2540"/>
                  </a:lnTo>
                  <a:lnTo>
                    <a:pt x="1270" y="2540"/>
                  </a:lnTo>
                  <a:lnTo>
                    <a:pt x="1270" y="1270"/>
                  </a:lnTo>
                  <a:lnTo>
                    <a:pt x="228587" y="1270"/>
                  </a:lnTo>
                  <a:lnTo>
                    <a:pt x="228587" y="0"/>
                  </a:lnTo>
                  <a:close/>
                </a:path>
                <a:path w="741679" h="6350">
                  <a:moveTo>
                    <a:pt x="229870" y="5080"/>
                  </a:moveTo>
                  <a:lnTo>
                    <a:pt x="2540" y="5080"/>
                  </a:lnTo>
                  <a:lnTo>
                    <a:pt x="2540" y="6350"/>
                  </a:lnTo>
                  <a:lnTo>
                    <a:pt x="229870" y="6350"/>
                  </a:lnTo>
                  <a:lnTo>
                    <a:pt x="229870" y="5080"/>
                  </a:lnTo>
                  <a:close/>
                </a:path>
                <a:path w="741679" h="6350">
                  <a:moveTo>
                    <a:pt x="229870" y="2540"/>
                  </a:moveTo>
                  <a:lnTo>
                    <a:pt x="1270" y="2540"/>
                  </a:lnTo>
                  <a:lnTo>
                    <a:pt x="1270" y="3810"/>
                  </a:lnTo>
                  <a:lnTo>
                    <a:pt x="1270" y="5080"/>
                  </a:lnTo>
                  <a:lnTo>
                    <a:pt x="2540" y="5080"/>
                  </a:lnTo>
                  <a:lnTo>
                    <a:pt x="2540" y="3810"/>
                  </a:lnTo>
                  <a:lnTo>
                    <a:pt x="229870" y="3810"/>
                  </a:lnTo>
                  <a:lnTo>
                    <a:pt x="229870" y="2540"/>
                  </a:lnTo>
                  <a:close/>
                </a:path>
                <a:path w="741679" h="6350">
                  <a:moveTo>
                    <a:pt x="737870" y="5080"/>
                  </a:moveTo>
                  <a:lnTo>
                    <a:pt x="596900" y="5080"/>
                  </a:lnTo>
                  <a:lnTo>
                    <a:pt x="596900" y="6350"/>
                  </a:lnTo>
                  <a:lnTo>
                    <a:pt x="737870" y="6350"/>
                  </a:lnTo>
                  <a:lnTo>
                    <a:pt x="737870" y="5080"/>
                  </a:lnTo>
                  <a:close/>
                </a:path>
                <a:path w="741679" h="6350">
                  <a:moveTo>
                    <a:pt x="740410" y="2540"/>
                  </a:moveTo>
                  <a:lnTo>
                    <a:pt x="596900" y="2540"/>
                  </a:lnTo>
                  <a:lnTo>
                    <a:pt x="596900" y="3810"/>
                  </a:lnTo>
                  <a:lnTo>
                    <a:pt x="739140" y="3810"/>
                  </a:lnTo>
                  <a:lnTo>
                    <a:pt x="739140" y="5080"/>
                  </a:lnTo>
                  <a:lnTo>
                    <a:pt x="740410" y="5080"/>
                  </a:lnTo>
                  <a:lnTo>
                    <a:pt x="740410" y="3810"/>
                  </a:lnTo>
                  <a:lnTo>
                    <a:pt x="740410" y="2540"/>
                  </a:lnTo>
                  <a:close/>
                </a:path>
                <a:path w="741679" h="6350">
                  <a:moveTo>
                    <a:pt x="741680" y="0"/>
                  </a:moveTo>
                  <a:lnTo>
                    <a:pt x="596900" y="0"/>
                  </a:lnTo>
                  <a:lnTo>
                    <a:pt x="596900" y="1270"/>
                  </a:lnTo>
                  <a:lnTo>
                    <a:pt x="741680" y="1270"/>
                  </a:lnTo>
                  <a:lnTo>
                    <a:pt x="741680" y="0"/>
                  </a:lnTo>
                  <a:close/>
                </a:path>
              </a:pathLst>
            </a:custGeom>
            <a:solidFill>
              <a:srgbClr val="CC9900"/>
            </a:solidFill>
          </p:spPr>
          <p:txBody>
            <a:bodyPr wrap="square" lIns="0" tIns="0" rIns="0" bIns="0" rtlCol="0"/>
            <a:lstStyle/>
            <a:p/>
          </p:txBody>
        </p:sp>
        <p:sp>
          <p:nvSpPr>
            <p:cNvPr id="1420" name="object 1420"/>
            <p:cNvSpPr/>
            <p:nvPr/>
          </p:nvSpPr>
          <p:spPr>
            <a:xfrm>
              <a:off x="7296150" y="3251199"/>
              <a:ext cx="732790" cy="7620"/>
            </a:xfrm>
            <a:custGeom>
              <a:avLst/>
              <a:gdLst/>
              <a:ahLst/>
              <a:cxnLst/>
              <a:rect l="l" t="t" r="r" b="b"/>
              <a:pathLst>
                <a:path w="732790" h="7620">
                  <a:moveTo>
                    <a:pt x="227330" y="2540"/>
                  </a:moveTo>
                  <a:lnTo>
                    <a:pt x="1270" y="2540"/>
                  </a:lnTo>
                  <a:lnTo>
                    <a:pt x="1270" y="3810"/>
                  </a:lnTo>
                  <a:lnTo>
                    <a:pt x="227330" y="3810"/>
                  </a:lnTo>
                  <a:lnTo>
                    <a:pt x="227330" y="2540"/>
                  </a:lnTo>
                  <a:close/>
                </a:path>
                <a:path w="732790" h="7620">
                  <a:moveTo>
                    <a:pt x="227330" y="0"/>
                  </a:moveTo>
                  <a:lnTo>
                    <a:pt x="0" y="0"/>
                  </a:lnTo>
                  <a:lnTo>
                    <a:pt x="0" y="1270"/>
                  </a:lnTo>
                  <a:lnTo>
                    <a:pt x="227330" y="1270"/>
                  </a:lnTo>
                  <a:lnTo>
                    <a:pt x="227330" y="0"/>
                  </a:lnTo>
                  <a:close/>
                </a:path>
                <a:path w="732790" h="7620">
                  <a:moveTo>
                    <a:pt x="228600" y="3810"/>
                  </a:moveTo>
                  <a:lnTo>
                    <a:pt x="227330" y="3810"/>
                  </a:lnTo>
                  <a:lnTo>
                    <a:pt x="227330" y="5080"/>
                  </a:lnTo>
                  <a:lnTo>
                    <a:pt x="2540" y="5080"/>
                  </a:lnTo>
                  <a:lnTo>
                    <a:pt x="2540" y="7620"/>
                  </a:lnTo>
                  <a:lnTo>
                    <a:pt x="228600" y="7620"/>
                  </a:lnTo>
                  <a:lnTo>
                    <a:pt x="228600" y="5080"/>
                  </a:lnTo>
                  <a:lnTo>
                    <a:pt x="228600" y="3810"/>
                  </a:lnTo>
                  <a:close/>
                </a:path>
                <a:path w="732790" h="7620">
                  <a:moveTo>
                    <a:pt x="728980" y="5080"/>
                  </a:moveTo>
                  <a:lnTo>
                    <a:pt x="593090" y="5080"/>
                  </a:lnTo>
                  <a:lnTo>
                    <a:pt x="593090" y="6350"/>
                  </a:lnTo>
                  <a:lnTo>
                    <a:pt x="593090" y="7620"/>
                  </a:lnTo>
                  <a:lnTo>
                    <a:pt x="727710" y="7620"/>
                  </a:lnTo>
                  <a:lnTo>
                    <a:pt x="727710" y="6350"/>
                  </a:lnTo>
                  <a:lnTo>
                    <a:pt x="728980" y="6350"/>
                  </a:lnTo>
                  <a:lnTo>
                    <a:pt x="728980" y="5080"/>
                  </a:lnTo>
                  <a:close/>
                </a:path>
                <a:path w="732790" h="7620">
                  <a:moveTo>
                    <a:pt x="730250" y="2540"/>
                  </a:moveTo>
                  <a:lnTo>
                    <a:pt x="593090" y="2540"/>
                  </a:lnTo>
                  <a:lnTo>
                    <a:pt x="593090" y="3810"/>
                  </a:lnTo>
                  <a:lnTo>
                    <a:pt x="728980" y="3810"/>
                  </a:lnTo>
                  <a:lnTo>
                    <a:pt x="728980" y="5080"/>
                  </a:lnTo>
                  <a:lnTo>
                    <a:pt x="730250" y="5080"/>
                  </a:lnTo>
                  <a:lnTo>
                    <a:pt x="730250" y="3810"/>
                  </a:lnTo>
                  <a:lnTo>
                    <a:pt x="730250" y="2540"/>
                  </a:lnTo>
                  <a:close/>
                </a:path>
                <a:path w="732790" h="7620">
                  <a:moveTo>
                    <a:pt x="732790" y="0"/>
                  </a:moveTo>
                  <a:lnTo>
                    <a:pt x="593090" y="0"/>
                  </a:lnTo>
                  <a:lnTo>
                    <a:pt x="593090" y="1270"/>
                  </a:lnTo>
                  <a:lnTo>
                    <a:pt x="731520" y="1270"/>
                  </a:lnTo>
                  <a:lnTo>
                    <a:pt x="731520" y="2540"/>
                  </a:lnTo>
                  <a:lnTo>
                    <a:pt x="732790" y="2540"/>
                  </a:lnTo>
                  <a:lnTo>
                    <a:pt x="732790" y="1270"/>
                  </a:lnTo>
                  <a:lnTo>
                    <a:pt x="732790" y="0"/>
                  </a:lnTo>
                  <a:close/>
                </a:path>
              </a:pathLst>
            </a:custGeom>
            <a:solidFill>
              <a:srgbClr val="CE9A00"/>
            </a:solidFill>
          </p:spPr>
          <p:txBody>
            <a:bodyPr wrap="square" lIns="0" tIns="0" rIns="0" bIns="0" rtlCol="0"/>
            <a:lstStyle/>
            <a:p/>
          </p:txBody>
        </p:sp>
        <p:sp>
          <p:nvSpPr>
            <p:cNvPr id="1421" name="object 1421"/>
            <p:cNvSpPr/>
            <p:nvPr/>
          </p:nvSpPr>
          <p:spPr>
            <a:xfrm>
              <a:off x="7298690" y="3258819"/>
              <a:ext cx="725170" cy="7620"/>
            </a:xfrm>
            <a:custGeom>
              <a:avLst/>
              <a:gdLst/>
              <a:ahLst/>
              <a:cxnLst/>
              <a:rect l="l" t="t" r="r" b="b"/>
              <a:pathLst>
                <a:path w="725170" h="7620">
                  <a:moveTo>
                    <a:pt x="1270" y="0"/>
                  </a:moveTo>
                  <a:lnTo>
                    <a:pt x="0" y="0"/>
                  </a:lnTo>
                  <a:lnTo>
                    <a:pt x="0" y="1270"/>
                  </a:lnTo>
                  <a:lnTo>
                    <a:pt x="1270" y="1270"/>
                  </a:lnTo>
                  <a:lnTo>
                    <a:pt x="1270" y="0"/>
                  </a:lnTo>
                  <a:close/>
                </a:path>
                <a:path w="725170" h="7620">
                  <a:moveTo>
                    <a:pt x="227330" y="1270"/>
                  </a:moveTo>
                  <a:lnTo>
                    <a:pt x="227317" y="0"/>
                  </a:lnTo>
                  <a:lnTo>
                    <a:pt x="226060" y="0"/>
                  </a:lnTo>
                  <a:lnTo>
                    <a:pt x="226060" y="1270"/>
                  </a:lnTo>
                  <a:lnTo>
                    <a:pt x="1270" y="1270"/>
                  </a:lnTo>
                  <a:lnTo>
                    <a:pt x="1270" y="2540"/>
                  </a:lnTo>
                  <a:lnTo>
                    <a:pt x="1270" y="3810"/>
                  </a:lnTo>
                  <a:lnTo>
                    <a:pt x="2540" y="3810"/>
                  </a:lnTo>
                  <a:lnTo>
                    <a:pt x="2540" y="2540"/>
                  </a:lnTo>
                  <a:lnTo>
                    <a:pt x="227330" y="2540"/>
                  </a:lnTo>
                  <a:lnTo>
                    <a:pt x="227330" y="1270"/>
                  </a:lnTo>
                  <a:close/>
                </a:path>
                <a:path w="725170" h="7620">
                  <a:moveTo>
                    <a:pt x="228600" y="5080"/>
                  </a:moveTo>
                  <a:lnTo>
                    <a:pt x="228587" y="3810"/>
                  </a:lnTo>
                  <a:lnTo>
                    <a:pt x="2540" y="3810"/>
                  </a:lnTo>
                  <a:lnTo>
                    <a:pt x="2540" y="5080"/>
                  </a:lnTo>
                  <a:lnTo>
                    <a:pt x="3810" y="5080"/>
                  </a:lnTo>
                  <a:lnTo>
                    <a:pt x="3810" y="6350"/>
                  </a:lnTo>
                  <a:lnTo>
                    <a:pt x="228600" y="6350"/>
                  </a:lnTo>
                  <a:lnTo>
                    <a:pt x="228600" y="5080"/>
                  </a:lnTo>
                  <a:close/>
                </a:path>
                <a:path w="725170" h="7620">
                  <a:moveTo>
                    <a:pt x="720090" y="3810"/>
                  </a:moveTo>
                  <a:lnTo>
                    <a:pt x="590550" y="3810"/>
                  </a:lnTo>
                  <a:lnTo>
                    <a:pt x="590550" y="6350"/>
                  </a:lnTo>
                  <a:lnTo>
                    <a:pt x="718820" y="6350"/>
                  </a:lnTo>
                  <a:lnTo>
                    <a:pt x="718820" y="7620"/>
                  </a:lnTo>
                  <a:lnTo>
                    <a:pt x="720090" y="7620"/>
                  </a:lnTo>
                  <a:lnTo>
                    <a:pt x="720090" y="6350"/>
                  </a:lnTo>
                  <a:lnTo>
                    <a:pt x="720090" y="3810"/>
                  </a:lnTo>
                  <a:close/>
                </a:path>
                <a:path w="725170" h="7620">
                  <a:moveTo>
                    <a:pt x="722630" y="1270"/>
                  </a:moveTo>
                  <a:lnTo>
                    <a:pt x="590550" y="1270"/>
                  </a:lnTo>
                  <a:lnTo>
                    <a:pt x="590550" y="2540"/>
                  </a:lnTo>
                  <a:lnTo>
                    <a:pt x="721360" y="2540"/>
                  </a:lnTo>
                  <a:lnTo>
                    <a:pt x="721360" y="3810"/>
                  </a:lnTo>
                  <a:lnTo>
                    <a:pt x="722630" y="3810"/>
                  </a:lnTo>
                  <a:lnTo>
                    <a:pt x="722630" y="2540"/>
                  </a:lnTo>
                  <a:lnTo>
                    <a:pt x="722630" y="1270"/>
                  </a:lnTo>
                  <a:close/>
                </a:path>
                <a:path w="725170" h="7620">
                  <a:moveTo>
                    <a:pt x="725170" y="0"/>
                  </a:moveTo>
                  <a:lnTo>
                    <a:pt x="723900" y="0"/>
                  </a:lnTo>
                  <a:lnTo>
                    <a:pt x="723900" y="1270"/>
                  </a:lnTo>
                  <a:lnTo>
                    <a:pt x="725170" y="1270"/>
                  </a:lnTo>
                  <a:lnTo>
                    <a:pt x="725170" y="0"/>
                  </a:lnTo>
                  <a:close/>
                </a:path>
              </a:pathLst>
            </a:custGeom>
            <a:solidFill>
              <a:srgbClr val="CF9B00"/>
            </a:solidFill>
          </p:spPr>
          <p:txBody>
            <a:bodyPr wrap="square" lIns="0" tIns="0" rIns="0" bIns="0" rtlCol="0"/>
            <a:lstStyle/>
            <a:p/>
          </p:txBody>
        </p:sp>
        <p:sp>
          <p:nvSpPr>
            <p:cNvPr id="1422" name="object 1422"/>
            <p:cNvSpPr/>
            <p:nvPr/>
          </p:nvSpPr>
          <p:spPr>
            <a:xfrm>
              <a:off x="7303770" y="3266439"/>
              <a:ext cx="712470" cy="7620"/>
            </a:xfrm>
            <a:custGeom>
              <a:avLst/>
              <a:gdLst/>
              <a:ahLst/>
              <a:cxnLst/>
              <a:rect l="l" t="t" r="r" b="b"/>
              <a:pathLst>
                <a:path w="712470" h="7620">
                  <a:moveTo>
                    <a:pt x="224790" y="0"/>
                  </a:moveTo>
                  <a:lnTo>
                    <a:pt x="0" y="0"/>
                  </a:lnTo>
                  <a:lnTo>
                    <a:pt x="0" y="1270"/>
                  </a:lnTo>
                  <a:lnTo>
                    <a:pt x="0" y="2540"/>
                  </a:lnTo>
                  <a:lnTo>
                    <a:pt x="1270" y="2540"/>
                  </a:lnTo>
                  <a:lnTo>
                    <a:pt x="1270" y="1270"/>
                  </a:lnTo>
                  <a:lnTo>
                    <a:pt x="224790" y="1270"/>
                  </a:lnTo>
                  <a:lnTo>
                    <a:pt x="224790" y="0"/>
                  </a:lnTo>
                  <a:close/>
                </a:path>
                <a:path w="712470" h="7620">
                  <a:moveTo>
                    <a:pt x="226060" y="2540"/>
                  </a:moveTo>
                  <a:lnTo>
                    <a:pt x="1270" y="2540"/>
                  </a:lnTo>
                  <a:lnTo>
                    <a:pt x="1270" y="3810"/>
                  </a:lnTo>
                  <a:lnTo>
                    <a:pt x="2540" y="3810"/>
                  </a:lnTo>
                  <a:lnTo>
                    <a:pt x="2540" y="5080"/>
                  </a:lnTo>
                  <a:lnTo>
                    <a:pt x="226060" y="5080"/>
                  </a:lnTo>
                  <a:lnTo>
                    <a:pt x="226060" y="3810"/>
                  </a:lnTo>
                  <a:lnTo>
                    <a:pt x="226060" y="2540"/>
                  </a:lnTo>
                  <a:close/>
                </a:path>
                <a:path w="712470" h="7620">
                  <a:moveTo>
                    <a:pt x="227330" y="5080"/>
                  </a:moveTo>
                  <a:lnTo>
                    <a:pt x="226060" y="5080"/>
                  </a:lnTo>
                  <a:lnTo>
                    <a:pt x="226060" y="6350"/>
                  </a:lnTo>
                  <a:lnTo>
                    <a:pt x="3810" y="6350"/>
                  </a:lnTo>
                  <a:lnTo>
                    <a:pt x="3810" y="7620"/>
                  </a:lnTo>
                  <a:lnTo>
                    <a:pt x="227330" y="7620"/>
                  </a:lnTo>
                  <a:lnTo>
                    <a:pt x="227330" y="6350"/>
                  </a:lnTo>
                  <a:lnTo>
                    <a:pt x="227330" y="5080"/>
                  </a:lnTo>
                  <a:close/>
                </a:path>
                <a:path w="712470" h="7620">
                  <a:moveTo>
                    <a:pt x="706107" y="6350"/>
                  </a:moveTo>
                  <a:lnTo>
                    <a:pt x="586740" y="6350"/>
                  </a:lnTo>
                  <a:lnTo>
                    <a:pt x="586740" y="7620"/>
                  </a:lnTo>
                  <a:lnTo>
                    <a:pt x="706107" y="7620"/>
                  </a:lnTo>
                  <a:lnTo>
                    <a:pt x="706107" y="6350"/>
                  </a:lnTo>
                  <a:close/>
                </a:path>
                <a:path w="712470" h="7620">
                  <a:moveTo>
                    <a:pt x="709930" y="2540"/>
                  </a:moveTo>
                  <a:lnTo>
                    <a:pt x="586740" y="2540"/>
                  </a:lnTo>
                  <a:lnTo>
                    <a:pt x="586740" y="3810"/>
                  </a:lnTo>
                  <a:lnTo>
                    <a:pt x="586740" y="5080"/>
                  </a:lnTo>
                  <a:lnTo>
                    <a:pt x="707390" y="5080"/>
                  </a:lnTo>
                  <a:lnTo>
                    <a:pt x="707390" y="6350"/>
                  </a:lnTo>
                  <a:lnTo>
                    <a:pt x="708660" y="6350"/>
                  </a:lnTo>
                  <a:lnTo>
                    <a:pt x="708660" y="5080"/>
                  </a:lnTo>
                  <a:lnTo>
                    <a:pt x="708660" y="3810"/>
                  </a:lnTo>
                  <a:lnTo>
                    <a:pt x="709930" y="3810"/>
                  </a:lnTo>
                  <a:lnTo>
                    <a:pt x="709930" y="2540"/>
                  </a:lnTo>
                  <a:close/>
                </a:path>
                <a:path w="712470" h="7620">
                  <a:moveTo>
                    <a:pt x="712457" y="0"/>
                  </a:moveTo>
                  <a:lnTo>
                    <a:pt x="586740" y="0"/>
                  </a:lnTo>
                  <a:lnTo>
                    <a:pt x="586740" y="1270"/>
                  </a:lnTo>
                  <a:lnTo>
                    <a:pt x="711187" y="1270"/>
                  </a:lnTo>
                  <a:lnTo>
                    <a:pt x="711187" y="2540"/>
                  </a:lnTo>
                  <a:lnTo>
                    <a:pt x="712457" y="2540"/>
                  </a:lnTo>
                  <a:lnTo>
                    <a:pt x="712457" y="1270"/>
                  </a:lnTo>
                  <a:lnTo>
                    <a:pt x="712457" y="0"/>
                  </a:lnTo>
                  <a:close/>
                </a:path>
              </a:pathLst>
            </a:custGeom>
            <a:solidFill>
              <a:srgbClr val="D19C00"/>
            </a:solidFill>
          </p:spPr>
          <p:txBody>
            <a:bodyPr wrap="square" lIns="0" tIns="0" rIns="0" bIns="0" rtlCol="0"/>
            <a:lstStyle/>
            <a:p/>
          </p:txBody>
        </p:sp>
        <p:sp>
          <p:nvSpPr>
            <p:cNvPr id="1423" name="object 1423"/>
            <p:cNvSpPr/>
            <p:nvPr/>
          </p:nvSpPr>
          <p:spPr>
            <a:xfrm>
              <a:off x="7308850" y="3274059"/>
              <a:ext cx="701040" cy="6350"/>
            </a:xfrm>
            <a:custGeom>
              <a:avLst/>
              <a:gdLst/>
              <a:ahLst/>
              <a:cxnLst/>
              <a:rect l="l" t="t" r="r" b="b"/>
              <a:pathLst>
                <a:path w="701040" h="6350">
                  <a:moveTo>
                    <a:pt x="223520" y="0"/>
                  </a:moveTo>
                  <a:lnTo>
                    <a:pt x="222250" y="0"/>
                  </a:lnTo>
                  <a:lnTo>
                    <a:pt x="222250" y="1270"/>
                  </a:lnTo>
                  <a:lnTo>
                    <a:pt x="0" y="1270"/>
                  </a:lnTo>
                  <a:lnTo>
                    <a:pt x="0" y="3810"/>
                  </a:lnTo>
                  <a:lnTo>
                    <a:pt x="0" y="5080"/>
                  </a:lnTo>
                  <a:lnTo>
                    <a:pt x="1270" y="5080"/>
                  </a:lnTo>
                  <a:lnTo>
                    <a:pt x="1270" y="3810"/>
                  </a:lnTo>
                  <a:lnTo>
                    <a:pt x="223520" y="3810"/>
                  </a:lnTo>
                  <a:lnTo>
                    <a:pt x="223520" y="1270"/>
                  </a:lnTo>
                  <a:lnTo>
                    <a:pt x="223520" y="0"/>
                  </a:lnTo>
                  <a:close/>
                </a:path>
                <a:path w="701040" h="6350">
                  <a:moveTo>
                    <a:pt x="224790" y="3810"/>
                  </a:moveTo>
                  <a:lnTo>
                    <a:pt x="223520" y="3810"/>
                  </a:lnTo>
                  <a:lnTo>
                    <a:pt x="223520" y="5080"/>
                  </a:lnTo>
                  <a:lnTo>
                    <a:pt x="1270" y="5080"/>
                  </a:lnTo>
                  <a:lnTo>
                    <a:pt x="1270" y="6350"/>
                  </a:lnTo>
                  <a:lnTo>
                    <a:pt x="224790" y="6350"/>
                  </a:lnTo>
                  <a:lnTo>
                    <a:pt x="224790" y="5080"/>
                  </a:lnTo>
                  <a:lnTo>
                    <a:pt x="224790" y="3810"/>
                  </a:lnTo>
                  <a:close/>
                </a:path>
                <a:path w="701040" h="6350">
                  <a:moveTo>
                    <a:pt x="694677" y="5080"/>
                  </a:moveTo>
                  <a:lnTo>
                    <a:pt x="581660" y="5080"/>
                  </a:lnTo>
                  <a:lnTo>
                    <a:pt x="581660" y="6350"/>
                  </a:lnTo>
                  <a:lnTo>
                    <a:pt x="694677" y="6350"/>
                  </a:lnTo>
                  <a:lnTo>
                    <a:pt x="694677" y="5080"/>
                  </a:lnTo>
                  <a:close/>
                </a:path>
                <a:path w="701040" h="6350">
                  <a:moveTo>
                    <a:pt x="698500" y="1270"/>
                  </a:moveTo>
                  <a:lnTo>
                    <a:pt x="581660" y="1270"/>
                  </a:lnTo>
                  <a:lnTo>
                    <a:pt x="581660" y="2540"/>
                  </a:lnTo>
                  <a:lnTo>
                    <a:pt x="581660" y="3810"/>
                  </a:lnTo>
                  <a:lnTo>
                    <a:pt x="695960" y="3810"/>
                  </a:lnTo>
                  <a:lnTo>
                    <a:pt x="695960" y="5080"/>
                  </a:lnTo>
                  <a:lnTo>
                    <a:pt x="697230" y="5080"/>
                  </a:lnTo>
                  <a:lnTo>
                    <a:pt x="697230" y="3810"/>
                  </a:lnTo>
                  <a:lnTo>
                    <a:pt x="697230" y="2540"/>
                  </a:lnTo>
                  <a:lnTo>
                    <a:pt x="698500" y="2540"/>
                  </a:lnTo>
                  <a:lnTo>
                    <a:pt x="698500" y="1270"/>
                  </a:lnTo>
                  <a:close/>
                </a:path>
                <a:path w="701040" h="6350">
                  <a:moveTo>
                    <a:pt x="701027" y="0"/>
                  </a:moveTo>
                  <a:lnTo>
                    <a:pt x="699757" y="0"/>
                  </a:lnTo>
                  <a:lnTo>
                    <a:pt x="699757" y="1270"/>
                  </a:lnTo>
                  <a:lnTo>
                    <a:pt x="701027" y="1270"/>
                  </a:lnTo>
                  <a:lnTo>
                    <a:pt x="701027" y="0"/>
                  </a:lnTo>
                  <a:close/>
                </a:path>
              </a:pathLst>
            </a:custGeom>
            <a:solidFill>
              <a:srgbClr val="D39D00"/>
            </a:solidFill>
          </p:spPr>
          <p:txBody>
            <a:bodyPr wrap="square" lIns="0" tIns="0" rIns="0" bIns="0" rtlCol="0"/>
            <a:lstStyle/>
            <a:p/>
          </p:txBody>
        </p:sp>
        <p:sp>
          <p:nvSpPr>
            <p:cNvPr id="1424" name="object 1424"/>
            <p:cNvSpPr/>
            <p:nvPr/>
          </p:nvSpPr>
          <p:spPr>
            <a:xfrm>
              <a:off x="7310120" y="3280409"/>
              <a:ext cx="693420" cy="7620"/>
            </a:xfrm>
            <a:custGeom>
              <a:avLst/>
              <a:gdLst/>
              <a:ahLst/>
              <a:cxnLst/>
              <a:rect l="l" t="t" r="r" b="b"/>
              <a:pathLst>
                <a:path w="693420" h="7620">
                  <a:moveTo>
                    <a:pt x="1270" y="0"/>
                  </a:moveTo>
                  <a:lnTo>
                    <a:pt x="0" y="0"/>
                  </a:lnTo>
                  <a:lnTo>
                    <a:pt x="0" y="1270"/>
                  </a:lnTo>
                  <a:lnTo>
                    <a:pt x="1270" y="1270"/>
                  </a:lnTo>
                  <a:lnTo>
                    <a:pt x="1270" y="0"/>
                  </a:lnTo>
                  <a:close/>
                </a:path>
                <a:path w="693420" h="7620">
                  <a:moveTo>
                    <a:pt x="226060" y="2540"/>
                  </a:moveTo>
                  <a:lnTo>
                    <a:pt x="224790" y="2540"/>
                  </a:lnTo>
                  <a:lnTo>
                    <a:pt x="224790" y="1270"/>
                  </a:lnTo>
                  <a:lnTo>
                    <a:pt x="224790" y="0"/>
                  </a:lnTo>
                  <a:lnTo>
                    <a:pt x="223520" y="0"/>
                  </a:lnTo>
                  <a:lnTo>
                    <a:pt x="223520" y="1270"/>
                  </a:lnTo>
                  <a:lnTo>
                    <a:pt x="1270" y="1270"/>
                  </a:lnTo>
                  <a:lnTo>
                    <a:pt x="1270" y="2540"/>
                  </a:lnTo>
                  <a:lnTo>
                    <a:pt x="2540" y="2540"/>
                  </a:lnTo>
                  <a:lnTo>
                    <a:pt x="2540" y="3810"/>
                  </a:lnTo>
                  <a:lnTo>
                    <a:pt x="2540" y="5080"/>
                  </a:lnTo>
                  <a:lnTo>
                    <a:pt x="3810" y="5080"/>
                  </a:lnTo>
                  <a:lnTo>
                    <a:pt x="3810" y="3810"/>
                  </a:lnTo>
                  <a:lnTo>
                    <a:pt x="226060" y="3810"/>
                  </a:lnTo>
                  <a:lnTo>
                    <a:pt x="226060" y="2540"/>
                  </a:lnTo>
                  <a:close/>
                </a:path>
                <a:path w="693420" h="7620">
                  <a:moveTo>
                    <a:pt x="227330" y="5080"/>
                  </a:moveTo>
                  <a:lnTo>
                    <a:pt x="3810" y="5080"/>
                  </a:lnTo>
                  <a:lnTo>
                    <a:pt x="3810" y="6350"/>
                  </a:lnTo>
                  <a:lnTo>
                    <a:pt x="3810" y="7620"/>
                  </a:lnTo>
                  <a:lnTo>
                    <a:pt x="5080" y="7620"/>
                  </a:lnTo>
                  <a:lnTo>
                    <a:pt x="5080" y="6350"/>
                  </a:lnTo>
                  <a:lnTo>
                    <a:pt x="227330" y="6350"/>
                  </a:lnTo>
                  <a:lnTo>
                    <a:pt x="227330" y="5080"/>
                  </a:lnTo>
                  <a:close/>
                </a:path>
                <a:path w="693420" h="7620">
                  <a:moveTo>
                    <a:pt x="685787" y="5080"/>
                  </a:moveTo>
                  <a:lnTo>
                    <a:pt x="580390" y="5080"/>
                  </a:lnTo>
                  <a:lnTo>
                    <a:pt x="580390" y="6350"/>
                  </a:lnTo>
                  <a:lnTo>
                    <a:pt x="684530" y="6350"/>
                  </a:lnTo>
                  <a:lnTo>
                    <a:pt x="684530" y="7620"/>
                  </a:lnTo>
                  <a:lnTo>
                    <a:pt x="685787" y="7620"/>
                  </a:lnTo>
                  <a:lnTo>
                    <a:pt x="685787" y="6350"/>
                  </a:lnTo>
                  <a:lnTo>
                    <a:pt x="685787" y="5080"/>
                  </a:lnTo>
                  <a:close/>
                </a:path>
                <a:path w="693420" h="7620">
                  <a:moveTo>
                    <a:pt x="690880" y="1270"/>
                  </a:moveTo>
                  <a:lnTo>
                    <a:pt x="580390" y="1270"/>
                  </a:lnTo>
                  <a:lnTo>
                    <a:pt x="580390" y="2540"/>
                  </a:lnTo>
                  <a:lnTo>
                    <a:pt x="580390" y="3810"/>
                  </a:lnTo>
                  <a:lnTo>
                    <a:pt x="687057" y="3810"/>
                  </a:lnTo>
                  <a:lnTo>
                    <a:pt x="687057" y="5080"/>
                  </a:lnTo>
                  <a:lnTo>
                    <a:pt x="689610" y="5080"/>
                  </a:lnTo>
                  <a:lnTo>
                    <a:pt x="689610" y="3810"/>
                  </a:lnTo>
                  <a:lnTo>
                    <a:pt x="689610" y="2540"/>
                  </a:lnTo>
                  <a:lnTo>
                    <a:pt x="690880" y="2540"/>
                  </a:lnTo>
                  <a:lnTo>
                    <a:pt x="690880" y="1270"/>
                  </a:lnTo>
                  <a:close/>
                </a:path>
                <a:path w="693420" h="7620">
                  <a:moveTo>
                    <a:pt x="693407" y="0"/>
                  </a:moveTo>
                  <a:lnTo>
                    <a:pt x="692137" y="0"/>
                  </a:lnTo>
                  <a:lnTo>
                    <a:pt x="692137" y="1270"/>
                  </a:lnTo>
                  <a:lnTo>
                    <a:pt x="693407" y="1270"/>
                  </a:lnTo>
                  <a:lnTo>
                    <a:pt x="693407" y="0"/>
                  </a:lnTo>
                  <a:close/>
                </a:path>
              </a:pathLst>
            </a:custGeom>
            <a:solidFill>
              <a:srgbClr val="D49F00"/>
            </a:solidFill>
          </p:spPr>
          <p:txBody>
            <a:bodyPr wrap="square" lIns="0" tIns="0" rIns="0" bIns="0" rtlCol="0"/>
            <a:lstStyle/>
            <a:p/>
          </p:txBody>
        </p:sp>
        <p:sp>
          <p:nvSpPr>
            <p:cNvPr id="1425" name="object 1425"/>
            <p:cNvSpPr/>
            <p:nvPr/>
          </p:nvSpPr>
          <p:spPr>
            <a:xfrm>
              <a:off x="7316470" y="3288029"/>
              <a:ext cx="676910" cy="7620"/>
            </a:xfrm>
            <a:custGeom>
              <a:avLst/>
              <a:gdLst/>
              <a:ahLst/>
              <a:cxnLst/>
              <a:rect l="l" t="t" r="r" b="b"/>
              <a:pathLst>
                <a:path w="676909" h="7620">
                  <a:moveTo>
                    <a:pt x="222250" y="0"/>
                  </a:moveTo>
                  <a:lnTo>
                    <a:pt x="0" y="0"/>
                  </a:lnTo>
                  <a:lnTo>
                    <a:pt x="0" y="2540"/>
                  </a:lnTo>
                  <a:lnTo>
                    <a:pt x="0" y="3810"/>
                  </a:lnTo>
                  <a:lnTo>
                    <a:pt x="1270" y="3810"/>
                  </a:lnTo>
                  <a:lnTo>
                    <a:pt x="1270" y="2540"/>
                  </a:lnTo>
                  <a:lnTo>
                    <a:pt x="222250" y="2540"/>
                  </a:lnTo>
                  <a:lnTo>
                    <a:pt x="222250" y="0"/>
                  </a:lnTo>
                  <a:close/>
                </a:path>
                <a:path w="676909" h="7620">
                  <a:moveTo>
                    <a:pt x="224790" y="3810"/>
                  </a:moveTo>
                  <a:lnTo>
                    <a:pt x="223520" y="3810"/>
                  </a:lnTo>
                  <a:lnTo>
                    <a:pt x="223520" y="2540"/>
                  </a:lnTo>
                  <a:lnTo>
                    <a:pt x="222250" y="2540"/>
                  </a:lnTo>
                  <a:lnTo>
                    <a:pt x="222250" y="3810"/>
                  </a:lnTo>
                  <a:lnTo>
                    <a:pt x="2540" y="3810"/>
                  </a:lnTo>
                  <a:lnTo>
                    <a:pt x="2540" y="5080"/>
                  </a:lnTo>
                  <a:lnTo>
                    <a:pt x="2540" y="6350"/>
                  </a:lnTo>
                  <a:lnTo>
                    <a:pt x="3810" y="6350"/>
                  </a:lnTo>
                  <a:lnTo>
                    <a:pt x="3810" y="5080"/>
                  </a:lnTo>
                  <a:lnTo>
                    <a:pt x="224790" y="5080"/>
                  </a:lnTo>
                  <a:lnTo>
                    <a:pt x="224790" y="3810"/>
                  </a:lnTo>
                  <a:close/>
                </a:path>
                <a:path w="676909" h="7620">
                  <a:moveTo>
                    <a:pt x="226060" y="6350"/>
                  </a:moveTo>
                  <a:lnTo>
                    <a:pt x="3810" y="6350"/>
                  </a:lnTo>
                  <a:lnTo>
                    <a:pt x="3810" y="7620"/>
                  </a:lnTo>
                  <a:lnTo>
                    <a:pt x="226060" y="7620"/>
                  </a:lnTo>
                  <a:lnTo>
                    <a:pt x="226060" y="6350"/>
                  </a:lnTo>
                  <a:close/>
                </a:path>
                <a:path w="676909" h="7620">
                  <a:moveTo>
                    <a:pt x="669290" y="6350"/>
                  </a:moveTo>
                  <a:lnTo>
                    <a:pt x="574040" y="6350"/>
                  </a:lnTo>
                  <a:lnTo>
                    <a:pt x="574040" y="7620"/>
                  </a:lnTo>
                  <a:lnTo>
                    <a:pt x="669290" y="7620"/>
                  </a:lnTo>
                  <a:lnTo>
                    <a:pt x="669290" y="6350"/>
                  </a:lnTo>
                  <a:close/>
                </a:path>
                <a:path w="676909" h="7620">
                  <a:moveTo>
                    <a:pt x="673087" y="3810"/>
                  </a:moveTo>
                  <a:lnTo>
                    <a:pt x="574040" y="3810"/>
                  </a:lnTo>
                  <a:lnTo>
                    <a:pt x="574040" y="5080"/>
                  </a:lnTo>
                  <a:lnTo>
                    <a:pt x="671830" y="5080"/>
                  </a:lnTo>
                  <a:lnTo>
                    <a:pt x="671830" y="6350"/>
                  </a:lnTo>
                  <a:lnTo>
                    <a:pt x="673087" y="6350"/>
                  </a:lnTo>
                  <a:lnTo>
                    <a:pt x="673087" y="5080"/>
                  </a:lnTo>
                  <a:lnTo>
                    <a:pt x="673087" y="3810"/>
                  </a:lnTo>
                  <a:close/>
                </a:path>
                <a:path w="676909" h="7620">
                  <a:moveTo>
                    <a:pt x="676910" y="0"/>
                  </a:moveTo>
                  <a:lnTo>
                    <a:pt x="574040" y="0"/>
                  </a:lnTo>
                  <a:lnTo>
                    <a:pt x="574040" y="1270"/>
                  </a:lnTo>
                  <a:lnTo>
                    <a:pt x="574040" y="2540"/>
                  </a:lnTo>
                  <a:lnTo>
                    <a:pt x="674357" y="2540"/>
                  </a:lnTo>
                  <a:lnTo>
                    <a:pt x="674357" y="3810"/>
                  </a:lnTo>
                  <a:lnTo>
                    <a:pt x="675640" y="3810"/>
                  </a:lnTo>
                  <a:lnTo>
                    <a:pt x="675640" y="2540"/>
                  </a:lnTo>
                  <a:lnTo>
                    <a:pt x="675640" y="1270"/>
                  </a:lnTo>
                  <a:lnTo>
                    <a:pt x="676910" y="1270"/>
                  </a:lnTo>
                  <a:lnTo>
                    <a:pt x="676910" y="0"/>
                  </a:lnTo>
                  <a:close/>
                </a:path>
              </a:pathLst>
            </a:custGeom>
            <a:solidFill>
              <a:srgbClr val="D6A000"/>
            </a:solidFill>
          </p:spPr>
          <p:txBody>
            <a:bodyPr wrap="square" lIns="0" tIns="0" rIns="0" bIns="0" rtlCol="0"/>
            <a:lstStyle/>
            <a:p/>
          </p:txBody>
        </p:sp>
        <p:sp>
          <p:nvSpPr>
            <p:cNvPr id="1426" name="object 1426"/>
            <p:cNvSpPr/>
            <p:nvPr/>
          </p:nvSpPr>
          <p:spPr>
            <a:xfrm>
              <a:off x="7321550" y="3295649"/>
              <a:ext cx="662940" cy="6350"/>
            </a:xfrm>
            <a:custGeom>
              <a:avLst/>
              <a:gdLst/>
              <a:ahLst/>
              <a:cxnLst/>
              <a:rect l="l" t="t" r="r" b="b"/>
              <a:pathLst>
                <a:path w="662940" h="6350">
                  <a:moveTo>
                    <a:pt x="220980" y="0"/>
                  </a:moveTo>
                  <a:lnTo>
                    <a:pt x="0" y="0"/>
                  </a:lnTo>
                  <a:lnTo>
                    <a:pt x="0" y="1270"/>
                  </a:lnTo>
                  <a:lnTo>
                    <a:pt x="0" y="2540"/>
                  </a:lnTo>
                  <a:lnTo>
                    <a:pt x="1270" y="2540"/>
                  </a:lnTo>
                  <a:lnTo>
                    <a:pt x="1270" y="1270"/>
                  </a:lnTo>
                  <a:lnTo>
                    <a:pt x="220980" y="1270"/>
                  </a:lnTo>
                  <a:lnTo>
                    <a:pt x="220980" y="0"/>
                  </a:lnTo>
                  <a:close/>
                </a:path>
                <a:path w="662940" h="6350">
                  <a:moveTo>
                    <a:pt x="223520" y="2540"/>
                  </a:moveTo>
                  <a:lnTo>
                    <a:pt x="222250" y="2540"/>
                  </a:lnTo>
                  <a:lnTo>
                    <a:pt x="222250" y="1270"/>
                  </a:lnTo>
                  <a:lnTo>
                    <a:pt x="220980" y="1270"/>
                  </a:lnTo>
                  <a:lnTo>
                    <a:pt x="220980" y="2540"/>
                  </a:lnTo>
                  <a:lnTo>
                    <a:pt x="1270" y="2540"/>
                  </a:lnTo>
                  <a:lnTo>
                    <a:pt x="1270" y="3810"/>
                  </a:lnTo>
                  <a:lnTo>
                    <a:pt x="1270" y="5080"/>
                  </a:lnTo>
                  <a:lnTo>
                    <a:pt x="2540" y="5080"/>
                  </a:lnTo>
                  <a:lnTo>
                    <a:pt x="2540" y="3810"/>
                  </a:lnTo>
                  <a:lnTo>
                    <a:pt x="223520" y="3810"/>
                  </a:lnTo>
                  <a:lnTo>
                    <a:pt x="223520" y="2540"/>
                  </a:lnTo>
                  <a:close/>
                </a:path>
                <a:path w="662940" h="6350">
                  <a:moveTo>
                    <a:pt x="224777" y="5080"/>
                  </a:moveTo>
                  <a:lnTo>
                    <a:pt x="3810" y="5080"/>
                  </a:lnTo>
                  <a:lnTo>
                    <a:pt x="3810" y="6350"/>
                  </a:lnTo>
                  <a:lnTo>
                    <a:pt x="224777" y="6350"/>
                  </a:lnTo>
                  <a:lnTo>
                    <a:pt x="224777" y="5080"/>
                  </a:lnTo>
                  <a:close/>
                </a:path>
                <a:path w="662940" h="6350">
                  <a:moveTo>
                    <a:pt x="657860" y="5080"/>
                  </a:moveTo>
                  <a:lnTo>
                    <a:pt x="567690" y="5080"/>
                  </a:lnTo>
                  <a:lnTo>
                    <a:pt x="567690" y="3810"/>
                  </a:lnTo>
                  <a:lnTo>
                    <a:pt x="565150" y="3810"/>
                  </a:lnTo>
                  <a:lnTo>
                    <a:pt x="565150" y="5080"/>
                  </a:lnTo>
                  <a:lnTo>
                    <a:pt x="563880" y="5080"/>
                  </a:lnTo>
                  <a:lnTo>
                    <a:pt x="563880" y="6350"/>
                  </a:lnTo>
                  <a:lnTo>
                    <a:pt x="657860" y="6350"/>
                  </a:lnTo>
                  <a:lnTo>
                    <a:pt x="657860" y="5080"/>
                  </a:lnTo>
                  <a:close/>
                </a:path>
                <a:path w="662940" h="6350">
                  <a:moveTo>
                    <a:pt x="660400" y="2540"/>
                  </a:moveTo>
                  <a:lnTo>
                    <a:pt x="567690" y="2540"/>
                  </a:lnTo>
                  <a:lnTo>
                    <a:pt x="567690" y="3810"/>
                  </a:lnTo>
                  <a:lnTo>
                    <a:pt x="659130" y="3810"/>
                  </a:lnTo>
                  <a:lnTo>
                    <a:pt x="659130" y="5080"/>
                  </a:lnTo>
                  <a:lnTo>
                    <a:pt x="660400" y="5080"/>
                  </a:lnTo>
                  <a:lnTo>
                    <a:pt x="660400" y="3810"/>
                  </a:lnTo>
                  <a:lnTo>
                    <a:pt x="660400" y="2540"/>
                  </a:lnTo>
                  <a:close/>
                </a:path>
                <a:path w="662940" h="6350">
                  <a:moveTo>
                    <a:pt x="662927" y="0"/>
                  </a:moveTo>
                  <a:lnTo>
                    <a:pt x="568960" y="0"/>
                  </a:lnTo>
                  <a:lnTo>
                    <a:pt x="568960" y="1270"/>
                  </a:lnTo>
                  <a:lnTo>
                    <a:pt x="661657" y="1270"/>
                  </a:lnTo>
                  <a:lnTo>
                    <a:pt x="661657" y="2540"/>
                  </a:lnTo>
                  <a:lnTo>
                    <a:pt x="662927" y="2540"/>
                  </a:lnTo>
                  <a:lnTo>
                    <a:pt x="662927" y="1270"/>
                  </a:lnTo>
                  <a:lnTo>
                    <a:pt x="662927" y="0"/>
                  </a:lnTo>
                  <a:close/>
                </a:path>
              </a:pathLst>
            </a:custGeom>
            <a:solidFill>
              <a:srgbClr val="D8A100"/>
            </a:solidFill>
          </p:spPr>
          <p:txBody>
            <a:bodyPr wrap="square" lIns="0" tIns="0" rIns="0" bIns="0" rtlCol="0"/>
            <a:lstStyle/>
            <a:p/>
          </p:txBody>
        </p:sp>
        <p:sp>
          <p:nvSpPr>
            <p:cNvPr id="1427" name="object 1427"/>
            <p:cNvSpPr/>
            <p:nvPr/>
          </p:nvSpPr>
          <p:spPr>
            <a:xfrm>
              <a:off x="7325360" y="3301999"/>
              <a:ext cx="652780" cy="7620"/>
            </a:xfrm>
            <a:custGeom>
              <a:avLst/>
              <a:gdLst/>
              <a:ahLst/>
              <a:cxnLst/>
              <a:rect l="l" t="t" r="r" b="b"/>
              <a:pathLst>
                <a:path w="652779" h="7620">
                  <a:moveTo>
                    <a:pt x="220967" y="0"/>
                  </a:moveTo>
                  <a:lnTo>
                    <a:pt x="0" y="0"/>
                  </a:lnTo>
                  <a:lnTo>
                    <a:pt x="0" y="1270"/>
                  </a:lnTo>
                  <a:lnTo>
                    <a:pt x="0" y="2540"/>
                  </a:lnTo>
                  <a:lnTo>
                    <a:pt x="1270" y="2540"/>
                  </a:lnTo>
                  <a:lnTo>
                    <a:pt x="1270" y="1270"/>
                  </a:lnTo>
                  <a:lnTo>
                    <a:pt x="220967" y="1270"/>
                  </a:lnTo>
                  <a:lnTo>
                    <a:pt x="220967" y="0"/>
                  </a:lnTo>
                  <a:close/>
                </a:path>
                <a:path w="652779" h="7620">
                  <a:moveTo>
                    <a:pt x="223520" y="2540"/>
                  </a:moveTo>
                  <a:lnTo>
                    <a:pt x="222250" y="2540"/>
                  </a:lnTo>
                  <a:lnTo>
                    <a:pt x="222250" y="1270"/>
                  </a:lnTo>
                  <a:lnTo>
                    <a:pt x="220967" y="1270"/>
                  </a:lnTo>
                  <a:lnTo>
                    <a:pt x="220967" y="2540"/>
                  </a:lnTo>
                  <a:lnTo>
                    <a:pt x="2540" y="2540"/>
                  </a:lnTo>
                  <a:lnTo>
                    <a:pt x="2540" y="3810"/>
                  </a:lnTo>
                  <a:lnTo>
                    <a:pt x="2540" y="5080"/>
                  </a:lnTo>
                  <a:lnTo>
                    <a:pt x="3810" y="5080"/>
                  </a:lnTo>
                  <a:lnTo>
                    <a:pt x="3810" y="3810"/>
                  </a:lnTo>
                  <a:lnTo>
                    <a:pt x="223520" y="3810"/>
                  </a:lnTo>
                  <a:lnTo>
                    <a:pt x="223520" y="2540"/>
                  </a:lnTo>
                  <a:close/>
                </a:path>
                <a:path w="652779" h="7620">
                  <a:moveTo>
                    <a:pt x="226060" y="6350"/>
                  </a:moveTo>
                  <a:lnTo>
                    <a:pt x="224790" y="6350"/>
                  </a:lnTo>
                  <a:lnTo>
                    <a:pt x="224790" y="5080"/>
                  </a:lnTo>
                  <a:lnTo>
                    <a:pt x="3810" y="5080"/>
                  </a:lnTo>
                  <a:lnTo>
                    <a:pt x="3810" y="6350"/>
                  </a:lnTo>
                  <a:lnTo>
                    <a:pt x="5080" y="6350"/>
                  </a:lnTo>
                  <a:lnTo>
                    <a:pt x="5080" y="7620"/>
                  </a:lnTo>
                  <a:lnTo>
                    <a:pt x="226047" y="7620"/>
                  </a:lnTo>
                  <a:lnTo>
                    <a:pt x="226060" y="6350"/>
                  </a:lnTo>
                  <a:close/>
                </a:path>
                <a:path w="652779" h="7620">
                  <a:moveTo>
                    <a:pt x="646417" y="5080"/>
                  </a:moveTo>
                  <a:lnTo>
                    <a:pt x="556260" y="5080"/>
                  </a:lnTo>
                  <a:lnTo>
                    <a:pt x="556260" y="3810"/>
                  </a:lnTo>
                  <a:lnTo>
                    <a:pt x="553720" y="3810"/>
                  </a:lnTo>
                  <a:lnTo>
                    <a:pt x="553720" y="5080"/>
                  </a:lnTo>
                  <a:lnTo>
                    <a:pt x="552450" y="5080"/>
                  </a:lnTo>
                  <a:lnTo>
                    <a:pt x="552450" y="6350"/>
                  </a:lnTo>
                  <a:lnTo>
                    <a:pt x="551180" y="6350"/>
                  </a:lnTo>
                  <a:lnTo>
                    <a:pt x="551180" y="7620"/>
                  </a:lnTo>
                  <a:lnTo>
                    <a:pt x="645160" y="7620"/>
                  </a:lnTo>
                  <a:lnTo>
                    <a:pt x="645160" y="6350"/>
                  </a:lnTo>
                  <a:lnTo>
                    <a:pt x="646417" y="6350"/>
                  </a:lnTo>
                  <a:lnTo>
                    <a:pt x="646417" y="5080"/>
                  </a:lnTo>
                  <a:close/>
                </a:path>
                <a:path w="652779" h="7620">
                  <a:moveTo>
                    <a:pt x="648970" y="2540"/>
                  </a:moveTo>
                  <a:lnTo>
                    <a:pt x="558800" y="2540"/>
                  </a:lnTo>
                  <a:lnTo>
                    <a:pt x="558800" y="1270"/>
                  </a:lnTo>
                  <a:lnTo>
                    <a:pt x="557530" y="1270"/>
                  </a:lnTo>
                  <a:lnTo>
                    <a:pt x="557530" y="2540"/>
                  </a:lnTo>
                  <a:lnTo>
                    <a:pt x="556260" y="2540"/>
                  </a:lnTo>
                  <a:lnTo>
                    <a:pt x="556260" y="3810"/>
                  </a:lnTo>
                  <a:lnTo>
                    <a:pt x="647700" y="3810"/>
                  </a:lnTo>
                  <a:lnTo>
                    <a:pt x="647700" y="5080"/>
                  </a:lnTo>
                  <a:lnTo>
                    <a:pt x="648970" y="5080"/>
                  </a:lnTo>
                  <a:lnTo>
                    <a:pt x="648970" y="3810"/>
                  </a:lnTo>
                  <a:lnTo>
                    <a:pt x="648970" y="2540"/>
                  </a:lnTo>
                  <a:close/>
                </a:path>
                <a:path w="652779" h="7620">
                  <a:moveTo>
                    <a:pt x="652767" y="0"/>
                  </a:moveTo>
                  <a:lnTo>
                    <a:pt x="558800" y="0"/>
                  </a:lnTo>
                  <a:lnTo>
                    <a:pt x="558800" y="1270"/>
                  </a:lnTo>
                  <a:lnTo>
                    <a:pt x="650240" y="1270"/>
                  </a:lnTo>
                  <a:lnTo>
                    <a:pt x="650240" y="2540"/>
                  </a:lnTo>
                  <a:lnTo>
                    <a:pt x="652767" y="2540"/>
                  </a:lnTo>
                  <a:lnTo>
                    <a:pt x="652767" y="1270"/>
                  </a:lnTo>
                  <a:lnTo>
                    <a:pt x="652767" y="0"/>
                  </a:lnTo>
                  <a:close/>
                </a:path>
              </a:pathLst>
            </a:custGeom>
            <a:solidFill>
              <a:srgbClr val="D9A200"/>
            </a:solidFill>
          </p:spPr>
          <p:txBody>
            <a:bodyPr wrap="square" lIns="0" tIns="0" rIns="0" bIns="0" rtlCol="0"/>
            <a:lstStyle/>
            <a:p/>
          </p:txBody>
        </p:sp>
        <p:sp>
          <p:nvSpPr>
            <p:cNvPr id="1428" name="object 1428"/>
            <p:cNvSpPr/>
            <p:nvPr/>
          </p:nvSpPr>
          <p:spPr>
            <a:xfrm>
              <a:off x="7330440" y="3309619"/>
              <a:ext cx="640080" cy="7620"/>
            </a:xfrm>
            <a:custGeom>
              <a:avLst/>
              <a:gdLst/>
              <a:ahLst/>
              <a:cxnLst/>
              <a:rect l="l" t="t" r="r" b="b"/>
              <a:pathLst>
                <a:path w="640079" h="7620">
                  <a:moveTo>
                    <a:pt x="1270" y="0"/>
                  </a:moveTo>
                  <a:lnTo>
                    <a:pt x="0" y="0"/>
                  </a:lnTo>
                  <a:lnTo>
                    <a:pt x="0" y="1270"/>
                  </a:lnTo>
                  <a:lnTo>
                    <a:pt x="1270" y="1270"/>
                  </a:lnTo>
                  <a:lnTo>
                    <a:pt x="1270" y="0"/>
                  </a:lnTo>
                  <a:close/>
                </a:path>
                <a:path w="640079" h="7620">
                  <a:moveTo>
                    <a:pt x="222237" y="1270"/>
                  </a:moveTo>
                  <a:lnTo>
                    <a:pt x="2540" y="1270"/>
                  </a:lnTo>
                  <a:lnTo>
                    <a:pt x="2540" y="2540"/>
                  </a:lnTo>
                  <a:lnTo>
                    <a:pt x="222237" y="2540"/>
                  </a:lnTo>
                  <a:lnTo>
                    <a:pt x="222237" y="1270"/>
                  </a:lnTo>
                  <a:close/>
                </a:path>
                <a:path w="640079" h="7620">
                  <a:moveTo>
                    <a:pt x="224790" y="3810"/>
                  </a:moveTo>
                  <a:lnTo>
                    <a:pt x="223520" y="3810"/>
                  </a:lnTo>
                  <a:lnTo>
                    <a:pt x="223520" y="2540"/>
                  </a:lnTo>
                  <a:lnTo>
                    <a:pt x="222237" y="2540"/>
                  </a:lnTo>
                  <a:lnTo>
                    <a:pt x="222237" y="3810"/>
                  </a:lnTo>
                  <a:lnTo>
                    <a:pt x="3810" y="3810"/>
                  </a:lnTo>
                  <a:lnTo>
                    <a:pt x="3810" y="5080"/>
                  </a:lnTo>
                  <a:lnTo>
                    <a:pt x="5080" y="5080"/>
                  </a:lnTo>
                  <a:lnTo>
                    <a:pt x="5080" y="6350"/>
                  </a:lnTo>
                  <a:lnTo>
                    <a:pt x="5080" y="7620"/>
                  </a:lnTo>
                  <a:lnTo>
                    <a:pt x="6350" y="7620"/>
                  </a:lnTo>
                  <a:lnTo>
                    <a:pt x="6350" y="6350"/>
                  </a:lnTo>
                  <a:lnTo>
                    <a:pt x="224790" y="6350"/>
                  </a:lnTo>
                  <a:lnTo>
                    <a:pt x="224790" y="5080"/>
                  </a:lnTo>
                  <a:lnTo>
                    <a:pt x="224790" y="3810"/>
                  </a:lnTo>
                  <a:close/>
                </a:path>
                <a:path w="640079" h="7620">
                  <a:moveTo>
                    <a:pt x="226060" y="6350"/>
                  </a:moveTo>
                  <a:lnTo>
                    <a:pt x="224790" y="6350"/>
                  </a:lnTo>
                  <a:lnTo>
                    <a:pt x="224790" y="7620"/>
                  </a:lnTo>
                  <a:lnTo>
                    <a:pt x="226060" y="7620"/>
                  </a:lnTo>
                  <a:lnTo>
                    <a:pt x="226060" y="6350"/>
                  </a:lnTo>
                  <a:close/>
                </a:path>
                <a:path w="640079" h="7620">
                  <a:moveTo>
                    <a:pt x="538480" y="6350"/>
                  </a:moveTo>
                  <a:lnTo>
                    <a:pt x="535940" y="6350"/>
                  </a:lnTo>
                  <a:lnTo>
                    <a:pt x="535940" y="7620"/>
                  </a:lnTo>
                  <a:lnTo>
                    <a:pt x="538480" y="7620"/>
                  </a:lnTo>
                  <a:lnTo>
                    <a:pt x="538480" y="6350"/>
                  </a:lnTo>
                  <a:close/>
                </a:path>
                <a:path w="640079" h="7620">
                  <a:moveTo>
                    <a:pt x="635000" y="3810"/>
                  </a:moveTo>
                  <a:lnTo>
                    <a:pt x="543560" y="3810"/>
                  </a:lnTo>
                  <a:lnTo>
                    <a:pt x="543560" y="2540"/>
                  </a:lnTo>
                  <a:lnTo>
                    <a:pt x="541020" y="2540"/>
                  </a:lnTo>
                  <a:lnTo>
                    <a:pt x="541020" y="3810"/>
                  </a:lnTo>
                  <a:lnTo>
                    <a:pt x="539750" y="3810"/>
                  </a:lnTo>
                  <a:lnTo>
                    <a:pt x="539750" y="5080"/>
                  </a:lnTo>
                  <a:lnTo>
                    <a:pt x="538480" y="5080"/>
                  </a:lnTo>
                  <a:lnTo>
                    <a:pt x="538480" y="6350"/>
                  </a:lnTo>
                  <a:lnTo>
                    <a:pt x="632460" y="6350"/>
                  </a:lnTo>
                  <a:lnTo>
                    <a:pt x="632460" y="7620"/>
                  </a:lnTo>
                  <a:lnTo>
                    <a:pt x="633730" y="7620"/>
                  </a:lnTo>
                  <a:lnTo>
                    <a:pt x="633730" y="6350"/>
                  </a:lnTo>
                  <a:lnTo>
                    <a:pt x="633730" y="5080"/>
                  </a:lnTo>
                  <a:lnTo>
                    <a:pt x="635000" y="5080"/>
                  </a:lnTo>
                  <a:lnTo>
                    <a:pt x="635000" y="3810"/>
                  </a:lnTo>
                  <a:close/>
                </a:path>
                <a:path w="640079" h="7620">
                  <a:moveTo>
                    <a:pt x="637540" y="1270"/>
                  </a:moveTo>
                  <a:lnTo>
                    <a:pt x="546100" y="1270"/>
                  </a:lnTo>
                  <a:lnTo>
                    <a:pt x="546100" y="0"/>
                  </a:lnTo>
                  <a:lnTo>
                    <a:pt x="544830" y="0"/>
                  </a:lnTo>
                  <a:lnTo>
                    <a:pt x="544830" y="1270"/>
                  </a:lnTo>
                  <a:lnTo>
                    <a:pt x="543560" y="1270"/>
                  </a:lnTo>
                  <a:lnTo>
                    <a:pt x="543560" y="2540"/>
                  </a:lnTo>
                  <a:lnTo>
                    <a:pt x="636270" y="2540"/>
                  </a:lnTo>
                  <a:lnTo>
                    <a:pt x="636270" y="3810"/>
                  </a:lnTo>
                  <a:lnTo>
                    <a:pt x="637540" y="3810"/>
                  </a:lnTo>
                  <a:lnTo>
                    <a:pt x="637540" y="2540"/>
                  </a:lnTo>
                  <a:lnTo>
                    <a:pt x="637540" y="1270"/>
                  </a:lnTo>
                  <a:close/>
                </a:path>
                <a:path w="640079" h="7620">
                  <a:moveTo>
                    <a:pt x="640080" y="0"/>
                  </a:moveTo>
                  <a:lnTo>
                    <a:pt x="638810" y="0"/>
                  </a:lnTo>
                  <a:lnTo>
                    <a:pt x="638810" y="1270"/>
                  </a:lnTo>
                  <a:lnTo>
                    <a:pt x="640080" y="1270"/>
                  </a:lnTo>
                  <a:lnTo>
                    <a:pt x="640080" y="0"/>
                  </a:lnTo>
                  <a:close/>
                </a:path>
              </a:pathLst>
            </a:custGeom>
            <a:solidFill>
              <a:srgbClr val="DBA400"/>
            </a:solidFill>
          </p:spPr>
          <p:txBody>
            <a:bodyPr wrap="square" lIns="0" tIns="0" rIns="0" bIns="0" rtlCol="0"/>
            <a:lstStyle/>
            <a:p/>
          </p:txBody>
        </p:sp>
        <p:sp>
          <p:nvSpPr>
            <p:cNvPr id="1429" name="object 1429"/>
            <p:cNvSpPr/>
            <p:nvPr/>
          </p:nvSpPr>
          <p:spPr>
            <a:xfrm>
              <a:off x="7338060" y="3317239"/>
              <a:ext cx="623570" cy="6350"/>
            </a:xfrm>
            <a:custGeom>
              <a:avLst/>
              <a:gdLst/>
              <a:ahLst/>
              <a:cxnLst/>
              <a:rect l="l" t="t" r="r" b="b"/>
              <a:pathLst>
                <a:path w="623570" h="6350">
                  <a:moveTo>
                    <a:pt x="219697" y="0"/>
                  </a:moveTo>
                  <a:lnTo>
                    <a:pt x="0" y="0"/>
                  </a:lnTo>
                  <a:lnTo>
                    <a:pt x="0" y="1270"/>
                  </a:lnTo>
                  <a:lnTo>
                    <a:pt x="219697" y="1270"/>
                  </a:lnTo>
                  <a:lnTo>
                    <a:pt x="219697" y="0"/>
                  </a:lnTo>
                  <a:close/>
                </a:path>
                <a:path w="623570" h="6350">
                  <a:moveTo>
                    <a:pt x="222250" y="3810"/>
                  </a:moveTo>
                  <a:lnTo>
                    <a:pt x="220967" y="3810"/>
                  </a:lnTo>
                  <a:lnTo>
                    <a:pt x="220967" y="2540"/>
                  </a:lnTo>
                  <a:lnTo>
                    <a:pt x="1270" y="2540"/>
                  </a:lnTo>
                  <a:lnTo>
                    <a:pt x="1270" y="3810"/>
                  </a:lnTo>
                  <a:lnTo>
                    <a:pt x="2540" y="3810"/>
                  </a:lnTo>
                  <a:lnTo>
                    <a:pt x="2540" y="5080"/>
                  </a:lnTo>
                  <a:lnTo>
                    <a:pt x="2540" y="6350"/>
                  </a:lnTo>
                  <a:lnTo>
                    <a:pt x="3810" y="6350"/>
                  </a:lnTo>
                  <a:lnTo>
                    <a:pt x="3810" y="5080"/>
                  </a:lnTo>
                  <a:lnTo>
                    <a:pt x="222250" y="5080"/>
                  </a:lnTo>
                  <a:lnTo>
                    <a:pt x="222250" y="3810"/>
                  </a:lnTo>
                  <a:close/>
                </a:path>
                <a:path w="623570" h="6350">
                  <a:moveTo>
                    <a:pt x="223520" y="5080"/>
                  </a:moveTo>
                  <a:lnTo>
                    <a:pt x="222250" y="5080"/>
                  </a:lnTo>
                  <a:lnTo>
                    <a:pt x="222250" y="6350"/>
                  </a:lnTo>
                  <a:lnTo>
                    <a:pt x="223520" y="6350"/>
                  </a:lnTo>
                  <a:lnTo>
                    <a:pt x="223520" y="5080"/>
                  </a:lnTo>
                  <a:close/>
                </a:path>
                <a:path w="623570" h="6350">
                  <a:moveTo>
                    <a:pt x="521970" y="5080"/>
                  </a:moveTo>
                  <a:lnTo>
                    <a:pt x="520700" y="5080"/>
                  </a:lnTo>
                  <a:lnTo>
                    <a:pt x="520700" y="6350"/>
                  </a:lnTo>
                  <a:lnTo>
                    <a:pt x="521970" y="6350"/>
                  </a:lnTo>
                  <a:lnTo>
                    <a:pt x="521970" y="5080"/>
                  </a:lnTo>
                  <a:close/>
                </a:path>
                <a:path w="623570" h="6350">
                  <a:moveTo>
                    <a:pt x="619760" y="2540"/>
                  </a:moveTo>
                  <a:lnTo>
                    <a:pt x="527050" y="2540"/>
                  </a:lnTo>
                  <a:lnTo>
                    <a:pt x="527050" y="1270"/>
                  </a:lnTo>
                  <a:lnTo>
                    <a:pt x="525780" y="1270"/>
                  </a:lnTo>
                  <a:lnTo>
                    <a:pt x="525780" y="2540"/>
                  </a:lnTo>
                  <a:lnTo>
                    <a:pt x="523240" y="2540"/>
                  </a:lnTo>
                  <a:lnTo>
                    <a:pt x="523240" y="3810"/>
                  </a:lnTo>
                  <a:lnTo>
                    <a:pt x="521970" y="3810"/>
                  </a:lnTo>
                  <a:lnTo>
                    <a:pt x="521970" y="5080"/>
                  </a:lnTo>
                  <a:lnTo>
                    <a:pt x="617220" y="5080"/>
                  </a:lnTo>
                  <a:lnTo>
                    <a:pt x="617220" y="6350"/>
                  </a:lnTo>
                  <a:lnTo>
                    <a:pt x="618490" y="6350"/>
                  </a:lnTo>
                  <a:lnTo>
                    <a:pt x="618490" y="5080"/>
                  </a:lnTo>
                  <a:lnTo>
                    <a:pt x="618490" y="3810"/>
                  </a:lnTo>
                  <a:lnTo>
                    <a:pt x="619760" y="3810"/>
                  </a:lnTo>
                  <a:lnTo>
                    <a:pt x="619760" y="2540"/>
                  </a:lnTo>
                  <a:close/>
                </a:path>
                <a:path w="623570" h="6350">
                  <a:moveTo>
                    <a:pt x="623570" y="0"/>
                  </a:moveTo>
                  <a:lnTo>
                    <a:pt x="527050" y="0"/>
                  </a:lnTo>
                  <a:lnTo>
                    <a:pt x="527050" y="1270"/>
                  </a:lnTo>
                  <a:lnTo>
                    <a:pt x="621030" y="1270"/>
                  </a:lnTo>
                  <a:lnTo>
                    <a:pt x="621030" y="2540"/>
                  </a:lnTo>
                  <a:lnTo>
                    <a:pt x="623570" y="2540"/>
                  </a:lnTo>
                  <a:lnTo>
                    <a:pt x="623570" y="1270"/>
                  </a:lnTo>
                  <a:lnTo>
                    <a:pt x="623570" y="0"/>
                  </a:lnTo>
                  <a:close/>
                </a:path>
              </a:pathLst>
            </a:custGeom>
            <a:solidFill>
              <a:srgbClr val="DDA500"/>
            </a:solidFill>
          </p:spPr>
          <p:txBody>
            <a:bodyPr wrap="square" lIns="0" tIns="0" rIns="0" bIns="0" rtlCol="0"/>
            <a:lstStyle/>
            <a:p/>
          </p:txBody>
        </p:sp>
        <p:sp>
          <p:nvSpPr>
            <p:cNvPr id="1430" name="object 1430"/>
            <p:cNvSpPr/>
            <p:nvPr/>
          </p:nvSpPr>
          <p:spPr>
            <a:xfrm>
              <a:off x="7343140" y="3323589"/>
              <a:ext cx="609600" cy="7620"/>
            </a:xfrm>
            <a:custGeom>
              <a:avLst/>
              <a:gdLst/>
              <a:ahLst/>
              <a:cxnLst/>
              <a:rect l="l" t="t" r="r" b="b"/>
              <a:pathLst>
                <a:path w="609600" h="7620">
                  <a:moveTo>
                    <a:pt x="219710" y="0"/>
                  </a:moveTo>
                  <a:lnTo>
                    <a:pt x="0" y="0"/>
                  </a:lnTo>
                  <a:lnTo>
                    <a:pt x="0" y="1270"/>
                  </a:lnTo>
                  <a:lnTo>
                    <a:pt x="0" y="2540"/>
                  </a:lnTo>
                  <a:lnTo>
                    <a:pt x="1270" y="2540"/>
                  </a:lnTo>
                  <a:lnTo>
                    <a:pt x="1270" y="1270"/>
                  </a:lnTo>
                  <a:lnTo>
                    <a:pt x="219710" y="1270"/>
                  </a:lnTo>
                  <a:lnTo>
                    <a:pt x="219710" y="0"/>
                  </a:lnTo>
                  <a:close/>
                </a:path>
                <a:path w="609600" h="7620">
                  <a:moveTo>
                    <a:pt x="222237" y="3810"/>
                  </a:moveTo>
                  <a:lnTo>
                    <a:pt x="220967" y="3810"/>
                  </a:lnTo>
                  <a:lnTo>
                    <a:pt x="220967" y="2540"/>
                  </a:lnTo>
                  <a:lnTo>
                    <a:pt x="1270" y="2540"/>
                  </a:lnTo>
                  <a:lnTo>
                    <a:pt x="1270" y="3810"/>
                  </a:lnTo>
                  <a:lnTo>
                    <a:pt x="2540" y="3810"/>
                  </a:lnTo>
                  <a:lnTo>
                    <a:pt x="2540" y="5080"/>
                  </a:lnTo>
                  <a:lnTo>
                    <a:pt x="2540" y="6350"/>
                  </a:lnTo>
                  <a:lnTo>
                    <a:pt x="3810" y="6350"/>
                  </a:lnTo>
                  <a:lnTo>
                    <a:pt x="3810" y="5080"/>
                  </a:lnTo>
                  <a:lnTo>
                    <a:pt x="222237" y="5080"/>
                  </a:lnTo>
                  <a:lnTo>
                    <a:pt x="222237" y="3810"/>
                  </a:lnTo>
                  <a:close/>
                </a:path>
                <a:path w="609600" h="7620">
                  <a:moveTo>
                    <a:pt x="224790" y="6350"/>
                  </a:moveTo>
                  <a:lnTo>
                    <a:pt x="223520" y="6350"/>
                  </a:lnTo>
                  <a:lnTo>
                    <a:pt x="223520" y="5080"/>
                  </a:lnTo>
                  <a:lnTo>
                    <a:pt x="222237" y="5080"/>
                  </a:lnTo>
                  <a:lnTo>
                    <a:pt x="222237" y="6350"/>
                  </a:lnTo>
                  <a:lnTo>
                    <a:pt x="5080" y="6350"/>
                  </a:lnTo>
                  <a:lnTo>
                    <a:pt x="5080" y="7620"/>
                  </a:lnTo>
                  <a:lnTo>
                    <a:pt x="224790" y="7620"/>
                  </a:lnTo>
                  <a:lnTo>
                    <a:pt x="224790" y="6350"/>
                  </a:lnTo>
                  <a:close/>
                </a:path>
                <a:path w="609600" h="7620">
                  <a:moveTo>
                    <a:pt x="600710" y="6350"/>
                  </a:moveTo>
                  <a:lnTo>
                    <a:pt x="508000" y="6350"/>
                  </a:lnTo>
                  <a:lnTo>
                    <a:pt x="508000" y="5080"/>
                  </a:lnTo>
                  <a:lnTo>
                    <a:pt x="506730" y="5080"/>
                  </a:lnTo>
                  <a:lnTo>
                    <a:pt x="506730" y="6350"/>
                  </a:lnTo>
                  <a:lnTo>
                    <a:pt x="505460" y="6350"/>
                  </a:lnTo>
                  <a:lnTo>
                    <a:pt x="505460" y="7620"/>
                  </a:lnTo>
                  <a:lnTo>
                    <a:pt x="600710" y="7620"/>
                  </a:lnTo>
                  <a:lnTo>
                    <a:pt x="600710" y="6350"/>
                  </a:lnTo>
                  <a:close/>
                </a:path>
                <a:path w="609600" h="7620">
                  <a:moveTo>
                    <a:pt x="605790" y="2540"/>
                  </a:moveTo>
                  <a:lnTo>
                    <a:pt x="513080" y="2540"/>
                  </a:lnTo>
                  <a:lnTo>
                    <a:pt x="513080" y="1270"/>
                  </a:lnTo>
                  <a:lnTo>
                    <a:pt x="511810" y="1270"/>
                  </a:lnTo>
                  <a:lnTo>
                    <a:pt x="511810" y="2540"/>
                  </a:lnTo>
                  <a:lnTo>
                    <a:pt x="510540" y="2540"/>
                  </a:lnTo>
                  <a:lnTo>
                    <a:pt x="510540" y="3810"/>
                  </a:lnTo>
                  <a:lnTo>
                    <a:pt x="508000" y="3810"/>
                  </a:lnTo>
                  <a:lnTo>
                    <a:pt x="508000" y="5080"/>
                  </a:lnTo>
                  <a:lnTo>
                    <a:pt x="601980" y="5080"/>
                  </a:lnTo>
                  <a:lnTo>
                    <a:pt x="601980" y="6350"/>
                  </a:lnTo>
                  <a:lnTo>
                    <a:pt x="604520" y="6350"/>
                  </a:lnTo>
                  <a:lnTo>
                    <a:pt x="604520" y="5080"/>
                  </a:lnTo>
                  <a:lnTo>
                    <a:pt x="604520" y="3810"/>
                  </a:lnTo>
                  <a:lnTo>
                    <a:pt x="605790" y="3810"/>
                  </a:lnTo>
                  <a:lnTo>
                    <a:pt x="605790" y="2540"/>
                  </a:lnTo>
                  <a:close/>
                </a:path>
                <a:path w="609600" h="7620">
                  <a:moveTo>
                    <a:pt x="609600" y="0"/>
                  </a:moveTo>
                  <a:lnTo>
                    <a:pt x="513080" y="0"/>
                  </a:lnTo>
                  <a:lnTo>
                    <a:pt x="513080" y="1270"/>
                  </a:lnTo>
                  <a:lnTo>
                    <a:pt x="608330" y="1270"/>
                  </a:lnTo>
                  <a:lnTo>
                    <a:pt x="608330" y="2540"/>
                  </a:lnTo>
                  <a:lnTo>
                    <a:pt x="609600" y="2540"/>
                  </a:lnTo>
                  <a:lnTo>
                    <a:pt x="609600" y="1270"/>
                  </a:lnTo>
                  <a:lnTo>
                    <a:pt x="609600" y="0"/>
                  </a:lnTo>
                  <a:close/>
                </a:path>
              </a:pathLst>
            </a:custGeom>
            <a:solidFill>
              <a:srgbClr val="DEA600"/>
            </a:solidFill>
          </p:spPr>
          <p:txBody>
            <a:bodyPr wrap="square" lIns="0" tIns="0" rIns="0" bIns="0" rtlCol="0"/>
            <a:lstStyle/>
            <a:p/>
          </p:txBody>
        </p:sp>
        <p:sp>
          <p:nvSpPr>
            <p:cNvPr id="1431" name="object 1431"/>
            <p:cNvSpPr/>
            <p:nvPr/>
          </p:nvSpPr>
          <p:spPr>
            <a:xfrm>
              <a:off x="7348220" y="3331209"/>
              <a:ext cx="595630" cy="7620"/>
            </a:xfrm>
            <a:custGeom>
              <a:avLst/>
              <a:gdLst/>
              <a:ahLst/>
              <a:cxnLst/>
              <a:rect l="l" t="t" r="r" b="b"/>
              <a:pathLst>
                <a:path w="595629" h="7620">
                  <a:moveTo>
                    <a:pt x="1270" y="0"/>
                  </a:moveTo>
                  <a:lnTo>
                    <a:pt x="0" y="0"/>
                  </a:lnTo>
                  <a:lnTo>
                    <a:pt x="0" y="1270"/>
                  </a:lnTo>
                  <a:lnTo>
                    <a:pt x="1270" y="1270"/>
                  </a:lnTo>
                  <a:lnTo>
                    <a:pt x="1270" y="0"/>
                  </a:lnTo>
                  <a:close/>
                </a:path>
                <a:path w="595629" h="7620">
                  <a:moveTo>
                    <a:pt x="222250" y="2540"/>
                  </a:moveTo>
                  <a:lnTo>
                    <a:pt x="220980" y="2540"/>
                  </a:lnTo>
                  <a:lnTo>
                    <a:pt x="220980" y="1270"/>
                  </a:lnTo>
                  <a:lnTo>
                    <a:pt x="220980" y="0"/>
                  </a:lnTo>
                  <a:lnTo>
                    <a:pt x="219710" y="0"/>
                  </a:lnTo>
                  <a:lnTo>
                    <a:pt x="219710" y="1270"/>
                  </a:lnTo>
                  <a:lnTo>
                    <a:pt x="2540" y="1270"/>
                  </a:lnTo>
                  <a:lnTo>
                    <a:pt x="2540" y="2540"/>
                  </a:lnTo>
                  <a:lnTo>
                    <a:pt x="3810" y="2540"/>
                  </a:lnTo>
                  <a:lnTo>
                    <a:pt x="3810" y="3810"/>
                  </a:lnTo>
                  <a:lnTo>
                    <a:pt x="3810" y="5080"/>
                  </a:lnTo>
                  <a:lnTo>
                    <a:pt x="5080" y="5080"/>
                  </a:lnTo>
                  <a:lnTo>
                    <a:pt x="5080" y="3810"/>
                  </a:lnTo>
                  <a:lnTo>
                    <a:pt x="222250" y="3810"/>
                  </a:lnTo>
                  <a:lnTo>
                    <a:pt x="222250" y="2540"/>
                  </a:lnTo>
                  <a:close/>
                </a:path>
                <a:path w="595629" h="7620">
                  <a:moveTo>
                    <a:pt x="224790" y="5080"/>
                  </a:moveTo>
                  <a:lnTo>
                    <a:pt x="223520" y="5080"/>
                  </a:lnTo>
                  <a:lnTo>
                    <a:pt x="223520" y="3810"/>
                  </a:lnTo>
                  <a:lnTo>
                    <a:pt x="222250" y="3810"/>
                  </a:lnTo>
                  <a:lnTo>
                    <a:pt x="222250" y="5080"/>
                  </a:lnTo>
                  <a:lnTo>
                    <a:pt x="5080" y="5080"/>
                  </a:lnTo>
                  <a:lnTo>
                    <a:pt x="5080" y="6350"/>
                  </a:lnTo>
                  <a:lnTo>
                    <a:pt x="5080" y="7620"/>
                  </a:lnTo>
                  <a:lnTo>
                    <a:pt x="6350" y="7620"/>
                  </a:lnTo>
                  <a:lnTo>
                    <a:pt x="6350" y="6350"/>
                  </a:lnTo>
                  <a:lnTo>
                    <a:pt x="224790" y="6350"/>
                  </a:lnTo>
                  <a:lnTo>
                    <a:pt x="224790" y="5080"/>
                  </a:lnTo>
                  <a:close/>
                </a:path>
                <a:path w="595629" h="7620">
                  <a:moveTo>
                    <a:pt x="226060" y="6350"/>
                  </a:moveTo>
                  <a:lnTo>
                    <a:pt x="224790" y="6350"/>
                  </a:lnTo>
                  <a:lnTo>
                    <a:pt x="224790" y="7620"/>
                  </a:lnTo>
                  <a:lnTo>
                    <a:pt x="226060" y="7620"/>
                  </a:lnTo>
                  <a:lnTo>
                    <a:pt x="226060" y="6350"/>
                  </a:lnTo>
                  <a:close/>
                </a:path>
                <a:path w="595629" h="7620">
                  <a:moveTo>
                    <a:pt x="491490" y="6350"/>
                  </a:moveTo>
                  <a:lnTo>
                    <a:pt x="488950" y="6350"/>
                  </a:lnTo>
                  <a:lnTo>
                    <a:pt x="488950" y="7620"/>
                  </a:lnTo>
                  <a:lnTo>
                    <a:pt x="491490" y="7620"/>
                  </a:lnTo>
                  <a:lnTo>
                    <a:pt x="491490" y="6350"/>
                  </a:lnTo>
                  <a:close/>
                </a:path>
                <a:path w="595629" h="7620">
                  <a:moveTo>
                    <a:pt x="585457" y="5080"/>
                  </a:moveTo>
                  <a:lnTo>
                    <a:pt x="495300" y="5080"/>
                  </a:lnTo>
                  <a:lnTo>
                    <a:pt x="495300" y="3810"/>
                  </a:lnTo>
                  <a:lnTo>
                    <a:pt x="492760" y="3810"/>
                  </a:lnTo>
                  <a:lnTo>
                    <a:pt x="492760" y="5080"/>
                  </a:lnTo>
                  <a:lnTo>
                    <a:pt x="491490" y="5080"/>
                  </a:lnTo>
                  <a:lnTo>
                    <a:pt x="491490" y="6350"/>
                  </a:lnTo>
                  <a:lnTo>
                    <a:pt x="584200" y="6350"/>
                  </a:lnTo>
                  <a:lnTo>
                    <a:pt x="584200" y="7620"/>
                  </a:lnTo>
                  <a:lnTo>
                    <a:pt x="585457" y="7620"/>
                  </a:lnTo>
                  <a:lnTo>
                    <a:pt x="585457" y="6350"/>
                  </a:lnTo>
                  <a:lnTo>
                    <a:pt x="585457" y="5080"/>
                  </a:lnTo>
                  <a:close/>
                </a:path>
                <a:path w="595629" h="7620">
                  <a:moveTo>
                    <a:pt x="591820" y="1270"/>
                  </a:moveTo>
                  <a:lnTo>
                    <a:pt x="500380" y="1270"/>
                  </a:lnTo>
                  <a:lnTo>
                    <a:pt x="500380" y="0"/>
                  </a:lnTo>
                  <a:lnTo>
                    <a:pt x="497840" y="0"/>
                  </a:lnTo>
                  <a:lnTo>
                    <a:pt x="497840" y="1270"/>
                  </a:lnTo>
                  <a:lnTo>
                    <a:pt x="496570" y="1270"/>
                  </a:lnTo>
                  <a:lnTo>
                    <a:pt x="496570" y="2540"/>
                  </a:lnTo>
                  <a:lnTo>
                    <a:pt x="495300" y="2540"/>
                  </a:lnTo>
                  <a:lnTo>
                    <a:pt x="495300" y="3810"/>
                  </a:lnTo>
                  <a:lnTo>
                    <a:pt x="588010" y="3810"/>
                  </a:lnTo>
                  <a:lnTo>
                    <a:pt x="588010" y="5080"/>
                  </a:lnTo>
                  <a:lnTo>
                    <a:pt x="589280" y="5080"/>
                  </a:lnTo>
                  <a:lnTo>
                    <a:pt x="589280" y="3810"/>
                  </a:lnTo>
                  <a:lnTo>
                    <a:pt x="589280" y="2540"/>
                  </a:lnTo>
                  <a:lnTo>
                    <a:pt x="591820" y="2540"/>
                  </a:lnTo>
                  <a:lnTo>
                    <a:pt x="591820" y="1270"/>
                  </a:lnTo>
                  <a:close/>
                </a:path>
                <a:path w="595629" h="7620">
                  <a:moveTo>
                    <a:pt x="595630" y="0"/>
                  </a:moveTo>
                  <a:lnTo>
                    <a:pt x="593090" y="0"/>
                  </a:lnTo>
                  <a:lnTo>
                    <a:pt x="593090" y="1270"/>
                  </a:lnTo>
                  <a:lnTo>
                    <a:pt x="595630" y="1270"/>
                  </a:lnTo>
                  <a:lnTo>
                    <a:pt x="595630" y="0"/>
                  </a:lnTo>
                  <a:close/>
                </a:path>
              </a:pathLst>
            </a:custGeom>
            <a:solidFill>
              <a:srgbClr val="E0A700"/>
            </a:solidFill>
          </p:spPr>
          <p:txBody>
            <a:bodyPr wrap="square" lIns="0" tIns="0" rIns="0" bIns="0" rtlCol="0"/>
            <a:lstStyle/>
            <a:p/>
          </p:txBody>
        </p:sp>
        <p:sp>
          <p:nvSpPr>
            <p:cNvPr id="1432" name="object 1432"/>
            <p:cNvSpPr/>
            <p:nvPr/>
          </p:nvSpPr>
          <p:spPr>
            <a:xfrm>
              <a:off x="7355840" y="3338829"/>
              <a:ext cx="574040" cy="6350"/>
            </a:xfrm>
            <a:custGeom>
              <a:avLst/>
              <a:gdLst/>
              <a:ahLst/>
              <a:cxnLst/>
              <a:rect l="l" t="t" r="r" b="b"/>
              <a:pathLst>
                <a:path w="574040" h="6350">
                  <a:moveTo>
                    <a:pt x="220967" y="1270"/>
                  </a:moveTo>
                  <a:lnTo>
                    <a:pt x="219710" y="1270"/>
                  </a:lnTo>
                  <a:lnTo>
                    <a:pt x="219710" y="0"/>
                  </a:lnTo>
                  <a:lnTo>
                    <a:pt x="0" y="0"/>
                  </a:lnTo>
                  <a:lnTo>
                    <a:pt x="0" y="1270"/>
                  </a:lnTo>
                  <a:lnTo>
                    <a:pt x="1270" y="1270"/>
                  </a:lnTo>
                  <a:lnTo>
                    <a:pt x="1270" y="2540"/>
                  </a:lnTo>
                  <a:lnTo>
                    <a:pt x="1270" y="3810"/>
                  </a:lnTo>
                  <a:lnTo>
                    <a:pt x="2540" y="3810"/>
                  </a:lnTo>
                  <a:lnTo>
                    <a:pt x="2540" y="2540"/>
                  </a:lnTo>
                  <a:lnTo>
                    <a:pt x="220967" y="2540"/>
                  </a:lnTo>
                  <a:lnTo>
                    <a:pt x="220967" y="1270"/>
                  </a:lnTo>
                  <a:close/>
                </a:path>
                <a:path w="574040" h="6350">
                  <a:moveTo>
                    <a:pt x="223520" y="3810"/>
                  </a:moveTo>
                  <a:lnTo>
                    <a:pt x="222237" y="3810"/>
                  </a:lnTo>
                  <a:lnTo>
                    <a:pt x="222237" y="2540"/>
                  </a:lnTo>
                  <a:lnTo>
                    <a:pt x="220967" y="2540"/>
                  </a:lnTo>
                  <a:lnTo>
                    <a:pt x="220967" y="3810"/>
                  </a:lnTo>
                  <a:lnTo>
                    <a:pt x="3810" y="3810"/>
                  </a:lnTo>
                  <a:lnTo>
                    <a:pt x="3810" y="5080"/>
                  </a:lnTo>
                  <a:lnTo>
                    <a:pt x="3810" y="6350"/>
                  </a:lnTo>
                  <a:lnTo>
                    <a:pt x="5080" y="6350"/>
                  </a:lnTo>
                  <a:lnTo>
                    <a:pt x="5080" y="5080"/>
                  </a:lnTo>
                  <a:lnTo>
                    <a:pt x="223520" y="5080"/>
                  </a:lnTo>
                  <a:lnTo>
                    <a:pt x="223520" y="3810"/>
                  </a:lnTo>
                  <a:close/>
                </a:path>
                <a:path w="574040" h="6350">
                  <a:moveTo>
                    <a:pt x="224790" y="5080"/>
                  </a:moveTo>
                  <a:lnTo>
                    <a:pt x="223520" y="5080"/>
                  </a:lnTo>
                  <a:lnTo>
                    <a:pt x="223520" y="6350"/>
                  </a:lnTo>
                  <a:lnTo>
                    <a:pt x="224790" y="6350"/>
                  </a:lnTo>
                  <a:lnTo>
                    <a:pt x="224790" y="5080"/>
                  </a:lnTo>
                  <a:close/>
                </a:path>
                <a:path w="574040" h="6350">
                  <a:moveTo>
                    <a:pt x="473710" y="5080"/>
                  </a:moveTo>
                  <a:lnTo>
                    <a:pt x="472440" y="5080"/>
                  </a:lnTo>
                  <a:lnTo>
                    <a:pt x="472440" y="6350"/>
                  </a:lnTo>
                  <a:lnTo>
                    <a:pt x="473710" y="6350"/>
                  </a:lnTo>
                  <a:lnTo>
                    <a:pt x="473710" y="5080"/>
                  </a:lnTo>
                  <a:close/>
                </a:path>
                <a:path w="574040" h="6350">
                  <a:moveTo>
                    <a:pt x="568960" y="3810"/>
                  </a:moveTo>
                  <a:lnTo>
                    <a:pt x="477520" y="3810"/>
                  </a:lnTo>
                  <a:lnTo>
                    <a:pt x="477520" y="2540"/>
                  </a:lnTo>
                  <a:lnTo>
                    <a:pt x="476250" y="2540"/>
                  </a:lnTo>
                  <a:lnTo>
                    <a:pt x="476250" y="3810"/>
                  </a:lnTo>
                  <a:lnTo>
                    <a:pt x="473710" y="3810"/>
                  </a:lnTo>
                  <a:lnTo>
                    <a:pt x="473710" y="5080"/>
                  </a:lnTo>
                  <a:lnTo>
                    <a:pt x="566420" y="5080"/>
                  </a:lnTo>
                  <a:lnTo>
                    <a:pt x="566420" y="6350"/>
                  </a:lnTo>
                  <a:lnTo>
                    <a:pt x="568960" y="6350"/>
                  </a:lnTo>
                  <a:lnTo>
                    <a:pt x="568960" y="5080"/>
                  </a:lnTo>
                  <a:lnTo>
                    <a:pt x="568960" y="3810"/>
                  </a:lnTo>
                  <a:close/>
                </a:path>
                <a:path w="574040" h="6350">
                  <a:moveTo>
                    <a:pt x="574040" y="0"/>
                  </a:moveTo>
                  <a:lnTo>
                    <a:pt x="480060" y="0"/>
                  </a:lnTo>
                  <a:lnTo>
                    <a:pt x="480060" y="1270"/>
                  </a:lnTo>
                  <a:lnTo>
                    <a:pt x="477520" y="1270"/>
                  </a:lnTo>
                  <a:lnTo>
                    <a:pt x="477520" y="2540"/>
                  </a:lnTo>
                  <a:lnTo>
                    <a:pt x="570230" y="2540"/>
                  </a:lnTo>
                  <a:lnTo>
                    <a:pt x="570230" y="3810"/>
                  </a:lnTo>
                  <a:lnTo>
                    <a:pt x="572770" y="3810"/>
                  </a:lnTo>
                  <a:lnTo>
                    <a:pt x="572770" y="2540"/>
                  </a:lnTo>
                  <a:lnTo>
                    <a:pt x="572770" y="1270"/>
                  </a:lnTo>
                  <a:lnTo>
                    <a:pt x="574040" y="1270"/>
                  </a:lnTo>
                  <a:lnTo>
                    <a:pt x="574040" y="0"/>
                  </a:lnTo>
                  <a:close/>
                </a:path>
              </a:pathLst>
            </a:custGeom>
            <a:solidFill>
              <a:srgbClr val="E2A900"/>
            </a:solidFill>
          </p:spPr>
          <p:txBody>
            <a:bodyPr wrap="square" lIns="0" tIns="0" rIns="0" bIns="0" rtlCol="0"/>
            <a:lstStyle/>
            <a:p/>
          </p:txBody>
        </p:sp>
        <p:sp>
          <p:nvSpPr>
            <p:cNvPr id="1433" name="object 1433"/>
            <p:cNvSpPr/>
            <p:nvPr/>
          </p:nvSpPr>
          <p:spPr>
            <a:xfrm>
              <a:off x="7362190" y="3345179"/>
              <a:ext cx="557530" cy="7620"/>
            </a:xfrm>
            <a:custGeom>
              <a:avLst/>
              <a:gdLst/>
              <a:ahLst/>
              <a:cxnLst/>
              <a:rect l="l" t="t" r="r" b="b"/>
              <a:pathLst>
                <a:path w="557529" h="7620">
                  <a:moveTo>
                    <a:pt x="220967" y="1270"/>
                  </a:moveTo>
                  <a:lnTo>
                    <a:pt x="219710" y="1270"/>
                  </a:lnTo>
                  <a:lnTo>
                    <a:pt x="219710" y="0"/>
                  </a:lnTo>
                  <a:lnTo>
                    <a:pt x="0" y="0"/>
                  </a:lnTo>
                  <a:lnTo>
                    <a:pt x="0" y="1270"/>
                  </a:lnTo>
                  <a:lnTo>
                    <a:pt x="1270" y="1270"/>
                  </a:lnTo>
                  <a:lnTo>
                    <a:pt x="1270" y="2540"/>
                  </a:lnTo>
                  <a:lnTo>
                    <a:pt x="1270" y="3810"/>
                  </a:lnTo>
                  <a:lnTo>
                    <a:pt x="2540" y="3810"/>
                  </a:lnTo>
                  <a:lnTo>
                    <a:pt x="2540" y="2540"/>
                  </a:lnTo>
                  <a:lnTo>
                    <a:pt x="220967" y="2540"/>
                  </a:lnTo>
                  <a:lnTo>
                    <a:pt x="220967" y="1270"/>
                  </a:lnTo>
                  <a:close/>
                </a:path>
                <a:path w="557529" h="7620">
                  <a:moveTo>
                    <a:pt x="223520" y="3810"/>
                  </a:moveTo>
                  <a:lnTo>
                    <a:pt x="222237" y="3810"/>
                  </a:lnTo>
                  <a:lnTo>
                    <a:pt x="222237" y="2540"/>
                  </a:lnTo>
                  <a:lnTo>
                    <a:pt x="220967" y="2540"/>
                  </a:lnTo>
                  <a:lnTo>
                    <a:pt x="220967" y="3810"/>
                  </a:lnTo>
                  <a:lnTo>
                    <a:pt x="3810" y="3810"/>
                  </a:lnTo>
                  <a:lnTo>
                    <a:pt x="3810" y="5080"/>
                  </a:lnTo>
                  <a:lnTo>
                    <a:pt x="3810" y="6350"/>
                  </a:lnTo>
                  <a:lnTo>
                    <a:pt x="5080" y="6350"/>
                  </a:lnTo>
                  <a:lnTo>
                    <a:pt x="5080" y="5080"/>
                  </a:lnTo>
                  <a:lnTo>
                    <a:pt x="223520" y="5080"/>
                  </a:lnTo>
                  <a:lnTo>
                    <a:pt x="223520" y="3810"/>
                  </a:lnTo>
                  <a:close/>
                </a:path>
                <a:path w="557529" h="7620">
                  <a:moveTo>
                    <a:pt x="227330" y="6350"/>
                  </a:moveTo>
                  <a:lnTo>
                    <a:pt x="224790" y="6350"/>
                  </a:lnTo>
                  <a:lnTo>
                    <a:pt x="224790" y="5080"/>
                  </a:lnTo>
                  <a:lnTo>
                    <a:pt x="223520" y="5080"/>
                  </a:lnTo>
                  <a:lnTo>
                    <a:pt x="223520" y="6350"/>
                  </a:lnTo>
                  <a:lnTo>
                    <a:pt x="6350" y="6350"/>
                  </a:lnTo>
                  <a:lnTo>
                    <a:pt x="6350" y="7620"/>
                  </a:lnTo>
                  <a:lnTo>
                    <a:pt x="227330" y="7620"/>
                  </a:lnTo>
                  <a:lnTo>
                    <a:pt x="227330" y="6350"/>
                  </a:lnTo>
                  <a:close/>
                </a:path>
                <a:path w="557529" h="7620">
                  <a:moveTo>
                    <a:pt x="547370" y="6350"/>
                  </a:moveTo>
                  <a:lnTo>
                    <a:pt x="457200" y="6350"/>
                  </a:lnTo>
                  <a:lnTo>
                    <a:pt x="457200" y="5080"/>
                  </a:lnTo>
                  <a:lnTo>
                    <a:pt x="454660" y="5080"/>
                  </a:lnTo>
                  <a:lnTo>
                    <a:pt x="454660" y="6350"/>
                  </a:lnTo>
                  <a:lnTo>
                    <a:pt x="452120" y="6350"/>
                  </a:lnTo>
                  <a:lnTo>
                    <a:pt x="452120" y="7620"/>
                  </a:lnTo>
                  <a:lnTo>
                    <a:pt x="547370" y="7620"/>
                  </a:lnTo>
                  <a:lnTo>
                    <a:pt x="547370" y="6350"/>
                  </a:lnTo>
                  <a:close/>
                </a:path>
                <a:path w="557529" h="7620">
                  <a:moveTo>
                    <a:pt x="552450" y="3810"/>
                  </a:moveTo>
                  <a:lnTo>
                    <a:pt x="461010" y="3810"/>
                  </a:lnTo>
                  <a:lnTo>
                    <a:pt x="461010" y="2540"/>
                  </a:lnTo>
                  <a:lnTo>
                    <a:pt x="458470" y="2540"/>
                  </a:lnTo>
                  <a:lnTo>
                    <a:pt x="458470" y="3810"/>
                  </a:lnTo>
                  <a:lnTo>
                    <a:pt x="457200" y="3810"/>
                  </a:lnTo>
                  <a:lnTo>
                    <a:pt x="457200" y="5080"/>
                  </a:lnTo>
                  <a:lnTo>
                    <a:pt x="549910" y="5080"/>
                  </a:lnTo>
                  <a:lnTo>
                    <a:pt x="549910" y="6350"/>
                  </a:lnTo>
                  <a:lnTo>
                    <a:pt x="552450" y="6350"/>
                  </a:lnTo>
                  <a:lnTo>
                    <a:pt x="552450" y="5080"/>
                  </a:lnTo>
                  <a:lnTo>
                    <a:pt x="552450" y="3810"/>
                  </a:lnTo>
                  <a:close/>
                </a:path>
                <a:path w="557529" h="7620">
                  <a:moveTo>
                    <a:pt x="557530" y="0"/>
                  </a:moveTo>
                  <a:lnTo>
                    <a:pt x="463550" y="0"/>
                  </a:lnTo>
                  <a:lnTo>
                    <a:pt x="463550" y="1270"/>
                  </a:lnTo>
                  <a:lnTo>
                    <a:pt x="461010" y="1270"/>
                  </a:lnTo>
                  <a:lnTo>
                    <a:pt x="461010" y="2540"/>
                  </a:lnTo>
                  <a:lnTo>
                    <a:pt x="553720" y="2540"/>
                  </a:lnTo>
                  <a:lnTo>
                    <a:pt x="553720" y="3810"/>
                  </a:lnTo>
                  <a:lnTo>
                    <a:pt x="556260" y="3810"/>
                  </a:lnTo>
                  <a:lnTo>
                    <a:pt x="556260" y="2540"/>
                  </a:lnTo>
                  <a:lnTo>
                    <a:pt x="556260" y="1270"/>
                  </a:lnTo>
                  <a:lnTo>
                    <a:pt x="557530" y="1270"/>
                  </a:lnTo>
                  <a:lnTo>
                    <a:pt x="557530" y="0"/>
                  </a:lnTo>
                  <a:close/>
                </a:path>
              </a:pathLst>
            </a:custGeom>
            <a:solidFill>
              <a:srgbClr val="E3AA00"/>
            </a:solidFill>
          </p:spPr>
          <p:txBody>
            <a:bodyPr wrap="square" lIns="0" tIns="0" rIns="0" bIns="0" rtlCol="0"/>
            <a:lstStyle/>
            <a:p/>
          </p:txBody>
        </p:sp>
        <p:sp>
          <p:nvSpPr>
            <p:cNvPr id="1434" name="object 1434"/>
            <p:cNvSpPr/>
            <p:nvPr/>
          </p:nvSpPr>
          <p:spPr>
            <a:xfrm>
              <a:off x="7369810" y="3352799"/>
              <a:ext cx="538480" cy="7620"/>
            </a:xfrm>
            <a:custGeom>
              <a:avLst/>
              <a:gdLst/>
              <a:ahLst/>
              <a:cxnLst/>
              <a:rect l="l" t="t" r="r" b="b"/>
              <a:pathLst>
                <a:path w="538479" h="7620">
                  <a:moveTo>
                    <a:pt x="220967" y="0"/>
                  </a:moveTo>
                  <a:lnTo>
                    <a:pt x="0" y="0"/>
                  </a:lnTo>
                  <a:lnTo>
                    <a:pt x="0" y="1270"/>
                  </a:lnTo>
                  <a:lnTo>
                    <a:pt x="0" y="2540"/>
                  </a:lnTo>
                  <a:lnTo>
                    <a:pt x="1270" y="2540"/>
                  </a:lnTo>
                  <a:lnTo>
                    <a:pt x="1270" y="1270"/>
                  </a:lnTo>
                  <a:lnTo>
                    <a:pt x="220967" y="1270"/>
                  </a:lnTo>
                  <a:lnTo>
                    <a:pt x="220967" y="0"/>
                  </a:lnTo>
                  <a:close/>
                </a:path>
                <a:path w="538479" h="7620">
                  <a:moveTo>
                    <a:pt x="224790" y="2540"/>
                  </a:moveTo>
                  <a:lnTo>
                    <a:pt x="222250" y="2540"/>
                  </a:lnTo>
                  <a:lnTo>
                    <a:pt x="222250" y="1270"/>
                  </a:lnTo>
                  <a:lnTo>
                    <a:pt x="220967" y="1270"/>
                  </a:lnTo>
                  <a:lnTo>
                    <a:pt x="220967" y="2540"/>
                  </a:lnTo>
                  <a:lnTo>
                    <a:pt x="2540" y="2540"/>
                  </a:lnTo>
                  <a:lnTo>
                    <a:pt x="2540" y="3810"/>
                  </a:lnTo>
                  <a:lnTo>
                    <a:pt x="2540" y="5080"/>
                  </a:lnTo>
                  <a:lnTo>
                    <a:pt x="3810" y="5080"/>
                  </a:lnTo>
                  <a:lnTo>
                    <a:pt x="3810" y="3810"/>
                  </a:lnTo>
                  <a:lnTo>
                    <a:pt x="224790" y="3810"/>
                  </a:lnTo>
                  <a:lnTo>
                    <a:pt x="224790" y="2540"/>
                  </a:lnTo>
                  <a:close/>
                </a:path>
                <a:path w="538479" h="7620">
                  <a:moveTo>
                    <a:pt x="229870" y="6350"/>
                  </a:moveTo>
                  <a:lnTo>
                    <a:pt x="227330" y="6350"/>
                  </a:lnTo>
                  <a:lnTo>
                    <a:pt x="227330" y="5080"/>
                  </a:lnTo>
                  <a:lnTo>
                    <a:pt x="226060" y="5080"/>
                  </a:lnTo>
                  <a:lnTo>
                    <a:pt x="226060" y="3810"/>
                  </a:lnTo>
                  <a:lnTo>
                    <a:pt x="224790" y="3810"/>
                  </a:lnTo>
                  <a:lnTo>
                    <a:pt x="224790" y="5080"/>
                  </a:lnTo>
                  <a:lnTo>
                    <a:pt x="5080" y="5080"/>
                  </a:lnTo>
                  <a:lnTo>
                    <a:pt x="5080" y="6350"/>
                  </a:lnTo>
                  <a:lnTo>
                    <a:pt x="7620" y="6350"/>
                  </a:lnTo>
                  <a:lnTo>
                    <a:pt x="7620" y="7620"/>
                  </a:lnTo>
                  <a:lnTo>
                    <a:pt x="229870" y="7620"/>
                  </a:lnTo>
                  <a:lnTo>
                    <a:pt x="229870" y="6350"/>
                  </a:lnTo>
                  <a:close/>
                </a:path>
                <a:path w="538479" h="7620">
                  <a:moveTo>
                    <a:pt x="529590" y="5080"/>
                  </a:moveTo>
                  <a:lnTo>
                    <a:pt x="436880" y="5080"/>
                  </a:lnTo>
                  <a:lnTo>
                    <a:pt x="436880" y="3810"/>
                  </a:lnTo>
                  <a:lnTo>
                    <a:pt x="434340" y="3810"/>
                  </a:lnTo>
                  <a:lnTo>
                    <a:pt x="434340" y="5080"/>
                  </a:lnTo>
                  <a:lnTo>
                    <a:pt x="431800" y="5080"/>
                  </a:lnTo>
                  <a:lnTo>
                    <a:pt x="431800" y="6350"/>
                  </a:lnTo>
                  <a:lnTo>
                    <a:pt x="429260" y="6350"/>
                  </a:lnTo>
                  <a:lnTo>
                    <a:pt x="429260" y="7620"/>
                  </a:lnTo>
                  <a:lnTo>
                    <a:pt x="528320" y="7620"/>
                  </a:lnTo>
                  <a:lnTo>
                    <a:pt x="528320" y="6350"/>
                  </a:lnTo>
                  <a:lnTo>
                    <a:pt x="529590" y="6350"/>
                  </a:lnTo>
                  <a:lnTo>
                    <a:pt x="529590" y="5080"/>
                  </a:lnTo>
                  <a:close/>
                </a:path>
                <a:path w="538479" h="7620">
                  <a:moveTo>
                    <a:pt x="534670" y="2540"/>
                  </a:moveTo>
                  <a:lnTo>
                    <a:pt x="443230" y="2540"/>
                  </a:lnTo>
                  <a:lnTo>
                    <a:pt x="443230" y="1270"/>
                  </a:lnTo>
                  <a:lnTo>
                    <a:pt x="439420" y="1270"/>
                  </a:lnTo>
                  <a:lnTo>
                    <a:pt x="439420" y="2540"/>
                  </a:lnTo>
                  <a:lnTo>
                    <a:pt x="436880" y="2540"/>
                  </a:lnTo>
                  <a:lnTo>
                    <a:pt x="436880" y="3810"/>
                  </a:lnTo>
                  <a:lnTo>
                    <a:pt x="532130" y="3810"/>
                  </a:lnTo>
                  <a:lnTo>
                    <a:pt x="532130" y="5080"/>
                  </a:lnTo>
                  <a:lnTo>
                    <a:pt x="534670" y="5080"/>
                  </a:lnTo>
                  <a:lnTo>
                    <a:pt x="534670" y="3810"/>
                  </a:lnTo>
                  <a:lnTo>
                    <a:pt x="534670" y="2540"/>
                  </a:lnTo>
                  <a:close/>
                </a:path>
                <a:path w="538479" h="7620">
                  <a:moveTo>
                    <a:pt x="538480" y="0"/>
                  </a:moveTo>
                  <a:lnTo>
                    <a:pt x="443230" y="0"/>
                  </a:lnTo>
                  <a:lnTo>
                    <a:pt x="443230" y="1270"/>
                  </a:lnTo>
                  <a:lnTo>
                    <a:pt x="535940" y="1270"/>
                  </a:lnTo>
                  <a:lnTo>
                    <a:pt x="535940" y="2540"/>
                  </a:lnTo>
                  <a:lnTo>
                    <a:pt x="538480" y="2540"/>
                  </a:lnTo>
                  <a:lnTo>
                    <a:pt x="538480" y="1270"/>
                  </a:lnTo>
                  <a:lnTo>
                    <a:pt x="538480" y="0"/>
                  </a:lnTo>
                  <a:close/>
                </a:path>
              </a:pathLst>
            </a:custGeom>
            <a:solidFill>
              <a:srgbClr val="E5AB00"/>
            </a:solidFill>
          </p:spPr>
          <p:txBody>
            <a:bodyPr wrap="square" lIns="0" tIns="0" rIns="0" bIns="0" rtlCol="0"/>
            <a:lstStyle/>
            <a:p/>
          </p:txBody>
        </p:sp>
        <p:sp>
          <p:nvSpPr>
            <p:cNvPr id="1435" name="object 1435"/>
            <p:cNvSpPr/>
            <p:nvPr/>
          </p:nvSpPr>
          <p:spPr>
            <a:xfrm>
              <a:off x="7377430" y="3360419"/>
              <a:ext cx="520700" cy="7620"/>
            </a:xfrm>
            <a:custGeom>
              <a:avLst/>
              <a:gdLst/>
              <a:ahLst/>
              <a:cxnLst/>
              <a:rect l="l" t="t" r="r" b="b"/>
              <a:pathLst>
                <a:path w="520700" h="7620">
                  <a:moveTo>
                    <a:pt x="1270" y="0"/>
                  </a:moveTo>
                  <a:lnTo>
                    <a:pt x="0" y="0"/>
                  </a:lnTo>
                  <a:lnTo>
                    <a:pt x="0" y="1270"/>
                  </a:lnTo>
                  <a:lnTo>
                    <a:pt x="1270" y="1270"/>
                  </a:lnTo>
                  <a:lnTo>
                    <a:pt x="1270" y="0"/>
                  </a:lnTo>
                  <a:close/>
                </a:path>
                <a:path w="520700" h="7620">
                  <a:moveTo>
                    <a:pt x="226060" y="1270"/>
                  </a:moveTo>
                  <a:lnTo>
                    <a:pt x="223520" y="1270"/>
                  </a:lnTo>
                  <a:lnTo>
                    <a:pt x="223520" y="0"/>
                  </a:lnTo>
                  <a:lnTo>
                    <a:pt x="222250" y="0"/>
                  </a:lnTo>
                  <a:lnTo>
                    <a:pt x="222250" y="1270"/>
                  </a:lnTo>
                  <a:lnTo>
                    <a:pt x="2540" y="1270"/>
                  </a:lnTo>
                  <a:lnTo>
                    <a:pt x="2540" y="2540"/>
                  </a:lnTo>
                  <a:lnTo>
                    <a:pt x="2540" y="3810"/>
                  </a:lnTo>
                  <a:lnTo>
                    <a:pt x="3810" y="3810"/>
                  </a:lnTo>
                  <a:lnTo>
                    <a:pt x="3810" y="2540"/>
                  </a:lnTo>
                  <a:lnTo>
                    <a:pt x="226060" y="2540"/>
                  </a:lnTo>
                  <a:lnTo>
                    <a:pt x="226060" y="1270"/>
                  </a:lnTo>
                  <a:close/>
                </a:path>
                <a:path w="520700" h="7620">
                  <a:moveTo>
                    <a:pt x="233680" y="5080"/>
                  </a:moveTo>
                  <a:lnTo>
                    <a:pt x="231127" y="5080"/>
                  </a:lnTo>
                  <a:lnTo>
                    <a:pt x="231127" y="3810"/>
                  </a:lnTo>
                  <a:lnTo>
                    <a:pt x="228600" y="3810"/>
                  </a:lnTo>
                  <a:lnTo>
                    <a:pt x="228600" y="2540"/>
                  </a:lnTo>
                  <a:lnTo>
                    <a:pt x="226060" y="2540"/>
                  </a:lnTo>
                  <a:lnTo>
                    <a:pt x="226060" y="3810"/>
                  </a:lnTo>
                  <a:lnTo>
                    <a:pt x="5080" y="3810"/>
                  </a:lnTo>
                  <a:lnTo>
                    <a:pt x="5080" y="5080"/>
                  </a:lnTo>
                  <a:lnTo>
                    <a:pt x="7620" y="5080"/>
                  </a:lnTo>
                  <a:lnTo>
                    <a:pt x="7620" y="6350"/>
                  </a:lnTo>
                  <a:lnTo>
                    <a:pt x="7620" y="7620"/>
                  </a:lnTo>
                  <a:lnTo>
                    <a:pt x="8890" y="7620"/>
                  </a:lnTo>
                  <a:lnTo>
                    <a:pt x="8890" y="6350"/>
                  </a:lnTo>
                  <a:lnTo>
                    <a:pt x="233680" y="6350"/>
                  </a:lnTo>
                  <a:lnTo>
                    <a:pt x="233680" y="5080"/>
                  </a:lnTo>
                  <a:close/>
                </a:path>
                <a:path w="520700" h="7620">
                  <a:moveTo>
                    <a:pt x="236220" y="6350"/>
                  </a:moveTo>
                  <a:lnTo>
                    <a:pt x="233680" y="6350"/>
                  </a:lnTo>
                  <a:lnTo>
                    <a:pt x="233680" y="7620"/>
                  </a:lnTo>
                  <a:lnTo>
                    <a:pt x="236220" y="7620"/>
                  </a:lnTo>
                  <a:lnTo>
                    <a:pt x="236220" y="6350"/>
                  </a:lnTo>
                  <a:close/>
                </a:path>
                <a:path w="520700" h="7620">
                  <a:moveTo>
                    <a:pt x="407670" y="6350"/>
                  </a:moveTo>
                  <a:lnTo>
                    <a:pt x="405130" y="6350"/>
                  </a:lnTo>
                  <a:lnTo>
                    <a:pt x="405130" y="7620"/>
                  </a:lnTo>
                  <a:lnTo>
                    <a:pt x="407670" y="7620"/>
                  </a:lnTo>
                  <a:lnTo>
                    <a:pt x="407670" y="6350"/>
                  </a:lnTo>
                  <a:close/>
                </a:path>
                <a:path w="520700" h="7620">
                  <a:moveTo>
                    <a:pt x="511810" y="3810"/>
                  </a:moveTo>
                  <a:lnTo>
                    <a:pt x="416560" y="3810"/>
                  </a:lnTo>
                  <a:lnTo>
                    <a:pt x="416560" y="2540"/>
                  </a:lnTo>
                  <a:lnTo>
                    <a:pt x="412750" y="2540"/>
                  </a:lnTo>
                  <a:lnTo>
                    <a:pt x="412750" y="3810"/>
                  </a:lnTo>
                  <a:lnTo>
                    <a:pt x="410210" y="3810"/>
                  </a:lnTo>
                  <a:lnTo>
                    <a:pt x="410210" y="5080"/>
                  </a:lnTo>
                  <a:lnTo>
                    <a:pt x="407670" y="5080"/>
                  </a:lnTo>
                  <a:lnTo>
                    <a:pt x="407670" y="6350"/>
                  </a:lnTo>
                  <a:lnTo>
                    <a:pt x="508000" y="6350"/>
                  </a:lnTo>
                  <a:lnTo>
                    <a:pt x="508000" y="7620"/>
                  </a:lnTo>
                  <a:lnTo>
                    <a:pt x="510540" y="7620"/>
                  </a:lnTo>
                  <a:lnTo>
                    <a:pt x="510540" y="6350"/>
                  </a:lnTo>
                  <a:lnTo>
                    <a:pt x="510540" y="5080"/>
                  </a:lnTo>
                  <a:lnTo>
                    <a:pt x="511810" y="5080"/>
                  </a:lnTo>
                  <a:lnTo>
                    <a:pt x="511810" y="3810"/>
                  </a:lnTo>
                  <a:close/>
                </a:path>
                <a:path w="520700" h="7620">
                  <a:moveTo>
                    <a:pt x="515620" y="1270"/>
                  </a:moveTo>
                  <a:lnTo>
                    <a:pt x="421640" y="1270"/>
                  </a:lnTo>
                  <a:lnTo>
                    <a:pt x="421640" y="0"/>
                  </a:lnTo>
                  <a:lnTo>
                    <a:pt x="420370" y="0"/>
                  </a:lnTo>
                  <a:lnTo>
                    <a:pt x="420370" y="1270"/>
                  </a:lnTo>
                  <a:lnTo>
                    <a:pt x="416560" y="1270"/>
                  </a:lnTo>
                  <a:lnTo>
                    <a:pt x="416560" y="2540"/>
                  </a:lnTo>
                  <a:lnTo>
                    <a:pt x="514350" y="2540"/>
                  </a:lnTo>
                  <a:lnTo>
                    <a:pt x="514350" y="3810"/>
                  </a:lnTo>
                  <a:lnTo>
                    <a:pt x="515620" y="3810"/>
                  </a:lnTo>
                  <a:lnTo>
                    <a:pt x="515620" y="2540"/>
                  </a:lnTo>
                  <a:lnTo>
                    <a:pt x="515620" y="1270"/>
                  </a:lnTo>
                  <a:close/>
                </a:path>
                <a:path w="520700" h="7620">
                  <a:moveTo>
                    <a:pt x="520700" y="0"/>
                  </a:moveTo>
                  <a:lnTo>
                    <a:pt x="518160" y="0"/>
                  </a:lnTo>
                  <a:lnTo>
                    <a:pt x="518160" y="1270"/>
                  </a:lnTo>
                  <a:lnTo>
                    <a:pt x="520700" y="1270"/>
                  </a:lnTo>
                  <a:lnTo>
                    <a:pt x="520700" y="0"/>
                  </a:lnTo>
                  <a:close/>
                </a:path>
              </a:pathLst>
            </a:custGeom>
            <a:solidFill>
              <a:srgbClr val="E6AC00"/>
            </a:solidFill>
          </p:spPr>
          <p:txBody>
            <a:bodyPr wrap="square" lIns="0" tIns="0" rIns="0" bIns="0" rtlCol="0"/>
            <a:lstStyle/>
            <a:p/>
          </p:txBody>
        </p:sp>
        <p:sp>
          <p:nvSpPr>
            <p:cNvPr id="1436" name="object 1436"/>
            <p:cNvSpPr/>
            <p:nvPr/>
          </p:nvSpPr>
          <p:spPr>
            <a:xfrm>
              <a:off x="7387590" y="3368039"/>
              <a:ext cx="495300" cy="6350"/>
            </a:xfrm>
            <a:custGeom>
              <a:avLst/>
              <a:gdLst/>
              <a:ahLst/>
              <a:cxnLst/>
              <a:rect l="l" t="t" r="r" b="b"/>
              <a:pathLst>
                <a:path w="495300" h="6350">
                  <a:moveTo>
                    <a:pt x="228600" y="0"/>
                  </a:moveTo>
                  <a:lnTo>
                    <a:pt x="0" y="0"/>
                  </a:lnTo>
                  <a:lnTo>
                    <a:pt x="0" y="1270"/>
                  </a:lnTo>
                  <a:lnTo>
                    <a:pt x="0" y="2540"/>
                  </a:lnTo>
                  <a:lnTo>
                    <a:pt x="1270" y="2540"/>
                  </a:lnTo>
                  <a:lnTo>
                    <a:pt x="1270" y="1270"/>
                  </a:lnTo>
                  <a:lnTo>
                    <a:pt x="228600" y="1270"/>
                  </a:lnTo>
                  <a:lnTo>
                    <a:pt x="228600" y="0"/>
                  </a:lnTo>
                  <a:close/>
                </a:path>
                <a:path w="495300" h="6350">
                  <a:moveTo>
                    <a:pt x="236220" y="3810"/>
                  </a:moveTo>
                  <a:lnTo>
                    <a:pt x="233680" y="3810"/>
                  </a:lnTo>
                  <a:lnTo>
                    <a:pt x="233680" y="2540"/>
                  </a:lnTo>
                  <a:lnTo>
                    <a:pt x="231140" y="2540"/>
                  </a:lnTo>
                  <a:lnTo>
                    <a:pt x="231140" y="1270"/>
                  </a:lnTo>
                  <a:lnTo>
                    <a:pt x="228600" y="1270"/>
                  </a:lnTo>
                  <a:lnTo>
                    <a:pt x="228600" y="2540"/>
                  </a:lnTo>
                  <a:lnTo>
                    <a:pt x="2540" y="2540"/>
                  </a:lnTo>
                  <a:lnTo>
                    <a:pt x="2540" y="3810"/>
                  </a:lnTo>
                  <a:lnTo>
                    <a:pt x="3810" y="3810"/>
                  </a:lnTo>
                  <a:lnTo>
                    <a:pt x="3810" y="5080"/>
                  </a:lnTo>
                  <a:lnTo>
                    <a:pt x="3810" y="6350"/>
                  </a:lnTo>
                  <a:lnTo>
                    <a:pt x="5080" y="6350"/>
                  </a:lnTo>
                  <a:lnTo>
                    <a:pt x="5080" y="5080"/>
                  </a:lnTo>
                  <a:lnTo>
                    <a:pt x="236220" y="5080"/>
                  </a:lnTo>
                  <a:lnTo>
                    <a:pt x="236220" y="3810"/>
                  </a:lnTo>
                  <a:close/>
                </a:path>
                <a:path w="495300" h="6350">
                  <a:moveTo>
                    <a:pt x="240030" y="5080"/>
                  </a:moveTo>
                  <a:lnTo>
                    <a:pt x="236220" y="5080"/>
                  </a:lnTo>
                  <a:lnTo>
                    <a:pt x="236220" y="6350"/>
                  </a:lnTo>
                  <a:lnTo>
                    <a:pt x="240030" y="6350"/>
                  </a:lnTo>
                  <a:lnTo>
                    <a:pt x="240030" y="5080"/>
                  </a:lnTo>
                  <a:close/>
                </a:path>
                <a:path w="495300" h="6350">
                  <a:moveTo>
                    <a:pt x="378460" y="5080"/>
                  </a:moveTo>
                  <a:lnTo>
                    <a:pt x="370840" y="5080"/>
                  </a:lnTo>
                  <a:lnTo>
                    <a:pt x="370840" y="6350"/>
                  </a:lnTo>
                  <a:lnTo>
                    <a:pt x="378460" y="6350"/>
                  </a:lnTo>
                  <a:lnTo>
                    <a:pt x="378460" y="5080"/>
                  </a:lnTo>
                  <a:close/>
                </a:path>
                <a:path w="495300" h="6350">
                  <a:moveTo>
                    <a:pt x="491490" y="2540"/>
                  </a:moveTo>
                  <a:lnTo>
                    <a:pt x="389890" y="2540"/>
                  </a:lnTo>
                  <a:lnTo>
                    <a:pt x="389890" y="1270"/>
                  </a:lnTo>
                  <a:lnTo>
                    <a:pt x="384810" y="1270"/>
                  </a:lnTo>
                  <a:lnTo>
                    <a:pt x="384810" y="2540"/>
                  </a:lnTo>
                  <a:lnTo>
                    <a:pt x="381000" y="2540"/>
                  </a:lnTo>
                  <a:lnTo>
                    <a:pt x="381000" y="3810"/>
                  </a:lnTo>
                  <a:lnTo>
                    <a:pt x="378460" y="3810"/>
                  </a:lnTo>
                  <a:lnTo>
                    <a:pt x="378460" y="5080"/>
                  </a:lnTo>
                  <a:lnTo>
                    <a:pt x="486410" y="5080"/>
                  </a:lnTo>
                  <a:lnTo>
                    <a:pt x="486410" y="6350"/>
                  </a:lnTo>
                  <a:lnTo>
                    <a:pt x="488950" y="6350"/>
                  </a:lnTo>
                  <a:lnTo>
                    <a:pt x="488950" y="5080"/>
                  </a:lnTo>
                  <a:lnTo>
                    <a:pt x="488950" y="3810"/>
                  </a:lnTo>
                  <a:lnTo>
                    <a:pt x="491490" y="3810"/>
                  </a:lnTo>
                  <a:lnTo>
                    <a:pt x="491490" y="2540"/>
                  </a:lnTo>
                  <a:close/>
                </a:path>
                <a:path w="495300" h="6350">
                  <a:moveTo>
                    <a:pt x="495287" y="0"/>
                  </a:moveTo>
                  <a:lnTo>
                    <a:pt x="389890" y="0"/>
                  </a:lnTo>
                  <a:lnTo>
                    <a:pt x="389890" y="1270"/>
                  </a:lnTo>
                  <a:lnTo>
                    <a:pt x="494030" y="1270"/>
                  </a:lnTo>
                  <a:lnTo>
                    <a:pt x="494030" y="2540"/>
                  </a:lnTo>
                  <a:lnTo>
                    <a:pt x="495287" y="2540"/>
                  </a:lnTo>
                  <a:lnTo>
                    <a:pt x="495287" y="1270"/>
                  </a:lnTo>
                  <a:lnTo>
                    <a:pt x="495287" y="0"/>
                  </a:lnTo>
                  <a:close/>
                </a:path>
              </a:pathLst>
            </a:custGeom>
            <a:solidFill>
              <a:srgbClr val="E8AD00"/>
            </a:solidFill>
          </p:spPr>
          <p:txBody>
            <a:bodyPr wrap="square" lIns="0" tIns="0" rIns="0" bIns="0" rtlCol="0"/>
            <a:lstStyle/>
            <a:p/>
          </p:txBody>
        </p:sp>
        <p:sp>
          <p:nvSpPr>
            <p:cNvPr id="1437" name="object 1437"/>
            <p:cNvSpPr/>
            <p:nvPr/>
          </p:nvSpPr>
          <p:spPr>
            <a:xfrm>
              <a:off x="7393940" y="3374389"/>
              <a:ext cx="478790" cy="7620"/>
            </a:xfrm>
            <a:custGeom>
              <a:avLst/>
              <a:gdLst/>
              <a:ahLst/>
              <a:cxnLst/>
              <a:rect l="l" t="t" r="r" b="b"/>
              <a:pathLst>
                <a:path w="478790" h="7620">
                  <a:moveTo>
                    <a:pt x="237490" y="0"/>
                  </a:moveTo>
                  <a:lnTo>
                    <a:pt x="0" y="0"/>
                  </a:lnTo>
                  <a:lnTo>
                    <a:pt x="0" y="1270"/>
                  </a:lnTo>
                  <a:lnTo>
                    <a:pt x="0" y="2540"/>
                  </a:lnTo>
                  <a:lnTo>
                    <a:pt x="2540" y="2540"/>
                  </a:lnTo>
                  <a:lnTo>
                    <a:pt x="2540" y="1270"/>
                  </a:lnTo>
                  <a:lnTo>
                    <a:pt x="237490" y="1270"/>
                  </a:lnTo>
                  <a:lnTo>
                    <a:pt x="237490" y="0"/>
                  </a:lnTo>
                  <a:close/>
                </a:path>
                <a:path w="478790" h="7620">
                  <a:moveTo>
                    <a:pt x="247650" y="3810"/>
                  </a:moveTo>
                  <a:lnTo>
                    <a:pt x="242570" y="3810"/>
                  </a:lnTo>
                  <a:lnTo>
                    <a:pt x="242570" y="2540"/>
                  </a:lnTo>
                  <a:lnTo>
                    <a:pt x="238760" y="2540"/>
                  </a:lnTo>
                  <a:lnTo>
                    <a:pt x="238760" y="1270"/>
                  </a:lnTo>
                  <a:lnTo>
                    <a:pt x="237490" y="1270"/>
                  </a:lnTo>
                  <a:lnTo>
                    <a:pt x="237490" y="2540"/>
                  </a:lnTo>
                  <a:lnTo>
                    <a:pt x="3810" y="2540"/>
                  </a:lnTo>
                  <a:lnTo>
                    <a:pt x="3810" y="3810"/>
                  </a:lnTo>
                  <a:lnTo>
                    <a:pt x="5080" y="3810"/>
                  </a:lnTo>
                  <a:lnTo>
                    <a:pt x="5080" y="5080"/>
                  </a:lnTo>
                  <a:lnTo>
                    <a:pt x="5080" y="6350"/>
                  </a:lnTo>
                  <a:lnTo>
                    <a:pt x="6350" y="6350"/>
                  </a:lnTo>
                  <a:lnTo>
                    <a:pt x="6350" y="5080"/>
                  </a:lnTo>
                  <a:lnTo>
                    <a:pt x="247650" y="5080"/>
                  </a:lnTo>
                  <a:lnTo>
                    <a:pt x="247650" y="3810"/>
                  </a:lnTo>
                  <a:close/>
                </a:path>
                <a:path w="478790" h="7620">
                  <a:moveTo>
                    <a:pt x="262890" y="6350"/>
                  </a:moveTo>
                  <a:lnTo>
                    <a:pt x="255270" y="6350"/>
                  </a:lnTo>
                  <a:lnTo>
                    <a:pt x="255270" y="5080"/>
                  </a:lnTo>
                  <a:lnTo>
                    <a:pt x="247650" y="5080"/>
                  </a:lnTo>
                  <a:lnTo>
                    <a:pt x="247650" y="6350"/>
                  </a:lnTo>
                  <a:lnTo>
                    <a:pt x="7620" y="6350"/>
                  </a:lnTo>
                  <a:lnTo>
                    <a:pt x="7620" y="7620"/>
                  </a:lnTo>
                  <a:lnTo>
                    <a:pt x="262890" y="7620"/>
                  </a:lnTo>
                  <a:lnTo>
                    <a:pt x="262890" y="6350"/>
                  </a:lnTo>
                  <a:close/>
                </a:path>
                <a:path w="478790" h="7620">
                  <a:moveTo>
                    <a:pt x="467360" y="6350"/>
                  </a:moveTo>
                  <a:lnTo>
                    <a:pt x="340360" y="6350"/>
                  </a:lnTo>
                  <a:lnTo>
                    <a:pt x="340360" y="5080"/>
                  </a:lnTo>
                  <a:lnTo>
                    <a:pt x="334010" y="5080"/>
                  </a:lnTo>
                  <a:lnTo>
                    <a:pt x="334010" y="6350"/>
                  </a:lnTo>
                  <a:lnTo>
                    <a:pt x="330200" y="6350"/>
                  </a:lnTo>
                  <a:lnTo>
                    <a:pt x="330200" y="7620"/>
                  </a:lnTo>
                  <a:lnTo>
                    <a:pt x="467360" y="7620"/>
                  </a:lnTo>
                  <a:lnTo>
                    <a:pt x="467360" y="6350"/>
                  </a:lnTo>
                  <a:close/>
                </a:path>
                <a:path w="478790" h="7620">
                  <a:moveTo>
                    <a:pt x="473710" y="2540"/>
                  </a:moveTo>
                  <a:lnTo>
                    <a:pt x="359410" y="2540"/>
                  </a:lnTo>
                  <a:lnTo>
                    <a:pt x="359410" y="1270"/>
                  </a:lnTo>
                  <a:lnTo>
                    <a:pt x="354330" y="1270"/>
                  </a:lnTo>
                  <a:lnTo>
                    <a:pt x="354330" y="2540"/>
                  </a:lnTo>
                  <a:lnTo>
                    <a:pt x="350520" y="2540"/>
                  </a:lnTo>
                  <a:lnTo>
                    <a:pt x="350520" y="3810"/>
                  </a:lnTo>
                  <a:lnTo>
                    <a:pt x="340360" y="3810"/>
                  </a:lnTo>
                  <a:lnTo>
                    <a:pt x="340360" y="5080"/>
                  </a:lnTo>
                  <a:lnTo>
                    <a:pt x="469900" y="5080"/>
                  </a:lnTo>
                  <a:lnTo>
                    <a:pt x="469900" y="6350"/>
                  </a:lnTo>
                  <a:lnTo>
                    <a:pt x="471170" y="6350"/>
                  </a:lnTo>
                  <a:lnTo>
                    <a:pt x="471170" y="5080"/>
                  </a:lnTo>
                  <a:lnTo>
                    <a:pt x="471170" y="3810"/>
                  </a:lnTo>
                  <a:lnTo>
                    <a:pt x="473710" y="3810"/>
                  </a:lnTo>
                  <a:lnTo>
                    <a:pt x="473710" y="2540"/>
                  </a:lnTo>
                  <a:close/>
                </a:path>
                <a:path w="478790" h="7620">
                  <a:moveTo>
                    <a:pt x="478790" y="0"/>
                  </a:moveTo>
                  <a:lnTo>
                    <a:pt x="359410" y="0"/>
                  </a:lnTo>
                  <a:lnTo>
                    <a:pt x="359410" y="1270"/>
                  </a:lnTo>
                  <a:lnTo>
                    <a:pt x="476250" y="1270"/>
                  </a:lnTo>
                  <a:lnTo>
                    <a:pt x="476250" y="2540"/>
                  </a:lnTo>
                  <a:lnTo>
                    <a:pt x="478790" y="2540"/>
                  </a:lnTo>
                  <a:lnTo>
                    <a:pt x="478790" y="1270"/>
                  </a:lnTo>
                  <a:lnTo>
                    <a:pt x="478790" y="0"/>
                  </a:lnTo>
                  <a:close/>
                </a:path>
              </a:pathLst>
            </a:custGeom>
            <a:solidFill>
              <a:srgbClr val="EAAF00"/>
            </a:solidFill>
          </p:spPr>
          <p:txBody>
            <a:bodyPr wrap="square" lIns="0" tIns="0" rIns="0" bIns="0" rtlCol="0"/>
            <a:lstStyle/>
            <a:p/>
          </p:txBody>
        </p:sp>
        <p:sp>
          <p:nvSpPr>
            <p:cNvPr id="1438" name="object 1438"/>
            <p:cNvSpPr/>
            <p:nvPr/>
          </p:nvSpPr>
          <p:spPr>
            <a:xfrm>
              <a:off x="7401560" y="3382009"/>
              <a:ext cx="459740" cy="7620"/>
            </a:xfrm>
            <a:custGeom>
              <a:avLst/>
              <a:gdLst/>
              <a:ahLst/>
              <a:cxnLst/>
              <a:rect l="l" t="t" r="r" b="b"/>
              <a:pathLst>
                <a:path w="459740" h="7620">
                  <a:moveTo>
                    <a:pt x="1270" y="0"/>
                  </a:moveTo>
                  <a:lnTo>
                    <a:pt x="0" y="0"/>
                  </a:lnTo>
                  <a:lnTo>
                    <a:pt x="0" y="1270"/>
                  </a:lnTo>
                  <a:lnTo>
                    <a:pt x="1270" y="1270"/>
                  </a:lnTo>
                  <a:lnTo>
                    <a:pt x="1270" y="0"/>
                  </a:lnTo>
                  <a:close/>
                </a:path>
                <a:path w="459740" h="7620">
                  <a:moveTo>
                    <a:pt x="448310" y="5080"/>
                  </a:moveTo>
                  <a:lnTo>
                    <a:pt x="8890" y="5080"/>
                  </a:lnTo>
                  <a:lnTo>
                    <a:pt x="8890" y="6350"/>
                  </a:lnTo>
                  <a:lnTo>
                    <a:pt x="8890" y="7620"/>
                  </a:lnTo>
                  <a:lnTo>
                    <a:pt x="10160" y="7620"/>
                  </a:lnTo>
                  <a:lnTo>
                    <a:pt x="10160" y="6350"/>
                  </a:lnTo>
                  <a:lnTo>
                    <a:pt x="447040" y="6350"/>
                  </a:lnTo>
                  <a:lnTo>
                    <a:pt x="447040" y="7620"/>
                  </a:lnTo>
                  <a:lnTo>
                    <a:pt x="448310" y="7620"/>
                  </a:lnTo>
                  <a:lnTo>
                    <a:pt x="448310" y="6350"/>
                  </a:lnTo>
                  <a:lnTo>
                    <a:pt x="448310" y="5080"/>
                  </a:lnTo>
                  <a:close/>
                </a:path>
                <a:path w="459740" h="7620">
                  <a:moveTo>
                    <a:pt x="455930" y="1270"/>
                  </a:moveTo>
                  <a:lnTo>
                    <a:pt x="322580" y="1270"/>
                  </a:lnTo>
                  <a:lnTo>
                    <a:pt x="322580" y="0"/>
                  </a:lnTo>
                  <a:lnTo>
                    <a:pt x="307340" y="0"/>
                  </a:lnTo>
                  <a:lnTo>
                    <a:pt x="307340" y="1270"/>
                  </a:lnTo>
                  <a:lnTo>
                    <a:pt x="302260" y="1270"/>
                  </a:lnTo>
                  <a:lnTo>
                    <a:pt x="302260" y="2540"/>
                  </a:lnTo>
                  <a:lnTo>
                    <a:pt x="271780" y="2540"/>
                  </a:lnTo>
                  <a:lnTo>
                    <a:pt x="271780" y="1270"/>
                  </a:lnTo>
                  <a:lnTo>
                    <a:pt x="266700" y="1270"/>
                  </a:lnTo>
                  <a:lnTo>
                    <a:pt x="266700" y="0"/>
                  </a:lnTo>
                  <a:lnTo>
                    <a:pt x="255270" y="0"/>
                  </a:lnTo>
                  <a:lnTo>
                    <a:pt x="255270" y="1270"/>
                  </a:lnTo>
                  <a:lnTo>
                    <a:pt x="3810" y="1270"/>
                  </a:lnTo>
                  <a:lnTo>
                    <a:pt x="3810" y="2540"/>
                  </a:lnTo>
                  <a:lnTo>
                    <a:pt x="5080" y="2540"/>
                  </a:lnTo>
                  <a:lnTo>
                    <a:pt x="5080" y="3810"/>
                  </a:lnTo>
                  <a:lnTo>
                    <a:pt x="5080" y="5080"/>
                  </a:lnTo>
                  <a:lnTo>
                    <a:pt x="7620" y="5080"/>
                  </a:lnTo>
                  <a:lnTo>
                    <a:pt x="7620" y="3810"/>
                  </a:lnTo>
                  <a:lnTo>
                    <a:pt x="450850" y="3810"/>
                  </a:lnTo>
                  <a:lnTo>
                    <a:pt x="450850" y="5080"/>
                  </a:lnTo>
                  <a:lnTo>
                    <a:pt x="453390" y="5080"/>
                  </a:lnTo>
                  <a:lnTo>
                    <a:pt x="453390" y="3810"/>
                  </a:lnTo>
                  <a:lnTo>
                    <a:pt x="453390" y="2540"/>
                  </a:lnTo>
                  <a:lnTo>
                    <a:pt x="455930" y="2540"/>
                  </a:lnTo>
                  <a:lnTo>
                    <a:pt x="455930" y="1270"/>
                  </a:lnTo>
                  <a:close/>
                </a:path>
                <a:path w="459740" h="7620">
                  <a:moveTo>
                    <a:pt x="459740" y="0"/>
                  </a:moveTo>
                  <a:lnTo>
                    <a:pt x="457200" y="0"/>
                  </a:lnTo>
                  <a:lnTo>
                    <a:pt x="457200" y="1270"/>
                  </a:lnTo>
                  <a:lnTo>
                    <a:pt x="459740" y="1270"/>
                  </a:lnTo>
                  <a:lnTo>
                    <a:pt x="459740" y="0"/>
                  </a:lnTo>
                  <a:close/>
                </a:path>
              </a:pathLst>
            </a:custGeom>
            <a:solidFill>
              <a:srgbClr val="EBB000"/>
            </a:solidFill>
          </p:spPr>
          <p:txBody>
            <a:bodyPr wrap="square" lIns="0" tIns="0" rIns="0" bIns="0" rtlCol="0"/>
            <a:lstStyle/>
            <a:p/>
          </p:txBody>
        </p:sp>
        <p:sp>
          <p:nvSpPr>
            <p:cNvPr id="1439" name="object 1439"/>
            <p:cNvSpPr/>
            <p:nvPr/>
          </p:nvSpPr>
          <p:spPr>
            <a:xfrm>
              <a:off x="7414260" y="3389629"/>
              <a:ext cx="431800" cy="6350"/>
            </a:xfrm>
            <a:custGeom>
              <a:avLst/>
              <a:gdLst/>
              <a:ahLst/>
              <a:cxnLst/>
              <a:rect l="l" t="t" r="r" b="b"/>
              <a:pathLst>
                <a:path w="431800" h="6350">
                  <a:moveTo>
                    <a:pt x="425450" y="3810"/>
                  </a:moveTo>
                  <a:lnTo>
                    <a:pt x="5080" y="3810"/>
                  </a:lnTo>
                  <a:lnTo>
                    <a:pt x="5080" y="5080"/>
                  </a:lnTo>
                  <a:lnTo>
                    <a:pt x="5080" y="6350"/>
                  </a:lnTo>
                  <a:lnTo>
                    <a:pt x="7620" y="6350"/>
                  </a:lnTo>
                  <a:lnTo>
                    <a:pt x="7620" y="5080"/>
                  </a:lnTo>
                  <a:lnTo>
                    <a:pt x="422910" y="5080"/>
                  </a:lnTo>
                  <a:lnTo>
                    <a:pt x="422910" y="6350"/>
                  </a:lnTo>
                  <a:lnTo>
                    <a:pt x="425450" y="6350"/>
                  </a:lnTo>
                  <a:lnTo>
                    <a:pt x="425450" y="5080"/>
                  </a:lnTo>
                  <a:lnTo>
                    <a:pt x="425450" y="3810"/>
                  </a:lnTo>
                  <a:close/>
                </a:path>
                <a:path w="431800" h="6350">
                  <a:moveTo>
                    <a:pt x="431800" y="0"/>
                  </a:moveTo>
                  <a:lnTo>
                    <a:pt x="0" y="0"/>
                  </a:lnTo>
                  <a:lnTo>
                    <a:pt x="0" y="1270"/>
                  </a:lnTo>
                  <a:lnTo>
                    <a:pt x="1270" y="1270"/>
                  </a:lnTo>
                  <a:lnTo>
                    <a:pt x="1270" y="2540"/>
                  </a:lnTo>
                  <a:lnTo>
                    <a:pt x="1270" y="3810"/>
                  </a:lnTo>
                  <a:lnTo>
                    <a:pt x="3810" y="3810"/>
                  </a:lnTo>
                  <a:lnTo>
                    <a:pt x="3810" y="2540"/>
                  </a:lnTo>
                  <a:lnTo>
                    <a:pt x="426720" y="2540"/>
                  </a:lnTo>
                  <a:lnTo>
                    <a:pt x="426720" y="3810"/>
                  </a:lnTo>
                  <a:lnTo>
                    <a:pt x="429260" y="3810"/>
                  </a:lnTo>
                  <a:lnTo>
                    <a:pt x="429260" y="2540"/>
                  </a:lnTo>
                  <a:lnTo>
                    <a:pt x="429260" y="1270"/>
                  </a:lnTo>
                  <a:lnTo>
                    <a:pt x="431800" y="1270"/>
                  </a:lnTo>
                  <a:lnTo>
                    <a:pt x="431800" y="0"/>
                  </a:lnTo>
                  <a:close/>
                </a:path>
              </a:pathLst>
            </a:custGeom>
            <a:solidFill>
              <a:srgbClr val="EDB100"/>
            </a:solidFill>
          </p:spPr>
          <p:txBody>
            <a:bodyPr wrap="square" lIns="0" tIns="0" rIns="0" bIns="0" rtlCol="0"/>
            <a:lstStyle/>
            <a:p/>
          </p:txBody>
        </p:sp>
        <p:sp>
          <p:nvSpPr>
            <p:cNvPr id="1440" name="object 1440"/>
            <p:cNvSpPr/>
            <p:nvPr/>
          </p:nvSpPr>
          <p:spPr>
            <a:xfrm>
              <a:off x="7423150" y="3395979"/>
              <a:ext cx="411480" cy="7620"/>
            </a:xfrm>
            <a:custGeom>
              <a:avLst/>
              <a:gdLst/>
              <a:ahLst/>
              <a:cxnLst/>
              <a:rect l="l" t="t" r="r" b="b"/>
              <a:pathLst>
                <a:path w="411479" h="7620">
                  <a:moveTo>
                    <a:pt x="397510" y="6350"/>
                  </a:moveTo>
                  <a:lnTo>
                    <a:pt x="12700" y="6350"/>
                  </a:lnTo>
                  <a:lnTo>
                    <a:pt x="12700" y="7620"/>
                  </a:lnTo>
                  <a:lnTo>
                    <a:pt x="397510" y="7620"/>
                  </a:lnTo>
                  <a:lnTo>
                    <a:pt x="397510" y="6350"/>
                  </a:lnTo>
                  <a:close/>
                </a:path>
                <a:path w="411479" h="7620">
                  <a:moveTo>
                    <a:pt x="402590" y="3810"/>
                  </a:moveTo>
                  <a:lnTo>
                    <a:pt x="7620" y="3810"/>
                  </a:lnTo>
                  <a:lnTo>
                    <a:pt x="7620" y="5080"/>
                  </a:lnTo>
                  <a:lnTo>
                    <a:pt x="7620" y="6350"/>
                  </a:lnTo>
                  <a:lnTo>
                    <a:pt x="10160" y="6350"/>
                  </a:lnTo>
                  <a:lnTo>
                    <a:pt x="10160" y="5080"/>
                  </a:lnTo>
                  <a:lnTo>
                    <a:pt x="400050" y="5080"/>
                  </a:lnTo>
                  <a:lnTo>
                    <a:pt x="400050" y="6350"/>
                  </a:lnTo>
                  <a:lnTo>
                    <a:pt x="402590" y="6350"/>
                  </a:lnTo>
                  <a:lnTo>
                    <a:pt x="402590" y="5080"/>
                  </a:lnTo>
                  <a:lnTo>
                    <a:pt x="402590" y="3810"/>
                  </a:lnTo>
                  <a:close/>
                </a:path>
                <a:path w="411479" h="7620">
                  <a:moveTo>
                    <a:pt x="411480" y="0"/>
                  </a:moveTo>
                  <a:lnTo>
                    <a:pt x="0" y="0"/>
                  </a:lnTo>
                  <a:lnTo>
                    <a:pt x="0" y="1270"/>
                  </a:lnTo>
                  <a:lnTo>
                    <a:pt x="2540" y="1270"/>
                  </a:lnTo>
                  <a:lnTo>
                    <a:pt x="2540" y="2540"/>
                  </a:lnTo>
                  <a:lnTo>
                    <a:pt x="2540" y="3810"/>
                  </a:lnTo>
                  <a:lnTo>
                    <a:pt x="3810" y="3810"/>
                  </a:lnTo>
                  <a:lnTo>
                    <a:pt x="3810" y="2540"/>
                  </a:lnTo>
                  <a:lnTo>
                    <a:pt x="405130" y="2540"/>
                  </a:lnTo>
                  <a:lnTo>
                    <a:pt x="405130" y="3810"/>
                  </a:lnTo>
                  <a:lnTo>
                    <a:pt x="408940" y="3810"/>
                  </a:lnTo>
                  <a:lnTo>
                    <a:pt x="408940" y="2540"/>
                  </a:lnTo>
                  <a:lnTo>
                    <a:pt x="408940" y="1270"/>
                  </a:lnTo>
                  <a:lnTo>
                    <a:pt x="411480" y="1270"/>
                  </a:lnTo>
                  <a:lnTo>
                    <a:pt x="411480" y="0"/>
                  </a:lnTo>
                  <a:close/>
                </a:path>
              </a:pathLst>
            </a:custGeom>
            <a:solidFill>
              <a:srgbClr val="EFB200"/>
            </a:solidFill>
          </p:spPr>
          <p:txBody>
            <a:bodyPr wrap="square" lIns="0" tIns="0" rIns="0" bIns="0" rtlCol="0"/>
            <a:lstStyle/>
            <a:p/>
          </p:txBody>
        </p:sp>
        <p:sp>
          <p:nvSpPr>
            <p:cNvPr id="1441" name="object 1441"/>
            <p:cNvSpPr/>
            <p:nvPr/>
          </p:nvSpPr>
          <p:spPr>
            <a:xfrm>
              <a:off x="7437120" y="3403599"/>
              <a:ext cx="381000" cy="7620"/>
            </a:xfrm>
            <a:custGeom>
              <a:avLst/>
              <a:gdLst/>
              <a:ahLst/>
              <a:cxnLst/>
              <a:rect l="l" t="t" r="r" b="b"/>
              <a:pathLst>
                <a:path w="381000" h="7620">
                  <a:moveTo>
                    <a:pt x="370840" y="5080"/>
                  </a:moveTo>
                  <a:lnTo>
                    <a:pt x="10160" y="5080"/>
                  </a:lnTo>
                  <a:lnTo>
                    <a:pt x="10160" y="6350"/>
                  </a:lnTo>
                  <a:lnTo>
                    <a:pt x="12700" y="6350"/>
                  </a:lnTo>
                  <a:lnTo>
                    <a:pt x="12700" y="7620"/>
                  </a:lnTo>
                  <a:lnTo>
                    <a:pt x="368300" y="7620"/>
                  </a:lnTo>
                  <a:lnTo>
                    <a:pt x="368300" y="6350"/>
                  </a:lnTo>
                  <a:lnTo>
                    <a:pt x="370840" y="6350"/>
                  </a:lnTo>
                  <a:lnTo>
                    <a:pt x="370840" y="5080"/>
                  </a:lnTo>
                  <a:close/>
                </a:path>
                <a:path w="381000" h="7620">
                  <a:moveTo>
                    <a:pt x="375920" y="2540"/>
                  </a:moveTo>
                  <a:lnTo>
                    <a:pt x="5080" y="2540"/>
                  </a:lnTo>
                  <a:lnTo>
                    <a:pt x="5080" y="3810"/>
                  </a:lnTo>
                  <a:lnTo>
                    <a:pt x="5080" y="5080"/>
                  </a:lnTo>
                  <a:lnTo>
                    <a:pt x="7620" y="5080"/>
                  </a:lnTo>
                  <a:lnTo>
                    <a:pt x="7620" y="3810"/>
                  </a:lnTo>
                  <a:lnTo>
                    <a:pt x="372110" y="3810"/>
                  </a:lnTo>
                  <a:lnTo>
                    <a:pt x="372110" y="5080"/>
                  </a:lnTo>
                  <a:lnTo>
                    <a:pt x="375920" y="5080"/>
                  </a:lnTo>
                  <a:lnTo>
                    <a:pt x="375920" y="3810"/>
                  </a:lnTo>
                  <a:lnTo>
                    <a:pt x="375920" y="2540"/>
                  </a:lnTo>
                  <a:close/>
                </a:path>
                <a:path w="381000" h="7620">
                  <a:moveTo>
                    <a:pt x="381000" y="0"/>
                  </a:moveTo>
                  <a:lnTo>
                    <a:pt x="0" y="0"/>
                  </a:lnTo>
                  <a:lnTo>
                    <a:pt x="0" y="1270"/>
                  </a:lnTo>
                  <a:lnTo>
                    <a:pt x="0" y="2540"/>
                  </a:lnTo>
                  <a:lnTo>
                    <a:pt x="2540" y="2540"/>
                  </a:lnTo>
                  <a:lnTo>
                    <a:pt x="2540" y="1270"/>
                  </a:lnTo>
                  <a:lnTo>
                    <a:pt x="378460" y="1270"/>
                  </a:lnTo>
                  <a:lnTo>
                    <a:pt x="378460" y="2540"/>
                  </a:lnTo>
                  <a:lnTo>
                    <a:pt x="381000" y="2540"/>
                  </a:lnTo>
                  <a:lnTo>
                    <a:pt x="381000" y="1270"/>
                  </a:lnTo>
                  <a:lnTo>
                    <a:pt x="381000" y="0"/>
                  </a:lnTo>
                  <a:close/>
                </a:path>
              </a:pathLst>
            </a:custGeom>
            <a:solidFill>
              <a:srgbClr val="F0B400"/>
            </a:solidFill>
          </p:spPr>
          <p:txBody>
            <a:bodyPr wrap="square" lIns="0" tIns="0" rIns="0" bIns="0" rtlCol="0"/>
            <a:lstStyle/>
            <a:p/>
          </p:txBody>
        </p:sp>
        <p:sp>
          <p:nvSpPr>
            <p:cNvPr id="1442" name="object 1442"/>
            <p:cNvSpPr/>
            <p:nvPr/>
          </p:nvSpPr>
          <p:spPr>
            <a:xfrm>
              <a:off x="7449820" y="3411219"/>
              <a:ext cx="355600" cy="6350"/>
            </a:xfrm>
            <a:custGeom>
              <a:avLst/>
              <a:gdLst/>
              <a:ahLst/>
              <a:cxnLst/>
              <a:rect l="l" t="t" r="r" b="b"/>
              <a:pathLst>
                <a:path w="355600" h="6350">
                  <a:moveTo>
                    <a:pt x="2540" y="0"/>
                  </a:moveTo>
                  <a:lnTo>
                    <a:pt x="0" y="0"/>
                  </a:lnTo>
                  <a:lnTo>
                    <a:pt x="0" y="1270"/>
                  </a:lnTo>
                  <a:lnTo>
                    <a:pt x="2540" y="1270"/>
                  </a:lnTo>
                  <a:lnTo>
                    <a:pt x="2540" y="0"/>
                  </a:lnTo>
                  <a:close/>
                </a:path>
                <a:path w="355600" h="6350">
                  <a:moveTo>
                    <a:pt x="344157" y="3810"/>
                  </a:moveTo>
                  <a:lnTo>
                    <a:pt x="10160" y="3810"/>
                  </a:lnTo>
                  <a:lnTo>
                    <a:pt x="10160" y="5080"/>
                  </a:lnTo>
                  <a:lnTo>
                    <a:pt x="12700" y="5080"/>
                  </a:lnTo>
                  <a:lnTo>
                    <a:pt x="12700" y="6350"/>
                  </a:lnTo>
                  <a:lnTo>
                    <a:pt x="339090" y="6350"/>
                  </a:lnTo>
                  <a:lnTo>
                    <a:pt x="339090" y="5080"/>
                  </a:lnTo>
                  <a:lnTo>
                    <a:pt x="344157" y="5080"/>
                  </a:lnTo>
                  <a:lnTo>
                    <a:pt x="344157" y="3810"/>
                  </a:lnTo>
                  <a:close/>
                </a:path>
                <a:path w="355600" h="6350">
                  <a:moveTo>
                    <a:pt x="350507" y="1270"/>
                  </a:moveTo>
                  <a:lnTo>
                    <a:pt x="3810" y="1270"/>
                  </a:lnTo>
                  <a:lnTo>
                    <a:pt x="3810" y="2540"/>
                  </a:lnTo>
                  <a:lnTo>
                    <a:pt x="3810" y="3810"/>
                  </a:lnTo>
                  <a:lnTo>
                    <a:pt x="7620" y="3810"/>
                  </a:lnTo>
                  <a:lnTo>
                    <a:pt x="7620" y="2540"/>
                  </a:lnTo>
                  <a:lnTo>
                    <a:pt x="346710" y="2540"/>
                  </a:lnTo>
                  <a:lnTo>
                    <a:pt x="346710" y="3810"/>
                  </a:lnTo>
                  <a:lnTo>
                    <a:pt x="350507" y="3810"/>
                  </a:lnTo>
                  <a:lnTo>
                    <a:pt x="350507" y="2540"/>
                  </a:lnTo>
                  <a:lnTo>
                    <a:pt x="350507" y="1270"/>
                  </a:lnTo>
                  <a:close/>
                </a:path>
                <a:path w="355600" h="6350">
                  <a:moveTo>
                    <a:pt x="355600" y="0"/>
                  </a:moveTo>
                  <a:lnTo>
                    <a:pt x="353060" y="0"/>
                  </a:lnTo>
                  <a:lnTo>
                    <a:pt x="353060" y="1270"/>
                  </a:lnTo>
                  <a:lnTo>
                    <a:pt x="355600" y="1270"/>
                  </a:lnTo>
                  <a:lnTo>
                    <a:pt x="355600" y="0"/>
                  </a:lnTo>
                  <a:close/>
                </a:path>
              </a:pathLst>
            </a:custGeom>
            <a:solidFill>
              <a:srgbClr val="F2B500"/>
            </a:solidFill>
          </p:spPr>
          <p:txBody>
            <a:bodyPr wrap="square" lIns="0" tIns="0" rIns="0" bIns="0" rtlCol="0"/>
            <a:lstStyle/>
            <a:p/>
          </p:txBody>
        </p:sp>
        <p:sp>
          <p:nvSpPr>
            <p:cNvPr id="1443" name="object 1443"/>
            <p:cNvSpPr/>
            <p:nvPr/>
          </p:nvSpPr>
          <p:spPr>
            <a:xfrm>
              <a:off x="7462520" y="3417569"/>
              <a:ext cx="326390" cy="7620"/>
            </a:xfrm>
            <a:custGeom>
              <a:avLst/>
              <a:gdLst/>
              <a:ahLst/>
              <a:cxnLst/>
              <a:rect l="l" t="t" r="r" b="b"/>
              <a:pathLst>
                <a:path w="326390" h="7620">
                  <a:moveTo>
                    <a:pt x="2540" y="0"/>
                  </a:moveTo>
                  <a:lnTo>
                    <a:pt x="0" y="0"/>
                  </a:lnTo>
                  <a:lnTo>
                    <a:pt x="0" y="1270"/>
                  </a:lnTo>
                  <a:lnTo>
                    <a:pt x="2540" y="1270"/>
                  </a:lnTo>
                  <a:lnTo>
                    <a:pt x="2540" y="0"/>
                  </a:lnTo>
                  <a:close/>
                </a:path>
                <a:path w="326390" h="7620">
                  <a:moveTo>
                    <a:pt x="309880" y="3810"/>
                  </a:moveTo>
                  <a:lnTo>
                    <a:pt x="8890" y="3810"/>
                  </a:lnTo>
                  <a:lnTo>
                    <a:pt x="8890" y="5080"/>
                  </a:lnTo>
                  <a:lnTo>
                    <a:pt x="12700" y="5080"/>
                  </a:lnTo>
                  <a:lnTo>
                    <a:pt x="12700" y="6350"/>
                  </a:lnTo>
                  <a:lnTo>
                    <a:pt x="12700" y="7620"/>
                  </a:lnTo>
                  <a:lnTo>
                    <a:pt x="15240" y="7620"/>
                  </a:lnTo>
                  <a:lnTo>
                    <a:pt x="15240" y="6350"/>
                  </a:lnTo>
                  <a:lnTo>
                    <a:pt x="300990" y="6350"/>
                  </a:lnTo>
                  <a:lnTo>
                    <a:pt x="300990" y="7620"/>
                  </a:lnTo>
                  <a:lnTo>
                    <a:pt x="306070" y="7620"/>
                  </a:lnTo>
                  <a:lnTo>
                    <a:pt x="306070" y="6350"/>
                  </a:lnTo>
                  <a:lnTo>
                    <a:pt x="306070" y="5080"/>
                  </a:lnTo>
                  <a:lnTo>
                    <a:pt x="309880" y="5080"/>
                  </a:lnTo>
                  <a:lnTo>
                    <a:pt x="309880" y="3810"/>
                  </a:lnTo>
                  <a:close/>
                </a:path>
                <a:path w="326390" h="7620">
                  <a:moveTo>
                    <a:pt x="318770" y="1270"/>
                  </a:moveTo>
                  <a:lnTo>
                    <a:pt x="5080" y="1270"/>
                  </a:lnTo>
                  <a:lnTo>
                    <a:pt x="5080" y="2540"/>
                  </a:lnTo>
                  <a:lnTo>
                    <a:pt x="5080" y="3810"/>
                  </a:lnTo>
                  <a:lnTo>
                    <a:pt x="7620" y="3810"/>
                  </a:lnTo>
                  <a:lnTo>
                    <a:pt x="7620" y="2540"/>
                  </a:lnTo>
                  <a:lnTo>
                    <a:pt x="313690" y="2540"/>
                  </a:lnTo>
                  <a:lnTo>
                    <a:pt x="313690" y="3810"/>
                  </a:lnTo>
                  <a:lnTo>
                    <a:pt x="318770" y="3810"/>
                  </a:lnTo>
                  <a:lnTo>
                    <a:pt x="318770" y="2540"/>
                  </a:lnTo>
                  <a:lnTo>
                    <a:pt x="318770" y="1270"/>
                  </a:lnTo>
                  <a:close/>
                </a:path>
                <a:path w="326390" h="7620">
                  <a:moveTo>
                    <a:pt x="326390" y="0"/>
                  </a:moveTo>
                  <a:lnTo>
                    <a:pt x="322580" y="0"/>
                  </a:lnTo>
                  <a:lnTo>
                    <a:pt x="322580" y="1270"/>
                  </a:lnTo>
                  <a:lnTo>
                    <a:pt x="326390" y="1270"/>
                  </a:lnTo>
                  <a:lnTo>
                    <a:pt x="326390" y="0"/>
                  </a:lnTo>
                  <a:close/>
                </a:path>
              </a:pathLst>
            </a:custGeom>
            <a:solidFill>
              <a:srgbClr val="F4B600"/>
            </a:solidFill>
          </p:spPr>
          <p:txBody>
            <a:bodyPr wrap="square" lIns="0" tIns="0" rIns="0" bIns="0" rtlCol="0"/>
            <a:lstStyle/>
            <a:p/>
          </p:txBody>
        </p:sp>
        <p:sp>
          <p:nvSpPr>
            <p:cNvPr id="1444" name="object 1444"/>
            <p:cNvSpPr/>
            <p:nvPr/>
          </p:nvSpPr>
          <p:spPr>
            <a:xfrm>
              <a:off x="7481570" y="3425189"/>
              <a:ext cx="278130" cy="7620"/>
            </a:xfrm>
            <a:custGeom>
              <a:avLst/>
              <a:gdLst/>
              <a:ahLst/>
              <a:cxnLst/>
              <a:rect l="l" t="t" r="r" b="b"/>
              <a:pathLst>
                <a:path w="278129" h="7620">
                  <a:moveTo>
                    <a:pt x="256540" y="6350"/>
                  </a:moveTo>
                  <a:lnTo>
                    <a:pt x="16510" y="6350"/>
                  </a:lnTo>
                  <a:lnTo>
                    <a:pt x="16510" y="7620"/>
                  </a:lnTo>
                  <a:lnTo>
                    <a:pt x="256540" y="7620"/>
                  </a:lnTo>
                  <a:lnTo>
                    <a:pt x="256540" y="6350"/>
                  </a:lnTo>
                  <a:close/>
                </a:path>
                <a:path w="278129" h="7620">
                  <a:moveTo>
                    <a:pt x="267970" y="2540"/>
                  </a:moveTo>
                  <a:lnTo>
                    <a:pt x="5080" y="2540"/>
                  </a:lnTo>
                  <a:lnTo>
                    <a:pt x="5080" y="3810"/>
                  </a:lnTo>
                  <a:lnTo>
                    <a:pt x="7620" y="3810"/>
                  </a:lnTo>
                  <a:lnTo>
                    <a:pt x="7620" y="5080"/>
                  </a:lnTo>
                  <a:lnTo>
                    <a:pt x="7620" y="6350"/>
                  </a:lnTo>
                  <a:lnTo>
                    <a:pt x="12700" y="6350"/>
                  </a:lnTo>
                  <a:lnTo>
                    <a:pt x="12700" y="5080"/>
                  </a:lnTo>
                  <a:lnTo>
                    <a:pt x="261620" y="5080"/>
                  </a:lnTo>
                  <a:lnTo>
                    <a:pt x="261620" y="6350"/>
                  </a:lnTo>
                  <a:lnTo>
                    <a:pt x="265430" y="6350"/>
                  </a:lnTo>
                  <a:lnTo>
                    <a:pt x="265430" y="5080"/>
                  </a:lnTo>
                  <a:lnTo>
                    <a:pt x="265430" y="3810"/>
                  </a:lnTo>
                  <a:lnTo>
                    <a:pt x="267970" y="3810"/>
                  </a:lnTo>
                  <a:lnTo>
                    <a:pt x="267970" y="2540"/>
                  </a:lnTo>
                  <a:close/>
                </a:path>
                <a:path w="278129" h="7620">
                  <a:moveTo>
                    <a:pt x="278130" y="0"/>
                  </a:moveTo>
                  <a:lnTo>
                    <a:pt x="0" y="0"/>
                  </a:lnTo>
                  <a:lnTo>
                    <a:pt x="0" y="1270"/>
                  </a:lnTo>
                  <a:lnTo>
                    <a:pt x="0" y="2540"/>
                  </a:lnTo>
                  <a:lnTo>
                    <a:pt x="2540" y="2540"/>
                  </a:lnTo>
                  <a:lnTo>
                    <a:pt x="2540" y="1270"/>
                  </a:lnTo>
                  <a:lnTo>
                    <a:pt x="274307" y="1270"/>
                  </a:lnTo>
                  <a:lnTo>
                    <a:pt x="274307" y="2540"/>
                  </a:lnTo>
                  <a:lnTo>
                    <a:pt x="278130" y="2540"/>
                  </a:lnTo>
                  <a:lnTo>
                    <a:pt x="278130" y="1270"/>
                  </a:lnTo>
                  <a:lnTo>
                    <a:pt x="278130" y="0"/>
                  </a:lnTo>
                  <a:close/>
                </a:path>
              </a:pathLst>
            </a:custGeom>
            <a:solidFill>
              <a:srgbClr val="F5B700"/>
            </a:solidFill>
          </p:spPr>
          <p:txBody>
            <a:bodyPr wrap="square" lIns="0" tIns="0" rIns="0" bIns="0" rtlCol="0"/>
            <a:lstStyle/>
            <a:p/>
          </p:txBody>
        </p:sp>
        <p:sp>
          <p:nvSpPr>
            <p:cNvPr id="1445" name="object 1445"/>
            <p:cNvSpPr/>
            <p:nvPr/>
          </p:nvSpPr>
          <p:spPr>
            <a:xfrm>
              <a:off x="7498080" y="3432809"/>
              <a:ext cx="240029" cy="6350"/>
            </a:xfrm>
            <a:custGeom>
              <a:avLst/>
              <a:gdLst/>
              <a:ahLst/>
              <a:cxnLst/>
              <a:rect l="l" t="t" r="r" b="b"/>
              <a:pathLst>
                <a:path w="240029" h="6350">
                  <a:moveTo>
                    <a:pt x="3810" y="0"/>
                  </a:moveTo>
                  <a:lnTo>
                    <a:pt x="0" y="0"/>
                  </a:lnTo>
                  <a:lnTo>
                    <a:pt x="0" y="1270"/>
                  </a:lnTo>
                  <a:lnTo>
                    <a:pt x="3810" y="1270"/>
                  </a:lnTo>
                  <a:lnTo>
                    <a:pt x="3810" y="0"/>
                  </a:lnTo>
                  <a:close/>
                </a:path>
                <a:path w="240029" h="6350">
                  <a:moveTo>
                    <a:pt x="218440" y="5080"/>
                  </a:moveTo>
                  <a:lnTo>
                    <a:pt x="21590" y="5080"/>
                  </a:lnTo>
                  <a:lnTo>
                    <a:pt x="21590" y="6350"/>
                  </a:lnTo>
                  <a:lnTo>
                    <a:pt x="218440" y="6350"/>
                  </a:lnTo>
                  <a:lnTo>
                    <a:pt x="218440" y="5080"/>
                  </a:lnTo>
                  <a:close/>
                </a:path>
                <a:path w="240029" h="6350">
                  <a:moveTo>
                    <a:pt x="232410" y="1270"/>
                  </a:moveTo>
                  <a:lnTo>
                    <a:pt x="7620" y="1270"/>
                  </a:lnTo>
                  <a:lnTo>
                    <a:pt x="7620" y="2540"/>
                  </a:lnTo>
                  <a:lnTo>
                    <a:pt x="10160" y="2540"/>
                  </a:lnTo>
                  <a:lnTo>
                    <a:pt x="10160" y="3810"/>
                  </a:lnTo>
                  <a:lnTo>
                    <a:pt x="10160" y="5080"/>
                  </a:lnTo>
                  <a:lnTo>
                    <a:pt x="16510" y="5080"/>
                  </a:lnTo>
                  <a:lnTo>
                    <a:pt x="16510" y="3810"/>
                  </a:lnTo>
                  <a:lnTo>
                    <a:pt x="222250" y="3810"/>
                  </a:lnTo>
                  <a:lnTo>
                    <a:pt x="222250" y="5080"/>
                  </a:lnTo>
                  <a:lnTo>
                    <a:pt x="227330" y="5080"/>
                  </a:lnTo>
                  <a:lnTo>
                    <a:pt x="227330" y="3810"/>
                  </a:lnTo>
                  <a:lnTo>
                    <a:pt x="227330" y="2540"/>
                  </a:lnTo>
                  <a:lnTo>
                    <a:pt x="232410" y="2540"/>
                  </a:lnTo>
                  <a:lnTo>
                    <a:pt x="232410" y="1270"/>
                  </a:lnTo>
                  <a:close/>
                </a:path>
                <a:path w="240029" h="6350">
                  <a:moveTo>
                    <a:pt x="240030" y="0"/>
                  </a:moveTo>
                  <a:lnTo>
                    <a:pt x="236220" y="0"/>
                  </a:lnTo>
                  <a:lnTo>
                    <a:pt x="236220" y="1270"/>
                  </a:lnTo>
                  <a:lnTo>
                    <a:pt x="240030" y="1270"/>
                  </a:lnTo>
                  <a:lnTo>
                    <a:pt x="240030" y="0"/>
                  </a:lnTo>
                  <a:close/>
                </a:path>
              </a:pathLst>
            </a:custGeom>
            <a:solidFill>
              <a:srgbClr val="F7B900"/>
            </a:solidFill>
          </p:spPr>
          <p:txBody>
            <a:bodyPr wrap="square" lIns="0" tIns="0" rIns="0" bIns="0" rtlCol="0"/>
            <a:lstStyle/>
            <a:p/>
          </p:txBody>
        </p:sp>
        <p:sp>
          <p:nvSpPr>
            <p:cNvPr id="1446" name="object 1446"/>
            <p:cNvSpPr/>
            <p:nvPr/>
          </p:nvSpPr>
          <p:spPr>
            <a:xfrm>
              <a:off x="7519670" y="3439159"/>
              <a:ext cx="196850" cy="7620"/>
            </a:xfrm>
            <a:custGeom>
              <a:avLst/>
              <a:gdLst/>
              <a:ahLst/>
              <a:cxnLst/>
              <a:rect l="l" t="t" r="r" b="b"/>
              <a:pathLst>
                <a:path w="196850" h="7620">
                  <a:moveTo>
                    <a:pt x="5080" y="0"/>
                  </a:moveTo>
                  <a:lnTo>
                    <a:pt x="0" y="0"/>
                  </a:lnTo>
                  <a:lnTo>
                    <a:pt x="0" y="1270"/>
                  </a:lnTo>
                  <a:lnTo>
                    <a:pt x="5080" y="1270"/>
                  </a:lnTo>
                  <a:lnTo>
                    <a:pt x="5080" y="0"/>
                  </a:lnTo>
                  <a:close/>
                </a:path>
                <a:path w="196850" h="7620">
                  <a:moveTo>
                    <a:pt x="168910" y="5080"/>
                  </a:moveTo>
                  <a:lnTo>
                    <a:pt x="25400" y="5080"/>
                  </a:lnTo>
                  <a:lnTo>
                    <a:pt x="25400" y="6350"/>
                  </a:lnTo>
                  <a:lnTo>
                    <a:pt x="25400" y="7620"/>
                  </a:lnTo>
                  <a:lnTo>
                    <a:pt x="27940" y="7620"/>
                  </a:lnTo>
                  <a:lnTo>
                    <a:pt x="27940" y="6350"/>
                  </a:lnTo>
                  <a:lnTo>
                    <a:pt x="162560" y="6350"/>
                  </a:lnTo>
                  <a:lnTo>
                    <a:pt x="162560" y="7620"/>
                  </a:lnTo>
                  <a:lnTo>
                    <a:pt x="168910" y="7620"/>
                  </a:lnTo>
                  <a:lnTo>
                    <a:pt x="168910" y="6350"/>
                  </a:lnTo>
                  <a:lnTo>
                    <a:pt x="168910" y="5080"/>
                  </a:lnTo>
                  <a:close/>
                </a:path>
                <a:path w="196850" h="7620">
                  <a:moveTo>
                    <a:pt x="186690" y="1270"/>
                  </a:moveTo>
                  <a:lnTo>
                    <a:pt x="7620" y="1270"/>
                  </a:lnTo>
                  <a:lnTo>
                    <a:pt x="7620" y="2540"/>
                  </a:lnTo>
                  <a:lnTo>
                    <a:pt x="15240" y="2540"/>
                  </a:lnTo>
                  <a:lnTo>
                    <a:pt x="15240" y="3810"/>
                  </a:lnTo>
                  <a:lnTo>
                    <a:pt x="15240" y="5080"/>
                  </a:lnTo>
                  <a:lnTo>
                    <a:pt x="20320" y="5080"/>
                  </a:lnTo>
                  <a:lnTo>
                    <a:pt x="20320" y="3810"/>
                  </a:lnTo>
                  <a:lnTo>
                    <a:pt x="172720" y="3810"/>
                  </a:lnTo>
                  <a:lnTo>
                    <a:pt x="172720" y="5080"/>
                  </a:lnTo>
                  <a:lnTo>
                    <a:pt x="180340" y="5080"/>
                  </a:lnTo>
                  <a:lnTo>
                    <a:pt x="180340" y="3810"/>
                  </a:lnTo>
                  <a:lnTo>
                    <a:pt x="180340" y="2540"/>
                  </a:lnTo>
                  <a:lnTo>
                    <a:pt x="186690" y="2540"/>
                  </a:lnTo>
                  <a:lnTo>
                    <a:pt x="186690" y="1270"/>
                  </a:lnTo>
                  <a:close/>
                </a:path>
                <a:path w="196850" h="7620">
                  <a:moveTo>
                    <a:pt x="196850" y="0"/>
                  </a:moveTo>
                  <a:lnTo>
                    <a:pt x="191770" y="0"/>
                  </a:lnTo>
                  <a:lnTo>
                    <a:pt x="191770" y="1270"/>
                  </a:lnTo>
                  <a:lnTo>
                    <a:pt x="196850" y="1270"/>
                  </a:lnTo>
                  <a:lnTo>
                    <a:pt x="196850" y="0"/>
                  </a:lnTo>
                  <a:close/>
                </a:path>
              </a:pathLst>
            </a:custGeom>
            <a:solidFill>
              <a:srgbClr val="F9BA00"/>
            </a:solidFill>
          </p:spPr>
          <p:txBody>
            <a:bodyPr wrap="square" lIns="0" tIns="0" rIns="0" bIns="0" rtlCol="0"/>
            <a:lstStyle/>
            <a:p/>
          </p:txBody>
        </p:sp>
        <p:sp>
          <p:nvSpPr>
            <p:cNvPr id="1447" name="object 1447"/>
            <p:cNvSpPr/>
            <p:nvPr/>
          </p:nvSpPr>
          <p:spPr>
            <a:xfrm>
              <a:off x="7557770" y="3446779"/>
              <a:ext cx="116839" cy="7620"/>
            </a:xfrm>
            <a:custGeom>
              <a:avLst/>
              <a:gdLst/>
              <a:ahLst/>
              <a:cxnLst/>
              <a:rect l="l" t="t" r="r" b="b"/>
              <a:pathLst>
                <a:path w="116840" h="7620">
                  <a:moveTo>
                    <a:pt x="74930" y="6350"/>
                  </a:moveTo>
                  <a:lnTo>
                    <a:pt x="57150" y="6350"/>
                  </a:lnTo>
                  <a:lnTo>
                    <a:pt x="57150" y="7620"/>
                  </a:lnTo>
                  <a:lnTo>
                    <a:pt x="74930" y="7620"/>
                  </a:lnTo>
                  <a:lnTo>
                    <a:pt x="74930" y="6350"/>
                  </a:lnTo>
                  <a:close/>
                </a:path>
                <a:path w="116840" h="7620">
                  <a:moveTo>
                    <a:pt x="91440" y="3810"/>
                  </a:moveTo>
                  <a:lnTo>
                    <a:pt x="26670" y="3810"/>
                  </a:lnTo>
                  <a:lnTo>
                    <a:pt x="26670" y="5080"/>
                  </a:lnTo>
                  <a:lnTo>
                    <a:pt x="26670" y="6350"/>
                  </a:lnTo>
                  <a:lnTo>
                    <a:pt x="33020" y="6350"/>
                  </a:lnTo>
                  <a:lnTo>
                    <a:pt x="33020" y="5080"/>
                  </a:lnTo>
                  <a:lnTo>
                    <a:pt x="82550" y="5080"/>
                  </a:lnTo>
                  <a:lnTo>
                    <a:pt x="82550" y="6350"/>
                  </a:lnTo>
                  <a:lnTo>
                    <a:pt x="91440" y="6350"/>
                  </a:lnTo>
                  <a:lnTo>
                    <a:pt x="91440" y="5080"/>
                  </a:lnTo>
                  <a:lnTo>
                    <a:pt x="91440" y="3810"/>
                  </a:lnTo>
                  <a:close/>
                </a:path>
                <a:path w="116840" h="7620">
                  <a:moveTo>
                    <a:pt x="116840" y="0"/>
                  </a:moveTo>
                  <a:lnTo>
                    <a:pt x="0" y="0"/>
                  </a:lnTo>
                  <a:lnTo>
                    <a:pt x="0" y="1270"/>
                  </a:lnTo>
                  <a:lnTo>
                    <a:pt x="7620" y="1270"/>
                  </a:lnTo>
                  <a:lnTo>
                    <a:pt x="7620" y="2540"/>
                  </a:lnTo>
                  <a:lnTo>
                    <a:pt x="7620" y="3810"/>
                  </a:lnTo>
                  <a:lnTo>
                    <a:pt x="11430" y="3810"/>
                  </a:lnTo>
                  <a:lnTo>
                    <a:pt x="11430" y="2540"/>
                  </a:lnTo>
                  <a:lnTo>
                    <a:pt x="95250" y="2540"/>
                  </a:lnTo>
                  <a:lnTo>
                    <a:pt x="95250" y="3810"/>
                  </a:lnTo>
                  <a:lnTo>
                    <a:pt x="107950" y="3810"/>
                  </a:lnTo>
                  <a:lnTo>
                    <a:pt x="107950" y="2540"/>
                  </a:lnTo>
                  <a:lnTo>
                    <a:pt x="107950" y="1270"/>
                  </a:lnTo>
                  <a:lnTo>
                    <a:pt x="116840" y="1270"/>
                  </a:lnTo>
                  <a:lnTo>
                    <a:pt x="116840" y="0"/>
                  </a:lnTo>
                  <a:close/>
                </a:path>
              </a:pathLst>
            </a:custGeom>
            <a:solidFill>
              <a:srgbClr val="FABB00"/>
            </a:solidFill>
          </p:spPr>
          <p:txBody>
            <a:bodyPr wrap="square" lIns="0" tIns="0" rIns="0" bIns="0" rtlCol="0"/>
            <a:lstStyle/>
            <a:p/>
          </p:txBody>
        </p:sp>
        <p:sp>
          <p:nvSpPr>
            <p:cNvPr id="1448" name="object 1448"/>
            <p:cNvSpPr/>
            <p:nvPr/>
          </p:nvSpPr>
          <p:spPr>
            <a:xfrm>
              <a:off x="7255510" y="2341880"/>
              <a:ext cx="889000" cy="1111250"/>
            </a:xfrm>
            <a:custGeom>
              <a:avLst/>
              <a:gdLst/>
              <a:ahLst/>
              <a:cxnLst/>
              <a:rect l="l" t="t" r="r" b="b"/>
              <a:pathLst>
                <a:path w="889000" h="1111250">
                  <a:moveTo>
                    <a:pt x="808990" y="0"/>
                  </a:moveTo>
                  <a:lnTo>
                    <a:pt x="812800" y="313690"/>
                  </a:lnTo>
                  <a:lnTo>
                    <a:pt x="805180" y="318770"/>
                  </a:lnTo>
                  <a:lnTo>
                    <a:pt x="792480" y="326390"/>
                  </a:lnTo>
                  <a:lnTo>
                    <a:pt x="782320" y="300990"/>
                  </a:lnTo>
                  <a:lnTo>
                    <a:pt x="770890" y="278130"/>
                  </a:lnTo>
                  <a:lnTo>
                    <a:pt x="763270" y="266700"/>
                  </a:lnTo>
                  <a:lnTo>
                    <a:pt x="758190" y="257810"/>
                  </a:lnTo>
                  <a:lnTo>
                    <a:pt x="749300" y="246380"/>
                  </a:lnTo>
                  <a:lnTo>
                    <a:pt x="744220" y="238760"/>
                  </a:lnTo>
                  <a:lnTo>
                    <a:pt x="728980" y="222250"/>
                  </a:lnTo>
                  <a:lnTo>
                    <a:pt x="712470" y="208280"/>
                  </a:lnTo>
                  <a:lnTo>
                    <a:pt x="702310" y="203200"/>
                  </a:lnTo>
                  <a:lnTo>
                    <a:pt x="693420" y="195580"/>
                  </a:lnTo>
                  <a:lnTo>
                    <a:pt x="685800" y="191770"/>
                  </a:lnTo>
                  <a:lnTo>
                    <a:pt x="674370" y="185420"/>
                  </a:lnTo>
                  <a:lnTo>
                    <a:pt x="652780" y="176530"/>
                  </a:lnTo>
                  <a:lnTo>
                    <a:pt x="631190" y="170180"/>
                  </a:lnTo>
                  <a:lnTo>
                    <a:pt x="609600" y="166370"/>
                  </a:lnTo>
                  <a:lnTo>
                    <a:pt x="588010" y="165100"/>
                  </a:lnTo>
                  <a:lnTo>
                    <a:pt x="565150" y="165100"/>
                  </a:lnTo>
                  <a:lnTo>
                    <a:pt x="553720" y="166370"/>
                  </a:lnTo>
                  <a:lnTo>
                    <a:pt x="542290" y="167640"/>
                  </a:lnTo>
                  <a:lnTo>
                    <a:pt x="534670" y="168910"/>
                  </a:lnTo>
                  <a:lnTo>
                    <a:pt x="518160" y="171450"/>
                  </a:lnTo>
                  <a:lnTo>
                    <a:pt x="494030" y="176530"/>
                  </a:lnTo>
                  <a:lnTo>
                    <a:pt x="448310" y="191770"/>
                  </a:lnTo>
                  <a:lnTo>
                    <a:pt x="407670" y="214630"/>
                  </a:lnTo>
                  <a:lnTo>
                    <a:pt x="370840" y="241300"/>
                  </a:lnTo>
                  <a:lnTo>
                    <a:pt x="358140" y="251460"/>
                  </a:lnTo>
                  <a:lnTo>
                    <a:pt x="322580" y="292100"/>
                  </a:lnTo>
                  <a:lnTo>
                    <a:pt x="295910" y="331470"/>
                  </a:lnTo>
                  <a:lnTo>
                    <a:pt x="274320" y="375920"/>
                  </a:lnTo>
                  <a:lnTo>
                    <a:pt x="256540" y="426720"/>
                  </a:lnTo>
                  <a:lnTo>
                    <a:pt x="250190" y="453390"/>
                  </a:lnTo>
                  <a:lnTo>
                    <a:pt x="243840" y="480060"/>
                  </a:lnTo>
                  <a:lnTo>
                    <a:pt x="240030" y="508000"/>
                  </a:lnTo>
                  <a:lnTo>
                    <a:pt x="236220" y="534670"/>
                  </a:lnTo>
                  <a:lnTo>
                    <a:pt x="232410" y="562610"/>
                  </a:lnTo>
                  <a:lnTo>
                    <a:pt x="229870" y="590550"/>
                  </a:lnTo>
                  <a:lnTo>
                    <a:pt x="228600" y="617220"/>
                  </a:lnTo>
                  <a:lnTo>
                    <a:pt x="228600" y="645160"/>
                  </a:lnTo>
                  <a:lnTo>
                    <a:pt x="228600" y="671830"/>
                  </a:lnTo>
                  <a:lnTo>
                    <a:pt x="231140" y="736600"/>
                  </a:lnTo>
                  <a:lnTo>
                    <a:pt x="233680" y="767080"/>
                  </a:lnTo>
                  <a:lnTo>
                    <a:pt x="238760" y="796290"/>
                  </a:lnTo>
                  <a:lnTo>
                    <a:pt x="242570" y="822960"/>
                  </a:lnTo>
                  <a:lnTo>
                    <a:pt x="255270" y="875030"/>
                  </a:lnTo>
                  <a:lnTo>
                    <a:pt x="270510" y="922020"/>
                  </a:lnTo>
                  <a:lnTo>
                    <a:pt x="290830" y="961390"/>
                  </a:lnTo>
                  <a:lnTo>
                    <a:pt x="314960" y="993140"/>
                  </a:lnTo>
                  <a:lnTo>
                    <a:pt x="359410" y="1026160"/>
                  </a:lnTo>
                  <a:lnTo>
                    <a:pt x="374650" y="1032510"/>
                  </a:lnTo>
                  <a:lnTo>
                    <a:pt x="375920" y="1033780"/>
                  </a:lnTo>
                  <a:lnTo>
                    <a:pt x="392430" y="1037590"/>
                  </a:lnTo>
                  <a:lnTo>
                    <a:pt x="394970" y="1037590"/>
                  </a:lnTo>
                  <a:lnTo>
                    <a:pt x="411480" y="1040130"/>
                  </a:lnTo>
                  <a:lnTo>
                    <a:pt x="429260" y="1042670"/>
                  </a:lnTo>
                  <a:lnTo>
                    <a:pt x="448310" y="1041400"/>
                  </a:lnTo>
                  <a:lnTo>
                    <a:pt x="468630" y="1038860"/>
                  </a:lnTo>
                  <a:lnTo>
                    <a:pt x="510540" y="1029970"/>
                  </a:lnTo>
                  <a:lnTo>
                    <a:pt x="551180" y="1013460"/>
                  </a:lnTo>
                  <a:lnTo>
                    <a:pt x="557530" y="1010920"/>
                  </a:lnTo>
                  <a:lnTo>
                    <a:pt x="570230" y="1003300"/>
                  </a:lnTo>
                  <a:lnTo>
                    <a:pt x="572770" y="1002030"/>
                  </a:lnTo>
                  <a:lnTo>
                    <a:pt x="588010" y="991870"/>
                  </a:lnTo>
                  <a:lnTo>
                    <a:pt x="603250" y="980440"/>
                  </a:lnTo>
                  <a:lnTo>
                    <a:pt x="619760" y="967740"/>
                  </a:lnTo>
                  <a:lnTo>
                    <a:pt x="635000" y="955040"/>
                  </a:lnTo>
                  <a:lnTo>
                    <a:pt x="631190" y="767080"/>
                  </a:lnTo>
                  <a:lnTo>
                    <a:pt x="631190" y="742950"/>
                  </a:lnTo>
                  <a:lnTo>
                    <a:pt x="629920" y="732790"/>
                  </a:lnTo>
                  <a:lnTo>
                    <a:pt x="629920" y="722630"/>
                  </a:lnTo>
                  <a:lnTo>
                    <a:pt x="628650" y="715010"/>
                  </a:lnTo>
                  <a:lnTo>
                    <a:pt x="627380" y="708660"/>
                  </a:lnTo>
                  <a:lnTo>
                    <a:pt x="626110" y="703580"/>
                  </a:lnTo>
                  <a:lnTo>
                    <a:pt x="624840" y="702310"/>
                  </a:lnTo>
                  <a:lnTo>
                    <a:pt x="623570" y="699770"/>
                  </a:lnTo>
                  <a:lnTo>
                    <a:pt x="622300" y="698500"/>
                  </a:lnTo>
                  <a:lnTo>
                    <a:pt x="622300" y="697230"/>
                  </a:lnTo>
                  <a:lnTo>
                    <a:pt x="619760" y="694690"/>
                  </a:lnTo>
                  <a:lnTo>
                    <a:pt x="617220" y="690880"/>
                  </a:lnTo>
                  <a:lnTo>
                    <a:pt x="613410" y="689610"/>
                  </a:lnTo>
                  <a:lnTo>
                    <a:pt x="609600" y="687070"/>
                  </a:lnTo>
                  <a:lnTo>
                    <a:pt x="605790" y="685800"/>
                  </a:lnTo>
                  <a:lnTo>
                    <a:pt x="600710" y="684530"/>
                  </a:lnTo>
                  <a:lnTo>
                    <a:pt x="595630" y="681990"/>
                  </a:lnTo>
                  <a:lnTo>
                    <a:pt x="590550" y="681990"/>
                  </a:lnTo>
                  <a:lnTo>
                    <a:pt x="585470" y="680720"/>
                  </a:lnTo>
                  <a:lnTo>
                    <a:pt x="579120" y="681990"/>
                  </a:lnTo>
                  <a:lnTo>
                    <a:pt x="572770" y="681990"/>
                  </a:lnTo>
                  <a:lnTo>
                    <a:pt x="566420" y="683260"/>
                  </a:lnTo>
                  <a:lnTo>
                    <a:pt x="563880" y="683260"/>
                  </a:lnTo>
                  <a:lnTo>
                    <a:pt x="560070" y="684530"/>
                  </a:lnTo>
                  <a:lnTo>
                    <a:pt x="552450" y="687070"/>
                  </a:lnTo>
                  <a:lnTo>
                    <a:pt x="546100" y="688340"/>
                  </a:lnTo>
                  <a:lnTo>
                    <a:pt x="544830" y="688340"/>
                  </a:lnTo>
                  <a:lnTo>
                    <a:pt x="523240" y="694690"/>
                  </a:lnTo>
                  <a:lnTo>
                    <a:pt x="523240" y="669290"/>
                  </a:lnTo>
                  <a:lnTo>
                    <a:pt x="544830" y="664210"/>
                  </a:lnTo>
                  <a:lnTo>
                    <a:pt x="563880" y="657860"/>
                  </a:lnTo>
                  <a:lnTo>
                    <a:pt x="693420" y="607060"/>
                  </a:lnTo>
                  <a:lnTo>
                    <a:pt x="754380" y="575310"/>
                  </a:lnTo>
                  <a:lnTo>
                    <a:pt x="807720" y="542290"/>
                  </a:lnTo>
                  <a:lnTo>
                    <a:pt x="853440" y="505460"/>
                  </a:lnTo>
                  <a:lnTo>
                    <a:pt x="857250" y="500380"/>
                  </a:lnTo>
                  <a:lnTo>
                    <a:pt x="889000" y="466090"/>
                  </a:lnTo>
                  <a:lnTo>
                    <a:pt x="889000" y="491490"/>
                  </a:lnTo>
                  <a:lnTo>
                    <a:pt x="873760" y="509270"/>
                  </a:lnTo>
                  <a:lnTo>
                    <a:pt x="867410" y="518160"/>
                  </a:lnTo>
                  <a:lnTo>
                    <a:pt x="861060" y="525780"/>
                  </a:lnTo>
                  <a:lnTo>
                    <a:pt x="858520" y="529590"/>
                  </a:lnTo>
                  <a:lnTo>
                    <a:pt x="855980" y="532130"/>
                  </a:lnTo>
                  <a:lnTo>
                    <a:pt x="853440" y="535940"/>
                  </a:lnTo>
                  <a:lnTo>
                    <a:pt x="850900" y="538480"/>
                  </a:lnTo>
                  <a:lnTo>
                    <a:pt x="845820" y="544830"/>
                  </a:lnTo>
                  <a:lnTo>
                    <a:pt x="843280" y="547370"/>
                  </a:lnTo>
                  <a:lnTo>
                    <a:pt x="842010" y="551180"/>
                  </a:lnTo>
                  <a:lnTo>
                    <a:pt x="838200" y="556260"/>
                  </a:lnTo>
                  <a:lnTo>
                    <a:pt x="835660" y="562610"/>
                  </a:lnTo>
                  <a:lnTo>
                    <a:pt x="831850" y="568960"/>
                  </a:lnTo>
                  <a:lnTo>
                    <a:pt x="829310" y="575310"/>
                  </a:lnTo>
                  <a:lnTo>
                    <a:pt x="826770" y="581660"/>
                  </a:lnTo>
                  <a:lnTo>
                    <a:pt x="824230" y="588010"/>
                  </a:lnTo>
                  <a:lnTo>
                    <a:pt x="821690" y="595630"/>
                  </a:lnTo>
                  <a:lnTo>
                    <a:pt x="820420" y="603250"/>
                  </a:lnTo>
                  <a:lnTo>
                    <a:pt x="819150" y="605790"/>
                  </a:lnTo>
                  <a:lnTo>
                    <a:pt x="819150" y="608330"/>
                  </a:lnTo>
                  <a:lnTo>
                    <a:pt x="819150" y="609600"/>
                  </a:lnTo>
                  <a:lnTo>
                    <a:pt x="817880" y="613410"/>
                  </a:lnTo>
                  <a:lnTo>
                    <a:pt x="817880" y="619760"/>
                  </a:lnTo>
                  <a:lnTo>
                    <a:pt x="816610" y="627380"/>
                  </a:lnTo>
                  <a:lnTo>
                    <a:pt x="816610" y="646430"/>
                  </a:lnTo>
                  <a:lnTo>
                    <a:pt x="816610" y="668020"/>
                  </a:lnTo>
                  <a:lnTo>
                    <a:pt x="817880" y="854710"/>
                  </a:lnTo>
                  <a:lnTo>
                    <a:pt x="811530" y="862330"/>
                  </a:lnTo>
                  <a:lnTo>
                    <a:pt x="783590" y="896620"/>
                  </a:lnTo>
                  <a:lnTo>
                    <a:pt x="772160" y="909320"/>
                  </a:lnTo>
                  <a:lnTo>
                    <a:pt x="759460" y="924560"/>
                  </a:lnTo>
                  <a:lnTo>
                    <a:pt x="748030" y="935990"/>
                  </a:lnTo>
                  <a:lnTo>
                    <a:pt x="715010" y="965200"/>
                  </a:lnTo>
                  <a:lnTo>
                    <a:pt x="709930" y="970280"/>
                  </a:lnTo>
                  <a:lnTo>
                    <a:pt x="669290" y="999490"/>
                  </a:lnTo>
                  <a:lnTo>
                    <a:pt x="626110" y="1026160"/>
                  </a:lnTo>
                  <a:lnTo>
                    <a:pt x="584200" y="1050290"/>
                  </a:lnTo>
                  <a:lnTo>
                    <a:pt x="552450" y="1065530"/>
                  </a:lnTo>
                  <a:lnTo>
                    <a:pt x="539750" y="1071880"/>
                  </a:lnTo>
                  <a:lnTo>
                    <a:pt x="492760" y="1085850"/>
                  </a:lnTo>
                  <a:lnTo>
                    <a:pt x="463550" y="1094740"/>
                  </a:lnTo>
                  <a:lnTo>
                    <a:pt x="435610" y="1101090"/>
                  </a:lnTo>
                  <a:lnTo>
                    <a:pt x="408940" y="1106170"/>
                  </a:lnTo>
                  <a:lnTo>
                    <a:pt x="396240" y="1107440"/>
                  </a:lnTo>
                  <a:lnTo>
                    <a:pt x="383540" y="1109980"/>
                  </a:lnTo>
                  <a:lnTo>
                    <a:pt x="375920" y="1111250"/>
                  </a:lnTo>
                  <a:lnTo>
                    <a:pt x="359410" y="1111250"/>
                  </a:lnTo>
                  <a:lnTo>
                    <a:pt x="313690" y="1107440"/>
                  </a:lnTo>
                  <a:lnTo>
                    <a:pt x="271780" y="1098550"/>
                  </a:lnTo>
                  <a:lnTo>
                    <a:pt x="233680" y="1087120"/>
                  </a:lnTo>
                  <a:lnTo>
                    <a:pt x="198120" y="1070610"/>
                  </a:lnTo>
                  <a:lnTo>
                    <a:pt x="181610" y="1061720"/>
                  </a:lnTo>
                  <a:lnTo>
                    <a:pt x="171450" y="1056640"/>
                  </a:lnTo>
                  <a:lnTo>
                    <a:pt x="163830" y="1051560"/>
                  </a:lnTo>
                  <a:lnTo>
                    <a:pt x="147320" y="1040130"/>
                  </a:lnTo>
                  <a:lnTo>
                    <a:pt x="133350" y="1027430"/>
                  </a:lnTo>
                  <a:lnTo>
                    <a:pt x="118110" y="1014730"/>
                  </a:lnTo>
                  <a:lnTo>
                    <a:pt x="91440" y="986790"/>
                  </a:lnTo>
                  <a:lnTo>
                    <a:pt x="57150" y="941070"/>
                  </a:lnTo>
                  <a:lnTo>
                    <a:pt x="36830" y="902970"/>
                  </a:lnTo>
                  <a:lnTo>
                    <a:pt x="20320" y="855980"/>
                  </a:lnTo>
                  <a:lnTo>
                    <a:pt x="7620" y="805180"/>
                  </a:lnTo>
                  <a:lnTo>
                    <a:pt x="1270" y="750570"/>
                  </a:lnTo>
                  <a:lnTo>
                    <a:pt x="0" y="722630"/>
                  </a:lnTo>
                  <a:lnTo>
                    <a:pt x="1270" y="670560"/>
                  </a:lnTo>
                  <a:lnTo>
                    <a:pt x="6350" y="621030"/>
                  </a:lnTo>
                  <a:lnTo>
                    <a:pt x="10160" y="595630"/>
                  </a:lnTo>
                  <a:lnTo>
                    <a:pt x="15240" y="571500"/>
                  </a:lnTo>
                  <a:lnTo>
                    <a:pt x="22860" y="547370"/>
                  </a:lnTo>
                  <a:lnTo>
                    <a:pt x="30480" y="523240"/>
                  </a:lnTo>
                  <a:lnTo>
                    <a:pt x="39370" y="500380"/>
                  </a:lnTo>
                  <a:lnTo>
                    <a:pt x="48260" y="477520"/>
                  </a:lnTo>
                  <a:lnTo>
                    <a:pt x="59690" y="454660"/>
                  </a:lnTo>
                  <a:lnTo>
                    <a:pt x="71120" y="431800"/>
                  </a:lnTo>
                  <a:lnTo>
                    <a:pt x="97790" y="388620"/>
                  </a:lnTo>
                  <a:lnTo>
                    <a:pt x="128270" y="344170"/>
                  </a:lnTo>
                  <a:lnTo>
                    <a:pt x="156210" y="312420"/>
                  </a:lnTo>
                  <a:lnTo>
                    <a:pt x="163830" y="304800"/>
                  </a:lnTo>
                  <a:lnTo>
                    <a:pt x="181610" y="285750"/>
                  </a:lnTo>
                  <a:lnTo>
                    <a:pt x="219710" y="251460"/>
                  </a:lnTo>
                  <a:lnTo>
                    <a:pt x="259080" y="220980"/>
                  </a:lnTo>
                  <a:lnTo>
                    <a:pt x="322580" y="184150"/>
                  </a:lnTo>
                  <a:lnTo>
                    <a:pt x="369570" y="163830"/>
                  </a:lnTo>
                  <a:lnTo>
                    <a:pt x="377190" y="161290"/>
                  </a:lnTo>
                  <a:lnTo>
                    <a:pt x="416560" y="144780"/>
                  </a:lnTo>
                  <a:lnTo>
                    <a:pt x="466090" y="130810"/>
                  </a:lnTo>
                  <a:lnTo>
                    <a:pt x="525780" y="116840"/>
                  </a:lnTo>
                  <a:lnTo>
                    <a:pt x="552450" y="113030"/>
                  </a:lnTo>
                  <a:lnTo>
                    <a:pt x="553720" y="113030"/>
                  </a:lnTo>
                  <a:lnTo>
                    <a:pt x="577850" y="109220"/>
                  </a:lnTo>
                  <a:lnTo>
                    <a:pt x="585470" y="107950"/>
                  </a:lnTo>
                  <a:lnTo>
                    <a:pt x="594360" y="106680"/>
                  </a:lnTo>
                  <a:lnTo>
                    <a:pt x="613410" y="106680"/>
                  </a:lnTo>
                  <a:lnTo>
                    <a:pt x="637540" y="106680"/>
                  </a:lnTo>
                  <a:lnTo>
                    <a:pt x="665480" y="107950"/>
                  </a:lnTo>
                  <a:lnTo>
                    <a:pt x="684530" y="109220"/>
                  </a:lnTo>
                  <a:lnTo>
                    <a:pt x="692150" y="109220"/>
                  </a:lnTo>
                  <a:lnTo>
                    <a:pt x="701040" y="109220"/>
                  </a:lnTo>
                  <a:lnTo>
                    <a:pt x="712470" y="109220"/>
                  </a:lnTo>
                  <a:lnTo>
                    <a:pt x="720090" y="107950"/>
                  </a:lnTo>
                  <a:lnTo>
                    <a:pt x="726440" y="106680"/>
                  </a:lnTo>
                  <a:lnTo>
                    <a:pt x="731520" y="105410"/>
                  </a:lnTo>
                  <a:lnTo>
                    <a:pt x="734060" y="105410"/>
                  </a:lnTo>
                  <a:lnTo>
                    <a:pt x="735330" y="104140"/>
                  </a:lnTo>
                  <a:lnTo>
                    <a:pt x="739140" y="102870"/>
                  </a:lnTo>
                  <a:lnTo>
                    <a:pt x="742950" y="100330"/>
                  </a:lnTo>
                  <a:lnTo>
                    <a:pt x="746760" y="97790"/>
                  </a:lnTo>
                  <a:lnTo>
                    <a:pt x="748030" y="96520"/>
                  </a:lnTo>
                  <a:lnTo>
                    <a:pt x="750570" y="93980"/>
                  </a:lnTo>
                  <a:lnTo>
                    <a:pt x="754380" y="90170"/>
                  </a:lnTo>
                  <a:lnTo>
                    <a:pt x="758190" y="86360"/>
                  </a:lnTo>
                  <a:lnTo>
                    <a:pt x="760730" y="81280"/>
                  </a:lnTo>
                  <a:lnTo>
                    <a:pt x="762000" y="81280"/>
                  </a:lnTo>
                  <a:lnTo>
                    <a:pt x="764540" y="76200"/>
                  </a:lnTo>
                  <a:lnTo>
                    <a:pt x="765810" y="73660"/>
                  </a:lnTo>
                  <a:lnTo>
                    <a:pt x="768350" y="71120"/>
                  </a:lnTo>
                  <a:lnTo>
                    <a:pt x="770890" y="64770"/>
                  </a:lnTo>
                  <a:lnTo>
                    <a:pt x="774700" y="57150"/>
                  </a:lnTo>
                  <a:lnTo>
                    <a:pt x="777240" y="49530"/>
                  </a:lnTo>
                  <a:lnTo>
                    <a:pt x="779780" y="41910"/>
                  </a:lnTo>
                  <a:lnTo>
                    <a:pt x="783590" y="31750"/>
                  </a:lnTo>
                  <a:lnTo>
                    <a:pt x="786130" y="22860"/>
                  </a:lnTo>
                  <a:lnTo>
                    <a:pt x="788670" y="11430"/>
                  </a:lnTo>
                  <a:lnTo>
                    <a:pt x="802640" y="3810"/>
                  </a:lnTo>
                  <a:lnTo>
                    <a:pt x="808990" y="0"/>
                  </a:lnTo>
                  <a:close/>
                </a:path>
              </a:pathLst>
            </a:custGeom>
            <a:ln w="9344">
              <a:solidFill>
                <a:srgbClr val="000000"/>
              </a:solidFill>
            </a:ln>
          </p:spPr>
          <p:txBody>
            <a:bodyPr wrap="square" lIns="0" tIns="0" rIns="0" bIns="0" rtlCol="0"/>
            <a:lstStyle/>
            <a:p/>
          </p:txBody>
        </p:sp>
      </p:grpSp>
      <p:grpSp>
        <p:nvGrpSpPr>
          <p:cNvPr id="1449" name="object 1449"/>
          <p:cNvGrpSpPr/>
          <p:nvPr/>
        </p:nvGrpSpPr>
        <p:grpSpPr>
          <a:xfrm>
            <a:off x="1824127" y="3768497"/>
            <a:ext cx="657225" cy="934085"/>
            <a:chOff x="1824127" y="3768497"/>
            <a:chExt cx="657225" cy="934085"/>
          </a:xfrm>
        </p:grpSpPr>
        <p:sp>
          <p:nvSpPr>
            <p:cNvPr id="1450" name="object 1450"/>
            <p:cNvSpPr/>
            <p:nvPr/>
          </p:nvSpPr>
          <p:spPr>
            <a:xfrm>
              <a:off x="1863090" y="3773169"/>
              <a:ext cx="163830" cy="13970"/>
            </a:xfrm>
            <a:custGeom>
              <a:avLst/>
              <a:gdLst/>
              <a:ahLst/>
              <a:cxnLst/>
              <a:rect l="l" t="t" r="r" b="b"/>
              <a:pathLst>
                <a:path w="163830" h="13970">
                  <a:moveTo>
                    <a:pt x="83820" y="0"/>
                  </a:moveTo>
                  <a:lnTo>
                    <a:pt x="59690" y="0"/>
                  </a:lnTo>
                  <a:lnTo>
                    <a:pt x="59690" y="1270"/>
                  </a:lnTo>
                  <a:lnTo>
                    <a:pt x="83820" y="1270"/>
                  </a:lnTo>
                  <a:lnTo>
                    <a:pt x="83820" y="0"/>
                  </a:lnTo>
                  <a:close/>
                </a:path>
                <a:path w="163830" h="13970">
                  <a:moveTo>
                    <a:pt x="135890" y="6350"/>
                  </a:moveTo>
                  <a:lnTo>
                    <a:pt x="128270" y="6350"/>
                  </a:lnTo>
                  <a:lnTo>
                    <a:pt x="128270" y="5080"/>
                  </a:lnTo>
                  <a:lnTo>
                    <a:pt x="120650" y="5080"/>
                  </a:lnTo>
                  <a:lnTo>
                    <a:pt x="120650" y="3810"/>
                  </a:lnTo>
                  <a:lnTo>
                    <a:pt x="106680" y="3810"/>
                  </a:lnTo>
                  <a:lnTo>
                    <a:pt x="106680" y="2540"/>
                  </a:lnTo>
                  <a:lnTo>
                    <a:pt x="95250" y="2540"/>
                  </a:lnTo>
                  <a:lnTo>
                    <a:pt x="95250" y="1282"/>
                  </a:lnTo>
                  <a:lnTo>
                    <a:pt x="49530" y="1282"/>
                  </a:lnTo>
                  <a:lnTo>
                    <a:pt x="49530" y="2540"/>
                  </a:lnTo>
                  <a:lnTo>
                    <a:pt x="30480" y="2540"/>
                  </a:lnTo>
                  <a:lnTo>
                    <a:pt x="30480" y="3810"/>
                  </a:lnTo>
                  <a:lnTo>
                    <a:pt x="30480" y="5080"/>
                  </a:lnTo>
                  <a:lnTo>
                    <a:pt x="22860" y="5080"/>
                  </a:lnTo>
                  <a:lnTo>
                    <a:pt x="22860" y="6350"/>
                  </a:lnTo>
                  <a:lnTo>
                    <a:pt x="20320" y="6350"/>
                  </a:lnTo>
                  <a:lnTo>
                    <a:pt x="20320" y="7620"/>
                  </a:lnTo>
                  <a:lnTo>
                    <a:pt x="135890" y="7620"/>
                  </a:lnTo>
                  <a:lnTo>
                    <a:pt x="135890" y="6350"/>
                  </a:lnTo>
                  <a:close/>
                </a:path>
                <a:path w="163830" h="13970">
                  <a:moveTo>
                    <a:pt x="163830" y="12700"/>
                  </a:moveTo>
                  <a:lnTo>
                    <a:pt x="160020" y="12700"/>
                  </a:lnTo>
                  <a:lnTo>
                    <a:pt x="160020" y="11430"/>
                  </a:lnTo>
                  <a:lnTo>
                    <a:pt x="154927" y="11430"/>
                  </a:lnTo>
                  <a:lnTo>
                    <a:pt x="154927" y="10160"/>
                  </a:lnTo>
                  <a:lnTo>
                    <a:pt x="149860" y="10160"/>
                  </a:lnTo>
                  <a:lnTo>
                    <a:pt x="149860" y="8890"/>
                  </a:lnTo>
                  <a:lnTo>
                    <a:pt x="147320" y="8890"/>
                  </a:lnTo>
                  <a:lnTo>
                    <a:pt x="147320" y="7632"/>
                  </a:lnTo>
                  <a:lnTo>
                    <a:pt x="13970" y="7632"/>
                  </a:lnTo>
                  <a:lnTo>
                    <a:pt x="13970" y="8890"/>
                  </a:lnTo>
                  <a:lnTo>
                    <a:pt x="8890" y="8890"/>
                  </a:lnTo>
                  <a:lnTo>
                    <a:pt x="8890" y="10160"/>
                  </a:lnTo>
                  <a:lnTo>
                    <a:pt x="6350" y="10160"/>
                  </a:lnTo>
                  <a:lnTo>
                    <a:pt x="6350" y="11430"/>
                  </a:lnTo>
                  <a:lnTo>
                    <a:pt x="2540" y="11430"/>
                  </a:lnTo>
                  <a:lnTo>
                    <a:pt x="2540" y="12700"/>
                  </a:lnTo>
                  <a:lnTo>
                    <a:pt x="0" y="12700"/>
                  </a:lnTo>
                  <a:lnTo>
                    <a:pt x="0" y="13970"/>
                  </a:lnTo>
                  <a:lnTo>
                    <a:pt x="163830" y="13970"/>
                  </a:lnTo>
                  <a:lnTo>
                    <a:pt x="163830" y="12700"/>
                  </a:lnTo>
                  <a:close/>
                </a:path>
              </a:pathLst>
            </a:custGeom>
            <a:solidFill>
              <a:srgbClr val="000000"/>
            </a:solidFill>
          </p:spPr>
          <p:txBody>
            <a:bodyPr wrap="square" lIns="0" tIns="0" rIns="0" bIns="0" rtlCol="0"/>
            <a:lstStyle/>
            <a:p/>
          </p:txBody>
        </p:sp>
        <p:sp>
          <p:nvSpPr>
            <p:cNvPr id="1451" name="object 1451"/>
            <p:cNvSpPr/>
            <p:nvPr/>
          </p:nvSpPr>
          <p:spPr>
            <a:xfrm>
              <a:off x="1852930" y="3787152"/>
              <a:ext cx="196850" cy="6350"/>
            </a:xfrm>
            <a:custGeom>
              <a:avLst/>
              <a:gdLst/>
              <a:ahLst/>
              <a:cxnLst/>
              <a:rect l="l" t="t" r="r" b="b"/>
              <a:pathLst>
                <a:path w="196850" h="6350">
                  <a:moveTo>
                    <a:pt x="196850" y="5067"/>
                  </a:moveTo>
                  <a:lnTo>
                    <a:pt x="193040" y="5067"/>
                  </a:lnTo>
                  <a:lnTo>
                    <a:pt x="193040" y="3797"/>
                  </a:lnTo>
                  <a:lnTo>
                    <a:pt x="187960" y="3797"/>
                  </a:lnTo>
                  <a:lnTo>
                    <a:pt x="187960" y="2527"/>
                  </a:lnTo>
                  <a:lnTo>
                    <a:pt x="185420" y="2527"/>
                  </a:lnTo>
                  <a:lnTo>
                    <a:pt x="185420" y="1257"/>
                  </a:lnTo>
                  <a:lnTo>
                    <a:pt x="179070" y="1257"/>
                  </a:lnTo>
                  <a:lnTo>
                    <a:pt x="179070" y="0"/>
                  </a:lnTo>
                  <a:lnTo>
                    <a:pt x="7620" y="0"/>
                  </a:lnTo>
                  <a:lnTo>
                    <a:pt x="7620" y="1257"/>
                  </a:lnTo>
                  <a:lnTo>
                    <a:pt x="5080" y="1257"/>
                  </a:lnTo>
                  <a:lnTo>
                    <a:pt x="5080" y="2527"/>
                  </a:lnTo>
                  <a:lnTo>
                    <a:pt x="3810" y="2527"/>
                  </a:lnTo>
                  <a:lnTo>
                    <a:pt x="3810" y="3797"/>
                  </a:lnTo>
                  <a:lnTo>
                    <a:pt x="1270" y="3797"/>
                  </a:lnTo>
                  <a:lnTo>
                    <a:pt x="1270" y="5067"/>
                  </a:lnTo>
                  <a:lnTo>
                    <a:pt x="0" y="5067"/>
                  </a:lnTo>
                  <a:lnTo>
                    <a:pt x="0" y="6337"/>
                  </a:lnTo>
                  <a:lnTo>
                    <a:pt x="196850" y="6337"/>
                  </a:lnTo>
                  <a:lnTo>
                    <a:pt x="196850" y="5067"/>
                  </a:lnTo>
                  <a:close/>
                </a:path>
              </a:pathLst>
            </a:custGeom>
            <a:solidFill>
              <a:srgbClr val="020100"/>
            </a:solidFill>
          </p:spPr>
          <p:txBody>
            <a:bodyPr wrap="square" lIns="0" tIns="0" rIns="0" bIns="0" rtlCol="0"/>
            <a:lstStyle/>
            <a:p/>
          </p:txBody>
        </p:sp>
        <p:sp>
          <p:nvSpPr>
            <p:cNvPr id="1452" name="object 1452"/>
            <p:cNvSpPr/>
            <p:nvPr/>
          </p:nvSpPr>
          <p:spPr>
            <a:xfrm>
              <a:off x="1845310" y="3793489"/>
              <a:ext cx="228600" cy="7620"/>
            </a:xfrm>
            <a:custGeom>
              <a:avLst/>
              <a:gdLst/>
              <a:ahLst/>
              <a:cxnLst/>
              <a:rect l="l" t="t" r="r" b="b"/>
              <a:pathLst>
                <a:path w="228600" h="7620">
                  <a:moveTo>
                    <a:pt x="226060" y="5080"/>
                  </a:moveTo>
                  <a:lnTo>
                    <a:pt x="223520" y="5080"/>
                  </a:lnTo>
                  <a:lnTo>
                    <a:pt x="223520" y="3810"/>
                  </a:lnTo>
                  <a:lnTo>
                    <a:pt x="217170" y="3810"/>
                  </a:lnTo>
                  <a:lnTo>
                    <a:pt x="217170" y="2540"/>
                  </a:lnTo>
                  <a:lnTo>
                    <a:pt x="213360" y="2540"/>
                  </a:lnTo>
                  <a:lnTo>
                    <a:pt x="213360" y="1270"/>
                  </a:lnTo>
                  <a:lnTo>
                    <a:pt x="208280" y="1270"/>
                  </a:lnTo>
                  <a:lnTo>
                    <a:pt x="208280" y="0"/>
                  </a:lnTo>
                  <a:lnTo>
                    <a:pt x="6350" y="0"/>
                  </a:lnTo>
                  <a:lnTo>
                    <a:pt x="6350" y="1270"/>
                  </a:lnTo>
                  <a:lnTo>
                    <a:pt x="6350" y="2540"/>
                  </a:lnTo>
                  <a:lnTo>
                    <a:pt x="3810" y="2540"/>
                  </a:lnTo>
                  <a:lnTo>
                    <a:pt x="3810" y="3810"/>
                  </a:lnTo>
                  <a:lnTo>
                    <a:pt x="2540" y="3810"/>
                  </a:lnTo>
                  <a:lnTo>
                    <a:pt x="2540" y="5080"/>
                  </a:lnTo>
                  <a:lnTo>
                    <a:pt x="1270" y="5080"/>
                  </a:lnTo>
                  <a:lnTo>
                    <a:pt x="1270" y="6350"/>
                  </a:lnTo>
                  <a:lnTo>
                    <a:pt x="226060" y="6350"/>
                  </a:lnTo>
                  <a:lnTo>
                    <a:pt x="226060" y="5080"/>
                  </a:lnTo>
                  <a:close/>
                </a:path>
                <a:path w="228600" h="7620">
                  <a:moveTo>
                    <a:pt x="228600" y="6362"/>
                  </a:moveTo>
                  <a:lnTo>
                    <a:pt x="0" y="6362"/>
                  </a:lnTo>
                  <a:lnTo>
                    <a:pt x="0" y="7620"/>
                  </a:lnTo>
                  <a:lnTo>
                    <a:pt x="228600" y="7620"/>
                  </a:lnTo>
                  <a:lnTo>
                    <a:pt x="228600" y="6362"/>
                  </a:lnTo>
                  <a:close/>
                </a:path>
              </a:pathLst>
            </a:custGeom>
            <a:solidFill>
              <a:srgbClr val="040300"/>
            </a:solidFill>
          </p:spPr>
          <p:txBody>
            <a:bodyPr wrap="square" lIns="0" tIns="0" rIns="0" bIns="0" rtlCol="0"/>
            <a:lstStyle/>
            <a:p/>
          </p:txBody>
        </p:sp>
        <p:sp>
          <p:nvSpPr>
            <p:cNvPr id="1453" name="object 1453"/>
            <p:cNvSpPr/>
            <p:nvPr/>
          </p:nvSpPr>
          <p:spPr>
            <a:xfrm>
              <a:off x="1841500" y="3801109"/>
              <a:ext cx="256540" cy="7620"/>
            </a:xfrm>
            <a:custGeom>
              <a:avLst/>
              <a:gdLst/>
              <a:ahLst/>
              <a:cxnLst/>
              <a:rect l="l" t="t" r="r" b="b"/>
              <a:pathLst>
                <a:path w="256539" h="7620">
                  <a:moveTo>
                    <a:pt x="256540" y="6350"/>
                  </a:moveTo>
                  <a:lnTo>
                    <a:pt x="251460" y="6350"/>
                  </a:lnTo>
                  <a:lnTo>
                    <a:pt x="251460" y="5080"/>
                  </a:lnTo>
                  <a:lnTo>
                    <a:pt x="247650" y="5080"/>
                  </a:lnTo>
                  <a:lnTo>
                    <a:pt x="247650" y="3810"/>
                  </a:lnTo>
                  <a:lnTo>
                    <a:pt x="243840" y="3810"/>
                  </a:lnTo>
                  <a:lnTo>
                    <a:pt x="243840" y="2540"/>
                  </a:lnTo>
                  <a:lnTo>
                    <a:pt x="240017" y="2540"/>
                  </a:lnTo>
                  <a:lnTo>
                    <a:pt x="240017" y="1270"/>
                  </a:lnTo>
                  <a:lnTo>
                    <a:pt x="237490" y="1270"/>
                  </a:lnTo>
                  <a:lnTo>
                    <a:pt x="237490" y="0"/>
                  </a:lnTo>
                  <a:lnTo>
                    <a:pt x="3810" y="0"/>
                  </a:lnTo>
                  <a:lnTo>
                    <a:pt x="3810" y="1270"/>
                  </a:lnTo>
                  <a:lnTo>
                    <a:pt x="2540" y="1270"/>
                  </a:lnTo>
                  <a:lnTo>
                    <a:pt x="2540" y="2540"/>
                  </a:lnTo>
                  <a:lnTo>
                    <a:pt x="1270" y="2540"/>
                  </a:lnTo>
                  <a:lnTo>
                    <a:pt x="1270" y="3810"/>
                  </a:lnTo>
                  <a:lnTo>
                    <a:pt x="1270" y="5080"/>
                  </a:lnTo>
                  <a:lnTo>
                    <a:pt x="0" y="5080"/>
                  </a:lnTo>
                  <a:lnTo>
                    <a:pt x="0" y="6350"/>
                  </a:lnTo>
                  <a:lnTo>
                    <a:pt x="0" y="7620"/>
                  </a:lnTo>
                  <a:lnTo>
                    <a:pt x="256540" y="7620"/>
                  </a:lnTo>
                  <a:lnTo>
                    <a:pt x="256540" y="6350"/>
                  </a:lnTo>
                  <a:close/>
                </a:path>
              </a:pathLst>
            </a:custGeom>
            <a:solidFill>
              <a:srgbClr val="060400"/>
            </a:solidFill>
          </p:spPr>
          <p:txBody>
            <a:bodyPr wrap="square" lIns="0" tIns="0" rIns="0" bIns="0" rtlCol="0"/>
            <a:lstStyle/>
            <a:p/>
          </p:txBody>
        </p:sp>
        <p:sp>
          <p:nvSpPr>
            <p:cNvPr id="1454" name="object 1454"/>
            <p:cNvSpPr/>
            <p:nvPr/>
          </p:nvSpPr>
          <p:spPr>
            <a:xfrm>
              <a:off x="1838960" y="3808729"/>
              <a:ext cx="279400" cy="6350"/>
            </a:xfrm>
            <a:custGeom>
              <a:avLst/>
              <a:gdLst/>
              <a:ahLst/>
              <a:cxnLst/>
              <a:rect l="l" t="t" r="r" b="b"/>
              <a:pathLst>
                <a:path w="279400" h="6350">
                  <a:moveTo>
                    <a:pt x="279400" y="5080"/>
                  </a:moveTo>
                  <a:lnTo>
                    <a:pt x="275590" y="5080"/>
                  </a:lnTo>
                  <a:lnTo>
                    <a:pt x="275590" y="3810"/>
                  </a:lnTo>
                  <a:lnTo>
                    <a:pt x="271780" y="3810"/>
                  </a:lnTo>
                  <a:lnTo>
                    <a:pt x="271780" y="2540"/>
                  </a:lnTo>
                  <a:lnTo>
                    <a:pt x="267970" y="2540"/>
                  </a:lnTo>
                  <a:lnTo>
                    <a:pt x="267970" y="1270"/>
                  </a:lnTo>
                  <a:lnTo>
                    <a:pt x="264160" y="1270"/>
                  </a:lnTo>
                  <a:lnTo>
                    <a:pt x="264160" y="0"/>
                  </a:lnTo>
                  <a:lnTo>
                    <a:pt x="1270" y="0"/>
                  </a:lnTo>
                  <a:lnTo>
                    <a:pt x="1270" y="1270"/>
                  </a:lnTo>
                  <a:lnTo>
                    <a:pt x="1270" y="2540"/>
                  </a:lnTo>
                  <a:lnTo>
                    <a:pt x="1270" y="3810"/>
                  </a:lnTo>
                  <a:lnTo>
                    <a:pt x="0" y="3810"/>
                  </a:lnTo>
                  <a:lnTo>
                    <a:pt x="0" y="5080"/>
                  </a:lnTo>
                  <a:lnTo>
                    <a:pt x="0" y="6350"/>
                  </a:lnTo>
                  <a:lnTo>
                    <a:pt x="279400" y="6350"/>
                  </a:lnTo>
                  <a:lnTo>
                    <a:pt x="279400" y="5080"/>
                  </a:lnTo>
                  <a:close/>
                </a:path>
              </a:pathLst>
            </a:custGeom>
            <a:solidFill>
              <a:srgbClr val="080600"/>
            </a:solidFill>
          </p:spPr>
          <p:txBody>
            <a:bodyPr wrap="square" lIns="0" tIns="0" rIns="0" bIns="0" rtlCol="0"/>
            <a:lstStyle/>
            <a:p/>
          </p:txBody>
        </p:sp>
        <p:sp>
          <p:nvSpPr>
            <p:cNvPr id="1455" name="object 1455"/>
            <p:cNvSpPr/>
            <p:nvPr/>
          </p:nvSpPr>
          <p:spPr>
            <a:xfrm>
              <a:off x="1835150" y="3815079"/>
              <a:ext cx="302260" cy="7620"/>
            </a:xfrm>
            <a:custGeom>
              <a:avLst/>
              <a:gdLst/>
              <a:ahLst/>
              <a:cxnLst/>
              <a:rect l="l" t="t" r="r" b="b"/>
              <a:pathLst>
                <a:path w="302260" h="7620">
                  <a:moveTo>
                    <a:pt x="293370" y="2540"/>
                  </a:moveTo>
                  <a:lnTo>
                    <a:pt x="290817" y="2540"/>
                  </a:lnTo>
                  <a:lnTo>
                    <a:pt x="290817" y="1270"/>
                  </a:lnTo>
                  <a:lnTo>
                    <a:pt x="288290" y="1270"/>
                  </a:lnTo>
                  <a:lnTo>
                    <a:pt x="288290" y="0"/>
                  </a:lnTo>
                  <a:lnTo>
                    <a:pt x="2540" y="0"/>
                  </a:lnTo>
                  <a:lnTo>
                    <a:pt x="2540" y="1270"/>
                  </a:lnTo>
                  <a:lnTo>
                    <a:pt x="2540" y="2540"/>
                  </a:lnTo>
                  <a:lnTo>
                    <a:pt x="1270" y="2540"/>
                  </a:lnTo>
                  <a:lnTo>
                    <a:pt x="1270" y="3810"/>
                  </a:lnTo>
                  <a:lnTo>
                    <a:pt x="293370" y="3810"/>
                  </a:lnTo>
                  <a:lnTo>
                    <a:pt x="293370" y="2540"/>
                  </a:lnTo>
                  <a:close/>
                </a:path>
                <a:path w="302260" h="7620">
                  <a:moveTo>
                    <a:pt x="302260" y="6350"/>
                  </a:moveTo>
                  <a:lnTo>
                    <a:pt x="298450" y="6350"/>
                  </a:lnTo>
                  <a:lnTo>
                    <a:pt x="298450" y="5080"/>
                  </a:lnTo>
                  <a:lnTo>
                    <a:pt x="295897" y="5080"/>
                  </a:lnTo>
                  <a:lnTo>
                    <a:pt x="295897" y="3822"/>
                  </a:lnTo>
                  <a:lnTo>
                    <a:pt x="1270" y="3822"/>
                  </a:lnTo>
                  <a:lnTo>
                    <a:pt x="1270" y="5080"/>
                  </a:lnTo>
                  <a:lnTo>
                    <a:pt x="0" y="5080"/>
                  </a:lnTo>
                  <a:lnTo>
                    <a:pt x="0" y="6350"/>
                  </a:lnTo>
                  <a:lnTo>
                    <a:pt x="0" y="7620"/>
                  </a:lnTo>
                  <a:lnTo>
                    <a:pt x="302260" y="7620"/>
                  </a:lnTo>
                  <a:lnTo>
                    <a:pt x="302260" y="6350"/>
                  </a:lnTo>
                  <a:close/>
                </a:path>
              </a:pathLst>
            </a:custGeom>
            <a:solidFill>
              <a:srgbClr val="0A0700"/>
            </a:solidFill>
          </p:spPr>
          <p:txBody>
            <a:bodyPr wrap="square" lIns="0" tIns="0" rIns="0" bIns="0" rtlCol="0"/>
            <a:lstStyle/>
            <a:p/>
          </p:txBody>
        </p:sp>
        <p:sp>
          <p:nvSpPr>
            <p:cNvPr id="1456" name="object 1456"/>
            <p:cNvSpPr/>
            <p:nvPr/>
          </p:nvSpPr>
          <p:spPr>
            <a:xfrm>
              <a:off x="1832610" y="3822699"/>
              <a:ext cx="321310" cy="7620"/>
            </a:xfrm>
            <a:custGeom>
              <a:avLst/>
              <a:gdLst/>
              <a:ahLst/>
              <a:cxnLst/>
              <a:rect l="l" t="t" r="r" b="b"/>
              <a:pathLst>
                <a:path w="321310" h="7620">
                  <a:moveTo>
                    <a:pt x="321310" y="6350"/>
                  </a:moveTo>
                  <a:lnTo>
                    <a:pt x="318770" y="6350"/>
                  </a:lnTo>
                  <a:lnTo>
                    <a:pt x="318770" y="5080"/>
                  </a:lnTo>
                  <a:lnTo>
                    <a:pt x="316230" y="5080"/>
                  </a:lnTo>
                  <a:lnTo>
                    <a:pt x="316230" y="3810"/>
                  </a:lnTo>
                  <a:lnTo>
                    <a:pt x="313690" y="3810"/>
                  </a:lnTo>
                  <a:lnTo>
                    <a:pt x="313690" y="2540"/>
                  </a:lnTo>
                  <a:lnTo>
                    <a:pt x="309880" y="2540"/>
                  </a:lnTo>
                  <a:lnTo>
                    <a:pt x="309880" y="1270"/>
                  </a:lnTo>
                  <a:lnTo>
                    <a:pt x="307340" y="1270"/>
                  </a:lnTo>
                  <a:lnTo>
                    <a:pt x="307340" y="0"/>
                  </a:lnTo>
                  <a:lnTo>
                    <a:pt x="1270" y="0"/>
                  </a:lnTo>
                  <a:lnTo>
                    <a:pt x="1270" y="1270"/>
                  </a:lnTo>
                  <a:lnTo>
                    <a:pt x="1270" y="2540"/>
                  </a:lnTo>
                  <a:lnTo>
                    <a:pt x="1270" y="3810"/>
                  </a:lnTo>
                  <a:lnTo>
                    <a:pt x="1270" y="5080"/>
                  </a:lnTo>
                  <a:lnTo>
                    <a:pt x="1270" y="6350"/>
                  </a:lnTo>
                  <a:lnTo>
                    <a:pt x="0" y="6350"/>
                  </a:lnTo>
                  <a:lnTo>
                    <a:pt x="0" y="7620"/>
                  </a:lnTo>
                  <a:lnTo>
                    <a:pt x="321310" y="7620"/>
                  </a:lnTo>
                  <a:lnTo>
                    <a:pt x="321310" y="6350"/>
                  </a:lnTo>
                  <a:close/>
                </a:path>
              </a:pathLst>
            </a:custGeom>
            <a:solidFill>
              <a:srgbClr val="0C0900"/>
            </a:solidFill>
          </p:spPr>
          <p:txBody>
            <a:bodyPr wrap="square" lIns="0" tIns="0" rIns="0" bIns="0" rtlCol="0"/>
            <a:lstStyle/>
            <a:p/>
          </p:txBody>
        </p:sp>
        <p:sp>
          <p:nvSpPr>
            <p:cNvPr id="1457" name="object 1457"/>
            <p:cNvSpPr/>
            <p:nvPr/>
          </p:nvSpPr>
          <p:spPr>
            <a:xfrm>
              <a:off x="1831340" y="3830319"/>
              <a:ext cx="340360" cy="7620"/>
            </a:xfrm>
            <a:custGeom>
              <a:avLst/>
              <a:gdLst/>
              <a:ahLst/>
              <a:cxnLst/>
              <a:rect l="l" t="t" r="r" b="b"/>
              <a:pathLst>
                <a:path w="340360" h="7620">
                  <a:moveTo>
                    <a:pt x="340360" y="6350"/>
                  </a:moveTo>
                  <a:lnTo>
                    <a:pt x="339077" y="6350"/>
                  </a:lnTo>
                  <a:lnTo>
                    <a:pt x="339077" y="5080"/>
                  </a:lnTo>
                  <a:lnTo>
                    <a:pt x="335280" y="5080"/>
                  </a:lnTo>
                  <a:lnTo>
                    <a:pt x="335280" y="3810"/>
                  </a:lnTo>
                  <a:lnTo>
                    <a:pt x="332740" y="3810"/>
                  </a:lnTo>
                  <a:lnTo>
                    <a:pt x="332740" y="2540"/>
                  </a:lnTo>
                  <a:lnTo>
                    <a:pt x="328930" y="2540"/>
                  </a:lnTo>
                  <a:lnTo>
                    <a:pt x="328930" y="1270"/>
                  </a:lnTo>
                  <a:lnTo>
                    <a:pt x="326390" y="1270"/>
                  </a:lnTo>
                  <a:lnTo>
                    <a:pt x="326390" y="0"/>
                  </a:lnTo>
                  <a:lnTo>
                    <a:pt x="1270" y="0"/>
                  </a:lnTo>
                  <a:lnTo>
                    <a:pt x="1270" y="1270"/>
                  </a:lnTo>
                  <a:lnTo>
                    <a:pt x="1270" y="2540"/>
                  </a:lnTo>
                  <a:lnTo>
                    <a:pt x="1270" y="3810"/>
                  </a:lnTo>
                  <a:lnTo>
                    <a:pt x="1270" y="5080"/>
                  </a:lnTo>
                  <a:lnTo>
                    <a:pt x="0" y="5080"/>
                  </a:lnTo>
                  <a:lnTo>
                    <a:pt x="0" y="6350"/>
                  </a:lnTo>
                  <a:lnTo>
                    <a:pt x="0" y="7620"/>
                  </a:lnTo>
                  <a:lnTo>
                    <a:pt x="340360" y="7620"/>
                  </a:lnTo>
                  <a:lnTo>
                    <a:pt x="340360" y="6350"/>
                  </a:lnTo>
                  <a:close/>
                </a:path>
              </a:pathLst>
            </a:custGeom>
            <a:solidFill>
              <a:srgbClr val="0E0A00"/>
            </a:solidFill>
          </p:spPr>
          <p:txBody>
            <a:bodyPr wrap="square" lIns="0" tIns="0" rIns="0" bIns="0" rtlCol="0"/>
            <a:lstStyle/>
            <a:p/>
          </p:txBody>
        </p:sp>
        <p:sp>
          <p:nvSpPr>
            <p:cNvPr id="1458" name="object 1458"/>
            <p:cNvSpPr/>
            <p:nvPr/>
          </p:nvSpPr>
          <p:spPr>
            <a:xfrm>
              <a:off x="1830070" y="3837939"/>
              <a:ext cx="354330" cy="6350"/>
            </a:xfrm>
            <a:custGeom>
              <a:avLst/>
              <a:gdLst/>
              <a:ahLst/>
              <a:cxnLst/>
              <a:rect l="l" t="t" r="r" b="b"/>
              <a:pathLst>
                <a:path w="354330" h="6350">
                  <a:moveTo>
                    <a:pt x="354330" y="5080"/>
                  </a:moveTo>
                  <a:lnTo>
                    <a:pt x="351790" y="5080"/>
                  </a:lnTo>
                  <a:lnTo>
                    <a:pt x="351790" y="3810"/>
                  </a:lnTo>
                  <a:lnTo>
                    <a:pt x="349250" y="3810"/>
                  </a:lnTo>
                  <a:lnTo>
                    <a:pt x="349250" y="2540"/>
                  </a:lnTo>
                  <a:lnTo>
                    <a:pt x="346710" y="2540"/>
                  </a:lnTo>
                  <a:lnTo>
                    <a:pt x="346710" y="1270"/>
                  </a:lnTo>
                  <a:lnTo>
                    <a:pt x="344170" y="1270"/>
                  </a:lnTo>
                  <a:lnTo>
                    <a:pt x="344170" y="0"/>
                  </a:lnTo>
                  <a:lnTo>
                    <a:pt x="1270" y="0"/>
                  </a:lnTo>
                  <a:lnTo>
                    <a:pt x="1270" y="1270"/>
                  </a:lnTo>
                  <a:lnTo>
                    <a:pt x="1270" y="2540"/>
                  </a:lnTo>
                  <a:lnTo>
                    <a:pt x="0" y="2540"/>
                  </a:lnTo>
                  <a:lnTo>
                    <a:pt x="0" y="3810"/>
                  </a:lnTo>
                  <a:lnTo>
                    <a:pt x="0" y="5080"/>
                  </a:lnTo>
                  <a:lnTo>
                    <a:pt x="0" y="6350"/>
                  </a:lnTo>
                  <a:lnTo>
                    <a:pt x="171450" y="6350"/>
                  </a:lnTo>
                  <a:lnTo>
                    <a:pt x="171450" y="5080"/>
                  </a:lnTo>
                  <a:lnTo>
                    <a:pt x="172720" y="5080"/>
                  </a:lnTo>
                  <a:lnTo>
                    <a:pt x="172720" y="3810"/>
                  </a:lnTo>
                  <a:lnTo>
                    <a:pt x="179070" y="3810"/>
                  </a:lnTo>
                  <a:lnTo>
                    <a:pt x="179070" y="2540"/>
                  </a:lnTo>
                  <a:lnTo>
                    <a:pt x="190500" y="2540"/>
                  </a:lnTo>
                  <a:lnTo>
                    <a:pt x="190500" y="1270"/>
                  </a:lnTo>
                  <a:lnTo>
                    <a:pt x="201930" y="1270"/>
                  </a:lnTo>
                  <a:lnTo>
                    <a:pt x="201930" y="2540"/>
                  </a:lnTo>
                  <a:lnTo>
                    <a:pt x="215900" y="2540"/>
                  </a:lnTo>
                  <a:lnTo>
                    <a:pt x="215900" y="3810"/>
                  </a:lnTo>
                  <a:lnTo>
                    <a:pt x="226060" y="3810"/>
                  </a:lnTo>
                  <a:lnTo>
                    <a:pt x="226060" y="5080"/>
                  </a:lnTo>
                  <a:lnTo>
                    <a:pt x="229870" y="5080"/>
                  </a:lnTo>
                  <a:lnTo>
                    <a:pt x="229870" y="6350"/>
                  </a:lnTo>
                  <a:lnTo>
                    <a:pt x="354330" y="6350"/>
                  </a:lnTo>
                  <a:lnTo>
                    <a:pt x="354330" y="5080"/>
                  </a:lnTo>
                  <a:close/>
                </a:path>
              </a:pathLst>
            </a:custGeom>
            <a:solidFill>
              <a:srgbClr val="100C00"/>
            </a:solidFill>
          </p:spPr>
          <p:txBody>
            <a:bodyPr wrap="square" lIns="0" tIns="0" rIns="0" bIns="0" rtlCol="0"/>
            <a:lstStyle/>
            <a:p/>
          </p:txBody>
        </p:sp>
        <p:sp>
          <p:nvSpPr>
            <p:cNvPr id="1459" name="object 1459"/>
            <p:cNvSpPr/>
            <p:nvPr/>
          </p:nvSpPr>
          <p:spPr>
            <a:xfrm>
              <a:off x="1830070" y="3844289"/>
              <a:ext cx="368300" cy="7620"/>
            </a:xfrm>
            <a:custGeom>
              <a:avLst/>
              <a:gdLst/>
              <a:ahLst/>
              <a:cxnLst/>
              <a:rect l="l" t="t" r="r" b="b"/>
              <a:pathLst>
                <a:path w="368300" h="7620">
                  <a:moveTo>
                    <a:pt x="153670" y="6362"/>
                  </a:moveTo>
                  <a:lnTo>
                    <a:pt x="0" y="6362"/>
                  </a:lnTo>
                  <a:lnTo>
                    <a:pt x="0" y="7620"/>
                  </a:lnTo>
                  <a:lnTo>
                    <a:pt x="153670" y="7620"/>
                  </a:lnTo>
                  <a:lnTo>
                    <a:pt x="153670" y="6362"/>
                  </a:lnTo>
                  <a:close/>
                </a:path>
                <a:path w="368300" h="7620">
                  <a:moveTo>
                    <a:pt x="167627" y="0"/>
                  </a:moveTo>
                  <a:lnTo>
                    <a:pt x="0" y="0"/>
                  </a:lnTo>
                  <a:lnTo>
                    <a:pt x="0" y="1270"/>
                  </a:lnTo>
                  <a:lnTo>
                    <a:pt x="0" y="2540"/>
                  </a:lnTo>
                  <a:lnTo>
                    <a:pt x="0" y="3810"/>
                  </a:lnTo>
                  <a:lnTo>
                    <a:pt x="0" y="5080"/>
                  </a:lnTo>
                  <a:lnTo>
                    <a:pt x="0" y="6350"/>
                  </a:lnTo>
                  <a:lnTo>
                    <a:pt x="154927" y="6350"/>
                  </a:lnTo>
                  <a:lnTo>
                    <a:pt x="154927" y="5080"/>
                  </a:lnTo>
                  <a:lnTo>
                    <a:pt x="157480" y="5080"/>
                  </a:lnTo>
                  <a:lnTo>
                    <a:pt x="157480" y="3810"/>
                  </a:lnTo>
                  <a:lnTo>
                    <a:pt x="162560" y="3810"/>
                  </a:lnTo>
                  <a:lnTo>
                    <a:pt x="162560" y="2540"/>
                  </a:lnTo>
                  <a:lnTo>
                    <a:pt x="165100" y="2540"/>
                  </a:lnTo>
                  <a:lnTo>
                    <a:pt x="165100" y="1270"/>
                  </a:lnTo>
                  <a:lnTo>
                    <a:pt x="167627" y="1270"/>
                  </a:lnTo>
                  <a:lnTo>
                    <a:pt x="167627" y="0"/>
                  </a:lnTo>
                  <a:close/>
                </a:path>
                <a:path w="368300" h="7620">
                  <a:moveTo>
                    <a:pt x="365760" y="5080"/>
                  </a:moveTo>
                  <a:lnTo>
                    <a:pt x="363220" y="5080"/>
                  </a:lnTo>
                  <a:lnTo>
                    <a:pt x="363220" y="3810"/>
                  </a:lnTo>
                  <a:lnTo>
                    <a:pt x="361950" y="3810"/>
                  </a:lnTo>
                  <a:lnTo>
                    <a:pt x="361950" y="2540"/>
                  </a:lnTo>
                  <a:lnTo>
                    <a:pt x="359397" y="2540"/>
                  </a:lnTo>
                  <a:lnTo>
                    <a:pt x="359397" y="1270"/>
                  </a:lnTo>
                  <a:lnTo>
                    <a:pt x="356870" y="1270"/>
                  </a:lnTo>
                  <a:lnTo>
                    <a:pt x="356870" y="12"/>
                  </a:lnTo>
                  <a:lnTo>
                    <a:pt x="237490" y="12"/>
                  </a:lnTo>
                  <a:lnTo>
                    <a:pt x="237490" y="1270"/>
                  </a:lnTo>
                  <a:lnTo>
                    <a:pt x="242570" y="1270"/>
                  </a:lnTo>
                  <a:lnTo>
                    <a:pt x="242570" y="2540"/>
                  </a:lnTo>
                  <a:lnTo>
                    <a:pt x="245110" y="2540"/>
                  </a:lnTo>
                  <a:lnTo>
                    <a:pt x="245110" y="3810"/>
                  </a:lnTo>
                  <a:lnTo>
                    <a:pt x="252730" y="3810"/>
                  </a:lnTo>
                  <a:lnTo>
                    <a:pt x="252730" y="5080"/>
                  </a:lnTo>
                  <a:lnTo>
                    <a:pt x="256540" y="5080"/>
                  </a:lnTo>
                  <a:lnTo>
                    <a:pt x="256540" y="6350"/>
                  </a:lnTo>
                  <a:lnTo>
                    <a:pt x="365760" y="6350"/>
                  </a:lnTo>
                  <a:lnTo>
                    <a:pt x="365760" y="5080"/>
                  </a:lnTo>
                  <a:close/>
                </a:path>
                <a:path w="368300" h="7620">
                  <a:moveTo>
                    <a:pt x="368300" y="6362"/>
                  </a:moveTo>
                  <a:lnTo>
                    <a:pt x="260350" y="6362"/>
                  </a:lnTo>
                  <a:lnTo>
                    <a:pt x="260350" y="7620"/>
                  </a:lnTo>
                  <a:lnTo>
                    <a:pt x="368300" y="7620"/>
                  </a:lnTo>
                  <a:lnTo>
                    <a:pt x="368300" y="6362"/>
                  </a:lnTo>
                  <a:close/>
                </a:path>
              </a:pathLst>
            </a:custGeom>
            <a:solidFill>
              <a:srgbClr val="120D00"/>
            </a:solidFill>
          </p:spPr>
          <p:txBody>
            <a:bodyPr wrap="square" lIns="0" tIns="0" rIns="0" bIns="0" rtlCol="0"/>
            <a:lstStyle/>
            <a:p/>
          </p:txBody>
        </p:sp>
        <p:sp>
          <p:nvSpPr>
            <p:cNvPr id="1460" name="object 1460"/>
            <p:cNvSpPr/>
            <p:nvPr/>
          </p:nvSpPr>
          <p:spPr>
            <a:xfrm>
              <a:off x="1830070" y="3851909"/>
              <a:ext cx="382270" cy="7620"/>
            </a:xfrm>
            <a:custGeom>
              <a:avLst/>
              <a:gdLst/>
              <a:ahLst/>
              <a:cxnLst/>
              <a:rect l="l" t="t" r="r" b="b"/>
              <a:pathLst>
                <a:path w="382269" h="7620">
                  <a:moveTo>
                    <a:pt x="149860" y="0"/>
                  </a:moveTo>
                  <a:lnTo>
                    <a:pt x="0" y="0"/>
                  </a:lnTo>
                  <a:lnTo>
                    <a:pt x="0" y="1270"/>
                  </a:lnTo>
                  <a:lnTo>
                    <a:pt x="0" y="2540"/>
                  </a:lnTo>
                  <a:lnTo>
                    <a:pt x="0" y="3810"/>
                  </a:lnTo>
                  <a:lnTo>
                    <a:pt x="0" y="5080"/>
                  </a:lnTo>
                  <a:lnTo>
                    <a:pt x="0" y="6350"/>
                  </a:lnTo>
                  <a:lnTo>
                    <a:pt x="0" y="7620"/>
                  </a:lnTo>
                  <a:lnTo>
                    <a:pt x="142227" y="7620"/>
                  </a:lnTo>
                  <a:lnTo>
                    <a:pt x="142227" y="6350"/>
                  </a:lnTo>
                  <a:lnTo>
                    <a:pt x="144780" y="6350"/>
                  </a:lnTo>
                  <a:lnTo>
                    <a:pt x="144780" y="5080"/>
                  </a:lnTo>
                  <a:lnTo>
                    <a:pt x="146050" y="5080"/>
                  </a:lnTo>
                  <a:lnTo>
                    <a:pt x="146050" y="3810"/>
                  </a:lnTo>
                  <a:lnTo>
                    <a:pt x="147320" y="3810"/>
                  </a:lnTo>
                  <a:lnTo>
                    <a:pt x="147320" y="2540"/>
                  </a:lnTo>
                  <a:lnTo>
                    <a:pt x="148577" y="2540"/>
                  </a:lnTo>
                  <a:lnTo>
                    <a:pt x="148577" y="1270"/>
                  </a:lnTo>
                  <a:lnTo>
                    <a:pt x="149860" y="1270"/>
                  </a:lnTo>
                  <a:lnTo>
                    <a:pt x="149860" y="0"/>
                  </a:lnTo>
                  <a:close/>
                </a:path>
                <a:path w="382269" h="7620">
                  <a:moveTo>
                    <a:pt x="377190" y="3810"/>
                  </a:moveTo>
                  <a:lnTo>
                    <a:pt x="374650" y="3810"/>
                  </a:lnTo>
                  <a:lnTo>
                    <a:pt x="374650" y="2540"/>
                  </a:lnTo>
                  <a:lnTo>
                    <a:pt x="372110" y="2540"/>
                  </a:lnTo>
                  <a:lnTo>
                    <a:pt x="372110" y="1270"/>
                  </a:lnTo>
                  <a:lnTo>
                    <a:pt x="370840" y="1270"/>
                  </a:lnTo>
                  <a:lnTo>
                    <a:pt x="370840" y="0"/>
                  </a:lnTo>
                  <a:lnTo>
                    <a:pt x="262890" y="0"/>
                  </a:lnTo>
                  <a:lnTo>
                    <a:pt x="262890" y="1270"/>
                  </a:lnTo>
                  <a:lnTo>
                    <a:pt x="271780" y="1270"/>
                  </a:lnTo>
                  <a:lnTo>
                    <a:pt x="271780" y="2540"/>
                  </a:lnTo>
                  <a:lnTo>
                    <a:pt x="274320" y="2540"/>
                  </a:lnTo>
                  <a:lnTo>
                    <a:pt x="274320" y="3810"/>
                  </a:lnTo>
                  <a:lnTo>
                    <a:pt x="278130" y="3810"/>
                  </a:lnTo>
                  <a:lnTo>
                    <a:pt x="278130" y="5080"/>
                  </a:lnTo>
                  <a:lnTo>
                    <a:pt x="377190" y="5080"/>
                  </a:lnTo>
                  <a:lnTo>
                    <a:pt x="377190" y="3810"/>
                  </a:lnTo>
                  <a:close/>
                </a:path>
                <a:path w="382269" h="7620">
                  <a:moveTo>
                    <a:pt x="382270" y="6350"/>
                  </a:moveTo>
                  <a:lnTo>
                    <a:pt x="379730" y="6350"/>
                  </a:lnTo>
                  <a:lnTo>
                    <a:pt x="379730" y="5092"/>
                  </a:lnTo>
                  <a:lnTo>
                    <a:pt x="280670" y="5092"/>
                  </a:lnTo>
                  <a:lnTo>
                    <a:pt x="280670" y="6350"/>
                  </a:lnTo>
                  <a:lnTo>
                    <a:pt x="285750" y="6350"/>
                  </a:lnTo>
                  <a:lnTo>
                    <a:pt x="285750" y="7620"/>
                  </a:lnTo>
                  <a:lnTo>
                    <a:pt x="382270" y="7620"/>
                  </a:lnTo>
                  <a:lnTo>
                    <a:pt x="382270" y="6350"/>
                  </a:lnTo>
                  <a:close/>
                </a:path>
              </a:pathLst>
            </a:custGeom>
            <a:solidFill>
              <a:srgbClr val="140F00"/>
            </a:solidFill>
          </p:spPr>
          <p:txBody>
            <a:bodyPr wrap="square" lIns="0" tIns="0" rIns="0" bIns="0" rtlCol="0"/>
            <a:lstStyle/>
            <a:p/>
          </p:txBody>
        </p:sp>
        <p:sp>
          <p:nvSpPr>
            <p:cNvPr id="1461" name="object 1461"/>
            <p:cNvSpPr/>
            <p:nvPr/>
          </p:nvSpPr>
          <p:spPr>
            <a:xfrm>
              <a:off x="1828800" y="3859529"/>
              <a:ext cx="396240" cy="6350"/>
            </a:xfrm>
            <a:custGeom>
              <a:avLst/>
              <a:gdLst/>
              <a:ahLst/>
              <a:cxnLst/>
              <a:rect l="l" t="t" r="r" b="b"/>
              <a:pathLst>
                <a:path w="396239" h="6350">
                  <a:moveTo>
                    <a:pt x="142240" y="0"/>
                  </a:moveTo>
                  <a:lnTo>
                    <a:pt x="1270" y="0"/>
                  </a:lnTo>
                  <a:lnTo>
                    <a:pt x="1270" y="1270"/>
                  </a:lnTo>
                  <a:lnTo>
                    <a:pt x="1270" y="3810"/>
                  </a:lnTo>
                  <a:lnTo>
                    <a:pt x="0" y="3810"/>
                  </a:lnTo>
                  <a:lnTo>
                    <a:pt x="0" y="5080"/>
                  </a:lnTo>
                  <a:lnTo>
                    <a:pt x="0" y="6350"/>
                  </a:lnTo>
                  <a:lnTo>
                    <a:pt x="137160" y="6350"/>
                  </a:lnTo>
                  <a:lnTo>
                    <a:pt x="137160" y="5080"/>
                  </a:lnTo>
                  <a:lnTo>
                    <a:pt x="138430" y="5080"/>
                  </a:lnTo>
                  <a:lnTo>
                    <a:pt x="138430" y="3810"/>
                  </a:lnTo>
                  <a:lnTo>
                    <a:pt x="139700" y="3810"/>
                  </a:lnTo>
                  <a:lnTo>
                    <a:pt x="139700" y="1270"/>
                  </a:lnTo>
                  <a:lnTo>
                    <a:pt x="142240" y="1270"/>
                  </a:lnTo>
                  <a:lnTo>
                    <a:pt x="142240" y="0"/>
                  </a:lnTo>
                  <a:close/>
                </a:path>
                <a:path w="396239" h="6350">
                  <a:moveTo>
                    <a:pt x="391160" y="2540"/>
                  </a:moveTo>
                  <a:lnTo>
                    <a:pt x="388620" y="2540"/>
                  </a:lnTo>
                  <a:lnTo>
                    <a:pt x="388620" y="1270"/>
                  </a:lnTo>
                  <a:lnTo>
                    <a:pt x="386080" y="1270"/>
                  </a:lnTo>
                  <a:lnTo>
                    <a:pt x="386080" y="0"/>
                  </a:lnTo>
                  <a:lnTo>
                    <a:pt x="289560" y="0"/>
                  </a:lnTo>
                  <a:lnTo>
                    <a:pt x="289560" y="1270"/>
                  </a:lnTo>
                  <a:lnTo>
                    <a:pt x="293370" y="1270"/>
                  </a:lnTo>
                  <a:lnTo>
                    <a:pt x="293370" y="2540"/>
                  </a:lnTo>
                  <a:lnTo>
                    <a:pt x="297180" y="2540"/>
                  </a:lnTo>
                  <a:lnTo>
                    <a:pt x="297180" y="3810"/>
                  </a:lnTo>
                  <a:lnTo>
                    <a:pt x="391160" y="3810"/>
                  </a:lnTo>
                  <a:lnTo>
                    <a:pt x="391160" y="2540"/>
                  </a:lnTo>
                  <a:close/>
                </a:path>
                <a:path w="396239" h="6350">
                  <a:moveTo>
                    <a:pt x="396240" y="5080"/>
                  </a:moveTo>
                  <a:lnTo>
                    <a:pt x="393700" y="5080"/>
                  </a:lnTo>
                  <a:lnTo>
                    <a:pt x="393700" y="3822"/>
                  </a:lnTo>
                  <a:lnTo>
                    <a:pt x="299720" y="3822"/>
                  </a:lnTo>
                  <a:lnTo>
                    <a:pt x="299720" y="5080"/>
                  </a:lnTo>
                  <a:lnTo>
                    <a:pt x="303530" y="5080"/>
                  </a:lnTo>
                  <a:lnTo>
                    <a:pt x="303530" y="6350"/>
                  </a:lnTo>
                  <a:lnTo>
                    <a:pt x="396240" y="6350"/>
                  </a:lnTo>
                  <a:lnTo>
                    <a:pt x="396240" y="5080"/>
                  </a:lnTo>
                  <a:close/>
                </a:path>
              </a:pathLst>
            </a:custGeom>
            <a:solidFill>
              <a:srgbClr val="161000"/>
            </a:solidFill>
          </p:spPr>
          <p:txBody>
            <a:bodyPr wrap="square" lIns="0" tIns="0" rIns="0" bIns="0" rtlCol="0"/>
            <a:lstStyle/>
            <a:p/>
          </p:txBody>
        </p:sp>
        <p:sp>
          <p:nvSpPr>
            <p:cNvPr id="1462" name="object 1462"/>
            <p:cNvSpPr/>
            <p:nvPr/>
          </p:nvSpPr>
          <p:spPr>
            <a:xfrm>
              <a:off x="1828800" y="3865879"/>
              <a:ext cx="410209" cy="7620"/>
            </a:xfrm>
            <a:custGeom>
              <a:avLst/>
              <a:gdLst/>
              <a:ahLst/>
              <a:cxnLst/>
              <a:rect l="l" t="t" r="r" b="b"/>
              <a:pathLst>
                <a:path w="410210" h="7620">
                  <a:moveTo>
                    <a:pt x="135890" y="0"/>
                  </a:moveTo>
                  <a:lnTo>
                    <a:pt x="0" y="0"/>
                  </a:lnTo>
                  <a:lnTo>
                    <a:pt x="0" y="2540"/>
                  </a:lnTo>
                  <a:lnTo>
                    <a:pt x="0" y="3810"/>
                  </a:lnTo>
                  <a:lnTo>
                    <a:pt x="0" y="6350"/>
                  </a:lnTo>
                  <a:lnTo>
                    <a:pt x="0" y="7620"/>
                  </a:lnTo>
                  <a:lnTo>
                    <a:pt x="132080" y="7620"/>
                  </a:lnTo>
                  <a:lnTo>
                    <a:pt x="132080" y="6350"/>
                  </a:lnTo>
                  <a:lnTo>
                    <a:pt x="133350" y="6350"/>
                  </a:lnTo>
                  <a:lnTo>
                    <a:pt x="133350" y="3810"/>
                  </a:lnTo>
                  <a:lnTo>
                    <a:pt x="134620" y="3810"/>
                  </a:lnTo>
                  <a:lnTo>
                    <a:pt x="134620" y="2540"/>
                  </a:lnTo>
                  <a:lnTo>
                    <a:pt x="135890" y="2540"/>
                  </a:lnTo>
                  <a:lnTo>
                    <a:pt x="135890" y="0"/>
                  </a:lnTo>
                  <a:close/>
                </a:path>
                <a:path w="410210" h="7620">
                  <a:moveTo>
                    <a:pt x="402590" y="2540"/>
                  </a:moveTo>
                  <a:lnTo>
                    <a:pt x="401320" y="2540"/>
                  </a:lnTo>
                  <a:lnTo>
                    <a:pt x="401320" y="1270"/>
                  </a:lnTo>
                  <a:lnTo>
                    <a:pt x="398780" y="1270"/>
                  </a:lnTo>
                  <a:lnTo>
                    <a:pt x="398780" y="0"/>
                  </a:lnTo>
                  <a:lnTo>
                    <a:pt x="306070" y="0"/>
                  </a:lnTo>
                  <a:lnTo>
                    <a:pt x="306070" y="1270"/>
                  </a:lnTo>
                  <a:lnTo>
                    <a:pt x="311150" y="1270"/>
                  </a:lnTo>
                  <a:lnTo>
                    <a:pt x="311150" y="2540"/>
                  </a:lnTo>
                  <a:lnTo>
                    <a:pt x="314960" y="2540"/>
                  </a:lnTo>
                  <a:lnTo>
                    <a:pt x="314960" y="3810"/>
                  </a:lnTo>
                  <a:lnTo>
                    <a:pt x="402590" y="3810"/>
                  </a:lnTo>
                  <a:lnTo>
                    <a:pt x="402590" y="2540"/>
                  </a:lnTo>
                  <a:close/>
                </a:path>
                <a:path w="410210" h="7620">
                  <a:moveTo>
                    <a:pt x="410210" y="6350"/>
                  </a:moveTo>
                  <a:lnTo>
                    <a:pt x="407670" y="6350"/>
                  </a:lnTo>
                  <a:lnTo>
                    <a:pt x="407670" y="5080"/>
                  </a:lnTo>
                  <a:lnTo>
                    <a:pt x="405130" y="5080"/>
                  </a:lnTo>
                  <a:lnTo>
                    <a:pt x="405130" y="3822"/>
                  </a:lnTo>
                  <a:lnTo>
                    <a:pt x="317500" y="3822"/>
                  </a:lnTo>
                  <a:lnTo>
                    <a:pt x="317500" y="5080"/>
                  </a:lnTo>
                  <a:lnTo>
                    <a:pt x="321310" y="5080"/>
                  </a:lnTo>
                  <a:lnTo>
                    <a:pt x="321310" y="6350"/>
                  </a:lnTo>
                  <a:lnTo>
                    <a:pt x="323850" y="6350"/>
                  </a:lnTo>
                  <a:lnTo>
                    <a:pt x="323850" y="7620"/>
                  </a:lnTo>
                  <a:lnTo>
                    <a:pt x="410210" y="7620"/>
                  </a:lnTo>
                  <a:lnTo>
                    <a:pt x="410210" y="6350"/>
                  </a:lnTo>
                  <a:close/>
                </a:path>
              </a:pathLst>
            </a:custGeom>
            <a:solidFill>
              <a:srgbClr val="181200"/>
            </a:solidFill>
          </p:spPr>
          <p:txBody>
            <a:bodyPr wrap="square" lIns="0" tIns="0" rIns="0" bIns="0" rtlCol="0"/>
            <a:lstStyle/>
            <a:p/>
          </p:txBody>
        </p:sp>
        <p:sp>
          <p:nvSpPr>
            <p:cNvPr id="1463" name="object 1463"/>
            <p:cNvSpPr/>
            <p:nvPr/>
          </p:nvSpPr>
          <p:spPr>
            <a:xfrm>
              <a:off x="1828800" y="3873499"/>
              <a:ext cx="424180" cy="7620"/>
            </a:xfrm>
            <a:custGeom>
              <a:avLst/>
              <a:gdLst/>
              <a:ahLst/>
              <a:cxnLst/>
              <a:rect l="l" t="t" r="r" b="b"/>
              <a:pathLst>
                <a:path w="424180" h="7620">
                  <a:moveTo>
                    <a:pt x="132080" y="0"/>
                  </a:moveTo>
                  <a:lnTo>
                    <a:pt x="0" y="0"/>
                  </a:lnTo>
                  <a:lnTo>
                    <a:pt x="0" y="1270"/>
                  </a:lnTo>
                  <a:lnTo>
                    <a:pt x="0" y="2540"/>
                  </a:lnTo>
                  <a:lnTo>
                    <a:pt x="0" y="3810"/>
                  </a:lnTo>
                  <a:lnTo>
                    <a:pt x="0" y="7620"/>
                  </a:lnTo>
                  <a:lnTo>
                    <a:pt x="129540" y="7620"/>
                  </a:lnTo>
                  <a:lnTo>
                    <a:pt x="129540" y="3810"/>
                  </a:lnTo>
                  <a:lnTo>
                    <a:pt x="130810" y="3810"/>
                  </a:lnTo>
                  <a:lnTo>
                    <a:pt x="130810" y="2540"/>
                  </a:lnTo>
                  <a:lnTo>
                    <a:pt x="130810" y="1270"/>
                  </a:lnTo>
                  <a:lnTo>
                    <a:pt x="132080" y="1270"/>
                  </a:lnTo>
                  <a:lnTo>
                    <a:pt x="132080" y="0"/>
                  </a:lnTo>
                  <a:close/>
                </a:path>
                <a:path w="424180" h="7620">
                  <a:moveTo>
                    <a:pt x="414020" y="1270"/>
                  </a:moveTo>
                  <a:lnTo>
                    <a:pt x="412750" y="1270"/>
                  </a:lnTo>
                  <a:lnTo>
                    <a:pt x="412750" y="0"/>
                  </a:lnTo>
                  <a:lnTo>
                    <a:pt x="326390" y="0"/>
                  </a:lnTo>
                  <a:lnTo>
                    <a:pt x="326390" y="1270"/>
                  </a:lnTo>
                  <a:lnTo>
                    <a:pt x="328930" y="1270"/>
                  </a:lnTo>
                  <a:lnTo>
                    <a:pt x="328930" y="2540"/>
                  </a:lnTo>
                  <a:lnTo>
                    <a:pt x="414020" y="2540"/>
                  </a:lnTo>
                  <a:lnTo>
                    <a:pt x="414020" y="1270"/>
                  </a:lnTo>
                  <a:close/>
                </a:path>
                <a:path w="424180" h="7620">
                  <a:moveTo>
                    <a:pt x="424167" y="6350"/>
                  </a:moveTo>
                  <a:lnTo>
                    <a:pt x="421640" y="6350"/>
                  </a:lnTo>
                  <a:lnTo>
                    <a:pt x="421640" y="5080"/>
                  </a:lnTo>
                  <a:lnTo>
                    <a:pt x="419100" y="5080"/>
                  </a:lnTo>
                  <a:lnTo>
                    <a:pt x="419100" y="3810"/>
                  </a:lnTo>
                  <a:lnTo>
                    <a:pt x="416547" y="3810"/>
                  </a:lnTo>
                  <a:lnTo>
                    <a:pt x="416547" y="2552"/>
                  </a:lnTo>
                  <a:lnTo>
                    <a:pt x="331470" y="2552"/>
                  </a:lnTo>
                  <a:lnTo>
                    <a:pt x="331470" y="3810"/>
                  </a:lnTo>
                  <a:lnTo>
                    <a:pt x="334010" y="3810"/>
                  </a:lnTo>
                  <a:lnTo>
                    <a:pt x="334010" y="5080"/>
                  </a:lnTo>
                  <a:lnTo>
                    <a:pt x="336550" y="5080"/>
                  </a:lnTo>
                  <a:lnTo>
                    <a:pt x="336550" y="6350"/>
                  </a:lnTo>
                  <a:lnTo>
                    <a:pt x="339090" y="6350"/>
                  </a:lnTo>
                  <a:lnTo>
                    <a:pt x="339090" y="7620"/>
                  </a:lnTo>
                  <a:lnTo>
                    <a:pt x="424167" y="7620"/>
                  </a:lnTo>
                  <a:lnTo>
                    <a:pt x="424167" y="6350"/>
                  </a:lnTo>
                  <a:close/>
                </a:path>
              </a:pathLst>
            </a:custGeom>
            <a:solidFill>
              <a:srgbClr val="1A1300"/>
            </a:solidFill>
          </p:spPr>
          <p:txBody>
            <a:bodyPr wrap="square" lIns="0" tIns="0" rIns="0" bIns="0" rtlCol="0"/>
            <a:lstStyle/>
            <a:p/>
          </p:txBody>
        </p:sp>
        <p:sp>
          <p:nvSpPr>
            <p:cNvPr id="1464" name="object 1464"/>
            <p:cNvSpPr/>
            <p:nvPr/>
          </p:nvSpPr>
          <p:spPr>
            <a:xfrm>
              <a:off x="1828800" y="3881119"/>
              <a:ext cx="572770" cy="6350"/>
            </a:xfrm>
            <a:custGeom>
              <a:avLst/>
              <a:gdLst/>
              <a:ahLst/>
              <a:cxnLst/>
              <a:rect l="l" t="t" r="r" b="b"/>
              <a:pathLst>
                <a:path w="572769" h="6350">
                  <a:moveTo>
                    <a:pt x="129540" y="0"/>
                  </a:moveTo>
                  <a:lnTo>
                    <a:pt x="0" y="0"/>
                  </a:lnTo>
                  <a:lnTo>
                    <a:pt x="0" y="1270"/>
                  </a:lnTo>
                  <a:lnTo>
                    <a:pt x="0" y="5080"/>
                  </a:lnTo>
                  <a:lnTo>
                    <a:pt x="0" y="6350"/>
                  </a:lnTo>
                  <a:lnTo>
                    <a:pt x="127000" y="6350"/>
                  </a:lnTo>
                  <a:lnTo>
                    <a:pt x="127000" y="5080"/>
                  </a:lnTo>
                  <a:lnTo>
                    <a:pt x="128270" y="5080"/>
                  </a:lnTo>
                  <a:lnTo>
                    <a:pt x="128270" y="1270"/>
                  </a:lnTo>
                  <a:lnTo>
                    <a:pt x="129540" y="1270"/>
                  </a:lnTo>
                  <a:lnTo>
                    <a:pt x="129540" y="0"/>
                  </a:lnTo>
                  <a:close/>
                </a:path>
                <a:path w="572769" h="6350">
                  <a:moveTo>
                    <a:pt x="425450" y="0"/>
                  </a:moveTo>
                  <a:lnTo>
                    <a:pt x="340360" y="0"/>
                  </a:lnTo>
                  <a:lnTo>
                    <a:pt x="340360" y="1270"/>
                  </a:lnTo>
                  <a:lnTo>
                    <a:pt x="425450" y="1270"/>
                  </a:lnTo>
                  <a:lnTo>
                    <a:pt x="425450" y="0"/>
                  </a:lnTo>
                  <a:close/>
                </a:path>
                <a:path w="572769" h="6350">
                  <a:moveTo>
                    <a:pt x="434340" y="5080"/>
                  </a:moveTo>
                  <a:lnTo>
                    <a:pt x="431800" y="5080"/>
                  </a:lnTo>
                  <a:lnTo>
                    <a:pt x="431800" y="3810"/>
                  </a:lnTo>
                  <a:lnTo>
                    <a:pt x="430517" y="3810"/>
                  </a:lnTo>
                  <a:lnTo>
                    <a:pt x="430517" y="2540"/>
                  </a:lnTo>
                  <a:lnTo>
                    <a:pt x="427990" y="2540"/>
                  </a:lnTo>
                  <a:lnTo>
                    <a:pt x="427990" y="1282"/>
                  </a:lnTo>
                  <a:lnTo>
                    <a:pt x="342900" y="1282"/>
                  </a:lnTo>
                  <a:lnTo>
                    <a:pt x="342900" y="2540"/>
                  </a:lnTo>
                  <a:lnTo>
                    <a:pt x="345440" y="2540"/>
                  </a:lnTo>
                  <a:lnTo>
                    <a:pt x="345440" y="3810"/>
                  </a:lnTo>
                  <a:lnTo>
                    <a:pt x="347980" y="3810"/>
                  </a:lnTo>
                  <a:lnTo>
                    <a:pt x="347980" y="5080"/>
                  </a:lnTo>
                  <a:lnTo>
                    <a:pt x="350520" y="5080"/>
                  </a:lnTo>
                  <a:lnTo>
                    <a:pt x="350520" y="6350"/>
                  </a:lnTo>
                  <a:lnTo>
                    <a:pt x="434340" y="6350"/>
                  </a:lnTo>
                  <a:lnTo>
                    <a:pt x="434340" y="5080"/>
                  </a:lnTo>
                  <a:close/>
                </a:path>
                <a:path w="572769" h="6350">
                  <a:moveTo>
                    <a:pt x="572770" y="5080"/>
                  </a:moveTo>
                  <a:lnTo>
                    <a:pt x="568947" y="5080"/>
                  </a:lnTo>
                  <a:lnTo>
                    <a:pt x="568947" y="3810"/>
                  </a:lnTo>
                  <a:lnTo>
                    <a:pt x="567690" y="3810"/>
                  </a:lnTo>
                  <a:lnTo>
                    <a:pt x="567690" y="5080"/>
                  </a:lnTo>
                  <a:lnTo>
                    <a:pt x="567690" y="6350"/>
                  </a:lnTo>
                  <a:lnTo>
                    <a:pt x="572770" y="6350"/>
                  </a:lnTo>
                  <a:lnTo>
                    <a:pt x="572770" y="5080"/>
                  </a:lnTo>
                  <a:close/>
                </a:path>
              </a:pathLst>
            </a:custGeom>
            <a:solidFill>
              <a:srgbClr val="1C1500"/>
            </a:solidFill>
          </p:spPr>
          <p:txBody>
            <a:bodyPr wrap="square" lIns="0" tIns="0" rIns="0" bIns="0" rtlCol="0"/>
            <a:lstStyle/>
            <a:p/>
          </p:txBody>
        </p:sp>
        <p:sp>
          <p:nvSpPr>
            <p:cNvPr id="1465" name="object 1465"/>
            <p:cNvSpPr/>
            <p:nvPr/>
          </p:nvSpPr>
          <p:spPr>
            <a:xfrm>
              <a:off x="1828799" y="3887469"/>
              <a:ext cx="591820" cy="7620"/>
            </a:xfrm>
            <a:custGeom>
              <a:avLst/>
              <a:gdLst/>
              <a:ahLst/>
              <a:cxnLst/>
              <a:rect l="l" t="t" r="r" b="b"/>
              <a:pathLst>
                <a:path w="591819" h="7620">
                  <a:moveTo>
                    <a:pt x="127000" y="0"/>
                  </a:moveTo>
                  <a:lnTo>
                    <a:pt x="0" y="0"/>
                  </a:lnTo>
                  <a:lnTo>
                    <a:pt x="0" y="1269"/>
                  </a:lnTo>
                  <a:lnTo>
                    <a:pt x="127000" y="1269"/>
                  </a:lnTo>
                  <a:lnTo>
                    <a:pt x="127000" y="0"/>
                  </a:lnTo>
                  <a:close/>
                </a:path>
                <a:path w="591819" h="7620">
                  <a:moveTo>
                    <a:pt x="435609" y="0"/>
                  </a:moveTo>
                  <a:lnTo>
                    <a:pt x="351789" y="0"/>
                  </a:lnTo>
                  <a:lnTo>
                    <a:pt x="351789" y="1269"/>
                  </a:lnTo>
                  <a:lnTo>
                    <a:pt x="435609" y="1269"/>
                  </a:lnTo>
                  <a:lnTo>
                    <a:pt x="435609" y="0"/>
                  </a:lnTo>
                  <a:close/>
                </a:path>
                <a:path w="591819" h="7620">
                  <a:moveTo>
                    <a:pt x="577850" y="0"/>
                  </a:moveTo>
                  <a:lnTo>
                    <a:pt x="566419" y="0"/>
                  </a:lnTo>
                  <a:lnTo>
                    <a:pt x="566419" y="1269"/>
                  </a:lnTo>
                  <a:lnTo>
                    <a:pt x="577850" y="1269"/>
                  </a:lnTo>
                  <a:lnTo>
                    <a:pt x="577850" y="0"/>
                  </a:lnTo>
                  <a:close/>
                </a:path>
                <a:path w="591819" h="7620">
                  <a:moveTo>
                    <a:pt x="127000" y="1269"/>
                  </a:moveTo>
                  <a:lnTo>
                    <a:pt x="0" y="1269"/>
                  </a:lnTo>
                  <a:lnTo>
                    <a:pt x="0" y="7619"/>
                  </a:lnTo>
                  <a:lnTo>
                    <a:pt x="127000" y="7619"/>
                  </a:lnTo>
                  <a:lnTo>
                    <a:pt x="127000" y="1269"/>
                  </a:lnTo>
                  <a:close/>
                </a:path>
                <a:path w="591819" h="7620">
                  <a:moveTo>
                    <a:pt x="447039" y="6349"/>
                  </a:moveTo>
                  <a:lnTo>
                    <a:pt x="363219" y="6349"/>
                  </a:lnTo>
                  <a:lnTo>
                    <a:pt x="363219" y="7619"/>
                  </a:lnTo>
                  <a:lnTo>
                    <a:pt x="447039" y="7619"/>
                  </a:lnTo>
                  <a:lnTo>
                    <a:pt x="447039" y="6349"/>
                  </a:lnTo>
                  <a:close/>
                </a:path>
                <a:path w="591819" h="7620">
                  <a:moveTo>
                    <a:pt x="444500" y="5079"/>
                  </a:moveTo>
                  <a:lnTo>
                    <a:pt x="360680" y="5079"/>
                  </a:lnTo>
                  <a:lnTo>
                    <a:pt x="360680" y="6349"/>
                  </a:lnTo>
                  <a:lnTo>
                    <a:pt x="444500" y="6349"/>
                  </a:lnTo>
                  <a:lnTo>
                    <a:pt x="444500" y="5079"/>
                  </a:lnTo>
                  <a:close/>
                </a:path>
                <a:path w="591819" h="7620">
                  <a:moveTo>
                    <a:pt x="441959" y="3809"/>
                  </a:moveTo>
                  <a:lnTo>
                    <a:pt x="358139" y="3809"/>
                  </a:lnTo>
                  <a:lnTo>
                    <a:pt x="358139" y="5079"/>
                  </a:lnTo>
                  <a:lnTo>
                    <a:pt x="441959" y="5079"/>
                  </a:lnTo>
                  <a:lnTo>
                    <a:pt x="441959" y="3809"/>
                  </a:lnTo>
                  <a:close/>
                </a:path>
                <a:path w="591819" h="7620">
                  <a:moveTo>
                    <a:pt x="440689" y="2539"/>
                  </a:moveTo>
                  <a:lnTo>
                    <a:pt x="356869" y="2539"/>
                  </a:lnTo>
                  <a:lnTo>
                    <a:pt x="356869" y="3809"/>
                  </a:lnTo>
                  <a:lnTo>
                    <a:pt x="440689" y="3809"/>
                  </a:lnTo>
                  <a:lnTo>
                    <a:pt x="440689" y="2539"/>
                  </a:lnTo>
                  <a:close/>
                </a:path>
                <a:path w="591819" h="7620">
                  <a:moveTo>
                    <a:pt x="438150" y="1269"/>
                  </a:moveTo>
                  <a:lnTo>
                    <a:pt x="354330" y="1269"/>
                  </a:lnTo>
                  <a:lnTo>
                    <a:pt x="354330" y="2539"/>
                  </a:lnTo>
                  <a:lnTo>
                    <a:pt x="438150" y="2539"/>
                  </a:lnTo>
                  <a:lnTo>
                    <a:pt x="438150" y="1269"/>
                  </a:lnTo>
                  <a:close/>
                </a:path>
                <a:path w="591819" h="7620">
                  <a:moveTo>
                    <a:pt x="584200" y="1269"/>
                  </a:moveTo>
                  <a:lnTo>
                    <a:pt x="566419" y="1269"/>
                  </a:lnTo>
                  <a:lnTo>
                    <a:pt x="566419" y="3809"/>
                  </a:lnTo>
                  <a:lnTo>
                    <a:pt x="565150" y="3809"/>
                  </a:lnTo>
                  <a:lnTo>
                    <a:pt x="565150" y="7619"/>
                  </a:lnTo>
                  <a:lnTo>
                    <a:pt x="591819" y="7619"/>
                  </a:lnTo>
                  <a:lnTo>
                    <a:pt x="591819" y="2539"/>
                  </a:lnTo>
                  <a:lnTo>
                    <a:pt x="584200" y="2539"/>
                  </a:lnTo>
                  <a:lnTo>
                    <a:pt x="584200" y="1269"/>
                  </a:lnTo>
                  <a:close/>
                </a:path>
              </a:pathLst>
            </a:custGeom>
            <a:solidFill>
              <a:srgbClr val="1E1600"/>
            </a:solidFill>
          </p:spPr>
          <p:txBody>
            <a:bodyPr wrap="square" lIns="0" tIns="0" rIns="0" bIns="0" rtlCol="0"/>
            <a:lstStyle/>
            <a:p/>
          </p:txBody>
        </p:sp>
        <p:sp>
          <p:nvSpPr>
            <p:cNvPr id="1466" name="object 1466"/>
            <p:cNvSpPr/>
            <p:nvPr/>
          </p:nvSpPr>
          <p:spPr>
            <a:xfrm>
              <a:off x="1830069" y="3895089"/>
              <a:ext cx="590550" cy="7620"/>
            </a:xfrm>
            <a:custGeom>
              <a:avLst/>
              <a:gdLst/>
              <a:ahLst/>
              <a:cxnLst/>
              <a:rect l="l" t="t" r="r" b="b"/>
              <a:pathLst>
                <a:path w="590550" h="7620">
                  <a:moveTo>
                    <a:pt x="590550" y="0"/>
                  </a:moveTo>
                  <a:lnTo>
                    <a:pt x="562610" y="0"/>
                  </a:lnTo>
                  <a:lnTo>
                    <a:pt x="562610" y="3810"/>
                  </a:lnTo>
                  <a:lnTo>
                    <a:pt x="561340" y="3810"/>
                  </a:lnTo>
                  <a:lnTo>
                    <a:pt x="561340" y="6350"/>
                  </a:lnTo>
                  <a:lnTo>
                    <a:pt x="590550" y="6350"/>
                  </a:lnTo>
                  <a:lnTo>
                    <a:pt x="590550" y="0"/>
                  </a:lnTo>
                  <a:close/>
                </a:path>
                <a:path w="590550" h="7620">
                  <a:moveTo>
                    <a:pt x="125730" y="0"/>
                  </a:moveTo>
                  <a:lnTo>
                    <a:pt x="0" y="0"/>
                  </a:lnTo>
                  <a:lnTo>
                    <a:pt x="0" y="6350"/>
                  </a:lnTo>
                  <a:lnTo>
                    <a:pt x="125730" y="6350"/>
                  </a:lnTo>
                  <a:lnTo>
                    <a:pt x="125730" y="0"/>
                  </a:lnTo>
                  <a:close/>
                </a:path>
                <a:path w="590550" h="7620">
                  <a:moveTo>
                    <a:pt x="455930" y="5080"/>
                  </a:moveTo>
                  <a:lnTo>
                    <a:pt x="372110" y="5080"/>
                  </a:lnTo>
                  <a:lnTo>
                    <a:pt x="372110" y="6350"/>
                  </a:lnTo>
                  <a:lnTo>
                    <a:pt x="455930" y="6350"/>
                  </a:lnTo>
                  <a:lnTo>
                    <a:pt x="455930" y="5080"/>
                  </a:lnTo>
                  <a:close/>
                </a:path>
                <a:path w="590550" h="7620">
                  <a:moveTo>
                    <a:pt x="453389" y="3810"/>
                  </a:moveTo>
                  <a:lnTo>
                    <a:pt x="369569" y="3810"/>
                  </a:lnTo>
                  <a:lnTo>
                    <a:pt x="369569" y="5080"/>
                  </a:lnTo>
                  <a:lnTo>
                    <a:pt x="453389" y="5080"/>
                  </a:lnTo>
                  <a:lnTo>
                    <a:pt x="453389" y="3810"/>
                  </a:lnTo>
                  <a:close/>
                </a:path>
                <a:path w="590550" h="7620">
                  <a:moveTo>
                    <a:pt x="452119" y="2540"/>
                  </a:moveTo>
                  <a:lnTo>
                    <a:pt x="367030" y="2540"/>
                  </a:lnTo>
                  <a:lnTo>
                    <a:pt x="367030" y="3810"/>
                  </a:lnTo>
                  <a:lnTo>
                    <a:pt x="452119" y="3810"/>
                  </a:lnTo>
                  <a:lnTo>
                    <a:pt x="452119" y="2540"/>
                  </a:lnTo>
                  <a:close/>
                </a:path>
                <a:path w="590550" h="7620">
                  <a:moveTo>
                    <a:pt x="449580" y="1270"/>
                  </a:moveTo>
                  <a:lnTo>
                    <a:pt x="365760" y="1270"/>
                  </a:lnTo>
                  <a:lnTo>
                    <a:pt x="365760" y="2540"/>
                  </a:lnTo>
                  <a:lnTo>
                    <a:pt x="449580" y="2540"/>
                  </a:lnTo>
                  <a:lnTo>
                    <a:pt x="449580" y="1270"/>
                  </a:lnTo>
                  <a:close/>
                </a:path>
                <a:path w="590550" h="7620">
                  <a:moveTo>
                    <a:pt x="447039" y="0"/>
                  </a:moveTo>
                  <a:lnTo>
                    <a:pt x="363219" y="0"/>
                  </a:lnTo>
                  <a:lnTo>
                    <a:pt x="363219" y="1270"/>
                  </a:lnTo>
                  <a:lnTo>
                    <a:pt x="447039" y="1270"/>
                  </a:lnTo>
                  <a:lnTo>
                    <a:pt x="447039" y="0"/>
                  </a:lnTo>
                  <a:close/>
                </a:path>
                <a:path w="590550" h="7620">
                  <a:moveTo>
                    <a:pt x="125730" y="6350"/>
                  </a:moveTo>
                  <a:lnTo>
                    <a:pt x="0" y="6350"/>
                  </a:lnTo>
                  <a:lnTo>
                    <a:pt x="0" y="7620"/>
                  </a:lnTo>
                  <a:lnTo>
                    <a:pt x="125730" y="7620"/>
                  </a:lnTo>
                  <a:lnTo>
                    <a:pt x="125730" y="6350"/>
                  </a:lnTo>
                  <a:close/>
                </a:path>
                <a:path w="590550" h="7620">
                  <a:moveTo>
                    <a:pt x="457200" y="6350"/>
                  </a:moveTo>
                  <a:lnTo>
                    <a:pt x="373380" y="6350"/>
                  </a:lnTo>
                  <a:lnTo>
                    <a:pt x="373380" y="7620"/>
                  </a:lnTo>
                  <a:lnTo>
                    <a:pt x="457200" y="7620"/>
                  </a:lnTo>
                  <a:lnTo>
                    <a:pt x="457200" y="6350"/>
                  </a:lnTo>
                  <a:close/>
                </a:path>
                <a:path w="590550" h="7620">
                  <a:moveTo>
                    <a:pt x="590550" y="6350"/>
                  </a:moveTo>
                  <a:lnTo>
                    <a:pt x="561340" y="6350"/>
                  </a:lnTo>
                  <a:lnTo>
                    <a:pt x="561340" y="7620"/>
                  </a:lnTo>
                  <a:lnTo>
                    <a:pt x="590550" y="7620"/>
                  </a:lnTo>
                  <a:lnTo>
                    <a:pt x="590550" y="6350"/>
                  </a:lnTo>
                  <a:close/>
                </a:path>
              </a:pathLst>
            </a:custGeom>
            <a:solidFill>
              <a:srgbClr val="201800"/>
            </a:solidFill>
          </p:spPr>
          <p:txBody>
            <a:bodyPr wrap="square" lIns="0" tIns="0" rIns="0" bIns="0" rtlCol="0"/>
            <a:lstStyle/>
            <a:p/>
          </p:txBody>
        </p:sp>
        <p:sp>
          <p:nvSpPr>
            <p:cNvPr id="1467" name="object 1467"/>
            <p:cNvSpPr/>
            <p:nvPr/>
          </p:nvSpPr>
          <p:spPr>
            <a:xfrm>
              <a:off x="1830069" y="3902709"/>
              <a:ext cx="590550" cy="7620"/>
            </a:xfrm>
            <a:custGeom>
              <a:avLst/>
              <a:gdLst/>
              <a:ahLst/>
              <a:cxnLst/>
              <a:rect l="l" t="t" r="r" b="b"/>
              <a:pathLst>
                <a:path w="590550" h="7620">
                  <a:moveTo>
                    <a:pt x="125730" y="0"/>
                  </a:moveTo>
                  <a:lnTo>
                    <a:pt x="0" y="0"/>
                  </a:lnTo>
                  <a:lnTo>
                    <a:pt x="0" y="5079"/>
                  </a:lnTo>
                  <a:lnTo>
                    <a:pt x="125730" y="5079"/>
                  </a:lnTo>
                  <a:lnTo>
                    <a:pt x="125730" y="0"/>
                  </a:lnTo>
                  <a:close/>
                </a:path>
                <a:path w="590550" h="7620">
                  <a:moveTo>
                    <a:pt x="466090" y="3809"/>
                  </a:moveTo>
                  <a:lnTo>
                    <a:pt x="378460" y="3809"/>
                  </a:lnTo>
                  <a:lnTo>
                    <a:pt x="378460" y="5079"/>
                  </a:lnTo>
                  <a:lnTo>
                    <a:pt x="466090" y="5079"/>
                  </a:lnTo>
                  <a:lnTo>
                    <a:pt x="466090" y="3809"/>
                  </a:lnTo>
                  <a:close/>
                </a:path>
                <a:path w="590550" h="7620">
                  <a:moveTo>
                    <a:pt x="463550" y="2539"/>
                  </a:moveTo>
                  <a:lnTo>
                    <a:pt x="377190" y="2539"/>
                  </a:lnTo>
                  <a:lnTo>
                    <a:pt x="377190" y="3809"/>
                  </a:lnTo>
                  <a:lnTo>
                    <a:pt x="463550" y="3809"/>
                  </a:lnTo>
                  <a:lnTo>
                    <a:pt x="463550" y="2539"/>
                  </a:lnTo>
                  <a:close/>
                </a:path>
                <a:path w="590550" h="7620">
                  <a:moveTo>
                    <a:pt x="462280" y="1269"/>
                  </a:moveTo>
                  <a:lnTo>
                    <a:pt x="375919" y="1269"/>
                  </a:lnTo>
                  <a:lnTo>
                    <a:pt x="375919" y="2539"/>
                  </a:lnTo>
                  <a:lnTo>
                    <a:pt x="462280" y="2539"/>
                  </a:lnTo>
                  <a:lnTo>
                    <a:pt x="462280" y="1269"/>
                  </a:lnTo>
                  <a:close/>
                </a:path>
                <a:path w="590550" h="7620">
                  <a:moveTo>
                    <a:pt x="459739" y="0"/>
                  </a:moveTo>
                  <a:lnTo>
                    <a:pt x="374650" y="0"/>
                  </a:lnTo>
                  <a:lnTo>
                    <a:pt x="374650" y="1269"/>
                  </a:lnTo>
                  <a:lnTo>
                    <a:pt x="459739" y="1269"/>
                  </a:lnTo>
                  <a:lnTo>
                    <a:pt x="459739" y="0"/>
                  </a:lnTo>
                  <a:close/>
                </a:path>
                <a:path w="590550" h="7620">
                  <a:moveTo>
                    <a:pt x="590550" y="0"/>
                  </a:moveTo>
                  <a:lnTo>
                    <a:pt x="560069" y="0"/>
                  </a:lnTo>
                  <a:lnTo>
                    <a:pt x="560069" y="2539"/>
                  </a:lnTo>
                  <a:lnTo>
                    <a:pt x="558800" y="2539"/>
                  </a:lnTo>
                  <a:lnTo>
                    <a:pt x="558800" y="5079"/>
                  </a:lnTo>
                  <a:lnTo>
                    <a:pt x="590550" y="5079"/>
                  </a:lnTo>
                  <a:lnTo>
                    <a:pt x="590550" y="0"/>
                  </a:lnTo>
                  <a:close/>
                </a:path>
                <a:path w="590550" h="7620">
                  <a:moveTo>
                    <a:pt x="125730" y="5080"/>
                  </a:moveTo>
                  <a:lnTo>
                    <a:pt x="0" y="5080"/>
                  </a:lnTo>
                  <a:lnTo>
                    <a:pt x="0" y="7619"/>
                  </a:lnTo>
                  <a:lnTo>
                    <a:pt x="125730" y="7619"/>
                  </a:lnTo>
                  <a:lnTo>
                    <a:pt x="125730" y="5080"/>
                  </a:lnTo>
                  <a:close/>
                </a:path>
                <a:path w="590550" h="7620">
                  <a:moveTo>
                    <a:pt x="469900" y="6350"/>
                  </a:moveTo>
                  <a:lnTo>
                    <a:pt x="383540" y="6350"/>
                  </a:lnTo>
                  <a:lnTo>
                    <a:pt x="383540" y="7619"/>
                  </a:lnTo>
                  <a:lnTo>
                    <a:pt x="469900" y="7619"/>
                  </a:lnTo>
                  <a:lnTo>
                    <a:pt x="469900" y="6350"/>
                  </a:lnTo>
                  <a:close/>
                </a:path>
                <a:path w="590550" h="7620">
                  <a:moveTo>
                    <a:pt x="468630" y="5080"/>
                  </a:moveTo>
                  <a:lnTo>
                    <a:pt x="381000" y="5080"/>
                  </a:lnTo>
                  <a:lnTo>
                    <a:pt x="381000" y="6350"/>
                  </a:lnTo>
                  <a:lnTo>
                    <a:pt x="468630" y="6350"/>
                  </a:lnTo>
                  <a:lnTo>
                    <a:pt x="468630" y="5080"/>
                  </a:lnTo>
                  <a:close/>
                </a:path>
                <a:path w="590550" h="7620">
                  <a:moveTo>
                    <a:pt x="590550" y="5080"/>
                  </a:moveTo>
                  <a:lnTo>
                    <a:pt x="558800" y="5080"/>
                  </a:lnTo>
                  <a:lnTo>
                    <a:pt x="558800" y="6350"/>
                  </a:lnTo>
                  <a:lnTo>
                    <a:pt x="557530" y="6350"/>
                  </a:lnTo>
                  <a:lnTo>
                    <a:pt x="557530" y="7619"/>
                  </a:lnTo>
                  <a:lnTo>
                    <a:pt x="590550" y="7619"/>
                  </a:lnTo>
                  <a:lnTo>
                    <a:pt x="590550" y="5080"/>
                  </a:lnTo>
                  <a:close/>
                </a:path>
              </a:pathLst>
            </a:custGeom>
            <a:solidFill>
              <a:srgbClr val="221900"/>
            </a:solidFill>
          </p:spPr>
          <p:txBody>
            <a:bodyPr wrap="square" lIns="0" tIns="0" rIns="0" bIns="0" rtlCol="0"/>
            <a:lstStyle/>
            <a:p/>
          </p:txBody>
        </p:sp>
        <p:sp>
          <p:nvSpPr>
            <p:cNvPr id="1468" name="object 1468"/>
            <p:cNvSpPr/>
            <p:nvPr/>
          </p:nvSpPr>
          <p:spPr>
            <a:xfrm>
              <a:off x="1831340" y="3910329"/>
              <a:ext cx="589280" cy="6350"/>
            </a:xfrm>
            <a:custGeom>
              <a:avLst/>
              <a:gdLst/>
              <a:ahLst/>
              <a:cxnLst/>
              <a:rect l="l" t="t" r="r" b="b"/>
              <a:pathLst>
                <a:path w="589280" h="6350">
                  <a:moveTo>
                    <a:pt x="125730" y="5080"/>
                  </a:moveTo>
                  <a:lnTo>
                    <a:pt x="124460" y="5080"/>
                  </a:lnTo>
                  <a:lnTo>
                    <a:pt x="124460" y="3810"/>
                  </a:lnTo>
                  <a:lnTo>
                    <a:pt x="124460" y="0"/>
                  </a:lnTo>
                  <a:lnTo>
                    <a:pt x="0" y="0"/>
                  </a:lnTo>
                  <a:lnTo>
                    <a:pt x="0" y="3810"/>
                  </a:lnTo>
                  <a:lnTo>
                    <a:pt x="0" y="5080"/>
                  </a:lnTo>
                  <a:lnTo>
                    <a:pt x="0" y="6350"/>
                  </a:lnTo>
                  <a:lnTo>
                    <a:pt x="125730" y="6350"/>
                  </a:lnTo>
                  <a:lnTo>
                    <a:pt x="125730" y="5080"/>
                  </a:lnTo>
                  <a:close/>
                </a:path>
                <a:path w="589280" h="6350">
                  <a:moveTo>
                    <a:pt x="474980" y="2540"/>
                  </a:moveTo>
                  <a:lnTo>
                    <a:pt x="472440" y="2540"/>
                  </a:lnTo>
                  <a:lnTo>
                    <a:pt x="472440" y="1270"/>
                  </a:lnTo>
                  <a:lnTo>
                    <a:pt x="471170" y="1270"/>
                  </a:lnTo>
                  <a:lnTo>
                    <a:pt x="471170" y="0"/>
                  </a:lnTo>
                  <a:lnTo>
                    <a:pt x="383540" y="0"/>
                  </a:lnTo>
                  <a:lnTo>
                    <a:pt x="383540" y="1270"/>
                  </a:lnTo>
                  <a:lnTo>
                    <a:pt x="386080" y="1270"/>
                  </a:lnTo>
                  <a:lnTo>
                    <a:pt x="386080" y="2540"/>
                  </a:lnTo>
                  <a:lnTo>
                    <a:pt x="387350" y="2540"/>
                  </a:lnTo>
                  <a:lnTo>
                    <a:pt x="387350" y="3810"/>
                  </a:lnTo>
                  <a:lnTo>
                    <a:pt x="474980" y="3810"/>
                  </a:lnTo>
                  <a:lnTo>
                    <a:pt x="474980" y="2540"/>
                  </a:lnTo>
                  <a:close/>
                </a:path>
                <a:path w="589280" h="6350">
                  <a:moveTo>
                    <a:pt x="478790" y="5080"/>
                  </a:moveTo>
                  <a:lnTo>
                    <a:pt x="477520" y="5080"/>
                  </a:lnTo>
                  <a:lnTo>
                    <a:pt x="477520" y="3822"/>
                  </a:lnTo>
                  <a:lnTo>
                    <a:pt x="389890" y="3822"/>
                  </a:lnTo>
                  <a:lnTo>
                    <a:pt x="389890" y="5080"/>
                  </a:lnTo>
                  <a:lnTo>
                    <a:pt x="392430" y="5080"/>
                  </a:lnTo>
                  <a:lnTo>
                    <a:pt x="392430" y="6350"/>
                  </a:lnTo>
                  <a:lnTo>
                    <a:pt x="478790" y="6350"/>
                  </a:lnTo>
                  <a:lnTo>
                    <a:pt x="478790" y="5080"/>
                  </a:lnTo>
                  <a:close/>
                </a:path>
                <a:path w="589280" h="6350">
                  <a:moveTo>
                    <a:pt x="589280" y="0"/>
                  </a:moveTo>
                  <a:lnTo>
                    <a:pt x="556260" y="0"/>
                  </a:lnTo>
                  <a:lnTo>
                    <a:pt x="556260" y="1270"/>
                  </a:lnTo>
                  <a:lnTo>
                    <a:pt x="554990" y="1270"/>
                  </a:lnTo>
                  <a:lnTo>
                    <a:pt x="554990" y="3810"/>
                  </a:lnTo>
                  <a:lnTo>
                    <a:pt x="554990" y="5080"/>
                  </a:lnTo>
                  <a:lnTo>
                    <a:pt x="553720" y="5080"/>
                  </a:lnTo>
                  <a:lnTo>
                    <a:pt x="553720" y="6350"/>
                  </a:lnTo>
                  <a:lnTo>
                    <a:pt x="589280" y="6350"/>
                  </a:lnTo>
                  <a:lnTo>
                    <a:pt x="589280" y="5080"/>
                  </a:lnTo>
                  <a:lnTo>
                    <a:pt x="589280" y="3810"/>
                  </a:lnTo>
                  <a:lnTo>
                    <a:pt x="589280" y="1270"/>
                  </a:lnTo>
                  <a:lnTo>
                    <a:pt x="589280" y="0"/>
                  </a:lnTo>
                  <a:close/>
                </a:path>
              </a:pathLst>
            </a:custGeom>
            <a:solidFill>
              <a:srgbClr val="241B00"/>
            </a:solidFill>
          </p:spPr>
          <p:txBody>
            <a:bodyPr wrap="square" lIns="0" tIns="0" rIns="0" bIns="0" rtlCol="0"/>
            <a:lstStyle/>
            <a:p/>
          </p:txBody>
        </p:sp>
        <p:sp>
          <p:nvSpPr>
            <p:cNvPr id="1469" name="object 1469"/>
            <p:cNvSpPr/>
            <p:nvPr/>
          </p:nvSpPr>
          <p:spPr>
            <a:xfrm>
              <a:off x="1831340" y="3916679"/>
              <a:ext cx="589280" cy="7620"/>
            </a:xfrm>
            <a:custGeom>
              <a:avLst/>
              <a:gdLst/>
              <a:ahLst/>
              <a:cxnLst/>
              <a:rect l="l" t="t" r="r" b="b"/>
              <a:pathLst>
                <a:path w="589280" h="7620">
                  <a:moveTo>
                    <a:pt x="127000" y="6350"/>
                  </a:moveTo>
                  <a:lnTo>
                    <a:pt x="125730" y="6350"/>
                  </a:lnTo>
                  <a:lnTo>
                    <a:pt x="125730" y="5080"/>
                  </a:lnTo>
                  <a:lnTo>
                    <a:pt x="125730" y="3810"/>
                  </a:lnTo>
                  <a:lnTo>
                    <a:pt x="125730" y="0"/>
                  </a:lnTo>
                  <a:lnTo>
                    <a:pt x="0" y="0"/>
                  </a:lnTo>
                  <a:lnTo>
                    <a:pt x="0" y="3810"/>
                  </a:lnTo>
                  <a:lnTo>
                    <a:pt x="0" y="5080"/>
                  </a:lnTo>
                  <a:lnTo>
                    <a:pt x="1270" y="5080"/>
                  </a:lnTo>
                  <a:lnTo>
                    <a:pt x="1270" y="6350"/>
                  </a:lnTo>
                  <a:lnTo>
                    <a:pt x="1270" y="7620"/>
                  </a:lnTo>
                  <a:lnTo>
                    <a:pt x="127000" y="7620"/>
                  </a:lnTo>
                  <a:lnTo>
                    <a:pt x="127000" y="6350"/>
                  </a:lnTo>
                  <a:close/>
                </a:path>
                <a:path w="589280" h="7620">
                  <a:moveTo>
                    <a:pt x="486410" y="2540"/>
                  </a:moveTo>
                  <a:lnTo>
                    <a:pt x="483870" y="2540"/>
                  </a:lnTo>
                  <a:lnTo>
                    <a:pt x="483870" y="1270"/>
                  </a:lnTo>
                  <a:lnTo>
                    <a:pt x="481330" y="1270"/>
                  </a:lnTo>
                  <a:lnTo>
                    <a:pt x="481330" y="0"/>
                  </a:lnTo>
                  <a:lnTo>
                    <a:pt x="393700" y="0"/>
                  </a:lnTo>
                  <a:lnTo>
                    <a:pt x="393700" y="1270"/>
                  </a:lnTo>
                  <a:lnTo>
                    <a:pt x="394970" y="1270"/>
                  </a:lnTo>
                  <a:lnTo>
                    <a:pt x="394970" y="2540"/>
                  </a:lnTo>
                  <a:lnTo>
                    <a:pt x="396240" y="2540"/>
                  </a:lnTo>
                  <a:lnTo>
                    <a:pt x="396240" y="3810"/>
                  </a:lnTo>
                  <a:lnTo>
                    <a:pt x="486410" y="3810"/>
                  </a:lnTo>
                  <a:lnTo>
                    <a:pt x="486410" y="2540"/>
                  </a:lnTo>
                  <a:close/>
                </a:path>
                <a:path w="589280" h="7620">
                  <a:moveTo>
                    <a:pt x="496570" y="6350"/>
                  </a:moveTo>
                  <a:lnTo>
                    <a:pt x="495300" y="6350"/>
                  </a:lnTo>
                  <a:lnTo>
                    <a:pt x="495300" y="5080"/>
                  </a:lnTo>
                  <a:lnTo>
                    <a:pt x="488950" y="5080"/>
                  </a:lnTo>
                  <a:lnTo>
                    <a:pt x="488950" y="3822"/>
                  </a:lnTo>
                  <a:lnTo>
                    <a:pt x="398780" y="3822"/>
                  </a:lnTo>
                  <a:lnTo>
                    <a:pt x="398780" y="5080"/>
                  </a:lnTo>
                  <a:lnTo>
                    <a:pt x="400050" y="5080"/>
                  </a:lnTo>
                  <a:lnTo>
                    <a:pt x="400050" y="6350"/>
                  </a:lnTo>
                  <a:lnTo>
                    <a:pt x="402590" y="6350"/>
                  </a:lnTo>
                  <a:lnTo>
                    <a:pt x="402590" y="7620"/>
                  </a:lnTo>
                  <a:lnTo>
                    <a:pt x="496570" y="7620"/>
                  </a:lnTo>
                  <a:lnTo>
                    <a:pt x="496570" y="6350"/>
                  </a:lnTo>
                  <a:close/>
                </a:path>
                <a:path w="589280" h="7620">
                  <a:moveTo>
                    <a:pt x="589280" y="0"/>
                  </a:moveTo>
                  <a:lnTo>
                    <a:pt x="553720" y="0"/>
                  </a:lnTo>
                  <a:lnTo>
                    <a:pt x="553720" y="1270"/>
                  </a:lnTo>
                  <a:lnTo>
                    <a:pt x="552450" y="1270"/>
                  </a:lnTo>
                  <a:lnTo>
                    <a:pt x="552450" y="2540"/>
                  </a:lnTo>
                  <a:lnTo>
                    <a:pt x="549910" y="2540"/>
                  </a:lnTo>
                  <a:lnTo>
                    <a:pt x="549910" y="3810"/>
                  </a:lnTo>
                  <a:lnTo>
                    <a:pt x="548640" y="3810"/>
                  </a:lnTo>
                  <a:lnTo>
                    <a:pt x="548640" y="6350"/>
                  </a:lnTo>
                  <a:lnTo>
                    <a:pt x="547370" y="6350"/>
                  </a:lnTo>
                  <a:lnTo>
                    <a:pt x="547370" y="7620"/>
                  </a:lnTo>
                  <a:lnTo>
                    <a:pt x="589280" y="7620"/>
                  </a:lnTo>
                  <a:lnTo>
                    <a:pt x="589280" y="6350"/>
                  </a:lnTo>
                  <a:lnTo>
                    <a:pt x="589280" y="3810"/>
                  </a:lnTo>
                  <a:lnTo>
                    <a:pt x="589280" y="2540"/>
                  </a:lnTo>
                  <a:lnTo>
                    <a:pt x="589280" y="1270"/>
                  </a:lnTo>
                  <a:lnTo>
                    <a:pt x="589280" y="0"/>
                  </a:lnTo>
                  <a:close/>
                </a:path>
              </a:pathLst>
            </a:custGeom>
            <a:solidFill>
              <a:srgbClr val="261C00"/>
            </a:solidFill>
          </p:spPr>
          <p:txBody>
            <a:bodyPr wrap="square" lIns="0" tIns="0" rIns="0" bIns="0" rtlCol="0"/>
            <a:lstStyle/>
            <a:p/>
          </p:txBody>
        </p:sp>
        <p:sp>
          <p:nvSpPr>
            <p:cNvPr id="1470" name="object 1470"/>
            <p:cNvSpPr/>
            <p:nvPr/>
          </p:nvSpPr>
          <p:spPr>
            <a:xfrm>
              <a:off x="1832610" y="3924299"/>
              <a:ext cx="588010" cy="7620"/>
            </a:xfrm>
            <a:custGeom>
              <a:avLst/>
              <a:gdLst/>
              <a:ahLst/>
              <a:cxnLst/>
              <a:rect l="l" t="t" r="r" b="b"/>
              <a:pathLst>
                <a:path w="588010" h="7620">
                  <a:moveTo>
                    <a:pt x="128270" y="6350"/>
                  </a:moveTo>
                  <a:lnTo>
                    <a:pt x="127000" y="6350"/>
                  </a:lnTo>
                  <a:lnTo>
                    <a:pt x="127000" y="5080"/>
                  </a:lnTo>
                  <a:lnTo>
                    <a:pt x="127000" y="3810"/>
                  </a:lnTo>
                  <a:lnTo>
                    <a:pt x="125730" y="3810"/>
                  </a:lnTo>
                  <a:lnTo>
                    <a:pt x="125730" y="2540"/>
                  </a:lnTo>
                  <a:lnTo>
                    <a:pt x="125730" y="0"/>
                  </a:lnTo>
                  <a:lnTo>
                    <a:pt x="0" y="0"/>
                  </a:lnTo>
                  <a:lnTo>
                    <a:pt x="0" y="2540"/>
                  </a:lnTo>
                  <a:lnTo>
                    <a:pt x="0" y="3810"/>
                  </a:lnTo>
                  <a:lnTo>
                    <a:pt x="0" y="5080"/>
                  </a:lnTo>
                  <a:lnTo>
                    <a:pt x="1270" y="5080"/>
                  </a:lnTo>
                  <a:lnTo>
                    <a:pt x="1270" y="6350"/>
                  </a:lnTo>
                  <a:lnTo>
                    <a:pt x="1270" y="7620"/>
                  </a:lnTo>
                  <a:lnTo>
                    <a:pt x="128270" y="7620"/>
                  </a:lnTo>
                  <a:lnTo>
                    <a:pt x="128270" y="6350"/>
                  </a:lnTo>
                  <a:close/>
                </a:path>
                <a:path w="588010" h="7620">
                  <a:moveTo>
                    <a:pt x="501637" y="1270"/>
                  </a:moveTo>
                  <a:lnTo>
                    <a:pt x="497840" y="1270"/>
                  </a:lnTo>
                  <a:lnTo>
                    <a:pt x="497840" y="0"/>
                  </a:lnTo>
                  <a:lnTo>
                    <a:pt x="402590" y="0"/>
                  </a:lnTo>
                  <a:lnTo>
                    <a:pt x="402590" y="1270"/>
                  </a:lnTo>
                  <a:lnTo>
                    <a:pt x="405130" y="1270"/>
                  </a:lnTo>
                  <a:lnTo>
                    <a:pt x="405130" y="2540"/>
                  </a:lnTo>
                  <a:lnTo>
                    <a:pt x="501637" y="2540"/>
                  </a:lnTo>
                  <a:lnTo>
                    <a:pt x="501637" y="1270"/>
                  </a:lnTo>
                  <a:close/>
                </a:path>
                <a:path w="588010" h="7620">
                  <a:moveTo>
                    <a:pt x="518160" y="6350"/>
                  </a:moveTo>
                  <a:lnTo>
                    <a:pt x="510540" y="6350"/>
                  </a:lnTo>
                  <a:lnTo>
                    <a:pt x="510540" y="5080"/>
                  </a:lnTo>
                  <a:lnTo>
                    <a:pt x="508000" y="5080"/>
                  </a:lnTo>
                  <a:lnTo>
                    <a:pt x="508000" y="3810"/>
                  </a:lnTo>
                  <a:lnTo>
                    <a:pt x="504190" y="3810"/>
                  </a:lnTo>
                  <a:lnTo>
                    <a:pt x="504190" y="2552"/>
                  </a:lnTo>
                  <a:lnTo>
                    <a:pt x="406400" y="2552"/>
                  </a:lnTo>
                  <a:lnTo>
                    <a:pt x="406400" y="3810"/>
                  </a:lnTo>
                  <a:lnTo>
                    <a:pt x="408940" y="3810"/>
                  </a:lnTo>
                  <a:lnTo>
                    <a:pt x="408940" y="5080"/>
                  </a:lnTo>
                  <a:lnTo>
                    <a:pt x="410210" y="5080"/>
                  </a:lnTo>
                  <a:lnTo>
                    <a:pt x="410210" y="6350"/>
                  </a:lnTo>
                  <a:lnTo>
                    <a:pt x="412750" y="6350"/>
                  </a:lnTo>
                  <a:lnTo>
                    <a:pt x="412750" y="7620"/>
                  </a:lnTo>
                  <a:lnTo>
                    <a:pt x="518160" y="7620"/>
                  </a:lnTo>
                  <a:lnTo>
                    <a:pt x="518160" y="6350"/>
                  </a:lnTo>
                  <a:close/>
                </a:path>
                <a:path w="588010" h="7620">
                  <a:moveTo>
                    <a:pt x="588010" y="0"/>
                  </a:moveTo>
                  <a:lnTo>
                    <a:pt x="544830" y="0"/>
                  </a:lnTo>
                  <a:lnTo>
                    <a:pt x="544830" y="1270"/>
                  </a:lnTo>
                  <a:lnTo>
                    <a:pt x="543560" y="1270"/>
                  </a:lnTo>
                  <a:lnTo>
                    <a:pt x="543560" y="2540"/>
                  </a:lnTo>
                  <a:lnTo>
                    <a:pt x="542290" y="2540"/>
                  </a:lnTo>
                  <a:lnTo>
                    <a:pt x="542290" y="3810"/>
                  </a:lnTo>
                  <a:lnTo>
                    <a:pt x="538480" y="3810"/>
                  </a:lnTo>
                  <a:lnTo>
                    <a:pt x="538480" y="5080"/>
                  </a:lnTo>
                  <a:lnTo>
                    <a:pt x="534670" y="5080"/>
                  </a:lnTo>
                  <a:lnTo>
                    <a:pt x="534670" y="6350"/>
                  </a:lnTo>
                  <a:lnTo>
                    <a:pt x="532130" y="6350"/>
                  </a:lnTo>
                  <a:lnTo>
                    <a:pt x="532130" y="7620"/>
                  </a:lnTo>
                  <a:lnTo>
                    <a:pt x="588010" y="7620"/>
                  </a:lnTo>
                  <a:lnTo>
                    <a:pt x="588010" y="6350"/>
                  </a:lnTo>
                  <a:lnTo>
                    <a:pt x="588010" y="5080"/>
                  </a:lnTo>
                  <a:lnTo>
                    <a:pt x="588010" y="3810"/>
                  </a:lnTo>
                  <a:lnTo>
                    <a:pt x="588010" y="2540"/>
                  </a:lnTo>
                  <a:lnTo>
                    <a:pt x="588010" y="1270"/>
                  </a:lnTo>
                  <a:lnTo>
                    <a:pt x="588010" y="0"/>
                  </a:lnTo>
                  <a:close/>
                </a:path>
              </a:pathLst>
            </a:custGeom>
            <a:solidFill>
              <a:srgbClr val="281E00"/>
            </a:solidFill>
          </p:spPr>
          <p:txBody>
            <a:bodyPr wrap="square" lIns="0" tIns="0" rIns="0" bIns="0" rtlCol="0"/>
            <a:lstStyle/>
            <a:p/>
          </p:txBody>
        </p:sp>
        <p:sp>
          <p:nvSpPr>
            <p:cNvPr id="1471" name="object 1471"/>
            <p:cNvSpPr/>
            <p:nvPr/>
          </p:nvSpPr>
          <p:spPr>
            <a:xfrm>
              <a:off x="1833880" y="3931919"/>
              <a:ext cx="586740" cy="6350"/>
            </a:xfrm>
            <a:custGeom>
              <a:avLst/>
              <a:gdLst/>
              <a:ahLst/>
              <a:cxnLst/>
              <a:rect l="l" t="t" r="r" b="b"/>
              <a:pathLst>
                <a:path w="586739" h="6350">
                  <a:moveTo>
                    <a:pt x="128270" y="2540"/>
                  </a:moveTo>
                  <a:lnTo>
                    <a:pt x="127000" y="2540"/>
                  </a:lnTo>
                  <a:lnTo>
                    <a:pt x="127000" y="1270"/>
                  </a:lnTo>
                  <a:lnTo>
                    <a:pt x="127000" y="0"/>
                  </a:lnTo>
                  <a:lnTo>
                    <a:pt x="0" y="0"/>
                  </a:lnTo>
                  <a:lnTo>
                    <a:pt x="0" y="1270"/>
                  </a:lnTo>
                  <a:lnTo>
                    <a:pt x="0" y="2540"/>
                  </a:lnTo>
                  <a:lnTo>
                    <a:pt x="0" y="5080"/>
                  </a:lnTo>
                  <a:lnTo>
                    <a:pt x="1270" y="5080"/>
                  </a:lnTo>
                  <a:lnTo>
                    <a:pt x="1270" y="6350"/>
                  </a:lnTo>
                  <a:lnTo>
                    <a:pt x="128270" y="6350"/>
                  </a:lnTo>
                  <a:lnTo>
                    <a:pt x="128270" y="5080"/>
                  </a:lnTo>
                  <a:lnTo>
                    <a:pt x="128270" y="2540"/>
                  </a:lnTo>
                  <a:close/>
                </a:path>
                <a:path w="586739" h="6350">
                  <a:moveTo>
                    <a:pt x="586740" y="0"/>
                  </a:moveTo>
                  <a:lnTo>
                    <a:pt x="412750" y="0"/>
                  </a:lnTo>
                  <a:lnTo>
                    <a:pt x="412750" y="1270"/>
                  </a:lnTo>
                  <a:lnTo>
                    <a:pt x="414020" y="1270"/>
                  </a:lnTo>
                  <a:lnTo>
                    <a:pt x="414020" y="2540"/>
                  </a:lnTo>
                  <a:lnTo>
                    <a:pt x="416560" y="2540"/>
                  </a:lnTo>
                  <a:lnTo>
                    <a:pt x="416560" y="3810"/>
                  </a:lnTo>
                  <a:lnTo>
                    <a:pt x="417830" y="3810"/>
                  </a:lnTo>
                  <a:lnTo>
                    <a:pt x="417830" y="5080"/>
                  </a:lnTo>
                  <a:lnTo>
                    <a:pt x="419100" y="5080"/>
                  </a:lnTo>
                  <a:lnTo>
                    <a:pt x="419100" y="6350"/>
                  </a:lnTo>
                  <a:lnTo>
                    <a:pt x="586740" y="6350"/>
                  </a:lnTo>
                  <a:lnTo>
                    <a:pt x="586740" y="5080"/>
                  </a:lnTo>
                  <a:lnTo>
                    <a:pt x="586740" y="3810"/>
                  </a:lnTo>
                  <a:lnTo>
                    <a:pt x="586740" y="2540"/>
                  </a:lnTo>
                  <a:lnTo>
                    <a:pt x="586740" y="1270"/>
                  </a:lnTo>
                  <a:lnTo>
                    <a:pt x="586740" y="0"/>
                  </a:lnTo>
                  <a:close/>
                </a:path>
              </a:pathLst>
            </a:custGeom>
            <a:solidFill>
              <a:srgbClr val="2A1F00"/>
            </a:solidFill>
          </p:spPr>
          <p:txBody>
            <a:bodyPr wrap="square" lIns="0" tIns="0" rIns="0" bIns="0" rtlCol="0"/>
            <a:lstStyle/>
            <a:p/>
          </p:txBody>
        </p:sp>
        <p:sp>
          <p:nvSpPr>
            <p:cNvPr id="1472" name="object 1472"/>
            <p:cNvSpPr/>
            <p:nvPr/>
          </p:nvSpPr>
          <p:spPr>
            <a:xfrm>
              <a:off x="1835150" y="3938269"/>
              <a:ext cx="585470" cy="7620"/>
            </a:xfrm>
            <a:custGeom>
              <a:avLst/>
              <a:gdLst/>
              <a:ahLst/>
              <a:cxnLst/>
              <a:rect l="l" t="t" r="r" b="b"/>
              <a:pathLst>
                <a:path w="585469" h="7620">
                  <a:moveTo>
                    <a:pt x="130797" y="6350"/>
                  </a:moveTo>
                  <a:lnTo>
                    <a:pt x="129540" y="6350"/>
                  </a:lnTo>
                  <a:lnTo>
                    <a:pt x="129540" y="3810"/>
                  </a:lnTo>
                  <a:lnTo>
                    <a:pt x="128270" y="3810"/>
                  </a:lnTo>
                  <a:lnTo>
                    <a:pt x="128270" y="1270"/>
                  </a:lnTo>
                  <a:lnTo>
                    <a:pt x="128270" y="0"/>
                  </a:lnTo>
                  <a:lnTo>
                    <a:pt x="0" y="0"/>
                  </a:lnTo>
                  <a:lnTo>
                    <a:pt x="0" y="1270"/>
                  </a:lnTo>
                  <a:lnTo>
                    <a:pt x="0" y="3810"/>
                  </a:lnTo>
                  <a:lnTo>
                    <a:pt x="0" y="6350"/>
                  </a:lnTo>
                  <a:lnTo>
                    <a:pt x="1270" y="6350"/>
                  </a:lnTo>
                  <a:lnTo>
                    <a:pt x="1270" y="7620"/>
                  </a:lnTo>
                  <a:lnTo>
                    <a:pt x="130797" y="7620"/>
                  </a:lnTo>
                  <a:lnTo>
                    <a:pt x="130797" y="6350"/>
                  </a:lnTo>
                  <a:close/>
                </a:path>
                <a:path w="585469" h="7620">
                  <a:moveTo>
                    <a:pt x="585470" y="0"/>
                  </a:moveTo>
                  <a:lnTo>
                    <a:pt x="419100" y="0"/>
                  </a:lnTo>
                  <a:lnTo>
                    <a:pt x="419100" y="1270"/>
                  </a:lnTo>
                  <a:lnTo>
                    <a:pt x="420370" y="1270"/>
                  </a:lnTo>
                  <a:lnTo>
                    <a:pt x="420370" y="2540"/>
                  </a:lnTo>
                  <a:lnTo>
                    <a:pt x="422910" y="2540"/>
                  </a:lnTo>
                  <a:lnTo>
                    <a:pt x="422910" y="3810"/>
                  </a:lnTo>
                  <a:lnTo>
                    <a:pt x="424180" y="3810"/>
                  </a:lnTo>
                  <a:lnTo>
                    <a:pt x="424180" y="5080"/>
                  </a:lnTo>
                  <a:lnTo>
                    <a:pt x="425450" y="5080"/>
                  </a:lnTo>
                  <a:lnTo>
                    <a:pt x="425450" y="6350"/>
                  </a:lnTo>
                  <a:lnTo>
                    <a:pt x="426720" y="6350"/>
                  </a:lnTo>
                  <a:lnTo>
                    <a:pt x="426720" y="7620"/>
                  </a:lnTo>
                  <a:lnTo>
                    <a:pt x="585470" y="7620"/>
                  </a:lnTo>
                  <a:lnTo>
                    <a:pt x="585470" y="1270"/>
                  </a:lnTo>
                  <a:lnTo>
                    <a:pt x="585470" y="0"/>
                  </a:lnTo>
                  <a:close/>
                </a:path>
              </a:pathLst>
            </a:custGeom>
            <a:solidFill>
              <a:srgbClr val="2C2100"/>
            </a:solidFill>
          </p:spPr>
          <p:txBody>
            <a:bodyPr wrap="square" lIns="0" tIns="0" rIns="0" bIns="0" rtlCol="0"/>
            <a:lstStyle/>
            <a:p/>
          </p:txBody>
        </p:sp>
        <p:sp>
          <p:nvSpPr>
            <p:cNvPr id="1473" name="object 1473"/>
            <p:cNvSpPr/>
            <p:nvPr/>
          </p:nvSpPr>
          <p:spPr>
            <a:xfrm>
              <a:off x="1836420" y="3945889"/>
              <a:ext cx="584200" cy="7620"/>
            </a:xfrm>
            <a:custGeom>
              <a:avLst/>
              <a:gdLst/>
              <a:ahLst/>
              <a:cxnLst/>
              <a:rect l="l" t="t" r="r" b="b"/>
              <a:pathLst>
                <a:path w="584200" h="7620">
                  <a:moveTo>
                    <a:pt x="130797" y="6362"/>
                  </a:moveTo>
                  <a:lnTo>
                    <a:pt x="1270" y="6362"/>
                  </a:lnTo>
                  <a:lnTo>
                    <a:pt x="1270" y="7620"/>
                  </a:lnTo>
                  <a:lnTo>
                    <a:pt x="130797" y="7620"/>
                  </a:lnTo>
                  <a:lnTo>
                    <a:pt x="130797" y="6362"/>
                  </a:lnTo>
                  <a:close/>
                </a:path>
                <a:path w="584200" h="7620">
                  <a:moveTo>
                    <a:pt x="130810" y="5080"/>
                  </a:moveTo>
                  <a:lnTo>
                    <a:pt x="129527" y="5080"/>
                  </a:lnTo>
                  <a:lnTo>
                    <a:pt x="129527" y="0"/>
                  </a:lnTo>
                  <a:lnTo>
                    <a:pt x="0" y="0"/>
                  </a:lnTo>
                  <a:lnTo>
                    <a:pt x="0" y="5080"/>
                  </a:lnTo>
                  <a:lnTo>
                    <a:pt x="0" y="6350"/>
                  </a:lnTo>
                  <a:lnTo>
                    <a:pt x="130810" y="6350"/>
                  </a:lnTo>
                  <a:lnTo>
                    <a:pt x="130810" y="5080"/>
                  </a:lnTo>
                  <a:close/>
                </a:path>
                <a:path w="584200" h="7620">
                  <a:moveTo>
                    <a:pt x="584200" y="6362"/>
                  </a:moveTo>
                  <a:lnTo>
                    <a:pt x="434340" y="6362"/>
                  </a:lnTo>
                  <a:lnTo>
                    <a:pt x="434340" y="7620"/>
                  </a:lnTo>
                  <a:lnTo>
                    <a:pt x="584200" y="7620"/>
                  </a:lnTo>
                  <a:lnTo>
                    <a:pt x="584200" y="6362"/>
                  </a:lnTo>
                  <a:close/>
                </a:path>
                <a:path w="584200" h="7620">
                  <a:moveTo>
                    <a:pt x="584200" y="0"/>
                  </a:moveTo>
                  <a:lnTo>
                    <a:pt x="426720" y="0"/>
                  </a:lnTo>
                  <a:lnTo>
                    <a:pt x="426720" y="1270"/>
                  </a:lnTo>
                  <a:lnTo>
                    <a:pt x="429260" y="1270"/>
                  </a:lnTo>
                  <a:lnTo>
                    <a:pt x="429260" y="2540"/>
                  </a:lnTo>
                  <a:lnTo>
                    <a:pt x="430530" y="2540"/>
                  </a:lnTo>
                  <a:lnTo>
                    <a:pt x="430530" y="3810"/>
                  </a:lnTo>
                  <a:lnTo>
                    <a:pt x="431800" y="3810"/>
                  </a:lnTo>
                  <a:lnTo>
                    <a:pt x="431800" y="5080"/>
                  </a:lnTo>
                  <a:lnTo>
                    <a:pt x="433070" y="5080"/>
                  </a:lnTo>
                  <a:lnTo>
                    <a:pt x="433070" y="6350"/>
                  </a:lnTo>
                  <a:lnTo>
                    <a:pt x="584200" y="6350"/>
                  </a:lnTo>
                  <a:lnTo>
                    <a:pt x="584200" y="5080"/>
                  </a:lnTo>
                  <a:lnTo>
                    <a:pt x="584200" y="3810"/>
                  </a:lnTo>
                  <a:lnTo>
                    <a:pt x="584200" y="2540"/>
                  </a:lnTo>
                  <a:lnTo>
                    <a:pt x="584200" y="1270"/>
                  </a:lnTo>
                  <a:lnTo>
                    <a:pt x="584200" y="0"/>
                  </a:lnTo>
                  <a:close/>
                </a:path>
              </a:pathLst>
            </a:custGeom>
            <a:solidFill>
              <a:srgbClr val="2E2200"/>
            </a:solidFill>
          </p:spPr>
          <p:txBody>
            <a:bodyPr wrap="square" lIns="0" tIns="0" rIns="0" bIns="0" rtlCol="0"/>
            <a:lstStyle/>
            <a:p/>
          </p:txBody>
        </p:sp>
        <p:sp>
          <p:nvSpPr>
            <p:cNvPr id="1474" name="object 1474"/>
            <p:cNvSpPr/>
            <p:nvPr/>
          </p:nvSpPr>
          <p:spPr>
            <a:xfrm>
              <a:off x="1837690" y="3953509"/>
              <a:ext cx="582930" cy="7620"/>
            </a:xfrm>
            <a:custGeom>
              <a:avLst/>
              <a:gdLst/>
              <a:ahLst/>
              <a:cxnLst/>
              <a:rect l="l" t="t" r="r" b="b"/>
              <a:pathLst>
                <a:path w="582930" h="7620">
                  <a:moveTo>
                    <a:pt x="134620" y="6350"/>
                  </a:moveTo>
                  <a:lnTo>
                    <a:pt x="133350" y="6350"/>
                  </a:lnTo>
                  <a:lnTo>
                    <a:pt x="133350" y="5080"/>
                  </a:lnTo>
                  <a:lnTo>
                    <a:pt x="133350" y="3810"/>
                  </a:lnTo>
                  <a:lnTo>
                    <a:pt x="132080" y="3810"/>
                  </a:lnTo>
                  <a:lnTo>
                    <a:pt x="132080" y="1270"/>
                  </a:lnTo>
                  <a:lnTo>
                    <a:pt x="130810" y="1270"/>
                  </a:lnTo>
                  <a:lnTo>
                    <a:pt x="130810" y="0"/>
                  </a:lnTo>
                  <a:lnTo>
                    <a:pt x="0" y="0"/>
                  </a:lnTo>
                  <a:lnTo>
                    <a:pt x="0" y="1270"/>
                  </a:lnTo>
                  <a:lnTo>
                    <a:pt x="0" y="3810"/>
                  </a:lnTo>
                  <a:lnTo>
                    <a:pt x="1270" y="3810"/>
                  </a:lnTo>
                  <a:lnTo>
                    <a:pt x="1270" y="5080"/>
                  </a:lnTo>
                  <a:lnTo>
                    <a:pt x="1270" y="6350"/>
                  </a:lnTo>
                  <a:lnTo>
                    <a:pt x="1270" y="7620"/>
                  </a:lnTo>
                  <a:lnTo>
                    <a:pt x="134620" y="7620"/>
                  </a:lnTo>
                  <a:lnTo>
                    <a:pt x="134620" y="6350"/>
                  </a:lnTo>
                  <a:close/>
                </a:path>
                <a:path w="582930" h="7620">
                  <a:moveTo>
                    <a:pt x="582930" y="0"/>
                  </a:moveTo>
                  <a:lnTo>
                    <a:pt x="434340" y="0"/>
                  </a:lnTo>
                  <a:lnTo>
                    <a:pt x="434340" y="1270"/>
                  </a:lnTo>
                  <a:lnTo>
                    <a:pt x="435610" y="1270"/>
                  </a:lnTo>
                  <a:lnTo>
                    <a:pt x="435610" y="2540"/>
                  </a:lnTo>
                  <a:lnTo>
                    <a:pt x="436880" y="2540"/>
                  </a:lnTo>
                  <a:lnTo>
                    <a:pt x="436880" y="3810"/>
                  </a:lnTo>
                  <a:lnTo>
                    <a:pt x="438150" y="3810"/>
                  </a:lnTo>
                  <a:lnTo>
                    <a:pt x="438150" y="5080"/>
                  </a:lnTo>
                  <a:lnTo>
                    <a:pt x="440690" y="5080"/>
                  </a:lnTo>
                  <a:lnTo>
                    <a:pt x="440690" y="6350"/>
                  </a:lnTo>
                  <a:lnTo>
                    <a:pt x="441960" y="6350"/>
                  </a:lnTo>
                  <a:lnTo>
                    <a:pt x="441960" y="7620"/>
                  </a:lnTo>
                  <a:lnTo>
                    <a:pt x="582930" y="7620"/>
                  </a:lnTo>
                  <a:lnTo>
                    <a:pt x="582930" y="1270"/>
                  </a:lnTo>
                  <a:lnTo>
                    <a:pt x="582930" y="0"/>
                  </a:lnTo>
                  <a:close/>
                </a:path>
              </a:pathLst>
            </a:custGeom>
            <a:solidFill>
              <a:srgbClr val="302400"/>
            </a:solidFill>
          </p:spPr>
          <p:txBody>
            <a:bodyPr wrap="square" lIns="0" tIns="0" rIns="0" bIns="0" rtlCol="0"/>
            <a:lstStyle/>
            <a:p/>
          </p:txBody>
        </p:sp>
        <p:sp>
          <p:nvSpPr>
            <p:cNvPr id="1475" name="object 1475"/>
            <p:cNvSpPr/>
            <p:nvPr/>
          </p:nvSpPr>
          <p:spPr>
            <a:xfrm>
              <a:off x="1838960" y="3961129"/>
              <a:ext cx="581660" cy="6350"/>
            </a:xfrm>
            <a:custGeom>
              <a:avLst/>
              <a:gdLst/>
              <a:ahLst/>
              <a:cxnLst/>
              <a:rect l="l" t="t" r="r" b="b"/>
              <a:pathLst>
                <a:path w="581660" h="6350">
                  <a:moveTo>
                    <a:pt x="137160" y="5080"/>
                  </a:moveTo>
                  <a:lnTo>
                    <a:pt x="135890" y="5080"/>
                  </a:lnTo>
                  <a:lnTo>
                    <a:pt x="135890" y="3810"/>
                  </a:lnTo>
                  <a:lnTo>
                    <a:pt x="135890" y="2540"/>
                  </a:lnTo>
                  <a:lnTo>
                    <a:pt x="134620" y="2540"/>
                  </a:lnTo>
                  <a:lnTo>
                    <a:pt x="134620" y="1270"/>
                  </a:lnTo>
                  <a:lnTo>
                    <a:pt x="133350" y="1270"/>
                  </a:lnTo>
                  <a:lnTo>
                    <a:pt x="133350" y="0"/>
                  </a:lnTo>
                  <a:lnTo>
                    <a:pt x="0" y="0"/>
                  </a:lnTo>
                  <a:lnTo>
                    <a:pt x="0" y="1270"/>
                  </a:lnTo>
                  <a:lnTo>
                    <a:pt x="1270" y="1270"/>
                  </a:lnTo>
                  <a:lnTo>
                    <a:pt x="1270" y="2540"/>
                  </a:lnTo>
                  <a:lnTo>
                    <a:pt x="1270" y="3810"/>
                  </a:lnTo>
                  <a:lnTo>
                    <a:pt x="1270" y="5080"/>
                  </a:lnTo>
                  <a:lnTo>
                    <a:pt x="1270" y="6350"/>
                  </a:lnTo>
                  <a:lnTo>
                    <a:pt x="137160" y="6350"/>
                  </a:lnTo>
                  <a:lnTo>
                    <a:pt x="137160" y="5080"/>
                  </a:lnTo>
                  <a:close/>
                </a:path>
                <a:path w="581660" h="6350">
                  <a:moveTo>
                    <a:pt x="581660" y="0"/>
                  </a:moveTo>
                  <a:lnTo>
                    <a:pt x="441960" y="0"/>
                  </a:lnTo>
                  <a:lnTo>
                    <a:pt x="441960" y="1270"/>
                  </a:lnTo>
                  <a:lnTo>
                    <a:pt x="443230" y="1270"/>
                  </a:lnTo>
                  <a:lnTo>
                    <a:pt x="443230" y="2540"/>
                  </a:lnTo>
                  <a:lnTo>
                    <a:pt x="444500" y="2540"/>
                  </a:lnTo>
                  <a:lnTo>
                    <a:pt x="444500" y="3810"/>
                  </a:lnTo>
                  <a:lnTo>
                    <a:pt x="445770" y="3810"/>
                  </a:lnTo>
                  <a:lnTo>
                    <a:pt x="445770" y="5080"/>
                  </a:lnTo>
                  <a:lnTo>
                    <a:pt x="447040" y="5080"/>
                  </a:lnTo>
                  <a:lnTo>
                    <a:pt x="447040" y="6350"/>
                  </a:lnTo>
                  <a:lnTo>
                    <a:pt x="581660" y="6350"/>
                  </a:lnTo>
                  <a:lnTo>
                    <a:pt x="581660" y="5080"/>
                  </a:lnTo>
                  <a:lnTo>
                    <a:pt x="581660" y="3810"/>
                  </a:lnTo>
                  <a:lnTo>
                    <a:pt x="581660" y="2540"/>
                  </a:lnTo>
                  <a:lnTo>
                    <a:pt x="581660" y="1270"/>
                  </a:lnTo>
                  <a:lnTo>
                    <a:pt x="581660" y="0"/>
                  </a:lnTo>
                  <a:close/>
                </a:path>
              </a:pathLst>
            </a:custGeom>
            <a:solidFill>
              <a:srgbClr val="332500"/>
            </a:solidFill>
          </p:spPr>
          <p:txBody>
            <a:bodyPr wrap="square" lIns="0" tIns="0" rIns="0" bIns="0" rtlCol="0"/>
            <a:lstStyle/>
            <a:p/>
          </p:txBody>
        </p:sp>
        <p:sp>
          <p:nvSpPr>
            <p:cNvPr id="1476" name="object 1476"/>
            <p:cNvSpPr/>
            <p:nvPr/>
          </p:nvSpPr>
          <p:spPr>
            <a:xfrm>
              <a:off x="1840230" y="3967479"/>
              <a:ext cx="580390" cy="7620"/>
            </a:xfrm>
            <a:custGeom>
              <a:avLst/>
              <a:gdLst/>
              <a:ahLst/>
              <a:cxnLst/>
              <a:rect l="l" t="t" r="r" b="b"/>
              <a:pathLst>
                <a:path w="580389" h="7620">
                  <a:moveTo>
                    <a:pt x="140970" y="6350"/>
                  </a:moveTo>
                  <a:lnTo>
                    <a:pt x="139700" y="6350"/>
                  </a:lnTo>
                  <a:lnTo>
                    <a:pt x="139700" y="5080"/>
                  </a:lnTo>
                  <a:lnTo>
                    <a:pt x="138430" y="5080"/>
                  </a:lnTo>
                  <a:lnTo>
                    <a:pt x="138430" y="3810"/>
                  </a:lnTo>
                  <a:lnTo>
                    <a:pt x="138430" y="2540"/>
                  </a:lnTo>
                  <a:lnTo>
                    <a:pt x="137160" y="2540"/>
                  </a:lnTo>
                  <a:lnTo>
                    <a:pt x="137160" y="1270"/>
                  </a:lnTo>
                  <a:lnTo>
                    <a:pt x="137160" y="0"/>
                  </a:lnTo>
                  <a:lnTo>
                    <a:pt x="0" y="0"/>
                  </a:lnTo>
                  <a:lnTo>
                    <a:pt x="0" y="1270"/>
                  </a:lnTo>
                  <a:lnTo>
                    <a:pt x="1270" y="1270"/>
                  </a:lnTo>
                  <a:lnTo>
                    <a:pt x="1270" y="2540"/>
                  </a:lnTo>
                  <a:lnTo>
                    <a:pt x="1270" y="3810"/>
                  </a:lnTo>
                  <a:lnTo>
                    <a:pt x="1270" y="5080"/>
                  </a:lnTo>
                  <a:lnTo>
                    <a:pt x="1270" y="6350"/>
                  </a:lnTo>
                  <a:lnTo>
                    <a:pt x="1270" y="7620"/>
                  </a:lnTo>
                  <a:lnTo>
                    <a:pt x="140970" y="7620"/>
                  </a:lnTo>
                  <a:lnTo>
                    <a:pt x="140970" y="6350"/>
                  </a:lnTo>
                  <a:close/>
                </a:path>
                <a:path w="580389" h="7620">
                  <a:moveTo>
                    <a:pt x="580390" y="0"/>
                  </a:moveTo>
                  <a:lnTo>
                    <a:pt x="447040" y="0"/>
                  </a:lnTo>
                  <a:lnTo>
                    <a:pt x="447040" y="1270"/>
                  </a:lnTo>
                  <a:lnTo>
                    <a:pt x="448310" y="1270"/>
                  </a:lnTo>
                  <a:lnTo>
                    <a:pt x="448310" y="2540"/>
                  </a:lnTo>
                  <a:lnTo>
                    <a:pt x="449580" y="2540"/>
                  </a:lnTo>
                  <a:lnTo>
                    <a:pt x="449580" y="3810"/>
                  </a:lnTo>
                  <a:lnTo>
                    <a:pt x="450850" y="3810"/>
                  </a:lnTo>
                  <a:lnTo>
                    <a:pt x="450850" y="5080"/>
                  </a:lnTo>
                  <a:lnTo>
                    <a:pt x="452120" y="5080"/>
                  </a:lnTo>
                  <a:lnTo>
                    <a:pt x="452120" y="6350"/>
                  </a:lnTo>
                  <a:lnTo>
                    <a:pt x="453390" y="6350"/>
                  </a:lnTo>
                  <a:lnTo>
                    <a:pt x="453390" y="7620"/>
                  </a:lnTo>
                  <a:lnTo>
                    <a:pt x="580390" y="7620"/>
                  </a:lnTo>
                  <a:lnTo>
                    <a:pt x="580390" y="1270"/>
                  </a:lnTo>
                  <a:lnTo>
                    <a:pt x="580390" y="0"/>
                  </a:lnTo>
                  <a:close/>
                </a:path>
              </a:pathLst>
            </a:custGeom>
            <a:solidFill>
              <a:srgbClr val="342600"/>
            </a:solidFill>
          </p:spPr>
          <p:txBody>
            <a:bodyPr wrap="square" lIns="0" tIns="0" rIns="0" bIns="0" rtlCol="0"/>
            <a:lstStyle/>
            <a:p/>
          </p:txBody>
        </p:sp>
        <p:sp>
          <p:nvSpPr>
            <p:cNvPr id="1477" name="object 1477"/>
            <p:cNvSpPr/>
            <p:nvPr/>
          </p:nvSpPr>
          <p:spPr>
            <a:xfrm>
              <a:off x="1842770" y="3975099"/>
              <a:ext cx="577850" cy="7620"/>
            </a:xfrm>
            <a:custGeom>
              <a:avLst/>
              <a:gdLst/>
              <a:ahLst/>
              <a:cxnLst/>
              <a:rect l="l" t="t" r="r" b="b"/>
              <a:pathLst>
                <a:path w="577850" h="7620">
                  <a:moveTo>
                    <a:pt x="139700" y="1270"/>
                  </a:moveTo>
                  <a:lnTo>
                    <a:pt x="138430" y="1270"/>
                  </a:lnTo>
                  <a:lnTo>
                    <a:pt x="138430" y="0"/>
                  </a:lnTo>
                  <a:lnTo>
                    <a:pt x="0" y="0"/>
                  </a:lnTo>
                  <a:lnTo>
                    <a:pt x="0" y="1270"/>
                  </a:lnTo>
                  <a:lnTo>
                    <a:pt x="0" y="2540"/>
                  </a:lnTo>
                  <a:lnTo>
                    <a:pt x="139700" y="2540"/>
                  </a:lnTo>
                  <a:lnTo>
                    <a:pt x="139700" y="1270"/>
                  </a:lnTo>
                  <a:close/>
                </a:path>
                <a:path w="577850" h="7620">
                  <a:moveTo>
                    <a:pt x="142227" y="5080"/>
                  </a:moveTo>
                  <a:lnTo>
                    <a:pt x="140970" y="5080"/>
                  </a:lnTo>
                  <a:lnTo>
                    <a:pt x="140970" y="2552"/>
                  </a:lnTo>
                  <a:lnTo>
                    <a:pt x="0" y="2552"/>
                  </a:lnTo>
                  <a:lnTo>
                    <a:pt x="0" y="5080"/>
                  </a:lnTo>
                  <a:lnTo>
                    <a:pt x="1270" y="5080"/>
                  </a:lnTo>
                  <a:lnTo>
                    <a:pt x="1270" y="7620"/>
                  </a:lnTo>
                  <a:lnTo>
                    <a:pt x="142227" y="7620"/>
                  </a:lnTo>
                  <a:lnTo>
                    <a:pt x="142227" y="5080"/>
                  </a:lnTo>
                  <a:close/>
                </a:path>
                <a:path w="577850" h="7620">
                  <a:moveTo>
                    <a:pt x="577850" y="0"/>
                  </a:moveTo>
                  <a:lnTo>
                    <a:pt x="452120" y="0"/>
                  </a:lnTo>
                  <a:lnTo>
                    <a:pt x="452120" y="1270"/>
                  </a:lnTo>
                  <a:lnTo>
                    <a:pt x="453390" y="1270"/>
                  </a:lnTo>
                  <a:lnTo>
                    <a:pt x="453390" y="2540"/>
                  </a:lnTo>
                  <a:lnTo>
                    <a:pt x="454660" y="2540"/>
                  </a:lnTo>
                  <a:lnTo>
                    <a:pt x="454660" y="3810"/>
                  </a:lnTo>
                  <a:lnTo>
                    <a:pt x="455930" y="3810"/>
                  </a:lnTo>
                  <a:lnTo>
                    <a:pt x="455930" y="6350"/>
                  </a:lnTo>
                  <a:lnTo>
                    <a:pt x="457200" y="6350"/>
                  </a:lnTo>
                  <a:lnTo>
                    <a:pt x="457200" y="7620"/>
                  </a:lnTo>
                  <a:lnTo>
                    <a:pt x="577850" y="7620"/>
                  </a:lnTo>
                  <a:lnTo>
                    <a:pt x="577850" y="6350"/>
                  </a:lnTo>
                  <a:lnTo>
                    <a:pt x="577850" y="3810"/>
                  </a:lnTo>
                  <a:lnTo>
                    <a:pt x="577850" y="2540"/>
                  </a:lnTo>
                  <a:lnTo>
                    <a:pt x="577850" y="1270"/>
                  </a:lnTo>
                  <a:lnTo>
                    <a:pt x="577850" y="0"/>
                  </a:lnTo>
                  <a:close/>
                </a:path>
              </a:pathLst>
            </a:custGeom>
            <a:solidFill>
              <a:srgbClr val="362800"/>
            </a:solidFill>
          </p:spPr>
          <p:txBody>
            <a:bodyPr wrap="square" lIns="0" tIns="0" rIns="0" bIns="0" rtlCol="0"/>
            <a:lstStyle/>
            <a:p/>
          </p:txBody>
        </p:sp>
        <p:sp>
          <p:nvSpPr>
            <p:cNvPr id="1478" name="object 1478"/>
            <p:cNvSpPr/>
            <p:nvPr/>
          </p:nvSpPr>
          <p:spPr>
            <a:xfrm>
              <a:off x="1844040" y="3982719"/>
              <a:ext cx="576580" cy="6350"/>
            </a:xfrm>
            <a:custGeom>
              <a:avLst/>
              <a:gdLst/>
              <a:ahLst/>
              <a:cxnLst/>
              <a:rect l="l" t="t" r="r" b="b"/>
              <a:pathLst>
                <a:path w="576580" h="6350">
                  <a:moveTo>
                    <a:pt x="142227" y="0"/>
                  </a:moveTo>
                  <a:lnTo>
                    <a:pt x="0" y="0"/>
                  </a:lnTo>
                  <a:lnTo>
                    <a:pt x="0" y="1270"/>
                  </a:lnTo>
                  <a:lnTo>
                    <a:pt x="142227" y="1270"/>
                  </a:lnTo>
                  <a:lnTo>
                    <a:pt x="142227" y="0"/>
                  </a:lnTo>
                  <a:close/>
                </a:path>
                <a:path w="576580" h="6350">
                  <a:moveTo>
                    <a:pt x="146050" y="5080"/>
                  </a:moveTo>
                  <a:lnTo>
                    <a:pt x="144780" y="5080"/>
                  </a:lnTo>
                  <a:lnTo>
                    <a:pt x="144780" y="2540"/>
                  </a:lnTo>
                  <a:lnTo>
                    <a:pt x="143510" y="2540"/>
                  </a:lnTo>
                  <a:lnTo>
                    <a:pt x="143510" y="1282"/>
                  </a:lnTo>
                  <a:lnTo>
                    <a:pt x="0" y="1282"/>
                  </a:lnTo>
                  <a:lnTo>
                    <a:pt x="0" y="2540"/>
                  </a:lnTo>
                  <a:lnTo>
                    <a:pt x="1270" y="2540"/>
                  </a:lnTo>
                  <a:lnTo>
                    <a:pt x="1270" y="5080"/>
                  </a:lnTo>
                  <a:lnTo>
                    <a:pt x="1270" y="6350"/>
                  </a:lnTo>
                  <a:lnTo>
                    <a:pt x="146050" y="6350"/>
                  </a:lnTo>
                  <a:lnTo>
                    <a:pt x="146050" y="5080"/>
                  </a:lnTo>
                  <a:close/>
                </a:path>
                <a:path w="576580" h="6350">
                  <a:moveTo>
                    <a:pt x="576580" y="0"/>
                  </a:moveTo>
                  <a:lnTo>
                    <a:pt x="457200" y="0"/>
                  </a:lnTo>
                  <a:lnTo>
                    <a:pt x="457200" y="1270"/>
                  </a:lnTo>
                  <a:lnTo>
                    <a:pt x="458470" y="1270"/>
                  </a:lnTo>
                  <a:lnTo>
                    <a:pt x="458470" y="2540"/>
                  </a:lnTo>
                  <a:lnTo>
                    <a:pt x="459740" y="2540"/>
                  </a:lnTo>
                  <a:lnTo>
                    <a:pt x="459740" y="3810"/>
                  </a:lnTo>
                  <a:lnTo>
                    <a:pt x="461010" y="3810"/>
                  </a:lnTo>
                  <a:lnTo>
                    <a:pt x="461010" y="5080"/>
                  </a:lnTo>
                  <a:lnTo>
                    <a:pt x="462280" y="5080"/>
                  </a:lnTo>
                  <a:lnTo>
                    <a:pt x="462280" y="6350"/>
                  </a:lnTo>
                  <a:lnTo>
                    <a:pt x="576580" y="6350"/>
                  </a:lnTo>
                  <a:lnTo>
                    <a:pt x="576580" y="5080"/>
                  </a:lnTo>
                  <a:lnTo>
                    <a:pt x="576580" y="3810"/>
                  </a:lnTo>
                  <a:lnTo>
                    <a:pt x="576580" y="2540"/>
                  </a:lnTo>
                  <a:lnTo>
                    <a:pt x="576580" y="1270"/>
                  </a:lnTo>
                  <a:lnTo>
                    <a:pt x="576580" y="0"/>
                  </a:lnTo>
                  <a:close/>
                </a:path>
              </a:pathLst>
            </a:custGeom>
            <a:solidFill>
              <a:srgbClr val="382900"/>
            </a:solidFill>
          </p:spPr>
          <p:txBody>
            <a:bodyPr wrap="square" lIns="0" tIns="0" rIns="0" bIns="0" rtlCol="0"/>
            <a:lstStyle/>
            <a:p/>
          </p:txBody>
        </p:sp>
        <p:sp>
          <p:nvSpPr>
            <p:cNvPr id="1479" name="object 1479"/>
            <p:cNvSpPr/>
            <p:nvPr/>
          </p:nvSpPr>
          <p:spPr>
            <a:xfrm>
              <a:off x="1846580" y="3989069"/>
              <a:ext cx="574040" cy="7620"/>
            </a:xfrm>
            <a:custGeom>
              <a:avLst/>
              <a:gdLst/>
              <a:ahLst/>
              <a:cxnLst/>
              <a:rect l="l" t="t" r="r" b="b"/>
              <a:pathLst>
                <a:path w="574039" h="7620">
                  <a:moveTo>
                    <a:pt x="149860" y="6350"/>
                  </a:moveTo>
                  <a:lnTo>
                    <a:pt x="148590" y="6350"/>
                  </a:lnTo>
                  <a:lnTo>
                    <a:pt x="148590" y="5080"/>
                  </a:lnTo>
                  <a:lnTo>
                    <a:pt x="147320" y="5080"/>
                  </a:lnTo>
                  <a:lnTo>
                    <a:pt x="147320" y="3810"/>
                  </a:lnTo>
                  <a:lnTo>
                    <a:pt x="146050" y="3810"/>
                  </a:lnTo>
                  <a:lnTo>
                    <a:pt x="146050" y="1270"/>
                  </a:lnTo>
                  <a:lnTo>
                    <a:pt x="144780" y="1270"/>
                  </a:lnTo>
                  <a:lnTo>
                    <a:pt x="144780" y="0"/>
                  </a:lnTo>
                  <a:lnTo>
                    <a:pt x="0" y="0"/>
                  </a:lnTo>
                  <a:lnTo>
                    <a:pt x="0" y="1270"/>
                  </a:lnTo>
                  <a:lnTo>
                    <a:pt x="0" y="3810"/>
                  </a:lnTo>
                  <a:lnTo>
                    <a:pt x="0" y="5080"/>
                  </a:lnTo>
                  <a:lnTo>
                    <a:pt x="1270" y="5080"/>
                  </a:lnTo>
                  <a:lnTo>
                    <a:pt x="1270" y="6350"/>
                  </a:lnTo>
                  <a:lnTo>
                    <a:pt x="1270" y="7620"/>
                  </a:lnTo>
                  <a:lnTo>
                    <a:pt x="149860" y="7620"/>
                  </a:lnTo>
                  <a:lnTo>
                    <a:pt x="149860" y="6350"/>
                  </a:lnTo>
                  <a:close/>
                </a:path>
                <a:path w="574039" h="7620">
                  <a:moveTo>
                    <a:pt x="574040" y="0"/>
                  </a:moveTo>
                  <a:lnTo>
                    <a:pt x="461010" y="0"/>
                  </a:lnTo>
                  <a:lnTo>
                    <a:pt x="461010" y="1270"/>
                  </a:lnTo>
                  <a:lnTo>
                    <a:pt x="462280" y="1270"/>
                  </a:lnTo>
                  <a:lnTo>
                    <a:pt x="462280" y="2540"/>
                  </a:lnTo>
                  <a:lnTo>
                    <a:pt x="463550" y="2540"/>
                  </a:lnTo>
                  <a:lnTo>
                    <a:pt x="463550" y="3810"/>
                  </a:lnTo>
                  <a:lnTo>
                    <a:pt x="464820" y="3810"/>
                  </a:lnTo>
                  <a:lnTo>
                    <a:pt x="464820" y="6350"/>
                  </a:lnTo>
                  <a:lnTo>
                    <a:pt x="466090" y="6350"/>
                  </a:lnTo>
                  <a:lnTo>
                    <a:pt x="466090" y="7620"/>
                  </a:lnTo>
                  <a:lnTo>
                    <a:pt x="574040" y="7620"/>
                  </a:lnTo>
                  <a:lnTo>
                    <a:pt x="574040" y="6350"/>
                  </a:lnTo>
                  <a:lnTo>
                    <a:pt x="574040" y="3810"/>
                  </a:lnTo>
                  <a:lnTo>
                    <a:pt x="574040" y="2540"/>
                  </a:lnTo>
                  <a:lnTo>
                    <a:pt x="574040" y="1270"/>
                  </a:lnTo>
                  <a:lnTo>
                    <a:pt x="574040" y="0"/>
                  </a:lnTo>
                  <a:close/>
                </a:path>
              </a:pathLst>
            </a:custGeom>
            <a:solidFill>
              <a:srgbClr val="3A2B00"/>
            </a:solidFill>
          </p:spPr>
          <p:txBody>
            <a:bodyPr wrap="square" lIns="0" tIns="0" rIns="0" bIns="0" rtlCol="0"/>
            <a:lstStyle/>
            <a:p/>
          </p:txBody>
        </p:sp>
        <p:sp>
          <p:nvSpPr>
            <p:cNvPr id="1480" name="object 1480"/>
            <p:cNvSpPr/>
            <p:nvPr/>
          </p:nvSpPr>
          <p:spPr>
            <a:xfrm>
              <a:off x="1847850" y="3996689"/>
              <a:ext cx="572770" cy="7620"/>
            </a:xfrm>
            <a:custGeom>
              <a:avLst/>
              <a:gdLst/>
              <a:ahLst/>
              <a:cxnLst/>
              <a:rect l="l" t="t" r="r" b="b"/>
              <a:pathLst>
                <a:path w="572769" h="7620">
                  <a:moveTo>
                    <a:pt x="153670" y="5080"/>
                  </a:moveTo>
                  <a:lnTo>
                    <a:pt x="152400" y="5080"/>
                  </a:lnTo>
                  <a:lnTo>
                    <a:pt x="152400" y="3810"/>
                  </a:lnTo>
                  <a:lnTo>
                    <a:pt x="151130" y="3810"/>
                  </a:lnTo>
                  <a:lnTo>
                    <a:pt x="151130" y="1270"/>
                  </a:lnTo>
                  <a:lnTo>
                    <a:pt x="149860" y="1270"/>
                  </a:lnTo>
                  <a:lnTo>
                    <a:pt x="149860" y="12"/>
                  </a:lnTo>
                  <a:lnTo>
                    <a:pt x="0" y="12"/>
                  </a:lnTo>
                  <a:lnTo>
                    <a:pt x="0" y="1270"/>
                  </a:lnTo>
                  <a:lnTo>
                    <a:pt x="1270" y="1270"/>
                  </a:lnTo>
                  <a:lnTo>
                    <a:pt x="1270" y="3810"/>
                  </a:lnTo>
                  <a:lnTo>
                    <a:pt x="1270" y="5080"/>
                  </a:lnTo>
                  <a:lnTo>
                    <a:pt x="2540" y="5080"/>
                  </a:lnTo>
                  <a:lnTo>
                    <a:pt x="2540" y="6350"/>
                  </a:lnTo>
                  <a:lnTo>
                    <a:pt x="153670" y="6350"/>
                  </a:lnTo>
                  <a:lnTo>
                    <a:pt x="153670" y="5080"/>
                  </a:lnTo>
                  <a:close/>
                </a:path>
                <a:path w="572769" h="7620">
                  <a:moveTo>
                    <a:pt x="154940" y="6362"/>
                  </a:moveTo>
                  <a:lnTo>
                    <a:pt x="2540" y="6362"/>
                  </a:lnTo>
                  <a:lnTo>
                    <a:pt x="2540" y="7620"/>
                  </a:lnTo>
                  <a:lnTo>
                    <a:pt x="154940" y="7620"/>
                  </a:lnTo>
                  <a:lnTo>
                    <a:pt x="154940" y="6362"/>
                  </a:lnTo>
                  <a:close/>
                </a:path>
                <a:path w="572769" h="7620">
                  <a:moveTo>
                    <a:pt x="572770" y="6362"/>
                  </a:moveTo>
                  <a:lnTo>
                    <a:pt x="471170" y="6362"/>
                  </a:lnTo>
                  <a:lnTo>
                    <a:pt x="471170" y="7620"/>
                  </a:lnTo>
                  <a:lnTo>
                    <a:pt x="572770" y="7620"/>
                  </a:lnTo>
                  <a:lnTo>
                    <a:pt x="572770" y="6362"/>
                  </a:lnTo>
                  <a:close/>
                </a:path>
                <a:path w="572769" h="7620">
                  <a:moveTo>
                    <a:pt x="572770" y="0"/>
                  </a:moveTo>
                  <a:lnTo>
                    <a:pt x="466090" y="0"/>
                  </a:lnTo>
                  <a:lnTo>
                    <a:pt x="466090" y="1270"/>
                  </a:lnTo>
                  <a:lnTo>
                    <a:pt x="467360" y="1270"/>
                  </a:lnTo>
                  <a:lnTo>
                    <a:pt x="467360" y="3810"/>
                  </a:lnTo>
                  <a:lnTo>
                    <a:pt x="468630" y="3810"/>
                  </a:lnTo>
                  <a:lnTo>
                    <a:pt x="468630" y="5080"/>
                  </a:lnTo>
                  <a:lnTo>
                    <a:pt x="469900" y="5080"/>
                  </a:lnTo>
                  <a:lnTo>
                    <a:pt x="469900" y="6350"/>
                  </a:lnTo>
                  <a:lnTo>
                    <a:pt x="572770" y="6350"/>
                  </a:lnTo>
                  <a:lnTo>
                    <a:pt x="572770" y="5080"/>
                  </a:lnTo>
                  <a:lnTo>
                    <a:pt x="572770" y="3810"/>
                  </a:lnTo>
                  <a:lnTo>
                    <a:pt x="572770" y="1270"/>
                  </a:lnTo>
                  <a:lnTo>
                    <a:pt x="572770" y="0"/>
                  </a:lnTo>
                  <a:close/>
                </a:path>
              </a:pathLst>
            </a:custGeom>
            <a:solidFill>
              <a:srgbClr val="3C2C00"/>
            </a:solidFill>
          </p:spPr>
          <p:txBody>
            <a:bodyPr wrap="square" lIns="0" tIns="0" rIns="0" bIns="0" rtlCol="0"/>
            <a:lstStyle/>
            <a:p/>
          </p:txBody>
        </p:sp>
        <p:sp>
          <p:nvSpPr>
            <p:cNvPr id="1481" name="object 1481"/>
            <p:cNvSpPr/>
            <p:nvPr/>
          </p:nvSpPr>
          <p:spPr>
            <a:xfrm>
              <a:off x="1850390" y="4004309"/>
              <a:ext cx="570230" cy="6350"/>
            </a:xfrm>
            <a:custGeom>
              <a:avLst/>
              <a:gdLst/>
              <a:ahLst/>
              <a:cxnLst/>
              <a:rect l="l" t="t" r="r" b="b"/>
              <a:pathLst>
                <a:path w="570230" h="6350">
                  <a:moveTo>
                    <a:pt x="156210" y="3810"/>
                  </a:moveTo>
                  <a:lnTo>
                    <a:pt x="154940" y="3810"/>
                  </a:lnTo>
                  <a:lnTo>
                    <a:pt x="154940" y="2540"/>
                  </a:lnTo>
                  <a:lnTo>
                    <a:pt x="154927" y="1270"/>
                  </a:lnTo>
                  <a:lnTo>
                    <a:pt x="153657" y="1270"/>
                  </a:lnTo>
                  <a:lnTo>
                    <a:pt x="153657" y="0"/>
                  </a:lnTo>
                  <a:lnTo>
                    <a:pt x="0" y="0"/>
                  </a:lnTo>
                  <a:lnTo>
                    <a:pt x="0" y="1270"/>
                  </a:lnTo>
                  <a:lnTo>
                    <a:pt x="0" y="2540"/>
                  </a:lnTo>
                  <a:lnTo>
                    <a:pt x="1270" y="2540"/>
                  </a:lnTo>
                  <a:lnTo>
                    <a:pt x="1270" y="3810"/>
                  </a:lnTo>
                  <a:lnTo>
                    <a:pt x="1270" y="5080"/>
                  </a:lnTo>
                  <a:lnTo>
                    <a:pt x="156210" y="5080"/>
                  </a:lnTo>
                  <a:lnTo>
                    <a:pt x="156210" y="3810"/>
                  </a:lnTo>
                  <a:close/>
                </a:path>
                <a:path w="570230" h="6350">
                  <a:moveTo>
                    <a:pt x="157480" y="5092"/>
                  </a:moveTo>
                  <a:lnTo>
                    <a:pt x="1270" y="5092"/>
                  </a:lnTo>
                  <a:lnTo>
                    <a:pt x="1270" y="6350"/>
                  </a:lnTo>
                  <a:lnTo>
                    <a:pt x="157480" y="6350"/>
                  </a:lnTo>
                  <a:lnTo>
                    <a:pt x="157480" y="5092"/>
                  </a:lnTo>
                  <a:close/>
                </a:path>
                <a:path w="570230" h="6350">
                  <a:moveTo>
                    <a:pt x="570230" y="5092"/>
                  </a:moveTo>
                  <a:lnTo>
                    <a:pt x="472440" y="5092"/>
                  </a:lnTo>
                  <a:lnTo>
                    <a:pt x="472440" y="6350"/>
                  </a:lnTo>
                  <a:lnTo>
                    <a:pt x="570230" y="6350"/>
                  </a:lnTo>
                  <a:lnTo>
                    <a:pt x="570230" y="5092"/>
                  </a:lnTo>
                  <a:close/>
                </a:path>
                <a:path w="570230" h="6350">
                  <a:moveTo>
                    <a:pt x="570230" y="0"/>
                  </a:moveTo>
                  <a:lnTo>
                    <a:pt x="468630" y="0"/>
                  </a:lnTo>
                  <a:lnTo>
                    <a:pt x="468630" y="1270"/>
                  </a:lnTo>
                  <a:lnTo>
                    <a:pt x="469900" y="1270"/>
                  </a:lnTo>
                  <a:lnTo>
                    <a:pt x="469900" y="2540"/>
                  </a:lnTo>
                  <a:lnTo>
                    <a:pt x="471170" y="2540"/>
                  </a:lnTo>
                  <a:lnTo>
                    <a:pt x="471170" y="3810"/>
                  </a:lnTo>
                  <a:lnTo>
                    <a:pt x="472440" y="3810"/>
                  </a:lnTo>
                  <a:lnTo>
                    <a:pt x="472440" y="5080"/>
                  </a:lnTo>
                  <a:lnTo>
                    <a:pt x="570230" y="5080"/>
                  </a:lnTo>
                  <a:lnTo>
                    <a:pt x="570230" y="3810"/>
                  </a:lnTo>
                  <a:lnTo>
                    <a:pt x="570230" y="2540"/>
                  </a:lnTo>
                  <a:lnTo>
                    <a:pt x="570230" y="1270"/>
                  </a:lnTo>
                  <a:lnTo>
                    <a:pt x="570230" y="0"/>
                  </a:lnTo>
                  <a:close/>
                </a:path>
              </a:pathLst>
            </a:custGeom>
            <a:solidFill>
              <a:srgbClr val="3E2E00"/>
            </a:solidFill>
          </p:spPr>
          <p:txBody>
            <a:bodyPr wrap="square" lIns="0" tIns="0" rIns="0" bIns="0" rtlCol="0"/>
            <a:lstStyle/>
            <a:p/>
          </p:txBody>
        </p:sp>
        <p:sp>
          <p:nvSpPr>
            <p:cNvPr id="1482" name="object 1482"/>
            <p:cNvSpPr/>
            <p:nvPr/>
          </p:nvSpPr>
          <p:spPr>
            <a:xfrm>
              <a:off x="1852930" y="4010659"/>
              <a:ext cx="567690" cy="7620"/>
            </a:xfrm>
            <a:custGeom>
              <a:avLst/>
              <a:gdLst/>
              <a:ahLst/>
              <a:cxnLst/>
              <a:rect l="l" t="t" r="r" b="b"/>
              <a:pathLst>
                <a:path w="567689" h="7620">
                  <a:moveTo>
                    <a:pt x="161290" y="6350"/>
                  </a:moveTo>
                  <a:lnTo>
                    <a:pt x="160020" y="6350"/>
                  </a:lnTo>
                  <a:lnTo>
                    <a:pt x="160020" y="5080"/>
                  </a:lnTo>
                  <a:lnTo>
                    <a:pt x="158750" y="5080"/>
                  </a:lnTo>
                  <a:lnTo>
                    <a:pt x="158750" y="3810"/>
                  </a:lnTo>
                  <a:lnTo>
                    <a:pt x="157480" y="3810"/>
                  </a:lnTo>
                  <a:lnTo>
                    <a:pt x="157480" y="2540"/>
                  </a:lnTo>
                  <a:lnTo>
                    <a:pt x="156210" y="2540"/>
                  </a:lnTo>
                  <a:lnTo>
                    <a:pt x="156210" y="0"/>
                  </a:lnTo>
                  <a:lnTo>
                    <a:pt x="0" y="0"/>
                  </a:lnTo>
                  <a:lnTo>
                    <a:pt x="0" y="2540"/>
                  </a:lnTo>
                  <a:lnTo>
                    <a:pt x="0" y="3810"/>
                  </a:lnTo>
                  <a:lnTo>
                    <a:pt x="0" y="5080"/>
                  </a:lnTo>
                  <a:lnTo>
                    <a:pt x="1270" y="5080"/>
                  </a:lnTo>
                  <a:lnTo>
                    <a:pt x="1270" y="6350"/>
                  </a:lnTo>
                  <a:lnTo>
                    <a:pt x="1270" y="7620"/>
                  </a:lnTo>
                  <a:lnTo>
                    <a:pt x="161290" y="7620"/>
                  </a:lnTo>
                  <a:lnTo>
                    <a:pt x="161290" y="6350"/>
                  </a:lnTo>
                  <a:close/>
                </a:path>
                <a:path w="567689" h="7620">
                  <a:moveTo>
                    <a:pt x="567690" y="0"/>
                  </a:moveTo>
                  <a:lnTo>
                    <a:pt x="471170" y="0"/>
                  </a:lnTo>
                  <a:lnTo>
                    <a:pt x="471170" y="1270"/>
                  </a:lnTo>
                  <a:lnTo>
                    <a:pt x="472440" y="1270"/>
                  </a:lnTo>
                  <a:lnTo>
                    <a:pt x="472440" y="2540"/>
                  </a:lnTo>
                  <a:lnTo>
                    <a:pt x="473710" y="2540"/>
                  </a:lnTo>
                  <a:lnTo>
                    <a:pt x="473710" y="5080"/>
                  </a:lnTo>
                  <a:lnTo>
                    <a:pt x="474980" y="5080"/>
                  </a:lnTo>
                  <a:lnTo>
                    <a:pt x="474980" y="6350"/>
                  </a:lnTo>
                  <a:lnTo>
                    <a:pt x="476250" y="6350"/>
                  </a:lnTo>
                  <a:lnTo>
                    <a:pt x="476250" y="7620"/>
                  </a:lnTo>
                  <a:lnTo>
                    <a:pt x="567690" y="7620"/>
                  </a:lnTo>
                  <a:lnTo>
                    <a:pt x="567690" y="6350"/>
                  </a:lnTo>
                  <a:lnTo>
                    <a:pt x="567690" y="5080"/>
                  </a:lnTo>
                  <a:lnTo>
                    <a:pt x="567690" y="2540"/>
                  </a:lnTo>
                  <a:lnTo>
                    <a:pt x="567690" y="1270"/>
                  </a:lnTo>
                  <a:lnTo>
                    <a:pt x="567690" y="0"/>
                  </a:lnTo>
                  <a:close/>
                </a:path>
              </a:pathLst>
            </a:custGeom>
            <a:solidFill>
              <a:srgbClr val="402F00"/>
            </a:solidFill>
          </p:spPr>
          <p:txBody>
            <a:bodyPr wrap="square" lIns="0" tIns="0" rIns="0" bIns="0" rtlCol="0"/>
            <a:lstStyle/>
            <a:p/>
          </p:txBody>
        </p:sp>
        <p:sp>
          <p:nvSpPr>
            <p:cNvPr id="1483" name="object 1483"/>
            <p:cNvSpPr/>
            <p:nvPr/>
          </p:nvSpPr>
          <p:spPr>
            <a:xfrm>
              <a:off x="1854200" y="4018279"/>
              <a:ext cx="566420" cy="7620"/>
            </a:xfrm>
            <a:custGeom>
              <a:avLst/>
              <a:gdLst/>
              <a:ahLst/>
              <a:cxnLst/>
              <a:rect l="l" t="t" r="r" b="b"/>
              <a:pathLst>
                <a:path w="566419" h="7620">
                  <a:moveTo>
                    <a:pt x="162547" y="1270"/>
                  </a:moveTo>
                  <a:lnTo>
                    <a:pt x="161290" y="1270"/>
                  </a:lnTo>
                  <a:lnTo>
                    <a:pt x="161290" y="0"/>
                  </a:lnTo>
                  <a:lnTo>
                    <a:pt x="0" y="0"/>
                  </a:lnTo>
                  <a:lnTo>
                    <a:pt x="0" y="1270"/>
                  </a:lnTo>
                  <a:lnTo>
                    <a:pt x="1270" y="1270"/>
                  </a:lnTo>
                  <a:lnTo>
                    <a:pt x="1270" y="3810"/>
                  </a:lnTo>
                  <a:lnTo>
                    <a:pt x="162547" y="3810"/>
                  </a:lnTo>
                  <a:lnTo>
                    <a:pt x="162547" y="1270"/>
                  </a:lnTo>
                  <a:close/>
                </a:path>
                <a:path w="566419" h="7620">
                  <a:moveTo>
                    <a:pt x="166370" y="6350"/>
                  </a:moveTo>
                  <a:lnTo>
                    <a:pt x="165100" y="6350"/>
                  </a:lnTo>
                  <a:lnTo>
                    <a:pt x="165100" y="5080"/>
                  </a:lnTo>
                  <a:lnTo>
                    <a:pt x="163830" y="5080"/>
                  </a:lnTo>
                  <a:lnTo>
                    <a:pt x="163830" y="3822"/>
                  </a:lnTo>
                  <a:lnTo>
                    <a:pt x="1270" y="3822"/>
                  </a:lnTo>
                  <a:lnTo>
                    <a:pt x="1270" y="5080"/>
                  </a:lnTo>
                  <a:lnTo>
                    <a:pt x="2540" y="5080"/>
                  </a:lnTo>
                  <a:lnTo>
                    <a:pt x="2540" y="6350"/>
                  </a:lnTo>
                  <a:lnTo>
                    <a:pt x="2540" y="7620"/>
                  </a:lnTo>
                  <a:lnTo>
                    <a:pt x="166370" y="7620"/>
                  </a:lnTo>
                  <a:lnTo>
                    <a:pt x="166370" y="6350"/>
                  </a:lnTo>
                  <a:close/>
                </a:path>
                <a:path w="566419" h="7620">
                  <a:moveTo>
                    <a:pt x="566420" y="0"/>
                  </a:moveTo>
                  <a:lnTo>
                    <a:pt x="476250" y="0"/>
                  </a:lnTo>
                  <a:lnTo>
                    <a:pt x="476250" y="2540"/>
                  </a:lnTo>
                  <a:lnTo>
                    <a:pt x="477520" y="2540"/>
                  </a:lnTo>
                  <a:lnTo>
                    <a:pt x="477520" y="3810"/>
                  </a:lnTo>
                  <a:lnTo>
                    <a:pt x="478790" y="3810"/>
                  </a:lnTo>
                  <a:lnTo>
                    <a:pt x="478790" y="6350"/>
                  </a:lnTo>
                  <a:lnTo>
                    <a:pt x="480060" y="6350"/>
                  </a:lnTo>
                  <a:lnTo>
                    <a:pt x="480060" y="7620"/>
                  </a:lnTo>
                  <a:lnTo>
                    <a:pt x="566420" y="7620"/>
                  </a:lnTo>
                  <a:lnTo>
                    <a:pt x="566420" y="6350"/>
                  </a:lnTo>
                  <a:lnTo>
                    <a:pt x="566420" y="3810"/>
                  </a:lnTo>
                  <a:lnTo>
                    <a:pt x="566420" y="2540"/>
                  </a:lnTo>
                  <a:lnTo>
                    <a:pt x="566420" y="0"/>
                  </a:lnTo>
                  <a:close/>
                </a:path>
              </a:pathLst>
            </a:custGeom>
            <a:solidFill>
              <a:srgbClr val="423100"/>
            </a:solidFill>
          </p:spPr>
          <p:txBody>
            <a:bodyPr wrap="square" lIns="0" tIns="0" rIns="0" bIns="0" rtlCol="0"/>
            <a:lstStyle/>
            <a:p/>
          </p:txBody>
        </p:sp>
        <p:sp>
          <p:nvSpPr>
            <p:cNvPr id="1484" name="object 1484"/>
            <p:cNvSpPr/>
            <p:nvPr/>
          </p:nvSpPr>
          <p:spPr>
            <a:xfrm>
              <a:off x="1858010" y="4025899"/>
              <a:ext cx="563880" cy="7620"/>
            </a:xfrm>
            <a:custGeom>
              <a:avLst/>
              <a:gdLst/>
              <a:ahLst/>
              <a:cxnLst/>
              <a:rect l="l" t="t" r="r" b="b"/>
              <a:pathLst>
                <a:path w="563880" h="7620">
                  <a:moveTo>
                    <a:pt x="165100" y="1270"/>
                  </a:moveTo>
                  <a:lnTo>
                    <a:pt x="163830" y="1270"/>
                  </a:lnTo>
                  <a:lnTo>
                    <a:pt x="163830" y="0"/>
                  </a:lnTo>
                  <a:lnTo>
                    <a:pt x="0" y="0"/>
                  </a:lnTo>
                  <a:lnTo>
                    <a:pt x="0" y="1270"/>
                  </a:lnTo>
                  <a:lnTo>
                    <a:pt x="0" y="2540"/>
                  </a:lnTo>
                  <a:lnTo>
                    <a:pt x="165100" y="2540"/>
                  </a:lnTo>
                  <a:lnTo>
                    <a:pt x="165100" y="1270"/>
                  </a:lnTo>
                  <a:close/>
                </a:path>
                <a:path w="563880" h="7620">
                  <a:moveTo>
                    <a:pt x="168910" y="5080"/>
                  </a:moveTo>
                  <a:lnTo>
                    <a:pt x="167640" y="5080"/>
                  </a:lnTo>
                  <a:lnTo>
                    <a:pt x="167640" y="3810"/>
                  </a:lnTo>
                  <a:lnTo>
                    <a:pt x="166370" y="3810"/>
                  </a:lnTo>
                  <a:lnTo>
                    <a:pt x="166370" y="2552"/>
                  </a:lnTo>
                  <a:lnTo>
                    <a:pt x="0" y="2552"/>
                  </a:lnTo>
                  <a:lnTo>
                    <a:pt x="0" y="3810"/>
                  </a:lnTo>
                  <a:lnTo>
                    <a:pt x="1270" y="3810"/>
                  </a:lnTo>
                  <a:lnTo>
                    <a:pt x="1270" y="5080"/>
                  </a:lnTo>
                  <a:lnTo>
                    <a:pt x="1270" y="6350"/>
                  </a:lnTo>
                  <a:lnTo>
                    <a:pt x="2540" y="6350"/>
                  </a:lnTo>
                  <a:lnTo>
                    <a:pt x="2540" y="7620"/>
                  </a:lnTo>
                  <a:lnTo>
                    <a:pt x="168910" y="7620"/>
                  </a:lnTo>
                  <a:lnTo>
                    <a:pt x="168910" y="6350"/>
                  </a:lnTo>
                  <a:lnTo>
                    <a:pt x="168910" y="5080"/>
                  </a:lnTo>
                  <a:close/>
                </a:path>
                <a:path w="563880" h="7620">
                  <a:moveTo>
                    <a:pt x="563880" y="2540"/>
                  </a:moveTo>
                  <a:lnTo>
                    <a:pt x="562610" y="2540"/>
                  </a:lnTo>
                  <a:lnTo>
                    <a:pt x="562610" y="1270"/>
                  </a:lnTo>
                  <a:lnTo>
                    <a:pt x="562610" y="0"/>
                  </a:lnTo>
                  <a:lnTo>
                    <a:pt x="477520" y="0"/>
                  </a:lnTo>
                  <a:lnTo>
                    <a:pt x="477520" y="1270"/>
                  </a:lnTo>
                  <a:lnTo>
                    <a:pt x="478790" y="1270"/>
                  </a:lnTo>
                  <a:lnTo>
                    <a:pt x="478790" y="2540"/>
                  </a:lnTo>
                  <a:lnTo>
                    <a:pt x="478790" y="3810"/>
                  </a:lnTo>
                  <a:lnTo>
                    <a:pt x="480060" y="3810"/>
                  </a:lnTo>
                  <a:lnTo>
                    <a:pt x="480060" y="5080"/>
                  </a:lnTo>
                  <a:lnTo>
                    <a:pt x="481330" y="5080"/>
                  </a:lnTo>
                  <a:lnTo>
                    <a:pt x="481330" y="6350"/>
                  </a:lnTo>
                  <a:lnTo>
                    <a:pt x="482600" y="6350"/>
                  </a:lnTo>
                  <a:lnTo>
                    <a:pt x="482600" y="7620"/>
                  </a:lnTo>
                  <a:lnTo>
                    <a:pt x="563880" y="7620"/>
                  </a:lnTo>
                  <a:lnTo>
                    <a:pt x="563880" y="6350"/>
                  </a:lnTo>
                  <a:lnTo>
                    <a:pt x="563880" y="5080"/>
                  </a:lnTo>
                  <a:lnTo>
                    <a:pt x="563880" y="3810"/>
                  </a:lnTo>
                  <a:lnTo>
                    <a:pt x="563880" y="2540"/>
                  </a:lnTo>
                  <a:close/>
                </a:path>
              </a:pathLst>
            </a:custGeom>
            <a:solidFill>
              <a:srgbClr val="443300"/>
            </a:solidFill>
          </p:spPr>
          <p:txBody>
            <a:bodyPr wrap="square" lIns="0" tIns="0" rIns="0" bIns="0" rtlCol="0"/>
            <a:lstStyle/>
            <a:p/>
          </p:txBody>
        </p:sp>
        <p:sp>
          <p:nvSpPr>
            <p:cNvPr id="1485" name="object 1485"/>
            <p:cNvSpPr/>
            <p:nvPr/>
          </p:nvSpPr>
          <p:spPr>
            <a:xfrm>
              <a:off x="1860550" y="4033519"/>
              <a:ext cx="561340" cy="6350"/>
            </a:xfrm>
            <a:custGeom>
              <a:avLst/>
              <a:gdLst/>
              <a:ahLst/>
              <a:cxnLst/>
              <a:rect l="l" t="t" r="r" b="b"/>
              <a:pathLst>
                <a:path w="561339" h="6350">
                  <a:moveTo>
                    <a:pt x="172720" y="5080"/>
                  </a:moveTo>
                  <a:lnTo>
                    <a:pt x="171450" y="5080"/>
                  </a:lnTo>
                  <a:lnTo>
                    <a:pt x="171450" y="3810"/>
                  </a:lnTo>
                  <a:lnTo>
                    <a:pt x="170180" y="3810"/>
                  </a:lnTo>
                  <a:lnTo>
                    <a:pt x="170180" y="2540"/>
                  </a:lnTo>
                  <a:lnTo>
                    <a:pt x="168897" y="2540"/>
                  </a:lnTo>
                  <a:lnTo>
                    <a:pt x="168897" y="1270"/>
                  </a:lnTo>
                  <a:lnTo>
                    <a:pt x="167640" y="1270"/>
                  </a:lnTo>
                  <a:lnTo>
                    <a:pt x="167640" y="0"/>
                  </a:lnTo>
                  <a:lnTo>
                    <a:pt x="0" y="0"/>
                  </a:lnTo>
                  <a:lnTo>
                    <a:pt x="0" y="1270"/>
                  </a:lnTo>
                  <a:lnTo>
                    <a:pt x="1270" y="1270"/>
                  </a:lnTo>
                  <a:lnTo>
                    <a:pt x="1270" y="2540"/>
                  </a:lnTo>
                  <a:lnTo>
                    <a:pt x="1270" y="3810"/>
                  </a:lnTo>
                  <a:lnTo>
                    <a:pt x="1270" y="5080"/>
                  </a:lnTo>
                  <a:lnTo>
                    <a:pt x="2540" y="5080"/>
                  </a:lnTo>
                  <a:lnTo>
                    <a:pt x="2540" y="6350"/>
                  </a:lnTo>
                  <a:lnTo>
                    <a:pt x="172720" y="6350"/>
                  </a:lnTo>
                  <a:lnTo>
                    <a:pt x="172720" y="5080"/>
                  </a:lnTo>
                  <a:close/>
                </a:path>
                <a:path w="561339" h="6350">
                  <a:moveTo>
                    <a:pt x="561340" y="0"/>
                  </a:moveTo>
                  <a:lnTo>
                    <a:pt x="480060" y="0"/>
                  </a:lnTo>
                  <a:lnTo>
                    <a:pt x="480060" y="1270"/>
                  </a:lnTo>
                  <a:lnTo>
                    <a:pt x="481330" y="1270"/>
                  </a:lnTo>
                  <a:lnTo>
                    <a:pt x="481330" y="2540"/>
                  </a:lnTo>
                  <a:lnTo>
                    <a:pt x="482600" y="2540"/>
                  </a:lnTo>
                  <a:lnTo>
                    <a:pt x="482600" y="5080"/>
                  </a:lnTo>
                  <a:lnTo>
                    <a:pt x="483870" y="5080"/>
                  </a:lnTo>
                  <a:lnTo>
                    <a:pt x="483870" y="6350"/>
                  </a:lnTo>
                  <a:lnTo>
                    <a:pt x="561340" y="6350"/>
                  </a:lnTo>
                  <a:lnTo>
                    <a:pt x="561340" y="5080"/>
                  </a:lnTo>
                  <a:lnTo>
                    <a:pt x="561340" y="2540"/>
                  </a:lnTo>
                  <a:lnTo>
                    <a:pt x="561340" y="1270"/>
                  </a:lnTo>
                  <a:lnTo>
                    <a:pt x="561340" y="0"/>
                  </a:lnTo>
                  <a:close/>
                </a:path>
              </a:pathLst>
            </a:custGeom>
            <a:solidFill>
              <a:srgbClr val="463400"/>
            </a:solidFill>
          </p:spPr>
          <p:txBody>
            <a:bodyPr wrap="square" lIns="0" tIns="0" rIns="0" bIns="0" rtlCol="0"/>
            <a:lstStyle/>
            <a:p/>
          </p:txBody>
        </p:sp>
        <p:sp>
          <p:nvSpPr>
            <p:cNvPr id="1486" name="object 1486"/>
            <p:cNvSpPr/>
            <p:nvPr/>
          </p:nvSpPr>
          <p:spPr>
            <a:xfrm>
              <a:off x="1863090" y="4039869"/>
              <a:ext cx="558800" cy="7620"/>
            </a:xfrm>
            <a:custGeom>
              <a:avLst/>
              <a:gdLst/>
              <a:ahLst/>
              <a:cxnLst/>
              <a:rect l="l" t="t" r="r" b="b"/>
              <a:pathLst>
                <a:path w="558800" h="7620">
                  <a:moveTo>
                    <a:pt x="171450" y="0"/>
                  </a:moveTo>
                  <a:lnTo>
                    <a:pt x="0" y="0"/>
                  </a:lnTo>
                  <a:lnTo>
                    <a:pt x="0" y="1270"/>
                  </a:lnTo>
                  <a:lnTo>
                    <a:pt x="171450" y="1270"/>
                  </a:lnTo>
                  <a:lnTo>
                    <a:pt x="171450" y="0"/>
                  </a:lnTo>
                  <a:close/>
                </a:path>
                <a:path w="558800" h="7620">
                  <a:moveTo>
                    <a:pt x="176530" y="6350"/>
                  </a:moveTo>
                  <a:lnTo>
                    <a:pt x="175260" y="6350"/>
                  </a:lnTo>
                  <a:lnTo>
                    <a:pt x="175260" y="5080"/>
                  </a:lnTo>
                  <a:lnTo>
                    <a:pt x="173990" y="5080"/>
                  </a:lnTo>
                  <a:lnTo>
                    <a:pt x="173990" y="2540"/>
                  </a:lnTo>
                  <a:lnTo>
                    <a:pt x="172707" y="2540"/>
                  </a:lnTo>
                  <a:lnTo>
                    <a:pt x="172707" y="1282"/>
                  </a:lnTo>
                  <a:lnTo>
                    <a:pt x="0" y="1282"/>
                  </a:lnTo>
                  <a:lnTo>
                    <a:pt x="0" y="2540"/>
                  </a:lnTo>
                  <a:lnTo>
                    <a:pt x="1270" y="2540"/>
                  </a:lnTo>
                  <a:lnTo>
                    <a:pt x="1270" y="5080"/>
                  </a:lnTo>
                  <a:lnTo>
                    <a:pt x="1270" y="6350"/>
                  </a:lnTo>
                  <a:lnTo>
                    <a:pt x="2540" y="6350"/>
                  </a:lnTo>
                  <a:lnTo>
                    <a:pt x="2540" y="7620"/>
                  </a:lnTo>
                  <a:lnTo>
                    <a:pt x="176530" y="7620"/>
                  </a:lnTo>
                  <a:lnTo>
                    <a:pt x="176530" y="6350"/>
                  </a:lnTo>
                  <a:close/>
                </a:path>
                <a:path w="558800" h="7620">
                  <a:moveTo>
                    <a:pt x="558800" y="0"/>
                  </a:moveTo>
                  <a:lnTo>
                    <a:pt x="481330" y="0"/>
                  </a:lnTo>
                  <a:lnTo>
                    <a:pt x="481330" y="1270"/>
                  </a:lnTo>
                  <a:lnTo>
                    <a:pt x="482600" y="1270"/>
                  </a:lnTo>
                  <a:lnTo>
                    <a:pt x="482600" y="2540"/>
                  </a:lnTo>
                  <a:lnTo>
                    <a:pt x="483870" y="2540"/>
                  </a:lnTo>
                  <a:lnTo>
                    <a:pt x="483870" y="5080"/>
                  </a:lnTo>
                  <a:lnTo>
                    <a:pt x="485140" y="5080"/>
                  </a:lnTo>
                  <a:lnTo>
                    <a:pt x="485140" y="7620"/>
                  </a:lnTo>
                  <a:lnTo>
                    <a:pt x="558800" y="7620"/>
                  </a:lnTo>
                  <a:lnTo>
                    <a:pt x="558800" y="5080"/>
                  </a:lnTo>
                  <a:lnTo>
                    <a:pt x="558800" y="2540"/>
                  </a:lnTo>
                  <a:lnTo>
                    <a:pt x="558800" y="1270"/>
                  </a:lnTo>
                  <a:lnTo>
                    <a:pt x="558800" y="0"/>
                  </a:lnTo>
                  <a:close/>
                </a:path>
              </a:pathLst>
            </a:custGeom>
            <a:solidFill>
              <a:srgbClr val="483500"/>
            </a:solidFill>
          </p:spPr>
          <p:txBody>
            <a:bodyPr wrap="square" lIns="0" tIns="0" rIns="0" bIns="0" rtlCol="0"/>
            <a:lstStyle/>
            <a:p/>
          </p:txBody>
        </p:sp>
        <p:sp>
          <p:nvSpPr>
            <p:cNvPr id="1487" name="object 1487"/>
            <p:cNvSpPr/>
            <p:nvPr/>
          </p:nvSpPr>
          <p:spPr>
            <a:xfrm>
              <a:off x="1865630" y="4047489"/>
              <a:ext cx="556260" cy="7620"/>
            </a:xfrm>
            <a:custGeom>
              <a:avLst/>
              <a:gdLst/>
              <a:ahLst/>
              <a:cxnLst/>
              <a:rect l="l" t="t" r="r" b="b"/>
              <a:pathLst>
                <a:path w="556260" h="7620">
                  <a:moveTo>
                    <a:pt x="180340" y="5080"/>
                  </a:moveTo>
                  <a:lnTo>
                    <a:pt x="179070" y="5080"/>
                  </a:lnTo>
                  <a:lnTo>
                    <a:pt x="179070" y="3810"/>
                  </a:lnTo>
                  <a:lnTo>
                    <a:pt x="177800" y="3810"/>
                  </a:lnTo>
                  <a:lnTo>
                    <a:pt x="177800" y="2540"/>
                  </a:lnTo>
                  <a:lnTo>
                    <a:pt x="176530" y="2540"/>
                  </a:lnTo>
                  <a:lnTo>
                    <a:pt x="176530" y="1270"/>
                  </a:lnTo>
                  <a:lnTo>
                    <a:pt x="175260" y="1270"/>
                  </a:lnTo>
                  <a:lnTo>
                    <a:pt x="175260" y="12"/>
                  </a:lnTo>
                  <a:lnTo>
                    <a:pt x="0" y="12"/>
                  </a:lnTo>
                  <a:lnTo>
                    <a:pt x="0" y="1270"/>
                  </a:lnTo>
                  <a:lnTo>
                    <a:pt x="1270" y="1270"/>
                  </a:lnTo>
                  <a:lnTo>
                    <a:pt x="1270" y="2540"/>
                  </a:lnTo>
                  <a:lnTo>
                    <a:pt x="1270" y="3810"/>
                  </a:lnTo>
                  <a:lnTo>
                    <a:pt x="1270" y="5080"/>
                  </a:lnTo>
                  <a:lnTo>
                    <a:pt x="2540" y="5080"/>
                  </a:lnTo>
                  <a:lnTo>
                    <a:pt x="2540" y="6350"/>
                  </a:lnTo>
                  <a:lnTo>
                    <a:pt x="180340" y="6350"/>
                  </a:lnTo>
                  <a:lnTo>
                    <a:pt x="180340" y="5080"/>
                  </a:lnTo>
                  <a:close/>
                </a:path>
                <a:path w="556260" h="7620">
                  <a:moveTo>
                    <a:pt x="181610" y="6362"/>
                  </a:moveTo>
                  <a:lnTo>
                    <a:pt x="2540" y="6362"/>
                  </a:lnTo>
                  <a:lnTo>
                    <a:pt x="2540" y="7620"/>
                  </a:lnTo>
                  <a:lnTo>
                    <a:pt x="181610" y="7620"/>
                  </a:lnTo>
                  <a:lnTo>
                    <a:pt x="181610" y="6362"/>
                  </a:lnTo>
                  <a:close/>
                </a:path>
                <a:path w="556260" h="7620">
                  <a:moveTo>
                    <a:pt x="556260" y="6362"/>
                  </a:moveTo>
                  <a:lnTo>
                    <a:pt x="487680" y="6362"/>
                  </a:lnTo>
                  <a:lnTo>
                    <a:pt x="487680" y="7620"/>
                  </a:lnTo>
                  <a:lnTo>
                    <a:pt x="556260" y="7620"/>
                  </a:lnTo>
                  <a:lnTo>
                    <a:pt x="556260" y="6362"/>
                  </a:lnTo>
                  <a:close/>
                </a:path>
                <a:path w="556260" h="7620">
                  <a:moveTo>
                    <a:pt x="556260" y="0"/>
                  </a:moveTo>
                  <a:lnTo>
                    <a:pt x="483870" y="0"/>
                  </a:lnTo>
                  <a:lnTo>
                    <a:pt x="483870" y="1270"/>
                  </a:lnTo>
                  <a:lnTo>
                    <a:pt x="485140" y="1270"/>
                  </a:lnTo>
                  <a:lnTo>
                    <a:pt x="485140" y="3810"/>
                  </a:lnTo>
                  <a:lnTo>
                    <a:pt x="486410" y="3810"/>
                  </a:lnTo>
                  <a:lnTo>
                    <a:pt x="486410" y="5080"/>
                  </a:lnTo>
                  <a:lnTo>
                    <a:pt x="487680" y="5080"/>
                  </a:lnTo>
                  <a:lnTo>
                    <a:pt x="487680" y="6350"/>
                  </a:lnTo>
                  <a:lnTo>
                    <a:pt x="556260" y="6350"/>
                  </a:lnTo>
                  <a:lnTo>
                    <a:pt x="556260" y="5080"/>
                  </a:lnTo>
                  <a:lnTo>
                    <a:pt x="556260" y="3810"/>
                  </a:lnTo>
                  <a:lnTo>
                    <a:pt x="556260" y="1270"/>
                  </a:lnTo>
                  <a:lnTo>
                    <a:pt x="556260" y="0"/>
                  </a:lnTo>
                  <a:close/>
                </a:path>
              </a:pathLst>
            </a:custGeom>
            <a:solidFill>
              <a:srgbClr val="4A3700"/>
            </a:solidFill>
          </p:spPr>
          <p:txBody>
            <a:bodyPr wrap="square" lIns="0" tIns="0" rIns="0" bIns="0" rtlCol="0"/>
            <a:lstStyle/>
            <a:p/>
          </p:txBody>
        </p:sp>
        <p:sp>
          <p:nvSpPr>
            <p:cNvPr id="1488" name="object 1488"/>
            <p:cNvSpPr/>
            <p:nvPr/>
          </p:nvSpPr>
          <p:spPr>
            <a:xfrm>
              <a:off x="1868170" y="4055109"/>
              <a:ext cx="553720" cy="6350"/>
            </a:xfrm>
            <a:custGeom>
              <a:avLst/>
              <a:gdLst/>
              <a:ahLst/>
              <a:cxnLst/>
              <a:rect l="l" t="t" r="r" b="b"/>
              <a:pathLst>
                <a:path w="553719" h="6350">
                  <a:moveTo>
                    <a:pt x="185420" y="3810"/>
                  </a:moveTo>
                  <a:lnTo>
                    <a:pt x="184150" y="3810"/>
                  </a:lnTo>
                  <a:lnTo>
                    <a:pt x="184150" y="2540"/>
                  </a:lnTo>
                  <a:lnTo>
                    <a:pt x="182880" y="2540"/>
                  </a:lnTo>
                  <a:lnTo>
                    <a:pt x="182880" y="1270"/>
                  </a:lnTo>
                  <a:lnTo>
                    <a:pt x="181610" y="1270"/>
                  </a:lnTo>
                  <a:lnTo>
                    <a:pt x="181610" y="0"/>
                  </a:lnTo>
                  <a:lnTo>
                    <a:pt x="0" y="0"/>
                  </a:lnTo>
                  <a:lnTo>
                    <a:pt x="0" y="1270"/>
                  </a:lnTo>
                  <a:lnTo>
                    <a:pt x="1270" y="1270"/>
                  </a:lnTo>
                  <a:lnTo>
                    <a:pt x="1270" y="2540"/>
                  </a:lnTo>
                  <a:lnTo>
                    <a:pt x="1270" y="3810"/>
                  </a:lnTo>
                  <a:lnTo>
                    <a:pt x="2540" y="3810"/>
                  </a:lnTo>
                  <a:lnTo>
                    <a:pt x="2540" y="5080"/>
                  </a:lnTo>
                  <a:lnTo>
                    <a:pt x="185420" y="5080"/>
                  </a:lnTo>
                  <a:lnTo>
                    <a:pt x="185420" y="3810"/>
                  </a:lnTo>
                  <a:close/>
                </a:path>
                <a:path w="553719" h="6350">
                  <a:moveTo>
                    <a:pt x="186690" y="5092"/>
                  </a:moveTo>
                  <a:lnTo>
                    <a:pt x="2540" y="5092"/>
                  </a:lnTo>
                  <a:lnTo>
                    <a:pt x="2540" y="6350"/>
                  </a:lnTo>
                  <a:lnTo>
                    <a:pt x="186690" y="6350"/>
                  </a:lnTo>
                  <a:lnTo>
                    <a:pt x="186690" y="5092"/>
                  </a:lnTo>
                  <a:close/>
                </a:path>
                <a:path w="553719" h="6350">
                  <a:moveTo>
                    <a:pt x="553720" y="5092"/>
                  </a:moveTo>
                  <a:lnTo>
                    <a:pt x="488950" y="5092"/>
                  </a:lnTo>
                  <a:lnTo>
                    <a:pt x="488950" y="6350"/>
                  </a:lnTo>
                  <a:lnTo>
                    <a:pt x="553720" y="6350"/>
                  </a:lnTo>
                  <a:lnTo>
                    <a:pt x="553720" y="5092"/>
                  </a:lnTo>
                  <a:close/>
                </a:path>
                <a:path w="553719" h="6350">
                  <a:moveTo>
                    <a:pt x="553720" y="0"/>
                  </a:moveTo>
                  <a:lnTo>
                    <a:pt x="486410" y="0"/>
                  </a:lnTo>
                  <a:lnTo>
                    <a:pt x="486410" y="2540"/>
                  </a:lnTo>
                  <a:lnTo>
                    <a:pt x="487680" y="2540"/>
                  </a:lnTo>
                  <a:lnTo>
                    <a:pt x="487680" y="5080"/>
                  </a:lnTo>
                  <a:lnTo>
                    <a:pt x="553720" y="5080"/>
                  </a:lnTo>
                  <a:lnTo>
                    <a:pt x="553720" y="2540"/>
                  </a:lnTo>
                  <a:lnTo>
                    <a:pt x="553720" y="0"/>
                  </a:lnTo>
                  <a:close/>
                </a:path>
              </a:pathLst>
            </a:custGeom>
            <a:solidFill>
              <a:srgbClr val="4C3800"/>
            </a:solidFill>
          </p:spPr>
          <p:txBody>
            <a:bodyPr wrap="square" lIns="0" tIns="0" rIns="0" bIns="0" rtlCol="0"/>
            <a:lstStyle/>
            <a:p/>
          </p:txBody>
        </p:sp>
        <p:sp>
          <p:nvSpPr>
            <p:cNvPr id="1489" name="object 1489"/>
            <p:cNvSpPr/>
            <p:nvPr/>
          </p:nvSpPr>
          <p:spPr>
            <a:xfrm>
              <a:off x="1871980" y="4061459"/>
              <a:ext cx="549910" cy="7620"/>
            </a:xfrm>
            <a:custGeom>
              <a:avLst/>
              <a:gdLst/>
              <a:ahLst/>
              <a:cxnLst/>
              <a:rect l="l" t="t" r="r" b="b"/>
              <a:pathLst>
                <a:path w="549910" h="7620">
                  <a:moveTo>
                    <a:pt x="190500" y="6350"/>
                  </a:moveTo>
                  <a:lnTo>
                    <a:pt x="189217" y="6350"/>
                  </a:lnTo>
                  <a:lnTo>
                    <a:pt x="189217" y="5080"/>
                  </a:lnTo>
                  <a:lnTo>
                    <a:pt x="187960" y="5080"/>
                  </a:lnTo>
                  <a:lnTo>
                    <a:pt x="187960" y="3810"/>
                  </a:lnTo>
                  <a:lnTo>
                    <a:pt x="186690" y="3810"/>
                  </a:lnTo>
                  <a:lnTo>
                    <a:pt x="186690" y="2540"/>
                  </a:lnTo>
                  <a:lnTo>
                    <a:pt x="185420" y="2540"/>
                  </a:lnTo>
                  <a:lnTo>
                    <a:pt x="185420" y="1270"/>
                  </a:lnTo>
                  <a:lnTo>
                    <a:pt x="184150" y="1270"/>
                  </a:lnTo>
                  <a:lnTo>
                    <a:pt x="184150" y="0"/>
                  </a:lnTo>
                  <a:lnTo>
                    <a:pt x="0" y="0"/>
                  </a:lnTo>
                  <a:lnTo>
                    <a:pt x="0" y="1270"/>
                  </a:lnTo>
                  <a:lnTo>
                    <a:pt x="0" y="2540"/>
                  </a:lnTo>
                  <a:lnTo>
                    <a:pt x="1270" y="2540"/>
                  </a:lnTo>
                  <a:lnTo>
                    <a:pt x="1270" y="3810"/>
                  </a:lnTo>
                  <a:lnTo>
                    <a:pt x="1270" y="5080"/>
                  </a:lnTo>
                  <a:lnTo>
                    <a:pt x="2540" y="5080"/>
                  </a:lnTo>
                  <a:lnTo>
                    <a:pt x="2540" y="6350"/>
                  </a:lnTo>
                  <a:lnTo>
                    <a:pt x="2540" y="7620"/>
                  </a:lnTo>
                  <a:lnTo>
                    <a:pt x="190500" y="7620"/>
                  </a:lnTo>
                  <a:lnTo>
                    <a:pt x="190500" y="6350"/>
                  </a:lnTo>
                  <a:close/>
                </a:path>
                <a:path w="549910" h="7620">
                  <a:moveTo>
                    <a:pt x="549910" y="0"/>
                  </a:moveTo>
                  <a:lnTo>
                    <a:pt x="485140" y="0"/>
                  </a:lnTo>
                  <a:lnTo>
                    <a:pt x="485140" y="1270"/>
                  </a:lnTo>
                  <a:lnTo>
                    <a:pt x="486410" y="1270"/>
                  </a:lnTo>
                  <a:lnTo>
                    <a:pt x="486410" y="3810"/>
                  </a:lnTo>
                  <a:lnTo>
                    <a:pt x="487680" y="3810"/>
                  </a:lnTo>
                  <a:lnTo>
                    <a:pt x="487680" y="5080"/>
                  </a:lnTo>
                  <a:lnTo>
                    <a:pt x="487680" y="6350"/>
                  </a:lnTo>
                  <a:lnTo>
                    <a:pt x="488950" y="6350"/>
                  </a:lnTo>
                  <a:lnTo>
                    <a:pt x="488950" y="7620"/>
                  </a:lnTo>
                  <a:lnTo>
                    <a:pt x="549910" y="7620"/>
                  </a:lnTo>
                  <a:lnTo>
                    <a:pt x="549910" y="6350"/>
                  </a:lnTo>
                  <a:lnTo>
                    <a:pt x="549910" y="5080"/>
                  </a:lnTo>
                  <a:lnTo>
                    <a:pt x="549910" y="3810"/>
                  </a:lnTo>
                  <a:lnTo>
                    <a:pt x="549910" y="1270"/>
                  </a:lnTo>
                  <a:lnTo>
                    <a:pt x="549910" y="0"/>
                  </a:lnTo>
                  <a:close/>
                </a:path>
              </a:pathLst>
            </a:custGeom>
            <a:solidFill>
              <a:srgbClr val="4E3A00"/>
            </a:solidFill>
          </p:spPr>
          <p:txBody>
            <a:bodyPr wrap="square" lIns="0" tIns="0" rIns="0" bIns="0" rtlCol="0"/>
            <a:lstStyle/>
            <a:p/>
          </p:txBody>
        </p:sp>
        <p:sp>
          <p:nvSpPr>
            <p:cNvPr id="1490" name="object 1490"/>
            <p:cNvSpPr/>
            <p:nvPr/>
          </p:nvSpPr>
          <p:spPr>
            <a:xfrm>
              <a:off x="1875790" y="4069079"/>
              <a:ext cx="546100" cy="7620"/>
            </a:xfrm>
            <a:custGeom>
              <a:avLst/>
              <a:gdLst/>
              <a:ahLst/>
              <a:cxnLst/>
              <a:rect l="l" t="t" r="r" b="b"/>
              <a:pathLst>
                <a:path w="546100" h="7620">
                  <a:moveTo>
                    <a:pt x="191770" y="2540"/>
                  </a:moveTo>
                  <a:lnTo>
                    <a:pt x="190500" y="2540"/>
                  </a:lnTo>
                  <a:lnTo>
                    <a:pt x="190500" y="1270"/>
                  </a:lnTo>
                  <a:lnTo>
                    <a:pt x="187960" y="1270"/>
                  </a:lnTo>
                  <a:lnTo>
                    <a:pt x="187960" y="0"/>
                  </a:lnTo>
                  <a:lnTo>
                    <a:pt x="0" y="0"/>
                  </a:lnTo>
                  <a:lnTo>
                    <a:pt x="0" y="1270"/>
                  </a:lnTo>
                  <a:lnTo>
                    <a:pt x="0" y="2540"/>
                  </a:lnTo>
                  <a:lnTo>
                    <a:pt x="1270" y="2540"/>
                  </a:lnTo>
                  <a:lnTo>
                    <a:pt x="1270" y="3810"/>
                  </a:lnTo>
                  <a:lnTo>
                    <a:pt x="191770" y="3810"/>
                  </a:lnTo>
                  <a:lnTo>
                    <a:pt x="191770" y="2540"/>
                  </a:lnTo>
                  <a:close/>
                </a:path>
                <a:path w="546100" h="7620">
                  <a:moveTo>
                    <a:pt x="195580" y="6350"/>
                  </a:moveTo>
                  <a:lnTo>
                    <a:pt x="194310" y="6350"/>
                  </a:lnTo>
                  <a:lnTo>
                    <a:pt x="194310" y="5080"/>
                  </a:lnTo>
                  <a:lnTo>
                    <a:pt x="193040" y="5080"/>
                  </a:lnTo>
                  <a:lnTo>
                    <a:pt x="193040" y="3822"/>
                  </a:lnTo>
                  <a:lnTo>
                    <a:pt x="1270" y="3822"/>
                  </a:lnTo>
                  <a:lnTo>
                    <a:pt x="1270" y="5080"/>
                  </a:lnTo>
                  <a:lnTo>
                    <a:pt x="2540" y="5080"/>
                  </a:lnTo>
                  <a:lnTo>
                    <a:pt x="2540" y="6350"/>
                  </a:lnTo>
                  <a:lnTo>
                    <a:pt x="2540" y="7620"/>
                  </a:lnTo>
                  <a:lnTo>
                    <a:pt x="195580" y="7620"/>
                  </a:lnTo>
                  <a:lnTo>
                    <a:pt x="195580" y="6350"/>
                  </a:lnTo>
                  <a:close/>
                </a:path>
                <a:path w="546100" h="7620">
                  <a:moveTo>
                    <a:pt x="546100" y="0"/>
                  </a:moveTo>
                  <a:lnTo>
                    <a:pt x="485140" y="0"/>
                  </a:lnTo>
                  <a:lnTo>
                    <a:pt x="485140" y="1270"/>
                  </a:lnTo>
                  <a:lnTo>
                    <a:pt x="486410" y="1270"/>
                  </a:lnTo>
                  <a:lnTo>
                    <a:pt x="486410" y="3810"/>
                  </a:lnTo>
                  <a:lnTo>
                    <a:pt x="487680" y="3810"/>
                  </a:lnTo>
                  <a:lnTo>
                    <a:pt x="487680" y="6350"/>
                  </a:lnTo>
                  <a:lnTo>
                    <a:pt x="488950" y="6350"/>
                  </a:lnTo>
                  <a:lnTo>
                    <a:pt x="488950" y="7620"/>
                  </a:lnTo>
                  <a:lnTo>
                    <a:pt x="546100" y="7620"/>
                  </a:lnTo>
                  <a:lnTo>
                    <a:pt x="546100" y="6350"/>
                  </a:lnTo>
                  <a:lnTo>
                    <a:pt x="546100" y="3810"/>
                  </a:lnTo>
                  <a:lnTo>
                    <a:pt x="546100" y="1270"/>
                  </a:lnTo>
                  <a:lnTo>
                    <a:pt x="546100" y="0"/>
                  </a:lnTo>
                  <a:close/>
                </a:path>
              </a:pathLst>
            </a:custGeom>
            <a:solidFill>
              <a:srgbClr val="503B00"/>
            </a:solidFill>
          </p:spPr>
          <p:txBody>
            <a:bodyPr wrap="square" lIns="0" tIns="0" rIns="0" bIns="0" rtlCol="0"/>
            <a:lstStyle/>
            <a:p/>
          </p:txBody>
        </p:sp>
        <p:sp>
          <p:nvSpPr>
            <p:cNvPr id="1491" name="object 1491"/>
            <p:cNvSpPr/>
            <p:nvPr/>
          </p:nvSpPr>
          <p:spPr>
            <a:xfrm>
              <a:off x="1879600" y="4076699"/>
              <a:ext cx="542290" cy="7620"/>
            </a:xfrm>
            <a:custGeom>
              <a:avLst/>
              <a:gdLst/>
              <a:ahLst/>
              <a:cxnLst/>
              <a:rect l="l" t="t" r="r" b="b"/>
              <a:pathLst>
                <a:path w="542289" h="7620">
                  <a:moveTo>
                    <a:pt x="199390" y="6350"/>
                  </a:moveTo>
                  <a:lnTo>
                    <a:pt x="198120" y="6350"/>
                  </a:lnTo>
                  <a:lnTo>
                    <a:pt x="198120" y="5080"/>
                  </a:lnTo>
                  <a:lnTo>
                    <a:pt x="196850" y="5080"/>
                  </a:lnTo>
                  <a:lnTo>
                    <a:pt x="196850" y="3810"/>
                  </a:lnTo>
                  <a:lnTo>
                    <a:pt x="195580" y="3810"/>
                  </a:lnTo>
                  <a:lnTo>
                    <a:pt x="195580" y="2540"/>
                  </a:lnTo>
                  <a:lnTo>
                    <a:pt x="194310" y="2540"/>
                  </a:lnTo>
                  <a:lnTo>
                    <a:pt x="194310" y="1270"/>
                  </a:lnTo>
                  <a:lnTo>
                    <a:pt x="193040" y="1270"/>
                  </a:lnTo>
                  <a:lnTo>
                    <a:pt x="193040" y="0"/>
                  </a:lnTo>
                  <a:lnTo>
                    <a:pt x="0" y="0"/>
                  </a:lnTo>
                  <a:lnTo>
                    <a:pt x="0" y="1270"/>
                  </a:lnTo>
                  <a:lnTo>
                    <a:pt x="0" y="2540"/>
                  </a:lnTo>
                  <a:lnTo>
                    <a:pt x="1270" y="2540"/>
                  </a:lnTo>
                  <a:lnTo>
                    <a:pt x="1270" y="3810"/>
                  </a:lnTo>
                  <a:lnTo>
                    <a:pt x="1270" y="5080"/>
                  </a:lnTo>
                  <a:lnTo>
                    <a:pt x="1270" y="6350"/>
                  </a:lnTo>
                  <a:lnTo>
                    <a:pt x="2540" y="6350"/>
                  </a:lnTo>
                  <a:lnTo>
                    <a:pt x="2540" y="7620"/>
                  </a:lnTo>
                  <a:lnTo>
                    <a:pt x="199390" y="7620"/>
                  </a:lnTo>
                  <a:lnTo>
                    <a:pt x="199390" y="6350"/>
                  </a:lnTo>
                  <a:close/>
                </a:path>
                <a:path w="542289" h="7620">
                  <a:moveTo>
                    <a:pt x="542290" y="0"/>
                  </a:moveTo>
                  <a:lnTo>
                    <a:pt x="485140" y="0"/>
                  </a:lnTo>
                  <a:lnTo>
                    <a:pt x="485140" y="1270"/>
                  </a:lnTo>
                  <a:lnTo>
                    <a:pt x="486410" y="1270"/>
                  </a:lnTo>
                  <a:lnTo>
                    <a:pt x="486410" y="2540"/>
                  </a:lnTo>
                  <a:lnTo>
                    <a:pt x="486410" y="3810"/>
                  </a:lnTo>
                  <a:lnTo>
                    <a:pt x="487680" y="3810"/>
                  </a:lnTo>
                  <a:lnTo>
                    <a:pt x="487680" y="7620"/>
                  </a:lnTo>
                  <a:lnTo>
                    <a:pt x="542290" y="7620"/>
                  </a:lnTo>
                  <a:lnTo>
                    <a:pt x="542290" y="3810"/>
                  </a:lnTo>
                  <a:lnTo>
                    <a:pt x="542290" y="2540"/>
                  </a:lnTo>
                  <a:lnTo>
                    <a:pt x="542290" y="1270"/>
                  </a:lnTo>
                  <a:lnTo>
                    <a:pt x="542290" y="0"/>
                  </a:lnTo>
                  <a:close/>
                </a:path>
              </a:pathLst>
            </a:custGeom>
            <a:solidFill>
              <a:srgbClr val="523D00"/>
            </a:solidFill>
          </p:spPr>
          <p:txBody>
            <a:bodyPr wrap="square" lIns="0" tIns="0" rIns="0" bIns="0" rtlCol="0"/>
            <a:lstStyle/>
            <a:p/>
          </p:txBody>
        </p:sp>
        <p:sp>
          <p:nvSpPr>
            <p:cNvPr id="1492" name="object 1492"/>
            <p:cNvSpPr/>
            <p:nvPr/>
          </p:nvSpPr>
          <p:spPr>
            <a:xfrm>
              <a:off x="1882140" y="4084319"/>
              <a:ext cx="539750" cy="6350"/>
            </a:xfrm>
            <a:custGeom>
              <a:avLst/>
              <a:gdLst/>
              <a:ahLst/>
              <a:cxnLst/>
              <a:rect l="l" t="t" r="r" b="b"/>
              <a:pathLst>
                <a:path w="539750" h="6350">
                  <a:moveTo>
                    <a:pt x="204470" y="5080"/>
                  </a:moveTo>
                  <a:lnTo>
                    <a:pt x="203200" y="5080"/>
                  </a:lnTo>
                  <a:lnTo>
                    <a:pt x="203200" y="3810"/>
                  </a:lnTo>
                  <a:lnTo>
                    <a:pt x="201930" y="3810"/>
                  </a:lnTo>
                  <a:lnTo>
                    <a:pt x="201930" y="2540"/>
                  </a:lnTo>
                  <a:lnTo>
                    <a:pt x="200660" y="2540"/>
                  </a:lnTo>
                  <a:lnTo>
                    <a:pt x="200660" y="1270"/>
                  </a:lnTo>
                  <a:lnTo>
                    <a:pt x="199377" y="1270"/>
                  </a:lnTo>
                  <a:lnTo>
                    <a:pt x="199377" y="0"/>
                  </a:lnTo>
                  <a:lnTo>
                    <a:pt x="0" y="0"/>
                  </a:lnTo>
                  <a:lnTo>
                    <a:pt x="0" y="1270"/>
                  </a:lnTo>
                  <a:lnTo>
                    <a:pt x="1270" y="1270"/>
                  </a:lnTo>
                  <a:lnTo>
                    <a:pt x="1270" y="2540"/>
                  </a:lnTo>
                  <a:lnTo>
                    <a:pt x="1270" y="3810"/>
                  </a:lnTo>
                  <a:lnTo>
                    <a:pt x="2540" y="3810"/>
                  </a:lnTo>
                  <a:lnTo>
                    <a:pt x="2540" y="5080"/>
                  </a:lnTo>
                  <a:lnTo>
                    <a:pt x="2540" y="6350"/>
                  </a:lnTo>
                  <a:lnTo>
                    <a:pt x="204470" y="6350"/>
                  </a:lnTo>
                  <a:lnTo>
                    <a:pt x="204470" y="5080"/>
                  </a:lnTo>
                  <a:close/>
                </a:path>
                <a:path w="539750" h="6350">
                  <a:moveTo>
                    <a:pt x="539750" y="0"/>
                  </a:moveTo>
                  <a:lnTo>
                    <a:pt x="486410" y="0"/>
                  </a:lnTo>
                  <a:lnTo>
                    <a:pt x="486410" y="1270"/>
                  </a:lnTo>
                  <a:lnTo>
                    <a:pt x="486410" y="2540"/>
                  </a:lnTo>
                  <a:lnTo>
                    <a:pt x="487680" y="2540"/>
                  </a:lnTo>
                  <a:lnTo>
                    <a:pt x="487680" y="6350"/>
                  </a:lnTo>
                  <a:lnTo>
                    <a:pt x="539750" y="6350"/>
                  </a:lnTo>
                  <a:lnTo>
                    <a:pt x="539750" y="2540"/>
                  </a:lnTo>
                  <a:lnTo>
                    <a:pt x="539750" y="1270"/>
                  </a:lnTo>
                  <a:lnTo>
                    <a:pt x="539750" y="0"/>
                  </a:lnTo>
                  <a:close/>
                </a:path>
              </a:pathLst>
            </a:custGeom>
            <a:solidFill>
              <a:srgbClr val="543E00"/>
            </a:solidFill>
          </p:spPr>
          <p:txBody>
            <a:bodyPr wrap="square" lIns="0" tIns="0" rIns="0" bIns="0" rtlCol="0"/>
            <a:lstStyle/>
            <a:p/>
          </p:txBody>
        </p:sp>
        <p:sp>
          <p:nvSpPr>
            <p:cNvPr id="1493" name="object 1493"/>
            <p:cNvSpPr/>
            <p:nvPr/>
          </p:nvSpPr>
          <p:spPr>
            <a:xfrm>
              <a:off x="1885950" y="4090669"/>
              <a:ext cx="535940" cy="7620"/>
            </a:xfrm>
            <a:custGeom>
              <a:avLst/>
              <a:gdLst/>
              <a:ahLst/>
              <a:cxnLst/>
              <a:rect l="l" t="t" r="r" b="b"/>
              <a:pathLst>
                <a:path w="535939" h="7620">
                  <a:moveTo>
                    <a:pt x="210820" y="6350"/>
                  </a:moveTo>
                  <a:lnTo>
                    <a:pt x="208267" y="6350"/>
                  </a:lnTo>
                  <a:lnTo>
                    <a:pt x="208267" y="5080"/>
                  </a:lnTo>
                  <a:lnTo>
                    <a:pt x="206997" y="5080"/>
                  </a:lnTo>
                  <a:lnTo>
                    <a:pt x="206997" y="3810"/>
                  </a:lnTo>
                  <a:lnTo>
                    <a:pt x="205740" y="3810"/>
                  </a:lnTo>
                  <a:lnTo>
                    <a:pt x="205740" y="2540"/>
                  </a:lnTo>
                  <a:lnTo>
                    <a:pt x="204470" y="2540"/>
                  </a:lnTo>
                  <a:lnTo>
                    <a:pt x="204470" y="1270"/>
                  </a:lnTo>
                  <a:lnTo>
                    <a:pt x="201930" y="1270"/>
                  </a:lnTo>
                  <a:lnTo>
                    <a:pt x="201930" y="0"/>
                  </a:ln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210820" y="7620"/>
                  </a:lnTo>
                  <a:lnTo>
                    <a:pt x="210820" y="6350"/>
                  </a:lnTo>
                  <a:close/>
                </a:path>
                <a:path w="535939" h="7620">
                  <a:moveTo>
                    <a:pt x="535940" y="0"/>
                  </a:moveTo>
                  <a:lnTo>
                    <a:pt x="485140" y="0"/>
                  </a:lnTo>
                  <a:lnTo>
                    <a:pt x="485140" y="1270"/>
                  </a:lnTo>
                  <a:lnTo>
                    <a:pt x="485140" y="3810"/>
                  </a:lnTo>
                  <a:lnTo>
                    <a:pt x="486410" y="3810"/>
                  </a:lnTo>
                  <a:lnTo>
                    <a:pt x="486410" y="6350"/>
                  </a:lnTo>
                  <a:lnTo>
                    <a:pt x="487680" y="6350"/>
                  </a:lnTo>
                  <a:lnTo>
                    <a:pt x="487680" y="7620"/>
                  </a:lnTo>
                  <a:lnTo>
                    <a:pt x="535940" y="7620"/>
                  </a:lnTo>
                  <a:lnTo>
                    <a:pt x="535940" y="6350"/>
                  </a:lnTo>
                  <a:lnTo>
                    <a:pt x="535940" y="3810"/>
                  </a:lnTo>
                  <a:lnTo>
                    <a:pt x="535940" y="1270"/>
                  </a:lnTo>
                  <a:lnTo>
                    <a:pt x="535940" y="0"/>
                  </a:lnTo>
                  <a:close/>
                </a:path>
              </a:pathLst>
            </a:custGeom>
            <a:solidFill>
              <a:srgbClr val="554000"/>
            </a:solidFill>
          </p:spPr>
          <p:txBody>
            <a:bodyPr wrap="square" lIns="0" tIns="0" rIns="0" bIns="0" rtlCol="0"/>
            <a:lstStyle/>
            <a:p/>
          </p:txBody>
        </p:sp>
        <p:sp>
          <p:nvSpPr>
            <p:cNvPr id="1494" name="object 1494"/>
            <p:cNvSpPr/>
            <p:nvPr/>
          </p:nvSpPr>
          <p:spPr>
            <a:xfrm>
              <a:off x="1891030" y="4098289"/>
              <a:ext cx="530860" cy="7620"/>
            </a:xfrm>
            <a:custGeom>
              <a:avLst/>
              <a:gdLst/>
              <a:ahLst/>
              <a:cxnLst/>
              <a:rect l="l" t="t" r="r" b="b"/>
              <a:pathLst>
                <a:path w="530860" h="7620">
                  <a:moveTo>
                    <a:pt x="213360" y="5080"/>
                  </a:moveTo>
                  <a:lnTo>
                    <a:pt x="212090" y="5080"/>
                  </a:lnTo>
                  <a:lnTo>
                    <a:pt x="212090" y="3810"/>
                  </a:lnTo>
                  <a:lnTo>
                    <a:pt x="210820" y="3810"/>
                  </a:lnTo>
                  <a:lnTo>
                    <a:pt x="210820" y="2540"/>
                  </a:lnTo>
                  <a:lnTo>
                    <a:pt x="208280" y="2540"/>
                  </a:lnTo>
                  <a:lnTo>
                    <a:pt x="208280" y="1270"/>
                  </a:lnTo>
                  <a:lnTo>
                    <a:pt x="207010" y="1270"/>
                  </a:lnTo>
                  <a:lnTo>
                    <a:pt x="207010" y="0"/>
                  </a:lnTo>
                  <a:lnTo>
                    <a:pt x="0" y="0"/>
                  </a:lnTo>
                  <a:lnTo>
                    <a:pt x="0" y="1270"/>
                  </a:lnTo>
                  <a:lnTo>
                    <a:pt x="0" y="2540"/>
                  </a:lnTo>
                  <a:lnTo>
                    <a:pt x="1270" y="2540"/>
                  </a:lnTo>
                  <a:lnTo>
                    <a:pt x="1270" y="3810"/>
                  </a:lnTo>
                  <a:lnTo>
                    <a:pt x="1270" y="5080"/>
                  </a:lnTo>
                  <a:lnTo>
                    <a:pt x="2540" y="5080"/>
                  </a:lnTo>
                  <a:lnTo>
                    <a:pt x="2540" y="6350"/>
                  </a:lnTo>
                  <a:lnTo>
                    <a:pt x="213360" y="6350"/>
                  </a:lnTo>
                  <a:lnTo>
                    <a:pt x="213360" y="5080"/>
                  </a:lnTo>
                  <a:close/>
                </a:path>
                <a:path w="530860" h="7620">
                  <a:moveTo>
                    <a:pt x="215900" y="6362"/>
                  </a:moveTo>
                  <a:lnTo>
                    <a:pt x="2540" y="6362"/>
                  </a:lnTo>
                  <a:lnTo>
                    <a:pt x="2540" y="7620"/>
                  </a:lnTo>
                  <a:lnTo>
                    <a:pt x="215900" y="7620"/>
                  </a:lnTo>
                  <a:lnTo>
                    <a:pt x="215900" y="6362"/>
                  </a:lnTo>
                  <a:close/>
                </a:path>
                <a:path w="530860" h="7620">
                  <a:moveTo>
                    <a:pt x="530860" y="6362"/>
                  </a:moveTo>
                  <a:lnTo>
                    <a:pt x="485140" y="6362"/>
                  </a:lnTo>
                  <a:lnTo>
                    <a:pt x="485140" y="7620"/>
                  </a:lnTo>
                  <a:lnTo>
                    <a:pt x="530860" y="7620"/>
                  </a:lnTo>
                  <a:lnTo>
                    <a:pt x="530860" y="6362"/>
                  </a:lnTo>
                  <a:close/>
                </a:path>
                <a:path w="530860" h="7620">
                  <a:moveTo>
                    <a:pt x="530860" y="0"/>
                  </a:moveTo>
                  <a:lnTo>
                    <a:pt x="482600" y="0"/>
                  </a:lnTo>
                  <a:lnTo>
                    <a:pt x="482600" y="2540"/>
                  </a:lnTo>
                  <a:lnTo>
                    <a:pt x="483870" y="2540"/>
                  </a:lnTo>
                  <a:lnTo>
                    <a:pt x="483870" y="5080"/>
                  </a:lnTo>
                  <a:lnTo>
                    <a:pt x="485140" y="5080"/>
                  </a:lnTo>
                  <a:lnTo>
                    <a:pt x="485140" y="6350"/>
                  </a:lnTo>
                  <a:lnTo>
                    <a:pt x="530860" y="6350"/>
                  </a:lnTo>
                  <a:lnTo>
                    <a:pt x="530860" y="5080"/>
                  </a:lnTo>
                  <a:lnTo>
                    <a:pt x="530860" y="2540"/>
                  </a:lnTo>
                  <a:lnTo>
                    <a:pt x="530860" y="0"/>
                  </a:lnTo>
                  <a:close/>
                </a:path>
              </a:pathLst>
            </a:custGeom>
            <a:solidFill>
              <a:srgbClr val="574100"/>
            </a:solidFill>
          </p:spPr>
          <p:txBody>
            <a:bodyPr wrap="square" lIns="0" tIns="0" rIns="0" bIns="0" rtlCol="0"/>
            <a:lstStyle/>
            <a:p/>
          </p:txBody>
        </p:sp>
        <p:sp>
          <p:nvSpPr>
            <p:cNvPr id="1495" name="object 1495"/>
            <p:cNvSpPr/>
            <p:nvPr/>
          </p:nvSpPr>
          <p:spPr>
            <a:xfrm>
              <a:off x="1894840" y="4105909"/>
              <a:ext cx="527050" cy="6350"/>
            </a:xfrm>
            <a:custGeom>
              <a:avLst/>
              <a:gdLst/>
              <a:ahLst/>
              <a:cxnLst/>
              <a:rect l="l" t="t" r="r" b="b"/>
              <a:pathLst>
                <a:path w="527050" h="6350">
                  <a:moveTo>
                    <a:pt x="218440" y="3810"/>
                  </a:moveTo>
                  <a:lnTo>
                    <a:pt x="215900" y="3810"/>
                  </a:lnTo>
                  <a:lnTo>
                    <a:pt x="215900" y="2540"/>
                  </a:lnTo>
                  <a:lnTo>
                    <a:pt x="214630" y="2540"/>
                  </a:lnTo>
                  <a:lnTo>
                    <a:pt x="214630" y="1270"/>
                  </a:lnTo>
                  <a:lnTo>
                    <a:pt x="213360" y="1270"/>
                  </a:lnTo>
                  <a:lnTo>
                    <a:pt x="213360" y="0"/>
                  </a:lnTo>
                  <a:lnTo>
                    <a:pt x="0" y="0"/>
                  </a:lnTo>
                  <a:lnTo>
                    <a:pt x="0" y="1270"/>
                  </a:lnTo>
                  <a:lnTo>
                    <a:pt x="0" y="2540"/>
                  </a:lnTo>
                  <a:lnTo>
                    <a:pt x="1270" y="2540"/>
                  </a:lnTo>
                  <a:lnTo>
                    <a:pt x="1270" y="3810"/>
                  </a:lnTo>
                  <a:lnTo>
                    <a:pt x="2540" y="3810"/>
                  </a:lnTo>
                  <a:lnTo>
                    <a:pt x="2540" y="5080"/>
                  </a:lnTo>
                  <a:lnTo>
                    <a:pt x="218440" y="5080"/>
                  </a:lnTo>
                  <a:lnTo>
                    <a:pt x="218440" y="3810"/>
                  </a:lnTo>
                  <a:close/>
                </a:path>
                <a:path w="527050" h="6350">
                  <a:moveTo>
                    <a:pt x="219710" y="5092"/>
                  </a:moveTo>
                  <a:lnTo>
                    <a:pt x="2540" y="5092"/>
                  </a:lnTo>
                  <a:lnTo>
                    <a:pt x="2540" y="6350"/>
                  </a:lnTo>
                  <a:lnTo>
                    <a:pt x="219710" y="6350"/>
                  </a:lnTo>
                  <a:lnTo>
                    <a:pt x="219710" y="5092"/>
                  </a:lnTo>
                  <a:close/>
                </a:path>
                <a:path w="527050" h="6350">
                  <a:moveTo>
                    <a:pt x="527050" y="5092"/>
                  </a:moveTo>
                  <a:lnTo>
                    <a:pt x="482600" y="5092"/>
                  </a:lnTo>
                  <a:lnTo>
                    <a:pt x="482600" y="6350"/>
                  </a:lnTo>
                  <a:lnTo>
                    <a:pt x="527050" y="6350"/>
                  </a:lnTo>
                  <a:lnTo>
                    <a:pt x="527050" y="5092"/>
                  </a:lnTo>
                  <a:close/>
                </a:path>
                <a:path w="527050" h="6350">
                  <a:moveTo>
                    <a:pt x="527050" y="0"/>
                  </a:moveTo>
                  <a:lnTo>
                    <a:pt x="481330" y="0"/>
                  </a:lnTo>
                  <a:lnTo>
                    <a:pt x="481330" y="2540"/>
                  </a:lnTo>
                  <a:lnTo>
                    <a:pt x="482600" y="2540"/>
                  </a:lnTo>
                  <a:lnTo>
                    <a:pt x="482600" y="5080"/>
                  </a:lnTo>
                  <a:lnTo>
                    <a:pt x="527050" y="5080"/>
                  </a:lnTo>
                  <a:lnTo>
                    <a:pt x="527050" y="2540"/>
                  </a:lnTo>
                  <a:lnTo>
                    <a:pt x="527050" y="0"/>
                  </a:lnTo>
                  <a:close/>
                </a:path>
              </a:pathLst>
            </a:custGeom>
            <a:solidFill>
              <a:srgbClr val="594300"/>
            </a:solidFill>
          </p:spPr>
          <p:txBody>
            <a:bodyPr wrap="square" lIns="0" tIns="0" rIns="0" bIns="0" rtlCol="0"/>
            <a:lstStyle/>
            <a:p/>
          </p:txBody>
        </p:sp>
        <p:sp>
          <p:nvSpPr>
            <p:cNvPr id="1496" name="object 1496"/>
            <p:cNvSpPr/>
            <p:nvPr/>
          </p:nvSpPr>
          <p:spPr>
            <a:xfrm>
              <a:off x="1898650" y="4112259"/>
              <a:ext cx="523240" cy="7620"/>
            </a:xfrm>
            <a:custGeom>
              <a:avLst/>
              <a:gdLst/>
              <a:ahLst/>
              <a:cxnLst/>
              <a:rect l="l" t="t" r="r" b="b"/>
              <a:pathLst>
                <a:path w="523239" h="7620">
                  <a:moveTo>
                    <a:pt x="222250" y="3810"/>
                  </a:moveTo>
                  <a:lnTo>
                    <a:pt x="220980" y="3810"/>
                  </a:lnTo>
                  <a:lnTo>
                    <a:pt x="220980" y="2540"/>
                  </a:lnTo>
                  <a:lnTo>
                    <a:pt x="219697" y="2540"/>
                  </a:lnTo>
                  <a:lnTo>
                    <a:pt x="219697" y="1270"/>
                  </a:lnTo>
                  <a:lnTo>
                    <a:pt x="217170" y="1270"/>
                  </a:lnTo>
                  <a:lnTo>
                    <a:pt x="217170" y="0"/>
                  </a:lnTo>
                  <a:lnTo>
                    <a:pt x="0" y="0"/>
                  </a:lnTo>
                  <a:lnTo>
                    <a:pt x="0" y="1270"/>
                  </a:lnTo>
                  <a:lnTo>
                    <a:pt x="1270" y="1270"/>
                  </a:lnTo>
                  <a:lnTo>
                    <a:pt x="1270" y="2540"/>
                  </a:lnTo>
                  <a:lnTo>
                    <a:pt x="1270" y="3810"/>
                  </a:lnTo>
                  <a:lnTo>
                    <a:pt x="2540" y="3810"/>
                  </a:lnTo>
                  <a:lnTo>
                    <a:pt x="2540" y="5080"/>
                  </a:lnTo>
                  <a:lnTo>
                    <a:pt x="222250" y="5080"/>
                  </a:lnTo>
                  <a:lnTo>
                    <a:pt x="222250" y="3810"/>
                  </a:lnTo>
                  <a:close/>
                </a:path>
                <a:path w="523239" h="7620">
                  <a:moveTo>
                    <a:pt x="226060" y="6350"/>
                  </a:moveTo>
                  <a:lnTo>
                    <a:pt x="224790" y="6350"/>
                  </a:lnTo>
                  <a:lnTo>
                    <a:pt x="224790" y="5092"/>
                  </a:lnTo>
                  <a:lnTo>
                    <a:pt x="2540" y="5092"/>
                  </a:lnTo>
                  <a:lnTo>
                    <a:pt x="2540" y="6350"/>
                  </a:lnTo>
                  <a:lnTo>
                    <a:pt x="3810" y="6350"/>
                  </a:lnTo>
                  <a:lnTo>
                    <a:pt x="3810" y="7620"/>
                  </a:lnTo>
                  <a:lnTo>
                    <a:pt x="226060" y="7620"/>
                  </a:lnTo>
                  <a:lnTo>
                    <a:pt x="226060" y="6350"/>
                  </a:lnTo>
                  <a:close/>
                </a:path>
                <a:path w="523239" h="7620">
                  <a:moveTo>
                    <a:pt x="523240" y="5092"/>
                  </a:moveTo>
                  <a:lnTo>
                    <a:pt x="481330" y="5092"/>
                  </a:lnTo>
                  <a:lnTo>
                    <a:pt x="481330" y="7620"/>
                  </a:lnTo>
                  <a:lnTo>
                    <a:pt x="523240" y="7620"/>
                  </a:lnTo>
                  <a:lnTo>
                    <a:pt x="523240" y="5092"/>
                  </a:lnTo>
                  <a:close/>
                </a:path>
                <a:path w="523239" h="7620">
                  <a:moveTo>
                    <a:pt x="523240" y="0"/>
                  </a:moveTo>
                  <a:lnTo>
                    <a:pt x="480060" y="0"/>
                  </a:lnTo>
                  <a:lnTo>
                    <a:pt x="480060" y="3810"/>
                  </a:lnTo>
                  <a:lnTo>
                    <a:pt x="481330" y="3810"/>
                  </a:lnTo>
                  <a:lnTo>
                    <a:pt x="481330" y="5080"/>
                  </a:lnTo>
                  <a:lnTo>
                    <a:pt x="523240" y="5080"/>
                  </a:lnTo>
                  <a:lnTo>
                    <a:pt x="523240" y="3810"/>
                  </a:lnTo>
                  <a:lnTo>
                    <a:pt x="523240" y="0"/>
                  </a:lnTo>
                  <a:close/>
                </a:path>
              </a:pathLst>
            </a:custGeom>
            <a:solidFill>
              <a:srgbClr val="5B4400"/>
            </a:solidFill>
          </p:spPr>
          <p:txBody>
            <a:bodyPr wrap="square" lIns="0" tIns="0" rIns="0" bIns="0" rtlCol="0"/>
            <a:lstStyle/>
            <a:p/>
          </p:txBody>
        </p:sp>
        <p:sp>
          <p:nvSpPr>
            <p:cNvPr id="1497" name="object 1497"/>
            <p:cNvSpPr/>
            <p:nvPr/>
          </p:nvSpPr>
          <p:spPr>
            <a:xfrm>
              <a:off x="1903730" y="4119879"/>
              <a:ext cx="518159" cy="7620"/>
            </a:xfrm>
            <a:custGeom>
              <a:avLst/>
              <a:gdLst/>
              <a:ahLst/>
              <a:cxnLst/>
              <a:rect l="l" t="t" r="r" b="b"/>
              <a:pathLst>
                <a:path w="518160" h="7620">
                  <a:moveTo>
                    <a:pt x="231140" y="6350"/>
                  </a:moveTo>
                  <a:lnTo>
                    <a:pt x="228600" y="6350"/>
                  </a:lnTo>
                  <a:lnTo>
                    <a:pt x="228600" y="5080"/>
                  </a:lnTo>
                  <a:lnTo>
                    <a:pt x="227317" y="5080"/>
                  </a:lnTo>
                  <a:lnTo>
                    <a:pt x="227317" y="3810"/>
                  </a:lnTo>
                  <a:lnTo>
                    <a:pt x="226060" y="3810"/>
                  </a:lnTo>
                  <a:lnTo>
                    <a:pt x="226060" y="2540"/>
                  </a:lnTo>
                  <a:lnTo>
                    <a:pt x="224790" y="2540"/>
                  </a:lnTo>
                  <a:lnTo>
                    <a:pt x="224790" y="1270"/>
                  </a:lnTo>
                  <a:lnTo>
                    <a:pt x="222250" y="1270"/>
                  </a:lnTo>
                  <a:lnTo>
                    <a:pt x="222250" y="0"/>
                  </a:lnTo>
                  <a:lnTo>
                    <a:pt x="0" y="0"/>
                  </a:lnTo>
                  <a:lnTo>
                    <a:pt x="0" y="1270"/>
                  </a:lnTo>
                  <a:lnTo>
                    <a:pt x="0" y="2540"/>
                  </a:lnTo>
                  <a:lnTo>
                    <a:pt x="1270" y="2540"/>
                  </a:lnTo>
                  <a:lnTo>
                    <a:pt x="1270" y="3810"/>
                  </a:lnTo>
                  <a:lnTo>
                    <a:pt x="2540" y="3810"/>
                  </a:lnTo>
                  <a:lnTo>
                    <a:pt x="2540" y="5080"/>
                  </a:lnTo>
                  <a:lnTo>
                    <a:pt x="2540" y="6350"/>
                  </a:lnTo>
                  <a:lnTo>
                    <a:pt x="3810" y="6350"/>
                  </a:lnTo>
                  <a:lnTo>
                    <a:pt x="3810" y="7620"/>
                  </a:lnTo>
                  <a:lnTo>
                    <a:pt x="231140" y="7620"/>
                  </a:lnTo>
                  <a:lnTo>
                    <a:pt x="231140" y="6350"/>
                  </a:lnTo>
                  <a:close/>
                </a:path>
                <a:path w="518160" h="7620">
                  <a:moveTo>
                    <a:pt x="518160" y="3822"/>
                  </a:moveTo>
                  <a:lnTo>
                    <a:pt x="478790" y="3822"/>
                  </a:lnTo>
                  <a:lnTo>
                    <a:pt x="478790" y="7620"/>
                  </a:lnTo>
                  <a:lnTo>
                    <a:pt x="518160" y="7620"/>
                  </a:lnTo>
                  <a:lnTo>
                    <a:pt x="518160" y="3822"/>
                  </a:lnTo>
                  <a:close/>
                </a:path>
                <a:path w="518160" h="7620">
                  <a:moveTo>
                    <a:pt x="518160" y="0"/>
                  </a:moveTo>
                  <a:lnTo>
                    <a:pt x="477520" y="0"/>
                  </a:lnTo>
                  <a:lnTo>
                    <a:pt x="477520" y="3810"/>
                  </a:lnTo>
                  <a:lnTo>
                    <a:pt x="518160" y="3810"/>
                  </a:lnTo>
                  <a:lnTo>
                    <a:pt x="518160" y="0"/>
                  </a:lnTo>
                  <a:close/>
                </a:path>
              </a:pathLst>
            </a:custGeom>
            <a:solidFill>
              <a:srgbClr val="5D4600"/>
            </a:solidFill>
          </p:spPr>
          <p:txBody>
            <a:bodyPr wrap="square" lIns="0" tIns="0" rIns="0" bIns="0" rtlCol="0"/>
            <a:lstStyle/>
            <a:p/>
          </p:txBody>
        </p:sp>
        <p:sp>
          <p:nvSpPr>
            <p:cNvPr id="1498" name="object 1498"/>
            <p:cNvSpPr/>
            <p:nvPr/>
          </p:nvSpPr>
          <p:spPr>
            <a:xfrm>
              <a:off x="1908810" y="4127499"/>
              <a:ext cx="513080" cy="6350"/>
            </a:xfrm>
            <a:custGeom>
              <a:avLst/>
              <a:gdLst/>
              <a:ahLst/>
              <a:cxnLst/>
              <a:rect l="l" t="t" r="r" b="b"/>
              <a:pathLst>
                <a:path w="513080" h="6350">
                  <a:moveTo>
                    <a:pt x="233680" y="5080"/>
                  </a:moveTo>
                  <a:lnTo>
                    <a:pt x="232410" y="5080"/>
                  </a:lnTo>
                  <a:lnTo>
                    <a:pt x="232410" y="3810"/>
                  </a:lnTo>
                  <a:lnTo>
                    <a:pt x="231140" y="3810"/>
                  </a:lnTo>
                  <a:lnTo>
                    <a:pt x="231140" y="2540"/>
                  </a:lnTo>
                  <a:lnTo>
                    <a:pt x="228600" y="2540"/>
                  </a:lnTo>
                  <a:lnTo>
                    <a:pt x="228600" y="1270"/>
                  </a:lnTo>
                  <a:lnTo>
                    <a:pt x="227330" y="1270"/>
                  </a:lnTo>
                  <a:lnTo>
                    <a:pt x="227330" y="0"/>
                  </a:lnTo>
                  <a:lnTo>
                    <a:pt x="0" y="0"/>
                  </a:lnTo>
                  <a:lnTo>
                    <a:pt x="0" y="1270"/>
                  </a:lnTo>
                  <a:lnTo>
                    <a:pt x="0" y="2540"/>
                  </a:lnTo>
                  <a:lnTo>
                    <a:pt x="1270" y="2540"/>
                  </a:lnTo>
                  <a:lnTo>
                    <a:pt x="1270" y="3810"/>
                  </a:lnTo>
                  <a:lnTo>
                    <a:pt x="1270" y="5080"/>
                  </a:lnTo>
                  <a:lnTo>
                    <a:pt x="2540" y="5080"/>
                  </a:lnTo>
                  <a:lnTo>
                    <a:pt x="2540" y="6350"/>
                  </a:lnTo>
                  <a:lnTo>
                    <a:pt x="233680" y="6350"/>
                  </a:lnTo>
                  <a:lnTo>
                    <a:pt x="233680" y="5080"/>
                  </a:lnTo>
                  <a:close/>
                </a:path>
                <a:path w="513080" h="6350">
                  <a:moveTo>
                    <a:pt x="513080" y="0"/>
                  </a:moveTo>
                  <a:lnTo>
                    <a:pt x="474980" y="0"/>
                  </a:lnTo>
                  <a:lnTo>
                    <a:pt x="474980" y="2540"/>
                  </a:lnTo>
                  <a:lnTo>
                    <a:pt x="474980" y="3810"/>
                  </a:lnTo>
                  <a:lnTo>
                    <a:pt x="476250" y="3810"/>
                  </a:lnTo>
                  <a:lnTo>
                    <a:pt x="476250" y="6350"/>
                  </a:lnTo>
                  <a:lnTo>
                    <a:pt x="513080" y="6350"/>
                  </a:lnTo>
                  <a:lnTo>
                    <a:pt x="513080" y="3810"/>
                  </a:lnTo>
                  <a:lnTo>
                    <a:pt x="513080" y="2540"/>
                  </a:lnTo>
                  <a:lnTo>
                    <a:pt x="513080" y="0"/>
                  </a:lnTo>
                  <a:close/>
                </a:path>
              </a:pathLst>
            </a:custGeom>
            <a:solidFill>
              <a:srgbClr val="5F4700"/>
            </a:solidFill>
          </p:spPr>
          <p:txBody>
            <a:bodyPr wrap="square" lIns="0" tIns="0" rIns="0" bIns="0" rtlCol="0"/>
            <a:lstStyle/>
            <a:p/>
          </p:txBody>
        </p:sp>
        <p:sp>
          <p:nvSpPr>
            <p:cNvPr id="1499" name="object 1499"/>
            <p:cNvSpPr/>
            <p:nvPr/>
          </p:nvSpPr>
          <p:spPr>
            <a:xfrm>
              <a:off x="1912620" y="4133849"/>
              <a:ext cx="509270" cy="7620"/>
            </a:xfrm>
            <a:custGeom>
              <a:avLst/>
              <a:gdLst/>
              <a:ahLst/>
              <a:cxnLst/>
              <a:rect l="l" t="t" r="r" b="b"/>
              <a:pathLst>
                <a:path w="509269" h="7620">
                  <a:moveTo>
                    <a:pt x="233680" y="1270"/>
                  </a:moveTo>
                  <a:lnTo>
                    <a:pt x="232410" y="1270"/>
                  </a:lnTo>
                  <a:lnTo>
                    <a:pt x="232410" y="0"/>
                  </a:lnTo>
                  <a:lnTo>
                    <a:pt x="0" y="0"/>
                  </a:lnTo>
                  <a:lnTo>
                    <a:pt x="0" y="1270"/>
                  </a:lnTo>
                  <a:lnTo>
                    <a:pt x="0" y="2540"/>
                  </a:lnTo>
                  <a:lnTo>
                    <a:pt x="233680" y="2540"/>
                  </a:lnTo>
                  <a:lnTo>
                    <a:pt x="233680" y="1270"/>
                  </a:lnTo>
                  <a:close/>
                </a:path>
                <a:path w="509269" h="7620">
                  <a:moveTo>
                    <a:pt x="240030" y="6350"/>
                  </a:moveTo>
                  <a:lnTo>
                    <a:pt x="238760" y="6350"/>
                  </a:lnTo>
                  <a:lnTo>
                    <a:pt x="238760" y="5080"/>
                  </a:lnTo>
                  <a:lnTo>
                    <a:pt x="236220" y="5080"/>
                  </a:lnTo>
                  <a:lnTo>
                    <a:pt x="236220" y="3810"/>
                  </a:lnTo>
                  <a:lnTo>
                    <a:pt x="234950" y="3810"/>
                  </a:lnTo>
                  <a:lnTo>
                    <a:pt x="234950" y="2552"/>
                  </a:lnTo>
                  <a:lnTo>
                    <a:pt x="1270" y="2552"/>
                  </a:lnTo>
                  <a:lnTo>
                    <a:pt x="1270" y="3810"/>
                  </a:lnTo>
                  <a:lnTo>
                    <a:pt x="2540" y="3810"/>
                  </a:lnTo>
                  <a:lnTo>
                    <a:pt x="2540" y="5080"/>
                  </a:lnTo>
                  <a:lnTo>
                    <a:pt x="2540" y="6350"/>
                  </a:lnTo>
                  <a:lnTo>
                    <a:pt x="3810" y="6350"/>
                  </a:lnTo>
                  <a:lnTo>
                    <a:pt x="3810" y="7620"/>
                  </a:lnTo>
                  <a:lnTo>
                    <a:pt x="240030" y="7620"/>
                  </a:lnTo>
                  <a:lnTo>
                    <a:pt x="240030" y="6350"/>
                  </a:lnTo>
                  <a:close/>
                </a:path>
                <a:path w="509269" h="7620">
                  <a:moveTo>
                    <a:pt x="509270" y="2552"/>
                  </a:moveTo>
                  <a:lnTo>
                    <a:pt x="473710" y="2552"/>
                  </a:lnTo>
                  <a:lnTo>
                    <a:pt x="473710" y="7620"/>
                  </a:lnTo>
                  <a:lnTo>
                    <a:pt x="509270" y="7620"/>
                  </a:lnTo>
                  <a:lnTo>
                    <a:pt x="509270" y="2552"/>
                  </a:lnTo>
                  <a:close/>
                </a:path>
                <a:path w="509269" h="7620">
                  <a:moveTo>
                    <a:pt x="509270" y="0"/>
                  </a:moveTo>
                  <a:lnTo>
                    <a:pt x="472440" y="0"/>
                  </a:lnTo>
                  <a:lnTo>
                    <a:pt x="472440" y="2540"/>
                  </a:lnTo>
                  <a:lnTo>
                    <a:pt x="509270" y="2540"/>
                  </a:lnTo>
                  <a:lnTo>
                    <a:pt x="509270" y="0"/>
                  </a:lnTo>
                  <a:close/>
                </a:path>
              </a:pathLst>
            </a:custGeom>
            <a:solidFill>
              <a:srgbClr val="614900"/>
            </a:solidFill>
          </p:spPr>
          <p:txBody>
            <a:bodyPr wrap="square" lIns="0" tIns="0" rIns="0" bIns="0" rtlCol="0"/>
            <a:lstStyle/>
            <a:p/>
          </p:txBody>
        </p:sp>
        <p:sp>
          <p:nvSpPr>
            <p:cNvPr id="1500" name="object 1500"/>
            <p:cNvSpPr/>
            <p:nvPr/>
          </p:nvSpPr>
          <p:spPr>
            <a:xfrm>
              <a:off x="1916430" y="4141469"/>
              <a:ext cx="505459" cy="7620"/>
            </a:xfrm>
            <a:custGeom>
              <a:avLst/>
              <a:gdLst/>
              <a:ahLst/>
              <a:cxnLst/>
              <a:rect l="l" t="t" r="r" b="b"/>
              <a:pathLst>
                <a:path w="505460" h="7620">
                  <a:moveTo>
                    <a:pt x="246367" y="6350"/>
                  </a:moveTo>
                  <a:lnTo>
                    <a:pt x="245110" y="6350"/>
                  </a:lnTo>
                  <a:lnTo>
                    <a:pt x="245110" y="5080"/>
                  </a:lnTo>
                  <a:lnTo>
                    <a:pt x="242570" y="5080"/>
                  </a:lnTo>
                  <a:lnTo>
                    <a:pt x="242570" y="3810"/>
                  </a:lnTo>
                  <a:lnTo>
                    <a:pt x="241300" y="3810"/>
                  </a:lnTo>
                  <a:lnTo>
                    <a:pt x="241300" y="2540"/>
                  </a:lnTo>
                  <a:lnTo>
                    <a:pt x="240030" y="2540"/>
                  </a:lnTo>
                  <a:lnTo>
                    <a:pt x="240030" y="1270"/>
                  </a:lnTo>
                  <a:lnTo>
                    <a:pt x="237490" y="1270"/>
                  </a:lnTo>
                  <a:lnTo>
                    <a:pt x="237490" y="0"/>
                  </a:lnTo>
                  <a:lnTo>
                    <a:pt x="0" y="0"/>
                  </a:lnTo>
                  <a:lnTo>
                    <a:pt x="0" y="1270"/>
                  </a:lnTo>
                  <a:lnTo>
                    <a:pt x="1270" y="1270"/>
                  </a:lnTo>
                  <a:lnTo>
                    <a:pt x="1270" y="2540"/>
                  </a:lnTo>
                  <a:lnTo>
                    <a:pt x="1270" y="3810"/>
                  </a:lnTo>
                  <a:lnTo>
                    <a:pt x="2540" y="3810"/>
                  </a:lnTo>
                  <a:lnTo>
                    <a:pt x="2540" y="5080"/>
                  </a:lnTo>
                  <a:lnTo>
                    <a:pt x="3810" y="5080"/>
                  </a:lnTo>
                  <a:lnTo>
                    <a:pt x="3810" y="6350"/>
                  </a:lnTo>
                  <a:lnTo>
                    <a:pt x="3810" y="7620"/>
                  </a:lnTo>
                  <a:lnTo>
                    <a:pt x="246367" y="7620"/>
                  </a:lnTo>
                  <a:lnTo>
                    <a:pt x="246367" y="6350"/>
                  </a:lnTo>
                  <a:close/>
                </a:path>
                <a:path w="505460" h="7620">
                  <a:moveTo>
                    <a:pt x="505460" y="1282"/>
                  </a:moveTo>
                  <a:lnTo>
                    <a:pt x="471170" y="1282"/>
                  </a:lnTo>
                  <a:lnTo>
                    <a:pt x="471170" y="7620"/>
                  </a:lnTo>
                  <a:lnTo>
                    <a:pt x="505460" y="7620"/>
                  </a:lnTo>
                  <a:lnTo>
                    <a:pt x="505460" y="1282"/>
                  </a:lnTo>
                  <a:close/>
                </a:path>
                <a:path w="505460" h="7620">
                  <a:moveTo>
                    <a:pt x="505460" y="0"/>
                  </a:moveTo>
                  <a:lnTo>
                    <a:pt x="469900" y="0"/>
                  </a:lnTo>
                  <a:lnTo>
                    <a:pt x="469900" y="1270"/>
                  </a:lnTo>
                  <a:lnTo>
                    <a:pt x="505460" y="1270"/>
                  </a:lnTo>
                  <a:lnTo>
                    <a:pt x="505460" y="0"/>
                  </a:lnTo>
                  <a:close/>
                </a:path>
              </a:pathLst>
            </a:custGeom>
            <a:solidFill>
              <a:srgbClr val="634A00"/>
            </a:solidFill>
          </p:spPr>
          <p:txBody>
            <a:bodyPr wrap="square" lIns="0" tIns="0" rIns="0" bIns="0" rtlCol="0"/>
            <a:lstStyle/>
            <a:p/>
          </p:txBody>
        </p:sp>
        <p:sp>
          <p:nvSpPr>
            <p:cNvPr id="1501" name="object 1501"/>
            <p:cNvSpPr/>
            <p:nvPr/>
          </p:nvSpPr>
          <p:spPr>
            <a:xfrm>
              <a:off x="1921510" y="4149089"/>
              <a:ext cx="500380" cy="7620"/>
            </a:xfrm>
            <a:custGeom>
              <a:avLst/>
              <a:gdLst/>
              <a:ahLst/>
              <a:cxnLst/>
              <a:rect l="l" t="t" r="r" b="b"/>
              <a:pathLst>
                <a:path w="500380" h="7620">
                  <a:moveTo>
                    <a:pt x="248920" y="5080"/>
                  </a:moveTo>
                  <a:lnTo>
                    <a:pt x="247650" y="5080"/>
                  </a:lnTo>
                  <a:lnTo>
                    <a:pt x="247650" y="3810"/>
                  </a:lnTo>
                  <a:lnTo>
                    <a:pt x="246380" y="3810"/>
                  </a:lnTo>
                  <a:lnTo>
                    <a:pt x="246380" y="2540"/>
                  </a:lnTo>
                  <a:lnTo>
                    <a:pt x="245110" y="2540"/>
                  </a:lnTo>
                  <a:lnTo>
                    <a:pt x="245110" y="1270"/>
                  </a:lnTo>
                  <a:lnTo>
                    <a:pt x="242570" y="1270"/>
                  </a:lnTo>
                  <a:lnTo>
                    <a:pt x="242570" y="12"/>
                  </a:lnTo>
                  <a:lnTo>
                    <a:pt x="0" y="12"/>
                  </a:lnTo>
                  <a:lnTo>
                    <a:pt x="0" y="1270"/>
                  </a:lnTo>
                  <a:lnTo>
                    <a:pt x="1270" y="1270"/>
                  </a:lnTo>
                  <a:lnTo>
                    <a:pt x="1270" y="2540"/>
                  </a:lnTo>
                  <a:lnTo>
                    <a:pt x="2540" y="2540"/>
                  </a:lnTo>
                  <a:lnTo>
                    <a:pt x="2540" y="3810"/>
                  </a:lnTo>
                  <a:lnTo>
                    <a:pt x="2540" y="5080"/>
                  </a:lnTo>
                  <a:lnTo>
                    <a:pt x="3810" y="5080"/>
                  </a:lnTo>
                  <a:lnTo>
                    <a:pt x="3810" y="6350"/>
                  </a:lnTo>
                  <a:lnTo>
                    <a:pt x="248920" y="6350"/>
                  </a:lnTo>
                  <a:lnTo>
                    <a:pt x="248920" y="5080"/>
                  </a:lnTo>
                  <a:close/>
                </a:path>
                <a:path w="500380" h="7620">
                  <a:moveTo>
                    <a:pt x="251460" y="6362"/>
                  </a:moveTo>
                  <a:lnTo>
                    <a:pt x="5080" y="6362"/>
                  </a:lnTo>
                  <a:lnTo>
                    <a:pt x="5080" y="7620"/>
                  </a:lnTo>
                  <a:lnTo>
                    <a:pt x="251460" y="7620"/>
                  </a:lnTo>
                  <a:lnTo>
                    <a:pt x="251460" y="6362"/>
                  </a:lnTo>
                  <a:close/>
                </a:path>
                <a:path w="500380" h="7620">
                  <a:moveTo>
                    <a:pt x="500380" y="6362"/>
                  </a:moveTo>
                  <a:lnTo>
                    <a:pt x="467360" y="6362"/>
                  </a:lnTo>
                  <a:lnTo>
                    <a:pt x="467360" y="7620"/>
                  </a:lnTo>
                  <a:lnTo>
                    <a:pt x="500380" y="7620"/>
                  </a:lnTo>
                  <a:lnTo>
                    <a:pt x="500380" y="6362"/>
                  </a:lnTo>
                  <a:close/>
                </a:path>
                <a:path w="500380" h="7620">
                  <a:moveTo>
                    <a:pt x="500380" y="0"/>
                  </a:moveTo>
                  <a:lnTo>
                    <a:pt x="466090" y="0"/>
                  </a:lnTo>
                  <a:lnTo>
                    <a:pt x="466090" y="1270"/>
                  </a:lnTo>
                  <a:lnTo>
                    <a:pt x="467360" y="1270"/>
                  </a:lnTo>
                  <a:lnTo>
                    <a:pt x="467360" y="6350"/>
                  </a:lnTo>
                  <a:lnTo>
                    <a:pt x="500380" y="6350"/>
                  </a:lnTo>
                  <a:lnTo>
                    <a:pt x="500380" y="1270"/>
                  </a:lnTo>
                  <a:lnTo>
                    <a:pt x="500380" y="0"/>
                  </a:lnTo>
                  <a:close/>
                </a:path>
              </a:pathLst>
            </a:custGeom>
            <a:solidFill>
              <a:srgbClr val="664B00"/>
            </a:solidFill>
          </p:spPr>
          <p:txBody>
            <a:bodyPr wrap="square" lIns="0" tIns="0" rIns="0" bIns="0" rtlCol="0"/>
            <a:lstStyle/>
            <a:p/>
          </p:txBody>
        </p:sp>
        <p:sp>
          <p:nvSpPr>
            <p:cNvPr id="1502" name="object 1502"/>
            <p:cNvSpPr/>
            <p:nvPr/>
          </p:nvSpPr>
          <p:spPr>
            <a:xfrm>
              <a:off x="1927860" y="4156709"/>
              <a:ext cx="494030" cy="6350"/>
            </a:xfrm>
            <a:custGeom>
              <a:avLst/>
              <a:gdLst/>
              <a:ahLst/>
              <a:cxnLst/>
              <a:rect l="l" t="t" r="r" b="b"/>
              <a:pathLst>
                <a:path w="494030" h="6350">
                  <a:moveTo>
                    <a:pt x="251460" y="3810"/>
                  </a:moveTo>
                  <a:lnTo>
                    <a:pt x="250190" y="3810"/>
                  </a:lnTo>
                  <a:lnTo>
                    <a:pt x="250190" y="2540"/>
                  </a:lnTo>
                  <a:lnTo>
                    <a:pt x="247650" y="2540"/>
                  </a:lnTo>
                  <a:lnTo>
                    <a:pt x="247650" y="1270"/>
                  </a:lnTo>
                  <a:lnTo>
                    <a:pt x="246380" y="1270"/>
                  </a:lnTo>
                  <a:lnTo>
                    <a:pt x="246380" y="0"/>
                  </a:lnTo>
                  <a:lnTo>
                    <a:pt x="0" y="0"/>
                  </a:lnTo>
                  <a:lnTo>
                    <a:pt x="0" y="1270"/>
                  </a:lnTo>
                  <a:lnTo>
                    <a:pt x="0" y="2540"/>
                  </a:lnTo>
                  <a:lnTo>
                    <a:pt x="1270" y="2540"/>
                  </a:lnTo>
                  <a:lnTo>
                    <a:pt x="1270" y="3810"/>
                  </a:lnTo>
                  <a:lnTo>
                    <a:pt x="2540" y="3810"/>
                  </a:lnTo>
                  <a:lnTo>
                    <a:pt x="2540" y="5080"/>
                  </a:lnTo>
                  <a:lnTo>
                    <a:pt x="251460" y="5080"/>
                  </a:lnTo>
                  <a:lnTo>
                    <a:pt x="251460" y="3810"/>
                  </a:lnTo>
                  <a:close/>
                </a:path>
                <a:path w="494030" h="6350">
                  <a:moveTo>
                    <a:pt x="252730" y="5092"/>
                  </a:moveTo>
                  <a:lnTo>
                    <a:pt x="3810" y="5092"/>
                  </a:lnTo>
                  <a:lnTo>
                    <a:pt x="3810" y="6350"/>
                  </a:lnTo>
                  <a:lnTo>
                    <a:pt x="252730" y="6350"/>
                  </a:lnTo>
                  <a:lnTo>
                    <a:pt x="252730" y="5092"/>
                  </a:lnTo>
                  <a:close/>
                </a:path>
                <a:path w="494030" h="6350">
                  <a:moveTo>
                    <a:pt x="494030" y="5092"/>
                  </a:moveTo>
                  <a:lnTo>
                    <a:pt x="477520" y="5092"/>
                  </a:lnTo>
                  <a:lnTo>
                    <a:pt x="477520" y="6350"/>
                  </a:lnTo>
                  <a:lnTo>
                    <a:pt x="494030" y="6350"/>
                  </a:lnTo>
                  <a:lnTo>
                    <a:pt x="494030" y="5092"/>
                  </a:lnTo>
                  <a:close/>
                </a:path>
                <a:path w="494030" h="6350">
                  <a:moveTo>
                    <a:pt x="494030" y="0"/>
                  </a:moveTo>
                  <a:lnTo>
                    <a:pt x="462280" y="0"/>
                  </a:lnTo>
                  <a:lnTo>
                    <a:pt x="462280" y="3810"/>
                  </a:lnTo>
                  <a:lnTo>
                    <a:pt x="471170" y="3810"/>
                  </a:lnTo>
                  <a:lnTo>
                    <a:pt x="471170" y="5080"/>
                  </a:lnTo>
                  <a:lnTo>
                    <a:pt x="494030" y="5080"/>
                  </a:lnTo>
                  <a:lnTo>
                    <a:pt x="494030" y="3810"/>
                  </a:lnTo>
                  <a:lnTo>
                    <a:pt x="494030" y="0"/>
                  </a:lnTo>
                  <a:close/>
                </a:path>
              </a:pathLst>
            </a:custGeom>
            <a:solidFill>
              <a:srgbClr val="674D00"/>
            </a:solidFill>
          </p:spPr>
          <p:txBody>
            <a:bodyPr wrap="square" lIns="0" tIns="0" rIns="0" bIns="0" rtlCol="0"/>
            <a:lstStyle/>
            <a:p/>
          </p:txBody>
        </p:sp>
        <p:sp>
          <p:nvSpPr>
            <p:cNvPr id="1503" name="object 1503"/>
            <p:cNvSpPr/>
            <p:nvPr/>
          </p:nvSpPr>
          <p:spPr>
            <a:xfrm>
              <a:off x="1931670" y="4163059"/>
              <a:ext cx="490220" cy="7620"/>
            </a:xfrm>
            <a:custGeom>
              <a:avLst/>
              <a:gdLst/>
              <a:ahLst/>
              <a:cxnLst/>
              <a:rect l="l" t="t" r="r" b="b"/>
              <a:pathLst>
                <a:path w="490219" h="7620">
                  <a:moveTo>
                    <a:pt x="256540" y="3810"/>
                  </a:moveTo>
                  <a:lnTo>
                    <a:pt x="254000" y="3810"/>
                  </a:lnTo>
                  <a:lnTo>
                    <a:pt x="254000" y="2540"/>
                  </a:lnTo>
                  <a:lnTo>
                    <a:pt x="252730" y="2540"/>
                  </a:lnTo>
                  <a:lnTo>
                    <a:pt x="252730" y="1270"/>
                  </a:lnTo>
                  <a:lnTo>
                    <a:pt x="251460" y="1270"/>
                  </a:lnTo>
                  <a:lnTo>
                    <a:pt x="251460" y="0"/>
                  </a:lnTo>
                  <a:lnTo>
                    <a:pt x="0" y="0"/>
                  </a:lnTo>
                  <a:lnTo>
                    <a:pt x="0" y="1270"/>
                  </a:lnTo>
                  <a:lnTo>
                    <a:pt x="1270" y="1270"/>
                  </a:lnTo>
                  <a:lnTo>
                    <a:pt x="1270" y="2540"/>
                  </a:lnTo>
                  <a:lnTo>
                    <a:pt x="2540" y="2540"/>
                  </a:lnTo>
                  <a:lnTo>
                    <a:pt x="2540" y="3810"/>
                  </a:lnTo>
                  <a:lnTo>
                    <a:pt x="3810" y="3810"/>
                  </a:lnTo>
                  <a:lnTo>
                    <a:pt x="3810" y="5080"/>
                  </a:lnTo>
                  <a:lnTo>
                    <a:pt x="256540" y="5080"/>
                  </a:lnTo>
                  <a:lnTo>
                    <a:pt x="256540" y="3810"/>
                  </a:lnTo>
                  <a:close/>
                </a:path>
                <a:path w="490219" h="7620">
                  <a:moveTo>
                    <a:pt x="259080" y="6350"/>
                  </a:moveTo>
                  <a:lnTo>
                    <a:pt x="257810" y="6350"/>
                  </a:lnTo>
                  <a:lnTo>
                    <a:pt x="257810" y="5092"/>
                  </a:lnTo>
                  <a:lnTo>
                    <a:pt x="3810" y="5092"/>
                  </a:lnTo>
                  <a:lnTo>
                    <a:pt x="3810" y="6350"/>
                  </a:lnTo>
                  <a:lnTo>
                    <a:pt x="5080" y="6350"/>
                  </a:lnTo>
                  <a:lnTo>
                    <a:pt x="5080" y="7620"/>
                  </a:lnTo>
                  <a:lnTo>
                    <a:pt x="259080" y="7620"/>
                  </a:lnTo>
                  <a:lnTo>
                    <a:pt x="259080" y="6350"/>
                  </a:lnTo>
                  <a:close/>
                </a:path>
                <a:path w="490219" h="7620">
                  <a:moveTo>
                    <a:pt x="490220" y="0"/>
                  </a:moveTo>
                  <a:lnTo>
                    <a:pt x="478790" y="0"/>
                  </a:lnTo>
                  <a:lnTo>
                    <a:pt x="478790" y="1270"/>
                  </a:lnTo>
                  <a:lnTo>
                    <a:pt x="485140" y="1270"/>
                  </a:lnTo>
                  <a:lnTo>
                    <a:pt x="485140" y="2540"/>
                  </a:lnTo>
                  <a:lnTo>
                    <a:pt x="488950" y="2540"/>
                  </a:lnTo>
                  <a:lnTo>
                    <a:pt x="488950" y="3810"/>
                  </a:lnTo>
                  <a:lnTo>
                    <a:pt x="490220" y="3810"/>
                  </a:lnTo>
                  <a:lnTo>
                    <a:pt x="490220" y="2540"/>
                  </a:lnTo>
                  <a:lnTo>
                    <a:pt x="490220" y="1270"/>
                  </a:lnTo>
                  <a:lnTo>
                    <a:pt x="490220" y="0"/>
                  </a:lnTo>
                  <a:close/>
                </a:path>
              </a:pathLst>
            </a:custGeom>
            <a:solidFill>
              <a:srgbClr val="694E00"/>
            </a:solidFill>
          </p:spPr>
          <p:txBody>
            <a:bodyPr wrap="square" lIns="0" tIns="0" rIns="0" bIns="0" rtlCol="0"/>
            <a:lstStyle/>
            <a:p/>
          </p:txBody>
        </p:sp>
        <p:sp>
          <p:nvSpPr>
            <p:cNvPr id="1504" name="object 1504"/>
            <p:cNvSpPr/>
            <p:nvPr/>
          </p:nvSpPr>
          <p:spPr>
            <a:xfrm>
              <a:off x="1828800" y="4170679"/>
              <a:ext cx="372110" cy="7620"/>
            </a:xfrm>
            <a:custGeom>
              <a:avLst/>
              <a:gdLst/>
              <a:ahLst/>
              <a:cxnLst/>
              <a:rect l="l" t="t" r="r" b="b"/>
              <a:pathLst>
                <a:path w="372110" h="7620">
                  <a:moveTo>
                    <a:pt x="5080" y="5080"/>
                  </a:moveTo>
                  <a:lnTo>
                    <a:pt x="3810" y="5080"/>
                  </a:lnTo>
                  <a:lnTo>
                    <a:pt x="3810" y="3810"/>
                  </a:lnTo>
                  <a:lnTo>
                    <a:pt x="2540" y="3810"/>
                  </a:lnTo>
                  <a:lnTo>
                    <a:pt x="2540" y="1270"/>
                  </a:lnTo>
                  <a:lnTo>
                    <a:pt x="1270" y="1270"/>
                  </a:lnTo>
                  <a:lnTo>
                    <a:pt x="1270" y="0"/>
                  </a:lnTo>
                  <a:lnTo>
                    <a:pt x="0" y="0"/>
                  </a:lnTo>
                  <a:lnTo>
                    <a:pt x="0" y="1270"/>
                  </a:lnTo>
                  <a:lnTo>
                    <a:pt x="0" y="3810"/>
                  </a:lnTo>
                  <a:lnTo>
                    <a:pt x="0" y="5080"/>
                  </a:lnTo>
                  <a:lnTo>
                    <a:pt x="0" y="7620"/>
                  </a:lnTo>
                  <a:lnTo>
                    <a:pt x="5080" y="7620"/>
                  </a:lnTo>
                  <a:lnTo>
                    <a:pt x="5080" y="5080"/>
                  </a:lnTo>
                  <a:close/>
                </a:path>
                <a:path w="372110" h="7620">
                  <a:moveTo>
                    <a:pt x="367030" y="2540"/>
                  </a:moveTo>
                  <a:lnTo>
                    <a:pt x="365747" y="2540"/>
                  </a:lnTo>
                  <a:lnTo>
                    <a:pt x="365747" y="1270"/>
                  </a:lnTo>
                  <a:lnTo>
                    <a:pt x="364490" y="1270"/>
                  </a:lnTo>
                  <a:lnTo>
                    <a:pt x="364490" y="0"/>
                  </a:lnTo>
                  <a:lnTo>
                    <a:pt x="109220" y="0"/>
                  </a:lnTo>
                  <a:lnTo>
                    <a:pt x="109220" y="1270"/>
                  </a:lnTo>
                  <a:lnTo>
                    <a:pt x="110490" y="1270"/>
                  </a:lnTo>
                  <a:lnTo>
                    <a:pt x="110490" y="2540"/>
                  </a:lnTo>
                  <a:lnTo>
                    <a:pt x="111760" y="2540"/>
                  </a:lnTo>
                  <a:lnTo>
                    <a:pt x="111760" y="3810"/>
                  </a:lnTo>
                  <a:lnTo>
                    <a:pt x="367030" y="3810"/>
                  </a:lnTo>
                  <a:lnTo>
                    <a:pt x="367030" y="2540"/>
                  </a:lnTo>
                  <a:close/>
                </a:path>
                <a:path w="372110" h="7620">
                  <a:moveTo>
                    <a:pt x="372110" y="6350"/>
                  </a:moveTo>
                  <a:lnTo>
                    <a:pt x="370840" y="6350"/>
                  </a:lnTo>
                  <a:lnTo>
                    <a:pt x="370840" y="5080"/>
                  </a:lnTo>
                  <a:lnTo>
                    <a:pt x="369570" y="5080"/>
                  </a:lnTo>
                  <a:lnTo>
                    <a:pt x="369570" y="3822"/>
                  </a:lnTo>
                  <a:lnTo>
                    <a:pt x="111760" y="3822"/>
                  </a:lnTo>
                  <a:lnTo>
                    <a:pt x="111760" y="5080"/>
                  </a:lnTo>
                  <a:lnTo>
                    <a:pt x="113030" y="5080"/>
                  </a:lnTo>
                  <a:lnTo>
                    <a:pt x="113030" y="6350"/>
                  </a:lnTo>
                  <a:lnTo>
                    <a:pt x="114300" y="6350"/>
                  </a:lnTo>
                  <a:lnTo>
                    <a:pt x="114300" y="7620"/>
                  </a:lnTo>
                  <a:lnTo>
                    <a:pt x="372110" y="7620"/>
                  </a:lnTo>
                  <a:lnTo>
                    <a:pt x="372110" y="6350"/>
                  </a:lnTo>
                  <a:close/>
                </a:path>
              </a:pathLst>
            </a:custGeom>
            <a:solidFill>
              <a:srgbClr val="6B5000"/>
            </a:solidFill>
          </p:spPr>
          <p:txBody>
            <a:bodyPr wrap="square" lIns="0" tIns="0" rIns="0" bIns="0" rtlCol="0"/>
            <a:lstStyle/>
            <a:p/>
          </p:txBody>
        </p:sp>
        <p:sp>
          <p:nvSpPr>
            <p:cNvPr id="1505" name="object 1505"/>
            <p:cNvSpPr/>
            <p:nvPr/>
          </p:nvSpPr>
          <p:spPr>
            <a:xfrm>
              <a:off x="1828800" y="4178299"/>
              <a:ext cx="381000" cy="6350"/>
            </a:xfrm>
            <a:custGeom>
              <a:avLst/>
              <a:gdLst/>
              <a:ahLst/>
              <a:cxnLst/>
              <a:rect l="l" t="t" r="r" b="b"/>
              <a:pathLst>
                <a:path w="381000" h="6350">
                  <a:moveTo>
                    <a:pt x="10160" y="5080"/>
                  </a:moveTo>
                  <a:lnTo>
                    <a:pt x="8890" y="5080"/>
                  </a:lnTo>
                  <a:lnTo>
                    <a:pt x="8890" y="3810"/>
                  </a:lnTo>
                  <a:lnTo>
                    <a:pt x="7620" y="3810"/>
                  </a:lnTo>
                  <a:lnTo>
                    <a:pt x="7620" y="2540"/>
                  </a:lnTo>
                  <a:lnTo>
                    <a:pt x="7620" y="1270"/>
                  </a:lnTo>
                  <a:lnTo>
                    <a:pt x="6350" y="1270"/>
                  </a:lnTo>
                  <a:lnTo>
                    <a:pt x="6350" y="0"/>
                  </a:lnTo>
                  <a:lnTo>
                    <a:pt x="0" y="0"/>
                  </a:lnTo>
                  <a:lnTo>
                    <a:pt x="0" y="1270"/>
                  </a:lnTo>
                  <a:lnTo>
                    <a:pt x="0" y="2540"/>
                  </a:lnTo>
                  <a:lnTo>
                    <a:pt x="0" y="3810"/>
                  </a:lnTo>
                  <a:lnTo>
                    <a:pt x="0" y="5080"/>
                  </a:lnTo>
                  <a:lnTo>
                    <a:pt x="0" y="6350"/>
                  </a:lnTo>
                  <a:lnTo>
                    <a:pt x="10160" y="6350"/>
                  </a:lnTo>
                  <a:lnTo>
                    <a:pt x="10160" y="5080"/>
                  </a:lnTo>
                  <a:close/>
                </a:path>
                <a:path w="381000" h="6350">
                  <a:moveTo>
                    <a:pt x="381000" y="5080"/>
                  </a:moveTo>
                  <a:lnTo>
                    <a:pt x="379730" y="5080"/>
                  </a:lnTo>
                  <a:lnTo>
                    <a:pt x="379730" y="3810"/>
                  </a:lnTo>
                  <a:lnTo>
                    <a:pt x="377190" y="3810"/>
                  </a:lnTo>
                  <a:lnTo>
                    <a:pt x="377190" y="2540"/>
                  </a:lnTo>
                  <a:lnTo>
                    <a:pt x="375920" y="2540"/>
                  </a:lnTo>
                  <a:lnTo>
                    <a:pt x="375920" y="1270"/>
                  </a:lnTo>
                  <a:lnTo>
                    <a:pt x="374650" y="1270"/>
                  </a:lnTo>
                  <a:lnTo>
                    <a:pt x="374650" y="0"/>
                  </a:lnTo>
                  <a:lnTo>
                    <a:pt x="115570" y="0"/>
                  </a:lnTo>
                  <a:lnTo>
                    <a:pt x="115570" y="1270"/>
                  </a:lnTo>
                  <a:lnTo>
                    <a:pt x="116840" y="1270"/>
                  </a:lnTo>
                  <a:lnTo>
                    <a:pt x="116840" y="2540"/>
                  </a:lnTo>
                  <a:lnTo>
                    <a:pt x="118110" y="2540"/>
                  </a:lnTo>
                  <a:lnTo>
                    <a:pt x="118110" y="3810"/>
                  </a:lnTo>
                  <a:lnTo>
                    <a:pt x="118110" y="5080"/>
                  </a:lnTo>
                  <a:lnTo>
                    <a:pt x="119380" y="5080"/>
                  </a:lnTo>
                  <a:lnTo>
                    <a:pt x="119380" y="6350"/>
                  </a:lnTo>
                  <a:lnTo>
                    <a:pt x="381000" y="6350"/>
                  </a:lnTo>
                  <a:lnTo>
                    <a:pt x="381000" y="5080"/>
                  </a:lnTo>
                  <a:close/>
                </a:path>
              </a:pathLst>
            </a:custGeom>
            <a:solidFill>
              <a:srgbClr val="6D5100"/>
            </a:solidFill>
          </p:spPr>
          <p:txBody>
            <a:bodyPr wrap="square" lIns="0" tIns="0" rIns="0" bIns="0" rtlCol="0"/>
            <a:lstStyle/>
            <a:p/>
          </p:txBody>
        </p:sp>
        <p:sp>
          <p:nvSpPr>
            <p:cNvPr id="1506" name="object 1506"/>
            <p:cNvSpPr/>
            <p:nvPr/>
          </p:nvSpPr>
          <p:spPr>
            <a:xfrm>
              <a:off x="1828800" y="4184649"/>
              <a:ext cx="391160" cy="7620"/>
            </a:xfrm>
            <a:custGeom>
              <a:avLst/>
              <a:gdLst/>
              <a:ahLst/>
              <a:cxnLst/>
              <a:rect l="l" t="t" r="r" b="b"/>
              <a:pathLst>
                <a:path w="391160" h="7620">
                  <a:moveTo>
                    <a:pt x="15240" y="6350"/>
                  </a:moveTo>
                  <a:lnTo>
                    <a:pt x="13970" y="6350"/>
                  </a:lnTo>
                  <a:lnTo>
                    <a:pt x="13970" y="5080"/>
                  </a:lnTo>
                  <a:lnTo>
                    <a:pt x="12700" y="5080"/>
                  </a:lnTo>
                  <a:lnTo>
                    <a:pt x="12700" y="2540"/>
                  </a:lnTo>
                  <a:lnTo>
                    <a:pt x="11430" y="2540"/>
                  </a:lnTo>
                  <a:lnTo>
                    <a:pt x="11430" y="1270"/>
                  </a:lnTo>
                  <a:lnTo>
                    <a:pt x="10160" y="1270"/>
                  </a:lnTo>
                  <a:lnTo>
                    <a:pt x="10160" y="0"/>
                  </a:lnTo>
                  <a:lnTo>
                    <a:pt x="0" y="0"/>
                  </a:lnTo>
                  <a:lnTo>
                    <a:pt x="0" y="7620"/>
                  </a:lnTo>
                  <a:lnTo>
                    <a:pt x="15240" y="7620"/>
                  </a:lnTo>
                  <a:lnTo>
                    <a:pt x="15240" y="6350"/>
                  </a:lnTo>
                  <a:close/>
                </a:path>
                <a:path w="391160" h="7620">
                  <a:moveTo>
                    <a:pt x="391160" y="6350"/>
                  </a:moveTo>
                  <a:lnTo>
                    <a:pt x="389890" y="6350"/>
                  </a:lnTo>
                  <a:lnTo>
                    <a:pt x="389890" y="5080"/>
                  </a:lnTo>
                  <a:lnTo>
                    <a:pt x="387350" y="5080"/>
                  </a:lnTo>
                  <a:lnTo>
                    <a:pt x="387350" y="3810"/>
                  </a:lnTo>
                  <a:lnTo>
                    <a:pt x="386067" y="3810"/>
                  </a:lnTo>
                  <a:lnTo>
                    <a:pt x="386067" y="2540"/>
                  </a:lnTo>
                  <a:lnTo>
                    <a:pt x="384797" y="2540"/>
                  </a:lnTo>
                  <a:lnTo>
                    <a:pt x="384797" y="1270"/>
                  </a:lnTo>
                  <a:lnTo>
                    <a:pt x="382270" y="1270"/>
                  </a:lnTo>
                  <a:lnTo>
                    <a:pt x="382270" y="0"/>
                  </a:lnTo>
                  <a:lnTo>
                    <a:pt x="120650" y="0"/>
                  </a:lnTo>
                  <a:lnTo>
                    <a:pt x="120650" y="1270"/>
                  </a:lnTo>
                  <a:lnTo>
                    <a:pt x="121920" y="1270"/>
                  </a:lnTo>
                  <a:lnTo>
                    <a:pt x="121920" y="2540"/>
                  </a:lnTo>
                  <a:lnTo>
                    <a:pt x="123190" y="2540"/>
                  </a:lnTo>
                  <a:lnTo>
                    <a:pt x="123190" y="3810"/>
                  </a:lnTo>
                  <a:lnTo>
                    <a:pt x="123190" y="5080"/>
                  </a:lnTo>
                  <a:lnTo>
                    <a:pt x="124460" y="5080"/>
                  </a:lnTo>
                  <a:lnTo>
                    <a:pt x="124460" y="6350"/>
                  </a:lnTo>
                  <a:lnTo>
                    <a:pt x="125730" y="6350"/>
                  </a:lnTo>
                  <a:lnTo>
                    <a:pt x="125730" y="7620"/>
                  </a:lnTo>
                  <a:lnTo>
                    <a:pt x="391160" y="7620"/>
                  </a:lnTo>
                  <a:lnTo>
                    <a:pt x="391160" y="6350"/>
                  </a:lnTo>
                  <a:close/>
                </a:path>
              </a:pathLst>
            </a:custGeom>
            <a:solidFill>
              <a:srgbClr val="6F5300"/>
            </a:solidFill>
          </p:spPr>
          <p:txBody>
            <a:bodyPr wrap="square" lIns="0" tIns="0" rIns="0" bIns="0" rtlCol="0"/>
            <a:lstStyle/>
            <a:p/>
          </p:txBody>
        </p:sp>
        <p:sp>
          <p:nvSpPr>
            <p:cNvPr id="1507" name="object 1507"/>
            <p:cNvSpPr/>
            <p:nvPr/>
          </p:nvSpPr>
          <p:spPr>
            <a:xfrm>
              <a:off x="1828800" y="4192269"/>
              <a:ext cx="402590" cy="7620"/>
            </a:xfrm>
            <a:custGeom>
              <a:avLst/>
              <a:gdLst/>
              <a:ahLst/>
              <a:cxnLst/>
              <a:rect l="l" t="t" r="r" b="b"/>
              <a:pathLst>
                <a:path w="402589" h="7620">
                  <a:moveTo>
                    <a:pt x="17780" y="5080"/>
                  </a:moveTo>
                  <a:lnTo>
                    <a:pt x="16510" y="5080"/>
                  </a:lnTo>
                  <a:lnTo>
                    <a:pt x="16510" y="1270"/>
                  </a:lnTo>
                  <a:lnTo>
                    <a:pt x="15240" y="1270"/>
                  </a:lnTo>
                  <a:lnTo>
                    <a:pt x="15240" y="0"/>
                  </a:lnTo>
                  <a:lnTo>
                    <a:pt x="0" y="0"/>
                  </a:lnTo>
                  <a:lnTo>
                    <a:pt x="0" y="1270"/>
                  </a:lnTo>
                  <a:lnTo>
                    <a:pt x="0" y="5080"/>
                  </a:lnTo>
                  <a:lnTo>
                    <a:pt x="0" y="7620"/>
                  </a:lnTo>
                  <a:lnTo>
                    <a:pt x="17780" y="7620"/>
                  </a:lnTo>
                  <a:lnTo>
                    <a:pt x="17780" y="5080"/>
                  </a:lnTo>
                  <a:close/>
                </a:path>
                <a:path w="402589" h="7620">
                  <a:moveTo>
                    <a:pt x="392430" y="0"/>
                  </a:moveTo>
                  <a:lnTo>
                    <a:pt x="127000" y="0"/>
                  </a:lnTo>
                  <a:lnTo>
                    <a:pt x="127000" y="1270"/>
                  </a:lnTo>
                  <a:lnTo>
                    <a:pt x="392430" y="1270"/>
                  </a:lnTo>
                  <a:lnTo>
                    <a:pt x="392430" y="0"/>
                  </a:lnTo>
                  <a:close/>
                </a:path>
                <a:path w="402589" h="7620">
                  <a:moveTo>
                    <a:pt x="402590" y="6350"/>
                  </a:moveTo>
                  <a:lnTo>
                    <a:pt x="400050" y="6350"/>
                  </a:lnTo>
                  <a:lnTo>
                    <a:pt x="400050" y="5080"/>
                  </a:lnTo>
                  <a:lnTo>
                    <a:pt x="398767" y="5080"/>
                  </a:lnTo>
                  <a:lnTo>
                    <a:pt x="398767" y="3810"/>
                  </a:lnTo>
                  <a:lnTo>
                    <a:pt x="396240" y="3810"/>
                  </a:lnTo>
                  <a:lnTo>
                    <a:pt x="396240" y="2540"/>
                  </a:lnTo>
                  <a:lnTo>
                    <a:pt x="394970" y="2540"/>
                  </a:lnTo>
                  <a:lnTo>
                    <a:pt x="394970" y="1282"/>
                  </a:lnTo>
                  <a:lnTo>
                    <a:pt x="128270" y="1282"/>
                  </a:lnTo>
                  <a:lnTo>
                    <a:pt x="128270" y="2540"/>
                  </a:lnTo>
                  <a:lnTo>
                    <a:pt x="129540" y="2540"/>
                  </a:lnTo>
                  <a:lnTo>
                    <a:pt x="129540" y="3810"/>
                  </a:lnTo>
                  <a:lnTo>
                    <a:pt x="129540" y="5080"/>
                  </a:lnTo>
                  <a:lnTo>
                    <a:pt x="130810" y="5080"/>
                  </a:lnTo>
                  <a:lnTo>
                    <a:pt x="130810" y="6350"/>
                  </a:lnTo>
                  <a:lnTo>
                    <a:pt x="132080" y="6350"/>
                  </a:lnTo>
                  <a:lnTo>
                    <a:pt x="132080" y="7620"/>
                  </a:lnTo>
                  <a:lnTo>
                    <a:pt x="402590" y="7620"/>
                  </a:lnTo>
                  <a:lnTo>
                    <a:pt x="402590" y="6350"/>
                  </a:lnTo>
                  <a:close/>
                </a:path>
              </a:pathLst>
            </a:custGeom>
            <a:solidFill>
              <a:srgbClr val="715400"/>
            </a:solidFill>
          </p:spPr>
          <p:txBody>
            <a:bodyPr wrap="square" lIns="0" tIns="0" rIns="0" bIns="0" rtlCol="0"/>
            <a:lstStyle/>
            <a:p/>
          </p:txBody>
        </p:sp>
        <p:sp>
          <p:nvSpPr>
            <p:cNvPr id="1508" name="object 1508"/>
            <p:cNvSpPr/>
            <p:nvPr/>
          </p:nvSpPr>
          <p:spPr>
            <a:xfrm>
              <a:off x="1828800" y="4199889"/>
              <a:ext cx="412750" cy="7620"/>
            </a:xfrm>
            <a:custGeom>
              <a:avLst/>
              <a:gdLst/>
              <a:ahLst/>
              <a:cxnLst/>
              <a:rect l="l" t="t" r="r" b="b"/>
              <a:pathLst>
                <a:path w="412750" h="7620">
                  <a:moveTo>
                    <a:pt x="19050" y="6362"/>
                  </a:moveTo>
                  <a:lnTo>
                    <a:pt x="0" y="6362"/>
                  </a:lnTo>
                  <a:lnTo>
                    <a:pt x="0" y="7620"/>
                  </a:lnTo>
                  <a:lnTo>
                    <a:pt x="19050" y="7620"/>
                  </a:lnTo>
                  <a:lnTo>
                    <a:pt x="19050" y="6362"/>
                  </a:lnTo>
                  <a:close/>
                </a:path>
                <a:path w="412750" h="7620">
                  <a:moveTo>
                    <a:pt x="19050" y="5080"/>
                  </a:moveTo>
                  <a:lnTo>
                    <a:pt x="17780" y="5080"/>
                  </a:lnTo>
                  <a:lnTo>
                    <a:pt x="17780" y="0"/>
                  </a:lnTo>
                  <a:lnTo>
                    <a:pt x="0" y="0"/>
                  </a:lnTo>
                  <a:lnTo>
                    <a:pt x="0" y="5080"/>
                  </a:lnTo>
                  <a:lnTo>
                    <a:pt x="0" y="6350"/>
                  </a:lnTo>
                  <a:lnTo>
                    <a:pt x="19050" y="6350"/>
                  </a:lnTo>
                  <a:lnTo>
                    <a:pt x="19050" y="5080"/>
                  </a:lnTo>
                  <a:close/>
                </a:path>
                <a:path w="412750" h="7620">
                  <a:moveTo>
                    <a:pt x="411480" y="5080"/>
                  </a:moveTo>
                  <a:lnTo>
                    <a:pt x="408940" y="5080"/>
                  </a:lnTo>
                  <a:lnTo>
                    <a:pt x="408940" y="3810"/>
                  </a:lnTo>
                  <a:lnTo>
                    <a:pt x="407670" y="3810"/>
                  </a:lnTo>
                  <a:lnTo>
                    <a:pt x="407670" y="2540"/>
                  </a:lnTo>
                  <a:lnTo>
                    <a:pt x="405130" y="2540"/>
                  </a:lnTo>
                  <a:lnTo>
                    <a:pt x="405130" y="1270"/>
                  </a:lnTo>
                  <a:lnTo>
                    <a:pt x="403860" y="1270"/>
                  </a:lnTo>
                  <a:lnTo>
                    <a:pt x="403860" y="12"/>
                  </a:lnTo>
                  <a:lnTo>
                    <a:pt x="133350" y="12"/>
                  </a:lnTo>
                  <a:lnTo>
                    <a:pt x="133350" y="1270"/>
                  </a:lnTo>
                  <a:lnTo>
                    <a:pt x="134620" y="1270"/>
                  </a:lnTo>
                  <a:lnTo>
                    <a:pt x="134620" y="2540"/>
                  </a:lnTo>
                  <a:lnTo>
                    <a:pt x="135890" y="2540"/>
                  </a:lnTo>
                  <a:lnTo>
                    <a:pt x="135890" y="3810"/>
                  </a:lnTo>
                  <a:lnTo>
                    <a:pt x="137160" y="3810"/>
                  </a:lnTo>
                  <a:lnTo>
                    <a:pt x="137160" y="5080"/>
                  </a:lnTo>
                  <a:lnTo>
                    <a:pt x="138430" y="5080"/>
                  </a:lnTo>
                  <a:lnTo>
                    <a:pt x="138430" y="6350"/>
                  </a:lnTo>
                  <a:lnTo>
                    <a:pt x="411480" y="6350"/>
                  </a:lnTo>
                  <a:lnTo>
                    <a:pt x="411480" y="5080"/>
                  </a:lnTo>
                  <a:close/>
                </a:path>
                <a:path w="412750" h="7620">
                  <a:moveTo>
                    <a:pt x="412750" y="6362"/>
                  </a:moveTo>
                  <a:lnTo>
                    <a:pt x="139700" y="6362"/>
                  </a:lnTo>
                  <a:lnTo>
                    <a:pt x="139700" y="7620"/>
                  </a:lnTo>
                  <a:lnTo>
                    <a:pt x="412750" y="7620"/>
                  </a:lnTo>
                  <a:lnTo>
                    <a:pt x="412750" y="6362"/>
                  </a:lnTo>
                  <a:close/>
                </a:path>
              </a:pathLst>
            </a:custGeom>
            <a:solidFill>
              <a:srgbClr val="735600"/>
            </a:solidFill>
          </p:spPr>
          <p:txBody>
            <a:bodyPr wrap="square" lIns="0" tIns="0" rIns="0" bIns="0" rtlCol="0"/>
            <a:lstStyle/>
            <a:p/>
          </p:txBody>
        </p:sp>
        <p:sp>
          <p:nvSpPr>
            <p:cNvPr id="1509" name="object 1509"/>
            <p:cNvSpPr/>
            <p:nvPr/>
          </p:nvSpPr>
          <p:spPr>
            <a:xfrm>
              <a:off x="1828800" y="4207509"/>
              <a:ext cx="422909" cy="6350"/>
            </a:xfrm>
            <a:custGeom>
              <a:avLst/>
              <a:gdLst/>
              <a:ahLst/>
              <a:cxnLst/>
              <a:rect l="l" t="t" r="r" b="b"/>
              <a:pathLst>
                <a:path w="422910" h="6350">
                  <a:moveTo>
                    <a:pt x="19050" y="0"/>
                  </a:moveTo>
                  <a:lnTo>
                    <a:pt x="0" y="0"/>
                  </a:lnTo>
                  <a:lnTo>
                    <a:pt x="0" y="5080"/>
                  </a:lnTo>
                  <a:lnTo>
                    <a:pt x="19050" y="5080"/>
                  </a:lnTo>
                  <a:lnTo>
                    <a:pt x="19050" y="0"/>
                  </a:lnTo>
                  <a:close/>
                </a:path>
                <a:path w="422910" h="6350">
                  <a:moveTo>
                    <a:pt x="20320" y="5092"/>
                  </a:moveTo>
                  <a:lnTo>
                    <a:pt x="0" y="5092"/>
                  </a:lnTo>
                  <a:lnTo>
                    <a:pt x="0" y="6350"/>
                  </a:lnTo>
                  <a:lnTo>
                    <a:pt x="20320" y="6350"/>
                  </a:lnTo>
                  <a:lnTo>
                    <a:pt x="20320" y="5092"/>
                  </a:lnTo>
                  <a:close/>
                </a:path>
                <a:path w="422910" h="6350">
                  <a:moveTo>
                    <a:pt x="420370" y="3810"/>
                  </a:moveTo>
                  <a:lnTo>
                    <a:pt x="419100" y="3810"/>
                  </a:lnTo>
                  <a:lnTo>
                    <a:pt x="419100" y="2540"/>
                  </a:lnTo>
                  <a:lnTo>
                    <a:pt x="416547" y="2540"/>
                  </a:lnTo>
                  <a:lnTo>
                    <a:pt x="416547" y="1270"/>
                  </a:lnTo>
                  <a:lnTo>
                    <a:pt x="415290" y="1270"/>
                  </a:lnTo>
                  <a:lnTo>
                    <a:pt x="415290" y="0"/>
                  </a:lnTo>
                  <a:lnTo>
                    <a:pt x="139700" y="0"/>
                  </a:lnTo>
                  <a:lnTo>
                    <a:pt x="139700" y="1270"/>
                  </a:lnTo>
                  <a:lnTo>
                    <a:pt x="140970" y="1270"/>
                  </a:lnTo>
                  <a:lnTo>
                    <a:pt x="140970" y="2540"/>
                  </a:lnTo>
                  <a:lnTo>
                    <a:pt x="142240" y="2540"/>
                  </a:lnTo>
                  <a:lnTo>
                    <a:pt x="142240" y="3810"/>
                  </a:lnTo>
                  <a:lnTo>
                    <a:pt x="143510" y="3810"/>
                  </a:lnTo>
                  <a:lnTo>
                    <a:pt x="143510" y="5080"/>
                  </a:lnTo>
                  <a:lnTo>
                    <a:pt x="420370" y="5080"/>
                  </a:lnTo>
                  <a:lnTo>
                    <a:pt x="420370" y="3810"/>
                  </a:lnTo>
                  <a:close/>
                </a:path>
                <a:path w="422910" h="6350">
                  <a:moveTo>
                    <a:pt x="422910" y="5092"/>
                  </a:moveTo>
                  <a:lnTo>
                    <a:pt x="144780" y="5092"/>
                  </a:lnTo>
                  <a:lnTo>
                    <a:pt x="144780" y="6350"/>
                  </a:lnTo>
                  <a:lnTo>
                    <a:pt x="422910" y="6350"/>
                  </a:lnTo>
                  <a:lnTo>
                    <a:pt x="422910" y="5092"/>
                  </a:lnTo>
                  <a:close/>
                </a:path>
              </a:pathLst>
            </a:custGeom>
            <a:solidFill>
              <a:srgbClr val="755700"/>
            </a:solidFill>
          </p:spPr>
          <p:txBody>
            <a:bodyPr wrap="square" lIns="0" tIns="0" rIns="0" bIns="0" rtlCol="0"/>
            <a:lstStyle/>
            <a:p/>
          </p:txBody>
        </p:sp>
        <p:sp>
          <p:nvSpPr>
            <p:cNvPr id="1510" name="object 1510"/>
            <p:cNvSpPr/>
            <p:nvPr/>
          </p:nvSpPr>
          <p:spPr>
            <a:xfrm>
              <a:off x="1828800" y="4213859"/>
              <a:ext cx="433070" cy="7620"/>
            </a:xfrm>
            <a:custGeom>
              <a:avLst/>
              <a:gdLst/>
              <a:ahLst/>
              <a:cxnLst/>
              <a:rect l="l" t="t" r="r" b="b"/>
              <a:pathLst>
                <a:path w="433069" h="7620">
                  <a:moveTo>
                    <a:pt x="21590" y="6350"/>
                  </a:moveTo>
                  <a:lnTo>
                    <a:pt x="20320" y="6350"/>
                  </a:lnTo>
                  <a:lnTo>
                    <a:pt x="20320" y="5080"/>
                  </a:lnTo>
                  <a:lnTo>
                    <a:pt x="20320" y="0"/>
                  </a:lnTo>
                  <a:lnTo>
                    <a:pt x="0" y="0"/>
                  </a:lnTo>
                  <a:lnTo>
                    <a:pt x="0" y="5080"/>
                  </a:lnTo>
                  <a:lnTo>
                    <a:pt x="0" y="6350"/>
                  </a:lnTo>
                  <a:lnTo>
                    <a:pt x="0" y="7620"/>
                  </a:lnTo>
                  <a:lnTo>
                    <a:pt x="21590" y="7620"/>
                  </a:lnTo>
                  <a:lnTo>
                    <a:pt x="21590" y="6350"/>
                  </a:lnTo>
                  <a:close/>
                </a:path>
                <a:path w="433069" h="7620">
                  <a:moveTo>
                    <a:pt x="429260" y="3810"/>
                  </a:moveTo>
                  <a:lnTo>
                    <a:pt x="427990" y="3810"/>
                  </a:lnTo>
                  <a:lnTo>
                    <a:pt x="427990" y="2540"/>
                  </a:lnTo>
                  <a:lnTo>
                    <a:pt x="425450" y="2540"/>
                  </a:lnTo>
                  <a:lnTo>
                    <a:pt x="425450" y="1270"/>
                  </a:lnTo>
                  <a:lnTo>
                    <a:pt x="424180" y="1270"/>
                  </a:lnTo>
                  <a:lnTo>
                    <a:pt x="424180" y="0"/>
                  </a:lnTo>
                  <a:lnTo>
                    <a:pt x="146050" y="0"/>
                  </a:lnTo>
                  <a:lnTo>
                    <a:pt x="146050" y="1270"/>
                  </a:lnTo>
                  <a:lnTo>
                    <a:pt x="147320" y="1270"/>
                  </a:lnTo>
                  <a:lnTo>
                    <a:pt x="147320" y="2540"/>
                  </a:lnTo>
                  <a:lnTo>
                    <a:pt x="148590" y="2540"/>
                  </a:lnTo>
                  <a:lnTo>
                    <a:pt x="148590" y="3810"/>
                  </a:lnTo>
                  <a:lnTo>
                    <a:pt x="149860" y="3810"/>
                  </a:lnTo>
                  <a:lnTo>
                    <a:pt x="149860" y="5080"/>
                  </a:lnTo>
                  <a:lnTo>
                    <a:pt x="429260" y="5080"/>
                  </a:lnTo>
                  <a:lnTo>
                    <a:pt x="429260" y="3810"/>
                  </a:lnTo>
                  <a:close/>
                </a:path>
                <a:path w="433069" h="7620">
                  <a:moveTo>
                    <a:pt x="433070" y="6350"/>
                  </a:moveTo>
                  <a:lnTo>
                    <a:pt x="431800" y="6350"/>
                  </a:lnTo>
                  <a:lnTo>
                    <a:pt x="431800" y="5092"/>
                  </a:lnTo>
                  <a:lnTo>
                    <a:pt x="151130" y="5092"/>
                  </a:lnTo>
                  <a:lnTo>
                    <a:pt x="151130" y="6350"/>
                  </a:lnTo>
                  <a:lnTo>
                    <a:pt x="152400" y="6350"/>
                  </a:lnTo>
                  <a:lnTo>
                    <a:pt x="152400" y="7620"/>
                  </a:lnTo>
                  <a:lnTo>
                    <a:pt x="433070" y="7620"/>
                  </a:lnTo>
                  <a:lnTo>
                    <a:pt x="433070" y="6350"/>
                  </a:lnTo>
                  <a:close/>
                </a:path>
              </a:pathLst>
            </a:custGeom>
            <a:solidFill>
              <a:srgbClr val="775900"/>
            </a:solidFill>
          </p:spPr>
          <p:txBody>
            <a:bodyPr wrap="square" lIns="0" tIns="0" rIns="0" bIns="0" rtlCol="0"/>
            <a:lstStyle/>
            <a:p/>
          </p:txBody>
        </p:sp>
        <p:sp>
          <p:nvSpPr>
            <p:cNvPr id="1511" name="object 1511"/>
            <p:cNvSpPr/>
            <p:nvPr/>
          </p:nvSpPr>
          <p:spPr>
            <a:xfrm>
              <a:off x="1828800" y="4221479"/>
              <a:ext cx="444500" cy="7620"/>
            </a:xfrm>
            <a:custGeom>
              <a:avLst/>
              <a:gdLst/>
              <a:ahLst/>
              <a:cxnLst/>
              <a:rect l="l" t="t" r="r" b="b"/>
              <a:pathLst>
                <a:path w="444500" h="7620">
                  <a:moveTo>
                    <a:pt x="22860" y="6350"/>
                  </a:moveTo>
                  <a:lnTo>
                    <a:pt x="21590" y="6350"/>
                  </a:lnTo>
                  <a:lnTo>
                    <a:pt x="21590" y="3810"/>
                  </a:lnTo>
                  <a:lnTo>
                    <a:pt x="21590" y="0"/>
                  </a:lnTo>
                  <a:lnTo>
                    <a:pt x="0" y="0"/>
                  </a:lnTo>
                  <a:lnTo>
                    <a:pt x="0" y="3810"/>
                  </a:lnTo>
                  <a:lnTo>
                    <a:pt x="0" y="6350"/>
                  </a:lnTo>
                  <a:lnTo>
                    <a:pt x="0" y="7620"/>
                  </a:lnTo>
                  <a:lnTo>
                    <a:pt x="22860" y="7620"/>
                  </a:lnTo>
                  <a:lnTo>
                    <a:pt x="22860" y="6350"/>
                  </a:lnTo>
                  <a:close/>
                </a:path>
                <a:path w="444500" h="7620">
                  <a:moveTo>
                    <a:pt x="439420" y="2540"/>
                  </a:moveTo>
                  <a:lnTo>
                    <a:pt x="436867" y="2540"/>
                  </a:lnTo>
                  <a:lnTo>
                    <a:pt x="436867" y="1270"/>
                  </a:lnTo>
                  <a:lnTo>
                    <a:pt x="435597" y="1270"/>
                  </a:lnTo>
                  <a:lnTo>
                    <a:pt x="435597" y="0"/>
                  </a:lnTo>
                  <a:lnTo>
                    <a:pt x="153670" y="0"/>
                  </a:lnTo>
                  <a:lnTo>
                    <a:pt x="153670" y="1270"/>
                  </a:lnTo>
                  <a:lnTo>
                    <a:pt x="154940" y="1270"/>
                  </a:lnTo>
                  <a:lnTo>
                    <a:pt x="154940" y="2540"/>
                  </a:lnTo>
                  <a:lnTo>
                    <a:pt x="156210" y="2540"/>
                  </a:lnTo>
                  <a:lnTo>
                    <a:pt x="156210" y="3810"/>
                  </a:lnTo>
                  <a:lnTo>
                    <a:pt x="439420" y="3810"/>
                  </a:lnTo>
                  <a:lnTo>
                    <a:pt x="439420" y="2540"/>
                  </a:lnTo>
                  <a:close/>
                </a:path>
                <a:path w="444500" h="7620">
                  <a:moveTo>
                    <a:pt x="444500" y="6350"/>
                  </a:moveTo>
                  <a:lnTo>
                    <a:pt x="441960" y="6350"/>
                  </a:lnTo>
                  <a:lnTo>
                    <a:pt x="441960" y="5080"/>
                  </a:lnTo>
                  <a:lnTo>
                    <a:pt x="440690" y="5080"/>
                  </a:lnTo>
                  <a:lnTo>
                    <a:pt x="440690" y="3822"/>
                  </a:lnTo>
                  <a:lnTo>
                    <a:pt x="157480" y="3822"/>
                  </a:lnTo>
                  <a:lnTo>
                    <a:pt x="157480" y="5080"/>
                  </a:lnTo>
                  <a:lnTo>
                    <a:pt x="158750" y="5080"/>
                  </a:lnTo>
                  <a:lnTo>
                    <a:pt x="158750" y="6350"/>
                  </a:lnTo>
                  <a:lnTo>
                    <a:pt x="160020" y="6350"/>
                  </a:lnTo>
                  <a:lnTo>
                    <a:pt x="160020" y="7620"/>
                  </a:lnTo>
                  <a:lnTo>
                    <a:pt x="444500" y="7620"/>
                  </a:lnTo>
                  <a:lnTo>
                    <a:pt x="444500" y="6350"/>
                  </a:lnTo>
                  <a:close/>
                </a:path>
              </a:pathLst>
            </a:custGeom>
            <a:solidFill>
              <a:srgbClr val="795A00"/>
            </a:solidFill>
          </p:spPr>
          <p:txBody>
            <a:bodyPr wrap="square" lIns="0" tIns="0" rIns="0" bIns="0" rtlCol="0"/>
            <a:lstStyle/>
            <a:p/>
          </p:txBody>
        </p:sp>
        <p:sp>
          <p:nvSpPr>
            <p:cNvPr id="1512" name="object 1512"/>
            <p:cNvSpPr/>
            <p:nvPr/>
          </p:nvSpPr>
          <p:spPr>
            <a:xfrm>
              <a:off x="1828800" y="4229099"/>
              <a:ext cx="453390" cy="6350"/>
            </a:xfrm>
            <a:custGeom>
              <a:avLst/>
              <a:gdLst/>
              <a:ahLst/>
              <a:cxnLst/>
              <a:rect l="l" t="t" r="r" b="b"/>
              <a:pathLst>
                <a:path w="453389" h="6350">
                  <a:moveTo>
                    <a:pt x="22860" y="2552"/>
                  </a:moveTo>
                  <a:lnTo>
                    <a:pt x="0" y="2552"/>
                  </a:lnTo>
                  <a:lnTo>
                    <a:pt x="0" y="6350"/>
                  </a:lnTo>
                  <a:lnTo>
                    <a:pt x="22860" y="6350"/>
                  </a:lnTo>
                  <a:lnTo>
                    <a:pt x="22860" y="2552"/>
                  </a:lnTo>
                  <a:close/>
                </a:path>
                <a:path w="453389" h="6350">
                  <a:moveTo>
                    <a:pt x="22860" y="0"/>
                  </a:moveTo>
                  <a:lnTo>
                    <a:pt x="0" y="0"/>
                  </a:lnTo>
                  <a:lnTo>
                    <a:pt x="0" y="2540"/>
                  </a:lnTo>
                  <a:lnTo>
                    <a:pt x="22860" y="2540"/>
                  </a:lnTo>
                  <a:lnTo>
                    <a:pt x="22860" y="0"/>
                  </a:lnTo>
                  <a:close/>
                </a:path>
                <a:path w="453389" h="6350">
                  <a:moveTo>
                    <a:pt x="448310" y="1270"/>
                  </a:moveTo>
                  <a:lnTo>
                    <a:pt x="445770" y="1270"/>
                  </a:lnTo>
                  <a:lnTo>
                    <a:pt x="445770" y="0"/>
                  </a:lnTo>
                  <a:lnTo>
                    <a:pt x="161290" y="0"/>
                  </a:lnTo>
                  <a:lnTo>
                    <a:pt x="161290" y="1270"/>
                  </a:lnTo>
                  <a:lnTo>
                    <a:pt x="162560" y="1270"/>
                  </a:lnTo>
                  <a:lnTo>
                    <a:pt x="162560" y="2540"/>
                  </a:lnTo>
                  <a:lnTo>
                    <a:pt x="448310" y="2540"/>
                  </a:lnTo>
                  <a:lnTo>
                    <a:pt x="448310" y="1270"/>
                  </a:lnTo>
                  <a:close/>
                </a:path>
                <a:path w="453389" h="6350">
                  <a:moveTo>
                    <a:pt x="453390" y="5080"/>
                  </a:moveTo>
                  <a:lnTo>
                    <a:pt x="450850" y="5080"/>
                  </a:lnTo>
                  <a:lnTo>
                    <a:pt x="450850" y="3810"/>
                  </a:lnTo>
                  <a:lnTo>
                    <a:pt x="449580" y="3810"/>
                  </a:lnTo>
                  <a:lnTo>
                    <a:pt x="449580" y="2552"/>
                  </a:lnTo>
                  <a:lnTo>
                    <a:pt x="163830" y="2552"/>
                  </a:lnTo>
                  <a:lnTo>
                    <a:pt x="163830" y="3810"/>
                  </a:lnTo>
                  <a:lnTo>
                    <a:pt x="165100" y="3810"/>
                  </a:lnTo>
                  <a:lnTo>
                    <a:pt x="165100" y="5080"/>
                  </a:lnTo>
                  <a:lnTo>
                    <a:pt x="166370" y="5080"/>
                  </a:lnTo>
                  <a:lnTo>
                    <a:pt x="166370" y="6350"/>
                  </a:lnTo>
                  <a:lnTo>
                    <a:pt x="453390" y="6350"/>
                  </a:lnTo>
                  <a:lnTo>
                    <a:pt x="453390" y="5080"/>
                  </a:lnTo>
                  <a:close/>
                </a:path>
              </a:pathLst>
            </a:custGeom>
            <a:solidFill>
              <a:srgbClr val="7B5C00"/>
            </a:solidFill>
          </p:spPr>
          <p:txBody>
            <a:bodyPr wrap="square" lIns="0" tIns="0" rIns="0" bIns="0" rtlCol="0"/>
            <a:lstStyle/>
            <a:p/>
          </p:txBody>
        </p:sp>
        <p:sp>
          <p:nvSpPr>
            <p:cNvPr id="1513" name="object 1513"/>
            <p:cNvSpPr/>
            <p:nvPr/>
          </p:nvSpPr>
          <p:spPr>
            <a:xfrm>
              <a:off x="1828800" y="4235449"/>
              <a:ext cx="463550" cy="7620"/>
            </a:xfrm>
            <a:custGeom>
              <a:avLst/>
              <a:gdLst/>
              <a:ahLst/>
              <a:cxnLst/>
              <a:rect l="l" t="t" r="r" b="b"/>
              <a:pathLst>
                <a:path w="463550" h="7620">
                  <a:moveTo>
                    <a:pt x="24130" y="2552"/>
                  </a:moveTo>
                  <a:lnTo>
                    <a:pt x="0" y="2552"/>
                  </a:lnTo>
                  <a:lnTo>
                    <a:pt x="0" y="7620"/>
                  </a:lnTo>
                  <a:lnTo>
                    <a:pt x="24130" y="7620"/>
                  </a:lnTo>
                  <a:lnTo>
                    <a:pt x="24130" y="2552"/>
                  </a:lnTo>
                  <a:close/>
                </a:path>
                <a:path w="463550" h="7620">
                  <a:moveTo>
                    <a:pt x="24130" y="0"/>
                  </a:moveTo>
                  <a:lnTo>
                    <a:pt x="0" y="0"/>
                  </a:lnTo>
                  <a:lnTo>
                    <a:pt x="0" y="2540"/>
                  </a:lnTo>
                  <a:lnTo>
                    <a:pt x="24130" y="2540"/>
                  </a:lnTo>
                  <a:lnTo>
                    <a:pt x="24130" y="0"/>
                  </a:lnTo>
                  <a:close/>
                </a:path>
                <a:path w="463550" h="7620">
                  <a:moveTo>
                    <a:pt x="457200" y="1270"/>
                  </a:moveTo>
                  <a:lnTo>
                    <a:pt x="454647" y="1270"/>
                  </a:lnTo>
                  <a:lnTo>
                    <a:pt x="454647" y="0"/>
                  </a:lnTo>
                  <a:lnTo>
                    <a:pt x="167640" y="0"/>
                  </a:lnTo>
                  <a:lnTo>
                    <a:pt x="167640" y="1270"/>
                  </a:lnTo>
                  <a:lnTo>
                    <a:pt x="168910" y="1270"/>
                  </a:lnTo>
                  <a:lnTo>
                    <a:pt x="168910" y="2540"/>
                  </a:lnTo>
                  <a:lnTo>
                    <a:pt x="457200" y="2540"/>
                  </a:lnTo>
                  <a:lnTo>
                    <a:pt x="457200" y="1270"/>
                  </a:lnTo>
                  <a:close/>
                </a:path>
                <a:path w="463550" h="7620">
                  <a:moveTo>
                    <a:pt x="463550" y="6350"/>
                  </a:moveTo>
                  <a:lnTo>
                    <a:pt x="462267" y="6350"/>
                  </a:lnTo>
                  <a:lnTo>
                    <a:pt x="462267" y="5080"/>
                  </a:lnTo>
                  <a:lnTo>
                    <a:pt x="459740" y="5080"/>
                  </a:lnTo>
                  <a:lnTo>
                    <a:pt x="459740" y="3810"/>
                  </a:lnTo>
                  <a:lnTo>
                    <a:pt x="458470" y="3810"/>
                  </a:lnTo>
                  <a:lnTo>
                    <a:pt x="458470" y="2552"/>
                  </a:lnTo>
                  <a:lnTo>
                    <a:pt x="170180" y="2552"/>
                  </a:lnTo>
                  <a:lnTo>
                    <a:pt x="170180" y="3810"/>
                  </a:lnTo>
                  <a:lnTo>
                    <a:pt x="172720" y="3810"/>
                  </a:lnTo>
                  <a:lnTo>
                    <a:pt x="172720" y="5080"/>
                  </a:lnTo>
                  <a:lnTo>
                    <a:pt x="173990" y="5080"/>
                  </a:lnTo>
                  <a:lnTo>
                    <a:pt x="173990" y="6350"/>
                  </a:lnTo>
                  <a:lnTo>
                    <a:pt x="175260" y="6350"/>
                  </a:lnTo>
                  <a:lnTo>
                    <a:pt x="175260" y="7620"/>
                  </a:lnTo>
                  <a:lnTo>
                    <a:pt x="463550" y="7620"/>
                  </a:lnTo>
                  <a:lnTo>
                    <a:pt x="463550" y="6350"/>
                  </a:lnTo>
                  <a:close/>
                </a:path>
              </a:pathLst>
            </a:custGeom>
            <a:solidFill>
              <a:srgbClr val="7D5D00"/>
            </a:solidFill>
          </p:spPr>
          <p:txBody>
            <a:bodyPr wrap="square" lIns="0" tIns="0" rIns="0" bIns="0" rtlCol="0"/>
            <a:lstStyle/>
            <a:p/>
          </p:txBody>
        </p:sp>
        <p:sp>
          <p:nvSpPr>
            <p:cNvPr id="1514" name="object 1514"/>
            <p:cNvSpPr/>
            <p:nvPr/>
          </p:nvSpPr>
          <p:spPr>
            <a:xfrm>
              <a:off x="1828800" y="4243069"/>
              <a:ext cx="473709" cy="7620"/>
            </a:xfrm>
            <a:custGeom>
              <a:avLst/>
              <a:gdLst/>
              <a:ahLst/>
              <a:cxnLst/>
              <a:rect l="l" t="t" r="r" b="b"/>
              <a:pathLst>
                <a:path w="473710" h="7620">
                  <a:moveTo>
                    <a:pt x="25400" y="1282"/>
                  </a:moveTo>
                  <a:lnTo>
                    <a:pt x="0" y="1282"/>
                  </a:lnTo>
                  <a:lnTo>
                    <a:pt x="0" y="7620"/>
                  </a:lnTo>
                  <a:lnTo>
                    <a:pt x="25400" y="7620"/>
                  </a:lnTo>
                  <a:lnTo>
                    <a:pt x="25400" y="1282"/>
                  </a:lnTo>
                  <a:close/>
                </a:path>
                <a:path w="473710" h="7620">
                  <a:moveTo>
                    <a:pt x="25400" y="0"/>
                  </a:moveTo>
                  <a:lnTo>
                    <a:pt x="0" y="0"/>
                  </a:lnTo>
                  <a:lnTo>
                    <a:pt x="0" y="1270"/>
                  </a:lnTo>
                  <a:lnTo>
                    <a:pt x="25400" y="1270"/>
                  </a:lnTo>
                  <a:lnTo>
                    <a:pt x="25400" y="0"/>
                  </a:lnTo>
                  <a:close/>
                </a:path>
                <a:path w="473710" h="7620">
                  <a:moveTo>
                    <a:pt x="466090" y="0"/>
                  </a:moveTo>
                  <a:lnTo>
                    <a:pt x="176530" y="0"/>
                  </a:lnTo>
                  <a:lnTo>
                    <a:pt x="176530" y="1270"/>
                  </a:lnTo>
                  <a:lnTo>
                    <a:pt x="466090" y="1270"/>
                  </a:lnTo>
                  <a:lnTo>
                    <a:pt x="466090" y="0"/>
                  </a:lnTo>
                  <a:close/>
                </a:path>
                <a:path w="473710" h="7620">
                  <a:moveTo>
                    <a:pt x="473710" y="6350"/>
                  </a:moveTo>
                  <a:lnTo>
                    <a:pt x="472440" y="6350"/>
                  </a:lnTo>
                  <a:lnTo>
                    <a:pt x="472440" y="5080"/>
                  </a:lnTo>
                  <a:lnTo>
                    <a:pt x="471170" y="5080"/>
                  </a:lnTo>
                  <a:lnTo>
                    <a:pt x="471170" y="3810"/>
                  </a:lnTo>
                  <a:lnTo>
                    <a:pt x="468630" y="3810"/>
                  </a:lnTo>
                  <a:lnTo>
                    <a:pt x="468630" y="2540"/>
                  </a:lnTo>
                  <a:lnTo>
                    <a:pt x="467360" y="2540"/>
                  </a:lnTo>
                  <a:lnTo>
                    <a:pt x="467360" y="1282"/>
                  </a:lnTo>
                  <a:lnTo>
                    <a:pt x="177800" y="1282"/>
                  </a:lnTo>
                  <a:lnTo>
                    <a:pt x="177800" y="2540"/>
                  </a:lnTo>
                  <a:lnTo>
                    <a:pt x="179070" y="2540"/>
                  </a:lnTo>
                  <a:lnTo>
                    <a:pt x="179070" y="3810"/>
                  </a:lnTo>
                  <a:lnTo>
                    <a:pt x="180340" y="3810"/>
                  </a:lnTo>
                  <a:lnTo>
                    <a:pt x="180340" y="5080"/>
                  </a:lnTo>
                  <a:lnTo>
                    <a:pt x="181610" y="5080"/>
                  </a:lnTo>
                  <a:lnTo>
                    <a:pt x="181610" y="6350"/>
                  </a:lnTo>
                  <a:lnTo>
                    <a:pt x="182880" y="6350"/>
                  </a:lnTo>
                  <a:lnTo>
                    <a:pt x="182880" y="7620"/>
                  </a:lnTo>
                  <a:lnTo>
                    <a:pt x="473710" y="7620"/>
                  </a:lnTo>
                  <a:lnTo>
                    <a:pt x="473710" y="6350"/>
                  </a:lnTo>
                  <a:close/>
                </a:path>
              </a:pathLst>
            </a:custGeom>
            <a:solidFill>
              <a:srgbClr val="7F5F00"/>
            </a:solidFill>
          </p:spPr>
          <p:txBody>
            <a:bodyPr wrap="square" lIns="0" tIns="0" rIns="0" bIns="0" rtlCol="0"/>
            <a:lstStyle/>
            <a:p/>
          </p:txBody>
        </p:sp>
        <p:sp>
          <p:nvSpPr>
            <p:cNvPr id="1515" name="object 1515"/>
            <p:cNvSpPr/>
            <p:nvPr/>
          </p:nvSpPr>
          <p:spPr>
            <a:xfrm>
              <a:off x="1828800" y="4250702"/>
              <a:ext cx="482600" cy="6350"/>
            </a:xfrm>
            <a:custGeom>
              <a:avLst/>
              <a:gdLst/>
              <a:ahLst/>
              <a:cxnLst/>
              <a:rect l="l" t="t" r="r" b="b"/>
              <a:pathLst>
                <a:path w="482600" h="6350">
                  <a:moveTo>
                    <a:pt x="26670" y="0"/>
                  </a:moveTo>
                  <a:lnTo>
                    <a:pt x="0" y="0"/>
                  </a:lnTo>
                  <a:lnTo>
                    <a:pt x="0" y="6337"/>
                  </a:lnTo>
                  <a:lnTo>
                    <a:pt x="26670" y="6337"/>
                  </a:lnTo>
                  <a:lnTo>
                    <a:pt x="26670" y="0"/>
                  </a:lnTo>
                  <a:close/>
                </a:path>
                <a:path w="482600" h="6350">
                  <a:moveTo>
                    <a:pt x="482600" y="5067"/>
                  </a:moveTo>
                  <a:lnTo>
                    <a:pt x="480060" y="5067"/>
                  </a:lnTo>
                  <a:lnTo>
                    <a:pt x="480060" y="3797"/>
                  </a:lnTo>
                  <a:lnTo>
                    <a:pt x="478790" y="3797"/>
                  </a:lnTo>
                  <a:lnTo>
                    <a:pt x="478790" y="2527"/>
                  </a:lnTo>
                  <a:lnTo>
                    <a:pt x="477520" y="2527"/>
                  </a:lnTo>
                  <a:lnTo>
                    <a:pt x="477520" y="1257"/>
                  </a:lnTo>
                  <a:lnTo>
                    <a:pt x="476250" y="1257"/>
                  </a:lnTo>
                  <a:lnTo>
                    <a:pt x="476250" y="0"/>
                  </a:lnTo>
                  <a:lnTo>
                    <a:pt x="184150" y="0"/>
                  </a:lnTo>
                  <a:lnTo>
                    <a:pt x="184150" y="1257"/>
                  </a:lnTo>
                  <a:lnTo>
                    <a:pt x="185420" y="1257"/>
                  </a:lnTo>
                  <a:lnTo>
                    <a:pt x="185420" y="2527"/>
                  </a:lnTo>
                  <a:lnTo>
                    <a:pt x="186690" y="2527"/>
                  </a:lnTo>
                  <a:lnTo>
                    <a:pt x="186690" y="3797"/>
                  </a:lnTo>
                  <a:lnTo>
                    <a:pt x="187960" y="3797"/>
                  </a:lnTo>
                  <a:lnTo>
                    <a:pt x="187960" y="5067"/>
                  </a:lnTo>
                  <a:lnTo>
                    <a:pt x="189230" y="5067"/>
                  </a:lnTo>
                  <a:lnTo>
                    <a:pt x="189230" y="6337"/>
                  </a:lnTo>
                  <a:lnTo>
                    <a:pt x="482600" y="6337"/>
                  </a:lnTo>
                  <a:lnTo>
                    <a:pt x="482600" y="5067"/>
                  </a:lnTo>
                  <a:close/>
                </a:path>
              </a:pathLst>
            </a:custGeom>
            <a:solidFill>
              <a:srgbClr val="816000"/>
            </a:solidFill>
          </p:spPr>
          <p:txBody>
            <a:bodyPr wrap="square" lIns="0" tIns="0" rIns="0" bIns="0" rtlCol="0"/>
            <a:lstStyle/>
            <a:p/>
          </p:txBody>
        </p:sp>
        <p:sp>
          <p:nvSpPr>
            <p:cNvPr id="1516" name="object 1516"/>
            <p:cNvSpPr/>
            <p:nvPr/>
          </p:nvSpPr>
          <p:spPr>
            <a:xfrm>
              <a:off x="1828800" y="4257052"/>
              <a:ext cx="491490" cy="7620"/>
            </a:xfrm>
            <a:custGeom>
              <a:avLst/>
              <a:gdLst/>
              <a:ahLst/>
              <a:cxnLst/>
              <a:rect l="l" t="t" r="r" b="b"/>
              <a:pathLst>
                <a:path w="491489" h="7620">
                  <a:moveTo>
                    <a:pt x="27940" y="6350"/>
                  </a:moveTo>
                  <a:lnTo>
                    <a:pt x="0" y="6350"/>
                  </a:lnTo>
                  <a:lnTo>
                    <a:pt x="0" y="7607"/>
                  </a:lnTo>
                  <a:lnTo>
                    <a:pt x="27940" y="7607"/>
                  </a:lnTo>
                  <a:lnTo>
                    <a:pt x="27940" y="6350"/>
                  </a:lnTo>
                  <a:close/>
                </a:path>
                <a:path w="491489" h="7620">
                  <a:moveTo>
                    <a:pt x="27940" y="0"/>
                  </a:moveTo>
                  <a:lnTo>
                    <a:pt x="0" y="0"/>
                  </a:lnTo>
                  <a:lnTo>
                    <a:pt x="0" y="6337"/>
                  </a:lnTo>
                  <a:lnTo>
                    <a:pt x="27940" y="6337"/>
                  </a:lnTo>
                  <a:lnTo>
                    <a:pt x="27940" y="0"/>
                  </a:lnTo>
                  <a:close/>
                </a:path>
                <a:path w="491489" h="7620">
                  <a:moveTo>
                    <a:pt x="490220" y="5067"/>
                  </a:moveTo>
                  <a:lnTo>
                    <a:pt x="488950" y="5067"/>
                  </a:lnTo>
                  <a:lnTo>
                    <a:pt x="488950" y="3797"/>
                  </a:lnTo>
                  <a:lnTo>
                    <a:pt x="486397" y="3797"/>
                  </a:lnTo>
                  <a:lnTo>
                    <a:pt x="486397" y="2527"/>
                  </a:lnTo>
                  <a:lnTo>
                    <a:pt x="485140" y="2527"/>
                  </a:lnTo>
                  <a:lnTo>
                    <a:pt x="485140" y="1257"/>
                  </a:lnTo>
                  <a:lnTo>
                    <a:pt x="483870" y="1257"/>
                  </a:lnTo>
                  <a:lnTo>
                    <a:pt x="483870" y="0"/>
                  </a:lnTo>
                  <a:lnTo>
                    <a:pt x="190500" y="0"/>
                  </a:lnTo>
                  <a:lnTo>
                    <a:pt x="190500" y="1257"/>
                  </a:lnTo>
                  <a:lnTo>
                    <a:pt x="191770" y="1257"/>
                  </a:lnTo>
                  <a:lnTo>
                    <a:pt x="191770" y="2527"/>
                  </a:lnTo>
                  <a:lnTo>
                    <a:pt x="193040" y="2527"/>
                  </a:lnTo>
                  <a:lnTo>
                    <a:pt x="193040" y="3797"/>
                  </a:lnTo>
                  <a:lnTo>
                    <a:pt x="194310" y="3797"/>
                  </a:lnTo>
                  <a:lnTo>
                    <a:pt x="194310" y="5067"/>
                  </a:lnTo>
                  <a:lnTo>
                    <a:pt x="195580" y="5067"/>
                  </a:lnTo>
                  <a:lnTo>
                    <a:pt x="195580" y="6337"/>
                  </a:lnTo>
                  <a:lnTo>
                    <a:pt x="490220" y="6337"/>
                  </a:lnTo>
                  <a:lnTo>
                    <a:pt x="490220" y="5067"/>
                  </a:lnTo>
                  <a:close/>
                </a:path>
                <a:path w="491489" h="7620">
                  <a:moveTo>
                    <a:pt x="491490" y="6350"/>
                  </a:moveTo>
                  <a:lnTo>
                    <a:pt x="198120" y="6350"/>
                  </a:lnTo>
                  <a:lnTo>
                    <a:pt x="198120" y="7607"/>
                  </a:lnTo>
                  <a:lnTo>
                    <a:pt x="491490" y="7607"/>
                  </a:lnTo>
                  <a:lnTo>
                    <a:pt x="491490" y="6350"/>
                  </a:lnTo>
                  <a:close/>
                </a:path>
              </a:pathLst>
            </a:custGeom>
            <a:solidFill>
              <a:srgbClr val="836200"/>
            </a:solidFill>
          </p:spPr>
          <p:txBody>
            <a:bodyPr wrap="square" lIns="0" tIns="0" rIns="0" bIns="0" rtlCol="0"/>
            <a:lstStyle/>
            <a:p/>
          </p:txBody>
        </p:sp>
        <p:sp>
          <p:nvSpPr>
            <p:cNvPr id="1517" name="object 1517"/>
            <p:cNvSpPr/>
            <p:nvPr/>
          </p:nvSpPr>
          <p:spPr>
            <a:xfrm>
              <a:off x="1828800" y="4264659"/>
              <a:ext cx="501650" cy="7620"/>
            </a:xfrm>
            <a:custGeom>
              <a:avLst/>
              <a:gdLst/>
              <a:ahLst/>
              <a:cxnLst/>
              <a:rect l="l" t="t" r="r" b="b"/>
              <a:pathLst>
                <a:path w="501650" h="7620">
                  <a:moveTo>
                    <a:pt x="30480" y="6350"/>
                  </a:moveTo>
                  <a:lnTo>
                    <a:pt x="29210" y="6350"/>
                  </a:lnTo>
                  <a:lnTo>
                    <a:pt x="29210" y="5080"/>
                  </a:lnTo>
                  <a:lnTo>
                    <a:pt x="29210" y="0"/>
                  </a:lnTo>
                  <a:lnTo>
                    <a:pt x="0" y="0"/>
                  </a:lnTo>
                  <a:lnTo>
                    <a:pt x="0" y="5080"/>
                  </a:lnTo>
                  <a:lnTo>
                    <a:pt x="0" y="6350"/>
                  </a:lnTo>
                  <a:lnTo>
                    <a:pt x="0" y="7620"/>
                  </a:lnTo>
                  <a:lnTo>
                    <a:pt x="30480" y="7620"/>
                  </a:lnTo>
                  <a:lnTo>
                    <a:pt x="30480" y="6350"/>
                  </a:lnTo>
                  <a:close/>
                </a:path>
                <a:path w="501650" h="7620">
                  <a:moveTo>
                    <a:pt x="497840" y="3810"/>
                  </a:moveTo>
                  <a:lnTo>
                    <a:pt x="496570" y="3810"/>
                  </a:lnTo>
                  <a:lnTo>
                    <a:pt x="496570" y="2540"/>
                  </a:lnTo>
                  <a:lnTo>
                    <a:pt x="495300" y="2540"/>
                  </a:lnTo>
                  <a:lnTo>
                    <a:pt x="495300" y="1270"/>
                  </a:lnTo>
                  <a:lnTo>
                    <a:pt x="494017" y="1270"/>
                  </a:lnTo>
                  <a:lnTo>
                    <a:pt x="494017" y="0"/>
                  </a:lnTo>
                  <a:lnTo>
                    <a:pt x="199390" y="0"/>
                  </a:lnTo>
                  <a:lnTo>
                    <a:pt x="199390" y="1270"/>
                  </a:lnTo>
                  <a:lnTo>
                    <a:pt x="200660" y="1270"/>
                  </a:lnTo>
                  <a:lnTo>
                    <a:pt x="200660" y="2540"/>
                  </a:lnTo>
                  <a:lnTo>
                    <a:pt x="201930" y="2540"/>
                  </a:lnTo>
                  <a:lnTo>
                    <a:pt x="201930" y="3810"/>
                  </a:lnTo>
                  <a:lnTo>
                    <a:pt x="203200" y="3810"/>
                  </a:lnTo>
                  <a:lnTo>
                    <a:pt x="203200" y="5080"/>
                  </a:lnTo>
                  <a:lnTo>
                    <a:pt x="497840" y="5080"/>
                  </a:lnTo>
                  <a:lnTo>
                    <a:pt x="497840" y="3810"/>
                  </a:lnTo>
                  <a:close/>
                </a:path>
                <a:path w="501650" h="7620">
                  <a:moveTo>
                    <a:pt x="501650" y="6350"/>
                  </a:moveTo>
                  <a:lnTo>
                    <a:pt x="500380" y="6350"/>
                  </a:lnTo>
                  <a:lnTo>
                    <a:pt x="500380" y="5092"/>
                  </a:lnTo>
                  <a:lnTo>
                    <a:pt x="204470" y="5092"/>
                  </a:lnTo>
                  <a:lnTo>
                    <a:pt x="204470" y="6350"/>
                  </a:lnTo>
                  <a:lnTo>
                    <a:pt x="205740" y="6350"/>
                  </a:lnTo>
                  <a:lnTo>
                    <a:pt x="205740" y="7620"/>
                  </a:lnTo>
                  <a:lnTo>
                    <a:pt x="501650" y="7620"/>
                  </a:lnTo>
                  <a:lnTo>
                    <a:pt x="501650" y="6350"/>
                  </a:lnTo>
                  <a:close/>
                </a:path>
              </a:pathLst>
            </a:custGeom>
            <a:solidFill>
              <a:srgbClr val="856300"/>
            </a:solidFill>
          </p:spPr>
          <p:txBody>
            <a:bodyPr wrap="square" lIns="0" tIns="0" rIns="0" bIns="0" rtlCol="0"/>
            <a:lstStyle/>
            <a:p/>
          </p:txBody>
        </p:sp>
        <p:sp>
          <p:nvSpPr>
            <p:cNvPr id="1518" name="object 1518"/>
            <p:cNvSpPr/>
            <p:nvPr/>
          </p:nvSpPr>
          <p:spPr>
            <a:xfrm>
              <a:off x="1828800" y="4272279"/>
              <a:ext cx="510540" cy="7620"/>
            </a:xfrm>
            <a:custGeom>
              <a:avLst/>
              <a:gdLst/>
              <a:ahLst/>
              <a:cxnLst/>
              <a:rect l="l" t="t" r="r" b="b"/>
              <a:pathLst>
                <a:path w="510539" h="7620">
                  <a:moveTo>
                    <a:pt x="30480" y="0"/>
                  </a:moveTo>
                  <a:lnTo>
                    <a:pt x="0" y="0"/>
                  </a:lnTo>
                  <a:lnTo>
                    <a:pt x="0" y="3810"/>
                  </a:lnTo>
                  <a:lnTo>
                    <a:pt x="30480" y="3810"/>
                  </a:lnTo>
                  <a:lnTo>
                    <a:pt x="30480" y="0"/>
                  </a:lnTo>
                  <a:close/>
                </a:path>
                <a:path w="510539" h="7620">
                  <a:moveTo>
                    <a:pt x="31750" y="3822"/>
                  </a:moveTo>
                  <a:lnTo>
                    <a:pt x="0" y="3822"/>
                  </a:lnTo>
                  <a:lnTo>
                    <a:pt x="0" y="7620"/>
                  </a:lnTo>
                  <a:lnTo>
                    <a:pt x="31750" y="7620"/>
                  </a:lnTo>
                  <a:lnTo>
                    <a:pt x="31750" y="3822"/>
                  </a:lnTo>
                  <a:close/>
                </a:path>
                <a:path w="510539" h="7620">
                  <a:moveTo>
                    <a:pt x="506730" y="2540"/>
                  </a:moveTo>
                  <a:lnTo>
                    <a:pt x="504190" y="2540"/>
                  </a:lnTo>
                  <a:lnTo>
                    <a:pt x="504190" y="1270"/>
                  </a:lnTo>
                  <a:lnTo>
                    <a:pt x="502920" y="1270"/>
                  </a:lnTo>
                  <a:lnTo>
                    <a:pt x="502920" y="0"/>
                  </a:lnTo>
                  <a:lnTo>
                    <a:pt x="207010" y="0"/>
                  </a:lnTo>
                  <a:lnTo>
                    <a:pt x="207010" y="1270"/>
                  </a:lnTo>
                  <a:lnTo>
                    <a:pt x="208280" y="1270"/>
                  </a:lnTo>
                  <a:lnTo>
                    <a:pt x="208280" y="2540"/>
                  </a:lnTo>
                  <a:lnTo>
                    <a:pt x="209550" y="2540"/>
                  </a:lnTo>
                  <a:lnTo>
                    <a:pt x="209550" y="3810"/>
                  </a:lnTo>
                  <a:lnTo>
                    <a:pt x="506730" y="3810"/>
                  </a:lnTo>
                  <a:lnTo>
                    <a:pt x="506730" y="2540"/>
                  </a:lnTo>
                  <a:close/>
                </a:path>
                <a:path w="510539" h="7620">
                  <a:moveTo>
                    <a:pt x="510540" y="6350"/>
                  </a:moveTo>
                  <a:lnTo>
                    <a:pt x="509270" y="6350"/>
                  </a:lnTo>
                  <a:lnTo>
                    <a:pt x="509270" y="5080"/>
                  </a:lnTo>
                  <a:lnTo>
                    <a:pt x="508000" y="5080"/>
                  </a:lnTo>
                  <a:lnTo>
                    <a:pt x="508000" y="3822"/>
                  </a:lnTo>
                  <a:lnTo>
                    <a:pt x="210820" y="3822"/>
                  </a:lnTo>
                  <a:lnTo>
                    <a:pt x="210820" y="5080"/>
                  </a:lnTo>
                  <a:lnTo>
                    <a:pt x="212090" y="5080"/>
                  </a:lnTo>
                  <a:lnTo>
                    <a:pt x="212090" y="6350"/>
                  </a:lnTo>
                  <a:lnTo>
                    <a:pt x="213360" y="6350"/>
                  </a:lnTo>
                  <a:lnTo>
                    <a:pt x="213360" y="7620"/>
                  </a:lnTo>
                  <a:lnTo>
                    <a:pt x="510540" y="7620"/>
                  </a:lnTo>
                  <a:lnTo>
                    <a:pt x="510540" y="6350"/>
                  </a:lnTo>
                  <a:close/>
                </a:path>
              </a:pathLst>
            </a:custGeom>
            <a:solidFill>
              <a:srgbClr val="876600"/>
            </a:solidFill>
          </p:spPr>
          <p:txBody>
            <a:bodyPr wrap="square" lIns="0" tIns="0" rIns="0" bIns="0" rtlCol="0"/>
            <a:lstStyle/>
            <a:p/>
          </p:txBody>
        </p:sp>
        <p:sp>
          <p:nvSpPr>
            <p:cNvPr id="1519" name="object 1519"/>
            <p:cNvSpPr/>
            <p:nvPr/>
          </p:nvSpPr>
          <p:spPr>
            <a:xfrm>
              <a:off x="1828800" y="4279899"/>
              <a:ext cx="518159" cy="6350"/>
            </a:xfrm>
            <a:custGeom>
              <a:avLst/>
              <a:gdLst/>
              <a:ahLst/>
              <a:cxnLst/>
              <a:rect l="l" t="t" r="r" b="b"/>
              <a:pathLst>
                <a:path w="518160" h="6350">
                  <a:moveTo>
                    <a:pt x="33020" y="2552"/>
                  </a:moveTo>
                  <a:lnTo>
                    <a:pt x="0" y="2552"/>
                  </a:lnTo>
                  <a:lnTo>
                    <a:pt x="0" y="6350"/>
                  </a:lnTo>
                  <a:lnTo>
                    <a:pt x="33020" y="6350"/>
                  </a:lnTo>
                  <a:lnTo>
                    <a:pt x="33020" y="2552"/>
                  </a:lnTo>
                  <a:close/>
                </a:path>
                <a:path w="518160" h="6350">
                  <a:moveTo>
                    <a:pt x="33020" y="1270"/>
                  </a:moveTo>
                  <a:lnTo>
                    <a:pt x="31750" y="1270"/>
                  </a:lnTo>
                  <a:lnTo>
                    <a:pt x="31750" y="0"/>
                  </a:lnTo>
                  <a:lnTo>
                    <a:pt x="0" y="0"/>
                  </a:lnTo>
                  <a:lnTo>
                    <a:pt x="0" y="1270"/>
                  </a:lnTo>
                  <a:lnTo>
                    <a:pt x="0" y="2540"/>
                  </a:lnTo>
                  <a:lnTo>
                    <a:pt x="33020" y="2540"/>
                  </a:lnTo>
                  <a:lnTo>
                    <a:pt x="33020" y="1270"/>
                  </a:lnTo>
                  <a:close/>
                </a:path>
                <a:path w="518160" h="6350">
                  <a:moveTo>
                    <a:pt x="514350" y="1270"/>
                  </a:moveTo>
                  <a:lnTo>
                    <a:pt x="511810" y="1270"/>
                  </a:lnTo>
                  <a:lnTo>
                    <a:pt x="511810" y="0"/>
                  </a:lnTo>
                  <a:lnTo>
                    <a:pt x="214630" y="0"/>
                  </a:lnTo>
                  <a:lnTo>
                    <a:pt x="214630" y="1270"/>
                  </a:lnTo>
                  <a:lnTo>
                    <a:pt x="217170" y="1270"/>
                  </a:lnTo>
                  <a:lnTo>
                    <a:pt x="217170" y="2540"/>
                  </a:lnTo>
                  <a:lnTo>
                    <a:pt x="514350" y="2540"/>
                  </a:lnTo>
                  <a:lnTo>
                    <a:pt x="514350" y="1270"/>
                  </a:lnTo>
                  <a:close/>
                </a:path>
                <a:path w="518160" h="6350">
                  <a:moveTo>
                    <a:pt x="518160" y="5080"/>
                  </a:moveTo>
                  <a:lnTo>
                    <a:pt x="516890" y="5080"/>
                  </a:lnTo>
                  <a:lnTo>
                    <a:pt x="516890" y="3810"/>
                  </a:lnTo>
                  <a:lnTo>
                    <a:pt x="515620" y="3810"/>
                  </a:lnTo>
                  <a:lnTo>
                    <a:pt x="515620" y="2552"/>
                  </a:lnTo>
                  <a:lnTo>
                    <a:pt x="218440" y="2552"/>
                  </a:lnTo>
                  <a:lnTo>
                    <a:pt x="218440" y="3810"/>
                  </a:lnTo>
                  <a:lnTo>
                    <a:pt x="219710" y="3810"/>
                  </a:lnTo>
                  <a:lnTo>
                    <a:pt x="219710" y="5080"/>
                  </a:lnTo>
                  <a:lnTo>
                    <a:pt x="220980" y="5080"/>
                  </a:lnTo>
                  <a:lnTo>
                    <a:pt x="220980" y="6350"/>
                  </a:lnTo>
                  <a:lnTo>
                    <a:pt x="518160" y="6350"/>
                  </a:lnTo>
                  <a:lnTo>
                    <a:pt x="518160" y="5080"/>
                  </a:lnTo>
                  <a:close/>
                </a:path>
              </a:pathLst>
            </a:custGeom>
            <a:solidFill>
              <a:srgbClr val="896600"/>
            </a:solidFill>
          </p:spPr>
          <p:txBody>
            <a:bodyPr wrap="square" lIns="0" tIns="0" rIns="0" bIns="0" rtlCol="0"/>
            <a:lstStyle/>
            <a:p/>
          </p:txBody>
        </p:sp>
        <p:sp>
          <p:nvSpPr>
            <p:cNvPr id="1520" name="object 1520"/>
            <p:cNvSpPr/>
            <p:nvPr/>
          </p:nvSpPr>
          <p:spPr>
            <a:xfrm>
              <a:off x="1828800" y="4286249"/>
              <a:ext cx="528320" cy="7620"/>
            </a:xfrm>
            <a:custGeom>
              <a:avLst/>
              <a:gdLst/>
              <a:ahLst/>
              <a:cxnLst/>
              <a:rect l="l" t="t" r="r" b="b"/>
              <a:pathLst>
                <a:path w="528319" h="7620">
                  <a:moveTo>
                    <a:pt x="35560" y="5080"/>
                  </a:moveTo>
                  <a:lnTo>
                    <a:pt x="34290" y="5080"/>
                  </a:lnTo>
                  <a:lnTo>
                    <a:pt x="34290" y="2540"/>
                  </a:lnTo>
                  <a:lnTo>
                    <a:pt x="34290" y="0"/>
                  </a:lnTo>
                  <a:lnTo>
                    <a:pt x="0" y="0"/>
                  </a:lnTo>
                  <a:lnTo>
                    <a:pt x="0" y="2540"/>
                  </a:lnTo>
                  <a:lnTo>
                    <a:pt x="0" y="5080"/>
                  </a:lnTo>
                  <a:lnTo>
                    <a:pt x="0" y="7620"/>
                  </a:lnTo>
                  <a:lnTo>
                    <a:pt x="35560" y="7620"/>
                  </a:lnTo>
                  <a:lnTo>
                    <a:pt x="35560" y="5080"/>
                  </a:lnTo>
                  <a:close/>
                </a:path>
                <a:path w="528319" h="7620">
                  <a:moveTo>
                    <a:pt x="521970" y="1270"/>
                  </a:moveTo>
                  <a:lnTo>
                    <a:pt x="520700" y="1270"/>
                  </a:lnTo>
                  <a:lnTo>
                    <a:pt x="520700" y="0"/>
                  </a:lnTo>
                  <a:lnTo>
                    <a:pt x="222250" y="0"/>
                  </a:lnTo>
                  <a:lnTo>
                    <a:pt x="222250" y="1270"/>
                  </a:lnTo>
                  <a:lnTo>
                    <a:pt x="223520" y="1270"/>
                  </a:lnTo>
                  <a:lnTo>
                    <a:pt x="223520" y="2540"/>
                  </a:lnTo>
                  <a:lnTo>
                    <a:pt x="521970" y="2540"/>
                  </a:lnTo>
                  <a:lnTo>
                    <a:pt x="521970" y="1270"/>
                  </a:lnTo>
                  <a:close/>
                </a:path>
                <a:path w="528319" h="7620">
                  <a:moveTo>
                    <a:pt x="528320" y="6350"/>
                  </a:moveTo>
                  <a:lnTo>
                    <a:pt x="525780" y="6350"/>
                  </a:lnTo>
                  <a:lnTo>
                    <a:pt x="525780" y="5080"/>
                  </a:lnTo>
                  <a:lnTo>
                    <a:pt x="524510" y="5080"/>
                  </a:lnTo>
                  <a:lnTo>
                    <a:pt x="524510" y="3810"/>
                  </a:lnTo>
                  <a:lnTo>
                    <a:pt x="523240" y="3810"/>
                  </a:lnTo>
                  <a:lnTo>
                    <a:pt x="523240" y="2552"/>
                  </a:lnTo>
                  <a:lnTo>
                    <a:pt x="224790" y="2552"/>
                  </a:lnTo>
                  <a:lnTo>
                    <a:pt x="224790" y="3810"/>
                  </a:lnTo>
                  <a:lnTo>
                    <a:pt x="226060" y="3810"/>
                  </a:lnTo>
                  <a:lnTo>
                    <a:pt x="226060" y="5080"/>
                  </a:lnTo>
                  <a:lnTo>
                    <a:pt x="227330" y="5080"/>
                  </a:lnTo>
                  <a:lnTo>
                    <a:pt x="227330" y="6350"/>
                  </a:lnTo>
                  <a:lnTo>
                    <a:pt x="228600" y="6350"/>
                  </a:lnTo>
                  <a:lnTo>
                    <a:pt x="228600" y="7620"/>
                  </a:lnTo>
                  <a:lnTo>
                    <a:pt x="528320" y="7620"/>
                  </a:lnTo>
                  <a:lnTo>
                    <a:pt x="528320" y="6350"/>
                  </a:lnTo>
                  <a:close/>
                </a:path>
              </a:pathLst>
            </a:custGeom>
            <a:solidFill>
              <a:srgbClr val="8B6800"/>
            </a:solidFill>
          </p:spPr>
          <p:txBody>
            <a:bodyPr wrap="square" lIns="0" tIns="0" rIns="0" bIns="0" rtlCol="0"/>
            <a:lstStyle/>
            <a:p/>
          </p:txBody>
        </p:sp>
        <p:sp>
          <p:nvSpPr>
            <p:cNvPr id="1521" name="object 1521"/>
            <p:cNvSpPr/>
            <p:nvPr/>
          </p:nvSpPr>
          <p:spPr>
            <a:xfrm>
              <a:off x="1828800" y="4293869"/>
              <a:ext cx="535940" cy="7620"/>
            </a:xfrm>
            <a:custGeom>
              <a:avLst/>
              <a:gdLst/>
              <a:ahLst/>
              <a:cxnLst/>
              <a:rect l="l" t="t" r="r" b="b"/>
              <a:pathLst>
                <a:path w="535939" h="7620">
                  <a:moveTo>
                    <a:pt x="36830" y="2540"/>
                  </a:moveTo>
                  <a:lnTo>
                    <a:pt x="35560" y="2540"/>
                  </a:lnTo>
                  <a:lnTo>
                    <a:pt x="35560" y="1270"/>
                  </a:lnTo>
                  <a:lnTo>
                    <a:pt x="35560" y="0"/>
                  </a:lnTo>
                  <a:lnTo>
                    <a:pt x="0" y="0"/>
                  </a:lnTo>
                  <a:lnTo>
                    <a:pt x="0" y="1270"/>
                  </a:lnTo>
                  <a:lnTo>
                    <a:pt x="0" y="2540"/>
                  </a:lnTo>
                  <a:lnTo>
                    <a:pt x="0" y="7620"/>
                  </a:lnTo>
                  <a:lnTo>
                    <a:pt x="36830" y="7620"/>
                  </a:lnTo>
                  <a:lnTo>
                    <a:pt x="36830" y="2540"/>
                  </a:lnTo>
                  <a:close/>
                </a:path>
                <a:path w="535939" h="7620">
                  <a:moveTo>
                    <a:pt x="529590" y="0"/>
                  </a:moveTo>
                  <a:lnTo>
                    <a:pt x="229870" y="0"/>
                  </a:lnTo>
                  <a:lnTo>
                    <a:pt x="229870" y="1270"/>
                  </a:lnTo>
                  <a:lnTo>
                    <a:pt x="529590" y="1270"/>
                  </a:lnTo>
                  <a:lnTo>
                    <a:pt x="529590" y="0"/>
                  </a:lnTo>
                  <a:close/>
                </a:path>
                <a:path w="535939" h="7620">
                  <a:moveTo>
                    <a:pt x="535940" y="6350"/>
                  </a:moveTo>
                  <a:lnTo>
                    <a:pt x="534670" y="6350"/>
                  </a:lnTo>
                  <a:lnTo>
                    <a:pt x="534670" y="5080"/>
                  </a:lnTo>
                  <a:lnTo>
                    <a:pt x="533400" y="5080"/>
                  </a:lnTo>
                  <a:lnTo>
                    <a:pt x="533400" y="3810"/>
                  </a:lnTo>
                  <a:lnTo>
                    <a:pt x="532130" y="3810"/>
                  </a:lnTo>
                  <a:lnTo>
                    <a:pt x="532130" y="2540"/>
                  </a:lnTo>
                  <a:lnTo>
                    <a:pt x="530860" y="2540"/>
                  </a:lnTo>
                  <a:lnTo>
                    <a:pt x="530860" y="1282"/>
                  </a:lnTo>
                  <a:lnTo>
                    <a:pt x="232410" y="1282"/>
                  </a:lnTo>
                  <a:lnTo>
                    <a:pt x="232410" y="2540"/>
                  </a:lnTo>
                  <a:lnTo>
                    <a:pt x="233680" y="2540"/>
                  </a:lnTo>
                  <a:lnTo>
                    <a:pt x="233680" y="3810"/>
                  </a:lnTo>
                  <a:lnTo>
                    <a:pt x="234950" y="3810"/>
                  </a:lnTo>
                  <a:lnTo>
                    <a:pt x="234950" y="5080"/>
                  </a:lnTo>
                  <a:lnTo>
                    <a:pt x="236220" y="5080"/>
                  </a:lnTo>
                  <a:lnTo>
                    <a:pt x="236220" y="6350"/>
                  </a:lnTo>
                  <a:lnTo>
                    <a:pt x="237490" y="6350"/>
                  </a:lnTo>
                  <a:lnTo>
                    <a:pt x="237490" y="7620"/>
                  </a:lnTo>
                  <a:lnTo>
                    <a:pt x="535940" y="7620"/>
                  </a:lnTo>
                  <a:lnTo>
                    <a:pt x="535940" y="6350"/>
                  </a:lnTo>
                  <a:close/>
                </a:path>
              </a:pathLst>
            </a:custGeom>
            <a:solidFill>
              <a:srgbClr val="8D6900"/>
            </a:solidFill>
          </p:spPr>
          <p:txBody>
            <a:bodyPr wrap="square" lIns="0" tIns="0" rIns="0" bIns="0" rtlCol="0"/>
            <a:lstStyle/>
            <a:p/>
          </p:txBody>
        </p:sp>
        <p:sp>
          <p:nvSpPr>
            <p:cNvPr id="1522" name="object 1522"/>
            <p:cNvSpPr/>
            <p:nvPr/>
          </p:nvSpPr>
          <p:spPr>
            <a:xfrm>
              <a:off x="1828800" y="4301489"/>
              <a:ext cx="542290" cy="6350"/>
            </a:xfrm>
            <a:custGeom>
              <a:avLst/>
              <a:gdLst/>
              <a:ahLst/>
              <a:cxnLst/>
              <a:rect l="l" t="t" r="r" b="b"/>
              <a:pathLst>
                <a:path w="542289" h="6350">
                  <a:moveTo>
                    <a:pt x="39370" y="5080"/>
                  </a:moveTo>
                  <a:lnTo>
                    <a:pt x="38100" y="5080"/>
                  </a:lnTo>
                  <a:lnTo>
                    <a:pt x="38100" y="0"/>
                  </a:lnTo>
                  <a:lnTo>
                    <a:pt x="0" y="0"/>
                  </a:lnTo>
                  <a:lnTo>
                    <a:pt x="0" y="5080"/>
                  </a:lnTo>
                  <a:lnTo>
                    <a:pt x="0" y="6350"/>
                  </a:lnTo>
                  <a:lnTo>
                    <a:pt x="39370" y="6350"/>
                  </a:lnTo>
                  <a:lnTo>
                    <a:pt x="39370" y="5080"/>
                  </a:lnTo>
                  <a:close/>
                </a:path>
                <a:path w="542289" h="6350">
                  <a:moveTo>
                    <a:pt x="542290" y="5080"/>
                  </a:moveTo>
                  <a:lnTo>
                    <a:pt x="541020" y="5080"/>
                  </a:lnTo>
                  <a:lnTo>
                    <a:pt x="541020" y="3810"/>
                  </a:lnTo>
                  <a:lnTo>
                    <a:pt x="539750" y="3810"/>
                  </a:lnTo>
                  <a:lnTo>
                    <a:pt x="539750" y="2540"/>
                  </a:lnTo>
                  <a:lnTo>
                    <a:pt x="538480" y="2540"/>
                  </a:lnTo>
                  <a:lnTo>
                    <a:pt x="538480" y="1270"/>
                  </a:lnTo>
                  <a:lnTo>
                    <a:pt x="537210" y="1270"/>
                  </a:lnTo>
                  <a:lnTo>
                    <a:pt x="537210" y="12"/>
                  </a:lnTo>
                  <a:lnTo>
                    <a:pt x="238760" y="12"/>
                  </a:lnTo>
                  <a:lnTo>
                    <a:pt x="238760" y="1270"/>
                  </a:lnTo>
                  <a:lnTo>
                    <a:pt x="240030" y="1270"/>
                  </a:lnTo>
                  <a:lnTo>
                    <a:pt x="240030" y="2540"/>
                  </a:lnTo>
                  <a:lnTo>
                    <a:pt x="241300" y="2540"/>
                  </a:lnTo>
                  <a:lnTo>
                    <a:pt x="241300" y="3810"/>
                  </a:lnTo>
                  <a:lnTo>
                    <a:pt x="242570" y="3810"/>
                  </a:lnTo>
                  <a:lnTo>
                    <a:pt x="242570" y="5080"/>
                  </a:lnTo>
                  <a:lnTo>
                    <a:pt x="243840" y="5080"/>
                  </a:lnTo>
                  <a:lnTo>
                    <a:pt x="243840" y="6350"/>
                  </a:lnTo>
                  <a:lnTo>
                    <a:pt x="542290" y="6350"/>
                  </a:lnTo>
                  <a:lnTo>
                    <a:pt x="542290" y="5080"/>
                  </a:lnTo>
                  <a:close/>
                </a:path>
              </a:pathLst>
            </a:custGeom>
            <a:solidFill>
              <a:srgbClr val="8F6B00"/>
            </a:solidFill>
          </p:spPr>
          <p:txBody>
            <a:bodyPr wrap="square" lIns="0" tIns="0" rIns="0" bIns="0" rtlCol="0"/>
            <a:lstStyle/>
            <a:p/>
          </p:txBody>
        </p:sp>
        <p:sp>
          <p:nvSpPr>
            <p:cNvPr id="1523" name="object 1523"/>
            <p:cNvSpPr/>
            <p:nvPr/>
          </p:nvSpPr>
          <p:spPr>
            <a:xfrm>
              <a:off x="1828800" y="4307839"/>
              <a:ext cx="551180" cy="7620"/>
            </a:xfrm>
            <a:custGeom>
              <a:avLst/>
              <a:gdLst/>
              <a:ahLst/>
              <a:cxnLst/>
              <a:rect l="l" t="t" r="r" b="b"/>
              <a:pathLst>
                <a:path w="551180" h="7620">
                  <a:moveTo>
                    <a:pt x="40640" y="2540"/>
                  </a:moveTo>
                  <a:lnTo>
                    <a:pt x="39370" y="2540"/>
                  </a:lnTo>
                  <a:lnTo>
                    <a:pt x="39370" y="0"/>
                  </a:lnTo>
                  <a:lnTo>
                    <a:pt x="0" y="0"/>
                  </a:lnTo>
                  <a:lnTo>
                    <a:pt x="0" y="2540"/>
                  </a:lnTo>
                  <a:lnTo>
                    <a:pt x="0" y="6350"/>
                  </a:lnTo>
                  <a:lnTo>
                    <a:pt x="40640" y="6350"/>
                  </a:lnTo>
                  <a:lnTo>
                    <a:pt x="40640" y="2540"/>
                  </a:lnTo>
                  <a:close/>
                </a:path>
                <a:path w="551180" h="7620">
                  <a:moveTo>
                    <a:pt x="41910" y="6362"/>
                  </a:moveTo>
                  <a:lnTo>
                    <a:pt x="0" y="6362"/>
                  </a:lnTo>
                  <a:lnTo>
                    <a:pt x="0" y="7620"/>
                  </a:lnTo>
                  <a:lnTo>
                    <a:pt x="41910" y="7620"/>
                  </a:lnTo>
                  <a:lnTo>
                    <a:pt x="41910" y="6362"/>
                  </a:lnTo>
                  <a:close/>
                </a:path>
                <a:path w="551180" h="7620">
                  <a:moveTo>
                    <a:pt x="548640" y="5080"/>
                  </a:moveTo>
                  <a:lnTo>
                    <a:pt x="547370" y="5080"/>
                  </a:lnTo>
                  <a:lnTo>
                    <a:pt x="547370" y="3810"/>
                  </a:lnTo>
                  <a:lnTo>
                    <a:pt x="546100" y="3810"/>
                  </a:lnTo>
                  <a:lnTo>
                    <a:pt x="546100" y="2540"/>
                  </a:lnTo>
                  <a:lnTo>
                    <a:pt x="544830" y="2540"/>
                  </a:lnTo>
                  <a:lnTo>
                    <a:pt x="544830" y="1270"/>
                  </a:lnTo>
                  <a:lnTo>
                    <a:pt x="543560" y="1270"/>
                  </a:lnTo>
                  <a:lnTo>
                    <a:pt x="543560" y="12"/>
                  </a:lnTo>
                  <a:lnTo>
                    <a:pt x="245110" y="12"/>
                  </a:lnTo>
                  <a:lnTo>
                    <a:pt x="245110" y="1270"/>
                  </a:lnTo>
                  <a:lnTo>
                    <a:pt x="247650" y="1270"/>
                  </a:lnTo>
                  <a:lnTo>
                    <a:pt x="247650" y="2540"/>
                  </a:lnTo>
                  <a:lnTo>
                    <a:pt x="248920" y="2540"/>
                  </a:lnTo>
                  <a:lnTo>
                    <a:pt x="248920" y="3810"/>
                  </a:lnTo>
                  <a:lnTo>
                    <a:pt x="250190" y="3810"/>
                  </a:lnTo>
                  <a:lnTo>
                    <a:pt x="250190" y="5080"/>
                  </a:lnTo>
                  <a:lnTo>
                    <a:pt x="251460" y="5080"/>
                  </a:lnTo>
                  <a:lnTo>
                    <a:pt x="251460" y="6350"/>
                  </a:lnTo>
                  <a:lnTo>
                    <a:pt x="548640" y="6350"/>
                  </a:lnTo>
                  <a:lnTo>
                    <a:pt x="548640" y="5080"/>
                  </a:lnTo>
                  <a:close/>
                </a:path>
                <a:path w="551180" h="7620">
                  <a:moveTo>
                    <a:pt x="551180" y="6362"/>
                  </a:moveTo>
                  <a:lnTo>
                    <a:pt x="252730" y="6362"/>
                  </a:lnTo>
                  <a:lnTo>
                    <a:pt x="252730" y="7620"/>
                  </a:lnTo>
                  <a:lnTo>
                    <a:pt x="551180" y="7620"/>
                  </a:lnTo>
                  <a:lnTo>
                    <a:pt x="551180" y="6362"/>
                  </a:lnTo>
                  <a:close/>
                </a:path>
              </a:pathLst>
            </a:custGeom>
            <a:solidFill>
              <a:srgbClr val="916C00"/>
            </a:solidFill>
          </p:spPr>
          <p:txBody>
            <a:bodyPr wrap="square" lIns="0" tIns="0" rIns="0" bIns="0" rtlCol="0"/>
            <a:lstStyle/>
            <a:p/>
          </p:txBody>
        </p:sp>
        <p:sp>
          <p:nvSpPr>
            <p:cNvPr id="1524" name="object 1524"/>
            <p:cNvSpPr/>
            <p:nvPr/>
          </p:nvSpPr>
          <p:spPr>
            <a:xfrm>
              <a:off x="1828800" y="4315459"/>
              <a:ext cx="558800" cy="7620"/>
            </a:xfrm>
            <a:custGeom>
              <a:avLst/>
              <a:gdLst/>
              <a:ahLst/>
              <a:cxnLst/>
              <a:rect l="l" t="t" r="r" b="b"/>
              <a:pathLst>
                <a:path w="558800" h="7620">
                  <a:moveTo>
                    <a:pt x="44450" y="6350"/>
                  </a:moveTo>
                  <a:lnTo>
                    <a:pt x="43180" y="6350"/>
                  </a:lnTo>
                  <a:lnTo>
                    <a:pt x="43180" y="5080"/>
                  </a:lnTo>
                  <a:lnTo>
                    <a:pt x="43180" y="2540"/>
                  </a:lnTo>
                  <a:lnTo>
                    <a:pt x="41910" y="2540"/>
                  </a:lnTo>
                  <a:lnTo>
                    <a:pt x="41910" y="0"/>
                  </a:lnTo>
                  <a:lnTo>
                    <a:pt x="0" y="0"/>
                  </a:lnTo>
                  <a:lnTo>
                    <a:pt x="0" y="2540"/>
                  </a:lnTo>
                  <a:lnTo>
                    <a:pt x="0" y="5080"/>
                  </a:lnTo>
                  <a:lnTo>
                    <a:pt x="0" y="6350"/>
                  </a:lnTo>
                  <a:lnTo>
                    <a:pt x="0" y="7620"/>
                  </a:lnTo>
                  <a:lnTo>
                    <a:pt x="44450" y="7620"/>
                  </a:lnTo>
                  <a:lnTo>
                    <a:pt x="44450" y="6350"/>
                  </a:lnTo>
                  <a:close/>
                </a:path>
                <a:path w="558800" h="7620">
                  <a:moveTo>
                    <a:pt x="556260" y="3810"/>
                  </a:moveTo>
                  <a:lnTo>
                    <a:pt x="554990" y="3810"/>
                  </a:lnTo>
                  <a:lnTo>
                    <a:pt x="554990" y="2540"/>
                  </a:lnTo>
                  <a:lnTo>
                    <a:pt x="553720" y="2540"/>
                  </a:lnTo>
                  <a:lnTo>
                    <a:pt x="553720" y="1270"/>
                  </a:lnTo>
                  <a:lnTo>
                    <a:pt x="552450" y="1270"/>
                  </a:lnTo>
                  <a:lnTo>
                    <a:pt x="552450" y="0"/>
                  </a:lnTo>
                  <a:lnTo>
                    <a:pt x="254000" y="0"/>
                  </a:lnTo>
                  <a:lnTo>
                    <a:pt x="254000" y="1270"/>
                  </a:lnTo>
                  <a:lnTo>
                    <a:pt x="255270" y="1270"/>
                  </a:lnTo>
                  <a:lnTo>
                    <a:pt x="255270" y="2540"/>
                  </a:lnTo>
                  <a:lnTo>
                    <a:pt x="256540" y="2540"/>
                  </a:lnTo>
                  <a:lnTo>
                    <a:pt x="256540" y="3810"/>
                  </a:lnTo>
                  <a:lnTo>
                    <a:pt x="259080" y="3810"/>
                  </a:lnTo>
                  <a:lnTo>
                    <a:pt x="259080" y="5080"/>
                  </a:lnTo>
                  <a:lnTo>
                    <a:pt x="556260" y="5080"/>
                  </a:lnTo>
                  <a:lnTo>
                    <a:pt x="556260" y="3810"/>
                  </a:lnTo>
                  <a:close/>
                </a:path>
                <a:path w="558800" h="7620">
                  <a:moveTo>
                    <a:pt x="558800" y="6350"/>
                  </a:moveTo>
                  <a:lnTo>
                    <a:pt x="557530" y="6350"/>
                  </a:lnTo>
                  <a:lnTo>
                    <a:pt x="557530" y="5092"/>
                  </a:lnTo>
                  <a:lnTo>
                    <a:pt x="260350" y="5092"/>
                  </a:lnTo>
                  <a:lnTo>
                    <a:pt x="260350" y="6350"/>
                  </a:lnTo>
                  <a:lnTo>
                    <a:pt x="262890" y="6350"/>
                  </a:lnTo>
                  <a:lnTo>
                    <a:pt x="262890" y="7620"/>
                  </a:lnTo>
                  <a:lnTo>
                    <a:pt x="558800" y="7620"/>
                  </a:lnTo>
                  <a:lnTo>
                    <a:pt x="558800" y="6350"/>
                  </a:lnTo>
                  <a:close/>
                </a:path>
              </a:pathLst>
            </a:custGeom>
            <a:solidFill>
              <a:srgbClr val="936E00"/>
            </a:solidFill>
          </p:spPr>
          <p:txBody>
            <a:bodyPr wrap="square" lIns="0" tIns="0" rIns="0" bIns="0" rtlCol="0"/>
            <a:lstStyle/>
            <a:p/>
          </p:txBody>
        </p:sp>
        <p:sp>
          <p:nvSpPr>
            <p:cNvPr id="1525" name="object 1525"/>
            <p:cNvSpPr/>
            <p:nvPr/>
          </p:nvSpPr>
          <p:spPr>
            <a:xfrm>
              <a:off x="1828800" y="4323079"/>
              <a:ext cx="566420" cy="7620"/>
            </a:xfrm>
            <a:custGeom>
              <a:avLst/>
              <a:gdLst/>
              <a:ahLst/>
              <a:cxnLst/>
              <a:rect l="l" t="t" r="r" b="b"/>
              <a:pathLst>
                <a:path w="566419" h="7620">
                  <a:moveTo>
                    <a:pt x="44450" y="0"/>
                  </a:moveTo>
                  <a:lnTo>
                    <a:pt x="0" y="0"/>
                  </a:lnTo>
                  <a:lnTo>
                    <a:pt x="0" y="3810"/>
                  </a:lnTo>
                  <a:lnTo>
                    <a:pt x="44450" y="3810"/>
                  </a:lnTo>
                  <a:lnTo>
                    <a:pt x="44450" y="0"/>
                  </a:lnTo>
                  <a:close/>
                </a:path>
                <a:path w="566419" h="7620">
                  <a:moveTo>
                    <a:pt x="45720" y="3822"/>
                  </a:moveTo>
                  <a:lnTo>
                    <a:pt x="0" y="3822"/>
                  </a:lnTo>
                  <a:lnTo>
                    <a:pt x="0" y="7620"/>
                  </a:lnTo>
                  <a:lnTo>
                    <a:pt x="45720" y="7620"/>
                  </a:lnTo>
                  <a:lnTo>
                    <a:pt x="45720" y="3822"/>
                  </a:lnTo>
                  <a:close/>
                </a:path>
                <a:path w="566419" h="7620">
                  <a:moveTo>
                    <a:pt x="562597" y="2540"/>
                  </a:moveTo>
                  <a:lnTo>
                    <a:pt x="561340" y="2540"/>
                  </a:lnTo>
                  <a:lnTo>
                    <a:pt x="561340" y="1270"/>
                  </a:lnTo>
                  <a:lnTo>
                    <a:pt x="560070" y="1270"/>
                  </a:lnTo>
                  <a:lnTo>
                    <a:pt x="560070" y="0"/>
                  </a:lnTo>
                  <a:lnTo>
                    <a:pt x="264160" y="0"/>
                  </a:lnTo>
                  <a:lnTo>
                    <a:pt x="264160" y="1270"/>
                  </a:lnTo>
                  <a:lnTo>
                    <a:pt x="265430" y="1270"/>
                  </a:lnTo>
                  <a:lnTo>
                    <a:pt x="265430" y="2540"/>
                  </a:lnTo>
                  <a:lnTo>
                    <a:pt x="267970" y="2540"/>
                  </a:lnTo>
                  <a:lnTo>
                    <a:pt x="267970" y="3810"/>
                  </a:lnTo>
                  <a:lnTo>
                    <a:pt x="562597" y="3810"/>
                  </a:lnTo>
                  <a:lnTo>
                    <a:pt x="562597" y="2540"/>
                  </a:lnTo>
                  <a:close/>
                </a:path>
                <a:path w="566419" h="7620">
                  <a:moveTo>
                    <a:pt x="566420" y="6350"/>
                  </a:moveTo>
                  <a:lnTo>
                    <a:pt x="565150" y="6350"/>
                  </a:lnTo>
                  <a:lnTo>
                    <a:pt x="565150" y="5080"/>
                  </a:lnTo>
                  <a:lnTo>
                    <a:pt x="563867" y="5080"/>
                  </a:lnTo>
                  <a:lnTo>
                    <a:pt x="563867" y="3822"/>
                  </a:lnTo>
                  <a:lnTo>
                    <a:pt x="269240" y="3822"/>
                  </a:lnTo>
                  <a:lnTo>
                    <a:pt x="269240" y="5080"/>
                  </a:lnTo>
                  <a:lnTo>
                    <a:pt x="270510" y="5080"/>
                  </a:lnTo>
                  <a:lnTo>
                    <a:pt x="270510" y="6350"/>
                  </a:lnTo>
                  <a:lnTo>
                    <a:pt x="273050" y="6350"/>
                  </a:lnTo>
                  <a:lnTo>
                    <a:pt x="273050" y="7620"/>
                  </a:lnTo>
                  <a:lnTo>
                    <a:pt x="566420" y="7620"/>
                  </a:lnTo>
                  <a:lnTo>
                    <a:pt x="566420" y="6350"/>
                  </a:lnTo>
                  <a:close/>
                </a:path>
              </a:pathLst>
            </a:custGeom>
            <a:solidFill>
              <a:srgbClr val="956F00"/>
            </a:solidFill>
          </p:spPr>
          <p:txBody>
            <a:bodyPr wrap="square" lIns="0" tIns="0" rIns="0" bIns="0" rtlCol="0"/>
            <a:lstStyle/>
            <a:p/>
          </p:txBody>
        </p:sp>
        <p:sp>
          <p:nvSpPr>
            <p:cNvPr id="1526" name="object 1526"/>
            <p:cNvSpPr/>
            <p:nvPr/>
          </p:nvSpPr>
          <p:spPr>
            <a:xfrm>
              <a:off x="1828800" y="4330699"/>
              <a:ext cx="572770" cy="6350"/>
            </a:xfrm>
            <a:custGeom>
              <a:avLst/>
              <a:gdLst/>
              <a:ahLst/>
              <a:cxnLst/>
              <a:rect l="l" t="t" r="r" b="b"/>
              <a:pathLst>
                <a:path w="572769" h="6350">
                  <a:moveTo>
                    <a:pt x="48260" y="3810"/>
                  </a:moveTo>
                  <a:lnTo>
                    <a:pt x="46990" y="3810"/>
                  </a:lnTo>
                  <a:lnTo>
                    <a:pt x="46990" y="2540"/>
                  </a:lnTo>
                  <a:lnTo>
                    <a:pt x="46990" y="0"/>
                  </a:lnTo>
                  <a:lnTo>
                    <a:pt x="0" y="0"/>
                  </a:lnTo>
                  <a:lnTo>
                    <a:pt x="0" y="2540"/>
                  </a:lnTo>
                  <a:lnTo>
                    <a:pt x="0" y="3810"/>
                  </a:lnTo>
                  <a:lnTo>
                    <a:pt x="0" y="6350"/>
                  </a:lnTo>
                  <a:lnTo>
                    <a:pt x="48260" y="6350"/>
                  </a:lnTo>
                  <a:lnTo>
                    <a:pt x="48260" y="3810"/>
                  </a:lnTo>
                  <a:close/>
                </a:path>
                <a:path w="572769" h="6350">
                  <a:moveTo>
                    <a:pt x="568947" y="1270"/>
                  </a:moveTo>
                  <a:lnTo>
                    <a:pt x="567690" y="1270"/>
                  </a:lnTo>
                  <a:lnTo>
                    <a:pt x="567690" y="0"/>
                  </a:lnTo>
                  <a:lnTo>
                    <a:pt x="274320" y="0"/>
                  </a:lnTo>
                  <a:lnTo>
                    <a:pt x="274320" y="1270"/>
                  </a:lnTo>
                  <a:lnTo>
                    <a:pt x="275590" y="1270"/>
                  </a:lnTo>
                  <a:lnTo>
                    <a:pt x="275590" y="2540"/>
                  </a:lnTo>
                  <a:lnTo>
                    <a:pt x="568947" y="2540"/>
                  </a:lnTo>
                  <a:lnTo>
                    <a:pt x="568947" y="1270"/>
                  </a:lnTo>
                  <a:close/>
                </a:path>
                <a:path w="572769" h="6350">
                  <a:moveTo>
                    <a:pt x="572770" y="5080"/>
                  </a:moveTo>
                  <a:lnTo>
                    <a:pt x="571500" y="5080"/>
                  </a:lnTo>
                  <a:lnTo>
                    <a:pt x="571500" y="3810"/>
                  </a:lnTo>
                  <a:lnTo>
                    <a:pt x="570230" y="3810"/>
                  </a:lnTo>
                  <a:lnTo>
                    <a:pt x="570230" y="2552"/>
                  </a:lnTo>
                  <a:lnTo>
                    <a:pt x="276860" y="2552"/>
                  </a:lnTo>
                  <a:lnTo>
                    <a:pt x="276860" y="3810"/>
                  </a:lnTo>
                  <a:lnTo>
                    <a:pt x="279400" y="3810"/>
                  </a:lnTo>
                  <a:lnTo>
                    <a:pt x="279400" y="5080"/>
                  </a:lnTo>
                  <a:lnTo>
                    <a:pt x="280670" y="5080"/>
                  </a:lnTo>
                  <a:lnTo>
                    <a:pt x="280670" y="6350"/>
                  </a:lnTo>
                  <a:lnTo>
                    <a:pt x="572770" y="6350"/>
                  </a:lnTo>
                  <a:lnTo>
                    <a:pt x="572770" y="5080"/>
                  </a:lnTo>
                  <a:close/>
                </a:path>
              </a:pathLst>
            </a:custGeom>
            <a:solidFill>
              <a:srgbClr val="977100"/>
            </a:solidFill>
          </p:spPr>
          <p:txBody>
            <a:bodyPr wrap="square" lIns="0" tIns="0" rIns="0" bIns="0" rtlCol="0"/>
            <a:lstStyle/>
            <a:p/>
          </p:txBody>
        </p:sp>
        <p:sp>
          <p:nvSpPr>
            <p:cNvPr id="1527" name="object 1527"/>
            <p:cNvSpPr/>
            <p:nvPr/>
          </p:nvSpPr>
          <p:spPr>
            <a:xfrm>
              <a:off x="1828800" y="4337049"/>
              <a:ext cx="579120" cy="7620"/>
            </a:xfrm>
            <a:custGeom>
              <a:avLst/>
              <a:gdLst/>
              <a:ahLst/>
              <a:cxnLst/>
              <a:rect l="l" t="t" r="r" b="b"/>
              <a:pathLst>
                <a:path w="579119" h="7620">
                  <a:moveTo>
                    <a:pt x="50800" y="6350"/>
                  </a:moveTo>
                  <a:lnTo>
                    <a:pt x="49530" y="6350"/>
                  </a:lnTo>
                  <a:lnTo>
                    <a:pt x="49530" y="2540"/>
                  </a:lnTo>
                  <a:lnTo>
                    <a:pt x="49530" y="1270"/>
                  </a:lnTo>
                  <a:lnTo>
                    <a:pt x="48260" y="1270"/>
                  </a:lnTo>
                  <a:lnTo>
                    <a:pt x="48260" y="0"/>
                  </a:lnTo>
                  <a:lnTo>
                    <a:pt x="0" y="0"/>
                  </a:lnTo>
                  <a:lnTo>
                    <a:pt x="0" y="1270"/>
                  </a:lnTo>
                  <a:lnTo>
                    <a:pt x="0" y="2540"/>
                  </a:lnTo>
                  <a:lnTo>
                    <a:pt x="0" y="6350"/>
                  </a:lnTo>
                  <a:lnTo>
                    <a:pt x="0" y="7620"/>
                  </a:lnTo>
                  <a:lnTo>
                    <a:pt x="50800" y="7620"/>
                  </a:lnTo>
                  <a:lnTo>
                    <a:pt x="50800" y="6350"/>
                  </a:lnTo>
                  <a:close/>
                </a:path>
                <a:path w="579119" h="7620">
                  <a:moveTo>
                    <a:pt x="575310" y="1270"/>
                  </a:moveTo>
                  <a:lnTo>
                    <a:pt x="574040" y="1270"/>
                  </a:lnTo>
                  <a:lnTo>
                    <a:pt x="574040" y="0"/>
                  </a:lnTo>
                  <a:lnTo>
                    <a:pt x="281940" y="0"/>
                  </a:lnTo>
                  <a:lnTo>
                    <a:pt x="281940" y="1270"/>
                  </a:lnTo>
                  <a:lnTo>
                    <a:pt x="283210" y="1270"/>
                  </a:lnTo>
                  <a:lnTo>
                    <a:pt x="283210" y="2540"/>
                  </a:lnTo>
                  <a:lnTo>
                    <a:pt x="575310" y="2540"/>
                  </a:lnTo>
                  <a:lnTo>
                    <a:pt x="575310" y="1270"/>
                  </a:lnTo>
                  <a:close/>
                </a:path>
                <a:path w="579119" h="7620">
                  <a:moveTo>
                    <a:pt x="579120" y="6350"/>
                  </a:moveTo>
                  <a:lnTo>
                    <a:pt x="577850" y="6350"/>
                  </a:lnTo>
                  <a:lnTo>
                    <a:pt x="577850" y="5080"/>
                  </a:lnTo>
                  <a:lnTo>
                    <a:pt x="577850" y="3810"/>
                  </a:lnTo>
                  <a:lnTo>
                    <a:pt x="576580" y="3810"/>
                  </a:lnTo>
                  <a:lnTo>
                    <a:pt x="576580" y="2552"/>
                  </a:lnTo>
                  <a:lnTo>
                    <a:pt x="285750" y="2552"/>
                  </a:lnTo>
                  <a:lnTo>
                    <a:pt x="285750" y="3810"/>
                  </a:lnTo>
                  <a:lnTo>
                    <a:pt x="287020" y="3810"/>
                  </a:lnTo>
                  <a:lnTo>
                    <a:pt x="287020" y="5080"/>
                  </a:lnTo>
                  <a:lnTo>
                    <a:pt x="288290" y="5080"/>
                  </a:lnTo>
                  <a:lnTo>
                    <a:pt x="288290" y="6350"/>
                  </a:lnTo>
                  <a:lnTo>
                    <a:pt x="290830" y="6350"/>
                  </a:lnTo>
                  <a:lnTo>
                    <a:pt x="290830" y="7620"/>
                  </a:lnTo>
                  <a:lnTo>
                    <a:pt x="579120" y="7620"/>
                  </a:lnTo>
                  <a:lnTo>
                    <a:pt x="579120" y="6350"/>
                  </a:lnTo>
                  <a:close/>
                </a:path>
              </a:pathLst>
            </a:custGeom>
            <a:solidFill>
              <a:srgbClr val="997200"/>
            </a:solidFill>
          </p:spPr>
          <p:txBody>
            <a:bodyPr wrap="square" lIns="0" tIns="0" rIns="0" bIns="0" rtlCol="0"/>
            <a:lstStyle/>
            <a:p/>
          </p:txBody>
        </p:sp>
        <p:sp>
          <p:nvSpPr>
            <p:cNvPr id="1528" name="object 1528"/>
            <p:cNvSpPr/>
            <p:nvPr/>
          </p:nvSpPr>
          <p:spPr>
            <a:xfrm>
              <a:off x="1828800" y="4344669"/>
              <a:ext cx="586740" cy="7620"/>
            </a:xfrm>
            <a:custGeom>
              <a:avLst/>
              <a:gdLst/>
              <a:ahLst/>
              <a:cxnLst/>
              <a:rect l="l" t="t" r="r" b="b"/>
              <a:pathLst>
                <a:path w="586739" h="7620">
                  <a:moveTo>
                    <a:pt x="52070" y="3810"/>
                  </a:moveTo>
                  <a:lnTo>
                    <a:pt x="50800" y="3810"/>
                  </a:lnTo>
                  <a:lnTo>
                    <a:pt x="50800" y="1270"/>
                  </a:lnTo>
                  <a:lnTo>
                    <a:pt x="50800" y="0"/>
                  </a:lnTo>
                  <a:lnTo>
                    <a:pt x="0" y="0"/>
                  </a:lnTo>
                  <a:lnTo>
                    <a:pt x="0" y="1270"/>
                  </a:lnTo>
                  <a:lnTo>
                    <a:pt x="0" y="3810"/>
                  </a:lnTo>
                  <a:lnTo>
                    <a:pt x="0" y="7620"/>
                  </a:lnTo>
                  <a:lnTo>
                    <a:pt x="52070" y="7620"/>
                  </a:lnTo>
                  <a:lnTo>
                    <a:pt x="52070" y="3810"/>
                  </a:lnTo>
                  <a:close/>
                </a:path>
                <a:path w="586739" h="7620">
                  <a:moveTo>
                    <a:pt x="580390" y="0"/>
                  </a:moveTo>
                  <a:lnTo>
                    <a:pt x="292100" y="0"/>
                  </a:lnTo>
                  <a:lnTo>
                    <a:pt x="292100" y="1270"/>
                  </a:lnTo>
                  <a:lnTo>
                    <a:pt x="580390" y="1270"/>
                  </a:lnTo>
                  <a:lnTo>
                    <a:pt x="580390" y="0"/>
                  </a:lnTo>
                  <a:close/>
                </a:path>
                <a:path w="586739" h="7620">
                  <a:moveTo>
                    <a:pt x="586740" y="6350"/>
                  </a:moveTo>
                  <a:lnTo>
                    <a:pt x="585470" y="6350"/>
                  </a:lnTo>
                  <a:lnTo>
                    <a:pt x="585470" y="5080"/>
                  </a:lnTo>
                  <a:lnTo>
                    <a:pt x="584200" y="5080"/>
                  </a:lnTo>
                  <a:lnTo>
                    <a:pt x="584200" y="3810"/>
                  </a:lnTo>
                  <a:lnTo>
                    <a:pt x="582917" y="3810"/>
                  </a:lnTo>
                  <a:lnTo>
                    <a:pt x="582917" y="2540"/>
                  </a:lnTo>
                  <a:lnTo>
                    <a:pt x="581647" y="2540"/>
                  </a:lnTo>
                  <a:lnTo>
                    <a:pt x="581647" y="1282"/>
                  </a:lnTo>
                  <a:lnTo>
                    <a:pt x="293370" y="1282"/>
                  </a:lnTo>
                  <a:lnTo>
                    <a:pt x="293370" y="2540"/>
                  </a:lnTo>
                  <a:lnTo>
                    <a:pt x="294640" y="2540"/>
                  </a:lnTo>
                  <a:lnTo>
                    <a:pt x="294640" y="3810"/>
                  </a:lnTo>
                  <a:lnTo>
                    <a:pt x="297180" y="3810"/>
                  </a:lnTo>
                  <a:lnTo>
                    <a:pt x="297180" y="5080"/>
                  </a:lnTo>
                  <a:lnTo>
                    <a:pt x="298450" y="5080"/>
                  </a:lnTo>
                  <a:lnTo>
                    <a:pt x="298450" y="6350"/>
                  </a:lnTo>
                  <a:lnTo>
                    <a:pt x="299720" y="6350"/>
                  </a:lnTo>
                  <a:lnTo>
                    <a:pt x="299720" y="7620"/>
                  </a:lnTo>
                  <a:lnTo>
                    <a:pt x="586740" y="7620"/>
                  </a:lnTo>
                  <a:lnTo>
                    <a:pt x="586740" y="6350"/>
                  </a:lnTo>
                  <a:close/>
                </a:path>
              </a:pathLst>
            </a:custGeom>
            <a:solidFill>
              <a:srgbClr val="9B7300"/>
            </a:solidFill>
          </p:spPr>
          <p:txBody>
            <a:bodyPr wrap="square" lIns="0" tIns="0" rIns="0" bIns="0" rtlCol="0"/>
            <a:lstStyle/>
            <a:p/>
          </p:txBody>
        </p:sp>
        <p:sp>
          <p:nvSpPr>
            <p:cNvPr id="1529" name="object 1529"/>
            <p:cNvSpPr/>
            <p:nvPr/>
          </p:nvSpPr>
          <p:spPr>
            <a:xfrm>
              <a:off x="1828800" y="4352289"/>
              <a:ext cx="591820" cy="6350"/>
            </a:xfrm>
            <a:custGeom>
              <a:avLst/>
              <a:gdLst/>
              <a:ahLst/>
              <a:cxnLst/>
              <a:rect l="l" t="t" r="r" b="b"/>
              <a:pathLst>
                <a:path w="591819" h="6350">
                  <a:moveTo>
                    <a:pt x="54610" y="2540"/>
                  </a:moveTo>
                  <a:lnTo>
                    <a:pt x="53340" y="2540"/>
                  </a:lnTo>
                  <a:lnTo>
                    <a:pt x="53340" y="0"/>
                  </a:lnTo>
                  <a:lnTo>
                    <a:pt x="0" y="0"/>
                  </a:lnTo>
                  <a:lnTo>
                    <a:pt x="0" y="2540"/>
                  </a:lnTo>
                  <a:lnTo>
                    <a:pt x="0" y="6350"/>
                  </a:lnTo>
                  <a:lnTo>
                    <a:pt x="54610" y="6350"/>
                  </a:lnTo>
                  <a:lnTo>
                    <a:pt x="54610" y="2540"/>
                  </a:lnTo>
                  <a:close/>
                </a:path>
                <a:path w="591819" h="6350">
                  <a:moveTo>
                    <a:pt x="591820" y="5080"/>
                  </a:moveTo>
                  <a:lnTo>
                    <a:pt x="590550" y="5080"/>
                  </a:lnTo>
                  <a:lnTo>
                    <a:pt x="590550" y="3810"/>
                  </a:lnTo>
                  <a:lnTo>
                    <a:pt x="589280" y="3810"/>
                  </a:lnTo>
                  <a:lnTo>
                    <a:pt x="589280" y="2540"/>
                  </a:lnTo>
                  <a:lnTo>
                    <a:pt x="588010" y="2540"/>
                  </a:lnTo>
                  <a:lnTo>
                    <a:pt x="588010" y="1270"/>
                  </a:lnTo>
                  <a:lnTo>
                    <a:pt x="586740" y="1270"/>
                  </a:lnTo>
                  <a:lnTo>
                    <a:pt x="586740" y="12"/>
                  </a:lnTo>
                  <a:lnTo>
                    <a:pt x="300990" y="12"/>
                  </a:lnTo>
                  <a:lnTo>
                    <a:pt x="300990" y="1270"/>
                  </a:lnTo>
                  <a:lnTo>
                    <a:pt x="303530" y="1270"/>
                  </a:lnTo>
                  <a:lnTo>
                    <a:pt x="303530" y="2540"/>
                  </a:lnTo>
                  <a:lnTo>
                    <a:pt x="304800" y="2540"/>
                  </a:lnTo>
                  <a:lnTo>
                    <a:pt x="304800" y="3810"/>
                  </a:lnTo>
                  <a:lnTo>
                    <a:pt x="306070" y="3810"/>
                  </a:lnTo>
                  <a:lnTo>
                    <a:pt x="306070" y="5080"/>
                  </a:lnTo>
                  <a:lnTo>
                    <a:pt x="307340" y="5080"/>
                  </a:lnTo>
                  <a:lnTo>
                    <a:pt x="307340" y="6350"/>
                  </a:lnTo>
                  <a:lnTo>
                    <a:pt x="591820" y="6350"/>
                  </a:lnTo>
                  <a:lnTo>
                    <a:pt x="591820" y="5080"/>
                  </a:lnTo>
                  <a:close/>
                </a:path>
              </a:pathLst>
            </a:custGeom>
            <a:solidFill>
              <a:srgbClr val="9D7500"/>
            </a:solidFill>
          </p:spPr>
          <p:txBody>
            <a:bodyPr wrap="square" lIns="0" tIns="0" rIns="0" bIns="0" rtlCol="0"/>
            <a:lstStyle/>
            <a:p/>
          </p:txBody>
        </p:sp>
        <p:sp>
          <p:nvSpPr>
            <p:cNvPr id="1530" name="object 1530"/>
            <p:cNvSpPr/>
            <p:nvPr/>
          </p:nvSpPr>
          <p:spPr>
            <a:xfrm>
              <a:off x="1828800" y="4358639"/>
              <a:ext cx="596900" cy="7620"/>
            </a:xfrm>
            <a:custGeom>
              <a:avLst/>
              <a:gdLst/>
              <a:ahLst/>
              <a:cxnLst/>
              <a:rect l="l" t="t" r="r" b="b"/>
              <a:pathLst>
                <a:path w="596900" h="7620">
                  <a:moveTo>
                    <a:pt x="57150" y="3810"/>
                  </a:moveTo>
                  <a:lnTo>
                    <a:pt x="55880" y="3810"/>
                  </a:lnTo>
                  <a:lnTo>
                    <a:pt x="55880" y="0"/>
                  </a:lnTo>
                  <a:lnTo>
                    <a:pt x="0" y="0"/>
                  </a:lnTo>
                  <a:lnTo>
                    <a:pt x="0" y="3810"/>
                  </a:lnTo>
                  <a:lnTo>
                    <a:pt x="0" y="6350"/>
                  </a:lnTo>
                  <a:lnTo>
                    <a:pt x="57150" y="6350"/>
                  </a:lnTo>
                  <a:lnTo>
                    <a:pt x="57150" y="3810"/>
                  </a:lnTo>
                  <a:close/>
                </a:path>
                <a:path w="596900" h="7620">
                  <a:moveTo>
                    <a:pt x="58420" y="6362"/>
                  </a:moveTo>
                  <a:lnTo>
                    <a:pt x="0" y="6362"/>
                  </a:lnTo>
                  <a:lnTo>
                    <a:pt x="0" y="7620"/>
                  </a:lnTo>
                  <a:lnTo>
                    <a:pt x="58420" y="7620"/>
                  </a:lnTo>
                  <a:lnTo>
                    <a:pt x="58420" y="6362"/>
                  </a:lnTo>
                  <a:close/>
                </a:path>
                <a:path w="596900" h="7620">
                  <a:moveTo>
                    <a:pt x="595630" y="5080"/>
                  </a:moveTo>
                  <a:lnTo>
                    <a:pt x="594347" y="5080"/>
                  </a:lnTo>
                  <a:lnTo>
                    <a:pt x="594347" y="3810"/>
                  </a:lnTo>
                  <a:lnTo>
                    <a:pt x="594347" y="2540"/>
                  </a:lnTo>
                  <a:lnTo>
                    <a:pt x="593090" y="2540"/>
                  </a:lnTo>
                  <a:lnTo>
                    <a:pt x="593090" y="1270"/>
                  </a:lnTo>
                  <a:lnTo>
                    <a:pt x="591820" y="1270"/>
                  </a:lnTo>
                  <a:lnTo>
                    <a:pt x="591820" y="12"/>
                  </a:lnTo>
                  <a:lnTo>
                    <a:pt x="309880" y="12"/>
                  </a:lnTo>
                  <a:lnTo>
                    <a:pt x="309880" y="1270"/>
                  </a:lnTo>
                  <a:lnTo>
                    <a:pt x="311150" y="1270"/>
                  </a:lnTo>
                  <a:lnTo>
                    <a:pt x="311150" y="2540"/>
                  </a:lnTo>
                  <a:lnTo>
                    <a:pt x="312420" y="2540"/>
                  </a:lnTo>
                  <a:lnTo>
                    <a:pt x="312420" y="3810"/>
                  </a:lnTo>
                  <a:lnTo>
                    <a:pt x="313690" y="3810"/>
                  </a:lnTo>
                  <a:lnTo>
                    <a:pt x="313690" y="5080"/>
                  </a:lnTo>
                  <a:lnTo>
                    <a:pt x="316230" y="5080"/>
                  </a:lnTo>
                  <a:lnTo>
                    <a:pt x="316230" y="6350"/>
                  </a:lnTo>
                  <a:lnTo>
                    <a:pt x="595630" y="6350"/>
                  </a:lnTo>
                  <a:lnTo>
                    <a:pt x="595630" y="5080"/>
                  </a:lnTo>
                  <a:close/>
                </a:path>
                <a:path w="596900" h="7620">
                  <a:moveTo>
                    <a:pt x="596900" y="6362"/>
                  </a:moveTo>
                  <a:lnTo>
                    <a:pt x="317500" y="6362"/>
                  </a:lnTo>
                  <a:lnTo>
                    <a:pt x="317500" y="7620"/>
                  </a:lnTo>
                  <a:lnTo>
                    <a:pt x="596900" y="7620"/>
                  </a:lnTo>
                  <a:lnTo>
                    <a:pt x="596900" y="6362"/>
                  </a:lnTo>
                  <a:close/>
                </a:path>
              </a:pathLst>
            </a:custGeom>
            <a:solidFill>
              <a:srgbClr val="9F7600"/>
            </a:solidFill>
          </p:spPr>
          <p:txBody>
            <a:bodyPr wrap="square" lIns="0" tIns="0" rIns="0" bIns="0" rtlCol="0"/>
            <a:lstStyle/>
            <a:p/>
          </p:txBody>
        </p:sp>
        <p:sp>
          <p:nvSpPr>
            <p:cNvPr id="1531" name="object 1531"/>
            <p:cNvSpPr/>
            <p:nvPr/>
          </p:nvSpPr>
          <p:spPr>
            <a:xfrm>
              <a:off x="1828800" y="4366259"/>
              <a:ext cx="601980" cy="7620"/>
            </a:xfrm>
            <a:custGeom>
              <a:avLst/>
              <a:gdLst/>
              <a:ahLst/>
              <a:cxnLst/>
              <a:rect l="l" t="t" r="r" b="b"/>
              <a:pathLst>
                <a:path w="601980" h="7620">
                  <a:moveTo>
                    <a:pt x="60960" y="6350"/>
                  </a:moveTo>
                  <a:lnTo>
                    <a:pt x="59690" y="6350"/>
                  </a:lnTo>
                  <a:lnTo>
                    <a:pt x="59690" y="5080"/>
                  </a:lnTo>
                  <a:lnTo>
                    <a:pt x="59690" y="2540"/>
                  </a:lnTo>
                  <a:lnTo>
                    <a:pt x="58420" y="2540"/>
                  </a:lnTo>
                  <a:lnTo>
                    <a:pt x="58420" y="0"/>
                  </a:lnTo>
                  <a:lnTo>
                    <a:pt x="0" y="0"/>
                  </a:lnTo>
                  <a:lnTo>
                    <a:pt x="0" y="2540"/>
                  </a:lnTo>
                  <a:lnTo>
                    <a:pt x="0" y="5080"/>
                  </a:lnTo>
                  <a:lnTo>
                    <a:pt x="0" y="6350"/>
                  </a:lnTo>
                  <a:lnTo>
                    <a:pt x="0" y="7620"/>
                  </a:lnTo>
                  <a:lnTo>
                    <a:pt x="60960" y="7620"/>
                  </a:lnTo>
                  <a:lnTo>
                    <a:pt x="60960" y="6350"/>
                  </a:lnTo>
                  <a:close/>
                </a:path>
                <a:path w="601980" h="7620">
                  <a:moveTo>
                    <a:pt x="600710" y="3810"/>
                  </a:moveTo>
                  <a:lnTo>
                    <a:pt x="599440" y="3810"/>
                  </a:lnTo>
                  <a:lnTo>
                    <a:pt x="599440" y="2540"/>
                  </a:lnTo>
                  <a:lnTo>
                    <a:pt x="598170" y="2540"/>
                  </a:lnTo>
                  <a:lnTo>
                    <a:pt x="598170" y="1270"/>
                  </a:lnTo>
                  <a:lnTo>
                    <a:pt x="598170" y="0"/>
                  </a:lnTo>
                  <a:lnTo>
                    <a:pt x="318770" y="0"/>
                  </a:lnTo>
                  <a:lnTo>
                    <a:pt x="318770" y="1270"/>
                  </a:lnTo>
                  <a:lnTo>
                    <a:pt x="320040" y="1270"/>
                  </a:lnTo>
                  <a:lnTo>
                    <a:pt x="320040" y="2540"/>
                  </a:lnTo>
                  <a:lnTo>
                    <a:pt x="322580" y="2540"/>
                  </a:lnTo>
                  <a:lnTo>
                    <a:pt x="322580" y="3810"/>
                  </a:lnTo>
                  <a:lnTo>
                    <a:pt x="323850" y="3810"/>
                  </a:lnTo>
                  <a:lnTo>
                    <a:pt x="323850" y="5080"/>
                  </a:lnTo>
                  <a:lnTo>
                    <a:pt x="600710" y="5080"/>
                  </a:lnTo>
                  <a:lnTo>
                    <a:pt x="600710" y="3810"/>
                  </a:lnTo>
                  <a:close/>
                </a:path>
                <a:path w="601980" h="7620">
                  <a:moveTo>
                    <a:pt x="601967" y="6350"/>
                  </a:moveTo>
                  <a:lnTo>
                    <a:pt x="600697" y="6350"/>
                  </a:lnTo>
                  <a:lnTo>
                    <a:pt x="600697" y="5092"/>
                  </a:lnTo>
                  <a:lnTo>
                    <a:pt x="325120" y="5092"/>
                  </a:lnTo>
                  <a:lnTo>
                    <a:pt x="325120" y="6350"/>
                  </a:lnTo>
                  <a:lnTo>
                    <a:pt x="326390" y="6350"/>
                  </a:lnTo>
                  <a:lnTo>
                    <a:pt x="326390" y="7620"/>
                  </a:lnTo>
                  <a:lnTo>
                    <a:pt x="601967" y="7620"/>
                  </a:lnTo>
                  <a:lnTo>
                    <a:pt x="601967" y="6350"/>
                  </a:lnTo>
                  <a:close/>
                </a:path>
              </a:pathLst>
            </a:custGeom>
            <a:solidFill>
              <a:srgbClr val="A17800"/>
            </a:solidFill>
          </p:spPr>
          <p:txBody>
            <a:bodyPr wrap="square" lIns="0" tIns="0" rIns="0" bIns="0" rtlCol="0"/>
            <a:lstStyle/>
            <a:p/>
          </p:txBody>
        </p:sp>
        <p:sp>
          <p:nvSpPr>
            <p:cNvPr id="1532" name="object 1532"/>
            <p:cNvSpPr/>
            <p:nvPr/>
          </p:nvSpPr>
          <p:spPr>
            <a:xfrm>
              <a:off x="1828800" y="4373879"/>
              <a:ext cx="605790" cy="6350"/>
            </a:xfrm>
            <a:custGeom>
              <a:avLst/>
              <a:gdLst/>
              <a:ahLst/>
              <a:cxnLst/>
              <a:rect l="l" t="t" r="r" b="b"/>
              <a:pathLst>
                <a:path w="605789" h="6350">
                  <a:moveTo>
                    <a:pt x="60960" y="0"/>
                  </a:moveTo>
                  <a:lnTo>
                    <a:pt x="0" y="0"/>
                  </a:lnTo>
                  <a:lnTo>
                    <a:pt x="0" y="3810"/>
                  </a:lnTo>
                  <a:lnTo>
                    <a:pt x="60960" y="3810"/>
                  </a:lnTo>
                  <a:lnTo>
                    <a:pt x="60960" y="0"/>
                  </a:lnTo>
                  <a:close/>
                </a:path>
                <a:path w="605789" h="6350">
                  <a:moveTo>
                    <a:pt x="62230" y="3822"/>
                  </a:moveTo>
                  <a:lnTo>
                    <a:pt x="0" y="3822"/>
                  </a:lnTo>
                  <a:lnTo>
                    <a:pt x="0" y="6350"/>
                  </a:lnTo>
                  <a:lnTo>
                    <a:pt x="62230" y="6350"/>
                  </a:lnTo>
                  <a:lnTo>
                    <a:pt x="62230" y="3822"/>
                  </a:lnTo>
                  <a:close/>
                </a:path>
                <a:path w="605789" h="6350">
                  <a:moveTo>
                    <a:pt x="605790" y="3810"/>
                  </a:moveTo>
                  <a:lnTo>
                    <a:pt x="604520" y="3810"/>
                  </a:lnTo>
                  <a:lnTo>
                    <a:pt x="604520" y="2540"/>
                  </a:lnTo>
                  <a:lnTo>
                    <a:pt x="603250" y="2540"/>
                  </a:lnTo>
                  <a:lnTo>
                    <a:pt x="603250" y="1270"/>
                  </a:lnTo>
                  <a:lnTo>
                    <a:pt x="603250" y="0"/>
                  </a:lnTo>
                  <a:lnTo>
                    <a:pt x="328930" y="0"/>
                  </a:lnTo>
                  <a:lnTo>
                    <a:pt x="328930" y="1270"/>
                  </a:lnTo>
                  <a:lnTo>
                    <a:pt x="330200" y="1270"/>
                  </a:lnTo>
                  <a:lnTo>
                    <a:pt x="330200" y="2540"/>
                  </a:lnTo>
                  <a:lnTo>
                    <a:pt x="331470" y="2540"/>
                  </a:lnTo>
                  <a:lnTo>
                    <a:pt x="331470" y="3810"/>
                  </a:lnTo>
                  <a:lnTo>
                    <a:pt x="334010" y="3810"/>
                  </a:lnTo>
                  <a:lnTo>
                    <a:pt x="334010" y="5080"/>
                  </a:lnTo>
                  <a:lnTo>
                    <a:pt x="335280" y="5080"/>
                  </a:lnTo>
                  <a:lnTo>
                    <a:pt x="335280" y="6350"/>
                  </a:lnTo>
                  <a:lnTo>
                    <a:pt x="605790" y="6350"/>
                  </a:lnTo>
                  <a:lnTo>
                    <a:pt x="605790" y="5080"/>
                  </a:lnTo>
                  <a:lnTo>
                    <a:pt x="605790" y="3810"/>
                  </a:lnTo>
                  <a:close/>
                </a:path>
              </a:pathLst>
            </a:custGeom>
            <a:solidFill>
              <a:srgbClr val="A37900"/>
            </a:solidFill>
          </p:spPr>
          <p:txBody>
            <a:bodyPr wrap="square" lIns="0" tIns="0" rIns="0" bIns="0" rtlCol="0"/>
            <a:lstStyle/>
            <a:p/>
          </p:txBody>
        </p:sp>
        <p:sp>
          <p:nvSpPr>
            <p:cNvPr id="1533" name="object 1533"/>
            <p:cNvSpPr/>
            <p:nvPr/>
          </p:nvSpPr>
          <p:spPr>
            <a:xfrm>
              <a:off x="1828800" y="4380229"/>
              <a:ext cx="610870" cy="7620"/>
            </a:xfrm>
            <a:custGeom>
              <a:avLst/>
              <a:gdLst/>
              <a:ahLst/>
              <a:cxnLst/>
              <a:rect l="l" t="t" r="r" b="b"/>
              <a:pathLst>
                <a:path w="610869" h="7620">
                  <a:moveTo>
                    <a:pt x="66040" y="5080"/>
                  </a:moveTo>
                  <a:lnTo>
                    <a:pt x="64770" y="5080"/>
                  </a:lnTo>
                  <a:lnTo>
                    <a:pt x="64770" y="3810"/>
                  </a:lnTo>
                  <a:lnTo>
                    <a:pt x="64770" y="2540"/>
                  </a:lnTo>
                  <a:lnTo>
                    <a:pt x="63500" y="2540"/>
                  </a:lnTo>
                  <a:lnTo>
                    <a:pt x="63500" y="0"/>
                  </a:lnTo>
                  <a:lnTo>
                    <a:pt x="0" y="0"/>
                  </a:lnTo>
                  <a:lnTo>
                    <a:pt x="0" y="2540"/>
                  </a:lnTo>
                  <a:lnTo>
                    <a:pt x="0" y="3810"/>
                  </a:lnTo>
                  <a:lnTo>
                    <a:pt x="0" y="5080"/>
                  </a:lnTo>
                  <a:lnTo>
                    <a:pt x="0" y="7620"/>
                  </a:lnTo>
                  <a:lnTo>
                    <a:pt x="66040" y="7620"/>
                  </a:lnTo>
                  <a:lnTo>
                    <a:pt x="66040" y="5080"/>
                  </a:lnTo>
                  <a:close/>
                </a:path>
                <a:path w="610869" h="7620">
                  <a:moveTo>
                    <a:pt x="610870" y="6350"/>
                  </a:moveTo>
                  <a:lnTo>
                    <a:pt x="609600" y="6350"/>
                  </a:lnTo>
                  <a:lnTo>
                    <a:pt x="609600" y="5080"/>
                  </a:lnTo>
                  <a:lnTo>
                    <a:pt x="609600" y="3810"/>
                  </a:lnTo>
                  <a:lnTo>
                    <a:pt x="608330" y="3810"/>
                  </a:lnTo>
                  <a:lnTo>
                    <a:pt x="608330" y="2540"/>
                  </a:lnTo>
                  <a:lnTo>
                    <a:pt x="607047" y="2540"/>
                  </a:lnTo>
                  <a:lnTo>
                    <a:pt x="607047" y="1270"/>
                  </a:lnTo>
                  <a:lnTo>
                    <a:pt x="607060" y="0"/>
                  </a:lnTo>
                  <a:lnTo>
                    <a:pt x="336550" y="0"/>
                  </a:lnTo>
                  <a:lnTo>
                    <a:pt x="336550" y="1270"/>
                  </a:lnTo>
                  <a:lnTo>
                    <a:pt x="337820" y="1270"/>
                  </a:lnTo>
                  <a:lnTo>
                    <a:pt x="337820" y="2540"/>
                  </a:lnTo>
                  <a:lnTo>
                    <a:pt x="340360" y="2540"/>
                  </a:lnTo>
                  <a:lnTo>
                    <a:pt x="340360" y="3810"/>
                  </a:lnTo>
                  <a:lnTo>
                    <a:pt x="341630" y="3810"/>
                  </a:lnTo>
                  <a:lnTo>
                    <a:pt x="341630" y="5080"/>
                  </a:lnTo>
                  <a:lnTo>
                    <a:pt x="342900" y="5080"/>
                  </a:lnTo>
                  <a:lnTo>
                    <a:pt x="342900" y="6350"/>
                  </a:lnTo>
                  <a:lnTo>
                    <a:pt x="344170" y="6350"/>
                  </a:lnTo>
                  <a:lnTo>
                    <a:pt x="344170" y="7620"/>
                  </a:lnTo>
                  <a:lnTo>
                    <a:pt x="610870" y="7620"/>
                  </a:lnTo>
                  <a:lnTo>
                    <a:pt x="610870" y="6350"/>
                  </a:lnTo>
                  <a:close/>
                </a:path>
              </a:pathLst>
            </a:custGeom>
            <a:solidFill>
              <a:srgbClr val="A57B00"/>
            </a:solidFill>
          </p:spPr>
          <p:txBody>
            <a:bodyPr wrap="square" lIns="0" tIns="0" rIns="0" bIns="0" rtlCol="0"/>
            <a:lstStyle/>
            <a:p/>
          </p:txBody>
        </p:sp>
        <p:sp>
          <p:nvSpPr>
            <p:cNvPr id="1534" name="object 1534"/>
            <p:cNvSpPr/>
            <p:nvPr/>
          </p:nvSpPr>
          <p:spPr>
            <a:xfrm>
              <a:off x="1828800" y="4387849"/>
              <a:ext cx="614680" cy="7620"/>
            </a:xfrm>
            <a:custGeom>
              <a:avLst/>
              <a:gdLst/>
              <a:ahLst/>
              <a:cxnLst/>
              <a:rect l="l" t="t" r="r" b="b"/>
              <a:pathLst>
                <a:path w="614680" h="7620">
                  <a:moveTo>
                    <a:pt x="69850" y="6350"/>
                  </a:moveTo>
                  <a:lnTo>
                    <a:pt x="68580" y="6350"/>
                  </a:lnTo>
                  <a:lnTo>
                    <a:pt x="68580" y="2540"/>
                  </a:lnTo>
                  <a:lnTo>
                    <a:pt x="67310" y="2540"/>
                  </a:lnTo>
                  <a:lnTo>
                    <a:pt x="67310" y="0"/>
                  </a:lnTo>
                  <a:lnTo>
                    <a:pt x="0" y="0"/>
                  </a:lnTo>
                  <a:lnTo>
                    <a:pt x="0" y="2540"/>
                  </a:lnTo>
                  <a:lnTo>
                    <a:pt x="0" y="6350"/>
                  </a:lnTo>
                  <a:lnTo>
                    <a:pt x="0" y="7620"/>
                  </a:lnTo>
                  <a:lnTo>
                    <a:pt x="69850" y="7620"/>
                  </a:lnTo>
                  <a:lnTo>
                    <a:pt x="69850" y="6350"/>
                  </a:lnTo>
                  <a:close/>
                </a:path>
                <a:path w="614680" h="7620">
                  <a:moveTo>
                    <a:pt x="614680" y="6350"/>
                  </a:moveTo>
                  <a:lnTo>
                    <a:pt x="614667" y="5080"/>
                  </a:lnTo>
                  <a:lnTo>
                    <a:pt x="613397" y="5080"/>
                  </a:lnTo>
                  <a:lnTo>
                    <a:pt x="613397" y="3810"/>
                  </a:lnTo>
                  <a:lnTo>
                    <a:pt x="613410" y="2540"/>
                  </a:lnTo>
                  <a:lnTo>
                    <a:pt x="612140" y="2540"/>
                  </a:lnTo>
                  <a:lnTo>
                    <a:pt x="612140" y="1270"/>
                  </a:lnTo>
                  <a:lnTo>
                    <a:pt x="610870" y="1270"/>
                  </a:lnTo>
                  <a:lnTo>
                    <a:pt x="610870" y="0"/>
                  </a:lnTo>
                  <a:lnTo>
                    <a:pt x="346710" y="0"/>
                  </a:lnTo>
                  <a:lnTo>
                    <a:pt x="346710" y="1270"/>
                  </a:lnTo>
                  <a:lnTo>
                    <a:pt x="347980" y="1270"/>
                  </a:lnTo>
                  <a:lnTo>
                    <a:pt x="347980" y="2540"/>
                  </a:lnTo>
                  <a:lnTo>
                    <a:pt x="349250" y="2540"/>
                  </a:lnTo>
                  <a:lnTo>
                    <a:pt x="349250" y="3810"/>
                  </a:lnTo>
                  <a:lnTo>
                    <a:pt x="350520" y="3810"/>
                  </a:lnTo>
                  <a:lnTo>
                    <a:pt x="350520" y="5080"/>
                  </a:lnTo>
                  <a:lnTo>
                    <a:pt x="351790" y="5080"/>
                  </a:lnTo>
                  <a:lnTo>
                    <a:pt x="351790" y="6350"/>
                  </a:lnTo>
                  <a:lnTo>
                    <a:pt x="354330" y="6350"/>
                  </a:lnTo>
                  <a:lnTo>
                    <a:pt x="354330" y="7620"/>
                  </a:lnTo>
                  <a:lnTo>
                    <a:pt x="614680" y="7620"/>
                  </a:lnTo>
                  <a:lnTo>
                    <a:pt x="614680" y="6350"/>
                  </a:lnTo>
                  <a:close/>
                </a:path>
              </a:pathLst>
            </a:custGeom>
            <a:solidFill>
              <a:srgbClr val="A77C00"/>
            </a:solidFill>
          </p:spPr>
          <p:txBody>
            <a:bodyPr wrap="square" lIns="0" tIns="0" rIns="0" bIns="0" rtlCol="0"/>
            <a:lstStyle/>
            <a:p/>
          </p:txBody>
        </p:sp>
        <p:sp>
          <p:nvSpPr>
            <p:cNvPr id="1535" name="object 1535"/>
            <p:cNvSpPr/>
            <p:nvPr/>
          </p:nvSpPr>
          <p:spPr>
            <a:xfrm>
              <a:off x="1828800" y="4395469"/>
              <a:ext cx="618490" cy="6350"/>
            </a:xfrm>
            <a:custGeom>
              <a:avLst/>
              <a:gdLst/>
              <a:ahLst/>
              <a:cxnLst/>
              <a:rect l="l" t="t" r="r" b="b"/>
              <a:pathLst>
                <a:path w="618489" h="6350">
                  <a:moveTo>
                    <a:pt x="72390" y="3810"/>
                  </a:moveTo>
                  <a:lnTo>
                    <a:pt x="71120" y="3810"/>
                  </a:lnTo>
                  <a:lnTo>
                    <a:pt x="71120" y="1270"/>
                  </a:lnTo>
                  <a:lnTo>
                    <a:pt x="69850" y="1270"/>
                  </a:lnTo>
                  <a:lnTo>
                    <a:pt x="69850" y="0"/>
                  </a:lnTo>
                  <a:lnTo>
                    <a:pt x="0" y="0"/>
                  </a:lnTo>
                  <a:lnTo>
                    <a:pt x="0" y="1270"/>
                  </a:lnTo>
                  <a:lnTo>
                    <a:pt x="0" y="3810"/>
                  </a:lnTo>
                  <a:lnTo>
                    <a:pt x="0" y="6350"/>
                  </a:lnTo>
                  <a:lnTo>
                    <a:pt x="72390" y="6350"/>
                  </a:lnTo>
                  <a:lnTo>
                    <a:pt x="72390" y="3810"/>
                  </a:lnTo>
                  <a:close/>
                </a:path>
                <a:path w="618489" h="6350">
                  <a:moveTo>
                    <a:pt x="618490" y="3810"/>
                  </a:moveTo>
                  <a:lnTo>
                    <a:pt x="617220" y="3810"/>
                  </a:lnTo>
                  <a:lnTo>
                    <a:pt x="617220" y="2540"/>
                  </a:lnTo>
                  <a:lnTo>
                    <a:pt x="617220" y="1270"/>
                  </a:lnTo>
                  <a:lnTo>
                    <a:pt x="615950" y="1270"/>
                  </a:lnTo>
                  <a:lnTo>
                    <a:pt x="615950" y="0"/>
                  </a:lnTo>
                  <a:lnTo>
                    <a:pt x="355600" y="0"/>
                  </a:lnTo>
                  <a:lnTo>
                    <a:pt x="355600" y="1270"/>
                  </a:lnTo>
                  <a:lnTo>
                    <a:pt x="356870" y="1270"/>
                  </a:lnTo>
                  <a:lnTo>
                    <a:pt x="356870" y="2540"/>
                  </a:lnTo>
                  <a:lnTo>
                    <a:pt x="358140" y="2540"/>
                  </a:lnTo>
                  <a:lnTo>
                    <a:pt x="358140" y="3810"/>
                  </a:lnTo>
                  <a:lnTo>
                    <a:pt x="359410" y="3810"/>
                  </a:lnTo>
                  <a:lnTo>
                    <a:pt x="359410" y="5080"/>
                  </a:lnTo>
                  <a:lnTo>
                    <a:pt x="360680" y="5080"/>
                  </a:lnTo>
                  <a:lnTo>
                    <a:pt x="360680" y="6350"/>
                  </a:lnTo>
                  <a:lnTo>
                    <a:pt x="618490" y="6350"/>
                  </a:lnTo>
                  <a:lnTo>
                    <a:pt x="618490" y="5080"/>
                  </a:lnTo>
                  <a:lnTo>
                    <a:pt x="618490" y="3810"/>
                  </a:lnTo>
                  <a:close/>
                </a:path>
              </a:pathLst>
            </a:custGeom>
            <a:solidFill>
              <a:srgbClr val="A97E00"/>
            </a:solidFill>
          </p:spPr>
          <p:txBody>
            <a:bodyPr wrap="square" lIns="0" tIns="0" rIns="0" bIns="0" rtlCol="0"/>
            <a:lstStyle/>
            <a:p/>
          </p:txBody>
        </p:sp>
        <p:sp>
          <p:nvSpPr>
            <p:cNvPr id="1536" name="object 1536"/>
            <p:cNvSpPr/>
            <p:nvPr/>
          </p:nvSpPr>
          <p:spPr>
            <a:xfrm>
              <a:off x="1828800" y="4401819"/>
              <a:ext cx="623570" cy="7620"/>
            </a:xfrm>
            <a:custGeom>
              <a:avLst/>
              <a:gdLst/>
              <a:ahLst/>
              <a:cxnLst/>
              <a:rect l="l" t="t" r="r" b="b"/>
              <a:pathLst>
                <a:path w="623569" h="7620">
                  <a:moveTo>
                    <a:pt x="76200" y="5080"/>
                  </a:moveTo>
                  <a:lnTo>
                    <a:pt x="74930" y="5080"/>
                  </a:lnTo>
                  <a:lnTo>
                    <a:pt x="74930" y="2540"/>
                  </a:lnTo>
                  <a:lnTo>
                    <a:pt x="73660" y="2540"/>
                  </a:lnTo>
                  <a:lnTo>
                    <a:pt x="73660" y="1270"/>
                  </a:lnTo>
                  <a:lnTo>
                    <a:pt x="73660" y="0"/>
                  </a:lnTo>
                  <a:lnTo>
                    <a:pt x="0" y="0"/>
                  </a:lnTo>
                  <a:lnTo>
                    <a:pt x="0" y="1270"/>
                  </a:lnTo>
                  <a:lnTo>
                    <a:pt x="0" y="2540"/>
                  </a:lnTo>
                  <a:lnTo>
                    <a:pt x="0" y="5080"/>
                  </a:lnTo>
                  <a:lnTo>
                    <a:pt x="0" y="7620"/>
                  </a:lnTo>
                  <a:lnTo>
                    <a:pt x="76200" y="7620"/>
                  </a:lnTo>
                  <a:lnTo>
                    <a:pt x="76200" y="5080"/>
                  </a:lnTo>
                  <a:close/>
                </a:path>
                <a:path w="623569" h="7620">
                  <a:moveTo>
                    <a:pt x="623570" y="6350"/>
                  </a:moveTo>
                  <a:lnTo>
                    <a:pt x="622300" y="6350"/>
                  </a:lnTo>
                  <a:lnTo>
                    <a:pt x="622300" y="5080"/>
                  </a:lnTo>
                  <a:lnTo>
                    <a:pt x="622300" y="3810"/>
                  </a:lnTo>
                  <a:lnTo>
                    <a:pt x="621030" y="3810"/>
                  </a:lnTo>
                  <a:lnTo>
                    <a:pt x="621030" y="2540"/>
                  </a:lnTo>
                  <a:lnTo>
                    <a:pt x="621017" y="1270"/>
                  </a:lnTo>
                  <a:lnTo>
                    <a:pt x="619760" y="1270"/>
                  </a:lnTo>
                  <a:lnTo>
                    <a:pt x="619760" y="0"/>
                  </a:lnTo>
                  <a:lnTo>
                    <a:pt x="361950" y="0"/>
                  </a:lnTo>
                  <a:lnTo>
                    <a:pt x="361950" y="1270"/>
                  </a:lnTo>
                  <a:lnTo>
                    <a:pt x="364490" y="1270"/>
                  </a:lnTo>
                  <a:lnTo>
                    <a:pt x="364490" y="2540"/>
                  </a:lnTo>
                  <a:lnTo>
                    <a:pt x="365760" y="2540"/>
                  </a:lnTo>
                  <a:lnTo>
                    <a:pt x="365760" y="3810"/>
                  </a:lnTo>
                  <a:lnTo>
                    <a:pt x="367030" y="3810"/>
                  </a:lnTo>
                  <a:lnTo>
                    <a:pt x="367030" y="5080"/>
                  </a:lnTo>
                  <a:lnTo>
                    <a:pt x="368300" y="5080"/>
                  </a:lnTo>
                  <a:lnTo>
                    <a:pt x="368300" y="6350"/>
                  </a:lnTo>
                  <a:lnTo>
                    <a:pt x="370840" y="6350"/>
                  </a:lnTo>
                  <a:lnTo>
                    <a:pt x="370840" y="7620"/>
                  </a:lnTo>
                  <a:lnTo>
                    <a:pt x="623570" y="7620"/>
                  </a:lnTo>
                  <a:lnTo>
                    <a:pt x="623570" y="6350"/>
                  </a:lnTo>
                  <a:close/>
                </a:path>
              </a:pathLst>
            </a:custGeom>
            <a:solidFill>
              <a:srgbClr val="AA7F00"/>
            </a:solidFill>
          </p:spPr>
          <p:txBody>
            <a:bodyPr wrap="square" lIns="0" tIns="0" rIns="0" bIns="0" rtlCol="0"/>
            <a:lstStyle/>
            <a:p/>
          </p:txBody>
        </p:sp>
        <p:sp>
          <p:nvSpPr>
            <p:cNvPr id="1537" name="object 1537"/>
            <p:cNvSpPr/>
            <p:nvPr/>
          </p:nvSpPr>
          <p:spPr>
            <a:xfrm>
              <a:off x="1828800" y="4409439"/>
              <a:ext cx="627380" cy="7620"/>
            </a:xfrm>
            <a:custGeom>
              <a:avLst/>
              <a:gdLst/>
              <a:ahLst/>
              <a:cxnLst/>
              <a:rect l="l" t="t" r="r" b="b"/>
              <a:pathLst>
                <a:path w="627380" h="7620">
                  <a:moveTo>
                    <a:pt x="78740" y="3810"/>
                  </a:moveTo>
                  <a:lnTo>
                    <a:pt x="77470" y="3810"/>
                  </a:lnTo>
                  <a:lnTo>
                    <a:pt x="77470" y="1270"/>
                  </a:lnTo>
                  <a:lnTo>
                    <a:pt x="76200" y="1270"/>
                  </a:lnTo>
                  <a:lnTo>
                    <a:pt x="76200" y="0"/>
                  </a:lnTo>
                  <a:lnTo>
                    <a:pt x="0" y="0"/>
                  </a:lnTo>
                  <a:lnTo>
                    <a:pt x="0" y="1270"/>
                  </a:lnTo>
                  <a:lnTo>
                    <a:pt x="0" y="3810"/>
                  </a:lnTo>
                  <a:lnTo>
                    <a:pt x="0" y="6350"/>
                  </a:lnTo>
                  <a:lnTo>
                    <a:pt x="78740" y="6350"/>
                  </a:lnTo>
                  <a:lnTo>
                    <a:pt x="78740" y="3810"/>
                  </a:lnTo>
                  <a:close/>
                </a:path>
                <a:path w="627380" h="7620">
                  <a:moveTo>
                    <a:pt x="80010" y="6362"/>
                  </a:moveTo>
                  <a:lnTo>
                    <a:pt x="0" y="6362"/>
                  </a:lnTo>
                  <a:lnTo>
                    <a:pt x="0" y="7620"/>
                  </a:lnTo>
                  <a:lnTo>
                    <a:pt x="80010" y="7620"/>
                  </a:lnTo>
                  <a:lnTo>
                    <a:pt x="80010" y="6362"/>
                  </a:lnTo>
                  <a:close/>
                </a:path>
                <a:path w="627380" h="7620">
                  <a:moveTo>
                    <a:pt x="627380" y="6362"/>
                  </a:moveTo>
                  <a:lnTo>
                    <a:pt x="379730" y="6362"/>
                  </a:lnTo>
                  <a:lnTo>
                    <a:pt x="379730" y="7620"/>
                  </a:lnTo>
                  <a:lnTo>
                    <a:pt x="627380" y="7620"/>
                  </a:lnTo>
                  <a:lnTo>
                    <a:pt x="627380" y="6362"/>
                  </a:lnTo>
                  <a:close/>
                </a:path>
                <a:path w="627380" h="7620">
                  <a:moveTo>
                    <a:pt x="627380" y="5080"/>
                  </a:moveTo>
                  <a:lnTo>
                    <a:pt x="626097" y="5080"/>
                  </a:lnTo>
                  <a:lnTo>
                    <a:pt x="626097" y="3810"/>
                  </a:lnTo>
                  <a:lnTo>
                    <a:pt x="626097" y="2540"/>
                  </a:lnTo>
                  <a:lnTo>
                    <a:pt x="624840" y="2540"/>
                  </a:lnTo>
                  <a:lnTo>
                    <a:pt x="624840" y="1270"/>
                  </a:lnTo>
                  <a:lnTo>
                    <a:pt x="624840" y="0"/>
                  </a:lnTo>
                  <a:lnTo>
                    <a:pt x="372110" y="0"/>
                  </a:lnTo>
                  <a:lnTo>
                    <a:pt x="372110" y="1270"/>
                  </a:lnTo>
                  <a:lnTo>
                    <a:pt x="373380" y="1270"/>
                  </a:lnTo>
                  <a:lnTo>
                    <a:pt x="373380" y="2540"/>
                  </a:lnTo>
                  <a:lnTo>
                    <a:pt x="375920" y="2540"/>
                  </a:lnTo>
                  <a:lnTo>
                    <a:pt x="375920" y="3810"/>
                  </a:lnTo>
                  <a:lnTo>
                    <a:pt x="377190" y="3810"/>
                  </a:lnTo>
                  <a:lnTo>
                    <a:pt x="377190" y="5080"/>
                  </a:lnTo>
                  <a:lnTo>
                    <a:pt x="378460" y="5080"/>
                  </a:lnTo>
                  <a:lnTo>
                    <a:pt x="378460" y="6350"/>
                  </a:lnTo>
                  <a:lnTo>
                    <a:pt x="627380" y="6350"/>
                  </a:lnTo>
                  <a:lnTo>
                    <a:pt x="627380" y="5080"/>
                  </a:lnTo>
                  <a:close/>
                </a:path>
              </a:pathLst>
            </a:custGeom>
            <a:solidFill>
              <a:srgbClr val="AC8100"/>
            </a:solidFill>
          </p:spPr>
          <p:txBody>
            <a:bodyPr wrap="square" lIns="0" tIns="0" rIns="0" bIns="0" rtlCol="0"/>
            <a:lstStyle/>
            <a:p/>
          </p:txBody>
        </p:sp>
        <p:sp>
          <p:nvSpPr>
            <p:cNvPr id="1538" name="object 1538"/>
            <p:cNvSpPr/>
            <p:nvPr/>
          </p:nvSpPr>
          <p:spPr>
            <a:xfrm>
              <a:off x="1828800" y="4417059"/>
              <a:ext cx="629920" cy="6350"/>
            </a:xfrm>
            <a:custGeom>
              <a:avLst/>
              <a:gdLst/>
              <a:ahLst/>
              <a:cxnLst/>
              <a:rect l="l" t="t" r="r" b="b"/>
              <a:pathLst>
                <a:path w="629919" h="6350">
                  <a:moveTo>
                    <a:pt x="82550" y="5092"/>
                  </a:moveTo>
                  <a:lnTo>
                    <a:pt x="0" y="5092"/>
                  </a:lnTo>
                  <a:lnTo>
                    <a:pt x="0" y="6350"/>
                  </a:lnTo>
                  <a:lnTo>
                    <a:pt x="82550" y="6350"/>
                  </a:lnTo>
                  <a:lnTo>
                    <a:pt x="82550" y="5092"/>
                  </a:lnTo>
                  <a:close/>
                </a:path>
                <a:path w="629919" h="6350">
                  <a:moveTo>
                    <a:pt x="82550" y="3810"/>
                  </a:moveTo>
                  <a:lnTo>
                    <a:pt x="81280" y="3810"/>
                  </a:lnTo>
                  <a:lnTo>
                    <a:pt x="81280" y="1270"/>
                  </a:lnTo>
                  <a:lnTo>
                    <a:pt x="80010" y="1270"/>
                  </a:lnTo>
                  <a:lnTo>
                    <a:pt x="80010" y="0"/>
                  </a:lnTo>
                  <a:lnTo>
                    <a:pt x="0" y="0"/>
                  </a:lnTo>
                  <a:lnTo>
                    <a:pt x="0" y="1270"/>
                  </a:lnTo>
                  <a:lnTo>
                    <a:pt x="0" y="3810"/>
                  </a:lnTo>
                  <a:lnTo>
                    <a:pt x="0" y="5080"/>
                  </a:lnTo>
                  <a:lnTo>
                    <a:pt x="82550" y="5080"/>
                  </a:lnTo>
                  <a:lnTo>
                    <a:pt x="82550" y="3810"/>
                  </a:lnTo>
                  <a:close/>
                </a:path>
                <a:path w="629919" h="6350">
                  <a:moveTo>
                    <a:pt x="629920" y="5092"/>
                  </a:moveTo>
                  <a:lnTo>
                    <a:pt x="386080" y="5092"/>
                  </a:lnTo>
                  <a:lnTo>
                    <a:pt x="386080" y="6350"/>
                  </a:lnTo>
                  <a:lnTo>
                    <a:pt x="629920" y="6350"/>
                  </a:lnTo>
                  <a:lnTo>
                    <a:pt x="629920" y="5092"/>
                  </a:lnTo>
                  <a:close/>
                </a:path>
                <a:path w="629919" h="6350">
                  <a:moveTo>
                    <a:pt x="629920" y="2540"/>
                  </a:moveTo>
                  <a:lnTo>
                    <a:pt x="628650" y="2540"/>
                  </a:lnTo>
                  <a:lnTo>
                    <a:pt x="628650" y="1270"/>
                  </a:lnTo>
                  <a:lnTo>
                    <a:pt x="628650" y="0"/>
                  </a:lnTo>
                  <a:lnTo>
                    <a:pt x="381000" y="0"/>
                  </a:lnTo>
                  <a:lnTo>
                    <a:pt x="381000" y="1270"/>
                  </a:lnTo>
                  <a:lnTo>
                    <a:pt x="382270" y="1270"/>
                  </a:lnTo>
                  <a:lnTo>
                    <a:pt x="382270" y="2540"/>
                  </a:lnTo>
                  <a:lnTo>
                    <a:pt x="383540" y="2540"/>
                  </a:lnTo>
                  <a:lnTo>
                    <a:pt x="383540" y="3810"/>
                  </a:lnTo>
                  <a:lnTo>
                    <a:pt x="384810" y="3810"/>
                  </a:lnTo>
                  <a:lnTo>
                    <a:pt x="384810" y="5080"/>
                  </a:lnTo>
                  <a:lnTo>
                    <a:pt x="629920" y="5080"/>
                  </a:lnTo>
                  <a:lnTo>
                    <a:pt x="629920" y="3810"/>
                  </a:lnTo>
                  <a:lnTo>
                    <a:pt x="629920" y="2540"/>
                  </a:lnTo>
                  <a:close/>
                </a:path>
              </a:pathLst>
            </a:custGeom>
            <a:solidFill>
              <a:srgbClr val="AE8200"/>
            </a:solidFill>
          </p:spPr>
          <p:txBody>
            <a:bodyPr wrap="square" lIns="0" tIns="0" rIns="0" bIns="0" rtlCol="0"/>
            <a:lstStyle/>
            <a:p/>
          </p:txBody>
        </p:sp>
        <p:sp>
          <p:nvSpPr>
            <p:cNvPr id="1539" name="object 1539"/>
            <p:cNvSpPr/>
            <p:nvPr/>
          </p:nvSpPr>
          <p:spPr>
            <a:xfrm>
              <a:off x="1828800" y="4423409"/>
              <a:ext cx="633730" cy="7620"/>
            </a:xfrm>
            <a:custGeom>
              <a:avLst/>
              <a:gdLst/>
              <a:ahLst/>
              <a:cxnLst/>
              <a:rect l="l" t="t" r="r" b="b"/>
              <a:pathLst>
                <a:path w="633730" h="7620">
                  <a:moveTo>
                    <a:pt x="85090" y="2540"/>
                  </a:moveTo>
                  <a:lnTo>
                    <a:pt x="83820" y="2540"/>
                  </a:lnTo>
                  <a:lnTo>
                    <a:pt x="83820" y="0"/>
                  </a:lnTo>
                  <a:lnTo>
                    <a:pt x="0" y="0"/>
                  </a:lnTo>
                  <a:lnTo>
                    <a:pt x="0" y="2540"/>
                  </a:lnTo>
                  <a:lnTo>
                    <a:pt x="0" y="5080"/>
                  </a:lnTo>
                  <a:lnTo>
                    <a:pt x="85090" y="5080"/>
                  </a:lnTo>
                  <a:lnTo>
                    <a:pt x="85090" y="2540"/>
                  </a:lnTo>
                  <a:close/>
                </a:path>
                <a:path w="633730" h="7620">
                  <a:moveTo>
                    <a:pt x="86360" y="5092"/>
                  </a:moveTo>
                  <a:lnTo>
                    <a:pt x="0" y="5092"/>
                  </a:lnTo>
                  <a:lnTo>
                    <a:pt x="0" y="7620"/>
                  </a:lnTo>
                  <a:lnTo>
                    <a:pt x="86360" y="7620"/>
                  </a:lnTo>
                  <a:lnTo>
                    <a:pt x="86360" y="5092"/>
                  </a:lnTo>
                  <a:close/>
                </a:path>
                <a:path w="633730" h="7620">
                  <a:moveTo>
                    <a:pt x="632460" y="2540"/>
                  </a:moveTo>
                  <a:lnTo>
                    <a:pt x="631190" y="2540"/>
                  </a:lnTo>
                  <a:lnTo>
                    <a:pt x="631190" y="1270"/>
                  </a:lnTo>
                  <a:lnTo>
                    <a:pt x="631190" y="0"/>
                  </a:lnTo>
                  <a:lnTo>
                    <a:pt x="387350" y="0"/>
                  </a:lnTo>
                  <a:lnTo>
                    <a:pt x="387350" y="1270"/>
                  </a:lnTo>
                  <a:lnTo>
                    <a:pt x="389890" y="1270"/>
                  </a:lnTo>
                  <a:lnTo>
                    <a:pt x="389890" y="2540"/>
                  </a:lnTo>
                  <a:lnTo>
                    <a:pt x="391160" y="2540"/>
                  </a:lnTo>
                  <a:lnTo>
                    <a:pt x="391160" y="3810"/>
                  </a:lnTo>
                  <a:lnTo>
                    <a:pt x="392430" y="3810"/>
                  </a:lnTo>
                  <a:lnTo>
                    <a:pt x="392430" y="5080"/>
                  </a:lnTo>
                  <a:lnTo>
                    <a:pt x="632460" y="5080"/>
                  </a:lnTo>
                  <a:lnTo>
                    <a:pt x="632460" y="3810"/>
                  </a:lnTo>
                  <a:lnTo>
                    <a:pt x="632460" y="2540"/>
                  </a:lnTo>
                  <a:close/>
                </a:path>
                <a:path w="633730" h="7620">
                  <a:moveTo>
                    <a:pt x="633730" y="7620"/>
                  </a:moveTo>
                  <a:lnTo>
                    <a:pt x="633717" y="6350"/>
                  </a:lnTo>
                  <a:lnTo>
                    <a:pt x="632460" y="6350"/>
                  </a:lnTo>
                  <a:lnTo>
                    <a:pt x="632460" y="5092"/>
                  </a:lnTo>
                  <a:lnTo>
                    <a:pt x="393700" y="5092"/>
                  </a:lnTo>
                  <a:lnTo>
                    <a:pt x="393700" y="6350"/>
                  </a:lnTo>
                  <a:lnTo>
                    <a:pt x="396240" y="6350"/>
                  </a:lnTo>
                  <a:lnTo>
                    <a:pt x="396240" y="7620"/>
                  </a:lnTo>
                  <a:lnTo>
                    <a:pt x="633730" y="7620"/>
                  </a:lnTo>
                  <a:close/>
                </a:path>
              </a:pathLst>
            </a:custGeom>
            <a:solidFill>
              <a:srgbClr val="B08400"/>
            </a:solidFill>
          </p:spPr>
          <p:txBody>
            <a:bodyPr wrap="square" lIns="0" tIns="0" rIns="0" bIns="0" rtlCol="0"/>
            <a:lstStyle/>
            <a:p/>
          </p:txBody>
        </p:sp>
        <p:sp>
          <p:nvSpPr>
            <p:cNvPr id="1540" name="object 1540"/>
            <p:cNvSpPr/>
            <p:nvPr/>
          </p:nvSpPr>
          <p:spPr>
            <a:xfrm>
              <a:off x="1828800" y="4431029"/>
              <a:ext cx="636270" cy="7620"/>
            </a:xfrm>
            <a:custGeom>
              <a:avLst/>
              <a:gdLst/>
              <a:ahLst/>
              <a:cxnLst/>
              <a:rect l="l" t="t" r="r" b="b"/>
              <a:pathLst>
                <a:path w="636269" h="7620">
                  <a:moveTo>
                    <a:pt x="90170" y="6350"/>
                  </a:moveTo>
                  <a:lnTo>
                    <a:pt x="88900" y="6350"/>
                  </a:lnTo>
                  <a:lnTo>
                    <a:pt x="88900" y="3810"/>
                  </a:lnTo>
                  <a:lnTo>
                    <a:pt x="87630" y="3810"/>
                  </a:lnTo>
                  <a:lnTo>
                    <a:pt x="87630" y="1270"/>
                  </a:lnTo>
                  <a:lnTo>
                    <a:pt x="86360" y="1270"/>
                  </a:lnTo>
                  <a:lnTo>
                    <a:pt x="86360" y="0"/>
                  </a:lnTo>
                  <a:lnTo>
                    <a:pt x="0" y="0"/>
                  </a:lnTo>
                  <a:lnTo>
                    <a:pt x="0" y="1270"/>
                  </a:lnTo>
                  <a:lnTo>
                    <a:pt x="0" y="3810"/>
                  </a:lnTo>
                  <a:lnTo>
                    <a:pt x="0" y="6350"/>
                  </a:lnTo>
                  <a:lnTo>
                    <a:pt x="0" y="7620"/>
                  </a:lnTo>
                  <a:lnTo>
                    <a:pt x="90170" y="7620"/>
                  </a:lnTo>
                  <a:lnTo>
                    <a:pt x="90170" y="6350"/>
                  </a:lnTo>
                  <a:close/>
                </a:path>
                <a:path w="636269" h="7620">
                  <a:moveTo>
                    <a:pt x="635000" y="1270"/>
                  </a:moveTo>
                  <a:lnTo>
                    <a:pt x="633730" y="1270"/>
                  </a:lnTo>
                  <a:lnTo>
                    <a:pt x="633717" y="0"/>
                  </a:lnTo>
                  <a:lnTo>
                    <a:pt x="397510" y="0"/>
                  </a:lnTo>
                  <a:lnTo>
                    <a:pt x="397510" y="1270"/>
                  </a:lnTo>
                  <a:lnTo>
                    <a:pt x="398780" y="1270"/>
                  </a:lnTo>
                  <a:lnTo>
                    <a:pt x="398780" y="2540"/>
                  </a:lnTo>
                  <a:lnTo>
                    <a:pt x="400050" y="2540"/>
                  </a:lnTo>
                  <a:lnTo>
                    <a:pt x="400050" y="3810"/>
                  </a:lnTo>
                  <a:lnTo>
                    <a:pt x="635000" y="3810"/>
                  </a:lnTo>
                  <a:lnTo>
                    <a:pt x="635000" y="2540"/>
                  </a:lnTo>
                  <a:lnTo>
                    <a:pt x="635000" y="1270"/>
                  </a:lnTo>
                  <a:close/>
                </a:path>
                <a:path w="636269" h="7620">
                  <a:moveTo>
                    <a:pt x="636270" y="5080"/>
                  </a:moveTo>
                  <a:lnTo>
                    <a:pt x="635000" y="5080"/>
                  </a:lnTo>
                  <a:lnTo>
                    <a:pt x="635000" y="3822"/>
                  </a:lnTo>
                  <a:lnTo>
                    <a:pt x="401320" y="3822"/>
                  </a:lnTo>
                  <a:lnTo>
                    <a:pt x="401320" y="5080"/>
                  </a:lnTo>
                  <a:lnTo>
                    <a:pt x="402590" y="5080"/>
                  </a:lnTo>
                  <a:lnTo>
                    <a:pt x="402590" y="6350"/>
                  </a:lnTo>
                  <a:lnTo>
                    <a:pt x="403860" y="6350"/>
                  </a:lnTo>
                  <a:lnTo>
                    <a:pt x="403860" y="7620"/>
                  </a:lnTo>
                  <a:lnTo>
                    <a:pt x="636270" y="7620"/>
                  </a:lnTo>
                  <a:lnTo>
                    <a:pt x="636270" y="6350"/>
                  </a:lnTo>
                  <a:lnTo>
                    <a:pt x="636270" y="5080"/>
                  </a:lnTo>
                  <a:close/>
                </a:path>
              </a:pathLst>
            </a:custGeom>
            <a:solidFill>
              <a:srgbClr val="B28500"/>
            </a:solidFill>
          </p:spPr>
          <p:txBody>
            <a:bodyPr wrap="square" lIns="0" tIns="0" rIns="0" bIns="0" rtlCol="0"/>
            <a:lstStyle/>
            <a:p/>
          </p:txBody>
        </p:sp>
        <p:sp>
          <p:nvSpPr>
            <p:cNvPr id="1541" name="object 1541"/>
            <p:cNvSpPr/>
            <p:nvPr/>
          </p:nvSpPr>
          <p:spPr>
            <a:xfrm>
              <a:off x="1828800" y="4438649"/>
              <a:ext cx="638810" cy="7620"/>
            </a:xfrm>
            <a:custGeom>
              <a:avLst/>
              <a:gdLst/>
              <a:ahLst/>
              <a:cxnLst/>
              <a:rect l="l" t="t" r="r" b="b"/>
              <a:pathLst>
                <a:path w="638810" h="7620">
                  <a:moveTo>
                    <a:pt x="93980" y="6350"/>
                  </a:moveTo>
                  <a:lnTo>
                    <a:pt x="92710" y="6350"/>
                  </a:lnTo>
                  <a:lnTo>
                    <a:pt x="92710" y="3810"/>
                  </a:lnTo>
                  <a:lnTo>
                    <a:pt x="91440" y="3810"/>
                  </a:lnTo>
                  <a:lnTo>
                    <a:pt x="91440" y="2540"/>
                  </a:lnTo>
                  <a:lnTo>
                    <a:pt x="91440" y="1270"/>
                  </a:lnTo>
                  <a:lnTo>
                    <a:pt x="90170" y="1270"/>
                  </a:lnTo>
                  <a:lnTo>
                    <a:pt x="90170" y="0"/>
                  </a:lnTo>
                  <a:lnTo>
                    <a:pt x="0" y="0"/>
                  </a:lnTo>
                  <a:lnTo>
                    <a:pt x="0" y="1270"/>
                  </a:lnTo>
                  <a:lnTo>
                    <a:pt x="0" y="2540"/>
                  </a:lnTo>
                  <a:lnTo>
                    <a:pt x="0" y="3810"/>
                  </a:lnTo>
                  <a:lnTo>
                    <a:pt x="0" y="6350"/>
                  </a:lnTo>
                  <a:lnTo>
                    <a:pt x="0" y="7620"/>
                  </a:lnTo>
                  <a:lnTo>
                    <a:pt x="93980" y="7620"/>
                  </a:lnTo>
                  <a:lnTo>
                    <a:pt x="93980" y="6350"/>
                  </a:lnTo>
                  <a:close/>
                </a:path>
                <a:path w="638810" h="7620">
                  <a:moveTo>
                    <a:pt x="638810" y="5080"/>
                  </a:moveTo>
                  <a:lnTo>
                    <a:pt x="637540" y="5080"/>
                  </a:lnTo>
                  <a:lnTo>
                    <a:pt x="637540" y="3810"/>
                  </a:lnTo>
                  <a:lnTo>
                    <a:pt x="637540" y="2540"/>
                  </a:lnTo>
                  <a:lnTo>
                    <a:pt x="637540" y="1270"/>
                  </a:lnTo>
                  <a:lnTo>
                    <a:pt x="636270" y="1270"/>
                  </a:lnTo>
                  <a:lnTo>
                    <a:pt x="636270" y="0"/>
                  </a:lnTo>
                  <a:lnTo>
                    <a:pt x="406400" y="0"/>
                  </a:lnTo>
                  <a:lnTo>
                    <a:pt x="406400" y="1270"/>
                  </a:lnTo>
                  <a:lnTo>
                    <a:pt x="407670" y="1270"/>
                  </a:lnTo>
                  <a:lnTo>
                    <a:pt x="407670" y="2540"/>
                  </a:lnTo>
                  <a:lnTo>
                    <a:pt x="408940" y="2540"/>
                  </a:lnTo>
                  <a:lnTo>
                    <a:pt x="408940" y="3810"/>
                  </a:lnTo>
                  <a:lnTo>
                    <a:pt x="410210" y="3810"/>
                  </a:lnTo>
                  <a:lnTo>
                    <a:pt x="410210" y="5080"/>
                  </a:lnTo>
                  <a:lnTo>
                    <a:pt x="411480" y="5080"/>
                  </a:lnTo>
                  <a:lnTo>
                    <a:pt x="411480" y="6350"/>
                  </a:lnTo>
                  <a:lnTo>
                    <a:pt x="412750" y="6350"/>
                  </a:lnTo>
                  <a:lnTo>
                    <a:pt x="412750" y="7620"/>
                  </a:lnTo>
                  <a:lnTo>
                    <a:pt x="638797" y="7620"/>
                  </a:lnTo>
                  <a:lnTo>
                    <a:pt x="638797" y="6350"/>
                  </a:lnTo>
                  <a:lnTo>
                    <a:pt x="638810" y="5080"/>
                  </a:lnTo>
                  <a:close/>
                </a:path>
              </a:pathLst>
            </a:custGeom>
            <a:solidFill>
              <a:srgbClr val="B48700"/>
            </a:solidFill>
          </p:spPr>
          <p:txBody>
            <a:bodyPr wrap="square" lIns="0" tIns="0" rIns="0" bIns="0" rtlCol="0"/>
            <a:lstStyle/>
            <a:p/>
          </p:txBody>
        </p:sp>
        <p:sp>
          <p:nvSpPr>
            <p:cNvPr id="1542" name="object 1542"/>
            <p:cNvSpPr/>
            <p:nvPr/>
          </p:nvSpPr>
          <p:spPr>
            <a:xfrm>
              <a:off x="1828800" y="4446269"/>
              <a:ext cx="640080" cy="6350"/>
            </a:xfrm>
            <a:custGeom>
              <a:avLst/>
              <a:gdLst/>
              <a:ahLst/>
              <a:cxnLst/>
              <a:rect l="l" t="t" r="r" b="b"/>
              <a:pathLst>
                <a:path w="640080" h="6350">
                  <a:moveTo>
                    <a:pt x="97790" y="5080"/>
                  </a:moveTo>
                  <a:lnTo>
                    <a:pt x="96520" y="5080"/>
                  </a:lnTo>
                  <a:lnTo>
                    <a:pt x="96520" y="2540"/>
                  </a:lnTo>
                  <a:lnTo>
                    <a:pt x="95250" y="2540"/>
                  </a:lnTo>
                  <a:lnTo>
                    <a:pt x="95250" y="1270"/>
                  </a:lnTo>
                  <a:lnTo>
                    <a:pt x="95250" y="0"/>
                  </a:lnTo>
                  <a:lnTo>
                    <a:pt x="0" y="0"/>
                  </a:lnTo>
                  <a:lnTo>
                    <a:pt x="0" y="1270"/>
                  </a:lnTo>
                  <a:lnTo>
                    <a:pt x="0" y="2540"/>
                  </a:lnTo>
                  <a:lnTo>
                    <a:pt x="0" y="5080"/>
                  </a:lnTo>
                  <a:lnTo>
                    <a:pt x="0" y="6350"/>
                  </a:lnTo>
                  <a:lnTo>
                    <a:pt x="97790" y="6350"/>
                  </a:lnTo>
                  <a:lnTo>
                    <a:pt x="97790" y="5080"/>
                  </a:lnTo>
                  <a:close/>
                </a:path>
                <a:path w="640080" h="6350">
                  <a:moveTo>
                    <a:pt x="638810" y="0"/>
                  </a:moveTo>
                  <a:lnTo>
                    <a:pt x="414020" y="0"/>
                  </a:lnTo>
                  <a:lnTo>
                    <a:pt x="414020" y="1270"/>
                  </a:lnTo>
                  <a:lnTo>
                    <a:pt x="638797" y="1270"/>
                  </a:lnTo>
                  <a:lnTo>
                    <a:pt x="638810" y="0"/>
                  </a:lnTo>
                  <a:close/>
                </a:path>
                <a:path w="640080" h="6350">
                  <a:moveTo>
                    <a:pt x="640080" y="2540"/>
                  </a:moveTo>
                  <a:lnTo>
                    <a:pt x="638797" y="2540"/>
                  </a:lnTo>
                  <a:lnTo>
                    <a:pt x="638797" y="1282"/>
                  </a:lnTo>
                  <a:lnTo>
                    <a:pt x="415290" y="1282"/>
                  </a:lnTo>
                  <a:lnTo>
                    <a:pt x="415290" y="2540"/>
                  </a:lnTo>
                  <a:lnTo>
                    <a:pt x="416560" y="2540"/>
                  </a:lnTo>
                  <a:lnTo>
                    <a:pt x="416560" y="3810"/>
                  </a:lnTo>
                  <a:lnTo>
                    <a:pt x="417830" y="3810"/>
                  </a:lnTo>
                  <a:lnTo>
                    <a:pt x="417830" y="5080"/>
                  </a:lnTo>
                  <a:lnTo>
                    <a:pt x="419100" y="5080"/>
                  </a:lnTo>
                  <a:lnTo>
                    <a:pt x="419100" y="6350"/>
                  </a:lnTo>
                  <a:lnTo>
                    <a:pt x="640080" y="6350"/>
                  </a:lnTo>
                  <a:lnTo>
                    <a:pt x="640080" y="5080"/>
                  </a:lnTo>
                  <a:lnTo>
                    <a:pt x="640080" y="3810"/>
                  </a:lnTo>
                  <a:lnTo>
                    <a:pt x="640080" y="2540"/>
                  </a:lnTo>
                  <a:close/>
                </a:path>
              </a:pathLst>
            </a:custGeom>
            <a:solidFill>
              <a:srgbClr val="B68800"/>
            </a:solidFill>
          </p:spPr>
          <p:txBody>
            <a:bodyPr wrap="square" lIns="0" tIns="0" rIns="0" bIns="0" rtlCol="0"/>
            <a:lstStyle/>
            <a:p/>
          </p:txBody>
        </p:sp>
        <p:sp>
          <p:nvSpPr>
            <p:cNvPr id="1543" name="object 1543"/>
            <p:cNvSpPr/>
            <p:nvPr/>
          </p:nvSpPr>
          <p:spPr>
            <a:xfrm>
              <a:off x="1828800" y="4452619"/>
              <a:ext cx="642620" cy="7620"/>
            </a:xfrm>
            <a:custGeom>
              <a:avLst/>
              <a:gdLst/>
              <a:ahLst/>
              <a:cxnLst/>
              <a:rect l="l" t="t" r="r" b="b"/>
              <a:pathLst>
                <a:path w="642619" h="7620">
                  <a:moveTo>
                    <a:pt x="102870" y="6350"/>
                  </a:moveTo>
                  <a:lnTo>
                    <a:pt x="101600" y="6350"/>
                  </a:lnTo>
                  <a:lnTo>
                    <a:pt x="101600" y="3810"/>
                  </a:lnTo>
                  <a:lnTo>
                    <a:pt x="100330" y="3810"/>
                  </a:lnTo>
                  <a:lnTo>
                    <a:pt x="100330" y="2540"/>
                  </a:lnTo>
                  <a:lnTo>
                    <a:pt x="99060" y="2540"/>
                  </a:lnTo>
                  <a:lnTo>
                    <a:pt x="99060" y="1270"/>
                  </a:lnTo>
                  <a:lnTo>
                    <a:pt x="99060" y="0"/>
                  </a:lnTo>
                  <a:lnTo>
                    <a:pt x="0" y="0"/>
                  </a:lnTo>
                  <a:lnTo>
                    <a:pt x="0" y="1270"/>
                  </a:lnTo>
                  <a:lnTo>
                    <a:pt x="0" y="2540"/>
                  </a:lnTo>
                  <a:lnTo>
                    <a:pt x="0" y="3810"/>
                  </a:lnTo>
                  <a:lnTo>
                    <a:pt x="0" y="6350"/>
                  </a:lnTo>
                  <a:lnTo>
                    <a:pt x="0" y="7620"/>
                  </a:lnTo>
                  <a:lnTo>
                    <a:pt x="102870" y="7620"/>
                  </a:lnTo>
                  <a:lnTo>
                    <a:pt x="102870" y="6350"/>
                  </a:lnTo>
                  <a:close/>
                </a:path>
                <a:path w="642619" h="7620">
                  <a:moveTo>
                    <a:pt x="642620" y="5080"/>
                  </a:moveTo>
                  <a:lnTo>
                    <a:pt x="641350" y="5080"/>
                  </a:lnTo>
                  <a:lnTo>
                    <a:pt x="641350" y="2540"/>
                  </a:lnTo>
                  <a:lnTo>
                    <a:pt x="641350" y="1270"/>
                  </a:lnTo>
                  <a:lnTo>
                    <a:pt x="641350" y="0"/>
                  </a:lnTo>
                  <a:lnTo>
                    <a:pt x="420370" y="0"/>
                  </a:lnTo>
                  <a:lnTo>
                    <a:pt x="420370" y="1270"/>
                  </a:lnTo>
                  <a:lnTo>
                    <a:pt x="421640" y="1270"/>
                  </a:lnTo>
                  <a:lnTo>
                    <a:pt x="421640" y="2540"/>
                  </a:lnTo>
                  <a:lnTo>
                    <a:pt x="422910" y="2540"/>
                  </a:lnTo>
                  <a:lnTo>
                    <a:pt x="422910" y="5080"/>
                  </a:lnTo>
                  <a:lnTo>
                    <a:pt x="424180" y="5080"/>
                  </a:lnTo>
                  <a:lnTo>
                    <a:pt x="424180" y="6350"/>
                  </a:lnTo>
                  <a:lnTo>
                    <a:pt x="425450" y="6350"/>
                  </a:lnTo>
                  <a:lnTo>
                    <a:pt x="425450" y="7620"/>
                  </a:lnTo>
                  <a:lnTo>
                    <a:pt x="642620" y="7620"/>
                  </a:lnTo>
                  <a:lnTo>
                    <a:pt x="642620" y="6350"/>
                  </a:lnTo>
                  <a:lnTo>
                    <a:pt x="642620" y="5080"/>
                  </a:lnTo>
                  <a:close/>
                </a:path>
              </a:pathLst>
            </a:custGeom>
            <a:solidFill>
              <a:srgbClr val="B88A00"/>
            </a:solidFill>
          </p:spPr>
          <p:txBody>
            <a:bodyPr wrap="square" lIns="0" tIns="0" rIns="0" bIns="0" rtlCol="0"/>
            <a:lstStyle/>
            <a:p/>
          </p:txBody>
        </p:sp>
        <p:sp>
          <p:nvSpPr>
            <p:cNvPr id="1544" name="object 1544"/>
            <p:cNvSpPr/>
            <p:nvPr/>
          </p:nvSpPr>
          <p:spPr>
            <a:xfrm>
              <a:off x="1828800" y="4460239"/>
              <a:ext cx="643890" cy="7620"/>
            </a:xfrm>
            <a:custGeom>
              <a:avLst/>
              <a:gdLst/>
              <a:ahLst/>
              <a:cxnLst/>
              <a:rect l="l" t="t" r="r" b="b"/>
              <a:pathLst>
                <a:path w="643889" h="7620">
                  <a:moveTo>
                    <a:pt x="106680" y="5080"/>
                  </a:moveTo>
                  <a:lnTo>
                    <a:pt x="105410" y="5080"/>
                  </a:lnTo>
                  <a:lnTo>
                    <a:pt x="105410" y="2540"/>
                  </a:lnTo>
                  <a:lnTo>
                    <a:pt x="104140" y="2540"/>
                  </a:lnTo>
                  <a:lnTo>
                    <a:pt x="104140" y="1270"/>
                  </a:lnTo>
                  <a:lnTo>
                    <a:pt x="102870" y="1270"/>
                  </a:lnTo>
                  <a:lnTo>
                    <a:pt x="102870" y="0"/>
                  </a:lnTo>
                  <a:lnTo>
                    <a:pt x="0" y="0"/>
                  </a:lnTo>
                  <a:lnTo>
                    <a:pt x="0" y="1270"/>
                  </a:lnTo>
                  <a:lnTo>
                    <a:pt x="0" y="2540"/>
                  </a:lnTo>
                  <a:lnTo>
                    <a:pt x="0" y="5080"/>
                  </a:lnTo>
                  <a:lnTo>
                    <a:pt x="0" y="6350"/>
                  </a:lnTo>
                  <a:lnTo>
                    <a:pt x="106680" y="6350"/>
                  </a:lnTo>
                  <a:lnTo>
                    <a:pt x="106680" y="5080"/>
                  </a:lnTo>
                  <a:close/>
                </a:path>
                <a:path w="643889" h="7620">
                  <a:moveTo>
                    <a:pt x="107950" y="6362"/>
                  </a:moveTo>
                  <a:lnTo>
                    <a:pt x="0" y="6362"/>
                  </a:lnTo>
                  <a:lnTo>
                    <a:pt x="0" y="7620"/>
                  </a:lnTo>
                  <a:lnTo>
                    <a:pt x="107950" y="7620"/>
                  </a:lnTo>
                  <a:lnTo>
                    <a:pt x="107950" y="6362"/>
                  </a:lnTo>
                  <a:close/>
                </a:path>
                <a:path w="643889" h="7620">
                  <a:moveTo>
                    <a:pt x="643890" y="6362"/>
                  </a:moveTo>
                  <a:lnTo>
                    <a:pt x="433070" y="6362"/>
                  </a:lnTo>
                  <a:lnTo>
                    <a:pt x="433070" y="7620"/>
                  </a:lnTo>
                  <a:lnTo>
                    <a:pt x="643890" y="7620"/>
                  </a:lnTo>
                  <a:lnTo>
                    <a:pt x="643890" y="6362"/>
                  </a:lnTo>
                  <a:close/>
                </a:path>
                <a:path w="643889" h="7620">
                  <a:moveTo>
                    <a:pt x="643890" y="3810"/>
                  </a:moveTo>
                  <a:lnTo>
                    <a:pt x="642620" y="3810"/>
                  </a:lnTo>
                  <a:lnTo>
                    <a:pt x="642620" y="2540"/>
                  </a:lnTo>
                  <a:lnTo>
                    <a:pt x="642620" y="1270"/>
                  </a:lnTo>
                  <a:lnTo>
                    <a:pt x="642620" y="0"/>
                  </a:lnTo>
                  <a:lnTo>
                    <a:pt x="426720" y="0"/>
                  </a:lnTo>
                  <a:lnTo>
                    <a:pt x="426720" y="1270"/>
                  </a:lnTo>
                  <a:lnTo>
                    <a:pt x="427990" y="1270"/>
                  </a:lnTo>
                  <a:lnTo>
                    <a:pt x="427990" y="2540"/>
                  </a:lnTo>
                  <a:lnTo>
                    <a:pt x="429260" y="2540"/>
                  </a:lnTo>
                  <a:lnTo>
                    <a:pt x="429260" y="3810"/>
                  </a:lnTo>
                  <a:lnTo>
                    <a:pt x="430530" y="3810"/>
                  </a:lnTo>
                  <a:lnTo>
                    <a:pt x="430530" y="5080"/>
                  </a:lnTo>
                  <a:lnTo>
                    <a:pt x="431800" y="5080"/>
                  </a:lnTo>
                  <a:lnTo>
                    <a:pt x="431800" y="6350"/>
                  </a:lnTo>
                  <a:lnTo>
                    <a:pt x="643890" y="6350"/>
                  </a:lnTo>
                  <a:lnTo>
                    <a:pt x="643890" y="5080"/>
                  </a:lnTo>
                  <a:lnTo>
                    <a:pt x="643890" y="3810"/>
                  </a:lnTo>
                  <a:close/>
                </a:path>
              </a:pathLst>
            </a:custGeom>
            <a:solidFill>
              <a:srgbClr val="BA8B00"/>
            </a:solidFill>
          </p:spPr>
          <p:txBody>
            <a:bodyPr wrap="square" lIns="0" tIns="0" rIns="0" bIns="0" rtlCol="0"/>
            <a:lstStyle/>
            <a:p/>
          </p:txBody>
        </p:sp>
        <p:sp>
          <p:nvSpPr>
            <p:cNvPr id="1545" name="object 1545"/>
            <p:cNvSpPr/>
            <p:nvPr/>
          </p:nvSpPr>
          <p:spPr>
            <a:xfrm>
              <a:off x="1830070" y="4467859"/>
              <a:ext cx="643890" cy="6350"/>
            </a:xfrm>
            <a:custGeom>
              <a:avLst/>
              <a:gdLst/>
              <a:ahLst/>
              <a:cxnLst/>
              <a:rect l="l" t="t" r="r" b="b"/>
              <a:pathLst>
                <a:path w="643889" h="6350">
                  <a:moveTo>
                    <a:pt x="109220" y="3810"/>
                  </a:moveTo>
                  <a:lnTo>
                    <a:pt x="107950" y="3810"/>
                  </a:lnTo>
                  <a:lnTo>
                    <a:pt x="107950" y="2540"/>
                  </a:lnTo>
                  <a:lnTo>
                    <a:pt x="107950" y="1270"/>
                  </a:lnTo>
                  <a:lnTo>
                    <a:pt x="106680" y="1270"/>
                  </a:lnTo>
                  <a:lnTo>
                    <a:pt x="106680" y="0"/>
                  </a:lnTo>
                  <a:lnTo>
                    <a:pt x="0" y="0"/>
                  </a:lnTo>
                  <a:lnTo>
                    <a:pt x="0" y="1270"/>
                  </a:lnTo>
                  <a:lnTo>
                    <a:pt x="0" y="2540"/>
                  </a:lnTo>
                  <a:lnTo>
                    <a:pt x="1270" y="2540"/>
                  </a:lnTo>
                  <a:lnTo>
                    <a:pt x="1270" y="3810"/>
                  </a:lnTo>
                  <a:lnTo>
                    <a:pt x="2540" y="3810"/>
                  </a:lnTo>
                  <a:lnTo>
                    <a:pt x="2540" y="5080"/>
                  </a:lnTo>
                  <a:lnTo>
                    <a:pt x="109220" y="5080"/>
                  </a:lnTo>
                  <a:lnTo>
                    <a:pt x="109220" y="3810"/>
                  </a:lnTo>
                  <a:close/>
                </a:path>
                <a:path w="643889" h="6350">
                  <a:moveTo>
                    <a:pt x="110490" y="5092"/>
                  </a:moveTo>
                  <a:lnTo>
                    <a:pt x="2540" y="5092"/>
                  </a:lnTo>
                  <a:lnTo>
                    <a:pt x="2540" y="6350"/>
                  </a:lnTo>
                  <a:lnTo>
                    <a:pt x="110490" y="6350"/>
                  </a:lnTo>
                  <a:lnTo>
                    <a:pt x="110490" y="5092"/>
                  </a:lnTo>
                  <a:close/>
                </a:path>
                <a:path w="643889" h="6350">
                  <a:moveTo>
                    <a:pt x="643890" y="5092"/>
                  </a:moveTo>
                  <a:lnTo>
                    <a:pt x="436880" y="5092"/>
                  </a:lnTo>
                  <a:lnTo>
                    <a:pt x="436880" y="6350"/>
                  </a:lnTo>
                  <a:lnTo>
                    <a:pt x="643890" y="6350"/>
                  </a:lnTo>
                  <a:lnTo>
                    <a:pt x="643890" y="5092"/>
                  </a:lnTo>
                  <a:close/>
                </a:path>
                <a:path w="643889" h="6350">
                  <a:moveTo>
                    <a:pt x="643890" y="2540"/>
                  </a:moveTo>
                  <a:lnTo>
                    <a:pt x="642620" y="2540"/>
                  </a:lnTo>
                  <a:lnTo>
                    <a:pt x="642620" y="1270"/>
                  </a:lnTo>
                  <a:lnTo>
                    <a:pt x="642620" y="0"/>
                  </a:lnTo>
                  <a:lnTo>
                    <a:pt x="433070" y="0"/>
                  </a:lnTo>
                  <a:lnTo>
                    <a:pt x="433070" y="1270"/>
                  </a:lnTo>
                  <a:lnTo>
                    <a:pt x="434340" y="1270"/>
                  </a:lnTo>
                  <a:lnTo>
                    <a:pt x="434340" y="2540"/>
                  </a:lnTo>
                  <a:lnTo>
                    <a:pt x="434340" y="3810"/>
                  </a:lnTo>
                  <a:lnTo>
                    <a:pt x="435610" y="3810"/>
                  </a:lnTo>
                  <a:lnTo>
                    <a:pt x="435610" y="5080"/>
                  </a:lnTo>
                  <a:lnTo>
                    <a:pt x="643890" y="5080"/>
                  </a:lnTo>
                  <a:lnTo>
                    <a:pt x="643890" y="3810"/>
                  </a:lnTo>
                  <a:lnTo>
                    <a:pt x="643890" y="2540"/>
                  </a:lnTo>
                  <a:close/>
                </a:path>
              </a:pathLst>
            </a:custGeom>
            <a:solidFill>
              <a:srgbClr val="BC8D00"/>
            </a:solidFill>
          </p:spPr>
          <p:txBody>
            <a:bodyPr wrap="square" lIns="0" tIns="0" rIns="0" bIns="0" rtlCol="0"/>
            <a:lstStyle/>
            <a:p/>
          </p:txBody>
        </p:sp>
        <p:sp>
          <p:nvSpPr>
            <p:cNvPr id="1546" name="object 1546"/>
            <p:cNvSpPr/>
            <p:nvPr/>
          </p:nvSpPr>
          <p:spPr>
            <a:xfrm>
              <a:off x="1833880" y="4474209"/>
              <a:ext cx="641350" cy="7620"/>
            </a:xfrm>
            <a:custGeom>
              <a:avLst/>
              <a:gdLst/>
              <a:ahLst/>
              <a:cxnLst/>
              <a:rect l="l" t="t" r="r" b="b"/>
              <a:pathLst>
                <a:path w="641350" h="7620">
                  <a:moveTo>
                    <a:pt x="111760" y="6350"/>
                  </a:moveTo>
                  <a:lnTo>
                    <a:pt x="110490" y="6350"/>
                  </a:lnTo>
                  <a:lnTo>
                    <a:pt x="110490" y="5080"/>
                  </a:lnTo>
                  <a:lnTo>
                    <a:pt x="109220" y="5080"/>
                  </a:lnTo>
                  <a:lnTo>
                    <a:pt x="109220" y="3810"/>
                  </a:lnTo>
                  <a:lnTo>
                    <a:pt x="109220" y="2540"/>
                  </a:lnTo>
                  <a:lnTo>
                    <a:pt x="107950" y="2540"/>
                  </a:lnTo>
                  <a:lnTo>
                    <a:pt x="107950" y="1270"/>
                  </a:lnTo>
                  <a:lnTo>
                    <a:pt x="106680" y="1270"/>
                  </a:lnTo>
                  <a:lnTo>
                    <a:pt x="106680" y="0"/>
                  </a:lnTo>
                  <a:lnTo>
                    <a:pt x="0" y="0"/>
                  </a:lnTo>
                  <a:lnTo>
                    <a:pt x="0" y="1270"/>
                  </a:lnTo>
                  <a:lnTo>
                    <a:pt x="1270" y="1270"/>
                  </a:lnTo>
                  <a:lnTo>
                    <a:pt x="1270" y="2540"/>
                  </a:lnTo>
                  <a:lnTo>
                    <a:pt x="1270" y="3810"/>
                  </a:lnTo>
                  <a:lnTo>
                    <a:pt x="2540" y="3810"/>
                  </a:lnTo>
                  <a:lnTo>
                    <a:pt x="2540" y="5080"/>
                  </a:lnTo>
                  <a:lnTo>
                    <a:pt x="3810" y="5080"/>
                  </a:lnTo>
                  <a:lnTo>
                    <a:pt x="3810" y="6350"/>
                  </a:lnTo>
                  <a:lnTo>
                    <a:pt x="3810" y="7620"/>
                  </a:lnTo>
                  <a:lnTo>
                    <a:pt x="111760" y="7620"/>
                  </a:lnTo>
                  <a:lnTo>
                    <a:pt x="111760" y="6350"/>
                  </a:lnTo>
                  <a:close/>
                </a:path>
                <a:path w="641350" h="7620">
                  <a:moveTo>
                    <a:pt x="641350" y="5092"/>
                  </a:moveTo>
                  <a:lnTo>
                    <a:pt x="438150" y="5092"/>
                  </a:lnTo>
                  <a:lnTo>
                    <a:pt x="438150" y="7620"/>
                  </a:lnTo>
                  <a:lnTo>
                    <a:pt x="641350" y="7620"/>
                  </a:lnTo>
                  <a:lnTo>
                    <a:pt x="641350" y="5092"/>
                  </a:lnTo>
                  <a:close/>
                </a:path>
                <a:path w="641350" h="7620">
                  <a:moveTo>
                    <a:pt x="641350" y="3810"/>
                  </a:moveTo>
                  <a:lnTo>
                    <a:pt x="640067" y="3810"/>
                  </a:lnTo>
                  <a:lnTo>
                    <a:pt x="640067" y="2540"/>
                  </a:lnTo>
                  <a:lnTo>
                    <a:pt x="640080" y="0"/>
                  </a:lnTo>
                  <a:lnTo>
                    <a:pt x="434340" y="0"/>
                  </a:lnTo>
                  <a:lnTo>
                    <a:pt x="434340" y="2540"/>
                  </a:lnTo>
                  <a:lnTo>
                    <a:pt x="435610" y="2540"/>
                  </a:lnTo>
                  <a:lnTo>
                    <a:pt x="435610" y="3810"/>
                  </a:lnTo>
                  <a:lnTo>
                    <a:pt x="436880" y="3810"/>
                  </a:lnTo>
                  <a:lnTo>
                    <a:pt x="436880" y="5080"/>
                  </a:lnTo>
                  <a:lnTo>
                    <a:pt x="641350" y="5080"/>
                  </a:lnTo>
                  <a:lnTo>
                    <a:pt x="641350" y="3810"/>
                  </a:lnTo>
                  <a:close/>
                </a:path>
              </a:pathLst>
            </a:custGeom>
            <a:solidFill>
              <a:srgbClr val="BE8E00"/>
            </a:solidFill>
          </p:spPr>
          <p:txBody>
            <a:bodyPr wrap="square" lIns="0" tIns="0" rIns="0" bIns="0" rtlCol="0"/>
            <a:lstStyle/>
            <a:p/>
          </p:txBody>
        </p:sp>
        <p:sp>
          <p:nvSpPr>
            <p:cNvPr id="1547" name="object 1547"/>
            <p:cNvSpPr/>
            <p:nvPr/>
          </p:nvSpPr>
          <p:spPr>
            <a:xfrm>
              <a:off x="1838960" y="4481829"/>
              <a:ext cx="637540" cy="7620"/>
            </a:xfrm>
            <a:custGeom>
              <a:avLst/>
              <a:gdLst/>
              <a:ahLst/>
              <a:cxnLst/>
              <a:rect l="l" t="t" r="r" b="b"/>
              <a:pathLst>
                <a:path w="637539" h="7620">
                  <a:moveTo>
                    <a:pt x="8890" y="3822"/>
                  </a:moveTo>
                  <a:lnTo>
                    <a:pt x="2540" y="3822"/>
                  </a:lnTo>
                  <a:lnTo>
                    <a:pt x="2540" y="5080"/>
                  </a:lnTo>
                  <a:lnTo>
                    <a:pt x="3810" y="5080"/>
                  </a:lnTo>
                  <a:lnTo>
                    <a:pt x="3810" y="6350"/>
                  </a:lnTo>
                  <a:lnTo>
                    <a:pt x="3810" y="7620"/>
                  </a:lnTo>
                  <a:lnTo>
                    <a:pt x="6337" y="7620"/>
                  </a:lnTo>
                  <a:lnTo>
                    <a:pt x="6337" y="6350"/>
                  </a:lnTo>
                  <a:lnTo>
                    <a:pt x="7620" y="6350"/>
                  </a:lnTo>
                  <a:lnTo>
                    <a:pt x="7620" y="5080"/>
                  </a:lnTo>
                  <a:lnTo>
                    <a:pt x="8890" y="5080"/>
                  </a:lnTo>
                  <a:lnTo>
                    <a:pt x="8890" y="3822"/>
                  </a:lnTo>
                  <a:close/>
                </a:path>
                <a:path w="637539" h="7620">
                  <a:moveTo>
                    <a:pt x="15240" y="0"/>
                  </a:moveTo>
                  <a:lnTo>
                    <a:pt x="0" y="0"/>
                  </a:lnTo>
                  <a:lnTo>
                    <a:pt x="0" y="1270"/>
                  </a:lnTo>
                  <a:lnTo>
                    <a:pt x="1270" y="1270"/>
                  </a:lnTo>
                  <a:lnTo>
                    <a:pt x="1270" y="2540"/>
                  </a:lnTo>
                  <a:lnTo>
                    <a:pt x="1270" y="3810"/>
                  </a:lnTo>
                  <a:lnTo>
                    <a:pt x="10160" y="3810"/>
                  </a:lnTo>
                  <a:lnTo>
                    <a:pt x="10160" y="2540"/>
                  </a:lnTo>
                  <a:lnTo>
                    <a:pt x="12700" y="2540"/>
                  </a:lnTo>
                  <a:lnTo>
                    <a:pt x="12700" y="1270"/>
                  </a:lnTo>
                  <a:lnTo>
                    <a:pt x="15240" y="1270"/>
                  </a:lnTo>
                  <a:lnTo>
                    <a:pt x="15240" y="0"/>
                  </a:lnTo>
                  <a:close/>
                </a:path>
                <a:path w="637539" h="7620">
                  <a:moveTo>
                    <a:pt x="109220" y="2540"/>
                  </a:moveTo>
                  <a:lnTo>
                    <a:pt x="107937" y="2540"/>
                  </a:lnTo>
                  <a:lnTo>
                    <a:pt x="107937" y="1270"/>
                  </a:lnTo>
                  <a:lnTo>
                    <a:pt x="106680" y="1270"/>
                  </a:lnTo>
                  <a:lnTo>
                    <a:pt x="106680" y="0"/>
                  </a:lnTo>
                  <a:lnTo>
                    <a:pt x="26670" y="0"/>
                  </a:lnTo>
                  <a:lnTo>
                    <a:pt x="26670" y="1270"/>
                  </a:lnTo>
                  <a:lnTo>
                    <a:pt x="30480" y="1270"/>
                  </a:lnTo>
                  <a:lnTo>
                    <a:pt x="30480" y="2540"/>
                  </a:lnTo>
                  <a:lnTo>
                    <a:pt x="31750" y="2540"/>
                  </a:lnTo>
                  <a:lnTo>
                    <a:pt x="31750" y="3810"/>
                  </a:lnTo>
                  <a:lnTo>
                    <a:pt x="109220" y="3810"/>
                  </a:lnTo>
                  <a:lnTo>
                    <a:pt x="109220" y="2540"/>
                  </a:lnTo>
                  <a:close/>
                </a:path>
                <a:path w="637539" h="7620">
                  <a:moveTo>
                    <a:pt x="111760" y="6350"/>
                  </a:moveTo>
                  <a:lnTo>
                    <a:pt x="110490" y="6350"/>
                  </a:lnTo>
                  <a:lnTo>
                    <a:pt x="110490" y="5080"/>
                  </a:lnTo>
                  <a:lnTo>
                    <a:pt x="109220" y="5080"/>
                  </a:lnTo>
                  <a:lnTo>
                    <a:pt x="109220" y="3822"/>
                  </a:lnTo>
                  <a:lnTo>
                    <a:pt x="34290" y="3822"/>
                  </a:lnTo>
                  <a:lnTo>
                    <a:pt x="34290" y="5080"/>
                  </a:lnTo>
                  <a:lnTo>
                    <a:pt x="38100" y="5080"/>
                  </a:lnTo>
                  <a:lnTo>
                    <a:pt x="38100" y="6350"/>
                  </a:lnTo>
                  <a:lnTo>
                    <a:pt x="40640" y="6350"/>
                  </a:lnTo>
                  <a:lnTo>
                    <a:pt x="40640" y="7620"/>
                  </a:lnTo>
                  <a:lnTo>
                    <a:pt x="111760" y="7620"/>
                  </a:lnTo>
                  <a:lnTo>
                    <a:pt x="111760" y="6350"/>
                  </a:lnTo>
                  <a:close/>
                </a:path>
                <a:path w="637539" h="7620">
                  <a:moveTo>
                    <a:pt x="636257" y="0"/>
                  </a:moveTo>
                  <a:lnTo>
                    <a:pt x="434340" y="0"/>
                  </a:lnTo>
                  <a:lnTo>
                    <a:pt x="434340" y="1270"/>
                  </a:lnTo>
                  <a:lnTo>
                    <a:pt x="435610" y="1270"/>
                  </a:lnTo>
                  <a:lnTo>
                    <a:pt x="435610" y="2540"/>
                  </a:lnTo>
                  <a:lnTo>
                    <a:pt x="436880" y="2540"/>
                  </a:lnTo>
                  <a:lnTo>
                    <a:pt x="436880" y="3810"/>
                  </a:lnTo>
                  <a:lnTo>
                    <a:pt x="636257" y="3810"/>
                  </a:lnTo>
                  <a:lnTo>
                    <a:pt x="636257" y="2540"/>
                  </a:lnTo>
                  <a:lnTo>
                    <a:pt x="636257" y="1270"/>
                  </a:lnTo>
                  <a:lnTo>
                    <a:pt x="636257" y="0"/>
                  </a:lnTo>
                  <a:close/>
                </a:path>
                <a:path w="637539" h="7620">
                  <a:moveTo>
                    <a:pt x="637540" y="6350"/>
                  </a:moveTo>
                  <a:lnTo>
                    <a:pt x="636270" y="6350"/>
                  </a:lnTo>
                  <a:lnTo>
                    <a:pt x="636270" y="3822"/>
                  </a:lnTo>
                  <a:lnTo>
                    <a:pt x="438150" y="3822"/>
                  </a:lnTo>
                  <a:lnTo>
                    <a:pt x="438150" y="6350"/>
                  </a:lnTo>
                  <a:lnTo>
                    <a:pt x="439420" y="6350"/>
                  </a:lnTo>
                  <a:lnTo>
                    <a:pt x="439420" y="7620"/>
                  </a:lnTo>
                  <a:lnTo>
                    <a:pt x="637540" y="7620"/>
                  </a:lnTo>
                  <a:lnTo>
                    <a:pt x="637540" y="6350"/>
                  </a:lnTo>
                  <a:close/>
                </a:path>
              </a:pathLst>
            </a:custGeom>
            <a:solidFill>
              <a:srgbClr val="C09000"/>
            </a:solidFill>
          </p:spPr>
          <p:txBody>
            <a:bodyPr wrap="square" lIns="0" tIns="0" rIns="0" bIns="0" rtlCol="0"/>
            <a:lstStyle/>
            <a:p/>
          </p:txBody>
        </p:sp>
        <p:sp>
          <p:nvSpPr>
            <p:cNvPr id="1548" name="object 1548"/>
            <p:cNvSpPr/>
            <p:nvPr/>
          </p:nvSpPr>
          <p:spPr>
            <a:xfrm>
              <a:off x="1844040" y="4489449"/>
              <a:ext cx="632460" cy="6350"/>
            </a:xfrm>
            <a:custGeom>
              <a:avLst/>
              <a:gdLst/>
              <a:ahLst/>
              <a:cxnLst/>
              <a:rect l="l" t="t" r="r" b="b"/>
              <a:pathLst>
                <a:path w="632460" h="6350">
                  <a:moveTo>
                    <a:pt x="1257" y="0"/>
                  </a:moveTo>
                  <a:lnTo>
                    <a:pt x="0" y="0"/>
                  </a:lnTo>
                  <a:lnTo>
                    <a:pt x="0" y="1270"/>
                  </a:lnTo>
                  <a:lnTo>
                    <a:pt x="1257" y="1270"/>
                  </a:lnTo>
                  <a:lnTo>
                    <a:pt x="1257" y="0"/>
                  </a:lnTo>
                  <a:close/>
                </a:path>
                <a:path w="632460" h="6350">
                  <a:moveTo>
                    <a:pt x="110477" y="5080"/>
                  </a:moveTo>
                  <a:lnTo>
                    <a:pt x="109207" y="5080"/>
                  </a:lnTo>
                  <a:lnTo>
                    <a:pt x="109207" y="3810"/>
                  </a:lnTo>
                  <a:lnTo>
                    <a:pt x="109220" y="2540"/>
                  </a:lnTo>
                  <a:lnTo>
                    <a:pt x="107950" y="2540"/>
                  </a:lnTo>
                  <a:lnTo>
                    <a:pt x="107950" y="1270"/>
                  </a:lnTo>
                  <a:lnTo>
                    <a:pt x="106680" y="1270"/>
                  </a:lnTo>
                  <a:lnTo>
                    <a:pt x="106680" y="0"/>
                  </a:lnTo>
                  <a:lnTo>
                    <a:pt x="36830" y="0"/>
                  </a:lnTo>
                  <a:lnTo>
                    <a:pt x="36830" y="1270"/>
                  </a:lnTo>
                  <a:lnTo>
                    <a:pt x="39370" y="1270"/>
                  </a:lnTo>
                  <a:lnTo>
                    <a:pt x="39370" y="2540"/>
                  </a:lnTo>
                  <a:lnTo>
                    <a:pt x="40640" y="2540"/>
                  </a:lnTo>
                  <a:lnTo>
                    <a:pt x="40640" y="3810"/>
                  </a:lnTo>
                  <a:lnTo>
                    <a:pt x="43180" y="3810"/>
                  </a:lnTo>
                  <a:lnTo>
                    <a:pt x="43180" y="5080"/>
                  </a:lnTo>
                  <a:lnTo>
                    <a:pt x="44450" y="5080"/>
                  </a:lnTo>
                  <a:lnTo>
                    <a:pt x="44450" y="6350"/>
                  </a:lnTo>
                  <a:lnTo>
                    <a:pt x="110477" y="6350"/>
                  </a:lnTo>
                  <a:lnTo>
                    <a:pt x="110477" y="5080"/>
                  </a:lnTo>
                  <a:close/>
                </a:path>
                <a:path w="632460" h="6350">
                  <a:moveTo>
                    <a:pt x="632460" y="0"/>
                  </a:moveTo>
                  <a:lnTo>
                    <a:pt x="435610" y="0"/>
                  </a:lnTo>
                  <a:lnTo>
                    <a:pt x="435610" y="2540"/>
                  </a:lnTo>
                  <a:lnTo>
                    <a:pt x="436880" y="2540"/>
                  </a:lnTo>
                  <a:lnTo>
                    <a:pt x="436880" y="3810"/>
                  </a:lnTo>
                  <a:lnTo>
                    <a:pt x="438150" y="3810"/>
                  </a:lnTo>
                  <a:lnTo>
                    <a:pt x="438150" y="6350"/>
                  </a:lnTo>
                  <a:lnTo>
                    <a:pt x="632460" y="6350"/>
                  </a:lnTo>
                  <a:lnTo>
                    <a:pt x="632460" y="3810"/>
                  </a:lnTo>
                  <a:lnTo>
                    <a:pt x="632460" y="2540"/>
                  </a:lnTo>
                  <a:lnTo>
                    <a:pt x="632460" y="0"/>
                  </a:lnTo>
                  <a:close/>
                </a:path>
              </a:pathLst>
            </a:custGeom>
            <a:solidFill>
              <a:srgbClr val="C29100"/>
            </a:solidFill>
          </p:spPr>
          <p:txBody>
            <a:bodyPr wrap="square" lIns="0" tIns="0" rIns="0" bIns="0" rtlCol="0"/>
            <a:lstStyle/>
            <a:p/>
          </p:txBody>
        </p:sp>
        <p:sp>
          <p:nvSpPr>
            <p:cNvPr id="1549" name="object 1549"/>
            <p:cNvSpPr/>
            <p:nvPr/>
          </p:nvSpPr>
          <p:spPr>
            <a:xfrm>
              <a:off x="1891030" y="4495799"/>
              <a:ext cx="585470" cy="7620"/>
            </a:xfrm>
            <a:custGeom>
              <a:avLst/>
              <a:gdLst/>
              <a:ahLst/>
              <a:cxnLst/>
              <a:rect l="l" t="t" r="r" b="b"/>
              <a:pathLst>
                <a:path w="585469" h="7620">
                  <a:moveTo>
                    <a:pt x="64770" y="0"/>
                  </a:moveTo>
                  <a:lnTo>
                    <a:pt x="0" y="0"/>
                  </a:lnTo>
                  <a:lnTo>
                    <a:pt x="0" y="1270"/>
                  </a:lnTo>
                  <a:lnTo>
                    <a:pt x="1270" y="1270"/>
                  </a:lnTo>
                  <a:lnTo>
                    <a:pt x="1270" y="2540"/>
                  </a:lnTo>
                  <a:lnTo>
                    <a:pt x="64770" y="2540"/>
                  </a:lnTo>
                  <a:lnTo>
                    <a:pt x="64770" y="1270"/>
                  </a:lnTo>
                  <a:lnTo>
                    <a:pt x="64770" y="0"/>
                  </a:lnTo>
                  <a:close/>
                </a:path>
                <a:path w="585469" h="7620">
                  <a:moveTo>
                    <a:pt x="69850" y="6350"/>
                  </a:moveTo>
                  <a:lnTo>
                    <a:pt x="68580" y="6350"/>
                  </a:lnTo>
                  <a:lnTo>
                    <a:pt x="68580" y="5080"/>
                  </a:lnTo>
                  <a:lnTo>
                    <a:pt x="67310" y="5080"/>
                  </a:lnTo>
                  <a:lnTo>
                    <a:pt x="67310" y="3810"/>
                  </a:lnTo>
                  <a:lnTo>
                    <a:pt x="66040" y="3810"/>
                  </a:lnTo>
                  <a:lnTo>
                    <a:pt x="66040" y="2552"/>
                  </a:lnTo>
                  <a:lnTo>
                    <a:pt x="3810" y="2552"/>
                  </a:lnTo>
                  <a:lnTo>
                    <a:pt x="3810" y="3810"/>
                  </a:lnTo>
                  <a:lnTo>
                    <a:pt x="5080" y="3810"/>
                  </a:lnTo>
                  <a:lnTo>
                    <a:pt x="5080" y="5080"/>
                  </a:lnTo>
                  <a:lnTo>
                    <a:pt x="6350" y="5080"/>
                  </a:lnTo>
                  <a:lnTo>
                    <a:pt x="6350" y="6350"/>
                  </a:lnTo>
                  <a:lnTo>
                    <a:pt x="7620" y="6350"/>
                  </a:lnTo>
                  <a:lnTo>
                    <a:pt x="7620" y="7620"/>
                  </a:lnTo>
                  <a:lnTo>
                    <a:pt x="69850" y="7620"/>
                  </a:lnTo>
                  <a:lnTo>
                    <a:pt x="69850" y="6350"/>
                  </a:lnTo>
                  <a:close/>
                </a:path>
                <a:path w="585469" h="7620">
                  <a:moveTo>
                    <a:pt x="585470" y="0"/>
                  </a:moveTo>
                  <a:lnTo>
                    <a:pt x="392430" y="0"/>
                  </a:lnTo>
                  <a:lnTo>
                    <a:pt x="392430" y="2540"/>
                  </a:lnTo>
                  <a:lnTo>
                    <a:pt x="393700" y="2540"/>
                  </a:lnTo>
                  <a:lnTo>
                    <a:pt x="393700" y="5080"/>
                  </a:lnTo>
                  <a:lnTo>
                    <a:pt x="394970" y="5080"/>
                  </a:lnTo>
                  <a:lnTo>
                    <a:pt x="394970" y="7620"/>
                  </a:lnTo>
                  <a:lnTo>
                    <a:pt x="585470" y="7620"/>
                  </a:lnTo>
                  <a:lnTo>
                    <a:pt x="585470" y="5080"/>
                  </a:lnTo>
                  <a:lnTo>
                    <a:pt x="585470" y="2540"/>
                  </a:lnTo>
                  <a:lnTo>
                    <a:pt x="585470" y="0"/>
                  </a:lnTo>
                  <a:close/>
                </a:path>
              </a:pathLst>
            </a:custGeom>
            <a:solidFill>
              <a:srgbClr val="C49300"/>
            </a:solidFill>
          </p:spPr>
          <p:txBody>
            <a:bodyPr wrap="square" lIns="0" tIns="0" rIns="0" bIns="0" rtlCol="0"/>
            <a:lstStyle/>
            <a:p/>
          </p:txBody>
        </p:sp>
        <p:sp>
          <p:nvSpPr>
            <p:cNvPr id="1550" name="object 1550"/>
            <p:cNvSpPr/>
            <p:nvPr/>
          </p:nvSpPr>
          <p:spPr>
            <a:xfrm>
              <a:off x="1899920" y="4503419"/>
              <a:ext cx="576580" cy="7620"/>
            </a:xfrm>
            <a:custGeom>
              <a:avLst/>
              <a:gdLst/>
              <a:ahLst/>
              <a:cxnLst/>
              <a:rect l="l" t="t" r="r" b="b"/>
              <a:pathLst>
                <a:path w="576580" h="7620">
                  <a:moveTo>
                    <a:pt x="62230" y="0"/>
                  </a:moveTo>
                  <a:lnTo>
                    <a:pt x="0" y="0"/>
                  </a:lnTo>
                  <a:lnTo>
                    <a:pt x="0" y="1270"/>
                  </a:lnTo>
                  <a:lnTo>
                    <a:pt x="62230" y="1270"/>
                  </a:lnTo>
                  <a:lnTo>
                    <a:pt x="62230" y="0"/>
                  </a:lnTo>
                  <a:close/>
                </a:path>
                <a:path w="576580" h="7620">
                  <a:moveTo>
                    <a:pt x="66027" y="5080"/>
                  </a:moveTo>
                  <a:lnTo>
                    <a:pt x="64770" y="5080"/>
                  </a:lnTo>
                  <a:lnTo>
                    <a:pt x="64770" y="3810"/>
                  </a:lnTo>
                  <a:lnTo>
                    <a:pt x="63500" y="3810"/>
                  </a:lnTo>
                  <a:lnTo>
                    <a:pt x="63500" y="2540"/>
                  </a:lnTo>
                  <a:lnTo>
                    <a:pt x="62230" y="2540"/>
                  </a:lnTo>
                  <a:lnTo>
                    <a:pt x="62230" y="1282"/>
                  </a:lnTo>
                  <a:lnTo>
                    <a:pt x="1270" y="1282"/>
                  </a:lnTo>
                  <a:lnTo>
                    <a:pt x="1270" y="2540"/>
                  </a:lnTo>
                  <a:lnTo>
                    <a:pt x="3810" y="2540"/>
                  </a:lnTo>
                  <a:lnTo>
                    <a:pt x="3810" y="3810"/>
                  </a:lnTo>
                  <a:lnTo>
                    <a:pt x="5080" y="3810"/>
                  </a:lnTo>
                  <a:lnTo>
                    <a:pt x="5080" y="5080"/>
                  </a:lnTo>
                  <a:lnTo>
                    <a:pt x="6350" y="5080"/>
                  </a:lnTo>
                  <a:lnTo>
                    <a:pt x="6350" y="6350"/>
                  </a:lnTo>
                  <a:lnTo>
                    <a:pt x="7620" y="6350"/>
                  </a:lnTo>
                  <a:lnTo>
                    <a:pt x="7620" y="7620"/>
                  </a:lnTo>
                  <a:lnTo>
                    <a:pt x="66027" y="7620"/>
                  </a:lnTo>
                  <a:lnTo>
                    <a:pt x="66027" y="6350"/>
                  </a:lnTo>
                  <a:lnTo>
                    <a:pt x="66027" y="5080"/>
                  </a:lnTo>
                  <a:close/>
                </a:path>
                <a:path w="576580" h="7620">
                  <a:moveTo>
                    <a:pt x="576580" y="0"/>
                  </a:moveTo>
                  <a:lnTo>
                    <a:pt x="387350" y="0"/>
                  </a:lnTo>
                  <a:lnTo>
                    <a:pt x="387350" y="1270"/>
                  </a:lnTo>
                  <a:lnTo>
                    <a:pt x="387350" y="2540"/>
                  </a:lnTo>
                  <a:lnTo>
                    <a:pt x="388620" y="2540"/>
                  </a:lnTo>
                  <a:lnTo>
                    <a:pt x="388620" y="5080"/>
                  </a:lnTo>
                  <a:lnTo>
                    <a:pt x="389890" y="5080"/>
                  </a:lnTo>
                  <a:lnTo>
                    <a:pt x="389890" y="7620"/>
                  </a:lnTo>
                  <a:lnTo>
                    <a:pt x="576580" y="7620"/>
                  </a:lnTo>
                  <a:lnTo>
                    <a:pt x="576580" y="5080"/>
                  </a:lnTo>
                  <a:lnTo>
                    <a:pt x="576580" y="2540"/>
                  </a:lnTo>
                  <a:lnTo>
                    <a:pt x="576580" y="1270"/>
                  </a:lnTo>
                  <a:lnTo>
                    <a:pt x="576580" y="0"/>
                  </a:lnTo>
                  <a:close/>
                </a:path>
              </a:pathLst>
            </a:custGeom>
            <a:solidFill>
              <a:srgbClr val="C69400"/>
            </a:solidFill>
          </p:spPr>
          <p:txBody>
            <a:bodyPr wrap="square" lIns="0" tIns="0" rIns="0" bIns="0" rtlCol="0"/>
            <a:lstStyle/>
            <a:p/>
          </p:txBody>
        </p:sp>
        <p:sp>
          <p:nvSpPr>
            <p:cNvPr id="1551" name="object 1551"/>
            <p:cNvSpPr/>
            <p:nvPr/>
          </p:nvSpPr>
          <p:spPr>
            <a:xfrm>
              <a:off x="1908810" y="4511039"/>
              <a:ext cx="567690" cy="7620"/>
            </a:xfrm>
            <a:custGeom>
              <a:avLst/>
              <a:gdLst/>
              <a:ahLst/>
              <a:cxnLst/>
              <a:rect l="l" t="t" r="r" b="b"/>
              <a:pathLst>
                <a:path w="567689" h="7620">
                  <a:moveTo>
                    <a:pt x="62230" y="5080"/>
                  </a:moveTo>
                  <a:lnTo>
                    <a:pt x="60960" y="5080"/>
                  </a:lnTo>
                  <a:lnTo>
                    <a:pt x="60960" y="3810"/>
                  </a:lnTo>
                  <a:lnTo>
                    <a:pt x="60960" y="2540"/>
                  </a:lnTo>
                  <a:lnTo>
                    <a:pt x="59690" y="2540"/>
                  </a:lnTo>
                  <a:lnTo>
                    <a:pt x="59690" y="1270"/>
                  </a:lnTo>
                  <a:lnTo>
                    <a:pt x="58420" y="1270"/>
                  </a:lnTo>
                  <a:lnTo>
                    <a:pt x="58420" y="12"/>
                  </a:lnTo>
                  <a:lnTo>
                    <a:pt x="0" y="12"/>
                  </a:lnTo>
                  <a:lnTo>
                    <a:pt x="0" y="1270"/>
                  </a:lnTo>
                  <a:lnTo>
                    <a:pt x="1270" y="1270"/>
                  </a:lnTo>
                  <a:lnTo>
                    <a:pt x="1270" y="2540"/>
                  </a:lnTo>
                  <a:lnTo>
                    <a:pt x="2540" y="2540"/>
                  </a:lnTo>
                  <a:lnTo>
                    <a:pt x="2540" y="3810"/>
                  </a:lnTo>
                  <a:lnTo>
                    <a:pt x="3810" y="3810"/>
                  </a:lnTo>
                  <a:lnTo>
                    <a:pt x="3810" y="5080"/>
                  </a:lnTo>
                  <a:lnTo>
                    <a:pt x="5080" y="5080"/>
                  </a:lnTo>
                  <a:lnTo>
                    <a:pt x="5080" y="6350"/>
                  </a:lnTo>
                  <a:lnTo>
                    <a:pt x="62230" y="6350"/>
                  </a:lnTo>
                  <a:lnTo>
                    <a:pt x="62230" y="5080"/>
                  </a:lnTo>
                  <a:close/>
                </a:path>
                <a:path w="567689" h="7620">
                  <a:moveTo>
                    <a:pt x="63487" y="6362"/>
                  </a:moveTo>
                  <a:lnTo>
                    <a:pt x="5080" y="6362"/>
                  </a:lnTo>
                  <a:lnTo>
                    <a:pt x="5080" y="7620"/>
                  </a:lnTo>
                  <a:lnTo>
                    <a:pt x="63487" y="7620"/>
                  </a:lnTo>
                  <a:lnTo>
                    <a:pt x="63487" y="6362"/>
                  </a:lnTo>
                  <a:close/>
                </a:path>
                <a:path w="567689" h="7620">
                  <a:moveTo>
                    <a:pt x="567690" y="6362"/>
                  </a:moveTo>
                  <a:lnTo>
                    <a:pt x="384810" y="6362"/>
                  </a:lnTo>
                  <a:lnTo>
                    <a:pt x="384810" y="7620"/>
                  </a:lnTo>
                  <a:lnTo>
                    <a:pt x="567690" y="7620"/>
                  </a:lnTo>
                  <a:lnTo>
                    <a:pt x="567690" y="6362"/>
                  </a:lnTo>
                  <a:close/>
                </a:path>
                <a:path w="567689" h="7620">
                  <a:moveTo>
                    <a:pt x="567690" y="0"/>
                  </a:moveTo>
                  <a:lnTo>
                    <a:pt x="382270" y="0"/>
                  </a:lnTo>
                  <a:lnTo>
                    <a:pt x="382270" y="2540"/>
                  </a:lnTo>
                  <a:lnTo>
                    <a:pt x="383540" y="2540"/>
                  </a:lnTo>
                  <a:lnTo>
                    <a:pt x="383540" y="5080"/>
                  </a:lnTo>
                  <a:lnTo>
                    <a:pt x="384810" y="5080"/>
                  </a:lnTo>
                  <a:lnTo>
                    <a:pt x="384810" y="6350"/>
                  </a:lnTo>
                  <a:lnTo>
                    <a:pt x="567690" y="6350"/>
                  </a:lnTo>
                  <a:lnTo>
                    <a:pt x="567690" y="5080"/>
                  </a:lnTo>
                  <a:lnTo>
                    <a:pt x="567690" y="2540"/>
                  </a:lnTo>
                  <a:lnTo>
                    <a:pt x="567690" y="0"/>
                  </a:lnTo>
                  <a:close/>
                </a:path>
              </a:pathLst>
            </a:custGeom>
            <a:solidFill>
              <a:srgbClr val="C89600"/>
            </a:solidFill>
          </p:spPr>
          <p:txBody>
            <a:bodyPr wrap="square" lIns="0" tIns="0" rIns="0" bIns="0" rtlCol="0"/>
            <a:lstStyle/>
            <a:p/>
          </p:txBody>
        </p:sp>
        <p:sp>
          <p:nvSpPr>
            <p:cNvPr id="1552" name="object 1552"/>
            <p:cNvSpPr/>
            <p:nvPr/>
          </p:nvSpPr>
          <p:spPr>
            <a:xfrm>
              <a:off x="1915160" y="4518659"/>
              <a:ext cx="561340" cy="6350"/>
            </a:xfrm>
            <a:custGeom>
              <a:avLst/>
              <a:gdLst/>
              <a:ahLst/>
              <a:cxnLst/>
              <a:rect l="l" t="t" r="r" b="b"/>
              <a:pathLst>
                <a:path w="561339" h="6350">
                  <a:moveTo>
                    <a:pt x="60960" y="3810"/>
                  </a:moveTo>
                  <a:lnTo>
                    <a:pt x="59690" y="3810"/>
                  </a:lnTo>
                  <a:lnTo>
                    <a:pt x="59690" y="2540"/>
                  </a:lnTo>
                  <a:lnTo>
                    <a:pt x="59690" y="1270"/>
                  </a:lnTo>
                  <a:lnTo>
                    <a:pt x="58420" y="1270"/>
                  </a:lnTo>
                  <a:lnTo>
                    <a:pt x="58420" y="0"/>
                  </a:lnTo>
                  <a:lnTo>
                    <a:pt x="0" y="0"/>
                  </a:lnTo>
                  <a:lnTo>
                    <a:pt x="0" y="1270"/>
                  </a:lnTo>
                  <a:lnTo>
                    <a:pt x="1270" y="1270"/>
                  </a:lnTo>
                  <a:lnTo>
                    <a:pt x="1270" y="2540"/>
                  </a:lnTo>
                  <a:lnTo>
                    <a:pt x="2540" y="2540"/>
                  </a:lnTo>
                  <a:lnTo>
                    <a:pt x="2540" y="3810"/>
                  </a:lnTo>
                  <a:lnTo>
                    <a:pt x="3810" y="3810"/>
                  </a:lnTo>
                  <a:lnTo>
                    <a:pt x="3810" y="5080"/>
                  </a:lnTo>
                  <a:lnTo>
                    <a:pt x="60960" y="5080"/>
                  </a:lnTo>
                  <a:lnTo>
                    <a:pt x="60960" y="3810"/>
                  </a:lnTo>
                  <a:close/>
                </a:path>
                <a:path w="561339" h="6350">
                  <a:moveTo>
                    <a:pt x="62230" y="5092"/>
                  </a:moveTo>
                  <a:lnTo>
                    <a:pt x="5080" y="5092"/>
                  </a:lnTo>
                  <a:lnTo>
                    <a:pt x="5080" y="6350"/>
                  </a:lnTo>
                  <a:lnTo>
                    <a:pt x="62230" y="6350"/>
                  </a:lnTo>
                  <a:lnTo>
                    <a:pt x="62230" y="5092"/>
                  </a:lnTo>
                  <a:close/>
                </a:path>
                <a:path w="561339" h="6350">
                  <a:moveTo>
                    <a:pt x="561340" y="5092"/>
                  </a:moveTo>
                  <a:lnTo>
                    <a:pt x="382270" y="5092"/>
                  </a:lnTo>
                  <a:lnTo>
                    <a:pt x="382270" y="6350"/>
                  </a:lnTo>
                  <a:lnTo>
                    <a:pt x="561340" y="6350"/>
                  </a:lnTo>
                  <a:lnTo>
                    <a:pt x="561340" y="5092"/>
                  </a:lnTo>
                  <a:close/>
                </a:path>
                <a:path w="561339" h="6350">
                  <a:moveTo>
                    <a:pt x="561340" y="0"/>
                  </a:moveTo>
                  <a:lnTo>
                    <a:pt x="379730" y="0"/>
                  </a:lnTo>
                  <a:lnTo>
                    <a:pt x="379730" y="2540"/>
                  </a:lnTo>
                  <a:lnTo>
                    <a:pt x="381000" y="2540"/>
                  </a:lnTo>
                  <a:lnTo>
                    <a:pt x="381000" y="5080"/>
                  </a:lnTo>
                  <a:lnTo>
                    <a:pt x="561340" y="5080"/>
                  </a:lnTo>
                  <a:lnTo>
                    <a:pt x="561340" y="2540"/>
                  </a:lnTo>
                  <a:lnTo>
                    <a:pt x="561340" y="0"/>
                  </a:lnTo>
                  <a:close/>
                </a:path>
              </a:pathLst>
            </a:custGeom>
            <a:solidFill>
              <a:srgbClr val="CA9700"/>
            </a:solidFill>
          </p:spPr>
          <p:txBody>
            <a:bodyPr wrap="square" lIns="0" tIns="0" rIns="0" bIns="0" rtlCol="0"/>
            <a:lstStyle/>
            <a:p/>
          </p:txBody>
        </p:sp>
        <p:sp>
          <p:nvSpPr>
            <p:cNvPr id="1553" name="object 1553"/>
            <p:cNvSpPr/>
            <p:nvPr/>
          </p:nvSpPr>
          <p:spPr>
            <a:xfrm>
              <a:off x="1921510" y="4525009"/>
              <a:ext cx="554990" cy="7620"/>
            </a:xfrm>
            <a:custGeom>
              <a:avLst/>
              <a:gdLst/>
              <a:ahLst/>
              <a:cxnLst/>
              <a:rect l="l" t="t" r="r" b="b"/>
              <a:pathLst>
                <a:path w="554989" h="7620">
                  <a:moveTo>
                    <a:pt x="62230" y="6350"/>
                  </a:moveTo>
                  <a:lnTo>
                    <a:pt x="60960" y="6350"/>
                  </a:lnTo>
                  <a:lnTo>
                    <a:pt x="60960" y="5080"/>
                  </a:lnTo>
                  <a:lnTo>
                    <a:pt x="59690" y="5080"/>
                  </a:lnTo>
                  <a:lnTo>
                    <a:pt x="59690" y="3810"/>
                  </a:lnTo>
                  <a:lnTo>
                    <a:pt x="58420" y="3810"/>
                  </a:lnTo>
                  <a:lnTo>
                    <a:pt x="58420" y="2540"/>
                  </a:lnTo>
                  <a:lnTo>
                    <a:pt x="57150" y="2540"/>
                  </a:lnTo>
                  <a:lnTo>
                    <a:pt x="57150" y="1270"/>
                  </a:lnTo>
                  <a:lnTo>
                    <a:pt x="57150" y="0"/>
                  </a:ln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5080" y="7620"/>
                  </a:lnTo>
                  <a:lnTo>
                    <a:pt x="62230" y="7620"/>
                  </a:lnTo>
                  <a:lnTo>
                    <a:pt x="62230" y="6350"/>
                  </a:lnTo>
                  <a:close/>
                </a:path>
                <a:path w="554989" h="7620">
                  <a:moveTo>
                    <a:pt x="554990" y="5092"/>
                  </a:moveTo>
                  <a:lnTo>
                    <a:pt x="377190" y="5092"/>
                  </a:lnTo>
                  <a:lnTo>
                    <a:pt x="377190" y="7620"/>
                  </a:lnTo>
                  <a:lnTo>
                    <a:pt x="554990" y="7620"/>
                  </a:lnTo>
                  <a:lnTo>
                    <a:pt x="554990" y="5092"/>
                  </a:lnTo>
                  <a:close/>
                </a:path>
                <a:path w="554989" h="7620">
                  <a:moveTo>
                    <a:pt x="554990" y="0"/>
                  </a:moveTo>
                  <a:lnTo>
                    <a:pt x="375920" y="0"/>
                  </a:lnTo>
                  <a:lnTo>
                    <a:pt x="375920" y="3810"/>
                  </a:lnTo>
                  <a:lnTo>
                    <a:pt x="377190" y="3810"/>
                  </a:lnTo>
                  <a:lnTo>
                    <a:pt x="377190" y="5080"/>
                  </a:lnTo>
                  <a:lnTo>
                    <a:pt x="554990" y="5080"/>
                  </a:lnTo>
                  <a:lnTo>
                    <a:pt x="554990" y="3810"/>
                  </a:lnTo>
                  <a:lnTo>
                    <a:pt x="554990" y="0"/>
                  </a:lnTo>
                  <a:close/>
                </a:path>
              </a:pathLst>
            </a:custGeom>
            <a:solidFill>
              <a:srgbClr val="CC9800"/>
            </a:solidFill>
          </p:spPr>
          <p:txBody>
            <a:bodyPr wrap="square" lIns="0" tIns="0" rIns="0" bIns="0" rtlCol="0"/>
            <a:lstStyle/>
            <a:p/>
          </p:txBody>
        </p:sp>
        <p:sp>
          <p:nvSpPr>
            <p:cNvPr id="1554" name="object 1554"/>
            <p:cNvSpPr/>
            <p:nvPr/>
          </p:nvSpPr>
          <p:spPr>
            <a:xfrm>
              <a:off x="1927860" y="4532629"/>
              <a:ext cx="547370" cy="7620"/>
            </a:xfrm>
            <a:custGeom>
              <a:avLst/>
              <a:gdLst/>
              <a:ahLst/>
              <a:cxnLst/>
              <a:rect l="l" t="t" r="r" b="b"/>
              <a:pathLst>
                <a:path w="547369" h="7620">
                  <a:moveTo>
                    <a:pt x="59690" y="2540"/>
                  </a:moveTo>
                  <a:lnTo>
                    <a:pt x="58420" y="2540"/>
                  </a:lnTo>
                  <a:lnTo>
                    <a:pt x="58420" y="1270"/>
                  </a:lnTo>
                  <a:lnTo>
                    <a:pt x="57150" y="1270"/>
                  </a:lnTo>
                  <a:lnTo>
                    <a:pt x="57150" y="0"/>
                  </a:lnTo>
                  <a:lnTo>
                    <a:pt x="0" y="0"/>
                  </a:lnTo>
                  <a:lnTo>
                    <a:pt x="0" y="1270"/>
                  </a:lnTo>
                  <a:lnTo>
                    <a:pt x="1270" y="1270"/>
                  </a:lnTo>
                  <a:lnTo>
                    <a:pt x="1270" y="2540"/>
                  </a:lnTo>
                  <a:lnTo>
                    <a:pt x="2540" y="2540"/>
                  </a:lnTo>
                  <a:lnTo>
                    <a:pt x="2540" y="3810"/>
                  </a:lnTo>
                  <a:lnTo>
                    <a:pt x="59690" y="3810"/>
                  </a:lnTo>
                  <a:lnTo>
                    <a:pt x="59690" y="2540"/>
                  </a:lnTo>
                  <a:close/>
                </a:path>
                <a:path w="547369" h="7620">
                  <a:moveTo>
                    <a:pt x="63500" y="6350"/>
                  </a:moveTo>
                  <a:lnTo>
                    <a:pt x="62230" y="6350"/>
                  </a:lnTo>
                  <a:lnTo>
                    <a:pt x="62230" y="5080"/>
                  </a:lnTo>
                  <a:lnTo>
                    <a:pt x="60960" y="5080"/>
                  </a:lnTo>
                  <a:lnTo>
                    <a:pt x="60960" y="3822"/>
                  </a:lnTo>
                  <a:lnTo>
                    <a:pt x="3810" y="3822"/>
                  </a:lnTo>
                  <a:lnTo>
                    <a:pt x="3810" y="5080"/>
                  </a:lnTo>
                  <a:lnTo>
                    <a:pt x="5080" y="5080"/>
                  </a:lnTo>
                  <a:lnTo>
                    <a:pt x="5080" y="6350"/>
                  </a:lnTo>
                  <a:lnTo>
                    <a:pt x="6350" y="6350"/>
                  </a:lnTo>
                  <a:lnTo>
                    <a:pt x="6350" y="7620"/>
                  </a:lnTo>
                  <a:lnTo>
                    <a:pt x="63500" y="7620"/>
                  </a:lnTo>
                  <a:lnTo>
                    <a:pt x="63500" y="6350"/>
                  </a:lnTo>
                  <a:close/>
                </a:path>
                <a:path w="547369" h="7620">
                  <a:moveTo>
                    <a:pt x="547370" y="0"/>
                  </a:moveTo>
                  <a:lnTo>
                    <a:pt x="370840" y="0"/>
                  </a:lnTo>
                  <a:lnTo>
                    <a:pt x="370840" y="2540"/>
                  </a:lnTo>
                  <a:lnTo>
                    <a:pt x="372110" y="2540"/>
                  </a:lnTo>
                  <a:lnTo>
                    <a:pt x="372110" y="3810"/>
                  </a:lnTo>
                  <a:lnTo>
                    <a:pt x="372110" y="5080"/>
                  </a:lnTo>
                  <a:lnTo>
                    <a:pt x="373380" y="5080"/>
                  </a:lnTo>
                  <a:lnTo>
                    <a:pt x="373380" y="7620"/>
                  </a:lnTo>
                  <a:lnTo>
                    <a:pt x="547357" y="7620"/>
                  </a:lnTo>
                  <a:lnTo>
                    <a:pt x="547357" y="5080"/>
                  </a:lnTo>
                  <a:lnTo>
                    <a:pt x="547370" y="3810"/>
                  </a:lnTo>
                  <a:lnTo>
                    <a:pt x="547370" y="2540"/>
                  </a:lnTo>
                  <a:lnTo>
                    <a:pt x="547370" y="0"/>
                  </a:lnTo>
                  <a:close/>
                </a:path>
              </a:pathLst>
            </a:custGeom>
            <a:solidFill>
              <a:srgbClr val="CE9A00"/>
            </a:solidFill>
          </p:spPr>
          <p:txBody>
            <a:bodyPr wrap="square" lIns="0" tIns="0" rIns="0" bIns="0" rtlCol="0"/>
            <a:lstStyle/>
            <a:p/>
          </p:txBody>
        </p:sp>
        <p:sp>
          <p:nvSpPr>
            <p:cNvPr id="1555" name="object 1555"/>
            <p:cNvSpPr/>
            <p:nvPr/>
          </p:nvSpPr>
          <p:spPr>
            <a:xfrm>
              <a:off x="1936750" y="4540249"/>
              <a:ext cx="538480" cy="6350"/>
            </a:xfrm>
            <a:custGeom>
              <a:avLst/>
              <a:gdLst/>
              <a:ahLst/>
              <a:cxnLst/>
              <a:rect l="l" t="t" r="r" b="b"/>
              <a:pathLst>
                <a:path w="538480" h="6350">
                  <a:moveTo>
                    <a:pt x="58420" y="1270"/>
                  </a:moveTo>
                  <a:lnTo>
                    <a:pt x="57150" y="1270"/>
                  </a:lnTo>
                  <a:lnTo>
                    <a:pt x="57150" y="0"/>
                  </a:lnTo>
                  <a:lnTo>
                    <a:pt x="0" y="0"/>
                  </a:lnTo>
                  <a:lnTo>
                    <a:pt x="0" y="1270"/>
                  </a:lnTo>
                  <a:lnTo>
                    <a:pt x="1270" y="1270"/>
                  </a:lnTo>
                  <a:lnTo>
                    <a:pt x="1270" y="2540"/>
                  </a:lnTo>
                  <a:lnTo>
                    <a:pt x="58420" y="2540"/>
                  </a:lnTo>
                  <a:lnTo>
                    <a:pt x="58420" y="1270"/>
                  </a:lnTo>
                  <a:close/>
                </a:path>
                <a:path w="538480" h="6350">
                  <a:moveTo>
                    <a:pt x="62230" y="5080"/>
                  </a:moveTo>
                  <a:lnTo>
                    <a:pt x="60960" y="5080"/>
                  </a:lnTo>
                  <a:lnTo>
                    <a:pt x="60960" y="3810"/>
                  </a:lnTo>
                  <a:lnTo>
                    <a:pt x="59690" y="3810"/>
                  </a:lnTo>
                  <a:lnTo>
                    <a:pt x="59690" y="2552"/>
                  </a:lnTo>
                  <a:lnTo>
                    <a:pt x="2540" y="2552"/>
                  </a:lnTo>
                  <a:lnTo>
                    <a:pt x="2540" y="3810"/>
                  </a:lnTo>
                  <a:lnTo>
                    <a:pt x="3810" y="3810"/>
                  </a:lnTo>
                  <a:lnTo>
                    <a:pt x="3810" y="5080"/>
                  </a:lnTo>
                  <a:lnTo>
                    <a:pt x="5080" y="5080"/>
                  </a:lnTo>
                  <a:lnTo>
                    <a:pt x="5080" y="6350"/>
                  </a:lnTo>
                  <a:lnTo>
                    <a:pt x="62230" y="6350"/>
                  </a:lnTo>
                  <a:lnTo>
                    <a:pt x="62230" y="5080"/>
                  </a:lnTo>
                  <a:close/>
                </a:path>
                <a:path w="538480" h="6350">
                  <a:moveTo>
                    <a:pt x="538467" y="0"/>
                  </a:moveTo>
                  <a:lnTo>
                    <a:pt x="364490" y="0"/>
                  </a:lnTo>
                  <a:lnTo>
                    <a:pt x="364490" y="2540"/>
                  </a:lnTo>
                  <a:lnTo>
                    <a:pt x="364490" y="3810"/>
                  </a:lnTo>
                  <a:lnTo>
                    <a:pt x="365760" y="3810"/>
                  </a:lnTo>
                  <a:lnTo>
                    <a:pt x="365760" y="6350"/>
                  </a:lnTo>
                  <a:lnTo>
                    <a:pt x="537210" y="6350"/>
                  </a:lnTo>
                  <a:lnTo>
                    <a:pt x="537210" y="3810"/>
                  </a:lnTo>
                  <a:lnTo>
                    <a:pt x="537197" y="2540"/>
                  </a:lnTo>
                  <a:lnTo>
                    <a:pt x="538467" y="2540"/>
                  </a:lnTo>
                  <a:lnTo>
                    <a:pt x="538467" y="0"/>
                  </a:lnTo>
                  <a:close/>
                </a:path>
              </a:pathLst>
            </a:custGeom>
            <a:solidFill>
              <a:srgbClr val="D09B00"/>
            </a:solidFill>
          </p:spPr>
          <p:txBody>
            <a:bodyPr wrap="square" lIns="0" tIns="0" rIns="0" bIns="0" rtlCol="0"/>
            <a:lstStyle/>
            <a:p/>
          </p:txBody>
        </p:sp>
        <p:sp>
          <p:nvSpPr>
            <p:cNvPr id="1556" name="object 1556"/>
            <p:cNvSpPr/>
            <p:nvPr/>
          </p:nvSpPr>
          <p:spPr>
            <a:xfrm>
              <a:off x="1943100" y="4546599"/>
              <a:ext cx="530860" cy="7620"/>
            </a:xfrm>
            <a:custGeom>
              <a:avLst/>
              <a:gdLst/>
              <a:ahLst/>
              <a:cxnLst/>
              <a:rect l="l" t="t" r="r" b="b"/>
              <a:pathLst>
                <a:path w="530860" h="7620">
                  <a:moveTo>
                    <a:pt x="58420" y="1270"/>
                  </a:moveTo>
                  <a:lnTo>
                    <a:pt x="57150" y="1270"/>
                  </a:lnTo>
                  <a:lnTo>
                    <a:pt x="57150" y="0"/>
                  </a:lnTo>
                  <a:lnTo>
                    <a:pt x="0" y="0"/>
                  </a:lnTo>
                  <a:lnTo>
                    <a:pt x="0" y="1270"/>
                  </a:lnTo>
                  <a:lnTo>
                    <a:pt x="1270" y="1270"/>
                  </a:lnTo>
                  <a:lnTo>
                    <a:pt x="1270" y="2540"/>
                  </a:lnTo>
                  <a:lnTo>
                    <a:pt x="58420" y="2540"/>
                  </a:lnTo>
                  <a:lnTo>
                    <a:pt x="58420" y="1270"/>
                  </a:lnTo>
                  <a:close/>
                </a:path>
                <a:path w="530860" h="7620">
                  <a:moveTo>
                    <a:pt x="63500" y="6350"/>
                  </a:moveTo>
                  <a:lnTo>
                    <a:pt x="62230" y="6350"/>
                  </a:lnTo>
                  <a:lnTo>
                    <a:pt x="62230" y="5080"/>
                  </a:lnTo>
                  <a:lnTo>
                    <a:pt x="60960" y="5080"/>
                  </a:lnTo>
                  <a:lnTo>
                    <a:pt x="60960" y="3810"/>
                  </a:lnTo>
                  <a:lnTo>
                    <a:pt x="59690" y="3810"/>
                  </a:lnTo>
                  <a:lnTo>
                    <a:pt x="59690" y="2552"/>
                  </a:lnTo>
                  <a:lnTo>
                    <a:pt x="2540" y="2552"/>
                  </a:lnTo>
                  <a:lnTo>
                    <a:pt x="2540" y="3810"/>
                  </a:lnTo>
                  <a:lnTo>
                    <a:pt x="3810" y="3810"/>
                  </a:lnTo>
                  <a:lnTo>
                    <a:pt x="3810" y="5080"/>
                  </a:lnTo>
                  <a:lnTo>
                    <a:pt x="5080" y="5080"/>
                  </a:lnTo>
                  <a:lnTo>
                    <a:pt x="5080" y="6350"/>
                  </a:lnTo>
                  <a:lnTo>
                    <a:pt x="6350" y="6350"/>
                  </a:lnTo>
                  <a:lnTo>
                    <a:pt x="6350" y="7620"/>
                  </a:lnTo>
                  <a:lnTo>
                    <a:pt x="63500" y="7620"/>
                  </a:lnTo>
                  <a:lnTo>
                    <a:pt x="63500" y="6350"/>
                  </a:lnTo>
                  <a:close/>
                </a:path>
                <a:path w="530860" h="7620">
                  <a:moveTo>
                    <a:pt x="530860" y="0"/>
                  </a:moveTo>
                  <a:lnTo>
                    <a:pt x="359410" y="0"/>
                  </a:lnTo>
                  <a:lnTo>
                    <a:pt x="359410" y="1270"/>
                  </a:lnTo>
                  <a:lnTo>
                    <a:pt x="359410" y="2540"/>
                  </a:lnTo>
                  <a:lnTo>
                    <a:pt x="359410" y="5080"/>
                  </a:lnTo>
                  <a:lnTo>
                    <a:pt x="360680" y="5080"/>
                  </a:lnTo>
                  <a:lnTo>
                    <a:pt x="360680" y="7620"/>
                  </a:lnTo>
                  <a:lnTo>
                    <a:pt x="529590" y="7620"/>
                  </a:lnTo>
                  <a:lnTo>
                    <a:pt x="529590" y="5080"/>
                  </a:lnTo>
                  <a:lnTo>
                    <a:pt x="529590" y="2540"/>
                  </a:lnTo>
                  <a:lnTo>
                    <a:pt x="529590" y="1270"/>
                  </a:lnTo>
                  <a:lnTo>
                    <a:pt x="530860" y="1270"/>
                  </a:lnTo>
                  <a:lnTo>
                    <a:pt x="530860" y="0"/>
                  </a:lnTo>
                  <a:close/>
                </a:path>
              </a:pathLst>
            </a:custGeom>
            <a:solidFill>
              <a:srgbClr val="D29D00"/>
            </a:solidFill>
          </p:spPr>
          <p:txBody>
            <a:bodyPr wrap="square" lIns="0" tIns="0" rIns="0" bIns="0" rtlCol="0"/>
            <a:lstStyle/>
            <a:p/>
          </p:txBody>
        </p:sp>
        <p:sp>
          <p:nvSpPr>
            <p:cNvPr id="1557" name="object 1557"/>
            <p:cNvSpPr/>
            <p:nvPr/>
          </p:nvSpPr>
          <p:spPr>
            <a:xfrm>
              <a:off x="1949450" y="4554219"/>
              <a:ext cx="521970" cy="7620"/>
            </a:xfrm>
            <a:custGeom>
              <a:avLst/>
              <a:gdLst/>
              <a:ahLst/>
              <a:cxnLst/>
              <a:rect l="l" t="t" r="r" b="b"/>
              <a:pathLst>
                <a:path w="521969" h="7620">
                  <a:moveTo>
                    <a:pt x="58420" y="0"/>
                  </a:moveTo>
                  <a:lnTo>
                    <a:pt x="0" y="0"/>
                  </a:lnTo>
                  <a:lnTo>
                    <a:pt x="0" y="1270"/>
                  </a:lnTo>
                  <a:lnTo>
                    <a:pt x="58420" y="1270"/>
                  </a:lnTo>
                  <a:lnTo>
                    <a:pt x="58420" y="0"/>
                  </a:lnTo>
                  <a:close/>
                </a:path>
                <a:path w="521969" h="7620">
                  <a:moveTo>
                    <a:pt x="64770" y="6350"/>
                  </a:moveTo>
                  <a:lnTo>
                    <a:pt x="63500" y="6350"/>
                  </a:lnTo>
                  <a:lnTo>
                    <a:pt x="63500" y="5080"/>
                  </a:lnTo>
                  <a:lnTo>
                    <a:pt x="62230" y="5080"/>
                  </a:lnTo>
                  <a:lnTo>
                    <a:pt x="62230" y="3810"/>
                  </a:lnTo>
                  <a:lnTo>
                    <a:pt x="60947" y="3810"/>
                  </a:lnTo>
                  <a:lnTo>
                    <a:pt x="60947" y="2540"/>
                  </a:lnTo>
                  <a:lnTo>
                    <a:pt x="59690" y="2540"/>
                  </a:lnTo>
                  <a:lnTo>
                    <a:pt x="59690" y="1282"/>
                  </a:lnTo>
                  <a:lnTo>
                    <a:pt x="1270" y="1282"/>
                  </a:lnTo>
                  <a:lnTo>
                    <a:pt x="1270" y="2540"/>
                  </a:lnTo>
                  <a:lnTo>
                    <a:pt x="2540" y="2540"/>
                  </a:lnTo>
                  <a:lnTo>
                    <a:pt x="2540" y="3810"/>
                  </a:lnTo>
                  <a:lnTo>
                    <a:pt x="3810" y="3810"/>
                  </a:lnTo>
                  <a:lnTo>
                    <a:pt x="3810" y="5080"/>
                  </a:lnTo>
                  <a:lnTo>
                    <a:pt x="5080" y="5080"/>
                  </a:lnTo>
                  <a:lnTo>
                    <a:pt x="5080" y="6350"/>
                  </a:lnTo>
                  <a:lnTo>
                    <a:pt x="6350" y="6350"/>
                  </a:lnTo>
                  <a:lnTo>
                    <a:pt x="6350" y="7620"/>
                  </a:lnTo>
                  <a:lnTo>
                    <a:pt x="64770" y="7620"/>
                  </a:lnTo>
                  <a:lnTo>
                    <a:pt x="64770" y="6350"/>
                  </a:lnTo>
                  <a:close/>
                </a:path>
                <a:path w="521969" h="7620">
                  <a:moveTo>
                    <a:pt x="521970" y="0"/>
                  </a:moveTo>
                  <a:lnTo>
                    <a:pt x="354330" y="0"/>
                  </a:lnTo>
                  <a:lnTo>
                    <a:pt x="354330" y="1270"/>
                  </a:lnTo>
                  <a:lnTo>
                    <a:pt x="354330" y="5080"/>
                  </a:lnTo>
                  <a:lnTo>
                    <a:pt x="354330" y="7620"/>
                  </a:lnTo>
                  <a:lnTo>
                    <a:pt x="520700" y="7620"/>
                  </a:lnTo>
                  <a:lnTo>
                    <a:pt x="520700" y="5080"/>
                  </a:lnTo>
                  <a:lnTo>
                    <a:pt x="521970" y="5080"/>
                  </a:lnTo>
                  <a:lnTo>
                    <a:pt x="521970" y="1270"/>
                  </a:lnTo>
                  <a:lnTo>
                    <a:pt x="521970" y="0"/>
                  </a:lnTo>
                  <a:close/>
                </a:path>
              </a:pathLst>
            </a:custGeom>
            <a:solidFill>
              <a:srgbClr val="D49E00"/>
            </a:solidFill>
          </p:spPr>
          <p:txBody>
            <a:bodyPr wrap="square" lIns="0" tIns="0" rIns="0" bIns="0" rtlCol="0"/>
            <a:lstStyle/>
            <a:p/>
          </p:txBody>
        </p:sp>
        <p:sp>
          <p:nvSpPr>
            <p:cNvPr id="1558" name="object 1558"/>
            <p:cNvSpPr/>
            <p:nvPr/>
          </p:nvSpPr>
          <p:spPr>
            <a:xfrm>
              <a:off x="1957070" y="4561839"/>
              <a:ext cx="513080" cy="6350"/>
            </a:xfrm>
            <a:custGeom>
              <a:avLst/>
              <a:gdLst/>
              <a:ahLst/>
              <a:cxnLst/>
              <a:rect l="l" t="t" r="r" b="b"/>
              <a:pathLst>
                <a:path w="513080" h="6350">
                  <a:moveTo>
                    <a:pt x="64770" y="5080"/>
                  </a:moveTo>
                  <a:lnTo>
                    <a:pt x="63500" y="5080"/>
                  </a:lnTo>
                  <a:lnTo>
                    <a:pt x="63500" y="3810"/>
                  </a:lnTo>
                  <a:lnTo>
                    <a:pt x="62230" y="3810"/>
                  </a:lnTo>
                  <a:lnTo>
                    <a:pt x="62230" y="2540"/>
                  </a:lnTo>
                  <a:lnTo>
                    <a:pt x="60947" y="2540"/>
                  </a:lnTo>
                  <a:lnTo>
                    <a:pt x="60947" y="1270"/>
                  </a:lnTo>
                  <a:lnTo>
                    <a:pt x="59677" y="1270"/>
                  </a:lnTo>
                  <a:lnTo>
                    <a:pt x="59677" y="12"/>
                  </a:lnTo>
                  <a:lnTo>
                    <a:pt x="0" y="12"/>
                  </a:lnTo>
                  <a:lnTo>
                    <a:pt x="0" y="1270"/>
                  </a:lnTo>
                  <a:lnTo>
                    <a:pt x="1270" y="1270"/>
                  </a:lnTo>
                  <a:lnTo>
                    <a:pt x="1270" y="2540"/>
                  </a:lnTo>
                  <a:lnTo>
                    <a:pt x="2540" y="2540"/>
                  </a:lnTo>
                  <a:lnTo>
                    <a:pt x="2540" y="3810"/>
                  </a:lnTo>
                  <a:lnTo>
                    <a:pt x="3810" y="3810"/>
                  </a:lnTo>
                  <a:lnTo>
                    <a:pt x="3810" y="5080"/>
                  </a:lnTo>
                  <a:lnTo>
                    <a:pt x="5080" y="5080"/>
                  </a:lnTo>
                  <a:lnTo>
                    <a:pt x="5080" y="6350"/>
                  </a:lnTo>
                  <a:lnTo>
                    <a:pt x="64770" y="6350"/>
                  </a:lnTo>
                  <a:lnTo>
                    <a:pt x="64770" y="5080"/>
                  </a:lnTo>
                  <a:close/>
                </a:path>
                <a:path w="513080" h="6350">
                  <a:moveTo>
                    <a:pt x="513080" y="0"/>
                  </a:moveTo>
                  <a:lnTo>
                    <a:pt x="346710" y="0"/>
                  </a:lnTo>
                  <a:lnTo>
                    <a:pt x="346710" y="2540"/>
                  </a:lnTo>
                  <a:lnTo>
                    <a:pt x="346710" y="3810"/>
                  </a:lnTo>
                  <a:lnTo>
                    <a:pt x="345440" y="3810"/>
                  </a:lnTo>
                  <a:lnTo>
                    <a:pt x="345440" y="6350"/>
                  </a:lnTo>
                  <a:lnTo>
                    <a:pt x="511810" y="6350"/>
                  </a:lnTo>
                  <a:lnTo>
                    <a:pt x="511810" y="3810"/>
                  </a:lnTo>
                  <a:lnTo>
                    <a:pt x="511810" y="2540"/>
                  </a:lnTo>
                  <a:lnTo>
                    <a:pt x="513080" y="2540"/>
                  </a:lnTo>
                  <a:lnTo>
                    <a:pt x="513080" y="0"/>
                  </a:lnTo>
                  <a:close/>
                </a:path>
              </a:pathLst>
            </a:custGeom>
            <a:solidFill>
              <a:srgbClr val="D6A000"/>
            </a:solidFill>
          </p:spPr>
          <p:txBody>
            <a:bodyPr wrap="square" lIns="0" tIns="0" rIns="0" bIns="0" rtlCol="0"/>
            <a:lstStyle/>
            <a:p/>
          </p:txBody>
        </p:sp>
        <p:sp>
          <p:nvSpPr>
            <p:cNvPr id="1559" name="object 1559"/>
            <p:cNvSpPr/>
            <p:nvPr/>
          </p:nvSpPr>
          <p:spPr>
            <a:xfrm>
              <a:off x="1963420" y="4568189"/>
              <a:ext cx="504190" cy="7620"/>
            </a:xfrm>
            <a:custGeom>
              <a:avLst/>
              <a:gdLst/>
              <a:ahLst/>
              <a:cxnLst/>
              <a:rect l="l" t="t" r="r" b="b"/>
              <a:pathLst>
                <a:path w="504189" h="7620">
                  <a:moveTo>
                    <a:pt x="64770" y="5080"/>
                  </a:moveTo>
                  <a:lnTo>
                    <a:pt x="63500" y="5080"/>
                  </a:lnTo>
                  <a:lnTo>
                    <a:pt x="63500" y="3810"/>
                  </a:lnTo>
                  <a:lnTo>
                    <a:pt x="62230" y="3810"/>
                  </a:lnTo>
                  <a:lnTo>
                    <a:pt x="62230" y="2540"/>
                  </a:lnTo>
                  <a:lnTo>
                    <a:pt x="60947" y="2540"/>
                  </a:lnTo>
                  <a:lnTo>
                    <a:pt x="60947" y="1270"/>
                  </a:lnTo>
                  <a:lnTo>
                    <a:pt x="59677" y="1270"/>
                  </a:lnTo>
                  <a:lnTo>
                    <a:pt x="59677" y="12"/>
                  </a:lnTo>
                  <a:lnTo>
                    <a:pt x="0" y="12"/>
                  </a:lnTo>
                  <a:lnTo>
                    <a:pt x="0" y="1270"/>
                  </a:lnTo>
                  <a:lnTo>
                    <a:pt x="1270" y="1270"/>
                  </a:lnTo>
                  <a:lnTo>
                    <a:pt x="1270" y="2540"/>
                  </a:lnTo>
                  <a:lnTo>
                    <a:pt x="2540" y="2540"/>
                  </a:lnTo>
                  <a:lnTo>
                    <a:pt x="2540" y="3810"/>
                  </a:lnTo>
                  <a:lnTo>
                    <a:pt x="3810" y="3810"/>
                  </a:lnTo>
                  <a:lnTo>
                    <a:pt x="3810" y="5080"/>
                  </a:lnTo>
                  <a:lnTo>
                    <a:pt x="5080" y="5080"/>
                  </a:lnTo>
                  <a:lnTo>
                    <a:pt x="5080" y="6350"/>
                  </a:lnTo>
                  <a:lnTo>
                    <a:pt x="64770" y="6350"/>
                  </a:lnTo>
                  <a:lnTo>
                    <a:pt x="64770" y="5080"/>
                  </a:lnTo>
                  <a:close/>
                </a:path>
                <a:path w="504189" h="7620">
                  <a:moveTo>
                    <a:pt x="66027" y="6362"/>
                  </a:moveTo>
                  <a:lnTo>
                    <a:pt x="6350" y="6362"/>
                  </a:lnTo>
                  <a:lnTo>
                    <a:pt x="6350" y="7620"/>
                  </a:lnTo>
                  <a:lnTo>
                    <a:pt x="66027" y="7620"/>
                  </a:lnTo>
                  <a:lnTo>
                    <a:pt x="66027" y="6362"/>
                  </a:lnTo>
                  <a:close/>
                </a:path>
                <a:path w="504189" h="7620">
                  <a:moveTo>
                    <a:pt x="501650" y="6362"/>
                  </a:moveTo>
                  <a:lnTo>
                    <a:pt x="339090" y="6362"/>
                  </a:lnTo>
                  <a:lnTo>
                    <a:pt x="339090" y="7620"/>
                  </a:lnTo>
                  <a:lnTo>
                    <a:pt x="501650" y="7620"/>
                  </a:lnTo>
                  <a:lnTo>
                    <a:pt x="501650" y="6362"/>
                  </a:lnTo>
                  <a:close/>
                </a:path>
                <a:path w="504189" h="7620">
                  <a:moveTo>
                    <a:pt x="504190" y="0"/>
                  </a:moveTo>
                  <a:lnTo>
                    <a:pt x="339090" y="0"/>
                  </a:lnTo>
                  <a:lnTo>
                    <a:pt x="339090" y="3810"/>
                  </a:lnTo>
                  <a:lnTo>
                    <a:pt x="339090" y="6350"/>
                  </a:lnTo>
                  <a:lnTo>
                    <a:pt x="502920" y="6350"/>
                  </a:lnTo>
                  <a:lnTo>
                    <a:pt x="502920" y="3810"/>
                  </a:lnTo>
                  <a:lnTo>
                    <a:pt x="504190" y="3810"/>
                  </a:lnTo>
                  <a:lnTo>
                    <a:pt x="504190" y="0"/>
                  </a:lnTo>
                  <a:close/>
                </a:path>
              </a:pathLst>
            </a:custGeom>
            <a:solidFill>
              <a:srgbClr val="D8A100"/>
            </a:solidFill>
          </p:spPr>
          <p:txBody>
            <a:bodyPr wrap="square" lIns="0" tIns="0" rIns="0" bIns="0" rtlCol="0"/>
            <a:lstStyle/>
            <a:p/>
          </p:txBody>
        </p:sp>
        <p:sp>
          <p:nvSpPr>
            <p:cNvPr id="1560" name="object 1560"/>
            <p:cNvSpPr/>
            <p:nvPr/>
          </p:nvSpPr>
          <p:spPr>
            <a:xfrm>
              <a:off x="1969770" y="4575809"/>
              <a:ext cx="495300" cy="7620"/>
            </a:xfrm>
            <a:custGeom>
              <a:avLst/>
              <a:gdLst/>
              <a:ahLst/>
              <a:cxnLst/>
              <a:rect l="l" t="t" r="r" b="b"/>
              <a:pathLst>
                <a:path w="495300" h="7620">
                  <a:moveTo>
                    <a:pt x="66040" y="3810"/>
                  </a:moveTo>
                  <a:lnTo>
                    <a:pt x="64770" y="3810"/>
                  </a:lnTo>
                  <a:lnTo>
                    <a:pt x="64770" y="2540"/>
                  </a:lnTo>
                  <a:lnTo>
                    <a:pt x="63500" y="2540"/>
                  </a:lnTo>
                  <a:lnTo>
                    <a:pt x="63500" y="1270"/>
                  </a:lnTo>
                  <a:lnTo>
                    <a:pt x="62230" y="1270"/>
                  </a:lnTo>
                  <a:lnTo>
                    <a:pt x="62230" y="0"/>
                  </a:lnTo>
                  <a:lnTo>
                    <a:pt x="0" y="0"/>
                  </a:lnTo>
                  <a:lnTo>
                    <a:pt x="0" y="1270"/>
                  </a:lnTo>
                  <a:lnTo>
                    <a:pt x="1270" y="1270"/>
                  </a:lnTo>
                  <a:lnTo>
                    <a:pt x="1270" y="2540"/>
                  </a:lnTo>
                  <a:lnTo>
                    <a:pt x="3810" y="2540"/>
                  </a:lnTo>
                  <a:lnTo>
                    <a:pt x="3810" y="3810"/>
                  </a:lnTo>
                  <a:lnTo>
                    <a:pt x="5080" y="3810"/>
                  </a:lnTo>
                  <a:lnTo>
                    <a:pt x="5080" y="5080"/>
                  </a:lnTo>
                  <a:lnTo>
                    <a:pt x="66040" y="5080"/>
                  </a:lnTo>
                  <a:lnTo>
                    <a:pt x="66040" y="3810"/>
                  </a:lnTo>
                  <a:close/>
                </a:path>
                <a:path w="495300" h="7620">
                  <a:moveTo>
                    <a:pt x="69850" y="6350"/>
                  </a:moveTo>
                  <a:lnTo>
                    <a:pt x="67310" y="6350"/>
                  </a:lnTo>
                  <a:lnTo>
                    <a:pt x="67310" y="5092"/>
                  </a:lnTo>
                  <a:lnTo>
                    <a:pt x="6350" y="5092"/>
                  </a:lnTo>
                  <a:lnTo>
                    <a:pt x="6350" y="6350"/>
                  </a:lnTo>
                  <a:lnTo>
                    <a:pt x="8890" y="6350"/>
                  </a:lnTo>
                  <a:lnTo>
                    <a:pt x="8890" y="7620"/>
                  </a:lnTo>
                  <a:lnTo>
                    <a:pt x="69850" y="7620"/>
                  </a:lnTo>
                  <a:lnTo>
                    <a:pt x="69850" y="6350"/>
                  </a:lnTo>
                  <a:close/>
                </a:path>
                <a:path w="495300" h="7620">
                  <a:moveTo>
                    <a:pt x="495300" y="0"/>
                  </a:moveTo>
                  <a:lnTo>
                    <a:pt x="332740" y="0"/>
                  </a:lnTo>
                  <a:lnTo>
                    <a:pt x="332740" y="1270"/>
                  </a:lnTo>
                  <a:lnTo>
                    <a:pt x="331470" y="1270"/>
                  </a:lnTo>
                  <a:lnTo>
                    <a:pt x="331470" y="3810"/>
                  </a:lnTo>
                  <a:lnTo>
                    <a:pt x="331470" y="5080"/>
                  </a:lnTo>
                  <a:lnTo>
                    <a:pt x="331470" y="6350"/>
                  </a:lnTo>
                  <a:lnTo>
                    <a:pt x="331470" y="7620"/>
                  </a:lnTo>
                  <a:lnTo>
                    <a:pt x="491477" y="7620"/>
                  </a:lnTo>
                  <a:lnTo>
                    <a:pt x="491477" y="6350"/>
                  </a:lnTo>
                  <a:lnTo>
                    <a:pt x="492747" y="6350"/>
                  </a:lnTo>
                  <a:lnTo>
                    <a:pt x="492747" y="5080"/>
                  </a:lnTo>
                  <a:lnTo>
                    <a:pt x="492747" y="3810"/>
                  </a:lnTo>
                  <a:lnTo>
                    <a:pt x="494030" y="3810"/>
                  </a:lnTo>
                  <a:lnTo>
                    <a:pt x="494030" y="1270"/>
                  </a:lnTo>
                  <a:lnTo>
                    <a:pt x="495300" y="1270"/>
                  </a:lnTo>
                  <a:lnTo>
                    <a:pt x="495300" y="0"/>
                  </a:lnTo>
                  <a:close/>
                </a:path>
              </a:pathLst>
            </a:custGeom>
            <a:solidFill>
              <a:srgbClr val="DAA300"/>
            </a:solidFill>
          </p:spPr>
          <p:txBody>
            <a:bodyPr wrap="square" lIns="0" tIns="0" rIns="0" bIns="0" rtlCol="0"/>
            <a:lstStyle/>
            <a:p/>
          </p:txBody>
        </p:sp>
        <p:sp>
          <p:nvSpPr>
            <p:cNvPr id="1561" name="object 1561"/>
            <p:cNvSpPr/>
            <p:nvPr/>
          </p:nvSpPr>
          <p:spPr>
            <a:xfrm>
              <a:off x="1979930" y="4583429"/>
              <a:ext cx="481330" cy="7620"/>
            </a:xfrm>
            <a:custGeom>
              <a:avLst/>
              <a:gdLst/>
              <a:ahLst/>
              <a:cxnLst/>
              <a:rect l="l" t="t" r="r" b="b"/>
              <a:pathLst>
                <a:path w="481330" h="7620">
                  <a:moveTo>
                    <a:pt x="63487" y="2540"/>
                  </a:moveTo>
                  <a:lnTo>
                    <a:pt x="62230" y="2540"/>
                  </a:lnTo>
                  <a:lnTo>
                    <a:pt x="62230" y="1270"/>
                  </a:lnTo>
                  <a:lnTo>
                    <a:pt x="60960" y="1270"/>
                  </a:lnTo>
                  <a:lnTo>
                    <a:pt x="60960" y="0"/>
                  </a:lnTo>
                  <a:lnTo>
                    <a:pt x="0" y="0"/>
                  </a:lnTo>
                  <a:lnTo>
                    <a:pt x="0" y="1270"/>
                  </a:lnTo>
                  <a:lnTo>
                    <a:pt x="1270" y="1270"/>
                  </a:lnTo>
                  <a:lnTo>
                    <a:pt x="1270" y="2540"/>
                  </a:lnTo>
                  <a:lnTo>
                    <a:pt x="3810" y="2540"/>
                  </a:lnTo>
                  <a:lnTo>
                    <a:pt x="3810" y="3810"/>
                  </a:lnTo>
                  <a:lnTo>
                    <a:pt x="63487" y="3810"/>
                  </a:lnTo>
                  <a:lnTo>
                    <a:pt x="63487" y="2540"/>
                  </a:lnTo>
                  <a:close/>
                </a:path>
                <a:path w="481330" h="7620">
                  <a:moveTo>
                    <a:pt x="68567" y="6350"/>
                  </a:moveTo>
                  <a:lnTo>
                    <a:pt x="67310" y="6350"/>
                  </a:lnTo>
                  <a:lnTo>
                    <a:pt x="67310" y="5080"/>
                  </a:lnTo>
                  <a:lnTo>
                    <a:pt x="64770" y="5080"/>
                  </a:lnTo>
                  <a:lnTo>
                    <a:pt x="64770" y="3822"/>
                  </a:lnTo>
                  <a:lnTo>
                    <a:pt x="5080" y="3822"/>
                  </a:lnTo>
                  <a:lnTo>
                    <a:pt x="5080" y="5080"/>
                  </a:lnTo>
                  <a:lnTo>
                    <a:pt x="6350" y="5080"/>
                  </a:lnTo>
                  <a:lnTo>
                    <a:pt x="6350" y="6350"/>
                  </a:lnTo>
                  <a:lnTo>
                    <a:pt x="8890" y="6350"/>
                  </a:lnTo>
                  <a:lnTo>
                    <a:pt x="8890" y="7620"/>
                  </a:lnTo>
                  <a:lnTo>
                    <a:pt x="68567" y="7620"/>
                  </a:lnTo>
                  <a:lnTo>
                    <a:pt x="68567" y="6350"/>
                  </a:lnTo>
                  <a:close/>
                </a:path>
                <a:path w="481330" h="7620">
                  <a:moveTo>
                    <a:pt x="481317" y="0"/>
                  </a:moveTo>
                  <a:lnTo>
                    <a:pt x="320040" y="0"/>
                  </a:lnTo>
                  <a:lnTo>
                    <a:pt x="320040" y="2540"/>
                  </a:lnTo>
                  <a:lnTo>
                    <a:pt x="320040" y="3810"/>
                  </a:lnTo>
                  <a:lnTo>
                    <a:pt x="318770" y="3810"/>
                  </a:lnTo>
                  <a:lnTo>
                    <a:pt x="318770" y="5080"/>
                  </a:lnTo>
                  <a:lnTo>
                    <a:pt x="318770" y="6350"/>
                  </a:lnTo>
                  <a:lnTo>
                    <a:pt x="317500" y="6350"/>
                  </a:lnTo>
                  <a:lnTo>
                    <a:pt x="317500" y="7620"/>
                  </a:lnTo>
                  <a:lnTo>
                    <a:pt x="478790" y="7620"/>
                  </a:lnTo>
                  <a:lnTo>
                    <a:pt x="478790" y="6350"/>
                  </a:lnTo>
                  <a:lnTo>
                    <a:pt x="478790" y="5080"/>
                  </a:lnTo>
                  <a:lnTo>
                    <a:pt x="480060" y="5080"/>
                  </a:lnTo>
                  <a:lnTo>
                    <a:pt x="480060" y="3810"/>
                  </a:lnTo>
                  <a:lnTo>
                    <a:pt x="480060" y="2540"/>
                  </a:lnTo>
                  <a:lnTo>
                    <a:pt x="481317" y="2540"/>
                  </a:lnTo>
                  <a:lnTo>
                    <a:pt x="481317" y="0"/>
                  </a:lnTo>
                  <a:close/>
                </a:path>
              </a:pathLst>
            </a:custGeom>
            <a:solidFill>
              <a:srgbClr val="DCA400"/>
            </a:solidFill>
          </p:spPr>
          <p:txBody>
            <a:bodyPr wrap="square" lIns="0" tIns="0" rIns="0" bIns="0" rtlCol="0"/>
            <a:lstStyle/>
            <a:p/>
          </p:txBody>
        </p:sp>
        <p:sp>
          <p:nvSpPr>
            <p:cNvPr id="1562" name="object 1562"/>
            <p:cNvSpPr/>
            <p:nvPr/>
          </p:nvSpPr>
          <p:spPr>
            <a:xfrm>
              <a:off x="1990090" y="4591049"/>
              <a:ext cx="467359" cy="6350"/>
            </a:xfrm>
            <a:custGeom>
              <a:avLst/>
              <a:gdLst/>
              <a:ahLst/>
              <a:cxnLst/>
              <a:rect l="l" t="t" r="r" b="b"/>
              <a:pathLst>
                <a:path w="467360" h="6350">
                  <a:moveTo>
                    <a:pt x="62230" y="1270"/>
                  </a:moveTo>
                  <a:lnTo>
                    <a:pt x="59677" y="1270"/>
                  </a:lnTo>
                  <a:lnTo>
                    <a:pt x="59677" y="0"/>
                  </a:lnTo>
                  <a:lnTo>
                    <a:pt x="0" y="0"/>
                  </a:lnTo>
                  <a:lnTo>
                    <a:pt x="0" y="1270"/>
                  </a:lnTo>
                  <a:lnTo>
                    <a:pt x="1270" y="1270"/>
                  </a:lnTo>
                  <a:lnTo>
                    <a:pt x="1270" y="2540"/>
                  </a:lnTo>
                  <a:lnTo>
                    <a:pt x="62230" y="2540"/>
                  </a:lnTo>
                  <a:lnTo>
                    <a:pt x="62230" y="1270"/>
                  </a:lnTo>
                  <a:close/>
                </a:path>
                <a:path w="467360" h="6350">
                  <a:moveTo>
                    <a:pt x="67310" y="5080"/>
                  </a:moveTo>
                  <a:lnTo>
                    <a:pt x="64757" y="5080"/>
                  </a:lnTo>
                  <a:lnTo>
                    <a:pt x="64757" y="3810"/>
                  </a:lnTo>
                  <a:lnTo>
                    <a:pt x="63500" y="3810"/>
                  </a:lnTo>
                  <a:lnTo>
                    <a:pt x="63500" y="2552"/>
                  </a:lnTo>
                  <a:lnTo>
                    <a:pt x="3810" y="2552"/>
                  </a:lnTo>
                  <a:lnTo>
                    <a:pt x="3810" y="3810"/>
                  </a:lnTo>
                  <a:lnTo>
                    <a:pt x="5080" y="3810"/>
                  </a:lnTo>
                  <a:lnTo>
                    <a:pt x="5080" y="5080"/>
                  </a:lnTo>
                  <a:lnTo>
                    <a:pt x="6350" y="5080"/>
                  </a:lnTo>
                  <a:lnTo>
                    <a:pt x="6350" y="6350"/>
                  </a:lnTo>
                  <a:lnTo>
                    <a:pt x="67310" y="6350"/>
                  </a:lnTo>
                  <a:lnTo>
                    <a:pt x="67310" y="5080"/>
                  </a:lnTo>
                  <a:close/>
                </a:path>
                <a:path w="467360" h="6350">
                  <a:moveTo>
                    <a:pt x="467360" y="0"/>
                  </a:moveTo>
                  <a:lnTo>
                    <a:pt x="307340" y="0"/>
                  </a:lnTo>
                  <a:lnTo>
                    <a:pt x="307340" y="1270"/>
                  </a:lnTo>
                  <a:lnTo>
                    <a:pt x="306070" y="1270"/>
                  </a:lnTo>
                  <a:lnTo>
                    <a:pt x="306070" y="2540"/>
                  </a:lnTo>
                  <a:lnTo>
                    <a:pt x="306070" y="3810"/>
                  </a:lnTo>
                  <a:lnTo>
                    <a:pt x="304800" y="3810"/>
                  </a:lnTo>
                  <a:lnTo>
                    <a:pt x="304800" y="5080"/>
                  </a:lnTo>
                  <a:lnTo>
                    <a:pt x="304800" y="6350"/>
                  </a:lnTo>
                  <a:lnTo>
                    <a:pt x="464807" y="6350"/>
                  </a:lnTo>
                  <a:lnTo>
                    <a:pt x="464807" y="5080"/>
                  </a:lnTo>
                  <a:lnTo>
                    <a:pt x="466077" y="5080"/>
                  </a:lnTo>
                  <a:lnTo>
                    <a:pt x="466077" y="3810"/>
                  </a:lnTo>
                  <a:lnTo>
                    <a:pt x="466090" y="2540"/>
                  </a:lnTo>
                  <a:lnTo>
                    <a:pt x="467360" y="2540"/>
                  </a:lnTo>
                  <a:lnTo>
                    <a:pt x="467360" y="1270"/>
                  </a:lnTo>
                  <a:lnTo>
                    <a:pt x="467360" y="0"/>
                  </a:lnTo>
                  <a:close/>
                </a:path>
              </a:pathLst>
            </a:custGeom>
            <a:solidFill>
              <a:srgbClr val="DEA600"/>
            </a:solidFill>
          </p:spPr>
          <p:txBody>
            <a:bodyPr wrap="square" lIns="0" tIns="0" rIns="0" bIns="0" rtlCol="0"/>
            <a:lstStyle/>
            <a:p/>
          </p:txBody>
        </p:sp>
        <p:sp>
          <p:nvSpPr>
            <p:cNvPr id="1563" name="object 1563"/>
            <p:cNvSpPr/>
            <p:nvPr/>
          </p:nvSpPr>
          <p:spPr>
            <a:xfrm>
              <a:off x="1997710" y="4597399"/>
              <a:ext cx="457200" cy="7620"/>
            </a:xfrm>
            <a:custGeom>
              <a:avLst/>
              <a:gdLst/>
              <a:ahLst/>
              <a:cxnLst/>
              <a:rect l="l" t="t" r="r" b="b"/>
              <a:pathLst>
                <a:path w="457200" h="7620">
                  <a:moveTo>
                    <a:pt x="62230" y="1270"/>
                  </a:moveTo>
                  <a:lnTo>
                    <a:pt x="60960" y="1270"/>
                  </a:lnTo>
                  <a:lnTo>
                    <a:pt x="60960" y="0"/>
                  </a:lnTo>
                  <a:lnTo>
                    <a:pt x="0" y="0"/>
                  </a:lnTo>
                  <a:lnTo>
                    <a:pt x="0" y="1270"/>
                  </a:lnTo>
                  <a:lnTo>
                    <a:pt x="2540" y="1270"/>
                  </a:lnTo>
                  <a:lnTo>
                    <a:pt x="2540" y="2540"/>
                  </a:lnTo>
                  <a:lnTo>
                    <a:pt x="62230" y="2540"/>
                  </a:lnTo>
                  <a:lnTo>
                    <a:pt x="62230" y="1270"/>
                  </a:lnTo>
                  <a:close/>
                </a:path>
                <a:path w="457200" h="7620">
                  <a:moveTo>
                    <a:pt x="69850" y="6350"/>
                  </a:moveTo>
                  <a:lnTo>
                    <a:pt x="68580" y="6350"/>
                  </a:lnTo>
                  <a:lnTo>
                    <a:pt x="68580" y="5080"/>
                  </a:lnTo>
                  <a:lnTo>
                    <a:pt x="66040" y="5080"/>
                  </a:lnTo>
                  <a:lnTo>
                    <a:pt x="66040" y="3810"/>
                  </a:lnTo>
                  <a:lnTo>
                    <a:pt x="64770" y="3810"/>
                  </a:lnTo>
                  <a:lnTo>
                    <a:pt x="64770" y="2552"/>
                  </a:lnTo>
                  <a:lnTo>
                    <a:pt x="3810" y="2552"/>
                  </a:lnTo>
                  <a:lnTo>
                    <a:pt x="3810" y="3810"/>
                  </a:lnTo>
                  <a:lnTo>
                    <a:pt x="5080" y="3810"/>
                  </a:lnTo>
                  <a:lnTo>
                    <a:pt x="5080" y="5080"/>
                  </a:lnTo>
                  <a:lnTo>
                    <a:pt x="7620" y="5080"/>
                  </a:lnTo>
                  <a:lnTo>
                    <a:pt x="7620" y="6350"/>
                  </a:lnTo>
                  <a:lnTo>
                    <a:pt x="8890" y="6350"/>
                  </a:lnTo>
                  <a:lnTo>
                    <a:pt x="8890" y="7620"/>
                  </a:lnTo>
                  <a:lnTo>
                    <a:pt x="69850" y="7620"/>
                  </a:lnTo>
                  <a:lnTo>
                    <a:pt x="69850" y="6350"/>
                  </a:lnTo>
                  <a:close/>
                </a:path>
                <a:path w="457200" h="7620">
                  <a:moveTo>
                    <a:pt x="457187" y="0"/>
                  </a:moveTo>
                  <a:lnTo>
                    <a:pt x="295910" y="0"/>
                  </a:lnTo>
                  <a:lnTo>
                    <a:pt x="295910" y="1270"/>
                  </a:lnTo>
                  <a:lnTo>
                    <a:pt x="295910" y="2540"/>
                  </a:lnTo>
                  <a:lnTo>
                    <a:pt x="294640" y="2540"/>
                  </a:lnTo>
                  <a:lnTo>
                    <a:pt x="294640" y="3810"/>
                  </a:lnTo>
                  <a:lnTo>
                    <a:pt x="294640" y="5080"/>
                  </a:lnTo>
                  <a:lnTo>
                    <a:pt x="293370" y="5080"/>
                  </a:lnTo>
                  <a:lnTo>
                    <a:pt x="293370" y="6350"/>
                  </a:lnTo>
                  <a:lnTo>
                    <a:pt x="293370" y="7620"/>
                  </a:lnTo>
                  <a:lnTo>
                    <a:pt x="452120" y="7620"/>
                  </a:lnTo>
                  <a:lnTo>
                    <a:pt x="452120" y="6350"/>
                  </a:lnTo>
                  <a:lnTo>
                    <a:pt x="453390" y="6350"/>
                  </a:lnTo>
                  <a:lnTo>
                    <a:pt x="453390" y="5080"/>
                  </a:lnTo>
                  <a:lnTo>
                    <a:pt x="453390" y="3810"/>
                  </a:lnTo>
                  <a:lnTo>
                    <a:pt x="454660" y="3810"/>
                  </a:lnTo>
                  <a:lnTo>
                    <a:pt x="454660" y="2540"/>
                  </a:lnTo>
                  <a:lnTo>
                    <a:pt x="455930" y="2540"/>
                  </a:lnTo>
                  <a:lnTo>
                    <a:pt x="455930" y="1270"/>
                  </a:lnTo>
                  <a:lnTo>
                    <a:pt x="457187" y="1270"/>
                  </a:lnTo>
                  <a:lnTo>
                    <a:pt x="457187" y="0"/>
                  </a:lnTo>
                  <a:close/>
                </a:path>
              </a:pathLst>
            </a:custGeom>
            <a:solidFill>
              <a:srgbClr val="E0A700"/>
            </a:solidFill>
          </p:spPr>
          <p:txBody>
            <a:bodyPr wrap="square" lIns="0" tIns="0" rIns="0" bIns="0" rtlCol="0"/>
            <a:lstStyle/>
            <a:p/>
          </p:txBody>
        </p:sp>
        <p:sp>
          <p:nvSpPr>
            <p:cNvPr id="1564" name="object 1564"/>
            <p:cNvSpPr/>
            <p:nvPr/>
          </p:nvSpPr>
          <p:spPr>
            <a:xfrm>
              <a:off x="2007870" y="4605019"/>
              <a:ext cx="440690" cy="7620"/>
            </a:xfrm>
            <a:custGeom>
              <a:avLst/>
              <a:gdLst/>
              <a:ahLst/>
              <a:cxnLst/>
              <a:rect l="l" t="t" r="r" b="b"/>
              <a:pathLst>
                <a:path w="440689" h="7620">
                  <a:moveTo>
                    <a:pt x="60960" y="0"/>
                  </a:moveTo>
                  <a:lnTo>
                    <a:pt x="0" y="0"/>
                  </a:lnTo>
                  <a:lnTo>
                    <a:pt x="0" y="1270"/>
                  </a:lnTo>
                  <a:lnTo>
                    <a:pt x="60960" y="1270"/>
                  </a:lnTo>
                  <a:lnTo>
                    <a:pt x="60960" y="0"/>
                  </a:lnTo>
                  <a:close/>
                </a:path>
                <a:path w="440689" h="7620">
                  <a:moveTo>
                    <a:pt x="72390" y="6350"/>
                  </a:moveTo>
                  <a:lnTo>
                    <a:pt x="69850" y="6350"/>
                  </a:lnTo>
                  <a:lnTo>
                    <a:pt x="69850" y="5080"/>
                  </a:lnTo>
                  <a:lnTo>
                    <a:pt x="67310" y="5080"/>
                  </a:lnTo>
                  <a:lnTo>
                    <a:pt x="67310" y="3810"/>
                  </a:lnTo>
                  <a:lnTo>
                    <a:pt x="64770" y="3810"/>
                  </a:lnTo>
                  <a:lnTo>
                    <a:pt x="64770" y="2540"/>
                  </a:lnTo>
                  <a:lnTo>
                    <a:pt x="63500" y="2540"/>
                  </a:lnTo>
                  <a:lnTo>
                    <a:pt x="63500" y="1282"/>
                  </a:lnTo>
                  <a:lnTo>
                    <a:pt x="1270" y="1282"/>
                  </a:lnTo>
                  <a:lnTo>
                    <a:pt x="1270" y="2540"/>
                  </a:lnTo>
                  <a:lnTo>
                    <a:pt x="3810" y="2540"/>
                  </a:lnTo>
                  <a:lnTo>
                    <a:pt x="3810" y="3810"/>
                  </a:lnTo>
                  <a:lnTo>
                    <a:pt x="5080" y="3810"/>
                  </a:lnTo>
                  <a:lnTo>
                    <a:pt x="5080" y="5080"/>
                  </a:lnTo>
                  <a:lnTo>
                    <a:pt x="6350" y="5080"/>
                  </a:lnTo>
                  <a:lnTo>
                    <a:pt x="6350" y="6350"/>
                  </a:lnTo>
                  <a:lnTo>
                    <a:pt x="8890" y="6350"/>
                  </a:lnTo>
                  <a:lnTo>
                    <a:pt x="8890" y="7620"/>
                  </a:lnTo>
                  <a:lnTo>
                    <a:pt x="72390" y="7620"/>
                  </a:lnTo>
                  <a:lnTo>
                    <a:pt x="72390" y="6350"/>
                  </a:lnTo>
                  <a:close/>
                </a:path>
                <a:path w="440689" h="7620">
                  <a:moveTo>
                    <a:pt x="440690" y="0"/>
                  </a:moveTo>
                  <a:lnTo>
                    <a:pt x="281940" y="0"/>
                  </a:lnTo>
                  <a:lnTo>
                    <a:pt x="281940" y="1270"/>
                  </a:lnTo>
                  <a:lnTo>
                    <a:pt x="280670" y="1270"/>
                  </a:lnTo>
                  <a:lnTo>
                    <a:pt x="280670" y="2540"/>
                  </a:lnTo>
                  <a:lnTo>
                    <a:pt x="280670" y="3810"/>
                  </a:lnTo>
                  <a:lnTo>
                    <a:pt x="279400" y="3810"/>
                  </a:lnTo>
                  <a:lnTo>
                    <a:pt x="279400" y="5080"/>
                  </a:lnTo>
                  <a:lnTo>
                    <a:pt x="276860" y="5080"/>
                  </a:lnTo>
                  <a:lnTo>
                    <a:pt x="276860" y="6350"/>
                  </a:lnTo>
                  <a:lnTo>
                    <a:pt x="275590" y="6350"/>
                  </a:lnTo>
                  <a:lnTo>
                    <a:pt x="275590" y="7620"/>
                  </a:lnTo>
                  <a:lnTo>
                    <a:pt x="436880" y="7620"/>
                  </a:lnTo>
                  <a:lnTo>
                    <a:pt x="436880" y="6350"/>
                  </a:lnTo>
                  <a:lnTo>
                    <a:pt x="438150" y="6350"/>
                  </a:lnTo>
                  <a:lnTo>
                    <a:pt x="438150" y="5080"/>
                  </a:lnTo>
                  <a:lnTo>
                    <a:pt x="438150" y="3810"/>
                  </a:lnTo>
                  <a:lnTo>
                    <a:pt x="439420" y="3810"/>
                  </a:lnTo>
                  <a:lnTo>
                    <a:pt x="439420" y="2540"/>
                  </a:lnTo>
                  <a:lnTo>
                    <a:pt x="440677" y="2540"/>
                  </a:lnTo>
                  <a:lnTo>
                    <a:pt x="440677" y="1270"/>
                  </a:lnTo>
                  <a:lnTo>
                    <a:pt x="440690" y="0"/>
                  </a:lnTo>
                  <a:close/>
                </a:path>
              </a:pathLst>
            </a:custGeom>
            <a:solidFill>
              <a:srgbClr val="E2A900"/>
            </a:solidFill>
          </p:spPr>
          <p:txBody>
            <a:bodyPr wrap="square" lIns="0" tIns="0" rIns="0" bIns="0" rtlCol="0"/>
            <a:lstStyle/>
            <a:p/>
          </p:txBody>
        </p:sp>
        <p:sp>
          <p:nvSpPr>
            <p:cNvPr id="1565" name="object 1565"/>
            <p:cNvSpPr/>
            <p:nvPr/>
          </p:nvSpPr>
          <p:spPr>
            <a:xfrm>
              <a:off x="2018030" y="4612652"/>
              <a:ext cx="426720" cy="6350"/>
            </a:xfrm>
            <a:custGeom>
              <a:avLst/>
              <a:gdLst/>
              <a:ahLst/>
              <a:cxnLst/>
              <a:rect l="l" t="t" r="r" b="b"/>
              <a:pathLst>
                <a:path w="426719" h="6350">
                  <a:moveTo>
                    <a:pt x="74930" y="5067"/>
                  </a:moveTo>
                  <a:lnTo>
                    <a:pt x="71120" y="5067"/>
                  </a:lnTo>
                  <a:lnTo>
                    <a:pt x="71120" y="3797"/>
                  </a:lnTo>
                  <a:lnTo>
                    <a:pt x="68567" y="3797"/>
                  </a:lnTo>
                  <a:lnTo>
                    <a:pt x="68567" y="2527"/>
                  </a:lnTo>
                  <a:lnTo>
                    <a:pt x="66040" y="2527"/>
                  </a:lnTo>
                  <a:lnTo>
                    <a:pt x="66040" y="1257"/>
                  </a:lnTo>
                  <a:lnTo>
                    <a:pt x="63500" y="1257"/>
                  </a:lnTo>
                  <a:lnTo>
                    <a:pt x="63500" y="0"/>
                  </a:lnTo>
                  <a:lnTo>
                    <a:pt x="0" y="0"/>
                  </a:lnTo>
                  <a:lnTo>
                    <a:pt x="0" y="1257"/>
                  </a:lnTo>
                  <a:lnTo>
                    <a:pt x="1270" y="1257"/>
                  </a:lnTo>
                  <a:lnTo>
                    <a:pt x="1270" y="2527"/>
                  </a:lnTo>
                  <a:lnTo>
                    <a:pt x="3810" y="2527"/>
                  </a:lnTo>
                  <a:lnTo>
                    <a:pt x="3810" y="3797"/>
                  </a:lnTo>
                  <a:lnTo>
                    <a:pt x="5080" y="3797"/>
                  </a:lnTo>
                  <a:lnTo>
                    <a:pt x="5080" y="5067"/>
                  </a:lnTo>
                  <a:lnTo>
                    <a:pt x="6350" y="5067"/>
                  </a:lnTo>
                  <a:lnTo>
                    <a:pt x="6350" y="6337"/>
                  </a:lnTo>
                  <a:lnTo>
                    <a:pt x="74930" y="6337"/>
                  </a:lnTo>
                  <a:lnTo>
                    <a:pt x="74930" y="5067"/>
                  </a:lnTo>
                  <a:close/>
                </a:path>
                <a:path w="426719" h="6350">
                  <a:moveTo>
                    <a:pt x="426720" y="0"/>
                  </a:moveTo>
                  <a:lnTo>
                    <a:pt x="264160" y="0"/>
                  </a:lnTo>
                  <a:lnTo>
                    <a:pt x="264160" y="1257"/>
                  </a:lnTo>
                  <a:lnTo>
                    <a:pt x="262890" y="1257"/>
                  </a:lnTo>
                  <a:lnTo>
                    <a:pt x="262890" y="2527"/>
                  </a:lnTo>
                  <a:lnTo>
                    <a:pt x="261620" y="2527"/>
                  </a:lnTo>
                  <a:lnTo>
                    <a:pt x="261620" y="3797"/>
                  </a:lnTo>
                  <a:lnTo>
                    <a:pt x="260350" y="3797"/>
                  </a:lnTo>
                  <a:lnTo>
                    <a:pt x="260350" y="5067"/>
                  </a:lnTo>
                  <a:lnTo>
                    <a:pt x="260350" y="6337"/>
                  </a:lnTo>
                  <a:lnTo>
                    <a:pt x="421640" y="6337"/>
                  </a:lnTo>
                  <a:lnTo>
                    <a:pt x="421640" y="5067"/>
                  </a:lnTo>
                  <a:lnTo>
                    <a:pt x="422910" y="5067"/>
                  </a:lnTo>
                  <a:lnTo>
                    <a:pt x="422910" y="3797"/>
                  </a:lnTo>
                  <a:lnTo>
                    <a:pt x="424180" y="3797"/>
                  </a:lnTo>
                  <a:lnTo>
                    <a:pt x="424180" y="2527"/>
                  </a:lnTo>
                  <a:lnTo>
                    <a:pt x="425450" y="2527"/>
                  </a:lnTo>
                  <a:lnTo>
                    <a:pt x="425450" y="1257"/>
                  </a:lnTo>
                  <a:lnTo>
                    <a:pt x="426720" y="1257"/>
                  </a:lnTo>
                  <a:lnTo>
                    <a:pt x="426720" y="0"/>
                  </a:lnTo>
                  <a:close/>
                </a:path>
              </a:pathLst>
            </a:custGeom>
            <a:solidFill>
              <a:srgbClr val="E4AA00"/>
            </a:solidFill>
          </p:spPr>
          <p:txBody>
            <a:bodyPr wrap="square" lIns="0" tIns="0" rIns="0" bIns="0" rtlCol="0"/>
            <a:lstStyle/>
            <a:p/>
          </p:txBody>
        </p:sp>
        <p:sp>
          <p:nvSpPr>
            <p:cNvPr id="1566" name="object 1566"/>
            <p:cNvSpPr/>
            <p:nvPr/>
          </p:nvSpPr>
          <p:spPr>
            <a:xfrm>
              <a:off x="2026920" y="4619002"/>
              <a:ext cx="412750" cy="7620"/>
            </a:xfrm>
            <a:custGeom>
              <a:avLst/>
              <a:gdLst/>
              <a:ahLst/>
              <a:cxnLst/>
              <a:rect l="l" t="t" r="r" b="b"/>
              <a:pathLst>
                <a:path w="412750" h="7620">
                  <a:moveTo>
                    <a:pt x="81280" y="5067"/>
                  </a:moveTo>
                  <a:lnTo>
                    <a:pt x="77470" y="5067"/>
                  </a:lnTo>
                  <a:lnTo>
                    <a:pt x="77470" y="3797"/>
                  </a:lnTo>
                  <a:lnTo>
                    <a:pt x="74930" y="3797"/>
                  </a:lnTo>
                  <a:lnTo>
                    <a:pt x="74930" y="2527"/>
                  </a:lnTo>
                  <a:lnTo>
                    <a:pt x="72377" y="2527"/>
                  </a:lnTo>
                  <a:lnTo>
                    <a:pt x="72377" y="1257"/>
                  </a:lnTo>
                  <a:lnTo>
                    <a:pt x="69850" y="1257"/>
                  </a:lnTo>
                  <a:lnTo>
                    <a:pt x="69850" y="0"/>
                  </a:lnTo>
                  <a:lnTo>
                    <a:pt x="0" y="0"/>
                  </a:lnTo>
                  <a:lnTo>
                    <a:pt x="0" y="1257"/>
                  </a:lnTo>
                  <a:lnTo>
                    <a:pt x="1270" y="1257"/>
                  </a:lnTo>
                  <a:lnTo>
                    <a:pt x="1270" y="2527"/>
                  </a:lnTo>
                  <a:lnTo>
                    <a:pt x="2540" y="2527"/>
                  </a:lnTo>
                  <a:lnTo>
                    <a:pt x="2540" y="3797"/>
                  </a:lnTo>
                  <a:lnTo>
                    <a:pt x="5080" y="3797"/>
                  </a:lnTo>
                  <a:lnTo>
                    <a:pt x="5080" y="5067"/>
                  </a:lnTo>
                  <a:lnTo>
                    <a:pt x="6350" y="5067"/>
                  </a:lnTo>
                  <a:lnTo>
                    <a:pt x="6350" y="6337"/>
                  </a:lnTo>
                  <a:lnTo>
                    <a:pt x="81280" y="6337"/>
                  </a:lnTo>
                  <a:lnTo>
                    <a:pt x="81280" y="5067"/>
                  </a:lnTo>
                  <a:close/>
                </a:path>
                <a:path w="412750" h="7620">
                  <a:moveTo>
                    <a:pt x="83820" y="6350"/>
                  </a:moveTo>
                  <a:lnTo>
                    <a:pt x="7620" y="6350"/>
                  </a:lnTo>
                  <a:lnTo>
                    <a:pt x="7620" y="7607"/>
                  </a:lnTo>
                  <a:lnTo>
                    <a:pt x="83820" y="7607"/>
                  </a:lnTo>
                  <a:lnTo>
                    <a:pt x="83820" y="6350"/>
                  </a:lnTo>
                  <a:close/>
                </a:path>
                <a:path w="412750" h="7620">
                  <a:moveTo>
                    <a:pt x="406400" y="6350"/>
                  </a:moveTo>
                  <a:lnTo>
                    <a:pt x="242570" y="6350"/>
                  </a:lnTo>
                  <a:lnTo>
                    <a:pt x="242570" y="7607"/>
                  </a:lnTo>
                  <a:lnTo>
                    <a:pt x="406400" y="7607"/>
                  </a:lnTo>
                  <a:lnTo>
                    <a:pt x="406400" y="6350"/>
                  </a:lnTo>
                  <a:close/>
                </a:path>
                <a:path w="412750" h="7620">
                  <a:moveTo>
                    <a:pt x="412750" y="0"/>
                  </a:moveTo>
                  <a:lnTo>
                    <a:pt x="250190" y="0"/>
                  </a:lnTo>
                  <a:lnTo>
                    <a:pt x="250190" y="1257"/>
                  </a:lnTo>
                  <a:lnTo>
                    <a:pt x="248920" y="1257"/>
                  </a:lnTo>
                  <a:lnTo>
                    <a:pt x="248920" y="2527"/>
                  </a:lnTo>
                  <a:lnTo>
                    <a:pt x="247650" y="2527"/>
                  </a:lnTo>
                  <a:lnTo>
                    <a:pt x="247650" y="3797"/>
                  </a:lnTo>
                  <a:lnTo>
                    <a:pt x="245110" y="3797"/>
                  </a:lnTo>
                  <a:lnTo>
                    <a:pt x="245110" y="5067"/>
                  </a:lnTo>
                  <a:lnTo>
                    <a:pt x="243840" y="5067"/>
                  </a:lnTo>
                  <a:lnTo>
                    <a:pt x="243840" y="6337"/>
                  </a:lnTo>
                  <a:lnTo>
                    <a:pt x="407670" y="6337"/>
                  </a:lnTo>
                  <a:lnTo>
                    <a:pt x="407670" y="5067"/>
                  </a:lnTo>
                  <a:lnTo>
                    <a:pt x="408940" y="5067"/>
                  </a:lnTo>
                  <a:lnTo>
                    <a:pt x="408940" y="3797"/>
                  </a:lnTo>
                  <a:lnTo>
                    <a:pt x="410210" y="3797"/>
                  </a:lnTo>
                  <a:lnTo>
                    <a:pt x="410210" y="2527"/>
                  </a:lnTo>
                  <a:lnTo>
                    <a:pt x="411480" y="2527"/>
                  </a:lnTo>
                  <a:lnTo>
                    <a:pt x="411480" y="1257"/>
                  </a:lnTo>
                  <a:lnTo>
                    <a:pt x="412750" y="1257"/>
                  </a:lnTo>
                  <a:lnTo>
                    <a:pt x="412750" y="0"/>
                  </a:lnTo>
                  <a:close/>
                </a:path>
              </a:pathLst>
            </a:custGeom>
            <a:solidFill>
              <a:srgbClr val="E6AC00"/>
            </a:solidFill>
          </p:spPr>
          <p:txBody>
            <a:bodyPr wrap="square" lIns="0" tIns="0" rIns="0" bIns="0" rtlCol="0"/>
            <a:lstStyle/>
            <a:p/>
          </p:txBody>
        </p:sp>
        <p:sp>
          <p:nvSpPr>
            <p:cNvPr id="1567" name="object 1567"/>
            <p:cNvSpPr/>
            <p:nvPr/>
          </p:nvSpPr>
          <p:spPr>
            <a:xfrm>
              <a:off x="2037080" y="4626609"/>
              <a:ext cx="394970" cy="7620"/>
            </a:xfrm>
            <a:custGeom>
              <a:avLst/>
              <a:gdLst/>
              <a:ahLst/>
              <a:cxnLst/>
              <a:rect l="l" t="t" r="r" b="b"/>
              <a:pathLst>
                <a:path w="394969" h="7620">
                  <a:moveTo>
                    <a:pt x="86360" y="3810"/>
                  </a:moveTo>
                  <a:lnTo>
                    <a:pt x="82550" y="3810"/>
                  </a:lnTo>
                  <a:lnTo>
                    <a:pt x="82550" y="2540"/>
                  </a:lnTo>
                  <a:lnTo>
                    <a:pt x="80010" y="2540"/>
                  </a:lnTo>
                  <a:lnTo>
                    <a:pt x="80010" y="1270"/>
                  </a:lnTo>
                  <a:lnTo>
                    <a:pt x="76200" y="1270"/>
                  </a:lnTo>
                  <a:lnTo>
                    <a:pt x="76200" y="0"/>
                  </a:lnTo>
                  <a:lnTo>
                    <a:pt x="0" y="0"/>
                  </a:lnTo>
                  <a:lnTo>
                    <a:pt x="0" y="1270"/>
                  </a:lnTo>
                  <a:lnTo>
                    <a:pt x="1270" y="1270"/>
                  </a:lnTo>
                  <a:lnTo>
                    <a:pt x="1270" y="2540"/>
                  </a:lnTo>
                  <a:lnTo>
                    <a:pt x="2540" y="2540"/>
                  </a:lnTo>
                  <a:lnTo>
                    <a:pt x="2540" y="3810"/>
                  </a:lnTo>
                  <a:lnTo>
                    <a:pt x="5080" y="3810"/>
                  </a:lnTo>
                  <a:lnTo>
                    <a:pt x="5080" y="5080"/>
                  </a:lnTo>
                  <a:lnTo>
                    <a:pt x="86360" y="5080"/>
                  </a:lnTo>
                  <a:lnTo>
                    <a:pt x="86360" y="3810"/>
                  </a:lnTo>
                  <a:close/>
                </a:path>
                <a:path w="394969" h="7620">
                  <a:moveTo>
                    <a:pt x="92710" y="6350"/>
                  </a:moveTo>
                  <a:lnTo>
                    <a:pt x="88900" y="6350"/>
                  </a:lnTo>
                  <a:lnTo>
                    <a:pt x="88900" y="5092"/>
                  </a:lnTo>
                  <a:lnTo>
                    <a:pt x="6350" y="5092"/>
                  </a:lnTo>
                  <a:lnTo>
                    <a:pt x="6350" y="6350"/>
                  </a:lnTo>
                  <a:lnTo>
                    <a:pt x="7620" y="6350"/>
                  </a:lnTo>
                  <a:lnTo>
                    <a:pt x="7620" y="7620"/>
                  </a:lnTo>
                  <a:lnTo>
                    <a:pt x="92710" y="7620"/>
                  </a:lnTo>
                  <a:lnTo>
                    <a:pt x="92710" y="6350"/>
                  </a:lnTo>
                  <a:close/>
                </a:path>
                <a:path w="394969" h="7620">
                  <a:moveTo>
                    <a:pt x="389890" y="5092"/>
                  </a:moveTo>
                  <a:lnTo>
                    <a:pt x="220980" y="5092"/>
                  </a:lnTo>
                  <a:lnTo>
                    <a:pt x="220980" y="6350"/>
                  </a:lnTo>
                  <a:lnTo>
                    <a:pt x="218440" y="6350"/>
                  </a:lnTo>
                  <a:lnTo>
                    <a:pt x="218440" y="7620"/>
                  </a:lnTo>
                  <a:lnTo>
                    <a:pt x="388620" y="7620"/>
                  </a:lnTo>
                  <a:lnTo>
                    <a:pt x="388620" y="6350"/>
                  </a:lnTo>
                  <a:lnTo>
                    <a:pt x="389890" y="6350"/>
                  </a:lnTo>
                  <a:lnTo>
                    <a:pt x="389890" y="5092"/>
                  </a:lnTo>
                  <a:close/>
                </a:path>
                <a:path w="394969" h="7620">
                  <a:moveTo>
                    <a:pt x="394970" y="0"/>
                  </a:moveTo>
                  <a:lnTo>
                    <a:pt x="229870" y="0"/>
                  </a:lnTo>
                  <a:lnTo>
                    <a:pt x="229870" y="1270"/>
                  </a:lnTo>
                  <a:lnTo>
                    <a:pt x="228600" y="1270"/>
                  </a:lnTo>
                  <a:lnTo>
                    <a:pt x="228600" y="2540"/>
                  </a:lnTo>
                  <a:lnTo>
                    <a:pt x="227330" y="2540"/>
                  </a:lnTo>
                  <a:lnTo>
                    <a:pt x="227330" y="3810"/>
                  </a:lnTo>
                  <a:lnTo>
                    <a:pt x="223520" y="3810"/>
                  </a:lnTo>
                  <a:lnTo>
                    <a:pt x="223520" y="5080"/>
                  </a:lnTo>
                  <a:lnTo>
                    <a:pt x="391160" y="5080"/>
                  </a:lnTo>
                  <a:lnTo>
                    <a:pt x="391160" y="3810"/>
                  </a:lnTo>
                  <a:lnTo>
                    <a:pt x="392430" y="3810"/>
                  </a:lnTo>
                  <a:lnTo>
                    <a:pt x="392430" y="2540"/>
                  </a:lnTo>
                  <a:lnTo>
                    <a:pt x="393700" y="2540"/>
                  </a:lnTo>
                  <a:lnTo>
                    <a:pt x="393700" y="1270"/>
                  </a:lnTo>
                  <a:lnTo>
                    <a:pt x="394970" y="1270"/>
                  </a:lnTo>
                  <a:lnTo>
                    <a:pt x="394970" y="0"/>
                  </a:lnTo>
                  <a:close/>
                </a:path>
              </a:pathLst>
            </a:custGeom>
            <a:solidFill>
              <a:srgbClr val="E8AD00"/>
            </a:solidFill>
          </p:spPr>
          <p:txBody>
            <a:bodyPr wrap="square" lIns="0" tIns="0" rIns="0" bIns="0" rtlCol="0"/>
            <a:lstStyle/>
            <a:p/>
          </p:txBody>
        </p:sp>
        <p:sp>
          <p:nvSpPr>
            <p:cNvPr id="1568" name="object 1568"/>
            <p:cNvSpPr/>
            <p:nvPr/>
          </p:nvSpPr>
          <p:spPr>
            <a:xfrm>
              <a:off x="2047240" y="4634229"/>
              <a:ext cx="377190" cy="7620"/>
            </a:xfrm>
            <a:custGeom>
              <a:avLst/>
              <a:gdLst/>
              <a:ahLst/>
              <a:cxnLst/>
              <a:rect l="l" t="t" r="r" b="b"/>
              <a:pathLst>
                <a:path w="377189" h="7620">
                  <a:moveTo>
                    <a:pt x="95250" y="2540"/>
                  </a:moveTo>
                  <a:lnTo>
                    <a:pt x="90170" y="2540"/>
                  </a:lnTo>
                  <a:lnTo>
                    <a:pt x="90170" y="1270"/>
                  </a:lnTo>
                  <a:lnTo>
                    <a:pt x="86360" y="1270"/>
                  </a:lnTo>
                  <a:lnTo>
                    <a:pt x="86360" y="0"/>
                  </a:lnTo>
                  <a:lnTo>
                    <a:pt x="0" y="0"/>
                  </a:lnTo>
                  <a:lnTo>
                    <a:pt x="0" y="1270"/>
                  </a:lnTo>
                  <a:lnTo>
                    <a:pt x="1270" y="1270"/>
                  </a:lnTo>
                  <a:lnTo>
                    <a:pt x="1270" y="2540"/>
                  </a:lnTo>
                  <a:lnTo>
                    <a:pt x="2540" y="2540"/>
                  </a:lnTo>
                  <a:lnTo>
                    <a:pt x="2540" y="3810"/>
                  </a:lnTo>
                  <a:lnTo>
                    <a:pt x="95250" y="3810"/>
                  </a:lnTo>
                  <a:lnTo>
                    <a:pt x="95250" y="2540"/>
                  </a:lnTo>
                  <a:close/>
                </a:path>
                <a:path w="377189" h="7620">
                  <a:moveTo>
                    <a:pt x="114300" y="6350"/>
                  </a:moveTo>
                  <a:lnTo>
                    <a:pt x="105410" y="6350"/>
                  </a:lnTo>
                  <a:lnTo>
                    <a:pt x="105410" y="5080"/>
                  </a:lnTo>
                  <a:lnTo>
                    <a:pt x="99060" y="5080"/>
                  </a:lnTo>
                  <a:lnTo>
                    <a:pt x="99060" y="3822"/>
                  </a:lnTo>
                  <a:lnTo>
                    <a:pt x="5080" y="3822"/>
                  </a:lnTo>
                  <a:lnTo>
                    <a:pt x="5080" y="5080"/>
                  </a:lnTo>
                  <a:lnTo>
                    <a:pt x="6350" y="5080"/>
                  </a:lnTo>
                  <a:lnTo>
                    <a:pt x="6350" y="6350"/>
                  </a:lnTo>
                  <a:lnTo>
                    <a:pt x="7620" y="6350"/>
                  </a:lnTo>
                  <a:lnTo>
                    <a:pt x="7620" y="7620"/>
                  </a:lnTo>
                  <a:lnTo>
                    <a:pt x="114300" y="7620"/>
                  </a:lnTo>
                  <a:lnTo>
                    <a:pt x="114300" y="6350"/>
                  </a:lnTo>
                  <a:close/>
                </a:path>
                <a:path w="377189" h="7620">
                  <a:moveTo>
                    <a:pt x="373380" y="3822"/>
                  </a:moveTo>
                  <a:lnTo>
                    <a:pt x="198120" y="3822"/>
                  </a:lnTo>
                  <a:lnTo>
                    <a:pt x="198120" y="5080"/>
                  </a:lnTo>
                  <a:lnTo>
                    <a:pt x="194310" y="5080"/>
                  </a:lnTo>
                  <a:lnTo>
                    <a:pt x="194310" y="6350"/>
                  </a:lnTo>
                  <a:lnTo>
                    <a:pt x="191770" y="6350"/>
                  </a:lnTo>
                  <a:lnTo>
                    <a:pt x="191770" y="7620"/>
                  </a:lnTo>
                  <a:lnTo>
                    <a:pt x="370840" y="7620"/>
                  </a:lnTo>
                  <a:lnTo>
                    <a:pt x="370840" y="6350"/>
                  </a:lnTo>
                  <a:lnTo>
                    <a:pt x="372110" y="6350"/>
                  </a:lnTo>
                  <a:lnTo>
                    <a:pt x="372110" y="5080"/>
                  </a:lnTo>
                  <a:lnTo>
                    <a:pt x="373380" y="5080"/>
                  </a:lnTo>
                  <a:lnTo>
                    <a:pt x="373380" y="3822"/>
                  </a:lnTo>
                  <a:close/>
                </a:path>
                <a:path w="377189" h="7620">
                  <a:moveTo>
                    <a:pt x="377190" y="0"/>
                  </a:moveTo>
                  <a:lnTo>
                    <a:pt x="205740" y="0"/>
                  </a:lnTo>
                  <a:lnTo>
                    <a:pt x="205740" y="1270"/>
                  </a:lnTo>
                  <a:lnTo>
                    <a:pt x="204470" y="1270"/>
                  </a:lnTo>
                  <a:lnTo>
                    <a:pt x="204470" y="2540"/>
                  </a:lnTo>
                  <a:lnTo>
                    <a:pt x="200660" y="2540"/>
                  </a:lnTo>
                  <a:lnTo>
                    <a:pt x="200660" y="3810"/>
                  </a:lnTo>
                  <a:lnTo>
                    <a:pt x="374650" y="3810"/>
                  </a:lnTo>
                  <a:lnTo>
                    <a:pt x="374650" y="2540"/>
                  </a:lnTo>
                  <a:lnTo>
                    <a:pt x="375920" y="2540"/>
                  </a:lnTo>
                  <a:lnTo>
                    <a:pt x="375920" y="1270"/>
                  </a:lnTo>
                  <a:lnTo>
                    <a:pt x="377190" y="1270"/>
                  </a:lnTo>
                  <a:lnTo>
                    <a:pt x="377190" y="0"/>
                  </a:lnTo>
                  <a:close/>
                </a:path>
              </a:pathLst>
            </a:custGeom>
            <a:solidFill>
              <a:srgbClr val="EAAF00"/>
            </a:solidFill>
          </p:spPr>
          <p:txBody>
            <a:bodyPr wrap="square" lIns="0" tIns="0" rIns="0" bIns="0" rtlCol="0"/>
            <a:lstStyle/>
            <a:p/>
          </p:txBody>
        </p:sp>
        <p:sp>
          <p:nvSpPr>
            <p:cNvPr id="1569" name="object 1569"/>
            <p:cNvSpPr/>
            <p:nvPr/>
          </p:nvSpPr>
          <p:spPr>
            <a:xfrm>
              <a:off x="2057400" y="4641849"/>
              <a:ext cx="359410" cy="6350"/>
            </a:xfrm>
            <a:custGeom>
              <a:avLst/>
              <a:gdLst/>
              <a:ahLst/>
              <a:cxnLst/>
              <a:rect l="l" t="t" r="r" b="b"/>
              <a:pathLst>
                <a:path w="359410" h="6350">
                  <a:moveTo>
                    <a:pt x="113030" y="1270"/>
                  </a:moveTo>
                  <a:lnTo>
                    <a:pt x="107950" y="1270"/>
                  </a:lnTo>
                  <a:lnTo>
                    <a:pt x="107950" y="0"/>
                  </a:lnTo>
                  <a:lnTo>
                    <a:pt x="0" y="0"/>
                  </a:lnTo>
                  <a:lnTo>
                    <a:pt x="0" y="1270"/>
                  </a:lnTo>
                  <a:lnTo>
                    <a:pt x="1270" y="1270"/>
                  </a:lnTo>
                  <a:lnTo>
                    <a:pt x="1270" y="2540"/>
                  </a:lnTo>
                  <a:lnTo>
                    <a:pt x="113030" y="2540"/>
                  </a:lnTo>
                  <a:lnTo>
                    <a:pt x="113030" y="1270"/>
                  </a:lnTo>
                  <a:close/>
                </a:path>
                <a:path w="359410" h="6350">
                  <a:moveTo>
                    <a:pt x="355600" y="2552"/>
                  </a:moveTo>
                  <a:lnTo>
                    <a:pt x="167640" y="2552"/>
                  </a:lnTo>
                  <a:lnTo>
                    <a:pt x="167640" y="3810"/>
                  </a:lnTo>
                  <a:lnTo>
                    <a:pt x="160020" y="3810"/>
                  </a:lnTo>
                  <a:lnTo>
                    <a:pt x="160020" y="5080"/>
                  </a:lnTo>
                  <a:lnTo>
                    <a:pt x="135890" y="5080"/>
                  </a:lnTo>
                  <a:lnTo>
                    <a:pt x="135890" y="3810"/>
                  </a:lnTo>
                  <a:lnTo>
                    <a:pt x="121920" y="3810"/>
                  </a:lnTo>
                  <a:lnTo>
                    <a:pt x="121920" y="2552"/>
                  </a:lnTo>
                  <a:lnTo>
                    <a:pt x="5080" y="2552"/>
                  </a:lnTo>
                  <a:lnTo>
                    <a:pt x="5080" y="3810"/>
                  </a:lnTo>
                  <a:lnTo>
                    <a:pt x="6350" y="3810"/>
                  </a:lnTo>
                  <a:lnTo>
                    <a:pt x="6350" y="5080"/>
                  </a:lnTo>
                  <a:lnTo>
                    <a:pt x="8890" y="5080"/>
                  </a:lnTo>
                  <a:lnTo>
                    <a:pt x="8890" y="6350"/>
                  </a:lnTo>
                  <a:lnTo>
                    <a:pt x="353047" y="6350"/>
                  </a:lnTo>
                  <a:lnTo>
                    <a:pt x="353047" y="5080"/>
                  </a:lnTo>
                  <a:lnTo>
                    <a:pt x="354330" y="5080"/>
                  </a:lnTo>
                  <a:lnTo>
                    <a:pt x="354330" y="3810"/>
                  </a:lnTo>
                  <a:lnTo>
                    <a:pt x="355600" y="3810"/>
                  </a:lnTo>
                  <a:lnTo>
                    <a:pt x="355600" y="2552"/>
                  </a:lnTo>
                  <a:close/>
                </a:path>
                <a:path w="359410" h="6350">
                  <a:moveTo>
                    <a:pt x="359410" y="0"/>
                  </a:moveTo>
                  <a:lnTo>
                    <a:pt x="177800" y="0"/>
                  </a:lnTo>
                  <a:lnTo>
                    <a:pt x="177800" y="1270"/>
                  </a:lnTo>
                  <a:lnTo>
                    <a:pt x="175260" y="1270"/>
                  </a:lnTo>
                  <a:lnTo>
                    <a:pt x="175260" y="2540"/>
                  </a:lnTo>
                  <a:lnTo>
                    <a:pt x="358140" y="2540"/>
                  </a:lnTo>
                  <a:lnTo>
                    <a:pt x="358140" y="1270"/>
                  </a:lnTo>
                  <a:lnTo>
                    <a:pt x="359410" y="1270"/>
                  </a:lnTo>
                  <a:lnTo>
                    <a:pt x="359410" y="0"/>
                  </a:lnTo>
                  <a:close/>
                </a:path>
              </a:pathLst>
            </a:custGeom>
            <a:solidFill>
              <a:srgbClr val="ECB000"/>
            </a:solidFill>
          </p:spPr>
          <p:txBody>
            <a:bodyPr wrap="square" lIns="0" tIns="0" rIns="0" bIns="0" rtlCol="0"/>
            <a:lstStyle/>
            <a:p/>
          </p:txBody>
        </p:sp>
        <p:sp>
          <p:nvSpPr>
            <p:cNvPr id="1570" name="object 1570"/>
            <p:cNvSpPr/>
            <p:nvPr/>
          </p:nvSpPr>
          <p:spPr>
            <a:xfrm>
              <a:off x="2068830" y="4648199"/>
              <a:ext cx="339090" cy="7620"/>
            </a:xfrm>
            <a:custGeom>
              <a:avLst/>
              <a:gdLst/>
              <a:ahLst/>
              <a:cxnLst/>
              <a:rect l="l" t="t" r="r" b="b"/>
              <a:pathLst>
                <a:path w="339089" h="7620">
                  <a:moveTo>
                    <a:pt x="336537" y="2552"/>
                  </a:moveTo>
                  <a:lnTo>
                    <a:pt x="3810" y="2552"/>
                  </a:lnTo>
                  <a:lnTo>
                    <a:pt x="3810" y="3810"/>
                  </a:lnTo>
                  <a:lnTo>
                    <a:pt x="5080" y="3810"/>
                  </a:lnTo>
                  <a:lnTo>
                    <a:pt x="5080" y="5080"/>
                  </a:lnTo>
                  <a:lnTo>
                    <a:pt x="7620" y="5080"/>
                  </a:lnTo>
                  <a:lnTo>
                    <a:pt x="7620" y="6350"/>
                  </a:lnTo>
                  <a:lnTo>
                    <a:pt x="8890" y="6350"/>
                  </a:lnTo>
                  <a:lnTo>
                    <a:pt x="8890" y="7620"/>
                  </a:lnTo>
                  <a:lnTo>
                    <a:pt x="331470" y="7620"/>
                  </a:lnTo>
                  <a:lnTo>
                    <a:pt x="331470" y="6350"/>
                  </a:lnTo>
                  <a:lnTo>
                    <a:pt x="332740" y="6350"/>
                  </a:lnTo>
                  <a:lnTo>
                    <a:pt x="332740" y="5080"/>
                  </a:lnTo>
                  <a:lnTo>
                    <a:pt x="334010" y="5080"/>
                  </a:lnTo>
                  <a:lnTo>
                    <a:pt x="334010" y="3810"/>
                  </a:lnTo>
                  <a:lnTo>
                    <a:pt x="336537" y="3810"/>
                  </a:lnTo>
                  <a:lnTo>
                    <a:pt x="336537" y="2552"/>
                  </a:lnTo>
                  <a:close/>
                </a:path>
                <a:path w="339089" h="7620">
                  <a:moveTo>
                    <a:pt x="339090" y="0"/>
                  </a:moveTo>
                  <a:lnTo>
                    <a:pt x="0" y="0"/>
                  </a:lnTo>
                  <a:lnTo>
                    <a:pt x="0" y="1270"/>
                  </a:lnTo>
                  <a:lnTo>
                    <a:pt x="1270" y="1270"/>
                  </a:lnTo>
                  <a:lnTo>
                    <a:pt x="1270" y="2540"/>
                  </a:lnTo>
                  <a:lnTo>
                    <a:pt x="337820" y="2540"/>
                  </a:lnTo>
                  <a:lnTo>
                    <a:pt x="337820" y="1270"/>
                  </a:lnTo>
                  <a:lnTo>
                    <a:pt x="339090" y="1270"/>
                  </a:lnTo>
                  <a:lnTo>
                    <a:pt x="339090" y="0"/>
                  </a:lnTo>
                  <a:close/>
                </a:path>
              </a:pathLst>
            </a:custGeom>
            <a:solidFill>
              <a:srgbClr val="EEB200"/>
            </a:solidFill>
          </p:spPr>
          <p:txBody>
            <a:bodyPr wrap="square" lIns="0" tIns="0" rIns="0" bIns="0" rtlCol="0"/>
            <a:lstStyle/>
            <a:p/>
          </p:txBody>
        </p:sp>
        <p:sp>
          <p:nvSpPr>
            <p:cNvPr id="1571" name="object 1571"/>
            <p:cNvSpPr/>
            <p:nvPr/>
          </p:nvSpPr>
          <p:spPr>
            <a:xfrm>
              <a:off x="2080260" y="4655819"/>
              <a:ext cx="317500" cy="7620"/>
            </a:xfrm>
            <a:custGeom>
              <a:avLst/>
              <a:gdLst/>
              <a:ahLst/>
              <a:cxnLst/>
              <a:rect l="l" t="t" r="r" b="b"/>
              <a:pathLst>
                <a:path w="317500" h="7620">
                  <a:moveTo>
                    <a:pt x="316230" y="1282"/>
                  </a:moveTo>
                  <a:lnTo>
                    <a:pt x="3810" y="1282"/>
                  </a:lnTo>
                  <a:lnTo>
                    <a:pt x="3810" y="2540"/>
                  </a:lnTo>
                  <a:lnTo>
                    <a:pt x="7620" y="2540"/>
                  </a:lnTo>
                  <a:lnTo>
                    <a:pt x="7620" y="3810"/>
                  </a:lnTo>
                  <a:lnTo>
                    <a:pt x="10160" y="3810"/>
                  </a:lnTo>
                  <a:lnTo>
                    <a:pt x="10160" y="5080"/>
                  </a:lnTo>
                  <a:lnTo>
                    <a:pt x="12700" y="5080"/>
                  </a:lnTo>
                  <a:lnTo>
                    <a:pt x="12700" y="6350"/>
                  </a:lnTo>
                  <a:lnTo>
                    <a:pt x="16510" y="6350"/>
                  </a:lnTo>
                  <a:lnTo>
                    <a:pt x="16510" y="7620"/>
                  </a:lnTo>
                  <a:lnTo>
                    <a:pt x="307340" y="7620"/>
                  </a:lnTo>
                  <a:lnTo>
                    <a:pt x="307340" y="6350"/>
                  </a:lnTo>
                  <a:lnTo>
                    <a:pt x="309880" y="6350"/>
                  </a:lnTo>
                  <a:lnTo>
                    <a:pt x="309880" y="5080"/>
                  </a:lnTo>
                  <a:lnTo>
                    <a:pt x="312420" y="5080"/>
                  </a:lnTo>
                  <a:lnTo>
                    <a:pt x="312420" y="3810"/>
                  </a:lnTo>
                  <a:lnTo>
                    <a:pt x="313690" y="3810"/>
                  </a:lnTo>
                  <a:lnTo>
                    <a:pt x="313690" y="2540"/>
                  </a:lnTo>
                  <a:lnTo>
                    <a:pt x="316230" y="2540"/>
                  </a:lnTo>
                  <a:lnTo>
                    <a:pt x="316230" y="1282"/>
                  </a:lnTo>
                  <a:close/>
                </a:path>
                <a:path w="317500" h="7620">
                  <a:moveTo>
                    <a:pt x="317500" y="0"/>
                  </a:moveTo>
                  <a:lnTo>
                    <a:pt x="0" y="0"/>
                  </a:lnTo>
                  <a:lnTo>
                    <a:pt x="0" y="1270"/>
                  </a:lnTo>
                  <a:lnTo>
                    <a:pt x="317500" y="1270"/>
                  </a:lnTo>
                  <a:lnTo>
                    <a:pt x="317500" y="0"/>
                  </a:lnTo>
                  <a:close/>
                </a:path>
              </a:pathLst>
            </a:custGeom>
            <a:solidFill>
              <a:srgbClr val="F0B300"/>
            </a:solidFill>
          </p:spPr>
          <p:txBody>
            <a:bodyPr wrap="square" lIns="0" tIns="0" rIns="0" bIns="0" rtlCol="0"/>
            <a:lstStyle/>
            <a:p/>
          </p:txBody>
        </p:sp>
        <p:sp>
          <p:nvSpPr>
            <p:cNvPr id="1572" name="object 1572"/>
            <p:cNvSpPr/>
            <p:nvPr/>
          </p:nvSpPr>
          <p:spPr>
            <a:xfrm>
              <a:off x="2099310" y="4663452"/>
              <a:ext cx="287020" cy="6350"/>
            </a:xfrm>
            <a:custGeom>
              <a:avLst/>
              <a:gdLst/>
              <a:ahLst/>
              <a:cxnLst/>
              <a:rect l="l" t="t" r="r" b="b"/>
              <a:pathLst>
                <a:path w="287019" h="6350">
                  <a:moveTo>
                    <a:pt x="287020" y="0"/>
                  </a:moveTo>
                  <a:lnTo>
                    <a:pt x="0" y="0"/>
                  </a:lnTo>
                  <a:lnTo>
                    <a:pt x="0" y="1257"/>
                  </a:lnTo>
                  <a:lnTo>
                    <a:pt x="2540" y="1257"/>
                  </a:lnTo>
                  <a:lnTo>
                    <a:pt x="2540" y="2527"/>
                  </a:lnTo>
                  <a:lnTo>
                    <a:pt x="6350" y="2527"/>
                  </a:lnTo>
                  <a:lnTo>
                    <a:pt x="6350" y="3797"/>
                  </a:lnTo>
                  <a:lnTo>
                    <a:pt x="10160" y="3797"/>
                  </a:lnTo>
                  <a:lnTo>
                    <a:pt x="10160" y="5067"/>
                  </a:lnTo>
                  <a:lnTo>
                    <a:pt x="13970" y="5067"/>
                  </a:lnTo>
                  <a:lnTo>
                    <a:pt x="13970" y="6337"/>
                  </a:lnTo>
                  <a:lnTo>
                    <a:pt x="278130" y="6337"/>
                  </a:lnTo>
                  <a:lnTo>
                    <a:pt x="278130" y="5067"/>
                  </a:lnTo>
                  <a:lnTo>
                    <a:pt x="280670" y="5067"/>
                  </a:lnTo>
                  <a:lnTo>
                    <a:pt x="280670" y="3797"/>
                  </a:lnTo>
                  <a:lnTo>
                    <a:pt x="283210" y="3797"/>
                  </a:lnTo>
                  <a:lnTo>
                    <a:pt x="283210" y="2527"/>
                  </a:lnTo>
                  <a:lnTo>
                    <a:pt x="284480" y="2527"/>
                  </a:lnTo>
                  <a:lnTo>
                    <a:pt x="284480" y="1257"/>
                  </a:lnTo>
                  <a:lnTo>
                    <a:pt x="287020" y="1257"/>
                  </a:lnTo>
                  <a:lnTo>
                    <a:pt x="287020" y="0"/>
                  </a:lnTo>
                  <a:close/>
                </a:path>
              </a:pathLst>
            </a:custGeom>
            <a:solidFill>
              <a:srgbClr val="F2B500"/>
            </a:solidFill>
          </p:spPr>
          <p:txBody>
            <a:bodyPr wrap="square" lIns="0" tIns="0" rIns="0" bIns="0" rtlCol="0"/>
            <a:lstStyle/>
            <a:p/>
          </p:txBody>
        </p:sp>
        <p:sp>
          <p:nvSpPr>
            <p:cNvPr id="1573" name="object 1573"/>
            <p:cNvSpPr/>
            <p:nvPr/>
          </p:nvSpPr>
          <p:spPr>
            <a:xfrm>
              <a:off x="2115820" y="4669802"/>
              <a:ext cx="260350" cy="7620"/>
            </a:xfrm>
            <a:custGeom>
              <a:avLst/>
              <a:gdLst/>
              <a:ahLst/>
              <a:cxnLst/>
              <a:rect l="l" t="t" r="r" b="b"/>
              <a:pathLst>
                <a:path w="260350" h="7620">
                  <a:moveTo>
                    <a:pt x="246380" y="6350"/>
                  </a:moveTo>
                  <a:lnTo>
                    <a:pt x="17780" y="6350"/>
                  </a:lnTo>
                  <a:lnTo>
                    <a:pt x="17780" y="7607"/>
                  </a:lnTo>
                  <a:lnTo>
                    <a:pt x="246380" y="7607"/>
                  </a:lnTo>
                  <a:lnTo>
                    <a:pt x="246380" y="6350"/>
                  </a:lnTo>
                  <a:close/>
                </a:path>
                <a:path w="260350" h="7620">
                  <a:moveTo>
                    <a:pt x="260350" y="0"/>
                  </a:moveTo>
                  <a:lnTo>
                    <a:pt x="0" y="0"/>
                  </a:lnTo>
                  <a:lnTo>
                    <a:pt x="0" y="1257"/>
                  </a:lnTo>
                  <a:lnTo>
                    <a:pt x="3810" y="1257"/>
                  </a:lnTo>
                  <a:lnTo>
                    <a:pt x="3810" y="2527"/>
                  </a:lnTo>
                  <a:lnTo>
                    <a:pt x="6350" y="2527"/>
                  </a:lnTo>
                  <a:lnTo>
                    <a:pt x="6350" y="3797"/>
                  </a:lnTo>
                  <a:lnTo>
                    <a:pt x="8890" y="3797"/>
                  </a:lnTo>
                  <a:lnTo>
                    <a:pt x="8890" y="5067"/>
                  </a:lnTo>
                  <a:lnTo>
                    <a:pt x="13970" y="5067"/>
                  </a:lnTo>
                  <a:lnTo>
                    <a:pt x="13970" y="6337"/>
                  </a:lnTo>
                  <a:lnTo>
                    <a:pt x="247650" y="6337"/>
                  </a:lnTo>
                  <a:lnTo>
                    <a:pt x="247650" y="5067"/>
                  </a:lnTo>
                  <a:lnTo>
                    <a:pt x="252730" y="5067"/>
                  </a:lnTo>
                  <a:lnTo>
                    <a:pt x="252730" y="3797"/>
                  </a:lnTo>
                  <a:lnTo>
                    <a:pt x="255270" y="3797"/>
                  </a:lnTo>
                  <a:lnTo>
                    <a:pt x="255270" y="2527"/>
                  </a:lnTo>
                  <a:lnTo>
                    <a:pt x="257810" y="2527"/>
                  </a:lnTo>
                  <a:lnTo>
                    <a:pt x="257810" y="1257"/>
                  </a:lnTo>
                  <a:lnTo>
                    <a:pt x="260350" y="1257"/>
                  </a:lnTo>
                  <a:lnTo>
                    <a:pt x="260350" y="0"/>
                  </a:lnTo>
                  <a:close/>
                </a:path>
              </a:pathLst>
            </a:custGeom>
            <a:solidFill>
              <a:srgbClr val="F4B600"/>
            </a:solidFill>
          </p:spPr>
          <p:txBody>
            <a:bodyPr wrap="square" lIns="0" tIns="0" rIns="0" bIns="0" rtlCol="0"/>
            <a:lstStyle/>
            <a:p/>
          </p:txBody>
        </p:sp>
        <p:sp>
          <p:nvSpPr>
            <p:cNvPr id="1574" name="object 1574"/>
            <p:cNvSpPr/>
            <p:nvPr/>
          </p:nvSpPr>
          <p:spPr>
            <a:xfrm>
              <a:off x="2137410" y="4677409"/>
              <a:ext cx="222250" cy="7620"/>
            </a:xfrm>
            <a:custGeom>
              <a:avLst/>
              <a:gdLst/>
              <a:ahLst/>
              <a:cxnLst/>
              <a:rect l="l" t="t" r="r" b="b"/>
              <a:pathLst>
                <a:path w="222250" h="7620">
                  <a:moveTo>
                    <a:pt x="210820" y="5092"/>
                  </a:moveTo>
                  <a:lnTo>
                    <a:pt x="16510" y="5092"/>
                  </a:lnTo>
                  <a:lnTo>
                    <a:pt x="16510" y="6350"/>
                  </a:lnTo>
                  <a:lnTo>
                    <a:pt x="20320" y="6350"/>
                  </a:lnTo>
                  <a:lnTo>
                    <a:pt x="20320" y="7620"/>
                  </a:lnTo>
                  <a:lnTo>
                    <a:pt x="208280" y="7620"/>
                  </a:lnTo>
                  <a:lnTo>
                    <a:pt x="208280" y="6350"/>
                  </a:lnTo>
                  <a:lnTo>
                    <a:pt x="210820" y="6350"/>
                  </a:lnTo>
                  <a:lnTo>
                    <a:pt x="210820" y="5092"/>
                  </a:lnTo>
                  <a:close/>
                </a:path>
                <a:path w="222250" h="7620">
                  <a:moveTo>
                    <a:pt x="222250" y="0"/>
                  </a:moveTo>
                  <a:lnTo>
                    <a:pt x="0" y="0"/>
                  </a:lnTo>
                  <a:lnTo>
                    <a:pt x="0" y="1270"/>
                  </a:lnTo>
                  <a:lnTo>
                    <a:pt x="5080" y="1270"/>
                  </a:lnTo>
                  <a:lnTo>
                    <a:pt x="5080" y="2540"/>
                  </a:lnTo>
                  <a:lnTo>
                    <a:pt x="8890" y="2540"/>
                  </a:lnTo>
                  <a:lnTo>
                    <a:pt x="8890" y="3810"/>
                  </a:lnTo>
                  <a:lnTo>
                    <a:pt x="12700" y="3810"/>
                  </a:lnTo>
                  <a:lnTo>
                    <a:pt x="12700" y="5080"/>
                  </a:lnTo>
                  <a:lnTo>
                    <a:pt x="214630" y="5080"/>
                  </a:lnTo>
                  <a:lnTo>
                    <a:pt x="214630" y="3810"/>
                  </a:lnTo>
                  <a:lnTo>
                    <a:pt x="217170" y="3810"/>
                  </a:lnTo>
                  <a:lnTo>
                    <a:pt x="217170" y="2540"/>
                  </a:lnTo>
                  <a:lnTo>
                    <a:pt x="219710" y="2540"/>
                  </a:lnTo>
                  <a:lnTo>
                    <a:pt x="219710" y="1270"/>
                  </a:lnTo>
                  <a:lnTo>
                    <a:pt x="222250" y="1270"/>
                  </a:lnTo>
                  <a:lnTo>
                    <a:pt x="222250" y="0"/>
                  </a:lnTo>
                  <a:close/>
                </a:path>
              </a:pathLst>
            </a:custGeom>
            <a:solidFill>
              <a:srgbClr val="F6B800"/>
            </a:solidFill>
          </p:spPr>
          <p:txBody>
            <a:bodyPr wrap="square" lIns="0" tIns="0" rIns="0" bIns="0" rtlCol="0"/>
            <a:lstStyle/>
            <a:p/>
          </p:txBody>
        </p:sp>
        <p:sp>
          <p:nvSpPr>
            <p:cNvPr id="1575" name="object 1575"/>
            <p:cNvSpPr/>
            <p:nvPr/>
          </p:nvSpPr>
          <p:spPr>
            <a:xfrm>
              <a:off x="2160270" y="4685029"/>
              <a:ext cx="180340" cy="6350"/>
            </a:xfrm>
            <a:custGeom>
              <a:avLst/>
              <a:gdLst/>
              <a:ahLst/>
              <a:cxnLst/>
              <a:rect l="l" t="t" r="r" b="b"/>
              <a:pathLst>
                <a:path w="180339" h="6350">
                  <a:moveTo>
                    <a:pt x="167640" y="3822"/>
                  </a:moveTo>
                  <a:lnTo>
                    <a:pt x="17780" y="3822"/>
                  </a:lnTo>
                  <a:lnTo>
                    <a:pt x="17780" y="5080"/>
                  </a:lnTo>
                  <a:lnTo>
                    <a:pt x="22860" y="5080"/>
                  </a:lnTo>
                  <a:lnTo>
                    <a:pt x="22860" y="6350"/>
                  </a:lnTo>
                  <a:lnTo>
                    <a:pt x="161290" y="6350"/>
                  </a:lnTo>
                  <a:lnTo>
                    <a:pt x="161290" y="5080"/>
                  </a:lnTo>
                  <a:lnTo>
                    <a:pt x="167640" y="5080"/>
                  </a:lnTo>
                  <a:lnTo>
                    <a:pt x="167640" y="3822"/>
                  </a:lnTo>
                  <a:close/>
                </a:path>
                <a:path w="180339" h="6350">
                  <a:moveTo>
                    <a:pt x="180327" y="0"/>
                  </a:moveTo>
                  <a:lnTo>
                    <a:pt x="0" y="0"/>
                  </a:lnTo>
                  <a:lnTo>
                    <a:pt x="0" y="1270"/>
                  </a:lnTo>
                  <a:lnTo>
                    <a:pt x="7620" y="1270"/>
                  </a:lnTo>
                  <a:lnTo>
                    <a:pt x="7620" y="2540"/>
                  </a:lnTo>
                  <a:lnTo>
                    <a:pt x="12700" y="2540"/>
                  </a:lnTo>
                  <a:lnTo>
                    <a:pt x="12700" y="3810"/>
                  </a:lnTo>
                  <a:lnTo>
                    <a:pt x="171450" y="3810"/>
                  </a:lnTo>
                  <a:lnTo>
                    <a:pt x="171450" y="2540"/>
                  </a:lnTo>
                  <a:lnTo>
                    <a:pt x="176530" y="2540"/>
                  </a:lnTo>
                  <a:lnTo>
                    <a:pt x="176530" y="1270"/>
                  </a:lnTo>
                  <a:lnTo>
                    <a:pt x="180327" y="1270"/>
                  </a:lnTo>
                  <a:lnTo>
                    <a:pt x="180327" y="0"/>
                  </a:lnTo>
                  <a:close/>
                </a:path>
              </a:pathLst>
            </a:custGeom>
            <a:solidFill>
              <a:srgbClr val="F8B900"/>
            </a:solidFill>
          </p:spPr>
          <p:txBody>
            <a:bodyPr wrap="square" lIns="0" tIns="0" rIns="0" bIns="0" rtlCol="0"/>
            <a:lstStyle/>
            <a:p/>
          </p:txBody>
        </p:sp>
        <p:sp>
          <p:nvSpPr>
            <p:cNvPr id="1576" name="object 1576"/>
            <p:cNvSpPr/>
            <p:nvPr/>
          </p:nvSpPr>
          <p:spPr>
            <a:xfrm>
              <a:off x="2188210" y="4691379"/>
              <a:ext cx="129539" cy="7620"/>
            </a:xfrm>
            <a:custGeom>
              <a:avLst/>
              <a:gdLst/>
              <a:ahLst/>
              <a:cxnLst/>
              <a:rect l="l" t="t" r="r" b="b"/>
              <a:pathLst>
                <a:path w="129539" h="7620">
                  <a:moveTo>
                    <a:pt x="111760" y="3822"/>
                  </a:moveTo>
                  <a:lnTo>
                    <a:pt x="17780" y="3822"/>
                  </a:lnTo>
                  <a:lnTo>
                    <a:pt x="17780" y="5080"/>
                  </a:lnTo>
                  <a:lnTo>
                    <a:pt x="21590" y="5080"/>
                  </a:lnTo>
                  <a:lnTo>
                    <a:pt x="21590" y="6350"/>
                  </a:lnTo>
                  <a:lnTo>
                    <a:pt x="39370" y="6350"/>
                  </a:lnTo>
                  <a:lnTo>
                    <a:pt x="39370" y="7620"/>
                  </a:lnTo>
                  <a:lnTo>
                    <a:pt x="73660" y="7620"/>
                  </a:lnTo>
                  <a:lnTo>
                    <a:pt x="73660" y="6350"/>
                  </a:lnTo>
                  <a:lnTo>
                    <a:pt x="104140" y="6350"/>
                  </a:lnTo>
                  <a:lnTo>
                    <a:pt x="104140" y="5080"/>
                  </a:lnTo>
                  <a:lnTo>
                    <a:pt x="111760" y="5080"/>
                  </a:lnTo>
                  <a:lnTo>
                    <a:pt x="111760" y="3822"/>
                  </a:lnTo>
                  <a:close/>
                </a:path>
                <a:path w="129539" h="7620">
                  <a:moveTo>
                    <a:pt x="129540" y="0"/>
                  </a:moveTo>
                  <a:lnTo>
                    <a:pt x="0" y="0"/>
                  </a:lnTo>
                  <a:lnTo>
                    <a:pt x="0" y="1270"/>
                  </a:lnTo>
                  <a:lnTo>
                    <a:pt x="2540" y="1270"/>
                  </a:lnTo>
                  <a:lnTo>
                    <a:pt x="2540" y="2540"/>
                  </a:lnTo>
                  <a:lnTo>
                    <a:pt x="6350" y="2540"/>
                  </a:lnTo>
                  <a:lnTo>
                    <a:pt x="6350" y="3810"/>
                  </a:lnTo>
                  <a:lnTo>
                    <a:pt x="118110" y="3810"/>
                  </a:lnTo>
                  <a:lnTo>
                    <a:pt x="118110" y="2540"/>
                  </a:lnTo>
                  <a:lnTo>
                    <a:pt x="124460" y="2540"/>
                  </a:lnTo>
                  <a:lnTo>
                    <a:pt x="124460" y="1270"/>
                  </a:lnTo>
                  <a:lnTo>
                    <a:pt x="129540" y="1270"/>
                  </a:lnTo>
                  <a:lnTo>
                    <a:pt x="129540" y="0"/>
                  </a:lnTo>
                  <a:close/>
                </a:path>
              </a:pathLst>
            </a:custGeom>
            <a:solidFill>
              <a:srgbClr val="FABB00"/>
            </a:solidFill>
          </p:spPr>
          <p:txBody>
            <a:bodyPr wrap="square" lIns="0" tIns="0" rIns="0" bIns="0" rtlCol="0"/>
            <a:lstStyle/>
            <a:p/>
          </p:txBody>
        </p:sp>
        <p:sp>
          <p:nvSpPr>
            <p:cNvPr id="1577" name="object 1577"/>
            <p:cNvSpPr/>
            <p:nvPr/>
          </p:nvSpPr>
          <p:spPr>
            <a:xfrm>
              <a:off x="1828799" y="3773169"/>
              <a:ext cx="647700" cy="924560"/>
            </a:xfrm>
            <a:custGeom>
              <a:avLst/>
              <a:gdLst/>
              <a:ahLst/>
              <a:cxnLst/>
              <a:rect l="l" t="t" r="r" b="b"/>
              <a:pathLst>
                <a:path w="647700" h="924560">
                  <a:moveTo>
                    <a:pt x="590550" y="116839"/>
                  </a:moveTo>
                  <a:lnTo>
                    <a:pt x="591819" y="392429"/>
                  </a:lnTo>
                  <a:lnTo>
                    <a:pt x="561339" y="386079"/>
                  </a:lnTo>
                  <a:lnTo>
                    <a:pt x="556260" y="359409"/>
                  </a:lnTo>
                  <a:lnTo>
                    <a:pt x="547369" y="332739"/>
                  </a:lnTo>
                  <a:lnTo>
                    <a:pt x="547369" y="331469"/>
                  </a:lnTo>
                  <a:lnTo>
                    <a:pt x="538480" y="308609"/>
                  </a:lnTo>
                  <a:lnTo>
                    <a:pt x="513080" y="261619"/>
                  </a:lnTo>
                  <a:lnTo>
                    <a:pt x="480060" y="217169"/>
                  </a:lnTo>
                  <a:lnTo>
                    <a:pt x="439419" y="176529"/>
                  </a:lnTo>
                  <a:lnTo>
                    <a:pt x="398780" y="146049"/>
                  </a:lnTo>
                  <a:lnTo>
                    <a:pt x="396239" y="143509"/>
                  </a:lnTo>
                  <a:lnTo>
                    <a:pt x="379730" y="133349"/>
                  </a:lnTo>
                  <a:lnTo>
                    <a:pt x="374650" y="128269"/>
                  </a:lnTo>
                  <a:lnTo>
                    <a:pt x="351789" y="114299"/>
                  </a:lnTo>
                  <a:lnTo>
                    <a:pt x="328930" y="101599"/>
                  </a:lnTo>
                  <a:lnTo>
                    <a:pt x="317500" y="96519"/>
                  </a:lnTo>
                  <a:lnTo>
                    <a:pt x="306069" y="92709"/>
                  </a:lnTo>
                  <a:lnTo>
                    <a:pt x="281939" y="83819"/>
                  </a:lnTo>
                  <a:lnTo>
                    <a:pt x="267969" y="78739"/>
                  </a:lnTo>
                  <a:lnTo>
                    <a:pt x="264160" y="78739"/>
                  </a:lnTo>
                  <a:lnTo>
                    <a:pt x="248919" y="73659"/>
                  </a:lnTo>
                  <a:lnTo>
                    <a:pt x="246380" y="73659"/>
                  </a:lnTo>
                  <a:lnTo>
                    <a:pt x="231139" y="69849"/>
                  </a:lnTo>
                  <a:lnTo>
                    <a:pt x="217169" y="67309"/>
                  </a:lnTo>
                  <a:lnTo>
                    <a:pt x="203200" y="66039"/>
                  </a:lnTo>
                  <a:lnTo>
                    <a:pt x="196850" y="66039"/>
                  </a:lnTo>
                  <a:lnTo>
                    <a:pt x="190500" y="66039"/>
                  </a:lnTo>
                  <a:lnTo>
                    <a:pt x="184150" y="67309"/>
                  </a:lnTo>
                  <a:lnTo>
                    <a:pt x="179069" y="67309"/>
                  </a:lnTo>
                  <a:lnTo>
                    <a:pt x="172719" y="68579"/>
                  </a:lnTo>
                  <a:lnTo>
                    <a:pt x="167639" y="71119"/>
                  </a:lnTo>
                  <a:lnTo>
                    <a:pt x="157480" y="74929"/>
                  </a:lnTo>
                  <a:lnTo>
                    <a:pt x="154939" y="76199"/>
                  </a:lnTo>
                  <a:lnTo>
                    <a:pt x="149860" y="78739"/>
                  </a:lnTo>
                  <a:lnTo>
                    <a:pt x="146050" y="82549"/>
                  </a:lnTo>
                  <a:lnTo>
                    <a:pt x="142239" y="85089"/>
                  </a:lnTo>
                  <a:lnTo>
                    <a:pt x="138430" y="87629"/>
                  </a:lnTo>
                  <a:lnTo>
                    <a:pt x="138430" y="88899"/>
                  </a:lnTo>
                  <a:lnTo>
                    <a:pt x="135889" y="91439"/>
                  </a:lnTo>
                  <a:lnTo>
                    <a:pt x="133350" y="95249"/>
                  </a:lnTo>
                  <a:lnTo>
                    <a:pt x="132080" y="97789"/>
                  </a:lnTo>
                  <a:lnTo>
                    <a:pt x="129539" y="101599"/>
                  </a:lnTo>
                  <a:lnTo>
                    <a:pt x="128269" y="106679"/>
                  </a:lnTo>
                  <a:lnTo>
                    <a:pt x="127000" y="110489"/>
                  </a:lnTo>
                  <a:lnTo>
                    <a:pt x="125730" y="115569"/>
                  </a:lnTo>
                  <a:lnTo>
                    <a:pt x="125730" y="120649"/>
                  </a:lnTo>
                  <a:lnTo>
                    <a:pt x="125730" y="125729"/>
                  </a:lnTo>
                  <a:lnTo>
                    <a:pt x="125730" y="132079"/>
                  </a:lnTo>
                  <a:lnTo>
                    <a:pt x="125730" y="138429"/>
                  </a:lnTo>
                  <a:lnTo>
                    <a:pt x="127000" y="146049"/>
                  </a:lnTo>
                  <a:lnTo>
                    <a:pt x="128269" y="152399"/>
                  </a:lnTo>
                  <a:lnTo>
                    <a:pt x="130810" y="158749"/>
                  </a:lnTo>
                  <a:lnTo>
                    <a:pt x="133350" y="166369"/>
                  </a:lnTo>
                  <a:lnTo>
                    <a:pt x="135889" y="172719"/>
                  </a:lnTo>
                  <a:lnTo>
                    <a:pt x="135889" y="176529"/>
                  </a:lnTo>
                  <a:lnTo>
                    <a:pt x="138430" y="180339"/>
                  </a:lnTo>
                  <a:lnTo>
                    <a:pt x="143510" y="189229"/>
                  </a:lnTo>
                  <a:lnTo>
                    <a:pt x="149860" y="199389"/>
                  </a:lnTo>
                  <a:lnTo>
                    <a:pt x="152400" y="203199"/>
                  </a:lnTo>
                  <a:lnTo>
                    <a:pt x="156210" y="209549"/>
                  </a:lnTo>
                  <a:lnTo>
                    <a:pt x="163830" y="219709"/>
                  </a:lnTo>
                  <a:lnTo>
                    <a:pt x="172719" y="229869"/>
                  </a:lnTo>
                  <a:lnTo>
                    <a:pt x="181610" y="241299"/>
                  </a:lnTo>
                  <a:lnTo>
                    <a:pt x="191769" y="252729"/>
                  </a:lnTo>
                  <a:lnTo>
                    <a:pt x="201930" y="264159"/>
                  </a:lnTo>
                  <a:lnTo>
                    <a:pt x="210819" y="274319"/>
                  </a:lnTo>
                  <a:lnTo>
                    <a:pt x="223519" y="285749"/>
                  </a:lnTo>
                  <a:lnTo>
                    <a:pt x="243839" y="304799"/>
                  </a:lnTo>
                  <a:lnTo>
                    <a:pt x="255269" y="314959"/>
                  </a:lnTo>
                  <a:lnTo>
                    <a:pt x="261619" y="320039"/>
                  </a:lnTo>
                  <a:lnTo>
                    <a:pt x="354330" y="391159"/>
                  </a:lnTo>
                  <a:lnTo>
                    <a:pt x="373380" y="405129"/>
                  </a:lnTo>
                  <a:lnTo>
                    <a:pt x="393700" y="420369"/>
                  </a:lnTo>
                  <a:lnTo>
                    <a:pt x="434339" y="448309"/>
                  </a:lnTo>
                  <a:lnTo>
                    <a:pt x="469900" y="473709"/>
                  </a:lnTo>
                  <a:lnTo>
                    <a:pt x="500380" y="497839"/>
                  </a:lnTo>
                  <a:lnTo>
                    <a:pt x="542289" y="534669"/>
                  </a:lnTo>
                  <a:lnTo>
                    <a:pt x="552450" y="543559"/>
                  </a:lnTo>
                  <a:lnTo>
                    <a:pt x="572769" y="563879"/>
                  </a:lnTo>
                  <a:lnTo>
                    <a:pt x="589280" y="582929"/>
                  </a:lnTo>
                  <a:lnTo>
                    <a:pt x="603250" y="603249"/>
                  </a:lnTo>
                  <a:lnTo>
                    <a:pt x="614680" y="622299"/>
                  </a:lnTo>
                  <a:lnTo>
                    <a:pt x="626110" y="641349"/>
                  </a:lnTo>
                  <a:lnTo>
                    <a:pt x="640080" y="680719"/>
                  </a:lnTo>
                  <a:lnTo>
                    <a:pt x="646430" y="720089"/>
                  </a:lnTo>
                  <a:lnTo>
                    <a:pt x="647700" y="740409"/>
                  </a:lnTo>
                  <a:lnTo>
                    <a:pt x="646430" y="753109"/>
                  </a:lnTo>
                  <a:lnTo>
                    <a:pt x="645160" y="765809"/>
                  </a:lnTo>
                  <a:lnTo>
                    <a:pt x="642619" y="777239"/>
                  </a:lnTo>
                  <a:lnTo>
                    <a:pt x="640080" y="788669"/>
                  </a:lnTo>
                  <a:lnTo>
                    <a:pt x="636269" y="800099"/>
                  </a:lnTo>
                  <a:lnTo>
                    <a:pt x="631189" y="810259"/>
                  </a:lnTo>
                  <a:lnTo>
                    <a:pt x="626110" y="821689"/>
                  </a:lnTo>
                  <a:lnTo>
                    <a:pt x="619760" y="830579"/>
                  </a:lnTo>
                  <a:lnTo>
                    <a:pt x="613410" y="840739"/>
                  </a:lnTo>
                  <a:lnTo>
                    <a:pt x="605789" y="849629"/>
                  </a:lnTo>
                  <a:lnTo>
                    <a:pt x="596900" y="858519"/>
                  </a:lnTo>
                  <a:lnTo>
                    <a:pt x="588010" y="867409"/>
                  </a:lnTo>
                  <a:lnTo>
                    <a:pt x="567689" y="882649"/>
                  </a:lnTo>
                  <a:lnTo>
                    <a:pt x="543560" y="897889"/>
                  </a:lnTo>
                  <a:lnTo>
                    <a:pt x="533400" y="901699"/>
                  </a:lnTo>
                  <a:lnTo>
                    <a:pt x="518160" y="909319"/>
                  </a:lnTo>
                  <a:lnTo>
                    <a:pt x="491489" y="916939"/>
                  </a:lnTo>
                  <a:lnTo>
                    <a:pt x="462280" y="923289"/>
                  </a:lnTo>
                  <a:lnTo>
                    <a:pt x="431800" y="924559"/>
                  </a:lnTo>
                  <a:lnTo>
                    <a:pt x="398780" y="924559"/>
                  </a:lnTo>
                  <a:lnTo>
                    <a:pt x="381000" y="923289"/>
                  </a:lnTo>
                  <a:lnTo>
                    <a:pt x="365760" y="920749"/>
                  </a:lnTo>
                  <a:lnTo>
                    <a:pt x="361950" y="919479"/>
                  </a:lnTo>
                  <a:lnTo>
                    <a:pt x="331469" y="911859"/>
                  </a:lnTo>
                  <a:lnTo>
                    <a:pt x="273050" y="891539"/>
                  </a:lnTo>
                  <a:lnTo>
                    <a:pt x="231139" y="869949"/>
                  </a:lnTo>
                  <a:lnTo>
                    <a:pt x="229869" y="869949"/>
                  </a:lnTo>
                  <a:lnTo>
                    <a:pt x="210819" y="855979"/>
                  </a:lnTo>
                  <a:lnTo>
                    <a:pt x="190500" y="840739"/>
                  </a:lnTo>
                  <a:lnTo>
                    <a:pt x="167639" y="822959"/>
                  </a:lnTo>
                  <a:lnTo>
                    <a:pt x="140969" y="802639"/>
                  </a:lnTo>
                  <a:lnTo>
                    <a:pt x="140969" y="801369"/>
                  </a:lnTo>
                  <a:lnTo>
                    <a:pt x="125730" y="786129"/>
                  </a:lnTo>
                  <a:lnTo>
                    <a:pt x="115569" y="774699"/>
                  </a:lnTo>
                  <a:lnTo>
                    <a:pt x="100330" y="760729"/>
                  </a:lnTo>
                  <a:lnTo>
                    <a:pt x="95250" y="754379"/>
                  </a:lnTo>
                  <a:lnTo>
                    <a:pt x="93980" y="753109"/>
                  </a:lnTo>
                  <a:lnTo>
                    <a:pt x="87630" y="746759"/>
                  </a:lnTo>
                  <a:lnTo>
                    <a:pt x="83819" y="741679"/>
                  </a:lnTo>
                  <a:lnTo>
                    <a:pt x="82550" y="740409"/>
                  </a:lnTo>
                  <a:lnTo>
                    <a:pt x="77469" y="735329"/>
                  </a:lnTo>
                  <a:lnTo>
                    <a:pt x="72389" y="731519"/>
                  </a:lnTo>
                  <a:lnTo>
                    <a:pt x="67310" y="726439"/>
                  </a:lnTo>
                  <a:lnTo>
                    <a:pt x="63500" y="723899"/>
                  </a:lnTo>
                  <a:lnTo>
                    <a:pt x="59689" y="721359"/>
                  </a:lnTo>
                  <a:lnTo>
                    <a:pt x="57150" y="718819"/>
                  </a:lnTo>
                  <a:lnTo>
                    <a:pt x="55880" y="718819"/>
                  </a:lnTo>
                  <a:lnTo>
                    <a:pt x="52069" y="716279"/>
                  </a:lnTo>
                  <a:lnTo>
                    <a:pt x="48260" y="713739"/>
                  </a:lnTo>
                  <a:lnTo>
                    <a:pt x="44450" y="712469"/>
                  </a:lnTo>
                  <a:lnTo>
                    <a:pt x="41910" y="711199"/>
                  </a:lnTo>
                  <a:lnTo>
                    <a:pt x="36830" y="708659"/>
                  </a:lnTo>
                  <a:lnTo>
                    <a:pt x="34289" y="708659"/>
                  </a:lnTo>
                  <a:lnTo>
                    <a:pt x="30480" y="708659"/>
                  </a:lnTo>
                  <a:lnTo>
                    <a:pt x="26669" y="708659"/>
                  </a:lnTo>
                  <a:lnTo>
                    <a:pt x="24130" y="708659"/>
                  </a:lnTo>
                  <a:lnTo>
                    <a:pt x="21589" y="709929"/>
                  </a:lnTo>
                  <a:lnTo>
                    <a:pt x="20319" y="711199"/>
                  </a:lnTo>
                  <a:lnTo>
                    <a:pt x="19050" y="711199"/>
                  </a:lnTo>
                  <a:lnTo>
                    <a:pt x="16510" y="713739"/>
                  </a:lnTo>
                  <a:lnTo>
                    <a:pt x="15239" y="716279"/>
                  </a:lnTo>
                  <a:lnTo>
                    <a:pt x="0" y="693419"/>
                  </a:lnTo>
                  <a:lnTo>
                    <a:pt x="0" y="397509"/>
                  </a:lnTo>
                  <a:lnTo>
                    <a:pt x="15239" y="420369"/>
                  </a:lnTo>
                  <a:lnTo>
                    <a:pt x="21589" y="458469"/>
                  </a:lnTo>
                  <a:lnTo>
                    <a:pt x="25400" y="480059"/>
                  </a:lnTo>
                  <a:lnTo>
                    <a:pt x="27939" y="495299"/>
                  </a:lnTo>
                  <a:lnTo>
                    <a:pt x="36830" y="530859"/>
                  </a:lnTo>
                  <a:lnTo>
                    <a:pt x="48260" y="566419"/>
                  </a:lnTo>
                  <a:lnTo>
                    <a:pt x="49530" y="572769"/>
                  </a:lnTo>
                  <a:lnTo>
                    <a:pt x="58419" y="596899"/>
                  </a:lnTo>
                  <a:lnTo>
                    <a:pt x="59689" y="601979"/>
                  </a:lnTo>
                  <a:lnTo>
                    <a:pt x="74930" y="634999"/>
                  </a:lnTo>
                  <a:lnTo>
                    <a:pt x="85089" y="656589"/>
                  </a:lnTo>
                  <a:lnTo>
                    <a:pt x="90169" y="668019"/>
                  </a:lnTo>
                  <a:lnTo>
                    <a:pt x="96519" y="678179"/>
                  </a:lnTo>
                  <a:lnTo>
                    <a:pt x="109219" y="698499"/>
                  </a:lnTo>
                  <a:lnTo>
                    <a:pt x="127000" y="725169"/>
                  </a:lnTo>
                  <a:lnTo>
                    <a:pt x="129539" y="727709"/>
                  </a:lnTo>
                  <a:lnTo>
                    <a:pt x="142239" y="744219"/>
                  </a:lnTo>
                  <a:lnTo>
                    <a:pt x="149860" y="754379"/>
                  </a:lnTo>
                  <a:lnTo>
                    <a:pt x="172719" y="775969"/>
                  </a:lnTo>
                  <a:lnTo>
                    <a:pt x="195580" y="797559"/>
                  </a:lnTo>
                  <a:lnTo>
                    <a:pt x="218439" y="816609"/>
                  </a:lnTo>
                  <a:lnTo>
                    <a:pt x="232410" y="826769"/>
                  </a:lnTo>
                  <a:lnTo>
                    <a:pt x="241300" y="833119"/>
                  </a:lnTo>
                  <a:lnTo>
                    <a:pt x="250189" y="838199"/>
                  </a:lnTo>
                  <a:lnTo>
                    <a:pt x="254000" y="840739"/>
                  </a:lnTo>
                  <a:lnTo>
                    <a:pt x="266700" y="845819"/>
                  </a:lnTo>
                  <a:lnTo>
                    <a:pt x="293369" y="857249"/>
                  </a:lnTo>
                  <a:lnTo>
                    <a:pt x="312419" y="863599"/>
                  </a:lnTo>
                  <a:lnTo>
                    <a:pt x="331469" y="867409"/>
                  </a:lnTo>
                  <a:lnTo>
                    <a:pt x="349250" y="871219"/>
                  </a:lnTo>
                  <a:lnTo>
                    <a:pt x="363219" y="872489"/>
                  </a:lnTo>
                  <a:lnTo>
                    <a:pt x="365760" y="872489"/>
                  </a:lnTo>
                  <a:lnTo>
                    <a:pt x="381000" y="873759"/>
                  </a:lnTo>
                  <a:lnTo>
                    <a:pt x="382269" y="873759"/>
                  </a:lnTo>
                  <a:lnTo>
                    <a:pt x="388619" y="872489"/>
                  </a:lnTo>
                  <a:lnTo>
                    <a:pt x="396239" y="871219"/>
                  </a:lnTo>
                  <a:lnTo>
                    <a:pt x="403860" y="869949"/>
                  </a:lnTo>
                  <a:lnTo>
                    <a:pt x="410210" y="867409"/>
                  </a:lnTo>
                  <a:lnTo>
                    <a:pt x="416560" y="864869"/>
                  </a:lnTo>
                  <a:lnTo>
                    <a:pt x="422910" y="862329"/>
                  </a:lnTo>
                  <a:lnTo>
                    <a:pt x="435610" y="855979"/>
                  </a:lnTo>
                  <a:lnTo>
                    <a:pt x="445769" y="848359"/>
                  </a:lnTo>
                  <a:lnTo>
                    <a:pt x="453389" y="839469"/>
                  </a:lnTo>
                  <a:lnTo>
                    <a:pt x="458469" y="835659"/>
                  </a:lnTo>
                  <a:lnTo>
                    <a:pt x="461010" y="831849"/>
                  </a:lnTo>
                  <a:lnTo>
                    <a:pt x="463550" y="826769"/>
                  </a:lnTo>
                  <a:lnTo>
                    <a:pt x="466089" y="821689"/>
                  </a:lnTo>
                  <a:lnTo>
                    <a:pt x="468630" y="816609"/>
                  </a:lnTo>
                  <a:lnTo>
                    <a:pt x="471169" y="811529"/>
                  </a:lnTo>
                  <a:lnTo>
                    <a:pt x="472439" y="806449"/>
                  </a:lnTo>
                  <a:lnTo>
                    <a:pt x="473710" y="800099"/>
                  </a:lnTo>
                  <a:lnTo>
                    <a:pt x="473710" y="795019"/>
                  </a:lnTo>
                  <a:lnTo>
                    <a:pt x="474980" y="788669"/>
                  </a:lnTo>
                  <a:lnTo>
                    <a:pt x="474980" y="781049"/>
                  </a:lnTo>
                  <a:lnTo>
                    <a:pt x="473710" y="773429"/>
                  </a:lnTo>
                  <a:lnTo>
                    <a:pt x="472439" y="765809"/>
                  </a:lnTo>
                  <a:lnTo>
                    <a:pt x="469900" y="759459"/>
                  </a:lnTo>
                  <a:lnTo>
                    <a:pt x="468630" y="750569"/>
                  </a:lnTo>
                  <a:lnTo>
                    <a:pt x="464819" y="742949"/>
                  </a:lnTo>
                  <a:lnTo>
                    <a:pt x="461010" y="735329"/>
                  </a:lnTo>
                  <a:lnTo>
                    <a:pt x="457200" y="727709"/>
                  </a:lnTo>
                  <a:lnTo>
                    <a:pt x="452119" y="718819"/>
                  </a:lnTo>
                  <a:lnTo>
                    <a:pt x="447039" y="711199"/>
                  </a:lnTo>
                  <a:lnTo>
                    <a:pt x="440689" y="703579"/>
                  </a:lnTo>
                  <a:lnTo>
                    <a:pt x="434339" y="694689"/>
                  </a:lnTo>
                  <a:lnTo>
                    <a:pt x="426719" y="687069"/>
                  </a:lnTo>
                  <a:lnTo>
                    <a:pt x="419100" y="678179"/>
                  </a:lnTo>
                  <a:lnTo>
                    <a:pt x="410210" y="669289"/>
                  </a:lnTo>
                  <a:lnTo>
                    <a:pt x="401319" y="661669"/>
                  </a:lnTo>
                  <a:lnTo>
                    <a:pt x="391160" y="652779"/>
                  </a:lnTo>
                  <a:lnTo>
                    <a:pt x="387350" y="650239"/>
                  </a:lnTo>
                  <a:lnTo>
                    <a:pt x="378460" y="641349"/>
                  </a:lnTo>
                  <a:lnTo>
                    <a:pt x="368300" y="633729"/>
                  </a:lnTo>
                  <a:lnTo>
                    <a:pt x="349250" y="617219"/>
                  </a:lnTo>
                  <a:lnTo>
                    <a:pt x="312419" y="588009"/>
                  </a:lnTo>
                  <a:lnTo>
                    <a:pt x="269239" y="553719"/>
                  </a:lnTo>
                  <a:lnTo>
                    <a:pt x="256539" y="544829"/>
                  </a:lnTo>
                  <a:lnTo>
                    <a:pt x="238760" y="528319"/>
                  </a:lnTo>
                  <a:lnTo>
                    <a:pt x="209550" y="501649"/>
                  </a:lnTo>
                  <a:lnTo>
                    <a:pt x="160019" y="454659"/>
                  </a:lnTo>
                  <a:lnTo>
                    <a:pt x="132080" y="425449"/>
                  </a:lnTo>
                  <a:lnTo>
                    <a:pt x="104139" y="391159"/>
                  </a:lnTo>
                  <a:lnTo>
                    <a:pt x="101600" y="387349"/>
                  </a:lnTo>
                  <a:lnTo>
                    <a:pt x="90169" y="372109"/>
                  </a:lnTo>
                  <a:lnTo>
                    <a:pt x="88900" y="369569"/>
                  </a:lnTo>
                  <a:lnTo>
                    <a:pt x="78739" y="353059"/>
                  </a:lnTo>
                  <a:lnTo>
                    <a:pt x="67310" y="335279"/>
                  </a:lnTo>
                  <a:lnTo>
                    <a:pt x="60960" y="323849"/>
                  </a:lnTo>
                  <a:lnTo>
                    <a:pt x="57150" y="317499"/>
                  </a:lnTo>
                  <a:lnTo>
                    <a:pt x="52069" y="307339"/>
                  </a:lnTo>
                  <a:lnTo>
                    <a:pt x="48260" y="298449"/>
                  </a:lnTo>
                  <a:lnTo>
                    <a:pt x="39369" y="280669"/>
                  </a:lnTo>
                  <a:lnTo>
                    <a:pt x="33019" y="262889"/>
                  </a:lnTo>
                  <a:lnTo>
                    <a:pt x="26669" y="247649"/>
                  </a:lnTo>
                  <a:lnTo>
                    <a:pt x="25400" y="243839"/>
                  </a:lnTo>
                  <a:lnTo>
                    <a:pt x="22860" y="234949"/>
                  </a:lnTo>
                  <a:lnTo>
                    <a:pt x="20319" y="226059"/>
                  </a:lnTo>
                  <a:lnTo>
                    <a:pt x="15239" y="209549"/>
                  </a:lnTo>
                  <a:lnTo>
                    <a:pt x="11430" y="191769"/>
                  </a:lnTo>
                  <a:lnTo>
                    <a:pt x="7619" y="175259"/>
                  </a:lnTo>
                  <a:lnTo>
                    <a:pt x="5080" y="158749"/>
                  </a:lnTo>
                  <a:lnTo>
                    <a:pt x="2539" y="143509"/>
                  </a:lnTo>
                  <a:lnTo>
                    <a:pt x="1269" y="128269"/>
                  </a:lnTo>
                  <a:lnTo>
                    <a:pt x="0" y="114299"/>
                  </a:lnTo>
                  <a:lnTo>
                    <a:pt x="0" y="100329"/>
                  </a:lnTo>
                  <a:lnTo>
                    <a:pt x="1269" y="78739"/>
                  </a:lnTo>
                  <a:lnTo>
                    <a:pt x="1269" y="68579"/>
                  </a:lnTo>
                  <a:lnTo>
                    <a:pt x="3810" y="59689"/>
                  </a:lnTo>
                  <a:lnTo>
                    <a:pt x="5080" y="50799"/>
                  </a:lnTo>
                  <a:lnTo>
                    <a:pt x="7619" y="44449"/>
                  </a:lnTo>
                  <a:lnTo>
                    <a:pt x="11430" y="36829"/>
                  </a:lnTo>
                  <a:lnTo>
                    <a:pt x="13969" y="30479"/>
                  </a:lnTo>
                  <a:lnTo>
                    <a:pt x="17780" y="25399"/>
                  </a:lnTo>
                  <a:lnTo>
                    <a:pt x="22860" y="21589"/>
                  </a:lnTo>
                  <a:lnTo>
                    <a:pt x="22860" y="20319"/>
                  </a:lnTo>
                  <a:lnTo>
                    <a:pt x="27939" y="16509"/>
                  </a:lnTo>
                  <a:lnTo>
                    <a:pt x="34289" y="12699"/>
                  </a:lnTo>
                  <a:lnTo>
                    <a:pt x="48260" y="7619"/>
                  </a:lnTo>
                  <a:lnTo>
                    <a:pt x="54610" y="6349"/>
                  </a:lnTo>
                  <a:lnTo>
                    <a:pt x="64769" y="3809"/>
                  </a:lnTo>
                  <a:lnTo>
                    <a:pt x="64769" y="2539"/>
                  </a:lnTo>
                  <a:lnTo>
                    <a:pt x="83819" y="1269"/>
                  </a:lnTo>
                  <a:lnTo>
                    <a:pt x="93980" y="1269"/>
                  </a:lnTo>
                  <a:lnTo>
                    <a:pt x="93980" y="0"/>
                  </a:lnTo>
                  <a:lnTo>
                    <a:pt x="105410" y="0"/>
                  </a:lnTo>
                  <a:lnTo>
                    <a:pt x="106680" y="0"/>
                  </a:lnTo>
                  <a:lnTo>
                    <a:pt x="116839" y="0"/>
                  </a:lnTo>
                  <a:lnTo>
                    <a:pt x="128269" y="1269"/>
                  </a:lnTo>
                  <a:lnTo>
                    <a:pt x="139700" y="2539"/>
                  </a:lnTo>
                  <a:lnTo>
                    <a:pt x="140969" y="2539"/>
                  </a:lnTo>
                  <a:lnTo>
                    <a:pt x="153669" y="3809"/>
                  </a:lnTo>
                  <a:lnTo>
                    <a:pt x="156210" y="3809"/>
                  </a:lnTo>
                  <a:lnTo>
                    <a:pt x="180339" y="7619"/>
                  </a:lnTo>
                  <a:lnTo>
                    <a:pt x="208280" y="15239"/>
                  </a:lnTo>
                  <a:lnTo>
                    <a:pt x="238760" y="24129"/>
                  </a:lnTo>
                  <a:lnTo>
                    <a:pt x="248919" y="27939"/>
                  </a:lnTo>
                  <a:lnTo>
                    <a:pt x="267969" y="34289"/>
                  </a:lnTo>
                  <a:lnTo>
                    <a:pt x="270510" y="34289"/>
                  </a:lnTo>
                  <a:lnTo>
                    <a:pt x="293369" y="41909"/>
                  </a:lnTo>
                  <a:lnTo>
                    <a:pt x="316230" y="52069"/>
                  </a:lnTo>
                  <a:lnTo>
                    <a:pt x="340360" y="62229"/>
                  </a:lnTo>
                  <a:lnTo>
                    <a:pt x="361950" y="73659"/>
                  </a:lnTo>
                  <a:lnTo>
                    <a:pt x="379730" y="83819"/>
                  </a:lnTo>
                  <a:lnTo>
                    <a:pt x="381000" y="83819"/>
                  </a:lnTo>
                  <a:lnTo>
                    <a:pt x="400050" y="93979"/>
                  </a:lnTo>
                  <a:lnTo>
                    <a:pt x="422910" y="106679"/>
                  </a:lnTo>
                  <a:lnTo>
                    <a:pt x="445769" y="120649"/>
                  </a:lnTo>
                  <a:lnTo>
                    <a:pt x="468630" y="134619"/>
                  </a:lnTo>
                  <a:lnTo>
                    <a:pt x="478789" y="140969"/>
                  </a:lnTo>
                  <a:lnTo>
                    <a:pt x="487680" y="146049"/>
                  </a:lnTo>
                  <a:lnTo>
                    <a:pt x="496569" y="148589"/>
                  </a:lnTo>
                  <a:lnTo>
                    <a:pt x="504189" y="152399"/>
                  </a:lnTo>
                  <a:lnTo>
                    <a:pt x="510539" y="154939"/>
                  </a:lnTo>
                  <a:lnTo>
                    <a:pt x="513080" y="156209"/>
                  </a:lnTo>
                  <a:lnTo>
                    <a:pt x="515619" y="156209"/>
                  </a:lnTo>
                  <a:lnTo>
                    <a:pt x="520700" y="157479"/>
                  </a:lnTo>
                  <a:lnTo>
                    <a:pt x="535939" y="157479"/>
                  </a:lnTo>
                  <a:lnTo>
                    <a:pt x="538480" y="156209"/>
                  </a:lnTo>
                  <a:lnTo>
                    <a:pt x="539750" y="156209"/>
                  </a:lnTo>
                  <a:lnTo>
                    <a:pt x="541019" y="156209"/>
                  </a:lnTo>
                  <a:lnTo>
                    <a:pt x="542289" y="154939"/>
                  </a:lnTo>
                  <a:lnTo>
                    <a:pt x="544830" y="154939"/>
                  </a:lnTo>
                  <a:lnTo>
                    <a:pt x="546100" y="153669"/>
                  </a:lnTo>
                  <a:lnTo>
                    <a:pt x="547369" y="152399"/>
                  </a:lnTo>
                  <a:lnTo>
                    <a:pt x="548639" y="151129"/>
                  </a:lnTo>
                  <a:lnTo>
                    <a:pt x="549910" y="149859"/>
                  </a:lnTo>
                  <a:lnTo>
                    <a:pt x="551180" y="147319"/>
                  </a:lnTo>
                  <a:lnTo>
                    <a:pt x="554989" y="144779"/>
                  </a:lnTo>
                  <a:lnTo>
                    <a:pt x="557530" y="139699"/>
                  </a:lnTo>
                  <a:lnTo>
                    <a:pt x="560069" y="133349"/>
                  </a:lnTo>
                  <a:lnTo>
                    <a:pt x="562610" y="126999"/>
                  </a:lnTo>
                  <a:lnTo>
                    <a:pt x="567689" y="111759"/>
                  </a:lnTo>
                  <a:lnTo>
                    <a:pt x="590550" y="116839"/>
                  </a:lnTo>
                  <a:close/>
                </a:path>
              </a:pathLst>
            </a:custGeom>
            <a:ln w="9344">
              <a:solidFill>
                <a:srgbClr val="000000"/>
              </a:solidFill>
            </a:ln>
          </p:spPr>
          <p:txBody>
            <a:bodyPr wrap="square" lIns="0" tIns="0" rIns="0" bIns="0" rtlCol="0"/>
            <a:lstStyle/>
            <a:p/>
          </p:txBody>
        </p:sp>
      </p:grpSp>
      <p:grpSp>
        <p:nvGrpSpPr>
          <p:cNvPr id="1578" name="object 1578"/>
          <p:cNvGrpSpPr/>
          <p:nvPr/>
        </p:nvGrpSpPr>
        <p:grpSpPr>
          <a:xfrm>
            <a:off x="2563267" y="3936137"/>
            <a:ext cx="1762125" cy="925194"/>
            <a:chOff x="2563267" y="3936137"/>
            <a:chExt cx="1762125" cy="925194"/>
          </a:xfrm>
        </p:grpSpPr>
        <p:sp>
          <p:nvSpPr>
            <p:cNvPr id="1579" name="object 1579"/>
            <p:cNvSpPr/>
            <p:nvPr/>
          </p:nvSpPr>
          <p:spPr>
            <a:xfrm>
              <a:off x="2584450" y="3940809"/>
              <a:ext cx="31750" cy="6350"/>
            </a:xfrm>
            <a:custGeom>
              <a:avLst/>
              <a:gdLst/>
              <a:ahLst/>
              <a:cxnLst/>
              <a:rect l="l" t="t" r="r" b="b"/>
              <a:pathLst>
                <a:path w="31750" h="6350">
                  <a:moveTo>
                    <a:pt x="22860" y="3810"/>
                  </a:moveTo>
                  <a:lnTo>
                    <a:pt x="15240" y="3810"/>
                  </a:lnTo>
                  <a:lnTo>
                    <a:pt x="15240" y="2540"/>
                  </a:lnTo>
                  <a:lnTo>
                    <a:pt x="6350" y="2540"/>
                  </a:lnTo>
                  <a:lnTo>
                    <a:pt x="6350" y="1270"/>
                  </a:lnTo>
                  <a:lnTo>
                    <a:pt x="1270" y="1270"/>
                  </a:lnTo>
                  <a:lnTo>
                    <a:pt x="1270" y="0"/>
                  </a:lnTo>
                  <a:lnTo>
                    <a:pt x="0" y="0"/>
                  </a:lnTo>
                  <a:lnTo>
                    <a:pt x="0" y="5080"/>
                  </a:lnTo>
                  <a:lnTo>
                    <a:pt x="22860" y="5080"/>
                  </a:lnTo>
                  <a:lnTo>
                    <a:pt x="22860" y="3810"/>
                  </a:lnTo>
                  <a:close/>
                </a:path>
                <a:path w="31750" h="6350">
                  <a:moveTo>
                    <a:pt x="31750" y="5092"/>
                  </a:moveTo>
                  <a:lnTo>
                    <a:pt x="0" y="5092"/>
                  </a:lnTo>
                  <a:lnTo>
                    <a:pt x="0" y="6350"/>
                  </a:lnTo>
                  <a:lnTo>
                    <a:pt x="31750" y="6350"/>
                  </a:lnTo>
                  <a:lnTo>
                    <a:pt x="31750" y="5092"/>
                  </a:lnTo>
                  <a:close/>
                </a:path>
              </a:pathLst>
            </a:custGeom>
            <a:solidFill>
              <a:srgbClr val="000000"/>
            </a:solidFill>
          </p:spPr>
          <p:txBody>
            <a:bodyPr wrap="square" lIns="0" tIns="0" rIns="0" bIns="0" rtlCol="0"/>
            <a:lstStyle/>
            <a:p/>
          </p:txBody>
        </p:sp>
        <p:sp>
          <p:nvSpPr>
            <p:cNvPr id="1580" name="object 1580"/>
            <p:cNvSpPr/>
            <p:nvPr/>
          </p:nvSpPr>
          <p:spPr>
            <a:xfrm>
              <a:off x="2584450" y="3947159"/>
              <a:ext cx="83820" cy="7620"/>
            </a:xfrm>
            <a:custGeom>
              <a:avLst/>
              <a:gdLst/>
              <a:ahLst/>
              <a:cxnLst/>
              <a:rect l="l" t="t" r="r" b="b"/>
              <a:pathLst>
                <a:path w="83819" h="7620">
                  <a:moveTo>
                    <a:pt x="40639" y="0"/>
                  </a:moveTo>
                  <a:lnTo>
                    <a:pt x="0" y="0"/>
                  </a:lnTo>
                  <a:lnTo>
                    <a:pt x="0" y="5079"/>
                  </a:lnTo>
                  <a:lnTo>
                    <a:pt x="66039" y="5079"/>
                  </a:lnTo>
                  <a:lnTo>
                    <a:pt x="66039" y="3809"/>
                  </a:lnTo>
                  <a:lnTo>
                    <a:pt x="57150" y="3809"/>
                  </a:lnTo>
                  <a:lnTo>
                    <a:pt x="57150" y="2539"/>
                  </a:lnTo>
                  <a:lnTo>
                    <a:pt x="49530" y="2539"/>
                  </a:lnTo>
                  <a:lnTo>
                    <a:pt x="49530" y="1269"/>
                  </a:lnTo>
                  <a:lnTo>
                    <a:pt x="40639" y="1269"/>
                  </a:lnTo>
                  <a:lnTo>
                    <a:pt x="40639" y="0"/>
                  </a:lnTo>
                  <a:close/>
                </a:path>
                <a:path w="83819" h="7620">
                  <a:moveTo>
                    <a:pt x="74930" y="5080"/>
                  </a:moveTo>
                  <a:lnTo>
                    <a:pt x="0" y="5080"/>
                  </a:lnTo>
                  <a:lnTo>
                    <a:pt x="0" y="7619"/>
                  </a:lnTo>
                  <a:lnTo>
                    <a:pt x="83819" y="7619"/>
                  </a:lnTo>
                  <a:lnTo>
                    <a:pt x="83819" y="6350"/>
                  </a:lnTo>
                  <a:lnTo>
                    <a:pt x="74930" y="6350"/>
                  </a:lnTo>
                  <a:lnTo>
                    <a:pt x="74930" y="5080"/>
                  </a:lnTo>
                  <a:close/>
                </a:path>
              </a:pathLst>
            </a:custGeom>
            <a:solidFill>
              <a:srgbClr val="010000"/>
            </a:solidFill>
          </p:spPr>
          <p:txBody>
            <a:bodyPr wrap="square" lIns="0" tIns="0" rIns="0" bIns="0" rtlCol="0"/>
            <a:lstStyle/>
            <a:p/>
          </p:txBody>
        </p:sp>
        <p:sp>
          <p:nvSpPr>
            <p:cNvPr id="1581" name="object 1581"/>
            <p:cNvSpPr/>
            <p:nvPr/>
          </p:nvSpPr>
          <p:spPr>
            <a:xfrm>
              <a:off x="2584450" y="3954779"/>
              <a:ext cx="134620" cy="7620"/>
            </a:xfrm>
            <a:custGeom>
              <a:avLst/>
              <a:gdLst/>
              <a:ahLst/>
              <a:cxnLst/>
              <a:rect l="l" t="t" r="r" b="b"/>
              <a:pathLst>
                <a:path w="134619" h="7620">
                  <a:moveTo>
                    <a:pt x="134620" y="6350"/>
                  </a:moveTo>
                  <a:lnTo>
                    <a:pt x="125730" y="6350"/>
                  </a:lnTo>
                  <a:lnTo>
                    <a:pt x="125730" y="5080"/>
                  </a:lnTo>
                  <a:lnTo>
                    <a:pt x="118110" y="5080"/>
                  </a:lnTo>
                  <a:lnTo>
                    <a:pt x="118110" y="3810"/>
                  </a:lnTo>
                  <a:lnTo>
                    <a:pt x="109220" y="3810"/>
                  </a:lnTo>
                  <a:lnTo>
                    <a:pt x="109220" y="2540"/>
                  </a:lnTo>
                  <a:lnTo>
                    <a:pt x="100330" y="2540"/>
                  </a:lnTo>
                  <a:lnTo>
                    <a:pt x="100330" y="1270"/>
                  </a:lnTo>
                  <a:lnTo>
                    <a:pt x="91440" y="1270"/>
                  </a:lnTo>
                  <a:lnTo>
                    <a:pt x="91440" y="0"/>
                  </a:lnTo>
                  <a:lnTo>
                    <a:pt x="0" y="0"/>
                  </a:lnTo>
                  <a:lnTo>
                    <a:pt x="0" y="1270"/>
                  </a:lnTo>
                  <a:lnTo>
                    <a:pt x="0" y="2540"/>
                  </a:lnTo>
                  <a:lnTo>
                    <a:pt x="0" y="3810"/>
                  </a:lnTo>
                  <a:lnTo>
                    <a:pt x="0" y="5080"/>
                  </a:lnTo>
                  <a:lnTo>
                    <a:pt x="0" y="6350"/>
                  </a:lnTo>
                  <a:lnTo>
                    <a:pt x="0" y="7620"/>
                  </a:lnTo>
                  <a:lnTo>
                    <a:pt x="134620" y="7620"/>
                  </a:lnTo>
                  <a:lnTo>
                    <a:pt x="134620" y="6350"/>
                  </a:lnTo>
                  <a:close/>
                </a:path>
              </a:pathLst>
            </a:custGeom>
            <a:solidFill>
              <a:srgbClr val="030200"/>
            </a:solidFill>
          </p:spPr>
          <p:txBody>
            <a:bodyPr wrap="square" lIns="0" tIns="0" rIns="0" bIns="0" rtlCol="0"/>
            <a:lstStyle/>
            <a:p/>
          </p:txBody>
        </p:sp>
        <p:sp>
          <p:nvSpPr>
            <p:cNvPr id="1582" name="object 1582"/>
            <p:cNvSpPr/>
            <p:nvPr/>
          </p:nvSpPr>
          <p:spPr>
            <a:xfrm>
              <a:off x="2584450" y="3962399"/>
              <a:ext cx="177800" cy="6350"/>
            </a:xfrm>
            <a:custGeom>
              <a:avLst/>
              <a:gdLst/>
              <a:ahLst/>
              <a:cxnLst/>
              <a:rect l="l" t="t" r="r" b="b"/>
              <a:pathLst>
                <a:path w="177800" h="6350">
                  <a:moveTo>
                    <a:pt x="152400" y="1270"/>
                  </a:moveTo>
                  <a:lnTo>
                    <a:pt x="143510" y="1270"/>
                  </a:lnTo>
                  <a:lnTo>
                    <a:pt x="143510" y="0"/>
                  </a:lnTo>
                  <a:lnTo>
                    <a:pt x="0" y="0"/>
                  </a:lnTo>
                  <a:lnTo>
                    <a:pt x="0" y="1270"/>
                  </a:lnTo>
                  <a:lnTo>
                    <a:pt x="0" y="2540"/>
                  </a:lnTo>
                  <a:lnTo>
                    <a:pt x="152400" y="2540"/>
                  </a:lnTo>
                  <a:lnTo>
                    <a:pt x="152400" y="1270"/>
                  </a:lnTo>
                  <a:close/>
                </a:path>
                <a:path w="177800" h="6350">
                  <a:moveTo>
                    <a:pt x="177800" y="5080"/>
                  </a:moveTo>
                  <a:lnTo>
                    <a:pt x="168897" y="5080"/>
                  </a:lnTo>
                  <a:lnTo>
                    <a:pt x="168897" y="3810"/>
                  </a:lnTo>
                  <a:lnTo>
                    <a:pt x="160020" y="3810"/>
                  </a:lnTo>
                  <a:lnTo>
                    <a:pt x="160020" y="2552"/>
                  </a:lnTo>
                  <a:lnTo>
                    <a:pt x="11430" y="2552"/>
                  </a:lnTo>
                  <a:lnTo>
                    <a:pt x="11430" y="3810"/>
                  </a:lnTo>
                  <a:lnTo>
                    <a:pt x="20320" y="3810"/>
                  </a:lnTo>
                  <a:lnTo>
                    <a:pt x="20320" y="5080"/>
                  </a:lnTo>
                  <a:lnTo>
                    <a:pt x="27940" y="5080"/>
                  </a:lnTo>
                  <a:lnTo>
                    <a:pt x="27940" y="6350"/>
                  </a:lnTo>
                  <a:lnTo>
                    <a:pt x="177800" y="6350"/>
                  </a:lnTo>
                  <a:lnTo>
                    <a:pt x="177800" y="5080"/>
                  </a:lnTo>
                  <a:close/>
                </a:path>
              </a:pathLst>
            </a:custGeom>
            <a:solidFill>
              <a:srgbClr val="050300"/>
            </a:solidFill>
          </p:spPr>
          <p:txBody>
            <a:bodyPr wrap="square" lIns="0" tIns="0" rIns="0" bIns="0" rtlCol="0"/>
            <a:lstStyle/>
            <a:p/>
          </p:txBody>
        </p:sp>
        <p:sp>
          <p:nvSpPr>
            <p:cNvPr id="1583" name="object 1583"/>
            <p:cNvSpPr/>
            <p:nvPr/>
          </p:nvSpPr>
          <p:spPr>
            <a:xfrm>
              <a:off x="2617470" y="3968749"/>
              <a:ext cx="196850" cy="7620"/>
            </a:xfrm>
            <a:custGeom>
              <a:avLst/>
              <a:gdLst/>
              <a:ahLst/>
              <a:cxnLst/>
              <a:rect l="l" t="t" r="r" b="b"/>
              <a:pathLst>
                <a:path w="196850" h="7620">
                  <a:moveTo>
                    <a:pt x="162560" y="1270"/>
                  </a:moveTo>
                  <a:lnTo>
                    <a:pt x="153670" y="1270"/>
                  </a:lnTo>
                  <a:lnTo>
                    <a:pt x="153670" y="0"/>
                  </a:lnTo>
                  <a:lnTo>
                    <a:pt x="0" y="0"/>
                  </a:lnTo>
                  <a:lnTo>
                    <a:pt x="0" y="1270"/>
                  </a:lnTo>
                  <a:lnTo>
                    <a:pt x="10160" y="1270"/>
                  </a:lnTo>
                  <a:lnTo>
                    <a:pt x="10160" y="2540"/>
                  </a:lnTo>
                  <a:lnTo>
                    <a:pt x="162560" y="2540"/>
                  </a:lnTo>
                  <a:lnTo>
                    <a:pt x="162560" y="1270"/>
                  </a:lnTo>
                  <a:close/>
                </a:path>
                <a:path w="196850" h="7620">
                  <a:moveTo>
                    <a:pt x="196850" y="6350"/>
                  </a:moveTo>
                  <a:lnTo>
                    <a:pt x="187960" y="6350"/>
                  </a:lnTo>
                  <a:lnTo>
                    <a:pt x="187960" y="5080"/>
                  </a:lnTo>
                  <a:lnTo>
                    <a:pt x="179070" y="5080"/>
                  </a:lnTo>
                  <a:lnTo>
                    <a:pt x="179070" y="3810"/>
                  </a:lnTo>
                  <a:lnTo>
                    <a:pt x="170180" y="3810"/>
                  </a:lnTo>
                  <a:lnTo>
                    <a:pt x="170180" y="2552"/>
                  </a:lnTo>
                  <a:lnTo>
                    <a:pt x="17780" y="2552"/>
                  </a:lnTo>
                  <a:lnTo>
                    <a:pt x="17780" y="3810"/>
                  </a:lnTo>
                  <a:lnTo>
                    <a:pt x="20320" y="3810"/>
                  </a:lnTo>
                  <a:lnTo>
                    <a:pt x="20320" y="5080"/>
                  </a:lnTo>
                  <a:lnTo>
                    <a:pt x="29210" y="5080"/>
                  </a:lnTo>
                  <a:lnTo>
                    <a:pt x="29210" y="6350"/>
                  </a:lnTo>
                  <a:lnTo>
                    <a:pt x="35560" y="6350"/>
                  </a:lnTo>
                  <a:lnTo>
                    <a:pt x="35560" y="7620"/>
                  </a:lnTo>
                  <a:lnTo>
                    <a:pt x="196850" y="7620"/>
                  </a:lnTo>
                  <a:lnTo>
                    <a:pt x="196850" y="6350"/>
                  </a:lnTo>
                  <a:close/>
                </a:path>
              </a:pathLst>
            </a:custGeom>
            <a:solidFill>
              <a:srgbClr val="070500"/>
            </a:solidFill>
          </p:spPr>
          <p:txBody>
            <a:bodyPr wrap="square" lIns="0" tIns="0" rIns="0" bIns="0" rtlCol="0"/>
            <a:lstStyle/>
            <a:p/>
          </p:txBody>
        </p:sp>
        <p:sp>
          <p:nvSpPr>
            <p:cNvPr id="1584" name="object 1584"/>
            <p:cNvSpPr/>
            <p:nvPr/>
          </p:nvSpPr>
          <p:spPr>
            <a:xfrm>
              <a:off x="2655570" y="3976369"/>
              <a:ext cx="209550" cy="7620"/>
            </a:xfrm>
            <a:custGeom>
              <a:avLst/>
              <a:gdLst/>
              <a:ahLst/>
              <a:cxnLst/>
              <a:rect l="l" t="t" r="r" b="b"/>
              <a:pathLst>
                <a:path w="209550" h="7620">
                  <a:moveTo>
                    <a:pt x="166370" y="0"/>
                  </a:moveTo>
                  <a:lnTo>
                    <a:pt x="0" y="0"/>
                  </a:lnTo>
                  <a:lnTo>
                    <a:pt x="0" y="1270"/>
                  </a:lnTo>
                  <a:lnTo>
                    <a:pt x="166370" y="1270"/>
                  </a:lnTo>
                  <a:lnTo>
                    <a:pt x="166370" y="0"/>
                  </a:lnTo>
                  <a:close/>
                </a:path>
                <a:path w="209550" h="7620">
                  <a:moveTo>
                    <a:pt x="209550" y="6350"/>
                  </a:moveTo>
                  <a:lnTo>
                    <a:pt x="200647" y="6350"/>
                  </a:lnTo>
                  <a:lnTo>
                    <a:pt x="200647" y="5080"/>
                  </a:lnTo>
                  <a:lnTo>
                    <a:pt x="193040" y="5080"/>
                  </a:lnTo>
                  <a:lnTo>
                    <a:pt x="193040" y="3810"/>
                  </a:lnTo>
                  <a:lnTo>
                    <a:pt x="184150" y="3810"/>
                  </a:lnTo>
                  <a:lnTo>
                    <a:pt x="184150" y="2540"/>
                  </a:lnTo>
                  <a:lnTo>
                    <a:pt x="175260" y="2540"/>
                  </a:lnTo>
                  <a:lnTo>
                    <a:pt x="175260" y="1282"/>
                  </a:lnTo>
                  <a:lnTo>
                    <a:pt x="3810" y="1282"/>
                  </a:lnTo>
                  <a:lnTo>
                    <a:pt x="3810" y="2540"/>
                  </a:lnTo>
                  <a:lnTo>
                    <a:pt x="6350" y="2540"/>
                  </a:lnTo>
                  <a:lnTo>
                    <a:pt x="6350" y="3810"/>
                  </a:lnTo>
                  <a:lnTo>
                    <a:pt x="8890" y="3810"/>
                  </a:lnTo>
                  <a:lnTo>
                    <a:pt x="8890" y="5080"/>
                  </a:lnTo>
                  <a:lnTo>
                    <a:pt x="13970" y="5080"/>
                  </a:lnTo>
                  <a:lnTo>
                    <a:pt x="13970" y="6350"/>
                  </a:lnTo>
                  <a:lnTo>
                    <a:pt x="16510" y="6350"/>
                  </a:lnTo>
                  <a:lnTo>
                    <a:pt x="16510" y="7620"/>
                  </a:lnTo>
                  <a:lnTo>
                    <a:pt x="209550" y="7620"/>
                  </a:lnTo>
                  <a:lnTo>
                    <a:pt x="209550" y="6350"/>
                  </a:lnTo>
                  <a:close/>
                </a:path>
              </a:pathLst>
            </a:custGeom>
            <a:solidFill>
              <a:srgbClr val="090600"/>
            </a:solidFill>
          </p:spPr>
          <p:txBody>
            <a:bodyPr wrap="square" lIns="0" tIns="0" rIns="0" bIns="0" rtlCol="0"/>
            <a:lstStyle/>
            <a:p/>
          </p:txBody>
        </p:sp>
        <p:sp>
          <p:nvSpPr>
            <p:cNvPr id="1585" name="object 1585"/>
            <p:cNvSpPr/>
            <p:nvPr/>
          </p:nvSpPr>
          <p:spPr>
            <a:xfrm>
              <a:off x="2674620" y="3984002"/>
              <a:ext cx="243840" cy="6350"/>
            </a:xfrm>
            <a:custGeom>
              <a:avLst/>
              <a:gdLst/>
              <a:ahLst/>
              <a:cxnLst/>
              <a:rect l="l" t="t" r="r" b="b"/>
              <a:pathLst>
                <a:path w="243839" h="6350">
                  <a:moveTo>
                    <a:pt x="243840" y="5067"/>
                  </a:moveTo>
                  <a:lnTo>
                    <a:pt x="228600" y="5067"/>
                  </a:lnTo>
                  <a:lnTo>
                    <a:pt x="228600" y="3797"/>
                  </a:lnTo>
                  <a:lnTo>
                    <a:pt x="215900" y="3797"/>
                  </a:lnTo>
                  <a:lnTo>
                    <a:pt x="215900" y="2527"/>
                  </a:lnTo>
                  <a:lnTo>
                    <a:pt x="208280" y="2527"/>
                  </a:lnTo>
                  <a:lnTo>
                    <a:pt x="208280" y="1257"/>
                  </a:lnTo>
                  <a:lnTo>
                    <a:pt x="199377" y="1257"/>
                  </a:lnTo>
                  <a:lnTo>
                    <a:pt x="199377" y="0"/>
                  </a:lnTo>
                  <a:lnTo>
                    <a:pt x="0" y="0"/>
                  </a:lnTo>
                  <a:lnTo>
                    <a:pt x="0" y="1257"/>
                  </a:lnTo>
                  <a:lnTo>
                    <a:pt x="2540" y="1257"/>
                  </a:lnTo>
                  <a:lnTo>
                    <a:pt x="2540" y="2527"/>
                  </a:lnTo>
                  <a:lnTo>
                    <a:pt x="3810" y="2527"/>
                  </a:lnTo>
                  <a:lnTo>
                    <a:pt x="3810" y="3797"/>
                  </a:lnTo>
                  <a:lnTo>
                    <a:pt x="6350" y="3797"/>
                  </a:lnTo>
                  <a:lnTo>
                    <a:pt x="6350" y="5067"/>
                  </a:lnTo>
                  <a:lnTo>
                    <a:pt x="8890" y="5067"/>
                  </a:lnTo>
                  <a:lnTo>
                    <a:pt x="8890" y="6337"/>
                  </a:lnTo>
                  <a:lnTo>
                    <a:pt x="243840" y="6337"/>
                  </a:lnTo>
                  <a:lnTo>
                    <a:pt x="243840" y="5067"/>
                  </a:lnTo>
                  <a:close/>
                </a:path>
              </a:pathLst>
            </a:custGeom>
            <a:solidFill>
              <a:srgbClr val="0B0800"/>
            </a:solidFill>
          </p:spPr>
          <p:txBody>
            <a:bodyPr wrap="square" lIns="0" tIns="0" rIns="0" bIns="0" rtlCol="0"/>
            <a:lstStyle/>
            <a:p/>
          </p:txBody>
        </p:sp>
        <p:sp>
          <p:nvSpPr>
            <p:cNvPr id="1586" name="object 1586"/>
            <p:cNvSpPr/>
            <p:nvPr/>
          </p:nvSpPr>
          <p:spPr>
            <a:xfrm>
              <a:off x="2684780" y="3990352"/>
              <a:ext cx="303530" cy="7620"/>
            </a:xfrm>
            <a:custGeom>
              <a:avLst/>
              <a:gdLst/>
              <a:ahLst/>
              <a:cxnLst/>
              <a:rect l="l" t="t" r="r" b="b"/>
              <a:pathLst>
                <a:path w="303530" h="7620">
                  <a:moveTo>
                    <a:pt x="290817" y="5067"/>
                  </a:moveTo>
                  <a:lnTo>
                    <a:pt x="278130" y="5067"/>
                  </a:lnTo>
                  <a:lnTo>
                    <a:pt x="278130" y="3797"/>
                  </a:lnTo>
                  <a:lnTo>
                    <a:pt x="265430" y="3797"/>
                  </a:lnTo>
                  <a:lnTo>
                    <a:pt x="265430" y="2527"/>
                  </a:lnTo>
                  <a:lnTo>
                    <a:pt x="252717" y="2527"/>
                  </a:lnTo>
                  <a:lnTo>
                    <a:pt x="252717" y="1257"/>
                  </a:lnTo>
                  <a:lnTo>
                    <a:pt x="240030" y="1257"/>
                  </a:lnTo>
                  <a:lnTo>
                    <a:pt x="240030" y="0"/>
                  </a:lnTo>
                  <a:lnTo>
                    <a:pt x="0" y="0"/>
                  </a:lnTo>
                  <a:lnTo>
                    <a:pt x="0" y="1257"/>
                  </a:lnTo>
                  <a:lnTo>
                    <a:pt x="2540" y="1257"/>
                  </a:lnTo>
                  <a:lnTo>
                    <a:pt x="2540" y="2527"/>
                  </a:lnTo>
                  <a:lnTo>
                    <a:pt x="5080" y="2527"/>
                  </a:lnTo>
                  <a:lnTo>
                    <a:pt x="5080" y="3797"/>
                  </a:lnTo>
                  <a:lnTo>
                    <a:pt x="6350" y="3797"/>
                  </a:lnTo>
                  <a:lnTo>
                    <a:pt x="6350" y="5067"/>
                  </a:lnTo>
                  <a:lnTo>
                    <a:pt x="8890" y="5067"/>
                  </a:lnTo>
                  <a:lnTo>
                    <a:pt x="8890" y="6337"/>
                  </a:lnTo>
                  <a:lnTo>
                    <a:pt x="290817" y="6337"/>
                  </a:lnTo>
                  <a:lnTo>
                    <a:pt x="290817" y="5067"/>
                  </a:lnTo>
                  <a:close/>
                </a:path>
                <a:path w="303530" h="7620">
                  <a:moveTo>
                    <a:pt x="303517" y="6350"/>
                  </a:moveTo>
                  <a:lnTo>
                    <a:pt x="10160" y="6350"/>
                  </a:lnTo>
                  <a:lnTo>
                    <a:pt x="10160" y="7607"/>
                  </a:lnTo>
                  <a:lnTo>
                    <a:pt x="303517" y="7607"/>
                  </a:lnTo>
                  <a:lnTo>
                    <a:pt x="303517" y="6350"/>
                  </a:lnTo>
                  <a:close/>
                </a:path>
              </a:pathLst>
            </a:custGeom>
            <a:solidFill>
              <a:srgbClr val="0D0900"/>
            </a:solidFill>
          </p:spPr>
          <p:txBody>
            <a:bodyPr wrap="square" lIns="0" tIns="0" rIns="0" bIns="0" rtlCol="0"/>
            <a:lstStyle/>
            <a:p/>
          </p:txBody>
        </p:sp>
        <p:sp>
          <p:nvSpPr>
            <p:cNvPr id="1587" name="object 1587"/>
            <p:cNvSpPr/>
            <p:nvPr/>
          </p:nvSpPr>
          <p:spPr>
            <a:xfrm>
              <a:off x="2696210" y="3997959"/>
              <a:ext cx="367030" cy="7620"/>
            </a:xfrm>
            <a:custGeom>
              <a:avLst/>
              <a:gdLst/>
              <a:ahLst/>
              <a:cxnLst/>
              <a:rect l="l" t="t" r="r" b="b"/>
              <a:pathLst>
                <a:path w="367030" h="7620">
                  <a:moveTo>
                    <a:pt x="341630" y="3810"/>
                  </a:moveTo>
                  <a:lnTo>
                    <a:pt x="328930" y="3810"/>
                  </a:lnTo>
                  <a:lnTo>
                    <a:pt x="328930" y="2540"/>
                  </a:lnTo>
                  <a:lnTo>
                    <a:pt x="316230" y="2540"/>
                  </a:lnTo>
                  <a:lnTo>
                    <a:pt x="316230" y="1270"/>
                  </a:lnTo>
                  <a:lnTo>
                    <a:pt x="304800" y="1270"/>
                  </a:lnTo>
                  <a:lnTo>
                    <a:pt x="304800" y="0"/>
                  </a:lnTo>
                  <a:lnTo>
                    <a:pt x="0" y="0"/>
                  </a:lnTo>
                  <a:lnTo>
                    <a:pt x="0" y="1270"/>
                  </a:lnTo>
                  <a:lnTo>
                    <a:pt x="2540" y="1270"/>
                  </a:lnTo>
                  <a:lnTo>
                    <a:pt x="2540" y="2540"/>
                  </a:lnTo>
                  <a:lnTo>
                    <a:pt x="3810" y="2540"/>
                  </a:lnTo>
                  <a:lnTo>
                    <a:pt x="3810" y="3810"/>
                  </a:lnTo>
                  <a:lnTo>
                    <a:pt x="5080" y="3810"/>
                  </a:lnTo>
                  <a:lnTo>
                    <a:pt x="5080" y="5080"/>
                  </a:lnTo>
                  <a:lnTo>
                    <a:pt x="341630" y="5080"/>
                  </a:lnTo>
                  <a:lnTo>
                    <a:pt x="341630" y="3810"/>
                  </a:lnTo>
                  <a:close/>
                </a:path>
                <a:path w="367030" h="7620">
                  <a:moveTo>
                    <a:pt x="367030" y="6350"/>
                  </a:moveTo>
                  <a:lnTo>
                    <a:pt x="354330" y="6350"/>
                  </a:lnTo>
                  <a:lnTo>
                    <a:pt x="354330" y="5092"/>
                  </a:lnTo>
                  <a:lnTo>
                    <a:pt x="7620" y="5092"/>
                  </a:lnTo>
                  <a:lnTo>
                    <a:pt x="7620" y="6350"/>
                  </a:lnTo>
                  <a:lnTo>
                    <a:pt x="8890" y="6350"/>
                  </a:lnTo>
                  <a:lnTo>
                    <a:pt x="8890" y="7620"/>
                  </a:lnTo>
                  <a:lnTo>
                    <a:pt x="367030" y="7620"/>
                  </a:lnTo>
                  <a:lnTo>
                    <a:pt x="367030" y="6350"/>
                  </a:lnTo>
                  <a:close/>
                </a:path>
              </a:pathLst>
            </a:custGeom>
            <a:solidFill>
              <a:srgbClr val="0F0B00"/>
            </a:solidFill>
          </p:spPr>
          <p:txBody>
            <a:bodyPr wrap="square" lIns="0" tIns="0" rIns="0" bIns="0" rtlCol="0"/>
            <a:lstStyle/>
            <a:p/>
          </p:txBody>
        </p:sp>
        <p:sp>
          <p:nvSpPr>
            <p:cNvPr id="1588" name="object 1588"/>
            <p:cNvSpPr/>
            <p:nvPr/>
          </p:nvSpPr>
          <p:spPr>
            <a:xfrm>
              <a:off x="2706370" y="4005579"/>
              <a:ext cx="387350" cy="7620"/>
            </a:xfrm>
            <a:custGeom>
              <a:avLst/>
              <a:gdLst/>
              <a:ahLst/>
              <a:cxnLst/>
              <a:rect l="l" t="t" r="r" b="b"/>
              <a:pathLst>
                <a:path w="387350" h="7620">
                  <a:moveTo>
                    <a:pt x="387350" y="1270"/>
                  </a:moveTo>
                  <a:lnTo>
                    <a:pt x="369570" y="1270"/>
                  </a:lnTo>
                  <a:lnTo>
                    <a:pt x="369570" y="0"/>
                  </a:ln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387350" y="7620"/>
                  </a:lnTo>
                  <a:lnTo>
                    <a:pt x="387350" y="6350"/>
                  </a:lnTo>
                  <a:lnTo>
                    <a:pt x="387350" y="5080"/>
                  </a:lnTo>
                  <a:lnTo>
                    <a:pt x="387350" y="3810"/>
                  </a:lnTo>
                  <a:lnTo>
                    <a:pt x="387350" y="1270"/>
                  </a:lnTo>
                  <a:close/>
                </a:path>
              </a:pathLst>
            </a:custGeom>
            <a:solidFill>
              <a:srgbClr val="110C00"/>
            </a:solidFill>
          </p:spPr>
          <p:txBody>
            <a:bodyPr wrap="square" lIns="0" tIns="0" rIns="0" bIns="0" rtlCol="0"/>
            <a:lstStyle/>
            <a:p/>
          </p:txBody>
        </p:sp>
        <p:sp>
          <p:nvSpPr>
            <p:cNvPr id="1589" name="object 1589"/>
            <p:cNvSpPr/>
            <p:nvPr/>
          </p:nvSpPr>
          <p:spPr>
            <a:xfrm>
              <a:off x="2711450" y="4013199"/>
              <a:ext cx="382270" cy="6350"/>
            </a:xfrm>
            <a:custGeom>
              <a:avLst/>
              <a:gdLst/>
              <a:ahLst/>
              <a:cxnLst/>
              <a:rect l="l" t="t" r="r" b="b"/>
              <a:pathLst>
                <a:path w="382269" h="6350">
                  <a:moveTo>
                    <a:pt x="38227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381000" y="6350"/>
                  </a:lnTo>
                  <a:lnTo>
                    <a:pt x="381000" y="5080"/>
                  </a:lnTo>
                  <a:lnTo>
                    <a:pt x="382270" y="5080"/>
                  </a:lnTo>
                  <a:lnTo>
                    <a:pt x="382270" y="3810"/>
                  </a:lnTo>
                  <a:lnTo>
                    <a:pt x="382270" y="2540"/>
                  </a:lnTo>
                  <a:lnTo>
                    <a:pt x="382270" y="1270"/>
                  </a:lnTo>
                  <a:lnTo>
                    <a:pt x="382270" y="0"/>
                  </a:lnTo>
                  <a:close/>
                </a:path>
              </a:pathLst>
            </a:custGeom>
            <a:solidFill>
              <a:srgbClr val="130E00"/>
            </a:solidFill>
          </p:spPr>
          <p:txBody>
            <a:bodyPr wrap="square" lIns="0" tIns="0" rIns="0" bIns="0" rtlCol="0"/>
            <a:lstStyle/>
            <a:p/>
          </p:txBody>
        </p:sp>
        <p:sp>
          <p:nvSpPr>
            <p:cNvPr id="1590" name="object 1590"/>
            <p:cNvSpPr/>
            <p:nvPr/>
          </p:nvSpPr>
          <p:spPr>
            <a:xfrm>
              <a:off x="2716530" y="4019549"/>
              <a:ext cx="375920" cy="7620"/>
            </a:xfrm>
            <a:custGeom>
              <a:avLst/>
              <a:gdLst/>
              <a:ahLst/>
              <a:cxnLst/>
              <a:rect l="l" t="t" r="r" b="b"/>
              <a:pathLst>
                <a:path w="375919" h="7620">
                  <a:moveTo>
                    <a:pt x="375920" y="0"/>
                  </a:moveTo>
                  <a:lnTo>
                    <a:pt x="0" y="0"/>
                  </a:lnTo>
                  <a:lnTo>
                    <a:pt x="0" y="1270"/>
                  </a:lnTo>
                  <a:lnTo>
                    <a:pt x="1270" y="1270"/>
                  </a:lnTo>
                  <a:lnTo>
                    <a:pt x="1270" y="5080"/>
                  </a:lnTo>
                  <a:lnTo>
                    <a:pt x="2540" y="5080"/>
                  </a:lnTo>
                  <a:lnTo>
                    <a:pt x="2540" y="7620"/>
                  </a:lnTo>
                  <a:lnTo>
                    <a:pt x="375920" y="7620"/>
                  </a:lnTo>
                  <a:lnTo>
                    <a:pt x="375920" y="5080"/>
                  </a:lnTo>
                  <a:lnTo>
                    <a:pt x="375920" y="1270"/>
                  </a:lnTo>
                  <a:lnTo>
                    <a:pt x="375920" y="0"/>
                  </a:lnTo>
                  <a:close/>
                </a:path>
              </a:pathLst>
            </a:custGeom>
            <a:solidFill>
              <a:srgbClr val="150F00"/>
            </a:solidFill>
          </p:spPr>
          <p:txBody>
            <a:bodyPr wrap="square" lIns="0" tIns="0" rIns="0" bIns="0" rtlCol="0"/>
            <a:lstStyle/>
            <a:p/>
          </p:txBody>
        </p:sp>
        <p:sp>
          <p:nvSpPr>
            <p:cNvPr id="1591" name="object 1591"/>
            <p:cNvSpPr/>
            <p:nvPr/>
          </p:nvSpPr>
          <p:spPr>
            <a:xfrm>
              <a:off x="2720340" y="4027169"/>
              <a:ext cx="372110" cy="7620"/>
            </a:xfrm>
            <a:custGeom>
              <a:avLst/>
              <a:gdLst/>
              <a:ahLst/>
              <a:cxnLst/>
              <a:rect l="l" t="t" r="r" b="b"/>
              <a:pathLst>
                <a:path w="372110" h="7620">
                  <a:moveTo>
                    <a:pt x="326377" y="0"/>
                  </a:moveTo>
                  <a:lnTo>
                    <a:pt x="0" y="0"/>
                  </a:lnTo>
                  <a:lnTo>
                    <a:pt x="0" y="1270"/>
                  </a:lnTo>
                  <a:lnTo>
                    <a:pt x="0" y="2540"/>
                  </a:lnTo>
                  <a:lnTo>
                    <a:pt x="0" y="3810"/>
                  </a:lnTo>
                  <a:lnTo>
                    <a:pt x="1270" y="3810"/>
                  </a:lnTo>
                  <a:lnTo>
                    <a:pt x="1270" y="5080"/>
                  </a:lnTo>
                  <a:lnTo>
                    <a:pt x="1270" y="6350"/>
                  </a:lnTo>
                  <a:lnTo>
                    <a:pt x="1270" y="7620"/>
                  </a:lnTo>
                  <a:lnTo>
                    <a:pt x="293370" y="7620"/>
                  </a:lnTo>
                  <a:lnTo>
                    <a:pt x="293370" y="6350"/>
                  </a:lnTo>
                  <a:lnTo>
                    <a:pt x="298450" y="6350"/>
                  </a:lnTo>
                  <a:lnTo>
                    <a:pt x="298450" y="5080"/>
                  </a:lnTo>
                  <a:lnTo>
                    <a:pt x="300990" y="5080"/>
                  </a:lnTo>
                  <a:lnTo>
                    <a:pt x="300990" y="3810"/>
                  </a:lnTo>
                  <a:lnTo>
                    <a:pt x="308610" y="3810"/>
                  </a:lnTo>
                  <a:lnTo>
                    <a:pt x="308610" y="2540"/>
                  </a:lnTo>
                  <a:lnTo>
                    <a:pt x="317500" y="2540"/>
                  </a:lnTo>
                  <a:lnTo>
                    <a:pt x="317500" y="1270"/>
                  </a:lnTo>
                  <a:lnTo>
                    <a:pt x="326377" y="1270"/>
                  </a:lnTo>
                  <a:lnTo>
                    <a:pt x="326377" y="0"/>
                  </a:lnTo>
                  <a:close/>
                </a:path>
                <a:path w="372110" h="7620">
                  <a:moveTo>
                    <a:pt x="372110" y="1282"/>
                  </a:moveTo>
                  <a:lnTo>
                    <a:pt x="359410" y="1282"/>
                  </a:lnTo>
                  <a:lnTo>
                    <a:pt x="359410" y="2540"/>
                  </a:lnTo>
                  <a:lnTo>
                    <a:pt x="372110" y="2540"/>
                  </a:lnTo>
                  <a:lnTo>
                    <a:pt x="372110" y="1282"/>
                  </a:lnTo>
                  <a:close/>
                </a:path>
                <a:path w="372110" h="7620">
                  <a:moveTo>
                    <a:pt x="372110" y="0"/>
                  </a:moveTo>
                  <a:lnTo>
                    <a:pt x="346710" y="0"/>
                  </a:lnTo>
                  <a:lnTo>
                    <a:pt x="346710" y="1270"/>
                  </a:lnTo>
                  <a:lnTo>
                    <a:pt x="372110" y="1270"/>
                  </a:lnTo>
                  <a:lnTo>
                    <a:pt x="372110" y="0"/>
                  </a:lnTo>
                  <a:close/>
                </a:path>
              </a:pathLst>
            </a:custGeom>
            <a:solidFill>
              <a:srgbClr val="171100"/>
            </a:solidFill>
          </p:spPr>
          <p:txBody>
            <a:bodyPr wrap="square" lIns="0" tIns="0" rIns="0" bIns="0" rtlCol="0"/>
            <a:lstStyle/>
            <a:p/>
          </p:txBody>
        </p:sp>
        <p:sp>
          <p:nvSpPr>
            <p:cNvPr id="1592" name="object 1592"/>
            <p:cNvSpPr/>
            <p:nvPr/>
          </p:nvSpPr>
          <p:spPr>
            <a:xfrm>
              <a:off x="2721610" y="4034789"/>
              <a:ext cx="287020" cy="6350"/>
            </a:xfrm>
            <a:custGeom>
              <a:avLst/>
              <a:gdLst/>
              <a:ahLst/>
              <a:cxnLst/>
              <a:rect l="l" t="t" r="r" b="b"/>
              <a:pathLst>
                <a:path w="287019" h="6350">
                  <a:moveTo>
                    <a:pt x="287020" y="0"/>
                  </a:moveTo>
                  <a:lnTo>
                    <a:pt x="0" y="0"/>
                  </a:lnTo>
                  <a:lnTo>
                    <a:pt x="0" y="1270"/>
                  </a:lnTo>
                  <a:lnTo>
                    <a:pt x="0" y="2540"/>
                  </a:lnTo>
                  <a:lnTo>
                    <a:pt x="0" y="3810"/>
                  </a:lnTo>
                  <a:lnTo>
                    <a:pt x="1270" y="3810"/>
                  </a:lnTo>
                  <a:lnTo>
                    <a:pt x="1270" y="5080"/>
                  </a:lnTo>
                  <a:lnTo>
                    <a:pt x="1270" y="6350"/>
                  </a:lnTo>
                  <a:lnTo>
                    <a:pt x="278130" y="6350"/>
                  </a:lnTo>
                  <a:lnTo>
                    <a:pt x="278130" y="5080"/>
                  </a:lnTo>
                  <a:lnTo>
                    <a:pt x="281940" y="5080"/>
                  </a:lnTo>
                  <a:lnTo>
                    <a:pt x="281940" y="3810"/>
                  </a:lnTo>
                  <a:lnTo>
                    <a:pt x="283210" y="3810"/>
                  </a:lnTo>
                  <a:lnTo>
                    <a:pt x="283210" y="2540"/>
                  </a:lnTo>
                  <a:lnTo>
                    <a:pt x="285750" y="2540"/>
                  </a:lnTo>
                  <a:lnTo>
                    <a:pt x="285750" y="1270"/>
                  </a:lnTo>
                  <a:lnTo>
                    <a:pt x="287020" y="1270"/>
                  </a:lnTo>
                  <a:lnTo>
                    <a:pt x="287020" y="0"/>
                  </a:lnTo>
                  <a:close/>
                </a:path>
              </a:pathLst>
            </a:custGeom>
            <a:solidFill>
              <a:srgbClr val="191200"/>
            </a:solidFill>
          </p:spPr>
          <p:txBody>
            <a:bodyPr wrap="square" lIns="0" tIns="0" rIns="0" bIns="0" rtlCol="0"/>
            <a:lstStyle/>
            <a:p/>
          </p:txBody>
        </p:sp>
        <p:sp>
          <p:nvSpPr>
            <p:cNvPr id="1593" name="object 1593"/>
            <p:cNvSpPr/>
            <p:nvPr/>
          </p:nvSpPr>
          <p:spPr>
            <a:xfrm>
              <a:off x="2722880" y="4041139"/>
              <a:ext cx="275590" cy="7620"/>
            </a:xfrm>
            <a:custGeom>
              <a:avLst/>
              <a:gdLst/>
              <a:ahLst/>
              <a:cxnLst/>
              <a:rect l="l" t="t" r="r" b="b"/>
              <a:pathLst>
                <a:path w="275589" h="7620">
                  <a:moveTo>
                    <a:pt x="267970" y="6362"/>
                  </a:moveTo>
                  <a:lnTo>
                    <a:pt x="1270" y="6362"/>
                  </a:lnTo>
                  <a:lnTo>
                    <a:pt x="1270" y="7620"/>
                  </a:lnTo>
                  <a:lnTo>
                    <a:pt x="267970" y="7620"/>
                  </a:lnTo>
                  <a:lnTo>
                    <a:pt x="267970" y="6362"/>
                  </a:lnTo>
                  <a:close/>
                </a:path>
                <a:path w="275589" h="7620">
                  <a:moveTo>
                    <a:pt x="275590" y="0"/>
                  </a:moveTo>
                  <a:lnTo>
                    <a:pt x="0" y="0"/>
                  </a:lnTo>
                  <a:lnTo>
                    <a:pt x="0" y="1270"/>
                  </a:lnTo>
                  <a:lnTo>
                    <a:pt x="0" y="2540"/>
                  </a:lnTo>
                  <a:lnTo>
                    <a:pt x="0" y="3810"/>
                  </a:lnTo>
                  <a:lnTo>
                    <a:pt x="0" y="5080"/>
                  </a:lnTo>
                  <a:lnTo>
                    <a:pt x="0" y="6350"/>
                  </a:lnTo>
                  <a:lnTo>
                    <a:pt x="269240" y="6350"/>
                  </a:lnTo>
                  <a:lnTo>
                    <a:pt x="269240" y="5080"/>
                  </a:lnTo>
                  <a:lnTo>
                    <a:pt x="270510" y="5080"/>
                  </a:lnTo>
                  <a:lnTo>
                    <a:pt x="270510" y="3810"/>
                  </a:lnTo>
                  <a:lnTo>
                    <a:pt x="271780" y="3810"/>
                  </a:lnTo>
                  <a:lnTo>
                    <a:pt x="271780" y="2540"/>
                  </a:lnTo>
                  <a:lnTo>
                    <a:pt x="273050" y="2540"/>
                  </a:lnTo>
                  <a:lnTo>
                    <a:pt x="273050" y="1270"/>
                  </a:lnTo>
                  <a:lnTo>
                    <a:pt x="275590" y="1270"/>
                  </a:lnTo>
                  <a:lnTo>
                    <a:pt x="275590" y="0"/>
                  </a:lnTo>
                  <a:close/>
                </a:path>
              </a:pathLst>
            </a:custGeom>
            <a:solidFill>
              <a:srgbClr val="1B1400"/>
            </a:solidFill>
          </p:spPr>
          <p:txBody>
            <a:bodyPr wrap="square" lIns="0" tIns="0" rIns="0" bIns="0" rtlCol="0"/>
            <a:lstStyle/>
            <a:p/>
          </p:txBody>
        </p:sp>
        <p:sp>
          <p:nvSpPr>
            <p:cNvPr id="1594" name="object 1594"/>
            <p:cNvSpPr/>
            <p:nvPr/>
          </p:nvSpPr>
          <p:spPr>
            <a:xfrm>
              <a:off x="2724150" y="4048759"/>
              <a:ext cx="265430" cy="7620"/>
            </a:xfrm>
            <a:custGeom>
              <a:avLst/>
              <a:gdLst/>
              <a:ahLst/>
              <a:cxnLst/>
              <a:rect l="l" t="t" r="r" b="b"/>
              <a:pathLst>
                <a:path w="265430" h="7620">
                  <a:moveTo>
                    <a:pt x="265430" y="0"/>
                  </a:moveTo>
                  <a:lnTo>
                    <a:pt x="0" y="0"/>
                  </a:lnTo>
                  <a:lnTo>
                    <a:pt x="0" y="1270"/>
                  </a:lnTo>
                  <a:lnTo>
                    <a:pt x="0" y="2540"/>
                  </a:lnTo>
                  <a:lnTo>
                    <a:pt x="0" y="5080"/>
                  </a:lnTo>
                  <a:lnTo>
                    <a:pt x="0" y="6350"/>
                  </a:lnTo>
                  <a:lnTo>
                    <a:pt x="0" y="7620"/>
                  </a:lnTo>
                  <a:lnTo>
                    <a:pt x="260350" y="7620"/>
                  </a:lnTo>
                  <a:lnTo>
                    <a:pt x="260350" y="6350"/>
                  </a:lnTo>
                  <a:lnTo>
                    <a:pt x="261620" y="6350"/>
                  </a:lnTo>
                  <a:lnTo>
                    <a:pt x="261620" y="5080"/>
                  </a:lnTo>
                  <a:lnTo>
                    <a:pt x="262890" y="5080"/>
                  </a:lnTo>
                  <a:lnTo>
                    <a:pt x="262890" y="2540"/>
                  </a:lnTo>
                  <a:lnTo>
                    <a:pt x="264160" y="2540"/>
                  </a:lnTo>
                  <a:lnTo>
                    <a:pt x="264160" y="1270"/>
                  </a:lnTo>
                  <a:lnTo>
                    <a:pt x="265430" y="1270"/>
                  </a:lnTo>
                  <a:lnTo>
                    <a:pt x="265430" y="0"/>
                  </a:lnTo>
                  <a:close/>
                </a:path>
              </a:pathLst>
            </a:custGeom>
            <a:solidFill>
              <a:srgbClr val="1D1500"/>
            </a:solidFill>
          </p:spPr>
          <p:txBody>
            <a:bodyPr wrap="square" lIns="0" tIns="0" rIns="0" bIns="0" rtlCol="0"/>
            <a:lstStyle/>
            <a:p/>
          </p:txBody>
        </p:sp>
        <p:sp>
          <p:nvSpPr>
            <p:cNvPr id="1595" name="object 1595"/>
            <p:cNvSpPr/>
            <p:nvPr/>
          </p:nvSpPr>
          <p:spPr>
            <a:xfrm>
              <a:off x="2724150" y="4056379"/>
              <a:ext cx="259079" cy="6350"/>
            </a:xfrm>
            <a:custGeom>
              <a:avLst/>
              <a:gdLst/>
              <a:ahLst/>
              <a:cxnLst/>
              <a:rect l="l" t="t" r="r" b="b"/>
              <a:pathLst>
                <a:path w="259080" h="6350">
                  <a:moveTo>
                    <a:pt x="259080" y="0"/>
                  </a:moveTo>
                  <a:lnTo>
                    <a:pt x="0" y="0"/>
                  </a:lnTo>
                  <a:lnTo>
                    <a:pt x="0" y="1270"/>
                  </a:lnTo>
                  <a:lnTo>
                    <a:pt x="0" y="3810"/>
                  </a:lnTo>
                  <a:lnTo>
                    <a:pt x="0" y="5080"/>
                  </a:lnTo>
                  <a:lnTo>
                    <a:pt x="0" y="6350"/>
                  </a:lnTo>
                  <a:lnTo>
                    <a:pt x="256540" y="6350"/>
                  </a:lnTo>
                  <a:lnTo>
                    <a:pt x="256540" y="5080"/>
                  </a:lnTo>
                  <a:lnTo>
                    <a:pt x="257810" y="5080"/>
                  </a:lnTo>
                  <a:lnTo>
                    <a:pt x="257810" y="3810"/>
                  </a:lnTo>
                  <a:lnTo>
                    <a:pt x="257810" y="1270"/>
                  </a:lnTo>
                  <a:lnTo>
                    <a:pt x="259080" y="1270"/>
                  </a:lnTo>
                  <a:lnTo>
                    <a:pt x="259080" y="0"/>
                  </a:lnTo>
                  <a:close/>
                </a:path>
              </a:pathLst>
            </a:custGeom>
            <a:solidFill>
              <a:srgbClr val="1F1700"/>
            </a:solidFill>
          </p:spPr>
          <p:txBody>
            <a:bodyPr wrap="square" lIns="0" tIns="0" rIns="0" bIns="0" rtlCol="0"/>
            <a:lstStyle/>
            <a:p/>
          </p:txBody>
        </p:sp>
        <p:sp>
          <p:nvSpPr>
            <p:cNvPr id="1596" name="object 1596"/>
            <p:cNvSpPr/>
            <p:nvPr/>
          </p:nvSpPr>
          <p:spPr>
            <a:xfrm>
              <a:off x="2724150" y="4062729"/>
              <a:ext cx="256540" cy="7620"/>
            </a:xfrm>
            <a:custGeom>
              <a:avLst/>
              <a:gdLst/>
              <a:ahLst/>
              <a:cxnLst/>
              <a:rect l="l" t="t" r="r" b="b"/>
              <a:pathLst>
                <a:path w="256539" h="7620">
                  <a:moveTo>
                    <a:pt x="254000" y="3822"/>
                  </a:moveTo>
                  <a:lnTo>
                    <a:pt x="1270" y="3822"/>
                  </a:lnTo>
                  <a:lnTo>
                    <a:pt x="1270" y="7620"/>
                  </a:lnTo>
                  <a:lnTo>
                    <a:pt x="254000" y="7620"/>
                  </a:lnTo>
                  <a:lnTo>
                    <a:pt x="254000" y="3822"/>
                  </a:lnTo>
                  <a:close/>
                </a:path>
                <a:path w="256539" h="7620">
                  <a:moveTo>
                    <a:pt x="256540" y="0"/>
                  </a:moveTo>
                  <a:lnTo>
                    <a:pt x="0" y="0"/>
                  </a:lnTo>
                  <a:lnTo>
                    <a:pt x="0" y="1270"/>
                  </a:lnTo>
                  <a:lnTo>
                    <a:pt x="1270" y="1270"/>
                  </a:lnTo>
                  <a:lnTo>
                    <a:pt x="1270" y="3810"/>
                  </a:lnTo>
                  <a:lnTo>
                    <a:pt x="255270" y="3810"/>
                  </a:lnTo>
                  <a:lnTo>
                    <a:pt x="255270" y="1270"/>
                  </a:lnTo>
                  <a:lnTo>
                    <a:pt x="256540" y="1270"/>
                  </a:lnTo>
                  <a:lnTo>
                    <a:pt x="256540" y="0"/>
                  </a:lnTo>
                  <a:close/>
                </a:path>
              </a:pathLst>
            </a:custGeom>
            <a:solidFill>
              <a:srgbClr val="211800"/>
            </a:solidFill>
          </p:spPr>
          <p:txBody>
            <a:bodyPr wrap="square" lIns="0" tIns="0" rIns="0" bIns="0" rtlCol="0"/>
            <a:lstStyle/>
            <a:p/>
          </p:txBody>
        </p:sp>
        <p:sp>
          <p:nvSpPr>
            <p:cNvPr id="1597" name="object 1597"/>
            <p:cNvSpPr/>
            <p:nvPr/>
          </p:nvSpPr>
          <p:spPr>
            <a:xfrm>
              <a:off x="2725420" y="4070349"/>
              <a:ext cx="252729" cy="7620"/>
            </a:xfrm>
            <a:custGeom>
              <a:avLst/>
              <a:gdLst/>
              <a:ahLst/>
              <a:cxnLst/>
              <a:rect l="l" t="t" r="r" b="b"/>
              <a:pathLst>
                <a:path w="252730" h="7620">
                  <a:moveTo>
                    <a:pt x="251460" y="2552"/>
                  </a:moveTo>
                  <a:lnTo>
                    <a:pt x="0" y="2552"/>
                  </a:lnTo>
                  <a:lnTo>
                    <a:pt x="0" y="7620"/>
                  </a:lnTo>
                  <a:lnTo>
                    <a:pt x="251460" y="7620"/>
                  </a:lnTo>
                  <a:lnTo>
                    <a:pt x="251460" y="2552"/>
                  </a:lnTo>
                  <a:close/>
                </a:path>
                <a:path w="252730" h="7620">
                  <a:moveTo>
                    <a:pt x="252730" y="0"/>
                  </a:moveTo>
                  <a:lnTo>
                    <a:pt x="0" y="0"/>
                  </a:lnTo>
                  <a:lnTo>
                    <a:pt x="0" y="1270"/>
                  </a:lnTo>
                  <a:lnTo>
                    <a:pt x="0" y="2540"/>
                  </a:lnTo>
                  <a:lnTo>
                    <a:pt x="251460" y="2540"/>
                  </a:lnTo>
                  <a:lnTo>
                    <a:pt x="251460" y="1270"/>
                  </a:lnTo>
                  <a:lnTo>
                    <a:pt x="252730" y="1270"/>
                  </a:lnTo>
                  <a:lnTo>
                    <a:pt x="252730" y="0"/>
                  </a:lnTo>
                  <a:close/>
                </a:path>
              </a:pathLst>
            </a:custGeom>
            <a:solidFill>
              <a:srgbClr val="231A00"/>
            </a:solidFill>
          </p:spPr>
          <p:txBody>
            <a:bodyPr wrap="square" lIns="0" tIns="0" rIns="0" bIns="0" rtlCol="0"/>
            <a:lstStyle/>
            <a:p/>
          </p:txBody>
        </p:sp>
        <p:sp>
          <p:nvSpPr>
            <p:cNvPr id="1598" name="object 1598"/>
            <p:cNvSpPr/>
            <p:nvPr/>
          </p:nvSpPr>
          <p:spPr>
            <a:xfrm>
              <a:off x="2725420" y="4077969"/>
              <a:ext cx="250190" cy="7620"/>
            </a:xfrm>
            <a:custGeom>
              <a:avLst/>
              <a:gdLst/>
              <a:ahLst/>
              <a:cxnLst/>
              <a:rect l="l" t="t" r="r" b="b"/>
              <a:pathLst>
                <a:path w="250189" h="7620">
                  <a:moveTo>
                    <a:pt x="250177" y="0"/>
                  </a:moveTo>
                  <a:lnTo>
                    <a:pt x="0" y="0"/>
                  </a:lnTo>
                  <a:lnTo>
                    <a:pt x="0" y="1270"/>
                  </a:lnTo>
                  <a:lnTo>
                    <a:pt x="0" y="5080"/>
                  </a:lnTo>
                  <a:lnTo>
                    <a:pt x="0" y="7620"/>
                  </a:lnTo>
                  <a:lnTo>
                    <a:pt x="248920" y="7620"/>
                  </a:lnTo>
                  <a:lnTo>
                    <a:pt x="248920" y="5080"/>
                  </a:lnTo>
                  <a:lnTo>
                    <a:pt x="250177" y="5080"/>
                  </a:lnTo>
                  <a:lnTo>
                    <a:pt x="250177" y="1270"/>
                  </a:lnTo>
                  <a:lnTo>
                    <a:pt x="250177" y="0"/>
                  </a:lnTo>
                  <a:close/>
                </a:path>
              </a:pathLst>
            </a:custGeom>
            <a:solidFill>
              <a:srgbClr val="251B00"/>
            </a:solidFill>
          </p:spPr>
          <p:txBody>
            <a:bodyPr wrap="square" lIns="0" tIns="0" rIns="0" bIns="0" rtlCol="0"/>
            <a:lstStyle/>
            <a:p/>
          </p:txBody>
        </p:sp>
        <p:sp>
          <p:nvSpPr>
            <p:cNvPr id="1599" name="object 1599"/>
            <p:cNvSpPr/>
            <p:nvPr/>
          </p:nvSpPr>
          <p:spPr>
            <a:xfrm>
              <a:off x="2725420" y="4085589"/>
              <a:ext cx="248920" cy="6350"/>
            </a:xfrm>
            <a:custGeom>
              <a:avLst/>
              <a:gdLst/>
              <a:ahLst/>
              <a:cxnLst/>
              <a:rect l="l" t="t" r="r" b="b"/>
              <a:pathLst>
                <a:path w="248919" h="6350">
                  <a:moveTo>
                    <a:pt x="248919" y="0"/>
                  </a:moveTo>
                  <a:lnTo>
                    <a:pt x="0" y="0"/>
                  </a:lnTo>
                  <a:lnTo>
                    <a:pt x="0" y="6349"/>
                  </a:lnTo>
                  <a:lnTo>
                    <a:pt x="248919" y="6349"/>
                  </a:lnTo>
                  <a:lnTo>
                    <a:pt x="248919" y="0"/>
                  </a:lnTo>
                  <a:close/>
                </a:path>
              </a:pathLst>
            </a:custGeom>
            <a:solidFill>
              <a:srgbClr val="271D00"/>
            </a:solidFill>
          </p:spPr>
          <p:txBody>
            <a:bodyPr wrap="square" lIns="0" tIns="0" rIns="0" bIns="0" rtlCol="0"/>
            <a:lstStyle/>
            <a:p/>
          </p:txBody>
        </p:sp>
        <p:sp>
          <p:nvSpPr>
            <p:cNvPr id="1600" name="object 1600"/>
            <p:cNvSpPr/>
            <p:nvPr/>
          </p:nvSpPr>
          <p:spPr>
            <a:xfrm>
              <a:off x="2725420" y="4091939"/>
              <a:ext cx="248920" cy="7620"/>
            </a:xfrm>
            <a:custGeom>
              <a:avLst/>
              <a:gdLst/>
              <a:ahLst/>
              <a:cxnLst/>
              <a:rect l="l" t="t" r="r" b="b"/>
              <a:pathLst>
                <a:path w="248919" h="7620">
                  <a:moveTo>
                    <a:pt x="247650" y="6362"/>
                  </a:moveTo>
                  <a:lnTo>
                    <a:pt x="0" y="6362"/>
                  </a:lnTo>
                  <a:lnTo>
                    <a:pt x="0" y="7620"/>
                  </a:lnTo>
                  <a:lnTo>
                    <a:pt x="247650" y="7620"/>
                  </a:lnTo>
                  <a:lnTo>
                    <a:pt x="247650" y="6362"/>
                  </a:lnTo>
                  <a:close/>
                </a:path>
                <a:path w="248919" h="7620">
                  <a:moveTo>
                    <a:pt x="248920" y="0"/>
                  </a:moveTo>
                  <a:lnTo>
                    <a:pt x="0" y="0"/>
                  </a:lnTo>
                  <a:lnTo>
                    <a:pt x="0" y="3810"/>
                  </a:lnTo>
                  <a:lnTo>
                    <a:pt x="0" y="6350"/>
                  </a:lnTo>
                  <a:lnTo>
                    <a:pt x="247650" y="6350"/>
                  </a:lnTo>
                  <a:lnTo>
                    <a:pt x="247650" y="3810"/>
                  </a:lnTo>
                  <a:lnTo>
                    <a:pt x="248920" y="3810"/>
                  </a:lnTo>
                  <a:lnTo>
                    <a:pt x="248920" y="0"/>
                  </a:lnTo>
                  <a:close/>
                </a:path>
              </a:pathLst>
            </a:custGeom>
            <a:solidFill>
              <a:srgbClr val="291E00"/>
            </a:solidFill>
          </p:spPr>
          <p:txBody>
            <a:bodyPr wrap="square" lIns="0" tIns="0" rIns="0" bIns="0" rtlCol="0"/>
            <a:lstStyle/>
            <a:p/>
          </p:txBody>
        </p:sp>
        <p:sp>
          <p:nvSpPr>
            <p:cNvPr id="1601" name="object 1601"/>
            <p:cNvSpPr/>
            <p:nvPr/>
          </p:nvSpPr>
          <p:spPr>
            <a:xfrm>
              <a:off x="2725420" y="4099559"/>
              <a:ext cx="247650" cy="7620"/>
            </a:xfrm>
            <a:custGeom>
              <a:avLst/>
              <a:gdLst/>
              <a:ahLst/>
              <a:cxnLst/>
              <a:rect l="l" t="t" r="r" b="b"/>
              <a:pathLst>
                <a:path w="247650" h="7620">
                  <a:moveTo>
                    <a:pt x="247650" y="5092"/>
                  </a:moveTo>
                  <a:lnTo>
                    <a:pt x="0" y="5092"/>
                  </a:lnTo>
                  <a:lnTo>
                    <a:pt x="0" y="7620"/>
                  </a:lnTo>
                  <a:lnTo>
                    <a:pt x="247650" y="7620"/>
                  </a:lnTo>
                  <a:lnTo>
                    <a:pt x="247650" y="5092"/>
                  </a:lnTo>
                  <a:close/>
                </a:path>
                <a:path w="247650" h="7620">
                  <a:moveTo>
                    <a:pt x="247650" y="0"/>
                  </a:moveTo>
                  <a:lnTo>
                    <a:pt x="0" y="0"/>
                  </a:lnTo>
                  <a:lnTo>
                    <a:pt x="0" y="5080"/>
                  </a:lnTo>
                  <a:lnTo>
                    <a:pt x="247650" y="5080"/>
                  </a:lnTo>
                  <a:lnTo>
                    <a:pt x="247650" y="0"/>
                  </a:lnTo>
                  <a:close/>
                </a:path>
              </a:pathLst>
            </a:custGeom>
            <a:solidFill>
              <a:srgbClr val="2B2000"/>
            </a:solidFill>
          </p:spPr>
          <p:txBody>
            <a:bodyPr wrap="square" lIns="0" tIns="0" rIns="0" bIns="0" rtlCol="0"/>
            <a:lstStyle/>
            <a:p/>
          </p:txBody>
        </p:sp>
        <p:sp>
          <p:nvSpPr>
            <p:cNvPr id="1602" name="object 1602"/>
            <p:cNvSpPr/>
            <p:nvPr/>
          </p:nvSpPr>
          <p:spPr>
            <a:xfrm>
              <a:off x="2725420" y="4107179"/>
              <a:ext cx="247650" cy="6350"/>
            </a:xfrm>
            <a:custGeom>
              <a:avLst/>
              <a:gdLst/>
              <a:ahLst/>
              <a:cxnLst/>
              <a:rect l="l" t="t" r="r" b="b"/>
              <a:pathLst>
                <a:path w="247650" h="6350">
                  <a:moveTo>
                    <a:pt x="247650" y="3822"/>
                  </a:moveTo>
                  <a:lnTo>
                    <a:pt x="0" y="3822"/>
                  </a:lnTo>
                  <a:lnTo>
                    <a:pt x="0" y="6350"/>
                  </a:lnTo>
                  <a:lnTo>
                    <a:pt x="247650" y="6350"/>
                  </a:lnTo>
                  <a:lnTo>
                    <a:pt x="247650" y="3822"/>
                  </a:lnTo>
                  <a:close/>
                </a:path>
                <a:path w="247650" h="6350">
                  <a:moveTo>
                    <a:pt x="247650" y="0"/>
                  </a:moveTo>
                  <a:lnTo>
                    <a:pt x="0" y="0"/>
                  </a:lnTo>
                  <a:lnTo>
                    <a:pt x="0" y="3810"/>
                  </a:lnTo>
                  <a:lnTo>
                    <a:pt x="247650" y="3810"/>
                  </a:lnTo>
                  <a:lnTo>
                    <a:pt x="247650" y="0"/>
                  </a:lnTo>
                  <a:close/>
                </a:path>
              </a:pathLst>
            </a:custGeom>
            <a:solidFill>
              <a:srgbClr val="2D2100"/>
            </a:solidFill>
          </p:spPr>
          <p:txBody>
            <a:bodyPr wrap="square" lIns="0" tIns="0" rIns="0" bIns="0" rtlCol="0"/>
            <a:lstStyle/>
            <a:p/>
          </p:txBody>
        </p:sp>
        <p:sp>
          <p:nvSpPr>
            <p:cNvPr id="1603" name="object 1603"/>
            <p:cNvSpPr/>
            <p:nvPr/>
          </p:nvSpPr>
          <p:spPr>
            <a:xfrm>
              <a:off x="2725420" y="4113529"/>
              <a:ext cx="247650" cy="7620"/>
            </a:xfrm>
            <a:custGeom>
              <a:avLst/>
              <a:gdLst/>
              <a:ahLst/>
              <a:cxnLst/>
              <a:rect l="l" t="t" r="r" b="b"/>
              <a:pathLst>
                <a:path w="247650" h="7620">
                  <a:moveTo>
                    <a:pt x="247650" y="0"/>
                  </a:moveTo>
                  <a:lnTo>
                    <a:pt x="0" y="0"/>
                  </a:lnTo>
                  <a:lnTo>
                    <a:pt x="0" y="3810"/>
                  </a:lnTo>
                  <a:lnTo>
                    <a:pt x="0" y="6350"/>
                  </a:lnTo>
                  <a:lnTo>
                    <a:pt x="0" y="7620"/>
                  </a:lnTo>
                  <a:lnTo>
                    <a:pt x="246380" y="7620"/>
                  </a:lnTo>
                  <a:lnTo>
                    <a:pt x="246380" y="6350"/>
                  </a:lnTo>
                  <a:lnTo>
                    <a:pt x="247650" y="6350"/>
                  </a:lnTo>
                  <a:lnTo>
                    <a:pt x="247650" y="3810"/>
                  </a:lnTo>
                  <a:lnTo>
                    <a:pt x="247650" y="0"/>
                  </a:lnTo>
                  <a:close/>
                </a:path>
              </a:pathLst>
            </a:custGeom>
            <a:solidFill>
              <a:srgbClr val="2F2300"/>
            </a:solidFill>
          </p:spPr>
          <p:txBody>
            <a:bodyPr wrap="square" lIns="0" tIns="0" rIns="0" bIns="0" rtlCol="0"/>
            <a:lstStyle/>
            <a:p/>
          </p:txBody>
        </p:sp>
        <p:sp>
          <p:nvSpPr>
            <p:cNvPr id="1604" name="object 1604"/>
            <p:cNvSpPr/>
            <p:nvPr/>
          </p:nvSpPr>
          <p:spPr>
            <a:xfrm>
              <a:off x="2725420" y="4121149"/>
              <a:ext cx="246379" cy="7620"/>
            </a:xfrm>
            <a:custGeom>
              <a:avLst/>
              <a:gdLst/>
              <a:ahLst/>
              <a:cxnLst/>
              <a:rect l="l" t="t" r="r" b="b"/>
              <a:pathLst>
                <a:path w="246380" h="7620">
                  <a:moveTo>
                    <a:pt x="246380" y="2552"/>
                  </a:moveTo>
                  <a:lnTo>
                    <a:pt x="0" y="2552"/>
                  </a:lnTo>
                  <a:lnTo>
                    <a:pt x="0" y="7620"/>
                  </a:lnTo>
                  <a:lnTo>
                    <a:pt x="246380" y="7620"/>
                  </a:lnTo>
                  <a:lnTo>
                    <a:pt x="246380" y="2552"/>
                  </a:lnTo>
                  <a:close/>
                </a:path>
                <a:path w="246380" h="7620">
                  <a:moveTo>
                    <a:pt x="246380" y="0"/>
                  </a:moveTo>
                  <a:lnTo>
                    <a:pt x="0" y="0"/>
                  </a:lnTo>
                  <a:lnTo>
                    <a:pt x="0" y="2540"/>
                  </a:lnTo>
                  <a:lnTo>
                    <a:pt x="246380" y="2540"/>
                  </a:lnTo>
                  <a:lnTo>
                    <a:pt x="246380" y="0"/>
                  </a:lnTo>
                  <a:close/>
                </a:path>
              </a:pathLst>
            </a:custGeom>
            <a:solidFill>
              <a:srgbClr val="312400"/>
            </a:solidFill>
          </p:spPr>
          <p:txBody>
            <a:bodyPr wrap="square" lIns="0" tIns="0" rIns="0" bIns="0" rtlCol="0"/>
            <a:lstStyle/>
            <a:p/>
          </p:txBody>
        </p:sp>
        <p:sp>
          <p:nvSpPr>
            <p:cNvPr id="1605" name="object 1605"/>
            <p:cNvSpPr/>
            <p:nvPr/>
          </p:nvSpPr>
          <p:spPr>
            <a:xfrm>
              <a:off x="2725420" y="4128769"/>
              <a:ext cx="246379" cy="7620"/>
            </a:xfrm>
            <a:custGeom>
              <a:avLst/>
              <a:gdLst/>
              <a:ahLst/>
              <a:cxnLst/>
              <a:rect l="l" t="t" r="r" b="b"/>
              <a:pathLst>
                <a:path w="246380" h="7620">
                  <a:moveTo>
                    <a:pt x="246380" y="1282"/>
                  </a:moveTo>
                  <a:lnTo>
                    <a:pt x="0" y="1282"/>
                  </a:lnTo>
                  <a:lnTo>
                    <a:pt x="0" y="7620"/>
                  </a:lnTo>
                  <a:lnTo>
                    <a:pt x="246380" y="7620"/>
                  </a:lnTo>
                  <a:lnTo>
                    <a:pt x="246380" y="1282"/>
                  </a:lnTo>
                  <a:close/>
                </a:path>
                <a:path w="246380" h="7620">
                  <a:moveTo>
                    <a:pt x="246380" y="0"/>
                  </a:moveTo>
                  <a:lnTo>
                    <a:pt x="0" y="0"/>
                  </a:lnTo>
                  <a:lnTo>
                    <a:pt x="0" y="1270"/>
                  </a:lnTo>
                  <a:lnTo>
                    <a:pt x="246380" y="1270"/>
                  </a:lnTo>
                  <a:lnTo>
                    <a:pt x="246380" y="0"/>
                  </a:lnTo>
                  <a:close/>
                </a:path>
              </a:pathLst>
            </a:custGeom>
            <a:solidFill>
              <a:srgbClr val="332600"/>
            </a:solidFill>
          </p:spPr>
          <p:txBody>
            <a:bodyPr wrap="square" lIns="0" tIns="0" rIns="0" bIns="0" rtlCol="0"/>
            <a:lstStyle/>
            <a:p/>
          </p:txBody>
        </p:sp>
        <p:sp>
          <p:nvSpPr>
            <p:cNvPr id="1606" name="object 1606"/>
            <p:cNvSpPr/>
            <p:nvPr/>
          </p:nvSpPr>
          <p:spPr>
            <a:xfrm>
              <a:off x="2724150" y="4136389"/>
              <a:ext cx="247650" cy="6350"/>
            </a:xfrm>
            <a:custGeom>
              <a:avLst/>
              <a:gdLst/>
              <a:ahLst/>
              <a:cxnLst/>
              <a:rect l="l" t="t" r="r" b="b"/>
              <a:pathLst>
                <a:path w="247650" h="6350">
                  <a:moveTo>
                    <a:pt x="247650" y="0"/>
                  </a:moveTo>
                  <a:lnTo>
                    <a:pt x="0" y="0"/>
                  </a:lnTo>
                  <a:lnTo>
                    <a:pt x="0" y="6349"/>
                  </a:lnTo>
                  <a:lnTo>
                    <a:pt x="247650" y="6349"/>
                  </a:lnTo>
                  <a:lnTo>
                    <a:pt x="247650" y="0"/>
                  </a:lnTo>
                  <a:close/>
                </a:path>
              </a:pathLst>
            </a:custGeom>
            <a:solidFill>
              <a:srgbClr val="352700"/>
            </a:solidFill>
          </p:spPr>
          <p:txBody>
            <a:bodyPr wrap="square" lIns="0" tIns="0" rIns="0" bIns="0" rtlCol="0"/>
            <a:lstStyle/>
            <a:p/>
          </p:txBody>
        </p:sp>
        <p:sp>
          <p:nvSpPr>
            <p:cNvPr id="1607" name="object 1607"/>
            <p:cNvSpPr/>
            <p:nvPr/>
          </p:nvSpPr>
          <p:spPr>
            <a:xfrm>
              <a:off x="2724150" y="4142752"/>
              <a:ext cx="247650" cy="7620"/>
            </a:xfrm>
            <a:custGeom>
              <a:avLst/>
              <a:gdLst/>
              <a:ahLst/>
              <a:cxnLst/>
              <a:rect l="l" t="t" r="r" b="b"/>
              <a:pathLst>
                <a:path w="247650" h="7620">
                  <a:moveTo>
                    <a:pt x="247650" y="6350"/>
                  </a:moveTo>
                  <a:lnTo>
                    <a:pt x="0" y="6350"/>
                  </a:lnTo>
                  <a:lnTo>
                    <a:pt x="0" y="7607"/>
                  </a:lnTo>
                  <a:lnTo>
                    <a:pt x="247650" y="7607"/>
                  </a:lnTo>
                  <a:lnTo>
                    <a:pt x="247650" y="6350"/>
                  </a:lnTo>
                  <a:close/>
                </a:path>
                <a:path w="247650" h="7620">
                  <a:moveTo>
                    <a:pt x="247650" y="0"/>
                  </a:moveTo>
                  <a:lnTo>
                    <a:pt x="0" y="0"/>
                  </a:lnTo>
                  <a:lnTo>
                    <a:pt x="0" y="6337"/>
                  </a:lnTo>
                  <a:lnTo>
                    <a:pt x="247650" y="6337"/>
                  </a:lnTo>
                  <a:lnTo>
                    <a:pt x="247650" y="0"/>
                  </a:lnTo>
                  <a:close/>
                </a:path>
              </a:pathLst>
            </a:custGeom>
            <a:solidFill>
              <a:srgbClr val="372900"/>
            </a:solidFill>
          </p:spPr>
          <p:txBody>
            <a:bodyPr wrap="square" lIns="0" tIns="0" rIns="0" bIns="0" rtlCol="0"/>
            <a:lstStyle/>
            <a:p/>
          </p:txBody>
        </p:sp>
        <p:sp>
          <p:nvSpPr>
            <p:cNvPr id="1608" name="object 1608"/>
            <p:cNvSpPr/>
            <p:nvPr/>
          </p:nvSpPr>
          <p:spPr>
            <a:xfrm>
              <a:off x="2724150" y="4150359"/>
              <a:ext cx="247650" cy="7620"/>
            </a:xfrm>
            <a:custGeom>
              <a:avLst/>
              <a:gdLst/>
              <a:ahLst/>
              <a:cxnLst/>
              <a:rect l="l" t="t" r="r" b="b"/>
              <a:pathLst>
                <a:path w="247650" h="7620">
                  <a:moveTo>
                    <a:pt x="247650" y="5092"/>
                  </a:moveTo>
                  <a:lnTo>
                    <a:pt x="0" y="5092"/>
                  </a:lnTo>
                  <a:lnTo>
                    <a:pt x="0" y="7620"/>
                  </a:lnTo>
                  <a:lnTo>
                    <a:pt x="247650" y="7620"/>
                  </a:lnTo>
                  <a:lnTo>
                    <a:pt x="247650" y="5092"/>
                  </a:lnTo>
                  <a:close/>
                </a:path>
                <a:path w="247650" h="7620">
                  <a:moveTo>
                    <a:pt x="247650" y="0"/>
                  </a:moveTo>
                  <a:lnTo>
                    <a:pt x="0" y="0"/>
                  </a:lnTo>
                  <a:lnTo>
                    <a:pt x="0" y="5080"/>
                  </a:lnTo>
                  <a:lnTo>
                    <a:pt x="247650" y="5080"/>
                  </a:lnTo>
                  <a:lnTo>
                    <a:pt x="247650" y="0"/>
                  </a:lnTo>
                  <a:close/>
                </a:path>
              </a:pathLst>
            </a:custGeom>
            <a:solidFill>
              <a:srgbClr val="392A00"/>
            </a:solidFill>
          </p:spPr>
          <p:txBody>
            <a:bodyPr wrap="square" lIns="0" tIns="0" rIns="0" bIns="0" rtlCol="0"/>
            <a:lstStyle/>
            <a:p/>
          </p:txBody>
        </p:sp>
        <p:sp>
          <p:nvSpPr>
            <p:cNvPr id="1609" name="object 1609"/>
            <p:cNvSpPr/>
            <p:nvPr/>
          </p:nvSpPr>
          <p:spPr>
            <a:xfrm>
              <a:off x="2724150" y="4157979"/>
              <a:ext cx="247650" cy="6350"/>
            </a:xfrm>
            <a:custGeom>
              <a:avLst/>
              <a:gdLst/>
              <a:ahLst/>
              <a:cxnLst/>
              <a:rect l="l" t="t" r="r" b="b"/>
              <a:pathLst>
                <a:path w="247650" h="6350">
                  <a:moveTo>
                    <a:pt x="247650" y="3822"/>
                  </a:moveTo>
                  <a:lnTo>
                    <a:pt x="0" y="3822"/>
                  </a:lnTo>
                  <a:lnTo>
                    <a:pt x="0" y="6350"/>
                  </a:lnTo>
                  <a:lnTo>
                    <a:pt x="247650" y="6350"/>
                  </a:lnTo>
                  <a:lnTo>
                    <a:pt x="247650" y="3822"/>
                  </a:lnTo>
                  <a:close/>
                </a:path>
                <a:path w="247650" h="6350">
                  <a:moveTo>
                    <a:pt x="247650" y="0"/>
                  </a:moveTo>
                  <a:lnTo>
                    <a:pt x="0" y="0"/>
                  </a:lnTo>
                  <a:lnTo>
                    <a:pt x="0" y="3810"/>
                  </a:lnTo>
                  <a:lnTo>
                    <a:pt x="247650" y="3810"/>
                  </a:lnTo>
                  <a:lnTo>
                    <a:pt x="247650" y="0"/>
                  </a:lnTo>
                  <a:close/>
                </a:path>
              </a:pathLst>
            </a:custGeom>
            <a:solidFill>
              <a:srgbClr val="3B2C00"/>
            </a:solidFill>
          </p:spPr>
          <p:txBody>
            <a:bodyPr wrap="square" lIns="0" tIns="0" rIns="0" bIns="0" rtlCol="0"/>
            <a:lstStyle/>
            <a:p/>
          </p:txBody>
        </p:sp>
        <p:sp>
          <p:nvSpPr>
            <p:cNvPr id="1610" name="object 1610"/>
            <p:cNvSpPr/>
            <p:nvPr/>
          </p:nvSpPr>
          <p:spPr>
            <a:xfrm>
              <a:off x="2724150" y="4164329"/>
              <a:ext cx="247650" cy="7620"/>
            </a:xfrm>
            <a:custGeom>
              <a:avLst/>
              <a:gdLst/>
              <a:ahLst/>
              <a:cxnLst/>
              <a:rect l="l" t="t" r="r" b="b"/>
              <a:pathLst>
                <a:path w="247650" h="7620">
                  <a:moveTo>
                    <a:pt x="247650" y="3822"/>
                  </a:moveTo>
                  <a:lnTo>
                    <a:pt x="0" y="3822"/>
                  </a:lnTo>
                  <a:lnTo>
                    <a:pt x="0" y="7620"/>
                  </a:lnTo>
                  <a:lnTo>
                    <a:pt x="247650" y="7620"/>
                  </a:lnTo>
                  <a:lnTo>
                    <a:pt x="247650" y="3822"/>
                  </a:lnTo>
                  <a:close/>
                </a:path>
                <a:path w="247650" h="7620">
                  <a:moveTo>
                    <a:pt x="247650" y="0"/>
                  </a:moveTo>
                  <a:lnTo>
                    <a:pt x="0" y="0"/>
                  </a:lnTo>
                  <a:lnTo>
                    <a:pt x="0" y="3810"/>
                  </a:lnTo>
                  <a:lnTo>
                    <a:pt x="247650" y="3810"/>
                  </a:lnTo>
                  <a:lnTo>
                    <a:pt x="247650" y="0"/>
                  </a:lnTo>
                  <a:close/>
                </a:path>
              </a:pathLst>
            </a:custGeom>
            <a:solidFill>
              <a:srgbClr val="3D2D00"/>
            </a:solidFill>
          </p:spPr>
          <p:txBody>
            <a:bodyPr wrap="square" lIns="0" tIns="0" rIns="0" bIns="0" rtlCol="0"/>
            <a:lstStyle/>
            <a:p/>
          </p:txBody>
        </p:sp>
        <p:sp>
          <p:nvSpPr>
            <p:cNvPr id="1611" name="object 1611"/>
            <p:cNvSpPr/>
            <p:nvPr/>
          </p:nvSpPr>
          <p:spPr>
            <a:xfrm>
              <a:off x="2724150" y="4171949"/>
              <a:ext cx="247650" cy="7620"/>
            </a:xfrm>
            <a:custGeom>
              <a:avLst/>
              <a:gdLst/>
              <a:ahLst/>
              <a:cxnLst/>
              <a:rect l="l" t="t" r="r" b="b"/>
              <a:pathLst>
                <a:path w="247650" h="7620">
                  <a:moveTo>
                    <a:pt x="247650" y="0"/>
                  </a:moveTo>
                  <a:lnTo>
                    <a:pt x="0" y="0"/>
                  </a:lnTo>
                  <a:lnTo>
                    <a:pt x="0" y="2540"/>
                  </a:lnTo>
                  <a:lnTo>
                    <a:pt x="0" y="5080"/>
                  </a:lnTo>
                  <a:lnTo>
                    <a:pt x="0" y="7620"/>
                  </a:lnTo>
                  <a:lnTo>
                    <a:pt x="246367" y="7620"/>
                  </a:lnTo>
                  <a:lnTo>
                    <a:pt x="246367" y="5080"/>
                  </a:lnTo>
                  <a:lnTo>
                    <a:pt x="247650" y="5080"/>
                  </a:lnTo>
                  <a:lnTo>
                    <a:pt x="247650" y="2540"/>
                  </a:lnTo>
                  <a:lnTo>
                    <a:pt x="247650" y="0"/>
                  </a:lnTo>
                  <a:close/>
                </a:path>
              </a:pathLst>
            </a:custGeom>
            <a:solidFill>
              <a:srgbClr val="3F2F00"/>
            </a:solidFill>
          </p:spPr>
          <p:txBody>
            <a:bodyPr wrap="square" lIns="0" tIns="0" rIns="0" bIns="0" rtlCol="0"/>
            <a:lstStyle/>
            <a:p/>
          </p:txBody>
        </p:sp>
        <p:sp>
          <p:nvSpPr>
            <p:cNvPr id="1612" name="object 1612"/>
            <p:cNvSpPr/>
            <p:nvPr/>
          </p:nvSpPr>
          <p:spPr>
            <a:xfrm>
              <a:off x="2724150" y="4179569"/>
              <a:ext cx="246379" cy="6350"/>
            </a:xfrm>
            <a:custGeom>
              <a:avLst/>
              <a:gdLst/>
              <a:ahLst/>
              <a:cxnLst/>
              <a:rect l="l" t="t" r="r" b="b"/>
              <a:pathLst>
                <a:path w="246380" h="6350">
                  <a:moveTo>
                    <a:pt x="246380" y="1282"/>
                  </a:moveTo>
                  <a:lnTo>
                    <a:pt x="0" y="1282"/>
                  </a:lnTo>
                  <a:lnTo>
                    <a:pt x="0" y="6350"/>
                  </a:lnTo>
                  <a:lnTo>
                    <a:pt x="246380" y="6350"/>
                  </a:lnTo>
                  <a:lnTo>
                    <a:pt x="246380" y="1282"/>
                  </a:lnTo>
                  <a:close/>
                </a:path>
                <a:path w="246380" h="6350">
                  <a:moveTo>
                    <a:pt x="246380" y="0"/>
                  </a:moveTo>
                  <a:lnTo>
                    <a:pt x="0" y="0"/>
                  </a:lnTo>
                  <a:lnTo>
                    <a:pt x="0" y="1270"/>
                  </a:lnTo>
                  <a:lnTo>
                    <a:pt x="246380" y="1270"/>
                  </a:lnTo>
                  <a:lnTo>
                    <a:pt x="246380" y="0"/>
                  </a:lnTo>
                  <a:close/>
                </a:path>
              </a:pathLst>
            </a:custGeom>
            <a:solidFill>
              <a:srgbClr val="413000"/>
            </a:solidFill>
          </p:spPr>
          <p:txBody>
            <a:bodyPr wrap="square" lIns="0" tIns="0" rIns="0" bIns="0" rtlCol="0"/>
            <a:lstStyle/>
            <a:p/>
          </p:txBody>
        </p:sp>
        <p:sp>
          <p:nvSpPr>
            <p:cNvPr id="1613" name="object 1613"/>
            <p:cNvSpPr/>
            <p:nvPr/>
          </p:nvSpPr>
          <p:spPr>
            <a:xfrm>
              <a:off x="2724150" y="4185919"/>
              <a:ext cx="246379" cy="7620"/>
            </a:xfrm>
            <a:custGeom>
              <a:avLst/>
              <a:gdLst/>
              <a:ahLst/>
              <a:cxnLst/>
              <a:rect l="l" t="t" r="r" b="b"/>
              <a:pathLst>
                <a:path w="246380" h="7620">
                  <a:moveTo>
                    <a:pt x="246380" y="1282"/>
                  </a:moveTo>
                  <a:lnTo>
                    <a:pt x="0" y="1282"/>
                  </a:lnTo>
                  <a:lnTo>
                    <a:pt x="0" y="7620"/>
                  </a:lnTo>
                  <a:lnTo>
                    <a:pt x="246380" y="7620"/>
                  </a:lnTo>
                  <a:lnTo>
                    <a:pt x="246380" y="1282"/>
                  </a:lnTo>
                  <a:close/>
                </a:path>
                <a:path w="246380" h="7620">
                  <a:moveTo>
                    <a:pt x="246380" y="0"/>
                  </a:moveTo>
                  <a:lnTo>
                    <a:pt x="0" y="0"/>
                  </a:lnTo>
                  <a:lnTo>
                    <a:pt x="0" y="1270"/>
                  </a:lnTo>
                  <a:lnTo>
                    <a:pt x="246380" y="1270"/>
                  </a:lnTo>
                  <a:lnTo>
                    <a:pt x="246380" y="0"/>
                  </a:lnTo>
                  <a:close/>
                </a:path>
              </a:pathLst>
            </a:custGeom>
            <a:solidFill>
              <a:srgbClr val="433300"/>
            </a:solidFill>
          </p:spPr>
          <p:txBody>
            <a:bodyPr wrap="square" lIns="0" tIns="0" rIns="0" bIns="0" rtlCol="0"/>
            <a:lstStyle/>
            <a:p/>
          </p:txBody>
        </p:sp>
        <p:sp>
          <p:nvSpPr>
            <p:cNvPr id="1614" name="object 1614"/>
            <p:cNvSpPr/>
            <p:nvPr/>
          </p:nvSpPr>
          <p:spPr>
            <a:xfrm>
              <a:off x="2724150" y="4193552"/>
              <a:ext cx="246379" cy="7620"/>
            </a:xfrm>
            <a:custGeom>
              <a:avLst/>
              <a:gdLst/>
              <a:ahLst/>
              <a:cxnLst/>
              <a:rect l="l" t="t" r="r" b="b"/>
              <a:pathLst>
                <a:path w="246380" h="7620">
                  <a:moveTo>
                    <a:pt x="246380" y="6350"/>
                  </a:moveTo>
                  <a:lnTo>
                    <a:pt x="0" y="6350"/>
                  </a:lnTo>
                  <a:lnTo>
                    <a:pt x="0" y="7607"/>
                  </a:lnTo>
                  <a:lnTo>
                    <a:pt x="246380" y="7607"/>
                  </a:lnTo>
                  <a:lnTo>
                    <a:pt x="246380" y="6350"/>
                  </a:lnTo>
                  <a:close/>
                </a:path>
                <a:path w="246380" h="7620">
                  <a:moveTo>
                    <a:pt x="246380" y="0"/>
                  </a:moveTo>
                  <a:lnTo>
                    <a:pt x="0" y="0"/>
                  </a:lnTo>
                  <a:lnTo>
                    <a:pt x="0" y="6337"/>
                  </a:lnTo>
                  <a:lnTo>
                    <a:pt x="246380" y="6337"/>
                  </a:lnTo>
                  <a:lnTo>
                    <a:pt x="246380" y="0"/>
                  </a:lnTo>
                  <a:close/>
                </a:path>
              </a:pathLst>
            </a:custGeom>
            <a:solidFill>
              <a:srgbClr val="453300"/>
            </a:solidFill>
          </p:spPr>
          <p:txBody>
            <a:bodyPr wrap="square" lIns="0" tIns="0" rIns="0" bIns="0" rtlCol="0"/>
            <a:lstStyle/>
            <a:p/>
          </p:txBody>
        </p:sp>
        <p:sp>
          <p:nvSpPr>
            <p:cNvPr id="1615" name="object 1615"/>
            <p:cNvSpPr/>
            <p:nvPr/>
          </p:nvSpPr>
          <p:spPr>
            <a:xfrm>
              <a:off x="2722880" y="4201159"/>
              <a:ext cx="247650" cy="7620"/>
            </a:xfrm>
            <a:custGeom>
              <a:avLst/>
              <a:gdLst/>
              <a:ahLst/>
              <a:cxnLst/>
              <a:rect l="l" t="t" r="r" b="b"/>
              <a:pathLst>
                <a:path w="247650" h="7620">
                  <a:moveTo>
                    <a:pt x="247650" y="5092"/>
                  </a:moveTo>
                  <a:lnTo>
                    <a:pt x="0" y="5092"/>
                  </a:lnTo>
                  <a:lnTo>
                    <a:pt x="0" y="7620"/>
                  </a:lnTo>
                  <a:lnTo>
                    <a:pt x="247650" y="7620"/>
                  </a:lnTo>
                  <a:lnTo>
                    <a:pt x="247650" y="5092"/>
                  </a:lnTo>
                  <a:close/>
                </a:path>
                <a:path w="247650" h="7620">
                  <a:moveTo>
                    <a:pt x="247650" y="0"/>
                  </a:moveTo>
                  <a:lnTo>
                    <a:pt x="1270" y="0"/>
                  </a:lnTo>
                  <a:lnTo>
                    <a:pt x="1270" y="2540"/>
                  </a:lnTo>
                  <a:lnTo>
                    <a:pt x="0" y="2540"/>
                  </a:lnTo>
                  <a:lnTo>
                    <a:pt x="0" y="5080"/>
                  </a:lnTo>
                  <a:lnTo>
                    <a:pt x="247650" y="5080"/>
                  </a:lnTo>
                  <a:lnTo>
                    <a:pt x="247650" y="2540"/>
                  </a:lnTo>
                  <a:lnTo>
                    <a:pt x="247650" y="0"/>
                  </a:lnTo>
                  <a:close/>
                </a:path>
              </a:pathLst>
            </a:custGeom>
            <a:solidFill>
              <a:srgbClr val="473500"/>
            </a:solidFill>
          </p:spPr>
          <p:txBody>
            <a:bodyPr wrap="square" lIns="0" tIns="0" rIns="0" bIns="0" rtlCol="0"/>
            <a:lstStyle/>
            <a:p/>
          </p:txBody>
        </p:sp>
        <p:sp>
          <p:nvSpPr>
            <p:cNvPr id="1616" name="object 1616"/>
            <p:cNvSpPr/>
            <p:nvPr/>
          </p:nvSpPr>
          <p:spPr>
            <a:xfrm>
              <a:off x="2722880" y="4208779"/>
              <a:ext cx="247650" cy="6350"/>
            </a:xfrm>
            <a:custGeom>
              <a:avLst/>
              <a:gdLst/>
              <a:ahLst/>
              <a:cxnLst/>
              <a:rect l="l" t="t" r="r" b="b"/>
              <a:pathLst>
                <a:path w="247650" h="6350">
                  <a:moveTo>
                    <a:pt x="247650" y="3822"/>
                  </a:moveTo>
                  <a:lnTo>
                    <a:pt x="0" y="3822"/>
                  </a:lnTo>
                  <a:lnTo>
                    <a:pt x="0" y="6350"/>
                  </a:lnTo>
                  <a:lnTo>
                    <a:pt x="247650" y="6350"/>
                  </a:lnTo>
                  <a:lnTo>
                    <a:pt x="247650" y="3822"/>
                  </a:lnTo>
                  <a:close/>
                </a:path>
                <a:path w="247650" h="6350">
                  <a:moveTo>
                    <a:pt x="247650" y="0"/>
                  </a:moveTo>
                  <a:lnTo>
                    <a:pt x="0" y="0"/>
                  </a:lnTo>
                  <a:lnTo>
                    <a:pt x="0" y="3810"/>
                  </a:lnTo>
                  <a:lnTo>
                    <a:pt x="247650" y="3810"/>
                  </a:lnTo>
                  <a:lnTo>
                    <a:pt x="247650" y="0"/>
                  </a:lnTo>
                  <a:close/>
                </a:path>
              </a:pathLst>
            </a:custGeom>
            <a:solidFill>
              <a:srgbClr val="493600"/>
            </a:solidFill>
          </p:spPr>
          <p:txBody>
            <a:bodyPr wrap="square" lIns="0" tIns="0" rIns="0" bIns="0" rtlCol="0"/>
            <a:lstStyle/>
            <a:p/>
          </p:txBody>
        </p:sp>
        <p:sp>
          <p:nvSpPr>
            <p:cNvPr id="1617" name="object 1617"/>
            <p:cNvSpPr/>
            <p:nvPr/>
          </p:nvSpPr>
          <p:spPr>
            <a:xfrm>
              <a:off x="2722880" y="4215129"/>
              <a:ext cx="247650" cy="7620"/>
            </a:xfrm>
            <a:custGeom>
              <a:avLst/>
              <a:gdLst/>
              <a:ahLst/>
              <a:cxnLst/>
              <a:rect l="l" t="t" r="r" b="b"/>
              <a:pathLst>
                <a:path w="247650" h="7620">
                  <a:moveTo>
                    <a:pt x="247650" y="3822"/>
                  </a:moveTo>
                  <a:lnTo>
                    <a:pt x="0" y="3822"/>
                  </a:lnTo>
                  <a:lnTo>
                    <a:pt x="0" y="7620"/>
                  </a:lnTo>
                  <a:lnTo>
                    <a:pt x="247650" y="7620"/>
                  </a:lnTo>
                  <a:lnTo>
                    <a:pt x="247650" y="3822"/>
                  </a:lnTo>
                  <a:close/>
                </a:path>
                <a:path w="247650" h="7620">
                  <a:moveTo>
                    <a:pt x="247650" y="0"/>
                  </a:moveTo>
                  <a:lnTo>
                    <a:pt x="0" y="0"/>
                  </a:lnTo>
                  <a:lnTo>
                    <a:pt x="0" y="3810"/>
                  </a:lnTo>
                  <a:lnTo>
                    <a:pt x="247650" y="3810"/>
                  </a:lnTo>
                  <a:lnTo>
                    <a:pt x="247650" y="0"/>
                  </a:lnTo>
                  <a:close/>
                </a:path>
              </a:pathLst>
            </a:custGeom>
            <a:solidFill>
              <a:srgbClr val="4B3800"/>
            </a:solidFill>
          </p:spPr>
          <p:txBody>
            <a:bodyPr wrap="square" lIns="0" tIns="0" rIns="0" bIns="0" rtlCol="0"/>
            <a:lstStyle/>
            <a:p/>
          </p:txBody>
        </p:sp>
        <p:sp>
          <p:nvSpPr>
            <p:cNvPr id="1618" name="object 1618"/>
            <p:cNvSpPr/>
            <p:nvPr/>
          </p:nvSpPr>
          <p:spPr>
            <a:xfrm>
              <a:off x="2722880" y="4222749"/>
              <a:ext cx="247650" cy="7620"/>
            </a:xfrm>
            <a:custGeom>
              <a:avLst/>
              <a:gdLst/>
              <a:ahLst/>
              <a:cxnLst/>
              <a:rect l="l" t="t" r="r" b="b"/>
              <a:pathLst>
                <a:path w="247650" h="7620">
                  <a:moveTo>
                    <a:pt x="247650" y="2552"/>
                  </a:moveTo>
                  <a:lnTo>
                    <a:pt x="0" y="2552"/>
                  </a:lnTo>
                  <a:lnTo>
                    <a:pt x="0" y="7620"/>
                  </a:lnTo>
                  <a:lnTo>
                    <a:pt x="247650" y="7620"/>
                  </a:lnTo>
                  <a:lnTo>
                    <a:pt x="247650" y="2552"/>
                  </a:lnTo>
                  <a:close/>
                </a:path>
                <a:path w="247650" h="7620">
                  <a:moveTo>
                    <a:pt x="247650" y="0"/>
                  </a:moveTo>
                  <a:lnTo>
                    <a:pt x="0" y="0"/>
                  </a:lnTo>
                  <a:lnTo>
                    <a:pt x="0" y="2540"/>
                  </a:lnTo>
                  <a:lnTo>
                    <a:pt x="247650" y="2540"/>
                  </a:lnTo>
                  <a:lnTo>
                    <a:pt x="247650" y="0"/>
                  </a:lnTo>
                  <a:close/>
                </a:path>
              </a:pathLst>
            </a:custGeom>
            <a:solidFill>
              <a:srgbClr val="4D3900"/>
            </a:solidFill>
          </p:spPr>
          <p:txBody>
            <a:bodyPr wrap="square" lIns="0" tIns="0" rIns="0" bIns="0" rtlCol="0"/>
            <a:lstStyle/>
            <a:p/>
          </p:txBody>
        </p:sp>
        <p:sp>
          <p:nvSpPr>
            <p:cNvPr id="1619" name="object 1619"/>
            <p:cNvSpPr/>
            <p:nvPr/>
          </p:nvSpPr>
          <p:spPr>
            <a:xfrm>
              <a:off x="2722880" y="4230369"/>
              <a:ext cx="247650" cy="6350"/>
            </a:xfrm>
            <a:custGeom>
              <a:avLst/>
              <a:gdLst/>
              <a:ahLst/>
              <a:cxnLst/>
              <a:rect l="l" t="t" r="r" b="b"/>
              <a:pathLst>
                <a:path w="247650" h="6350">
                  <a:moveTo>
                    <a:pt x="247650" y="1282"/>
                  </a:moveTo>
                  <a:lnTo>
                    <a:pt x="0" y="1282"/>
                  </a:lnTo>
                  <a:lnTo>
                    <a:pt x="0" y="6350"/>
                  </a:lnTo>
                  <a:lnTo>
                    <a:pt x="247650" y="6350"/>
                  </a:lnTo>
                  <a:lnTo>
                    <a:pt x="247650" y="1282"/>
                  </a:lnTo>
                  <a:close/>
                </a:path>
                <a:path w="247650" h="6350">
                  <a:moveTo>
                    <a:pt x="247650" y="0"/>
                  </a:moveTo>
                  <a:lnTo>
                    <a:pt x="0" y="0"/>
                  </a:lnTo>
                  <a:lnTo>
                    <a:pt x="0" y="1270"/>
                  </a:lnTo>
                  <a:lnTo>
                    <a:pt x="247650" y="1270"/>
                  </a:lnTo>
                  <a:lnTo>
                    <a:pt x="247650" y="0"/>
                  </a:lnTo>
                  <a:close/>
                </a:path>
              </a:pathLst>
            </a:custGeom>
            <a:solidFill>
              <a:srgbClr val="4F3B00"/>
            </a:solidFill>
          </p:spPr>
          <p:txBody>
            <a:bodyPr wrap="square" lIns="0" tIns="0" rIns="0" bIns="0" rtlCol="0"/>
            <a:lstStyle/>
            <a:p/>
          </p:txBody>
        </p:sp>
        <p:sp>
          <p:nvSpPr>
            <p:cNvPr id="1620" name="object 1620"/>
            <p:cNvSpPr/>
            <p:nvPr/>
          </p:nvSpPr>
          <p:spPr>
            <a:xfrm>
              <a:off x="2722880" y="4236719"/>
              <a:ext cx="247650" cy="7620"/>
            </a:xfrm>
            <a:custGeom>
              <a:avLst/>
              <a:gdLst/>
              <a:ahLst/>
              <a:cxnLst/>
              <a:rect l="l" t="t" r="r" b="b"/>
              <a:pathLst>
                <a:path w="247650" h="7620">
                  <a:moveTo>
                    <a:pt x="247650" y="1282"/>
                  </a:moveTo>
                  <a:lnTo>
                    <a:pt x="0" y="1282"/>
                  </a:lnTo>
                  <a:lnTo>
                    <a:pt x="0" y="7620"/>
                  </a:lnTo>
                  <a:lnTo>
                    <a:pt x="247650" y="7620"/>
                  </a:lnTo>
                  <a:lnTo>
                    <a:pt x="247650" y="1282"/>
                  </a:lnTo>
                  <a:close/>
                </a:path>
                <a:path w="247650" h="7620">
                  <a:moveTo>
                    <a:pt x="247650" y="0"/>
                  </a:moveTo>
                  <a:lnTo>
                    <a:pt x="0" y="0"/>
                  </a:lnTo>
                  <a:lnTo>
                    <a:pt x="0" y="1270"/>
                  </a:lnTo>
                  <a:lnTo>
                    <a:pt x="247650" y="1270"/>
                  </a:lnTo>
                  <a:lnTo>
                    <a:pt x="247650" y="0"/>
                  </a:lnTo>
                  <a:close/>
                </a:path>
              </a:pathLst>
            </a:custGeom>
            <a:solidFill>
              <a:srgbClr val="513C00"/>
            </a:solidFill>
          </p:spPr>
          <p:txBody>
            <a:bodyPr wrap="square" lIns="0" tIns="0" rIns="0" bIns="0" rtlCol="0"/>
            <a:lstStyle/>
            <a:p/>
          </p:txBody>
        </p:sp>
        <p:sp>
          <p:nvSpPr>
            <p:cNvPr id="1621" name="object 1621"/>
            <p:cNvSpPr/>
            <p:nvPr/>
          </p:nvSpPr>
          <p:spPr>
            <a:xfrm>
              <a:off x="2722880" y="4244352"/>
              <a:ext cx="247650" cy="7620"/>
            </a:xfrm>
            <a:custGeom>
              <a:avLst/>
              <a:gdLst/>
              <a:ahLst/>
              <a:cxnLst/>
              <a:rect l="l" t="t" r="r" b="b"/>
              <a:pathLst>
                <a:path w="247650" h="7620">
                  <a:moveTo>
                    <a:pt x="247650" y="6350"/>
                  </a:moveTo>
                  <a:lnTo>
                    <a:pt x="0" y="6350"/>
                  </a:lnTo>
                  <a:lnTo>
                    <a:pt x="0" y="7607"/>
                  </a:lnTo>
                  <a:lnTo>
                    <a:pt x="247650" y="7607"/>
                  </a:lnTo>
                  <a:lnTo>
                    <a:pt x="247650" y="6350"/>
                  </a:lnTo>
                  <a:close/>
                </a:path>
                <a:path w="247650" h="7620">
                  <a:moveTo>
                    <a:pt x="247650" y="0"/>
                  </a:moveTo>
                  <a:lnTo>
                    <a:pt x="0" y="0"/>
                  </a:lnTo>
                  <a:lnTo>
                    <a:pt x="0" y="6337"/>
                  </a:lnTo>
                  <a:lnTo>
                    <a:pt x="247650" y="6337"/>
                  </a:lnTo>
                  <a:lnTo>
                    <a:pt x="247650" y="0"/>
                  </a:lnTo>
                  <a:close/>
                </a:path>
              </a:pathLst>
            </a:custGeom>
            <a:solidFill>
              <a:srgbClr val="533E00"/>
            </a:solidFill>
          </p:spPr>
          <p:txBody>
            <a:bodyPr wrap="square" lIns="0" tIns="0" rIns="0" bIns="0" rtlCol="0"/>
            <a:lstStyle/>
            <a:p/>
          </p:txBody>
        </p:sp>
        <p:sp>
          <p:nvSpPr>
            <p:cNvPr id="1622" name="object 1622"/>
            <p:cNvSpPr/>
            <p:nvPr/>
          </p:nvSpPr>
          <p:spPr>
            <a:xfrm>
              <a:off x="2722880" y="4251959"/>
              <a:ext cx="247650" cy="6350"/>
            </a:xfrm>
            <a:custGeom>
              <a:avLst/>
              <a:gdLst/>
              <a:ahLst/>
              <a:cxnLst/>
              <a:rect l="l" t="t" r="r" b="b"/>
              <a:pathLst>
                <a:path w="247650" h="6350">
                  <a:moveTo>
                    <a:pt x="247650" y="5092"/>
                  </a:moveTo>
                  <a:lnTo>
                    <a:pt x="0" y="5092"/>
                  </a:lnTo>
                  <a:lnTo>
                    <a:pt x="0" y="6350"/>
                  </a:lnTo>
                  <a:lnTo>
                    <a:pt x="247637" y="6350"/>
                  </a:lnTo>
                  <a:lnTo>
                    <a:pt x="247650" y="5092"/>
                  </a:lnTo>
                  <a:close/>
                </a:path>
                <a:path w="247650" h="6350">
                  <a:moveTo>
                    <a:pt x="247650" y="0"/>
                  </a:moveTo>
                  <a:lnTo>
                    <a:pt x="0" y="0"/>
                  </a:lnTo>
                  <a:lnTo>
                    <a:pt x="0" y="5080"/>
                  </a:lnTo>
                  <a:lnTo>
                    <a:pt x="247650" y="5080"/>
                  </a:lnTo>
                  <a:lnTo>
                    <a:pt x="247650" y="0"/>
                  </a:lnTo>
                  <a:close/>
                </a:path>
              </a:pathLst>
            </a:custGeom>
            <a:solidFill>
              <a:srgbClr val="553F00"/>
            </a:solidFill>
          </p:spPr>
          <p:txBody>
            <a:bodyPr wrap="square" lIns="0" tIns="0" rIns="0" bIns="0" rtlCol="0"/>
            <a:lstStyle/>
            <a:p/>
          </p:txBody>
        </p:sp>
        <p:sp>
          <p:nvSpPr>
            <p:cNvPr id="1623" name="object 1623"/>
            <p:cNvSpPr/>
            <p:nvPr/>
          </p:nvSpPr>
          <p:spPr>
            <a:xfrm>
              <a:off x="2722880" y="4258309"/>
              <a:ext cx="247650" cy="7620"/>
            </a:xfrm>
            <a:custGeom>
              <a:avLst/>
              <a:gdLst/>
              <a:ahLst/>
              <a:cxnLst/>
              <a:rect l="l" t="t" r="r" b="b"/>
              <a:pathLst>
                <a:path w="247650" h="7620">
                  <a:moveTo>
                    <a:pt x="246380" y="5092"/>
                  </a:moveTo>
                  <a:lnTo>
                    <a:pt x="0" y="5092"/>
                  </a:lnTo>
                  <a:lnTo>
                    <a:pt x="0" y="7620"/>
                  </a:lnTo>
                  <a:lnTo>
                    <a:pt x="246380" y="7620"/>
                  </a:lnTo>
                  <a:lnTo>
                    <a:pt x="246380" y="5092"/>
                  </a:lnTo>
                  <a:close/>
                </a:path>
                <a:path w="247650" h="7620">
                  <a:moveTo>
                    <a:pt x="247650" y="0"/>
                  </a:moveTo>
                  <a:lnTo>
                    <a:pt x="0" y="0"/>
                  </a:lnTo>
                  <a:lnTo>
                    <a:pt x="0" y="2540"/>
                  </a:lnTo>
                  <a:lnTo>
                    <a:pt x="0" y="5080"/>
                  </a:lnTo>
                  <a:lnTo>
                    <a:pt x="246380" y="5080"/>
                  </a:lnTo>
                  <a:lnTo>
                    <a:pt x="246380" y="2540"/>
                  </a:lnTo>
                  <a:lnTo>
                    <a:pt x="247650" y="2540"/>
                  </a:lnTo>
                  <a:lnTo>
                    <a:pt x="247650" y="0"/>
                  </a:lnTo>
                  <a:close/>
                </a:path>
              </a:pathLst>
            </a:custGeom>
            <a:solidFill>
              <a:srgbClr val="574100"/>
            </a:solidFill>
          </p:spPr>
          <p:txBody>
            <a:bodyPr wrap="square" lIns="0" tIns="0" rIns="0" bIns="0" rtlCol="0"/>
            <a:lstStyle/>
            <a:p/>
          </p:txBody>
        </p:sp>
        <p:sp>
          <p:nvSpPr>
            <p:cNvPr id="1624" name="object 1624"/>
            <p:cNvSpPr/>
            <p:nvPr/>
          </p:nvSpPr>
          <p:spPr>
            <a:xfrm>
              <a:off x="2721610" y="4265929"/>
              <a:ext cx="247650" cy="7620"/>
            </a:xfrm>
            <a:custGeom>
              <a:avLst/>
              <a:gdLst/>
              <a:ahLst/>
              <a:cxnLst/>
              <a:rect l="l" t="t" r="r" b="b"/>
              <a:pathLst>
                <a:path w="247650" h="7620">
                  <a:moveTo>
                    <a:pt x="247650" y="0"/>
                  </a:moveTo>
                  <a:lnTo>
                    <a:pt x="1270" y="0"/>
                  </a:lnTo>
                  <a:lnTo>
                    <a:pt x="1270" y="3810"/>
                  </a:lnTo>
                  <a:lnTo>
                    <a:pt x="1270" y="5080"/>
                  </a:lnTo>
                  <a:lnTo>
                    <a:pt x="0" y="5080"/>
                  </a:lnTo>
                  <a:lnTo>
                    <a:pt x="0" y="7620"/>
                  </a:lnTo>
                  <a:lnTo>
                    <a:pt x="247650" y="7620"/>
                  </a:lnTo>
                  <a:lnTo>
                    <a:pt x="247650" y="5080"/>
                  </a:lnTo>
                  <a:lnTo>
                    <a:pt x="247650" y="3810"/>
                  </a:lnTo>
                  <a:lnTo>
                    <a:pt x="247650" y="0"/>
                  </a:lnTo>
                  <a:close/>
                </a:path>
              </a:pathLst>
            </a:custGeom>
            <a:solidFill>
              <a:srgbClr val="594200"/>
            </a:solidFill>
          </p:spPr>
          <p:txBody>
            <a:bodyPr wrap="square" lIns="0" tIns="0" rIns="0" bIns="0" rtlCol="0"/>
            <a:lstStyle/>
            <a:p/>
          </p:txBody>
        </p:sp>
        <p:sp>
          <p:nvSpPr>
            <p:cNvPr id="1625" name="object 1625"/>
            <p:cNvSpPr/>
            <p:nvPr/>
          </p:nvSpPr>
          <p:spPr>
            <a:xfrm>
              <a:off x="2721610" y="4273549"/>
              <a:ext cx="247650" cy="7620"/>
            </a:xfrm>
            <a:custGeom>
              <a:avLst/>
              <a:gdLst/>
              <a:ahLst/>
              <a:cxnLst/>
              <a:rect l="l" t="t" r="r" b="b"/>
              <a:pathLst>
                <a:path w="247650" h="7620">
                  <a:moveTo>
                    <a:pt x="247650" y="2552"/>
                  </a:moveTo>
                  <a:lnTo>
                    <a:pt x="0" y="2552"/>
                  </a:lnTo>
                  <a:lnTo>
                    <a:pt x="0" y="7620"/>
                  </a:lnTo>
                  <a:lnTo>
                    <a:pt x="247650" y="7620"/>
                  </a:lnTo>
                  <a:lnTo>
                    <a:pt x="247650" y="2552"/>
                  </a:lnTo>
                  <a:close/>
                </a:path>
                <a:path w="247650" h="7620">
                  <a:moveTo>
                    <a:pt x="247650" y="0"/>
                  </a:moveTo>
                  <a:lnTo>
                    <a:pt x="0" y="0"/>
                  </a:lnTo>
                  <a:lnTo>
                    <a:pt x="0" y="2540"/>
                  </a:lnTo>
                  <a:lnTo>
                    <a:pt x="247650" y="2540"/>
                  </a:lnTo>
                  <a:lnTo>
                    <a:pt x="247650" y="0"/>
                  </a:lnTo>
                  <a:close/>
                </a:path>
              </a:pathLst>
            </a:custGeom>
            <a:solidFill>
              <a:srgbClr val="5B4400"/>
            </a:solidFill>
          </p:spPr>
          <p:txBody>
            <a:bodyPr wrap="square" lIns="0" tIns="0" rIns="0" bIns="0" rtlCol="0"/>
            <a:lstStyle/>
            <a:p/>
          </p:txBody>
        </p:sp>
        <p:sp>
          <p:nvSpPr>
            <p:cNvPr id="1626" name="object 1626"/>
            <p:cNvSpPr/>
            <p:nvPr/>
          </p:nvSpPr>
          <p:spPr>
            <a:xfrm>
              <a:off x="2721610" y="4281169"/>
              <a:ext cx="247650" cy="6350"/>
            </a:xfrm>
            <a:custGeom>
              <a:avLst/>
              <a:gdLst/>
              <a:ahLst/>
              <a:cxnLst/>
              <a:rect l="l" t="t" r="r" b="b"/>
              <a:pathLst>
                <a:path w="247650" h="6350">
                  <a:moveTo>
                    <a:pt x="247650" y="1282"/>
                  </a:moveTo>
                  <a:lnTo>
                    <a:pt x="0" y="1282"/>
                  </a:lnTo>
                  <a:lnTo>
                    <a:pt x="0" y="6350"/>
                  </a:lnTo>
                  <a:lnTo>
                    <a:pt x="247650" y="6350"/>
                  </a:lnTo>
                  <a:lnTo>
                    <a:pt x="247650" y="1282"/>
                  </a:lnTo>
                  <a:close/>
                </a:path>
                <a:path w="247650" h="6350">
                  <a:moveTo>
                    <a:pt x="247650" y="0"/>
                  </a:moveTo>
                  <a:lnTo>
                    <a:pt x="0" y="0"/>
                  </a:lnTo>
                  <a:lnTo>
                    <a:pt x="0" y="1270"/>
                  </a:lnTo>
                  <a:lnTo>
                    <a:pt x="247650" y="1270"/>
                  </a:lnTo>
                  <a:lnTo>
                    <a:pt x="247650" y="0"/>
                  </a:lnTo>
                  <a:close/>
                </a:path>
              </a:pathLst>
            </a:custGeom>
            <a:solidFill>
              <a:srgbClr val="5D4500"/>
            </a:solidFill>
          </p:spPr>
          <p:txBody>
            <a:bodyPr wrap="square" lIns="0" tIns="0" rIns="0" bIns="0" rtlCol="0"/>
            <a:lstStyle/>
            <a:p/>
          </p:txBody>
        </p:sp>
        <p:sp>
          <p:nvSpPr>
            <p:cNvPr id="1627" name="object 1627"/>
            <p:cNvSpPr/>
            <p:nvPr/>
          </p:nvSpPr>
          <p:spPr>
            <a:xfrm>
              <a:off x="2721610" y="4287519"/>
              <a:ext cx="247650" cy="7620"/>
            </a:xfrm>
            <a:custGeom>
              <a:avLst/>
              <a:gdLst/>
              <a:ahLst/>
              <a:cxnLst/>
              <a:rect l="l" t="t" r="r" b="b"/>
              <a:pathLst>
                <a:path w="247650" h="7620">
                  <a:moveTo>
                    <a:pt x="247650" y="1282"/>
                  </a:moveTo>
                  <a:lnTo>
                    <a:pt x="0" y="1282"/>
                  </a:lnTo>
                  <a:lnTo>
                    <a:pt x="0" y="7620"/>
                  </a:lnTo>
                  <a:lnTo>
                    <a:pt x="247650" y="7620"/>
                  </a:lnTo>
                  <a:lnTo>
                    <a:pt x="247650" y="1282"/>
                  </a:lnTo>
                  <a:close/>
                </a:path>
                <a:path w="247650" h="7620">
                  <a:moveTo>
                    <a:pt x="247650" y="0"/>
                  </a:moveTo>
                  <a:lnTo>
                    <a:pt x="0" y="0"/>
                  </a:lnTo>
                  <a:lnTo>
                    <a:pt x="0" y="1270"/>
                  </a:lnTo>
                  <a:lnTo>
                    <a:pt x="247650" y="1270"/>
                  </a:lnTo>
                  <a:lnTo>
                    <a:pt x="247650" y="0"/>
                  </a:lnTo>
                  <a:close/>
                </a:path>
              </a:pathLst>
            </a:custGeom>
            <a:solidFill>
              <a:srgbClr val="5F4700"/>
            </a:solidFill>
          </p:spPr>
          <p:txBody>
            <a:bodyPr wrap="square" lIns="0" tIns="0" rIns="0" bIns="0" rtlCol="0"/>
            <a:lstStyle/>
            <a:p/>
          </p:txBody>
        </p:sp>
        <p:sp>
          <p:nvSpPr>
            <p:cNvPr id="1628" name="object 1628"/>
            <p:cNvSpPr/>
            <p:nvPr/>
          </p:nvSpPr>
          <p:spPr>
            <a:xfrm>
              <a:off x="2721610" y="4295139"/>
              <a:ext cx="247650" cy="6350"/>
            </a:xfrm>
            <a:custGeom>
              <a:avLst/>
              <a:gdLst/>
              <a:ahLst/>
              <a:cxnLst/>
              <a:rect l="l" t="t" r="r" b="b"/>
              <a:pathLst>
                <a:path w="247650" h="6350">
                  <a:moveTo>
                    <a:pt x="247650" y="0"/>
                  </a:moveTo>
                  <a:lnTo>
                    <a:pt x="0" y="0"/>
                  </a:lnTo>
                  <a:lnTo>
                    <a:pt x="0" y="6349"/>
                  </a:lnTo>
                  <a:lnTo>
                    <a:pt x="247650" y="6349"/>
                  </a:lnTo>
                  <a:lnTo>
                    <a:pt x="247650" y="0"/>
                  </a:lnTo>
                  <a:close/>
                </a:path>
              </a:pathLst>
            </a:custGeom>
            <a:solidFill>
              <a:srgbClr val="614800"/>
            </a:solidFill>
          </p:spPr>
          <p:txBody>
            <a:bodyPr wrap="square" lIns="0" tIns="0" rIns="0" bIns="0" rtlCol="0"/>
            <a:lstStyle/>
            <a:p/>
          </p:txBody>
        </p:sp>
        <p:sp>
          <p:nvSpPr>
            <p:cNvPr id="1629" name="object 1629"/>
            <p:cNvSpPr/>
            <p:nvPr/>
          </p:nvSpPr>
          <p:spPr>
            <a:xfrm>
              <a:off x="3317240" y="4029709"/>
              <a:ext cx="53340" cy="5080"/>
            </a:xfrm>
            <a:custGeom>
              <a:avLst/>
              <a:gdLst/>
              <a:ahLst/>
              <a:cxnLst/>
              <a:rect l="l" t="t" r="r" b="b"/>
              <a:pathLst>
                <a:path w="53339" h="5079">
                  <a:moveTo>
                    <a:pt x="53340" y="3810"/>
                  </a:moveTo>
                  <a:lnTo>
                    <a:pt x="33020" y="3810"/>
                  </a:lnTo>
                  <a:lnTo>
                    <a:pt x="33020" y="2540"/>
                  </a:lnTo>
                  <a:lnTo>
                    <a:pt x="12700" y="2540"/>
                  </a:lnTo>
                  <a:lnTo>
                    <a:pt x="12700" y="1270"/>
                  </a:lnTo>
                  <a:lnTo>
                    <a:pt x="2527" y="1270"/>
                  </a:lnTo>
                  <a:lnTo>
                    <a:pt x="2527" y="0"/>
                  </a:lnTo>
                  <a:lnTo>
                    <a:pt x="0" y="0"/>
                  </a:lnTo>
                  <a:lnTo>
                    <a:pt x="0" y="1270"/>
                  </a:lnTo>
                  <a:lnTo>
                    <a:pt x="0" y="2540"/>
                  </a:lnTo>
                  <a:lnTo>
                    <a:pt x="0" y="3810"/>
                  </a:lnTo>
                  <a:lnTo>
                    <a:pt x="0" y="5080"/>
                  </a:lnTo>
                  <a:lnTo>
                    <a:pt x="53340" y="5080"/>
                  </a:lnTo>
                  <a:lnTo>
                    <a:pt x="53340" y="3810"/>
                  </a:lnTo>
                  <a:close/>
                </a:path>
              </a:pathLst>
            </a:custGeom>
            <a:solidFill>
              <a:srgbClr val="171100"/>
            </a:solidFill>
          </p:spPr>
          <p:txBody>
            <a:bodyPr wrap="square" lIns="0" tIns="0" rIns="0" bIns="0" rtlCol="0"/>
            <a:lstStyle/>
            <a:p/>
          </p:txBody>
        </p:sp>
        <p:sp>
          <p:nvSpPr>
            <p:cNvPr id="1630" name="object 1630"/>
            <p:cNvSpPr/>
            <p:nvPr/>
          </p:nvSpPr>
          <p:spPr>
            <a:xfrm>
              <a:off x="3317240" y="4034789"/>
              <a:ext cx="153670" cy="6350"/>
            </a:xfrm>
            <a:custGeom>
              <a:avLst/>
              <a:gdLst/>
              <a:ahLst/>
              <a:cxnLst/>
              <a:rect l="l" t="t" r="r" b="b"/>
              <a:pathLst>
                <a:path w="153670" h="6350">
                  <a:moveTo>
                    <a:pt x="153670" y="5080"/>
                  </a:moveTo>
                  <a:lnTo>
                    <a:pt x="133350" y="5080"/>
                  </a:lnTo>
                  <a:lnTo>
                    <a:pt x="133350" y="3810"/>
                  </a:lnTo>
                  <a:lnTo>
                    <a:pt x="113017" y="3810"/>
                  </a:lnTo>
                  <a:lnTo>
                    <a:pt x="113017" y="2540"/>
                  </a:lnTo>
                  <a:lnTo>
                    <a:pt x="92710" y="2540"/>
                  </a:lnTo>
                  <a:lnTo>
                    <a:pt x="92710" y="1270"/>
                  </a:lnTo>
                  <a:lnTo>
                    <a:pt x="73660" y="1270"/>
                  </a:lnTo>
                  <a:lnTo>
                    <a:pt x="73660" y="0"/>
                  </a:lnTo>
                  <a:lnTo>
                    <a:pt x="0" y="0"/>
                  </a:lnTo>
                  <a:lnTo>
                    <a:pt x="0" y="6350"/>
                  </a:lnTo>
                  <a:lnTo>
                    <a:pt x="153670" y="6350"/>
                  </a:lnTo>
                  <a:lnTo>
                    <a:pt x="153670" y="5080"/>
                  </a:lnTo>
                  <a:close/>
                </a:path>
              </a:pathLst>
            </a:custGeom>
            <a:solidFill>
              <a:srgbClr val="191200"/>
            </a:solidFill>
          </p:spPr>
          <p:txBody>
            <a:bodyPr wrap="square" lIns="0" tIns="0" rIns="0" bIns="0" rtlCol="0"/>
            <a:lstStyle/>
            <a:p/>
          </p:txBody>
        </p:sp>
        <p:sp>
          <p:nvSpPr>
            <p:cNvPr id="1631" name="object 1631"/>
            <p:cNvSpPr/>
            <p:nvPr/>
          </p:nvSpPr>
          <p:spPr>
            <a:xfrm>
              <a:off x="3317240" y="4041139"/>
              <a:ext cx="273050" cy="7620"/>
            </a:xfrm>
            <a:custGeom>
              <a:avLst/>
              <a:gdLst/>
              <a:ahLst/>
              <a:cxnLst/>
              <a:rect l="l" t="t" r="r" b="b"/>
              <a:pathLst>
                <a:path w="273050" h="7620">
                  <a:moveTo>
                    <a:pt x="252717" y="5080"/>
                  </a:moveTo>
                  <a:lnTo>
                    <a:pt x="233667" y="5080"/>
                  </a:lnTo>
                  <a:lnTo>
                    <a:pt x="233667" y="3810"/>
                  </a:lnTo>
                  <a:lnTo>
                    <a:pt x="213360" y="3810"/>
                  </a:lnTo>
                  <a:lnTo>
                    <a:pt x="213360" y="2540"/>
                  </a:lnTo>
                  <a:lnTo>
                    <a:pt x="193040" y="2540"/>
                  </a:lnTo>
                  <a:lnTo>
                    <a:pt x="193040" y="1270"/>
                  </a:lnTo>
                  <a:lnTo>
                    <a:pt x="172720" y="1270"/>
                  </a:lnTo>
                  <a:lnTo>
                    <a:pt x="172720" y="0"/>
                  </a:lnTo>
                  <a:lnTo>
                    <a:pt x="0" y="0"/>
                  </a:lnTo>
                  <a:lnTo>
                    <a:pt x="0" y="6350"/>
                  </a:lnTo>
                  <a:lnTo>
                    <a:pt x="252717" y="6350"/>
                  </a:lnTo>
                  <a:lnTo>
                    <a:pt x="252717" y="5080"/>
                  </a:lnTo>
                  <a:close/>
                </a:path>
                <a:path w="273050" h="7620">
                  <a:moveTo>
                    <a:pt x="273050" y="6362"/>
                  </a:moveTo>
                  <a:lnTo>
                    <a:pt x="0" y="6362"/>
                  </a:lnTo>
                  <a:lnTo>
                    <a:pt x="0" y="7620"/>
                  </a:lnTo>
                  <a:lnTo>
                    <a:pt x="273050" y="7620"/>
                  </a:lnTo>
                  <a:lnTo>
                    <a:pt x="273050" y="6362"/>
                  </a:lnTo>
                  <a:close/>
                </a:path>
              </a:pathLst>
            </a:custGeom>
            <a:solidFill>
              <a:srgbClr val="1B1400"/>
            </a:solidFill>
          </p:spPr>
          <p:txBody>
            <a:bodyPr wrap="square" lIns="0" tIns="0" rIns="0" bIns="0" rtlCol="0"/>
            <a:lstStyle/>
            <a:p/>
          </p:txBody>
        </p:sp>
        <p:sp>
          <p:nvSpPr>
            <p:cNvPr id="1632" name="object 1632"/>
            <p:cNvSpPr/>
            <p:nvPr/>
          </p:nvSpPr>
          <p:spPr>
            <a:xfrm>
              <a:off x="3317240" y="4048759"/>
              <a:ext cx="402590" cy="7620"/>
            </a:xfrm>
            <a:custGeom>
              <a:avLst/>
              <a:gdLst/>
              <a:ahLst/>
              <a:cxnLst/>
              <a:rect l="l" t="t" r="r" b="b"/>
              <a:pathLst>
                <a:path w="402589" h="7620">
                  <a:moveTo>
                    <a:pt x="353060" y="3810"/>
                  </a:moveTo>
                  <a:lnTo>
                    <a:pt x="332740" y="3810"/>
                  </a:lnTo>
                  <a:lnTo>
                    <a:pt x="332740" y="2540"/>
                  </a:lnTo>
                  <a:lnTo>
                    <a:pt x="313690" y="2540"/>
                  </a:lnTo>
                  <a:lnTo>
                    <a:pt x="313690" y="1270"/>
                  </a:lnTo>
                  <a:lnTo>
                    <a:pt x="293370" y="1270"/>
                  </a:lnTo>
                  <a:lnTo>
                    <a:pt x="293370" y="0"/>
                  </a:lnTo>
                  <a:lnTo>
                    <a:pt x="0" y="0"/>
                  </a:lnTo>
                  <a:lnTo>
                    <a:pt x="0" y="1270"/>
                  </a:lnTo>
                  <a:lnTo>
                    <a:pt x="0" y="2540"/>
                  </a:lnTo>
                  <a:lnTo>
                    <a:pt x="0" y="3810"/>
                  </a:lnTo>
                  <a:lnTo>
                    <a:pt x="0" y="5080"/>
                  </a:lnTo>
                  <a:lnTo>
                    <a:pt x="353060" y="5080"/>
                  </a:lnTo>
                  <a:lnTo>
                    <a:pt x="353060" y="3810"/>
                  </a:lnTo>
                  <a:close/>
                </a:path>
                <a:path w="402589" h="7620">
                  <a:moveTo>
                    <a:pt x="402590" y="6350"/>
                  </a:moveTo>
                  <a:lnTo>
                    <a:pt x="373367" y="6350"/>
                  </a:lnTo>
                  <a:lnTo>
                    <a:pt x="373367" y="5092"/>
                  </a:lnTo>
                  <a:lnTo>
                    <a:pt x="21590" y="5092"/>
                  </a:lnTo>
                  <a:lnTo>
                    <a:pt x="21590" y="6350"/>
                  </a:lnTo>
                  <a:lnTo>
                    <a:pt x="29210" y="6350"/>
                  </a:lnTo>
                  <a:lnTo>
                    <a:pt x="29210" y="7620"/>
                  </a:lnTo>
                  <a:lnTo>
                    <a:pt x="402590" y="7620"/>
                  </a:lnTo>
                  <a:lnTo>
                    <a:pt x="402590" y="6350"/>
                  </a:lnTo>
                  <a:close/>
                </a:path>
              </a:pathLst>
            </a:custGeom>
            <a:solidFill>
              <a:srgbClr val="1D1500"/>
            </a:solidFill>
          </p:spPr>
          <p:txBody>
            <a:bodyPr wrap="square" lIns="0" tIns="0" rIns="0" bIns="0" rtlCol="0"/>
            <a:lstStyle/>
            <a:p/>
          </p:txBody>
        </p:sp>
        <p:sp>
          <p:nvSpPr>
            <p:cNvPr id="1633" name="object 1633"/>
            <p:cNvSpPr/>
            <p:nvPr/>
          </p:nvSpPr>
          <p:spPr>
            <a:xfrm>
              <a:off x="3364230" y="4056379"/>
              <a:ext cx="355600" cy="6350"/>
            </a:xfrm>
            <a:custGeom>
              <a:avLst/>
              <a:gdLst/>
              <a:ahLst/>
              <a:cxnLst/>
              <a:rect l="l" t="t" r="r" b="b"/>
              <a:pathLst>
                <a:path w="355600" h="6350">
                  <a:moveTo>
                    <a:pt x="355600" y="0"/>
                  </a:moveTo>
                  <a:lnTo>
                    <a:pt x="0" y="0"/>
                  </a:lnTo>
                  <a:lnTo>
                    <a:pt x="0" y="1270"/>
                  </a:lnTo>
                  <a:lnTo>
                    <a:pt x="6350" y="1270"/>
                  </a:lnTo>
                  <a:lnTo>
                    <a:pt x="6350" y="2540"/>
                  </a:lnTo>
                  <a:lnTo>
                    <a:pt x="16510" y="2540"/>
                  </a:lnTo>
                  <a:lnTo>
                    <a:pt x="16510" y="3810"/>
                  </a:lnTo>
                  <a:lnTo>
                    <a:pt x="24130" y="3810"/>
                  </a:lnTo>
                  <a:lnTo>
                    <a:pt x="24130" y="5080"/>
                  </a:lnTo>
                  <a:lnTo>
                    <a:pt x="27940" y="5080"/>
                  </a:lnTo>
                  <a:lnTo>
                    <a:pt x="27940" y="6350"/>
                  </a:lnTo>
                  <a:lnTo>
                    <a:pt x="355600" y="6350"/>
                  </a:lnTo>
                  <a:lnTo>
                    <a:pt x="355600" y="5080"/>
                  </a:lnTo>
                  <a:lnTo>
                    <a:pt x="355600" y="3810"/>
                  </a:lnTo>
                  <a:lnTo>
                    <a:pt x="355600" y="2540"/>
                  </a:lnTo>
                  <a:lnTo>
                    <a:pt x="355600" y="1270"/>
                  </a:lnTo>
                  <a:lnTo>
                    <a:pt x="355600" y="0"/>
                  </a:lnTo>
                  <a:close/>
                </a:path>
              </a:pathLst>
            </a:custGeom>
            <a:solidFill>
              <a:srgbClr val="1F1700"/>
            </a:solidFill>
          </p:spPr>
          <p:txBody>
            <a:bodyPr wrap="square" lIns="0" tIns="0" rIns="0" bIns="0" rtlCol="0"/>
            <a:lstStyle/>
            <a:p/>
          </p:txBody>
        </p:sp>
        <p:sp>
          <p:nvSpPr>
            <p:cNvPr id="1634" name="object 1634"/>
            <p:cNvSpPr/>
            <p:nvPr/>
          </p:nvSpPr>
          <p:spPr>
            <a:xfrm>
              <a:off x="3394710" y="4062729"/>
              <a:ext cx="325120" cy="7620"/>
            </a:xfrm>
            <a:custGeom>
              <a:avLst/>
              <a:gdLst/>
              <a:ahLst/>
              <a:cxnLst/>
              <a:rect l="l" t="t" r="r" b="b"/>
              <a:pathLst>
                <a:path w="325120" h="7620">
                  <a:moveTo>
                    <a:pt x="325120" y="0"/>
                  </a:moveTo>
                  <a:lnTo>
                    <a:pt x="0" y="0"/>
                  </a:lnTo>
                  <a:lnTo>
                    <a:pt x="0" y="1270"/>
                  </a:lnTo>
                  <a:lnTo>
                    <a:pt x="5080" y="1270"/>
                  </a:lnTo>
                  <a:lnTo>
                    <a:pt x="5080" y="2540"/>
                  </a:lnTo>
                  <a:lnTo>
                    <a:pt x="8890" y="2540"/>
                  </a:lnTo>
                  <a:lnTo>
                    <a:pt x="8890" y="3810"/>
                  </a:lnTo>
                  <a:lnTo>
                    <a:pt x="11430" y="3810"/>
                  </a:lnTo>
                  <a:lnTo>
                    <a:pt x="11430" y="5080"/>
                  </a:lnTo>
                  <a:lnTo>
                    <a:pt x="12700" y="5080"/>
                  </a:lnTo>
                  <a:lnTo>
                    <a:pt x="12700" y="6350"/>
                  </a:lnTo>
                  <a:lnTo>
                    <a:pt x="15240" y="6350"/>
                  </a:lnTo>
                  <a:lnTo>
                    <a:pt x="15240" y="7620"/>
                  </a:lnTo>
                  <a:lnTo>
                    <a:pt x="323850" y="7620"/>
                  </a:lnTo>
                  <a:lnTo>
                    <a:pt x="323850" y="6350"/>
                  </a:lnTo>
                  <a:lnTo>
                    <a:pt x="323850" y="5080"/>
                  </a:lnTo>
                  <a:lnTo>
                    <a:pt x="323850" y="3810"/>
                  </a:lnTo>
                  <a:lnTo>
                    <a:pt x="325120" y="3810"/>
                  </a:lnTo>
                  <a:lnTo>
                    <a:pt x="325120" y="2540"/>
                  </a:lnTo>
                  <a:lnTo>
                    <a:pt x="325120" y="1270"/>
                  </a:lnTo>
                  <a:lnTo>
                    <a:pt x="325120" y="0"/>
                  </a:lnTo>
                  <a:close/>
                </a:path>
              </a:pathLst>
            </a:custGeom>
            <a:solidFill>
              <a:srgbClr val="211800"/>
            </a:solidFill>
          </p:spPr>
          <p:txBody>
            <a:bodyPr wrap="square" lIns="0" tIns="0" rIns="0" bIns="0" rtlCol="0"/>
            <a:lstStyle/>
            <a:p/>
          </p:txBody>
        </p:sp>
        <p:sp>
          <p:nvSpPr>
            <p:cNvPr id="1635" name="object 1635"/>
            <p:cNvSpPr/>
            <p:nvPr/>
          </p:nvSpPr>
          <p:spPr>
            <a:xfrm>
              <a:off x="3411220" y="4070349"/>
              <a:ext cx="307340" cy="7620"/>
            </a:xfrm>
            <a:custGeom>
              <a:avLst/>
              <a:gdLst/>
              <a:ahLst/>
              <a:cxnLst/>
              <a:rect l="l" t="t" r="r" b="b"/>
              <a:pathLst>
                <a:path w="307339" h="7620">
                  <a:moveTo>
                    <a:pt x="307340" y="0"/>
                  </a:moveTo>
                  <a:lnTo>
                    <a:pt x="0" y="0"/>
                  </a:lnTo>
                  <a:lnTo>
                    <a:pt x="0" y="1270"/>
                  </a:lnTo>
                  <a:lnTo>
                    <a:pt x="2540" y="1270"/>
                  </a:lnTo>
                  <a:lnTo>
                    <a:pt x="2540" y="2540"/>
                  </a:lnTo>
                  <a:lnTo>
                    <a:pt x="3810" y="2540"/>
                  </a:lnTo>
                  <a:lnTo>
                    <a:pt x="3810" y="3810"/>
                  </a:lnTo>
                  <a:lnTo>
                    <a:pt x="5080" y="3810"/>
                  </a:lnTo>
                  <a:lnTo>
                    <a:pt x="5080" y="5080"/>
                  </a:lnTo>
                  <a:lnTo>
                    <a:pt x="6350" y="5080"/>
                  </a:lnTo>
                  <a:lnTo>
                    <a:pt x="6350" y="6350"/>
                  </a:lnTo>
                  <a:lnTo>
                    <a:pt x="7620" y="6350"/>
                  </a:lnTo>
                  <a:lnTo>
                    <a:pt x="7620" y="7620"/>
                  </a:lnTo>
                  <a:lnTo>
                    <a:pt x="307340" y="7620"/>
                  </a:lnTo>
                  <a:lnTo>
                    <a:pt x="307340" y="6350"/>
                  </a:lnTo>
                  <a:lnTo>
                    <a:pt x="307340" y="5080"/>
                  </a:lnTo>
                  <a:lnTo>
                    <a:pt x="307327" y="3810"/>
                  </a:lnTo>
                  <a:lnTo>
                    <a:pt x="307327" y="2540"/>
                  </a:lnTo>
                  <a:lnTo>
                    <a:pt x="307340" y="1270"/>
                  </a:lnTo>
                  <a:lnTo>
                    <a:pt x="307340" y="0"/>
                  </a:lnTo>
                  <a:close/>
                </a:path>
              </a:pathLst>
            </a:custGeom>
            <a:solidFill>
              <a:srgbClr val="231A00"/>
            </a:solidFill>
          </p:spPr>
          <p:txBody>
            <a:bodyPr wrap="square" lIns="0" tIns="0" rIns="0" bIns="0" rtlCol="0"/>
            <a:lstStyle/>
            <a:p/>
          </p:txBody>
        </p:sp>
        <p:sp>
          <p:nvSpPr>
            <p:cNvPr id="1636" name="object 1636"/>
            <p:cNvSpPr/>
            <p:nvPr/>
          </p:nvSpPr>
          <p:spPr>
            <a:xfrm>
              <a:off x="3420110" y="4077969"/>
              <a:ext cx="251460" cy="7620"/>
            </a:xfrm>
            <a:custGeom>
              <a:avLst/>
              <a:gdLst/>
              <a:ahLst/>
              <a:cxnLst/>
              <a:rect l="l" t="t" r="r" b="b"/>
              <a:pathLst>
                <a:path w="251460" h="7620">
                  <a:moveTo>
                    <a:pt x="240030" y="1282"/>
                  </a:moveTo>
                  <a:lnTo>
                    <a:pt x="1270" y="1282"/>
                  </a:lnTo>
                  <a:lnTo>
                    <a:pt x="1270" y="2540"/>
                  </a:lnTo>
                  <a:lnTo>
                    <a:pt x="3810" y="2540"/>
                  </a:lnTo>
                  <a:lnTo>
                    <a:pt x="3810" y="3810"/>
                  </a:lnTo>
                  <a:lnTo>
                    <a:pt x="3810" y="5080"/>
                  </a:lnTo>
                  <a:lnTo>
                    <a:pt x="5080" y="5080"/>
                  </a:lnTo>
                  <a:lnTo>
                    <a:pt x="5080" y="6350"/>
                  </a:lnTo>
                  <a:lnTo>
                    <a:pt x="6350" y="6350"/>
                  </a:lnTo>
                  <a:lnTo>
                    <a:pt x="6350" y="7620"/>
                  </a:lnTo>
                  <a:lnTo>
                    <a:pt x="219710" y="7620"/>
                  </a:lnTo>
                  <a:lnTo>
                    <a:pt x="219710" y="6350"/>
                  </a:lnTo>
                  <a:lnTo>
                    <a:pt x="222250" y="6350"/>
                  </a:lnTo>
                  <a:lnTo>
                    <a:pt x="222250" y="5080"/>
                  </a:lnTo>
                  <a:lnTo>
                    <a:pt x="228600" y="5080"/>
                  </a:lnTo>
                  <a:lnTo>
                    <a:pt x="228600" y="3810"/>
                  </a:lnTo>
                  <a:lnTo>
                    <a:pt x="231140" y="3810"/>
                  </a:lnTo>
                  <a:lnTo>
                    <a:pt x="231140" y="2540"/>
                  </a:lnTo>
                  <a:lnTo>
                    <a:pt x="240030" y="2540"/>
                  </a:lnTo>
                  <a:lnTo>
                    <a:pt x="240030" y="1282"/>
                  </a:lnTo>
                  <a:close/>
                </a:path>
                <a:path w="251460" h="7620">
                  <a:moveTo>
                    <a:pt x="251460" y="0"/>
                  </a:moveTo>
                  <a:lnTo>
                    <a:pt x="0" y="0"/>
                  </a:lnTo>
                  <a:lnTo>
                    <a:pt x="0" y="1270"/>
                  </a:lnTo>
                  <a:lnTo>
                    <a:pt x="251460" y="1270"/>
                  </a:lnTo>
                  <a:lnTo>
                    <a:pt x="251460" y="0"/>
                  </a:lnTo>
                  <a:close/>
                </a:path>
              </a:pathLst>
            </a:custGeom>
            <a:solidFill>
              <a:srgbClr val="251B00"/>
            </a:solidFill>
          </p:spPr>
          <p:txBody>
            <a:bodyPr wrap="square" lIns="0" tIns="0" rIns="0" bIns="0" rtlCol="0"/>
            <a:lstStyle/>
            <a:p/>
          </p:txBody>
        </p:sp>
        <p:sp>
          <p:nvSpPr>
            <p:cNvPr id="1637" name="object 1637"/>
            <p:cNvSpPr/>
            <p:nvPr/>
          </p:nvSpPr>
          <p:spPr>
            <a:xfrm>
              <a:off x="3427730" y="4085589"/>
              <a:ext cx="207010" cy="6350"/>
            </a:xfrm>
            <a:custGeom>
              <a:avLst/>
              <a:gdLst/>
              <a:ahLst/>
              <a:cxnLst/>
              <a:rect l="l" t="t" r="r" b="b"/>
              <a:pathLst>
                <a:path w="207010" h="6350">
                  <a:moveTo>
                    <a:pt x="207010" y="0"/>
                  </a:moveTo>
                  <a:lnTo>
                    <a:pt x="0" y="0"/>
                  </a:lnTo>
                  <a:lnTo>
                    <a:pt x="0" y="1270"/>
                  </a:lnTo>
                  <a:lnTo>
                    <a:pt x="0" y="2540"/>
                  </a:lnTo>
                  <a:lnTo>
                    <a:pt x="1270" y="2540"/>
                  </a:lnTo>
                  <a:lnTo>
                    <a:pt x="1270" y="3810"/>
                  </a:lnTo>
                  <a:lnTo>
                    <a:pt x="1270" y="5080"/>
                  </a:lnTo>
                  <a:lnTo>
                    <a:pt x="2540" y="5080"/>
                  </a:lnTo>
                  <a:lnTo>
                    <a:pt x="2540" y="6350"/>
                  </a:lnTo>
                  <a:lnTo>
                    <a:pt x="193040" y="6350"/>
                  </a:lnTo>
                  <a:lnTo>
                    <a:pt x="193040" y="5080"/>
                  </a:lnTo>
                  <a:lnTo>
                    <a:pt x="195580" y="5080"/>
                  </a:lnTo>
                  <a:lnTo>
                    <a:pt x="195580" y="3810"/>
                  </a:lnTo>
                  <a:lnTo>
                    <a:pt x="198120" y="3810"/>
                  </a:lnTo>
                  <a:lnTo>
                    <a:pt x="198120" y="2540"/>
                  </a:lnTo>
                  <a:lnTo>
                    <a:pt x="204470" y="2540"/>
                  </a:lnTo>
                  <a:lnTo>
                    <a:pt x="204470" y="1270"/>
                  </a:lnTo>
                  <a:lnTo>
                    <a:pt x="207010" y="1270"/>
                  </a:lnTo>
                  <a:lnTo>
                    <a:pt x="207010" y="0"/>
                  </a:lnTo>
                  <a:close/>
                </a:path>
              </a:pathLst>
            </a:custGeom>
            <a:solidFill>
              <a:srgbClr val="271D00"/>
            </a:solidFill>
          </p:spPr>
          <p:txBody>
            <a:bodyPr wrap="square" lIns="0" tIns="0" rIns="0" bIns="0" rtlCol="0"/>
            <a:lstStyle/>
            <a:p/>
          </p:txBody>
        </p:sp>
        <p:sp>
          <p:nvSpPr>
            <p:cNvPr id="1638" name="object 1638"/>
            <p:cNvSpPr/>
            <p:nvPr/>
          </p:nvSpPr>
          <p:spPr>
            <a:xfrm>
              <a:off x="3430270" y="4091939"/>
              <a:ext cx="187960" cy="7620"/>
            </a:xfrm>
            <a:custGeom>
              <a:avLst/>
              <a:gdLst/>
              <a:ahLst/>
              <a:cxnLst/>
              <a:rect l="l" t="t" r="r" b="b"/>
              <a:pathLst>
                <a:path w="187960" h="7620">
                  <a:moveTo>
                    <a:pt x="173990" y="6362"/>
                  </a:moveTo>
                  <a:lnTo>
                    <a:pt x="1270" y="6362"/>
                  </a:lnTo>
                  <a:lnTo>
                    <a:pt x="1270" y="7620"/>
                  </a:lnTo>
                  <a:lnTo>
                    <a:pt x="173990" y="7620"/>
                  </a:lnTo>
                  <a:lnTo>
                    <a:pt x="173990" y="6362"/>
                  </a:lnTo>
                  <a:close/>
                </a:path>
                <a:path w="187960" h="7620">
                  <a:moveTo>
                    <a:pt x="187960" y="0"/>
                  </a:moveTo>
                  <a:lnTo>
                    <a:pt x="0" y="0"/>
                  </a:lnTo>
                  <a:lnTo>
                    <a:pt x="0" y="1270"/>
                  </a:lnTo>
                  <a:lnTo>
                    <a:pt x="0" y="2540"/>
                  </a:lnTo>
                  <a:lnTo>
                    <a:pt x="0" y="3810"/>
                  </a:lnTo>
                  <a:lnTo>
                    <a:pt x="1270" y="3810"/>
                  </a:lnTo>
                  <a:lnTo>
                    <a:pt x="1270" y="5080"/>
                  </a:lnTo>
                  <a:lnTo>
                    <a:pt x="1270" y="6350"/>
                  </a:lnTo>
                  <a:lnTo>
                    <a:pt x="176530" y="6350"/>
                  </a:lnTo>
                  <a:lnTo>
                    <a:pt x="176530" y="5080"/>
                  </a:lnTo>
                  <a:lnTo>
                    <a:pt x="179070" y="5080"/>
                  </a:lnTo>
                  <a:lnTo>
                    <a:pt x="179070" y="3810"/>
                  </a:lnTo>
                  <a:lnTo>
                    <a:pt x="181610" y="3810"/>
                  </a:lnTo>
                  <a:lnTo>
                    <a:pt x="181610" y="2540"/>
                  </a:lnTo>
                  <a:lnTo>
                    <a:pt x="184150" y="2540"/>
                  </a:lnTo>
                  <a:lnTo>
                    <a:pt x="184150" y="1270"/>
                  </a:lnTo>
                  <a:lnTo>
                    <a:pt x="187960" y="1270"/>
                  </a:lnTo>
                  <a:lnTo>
                    <a:pt x="187960" y="0"/>
                  </a:lnTo>
                  <a:close/>
                </a:path>
              </a:pathLst>
            </a:custGeom>
            <a:solidFill>
              <a:srgbClr val="291E00"/>
            </a:solidFill>
          </p:spPr>
          <p:txBody>
            <a:bodyPr wrap="square" lIns="0" tIns="0" rIns="0" bIns="0" rtlCol="0"/>
            <a:lstStyle/>
            <a:p/>
          </p:txBody>
        </p:sp>
        <p:sp>
          <p:nvSpPr>
            <p:cNvPr id="1639" name="object 1639"/>
            <p:cNvSpPr/>
            <p:nvPr/>
          </p:nvSpPr>
          <p:spPr>
            <a:xfrm>
              <a:off x="3431540" y="4099559"/>
              <a:ext cx="170180" cy="7620"/>
            </a:xfrm>
            <a:custGeom>
              <a:avLst/>
              <a:gdLst/>
              <a:ahLst/>
              <a:cxnLst/>
              <a:rect l="l" t="t" r="r" b="b"/>
              <a:pathLst>
                <a:path w="170179" h="7620">
                  <a:moveTo>
                    <a:pt x="170167" y="0"/>
                  </a:moveTo>
                  <a:lnTo>
                    <a:pt x="0" y="0"/>
                  </a:lnTo>
                  <a:lnTo>
                    <a:pt x="0" y="1270"/>
                  </a:lnTo>
                  <a:lnTo>
                    <a:pt x="0" y="2540"/>
                  </a:lnTo>
                  <a:lnTo>
                    <a:pt x="0" y="3810"/>
                  </a:lnTo>
                  <a:lnTo>
                    <a:pt x="0" y="5080"/>
                  </a:lnTo>
                  <a:lnTo>
                    <a:pt x="0" y="6350"/>
                  </a:lnTo>
                  <a:lnTo>
                    <a:pt x="0" y="7620"/>
                  </a:lnTo>
                  <a:lnTo>
                    <a:pt x="157467" y="7620"/>
                  </a:lnTo>
                  <a:lnTo>
                    <a:pt x="157467" y="6350"/>
                  </a:lnTo>
                  <a:lnTo>
                    <a:pt x="160020" y="6350"/>
                  </a:lnTo>
                  <a:lnTo>
                    <a:pt x="160020" y="5080"/>
                  </a:lnTo>
                  <a:lnTo>
                    <a:pt x="162560" y="5080"/>
                  </a:lnTo>
                  <a:lnTo>
                    <a:pt x="162560" y="3810"/>
                  </a:lnTo>
                  <a:lnTo>
                    <a:pt x="165100" y="3810"/>
                  </a:lnTo>
                  <a:lnTo>
                    <a:pt x="165100" y="2540"/>
                  </a:lnTo>
                  <a:lnTo>
                    <a:pt x="167640" y="2540"/>
                  </a:lnTo>
                  <a:lnTo>
                    <a:pt x="167640" y="1270"/>
                  </a:lnTo>
                  <a:lnTo>
                    <a:pt x="170167" y="1270"/>
                  </a:lnTo>
                  <a:lnTo>
                    <a:pt x="170167" y="0"/>
                  </a:lnTo>
                  <a:close/>
                </a:path>
              </a:pathLst>
            </a:custGeom>
            <a:solidFill>
              <a:srgbClr val="2B2000"/>
            </a:solidFill>
          </p:spPr>
          <p:txBody>
            <a:bodyPr wrap="square" lIns="0" tIns="0" rIns="0" bIns="0" rtlCol="0"/>
            <a:lstStyle/>
            <a:p/>
          </p:txBody>
        </p:sp>
        <p:sp>
          <p:nvSpPr>
            <p:cNvPr id="1640" name="object 1640"/>
            <p:cNvSpPr/>
            <p:nvPr/>
          </p:nvSpPr>
          <p:spPr>
            <a:xfrm>
              <a:off x="3429000" y="4107179"/>
              <a:ext cx="157480" cy="6350"/>
            </a:xfrm>
            <a:custGeom>
              <a:avLst/>
              <a:gdLst/>
              <a:ahLst/>
              <a:cxnLst/>
              <a:rect l="l" t="t" r="r" b="b"/>
              <a:pathLst>
                <a:path w="157479" h="6350">
                  <a:moveTo>
                    <a:pt x="149860" y="3822"/>
                  </a:moveTo>
                  <a:lnTo>
                    <a:pt x="1270" y="3822"/>
                  </a:lnTo>
                  <a:lnTo>
                    <a:pt x="1270" y="5080"/>
                  </a:lnTo>
                  <a:lnTo>
                    <a:pt x="0" y="5080"/>
                  </a:lnTo>
                  <a:lnTo>
                    <a:pt x="0" y="6350"/>
                  </a:lnTo>
                  <a:lnTo>
                    <a:pt x="147320" y="6350"/>
                  </a:lnTo>
                  <a:lnTo>
                    <a:pt x="147320" y="5080"/>
                  </a:lnTo>
                  <a:lnTo>
                    <a:pt x="149860" y="5080"/>
                  </a:lnTo>
                  <a:lnTo>
                    <a:pt x="149860" y="3822"/>
                  </a:lnTo>
                  <a:close/>
                </a:path>
                <a:path w="157479" h="6350">
                  <a:moveTo>
                    <a:pt x="157480" y="0"/>
                  </a:moveTo>
                  <a:lnTo>
                    <a:pt x="2540" y="0"/>
                  </a:lnTo>
                  <a:lnTo>
                    <a:pt x="2540" y="1270"/>
                  </a:lnTo>
                  <a:lnTo>
                    <a:pt x="1270" y="1270"/>
                  </a:lnTo>
                  <a:lnTo>
                    <a:pt x="1270" y="2540"/>
                  </a:lnTo>
                  <a:lnTo>
                    <a:pt x="1270" y="3810"/>
                  </a:lnTo>
                  <a:lnTo>
                    <a:pt x="152400" y="3810"/>
                  </a:lnTo>
                  <a:lnTo>
                    <a:pt x="152400" y="2540"/>
                  </a:lnTo>
                  <a:lnTo>
                    <a:pt x="153670" y="2540"/>
                  </a:lnTo>
                  <a:lnTo>
                    <a:pt x="153670" y="1270"/>
                  </a:lnTo>
                  <a:lnTo>
                    <a:pt x="157480" y="1270"/>
                  </a:lnTo>
                  <a:lnTo>
                    <a:pt x="157480" y="0"/>
                  </a:lnTo>
                  <a:close/>
                </a:path>
              </a:pathLst>
            </a:custGeom>
            <a:solidFill>
              <a:srgbClr val="2D2100"/>
            </a:solidFill>
          </p:spPr>
          <p:txBody>
            <a:bodyPr wrap="square" lIns="0" tIns="0" rIns="0" bIns="0" rtlCol="0"/>
            <a:lstStyle/>
            <a:p/>
          </p:txBody>
        </p:sp>
        <p:sp>
          <p:nvSpPr>
            <p:cNvPr id="1641" name="object 1641"/>
            <p:cNvSpPr/>
            <p:nvPr/>
          </p:nvSpPr>
          <p:spPr>
            <a:xfrm>
              <a:off x="3425190" y="4113529"/>
              <a:ext cx="148590" cy="7620"/>
            </a:xfrm>
            <a:custGeom>
              <a:avLst/>
              <a:gdLst/>
              <a:ahLst/>
              <a:cxnLst/>
              <a:rect l="l" t="t" r="r" b="b"/>
              <a:pathLst>
                <a:path w="148589" h="7620">
                  <a:moveTo>
                    <a:pt x="140957" y="3822"/>
                  </a:moveTo>
                  <a:lnTo>
                    <a:pt x="2540" y="3822"/>
                  </a:lnTo>
                  <a:lnTo>
                    <a:pt x="2540" y="5080"/>
                  </a:lnTo>
                  <a:lnTo>
                    <a:pt x="1270" y="5080"/>
                  </a:lnTo>
                  <a:lnTo>
                    <a:pt x="1270" y="6350"/>
                  </a:lnTo>
                  <a:lnTo>
                    <a:pt x="0" y="6350"/>
                  </a:lnTo>
                  <a:lnTo>
                    <a:pt x="0" y="7620"/>
                  </a:lnTo>
                  <a:lnTo>
                    <a:pt x="137160" y="7620"/>
                  </a:lnTo>
                  <a:lnTo>
                    <a:pt x="137160" y="6350"/>
                  </a:lnTo>
                  <a:lnTo>
                    <a:pt x="138430" y="6350"/>
                  </a:lnTo>
                  <a:lnTo>
                    <a:pt x="138430" y="5080"/>
                  </a:lnTo>
                  <a:lnTo>
                    <a:pt x="140957" y="5080"/>
                  </a:lnTo>
                  <a:lnTo>
                    <a:pt x="140957" y="3822"/>
                  </a:lnTo>
                  <a:close/>
                </a:path>
                <a:path w="148589" h="7620">
                  <a:moveTo>
                    <a:pt x="148590" y="0"/>
                  </a:moveTo>
                  <a:lnTo>
                    <a:pt x="3810" y="0"/>
                  </a:lnTo>
                  <a:lnTo>
                    <a:pt x="3810" y="1270"/>
                  </a:lnTo>
                  <a:lnTo>
                    <a:pt x="3810" y="2540"/>
                  </a:lnTo>
                  <a:lnTo>
                    <a:pt x="2540" y="2540"/>
                  </a:lnTo>
                  <a:lnTo>
                    <a:pt x="2540" y="3810"/>
                  </a:lnTo>
                  <a:lnTo>
                    <a:pt x="143510" y="3810"/>
                  </a:lnTo>
                  <a:lnTo>
                    <a:pt x="143510" y="2540"/>
                  </a:lnTo>
                  <a:lnTo>
                    <a:pt x="146050" y="2540"/>
                  </a:lnTo>
                  <a:lnTo>
                    <a:pt x="146050" y="1270"/>
                  </a:lnTo>
                  <a:lnTo>
                    <a:pt x="148590" y="1270"/>
                  </a:lnTo>
                  <a:lnTo>
                    <a:pt x="148590" y="0"/>
                  </a:lnTo>
                  <a:close/>
                </a:path>
              </a:pathLst>
            </a:custGeom>
            <a:solidFill>
              <a:srgbClr val="2F2300"/>
            </a:solidFill>
          </p:spPr>
          <p:txBody>
            <a:bodyPr wrap="square" lIns="0" tIns="0" rIns="0" bIns="0" rtlCol="0"/>
            <a:lstStyle/>
            <a:p/>
          </p:txBody>
        </p:sp>
        <p:sp>
          <p:nvSpPr>
            <p:cNvPr id="1642" name="object 1642"/>
            <p:cNvSpPr/>
            <p:nvPr/>
          </p:nvSpPr>
          <p:spPr>
            <a:xfrm>
              <a:off x="3418840" y="4121149"/>
              <a:ext cx="140970" cy="7620"/>
            </a:xfrm>
            <a:custGeom>
              <a:avLst/>
              <a:gdLst/>
              <a:ahLst/>
              <a:cxnLst/>
              <a:rect l="l" t="t" r="r" b="b"/>
              <a:pathLst>
                <a:path w="140970" h="7620">
                  <a:moveTo>
                    <a:pt x="140970" y="0"/>
                  </a:move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8270" y="7620"/>
                  </a:lnTo>
                  <a:lnTo>
                    <a:pt x="128270" y="6350"/>
                  </a:lnTo>
                  <a:lnTo>
                    <a:pt x="130810" y="6350"/>
                  </a:lnTo>
                  <a:lnTo>
                    <a:pt x="130810" y="5080"/>
                  </a:lnTo>
                  <a:lnTo>
                    <a:pt x="133350" y="5080"/>
                  </a:lnTo>
                  <a:lnTo>
                    <a:pt x="133350" y="3810"/>
                  </a:lnTo>
                  <a:lnTo>
                    <a:pt x="135890" y="3810"/>
                  </a:lnTo>
                  <a:lnTo>
                    <a:pt x="135890" y="2540"/>
                  </a:lnTo>
                  <a:lnTo>
                    <a:pt x="138430" y="2540"/>
                  </a:lnTo>
                  <a:lnTo>
                    <a:pt x="138430" y="1270"/>
                  </a:lnTo>
                  <a:lnTo>
                    <a:pt x="140970" y="1270"/>
                  </a:lnTo>
                  <a:lnTo>
                    <a:pt x="140970" y="0"/>
                  </a:lnTo>
                  <a:close/>
                </a:path>
              </a:pathLst>
            </a:custGeom>
            <a:solidFill>
              <a:srgbClr val="312400"/>
            </a:solidFill>
          </p:spPr>
          <p:txBody>
            <a:bodyPr wrap="square" lIns="0" tIns="0" rIns="0" bIns="0" rtlCol="0"/>
            <a:lstStyle/>
            <a:p/>
          </p:txBody>
        </p:sp>
        <p:sp>
          <p:nvSpPr>
            <p:cNvPr id="1643" name="object 1643"/>
            <p:cNvSpPr/>
            <p:nvPr/>
          </p:nvSpPr>
          <p:spPr>
            <a:xfrm>
              <a:off x="3412490" y="4128769"/>
              <a:ext cx="132080" cy="7620"/>
            </a:xfrm>
            <a:custGeom>
              <a:avLst/>
              <a:gdLst/>
              <a:ahLst/>
              <a:cxnLst/>
              <a:rect l="l" t="t" r="r" b="b"/>
              <a:pathLst>
                <a:path w="132079" h="7620">
                  <a:moveTo>
                    <a:pt x="129540" y="1282"/>
                  </a:moveTo>
                  <a:lnTo>
                    <a:pt x="5080" y="1282"/>
                  </a:lnTo>
                  <a:lnTo>
                    <a:pt x="5080" y="2540"/>
                  </a:lnTo>
                  <a:lnTo>
                    <a:pt x="3810" y="2540"/>
                  </a:lnTo>
                  <a:lnTo>
                    <a:pt x="3810" y="3810"/>
                  </a:lnTo>
                  <a:lnTo>
                    <a:pt x="2540" y="3810"/>
                  </a:lnTo>
                  <a:lnTo>
                    <a:pt x="2540" y="5080"/>
                  </a:lnTo>
                  <a:lnTo>
                    <a:pt x="1270" y="5080"/>
                  </a:lnTo>
                  <a:lnTo>
                    <a:pt x="1270" y="6350"/>
                  </a:lnTo>
                  <a:lnTo>
                    <a:pt x="0" y="6350"/>
                  </a:lnTo>
                  <a:lnTo>
                    <a:pt x="0" y="7620"/>
                  </a:lnTo>
                  <a:lnTo>
                    <a:pt x="121920" y="7620"/>
                  </a:lnTo>
                  <a:lnTo>
                    <a:pt x="121920" y="6350"/>
                  </a:lnTo>
                  <a:lnTo>
                    <a:pt x="123190" y="6350"/>
                  </a:lnTo>
                  <a:lnTo>
                    <a:pt x="123190" y="5080"/>
                  </a:lnTo>
                  <a:lnTo>
                    <a:pt x="125717" y="5080"/>
                  </a:lnTo>
                  <a:lnTo>
                    <a:pt x="125717" y="3810"/>
                  </a:lnTo>
                  <a:lnTo>
                    <a:pt x="128270" y="3810"/>
                  </a:lnTo>
                  <a:lnTo>
                    <a:pt x="128270" y="2540"/>
                  </a:lnTo>
                  <a:lnTo>
                    <a:pt x="129540" y="2540"/>
                  </a:lnTo>
                  <a:lnTo>
                    <a:pt x="129540" y="1282"/>
                  </a:lnTo>
                  <a:close/>
                </a:path>
                <a:path w="132079" h="7620">
                  <a:moveTo>
                    <a:pt x="132067" y="0"/>
                  </a:moveTo>
                  <a:lnTo>
                    <a:pt x="6350" y="0"/>
                  </a:lnTo>
                  <a:lnTo>
                    <a:pt x="6350" y="1270"/>
                  </a:lnTo>
                  <a:lnTo>
                    <a:pt x="132067" y="1270"/>
                  </a:lnTo>
                  <a:lnTo>
                    <a:pt x="132067" y="0"/>
                  </a:lnTo>
                  <a:close/>
                </a:path>
              </a:pathLst>
            </a:custGeom>
            <a:solidFill>
              <a:srgbClr val="332600"/>
            </a:solidFill>
          </p:spPr>
          <p:txBody>
            <a:bodyPr wrap="square" lIns="0" tIns="0" rIns="0" bIns="0" rtlCol="0"/>
            <a:lstStyle/>
            <a:p/>
          </p:txBody>
        </p:sp>
        <p:sp>
          <p:nvSpPr>
            <p:cNvPr id="1644" name="object 1644"/>
            <p:cNvSpPr/>
            <p:nvPr/>
          </p:nvSpPr>
          <p:spPr>
            <a:xfrm>
              <a:off x="3404870" y="4136402"/>
              <a:ext cx="127000" cy="6350"/>
            </a:xfrm>
            <a:custGeom>
              <a:avLst/>
              <a:gdLst/>
              <a:ahLst/>
              <a:cxnLst/>
              <a:rect l="l" t="t" r="r" b="b"/>
              <a:pathLst>
                <a:path w="127000" h="6350">
                  <a:moveTo>
                    <a:pt x="127000" y="0"/>
                  </a:moveTo>
                  <a:lnTo>
                    <a:pt x="6350" y="0"/>
                  </a:lnTo>
                  <a:lnTo>
                    <a:pt x="6350" y="1257"/>
                  </a:lnTo>
                  <a:lnTo>
                    <a:pt x="5080" y="1257"/>
                  </a:lnTo>
                  <a:lnTo>
                    <a:pt x="5080" y="2527"/>
                  </a:lnTo>
                  <a:lnTo>
                    <a:pt x="2540" y="2527"/>
                  </a:lnTo>
                  <a:lnTo>
                    <a:pt x="2540" y="3797"/>
                  </a:lnTo>
                  <a:lnTo>
                    <a:pt x="1270" y="3797"/>
                  </a:lnTo>
                  <a:lnTo>
                    <a:pt x="1270" y="5067"/>
                  </a:lnTo>
                  <a:lnTo>
                    <a:pt x="0" y="5067"/>
                  </a:lnTo>
                  <a:lnTo>
                    <a:pt x="0" y="6337"/>
                  </a:lnTo>
                  <a:lnTo>
                    <a:pt x="118110" y="6337"/>
                  </a:lnTo>
                  <a:lnTo>
                    <a:pt x="118110" y="5067"/>
                  </a:lnTo>
                  <a:lnTo>
                    <a:pt x="120637" y="5067"/>
                  </a:lnTo>
                  <a:lnTo>
                    <a:pt x="120637" y="3797"/>
                  </a:lnTo>
                  <a:lnTo>
                    <a:pt x="121920" y="3797"/>
                  </a:lnTo>
                  <a:lnTo>
                    <a:pt x="121920" y="2527"/>
                  </a:lnTo>
                  <a:lnTo>
                    <a:pt x="124460" y="2527"/>
                  </a:lnTo>
                  <a:lnTo>
                    <a:pt x="124460" y="1257"/>
                  </a:lnTo>
                  <a:lnTo>
                    <a:pt x="127000" y="1257"/>
                  </a:lnTo>
                  <a:lnTo>
                    <a:pt x="127000" y="0"/>
                  </a:lnTo>
                  <a:close/>
                </a:path>
              </a:pathLst>
            </a:custGeom>
            <a:solidFill>
              <a:srgbClr val="352700"/>
            </a:solidFill>
          </p:spPr>
          <p:txBody>
            <a:bodyPr wrap="square" lIns="0" tIns="0" rIns="0" bIns="0" rtlCol="0"/>
            <a:lstStyle/>
            <a:p/>
          </p:txBody>
        </p:sp>
        <p:sp>
          <p:nvSpPr>
            <p:cNvPr id="1645" name="object 1645"/>
            <p:cNvSpPr/>
            <p:nvPr/>
          </p:nvSpPr>
          <p:spPr>
            <a:xfrm>
              <a:off x="3394710" y="4142752"/>
              <a:ext cx="125730" cy="7620"/>
            </a:xfrm>
            <a:custGeom>
              <a:avLst/>
              <a:gdLst/>
              <a:ahLst/>
              <a:cxnLst/>
              <a:rect l="l" t="t" r="r" b="b"/>
              <a:pathLst>
                <a:path w="125729" h="7620">
                  <a:moveTo>
                    <a:pt x="115570" y="6350"/>
                  </a:moveTo>
                  <a:lnTo>
                    <a:pt x="0" y="6350"/>
                  </a:lnTo>
                  <a:lnTo>
                    <a:pt x="0" y="7607"/>
                  </a:lnTo>
                  <a:lnTo>
                    <a:pt x="115570" y="7607"/>
                  </a:lnTo>
                  <a:lnTo>
                    <a:pt x="115570" y="6350"/>
                  </a:lnTo>
                  <a:close/>
                </a:path>
                <a:path w="125729" h="7620">
                  <a:moveTo>
                    <a:pt x="125730" y="0"/>
                  </a:moveTo>
                  <a:lnTo>
                    <a:pt x="7620" y="0"/>
                  </a:lnTo>
                  <a:lnTo>
                    <a:pt x="7620" y="1257"/>
                  </a:lnTo>
                  <a:lnTo>
                    <a:pt x="6350" y="1257"/>
                  </a:lnTo>
                  <a:lnTo>
                    <a:pt x="6350" y="2527"/>
                  </a:lnTo>
                  <a:lnTo>
                    <a:pt x="5080" y="2527"/>
                  </a:lnTo>
                  <a:lnTo>
                    <a:pt x="5080" y="3797"/>
                  </a:lnTo>
                  <a:lnTo>
                    <a:pt x="2540" y="3797"/>
                  </a:lnTo>
                  <a:lnTo>
                    <a:pt x="2540" y="5067"/>
                  </a:lnTo>
                  <a:lnTo>
                    <a:pt x="1270" y="5067"/>
                  </a:lnTo>
                  <a:lnTo>
                    <a:pt x="1270" y="6337"/>
                  </a:lnTo>
                  <a:lnTo>
                    <a:pt x="118097" y="6337"/>
                  </a:lnTo>
                  <a:lnTo>
                    <a:pt x="118097" y="5067"/>
                  </a:lnTo>
                  <a:lnTo>
                    <a:pt x="119380" y="5067"/>
                  </a:lnTo>
                  <a:lnTo>
                    <a:pt x="119380" y="3797"/>
                  </a:lnTo>
                  <a:lnTo>
                    <a:pt x="121920" y="3797"/>
                  </a:lnTo>
                  <a:lnTo>
                    <a:pt x="121920" y="2527"/>
                  </a:lnTo>
                  <a:lnTo>
                    <a:pt x="124460" y="2527"/>
                  </a:lnTo>
                  <a:lnTo>
                    <a:pt x="124460" y="1257"/>
                  </a:lnTo>
                  <a:lnTo>
                    <a:pt x="125730" y="1257"/>
                  </a:lnTo>
                  <a:lnTo>
                    <a:pt x="125730" y="0"/>
                  </a:lnTo>
                  <a:close/>
                </a:path>
              </a:pathLst>
            </a:custGeom>
            <a:solidFill>
              <a:srgbClr val="372900"/>
            </a:solidFill>
          </p:spPr>
          <p:txBody>
            <a:bodyPr wrap="square" lIns="0" tIns="0" rIns="0" bIns="0" rtlCol="0"/>
            <a:lstStyle/>
            <a:p/>
          </p:txBody>
        </p:sp>
        <p:sp>
          <p:nvSpPr>
            <p:cNvPr id="1646" name="object 1646"/>
            <p:cNvSpPr/>
            <p:nvPr/>
          </p:nvSpPr>
          <p:spPr>
            <a:xfrm>
              <a:off x="3383280" y="4150359"/>
              <a:ext cx="124460" cy="7620"/>
            </a:xfrm>
            <a:custGeom>
              <a:avLst/>
              <a:gdLst/>
              <a:ahLst/>
              <a:cxnLst/>
              <a:rect l="l" t="t" r="r" b="b"/>
              <a:pathLst>
                <a:path w="124460" h="7620">
                  <a:moveTo>
                    <a:pt x="115570" y="5092"/>
                  </a:moveTo>
                  <a:lnTo>
                    <a:pt x="2540" y="5092"/>
                  </a:lnTo>
                  <a:lnTo>
                    <a:pt x="2540" y="6350"/>
                  </a:lnTo>
                  <a:lnTo>
                    <a:pt x="0" y="6350"/>
                  </a:lnTo>
                  <a:lnTo>
                    <a:pt x="0" y="7620"/>
                  </a:lnTo>
                  <a:lnTo>
                    <a:pt x="114300" y="7620"/>
                  </a:lnTo>
                  <a:lnTo>
                    <a:pt x="114300" y="6350"/>
                  </a:lnTo>
                  <a:lnTo>
                    <a:pt x="115570" y="6350"/>
                  </a:lnTo>
                  <a:lnTo>
                    <a:pt x="115570" y="5092"/>
                  </a:lnTo>
                  <a:close/>
                </a:path>
                <a:path w="124460" h="7620">
                  <a:moveTo>
                    <a:pt x="124460" y="0"/>
                  </a:moveTo>
                  <a:lnTo>
                    <a:pt x="8890" y="0"/>
                  </a:lnTo>
                  <a:lnTo>
                    <a:pt x="8890" y="1270"/>
                  </a:lnTo>
                  <a:lnTo>
                    <a:pt x="7620" y="1270"/>
                  </a:lnTo>
                  <a:lnTo>
                    <a:pt x="7620" y="2540"/>
                  </a:lnTo>
                  <a:lnTo>
                    <a:pt x="6350" y="2540"/>
                  </a:lnTo>
                  <a:lnTo>
                    <a:pt x="6350" y="3810"/>
                  </a:lnTo>
                  <a:lnTo>
                    <a:pt x="3810" y="3810"/>
                  </a:lnTo>
                  <a:lnTo>
                    <a:pt x="3810" y="5080"/>
                  </a:lnTo>
                  <a:lnTo>
                    <a:pt x="118110" y="5080"/>
                  </a:lnTo>
                  <a:lnTo>
                    <a:pt x="118110" y="3810"/>
                  </a:lnTo>
                  <a:lnTo>
                    <a:pt x="120650" y="3810"/>
                  </a:lnTo>
                  <a:lnTo>
                    <a:pt x="120650" y="2540"/>
                  </a:lnTo>
                  <a:lnTo>
                    <a:pt x="123190" y="2540"/>
                  </a:lnTo>
                  <a:lnTo>
                    <a:pt x="123190" y="1270"/>
                  </a:lnTo>
                  <a:lnTo>
                    <a:pt x="124460" y="1270"/>
                  </a:lnTo>
                  <a:lnTo>
                    <a:pt x="124460" y="0"/>
                  </a:lnTo>
                  <a:close/>
                </a:path>
              </a:pathLst>
            </a:custGeom>
            <a:solidFill>
              <a:srgbClr val="392A00"/>
            </a:solidFill>
          </p:spPr>
          <p:txBody>
            <a:bodyPr wrap="square" lIns="0" tIns="0" rIns="0" bIns="0" rtlCol="0"/>
            <a:lstStyle/>
            <a:p/>
          </p:txBody>
        </p:sp>
        <p:sp>
          <p:nvSpPr>
            <p:cNvPr id="1647" name="object 1647"/>
            <p:cNvSpPr/>
            <p:nvPr/>
          </p:nvSpPr>
          <p:spPr>
            <a:xfrm>
              <a:off x="3375660" y="4157979"/>
              <a:ext cx="119380" cy="6350"/>
            </a:xfrm>
            <a:custGeom>
              <a:avLst/>
              <a:gdLst/>
              <a:ahLst/>
              <a:cxnLst/>
              <a:rect l="l" t="t" r="r" b="b"/>
              <a:pathLst>
                <a:path w="119379" h="6350">
                  <a:moveTo>
                    <a:pt x="113030" y="3822"/>
                  </a:moveTo>
                  <a:lnTo>
                    <a:pt x="1270" y="3822"/>
                  </a:lnTo>
                  <a:lnTo>
                    <a:pt x="1270" y="5080"/>
                  </a:lnTo>
                  <a:lnTo>
                    <a:pt x="0" y="5080"/>
                  </a:lnTo>
                  <a:lnTo>
                    <a:pt x="0" y="6350"/>
                  </a:lnTo>
                  <a:lnTo>
                    <a:pt x="110490" y="6350"/>
                  </a:lnTo>
                  <a:lnTo>
                    <a:pt x="110490" y="5080"/>
                  </a:lnTo>
                  <a:lnTo>
                    <a:pt x="113030" y="5080"/>
                  </a:lnTo>
                  <a:lnTo>
                    <a:pt x="113030" y="3822"/>
                  </a:lnTo>
                  <a:close/>
                </a:path>
                <a:path w="119379" h="6350">
                  <a:moveTo>
                    <a:pt x="119380" y="0"/>
                  </a:moveTo>
                  <a:lnTo>
                    <a:pt x="6350" y="0"/>
                  </a:lnTo>
                  <a:lnTo>
                    <a:pt x="6350" y="1270"/>
                  </a:lnTo>
                  <a:lnTo>
                    <a:pt x="5080" y="1270"/>
                  </a:lnTo>
                  <a:lnTo>
                    <a:pt x="5080" y="2540"/>
                  </a:lnTo>
                  <a:lnTo>
                    <a:pt x="2540" y="2540"/>
                  </a:lnTo>
                  <a:lnTo>
                    <a:pt x="2540" y="3810"/>
                  </a:lnTo>
                  <a:lnTo>
                    <a:pt x="115570" y="3810"/>
                  </a:lnTo>
                  <a:lnTo>
                    <a:pt x="115570" y="2540"/>
                  </a:lnTo>
                  <a:lnTo>
                    <a:pt x="116840" y="2540"/>
                  </a:lnTo>
                  <a:lnTo>
                    <a:pt x="116840" y="1270"/>
                  </a:lnTo>
                  <a:lnTo>
                    <a:pt x="119380" y="1270"/>
                  </a:lnTo>
                  <a:lnTo>
                    <a:pt x="119380" y="0"/>
                  </a:lnTo>
                  <a:close/>
                </a:path>
              </a:pathLst>
            </a:custGeom>
            <a:solidFill>
              <a:srgbClr val="3B2C00"/>
            </a:solidFill>
          </p:spPr>
          <p:txBody>
            <a:bodyPr wrap="square" lIns="0" tIns="0" rIns="0" bIns="0" rtlCol="0"/>
            <a:lstStyle/>
            <a:p/>
          </p:txBody>
        </p:sp>
        <p:sp>
          <p:nvSpPr>
            <p:cNvPr id="1648" name="object 1648"/>
            <p:cNvSpPr/>
            <p:nvPr/>
          </p:nvSpPr>
          <p:spPr>
            <a:xfrm>
              <a:off x="3364230" y="4164329"/>
              <a:ext cx="119380" cy="7620"/>
            </a:xfrm>
            <a:custGeom>
              <a:avLst/>
              <a:gdLst/>
              <a:ahLst/>
              <a:cxnLst/>
              <a:rect l="l" t="t" r="r" b="b"/>
              <a:pathLst>
                <a:path w="119379" h="7620">
                  <a:moveTo>
                    <a:pt x="113030" y="3822"/>
                  </a:moveTo>
                  <a:lnTo>
                    <a:pt x="3810" y="3822"/>
                  </a:lnTo>
                  <a:lnTo>
                    <a:pt x="3810" y="5080"/>
                  </a:lnTo>
                  <a:lnTo>
                    <a:pt x="1270" y="5080"/>
                  </a:lnTo>
                  <a:lnTo>
                    <a:pt x="1270" y="6350"/>
                  </a:lnTo>
                  <a:lnTo>
                    <a:pt x="0" y="6350"/>
                  </a:lnTo>
                  <a:lnTo>
                    <a:pt x="0" y="7620"/>
                  </a:lnTo>
                  <a:lnTo>
                    <a:pt x="107950" y="7620"/>
                  </a:lnTo>
                  <a:lnTo>
                    <a:pt x="107950" y="6350"/>
                  </a:lnTo>
                  <a:lnTo>
                    <a:pt x="110490" y="6350"/>
                  </a:lnTo>
                  <a:lnTo>
                    <a:pt x="110490" y="5080"/>
                  </a:lnTo>
                  <a:lnTo>
                    <a:pt x="113030" y="5080"/>
                  </a:lnTo>
                  <a:lnTo>
                    <a:pt x="113030" y="3822"/>
                  </a:lnTo>
                  <a:close/>
                </a:path>
                <a:path w="119379" h="7620">
                  <a:moveTo>
                    <a:pt x="119380" y="0"/>
                  </a:moveTo>
                  <a:lnTo>
                    <a:pt x="8890" y="0"/>
                  </a:lnTo>
                  <a:lnTo>
                    <a:pt x="8890" y="1270"/>
                  </a:lnTo>
                  <a:lnTo>
                    <a:pt x="7620" y="1270"/>
                  </a:lnTo>
                  <a:lnTo>
                    <a:pt x="7620" y="2540"/>
                  </a:lnTo>
                  <a:lnTo>
                    <a:pt x="6350" y="2540"/>
                  </a:lnTo>
                  <a:lnTo>
                    <a:pt x="6350" y="3810"/>
                  </a:lnTo>
                  <a:lnTo>
                    <a:pt x="115570" y="3810"/>
                  </a:lnTo>
                  <a:lnTo>
                    <a:pt x="115570" y="2540"/>
                  </a:lnTo>
                  <a:lnTo>
                    <a:pt x="116840" y="2540"/>
                  </a:lnTo>
                  <a:lnTo>
                    <a:pt x="116840" y="1270"/>
                  </a:lnTo>
                  <a:lnTo>
                    <a:pt x="119380" y="1270"/>
                  </a:lnTo>
                  <a:lnTo>
                    <a:pt x="119380" y="0"/>
                  </a:lnTo>
                  <a:close/>
                </a:path>
              </a:pathLst>
            </a:custGeom>
            <a:solidFill>
              <a:srgbClr val="3D2D00"/>
            </a:solidFill>
          </p:spPr>
          <p:txBody>
            <a:bodyPr wrap="square" lIns="0" tIns="0" rIns="0" bIns="0" rtlCol="0"/>
            <a:lstStyle/>
            <a:p/>
          </p:txBody>
        </p:sp>
        <p:sp>
          <p:nvSpPr>
            <p:cNvPr id="1649" name="object 1649"/>
            <p:cNvSpPr/>
            <p:nvPr/>
          </p:nvSpPr>
          <p:spPr>
            <a:xfrm>
              <a:off x="3351530" y="4171949"/>
              <a:ext cx="118110" cy="7620"/>
            </a:xfrm>
            <a:custGeom>
              <a:avLst/>
              <a:gdLst/>
              <a:ahLst/>
              <a:cxnLst/>
              <a:rect l="l" t="t" r="r" b="b"/>
              <a:pathLst>
                <a:path w="118110" h="7620">
                  <a:moveTo>
                    <a:pt x="114300" y="2552"/>
                  </a:moveTo>
                  <a:lnTo>
                    <a:pt x="6350" y="2552"/>
                  </a:lnTo>
                  <a:lnTo>
                    <a:pt x="6350" y="3810"/>
                  </a:lnTo>
                  <a:lnTo>
                    <a:pt x="3810" y="3810"/>
                  </a:lnTo>
                  <a:lnTo>
                    <a:pt x="3810" y="5080"/>
                  </a:lnTo>
                  <a:lnTo>
                    <a:pt x="1270" y="5080"/>
                  </a:lnTo>
                  <a:lnTo>
                    <a:pt x="1270" y="6350"/>
                  </a:lnTo>
                  <a:lnTo>
                    <a:pt x="0" y="6350"/>
                  </a:lnTo>
                  <a:lnTo>
                    <a:pt x="0" y="7620"/>
                  </a:lnTo>
                  <a:lnTo>
                    <a:pt x="106667" y="7620"/>
                  </a:lnTo>
                  <a:lnTo>
                    <a:pt x="106667" y="6350"/>
                  </a:lnTo>
                  <a:lnTo>
                    <a:pt x="109220" y="6350"/>
                  </a:lnTo>
                  <a:lnTo>
                    <a:pt x="109220" y="5080"/>
                  </a:lnTo>
                  <a:lnTo>
                    <a:pt x="111760" y="5080"/>
                  </a:lnTo>
                  <a:lnTo>
                    <a:pt x="111760" y="3810"/>
                  </a:lnTo>
                  <a:lnTo>
                    <a:pt x="114300" y="3810"/>
                  </a:lnTo>
                  <a:lnTo>
                    <a:pt x="114300" y="2552"/>
                  </a:lnTo>
                  <a:close/>
                </a:path>
                <a:path w="118110" h="7620">
                  <a:moveTo>
                    <a:pt x="118110" y="0"/>
                  </a:moveTo>
                  <a:lnTo>
                    <a:pt x="10160" y="0"/>
                  </a:lnTo>
                  <a:lnTo>
                    <a:pt x="10160" y="1270"/>
                  </a:lnTo>
                  <a:lnTo>
                    <a:pt x="7620" y="1270"/>
                  </a:lnTo>
                  <a:lnTo>
                    <a:pt x="7620" y="2540"/>
                  </a:lnTo>
                  <a:lnTo>
                    <a:pt x="116840" y="2540"/>
                  </a:lnTo>
                  <a:lnTo>
                    <a:pt x="116840" y="1270"/>
                  </a:lnTo>
                  <a:lnTo>
                    <a:pt x="118110" y="1270"/>
                  </a:lnTo>
                  <a:lnTo>
                    <a:pt x="118110" y="0"/>
                  </a:lnTo>
                  <a:close/>
                </a:path>
              </a:pathLst>
            </a:custGeom>
            <a:solidFill>
              <a:srgbClr val="3F2F00"/>
            </a:solidFill>
          </p:spPr>
          <p:txBody>
            <a:bodyPr wrap="square" lIns="0" tIns="0" rIns="0" bIns="0" rtlCol="0"/>
            <a:lstStyle/>
            <a:p/>
          </p:txBody>
        </p:sp>
        <p:sp>
          <p:nvSpPr>
            <p:cNvPr id="1650" name="object 1650"/>
            <p:cNvSpPr/>
            <p:nvPr/>
          </p:nvSpPr>
          <p:spPr>
            <a:xfrm>
              <a:off x="3338830" y="4179569"/>
              <a:ext cx="118110" cy="6350"/>
            </a:xfrm>
            <a:custGeom>
              <a:avLst/>
              <a:gdLst/>
              <a:ahLst/>
              <a:cxnLst/>
              <a:rect l="l" t="t" r="r" b="b"/>
              <a:pathLst>
                <a:path w="118110" h="6350">
                  <a:moveTo>
                    <a:pt x="115570" y="1282"/>
                  </a:moveTo>
                  <a:lnTo>
                    <a:pt x="7620" y="1282"/>
                  </a:lnTo>
                  <a:lnTo>
                    <a:pt x="7620" y="2540"/>
                  </a:lnTo>
                  <a:lnTo>
                    <a:pt x="5080" y="2540"/>
                  </a:lnTo>
                  <a:lnTo>
                    <a:pt x="5080" y="3810"/>
                  </a:lnTo>
                  <a:lnTo>
                    <a:pt x="2540" y="3810"/>
                  </a:lnTo>
                  <a:lnTo>
                    <a:pt x="2540" y="5080"/>
                  </a:lnTo>
                  <a:lnTo>
                    <a:pt x="0" y="5080"/>
                  </a:lnTo>
                  <a:lnTo>
                    <a:pt x="0" y="6350"/>
                  </a:lnTo>
                  <a:lnTo>
                    <a:pt x="107950" y="6350"/>
                  </a:lnTo>
                  <a:lnTo>
                    <a:pt x="107950" y="5080"/>
                  </a:lnTo>
                  <a:lnTo>
                    <a:pt x="110490" y="5080"/>
                  </a:lnTo>
                  <a:lnTo>
                    <a:pt x="110490" y="3810"/>
                  </a:lnTo>
                  <a:lnTo>
                    <a:pt x="113030" y="3810"/>
                  </a:lnTo>
                  <a:lnTo>
                    <a:pt x="113030" y="2540"/>
                  </a:lnTo>
                  <a:lnTo>
                    <a:pt x="115570" y="2540"/>
                  </a:lnTo>
                  <a:lnTo>
                    <a:pt x="115570" y="1282"/>
                  </a:lnTo>
                  <a:close/>
                </a:path>
                <a:path w="118110" h="6350">
                  <a:moveTo>
                    <a:pt x="118110" y="0"/>
                  </a:moveTo>
                  <a:lnTo>
                    <a:pt x="10160" y="0"/>
                  </a:lnTo>
                  <a:lnTo>
                    <a:pt x="10160" y="1270"/>
                  </a:lnTo>
                  <a:lnTo>
                    <a:pt x="118110" y="1270"/>
                  </a:lnTo>
                  <a:lnTo>
                    <a:pt x="118110" y="0"/>
                  </a:lnTo>
                  <a:close/>
                </a:path>
              </a:pathLst>
            </a:custGeom>
            <a:solidFill>
              <a:srgbClr val="413000"/>
            </a:solidFill>
          </p:spPr>
          <p:txBody>
            <a:bodyPr wrap="square" lIns="0" tIns="0" rIns="0" bIns="0" rtlCol="0"/>
            <a:lstStyle/>
            <a:p/>
          </p:txBody>
        </p:sp>
        <p:sp>
          <p:nvSpPr>
            <p:cNvPr id="1651" name="object 1651"/>
            <p:cNvSpPr/>
            <p:nvPr/>
          </p:nvSpPr>
          <p:spPr>
            <a:xfrm>
              <a:off x="3324860" y="4185919"/>
              <a:ext cx="119380" cy="7620"/>
            </a:xfrm>
            <a:custGeom>
              <a:avLst/>
              <a:gdLst/>
              <a:ahLst/>
              <a:cxnLst/>
              <a:rect l="l" t="t" r="r" b="b"/>
              <a:pathLst>
                <a:path w="119379" h="7620">
                  <a:moveTo>
                    <a:pt x="118110" y="1282"/>
                  </a:moveTo>
                  <a:lnTo>
                    <a:pt x="8890" y="1282"/>
                  </a:lnTo>
                  <a:lnTo>
                    <a:pt x="8890" y="2540"/>
                  </a:lnTo>
                  <a:lnTo>
                    <a:pt x="7620" y="2540"/>
                  </a:lnTo>
                  <a:lnTo>
                    <a:pt x="7620" y="3810"/>
                  </a:lnTo>
                  <a:lnTo>
                    <a:pt x="5080" y="3810"/>
                  </a:lnTo>
                  <a:lnTo>
                    <a:pt x="5080" y="5080"/>
                  </a:lnTo>
                  <a:lnTo>
                    <a:pt x="2540" y="5080"/>
                  </a:lnTo>
                  <a:lnTo>
                    <a:pt x="2540" y="6350"/>
                  </a:lnTo>
                  <a:lnTo>
                    <a:pt x="0" y="6350"/>
                  </a:lnTo>
                  <a:lnTo>
                    <a:pt x="0" y="7620"/>
                  </a:lnTo>
                  <a:lnTo>
                    <a:pt x="107950" y="7620"/>
                  </a:lnTo>
                  <a:lnTo>
                    <a:pt x="107950" y="6350"/>
                  </a:lnTo>
                  <a:lnTo>
                    <a:pt x="110490" y="6350"/>
                  </a:lnTo>
                  <a:lnTo>
                    <a:pt x="110490" y="5080"/>
                  </a:lnTo>
                  <a:lnTo>
                    <a:pt x="113030" y="5080"/>
                  </a:lnTo>
                  <a:lnTo>
                    <a:pt x="113030" y="3810"/>
                  </a:lnTo>
                  <a:lnTo>
                    <a:pt x="115570" y="3810"/>
                  </a:lnTo>
                  <a:lnTo>
                    <a:pt x="115570" y="2540"/>
                  </a:lnTo>
                  <a:lnTo>
                    <a:pt x="118110" y="2540"/>
                  </a:lnTo>
                  <a:lnTo>
                    <a:pt x="118110" y="1282"/>
                  </a:lnTo>
                  <a:close/>
                </a:path>
                <a:path w="119379" h="7620">
                  <a:moveTo>
                    <a:pt x="119380" y="0"/>
                  </a:moveTo>
                  <a:lnTo>
                    <a:pt x="11430" y="0"/>
                  </a:lnTo>
                  <a:lnTo>
                    <a:pt x="11430" y="1270"/>
                  </a:lnTo>
                  <a:lnTo>
                    <a:pt x="119380" y="1270"/>
                  </a:lnTo>
                  <a:lnTo>
                    <a:pt x="119380" y="0"/>
                  </a:lnTo>
                  <a:close/>
                </a:path>
              </a:pathLst>
            </a:custGeom>
            <a:solidFill>
              <a:srgbClr val="433300"/>
            </a:solidFill>
          </p:spPr>
          <p:txBody>
            <a:bodyPr wrap="square" lIns="0" tIns="0" rIns="0" bIns="0" rtlCol="0"/>
            <a:lstStyle/>
            <a:p/>
          </p:txBody>
        </p:sp>
        <p:sp>
          <p:nvSpPr>
            <p:cNvPr id="1652" name="object 1652"/>
            <p:cNvSpPr/>
            <p:nvPr/>
          </p:nvSpPr>
          <p:spPr>
            <a:xfrm>
              <a:off x="3310890" y="4193552"/>
              <a:ext cx="120650" cy="7620"/>
            </a:xfrm>
            <a:custGeom>
              <a:avLst/>
              <a:gdLst/>
              <a:ahLst/>
              <a:cxnLst/>
              <a:rect l="l" t="t" r="r" b="b"/>
              <a:pathLst>
                <a:path w="120650" h="7620">
                  <a:moveTo>
                    <a:pt x="109220" y="6350"/>
                  </a:moveTo>
                  <a:lnTo>
                    <a:pt x="0" y="6350"/>
                  </a:lnTo>
                  <a:lnTo>
                    <a:pt x="0" y="7607"/>
                  </a:lnTo>
                  <a:lnTo>
                    <a:pt x="109220" y="7607"/>
                  </a:lnTo>
                  <a:lnTo>
                    <a:pt x="109220" y="6350"/>
                  </a:lnTo>
                  <a:close/>
                </a:path>
                <a:path w="120650" h="7620">
                  <a:moveTo>
                    <a:pt x="120650" y="0"/>
                  </a:moveTo>
                  <a:lnTo>
                    <a:pt x="11430" y="0"/>
                  </a:lnTo>
                  <a:lnTo>
                    <a:pt x="11430" y="1257"/>
                  </a:lnTo>
                  <a:lnTo>
                    <a:pt x="8877" y="1257"/>
                  </a:lnTo>
                  <a:lnTo>
                    <a:pt x="8877" y="2527"/>
                  </a:lnTo>
                  <a:lnTo>
                    <a:pt x="6350" y="2527"/>
                  </a:lnTo>
                  <a:lnTo>
                    <a:pt x="6350" y="3797"/>
                  </a:lnTo>
                  <a:lnTo>
                    <a:pt x="5080" y="3797"/>
                  </a:lnTo>
                  <a:lnTo>
                    <a:pt x="5080" y="5067"/>
                  </a:lnTo>
                  <a:lnTo>
                    <a:pt x="2527" y="5067"/>
                  </a:lnTo>
                  <a:lnTo>
                    <a:pt x="2527" y="6337"/>
                  </a:lnTo>
                  <a:lnTo>
                    <a:pt x="110490" y="6337"/>
                  </a:lnTo>
                  <a:lnTo>
                    <a:pt x="110490" y="5067"/>
                  </a:lnTo>
                  <a:lnTo>
                    <a:pt x="113030" y="5067"/>
                  </a:lnTo>
                  <a:lnTo>
                    <a:pt x="113030" y="3797"/>
                  </a:lnTo>
                  <a:lnTo>
                    <a:pt x="115570" y="3797"/>
                  </a:lnTo>
                  <a:lnTo>
                    <a:pt x="115570" y="2527"/>
                  </a:lnTo>
                  <a:lnTo>
                    <a:pt x="118110" y="2527"/>
                  </a:lnTo>
                  <a:lnTo>
                    <a:pt x="118110" y="1257"/>
                  </a:lnTo>
                  <a:lnTo>
                    <a:pt x="120650" y="1257"/>
                  </a:lnTo>
                  <a:lnTo>
                    <a:pt x="120650" y="0"/>
                  </a:lnTo>
                  <a:close/>
                </a:path>
              </a:pathLst>
            </a:custGeom>
            <a:solidFill>
              <a:srgbClr val="453300"/>
            </a:solidFill>
          </p:spPr>
          <p:txBody>
            <a:bodyPr wrap="square" lIns="0" tIns="0" rIns="0" bIns="0" rtlCol="0"/>
            <a:lstStyle/>
            <a:p/>
          </p:txBody>
        </p:sp>
        <p:sp>
          <p:nvSpPr>
            <p:cNvPr id="1653" name="object 1653"/>
            <p:cNvSpPr/>
            <p:nvPr/>
          </p:nvSpPr>
          <p:spPr>
            <a:xfrm>
              <a:off x="3298190" y="4201159"/>
              <a:ext cx="119380" cy="7620"/>
            </a:xfrm>
            <a:custGeom>
              <a:avLst/>
              <a:gdLst/>
              <a:ahLst/>
              <a:cxnLst/>
              <a:rect l="l" t="t" r="r" b="b"/>
              <a:pathLst>
                <a:path w="119379" h="7620">
                  <a:moveTo>
                    <a:pt x="110490" y="5092"/>
                  </a:moveTo>
                  <a:lnTo>
                    <a:pt x="2527" y="5092"/>
                  </a:lnTo>
                  <a:lnTo>
                    <a:pt x="2527" y="6350"/>
                  </a:lnTo>
                  <a:lnTo>
                    <a:pt x="0" y="6350"/>
                  </a:lnTo>
                  <a:lnTo>
                    <a:pt x="0" y="7620"/>
                  </a:lnTo>
                  <a:lnTo>
                    <a:pt x="107950" y="7620"/>
                  </a:lnTo>
                  <a:lnTo>
                    <a:pt x="107950" y="6350"/>
                  </a:lnTo>
                  <a:lnTo>
                    <a:pt x="110490" y="6350"/>
                  </a:lnTo>
                  <a:lnTo>
                    <a:pt x="110490" y="5092"/>
                  </a:lnTo>
                  <a:close/>
                </a:path>
                <a:path w="119379" h="7620">
                  <a:moveTo>
                    <a:pt x="119380" y="0"/>
                  </a:moveTo>
                  <a:lnTo>
                    <a:pt x="11430" y="0"/>
                  </a:lnTo>
                  <a:lnTo>
                    <a:pt x="11430" y="1270"/>
                  </a:lnTo>
                  <a:lnTo>
                    <a:pt x="8877" y="1270"/>
                  </a:lnTo>
                  <a:lnTo>
                    <a:pt x="8877" y="2540"/>
                  </a:lnTo>
                  <a:lnTo>
                    <a:pt x="7620" y="2540"/>
                  </a:lnTo>
                  <a:lnTo>
                    <a:pt x="7620" y="3810"/>
                  </a:lnTo>
                  <a:lnTo>
                    <a:pt x="5080" y="3810"/>
                  </a:lnTo>
                  <a:lnTo>
                    <a:pt x="5080" y="5080"/>
                  </a:lnTo>
                  <a:lnTo>
                    <a:pt x="111760" y="5080"/>
                  </a:lnTo>
                  <a:lnTo>
                    <a:pt x="111760" y="3810"/>
                  </a:lnTo>
                  <a:lnTo>
                    <a:pt x="114300" y="3810"/>
                  </a:lnTo>
                  <a:lnTo>
                    <a:pt x="114300" y="2540"/>
                  </a:lnTo>
                  <a:lnTo>
                    <a:pt x="116840" y="2540"/>
                  </a:lnTo>
                  <a:lnTo>
                    <a:pt x="116840" y="1270"/>
                  </a:lnTo>
                  <a:lnTo>
                    <a:pt x="119380" y="1270"/>
                  </a:lnTo>
                  <a:lnTo>
                    <a:pt x="119380" y="0"/>
                  </a:lnTo>
                  <a:close/>
                </a:path>
              </a:pathLst>
            </a:custGeom>
            <a:solidFill>
              <a:srgbClr val="473500"/>
            </a:solidFill>
          </p:spPr>
          <p:txBody>
            <a:bodyPr wrap="square" lIns="0" tIns="0" rIns="0" bIns="0" rtlCol="0"/>
            <a:lstStyle/>
            <a:p/>
          </p:txBody>
        </p:sp>
        <p:sp>
          <p:nvSpPr>
            <p:cNvPr id="1654" name="object 1654"/>
            <p:cNvSpPr/>
            <p:nvPr/>
          </p:nvSpPr>
          <p:spPr>
            <a:xfrm>
              <a:off x="3286760" y="4208779"/>
              <a:ext cx="116839" cy="6350"/>
            </a:xfrm>
            <a:custGeom>
              <a:avLst/>
              <a:gdLst/>
              <a:ahLst/>
              <a:cxnLst/>
              <a:rect l="l" t="t" r="r" b="b"/>
              <a:pathLst>
                <a:path w="116839" h="6350">
                  <a:moveTo>
                    <a:pt x="110490" y="3822"/>
                  </a:moveTo>
                  <a:lnTo>
                    <a:pt x="2540" y="3822"/>
                  </a:lnTo>
                  <a:lnTo>
                    <a:pt x="2540" y="5080"/>
                  </a:lnTo>
                  <a:lnTo>
                    <a:pt x="0" y="5080"/>
                  </a:lnTo>
                  <a:lnTo>
                    <a:pt x="0" y="6350"/>
                  </a:lnTo>
                  <a:lnTo>
                    <a:pt x="107950" y="6350"/>
                  </a:lnTo>
                  <a:lnTo>
                    <a:pt x="107950" y="5080"/>
                  </a:lnTo>
                  <a:lnTo>
                    <a:pt x="110490" y="5080"/>
                  </a:lnTo>
                  <a:lnTo>
                    <a:pt x="110490" y="3822"/>
                  </a:lnTo>
                  <a:close/>
                </a:path>
                <a:path w="116839" h="6350">
                  <a:moveTo>
                    <a:pt x="116840" y="0"/>
                  </a:moveTo>
                  <a:lnTo>
                    <a:pt x="8890" y="0"/>
                  </a:lnTo>
                  <a:lnTo>
                    <a:pt x="8890" y="1270"/>
                  </a:lnTo>
                  <a:lnTo>
                    <a:pt x="6350" y="1270"/>
                  </a:lnTo>
                  <a:lnTo>
                    <a:pt x="6350" y="2540"/>
                  </a:lnTo>
                  <a:lnTo>
                    <a:pt x="5080" y="2540"/>
                  </a:lnTo>
                  <a:lnTo>
                    <a:pt x="5080" y="3810"/>
                  </a:lnTo>
                  <a:lnTo>
                    <a:pt x="111747" y="3810"/>
                  </a:lnTo>
                  <a:lnTo>
                    <a:pt x="111747" y="2540"/>
                  </a:lnTo>
                  <a:lnTo>
                    <a:pt x="114300" y="2540"/>
                  </a:lnTo>
                  <a:lnTo>
                    <a:pt x="114300" y="1270"/>
                  </a:lnTo>
                  <a:lnTo>
                    <a:pt x="116840" y="1270"/>
                  </a:lnTo>
                  <a:lnTo>
                    <a:pt x="116840" y="0"/>
                  </a:lnTo>
                  <a:close/>
                </a:path>
              </a:pathLst>
            </a:custGeom>
            <a:solidFill>
              <a:srgbClr val="493600"/>
            </a:solidFill>
          </p:spPr>
          <p:txBody>
            <a:bodyPr wrap="square" lIns="0" tIns="0" rIns="0" bIns="0" rtlCol="0"/>
            <a:lstStyle/>
            <a:p/>
          </p:txBody>
        </p:sp>
        <p:sp>
          <p:nvSpPr>
            <p:cNvPr id="1655" name="object 1655"/>
            <p:cNvSpPr/>
            <p:nvPr/>
          </p:nvSpPr>
          <p:spPr>
            <a:xfrm>
              <a:off x="3272790" y="4215129"/>
              <a:ext cx="119380" cy="7620"/>
            </a:xfrm>
            <a:custGeom>
              <a:avLst/>
              <a:gdLst/>
              <a:ahLst/>
              <a:cxnLst/>
              <a:rect l="l" t="t" r="r" b="b"/>
              <a:pathLst>
                <a:path w="119379" h="7620">
                  <a:moveTo>
                    <a:pt x="113030" y="3822"/>
                  </a:moveTo>
                  <a:lnTo>
                    <a:pt x="3810" y="3822"/>
                  </a:lnTo>
                  <a:lnTo>
                    <a:pt x="3810" y="5080"/>
                  </a:lnTo>
                  <a:lnTo>
                    <a:pt x="2527" y="5080"/>
                  </a:lnTo>
                  <a:lnTo>
                    <a:pt x="2527" y="6350"/>
                  </a:lnTo>
                  <a:lnTo>
                    <a:pt x="0" y="6350"/>
                  </a:lnTo>
                  <a:lnTo>
                    <a:pt x="0" y="7620"/>
                  </a:lnTo>
                  <a:lnTo>
                    <a:pt x="107950" y="7620"/>
                  </a:lnTo>
                  <a:lnTo>
                    <a:pt x="107950" y="6350"/>
                  </a:lnTo>
                  <a:lnTo>
                    <a:pt x="110490" y="6350"/>
                  </a:lnTo>
                  <a:lnTo>
                    <a:pt x="110490" y="5080"/>
                  </a:lnTo>
                  <a:lnTo>
                    <a:pt x="113030" y="5080"/>
                  </a:lnTo>
                  <a:lnTo>
                    <a:pt x="113030" y="3822"/>
                  </a:lnTo>
                  <a:close/>
                </a:path>
                <a:path w="119379" h="7620">
                  <a:moveTo>
                    <a:pt x="119380" y="0"/>
                  </a:moveTo>
                  <a:lnTo>
                    <a:pt x="11430" y="0"/>
                  </a:lnTo>
                  <a:lnTo>
                    <a:pt x="11430" y="1270"/>
                  </a:lnTo>
                  <a:lnTo>
                    <a:pt x="8877" y="1270"/>
                  </a:lnTo>
                  <a:lnTo>
                    <a:pt x="8877" y="2540"/>
                  </a:lnTo>
                  <a:lnTo>
                    <a:pt x="6350" y="2540"/>
                  </a:lnTo>
                  <a:lnTo>
                    <a:pt x="6350" y="3810"/>
                  </a:lnTo>
                  <a:lnTo>
                    <a:pt x="114300" y="3810"/>
                  </a:lnTo>
                  <a:lnTo>
                    <a:pt x="114300" y="2540"/>
                  </a:lnTo>
                  <a:lnTo>
                    <a:pt x="116840" y="2540"/>
                  </a:lnTo>
                  <a:lnTo>
                    <a:pt x="116840" y="1270"/>
                  </a:lnTo>
                  <a:lnTo>
                    <a:pt x="119380" y="1270"/>
                  </a:lnTo>
                  <a:lnTo>
                    <a:pt x="119380" y="0"/>
                  </a:lnTo>
                  <a:close/>
                </a:path>
              </a:pathLst>
            </a:custGeom>
            <a:solidFill>
              <a:srgbClr val="4B3800"/>
            </a:solidFill>
          </p:spPr>
          <p:txBody>
            <a:bodyPr wrap="square" lIns="0" tIns="0" rIns="0" bIns="0" rtlCol="0"/>
            <a:lstStyle/>
            <a:p/>
          </p:txBody>
        </p:sp>
        <p:sp>
          <p:nvSpPr>
            <p:cNvPr id="1656" name="object 1656"/>
            <p:cNvSpPr/>
            <p:nvPr/>
          </p:nvSpPr>
          <p:spPr>
            <a:xfrm>
              <a:off x="3258820" y="4222749"/>
              <a:ext cx="119380" cy="7620"/>
            </a:xfrm>
            <a:custGeom>
              <a:avLst/>
              <a:gdLst/>
              <a:ahLst/>
              <a:cxnLst/>
              <a:rect l="l" t="t" r="r" b="b"/>
              <a:pathLst>
                <a:path w="119379" h="7620">
                  <a:moveTo>
                    <a:pt x="115570" y="2552"/>
                  </a:moveTo>
                  <a:lnTo>
                    <a:pt x="6350" y="2552"/>
                  </a:lnTo>
                  <a:lnTo>
                    <a:pt x="6350" y="3810"/>
                  </a:lnTo>
                  <a:lnTo>
                    <a:pt x="3797" y="3810"/>
                  </a:lnTo>
                  <a:lnTo>
                    <a:pt x="3797" y="5080"/>
                  </a:lnTo>
                  <a:lnTo>
                    <a:pt x="2540" y="5080"/>
                  </a:lnTo>
                  <a:lnTo>
                    <a:pt x="2540" y="6350"/>
                  </a:lnTo>
                  <a:lnTo>
                    <a:pt x="0" y="6350"/>
                  </a:lnTo>
                  <a:lnTo>
                    <a:pt x="0" y="7620"/>
                  </a:lnTo>
                  <a:lnTo>
                    <a:pt x="107950" y="7620"/>
                  </a:lnTo>
                  <a:lnTo>
                    <a:pt x="107950" y="6350"/>
                  </a:lnTo>
                  <a:lnTo>
                    <a:pt x="110490" y="6350"/>
                  </a:lnTo>
                  <a:lnTo>
                    <a:pt x="110490" y="5080"/>
                  </a:lnTo>
                  <a:lnTo>
                    <a:pt x="113030" y="5080"/>
                  </a:lnTo>
                  <a:lnTo>
                    <a:pt x="113030" y="3810"/>
                  </a:lnTo>
                  <a:lnTo>
                    <a:pt x="115570" y="3810"/>
                  </a:lnTo>
                  <a:lnTo>
                    <a:pt x="115570" y="2552"/>
                  </a:lnTo>
                  <a:close/>
                </a:path>
                <a:path w="119379" h="7620">
                  <a:moveTo>
                    <a:pt x="119380" y="0"/>
                  </a:moveTo>
                  <a:lnTo>
                    <a:pt x="11430" y="0"/>
                  </a:lnTo>
                  <a:lnTo>
                    <a:pt x="11430" y="1270"/>
                  </a:lnTo>
                  <a:lnTo>
                    <a:pt x="8890" y="1270"/>
                  </a:lnTo>
                  <a:lnTo>
                    <a:pt x="8890" y="2540"/>
                  </a:lnTo>
                  <a:lnTo>
                    <a:pt x="116840" y="2540"/>
                  </a:lnTo>
                  <a:lnTo>
                    <a:pt x="116840" y="1270"/>
                  </a:lnTo>
                  <a:lnTo>
                    <a:pt x="119380" y="1270"/>
                  </a:lnTo>
                  <a:lnTo>
                    <a:pt x="119380" y="0"/>
                  </a:lnTo>
                  <a:close/>
                </a:path>
              </a:pathLst>
            </a:custGeom>
            <a:solidFill>
              <a:srgbClr val="4D3900"/>
            </a:solidFill>
          </p:spPr>
          <p:txBody>
            <a:bodyPr wrap="square" lIns="0" tIns="0" rIns="0" bIns="0" rtlCol="0"/>
            <a:lstStyle/>
            <a:p/>
          </p:txBody>
        </p:sp>
        <p:sp>
          <p:nvSpPr>
            <p:cNvPr id="1657" name="object 1657"/>
            <p:cNvSpPr/>
            <p:nvPr/>
          </p:nvSpPr>
          <p:spPr>
            <a:xfrm>
              <a:off x="3247390" y="4230369"/>
              <a:ext cx="116839" cy="6350"/>
            </a:xfrm>
            <a:custGeom>
              <a:avLst/>
              <a:gdLst/>
              <a:ahLst/>
              <a:cxnLst/>
              <a:rect l="l" t="t" r="r" b="b"/>
              <a:pathLst>
                <a:path w="116839" h="6350">
                  <a:moveTo>
                    <a:pt x="115570" y="1282"/>
                  </a:moveTo>
                  <a:lnTo>
                    <a:pt x="6350" y="1282"/>
                  </a:lnTo>
                  <a:lnTo>
                    <a:pt x="6350" y="2540"/>
                  </a:lnTo>
                  <a:lnTo>
                    <a:pt x="3810" y="2540"/>
                  </a:lnTo>
                  <a:lnTo>
                    <a:pt x="3810" y="3810"/>
                  </a:lnTo>
                  <a:lnTo>
                    <a:pt x="1270" y="3810"/>
                  </a:lnTo>
                  <a:lnTo>
                    <a:pt x="1270" y="5080"/>
                  </a:lnTo>
                  <a:lnTo>
                    <a:pt x="0" y="5080"/>
                  </a:lnTo>
                  <a:lnTo>
                    <a:pt x="0" y="6350"/>
                  </a:lnTo>
                  <a:lnTo>
                    <a:pt x="107950" y="6350"/>
                  </a:lnTo>
                  <a:lnTo>
                    <a:pt x="107950" y="5080"/>
                  </a:lnTo>
                  <a:lnTo>
                    <a:pt x="110490" y="5080"/>
                  </a:lnTo>
                  <a:lnTo>
                    <a:pt x="110490" y="3810"/>
                  </a:lnTo>
                  <a:lnTo>
                    <a:pt x="113030" y="3810"/>
                  </a:lnTo>
                  <a:lnTo>
                    <a:pt x="113030" y="2540"/>
                  </a:lnTo>
                  <a:lnTo>
                    <a:pt x="115570" y="2540"/>
                  </a:lnTo>
                  <a:lnTo>
                    <a:pt x="115570" y="1282"/>
                  </a:lnTo>
                  <a:close/>
                </a:path>
                <a:path w="116839" h="6350">
                  <a:moveTo>
                    <a:pt x="116840" y="0"/>
                  </a:moveTo>
                  <a:lnTo>
                    <a:pt x="8877" y="0"/>
                  </a:lnTo>
                  <a:lnTo>
                    <a:pt x="8877" y="1270"/>
                  </a:lnTo>
                  <a:lnTo>
                    <a:pt x="116840" y="1270"/>
                  </a:lnTo>
                  <a:lnTo>
                    <a:pt x="116840" y="0"/>
                  </a:lnTo>
                  <a:close/>
                </a:path>
              </a:pathLst>
            </a:custGeom>
            <a:solidFill>
              <a:srgbClr val="4F3B00"/>
            </a:solidFill>
          </p:spPr>
          <p:txBody>
            <a:bodyPr wrap="square" lIns="0" tIns="0" rIns="0" bIns="0" rtlCol="0"/>
            <a:lstStyle/>
            <a:p/>
          </p:txBody>
        </p:sp>
        <p:sp>
          <p:nvSpPr>
            <p:cNvPr id="1658" name="object 1658"/>
            <p:cNvSpPr/>
            <p:nvPr/>
          </p:nvSpPr>
          <p:spPr>
            <a:xfrm>
              <a:off x="3232150" y="4236719"/>
              <a:ext cx="120650" cy="7620"/>
            </a:xfrm>
            <a:custGeom>
              <a:avLst/>
              <a:gdLst/>
              <a:ahLst/>
              <a:cxnLst/>
              <a:rect l="l" t="t" r="r" b="b"/>
              <a:pathLst>
                <a:path w="120650" h="7620">
                  <a:moveTo>
                    <a:pt x="118110" y="1282"/>
                  </a:moveTo>
                  <a:lnTo>
                    <a:pt x="10160" y="1282"/>
                  </a:lnTo>
                  <a:lnTo>
                    <a:pt x="10160" y="2540"/>
                  </a:lnTo>
                  <a:lnTo>
                    <a:pt x="7620" y="2540"/>
                  </a:lnTo>
                  <a:lnTo>
                    <a:pt x="7620" y="3810"/>
                  </a:lnTo>
                  <a:lnTo>
                    <a:pt x="5080" y="3810"/>
                  </a:lnTo>
                  <a:lnTo>
                    <a:pt x="5080" y="5080"/>
                  </a:lnTo>
                  <a:lnTo>
                    <a:pt x="2540" y="5080"/>
                  </a:lnTo>
                  <a:lnTo>
                    <a:pt x="2540" y="6350"/>
                  </a:lnTo>
                  <a:lnTo>
                    <a:pt x="0" y="6350"/>
                  </a:lnTo>
                  <a:lnTo>
                    <a:pt x="0" y="7620"/>
                  </a:lnTo>
                  <a:lnTo>
                    <a:pt x="109220" y="7620"/>
                  </a:lnTo>
                  <a:lnTo>
                    <a:pt x="109220" y="6350"/>
                  </a:lnTo>
                  <a:lnTo>
                    <a:pt x="111760" y="6350"/>
                  </a:lnTo>
                  <a:lnTo>
                    <a:pt x="111760" y="5080"/>
                  </a:lnTo>
                  <a:lnTo>
                    <a:pt x="114300" y="5080"/>
                  </a:lnTo>
                  <a:lnTo>
                    <a:pt x="114300" y="3810"/>
                  </a:lnTo>
                  <a:lnTo>
                    <a:pt x="116840" y="3810"/>
                  </a:lnTo>
                  <a:lnTo>
                    <a:pt x="116840" y="2540"/>
                  </a:lnTo>
                  <a:lnTo>
                    <a:pt x="118110" y="2540"/>
                  </a:lnTo>
                  <a:lnTo>
                    <a:pt x="118110" y="1282"/>
                  </a:lnTo>
                  <a:close/>
                </a:path>
                <a:path w="120650" h="7620">
                  <a:moveTo>
                    <a:pt x="120650" y="0"/>
                  </a:moveTo>
                  <a:lnTo>
                    <a:pt x="12700" y="0"/>
                  </a:lnTo>
                  <a:lnTo>
                    <a:pt x="12700" y="1270"/>
                  </a:lnTo>
                  <a:lnTo>
                    <a:pt x="120650" y="1270"/>
                  </a:lnTo>
                  <a:lnTo>
                    <a:pt x="120650" y="0"/>
                  </a:lnTo>
                  <a:close/>
                </a:path>
              </a:pathLst>
            </a:custGeom>
            <a:solidFill>
              <a:srgbClr val="513C00"/>
            </a:solidFill>
          </p:spPr>
          <p:txBody>
            <a:bodyPr wrap="square" lIns="0" tIns="0" rIns="0" bIns="0" rtlCol="0"/>
            <a:lstStyle/>
            <a:p/>
          </p:txBody>
        </p:sp>
        <p:sp>
          <p:nvSpPr>
            <p:cNvPr id="1659" name="object 1659"/>
            <p:cNvSpPr/>
            <p:nvPr/>
          </p:nvSpPr>
          <p:spPr>
            <a:xfrm>
              <a:off x="3218180" y="4244352"/>
              <a:ext cx="120650" cy="7620"/>
            </a:xfrm>
            <a:custGeom>
              <a:avLst/>
              <a:gdLst/>
              <a:ahLst/>
              <a:cxnLst/>
              <a:rect l="l" t="t" r="r" b="b"/>
              <a:pathLst>
                <a:path w="120650" h="7620">
                  <a:moveTo>
                    <a:pt x="109220" y="6350"/>
                  </a:moveTo>
                  <a:lnTo>
                    <a:pt x="0" y="6350"/>
                  </a:lnTo>
                  <a:lnTo>
                    <a:pt x="0" y="7607"/>
                  </a:lnTo>
                  <a:lnTo>
                    <a:pt x="109220" y="7607"/>
                  </a:lnTo>
                  <a:lnTo>
                    <a:pt x="109220" y="6350"/>
                  </a:lnTo>
                  <a:close/>
                </a:path>
                <a:path w="120650" h="7620">
                  <a:moveTo>
                    <a:pt x="120650" y="0"/>
                  </a:moveTo>
                  <a:lnTo>
                    <a:pt x="12700" y="0"/>
                  </a:lnTo>
                  <a:lnTo>
                    <a:pt x="12700" y="1257"/>
                  </a:lnTo>
                  <a:lnTo>
                    <a:pt x="10160" y="1257"/>
                  </a:lnTo>
                  <a:lnTo>
                    <a:pt x="10160" y="2527"/>
                  </a:lnTo>
                  <a:lnTo>
                    <a:pt x="7620" y="2527"/>
                  </a:lnTo>
                  <a:lnTo>
                    <a:pt x="7620" y="3797"/>
                  </a:lnTo>
                  <a:lnTo>
                    <a:pt x="5080" y="3797"/>
                  </a:lnTo>
                  <a:lnTo>
                    <a:pt x="5080" y="5067"/>
                  </a:lnTo>
                  <a:lnTo>
                    <a:pt x="2540" y="5067"/>
                  </a:lnTo>
                  <a:lnTo>
                    <a:pt x="2540" y="6337"/>
                  </a:lnTo>
                  <a:lnTo>
                    <a:pt x="111760" y="6337"/>
                  </a:lnTo>
                  <a:lnTo>
                    <a:pt x="111760" y="5067"/>
                  </a:lnTo>
                  <a:lnTo>
                    <a:pt x="114300" y="5067"/>
                  </a:lnTo>
                  <a:lnTo>
                    <a:pt x="114300" y="3797"/>
                  </a:lnTo>
                  <a:lnTo>
                    <a:pt x="116840" y="3797"/>
                  </a:lnTo>
                  <a:lnTo>
                    <a:pt x="116840" y="2527"/>
                  </a:lnTo>
                  <a:lnTo>
                    <a:pt x="119380" y="2527"/>
                  </a:lnTo>
                  <a:lnTo>
                    <a:pt x="119380" y="1257"/>
                  </a:lnTo>
                  <a:lnTo>
                    <a:pt x="120650" y="1257"/>
                  </a:lnTo>
                  <a:lnTo>
                    <a:pt x="120650" y="0"/>
                  </a:lnTo>
                  <a:close/>
                </a:path>
              </a:pathLst>
            </a:custGeom>
            <a:solidFill>
              <a:srgbClr val="533E00"/>
            </a:solidFill>
          </p:spPr>
          <p:txBody>
            <a:bodyPr wrap="square" lIns="0" tIns="0" rIns="0" bIns="0" rtlCol="0"/>
            <a:lstStyle/>
            <a:p/>
          </p:txBody>
        </p:sp>
        <p:sp>
          <p:nvSpPr>
            <p:cNvPr id="1660" name="object 1660"/>
            <p:cNvSpPr/>
            <p:nvPr/>
          </p:nvSpPr>
          <p:spPr>
            <a:xfrm>
              <a:off x="3206750" y="4251959"/>
              <a:ext cx="119380" cy="6350"/>
            </a:xfrm>
            <a:custGeom>
              <a:avLst/>
              <a:gdLst/>
              <a:ahLst/>
              <a:cxnLst/>
              <a:rect l="l" t="t" r="r" b="b"/>
              <a:pathLst>
                <a:path w="119379" h="6350">
                  <a:moveTo>
                    <a:pt x="109220" y="5092"/>
                  </a:moveTo>
                  <a:lnTo>
                    <a:pt x="0" y="5092"/>
                  </a:lnTo>
                  <a:lnTo>
                    <a:pt x="0" y="6350"/>
                  </a:lnTo>
                  <a:lnTo>
                    <a:pt x="109220" y="6350"/>
                  </a:lnTo>
                  <a:lnTo>
                    <a:pt x="109220" y="5092"/>
                  </a:lnTo>
                  <a:close/>
                </a:path>
                <a:path w="119379" h="6350">
                  <a:moveTo>
                    <a:pt x="119380" y="0"/>
                  </a:moveTo>
                  <a:lnTo>
                    <a:pt x="10160" y="0"/>
                  </a:lnTo>
                  <a:lnTo>
                    <a:pt x="10160" y="1270"/>
                  </a:lnTo>
                  <a:lnTo>
                    <a:pt x="7620" y="1270"/>
                  </a:lnTo>
                  <a:lnTo>
                    <a:pt x="7620" y="2540"/>
                  </a:lnTo>
                  <a:lnTo>
                    <a:pt x="5080" y="2540"/>
                  </a:lnTo>
                  <a:lnTo>
                    <a:pt x="5080" y="3810"/>
                  </a:lnTo>
                  <a:lnTo>
                    <a:pt x="2540" y="3810"/>
                  </a:lnTo>
                  <a:lnTo>
                    <a:pt x="2540" y="5080"/>
                  </a:lnTo>
                  <a:lnTo>
                    <a:pt x="111760" y="5080"/>
                  </a:lnTo>
                  <a:lnTo>
                    <a:pt x="111760" y="3810"/>
                  </a:lnTo>
                  <a:lnTo>
                    <a:pt x="114300" y="3810"/>
                  </a:lnTo>
                  <a:lnTo>
                    <a:pt x="114300" y="2540"/>
                  </a:lnTo>
                  <a:lnTo>
                    <a:pt x="116840" y="2540"/>
                  </a:lnTo>
                  <a:lnTo>
                    <a:pt x="116840" y="1270"/>
                  </a:lnTo>
                  <a:lnTo>
                    <a:pt x="119380" y="1270"/>
                  </a:lnTo>
                  <a:lnTo>
                    <a:pt x="119380" y="0"/>
                  </a:lnTo>
                  <a:close/>
                </a:path>
              </a:pathLst>
            </a:custGeom>
            <a:solidFill>
              <a:srgbClr val="553F00"/>
            </a:solidFill>
          </p:spPr>
          <p:txBody>
            <a:bodyPr wrap="square" lIns="0" tIns="0" rIns="0" bIns="0" rtlCol="0"/>
            <a:lstStyle/>
            <a:p/>
          </p:txBody>
        </p:sp>
        <p:sp>
          <p:nvSpPr>
            <p:cNvPr id="1661" name="object 1661"/>
            <p:cNvSpPr/>
            <p:nvPr/>
          </p:nvSpPr>
          <p:spPr>
            <a:xfrm>
              <a:off x="3192780" y="4258309"/>
              <a:ext cx="121920" cy="7620"/>
            </a:xfrm>
            <a:custGeom>
              <a:avLst/>
              <a:gdLst/>
              <a:ahLst/>
              <a:cxnLst/>
              <a:rect l="l" t="t" r="r" b="b"/>
              <a:pathLst>
                <a:path w="121920" h="7620">
                  <a:moveTo>
                    <a:pt x="113030" y="5092"/>
                  </a:moveTo>
                  <a:lnTo>
                    <a:pt x="2540" y="5092"/>
                  </a:lnTo>
                  <a:lnTo>
                    <a:pt x="2540" y="6350"/>
                  </a:lnTo>
                  <a:lnTo>
                    <a:pt x="0" y="6350"/>
                  </a:lnTo>
                  <a:lnTo>
                    <a:pt x="0" y="7620"/>
                  </a:lnTo>
                  <a:lnTo>
                    <a:pt x="111760" y="7620"/>
                  </a:lnTo>
                  <a:lnTo>
                    <a:pt x="111760" y="6350"/>
                  </a:lnTo>
                  <a:lnTo>
                    <a:pt x="113030" y="6350"/>
                  </a:lnTo>
                  <a:lnTo>
                    <a:pt x="113030" y="5092"/>
                  </a:lnTo>
                  <a:close/>
                </a:path>
                <a:path w="121920" h="7620">
                  <a:moveTo>
                    <a:pt x="121920" y="0"/>
                  </a:moveTo>
                  <a:lnTo>
                    <a:pt x="11430" y="0"/>
                  </a:lnTo>
                  <a:lnTo>
                    <a:pt x="11430" y="1270"/>
                  </a:lnTo>
                  <a:lnTo>
                    <a:pt x="10160" y="1270"/>
                  </a:lnTo>
                  <a:lnTo>
                    <a:pt x="10160" y="2540"/>
                  </a:lnTo>
                  <a:lnTo>
                    <a:pt x="7620" y="2540"/>
                  </a:lnTo>
                  <a:lnTo>
                    <a:pt x="7620" y="3810"/>
                  </a:lnTo>
                  <a:lnTo>
                    <a:pt x="5080" y="3810"/>
                  </a:lnTo>
                  <a:lnTo>
                    <a:pt x="5080" y="5080"/>
                  </a:lnTo>
                  <a:lnTo>
                    <a:pt x="115570" y="5080"/>
                  </a:lnTo>
                  <a:lnTo>
                    <a:pt x="115570" y="3810"/>
                  </a:lnTo>
                  <a:lnTo>
                    <a:pt x="118110" y="3810"/>
                  </a:lnTo>
                  <a:lnTo>
                    <a:pt x="118110" y="2540"/>
                  </a:lnTo>
                  <a:lnTo>
                    <a:pt x="119380" y="2540"/>
                  </a:lnTo>
                  <a:lnTo>
                    <a:pt x="119380" y="1270"/>
                  </a:lnTo>
                  <a:lnTo>
                    <a:pt x="121920" y="1270"/>
                  </a:lnTo>
                  <a:lnTo>
                    <a:pt x="121920" y="0"/>
                  </a:lnTo>
                  <a:close/>
                </a:path>
              </a:pathLst>
            </a:custGeom>
            <a:solidFill>
              <a:srgbClr val="574100"/>
            </a:solidFill>
          </p:spPr>
          <p:txBody>
            <a:bodyPr wrap="square" lIns="0" tIns="0" rIns="0" bIns="0" rtlCol="0"/>
            <a:lstStyle/>
            <a:p/>
          </p:txBody>
        </p:sp>
        <p:sp>
          <p:nvSpPr>
            <p:cNvPr id="1662" name="object 1662"/>
            <p:cNvSpPr/>
            <p:nvPr/>
          </p:nvSpPr>
          <p:spPr>
            <a:xfrm>
              <a:off x="3178810" y="4265929"/>
              <a:ext cx="123189" cy="7620"/>
            </a:xfrm>
            <a:custGeom>
              <a:avLst/>
              <a:gdLst/>
              <a:ahLst/>
              <a:cxnLst/>
              <a:rect l="l" t="t" r="r" b="b"/>
              <a:pathLst>
                <a:path w="123189" h="7620">
                  <a:moveTo>
                    <a:pt x="115557" y="3822"/>
                  </a:moveTo>
                  <a:lnTo>
                    <a:pt x="5080" y="3822"/>
                  </a:lnTo>
                  <a:lnTo>
                    <a:pt x="5080" y="5080"/>
                  </a:lnTo>
                  <a:lnTo>
                    <a:pt x="2540" y="5080"/>
                  </a:lnTo>
                  <a:lnTo>
                    <a:pt x="2540" y="6350"/>
                  </a:lnTo>
                  <a:lnTo>
                    <a:pt x="0" y="6350"/>
                  </a:lnTo>
                  <a:lnTo>
                    <a:pt x="0" y="7620"/>
                  </a:lnTo>
                  <a:lnTo>
                    <a:pt x="111760" y="7620"/>
                  </a:lnTo>
                  <a:lnTo>
                    <a:pt x="111760" y="6350"/>
                  </a:lnTo>
                  <a:lnTo>
                    <a:pt x="113030" y="6350"/>
                  </a:lnTo>
                  <a:lnTo>
                    <a:pt x="113030" y="5080"/>
                  </a:lnTo>
                  <a:lnTo>
                    <a:pt x="115557" y="5080"/>
                  </a:lnTo>
                  <a:lnTo>
                    <a:pt x="115557" y="3822"/>
                  </a:lnTo>
                  <a:close/>
                </a:path>
                <a:path w="123189" h="7620">
                  <a:moveTo>
                    <a:pt x="123190" y="0"/>
                  </a:moveTo>
                  <a:lnTo>
                    <a:pt x="11430" y="0"/>
                  </a:lnTo>
                  <a:lnTo>
                    <a:pt x="11430" y="1270"/>
                  </a:lnTo>
                  <a:lnTo>
                    <a:pt x="10160" y="1270"/>
                  </a:lnTo>
                  <a:lnTo>
                    <a:pt x="10160" y="2540"/>
                  </a:lnTo>
                  <a:lnTo>
                    <a:pt x="7620" y="2540"/>
                  </a:lnTo>
                  <a:lnTo>
                    <a:pt x="7620" y="3810"/>
                  </a:lnTo>
                  <a:lnTo>
                    <a:pt x="118110" y="3810"/>
                  </a:lnTo>
                  <a:lnTo>
                    <a:pt x="118110" y="2540"/>
                  </a:lnTo>
                  <a:lnTo>
                    <a:pt x="120650" y="2540"/>
                  </a:lnTo>
                  <a:lnTo>
                    <a:pt x="120650" y="1270"/>
                  </a:lnTo>
                  <a:lnTo>
                    <a:pt x="123190" y="1270"/>
                  </a:lnTo>
                  <a:lnTo>
                    <a:pt x="123190" y="0"/>
                  </a:lnTo>
                  <a:close/>
                </a:path>
              </a:pathLst>
            </a:custGeom>
            <a:solidFill>
              <a:srgbClr val="594200"/>
            </a:solidFill>
          </p:spPr>
          <p:txBody>
            <a:bodyPr wrap="square" lIns="0" tIns="0" rIns="0" bIns="0" rtlCol="0"/>
            <a:lstStyle/>
            <a:p/>
          </p:txBody>
        </p:sp>
        <p:sp>
          <p:nvSpPr>
            <p:cNvPr id="1663" name="object 1663"/>
            <p:cNvSpPr/>
            <p:nvPr/>
          </p:nvSpPr>
          <p:spPr>
            <a:xfrm>
              <a:off x="3164840" y="4273549"/>
              <a:ext cx="123189" cy="7620"/>
            </a:xfrm>
            <a:custGeom>
              <a:avLst/>
              <a:gdLst/>
              <a:ahLst/>
              <a:cxnLst/>
              <a:rect l="l" t="t" r="r" b="b"/>
              <a:pathLst>
                <a:path w="123189" h="7620">
                  <a:moveTo>
                    <a:pt x="118110" y="2552"/>
                  </a:moveTo>
                  <a:lnTo>
                    <a:pt x="7620" y="2552"/>
                  </a:lnTo>
                  <a:lnTo>
                    <a:pt x="7620" y="3810"/>
                  </a:lnTo>
                  <a:lnTo>
                    <a:pt x="5080" y="3810"/>
                  </a:lnTo>
                  <a:lnTo>
                    <a:pt x="5080" y="5080"/>
                  </a:lnTo>
                  <a:lnTo>
                    <a:pt x="2540" y="5080"/>
                  </a:lnTo>
                  <a:lnTo>
                    <a:pt x="2540" y="6350"/>
                  </a:lnTo>
                  <a:lnTo>
                    <a:pt x="0" y="6350"/>
                  </a:lnTo>
                  <a:lnTo>
                    <a:pt x="0" y="7620"/>
                  </a:lnTo>
                  <a:lnTo>
                    <a:pt x="111760" y="7620"/>
                  </a:lnTo>
                  <a:lnTo>
                    <a:pt x="111760" y="6350"/>
                  </a:lnTo>
                  <a:lnTo>
                    <a:pt x="113030" y="6350"/>
                  </a:lnTo>
                  <a:lnTo>
                    <a:pt x="113030" y="5080"/>
                  </a:lnTo>
                  <a:lnTo>
                    <a:pt x="115570" y="5080"/>
                  </a:lnTo>
                  <a:lnTo>
                    <a:pt x="115570" y="3810"/>
                  </a:lnTo>
                  <a:lnTo>
                    <a:pt x="118110" y="3810"/>
                  </a:lnTo>
                  <a:lnTo>
                    <a:pt x="118110" y="2552"/>
                  </a:lnTo>
                  <a:close/>
                </a:path>
                <a:path w="123189" h="7620">
                  <a:moveTo>
                    <a:pt x="123177" y="0"/>
                  </a:moveTo>
                  <a:lnTo>
                    <a:pt x="11430" y="0"/>
                  </a:lnTo>
                  <a:lnTo>
                    <a:pt x="11430" y="1270"/>
                  </a:lnTo>
                  <a:lnTo>
                    <a:pt x="8890" y="1270"/>
                  </a:lnTo>
                  <a:lnTo>
                    <a:pt x="8890" y="2540"/>
                  </a:lnTo>
                  <a:lnTo>
                    <a:pt x="120650" y="2540"/>
                  </a:lnTo>
                  <a:lnTo>
                    <a:pt x="120650" y="1270"/>
                  </a:lnTo>
                  <a:lnTo>
                    <a:pt x="123177" y="1270"/>
                  </a:lnTo>
                  <a:lnTo>
                    <a:pt x="123177" y="0"/>
                  </a:lnTo>
                  <a:close/>
                </a:path>
              </a:pathLst>
            </a:custGeom>
            <a:solidFill>
              <a:srgbClr val="5B4400"/>
            </a:solidFill>
          </p:spPr>
          <p:txBody>
            <a:bodyPr wrap="square" lIns="0" tIns="0" rIns="0" bIns="0" rtlCol="0"/>
            <a:lstStyle/>
            <a:p/>
          </p:txBody>
        </p:sp>
        <p:sp>
          <p:nvSpPr>
            <p:cNvPr id="1664" name="object 1664"/>
            <p:cNvSpPr/>
            <p:nvPr/>
          </p:nvSpPr>
          <p:spPr>
            <a:xfrm>
              <a:off x="3153410" y="4281169"/>
              <a:ext cx="120650" cy="6350"/>
            </a:xfrm>
            <a:custGeom>
              <a:avLst/>
              <a:gdLst/>
              <a:ahLst/>
              <a:cxnLst/>
              <a:rect l="l" t="t" r="r" b="b"/>
              <a:pathLst>
                <a:path w="120650" h="6350">
                  <a:moveTo>
                    <a:pt x="118110" y="1282"/>
                  </a:moveTo>
                  <a:lnTo>
                    <a:pt x="6350" y="1282"/>
                  </a:lnTo>
                  <a:lnTo>
                    <a:pt x="6350" y="2540"/>
                  </a:lnTo>
                  <a:lnTo>
                    <a:pt x="5080" y="2540"/>
                  </a:lnTo>
                  <a:lnTo>
                    <a:pt x="5080" y="3810"/>
                  </a:lnTo>
                  <a:lnTo>
                    <a:pt x="2540" y="3810"/>
                  </a:lnTo>
                  <a:lnTo>
                    <a:pt x="2540" y="5080"/>
                  </a:lnTo>
                  <a:lnTo>
                    <a:pt x="0" y="5080"/>
                  </a:lnTo>
                  <a:lnTo>
                    <a:pt x="0" y="6350"/>
                  </a:lnTo>
                  <a:lnTo>
                    <a:pt x="110490" y="6350"/>
                  </a:lnTo>
                  <a:lnTo>
                    <a:pt x="110490" y="5080"/>
                  </a:lnTo>
                  <a:lnTo>
                    <a:pt x="113030" y="5080"/>
                  </a:lnTo>
                  <a:lnTo>
                    <a:pt x="113030" y="3810"/>
                  </a:lnTo>
                  <a:lnTo>
                    <a:pt x="115557" y="3810"/>
                  </a:lnTo>
                  <a:lnTo>
                    <a:pt x="115557" y="2540"/>
                  </a:lnTo>
                  <a:lnTo>
                    <a:pt x="118110" y="2540"/>
                  </a:lnTo>
                  <a:lnTo>
                    <a:pt x="118110" y="1282"/>
                  </a:lnTo>
                  <a:close/>
                </a:path>
                <a:path w="120650" h="6350">
                  <a:moveTo>
                    <a:pt x="120650" y="0"/>
                  </a:moveTo>
                  <a:lnTo>
                    <a:pt x="8890" y="0"/>
                  </a:lnTo>
                  <a:lnTo>
                    <a:pt x="8890" y="1270"/>
                  </a:lnTo>
                  <a:lnTo>
                    <a:pt x="120650" y="1270"/>
                  </a:lnTo>
                  <a:lnTo>
                    <a:pt x="120650" y="0"/>
                  </a:lnTo>
                  <a:close/>
                </a:path>
              </a:pathLst>
            </a:custGeom>
            <a:solidFill>
              <a:srgbClr val="5D4500"/>
            </a:solidFill>
          </p:spPr>
          <p:txBody>
            <a:bodyPr wrap="square" lIns="0" tIns="0" rIns="0" bIns="0" rtlCol="0"/>
            <a:lstStyle/>
            <a:p/>
          </p:txBody>
        </p:sp>
        <p:sp>
          <p:nvSpPr>
            <p:cNvPr id="1665" name="object 1665"/>
            <p:cNvSpPr/>
            <p:nvPr/>
          </p:nvSpPr>
          <p:spPr>
            <a:xfrm>
              <a:off x="3139440" y="4287519"/>
              <a:ext cx="121920" cy="7620"/>
            </a:xfrm>
            <a:custGeom>
              <a:avLst/>
              <a:gdLst/>
              <a:ahLst/>
              <a:cxnLst/>
              <a:rect l="l" t="t" r="r" b="b"/>
              <a:pathLst>
                <a:path w="121920" h="7620">
                  <a:moveTo>
                    <a:pt x="120650" y="1282"/>
                  </a:moveTo>
                  <a:lnTo>
                    <a:pt x="8890" y="1282"/>
                  </a:lnTo>
                  <a:lnTo>
                    <a:pt x="8890" y="2540"/>
                  </a:lnTo>
                  <a:lnTo>
                    <a:pt x="6350" y="2540"/>
                  </a:lnTo>
                  <a:lnTo>
                    <a:pt x="6350" y="3810"/>
                  </a:lnTo>
                  <a:lnTo>
                    <a:pt x="5080" y="3810"/>
                  </a:lnTo>
                  <a:lnTo>
                    <a:pt x="5080" y="5080"/>
                  </a:lnTo>
                  <a:lnTo>
                    <a:pt x="2540" y="5080"/>
                  </a:lnTo>
                  <a:lnTo>
                    <a:pt x="2540" y="6350"/>
                  </a:lnTo>
                  <a:lnTo>
                    <a:pt x="0" y="6350"/>
                  </a:lnTo>
                  <a:lnTo>
                    <a:pt x="0" y="7620"/>
                  </a:lnTo>
                  <a:lnTo>
                    <a:pt x="110477" y="7620"/>
                  </a:lnTo>
                  <a:lnTo>
                    <a:pt x="110477" y="6350"/>
                  </a:lnTo>
                  <a:lnTo>
                    <a:pt x="113030" y="6350"/>
                  </a:lnTo>
                  <a:lnTo>
                    <a:pt x="113030" y="5080"/>
                  </a:lnTo>
                  <a:lnTo>
                    <a:pt x="115570" y="5080"/>
                  </a:lnTo>
                  <a:lnTo>
                    <a:pt x="115570" y="3810"/>
                  </a:lnTo>
                  <a:lnTo>
                    <a:pt x="118110" y="3810"/>
                  </a:lnTo>
                  <a:lnTo>
                    <a:pt x="118110" y="2540"/>
                  </a:lnTo>
                  <a:lnTo>
                    <a:pt x="120650" y="2540"/>
                  </a:lnTo>
                  <a:lnTo>
                    <a:pt x="120650" y="1282"/>
                  </a:lnTo>
                  <a:close/>
                </a:path>
                <a:path w="121920" h="7620">
                  <a:moveTo>
                    <a:pt x="121920" y="0"/>
                  </a:moveTo>
                  <a:lnTo>
                    <a:pt x="11430" y="0"/>
                  </a:lnTo>
                  <a:lnTo>
                    <a:pt x="11430" y="1270"/>
                  </a:lnTo>
                  <a:lnTo>
                    <a:pt x="121920" y="1270"/>
                  </a:lnTo>
                  <a:lnTo>
                    <a:pt x="121920" y="0"/>
                  </a:lnTo>
                  <a:close/>
                </a:path>
              </a:pathLst>
            </a:custGeom>
            <a:solidFill>
              <a:srgbClr val="5F4700"/>
            </a:solidFill>
          </p:spPr>
          <p:txBody>
            <a:bodyPr wrap="square" lIns="0" tIns="0" rIns="0" bIns="0" rtlCol="0"/>
            <a:lstStyle/>
            <a:p/>
          </p:txBody>
        </p:sp>
        <p:sp>
          <p:nvSpPr>
            <p:cNvPr id="1666" name="object 1666"/>
            <p:cNvSpPr/>
            <p:nvPr/>
          </p:nvSpPr>
          <p:spPr>
            <a:xfrm>
              <a:off x="2721610" y="4295152"/>
              <a:ext cx="525780" cy="7620"/>
            </a:xfrm>
            <a:custGeom>
              <a:avLst/>
              <a:gdLst/>
              <a:ahLst/>
              <a:cxnLst/>
              <a:rect l="l" t="t" r="r" b="b"/>
              <a:pathLst>
                <a:path w="525780" h="7620">
                  <a:moveTo>
                    <a:pt x="247650" y="6350"/>
                  </a:moveTo>
                  <a:lnTo>
                    <a:pt x="0" y="6350"/>
                  </a:lnTo>
                  <a:lnTo>
                    <a:pt x="0" y="7607"/>
                  </a:lnTo>
                  <a:lnTo>
                    <a:pt x="247650" y="7607"/>
                  </a:lnTo>
                  <a:lnTo>
                    <a:pt x="247650" y="6350"/>
                  </a:lnTo>
                  <a:close/>
                </a:path>
                <a:path w="525780" h="7620">
                  <a:moveTo>
                    <a:pt x="514337" y="6350"/>
                  </a:moveTo>
                  <a:lnTo>
                    <a:pt x="403860" y="6350"/>
                  </a:lnTo>
                  <a:lnTo>
                    <a:pt x="403860" y="7607"/>
                  </a:lnTo>
                  <a:lnTo>
                    <a:pt x="514337" y="7607"/>
                  </a:lnTo>
                  <a:lnTo>
                    <a:pt x="514337" y="6350"/>
                  </a:lnTo>
                  <a:close/>
                </a:path>
                <a:path w="525780" h="7620">
                  <a:moveTo>
                    <a:pt x="525780" y="0"/>
                  </a:moveTo>
                  <a:lnTo>
                    <a:pt x="415290" y="0"/>
                  </a:lnTo>
                  <a:lnTo>
                    <a:pt x="415290" y="1257"/>
                  </a:lnTo>
                  <a:lnTo>
                    <a:pt x="412750" y="1257"/>
                  </a:lnTo>
                  <a:lnTo>
                    <a:pt x="412750" y="2527"/>
                  </a:lnTo>
                  <a:lnTo>
                    <a:pt x="410210" y="2527"/>
                  </a:lnTo>
                  <a:lnTo>
                    <a:pt x="410210" y="3797"/>
                  </a:lnTo>
                  <a:lnTo>
                    <a:pt x="407670" y="3797"/>
                  </a:lnTo>
                  <a:lnTo>
                    <a:pt x="407670" y="5067"/>
                  </a:lnTo>
                  <a:lnTo>
                    <a:pt x="406400" y="5067"/>
                  </a:lnTo>
                  <a:lnTo>
                    <a:pt x="406400" y="6337"/>
                  </a:lnTo>
                  <a:lnTo>
                    <a:pt x="516890" y="6337"/>
                  </a:lnTo>
                  <a:lnTo>
                    <a:pt x="516890" y="5067"/>
                  </a:lnTo>
                  <a:lnTo>
                    <a:pt x="519430" y="5067"/>
                  </a:lnTo>
                  <a:lnTo>
                    <a:pt x="519430" y="3797"/>
                  </a:lnTo>
                  <a:lnTo>
                    <a:pt x="521970" y="3797"/>
                  </a:lnTo>
                  <a:lnTo>
                    <a:pt x="521970" y="2527"/>
                  </a:lnTo>
                  <a:lnTo>
                    <a:pt x="524510" y="2527"/>
                  </a:lnTo>
                  <a:lnTo>
                    <a:pt x="524510" y="1257"/>
                  </a:lnTo>
                  <a:lnTo>
                    <a:pt x="525780" y="1257"/>
                  </a:lnTo>
                  <a:lnTo>
                    <a:pt x="525780" y="0"/>
                  </a:lnTo>
                  <a:close/>
                </a:path>
              </a:pathLst>
            </a:custGeom>
            <a:solidFill>
              <a:srgbClr val="614800"/>
            </a:solidFill>
          </p:spPr>
          <p:txBody>
            <a:bodyPr wrap="square" lIns="0" tIns="0" rIns="0" bIns="0" rtlCol="0"/>
            <a:lstStyle/>
            <a:p/>
          </p:txBody>
        </p:sp>
        <p:sp>
          <p:nvSpPr>
            <p:cNvPr id="1667" name="object 1667"/>
            <p:cNvSpPr/>
            <p:nvPr/>
          </p:nvSpPr>
          <p:spPr>
            <a:xfrm>
              <a:off x="2721610" y="4302759"/>
              <a:ext cx="511809" cy="6350"/>
            </a:xfrm>
            <a:custGeom>
              <a:avLst/>
              <a:gdLst/>
              <a:ahLst/>
              <a:cxnLst/>
              <a:rect l="l" t="t" r="r" b="b"/>
              <a:pathLst>
                <a:path w="511810" h="6350">
                  <a:moveTo>
                    <a:pt x="247650" y="5092"/>
                  </a:moveTo>
                  <a:lnTo>
                    <a:pt x="0" y="5092"/>
                  </a:lnTo>
                  <a:lnTo>
                    <a:pt x="0" y="6350"/>
                  </a:lnTo>
                  <a:lnTo>
                    <a:pt x="247650" y="6350"/>
                  </a:lnTo>
                  <a:lnTo>
                    <a:pt x="247650" y="5092"/>
                  </a:lnTo>
                  <a:close/>
                </a:path>
                <a:path w="511810" h="6350">
                  <a:moveTo>
                    <a:pt x="247650" y="0"/>
                  </a:moveTo>
                  <a:lnTo>
                    <a:pt x="0" y="0"/>
                  </a:lnTo>
                  <a:lnTo>
                    <a:pt x="0" y="5080"/>
                  </a:lnTo>
                  <a:lnTo>
                    <a:pt x="247650" y="5080"/>
                  </a:lnTo>
                  <a:lnTo>
                    <a:pt x="247650" y="0"/>
                  </a:lnTo>
                  <a:close/>
                </a:path>
                <a:path w="511810" h="6350">
                  <a:moveTo>
                    <a:pt x="502907" y="5092"/>
                  </a:moveTo>
                  <a:lnTo>
                    <a:pt x="392430" y="5092"/>
                  </a:lnTo>
                  <a:lnTo>
                    <a:pt x="392430" y="6350"/>
                  </a:lnTo>
                  <a:lnTo>
                    <a:pt x="502907" y="6350"/>
                  </a:lnTo>
                  <a:lnTo>
                    <a:pt x="502907" y="5092"/>
                  </a:lnTo>
                  <a:close/>
                </a:path>
                <a:path w="511810" h="6350">
                  <a:moveTo>
                    <a:pt x="511810" y="0"/>
                  </a:moveTo>
                  <a:lnTo>
                    <a:pt x="401320" y="0"/>
                  </a:lnTo>
                  <a:lnTo>
                    <a:pt x="401320" y="1270"/>
                  </a:lnTo>
                  <a:lnTo>
                    <a:pt x="398780" y="1270"/>
                  </a:lnTo>
                  <a:lnTo>
                    <a:pt x="398780" y="2540"/>
                  </a:lnTo>
                  <a:lnTo>
                    <a:pt x="396240" y="2540"/>
                  </a:lnTo>
                  <a:lnTo>
                    <a:pt x="396240" y="3810"/>
                  </a:lnTo>
                  <a:lnTo>
                    <a:pt x="393700" y="3810"/>
                  </a:lnTo>
                  <a:lnTo>
                    <a:pt x="393700" y="5080"/>
                  </a:lnTo>
                  <a:lnTo>
                    <a:pt x="505460" y="5080"/>
                  </a:lnTo>
                  <a:lnTo>
                    <a:pt x="505460" y="3810"/>
                  </a:lnTo>
                  <a:lnTo>
                    <a:pt x="508000" y="3810"/>
                  </a:lnTo>
                  <a:lnTo>
                    <a:pt x="508000" y="2540"/>
                  </a:lnTo>
                  <a:lnTo>
                    <a:pt x="510540" y="2540"/>
                  </a:lnTo>
                  <a:lnTo>
                    <a:pt x="510540" y="1270"/>
                  </a:lnTo>
                  <a:lnTo>
                    <a:pt x="511810" y="1270"/>
                  </a:lnTo>
                  <a:lnTo>
                    <a:pt x="511810" y="0"/>
                  </a:lnTo>
                  <a:close/>
                </a:path>
              </a:pathLst>
            </a:custGeom>
            <a:solidFill>
              <a:srgbClr val="634A00"/>
            </a:solidFill>
          </p:spPr>
          <p:txBody>
            <a:bodyPr wrap="square" lIns="0" tIns="0" rIns="0" bIns="0" rtlCol="0"/>
            <a:lstStyle/>
            <a:p/>
          </p:txBody>
        </p:sp>
        <p:sp>
          <p:nvSpPr>
            <p:cNvPr id="1668" name="object 1668"/>
            <p:cNvSpPr/>
            <p:nvPr/>
          </p:nvSpPr>
          <p:spPr>
            <a:xfrm>
              <a:off x="2721610" y="4309109"/>
              <a:ext cx="500380" cy="7620"/>
            </a:xfrm>
            <a:custGeom>
              <a:avLst/>
              <a:gdLst/>
              <a:ahLst/>
              <a:cxnLst/>
              <a:rect l="l" t="t" r="r" b="b"/>
              <a:pathLst>
                <a:path w="500380" h="7620">
                  <a:moveTo>
                    <a:pt x="247650" y="5092"/>
                  </a:moveTo>
                  <a:lnTo>
                    <a:pt x="0" y="5092"/>
                  </a:lnTo>
                  <a:lnTo>
                    <a:pt x="0" y="7620"/>
                  </a:lnTo>
                  <a:lnTo>
                    <a:pt x="247650" y="7620"/>
                  </a:lnTo>
                  <a:lnTo>
                    <a:pt x="247650" y="5092"/>
                  </a:lnTo>
                  <a:close/>
                </a:path>
                <a:path w="500380" h="7620">
                  <a:moveTo>
                    <a:pt x="247650" y="0"/>
                  </a:moveTo>
                  <a:lnTo>
                    <a:pt x="0" y="0"/>
                  </a:lnTo>
                  <a:lnTo>
                    <a:pt x="0" y="5080"/>
                  </a:lnTo>
                  <a:lnTo>
                    <a:pt x="247650" y="5080"/>
                  </a:lnTo>
                  <a:lnTo>
                    <a:pt x="247650" y="0"/>
                  </a:lnTo>
                  <a:close/>
                </a:path>
                <a:path w="500380" h="7620">
                  <a:moveTo>
                    <a:pt x="491490" y="5092"/>
                  </a:moveTo>
                  <a:lnTo>
                    <a:pt x="379730" y="5092"/>
                  </a:lnTo>
                  <a:lnTo>
                    <a:pt x="379730" y="6350"/>
                  </a:lnTo>
                  <a:lnTo>
                    <a:pt x="378460" y="6350"/>
                  </a:lnTo>
                  <a:lnTo>
                    <a:pt x="378460" y="7620"/>
                  </a:lnTo>
                  <a:lnTo>
                    <a:pt x="488937" y="7620"/>
                  </a:lnTo>
                  <a:lnTo>
                    <a:pt x="488937" y="6350"/>
                  </a:lnTo>
                  <a:lnTo>
                    <a:pt x="491490" y="6350"/>
                  </a:lnTo>
                  <a:lnTo>
                    <a:pt x="491490" y="5092"/>
                  </a:lnTo>
                  <a:close/>
                </a:path>
                <a:path w="500380" h="7620">
                  <a:moveTo>
                    <a:pt x="500380" y="0"/>
                  </a:moveTo>
                  <a:lnTo>
                    <a:pt x="389890" y="0"/>
                  </a:lnTo>
                  <a:lnTo>
                    <a:pt x="389890" y="1270"/>
                  </a:lnTo>
                  <a:lnTo>
                    <a:pt x="387350" y="1270"/>
                  </a:lnTo>
                  <a:lnTo>
                    <a:pt x="387350" y="2540"/>
                  </a:lnTo>
                  <a:lnTo>
                    <a:pt x="384810" y="2540"/>
                  </a:lnTo>
                  <a:lnTo>
                    <a:pt x="384810" y="3810"/>
                  </a:lnTo>
                  <a:lnTo>
                    <a:pt x="382270" y="3810"/>
                  </a:lnTo>
                  <a:lnTo>
                    <a:pt x="382270" y="5080"/>
                  </a:lnTo>
                  <a:lnTo>
                    <a:pt x="494030" y="5080"/>
                  </a:lnTo>
                  <a:lnTo>
                    <a:pt x="494030" y="3810"/>
                  </a:lnTo>
                  <a:lnTo>
                    <a:pt x="496570" y="3810"/>
                  </a:lnTo>
                  <a:lnTo>
                    <a:pt x="496570" y="2540"/>
                  </a:lnTo>
                  <a:lnTo>
                    <a:pt x="497840" y="2540"/>
                  </a:lnTo>
                  <a:lnTo>
                    <a:pt x="497840" y="1270"/>
                  </a:lnTo>
                  <a:lnTo>
                    <a:pt x="500380" y="1270"/>
                  </a:lnTo>
                  <a:lnTo>
                    <a:pt x="500380" y="0"/>
                  </a:lnTo>
                  <a:close/>
                </a:path>
              </a:pathLst>
            </a:custGeom>
            <a:solidFill>
              <a:srgbClr val="664B00"/>
            </a:solidFill>
          </p:spPr>
          <p:txBody>
            <a:bodyPr wrap="square" lIns="0" tIns="0" rIns="0" bIns="0" rtlCol="0"/>
            <a:lstStyle/>
            <a:p/>
          </p:txBody>
        </p:sp>
        <p:sp>
          <p:nvSpPr>
            <p:cNvPr id="1669" name="object 1669"/>
            <p:cNvSpPr/>
            <p:nvPr/>
          </p:nvSpPr>
          <p:spPr>
            <a:xfrm>
              <a:off x="2721610" y="4316729"/>
              <a:ext cx="486409" cy="7620"/>
            </a:xfrm>
            <a:custGeom>
              <a:avLst/>
              <a:gdLst/>
              <a:ahLst/>
              <a:cxnLst/>
              <a:rect l="l" t="t" r="r" b="b"/>
              <a:pathLst>
                <a:path w="486410" h="7620">
                  <a:moveTo>
                    <a:pt x="247650" y="3822"/>
                  </a:moveTo>
                  <a:lnTo>
                    <a:pt x="0" y="3822"/>
                  </a:lnTo>
                  <a:lnTo>
                    <a:pt x="0" y="7620"/>
                  </a:lnTo>
                  <a:lnTo>
                    <a:pt x="247650" y="7620"/>
                  </a:lnTo>
                  <a:lnTo>
                    <a:pt x="247650" y="3822"/>
                  </a:lnTo>
                  <a:close/>
                </a:path>
                <a:path w="486410" h="7620">
                  <a:moveTo>
                    <a:pt x="247650" y="0"/>
                  </a:moveTo>
                  <a:lnTo>
                    <a:pt x="0" y="0"/>
                  </a:lnTo>
                  <a:lnTo>
                    <a:pt x="0" y="3810"/>
                  </a:lnTo>
                  <a:lnTo>
                    <a:pt x="247650" y="3810"/>
                  </a:lnTo>
                  <a:lnTo>
                    <a:pt x="247650" y="0"/>
                  </a:lnTo>
                  <a:close/>
                </a:path>
                <a:path w="486410" h="7620">
                  <a:moveTo>
                    <a:pt x="480060" y="3822"/>
                  </a:moveTo>
                  <a:lnTo>
                    <a:pt x="368300" y="3822"/>
                  </a:lnTo>
                  <a:lnTo>
                    <a:pt x="368300" y="5080"/>
                  </a:lnTo>
                  <a:lnTo>
                    <a:pt x="365760" y="5080"/>
                  </a:lnTo>
                  <a:lnTo>
                    <a:pt x="365760" y="6350"/>
                  </a:lnTo>
                  <a:lnTo>
                    <a:pt x="363220" y="6350"/>
                  </a:lnTo>
                  <a:lnTo>
                    <a:pt x="363220" y="7620"/>
                  </a:lnTo>
                  <a:lnTo>
                    <a:pt x="474980" y="7620"/>
                  </a:lnTo>
                  <a:lnTo>
                    <a:pt x="474980" y="6350"/>
                  </a:lnTo>
                  <a:lnTo>
                    <a:pt x="477520" y="6350"/>
                  </a:lnTo>
                  <a:lnTo>
                    <a:pt x="477520" y="5080"/>
                  </a:lnTo>
                  <a:lnTo>
                    <a:pt x="480060" y="5080"/>
                  </a:lnTo>
                  <a:lnTo>
                    <a:pt x="480060" y="3822"/>
                  </a:lnTo>
                  <a:close/>
                </a:path>
                <a:path w="486410" h="7620">
                  <a:moveTo>
                    <a:pt x="486410" y="0"/>
                  </a:moveTo>
                  <a:lnTo>
                    <a:pt x="375920" y="0"/>
                  </a:lnTo>
                  <a:lnTo>
                    <a:pt x="375920" y="1270"/>
                  </a:lnTo>
                  <a:lnTo>
                    <a:pt x="373380" y="1270"/>
                  </a:lnTo>
                  <a:lnTo>
                    <a:pt x="373380" y="2540"/>
                  </a:lnTo>
                  <a:lnTo>
                    <a:pt x="370840" y="2540"/>
                  </a:lnTo>
                  <a:lnTo>
                    <a:pt x="370840" y="3810"/>
                  </a:lnTo>
                  <a:lnTo>
                    <a:pt x="481330" y="3810"/>
                  </a:lnTo>
                  <a:lnTo>
                    <a:pt x="481330" y="2540"/>
                  </a:lnTo>
                  <a:lnTo>
                    <a:pt x="483857" y="2540"/>
                  </a:lnTo>
                  <a:lnTo>
                    <a:pt x="483857" y="1270"/>
                  </a:lnTo>
                  <a:lnTo>
                    <a:pt x="486410" y="1270"/>
                  </a:lnTo>
                  <a:lnTo>
                    <a:pt x="486410" y="0"/>
                  </a:lnTo>
                  <a:close/>
                </a:path>
              </a:pathLst>
            </a:custGeom>
            <a:solidFill>
              <a:srgbClr val="674D00"/>
            </a:solidFill>
          </p:spPr>
          <p:txBody>
            <a:bodyPr wrap="square" lIns="0" tIns="0" rIns="0" bIns="0" rtlCol="0"/>
            <a:lstStyle/>
            <a:p/>
          </p:txBody>
        </p:sp>
        <p:sp>
          <p:nvSpPr>
            <p:cNvPr id="1670" name="object 1670"/>
            <p:cNvSpPr/>
            <p:nvPr/>
          </p:nvSpPr>
          <p:spPr>
            <a:xfrm>
              <a:off x="2721610" y="4324349"/>
              <a:ext cx="472440" cy="7620"/>
            </a:xfrm>
            <a:custGeom>
              <a:avLst/>
              <a:gdLst/>
              <a:ahLst/>
              <a:cxnLst/>
              <a:rect l="l" t="t" r="r" b="b"/>
              <a:pathLst>
                <a:path w="472439" h="7620">
                  <a:moveTo>
                    <a:pt x="247650" y="2552"/>
                  </a:moveTo>
                  <a:lnTo>
                    <a:pt x="0" y="2552"/>
                  </a:lnTo>
                  <a:lnTo>
                    <a:pt x="0" y="7620"/>
                  </a:lnTo>
                  <a:lnTo>
                    <a:pt x="247650" y="7620"/>
                  </a:lnTo>
                  <a:lnTo>
                    <a:pt x="247650" y="2552"/>
                  </a:lnTo>
                  <a:close/>
                </a:path>
                <a:path w="472439" h="7620">
                  <a:moveTo>
                    <a:pt x="247650" y="0"/>
                  </a:moveTo>
                  <a:lnTo>
                    <a:pt x="0" y="0"/>
                  </a:lnTo>
                  <a:lnTo>
                    <a:pt x="0" y="2540"/>
                  </a:lnTo>
                  <a:lnTo>
                    <a:pt x="247650" y="2540"/>
                  </a:lnTo>
                  <a:lnTo>
                    <a:pt x="247650" y="0"/>
                  </a:lnTo>
                  <a:close/>
                </a:path>
                <a:path w="472439" h="7620">
                  <a:moveTo>
                    <a:pt x="471170" y="6350"/>
                  </a:moveTo>
                  <a:lnTo>
                    <a:pt x="469900" y="6350"/>
                  </a:lnTo>
                  <a:lnTo>
                    <a:pt x="469900" y="5080"/>
                  </a:lnTo>
                  <a:lnTo>
                    <a:pt x="468630" y="5080"/>
                  </a:lnTo>
                  <a:lnTo>
                    <a:pt x="468630" y="3810"/>
                  </a:lnTo>
                  <a:lnTo>
                    <a:pt x="467360" y="3810"/>
                  </a:lnTo>
                  <a:lnTo>
                    <a:pt x="467360" y="2552"/>
                  </a:lnTo>
                  <a:lnTo>
                    <a:pt x="356870" y="2552"/>
                  </a:lnTo>
                  <a:lnTo>
                    <a:pt x="356870" y="3810"/>
                  </a:lnTo>
                  <a:lnTo>
                    <a:pt x="354330" y="3810"/>
                  </a:lnTo>
                  <a:lnTo>
                    <a:pt x="354330" y="5080"/>
                  </a:lnTo>
                  <a:lnTo>
                    <a:pt x="351790" y="5080"/>
                  </a:lnTo>
                  <a:lnTo>
                    <a:pt x="351790" y="6350"/>
                  </a:lnTo>
                  <a:lnTo>
                    <a:pt x="349250" y="6350"/>
                  </a:lnTo>
                  <a:lnTo>
                    <a:pt x="349250" y="7620"/>
                  </a:lnTo>
                  <a:lnTo>
                    <a:pt x="471170" y="7620"/>
                  </a:lnTo>
                  <a:lnTo>
                    <a:pt x="471170" y="6350"/>
                  </a:lnTo>
                  <a:close/>
                </a:path>
                <a:path w="472439" h="7620">
                  <a:moveTo>
                    <a:pt x="472440" y="0"/>
                  </a:moveTo>
                  <a:lnTo>
                    <a:pt x="361950" y="0"/>
                  </a:lnTo>
                  <a:lnTo>
                    <a:pt x="361950" y="1270"/>
                  </a:lnTo>
                  <a:lnTo>
                    <a:pt x="359410" y="1270"/>
                  </a:lnTo>
                  <a:lnTo>
                    <a:pt x="359410" y="2540"/>
                  </a:lnTo>
                  <a:lnTo>
                    <a:pt x="469887" y="2540"/>
                  </a:lnTo>
                  <a:lnTo>
                    <a:pt x="469887" y="1270"/>
                  </a:lnTo>
                  <a:lnTo>
                    <a:pt x="472440" y="1270"/>
                  </a:lnTo>
                  <a:lnTo>
                    <a:pt x="472440" y="0"/>
                  </a:lnTo>
                  <a:close/>
                </a:path>
              </a:pathLst>
            </a:custGeom>
            <a:solidFill>
              <a:srgbClr val="694E00"/>
            </a:solidFill>
          </p:spPr>
          <p:txBody>
            <a:bodyPr wrap="square" lIns="0" tIns="0" rIns="0" bIns="0" rtlCol="0"/>
            <a:lstStyle/>
            <a:p/>
          </p:txBody>
        </p:sp>
        <p:sp>
          <p:nvSpPr>
            <p:cNvPr id="1671" name="object 1671"/>
            <p:cNvSpPr/>
            <p:nvPr/>
          </p:nvSpPr>
          <p:spPr>
            <a:xfrm>
              <a:off x="2721610" y="4331969"/>
              <a:ext cx="476250" cy="6350"/>
            </a:xfrm>
            <a:custGeom>
              <a:avLst/>
              <a:gdLst/>
              <a:ahLst/>
              <a:cxnLst/>
              <a:rect l="l" t="t" r="r" b="b"/>
              <a:pathLst>
                <a:path w="476250" h="6350">
                  <a:moveTo>
                    <a:pt x="247650" y="1282"/>
                  </a:moveTo>
                  <a:lnTo>
                    <a:pt x="0" y="1282"/>
                  </a:lnTo>
                  <a:lnTo>
                    <a:pt x="0" y="6350"/>
                  </a:lnTo>
                  <a:lnTo>
                    <a:pt x="247637" y="6350"/>
                  </a:lnTo>
                  <a:lnTo>
                    <a:pt x="247650" y="1282"/>
                  </a:lnTo>
                  <a:close/>
                </a:path>
                <a:path w="476250" h="6350">
                  <a:moveTo>
                    <a:pt x="247650" y="0"/>
                  </a:moveTo>
                  <a:lnTo>
                    <a:pt x="0" y="0"/>
                  </a:lnTo>
                  <a:lnTo>
                    <a:pt x="0" y="1270"/>
                  </a:lnTo>
                  <a:lnTo>
                    <a:pt x="247650" y="1270"/>
                  </a:lnTo>
                  <a:lnTo>
                    <a:pt x="247650" y="0"/>
                  </a:lnTo>
                  <a:close/>
                </a:path>
                <a:path w="476250" h="6350">
                  <a:moveTo>
                    <a:pt x="472440" y="0"/>
                  </a:moveTo>
                  <a:lnTo>
                    <a:pt x="347980" y="0"/>
                  </a:lnTo>
                  <a:lnTo>
                    <a:pt x="347980" y="1270"/>
                  </a:lnTo>
                  <a:lnTo>
                    <a:pt x="472440" y="1270"/>
                  </a:lnTo>
                  <a:lnTo>
                    <a:pt x="472440" y="0"/>
                  </a:lnTo>
                  <a:close/>
                </a:path>
                <a:path w="476250" h="6350">
                  <a:moveTo>
                    <a:pt x="476250" y="5080"/>
                  </a:moveTo>
                  <a:lnTo>
                    <a:pt x="476237" y="3810"/>
                  </a:lnTo>
                  <a:lnTo>
                    <a:pt x="474980" y="3810"/>
                  </a:lnTo>
                  <a:lnTo>
                    <a:pt x="474980" y="2540"/>
                  </a:lnTo>
                  <a:lnTo>
                    <a:pt x="473710" y="2540"/>
                  </a:lnTo>
                  <a:lnTo>
                    <a:pt x="473710" y="1282"/>
                  </a:lnTo>
                  <a:lnTo>
                    <a:pt x="345440" y="1282"/>
                  </a:lnTo>
                  <a:lnTo>
                    <a:pt x="345440" y="2540"/>
                  </a:lnTo>
                  <a:lnTo>
                    <a:pt x="342900" y="2540"/>
                  </a:lnTo>
                  <a:lnTo>
                    <a:pt x="342900" y="3810"/>
                  </a:lnTo>
                  <a:lnTo>
                    <a:pt x="340360" y="3810"/>
                  </a:lnTo>
                  <a:lnTo>
                    <a:pt x="340360" y="5080"/>
                  </a:lnTo>
                  <a:lnTo>
                    <a:pt x="337807" y="5080"/>
                  </a:lnTo>
                  <a:lnTo>
                    <a:pt x="337807" y="6350"/>
                  </a:lnTo>
                  <a:lnTo>
                    <a:pt x="476250" y="6350"/>
                  </a:lnTo>
                  <a:lnTo>
                    <a:pt x="476250" y="5080"/>
                  </a:lnTo>
                  <a:close/>
                </a:path>
              </a:pathLst>
            </a:custGeom>
            <a:solidFill>
              <a:srgbClr val="6B5000"/>
            </a:solidFill>
          </p:spPr>
          <p:txBody>
            <a:bodyPr wrap="square" lIns="0" tIns="0" rIns="0" bIns="0" rtlCol="0"/>
            <a:lstStyle/>
            <a:p/>
          </p:txBody>
        </p:sp>
        <p:sp>
          <p:nvSpPr>
            <p:cNvPr id="1672" name="object 1672"/>
            <p:cNvSpPr/>
            <p:nvPr/>
          </p:nvSpPr>
          <p:spPr>
            <a:xfrm>
              <a:off x="2720340" y="4338319"/>
              <a:ext cx="485140" cy="7620"/>
            </a:xfrm>
            <a:custGeom>
              <a:avLst/>
              <a:gdLst/>
              <a:ahLst/>
              <a:cxnLst/>
              <a:rect l="l" t="t" r="r" b="b"/>
              <a:pathLst>
                <a:path w="485139" h="7620">
                  <a:moveTo>
                    <a:pt x="248907" y="1282"/>
                  </a:moveTo>
                  <a:lnTo>
                    <a:pt x="0" y="1282"/>
                  </a:lnTo>
                  <a:lnTo>
                    <a:pt x="0" y="7620"/>
                  </a:lnTo>
                  <a:lnTo>
                    <a:pt x="248907" y="7620"/>
                  </a:lnTo>
                  <a:lnTo>
                    <a:pt x="248907" y="1282"/>
                  </a:lnTo>
                  <a:close/>
                </a:path>
                <a:path w="485139" h="7620">
                  <a:moveTo>
                    <a:pt x="248907" y="0"/>
                  </a:moveTo>
                  <a:lnTo>
                    <a:pt x="0" y="0"/>
                  </a:lnTo>
                  <a:lnTo>
                    <a:pt x="0" y="1270"/>
                  </a:lnTo>
                  <a:lnTo>
                    <a:pt x="248907" y="1270"/>
                  </a:lnTo>
                  <a:lnTo>
                    <a:pt x="248907" y="0"/>
                  </a:lnTo>
                  <a:close/>
                </a:path>
                <a:path w="485139" h="7620">
                  <a:moveTo>
                    <a:pt x="478777" y="0"/>
                  </a:moveTo>
                  <a:lnTo>
                    <a:pt x="336550" y="0"/>
                  </a:lnTo>
                  <a:lnTo>
                    <a:pt x="336550" y="1270"/>
                  </a:lnTo>
                  <a:lnTo>
                    <a:pt x="478777" y="1270"/>
                  </a:lnTo>
                  <a:lnTo>
                    <a:pt x="478777" y="0"/>
                  </a:lnTo>
                  <a:close/>
                </a:path>
                <a:path w="485139" h="7620">
                  <a:moveTo>
                    <a:pt x="485140" y="6350"/>
                  </a:moveTo>
                  <a:lnTo>
                    <a:pt x="483870" y="6350"/>
                  </a:lnTo>
                  <a:lnTo>
                    <a:pt x="483870" y="5080"/>
                  </a:lnTo>
                  <a:lnTo>
                    <a:pt x="482600" y="5080"/>
                  </a:lnTo>
                  <a:lnTo>
                    <a:pt x="482600" y="3810"/>
                  </a:lnTo>
                  <a:lnTo>
                    <a:pt x="481330" y="3810"/>
                  </a:lnTo>
                  <a:lnTo>
                    <a:pt x="481330" y="2540"/>
                  </a:lnTo>
                  <a:lnTo>
                    <a:pt x="480060" y="2540"/>
                  </a:lnTo>
                  <a:lnTo>
                    <a:pt x="480060" y="1282"/>
                  </a:lnTo>
                  <a:lnTo>
                    <a:pt x="335280" y="1282"/>
                  </a:lnTo>
                  <a:lnTo>
                    <a:pt x="335280" y="2540"/>
                  </a:lnTo>
                  <a:lnTo>
                    <a:pt x="332740" y="2540"/>
                  </a:lnTo>
                  <a:lnTo>
                    <a:pt x="332740" y="3810"/>
                  </a:lnTo>
                  <a:lnTo>
                    <a:pt x="330200" y="3810"/>
                  </a:lnTo>
                  <a:lnTo>
                    <a:pt x="330200" y="5080"/>
                  </a:lnTo>
                  <a:lnTo>
                    <a:pt x="327660" y="5080"/>
                  </a:lnTo>
                  <a:lnTo>
                    <a:pt x="327660" y="6350"/>
                  </a:lnTo>
                  <a:lnTo>
                    <a:pt x="325120" y="6350"/>
                  </a:lnTo>
                  <a:lnTo>
                    <a:pt x="325120" y="7620"/>
                  </a:lnTo>
                  <a:lnTo>
                    <a:pt x="485140" y="7620"/>
                  </a:lnTo>
                  <a:lnTo>
                    <a:pt x="485140" y="6350"/>
                  </a:lnTo>
                  <a:close/>
                </a:path>
              </a:pathLst>
            </a:custGeom>
            <a:solidFill>
              <a:srgbClr val="6D5100"/>
            </a:solidFill>
          </p:spPr>
          <p:txBody>
            <a:bodyPr wrap="square" lIns="0" tIns="0" rIns="0" bIns="0" rtlCol="0"/>
            <a:lstStyle/>
            <a:p/>
          </p:txBody>
        </p:sp>
        <p:sp>
          <p:nvSpPr>
            <p:cNvPr id="1673" name="object 1673"/>
            <p:cNvSpPr/>
            <p:nvPr/>
          </p:nvSpPr>
          <p:spPr>
            <a:xfrm>
              <a:off x="2720340" y="4345952"/>
              <a:ext cx="492759" cy="7620"/>
            </a:xfrm>
            <a:custGeom>
              <a:avLst/>
              <a:gdLst/>
              <a:ahLst/>
              <a:cxnLst/>
              <a:rect l="l" t="t" r="r" b="b"/>
              <a:pathLst>
                <a:path w="492760" h="7620">
                  <a:moveTo>
                    <a:pt x="247650" y="6350"/>
                  </a:moveTo>
                  <a:lnTo>
                    <a:pt x="0" y="6350"/>
                  </a:lnTo>
                  <a:lnTo>
                    <a:pt x="0" y="7607"/>
                  </a:lnTo>
                  <a:lnTo>
                    <a:pt x="247650" y="7607"/>
                  </a:lnTo>
                  <a:lnTo>
                    <a:pt x="247650" y="6350"/>
                  </a:lnTo>
                  <a:close/>
                </a:path>
                <a:path w="492760" h="7620">
                  <a:moveTo>
                    <a:pt x="247650" y="0"/>
                  </a:moveTo>
                  <a:lnTo>
                    <a:pt x="0" y="0"/>
                  </a:lnTo>
                  <a:lnTo>
                    <a:pt x="0" y="6337"/>
                  </a:lnTo>
                  <a:lnTo>
                    <a:pt x="247650" y="6337"/>
                  </a:lnTo>
                  <a:lnTo>
                    <a:pt x="247650" y="0"/>
                  </a:lnTo>
                  <a:close/>
                </a:path>
                <a:path w="492760" h="7620">
                  <a:moveTo>
                    <a:pt x="491490" y="5067"/>
                  </a:moveTo>
                  <a:lnTo>
                    <a:pt x="490207" y="5067"/>
                  </a:lnTo>
                  <a:lnTo>
                    <a:pt x="490207" y="3797"/>
                  </a:lnTo>
                  <a:lnTo>
                    <a:pt x="488950" y="3797"/>
                  </a:lnTo>
                  <a:lnTo>
                    <a:pt x="488950" y="2527"/>
                  </a:lnTo>
                  <a:lnTo>
                    <a:pt x="487680" y="2527"/>
                  </a:lnTo>
                  <a:lnTo>
                    <a:pt x="487680" y="1257"/>
                  </a:lnTo>
                  <a:lnTo>
                    <a:pt x="486410" y="1257"/>
                  </a:lnTo>
                  <a:lnTo>
                    <a:pt x="486410" y="0"/>
                  </a:lnTo>
                  <a:lnTo>
                    <a:pt x="322580" y="0"/>
                  </a:lnTo>
                  <a:lnTo>
                    <a:pt x="322580" y="1257"/>
                  </a:lnTo>
                  <a:lnTo>
                    <a:pt x="321310" y="1257"/>
                  </a:lnTo>
                  <a:lnTo>
                    <a:pt x="321310" y="2527"/>
                  </a:lnTo>
                  <a:lnTo>
                    <a:pt x="318770" y="2527"/>
                  </a:lnTo>
                  <a:lnTo>
                    <a:pt x="318770" y="3797"/>
                  </a:lnTo>
                  <a:lnTo>
                    <a:pt x="316230" y="3797"/>
                  </a:lnTo>
                  <a:lnTo>
                    <a:pt x="316230" y="5067"/>
                  </a:lnTo>
                  <a:lnTo>
                    <a:pt x="313690" y="5067"/>
                  </a:lnTo>
                  <a:lnTo>
                    <a:pt x="313690" y="6337"/>
                  </a:lnTo>
                  <a:lnTo>
                    <a:pt x="491490" y="6337"/>
                  </a:lnTo>
                  <a:lnTo>
                    <a:pt x="491490" y="5067"/>
                  </a:lnTo>
                  <a:close/>
                </a:path>
                <a:path w="492760" h="7620">
                  <a:moveTo>
                    <a:pt x="492760" y="6350"/>
                  </a:moveTo>
                  <a:lnTo>
                    <a:pt x="311150" y="6350"/>
                  </a:lnTo>
                  <a:lnTo>
                    <a:pt x="311150" y="7607"/>
                  </a:lnTo>
                  <a:lnTo>
                    <a:pt x="492760" y="7607"/>
                  </a:lnTo>
                  <a:lnTo>
                    <a:pt x="492760" y="6350"/>
                  </a:lnTo>
                  <a:close/>
                </a:path>
              </a:pathLst>
            </a:custGeom>
            <a:solidFill>
              <a:srgbClr val="6F5300"/>
            </a:solidFill>
          </p:spPr>
          <p:txBody>
            <a:bodyPr wrap="square" lIns="0" tIns="0" rIns="0" bIns="0" rtlCol="0"/>
            <a:lstStyle/>
            <a:p/>
          </p:txBody>
        </p:sp>
        <p:sp>
          <p:nvSpPr>
            <p:cNvPr id="1674" name="object 1674"/>
            <p:cNvSpPr/>
            <p:nvPr/>
          </p:nvSpPr>
          <p:spPr>
            <a:xfrm>
              <a:off x="2720340" y="4353559"/>
              <a:ext cx="497840" cy="6350"/>
            </a:xfrm>
            <a:custGeom>
              <a:avLst/>
              <a:gdLst/>
              <a:ahLst/>
              <a:cxnLst/>
              <a:rect l="l" t="t" r="r" b="b"/>
              <a:pathLst>
                <a:path w="497839" h="6350">
                  <a:moveTo>
                    <a:pt x="247650" y="5092"/>
                  </a:moveTo>
                  <a:lnTo>
                    <a:pt x="0" y="5092"/>
                  </a:lnTo>
                  <a:lnTo>
                    <a:pt x="0" y="6350"/>
                  </a:lnTo>
                  <a:lnTo>
                    <a:pt x="247650" y="6350"/>
                  </a:lnTo>
                  <a:lnTo>
                    <a:pt x="247650" y="5092"/>
                  </a:lnTo>
                  <a:close/>
                </a:path>
                <a:path w="497839" h="6350">
                  <a:moveTo>
                    <a:pt x="247650" y="0"/>
                  </a:moveTo>
                  <a:lnTo>
                    <a:pt x="0" y="0"/>
                  </a:lnTo>
                  <a:lnTo>
                    <a:pt x="0" y="5080"/>
                  </a:lnTo>
                  <a:lnTo>
                    <a:pt x="247650" y="5080"/>
                  </a:lnTo>
                  <a:lnTo>
                    <a:pt x="247650" y="0"/>
                  </a:lnTo>
                  <a:close/>
                </a:path>
                <a:path w="497839" h="6350">
                  <a:moveTo>
                    <a:pt x="496570" y="3810"/>
                  </a:moveTo>
                  <a:lnTo>
                    <a:pt x="495300" y="3810"/>
                  </a:lnTo>
                  <a:lnTo>
                    <a:pt x="495300" y="2540"/>
                  </a:lnTo>
                  <a:lnTo>
                    <a:pt x="494030" y="2540"/>
                  </a:lnTo>
                  <a:lnTo>
                    <a:pt x="494030" y="1270"/>
                  </a:lnTo>
                  <a:lnTo>
                    <a:pt x="494030" y="0"/>
                  </a:lnTo>
                  <a:lnTo>
                    <a:pt x="308610" y="0"/>
                  </a:lnTo>
                  <a:lnTo>
                    <a:pt x="308610" y="1270"/>
                  </a:lnTo>
                  <a:lnTo>
                    <a:pt x="306070" y="1270"/>
                  </a:lnTo>
                  <a:lnTo>
                    <a:pt x="306070" y="2540"/>
                  </a:lnTo>
                  <a:lnTo>
                    <a:pt x="304800" y="2540"/>
                  </a:lnTo>
                  <a:lnTo>
                    <a:pt x="304800" y="3810"/>
                  </a:lnTo>
                  <a:lnTo>
                    <a:pt x="302260" y="3810"/>
                  </a:lnTo>
                  <a:lnTo>
                    <a:pt x="302260" y="5080"/>
                  </a:lnTo>
                  <a:lnTo>
                    <a:pt x="496570" y="5080"/>
                  </a:lnTo>
                  <a:lnTo>
                    <a:pt x="496570" y="3810"/>
                  </a:lnTo>
                  <a:close/>
                </a:path>
                <a:path w="497839" h="6350">
                  <a:moveTo>
                    <a:pt x="497840" y="5092"/>
                  </a:moveTo>
                  <a:lnTo>
                    <a:pt x="299720" y="5092"/>
                  </a:lnTo>
                  <a:lnTo>
                    <a:pt x="299720" y="6350"/>
                  </a:lnTo>
                  <a:lnTo>
                    <a:pt x="497840" y="6350"/>
                  </a:lnTo>
                  <a:lnTo>
                    <a:pt x="497840" y="5092"/>
                  </a:lnTo>
                  <a:close/>
                </a:path>
              </a:pathLst>
            </a:custGeom>
            <a:solidFill>
              <a:srgbClr val="715400"/>
            </a:solidFill>
          </p:spPr>
          <p:txBody>
            <a:bodyPr wrap="square" lIns="0" tIns="0" rIns="0" bIns="0" rtlCol="0"/>
            <a:lstStyle/>
            <a:p/>
          </p:txBody>
        </p:sp>
        <p:sp>
          <p:nvSpPr>
            <p:cNvPr id="1675" name="object 1675"/>
            <p:cNvSpPr/>
            <p:nvPr/>
          </p:nvSpPr>
          <p:spPr>
            <a:xfrm>
              <a:off x="2720340" y="4359909"/>
              <a:ext cx="505459" cy="7620"/>
            </a:xfrm>
            <a:custGeom>
              <a:avLst/>
              <a:gdLst/>
              <a:ahLst/>
              <a:cxnLst/>
              <a:rect l="l" t="t" r="r" b="b"/>
              <a:pathLst>
                <a:path w="505460" h="7620">
                  <a:moveTo>
                    <a:pt x="247650" y="5092"/>
                  </a:moveTo>
                  <a:lnTo>
                    <a:pt x="0" y="5092"/>
                  </a:lnTo>
                  <a:lnTo>
                    <a:pt x="0" y="7620"/>
                  </a:lnTo>
                  <a:lnTo>
                    <a:pt x="247650" y="7620"/>
                  </a:lnTo>
                  <a:lnTo>
                    <a:pt x="247650" y="5092"/>
                  </a:lnTo>
                  <a:close/>
                </a:path>
                <a:path w="505460" h="7620">
                  <a:moveTo>
                    <a:pt x="247650" y="0"/>
                  </a:moveTo>
                  <a:lnTo>
                    <a:pt x="0" y="0"/>
                  </a:lnTo>
                  <a:lnTo>
                    <a:pt x="0" y="5080"/>
                  </a:lnTo>
                  <a:lnTo>
                    <a:pt x="247650" y="5080"/>
                  </a:lnTo>
                  <a:lnTo>
                    <a:pt x="247650" y="0"/>
                  </a:lnTo>
                  <a:close/>
                </a:path>
                <a:path w="505460" h="7620">
                  <a:moveTo>
                    <a:pt x="502907" y="3810"/>
                  </a:moveTo>
                  <a:lnTo>
                    <a:pt x="501650" y="3810"/>
                  </a:lnTo>
                  <a:lnTo>
                    <a:pt x="501650" y="2540"/>
                  </a:lnTo>
                  <a:lnTo>
                    <a:pt x="500380" y="2540"/>
                  </a:lnTo>
                  <a:lnTo>
                    <a:pt x="500380" y="1270"/>
                  </a:lnTo>
                  <a:lnTo>
                    <a:pt x="499110" y="1270"/>
                  </a:lnTo>
                  <a:lnTo>
                    <a:pt x="499110" y="0"/>
                  </a:lnTo>
                  <a:lnTo>
                    <a:pt x="297180" y="0"/>
                  </a:lnTo>
                  <a:lnTo>
                    <a:pt x="297180" y="1270"/>
                  </a:lnTo>
                  <a:lnTo>
                    <a:pt x="294640" y="1270"/>
                  </a:lnTo>
                  <a:lnTo>
                    <a:pt x="294640" y="2540"/>
                  </a:lnTo>
                  <a:lnTo>
                    <a:pt x="292100" y="2540"/>
                  </a:lnTo>
                  <a:lnTo>
                    <a:pt x="292100" y="3810"/>
                  </a:lnTo>
                  <a:lnTo>
                    <a:pt x="290830" y="3810"/>
                  </a:lnTo>
                  <a:lnTo>
                    <a:pt x="290830" y="5080"/>
                  </a:lnTo>
                  <a:lnTo>
                    <a:pt x="502907" y="5080"/>
                  </a:lnTo>
                  <a:lnTo>
                    <a:pt x="502907" y="3810"/>
                  </a:lnTo>
                  <a:close/>
                </a:path>
                <a:path w="505460" h="7620">
                  <a:moveTo>
                    <a:pt x="505460" y="6350"/>
                  </a:moveTo>
                  <a:lnTo>
                    <a:pt x="504190" y="6350"/>
                  </a:lnTo>
                  <a:lnTo>
                    <a:pt x="504190" y="5092"/>
                  </a:lnTo>
                  <a:lnTo>
                    <a:pt x="288290" y="5092"/>
                  </a:lnTo>
                  <a:lnTo>
                    <a:pt x="288290" y="6350"/>
                  </a:lnTo>
                  <a:lnTo>
                    <a:pt x="285750" y="6350"/>
                  </a:lnTo>
                  <a:lnTo>
                    <a:pt x="285750" y="7620"/>
                  </a:lnTo>
                  <a:lnTo>
                    <a:pt x="505460" y="7620"/>
                  </a:lnTo>
                  <a:lnTo>
                    <a:pt x="505460" y="6350"/>
                  </a:lnTo>
                  <a:close/>
                </a:path>
              </a:pathLst>
            </a:custGeom>
            <a:solidFill>
              <a:srgbClr val="735600"/>
            </a:solidFill>
          </p:spPr>
          <p:txBody>
            <a:bodyPr wrap="square" lIns="0" tIns="0" rIns="0" bIns="0" rtlCol="0"/>
            <a:lstStyle/>
            <a:p/>
          </p:txBody>
        </p:sp>
        <p:sp>
          <p:nvSpPr>
            <p:cNvPr id="1676" name="object 1676"/>
            <p:cNvSpPr/>
            <p:nvPr/>
          </p:nvSpPr>
          <p:spPr>
            <a:xfrm>
              <a:off x="2720340" y="4367529"/>
              <a:ext cx="511809" cy="7620"/>
            </a:xfrm>
            <a:custGeom>
              <a:avLst/>
              <a:gdLst/>
              <a:ahLst/>
              <a:cxnLst/>
              <a:rect l="l" t="t" r="r" b="b"/>
              <a:pathLst>
                <a:path w="511810" h="7620">
                  <a:moveTo>
                    <a:pt x="247650" y="3822"/>
                  </a:moveTo>
                  <a:lnTo>
                    <a:pt x="0" y="3822"/>
                  </a:lnTo>
                  <a:lnTo>
                    <a:pt x="0" y="7620"/>
                  </a:lnTo>
                  <a:lnTo>
                    <a:pt x="247650" y="7620"/>
                  </a:lnTo>
                  <a:lnTo>
                    <a:pt x="247650" y="3822"/>
                  </a:lnTo>
                  <a:close/>
                </a:path>
                <a:path w="511810" h="7620">
                  <a:moveTo>
                    <a:pt x="247650" y="0"/>
                  </a:moveTo>
                  <a:lnTo>
                    <a:pt x="0" y="0"/>
                  </a:lnTo>
                  <a:lnTo>
                    <a:pt x="0" y="3810"/>
                  </a:lnTo>
                  <a:lnTo>
                    <a:pt x="247650" y="3810"/>
                  </a:lnTo>
                  <a:lnTo>
                    <a:pt x="247650" y="0"/>
                  </a:lnTo>
                  <a:close/>
                </a:path>
                <a:path w="511810" h="7620">
                  <a:moveTo>
                    <a:pt x="511810" y="6350"/>
                  </a:moveTo>
                  <a:lnTo>
                    <a:pt x="510540" y="6350"/>
                  </a:lnTo>
                  <a:lnTo>
                    <a:pt x="510540" y="5080"/>
                  </a:lnTo>
                  <a:lnTo>
                    <a:pt x="510540" y="3810"/>
                  </a:lnTo>
                  <a:lnTo>
                    <a:pt x="509257" y="3810"/>
                  </a:lnTo>
                  <a:lnTo>
                    <a:pt x="509257" y="2540"/>
                  </a:lnTo>
                  <a:lnTo>
                    <a:pt x="508000" y="2540"/>
                  </a:lnTo>
                  <a:lnTo>
                    <a:pt x="508000" y="1270"/>
                  </a:lnTo>
                  <a:lnTo>
                    <a:pt x="506730" y="1270"/>
                  </a:lnTo>
                  <a:lnTo>
                    <a:pt x="506730" y="0"/>
                  </a:lnTo>
                  <a:lnTo>
                    <a:pt x="283210" y="0"/>
                  </a:lnTo>
                  <a:lnTo>
                    <a:pt x="283210" y="1270"/>
                  </a:lnTo>
                  <a:lnTo>
                    <a:pt x="280670" y="1270"/>
                  </a:lnTo>
                  <a:lnTo>
                    <a:pt x="280670" y="2540"/>
                  </a:lnTo>
                  <a:lnTo>
                    <a:pt x="278130" y="2540"/>
                  </a:lnTo>
                  <a:lnTo>
                    <a:pt x="278130" y="3810"/>
                  </a:lnTo>
                  <a:lnTo>
                    <a:pt x="276860" y="3810"/>
                  </a:lnTo>
                  <a:lnTo>
                    <a:pt x="276860" y="5080"/>
                  </a:lnTo>
                  <a:lnTo>
                    <a:pt x="274320" y="5080"/>
                  </a:lnTo>
                  <a:lnTo>
                    <a:pt x="274320" y="6350"/>
                  </a:lnTo>
                  <a:lnTo>
                    <a:pt x="271780" y="6350"/>
                  </a:lnTo>
                  <a:lnTo>
                    <a:pt x="271780" y="7620"/>
                  </a:lnTo>
                  <a:lnTo>
                    <a:pt x="511810" y="7620"/>
                  </a:lnTo>
                  <a:lnTo>
                    <a:pt x="511810" y="6350"/>
                  </a:lnTo>
                  <a:close/>
                </a:path>
              </a:pathLst>
            </a:custGeom>
            <a:solidFill>
              <a:srgbClr val="755700"/>
            </a:solidFill>
          </p:spPr>
          <p:txBody>
            <a:bodyPr wrap="square" lIns="0" tIns="0" rIns="0" bIns="0" rtlCol="0"/>
            <a:lstStyle/>
            <a:p/>
          </p:txBody>
        </p:sp>
        <p:sp>
          <p:nvSpPr>
            <p:cNvPr id="1677" name="object 1677"/>
            <p:cNvSpPr/>
            <p:nvPr/>
          </p:nvSpPr>
          <p:spPr>
            <a:xfrm>
              <a:off x="2720340" y="4375149"/>
              <a:ext cx="518159" cy="6350"/>
            </a:xfrm>
            <a:custGeom>
              <a:avLst/>
              <a:gdLst/>
              <a:ahLst/>
              <a:cxnLst/>
              <a:rect l="l" t="t" r="r" b="b"/>
              <a:pathLst>
                <a:path w="518160" h="6350">
                  <a:moveTo>
                    <a:pt x="247650" y="2552"/>
                  </a:moveTo>
                  <a:lnTo>
                    <a:pt x="0" y="2552"/>
                  </a:lnTo>
                  <a:lnTo>
                    <a:pt x="0" y="6350"/>
                  </a:lnTo>
                  <a:lnTo>
                    <a:pt x="247650" y="6350"/>
                  </a:lnTo>
                  <a:lnTo>
                    <a:pt x="247650" y="2552"/>
                  </a:lnTo>
                  <a:close/>
                </a:path>
                <a:path w="518160" h="6350">
                  <a:moveTo>
                    <a:pt x="247650" y="0"/>
                  </a:moveTo>
                  <a:lnTo>
                    <a:pt x="0" y="0"/>
                  </a:lnTo>
                  <a:lnTo>
                    <a:pt x="0" y="2540"/>
                  </a:lnTo>
                  <a:lnTo>
                    <a:pt x="247650" y="2540"/>
                  </a:lnTo>
                  <a:lnTo>
                    <a:pt x="247650" y="0"/>
                  </a:lnTo>
                  <a:close/>
                </a:path>
                <a:path w="518160" h="6350">
                  <a:moveTo>
                    <a:pt x="514350" y="1270"/>
                  </a:moveTo>
                  <a:lnTo>
                    <a:pt x="513080" y="1270"/>
                  </a:lnTo>
                  <a:lnTo>
                    <a:pt x="513080" y="0"/>
                  </a:lnTo>
                  <a:lnTo>
                    <a:pt x="269240" y="0"/>
                  </a:lnTo>
                  <a:lnTo>
                    <a:pt x="269240" y="1270"/>
                  </a:lnTo>
                  <a:lnTo>
                    <a:pt x="266700" y="1270"/>
                  </a:lnTo>
                  <a:lnTo>
                    <a:pt x="266700" y="2540"/>
                  </a:lnTo>
                  <a:lnTo>
                    <a:pt x="514350" y="2540"/>
                  </a:lnTo>
                  <a:lnTo>
                    <a:pt x="514350" y="1270"/>
                  </a:lnTo>
                  <a:close/>
                </a:path>
                <a:path w="518160" h="6350">
                  <a:moveTo>
                    <a:pt x="518160" y="5080"/>
                  </a:moveTo>
                  <a:lnTo>
                    <a:pt x="516890" y="5080"/>
                  </a:lnTo>
                  <a:lnTo>
                    <a:pt x="516890" y="3810"/>
                  </a:lnTo>
                  <a:lnTo>
                    <a:pt x="515620" y="3810"/>
                  </a:lnTo>
                  <a:lnTo>
                    <a:pt x="515620" y="2552"/>
                  </a:lnTo>
                  <a:lnTo>
                    <a:pt x="264160" y="2552"/>
                  </a:lnTo>
                  <a:lnTo>
                    <a:pt x="264160" y="3810"/>
                  </a:lnTo>
                  <a:lnTo>
                    <a:pt x="261620" y="3810"/>
                  </a:lnTo>
                  <a:lnTo>
                    <a:pt x="261620" y="5080"/>
                  </a:lnTo>
                  <a:lnTo>
                    <a:pt x="260350" y="5080"/>
                  </a:lnTo>
                  <a:lnTo>
                    <a:pt x="260350" y="6350"/>
                  </a:lnTo>
                  <a:lnTo>
                    <a:pt x="518160" y="6350"/>
                  </a:lnTo>
                  <a:lnTo>
                    <a:pt x="518160" y="5080"/>
                  </a:lnTo>
                  <a:close/>
                </a:path>
              </a:pathLst>
            </a:custGeom>
            <a:solidFill>
              <a:srgbClr val="775900"/>
            </a:solidFill>
          </p:spPr>
          <p:txBody>
            <a:bodyPr wrap="square" lIns="0" tIns="0" rIns="0" bIns="0" rtlCol="0"/>
            <a:lstStyle/>
            <a:p/>
          </p:txBody>
        </p:sp>
        <p:sp>
          <p:nvSpPr>
            <p:cNvPr id="1678" name="object 1678"/>
            <p:cNvSpPr/>
            <p:nvPr/>
          </p:nvSpPr>
          <p:spPr>
            <a:xfrm>
              <a:off x="2720340" y="4381499"/>
              <a:ext cx="525780" cy="7620"/>
            </a:xfrm>
            <a:custGeom>
              <a:avLst/>
              <a:gdLst/>
              <a:ahLst/>
              <a:cxnLst/>
              <a:rect l="l" t="t" r="r" b="b"/>
              <a:pathLst>
                <a:path w="525780" h="7620">
                  <a:moveTo>
                    <a:pt x="520700" y="1270"/>
                  </a:moveTo>
                  <a:lnTo>
                    <a:pt x="519430" y="1270"/>
                  </a:lnTo>
                  <a:lnTo>
                    <a:pt x="519430" y="0"/>
                  </a:lnTo>
                  <a:lnTo>
                    <a:pt x="257810" y="0"/>
                  </a:lnTo>
                  <a:lnTo>
                    <a:pt x="257810" y="1270"/>
                  </a:lnTo>
                  <a:lnTo>
                    <a:pt x="255270" y="1270"/>
                  </a:lnTo>
                  <a:lnTo>
                    <a:pt x="255270" y="2540"/>
                  </a:lnTo>
                  <a:lnTo>
                    <a:pt x="520700" y="2540"/>
                  </a:lnTo>
                  <a:lnTo>
                    <a:pt x="520700" y="1270"/>
                  </a:lnTo>
                  <a:close/>
                </a:path>
                <a:path w="525780" h="7620">
                  <a:moveTo>
                    <a:pt x="525780" y="6350"/>
                  </a:moveTo>
                  <a:lnTo>
                    <a:pt x="524510" y="6350"/>
                  </a:lnTo>
                  <a:lnTo>
                    <a:pt x="524510" y="5080"/>
                  </a:lnTo>
                  <a:lnTo>
                    <a:pt x="523240" y="5080"/>
                  </a:lnTo>
                  <a:lnTo>
                    <a:pt x="523240" y="3810"/>
                  </a:lnTo>
                  <a:lnTo>
                    <a:pt x="521957" y="3810"/>
                  </a:lnTo>
                  <a:lnTo>
                    <a:pt x="521957" y="2552"/>
                  </a:lnTo>
                  <a:lnTo>
                    <a:pt x="252730" y="2552"/>
                  </a:lnTo>
                  <a:lnTo>
                    <a:pt x="252730" y="3810"/>
                  </a:lnTo>
                  <a:lnTo>
                    <a:pt x="250190" y="3810"/>
                  </a:lnTo>
                  <a:lnTo>
                    <a:pt x="250190" y="5080"/>
                  </a:lnTo>
                  <a:lnTo>
                    <a:pt x="247650" y="5080"/>
                  </a:lnTo>
                  <a:lnTo>
                    <a:pt x="247650" y="2540"/>
                  </a:lnTo>
                  <a:lnTo>
                    <a:pt x="247650" y="0"/>
                  </a:lnTo>
                  <a:lnTo>
                    <a:pt x="0" y="0"/>
                  </a:lnTo>
                  <a:lnTo>
                    <a:pt x="0" y="2540"/>
                  </a:lnTo>
                  <a:lnTo>
                    <a:pt x="0" y="5080"/>
                  </a:lnTo>
                  <a:lnTo>
                    <a:pt x="0" y="6350"/>
                  </a:lnTo>
                  <a:lnTo>
                    <a:pt x="0" y="7620"/>
                  </a:lnTo>
                  <a:lnTo>
                    <a:pt x="525780" y="7620"/>
                  </a:lnTo>
                  <a:lnTo>
                    <a:pt x="525780" y="6350"/>
                  </a:lnTo>
                  <a:close/>
                </a:path>
              </a:pathLst>
            </a:custGeom>
            <a:solidFill>
              <a:srgbClr val="795A00"/>
            </a:solidFill>
          </p:spPr>
          <p:txBody>
            <a:bodyPr wrap="square" lIns="0" tIns="0" rIns="0" bIns="0" rtlCol="0"/>
            <a:lstStyle/>
            <a:p/>
          </p:txBody>
        </p:sp>
        <p:sp>
          <p:nvSpPr>
            <p:cNvPr id="1679" name="object 1679"/>
            <p:cNvSpPr/>
            <p:nvPr/>
          </p:nvSpPr>
          <p:spPr>
            <a:xfrm>
              <a:off x="2720340" y="4389119"/>
              <a:ext cx="532130" cy="7620"/>
            </a:xfrm>
            <a:custGeom>
              <a:avLst/>
              <a:gdLst/>
              <a:ahLst/>
              <a:cxnLst/>
              <a:rect l="l" t="t" r="r" b="b"/>
              <a:pathLst>
                <a:path w="532129" h="7620">
                  <a:moveTo>
                    <a:pt x="532117" y="6350"/>
                  </a:moveTo>
                  <a:lnTo>
                    <a:pt x="530860" y="6350"/>
                  </a:lnTo>
                  <a:lnTo>
                    <a:pt x="530860" y="5080"/>
                  </a:lnTo>
                  <a:lnTo>
                    <a:pt x="529577" y="5080"/>
                  </a:lnTo>
                  <a:lnTo>
                    <a:pt x="529577" y="3810"/>
                  </a:lnTo>
                  <a:lnTo>
                    <a:pt x="528307" y="3810"/>
                  </a:lnTo>
                  <a:lnTo>
                    <a:pt x="528307" y="2540"/>
                  </a:lnTo>
                  <a:lnTo>
                    <a:pt x="527050" y="2540"/>
                  </a:lnTo>
                  <a:lnTo>
                    <a:pt x="527050" y="0"/>
                  </a:lnTo>
                  <a:lnTo>
                    <a:pt x="0" y="0"/>
                  </a:lnTo>
                  <a:lnTo>
                    <a:pt x="0" y="7620"/>
                  </a:lnTo>
                  <a:lnTo>
                    <a:pt x="532117" y="7620"/>
                  </a:lnTo>
                  <a:lnTo>
                    <a:pt x="532117" y="6350"/>
                  </a:lnTo>
                  <a:close/>
                </a:path>
              </a:pathLst>
            </a:custGeom>
            <a:solidFill>
              <a:srgbClr val="7B5C00"/>
            </a:solidFill>
          </p:spPr>
          <p:txBody>
            <a:bodyPr wrap="square" lIns="0" tIns="0" rIns="0" bIns="0" rtlCol="0"/>
            <a:lstStyle/>
            <a:p/>
          </p:txBody>
        </p:sp>
        <p:sp>
          <p:nvSpPr>
            <p:cNvPr id="1680" name="object 1680"/>
            <p:cNvSpPr/>
            <p:nvPr/>
          </p:nvSpPr>
          <p:spPr>
            <a:xfrm>
              <a:off x="2720340" y="4396739"/>
              <a:ext cx="539750" cy="7620"/>
            </a:xfrm>
            <a:custGeom>
              <a:avLst/>
              <a:gdLst/>
              <a:ahLst/>
              <a:cxnLst/>
              <a:rect l="l" t="t" r="r" b="b"/>
              <a:pathLst>
                <a:path w="539750" h="7620">
                  <a:moveTo>
                    <a:pt x="538467" y="5080"/>
                  </a:moveTo>
                  <a:lnTo>
                    <a:pt x="537210" y="5080"/>
                  </a:lnTo>
                  <a:lnTo>
                    <a:pt x="537210" y="3810"/>
                  </a:lnTo>
                  <a:lnTo>
                    <a:pt x="535927" y="3810"/>
                  </a:lnTo>
                  <a:lnTo>
                    <a:pt x="535927" y="2540"/>
                  </a:lnTo>
                  <a:lnTo>
                    <a:pt x="534670" y="2540"/>
                  </a:lnTo>
                  <a:lnTo>
                    <a:pt x="534670" y="1270"/>
                  </a:lnTo>
                  <a:lnTo>
                    <a:pt x="533400" y="1270"/>
                  </a:lnTo>
                  <a:lnTo>
                    <a:pt x="533400" y="0"/>
                  </a:lnTo>
                  <a:lnTo>
                    <a:pt x="0" y="0"/>
                  </a:lnTo>
                  <a:lnTo>
                    <a:pt x="0" y="6350"/>
                  </a:lnTo>
                  <a:lnTo>
                    <a:pt x="538467" y="6350"/>
                  </a:lnTo>
                  <a:lnTo>
                    <a:pt x="538467" y="5080"/>
                  </a:lnTo>
                  <a:close/>
                </a:path>
                <a:path w="539750" h="7620">
                  <a:moveTo>
                    <a:pt x="539750" y="6362"/>
                  </a:moveTo>
                  <a:lnTo>
                    <a:pt x="0" y="6362"/>
                  </a:lnTo>
                  <a:lnTo>
                    <a:pt x="0" y="7620"/>
                  </a:lnTo>
                  <a:lnTo>
                    <a:pt x="539750" y="7620"/>
                  </a:lnTo>
                  <a:lnTo>
                    <a:pt x="539750" y="6362"/>
                  </a:lnTo>
                  <a:close/>
                </a:path>
              </a:pathLst>
            </a:custGeom>
            <a:solidFill>
              <a:srgbClr val="7D5D00"/>
            </a:solidFill>
          </p:spPr>
          <p:txBody>
            <a:bodyPr wrap="square" lIns="0" tIns="0" rIns="0" bIns="0" rtlCol="0"/>
            <a:lstStyle/>
            <a:p/>
          </p:txBody>
        </p:sp>
        <p:sp>
          <p:nvSpPr>
            <p:cNvPr id="1681" name="object 1681"/>
            <p:cNvSpPr/>
            <p:nvPr/>
          </p:nvSpPr>
          <p:spPr>
            <a:xfrm>
              <a:off x="2719070" y="4404359"/>
              <a:ext cx="546100" cy="6350"/>
            </a:xfrm>
            <a:custGeom>
              <a:avLst/>
              <a:gdLst/>
              <a:ahLst/>
              <a:cxnLst/>
              <a:rect l="l" t="t" r="r" b="b"/>
              <a:pathLst>
                <a:path w="546100" h="6350">
                  <a:moveTo>
                    <a:pt x="544830" y="2540"/>
                  </a:moveTo>
                  <a:lnTo>
                    <a:pt x="543547" y="2540"/>
                  </a:lnTo>
                  <a:lnTo>
                    <a:pt x="543547" y="1270"/>
                  </a:lnTo>
                  <a:lnTo>
                    <a:pt x="542290" y="1270"/>
                  </a:lnTo>
                  <a:lnTo>
                    <a:pt x="542290" y="0"/>
                  </a:lnTo>
                  <a:lnTo>
                    <a:pt x="1270" y="0"/>
                  </a:lnTo>
                  <a:lnTo>
                    <a:pt x="1270" y="1270"/>
                  </a:lnTo>
                  <a:lnTo>
                    <a:pt x="0" y="1270"/>
                  </a:lnTo>
                  <a:lnTo>
                    <a:pt x="0" y="2540"/>
                  </a:lnTo>
                  <a:lnTo>
                    <a:pt x="0" y="5080"/>
                  </a:lnTo>
                  <a:lnTo>
                    <a:pt x="544830" y="5080"/>
                  </a:lnTo>
                  <a:lnTo>
                    <a:pt x="544830" y="2540"/>
                  </a:lnTo>
                  <a:close/>
                </a:path>
                <a:path w="546100" h="6350">
                  <a:moveTo>
                    <a:pt x="546100" y="5092"/>
                  </a:moveTo>
                  <a:lnTo>
                    <a:pt x="0" y="5092"/>
                  </a:lnTo>
                  <a:lnTo>
                    <a:pt x="0" y="6350"/>
                  </a:lnTo>
                  <a:lnTo>
                    <a:pt x="546100" y="6350"/>
                  </a:lnTo>
                  <a:lnTo>
                    <a:pt x="546100" y="5092"/>
                  </a:lnTo>
                  <a:close/>
                </a:path>
              </a:pathLst>
            </a:custGeom>
            <a:solidFill>
              <a:srgbClr val="7F5F00"/>
            </a:solidFill>
          </p:spPr>
          <p:txBody>
            <a:bodyPr wrap="square" lIns="0" tIns="0" rIns="0" bIns="0" rtlCol="0"/>
            <a:lstStyle/>
            <a:p/>
          </p:txBody>
        </p:sp>
        <p:sp>
          <p:nvSpPr>
            <p:cNvPr id="1682" name="object 1682"/>
            <p:cNvSpPr/>
            <p:nvPr/>
          </p:nvSpPr>
          <p:spPr>
            <a:xfrm>
              <a:off x="2719070" y="4410709"/>
              <a:ext cx="553720" cy="7620"/>
            </a:xfrm>
            <a:custGeom>
              <a:avLst/>
              <a:gdLst/>
              <a:ahLst/>
              <a:cxnLst/>
              <a:rect l="l" t="t" r="r" b="b"/>
              <a:pathLst>
                <a:path w="553720" h="7620">
                  <a:moveTo>
                    <a:pt x="553720" y="6350"/>
                  </a:moveTo>
                  <a:lnTo>
                    <a:pt x="552450" y="6350"/>
                  </a:lnTo>
                  <a:lnTo>
                    <a:pt x="552450" y="5080"/>
                  </a:lnTo>
                  <a:lnTo>
                    <a:pt x="551180" y="5080"/>
                  </a:lnTo>
                  <a:lnTo>
                    <a:pt x="551180" y="3810"/>
                  </a:lnTo>
                  <a:lnTo>
                    <a:pt x="549897" y="3810"/>
                  </a:lnTo>
                  <a:lnTo>
                    <a:pt x="549897" y="2540"/>
                  </a:lnTo>
                  <a:lnTo>
                    <a:pt x="548640" y="2540"/>
                  </a:lnTo>
                  <a:lnTo>
                    <a:pt x="548640" y="1270"/>
                  </a:lnTo>
                  <a:lnTo>
                    <a:pt x="547370" y="1270"/>
                  </a:lnTo>
                  <a:lnTo>
                    <a:pt x="547370" y="0"/>
                  </a:lnTo>
                  <a:lnTo>
                    <a:pt x="0" y="0"/>
                  </a:lnTo>
                  <a:lnTo>
                    <a:pt x="0" y="1270"/>
                  </a:lnTo>
                  <a:lnTo>
                    <a:pt x="0" y="2540"/>
                  </a:lnTo>
                  <a:lnTo>
                    <a:pt x="0" y="3810"/>
                  </a:lnTo>
                  <a:lnTo>
                    <a:pt x="0" y="5080"/>
                  </a:lnTo>
                  <a:lnTo>
                    <a:pt x="0" y="6350"/>
                  </a:lnTo>
                  <a:lnTo>
                    <a:pt x="0" y="7620"/>
                  </a:lnTo>
                  <a:lnTo>
                    <a:pt x="553720" y="7620"/>
                  </a:lnTo>
                  <a:lnTo>
                    <a:pt x="553720" y="6350"/>
                  </a:lnTo>
                  <a:close/>
                </a:path>
              </a:pathLst>
            </a:custGeom>
            <a:solidFill>
              <a:srgbClr val="816000"/>
            </a:solidFill>
          </p:spPr>
          <p:txBody>
            <a:bodyPr wrap="square" lIns="0" tIns="0" rIns="0" bIns="0" rtlCol="0"/>
            <a:lstStyle/>
            <a:p/>
          </p:txBody>
        </p:sp>
        <p:sp>
          <p:nvSpPr>
            <p:cNvPr id="1683" name="object 1683"/>
            <p:cNvSpPr/>
            <p:nvPr/>
          </p:nvSpPr>
          <p:spPr>
            <a:xfrm>
              <a:off x="2719070" y="4418329"/>
              <a:ext cx="561340" cy="7620"/>
            </a:xfrm>
            <a:custGeom>
              <a:avLst/>
              <a:gdLst/>
              <a:ahLst/>
              <a:cxnLst/>
              <a:rect l="l" t="t" r="r" b="b"/>
              <a:pathLst>
                <a:path w="561339" h="7620">
                  <a:moveTo>
                    <a:pt x="561340" y="6350"/>
                  </a:moveTo>
                  <a:lnTo>
                    <a:pt x="560070" y="6350"/>
                  </a:lnTo>
                  <a:lnTo>
                    <a:pt x="560070" y="5080"/>
                  </a:lnTo>
                  <a:lnTo>
                    <a:pt x="558800" y="5080"/>
                  </a:lnTo>
                  <a:lnTo>
                    <a:pt x="558800" y="3810"/>
                  </a:lnTo>
                  <a:lnTo>
                    <a:pt x="557530" y="3810"/>
                  </a:lnTo>
                  <a:lnTo>
                    <a:pt x="557530" y="2540"/>
                  </a:lnTo>
                  <a:lnTo>
                    <a:pt x="556247" y="2540"/>
                  </a:lnTo>
                  <a:lnTo>
                    <a:pt x="556247" y="1270"/>
                  </a:lnTo>
                  <a:lnTo>
                    <a:pt x="554990" y="1270"/>
                  </a:lnTo>
                  <a:lnTo>
                    <a:pt x="554990" y="0"/>
                  </a:lnTo>
                  <a:lnTo>
                    <a:pt x="0" y="0"/>
                  </a:lnTo>
                  <a:lnTo>
                    <a:pt x="0" y="1270"/>
                  </a:lnTo>
                  <a:lnTo>
                    <a:pt x="0" y="2540"/>
                  </a:lnTo>
                  <a:lnTo>
                    <a:pt x="0" y="3810"/>
                  </a:lnTo>
                  <a:lnTo>
                    <a:pt x="0" y="5080"/>
                  </a:lnTo>
                  <a:lnTo>
                    <a:pt x="0" y="6350"/>
                  </a:lnTo>
                  <a:lnTo>
                    <a:pt x="0" y="7620"/>
                  </a:lnTo>
                  <a:lnTo>
                    <a:pt x="561340" y="7620"/>
                  </a:lnTo>
                  <a:lnTo>
                    <a:pt x="561340" y="6350"/>
                  </a:lnTo>
                  <a:close/>
                </a:path>
              </a:pathLst>
            </a:custGeom>
            <a:solidFill>
              <a:srgbClr val="836200"/>
            </a:solidFill>
          </p:spPr>
          <p:txBody>
            <a:bodyPr wrap="square" lIns="0" tIns="0" rIns="0" bIns="0" rtlCol="0"/>
            <a:lstStyle/>
            <a:p/>
          </p:txBody>
        </p:sp>
        <p:sp>
          <p:nvSpPr>
            <p:cNvPr id="1684" name="object 1684"/>
            <p:cNvSpPr/>
            <p:nvPr/>
          </p:nvSpPr>
          <p:spPr>
            <a:xfrm>
              <a:off x="2719070" y="4425949"/>
              <a:ext cx="566420" cy="6350"/>
            </a:xfrm>
            <a:custGeom>
              <a:avLst/>
              <a:gdLst/>
              <a:ahLst/>
              <a:cxnLst/>
              <a:rect l="l" t="t" r="r" b="b"/>
              <a:pathLst>
                <a:path w="566420" h="6350">
                  <a:moveTo>
                    <a:pt x="562597" y="1270"/>
                  </a:moveTo>
                  <a:lnTo>
                    <a:pt x="561340" y="1270"/>
                  </a:lnTo>
                  <a:lnTo>
                    <a:pt x="561340" y="0"/>
                  </a:lnTo>
                  <a:lnTo>
                    <a:pt x="0" y="0"/>
                  </a:lnTo>
                  <a:lnTo>
                    <a:pt x="0" y="6350"/>
                  </a:lnTo>
                  <a:lnTo>
                    <a:pt x="278130" y="6350"/>
                  </a:lnTo>
                  <a:lnTo>
                    <a:pt x="278130" y="5080"/>
                  </a:lnTo>
                  <a:lnTo>
                    <a:pt x="279400" y="5080"/>
                  </a:lnTo>
                  <a:lnTo>
                    <a:pt x="279400" y="3810"/>
                  </a:lnTo>
                  <a:lnTo>
                    <a:pt x="281927" y="3810"/>
                  </a:lnTo>
                  <a:lnTo>
                    <a:pt x="281927" y="2540"/>
                  </a:lnTo>
                  <a:lnTo>
                    <a:pt x="284480" y="2540"/>
                  </a:lnTo>
                  <a:lnTo>
                    <a:pt x="284480" y="1270"/>
                  </a:lnTo>
                  <a:lnTo>
                    <a:pt x="285750" y="1270"/>
                  </a:lnTo>
                  <a:lnTo>
                    <a:pt x="285750" y="2540"/>
                  </a:lnTo>
                  <a:lnTo>
                    <a:pt x="562597" y="2540"/>
                  </a:lnTo>
                  <a:lnTo>
                    <a:pt x="562597" y="1270"/>
                  </a:lnTo>
                  <a:close/>
                </a:path>
                <a:path w="566420" h="6350">
                  <a:moveTo>
                    <a:pt x="566420" y="5080"/>
                  </a:moveTo>
                  <a:lnTo>
                    <a:pt x="565150" y="5080"/>
                  </a:lnTo>
                  <a:lnTo>
                    <a:pt x="565150" y="3810"/>
                  </a:lnTo>
                  <a:lnTo>
                    <a:pt x="563880" y="3810"/>
                  </a:lnTo>
                  <a:lnTo>
                    <a:pt x="563880" y="2552"/>
                  </a:lnTo>
                  <a:lnTo>
                    <a:pt x="287020" y="2552"/>
                  </a:lnTo>
                  <a:lnTo>
                    <a:pt x="287020" y="3810"/>
                  </a:lnTo>
                  <a:lnTo>
                    <a:pt x="288290" y="3810"/>
                  </a:lnTo>
                  <a:lnTo>
                    <a:pt x="288290" y="5080"/>
                  </a:lnTo>
                  <a:lnTo>
                    <a:pt x="289560" y="5080"/>
                  </a:lnTo>
                  <a:lnTo>
                    <a:pt x="289560" y="6350"/>
                  </a:lnTo>
                  <a:lnTo>
                    <a:pt x="566420" y="6350"/>
                  </a:lnTo>
                  <a:lnTo>
                    <a:pt x="566420" y="5080"/>
                  </a:lnTo>
                  <a:close/>
                </a:path>
              </a:pathLst>
            </a:custGeom>
            <a:solidFill>
              <a:srgbClr val="856300"/>
            </a:solidFill>
          </p:spPr>
          <p:txBody>
            <a:bodyPr wrap="square" lIns="0" tIns="0" rIns="0" bIns="0" rtlCol="0"/>
            <a:lstStyle/>
            <a:p/>
          </p:txBody>
        </p:sp>
        <p:sp>
          <p:nvSpPr>
            <p:cNvPr id="1685" name="object 1685"/>
            <p:cNvSpPr/>
            <p:nvPr/>
          </p:nvSpPr>
          <p:spPr>
            <a:xfrm>
              <a:off x="2719070" y="4432299"/>
              <a:ext cx="574040" cy="7620"/>
            </a:xfrm>
            <a:custGeom>
              <a:avLst/>
              <a:gdLst/>
              <a:ahLst/>
              <a:cxnLst/>
              <a:rect l="l" t="t" r="r" b="b"/>
              <a:pathLst>
                <a:path w="574039" h="7620">
                  <a:moveTo>
                    <a:pt x="275577" y="0"/>
                  </a:moveTo>
                  <a:lnTo>
                    <a:pt x="0" y="0"/>
                  </a:lnTo>
                  <a:lnTo>
                    <a:pt x="0" y="1270"/>
                  </a:lnTo>
                  <a:lnTo>
                    <a:pt x="0" y="2540"/>
                  </a:lnTo>
                  <a:lnTo>
                    <a:pt x="0" y="3810"/>
                  </a:lnTo>
                  <a:lnTo>
                    <a:pt x="0" y="5080"/>
                  </a:lnTo>
                  <a:lnTo>
                    <a:pt x="0" y="6350"/>
                  </a:lnTo>
                  <a:lnTo>
                    <a:pt x="0" y="7620"/>
                  </a:lnTo>
                  <a:lnTo>
                    <a:pt x="265430" y="7620"/>
                  </a:lnTo>
                  <a:lnTo>
                    <a:pt x="265430" y="6350"/>
                  </a:lnTo>
                  <a:lnTo>
                    <a:pt x="266700" y="6350"/>
                  </a:lnTo>
                  <a:lnTo>
                    <a:pt x="266700" y="5080"/>
                  </a:lnTo>
                  <a:lnTo>
                    <a:pt x="269227" y="5080"/>
                  </a:lnTo>
                  <a:lnTo>
                    <a:pt x="269227" y="3810"/>
                  </a:lnTo>
                  <a:lnTo>
                    <a:pt x="271780" y="3810"/>
                  </a:lnTo>
                  <a:lnTo>
                    <a:pt x="271780" y="2540"/>
                  </a:lnTo>
                  <a:lnTo>
                    <a:pt x="273050" y="2540"/>
                  </a:lnTo>
                  <a:lnTo>
                    <a:pt x="273050" y="1270"/>
                  </a:lnTo>
                  <a:lnTo>
                    <a:pt x="275577" y="1270"/>
                  </a:lnTo>
                  <a:lnTo>
                    <a:pt x="275577" y="0"/>
                  </a:lnTo>
                  <a:close/>
                </a:path>
                <a:path w="574039" h="7620">
                  <a:moveTo>
                    <a:pt x="568947" y="1270"/>
                  </a:moveTo>
                  <a:lnTo>
                    <a:pt x="567690" y="1270"/>
                  </a:lnTo>
                  <a:lnTo>
                    <a:pt x="567690" y="0"/>
                  </a:lnTo>
                  <a:lnTo>
                    <a:pt x="290830" y="0"/>
                  </a:lnTo>
                  <a:lnTo>
                    <a:pt x="290830" y="1270"/>
                  </a:lnTo>
                  <a:lnTo>
                    <a:pt x="292100" y="1270"/>
                  </a:lnTo>
                  <a:lnTo>
                    <a:pt x="292100" y="2540"/>
                  </a:lnTo>
                  <a:lnTo>
                    <a:pt x="568947" y="2540"/>
                  </a:lnTo>
                  <a:lnTo>
                    <a:pt x="568947" y="1270"/>
                  </a:lnTo>
                  <a:close/>
                </a:path>
                <a:path w="574039" h="7620">
                  <a:moveTo>
                    <a:pt x="574040" y="6350"/>
                  </a:moveTo>
                  <a:lnTo>
                    <a:pt x="572770" y="6350"/>
                  </a:lnTo>
                  <a:lnTo>
                    <a:pt x="572770" y="5080"/>
                  </a:lnTo>
                  <a:lnTo>
                    <a:pt x="571487" y="5080"/>
                  </a:lnTo>
                  <a:lnTo>
                    <a:pt x="571487" y="3810"/>
                  </a:lnTo>
                  <a:lnTo>
                    <a:pt x="570230" y="3810"/>
                  </a:lnTo>
                  <a:lnTo>
                    <a:pt x="570230" y="2552"/>
                  </a:lnTo>
                  <a:lnTo>
                    <a:pt x="292100" y="2552"/>
                  </a:lnTo>
                  <a:lnTo>
                    <a:pt x="292100" y="3810"/>
                  </a:lnTo>
                  <a:lnTo>
                    <a:pt x="293370" y="3810"/>
                  </a:lnTo>
                  <a:lnTo>
                    <a:pt x="293370" y="5080"/>
                  </a:lnTo>
                  <a:lnTo>
                    <a:pt x="294640" y="5080"/>
                  </a:lnTo>
                  <a:lnTo>
                    <a:pt x="294640" y="6350"/>
                  </a:lnTo>
                  <a:lnTo>
                    <a:pt x="295910" y="6350"/>
                  </a:lnTo>
                  <a:lnTo>
                    <a:pt x="295910" y="7620"/>
                  </a:lnTo>
                  <a:lnTo>
                    <a:pt x="574040" y="7620"/>
                  </a:lnTo>
                  <a:lnTo>
                    <a:pt x="574040" y="6350"/>
                  </a:lnTo>
                  <a:close/>
                </a:path>
              </a:pathLst>
            </a:custGeom>
            <a:solidFill>
              <a:srgbClr val="876600"/>
            </a:solidFill>
          </p:spPr>
          <p:txBody>
            <a:bodyPr wrap="square" lIns="0" tIns="0" rIns="0" bIns="0" rtlCol="0"/>
            <a:lstStyle/>
            <a:p/>
          </p:txBody>
        </p:sp>
        <p:sp>
          <p:nvSpPr>
            <p:cNvPr id="1686" name="object 1686"/>
            <p:cNvSpPr/>
            <p:nvPr/>
          </p:nvSpPr>
          <p:spPr>
            <a:xfrm>
              <a:off x="2719070" y="4439919"/>
              <a:ext cx="580390" cy="7620"/>
            </a:xfrm>
            <a:custGeom>
              <a:avLst/>
              <a:gdLst/>
              <a:ahLst/>
              <a:cxnLst/>
              <a:rect l="l" t="t" r="r" b="b"/>
              <a:pathLst>
                <a:path w="580389" h="7620">
                  <a:moveTo>
                    <a:pt x="262877" y="0"/>
                  </a:moveTo>
                  <a:lnTo>
                    <a:pt x="0" y="0"/>
                  </a:lnTo>
                  <a:lnTo>
                    <a:pt x="0" y="1270"/>
                  </a:lnTo>
                  <a:lnTo>
                    <a:pt x="0" y="2540"/>
                  </a:lnTo>
                  <a:lnTo>
                    <a:pt x="0" y="3810"/>
                  </a:lnTo>
                  <a:lnTo>
                    <a:pt x="0" y="5080"/>
                  </a:lnTo>
                  <a:lnTo>
                    <a:pt x="0" y="6350"/>
                  </a:lnTo>
                  <a:lnTo>
                    <a:pt x="0" y="7620"/>
                  </a:lnTo>
                  <a:lnTo>
                    <a:pt x="252730" y="7620"/>
                  </a:lnTo>
                  <a:lnTo>
                    <a:pt x="252730" y="6350"/>
                  </a:lnTo>
                  <a:lnTo>
                    <a:pt x="254000" y="6350"/>
                  </a:lnTo>
                  <a:lnTo>
                    <a:pt x="254000" y="5080"/>
                  </a:lnTo>
                  <a:lnTo>
                    <a:pt x="256527" y="5080"/>
                  </a:lnTo>
                  <a:lnTo>
                    <a:pt x="256527" y="3810"/>
                  </a:lnTo>
                  <a:lnTo>
                    <a:pt x="259080" y="3810"/>
                  </a:lnTo>
                  <a:lnTo>
                    <a:pt x="259080" y="2540"/>
                  </a:lnTo>
                  <a:lnTo>
                    <a:pt x="260350" y="2540"/>
                  </a:lnTo>
                  <a:lnTo>
                    <a:pt x="260350" y="1270"/>
                  </a:lnTo>
                  <a:lnTo>
                    <a:pt x="262877" y="1270"/>
                  </a:lnTo>
                  <a:lnTo>
                    <a:pt x="262877" y="0"/>
                  </a:lnTo>
                  <a:close/>
                </a:path>
                <a:path w="580389" h="7620">
                  <a:moveTo>
                    <a:pt x="575297" y="0"/>
                  </a:moveTo>
                  <a:lnTo>
                    <a:pt x="297180" y="0"/>
                  </a:lnTo>
                  <a:lnTo>
                    <a:pt x="297180" y="1270"/>
                  </a:lnTo>
                  <a:lnTo>
                    <a:pt x="575297" y="1270"/>
                  </a:lnTo>
                  <a:lnTo>
                    <a:pt x="575297" y="0"/>
                  </a:lnTo>
                  <a:close/>
                </a:path>
                <a:path w="580389" h="7620">
                  <a:moveTo>
                    <a:pt x="580390" y="6350"/>
                  </a:moveTo>
                  <a:lnTo>
                    <a:pt x="579120" y="6350"/>
                  </a:lnTo>
                  <a:lnTo>
                    <a:pt x="579120" y="5080"/>
                  </a:lnTo>
                  <a:lnTo>
                    <a:pt x="577850" y="5080"/>
                  </a:lnTo>
                  <a:lnTo>
                    <a:pt x="577850" y="3810"/>
                  </a:lnTo>
                  <a:lnTo>
                    <a:pt x="577837" y="2540"/>
                  </a:lnTo>
                  <a:lnTo>
                    <a:pt x="576580" y="2540"/>
                  </a:lnTo>
                  <a:lnTo>
                    <a:pt x="576580" y="1282"/>
                  </a:lnTo>
                  <a:lnTo>
                    <a:pt x="298450" y="1282"/>
                  </a:lnTo>
                  <a:lnTo>
                    <a:pt x="298450" y="2540"/>
                  </a:lnTo>
                  <a:lnTo>
                    <a:pt x="299720" y="2540"/>
                  </a:lnTo>
                  <a:lnTo>
                    <a:pt x="299720" y="3810"/>
                  </a:lnTo>
                  <a:lnTo>
                    <a:pt x="300990" y="3810"/>
                  </a:lnTo>
                  <a:lnTo>
                    <a:pt x="300990" y="5080"/>
                  </a:lnTo>
                  <a:lnTo>
                    <a:pt x="302260" y="5080"/>
                  </a:lnTo>
                  <a:lnTo>
                    <a:pt x="302260" y="6350"/>
                  </a:lnTo>
                  <a:lnTo>
                    <a:pt x="303530" y="6350"/>
                  </a:lnTo>
                  <a:lnTo>
                    <a:pt x="303530" y="7620"/>
                  </a:lnTo>
                  <a:lnTo>
                    <a:pt x="580390" y="7620"/>
                  </a:lnTo>
                  <a:lnTo>
                    <a:pt x="580390" y="6350"/>
                  </a:lnTo>
                  <a:close/>
                </a:path>
              </a:pathLst>
            </a:custGeom>
            <a:solidFill>
              <a:srgbClr val="896600"/>
            </a:solidFill>
          </p:spPr>
          <p:txBody>
            <a:bodyPr wrap="square" lIns="0" tIns="0" rIns="0" bIns="0" rtlCol="0"/>
            <a:lstStyle/>
            <a:p/>
          </p:txBody>
        </p:sp>
        <p:sp>
          <p:nvSpPr>
            <p:cNvPr id="1687" name="object 1687"/>
            <p:cNvSpPr/>
            <p:nvPr/>
          </p:nvSpPr>
          <p:spPr>
            <a:xfrm>
              <a:off x="2719070" y="4447539"/>
              <a:ext cx="586740" cy="6350"/>
            </a:xfrm>
            <a:custGeom>
              <a:avLst/>
              <a:gdLst/>
              <a:ahLst/>
              <a:cxnLst/>
              <a:rect l="l" t="t" r="r" b="b"/>
              <a:pathLst>
                <a:path w="586739" h="6350">
                  <a:moveTo>
                    <a:pt x="250177" y="0"/>
                  </a:moveTo>
                  <a:lnTo>
                    <a:pt x="0" y="0"/>
                  </a:lnTo>
                  <a:lnTo>
                    <a:pt x="0" y="1270"/>
                  </a:lnTo>
                  <a:lnTo>
                    <a:pt x="0" y="6350"/>
                  </a:lnTo>
                  <a:lnTo>
                    <a:pt x="247650" y="6350"/>
                  </a:lnTo>
                  <a:lnTo>
                    <a:pt x="247650" y="1270"/>
                  </a:lnTo>
                  <a:lnTo>
                    <a:pt x="250177" y="1270"/>
                  </a:lnTo>
                  <a:lnTo>
                    <a:pt x="250177" y="0"/>
                  </a:lnTo>
                  <a:close/>
                </a:path>
                <a:path w="586739" h="6350">
                  <a:moveTo>
                    <a:pt x="586740" y="5080"/>
                  </a:moveTo>
                  <a:lnTo>
                    <a:pt x="585470" y="5080"/>
                  </a:lnTo>
                  <a:lnTo>
                    <a:pt x="585470" y="3810"/>
                  </a:lnTo>
                  <a:lnTo>
                    <a:pt x="584187" y="3810"/>
                  </a:lnTo>
                  <a:lnTo>
                    <a:pt x="584187" y="2540"/>
                  </a:lnTo>
                  <a:lnTo>
                    <a:pt x="582930" y="2540"/>
                  </a:lnTo>
                  <a:lnTo>
                    <a:pt x="582930" y="1270"/>
                  </a:lnTo>
                  <a:lnTo>
                    <a:pt x="581647" y="1270"/>
                  </a:lnTo>
                  <a:lnTo>
                    <a:pt x="581647" y="12"/>
                  </a:lnTo>
                  <a:lnTo>
                    <a:pt x="304800" y="12"/>
                  </a:lnTo>
                  <a:lnTo>
                    <a:pt x="304800" y="1270"/>
                  </a:lnTo>
                  <a:lnTo>
                    <a:pt x="306070" y="1270"/>
                  </a:lnTo>
                  <a:lnTo>
                    <a:pt x="306070" y="2540"/>
                  </a:lnTo>
                  <a:lnTo>
                    <a:pt x="306070" y="3810"/>
                  </a:lnTo>
                  <a:lnTo>
                    <a:pt x="307340" y="3810"/>
                  </a:lnTo>
                  <a:lnTo>
                    <a:pt x="307340" y="5080"/>
                  </a:lnTo>
                  <a:lnTo>
                    <a:pt x="308610" y="5080"/>
                  </a:lnTo>
                  <a:lnTo>
                    <a:pt x="308610" y="6350"/>
                  </a:lnTo>
                  <a:lnTo>
                    <a:pt x="586740" y="6350"/>
                  </a:lnTo>
                  <a:lnTo>
                    <a:pt x="586740" y="5080"/>
                  </a:lnTo>
                  <a:close/>
                </a:path>
              </a:pathLst>
            </a:custGeom>
            <a:solidFill>
              <a:srgbClr val="8B6800"/>
            </a:solidFill>
          </p:spPr>
          <p:txBody>
            <a:bodyPr wrap="square" lIns="0" tIns="0" rIns="0" bIns="0" rtlCol="0"/>
            <a:lstStyle/>
            <a:p/>
          </p:txBody>
        </p:sp>
        <p:sp>
          <p:nvSpPr>
            <p:cNvPr id="1688" name="object 1688"/>
            <p:cNvSpPr/>
            <p:nvPr/>
          </p:nvSpPr>
          <p:spPr>
            <a:xfrm>
              <a:off x="2719070" y="4453889"/>
              <a:ext cx="591820" cy="7620"/>
            </a:xfrm>
            <a:custGeom>
              <a:avLst/>
              <a:gdLst/>
              <a:ahLst/>
              <a:cxnLst/>
              <a:rect l="l" t="t" r="r" b="b"/>
              <a:pathLst>
                <a:path w="591820" h="7620">
                  <a:moveTo>
                    <a:pt x="247650" y="6362"/>
                  </a:moveTo>
                  <a:lnTo>
                    <a:pt x="0" y="6362"/>
                  </a:lnTo>
                  <a:lnTo>
                    <a:pt x="0" y="7620"/>
                  </a:lnTo>
                  <a:lnTo>
                    <a:pt x="247650" y="7620"/>
                  </a:lnTo>
                  <a:lnTo>
                    <a:pt x="247650" y="6362"/>
                  </a:lnTo>
                  <a:close/>
                </a:path>
                <a:path w="591820" h="7620">
                  <a:moveTo>
                    <a:pt x="247650" y="12"/>
                  </a:moveTo>
                  <a:lnTo>
                    <a:pt x="0" y="12"/>
                  </a:lnTo>
                  <a:lnTo>
                    <a:pt x="0" y="6350"/>
                  </a:lnTo>
                  <a:lnTo>
                    <a:pt x="247650" y="6350"/>
                  </a:lnTo>
                  <a:lnTo>
                    <a:pt x="247650" y="12"/>
                  </a:lnTo>
                  <a:close/>
                </a:path>
                <a:path w="591820" h="7620">
                  <a:moveTo>
                    <a:pt x="591820" y="6362"/>
                  </a:moveTo>
                  <a:lnTo>
                    <a:pt x="316230" y="6362"/>
                  </a:lnTo>
                  <a:lnTo>
                    <a:pt x="316230" y="7620"/>
                  </a:lnTo>
                  <a:lnTo>
                    <a:pt x="591820" y="7620"/>
                  </a:lnTo>
                  <a:lnTo>
                    <a:pt x="591820" y="6362"/>
                  </a:lnTo>
                  <a:close/>
                </a:path>
                <a:path w="591820" h="7620">
                  <a:moveTo>
                    <a:pt x="591820" y="5080"/>
                  </a:moveTo>
                  <a:lnTo>
                    <a:pt x="590550" y="5080"/>
                  </a:lnTo>
                  <a:lnTo>
                    <a:pt x="590550" y="3810"/>
                  </a:lnTo>
                  <a:lnTo>
                    <a:pt x="589280" y="3810"/>
                  </a:lnTo>
                  <a:lnTo>
                    <a:pt x="589280" y="2540"/>
                  </a:lnTo>
                  <a:lnTo>
                    <a:pt x="587997" y="2540"/>
                  </a:lnTo>
                  <a:lnTo>
                    <a:pt x="587997" y="1270"/>
                  </a:lnTo>
                  <a:lnTo>
                    <a:pt x="587997" y="0"/>
                  </a:lnTo>
                  <a:lnTo>
                    <a:pt x="309880" y="0"/>
                  </a:lnTo>
                  <a:lnTo>
                    <a:pt x="309880" y="1270"/>
                  </a:lnTo>
                  <a:lnTo>
                    <a:pt x="311150" y="1270"/>
                  </a:lnTo>
                  <a:lnTo>
                    <a:pt x="311150" y="2540"/>
                  </a:lnTo>
                  <a:lnTo>
                    <a:pt x="312420" y="2540"/>
                  </a:lnTo>
                  <a:lnTo>
                    <a:pt x="312420" y="3810"/>
                  </a:lnTo>
                  <a:lnTo>
                    <a:pt x="313690" y="3810"/>
                  </a:lnTo>
                  <a:lnTo>
                    <a:pt x="313690" y="5080"/>
                  </a:lnTo>
                  <a:lnTo>
                    <a:pt x="314960" y="5080"/>
                  </a:lnTo>
                  <a:lnTo>
                    <a:pt x="314960" y="6350"/>
                  </a:lnTo>
                  <a:lnTo>
                    <a:pt x="591820" y="6350"/>
                  </a:lnTo>
                  <a:lnTo>
                    <a:pt x="591820" y="5080"/>
                  </a:lnTo>
                  <a:close/>
                </a:path>
              </a:pathLst>
            </a:custGeom>
            <a:solidFill>
              <a:srgbClr val="8D6900"/>
            </a:solidFill>
          </p:spPr>
          <p:txBody>
            <a:bodyPr wrap="square" lIns="0" tIns="0" rIns="0" bIns="0" rtlCol="0"/>
            <a:lstStyle/>
            <a:p/>
          </p:txBody>
        </p:sp>
        <p:sp>
          <p:nvSpPr>
            <p:cNvPr id="1689" name="object 1689"/>
            <p:cNvSpPr/>
            <p:nvPr/>
          </p:nvSpPr>
          <p:spPr>
            <a:xfrm>
              <a:off x="2719070" y="4461509"/>
              <a:ext cx="599440" cy="7620"/>
            </a:xfrm>
            <a:custGeom>
              <a:avLst/>
              <a:gdLst/>
              <a:ahLst/>
              <a:cxnLst/>
              <a:rect l="l" t="t" r="r" b="b"/>
              <a:pathLst>
                <a:path w="599439" h="7620">
                  <a:moveTo>
                    <a:pt x="247650" y="5092"/>
                  </a:moveTo>
                  <a:lnTo>
                    <a:pt x="0" y="5092"/>
                  </a:lnTo>
                  <a:lnTo>
                    <a:pt x="0" y="7620"/>
                  </a:lnTo>
                  <a:lnTo>
                    <a:pt x="247650" y="7620"/>
                  </a:lnTo>
                  <a:lnTo>
                    <a:pt x="247650" y="5092"/>
                  </a:lnTo>
                  <a:close/>
                </a:path>
                <a:path w="599439" h="7620">
                  <a:moveTo>
                    <a:pt x="247650" y="0"/>
                  </a:moveTo>
                  <a:lnTo>
                    <a:pt x="0" y="0"/>
                  </a:lnTo>
                  <a:lnTo>
                    <a:pt x="0" y="5080"/>
                  </a:lnTo>
                  <a:lnTo>
                    <a:pt x="247650" y="5080"/>
                  </a:lnTo>
                  <a:lnTo>
                    <a:pt x="247650" y="0"/>
                  </a:lnTo>
                  <a:close/>
                </a:path>
                <a:path w="599439" h="7620">
                  <a:moveTo>
                    <a:pt x="596900" y="3810"/>
                  </a:moveTo>
                  <a:lnTo>
                    <a:pt x="595630" y="3810"/>
                  </a:lnTo>
                  <a:lnTo>
                    <a:pt x="595630" y="2540"/>
                  </a:lnTo>
                  <a:lnTo>
                    <a:pt x="594347" y="2540"/>
                  </a:lnTo>
                  <a:lnTo>
                    <a:pt x="594347" y="1270"/>
                  </a:lnTo>
                  <a:lnTo>
                    <a:pt x="593090" y="1270"/>
                  </a:lnTo>
                  <a:lnTo>
                    <a:pt x="593090" y="0"/>
                  </a:lnTo>
                  <a:lnTo>
                    <a:pt x="317500" y="0"/>
                  </a:lnTo>
                  <a:lnTo>
                    <a:pt x="317500" y="1270"/>
                  </a:lnTo>
                  <a:lnTo>
                    <a:pt x="318770" y="1270"/>
                  </a:lnTo>
                  <a:lnTo>
                    <a:pt x="318770" y="2540"/>
                  </a:lnTo>
                  <a:lnTo>
                    <a:pt x="320040" y="2540"/>
                  </a:lnTo>
                  <a:lnTo>
                    <a:pt x="320040" y="3810"/>
                  </a:lnTo>
                  <a:lnTo>
                    <a:pt x="321310" y="3810"/>
                  </a:lnTo>
                  <a:lnTo>
                    <a:pt x="321310" y="5080"/>
                  </a:lnTo>
                  <a:lnTo>
                    <a:pt x="596900" y="5080"/>
                  </a:lnTo>
                  <a:lnTo>
                    <a:pt x="596900" y="3810"/>
                  </a:lnTo>
                  <a:close/>
                </a:path>
                <a:path w="599439" h="7620">
                  <a:moveTo>
                    <a:pt x="599440" y="6350"/>
                  </a:moveTo>
                  <a:lnTo>
                    <a:pt x="598170" y="6350"/>
                  </a:lnTo>
                  <a:lnTo>
                    <a:pt x="598170" y="5092"/>
                  </a:lnTo>
                  <a:lnTo>
                    <a:pt x="321310" y="5092"/>
                  </a:lnTo>
                  <a:lnTo>
                    <a:pt x="321310" y="6350"/>
                  </a:lnTo>
                  <a:lnTo>
                    <a:pt x="322580" y="6350"/>
                  </a:lnTo>
                  <a:lnTo>
                    <a:pt x="322580" y="7620"/>
                  </a:lnTo>
                  <a:lnTo>
                    <a:pt x="599440" y="7620"/>
                  </a:lnTo>
                  <a:lnTo>
                    <a:pt x="599440" y="6350"/>
                  </a:lnTo>
                  <a:close/>
                </a:path>
              </a:pathLst>
            </a:custGeom>
            <a:solidFill>
              <a:srgbClr val="8F6B00"/>
            </a:solidFill>
          </p:spPr>
          <p:txBody>
            <a:bodyPr wrap="square" lIns="0" tIns="0" rIns="0" bIns="0" rtlCol="0"/>
            <a:lstStyle/>
            <a:p/>
          </p:txBody>
        </p:sp>
        <p:sp>
          <p:nvSpPr>
            <p:cNvPr id="1690" name="object 1690"/>
            <p:cNvSpPr/>
            <p:nvPr/>
          </p:nvSpPr>
          <p:spPr>
            <a:xfrm>
              <a:off x="2717800" y="4469129"/>
              <a:ext cx="608330" cy="7620"/>
            </a:xfrm>
            <a:custGeom>
              <a:avLst/>
              <a:gdLst/>
              <a:ahLst/>
              <a:cxnLst/>
              <a:rect l="l" t="t" r="r" b="b"/>
              <a:pathLst>
                <a:path w="608329" h="7620">
                  <a:moveTo>
                    <a:pt x="248920" y="3822"/>
                  </a:moveTo>
                  <a:lnTo>
                    <a:pt x="0" y="3822"/>
                  </a:lnTo>
                  <a:lnTo>
                    <a:pt x="0" y="7620"/>
                  </a:lnTo>
                  <a:lnTo>
                    <a:pt x="248920" y="7620"/>
                  </a:lnTo>
                  <a:lnTo>
                    <a:pt x="248920" y="3822"/>
                  </a:lnTo>
                  <a:close/>
                </a:path>
                <a:path w="608329" h="7620">
                  <a:moveTo>
                    <a:pt x="248920" y="0"/>
                  </a:moveTo>
                  <a:lnTo>
                    <a:pt x="1270" y="0"/>
                  </a:lnTo>
                  <a:lnTo>
                    <a:pt x="1270" y="3810"/>
                  </a:lnTo>
                  <a:lnTo>
                    <a:pt x="248920" y="3810"/>
                  </a:lnTo>
                  <a:lnTo>
                    <a:pt x="248920" y="0"/>
                  </a:lnTo>
                  <a:close/>
                </a:path>
                <a:path w="608329" h="7620">
                  <a:moveTo>
                    <a:pt x="604520" y="2540"/>
                  </a:moveTo>
                  <a:lnTo>
                    <a:pt x="603250" y="2540"/>
                  </a:lnTo>
                  <a:lnTo>
                    <a:pt x="603250" y="1270"/>
                  </a:lnTo>
                  <a:lnTo>
                    <a:pt x="601967" y="1270"/>
                  </a:lnTo>
                  <a:lnTo>
                    <a:pt x="601967" y="0"/>
                  </a:lnTo>
                  <a:lnTo>
                    <a:pt x="325120" y="0"/>
                  </a:lnTo>
                  <a:lnTo>
                    <a:pt x="325120" y="1270"/>
                  </a:lnTo>
                  <a:lnTo>
                    <a:pt x="326390" y="1270"/>
                  </a:lnTo>
                  <a:lnTo>
                    <a:pt x="326390" y="2540"/>
                  </a:lnTo>
                  <a:lnTo>
                    <a:pt x="327660" y="2540"/>
                  </a:lnTo>
                  <a:lnTo>
                    <a:pt x="327660" y="3810"/>
                  </a:lnTo>
                  <a:lnTo>
                    <a:pt x="604520" y="3810"/>
                  </a:lnTo>
                  <a:lnTo>
                    <a:pt x="604520" y="2540"/>
                  </a:lnTo>
                  <a:close/>
                </a:path>
                <a:path w="608329" h="7620">
                  <a:moveTo>
                    <a:pt x="608317" y="6350"/>
                  </a:moveTo>
                  <a:lnTo>
                    <a:pt x="607060" y="6350"/>
                  </a:lnTo>
                  <a:lnTo>
                    <a:pt x="607060" y="5080"/>
                  </a:lnTo>
                  <a:lnTo>
                    <a:pt x="605790" y="5080"/>
                  </a:lnTo>
                  <a:lnTo>
                    <a:pt x="605790" y="3822"/>
                  </a:lnTo>
                  <a:lnTo>
                    <a:pt x="328930" y="3822"/>
                  </a:lnTo>
                  <a:lnTo>
                    <a:pt x="328930" y="5080"/>
                  </a:lnTo>
                  <a:lnTo>
                    <a:pt x="330200" y="5080"/>
                  </a:lnTo>
                  <a:lnTo>
                    <a:pt x="330200" y="6350"/>
                  </a:lnTo>
                  <a:lnTo>
                    <a:pt x="331470" y="6350"/>
                  </a:lnTo>
                  <a:lnTo>
                    <a:pt x="331470" y="7620"/>
                  </a:lnTo>
                  <a:lnTo>
                    <a:pt x="608317" y="7620"/>
                  </a:lnTo>
                  <a:lnTo>
                    <a:pt x="608317" y="6350"/>
                  </a:lnTo>
                  <a:close/>
                </a:path>
              </a:pathLst>
            </a:custGeom>
            <a:solidFill>
              <a:srgbClr val="916C00"/>
            </a:solidFill>
          </p:spPr>
          <p:txBody>
            <a:bodyPr wrap="square" lIns="0" tIns="0" rIns="0" bIns="0" rtlCol="0"/>
            <a:lstStyle/>
            <a:p/>
          </p:txBody>
        </p:sp>
        <p:sp>
          <p:nvSpPr>
            <p:cNvPr id="1691" name="object 1691"/>
            <p:cNvSpPr/>
            <p:nvPr/>
          </p:nvSpPr>
          <p:spPr>
            <a:xfrm>
              <a:off x="2717800" y="4476749"/>
              <a:ext cx="614680" cy="6350"/>
            </a:xfrm>
            <a:custGeom>
              <a:avLst/>
              <a:gdLst/>
              <a:ahLst/>
              <a:cxnLst/>
              <a:rect l="l" t="t" r="r" b="b"/>
              <a:pathLst>
                <a:path w="614679" h="6350">
                  <a:moveTo>
                    <a:pt x="248920" y="2552"/>
                  </a:moveTo>
                  <a:lnTo>
                    <a:pt x="0" y="2552"/>
                  </a:lnTo>
                  <a:lnTo>
                    <a:pt x="0" y="6350"/>
                  </a:lnTo>
                  <a:lnTo>
                    <a:pt x="248920" y="6350"/>
                  </a:lnTo>
                  <a:lnTo>
                    <a:pt x="248920" y="2552"/>
                  </a:lnTo>
                  <a:close/>
                </a:path>
                <a:path w="614679" h="6350">
                  <a:moveTo>
                    <a:pt x="248920" y="0"/>
                  </a:moveTo>
                  <a:lnTo>
                    <a:pt x="0" y="0"/>
                  </a:lnTo>
                  <a:lnTo>
                    <a:pt x="0" y="2540"/>
                  </a:lnTo>
                  <a:lnTo>
                    <a:pt x="248920" y="2540"/>
                  </a:lnTo>
                  <a:lnTo>
                    <a:pt x="248920" y="0"/>
                  </a:lnTo>
                  <a:close/>
                </a:path>
                <a:path w="614679" h="6350">
                  <a:moveTo>
                    <a:pt x="610870" y="1270"/>
                  </a:moveTo>
                  <a:lnTo>
                    <a:pt x="609600" y="1270"/>
                  </a:lnTo>
                  <a:lnTo>
                    <a:pt x="609600" y="0"/>
                  </a:lnTo>
                  <a:lnTo>
                    <a:pt x="332740" y="0"/>
                  </a:lnTo>
                  <a:lnTo>
                    <a:pt x="332740" y="1270"/>
                  </a:lnTo>
                  <a:lnTo>
                    <a:pt x="334010" y="1270"/>
                  </a:lnTo>
                  <a:lnTo>
                    <a:pt x="334010" y="2540"/>
                  </a:lnTo>
                  <a:lnTo>
                    <a:pt x="610870" y="2540"/>
                  </a:lnTo>
                  <a:lnTo>
                    <a:pt x="610870" y="1270"/>
                  </a:lnTo>
                  <a:close/>
                </a:path>
                <a:path w="614679" h="6350">
                  <a:moveTo>
                    <a:pt x="614680" y="5080"/>
                  </a:moveTo>
                  <a:lnTo>
                    <a:pt x="613410" y="5080"/>
                  </a:lnTo>
                  <a:lnTo>
                    <a:pt x="613410" y="3810"/>
                  </a:lnTo>
                  <a:lnTo>
                    <a:pt x="612140" y="3810"/>
                  </a:lnTo>
                  <a:lnTo>
                    <a:pt x="612140" y="2552"/>
                  </a:lnTo>
                  <a:lnTo>
                    <a:pt x="335280" y="2552"/>
                  </a:lnTo>
                  <a:lnTo>
                    <a:pt x="335280" y="3810"/>
                  </a:lnTo>
                  <a:lnTo>
                    <a:pt x="336550" y="3810"/>
                  </a:lnTo>
                  <a:lnTo>
                    <a:pt x="336550" y="5080"/>
                  </a:lnTo>
                  <a:lnTo>
                    <a:pt x="336550" y="6350"/>
                  </a:lnTo>
                  <a:lnTo>
                    <a:pt x="614680" y="6350"/>
                  </a:lnTo>
                  <a:lnTo>
                    <a:pt x="614680" y="5080"/>
                  </a:lnTo>
                  <a:close/>
                </a:path>
              </a:pathLst>
            </a:custGeom>
            <a:solidFill>
              <a:srgbClr val="936E00"/>
            </a:solidFill>
          </p:spPr>
          <p:txBody>
            <a:bodyPr wrap="square" lIns="0" tIns="0" rIns="0" bIns="0" rtlCol="0"/>
            <a:lstStyle/>
            <a:p/>
          </p:txBody>
        </p:sp>
        <p:sp>
          <p:nvSpPr>
            <p:cNvPr id="1692" name="object 1692"/>
            <p:cNvSpPr/>
            <p:nvPr/>
          </p:nvSpPr>
          <p:spPr>
            <a:xfrm>
              <a:off x="2717800" y="4483099"/>
              <a:ext cx="621030" cy="7620"/>
            </a:xfrm>
            <a:custGeom>
              <a:avLst/>
              <a:gdLst/>
              <a:ahLst/>
              <a:cxnLst/>
              <a:rect l="l" t="t" r="r" b="b"/>
              <a:pathLst>
                <a:path w="621029" h="7620">
                  <a:moveTo>
                    <a:pt x="248920" y="0"/>
                  </a:moveTo>
                  <a:lnTo>
                    <a:pt x="0" y="0"/>
                  </a:lnTo>
                  <a:lnTo>
                    <a:pt x="0" y="2540"/>
                  </a:lnTo>
                  <a:lnTo>
                    <a:pt x="0" y="3810"/>
                  </a:lnTo>
                  <a:lnTo>
                    <a:pt x="0" y="7620"/>
                  </a:lnTo>
                  <a:lnTo>
                    <a:pt x="247650" y="7620"/>
                  </a:lnTo>
                  <a:lnTo>
                    <a:pt x="247650" y="3810"/>
                  </a:lnTo>
                  <a:lnTo>
                    <a:pt x="248920" y="3810"/>
                  </a:lnTo>
                  <a:lnTo>
                    <a:pt x="248920" y="2540"/>
                  </a:lnTo>
                  <a:lnTo>
                    <a:pt x="248920" y="0"/>
                  </a:lnTo>
                  <a:close/>
                </a:path>
                <a:path w="621029" h="7620">
                  <a:moveTo>
                    <a:pt x="621030" y="6350"/>
                  </a:moveTo>
                  <a:lnTo>
                    <a:pt x="619760" y="6350"/>
                  </a:lnTo>
                  <a:lnTo>
                    <a:pt x="619760" y="5080"/>
                  </a:lnTo>
                  <a:lnTo>
                    <a:pt x="618490" y="5080"/>
                  </a:lnTo>
                  <a:lnTo>
                    <a:pt x="618490" y="3810"/>
                  </a:lnTo>
                  <a:lnTo>
                    <a:pt x="618490" y="2540"/>
                  </a:lnTo>
                  <a:lnTo>
                    <a:pt x="617207" y="2540"/>
                  </a:lnTo>
                  <a:lnTo>
                    <a:pt x="617207" y="1270"/>
                  </a:lnTo>
                  <a:lnTo>
                    <a:pt x="615950" y="1270"/>
                  </a:lnTo>
                  <a:lnTo>
                    <a:pt x="615950" y="0"/>
                  </a:lnTo>
                  <a:lnTo>
                    <a:pt x="337820" y="0"/>
                  </a:lnTo>
                  <a:lnTo>
                    <a:pt x="337820" y="1270"/>
                  </a:lnTo>
                  <a:lnTo>
                    <a:pt x="339090" y="1270"/>
                  </a:lnTo>
                  <a:lnTo>
                    <a:pt x="339090" y="2540"/>
                  </a:lnTo>
                  <a:lnTo>
                    <a:pt x="340360" y="2540"/>
                  </a:lnTo>
                  <a:lnTo>
                    <a:pt x="340360" y="3810"/>
                  </a:lnTo>
                  <a:lnTo>
                    <a:pt x="341630" y="3810"/>
                  </a:lnTo>
                  <a:lnTo>
                    <a:pt x="341630" y="5080"/>
                  </a:lnTo>
                  <a:lnTo>
                    <a:pt x="342900" y="5080"/>
                  </a:lnTo>
                  <a:lnTo>
                    <a:pt x="342900" y="6350"/>
                  </a:lnTo>
                  <a:lnTo>
                    <a:pt x="344170" y="6350"/>
                  </a:lnTo>
                  <a:lnTo>
                    <a:pt x="344170" y="7620"/>
                  </a:lnTo>
                  <a:lnTo>
                    <a:pt x="621030" y="7620"/>
                  </a:lnTo>
                  <a:lnTo>
                    <a:pt x="621030" y="6350"/>
                  </a:lnTo>
                  <a:close/>
                </a:path>
              </a:pathLst>
            </a:custGeom>
            <a:solidFill>
              <a:srgbClr val="956F00"/>
            </a:solidFill>
          </p:spPr>
          <p:txBody>
            <a:bodyPr wrap="square" lIns="0" tIns="0" rIns="0" bIns="0" rtlCol="0"/>
            <a:lstStyle/>
            <a:p/>
          </p:txBody>
        </p:sp>
        <p:sp>
          <p:nvSpPr>
            <p:cNvPr id="1693" name="object 1693"/>
            <p:cNvSpPr/>
            <p:nvPr/>
          </p:nvSpPr>
          <p:spPr>
            <a:xfrm>
              <a:off x="2717800" y="4490719"/>
              <a:ext cx="628650" cy="7620"/>
            </a:xfrm>
            <a:custGeom>
              <a:avLst/>
              <a:gdLst/>
              <a:ahLst/>
              <a:cxnLst/>
              <a:rect l="l" t="t" r="r" b="b"/>
              <a:pathLst>
                <a:path w="628650" h="7620">
                  <a:moveTo>
                    <a:pt x="247650" y="1282"/>
                  </a:moveTo>
                  <a:lnTo>
                    <a:pt x="0" y="1282"/>
                  </a:lnTo>
                  <a:lnTo>
                    <a:pt x="0" y="7620"/>
                  </a:lnTo>
                  <a:lnTo>
                    <a:pt x="247650" y="7620"/>
                  </a:lnTo>
                  <a:lnTo>
                    <a:pt x="247650" y="1282"/>
                  </a:lnTo>
                  <a:close/>
                </a:path>
                <a:path w="628650" h="7620">
                  <a:moveTo>
                    <a:pt x="247650" y="0"/>
                  </a:moveTo>
                  <a:lnTo>
                    <a:pt x="0" y="0"/>
                  </a:lnTo>
                  <a:lnTo>
                    <a:pt x="0" y="1270"/>
                  </a:lnTo>
                  <a:lnTo>
                    <a:pt x="247650" y="1270"/>
                  </a:lnTo>
                  <a:lnTo>
                    <a:pt x="247650" y="0"/>
                  </a:lnTo>
                  <a:close/>
                </a:path>
                <a:path w="628650" h="7620">
                  <a:moveTo>
                    <a:pt x="622300" y="0"/>
                  </a:moveTo>
                  <a:lnTo>
                    <a:pt x="345440" y="0"/>
                  </a:lnTo>
                  <a:lnTo>
                    <a:pt x="345440" y="1270"/>
                  </a:lnTo>
                  <a:lnTo>
                    <a:pt x="622300" y="1270"/>
                  </a:lnTo>
                  <a:lnTo>
                    <a:pt x="622300" y="0"/>
                  </a:lnTo>
                  <a:close/>
                </a:path>
                <a:path w="628650" h="7620">
                  <a:moveTo>
                    <a:pt x="628650" y="6350"/>
                  </a:moveTo>
                  <a:lnTo>
                    <a:pt x="627380" y="6350"/>
                  </a:lnTo>
                  <a:lnTo>
                    <a:pt x="627380" y="5080"/>
                  </a:lnTo>
                  <a:lnTo>
                    <a:pt x="626110" y="5080"/>
                  </a:lnTo>
                  <a:lnTo>
                    <a:pt x="626110" y="3810"/>
                  </a:lnTo>
                  <a:lnTo>
                    <a:pt x="624840" y="3810"/>
                  </a:lnTo>
                  <a:lnTo>
                    <a:pt x="624840" y="2540"/>
                  </a:lnTo>
                  <a:lnTo>
                    <a:pt x="623570" y="2540"/>
                  </a:lnTo>
                  <a:lnTo>
                    <a:pt x="623570" y="1282"/>
                  </a:lnTo>
                  <a:lnTo>
                    <a:pt x="346710" y="1282"/>
                  </a:lnTo>
                  <a:lnTo>
                    <a:pt x="346710" y="2540"/>
                  </a:lnTo>
                  <a:lnTo>
                    <a:pt x="347980" y="2540"/>
                  </a:lnTo>
                  <a:lnTo>
                    <a:pt x="347980" y="3810"/>
                  </a:lnTo>
                  <a:lnTo>
                    <a:pt x="349250" y="3810"/>
                  </a:lnTo>
                  <a:lnTo>
                    <a:pt x="349250" y="5080"/>
                  </a:lnTo>
                  <a:lnTo>
                    <a:pt x="350520" y="5080"/>
                  </a:lnTo>
                  <a:lnTo>
                    <a:pt x="350520" y="6350"/>
                  </a:lnTo>
                  <a:lnTo>
                    <a:pt x="351790" y="6350"/>
                  </a:lnTo>
                  <a:lnTo>
                    <a:pt x="351790" y="7620"/>
                  </a:lnTo>
                  <a:lnTo>
                    <a:pt x="628650" y="7620"/>
                  </a:lnTo>
                  <a:lnTo>
                    <a:pt x="628650" y="6350"/>
                  </a:lnTo>
                  <a:close/>
                </a:path>
              </a:pathLst>
            </a:custGeom>
            <a:solidFill>
              <a:srgbClr val="977100"/>
            </a:solidFill>
          </p:spPr>
          <p:txBody>
            <a:bodyPr wrap="square" lIns="0" tIns="0" rIns="0" bIns="0" rtlCol="0"/>
            <a:lstStyle/>
            <a:p/>
          </p:txBody>
        </p:sp>
        <p:sp>
          <p:nvSpPr>
            <p:cNvPr id="1694" name="object 1694"/>
            <p:cNvSpPr/>
            <p:nvPr/>
          </p:nvSpPr>
          <p:spPr>
            <a:xfrm>
              <a:off x="2717800" y="4498352"/>
              <a:ext cx="635000" cy="6350"/>
            </a:xfrm>
            <a:custGeom>
              <a:avLst/>
              <a:gdLst/>
              <a:ahLst/>
              <a:cxnLst/>
              <a:rect l="l" t="t" r="r" b="b"/>
              <a:pathLst>
                <a:path w="635000" h="6350">
                  <a:moveTo>
                    <a:pt x="247650" y="0"/>
                  </a:moveTo>
                  <a:lnTo>
                    <a:pt x="0" y="0"/>
                  </a:lnTo>
                  <a:lnTo>
                    <a:pt x="0" y="6337"/>
                  </a:lnTo>
                  <a:lnTo>
                    <a:pt x="247650" y="6337"/>
                  </a:lnTo>
                  <a:lnTo>
                    <a:pt x="247650" y="0"/>
                  </a:lnTo>
                  <a:close/>
                </a:path>
                <a:path w="635000" h="6350">
                  <a:moveTo>
                    <a:pt x="635000" y="5067"/>
                  </a:moveTo>
                  <a:lnTo>
                    <a:pt x="633730" y="5067"/>
                  </a:lnTo>
                  <a:lnTo>
                    <a:pt x="633730" y="3797"/>
                  </a:lnTo>
                  <a:lnTo>
                    <a:pt x="632460" y="3797"/>
                  </a:lnTo>
                  <a:lnTo>
                    <a:pt x="632460" y="2527"/>
                  </a:lnTo>
                  <a:lnTo>
                    <a:pt x="631190" y="2527"/>
                  </a:lnTo>
                  <a:lnTo>
                    <a:pt x="631190" y="1257"/>
                  </a:lnTo>
                  <a:lnTo>
                    <a:pt x="629907" y="1257"/>
                  </a:lnTo>
                  <a:lnTo>
                    <a:pt x="629907" y="0"/>
                  </a:lnTo>
                  <a:lnTo>
                    <a:pt x="351790" y="0"/>
                  </a:lnTo>
                  <a:lnTo>
                    <a:pt x="351790" y="1257"/>
                  </a:lnTo>
                  <a:lnTo>
                    <a:pt x="353060" y="1257"/>
                  </a:lnTo>
                  <a:lnTo>
                    <a:pt x="353060" y="2527"/>
                  </a:lnTo>
                  <a:lnTo>
                    <a:pt x="354330" y="2527"/>
                  </a:lnTo>
                  <a:lnTo>
                    <a:pt x="354330" y="3797"/>
                  </a:lnTo>
                  <a:lnTo>
                    <a:pt x="355600" y="3797"/>
                  </a:lnTo>
                  <a:lnTo>
                    <a:pt x="355600" y="5067"/>
                  </a:lnTo>
                  <a:lnTo>
                    <a:pt x="356870" y="5067"/>
                  </a:lnTo>
                  <a:lnTo>
                    <a:pt x="356870" y="6337"/>
                  </a:lnTo>
                  <a:lnTo>
                    <a:pt x="635000" y="6337"/>
                  </a:lnTo>
                  <a:lnTo>
                    <a:pt x="635000" y="5067"/>
                  </a:lnTo>
                  <a:close/>
                </a:path>
              </a:pathLst>
            </a:custGeom>
            <a:solidFill>
              <a:srgbClr val="997200"/>
            </a:solidFill>
          </p:spPr>
          <p:txBody>
            <a:bodyPr wrap="square" lIns="0" tIns="0" rIns="0" bIns="0" rtlCol="0"/>
            <a:lstStyle/>
            <a:p/>
          </p:txBody>
        </p:sp>
        <p:sp>
          <p:nvSpPr>
            <p:cNvPr id="1695" name="object 1695"/>
            <p:cNvSpPr/>
            <p:nvPr/>
          </p:nvSpPr>
          <p:spPr>
            <a:xfrm>
              <a:off x="2717800" y="4504702"/>
              <a:ext cx="642620" cy="7620"/>
            </a:xfrm>
            <a:custGeom>
              <a:avLst/>
              <a:gdLst/>
              <a:ahLst/>
              <a:cxnLst/>
              <a:rect l="l" t="t" r="r" b="b"/>
              <a:pathLst>
                <a:path w="642620" h="7620">
                  <a:moveTo>
                    <a:pt x="247650" y="6350"/>
                  </a:moveTo>
                  <a:lnTo>
                    <a:pt x="0" y="6350"/>
                  </a:lnTo>
                  <a:lnTo>
                    <a:pt x="0" y="7607"/>
                  </a:lnTo>
                  <a:lnTo>
                    <a:pt x="247650" y="7607"/>
                  </a:lnTo>
                  <a:lnTo>
                    <a:pt x="247650" y="6350"/>
                  </a:lnTo>
                  <a:close/>
                </a:path>
                <a:path w="642620" h="7620">
                  <a:moveTo>
                    <a:pt x="247650" y="0"/>
                  </a:moveTo>
                  <a:lnTo>
                    <a:pt x="0" y="0"/>
                  </a:lnTo>
                  <a:lnTo>
                    <a:pt x="0" y="6337"/>
                  </a:lnTo>
                  <a:lnTo>
                    <a:pt x="247650" y="6337"/>
                  </a:lnTo>
                  <a:lnTo>
                    <a:pt x="247650" y="0"/>
                  </a:lnTo>
                  <a:close/>
                </a:path>
                <a:path w="642620" h="7620">
                  <a:moveTo>
                    <a:pt x="641350" y="5067"/>
                  </a:moveTo>
                  <a:lnTo>
                    <a:pt x="640080" y="5067"/>
                  </a:lnTo>
                  <a:lnTo>
                    <a:pt x="640080" y="3797"/>
                  </a:lnTo>
                  <a:lnTo>
                    <a:pt x="638810" y="3797"/>
                  </a:lnTo>
                  <a:lnTo>
                    <a:pt x="638810" y="2527"/>
                  </a:lnTo>
                  <a:lnTo>
                    <a:pt x="637540" y="2527"/>
                  </a:lnTo>
                  <a:lnTo>
                    <a:pt x="637540" y="1257"/>
                  </a:lnTo>
                  <a:lnTo>
                    <a:pt x="636257" y="1257"/>
                  </a:lnTo>
                  <a:lnTo>
                    <a:pt x="636257" y="0"/>
                  </a:lnTo>
                  <a:lnTo>
                    <a:pt x="358140" y="0"/>
                  </a:lnTo>
                  <a:lnTo>
                    <a:pt x="358140" y="1257"/>
                  </a:lnTo>
                  <a:lnTo>
                    <a:pt x="359410" y="1257"/>
                  </a:lnTo>
                  <a:lnTo>
                    <a:pt x="359410" y="2527"/>
                  </a:lnTo>
                  <a:lnTo>
                    <a:pt x="360680" y="2527"/>
                  </a:lnTo>
                  <a:lnTo>
                    <a:pt x="360680" y="3797"/>
                  </a:lnTo>
                  <a:lnTo>
                    <a:pt x="361950" y="3797"/>
                  </a:lnTo>
                  <a:lnTo>
                    <a:pt x="361950" y="5067"/>
                  </a:lnTo>
                  <a:lnTo>
                    <a:pt x="363220" y="5067"/>
                  </a:lnTo>
                  <a:lnTo>
                    <a:pt x="363220" y="6337"/>
                  </a:lnTo>
                  <a:lnTo>
                    <a:pt x="641350" y="6337"/>
                  </a:lnTo>
                  <a:lnTo>
                    <a:pt x="641350" y="5067"/>
                  </a:lnTo>
                  <a:close/>
                </a:path>
                <a:path w="642620" h="7620">
                  <a:moveTo>
                    <a:pt x="642607" y="6350"/>
                  </a:moveTo>
                  <a:lnTo>
                    <a:pt x="364490" y="6350"/>
                  </a:lnTo>
                  <a:lnTo>
                    <a:pt x="364490" y="7607"/>
                  </a:lnTo>
                  <a:lnTo>
                    <a:pt x="642607" y="7607"/>
                  </a:lnTo>
                  <a:lnTo>
                    <a:pt x="642607" y="6350"/>
                  </a:lnTo>
                  <a:close/>
                </a:path>
              </a:pathLst>
            </a:custGeom>
            <a:solidFill>
              <a:srgbClr val="9B7400"/>
            </a:solidFill>
          </p:spPr>
          <p:txBody>
            <a:bodyPr wrap="square" lIns="0" tIns="0" rIns="0" bIns="0" rtlCol="0"/>
            <a:lstStyle/>
            <a:p/>
          </p:txBody>
        </p:sp>
        <p:sp>
          <p:nvSpPr>
            <p:cNvPr id="1696" name="object 1696"/>
            <p:cNvSpPr/>
            <p:nvPr/>
          </p:nvSpPr>
          <p:spPr>
            <a:xfrm>
              <a:off x="2717800" y="4512309"/>
              <a:ext cx="650240" cy="7620"/>
            </a:xfrm>
            <a:custGeom>
              <a:avLst/>
              <a:gdLst/>
              <a:ahLst/>
              <a:cxnLst/>
              <a:rect l="l" t="t" r="r" b="b"/>
              <a:pathLst>
                <a:path w="650239" h="7620">
                  <a:moveTo>
                    <a:pt x="247650" y="5092"/>
                  </a:moveTo>
                  <a:lnTo>
                    <a:pt x="0" y="5092"/>
                  </a:lnTo>
                  <a:lnTo>
                    <a:pt x="0" y="7620"/>
                  </a:lnTo>
                  <a:lnTo>
                    <a:pt x="247650" y="7620"/>
                  </a:lnTo>
                  <a:lnTo>
                    <a:pt x="247650" y="5092"/>
                  </a:lnTo>
                  <a:close/>
                </a:path>
                <a:path w="650239" h="7620">
                  <a:moveTo>
                    <a:pt x="247650" y="0"/>
                  </a:moveTo>
                  <a:lnTo>
                    <a:pt x="0" y="0"/>
                  </a:lnTo>
                  <a:lnTo>
                    <a:pt x="0" y="5080"/>
                  </a:lnTo>
                  <a:lnTo>
                    <a:pt x="247650" y="5080"/>
                  </a:lnTo>
                  <a:lnTo>
                    <a:pt x="247650" y="0"/>
                  </a:lnTo>
                  <a:close/>
                </a:path>
                <a:path w="650239" h="7620">
                  <a:moveTo>
                    <a:pt x="647700" y="3810"/>
                  </a:moveTo>
                  <a:lnTo>
                    <a:pt x="646430" y="3810"/>
                  </a:lnTo>
                  <a:lnTo>
                    <a:pt x="646430" y="2540"/>
                  </a:lnTo>
                  <a:lnTo>
                    <a:pt x="645160" y="2540"/>
                  </a:lnTo>
                  <a:lnTo>
                    <a:pt x="645160" y="1270"/>
                  </a:lnTo>
                  <a:lnTo>
                    <a:pt x="643890" y="1270"/>
                  </a:lnTo>
                  <a:lnTo>
                    <a:pt x="643890" y="0"/>
                  </a:lnTo>
                  <a:lnTo>
                    <a:pt x="365760" y="0"/>
                  </a:lnTo>
                  <a:lnTo>
                    <a:pt x="365760" y="1270"/>
                  </a:lnTo>
                  <a:lnTo>
                    <a:pt x="365760" y="2540"/>
                  </a:lnTo>
                  <a:lnTo>
                    <a:pt x="367030" y="2540"/>
                  </a:lnTo>
                  <a:lnTo>
                    <a:pt x="367030" y="3810"/>
                  </a:lnTo>
                  <a:lnTo>
                    <a:pt x="368300" y="3810"/>
                  </a:lnTo>
                  <a:lnTo>
                    <a:pt x="368300" y="5080"/>
                  </a:lnTo>
                  <a:lnTo>
                    <a:pt x="647700" y="5080"/>
                  </a:lnTo>
                  <a:lnTo>
                    <a:pt x="647700" y="3810"/>
                  </a:lnTo>
                  <a:close/>
                </a:path>
                <a:path w="650239" h="7620">
                  <a:moveTo>
                    <a:pt x="650240" y="6350"/>
                  </a:moveTo>
                  <a:lnTo>
                    <a:pt x="648970" y="6350"/>
                  </a:lnTo>
                  <a:lnTo>
                    <a:pt x="648970" y="5092"/>
                  </a:lnTo>
                  <a:lnTo>
                    <a:pt x="369570" y="5092"/>
                  </a:lnTo>
                  <a:lnTo>
                    <a:pt x="369570" y="6350"/>
                  </a:lnTo>
                  <a:lnTo>
                    <a:pt x="370840" y="6350"/>
                  </a:lnTo>
                  <a:lnTo>
                    <a:pt x="370840" y="7620"/>
                  </a:lnTo>
                  <a:lnTo>
                    <a:pt x="650240" y="7620"/>
                  </a:lnTo>
                  <a:lnTo>
                    <a:pt x="650240" y="6350"/>
                  </a:lnTo>
                  <a:close/>
                </a:path>
              </a:pathLst>
            </a:custGeom>
            <a:solidFill>
              <a:srgbClr val="9D7500"/>
            </a:solidFill>
          </p:spPr>
          <p:txBody>
            <a:bodyPr wrap="square" lIns="0" tIns="0" rIns="0" bIns="0" rtlCol="0"/>
            <a:lstStyle/>
            <a:p/>
          </p:txBody>
        </p:sp>
        <p:sp>
          <p:nvSpPr>
            <p:cNvPr id="1697" name="object 1697"/>
            <p:cNvSpPr/>
            <p:nvPr/>
          </p:nvSpPr>
          <p:spPr>
            <a:xfrm>
              <a:off x="2717800" y="4519929"/>
              <a:ext cx="657860" cy="7620"/>
            </a:xfrm>
            <a:custGeom>
              <a:avLst/>
              <a:gdLst/>
              <a:ahLst/>
              <a:cxnLst/>
              <a:rect l="l" t="t" r="r" b="b"/>
              <a:pathLst>
                <a:path w="657860" h="7620">
                  <a:moveTo>
                    <a:pt x="247650" y="3822"/>
                  </a:moveTo>
                  <a:lnTo>
                    <a:pt x="0" y="3822"/>
                  </a:lnTo>
                  <a:lnTo>
                    <a:pt x="0" y="7620"/>
                  </a:lnTo>
                  <a:lnTo>
                    <a:pt x="247650" y="7620"/>
                  </a:lnTo>
                  <a:lnTo>
                    <a:pt x="247650" y="3822"/>
                  </a:lnTo>
                  <a:close/>
                </a:path>
                <a:path w="657860" h="7620">
                  <a:moveTo>
                    <a:pt x="247650" y="0"/>
                  </a:moveTo>
                  <a:lnTo>
                    <a:pt x="0" y="0"/>
                  </a:lnTo>
                  <a:lnTo>
                    <a:pt x="0" y="3810"/>
                  </a:lnTo>
                  <a:lnTo>
                    <a:pt x="247650" y="3810"/>
                  </a:lnTo>
                  <a:lnTo>
                    <a:pt x="247650" y="0"/>
                  </a:lnTo>
                  <a:close/>
                </a:path>
                <a:path w="657860" h="7620">
                  <a:moveTo>
                    <a:pt x="654050" y="2540"/>
                  </a:moveTo>
                  <a:lnTo>
                    <a:pt x="652780" y="2540"/>
                  </a:lnTo>
                  <a:lnTo>
                    <a:pt x="652780" y="1270"/>
                  </a:lnTo>
                  <a:lnTo>
                    <a:pt x="651510" y="1270"/>
                  </a:lnTo>
                  <a:lnTo>
                    <a:pt x="651510" y="0"/>
                  </a:lnTo>
                  <a:lnTo>
                    <a:pt x="372110" y="0"/>
                  </a:lnTo>
                  <a:lnTo>
                    <a:pt x="372110" y="1270"/>
                  </a:lnTo>
                  <a:lnTo>
                    <a:pt x="373380" y="1270"/>
                  </a:lnTo>
                  <a:lnTo>
                    <a:pt x="373380" y="2540"/>
                  </a:lnTo>
                  <a:lnTo>
                    <a:pt x="374650" y="2540"/>
                  </a:lnTo>
                  <a:lnTo>
                    <a:pt x="374650" y="3810"/>
                  </a:lnTo>
                  <a:lnTo>
                    <a:pt x="654050" y="3810"/>
                  </a:lnTo>
                  <a:lnTo>
                    <a:pt x="654050" y="2540"/>
                  </a:lnTo>
                  <a:close/>
                </a:path>
                <a:path w="657860" h="7620">
                  <a:moveTo>
                    <a:pt x="657860" y="6350"/>
                  </a:moveTo>
                  <a:lnTo>
                    <a:pt x="656590" y="6350"/>
                  </a:lnTo>
                  <a:lnTo>
                    <a:pt x="656590" y="5080"/>
                  </a:lnTo>
                  <a:lnTo>
                    <a:pt x="655320" y="5080"/>
                  </a:lnTo>
                  <a:lnTo>
                    <a:pt x="655320" y="3822"/>
                  </a:lnTo>
                  <a:lnTo>
                    <a:pt x="375920" y="3822"/>
                  </a:lnTo>
                  <a:lnTo>
                    <a:pt x="375920" y="5080"/>
                  </a:lnTo>
                  <a:lnTo>
                    <a:pt x="377190" y="5080"/>
                  </a:lnTo>
                  <a:lnTo>
                    <a:pt x="377190" y="6350"/>
                  </a:lnTo>
                  <a:lnTo>
                    <a:pt x="378460" y="6350"/>
                  </a:lnTo>
                  <a:lnTo>
                    <a:pt x="378460" y="7620"/>
                  </a:lnTo>
                  <a:lnTo>
                    <a:pt x="657860" y="7620"/>
                  </a:lnTo>
                  <a:lnTo>
                    <a:pt x="657860" y="6350"/>
                  </a:lnTo>
                  <a:close/>
                </a:path>
              </a:pathLst>
            </a:custGeom>
            <a:solidFill>
              <a:srgbClr val="9F7700"/>
            </a:solidFill>
          </p:spPr>
          <p:txBody>
            <a:bodyPr wrap="square" lIns="0" tIns="0" rIns="0" bIns="0" rtlCol="0"/>
            <a:lstStyle/>
            <a:p/>
          </p:txBody>
        </p:sp>
        <p:sp>
          <p:nvSpPr>
            <p:cNvPr id="1698" name="object 1698"/>
            <p:cNvSpPr/>
            <p:nvPr/>
          </p:nvSpPr>
          <p:spPr>
            <a:xfrm>
              <a:off x="2717800" y="4527549"/>
              <a:ext cx="664210" cy="6350"/>
            </a:xfrm>
            <a:custGeom>
              <a:avLst/>
              <a:gdLst/>
              <a:ahLst/>
              <a:cxnLst/>
              <a:rect l="l" t="t" r="r" b="b"/>
              <a:pathLst>
                <a:path w="664210" h="6350">
                  <a:moveTo>
                    <a:pt x="247650" y="2552"/>
                  </a:moveTo>
                  <a:lnTo>
                    <a:pt x="0" y="2552"/>
                  </a:lnTo>
                  <a:lnTo>
                    <a:pt x="0" y="6350"/>
                  </a:lnTo>
                  <a:lnTo>
                    <a:pt x="247650" y="6350"/>
                  </a:lnTo>
                  <a:lnTo>
                    <a:pt x="247650" y="2552"/>
                  </a:lnTo>
                  <a:close/>
                </a:path>
                <a:path w="664210" h="6350">
                  <a:moveTo>
                    <a:pt x="247650" y="0"/>
                  </a:moveTo>
                  <a:lnTo>
                    <a:pt x="0" y="0"/>
                  </a:lnTo>
                  <a:lnTo>
                    <a:pt x="0" y="2540"/>
                  </a:lnTo>
                  <a:lnTo>
                    <a:pt x="247650" y="2540"/>
                  </a:lnTo>
                  <a:lnTo>
                    <a:pt x="247650" y="0"/>
                  </a:lnTo>
                  <a:close/>
                </a:path>
                <a:path w="664210" h="6350">
                  <a:moveTo>
                    <a:pt x="660400" y="1270"/>
                  </a:moveTo>
                  <a:lnTo>
                    <a:pt x="659130" y="1270"/>
                  </a:lnTo>
                  <a:lnTo>
                    <a:pt x="659130" y="0"/>
                  </a:lnTo>
                  <a:lnTo>
                    <a:pt x="379730" y="0"/>
                  </a:lnTo>
                  <a:lnTo>
                    <a:pt x="379730" y="1270"/>
                  </a:lnTo>
                  <a:lnTo>
                    <a:pt x="381000" y="1270"/>
                  </a:lnTo>
                  <a:lnTo>
                    <a:pt x="381000" y="2540"/>
                  </a:lnTo>
                  <a:lnTo>
                    <a:pt x="660400" y="2540"/>
                  </a:lnTo>
                  <a:lnTo>
                    <a:pt x="660400" y="1270"/>
                  </a:lnTo>
                  <a:close/>
                </a:path>
                <a:path w="664210" h="6350">
                  <a:moveTo>
                    <a:pt x="664210" y="5080"/>
                  </a:moveTo>
                  <a:lnTo>
                    <a:pt x="662940" y="5080"/>
                  </a:lnTo>
                  <a:lnTo>
                    <a:pt x="662940" y="3810"/>
                  </a:lnTo>
                  <a:lnTo>
                    <a:pt x="661670" y="3810"/>
                  </a:lnTo>
                  <a:lnTo>
                    <a:pt x="661670" y="2552"/>
                  </a:lnTo>
                  <a:lnTo>
                    <a:pt x="381000" y="2552"/>
                  </a:lnTo>
                  <a:lnTo>
                    <a:pt x="381000" y="3810"/>
                  </a:lnTo>
                  <a:lnTo>
                    <a:pt x="382270" y="3810"/>
                  </a:lnTo>
                  <a:lnTo>
                    <a:pt x="382270" y="5080"/>
                  </a:lnTo>
                  <a:lnTo>
                    <a:pt x="383540" y="5080"/>
                  </a:lnTo>
                  <a:lnTo>
                    <a:pt x="383540" y="6350"/>
                  </a:lnTo>
                  <a:lnTo>
                    <a:pt x="664210" y="6350"/>
                  </a:lnTo>
                  <a:lnTo>
                    <a:pt x="664210" y="5080"/>
                  </a:lnTo>
                  <a:close/>
                </a:path>
              </a:pathLst>
            </a:custGeom>
            <a:solidFill>
              <a:srgbClr val="A17800"/>
            </a:solidFill>
          </p:spPr>
          <p:txBody>
            <a:bodyPr wrap="square" lIns="0" tIns="0" rIns="0" bIns="0" rtlCol="0"/>
            <a:lstStyle/>
            <a:p/>
          </p:txBody>
        </p:sp>
        <p:sp>
          <p:nvSpPr>
            <p:cNvPr id="1699" name="object 1699"/>
            <p:cNvSpPr/>
            <p:nvPr/>
          </p:nvSpPr>
          <p:spPr>
            <a:xfrm>
              <a:off x="2716530" y="4533899"/>
              <a:ext cx="671830" cy="7620"/>
            </a:xfrm>
            <a:custGeom>
              <a:avLst/>
              <a:gdLst/>
              <a:ahLst/>
              <a:cxnLst/>
              <a:rect l="l" t="t" r="r" b="b"/>
              <a:pathLst>
                <a:path w="671829" h="7620">
                  <a:moveTo>
                    <a:pt x="248920" y="0"/>
                  </a:moveTo>
                  <a:lnTo>
                    <a:pt x="1270" y="0"/>
                  </a:lnTo>
                  <a:lnTo>
                    <a:pt x="1270" y="2540"/>
                  </a:lnTo>
                  <a:lnTo>
                    <a:pt x="1270" y="6350"/>
                  </a:lnTo>
                  <a:lnTo>
                    <a:pt x="0" y="6350"/>
                  </a:lnTo>
                  <a:lnTo>
                    <a:pt x="0" y="7620"/>
                  </a:lnTo>
                  <a:lnTo>
                    <a:pt x="248920" y="7620"/>
                  </a:lnTo>
                  <a:lnTo>
                    <a:pt x="248920" y="6350"/>
                  </a:lnTo>
                  <a:lnTo>
                    <a:pt x="248920" y="2540"/>
                  </a:lnTo>
                  <a:lnTo>
                    <a:pt x="248920" y="0"/>
                  </a:lnTo>
                  <a:close/>
                </a:path>
                <a:path w="671829" h="7620">
                  <a:moveTo>
                    <a:pt x="666750" y="0"/>
                  </a:moveTo>
                  <a:lnTo>
                    <a:pt x="386080" y="0"/>
                  </a:lnTo>
                  <a:lnTo>
                    <a:pt x="386080" y="1270"/>
                  </a:lnTo>
                  <a:lnTo>
                    <a:pt x="387350" y="1270"/>
                  </a:lnTo>
                  <a:lnTo>
                    <a:pt x="387350" y="2540"/>
                  </a:lnTo>
                  <a:lnTo>
                    <a:pt x="666750" y="2540"/>
                  </a:lnTo>
                  <a:lnTo>
                    <a:pt x="666750" y="1270"/>
                  </a:lnTo>
                  <a:lnTo>
                    <a:pt x="666750" y="0"/>
                  </a:lnTo>
                  <a:close/>
                </a:path>
                <a:path w="671829" h="7620">
                  <a:moveTo>
                    <a:pt x="671830" y="6350"/>
                  </a:moveTo>
                  <a:lnTo>
                    <a:pt x="670560" y="6350"/>
                  </a:lnTo>
                  <a:lnTo>
                    <a:pt x="670560" y="5080"/>
                  </a:lnTo>
                  <a:lnTo>
                    <a:pt x="669290" y="5080"/>
                  </a:lnTo>
                  <a:lnTo>
                    <a:pt x="669290" y="3810"/>
                  </a:lnTo>
                  <a:lnTo>
                    <a:pt x="668020" y="3810"/>
                  </a:lnTo>
                  <a:lnTo>
                    <a:pt x="668020" y="2552"/>
                  </a:lnTo>
                  <a:lnTo>
                    <a:pt x="388620" y="2552"/>
                  </a:lnTo>
                  <a:lnTo>
                    <a:pt x="388620" y="3810"/>
                  </a:lnTo>
                  <a:lnTo>
                    <a:pt x="389890" y="3810"/>
                  </a:lnTo>
                  <a:lnTo>
                    <a:pt x="389890" y="5080"/>
                  </a:lnTo>
                  <a:lnTo>
                    <a:pt x="391160" y="5080"/>
                  </a:lnTo>
                  <a:lnTo>
                    <a:pt x="391160" y="6350"/>
                  </a:lnTo>
                  <a:lnTo>
                    <a:pt x="392430" y="6350"/>
                  </a:lnTo>
                  <a:lnTo>
                    <a:pt x="392430" y="7620"/>
                  </a:lnTo>
                  <a:lnTo>
                    <a:pt x="671830" y="7620"/>
                  </a:lnTo>
                  <a:lnTo>
                    <a:pt x="671830" y="6350"/>
                  </a:lnTo>
                  <a:close/>
                </a:path>
              </a:pathLst>
            </a:custGeom>
            <a:solidFill>
              <a:srgbClr val="A37A00"/>
            </a:solidFill>
          </p:spPr>
          <p:txBody>
            <a:bodyPr wrap="square" lIns="0" tIns="0" rIns="0" bIns="0" rtlCol="0"/>
            <a:lstStyle/>
            <a:p/>
          </p:txBody>
        </p:sp>
        <p:sp>
          <p:nvSpPr>
            <p:cNvPr id="1700" name="object 1700"/>
            <p:cNvSpPr/>
            <p:nvPr/>
          </p:nvSpPr>
          <p:spPr>
            <a:xfrm>
              <a:off x="2716530" y="4541519"/>
              <a:ext cx="679450" cy="7620"/>
            </a:xfrm>
            <a:custGeom>
              <a:avLst/>
              <a:gdLst/>
              <a:ahLst/>
              <a:cxnLst/>
              <a:rect l="l" t="t" r="r" b="b"/>
              <a:pathLst>
                <a:path w="679450" h="7620">
                  <a:moveTo>
                    <a:pt x="248920" y="1282"/>
                  </a:moveTo>
                  <a:lnTo>
                    <a:pt x="0" y="1282"/>
                  </a:lnTo>
                  <a:lnTo>
                    <a:pt x="0" y="7620"/>
                  </a:lnTo>
                  <a:lnTo>
                    <a:pt x="248920" y="7620"/>
                  </a:lnTo>
                  <a:lnTo>
                    <a:pt x="248920" y="1282"/>
                  </a:lnTo>
                  <a:close/>
                </a:path>
                <a:path w="679450" h="7620">
                  <a:moveTo>
                    <a:pt x="248920" y="0"/>
                  </a:moveTo>
                  <a:lnTo>
                    <a:pt x="0" y="0"/>
                  </a:lnTo>
                  <a:lnTo>
                    <a:pt x="0" y="1270"/>
                  </a:lnTo>
                  <a:lnTo>
                    <a:pt x="248920" y="1270"/>
                  </a:lnTo>
                  <a:lnTo>
                    <a:pt x="248920" y="0"/>
                  </a:lnTo>
                  <a:close/>
                </a:path>
                <a:path w="679450" h="7620">
                  <a:moveTo>
                    <a:pt x="673100" y="0"/>
                  </a:moveTo>
                  <a:lnTo>
                    <a:pt x="393700" y="0"/>
                  </a:lnTo>
                  <a:lnTo>
                    <a:pt x="393700" y="1270"/>
                  </a:lnTo>
                  <a:lnTo>
                    <a:pt x="673100" y="1270"/>
                  </a:lnTo>
                  <a:lnTo>
                    <a:pt x="673100" y="0"/>
                  </a:lnTo>
                  <a:close/>
                </a:path>
                <a:path w="679450" h="7620">
                  <a:moveTo>
                    <a:pt x="679450" y="6350"/>
                  </a:moveTo>
                  <a:lnTo>
                    <a:pt x="678180" y="6350"/>
                  </a:lnTo>
                  <a:lnTo>
                    <a:pt x="678180" y="5080"/>
                  </a:lnTo>
                  <a:lnTo>
                    <a:pt x="676910" y="5080"/>
                  </a:lnTo>
                  <a:lnTo>
                    <a:pt x="676910" y="3810"/>
                  </a:lnTo>
                  <a:lnTo>
                    <a:pt x="675640" y="3810"/>
                  </a:lnTo>
                  <a:lnTo>
                    <a:pt x="675640" y="2540"/>
                  </a:lnTo>
                  <a:lnTo>
                    <a:pt x="674370" y="2540"/>
                  </a:lnTo>
                  <a:lnTo>
                    <a:pt x="674370" y="1282"/>
                  </a:lnTo>
                  <a:lnTo>
                    <a:pt x="394970" y="1282"/>
                  </a:lnTo>
                  <a:lnTo>
                    <a:pt x="394970" y="2540"/>
                  </a:lnTo>
                  <a:lnTo>
                    <a:pt x="396240" y="2540"/>
                  </a:lnTo>
                  <a:lnTo>
                    <a:pt x="396240" y="3810"/>
                  </a:lnTo>
                  <a:lnTo>
                    <a:pt x="396240" y="5080"/>
                  </a:lnTo>
                  <a:lnTo>
                    <a:pt x="397510" y="5080"/>
                  </a:lnTo>
                  <a:lnTo>
                    <a:pt x="397510" y="6350"/>
                  </a:lnTo>
                  <a:lnTo>
                    <a:pt x="398780" y="6350"/>
                  </a:lnTo>
                  <a:lnTo>
                    <a:pt x="398780" y="7620"/>
                  </a:lnTo>
                  <a:lnTo>
                    <a:pt x="679450" y="7620"/>
                  </a:lnTo>
                  <a:lnTo>
                    <a:pt x="679450" y="6350"/>
                  </a:lnTo>
                  <a:close/>
                </a:path>
              </a:pathLst>
            </a:custGeom>
            <a:solidFill>
              <a:srgbClr val="A57B00"/>
            </a:solidFill>
          </p:spPr>
          <p:txBody>
            <a:bodyPr wrap="square" lIns="0" tIns="0" rIns="0" bIns="0" rtlCol="0"/>
            <a:lstStyle/>
            <a:p/>
          </p:txBody>
        </p:sp>
        <p:sp>
          <p:nvSpPr>
            <p:cNvPr id="1701" name="object 1701"/>
            <p:cNvSpPr/>
            <p:nvPr/>
          </p:nvSpPr>
          <p:spPr>
            <a:xfrm>
              <a:off x="2716530" y="4549152"/>
              <a:ext cx="685800" cy="6350"/>
            </a:xfrm>
            <a:custGeom>
              <a:avLst/>
              <a:gdLst/>
              <a:ahLst/>
              <a:cxnLst/>
              <a:rect l="l" t="t" r="r" b="b"/>
              <a:pathLst>
                <a:path w="685800" h="6350">
                  <a:moveTo>
                    <a:pt x="248920" y="0"/>
                  </a:moveTo>
                  <a:lnTo>
                    <a:pt x="0" y="0"/>
                  </a:lnTo>
                  <a:lnTo>
                    <a:pt x="0" y="6337"/>
                  </a:lnTo>
                  <a:lnTo>
                    <a:pt x="248920" y="6337"/>
                  </a:lnTo>
                  <a:lnTo>
                    <a:pt x="248920" y="0"/>
                  </a:lnTo>
                  <a:close/>
                </a:path>
                <a:path w="685800" h="6350">
                  <a:moveTo>
                    <a:pt x="685800" y="5067"/>
                  </a:moveTo>
                  <a:lnTo>
                    <a:pt x="684530" y="5067"/>
                  </a:lnTo>
                  <a:lnTo>
                    <a:pt x="684530" y="3797"/>
                  </a:lnTo>
                  <a:lnTo>
                    <a:pt x="683260" y="3797"/>
                  </a:lnTo>
                  <a:lnTo>
                    <a:pt x="683260" y="2527"/>
                  </a:lnTo>
                  <a:lnTo>
                    <a:pt x="681990" y="2527"/>
                  </a:lnTo>
                  <a:lnTo>
                    <a:pt x="681990" y="1257"/>
                  </a:lnTo>
                  <a:lnTo>
                    <a:pt x="680720" y="1257"/>
                  </a:lnTo>
                  <a:lnTo>
                    <a:pt x="680720" y="0"/>
                  </a:lnTo>
                  <a:lnTo>
                    <a:pt x="400050" y="0"/>
                  </a:lnTo>
                  <a:lnTo>
                    <a:pt x="400050" y="1257"/>
                  </a:lnTo>
                  <a:lnTo>
                    <a:pt x="401320" y="1257"/>
                  </a:lnTo>
                  <a:lnTo>
                    <a:pt x="401320" y="2527"/>
                  </a:lnTo>
                  <a:lnTo>
                    <a:pt x="402590" y="2527"/>
                  </a:lnTo>
                  <a:lnTo>
                    <a:pt x="402590" y="3797"/>
                  </a:lnTo>
                  <a:lnTo>
                    <a:pt x="403860" y="3797"/>
                  </a:lnTo>
                  <a:lnTo>
                    <a:pt x="403860" y="5067"/>
                  </a:lnTo>
                  <a:lnTo>
                    <a:pt x="405130" y="5067"/>
                  </a:lnTo>
                  <a:lnTo>
                    <a:pt x="405130" y="6337"/>
                  </a:lnTo>
                  <a:lnTo>
                    <a:pt x="685800" y="6337"/>
                  </a:lnTo>
                  <a:lnTo>
                    <a:pt x="685800" y="5067"/>
                  </a:lnTo>
                  <a:close/>
                </a:path>
              </a:pathLst>
            </a:custGeom>
            <a:solidFill>
              <a:srgbClr val="A77D00"/>
            </a:solidFill>
          </p:spPr>
          <p:txBody>
            <a:bodyPr wrap="square" lIns="0" tIns="0" rIns="0" bIns="0" rtlCol="0"/>
            <a:lstStyle/>
            <a:p/>
          </p:txBody>
        </p:sp>
        <p:sp>
          <p:nvSpPr>
            <p:cNvPr id="1702" name="object 1702"/>
            <p:cNvSpPr/>
            <p:nvPr/>
          </p:nvSpPr>
          <p:spPr>
            <a:xfrm>
              <a:off x="2716530" y="4555489"/>
              <a:ext cx="693420" cy="7620"/>
            </a:xfrm>
            <a:custGeom>
              <a:avLst/>
              <a:gdLst/>
              <a:ahLst/>
              <a:cxnLst/>
              <a:rect l="l" t="t" r="r" b="b"/>
              <a:pathLst>
                <a:path w="693420" h="7620">
                  <a:moveTo>
                    <a:pt x="247650" y="6362"/>
                  </a:moveTo>
                  <a:lnTo>
                    <a:pt x="0" y="6362"/>
                  </a:lnTo>
                  <a:lnTo>
                    <a:pt x="0" y="7620"/>
                  </a:lnTo>
                  <a:lnTo>
                    <a:pt x="247650" y="7620"/>
                  </a:lnTo>
                  <a:lnTo>
                    <a:pt x="247650" y="6362"/>
                  </a:lnTo>
                  <a:close/>
                </a:path>
                <a:path w="693420" h="7620">
                  <a:moveTo>
                    <a:pt x="248920" y="0"/>
                  </a:moveTo>
                  <a:lnTo>
                    <a:pt x="0" y="0"/>
                  </a:lnTo>
                  <a:lnTo>
                    <a:pt x="0" y="5080"/>
                  </a:lnTo>
                  <a:lnTo>
                    <a:pt x="0" y="6350"/>
                  </a:lnTo>
                  <a:lnTo>
                    <a:pt x="247650" y="6350"/>
                  </a:lnTo>
                  <a:lnTo>
                    <a:pt x="247650" y="5080"/>
                  </a:lnTo>
                  <a:lnTo>
                    <a:pt x="248920" y="5080"/>
                  </a:lnTo>
                  <a:lnTo>
                    <a:pt x="248920" y="0"/>
                  </a:lnTo>
                  <a:close/>
                </a:path>
                <a:path w="693420" h="7620">
                  <a:moveTo>
                    <a:pt x="692150" y="5080"/>
                  </a:moveTo>
                  <a:lnTo>
                    <a:pt x="690880" y="5080"/>
                  </a:lnTo>
                  <a:lnTo>
                    <a:pt x="690880" y="3810"/>
                  </a:lnTo>
                  <a:lnTo>
                    <a:pt x="689610" y="3810"/>
                  </a:lnTo>
                  <a:lnTo>
                    <a:pt x="689610" y="2540"/>
                  </a:lnTo>
                  <a:lnTo>
                    <a:pt x="688340" y="2540"/>
                  </a:lnTo>
                  <a:lnTo>
                    <a:pt x="688340" y="1270"/>
                  </a:lnTo>
                  <a:lnTo>
                    <a:pt x="687070" y="1270"/>
                  </a:lnTo>
                  <a:lnTo>
                    <a:pt x="687070" y="12"/>
                  </a:lnTo>
                  <a:lnTo>
                    <a:pt x="406400" y="12"/>
                  </a:lnTo>
                  <a:lnTo>
                    <a:pt x="406400" y="1270"/>
                  </a:lnTo>
                  <a:lnTo>
                    <a:pt x="407670" y="1270"/>
                  </a:lnTo>
                  <a:lnTo>
                    <a:pt x="407670" y="2540"/>
                  </a:lnTo>
                  <a:lnTo>
                    <a:pt x="408940" y="2540"/>
                  </a:lnTo>
                  <a:lnTo>
                    <a:pt x="408940" y="3810"/>
                  </a:lnTo>
                  <a:lnTo>
                    <a:pt x="410210" y="3810"/>
                  </a:lnTo>
                  <a:lnTo>
                    <a:pt x="410210" y="5080"/>
                  </a:lnTo>
                  <a:lnTo>
                    <a:pt x="411480" y="5080"/>
                  </a:lnTo>
                  <a:lnTo>
                    <a:pt x="411480" y="6350"/>
                  </a:lnTo>
                  <a:lnTo>
                    <a:pt x="692150" y="6350"/>
                  </a:lnTo>
                  <a:lnTo>
                    <a:pt x="692150" y="5080"/>
                  </a:lnTo>
                  <a:close/>
                </a:path>
                <a:path w="693420" h="7620">
                  <a:moveTo>
                    <a:pt x="693420" y="6362"/>
                  </a:moveTo>
                  <a:lnTo>
                    <a:pt x="411480" y="6362"/>
                  </a:lnTo>
                  <a:lnTo>
                    <a:pt x="411480" y="7620"/>
                  </a:lnTo>
                  <a:lnTo>
                    <a:pt x="693420" y="7620"/>
                  </a:lnTo>
                  <a:lnTo>
                    <a:pt x="693420" y="6362"/>
                  </a:lnTo>
                  <a:close/>
                </a:path>
              </a:pathLst>
            </a:custGeom>
            <a:solidFill>
              <a:srgbClr val="A97E00"/>
            </a:solidFill>
          </p:spPr>
          <p:txBody>
            <a:bodyPr wrap="square" lIns="0" tIns="0" rIns="0" bIns="0" rtlCol="0"/>
            <a:lstStyle/>
            <a:p/>
          </p:txBody>
        </p:sp>
        <p:sp>
          <p:nvSpPr>
            <p:cNvPr id="1703" name="object 1703"/>
            <p:cNvSpPr/>
            <p:nvPr/>
          </p:nvSpPr>
          <p:spPr>
            <a:xfrm>
              <a:off x="2716530" y="4563109"/>
              <a:ext cx="701040" cy="7620"/>
            </a:xfrm>
            <a:custGeom>
              <a:avLst/>
              <a:gdLst/>
              <a:ahLst/>
              <a:cxnLst/>
              <a:rect l="l" t="t" r="r" b="b"/>
              <a:pathLst>
                <a:path w="701039" h="7620">
                  <a:moveTo>
                    <a:pt x="247650" y="5092"/>
                  </a:moveTo>
                  <a:lnTo>
                    <a:pt x="0" y="5092"/>
                  </a:lnTo>
                  <a:lnTo>
                    <a:pt x="0" y="7620"/>
                  </a:lnTo>
                  <a:lnTo>
                    <a:pt x="247650" y="7620"/>
                  </a:lnTo>
                  <a:lnTo>
                    <a:pt x="247650" y="5092"/>
                  </a:lnTo>
                  <a:close/>
                </a:path>
                <a:path w="701039" h="7620">
                  <a:moveTo>
                    <a:pt x="247650" y="0"/>
                  </a:moveTo>
                  <a:lnTo>
                    <a:pt x="0" y="0"/>
                  </a:lnTo>
                  <a:lnTo>
                    <a:pt x="0" y="5080"/>
                  </a:lnTo>
                  <a:lnTo>
                    <a:pt x="247650" y="5080"/>
                  </a:lnTo>
                  <a:lnTo>
                    <a:pt x="247650" y="0"/>
                  </a:lnTo>
                  <a:close/>
                </a:path>
                <a:path w="701039" h="7620">
                  <a:moveTo>
                    <a:pt x="698500" y="3810"/>
                  </a:moveTo>
                  <a:lnTo>
                    <a:pt x="697230" y="3810"/>
                  </a:lnTo>
                  <a:lnTo>
                    <a:pt x="697230" y="2540"/>
                  </a:lnTo>
                  <a:lnTo>
                    <a:pt x="695960" y="2540"/>
                  </a:lnTo>
                  <a:lnTo>
                    <a:pt x="695960" y="1270"/>
                  </a:lnTo>
                  <a:lnTo>
                    <a:pt x="694690" y="1270"/>
                  </a:lnTo>
                  <a:lnTo>
                    <a:pt x="694690" y="0"/>
                  </a:lnTo>
                  <a:lnTo>
                    <a:pt x="412750" y="0"/>
                  </a:lnTo>
                  <a:lnTo>
                    <a:pt x="412750" y="1270"/>
                  </a:lnTo>
                  <a:lnTo>
                    <a:pt x="414020" y="1270"/>
                  </a:lnTo>
                  <a:lnTo>
                    <a:pt x="414020" y="2540"/>
                  </a:lnTo>
                  <a:lnTo>
                    <a:pt x="415290" y="2540"/>
                  </a:lnTo>
                  <a:lnTo>
                    <a:pt x="415290" y="3810"/>
                  </a:lnTo>
                  <a:lnTo>
                    <a:pt x="416560" y="3810"/>
                  </a:lnTo>
                  <a:lnTo>
                    <a:pt x="416560" y="5080"/>
                  </a:lnTo>
                  <a:lnTo>
                    <a:pt x="698500" y="5080"/>
                  </a:lnTo>
                  <a:lnTo>
                    <a:pt x="698500" y="3810"/>
                  </a:lnTo>
                  <a:close/>
                </a:path>
                <a:path w="701039" h="7620">
                  <a:moveTo>
                    <a:pt x="701040" y="6350"/>
                  </a:moveTo>
                  <a:lnTo>
                    <a:pt x="699770" y="6350"/>
                  </a:lnTo>
                  <a:lnTo>
                    <a:pt x="699770" y="5092"/>
                  </a:lnTo>
                  <a:lnTo>
                    <a:pt x="417830" y="5092"/>
                  </a:lnTo>
                  <a:lnTo>
                    <a:pt x="417830" y="6350"/>
                  </a:lnTo>
                  <a:lnTo>
                    <a:pt x="419100" y="6350"/>
                  </a:lnTo>
                  <a:lnTo>
                    <a:pt x="419100" y="7620"/>
                  </a:lnTo>
                  <a:lnTo>
                    <a:pt x="701040" y="7620"/>
                  </a:lnTo>
                  <a:lnTo>
                    <a:pt x="701040" y="6350"/>
                  </a:lnTo>
                  <a:close/>
                </a:path>
              </a:pathLst>
            </a:custGeom>
            <a:solidFill>
              <a:srgbClr val="AB8000"/>
            </a:solidFill>
          </p:spPr>
          <p:txBody>
            <a:bodyPr wrap="square" lIns="0" tIns="0" rIns="0" bIns="0" rtlCol="0"/>
            <a:lstStyle/>
            <a:p/>
          </p:txBody>
        </p:sp>
        <p:sp>
          <p:nvSpPr>
            <p:cNvPr id="1704" name="object 1704"/>
            <p:cNvSpPr/>
            <p:nvPr/>
          </p:nvSpPr>
          <p:spPr>
            <a:xfrm>
              <a:off x="2716530" y="4570729"/>
              <a:ext cx="707390" cy="6350"/>
            </a:xfrm>
            <a:custGeom>
              <a:avLst/>
              <a:gdLst/>
              <a:ahLst/>
              <a:cxnLst/>
              <a:rect l="l" t="t" r="r" b="b"/>
              <a:pathLst>
                <a:path w="707389" h="6350">
                  <a:moveTo>
                    <a:pt x="247650" y="3822"/>
                  </a:moveTo>
                  <a:lnTo>
                    <a:pt x="0" y="3822"/>
                  </a:lnTo>
                  <a:lnTo>
                    <a:pt x="0" y="6350"/>
                  </a:lnTo>
                  <a:lnTo>
                    <a:pt x="247650" y="6350"/>
                  </a:lnTo>
                  <a:lnTo>
                    <a:pt x="247650" y="3822"/>
                  </a:lnTo>
                  <a:close/>
                </a:path>
                <a:path w="707389" h="6350">
                  <a:moveTo>
                    <a:pt x="247650" y="0"/>
                  </a:moveTo>
                  <a:lnTo>
                    <a:pt x="0" y="0"/>
                  </a:lnTo>
                  <a:lnTo>
                    <a:pt x="0" y="3810"/>
                  </a:lnTo>
                  <a:lnTo>
                    <a:pt x="247650" y="3810"/>
                  </a:lnTo>
                  <a:lnTo>
                    <a:pt x="247650" y="0"/>
                  </a:lnTo>
                  <a:close/>
                </a:path>
                <a:path w="707389" h="6350">
                  <a:moveTo>
                    <a:pt x="704850" y="2540"/>
                  </a:moveTo>
                  <a:lnTo>
                    <a:pt x="703580" y="2540"/>
                  </a:lnTo>
                  <a:lnTo>
                    <a:pt x="703580" y="1270"/>
                  </a:lnTo>
                  <a:lnTo>
                    <a:pt x="702310" y="1270"/>
                  </a:lnTo>
                  <a:lnTo>
                    <a:pt x="702310" y="0"/>
                  </a:lnTo>
                  <a:lnTo>
                    <a:pt x="420370" y="0"/>
                  </a:lnTo>
                  <a:lnTo>
                    <a:pt x="420370" y="1270"/>
                  </a:lnTo>
                  <a:lnTo>
                    <a:pt x="421640" y="1270"/>
                  </a:lnTo>
                  <a:lnTo>
                    <a:pt x="421640" y="2540"/>
                  </a:lnTo>
                  <a:lnTo>
                    <a:pt x="422910" y="2540"/>
                  </a:lnTo>
                  <a:lnTo>
                    <a:pt x="422910" y="3810"/>
                  </a:lnTo>
                  <a:lnTo>
                    <a:pt x="704850" y="3810"/>
                  </a:lnTo>
                  <a:lnTo>
                    <a:pt x="704850" y="2540"/>
                  </a:lnTo>
                  <a:close/>
                </a:path>
                <a:path w="707389" h="6350">
                  <a:moveTo>
                    <a:pt x="707390" y="5080"/>
                  </a:moveTo>
                  <a:lnTo>
                    <a:pt x="706120" y="5080"/>
                  </a:lnTo>
                  <a:lnTo>
                    <a:pt x="706120" y="3822"/>
                  </a:lnTo>
                  <a:lnTo>
                    <a:pt x="424180" y="3822"/>
                  </a:lnTo>
                  <a:lnTo>
                    <a:pt x="424180" y="5080"/>
                  </a:lnTo>
                  <a:lnTo>
                    <a:pt x="425450" y="5080"/>
                  </a:lnTo>
                  <a:lnTo>
                    <a:pt x="425450" y="6350"/>
                  </a:lnTo>
                  <a:lnTo>
                    <a:pt x="707390" y="6350"/>
                  </a:lnTo>
                  <a:lnTo>
                    <a:pt x="707390" y="5080"/>
                  </a:lnTo>
                  <a:close/>
                </a:path>
              </a:pathLst>
            </a:custGeom>
            <a:solidFill>
              <a:srgbClr val="AD8100"/>
            </a:solidFill>
          </p:spPr>
          <p:txBody>
            <a:bodyPr wrap="square" lIns="0" tIns="0" rIns="0" bIns="0" rtlCol="0"/>
            <a:lstStyle/>
            <a:p/>
          </p:txBody>
        </p:sp>
        <p:sp>
          <p:nvSpPr>
            <p:cNvPr id="1705" name="object 1705"/>
            <p:cNvSpPr/>
            <p:nvPr/>
          </p:nvSpPr>
          <p:spPr>
            <a:xfrm>
              <a:off x="2716530" y="4577079"/>
              <a:ext cx="713740" cy="7620"/>
            </a:xfrm>
            <a:custGeom>
              <a:avLst/>
              <a:gdLst/>
              <a:ahLst/>
              <a:cxnLst/>
              <a:rect l="l" t="t" r="r" b="b"/>
              <a:pathLst>
                <a:path w="713739" h="7620">
                  <a:moveTo>
                    <a:pt x="247650" y="3822"/>
                  </a:moveTo>
                  <a:lnTo>
                    <a:pt x="0" y="3822"/>
                  </a:lnTo>
                  <a:lnTo>
                    <a:pt x="0" y="7620"/>
                  </a:lnTo>
                  <a:lnTo>
                    <a:pt x="247650" y="7620"/>
                  </a:lnTo>
                  <a:lnTo>
                    <a:pt x="247650" y="3822"/>
                  </a:lnTo>
                  <a:close/>
                </a:path>
                <a:path w="713739" h="7620">
                  <a:moveTo>
                    <a:pt x="247650" y="0"/>
                  </a:moveTo>
                  <a:lnTo>
                    <a:pt x="0" y="0"/>
                  </a:lnTo>
                  <a:lnTo>
                    <a:pt x="0" y="3810"/>
                  </a:lnTo>
                  <a:lnTo>
                    <a:pt x="247650" y="3810"/>
                  </a:lnTo>
                  <a:lnTo>
                    <a:pt x="247650" y="0"/>
                  </a:lnTo>
                  <a:close/>
                </a:path>
                <a:path w="713739" h="7620">
                  <a:moveTo>
                    <a:pt x="711200" y="2540"/>
                  </a:moveTo>
                  <a:lnTo>
                    <a:pt x="709930" y="2540"/>
                  </a:lnTo>
                  <a:lnTo>
                    <a:pt x="709930" y="1270"/>
                  </a:lnTo>
                  <a:lnTo>
                    <a:pt x="708660" y="1270"/>
                  </a:lnTo>
                  <a:lnTo>
                    <a:pt x="708660" y="0"/>
                  </a:lnTo>
                  <a:lnTo>
                    <a:pt x="425450" y="0"/>
                  </a:lnTo>
                  <a:lnTo>
                    <a:pt x="425450" y="1270"/>
                  </a:lnTo>
                  <a:lnTo>
                    <a:pt x="426720" y="1270"/>
                  </a:lnTo>
                  <a:lnTo>
                    <a:pt x="426720" y="2540"/>
                  </a:lnTo>
                  <a:lnTo>
                    <a:pt x="427990" y="2540"/>
                  </a:lnTo>
                  <a:lnTo>
                    <a:pt x="427990" y="3810"/>
                  </a:lnTo>
                  <a:lnTo>
                    <a:pt x="711200" y="3810"/>
                  </a:lnTo>
                  <a:lnTo>
                    <a:pt x="711200" y="2540"/>
                  </a:lnTo>
                  <a:close/>
                </a:path>
                <a:path w="713739" h="7620">
                  <a:moveTo>
                    <a:pt x="713740" y="5080"/>
                  </a:moveTo>
                  <a:lnTo>
                    <a:pt x="712470" y="5080"/>
                  </a:lnTo>
                  <a:lnTo>
                    <a:pt x="712470" y="3822"/>
                  </a:lnTo>
                  <a:lnTo>
                    <a:pt x="429260" y="3822"/>
                  </a:lnTo>
                  <a:lnTo>
                    <a:pt x="429260" y="5080"/>
                  </a:lnTo>
                  <a:lnTo>
                    <a:pt x="430530" y="5080"/>
                  </a:lnTo>
                  <a:lnTo>
                    <a:pt x="430530" y="6350"/>
                  </a:lnTo>
                  <a:lnTo>
                    <a:pt x="431800" y="6350"/>
                  </a:lnTo>
                  <a:lnTo>
                    <a:pt x="431800" y="7620"/>
                  </a:lnTo>
                  <a:lnTo>
                    <a:pt x="713740" y="7620"/>
                  </a:lnTo>
                  <a:lnTo>
                    <a:pt x="713740" y="6350"/>
                  </a:lnTo>
                  <a:lnTo>
                    <a:pt x="713740" y="5080"/>
                  </a:lnTo>
                  <a:close/>
                </a:path>
              </a:pathLst>
            </a:custGeom>
            <a:solidFill>
              <a:srgbClr val="AF8300"/>
            </a:solidFill>
          </p:spPr>
          <p:txBody>
            <a:bodyPr wrap="square" lIns="0" tIns="0" rIns="0" bIns="0" rtlCol="0"/>
            <a:lstStyle/>
            <a:p/>
          </p:txBody>
        </p:sp>
        <p:sp>
          <p:nvSpPr>
            <p:cNvPr id="1706" name="object 1706"/>
            <p:cNvSpPr/>
            <p:nvPr/>
          </p:nvSpPr>
          <p:spPr>
            <a:xfrm>
              <a:off x="2716530" y="4584699"/>
              <a:ext cx="721360" cy="7620"/>
            </a:xfrm>
            <a:custGeom>
              <a:avLst/>
              <a:gdLst/>
              <a:ahLst/>
              <a:cxnLst/>
              <a:rect l="l" t="t" r="r" b="b"/>
              <a:pathLst>
                <a:path w="721360" h="7620">
                  <a:moveTo>
                    <a:pt x="247650" y="2552"/>
                  </a:moveTo>
                  <a:lnTo>
                    <a:pt x="0" y="2552"/>
                  </a:lnTo>
                  <a:lnTo>
                    <a:pt x="0" y="7620"/>
                  </a:lnTo>
                  <a:lnTo>
                    <a:pt x="247650" y="7620"/>
                  </a:lnTo>
                  <a:lnTo>
                    <a:pt x="247650" y="2552"/>
                  </a:lnTo>
                  <a:close/>
                </a:path>
                <a:path w="721360" h="7620">
                  <a:moveTo>
                    <a:pt x="247650" y="0"/>
                  </a:moveTo>
                  <a:lnTo>
                    <a:pt x="0" y="0"/>
                  </a:lnTo>
                  <a:lnTo>
                    <a:pt x="0" y="2540"/>
                  </a:lnTo>
                  <a:lnTo>
                    <a:pt x="247650" y="2540"/>
                  </a:lnTo>
                  <a:lnTo>
                    <a:pt x="247650" y="0"/>
                  </a:lnTo>
                  <a:close/>
                </a:path>
                <a:path w="721360" h="7620">
                  <a:moveTo>
                    <a:pt x="716280" y="1270"/>
                  </a:moveTo>
                  <a:lnTo>
                    <a:pt x="715010" y="1270"/>
                  </a:lnTo>
                  <a:lnTo>
                    <a:pt x="715010" y="0"/>
                  </a:lnTo>
                  <a:lnTo>
                    <a:pt x="433070" y="0"/>
                  </a:lnTo>
                  <a:lnTo>
                    <a:pt x="433070" y="1270"/>
                  </a:lnTo>
                  <a:lnTo>
                    <a:pt x="434340" y="1270"/>
                  </a:lnTo>
                  <a:lnTo>
                    <a:pt x="434340" y="2540"/>
                  </a:lnTo>
                  <a:lnTo>
                    <a:pt x="716280" y="2540"/>
                  </a:lnTo>
                  <a:lnTo>
                    <a:pt x="716280" y="1270"/>
                  </a:lnTo>
                  <a:close/>
                </a:path>
                <a:path w="721360" h="7620">
                  <a:moveTo>
                    <a:pt x="721360" y="6350"/>
                  </a:moveTo>
                  <a:lnTo>
                    <a:pt x="720090" y="6350"/>
                  </a:lnTo>
                  <a:lnTo>
                    <a:pt x="720090" y="5080"/>
                  </a:lnTo>
                  <a:lnTo>
                    <a:pt x="718820" y="5080"/>
                  </a:lnTo>
                  <a:lnTo>
                    <a:pt x="718820" y="3810"/>
                  </a:lnTo>
                  <a:lnTo>
                    <a:pt x="717550" y="3810"/>
                  </a:lnTo>
                  <a:lnTo>
                    <a:pt x="717550" y="2552"/>
                  </a:lnTo>
                  <a:lnTo>
                    <a:pt x="435610" y="2552"/>
                  </a:lnTo>
                  <a:lnTo>
                    <a:pt x="435610" y="3810"/>
                  </a:lnTo>
                  <a:lnTo>
                    <a:pt x="436880" y="3810"/>
                  </a:lnTo>
                  <a:lnTo>
                    <a:pt x="436880" y="5080"/>
                  </a:lnTo>
                  <a:lnTo>
                    <a:pt x="438150" y="5080"/>
                  </a:lnTo>
                  <a:lnTo>
                    <a:pt x="438150" y="6350"/>
                  </a:lnTo>
                  <a:lnTo>
                    <a:pt x="439420" y="6350"/>
                  </a:lnTo>
                  <a:lnTo>
                    <a:pt x="439420" y="7620"/>
                  </a:lnTo>
                  <a:lnTo>
                    <a:pt x="721360" y="7620"/>
                  </a:lnTo>
                  <a:lnTo>
                    <a:pt x="721360" y="6350"/>
                  </a:lnTo>
                  <a:close/>
                </a:path>
              </a:pathLst>
            </a:custGeom>
            <a:solidFill>
              <a:srgbClr val="B18400"/>
            </a:solidFill>
          </p:spPr>
          <p:txBody>
            <a:bodyPr wrap="square" lIns="0" tIns="0" rIns="0" bIns="0" rtlCol="0"/>
            <a:lstStyle/>
            <a:p/>
          </p:txBody>
        </p:sp>
        <p:sp>
          <p:nvSpPr>
            <p:cNvPr id="1707" name="object 1707"/>
            <p:cNvSpPr/>
            <p:nvPr/>
          </p:nvSpPr>
          <p:spPr>
            <a:xfrm>
              <a:off x="2716530" y="4592319"/>
              <a:ext cx="728980" cy="7620"/>
            </a:xfrm>
            <a:custGeom>
              <a:avLst/>
              <a:gdLst/>
              <a:ahLst/>
              <a:cxnLst/>
              <a:rect l="l" t="t" r="r" b="b"/>
              <a:pathLst>
                <a:path w="728979" h="7620">
                  <a:moveTo>
                    <a:pt x="247650" y="1282"/>
                  </a:moveTo>
                  <a:lnTo>
                    <a:pt x="0" y="1282"/>
                  </a:lnTo>
                  <a:lnTo>
                    <a:pt x="0" y="7620"/>
                  </a:lnTo>
                  <a:lnTo>
                    <a:pt x="247650" y="7620"/>
                  </a:lnTo>
                  <a:lnTo>
                    <a:pt x="247650" y="1282"/>
                  </a:lnTo>
                  <a:close/>
                </a:path>
                <a:path w="728979" h="7620">
                  <a:moveTo>
                    <a:pt x="247650" y="0"/>
                  </a:moveTo>
                  <a:lnTo>
                    <a:pt x="0" y="0"/>
                  </a:lnTo>
                  <a:lnTo>
                    <a:pt x="0" y="1270"/>
                  </a:lnTo>
                  <a:lnTo>
                    <a:pt x="247650" y="1270"/>
                  </a:lnTo>
                  <a:lnTo>
                    <a:pt x="247650" y="0"/>
                  </a:lnTo>
                  <a:close/>
                </a:path>
                <a:path w="728979" h="7620">
                  <a:moveTo>
                    <a:pt x="722630" y="0"/>
                  </a:moveTo>
                  <a:lnTo>
                    <a:pt x="440690" y="0"/>
                  </a:lnTo>
                  <a:lnTo>
                    <a:pt x="440690" y="1270"/>
                  </a:lnTo>
                  <a:lnTo>
                    <a:pt x="722630" y="1270"/>
                  </a:lnTo>
                  <a:lnTo>
                    <a:pt x="722630" y="0"/>
                  </a:lnTo>
                  <a:close/>
                </a:path>
                <a:path w="728979" h="7620">
                  <a:moveTo>
                    <a:pt x="728980" y="6350"/>
                  </a:moveTo>
                  <a:lnTo>
                    <a:pt x="727710" y="6350"/>
                  </a:lnTo>
                  <a:lnTo>
                    <a:pt x="727710" y="5080"/>
                  </a:lnTo>
                  <a:lnTo>
                    <a:pt x="726440" y="5080"/>
                  </a:lnTo>
                  <a:lnTo>
                    <a:pt x="726440" y="3810"/>
                  </a:lnTo>
                  <a:lnTo>
                    <a:pt x="725170" y="3810"/>
                  </a:lnTo>
                  <a:lnTo>
                    <a:pt x="725170" y="2540"/>
                  </a:lnTo>
                  <a:lnTo>
                    <a:pt x="723900" y="2540"/>
                  </a:lnTo>
                  <a:lnTo>
                    <a:pt x="723900" y="1282"/>
                  </a:lnTo>
                  <a:lnTo>
                    <a:pt x="440690" y="1282"/>
                  </a:lnTo>
                  <a:lnTo>
                    <a:pt x="440690" y="2540"/>
                  </a:lnTo>
                  <a:lnTo>
                    <a:pt x="441960" y="2540"/>
                  </a:lnTo>
                  <a:lnTo>
                    <a:pt x="441960" y="3810"/>
                  </a:lnTo>
                  <a:lnTo>
                    <a:pt x="443230" y="3810"/>
                  </a:lnTo>
                  <a:lnTo>
                    <a:pt x="443230" y="5080"/>
                  </a:lnTo>
                  <a:lnTo>
                    <a:pt x="444500" y="5080"/>
                  </a:lnTo>
                  <a:lnTo>
                    <a:pt x="444500" y="6350"/>
                  </a:lnTo>
                  <a:lnTo>
                    <a:pt x="445770" y="6350"/>
                  </a:lnTo>
                  <a:lnTo>
                    <a:pt x="445770" y="7620"/>
                  </a:lnTo>
                  <a:lnTo>
                    <a:pt x="728980" y="7620"/>
                  </a:lnTo>
                  <a:lnTo>
                    <a:pt x="728980" y="6350"/>
                  </a:lnTo>
                  <a:close/>
                </a:path>
              </a:pathLst>
            </a:custGeom>
            <a:solidFill>
              <a:srgbClr val="B38600"/>
            </a:solidFill>
          </p:spPr>
          <p:txBody>
            <a:bodyPr wrap="square" lIns="0" tIns="0" rIns="0" bIns="0" rtlCol="0"/>
            <a:lstStyle/>
            <a:p/>
          </p:txBody>
        </p:sp>
        <p:sp>
          <p:nvSpPr>
            <p:cNvPr id="1708" name="object 1708"/>
            <p:cNvSpPr/>
            <p:nvPr/>
          </p:nvSpPr>
          <p:spPr>
            <a:xfrm>
              <a:off x="2716530" y="4599952"/>
              <a:ext cx="735330" cy="6350"/>
            </a:xfrm>
            <a:custGeom>
              <a:avLst/>
              <a:gdLst/>
              <a:ahLst/>
              <a:cxnLst/>
              <a:rect l="l" t="t" r="r" b="b"/>
              <a:pathLst>
                <a:path w="735329" h="6350">
                  <a:moveTo>
                    <a:pt x="247650" y="0"/>
                  </a:moveTo>
                  <a:lnTo>
                    <a:pt x="0" y="0"/>
                  </a:lnTo>
                  <a:lnTo>
                    <a:pt x="0" y="6337"/>
                  </a:lnTo>
                  <a:lnTo>
                    <a:pt x="247650" y="6337"/>
                  </a:lnTo>
                  <a:lnTo>
                    <a:pt x="247650" y="0"/>
                  </a:lnTo>
                  <a:close/>
                </a:path>
                <a:path w="735329" h="6350">
                  <a:moveTo>
                    <a:pt x="735330" y="5067"/>
                  </a:moveTo>
                  <a:lnTo>
                    <a:pt x="734060" y="5067"/>
                  </a:lnTo>
                  <a:lnTo>
                    <a:pt x="734060" y="3797"/>
                  </a:lnTo>
                  <a:lnTo>
                    <a:pt x="732790" y="3797"/>
                  </a:lnTo>
                  <a:lnTo>
                    <a:pt x="732790" y="2527"/>
                  </a:lnTo>
                  <a:lnTo>
                    <a:pt x="731520" y="2527"/>
                  </a:lnTo>
                  <a:lnTo>
                    <a:pt x="731520" y="1257"/>
                  </a:lnTo>
                  <a:lnTo>
                    <a:pt x="730250" y="1257"/>
                  </a:lnTo>
                  <a:lnTo>
                    <a:pt x="730250" y="0"/>
                  </a:lnTo>
                  <a:lnTo>
                    <a:pt x="447040" y="0"/>
                  </a:lnTo>
                  <a:lnTo>
                    <a:pt x="447040" y="1257"/>
                  </a:lnTo>
                  <a:lnTo>
                    <a:pt x="448310" y="1257"/>
                  </a:lnTo>
                  <a:lnTo>
                    <a:pt x="448310" y="2527"/>
                  </a:lnTo>
                  <a:lnTo>
                    <a:pt x="449580" y="2527"/>
                  </a:lnTo>
                  <a:lnTo>
                    <a:pt x="449580" y="3797"/>
                  </a:lnTo>
                  <a:lnTo>
                    <a:pt x="450850" y="3797"/>
                  </a:lnTo>
                  <a:lnTo>
                    <a:pt x="450850" y="5067"/>
                  </a:lnTo>
                  <a:lnTo>
                    <a:pt x="452120" y="5067"/>
                  </a:lnTo>
                  <a:lnTo>
                    <a:pt x="452120" y="6337"/>
                  </a:lnTo>
                  <a:lnTo>
                    <a:pt x="735330" y="6337"/>
                  </a:lnTo>
                  <a:lnTo>
                    <a:pt x="735330" y="5067"/>
                  </a:lnTo>
                  <a:close/>
                </a:path>
              </a:pathLst>
            </a:custGeom>
            <a:solidFill>
              <a:srgbClr val="B58700"/>
            </a:solidFill>
          </p:spPr>
          <p:txBody>
            <a:bodyPr wrap="square" lIns="0" tIns="0" rIns="0" bIns="0" rtlCol="0"/>
            <a:lstStyle/>
            <a:p/>
          </p:txBody>
        </p:sp>
        <p:sp>
          <p:nvSpPr>
            <p:cNvPr id="1709" name="object 1709"/>
            <p:cNvSpPr/>
            <p:nvPr/>
          </p:nvSpPr>
          <p:spPr>
            <a:xfrm>
              <a:off x="2715260" y="4606289"/>
              <a:ext cx="744220" cy="7620"/>
            </a:xfrm>
            <a:custGeom>
              <a:avLst/>
              <a:gdLst/>
              <a:ahLst/>
              <a:cxnLst/>
              <a:rect l="l" t="t" r="r" b="b"/>
              <a:pathLst>
                <a:path w="744220" h="7620">
                  <a:moveTo>
                    <a:pt x="248920" y="6362"/>
                  </a:moveTo>
                  <a:lnTo>
                    <a:pt x="0" y="6362"/>
                  </a:lnTo>
                  <a:lnTo>
                    <a:pt x="0" y="7620"/>
                  </a:lnTo>
                  <a:lnTo>
                    <a:pt x="248920" y="7620"/>
                  </a:lnTo>
                  <a:lnTo>
                    <a:pt x="248920" y="6362"/>
                  </a:lnTo>
                  <a:close/>
                </a:path>
                <a:path w="744220" h="7620">
                  <a:moveTo>
                    <a:pt x="248920" y="0"/>
                  </a:moveTo>
                  <a:lnTo>
                    <a:pt x="1270" y="0"/>
                  </a:lnTo>
                  <a:lnTo>
                    <a:pt x="1270" y="1270"/>
                  </a:lnTo>
                  <a:lnTo>
                    <a:pt x="0" y="1270"/>
                  </a:lnTo>
                  <a:lnTo>
                    <a:pt x="0" y="6350"/>
                  </a:lnTo>
                  <a:lnTo>
                    <a:pt x="248920" y="6350"/>
                  </a:lnTo>
                  <a:lnTo>
                    <a:pt x="248920" y="1270"/>
                  </a:lnTo>
                  <a:lnTo>
                    <a:pt x="248920" y="0"/>
                  </a:lnTo>
                  <a:close/>
                </a:path>
                <a:path w="744220" h="7620">
                  <a:moveTo>
                    <a:pt x="742950" y="5080"/>
                  </a:moveTo>
                  <a:lnTo>
                    <a:pt x="741680" y="5080"/>
                  </a:lnTo>
                  <a:lnTo>
                    <a:pt x="741680" y="3810"/>
                  </a:lnTo>
                  <a:lnTo>
                    <a:pt x="740397" y="3810"/>
                  </a:lnTo>
                  <a:lnTo>
                    <a:pt x="740397" y="2540"/>
                  </a:lnTo>
                  <a:lnTo>
                    <a:pt x="739140" y="2540"/>
                  </a:lnTo>
                  <a:lnTo>
                    <a:pt x="739140" y="1270"/>
                  </a:lnTo>
                  <a:lnTo>
                    <a:pt x="737870" y="1270"/>
                  </a:lnTo>
                  <a:lnTo>
                    <a:pt x="737870" y="12"/>
                  </a:lnTo>
                  <a:lnTo>
                    <a:pt x="454660" y="12"/>
                  </a:lnTo>
                  <a:lnTo>
                    <a:pt x="454660" y="1270"/>
                  </a:lnTo>
                  <a:lnTo>
                    <a:pt x="455930" y="1270"/>
                  </a:lnTo>
                  <a:lnTo>
                    <a:pt x="455930" y="2540"/>
                  </a:lnTo>
                  <a:lnTo>
                    <a:pt x="455930" y="3810"/>
                  </a:lnTo>
                  <a:lnTo>
                    <a:pt x="457200" y="3810"/>
                  </a:lnTo>
                  <a:lnTo>
                    <a:pt x="457200" y="5080"/>
                  </a:lnTo>
                  <a:lnTo>
                    <a:pt x="458470" y="5080"/>
                  </a:lnTo>
                  <a:lnTo>
                    <a:pt x="458470" y="6350"/>
                  </a:lnTo>
                  <a:lnTo>
                    <a:pt x="742950" y="6350"/>
                  </a:lnTo>
                  <a:lnTo>
                    <a:pt x="742950" y="5080"/>
                  </a:lnTo>
                  <a:close/>
                </a:path>
                <a:path w="744220" h="7620">
                  <a:moveTo>
                    <a:pt x="744220" y="6362"/>
                  </a:moveTo>
                  <a:lnTo>
                    <a:pt x="459740" y="6362"/>
                  </a:lnTo>
                  <a:lnTo>
                    <a:pt x="459740" y="7620"/>
                  </a:lnTo>
                  <a:lnTo>
                    <a:pt x="744220" y="7620"/>
                  </a:lnTo>
                  <a:lnTo>
                    <a:pt x="744220" y="6362"/>
                  </a:lnTo>
                  <a:close/>
                </a:path>
              </a:pathLst>
            </a:custGeom>
            <a:solidFill>
              <a:srgbClr val="B78900"/>
            </a:solidFill>
          </p:spPr>
          <p:txBody>
            <a:bodyPr wrap="square" lIns="0" tIns="0" rIns="0" bIns="0" rtlCol="0"/>
            <a:lstStyle/>
            <a:p/>
          </p:txBody>
        </p:sp>
        <p:sp>
          <p:nvSpPr>
            <p:cNvPr id="1710" name="object 1710"/>
            <p:cNvSpPr/>
            <p:nvPr/>
          </p:nvSpPr>
          <p:spPr>
            <a:xfrm>
              <a:off x="2715260" y="4613909"/>
              <a:ext cx="751840" cy="7620"/>
            </a:xfrm>
            <a:custGeom>
              <a:avLst/>
              <a:gdLst/>
              <a:ahLst/>
              <a:cxnLst/>
              <a:rect l="l" t="t" r="r" b="b"/>
              <a:pathLst>
                <a:path w="751839" h="7620">
                  <a:moveTo>
                    <a:pt x="248920" y="5092"/>
                  </a:moveTo>
                  <a:lnTo>
                    <a:pt x="0" y="5092"/>
                  </a:lnTo>
                  <a:lnTo>
                    <a:pt x="0" y="7620"/>
                  </a:lnTo>
                  <a:lnTo>
                    <a:pt x="248920" y="7620"/>
                  </a:lnTo>
                  <a:lnTo>
                    <a:pt x="248920" y="5092"/>
                  </a:lnTo>
                  <a:close/>
                </a:path>
                <a:path w="751839" h="7620">
                  <a:moveTo>
                    <a:pt x="248920" y="0"/>
                  </a:moveTo>
                  <a:lnTo>
                    <a:pt x="0" y="0"/>
                  </a:lnTo>
                  <a:lnTo>
                    <a:pt x="0" y="5080"/>
                  </a:lnTo>
                  <a:lnTo>
                    <a:pt x="248920" y="5080"/>
                  </a:lnTo>
                  <a:lnTo>
                    <a:pt x="248920" y="0"/>
                  </a:lnTo>
                  <a:close/>
                </a:path>
                <a:path w="751839" h="7620">
                  <a:moveTo>
                    <a:pt x="749300" y="3810"/>
                  </a:moveTo>
                  <a:lnTo>
                    <a:pt x="748030" y="3810"/>
                  </a:lnTo>
                  <a:lnTo>
                    <a:pt x="748030" y="2540"/>
                  </a:lnTo>
                  <a:lnTo>
                    <a:pt x="746747" y="2540"/>
                  </a:lnTo>
                  <a:lnTo>
                    <a:pt x="746747" y="1270"/>
                  </a:lnTo>
                  <a:lnTo>
                    <a:pt x="745490" y="1270"/>
                  </a:lnTo>
                  <a:lnTo>
                    <a:pt x="745490" y="0"/>
                  </a:lnTo>
                  <a:lnTo>
                    <a:pt x="461010" y="0"/>
                  </a:lnTo>
                  <a:lnTo>
                    <a:pt x="461010" y="1270"/>
                  </a:lnTo>
                  <a:lnTo>
                    <a:pt x="462280" y="1270"/>
                  </a:lnTo>
                  <a:lnTo>
                    <a:pt x="462280" y="2540"/>
                  </a:lnTo>
                  <a:lnTo>
                    <a:pt x="463550" y="2540"/>
                  </a:lnTo>
                  <a:lnTo>
                    <a:pt x="463550" y="3810"/>
                  </a:lnTo>
                  <a:lnTo>
                    <a:pt x="464820" y="3810"/>
                  </a:lnTo>
                  <a:lnTo>
                    <a:pt x="464820" y="5080"/>
                  </a:lnTo>
                  <a:lnTo>
                    <a:pt x="749300" y="5080"/>
                  </a:lnTo>
                  <a:lnTo>
                    <a:pt x="749300" y="3810"/>
                  </a:lnTo>
                  <a:close/>
                </a:path>
                <a:path w="751839" h="7620">
                  <a:moveTo>
                    <a:pt x="751840" y="6350"/>
                  </a:moveTo>
                  <a:lnTo>
                    <a:pt x="750570" y="6350"/>
                  </a:lnTo>
                  <a:lnTo>
                    <a:pt x="750570" y="5092"/>
                  </a:lnTo>
                  <a:lnTo>
                    <a:pt x="466090" y="5092"/>
                  </a:lnTo>
                  <a:lnTo>
                    <a:pt x="466090" y="6350"/>
                  </a:lnTo>
                  <a:lnTo>
                    <a:pt x="467360" y="6350"/>
                  </a:lnTo>
                  <a:lnTo>
                    <a:pt x="467360" y="7620"/>
                  </a:lnTo>
                  <a:lnTo>
                    <a:pt x="751840" y="7620"/>
                  </a:lnTo>
                  <a:lnTo>
                    <a:pt x="751840" y="6350"/>
                  </a:lnTo>
                  <a:close/>
                </a:path>
              </a:pathLst>
            </a:custGeom>
            <a:solidFill>
              <a:srgbClr val="B98A00"/>
            </a:solidFill>
          </p:spPr>
          <p:txBody>
            <a:bodyPr wrap="square" lIns="0" tIns="0" rIns="0" bIns="0" rtlCol="0"/>
            <a:lstStyle/>
            <a:p/>
          </p:txBody>
        </p:sp>
        <p:sp>
          <p:nvSpPr>
            <p:cNvPr id="1711" name="object 1711"/>
            <p:cNvSpPr/>
            <p:nvPr/>
          </p:nvSpPr>
          <p:spPr>
            <a:xfrm>
              <a:off x="2715260" y="4621529"/>
              <a:ext cx="758190" cy="6350"/>
            </a:xfrm>
            <a:custGeom>
              <a:avLst/>
              <a:gdLst/>
              <a:ahLst/>
              <a:cxnLst/>
              <a:rect l="l" t="t" r="r" b="b"/>
              <a:pathLst>
                <a:path w="758189" h="6350">
                  <a:moveTo>
                    <a:pt x="248920" y="3822"/>
                  </a:moveTo>
                  <a:lnTo>
                    <a:pt x="0" y="3822"/>
                  </a:lnTo>
                  <a:lnTo>
                    <a:pt x="0" y="6350"/>
                  </a:lnTo>
                  <a:lnTo>
                    <a:pt x="248920" y="6350"/>
                  </a:lnTo>
                  <a:lnTo>
                    <a:pt x="248920" y="3822"/>
                  </a:lnTo>
                  <a:close/>
                </a:path>
                <a:path w="758189" h="6350">
                  <a:moveTo>
                    <a:pt x="248920" y="0"/>
                  </a:moveTo>
                  <a:lnTo>
                    <a:pt x="0" y="0"/>
                  </a:lnTo>
                  <a:lnTo>
                    <a:pt x="0" y="3810"/>
                  </a:lnTo>
                  <a:lnTo>
                    <a:pt x="248920" y="3810"/>
                  </a:lnTo>
                  <a:lnTo>
                    <a:pt x="248920" y="0"/>
                  </a:lnTo>
                  <a:close/>
                </a:path>
                <a:path w="758189" h="6350">
                  <a:moveTo>
                    <a:pt x="755650" y="2540"/>
                  </a:moveTo>
                  <a:lnTo>
                    <a:pt x="754380" y="2540"/>
                  </a:lnTo>
                  <a:lnTo>
                    <a:pt x="754380" y="1270"/>
                  </a:lnTo>
                  <a:lnTo>
                    <a:pt x="753097" y="1270"/>
                  </a:lnTo>
                  <a:lnTo>
                    <a:pt x="753097" y="0"/>
                  </a:lnTo>
                  <a:lnTo>
                    <a:pt x="468630" y="0"/>
                  </a:lnTo>
                  <a:lnTo>
                    <a:pt x="468630" y="1270"/>
                  </a:lnTo>
                  <a:lnTo>
                    <a:pt x="469900" y="1270"/>
                  </a:lnTo>
                  <a:lnTo>
                    <a:pt x="469900" y="2540"/>
                  </a:lnTo>
                  <a:lnTo>
                    <a:pt x="471170" y="2540"/>
                  </a:lnTo>
                  <a:lnTo>
                    <a:pt x="471170" y="3810"/>
                  </a:lnTo>
                  <a:lnTo>
                    <a:pt x="755650" y="3810"/>
                  </a:lnTo>
                  <a:lnTo>
                    <a:pt x="755650" y="2540"/>
                  </a:lnTo>
                  <a:close/>
                </a:path>
                <a:path w="758189" h="6350">
                  <a:moveTo>
                    <a:pt x="758190" y="5080"/>
                  </a:moveTo>
                  <a:lnTo>
                    <a:pt x="756920" y="5080"/>
                  </a:lnTo>
                  <a:lnTo>
                    <a:pt x="756920" y="3822"/>
                  </a:lnTo>
                  <a:lnTo>
                    <a:pt x="471170" y="3822"/>
                  </a:lnTo>
                  <a:lnTo>
                    <a:pt x="471170" y="5080"/>
                  </a:lnTo>
                  <a:lnTo>
                    <a:pt x="472440" y="5080"/>
                  </a:lnTo>
                  <a:lnTo>
                    <a:pt x="472440" y="6350"/>
                  </a:lnTo>
                  <a:lnTo>
                    <a:pt x="758190" y="6350"/>
                  </a:lnTo>
                  <a:lnTo>
                    <a:pt x="758190" y="5080"/>
                  </a:lnTo>
                  <a:close/>
                </a:path>
              </a:pathLst>
            </a:custGeom>
            <a:solidFill>
              <a:srgbClr val="BB8C00"/>
            </a:solidFill>
          </p:spPr>
          <p:txBody>
            <a:bodyPr wrap="square" lIns="0" tIns="0" rIns="0" bIns="0" rtlCol="0"/>
            <a:lstStyle/>
            <a:p/>
          </p:txBody>
        </p:sp>
        <p:sp>
          <p:nvSpPr>
            <p:cNvPr id="1712" name="object 1712"/>
            <p:cNvSpPr/>
            <p:nvPr/>
          </p:nvSpPr>
          <p:spPr>
            <a:xfrm>
              <a:off x="2715260" y="4627879"/>
              <a:ext cx="764540" cy="7620"/>
            </a:xfrm>
            <a:custGeom>
              <a:avLst/>
              <a:gdLst/>
              <a:ahLst/>
              <a:cxnLst/>
              <a:rect l="l" t="t" r="r" b="b"/>
              <a:pathLst>
                <a:path w="764539" h="7620">
                  <a:moveTo>
                    <a:pt x="248920" y="0"/>
                  </a:moveTo>
                  <a:lnTo>
                    <a:pt x="0" y="0"/>
                  </a:lnTo>
                  <a:lnTo>
                    <a:pt x="0" y="3810"/>
                  </a:lnTo>
                  <a:lnTo>
                    <a:pt x="0" y="6350"/>
                  </a:lnTo>
                  <a:lnTo>
                    <a:pt x="0" y="7620"/>
                  </a:lnTo>
                  <a:lnTo>
                    <a:pt x="247650" y="7620"/>
                  </a:lnTo>
                  <a:lnTo>
                    <a:pt x="247650" y="6350"/>
                  </a:lnTo>
                  <a:lnTo>
                    <a:pt x="248920" y="6350"/>
                  </a:lnTo>
                  <a:lnTo>
                    <a:pt x="248920" y="3810"/>
                  </a:lnTo>
                  <a:lnTo>
                    <a:pt x="248920" y="0"/>
                  </a:lnTo>
                  <a:close/>
                </a:path>
                <a:path w="764539" h="7620">
                  <a:moveTo>
                    <a:pt x="762000" y="2540"/>
                  </a:moveTo>
                  <a:lnTo>
                    <a:pt x="760730" y="2540"/>
                  </a:lnTo>
                  <a:lnTo>
                    <a:pt x="760730" y="1270"/>
                  </a:lnTo>
                  <a:lnTo>
                    <a:pt x="759460" y="1270"/>
                  </a:lnTo>
                  <a:lnTo>
                    <a:pt x="759460" y="0"/>
                  </a:lnTo>
                  <a:lnTo>
                    <a:pt x="473710" y="0"/>
                  </a:lnTo>
                  <a:lnTo>
                    <a:pt x="473710" y="1270"/>
                  </a:lnTo>
                  <a:lnTo>
                    <a:pt x="474980" y="1270"/>
                  </a:lnTo>
                  <a:lnTo>
                    <a:pt x="474980" y="2540"/>
                  </a:lnTo>
                  <a:lnTo>
                    <a:pt x="476250" y="2540"/>
                  </a:lnTo>
                  <a:lnTo>
                    <a:pt x="476250" y="3810"/>
                  </a:lnTo>
                  <a:lnTo>
                    <a:pt x="762000" y="3810"/>
                  </a:lnTo>
                  <a:lnTo>
                    <a:pt x="762000" y="2540"/>
                  </a:lnTo>
                  <a:close/>
                </a:path>
                <a:path w="764539" h="7620">
                  <a:moveTo>
                    <a:pt x="764540" y="6350"/>
                  </a:moveTo>
                  <a:lnTo>
                    <a:pt x="763270" y="6350"/>
                  </a:lnTo>
                  <a:lnTo>
                    <a:pt x="763270" y="5080"/>
                  </a:lnTo>
                  <a:lnTo>
                    <a:pt x="762000" y="5080"/>
                  </a:lnTo>
                  <a:lnTo>
                    <a:pt x="762000" y="3822"/>
                  </a:lnTo>
                  <a:lnTo>
                    <a:pt x="477520" y="3822"/>
                  </a:lnTo>
                  <a:lnTo>
                    <a:pt x="477520" y="5080"/>
                  </a:lnTo>
                  <a:lnTo>
                    <a:pt x="478790" y="5080"/>
                  </a:lnTo>
                  <a:lnTo>
                    <a:pt x="478790" y="6350"/>
                  </a:lnTo>
                  <a:lnTo>
                    <a:pt x="480060" y="6350"/>
                  </a:lnTo>
                  <a:lnTo>
                    <a:pt x="480060" y="7620"/>
                  </a:lnTo>
                  <a:lnTo>
                    <a:pt x="764540" y="7620"/>
                  </a:lnTo>
                  <a:lnTo>
                    <a:pt x="764540" y="6350"/>
                  </a:lnTo>
                  <a:close/>
                </a:path>
              </a:pathLst>
            </a:custGeom>
            <a:solidFill>
              <a:srgbClr val="BD8D00"/>
            </a:solidFill>
          </p:spPr>
          <p:txBody>
            <a:bodyPr wrap="square" lIns="0" tIns="0" rIns="0" bIns="0" rtlCol="0"/>
            <a:lstStyle/>
            <a:p/>
          </p:txBody>
        </p:sp>
        <p:sp>
          <p:nvSpPr>
            <p:cNvPr id="1713" name="object 1713"/>
            <p:cNvSpPr/>
            <p:nvPr/>
          </p:nvSpPr>
          <p:spPr>
            <a:xfrm>
              <a:off x="2715260" y="4635499"/>
              <a:ext cx="772160" cy="7620"/>
            </a:xfrm>
            <a:custGeom>
              <a:avLst/>
              <a:gdLst/>
              <a:ahLst/>
              <a:cxnLst/>
              <a:rect l="l" t="t" r="r" b="b"/>
              <a:pathLst>
                <a:path w="772160" h="7620">
                  <a:moveTo>
                    <a:pt x="247650" y="2552"/>
                  </a:moveTo>
                  <a:lnTo>
                    <a:pt x="0" y="2552"/>
                  </a:lnTo>
                  <a:lnTo>
                    <a:pt x="0" y="7620"/>
                  </a:lnTo>
                  <a:lnTo>
                    <a:pt x="247650" y="7620"/>
                  </a:lnTo>
                  <a:lnTo>
                    <a:pt x="247650" y="2552"/>
                  </a:lnTo>
                  <a:close/>
                </a:path>
                <a:path w="772160" h="7620">
                  <a:moveTo>
                    <a:pt x="247650" y="0"/>
                  </a:moveTo>
                  <a:lnTo>
                    <a:pt x="0" y="0"/>
                  </a:lnTo>
                  <a:lnTo>
                    <a:pt x="0" y="2540"/>
                  </a:lnTo>
                  <a:lnTo>
                    <a:pt x="247650" y="2540"/>
                  </a:lnTo>
                  <a:lnTo>
                    <a:pt x="247650" y="0"/>
                  </a:lnTo>
                  <a:close/>
                </a:path>
                <a:path w="772160" h="7620">
                  <a:moveTo>
                    <a:pt x="767080" y="1270"/>
                  </a:moveTo>
                  <a:lnTo>
                    <a:pt x="765797" y="1270"/>
                  </a:lnTo>
                  <a:lnTo>
                    <a:pt x="765797" y="0"/>
                  </a:lnTo>
                  <a:lnTo>
                    <a:pt x="481330" y="0"/>
                  </a:lnTo>
                  <a:lnTo>
                    <a:pt x="481330" y="1270"/>
                  </a:lnTo>
                  <a:lnTo>
                    <a:pt x="482600" y="1270"/>
                  </a:lnTo>
                  <a:lnTo>
                    <a:pt x="482600" y="2540"/>
                  </a:lnTo>
                  <a:lnTo>
                    <a:pt x="767080" y="2540"/>
                  </a:lnTo>
                  <a:lnTo>
                    <a:pt x="767080" y="1270"/>
                  </a:lnTo>
                  <a:close/>
                </a:path>
                <a:path w="772160" h="7620">
                  <a:moveTo>
                    <a:pt x="772160" y="6350"/>
                  </a:moveTo>
                  <a:lnTo>
                    <a:pt x="770890" y="6350"/>
                  </a:lnTo>
                  <a:lnTo>
                    <a:pt x="770890" y="5080"/>
                  </a:lnTo>
                  <a:lnTo>
                    <a:pt x="769620" y="5080"/>
                  </a:lnTo>
                  <a:lnTo>
                    <a:pt x="769620" y="3810"/>
                  </a:lnTo>
                  <a:lnTo>
                    <a:pt x="768350" y="3810"/>
                  </a:lnTo>
                  <a:lnTo>
                    <a:pt x="768350" y="2552"/>
                  </a:lnTo>
                  <a:lnTo>
                    <a:pt x="483870" y="2552"/>
                  </a:lnTo>
                  <a:lnTo>
                    <a:pt x="483870" y="3810"/>
                  </a:lnTo>
                  <a:lnTo>
                    <a:pt x="485140" y="3810"/>
                  </a:lnTo>
                  <a:lnTo>
                    <a:pt x="485140" y="5080"/>
                  </a:lnTo>
                  <a:lnTo>
                    <a:pt x="485140" y="6350"/>
                  </a:lnTo>
                  <a:lnTo>
                    <a:pt x="486410" y="6350"/>
                  </a:lnTo>
                  <a:lnTo>
                    <a:pt x="486410" y="7620"/>
                  </a:lnTo>
                  <a:lnTo>
                    <a:pt x="772160" y="7620"/>
                  </a:lnTo>
                  <a:lnTo>
                    <a:pt x="772160" y="6350"/>
                  </a:lnTo>
                  <a:close/>
                </a:path>
              </a:pathLst>
            </a:custGeom>
            <a:solidFill>
              <a:srgbClr val="BF8F00"/>
            </a:solidFill>
          </p:spPr>
          <p:txBody>
            <a:bodyPr wrap="square" lIns="0" tIns="0" rIns="0" bIns="0" rtlCol="0"/>
            <a:lstStyle/>
            <a:p/>
          </p:txBody>
        </p:sp>
        <p:sp>
          <p:nvSpPr>
            <p:cNvPr id="1714" name="object 1714"/>
            <p:cNvSpPr/>
            <p:nvPr/>
          </p:nvSpPr>
          <p:spPr>
            <a:xfrm>
              <a:off x="2715260" y="4643119"/>
              <a:ext cx="778510" cy="6350"/>
            </a:xfrm>
            <a:custGeom>
              <a:avLst/>
              <a:gdLst/>
              <a:ahLst/>
              <a:cxnLst/>
              <a:rect l="l" t="t" r="r" b="b"/>
              <a:pathLst>
                <a:path w="778510" h="6350">
                  <a:moveTo>
                    <a:pt x="247650" y="1282"/>
                  </a:moveTo>
                  <a:lnTo>
                    <a:pt x="0" y="1282"/>
                  </a:lnTo>
                  <a:lnTo>
                    <a:pt x="0" y="6350"/>
                  </a:lnTo>
                  <a:lnTo>
                    <a:pt x="247650" y="6350"/>
                  </a:lnTo>
                  <a:lnTo>
                    <a:pt x="247650" y="1282"/>
                  </a:lnTo>
                  <a:close/>
                </a:path>
                <a:path w="778510" h="6350">
                  <a:moveTo>
                    <a:pt x="247650" y="0"/>
                  </a:moveTo>
                  <a:lnTo>
                    <a:pt x="0" y="0"/>
                  </a:lnTo>
                  <a:lnTo>
                    <a:pt x="0" y="1270"/>
                  </a:lnTo>
                  <a:lnTo>
                    <a:pt x="247650" y="1270"/>
                  </a:lnTo>
                  <a:lnTo>
                    <a:pt x="247650" y="0"/>
                  </a:lnTo>
                  <a:close/>
                </a:path>
                <a:path w="778510" h="6350">
                  <a:moveTo>
                    <a:pt x="773430" y="0"/>
                  </a:moveTo>
                  <a:lnTo>
                    <a:pt x="487680" y="0"/>
                  </a:lnTo>
                  <a:lnTo>
                    <a:pt x="487680" y="1270"/>
                  </a:lnTo>
                  <a:lnTo>
                    <a:pt x="773430" y="1270"/>
                  </a:lnTo>
                  <a:lnTo>
                    <a:pt x="773430" y="0"/>
                  </a:lnTo>
                  <a:close/>
                </a:path>
                <a:path w="778510" h="6350">
                  <a:moveTo>
                    <a:pt x="778510" y="5080"/>
                  </a:moveTo>
                  <a:lnTo>
                    <a:pt x="777240" y="5080"/>
                  </a:lnTo>
                  <a:lnTo>
                    <a:pt x="777240" y="3810"/>
                  </a:lnTo>
                  <a:lnTo>
                    <a:pt x="775970" y="3810"/>
                  </a:lnTo>
                  <a:lnTo>
                    <a:pt x="775970" y="2540"/>
                  </a:lnTo>
                  <a:lnTo>
                    <a:pt x="774700" y="2540"/>
                  </a:lnTo>
                  <a:lnTo>
                    <a:pt x="774700" y="1282"/>
                  </a:lnTo>
                  <a:lnTo>
                    <a:pt x="488950" y="1282"/>
                  </a:lnTo>
                  <a:lnTo>
                    <a:pt x="488950" y="2540"/>
                  </a:lnTo>
                  <a:lnTo>
                    <a:pt x="490220" y="2540"/>
                  </a:lnTo>
                  <a:lnTo>
                    <a:pt x="490220" y="3810"/>
                  </a:lnTo>
                  <a:lnTo>
                    <a:pt x="491490" y="3810"/>
                  </a:lnTo>
                  <a:lnTo>
                    <a:pt x="491490" y="5080"/>
                  </a:lnTo>
                  <a:lnTo>
                    <a:pt x="492760" y="5080"/>
                  </a:lnTo>
                  <a:lnTo>
                    <a:pt x="492760" y="6350"/>
                  </a:lnTo>
                  <a:lnTo>
                    <a:pt x="778510" y="6350"/>
                  </a:lnTo>
                  <a:lnTo>
                    <a:pt x="778510" y="5080"/>
                  </a:lnTo>
                  <a:close/>
                </a:path>
              </a:pathLst>
            </a:custGeom>
            <a:solidFill>
              <a:srgbClr val="C19000"/>
            </a:solidFill>
          </p:spPr>
          <p:txBody>
            <a:bodyPr wrap="square" lIns="0" tIns="0" rIns="0" bIns="0" rtlCol="0"/>
            <a:lstStyle/>
            <a:p/>
          </p:txBody>
        </p:sp>
        <p:sp>
          <p:nvSpPr>
            <p:cNvPr id="1715" name="object 1715"/>
            <p:cNvSpPr/>
            <p:nvPr/>
          </p:nvSpPr>
          <p:spPr>
            <a:xfrm>
              <a:off x="2713990" y="4649469"/>
              <a:ext cx="787400" cy="7620"/>
            </a:xfrm>
            <a:custGeom>
              <a:avLst/>
              <a:gdLst/>
              <a:ahLst/>
              <a:cxnLst/>
              <a:rect l="l" t="t" r="r" b="b"/>
              <a:pathLst>
                <a:path w="787400" h="7620">
                  <a:moveTo>
                    <a:pt x="248920" y="0"/>
                  </a:moveTo>
                  <a:lnTo>
                    <a:pt x="1270" y="0"/>
                  </a:lnTo>
                  <a:lnTo>
                    <a:pt x="1270" y="1270"/>
                  </a:lnTo>
                  <a:lnTo>
                    <a:pt x="1270" y="6350"/>
                  </a:lnTo>
                  <a:lnTo>
                    <a:pt x="0" y="6350"/>
                  </a:lnTo>
                  <a:lnTo>
                    <a:pt x="0" y="7620"/>
                  </a:lnTo>
                  <a:lnTo>
                    <a:pt x="248907" y="7620"/>
                  </a:lnTo>
                  <a:lnTo>
                    <a:pt x="248907" y="6350"/>
                  </a:lnTo>
                  <a:lnTo>
                    <a:pt x="248920" y="1270"/>
                  </a:lnTo>
                  <a:lnTo>
                    <a:pt x="248920" y="0"/>
                  </a:lnTo>
                  <a:close/>
                </a:path>
                <a:path w="787400" h="7620">
                  <a:moveTo>
                    <a:pt x="781050" y="0"/>
                  </a:moveTo>
                  <a:lnTo>
                    <a:pt x="495300" y="0"/>
                  </a:lnTo>
                  <a:lnTo>
                    <a:pt x="495300" y="1270"/>
                  </a:lnTo>
                  <a:lnTo>
                    <a:pt x="781050" y="1270"/>
                  </a:lnTo>
                  <a:lnTo>
                    <a:pt x="781050" y="0"/>
                  </a:lnTo>
                  <a:close/>
                </a:path>
                <a:path w="787400" h="7620">
                  <a:moveTo>
                    <a:pt x="787400" y="6350"/>
                  </a:moveTo>
                  <a:lnTo>
                    <a:pt x="786130" y="6350"/>
                  </a:lnTo>
                  <a:lnTo>
                    <a:pt x="786130" y="5080"/>
                  </a:lnTo>
                  <a:lnTo>
                    <a:pt x="784860" y="5080"/>
                  </a:lnTo>
                  <a:lnTo>
                    <a:pt x="784860" y="3810"/>
                  </a:lnTo>
                  <a:lnTo>
                    <a:pt x="783590" y="3810"/>
                  </a:lnTo>
                  <a:lnTo>
                    <a:pt x="783590" y="2540"/>
                  </a:lnTo>
                  <a:lnTo>
                    <a:pt x="782320" y="2540"/>
                  </a:lnTo>
                  <a:lnTo>
                    <a:pt x="782320" y="1282"/>
                  </a:lnTo>
                  <a:lnTo>
                    <a:pt x="496570" y="1282"/>
                  </a:lnTo>
                  <a:lnTo>
                    <a:pt x="496570" y="2540"/>
                  </a:lnTo>
                  <a:lnTo>
                    <a:pt x="497840" y="2540"/>
                  </a:lnTo>
                  <a:lnTo>
                    <a:pt x="497840" y="3810"/>
                  </a:lnTo>
                  <a:lnTo>
                    <a:pt x="499110" y="3810"/>
                  </a:lnTo>
                  <a:lnTo>
                    <a:pt x="499110" y="5080"/>
                  </a:lnTo>
                  <a:lnTo>
                    <a:pt x="500380" y="5080"/>
                  </a:lnTo>
                  <a:lnTo>
                    <a:pt x="500380" y="6350"/>
                  </a:lnTo>
                  <a:lnTo>
                    <a:pt x="501650" y="6350"/>
                  </a:lnTo>
                  <a:lnTo>
                    <a:pt x="501650" y="7620"/>
                  </a:lnTo>
                  <a:lnTo>
                    <a:pt x="787400" y="7620"/>
                  </a:lnTo>
                  <a:lnTo>
                    <a:pt x="787400" y="6350"/>
                  </a:lnTo>
                  <a:close/>
                </a:path>
              </a:pathLst>
            </a:custGeom>
            <a:solidFill>
              <a:srgbClr val="C39200"/>
            </a:solidFill>
          </p:spPr>
          <p:txBody>
            <a:bodyPr wrap="square" lIns="0" tIns="0" rIns="0" bIns="0" rtlCol="0"/>
            <a:lstStyle/>
            <a:p/>
          </p:txBody>
        </p:sp>
        <p:sp>
          <p:nvSpPr>
            <p:cNvPr id="1716" name="object 1716"/>
            <p:cNvSpPr/>
            <p:nvPr/>
          </p:nvSpPr>
          <p:spPr>
            <a:xfrm>
              <a:off x="2713990" y="4657102"/>
              <a:ext cx="795020" cy="7620"/>
            </a:xfrm>
            <a:custGeom>
              <a:avLst/>
              <a:gdLst/>
              <a:ahLst/>
              <a:cxnLst/>
              <a:rect l="l" t="t" r="r" b="b"/>
              <a:pathLst>
                <a:path w="795020" h="7620">
                  <a:moveTo>
                    <a:pt x="248907" y="6350"/>
                  </a:moveTo>
                  <a:lnTo>
                    <a:pt x="0" y="6350"/>
                  </a:lnTo>
                  <a:lnTo>
                    <a:pt x="0" y="7607"/>
                  </a:lnTo>
                  <a:lnTo>
                    <a:pt x="248907" y="7607"/>
                  </a:lnTo>
                  <a:lnTo>
                    <a:pt x="248907" y="6350"/>
                  </a:lnTo>
                  <a:close/>
                </a:path>
                <a:path w="795020" h="7620">
                  <a:moveTo>
                    <a:pt x="248907" y="0"/>
                  </a:moveTo>
                  <a:lnTo>
                    <a:pt x="0" y="0"/>
                  </a:lnTo>
                  <a:lnTo>
                    <a:pt x="0" y="6337"/>
                  </a:lnTo>
                  <a:lnTo>
                    <a:pt x="248907" y="6337"/>
                  </a:lnTo>
                  <a:lnTo>
                    <a:pt x="248907" y="0"/>
                  </a:lnTo>
                  <a:close/>
                </a:path>
                <a:path w="795020" h="7620">
                  <a:moveTo>
                    <a:pt x="793750" y="5067"/>
                  </a:moveTo>
                  <a:lnTo>
                    <a:pt x="792480" y="5067"/>
                  </a:lnTo>
                  <a:lnTo>
                    <a:pt x="792480" y="3797"/>
                  </a:lnTo>
                  <a:lnTo>
                    <a:pt x="791210" y="3797"/>
                  </a:lnTo>
                  <a:lnTo>
                    <a:pt x="791210" y="2527"/>
                  </a:lnTo>
                  <a:lnTo>
                    <a:pt x="789940" y="2527"/>
                  </a:lnTo>
                  <a:lnTo>
                    <a:pt x="789940" y="1257"/>
                  </a:lnTo>
                  <a:lnTo>
                    <a:pt x="788670" y="1257"/>
                  </a:lnTo>
                  <a:lnTo>
                    <a:pt x="788670" y="0"/>
                  </a:lnTo>
                  <a:lnTo>
                    <a:pt x="501650" y="0"/>
                  </a:lnTo>
                  <a:lnTo>
                    <a:pt x="501650" y="1257"/>
                  </a:lnTo>
                  <a:lnTo>
                    <a:pt x="502920" y="1257"/>
                  </a:lnTo>
                  <a:lnTo>
                    <a:pt x="502920" y="2527"/>
                  </a:lnTo>
                  <a:lnTo>
                    <a:pt x="504190" y="2527"/>
                  </a:lnTo>
                  <a:lnTo>
                    <a:pt x="504190" y="3797"/>
                  </a:lnTo>
                  <a:lnTo>
                    <a:pt x="505460" y="3797"/>
                  </a:lnTo>
                  <a:lnTo>
                    <a:pt x="505460" y="5067"/>
                  </a:lnTo>
                  <a:lnTo>
                    <a:pt x="506730" y="5067"/>
                  </a:lnTo>
                  <a:lnTo>
                    <a:pt x="506730" y="6337"/>
                  </a:lnTo>
                  <a:lnTo>
                    <a:pt x="793750" y="6337"/>
                  </a:lnTo>
                  <a:lnTo>
                    <a:pt x="793750" y="5067"/>
                  </a:lnTo>
                  <a:close/>
                </a:path>
                <a:path w="795020" h="7620">
                  <a:moveTo>
                    <a:pt x="795020" y="6350"/>
                  </a:moveTo>
                  <a:lnTo>
                    <a:pt x="508000" y="6350"/>
                  </a:lnTo>
                  <a:lnTo>
                    <a:pt x="508000" y="7607"/>
                  </a:lnTo>
                  <a:lnTo>
                    <a:pt x="795020" y="7607"/>
                  </a:lnTo>
                  <a:lnTo>
                    <a:pt x="795020" y="6350"/>
                  </a:lnTo>
                  <a:close/>
                </a:path>
              </a:pathLst>
            </a:custGeom>
            <a:solidFill>
              <a:srgbClr val="C59300"/>
            </a:solidFill>
          </p:spPr>
          <p:txBody>
            <a:bodyPr wrap="square" lIns="0" tIns="0" rIns="0" bIns="0" rtlCol="0"/>
            <a:lstStyle/>
            <a:p/>
          </p:txBody>
        </p:sp>
        <p:sp>
          <p:nvSpPr>
            <p:cNvPr id="1717" name="object 1717"/>
            <p:cNvSpPr/>
            <p:nvPr/>
          </p:nvSpPr>
          <p:spPr>
            <a:xfrm>
              <a:off x="2713990" y="4664709"/>
              <a:ext cx="802640" cy="7620"/>
            </a:xfrm>
            <a:custGeom>
              <a:avLst/>
              <a:gdLst/>
              <a:ahLst/>
              <a:cxnLst/>
              <a:rect l="l" t="t" r="r" b="b"/>
              <a:pathLst>
                <a:path w="802639" h="7620">
                  <a:moveTo>
                    <a:pt x="248907" y="5092"/>
                  </a:moveTo>
                  <a:lnTo>
                    <a:pt x="0" y="5092"/>
                  </a:lnTo>
                  <a:lnTo>
                    <a:pt x="0" y="7620"/>
                  </a:lnTo>
                  <a:lnTo>
                    <a:pt x="248907" y="7620"/>
                  </a:lnTo>
                  <a:lnTo>
                    <a:pt x="248907" y="5092"/>
                  </a:lnTo>
                  <a:close/>
                </a:path>
                <a:path w="802639" h="7620">
                  <a:moveTo>
                    <a:pt x="248907" y="0"/>
                  </a:moveTo>
                  <a:lnTo>
                    <a:pt x="0" y="0"/>
                  </a:lnTo>
                  <a:lnTo>
                    <a:pt x="0" y="5080"/>
                  </a:lnTo>
                  <a:lnTo>
                    <a:pt x="248907" y="5080"/>
                  </a:lnTo>
                  <a:lnTo>
                    <a:pt x="248907" y="0"/>
                  </a:lnTo>
                  <a:close/>
                </a:path>
                <a:path w="802639" h="7620">
                  <a:moveTo>
                    <a:pt x="800100" y="3810"/>
                  </a:moveTo>
                  <a:lnTo>
                    <a:pt x="798830" y="3810"/>
                  </a:lnTo>
                  <a:lnTo>
                    <a:pt x="798830" y="2540"/>
                  </a:lnTo>
                  <a:lnTo>
                    <a:pt x="797560" y="2540"/>
                  </a:lnTo>
                  <a:lnTo>
                    <a:pt x="797560" y="1270"/>
                  </a:lnTo>
                  <a:lnTo>
                    <a:pt x="796290" y="1270"/>
                  </a:lnTo>
                  <a:lnTo>
                    <a:pt x="796290" y="0"/>
                  </a:lnTo>
                  <a:lnTo>
                    <a:pt x="509270" y="0"/>
                  </a:lnTo>
                  <a:lnTo>
                    <a:pt x="509270" y="1270"/>
                  </a:lnTo>
                  <a:lnTo>
                    <a:pt x="510540" y="1270"/>
                  </a:lnTo>
                  <a:lnTo>
                    <a:pt x="510540" y="2540"/>
                  </a:lnTo>
                  <a:lnTo>
                    <a:pt x="511810" y="2540"/>
                  </a:lnTo>
                  <a:lnTo>
                    <a:pt x="511810" y="3810"/>
                  </a:lnTo>
                  <a:lnTo>
                    <a:pt x="513080" y="3810"/>
                  </a:lnTo>
                  <a:lnTo>
                    <a:pt x="513080" y="5080"/>
                  </a:lnTo>
                  <a:lnTo>
                    <a:pt x="800100" y="5080"/>
                  </a:lnTo>
                  <a:lnTo>
                    <a:pt x="800100" y="3810"/>
                  </a:lnTo>
                  <a:close/>
                </a:path>
                <a:path w="802639" h="7620">
                  <a:moveTo>
                    <a:pt x="802640" y="6350"/>
                  </a:moveTo>
                  <a:lnTo>
                    <a:pt x="801370" y="6350"/>
                  </a:lnTo>
                  <a:lnTo>
                    <a:pt x="801370" y="5092"/>
                  </a:lnTo>
                  <a:lnTo>
                    <a:pt x="514350" y="5092"/>
                  </a:lnTo>
                  <a:lnTo>
                    <a:pt x="514350" y="6350"/>
                  </a:lnTo>
                  <a:lnTo>
                    <a:pt x="515620" y="6350"/>
                  </a:lnTo>
                  <a:lnTo>
                    <a:pt x="515620" y="7620"/>
                  </a:lnTo>
                  <a:lnTo>
                    <a:pt x="802640" y="7620"/>
                  </a:lnTo>
                  <a:lnTo>
                    <a:pt x="802640" y="6350"/>
                  </a:lnTo>
                  <a:close/>
                </a:path>
              </a:pathLst>
            </a:custGeom>
            <a:solidFill>
              <a:srgbClr val="C79500"/>
            </a:solidFill>
          </p:spPr>
          <p:txBody>
            <a:bodyPr wrap="square" lIns="0" tIns="0" rIns="0" bIns="0" rtlCol="0"/>
            <a:lstStyle/>
            <a:p/>
          </p:txBody>
        </p:sp>
        <p:sp>
          <p:nvSpPr>
            <p:cNvPr id="1718" name="object 1718"/>
            <p:cNvSpPr/>
            <p:nvPr/>
          </p:nvSpPr>
          <p:spPr>
            <a:xfrm>
              <a:off x="2712720" y="4672329"/>
              <a:ext cx="810260" cy="6350"/>
            </a:xfrm>
            <a:custGeom>
              <a:avLst/>
              <a:gdLst/>
              <a:ahLst/>
              <a:cxnLst/>
              <a:rect l="l" t="t" r="r" b="b"/>
              <a:pathLst>
                <a:path w="810260" h="6350">
                  <a:moveTo>
                    <a:pt x="250177" y="3822"/>
                  </a:moveTo>
                  <a:lnTo>
                    <a:pt x="0" y="3822"/>
                  </a:lnTo>
                  <a:lnTo>
                    <a:pt x="0" y="6350"/>
                  </a:lnTo>
                  <a:lnTo>
                    <a:pt x="250177" y="6350"/>
                  </a:lnTo>
                  <a:lnTo>
                    <a:pt x="250177" y="3822"/>
                  </a:lnTo>
                  <a:close/>
                </a:path>
                <a:path w="810260" h="6350">
                  <a:moveTo>
                    <a:pt x="250177" y="0"/>
                  </a:moveTo>
                  <a:lnTo>
                    <a:pt x="1270" y="0"/>
                  </a:lnTo>
                  <a:lnTo>
                    <a:pt x="1270" y="2540"/>
                  </a:lnTo>
                  <a:lnTo>
                    <a:pt x="0" y="2540"/>
                  </a:lnTo>
                  <a:lnTo>
                    <a:pt x="0" y="3810"/>
                  </a:lnTo>
                  <a:lnTo>
                    <a:pt x="250177" y="3810"/>
                  </a:lnTo>
                  <a:lnTo>
                    <a:pt x="250177" y="2540"/>
                  </a:lnTo>
                  <a:lnTo>
                    <a:pt x="250177" y="0"/>
                  </a:lnTo>
                  <a:close/>
                </a:path>
                <a:path w="810260" h="6350">
                  <a:moveTo>
                    <a:pt x="807720" y="2540"/>
                  </a:moveTo>
                  <a:lnTo>
                    <a:pt x="806450" y="2540"/>
                  </a:lnTo>
                  <a:lnTo>
                    <a:pt x="806450" y="1270"/>
                  </a:lnTo>
                  <a:lnTo>
                    <a:pt x="805180" y="1270"/>
                  </a:lnTo>
                  <a:lnTo>
                    <a:pt x="805180" y="0"/>
                  </a:lnTo>
                  <a:lnTo>
                    <a:pt x="516890" y="0"/>
                  </a:lnTo>
                  <a:lnTo>
                    <a:pt x="516890" y="1270"/>
                  </a:lnTo>
                  <a:lnTo>
                    <a:pt x="518160" y="1270"/>
                  </a:lnTo>
                  <a:lnTo>
                    <a:pt x="518160" y="2540"/>
                  </a:lnTo>
                  <a:lnTo>
                    <a:pt x="519430" y="2540"/>
                  </a:lnTo>
                  <a:lnTo>
                    <a:pt x="519430" y="3810"/>
                  </a:lnTo>
                  <a:lnTo>
                    <a:pt x="807720" y="3810"/>
                  </a:lnTo>
                  <a:lnTo>
                    <a:pt x="807720" y="2540"/>
                  </a:lnTo>
                  <a:close/>
                </a:path>
                <a:path w="810260" h="6350">
                  <a:moveTo>
                    <a:pt x="810260" y="5080"/>
                  </a:moveTo>
                  <a:lnTo>
                    <a:pt x="808990" y="5080"/>
                  </a:lnTo>
                  <a:lnTo>
                    <a:pt x="808990" y="3822"/>
                  </a:lnTo>
                  <a:lnTo>
                    <a:pt x="520700" y="3822"/>
                  </a:lnTo>
                  <a:lnTo>
                    <a:pt x="520700" y="5080"/>
                  </a:lnTo>
                  <a:lnTo>
                    <a:pt x="521970" y="5080"/>
                  </a:lnTo>
                  <a:lnTo>
                    <a:pt x="521970" y="6350"/>
                  </a:lnTo>
                  <a:lnTo>
                    <a:pt x="810260" y="6350"/>
                  </a:lnTo>
                  <a:lnTo>
                    <a:pt x="810260" y="5080"/>
                  </a:lnTo>
                  <a:close/>
                </a:path>
              </a:pathLst>
            </a:custGeom>
            <a:solidFill>
              <a:srgbClr val="C99600"/>
            </a:solidFill>
          </p:spPr>
          <p:txBody>
            <a:bodyPr wrap="square" lIns="0" tIns="0" rIns="0" bIns="0" rtlCol="0"/>
            <a:lstStyle/>
            <a:p/>
          </p:txBody>
        </p:sp>
        <p:sp>
          <p:nvSpPr>
            <p:cNvPr id="1719" name="object 1719"/>
            <p:cNvSpPr/>
            <p:nvPr/>
          </p:nvSpPr>
          <p:spPr>
            <a:xfrm>
              <a:off x="2711450" y="4678679"/>
              <a:ext cx="817880" cy="7620"/>
            </a:xfrm>
            <a:custGeom>
              <a:avLst/>
              <a:gdLst/>
              <a:ahLst/>
              <a:cxnLst/>
              <a:rect l="l" t="t" r="r" b="b"/>
              <a:pathLst>
                <a:path w="817879" h="7620">
                  <a:moveTo>
                    <a:pt x="251460" y="6350"/>
                  </a:moveTo>
                  <a:lnTo>
                    <a:pt x="251447" y="3810"/>
                  </a:lnTo>
                  <a:lnTo>
                    <a:pt x="251447" y="0"/>
                  </a:lnTo>
                  <a:lnTo>
                    <a:pt x="1270" y="0"/>
                  </a:lnTo>
                  <a:lnTo>
                    <a:pt x="1270" y="3810"/>
                  </a:lnTo>
                  <a:lnTo>
                    <a:pt x="1270" y="6350"/>
                  </a:lnTo>
                  <a:lnTo>
                    <a:pt x="0" y="6350"/>
                  </a:lnTo>
                  <a:lnTo>
                    <a:pt x="0" y="7620"/>
                  </a:lnTo>
                  <a:lnTo>
                    <a:pt x="251460" y="7620"/>
                  </a:lnTo>
                  <a:lnTo>
                    <a:pt x="251460" y="6350"/>
                  </a:lnTo>
                  <a:close/>
                </a:path>
                <a:path w="817879" h="7620">
                  <a:moveTo>
                    <a:pt x="814070" y="2540"/>
                  </a:moveTo>
                  <a:lnTo>
                    <a:pt x="812800" y="2540"/>
                  </a:lnTo>
                  <a:lnTo>
                    <a:pt x="812800" y="1270"/>
                  </a:lnTo>
                  <a:lnTo>
                    <a:pt x="812800" y="0"/>
                  </a:lnTo>
                  <a:lnTo>
                    <a:pt x="524510" y="0"/>
                  </a:lnTo>
                  <a:lnTo>
                    <a:pt x="524510" y="1270"/>
                  </a:lnTo>
                  <a:lnTo>
                    <a:pt x="525780" y="1270"/>
                  </a:lnTo>
                  <a:lnTo>
                    <a:pt x="525780" y="2540"/>
                  </a:lnTo>
                  <a:lnTo>
                    <a:pt x="527050" y="2540"/>
                  </a:lnTo>
                  <a:lnTo>
                    <a:pt x="527050" y="3810"/>
                  </a:lnTo>
                  <a:lnTo>
                    <a:pt x="814070" y="3810"/>
                  </a:lnTo>
                  <a:lnTo>
                    <a:pt x="814070" y="2540"/>
                  </a:lnTo>
                  <a:close/>
                </a:path>
                <a:path w="817879" h="7620">
                  <a:moveTo>
                    <a:pt x="817880" y="6350"/>
                  </a:moveTo>
                  <a:lnTo>
                    <a:pt x="816610" y="6350"/>
                  </a:lnTo>
                  <a:lnTo>
                    <a:pt x="816610" y="5080"/>
                  </a:lnTo>
                  <a:lnTo>
                    <a:pt x="815340" y="5080"/>
                  </a:lnTo>
                  <a:lnTo>
                    <a:pt x="815340" y="3822"/>
                  </a:lnTo>
                  <a:lnTo>
                    <a:pt x="528320" y="3822"/>
                  </a:lnTo>
                  <a:lnTo>
                    <a:pt x="528320" y="5080"/>
                  </a:lnTo>
                  <a:lnTo>
                    <a:pt x="529590" y="5080"/>
                  </a:lnTo>
                  <a:lnTo>
                    <a:pt x="529590" y="6350"/>
                  </a:lnTo>
                  <a:lnTo>
                    <a:pt x="530860" y="6350"/>
                  </a:lnTo>
                  <a:lnTo>
                    <a:pt x="530860" y="7620"/>
                  </a:lnTo>
                  <a:lnTo>
                    <a:pt x="817880" y="7620"/>
                  </a:lnTo>
                  <a:lnTo>
                    <a:pt x="817880" y="6350"/>
                  </a:lnTo>
                  <a:close/>
                </a:path>
              </a:pathLst>
            </a:custGeom>
            <a:solidFill>
              <a:srgbClr val="CC9800"/>
            </a:solidFill>
          </p:spPr>
          <p:txBody>
            <a:bodyPr wrap="square" lIns="0" tIns="0" rIns="0" bIns="0" rtlCol="0"/>
            <a:lstStyle/>
            <a:p/>
          </p:txBody>
        </p:sp>
        <p:sp>
          <p:nvSpPr>
            <p:cNvPr id="1720" name="object 1720"/>
            <p:cNvSpPr/>
            <p:nvPr/>
          </p:nvSpPr>
          <p:spPr>
            <a:xfrm>
              <a:off x="2711450" y="4686299"/>
              <a:ext cx="825500" cy="7620"/>
            </a:xfrm>
            <a:custGeom>
              <a:avLst/>
              <a:gdLst/>
              <a:ahLst/>
              <a:cxnLst/>
              <a:rect l="l" t="t" r="r" b="b"/>
              <a:pathLst>
                <a:path w="825500" h="7620">
                  <a:moveTo>
                    <a:pt x="252730" y="2552"/>
                  </a:moveTo>
                  <a:lnTo>
                    <a:pt x="0" y="2552"/>
                  </a:lnTo>
                  <a:lnTo>
                    <a:pt x="0" y="7620"/>
                  </a:lnTo>
                  <a:lnTo>
                    <a:pt x="252730" y="7620"/>
                  </a:lnTo>
                  <a:lnTo>
                    <a:pt x="252730" y="2552"/>
                  </a:lnTo>
                  <a:close/>
                </a:path>
                <a:path w="825500" h="7620">
                  <a:moveTo>
                    <a:pt x="252730" y="0"/>
                  </a:moveTo>
                  <a:lnTo>
                    <a:pt x="0" y="0"/>
                  </a:lnTo>
                  <a:lnTo>
                    <a:pt x="0" y="2540"/>
                  </a:lnTo>
                  <a:lnTo>
                    <a:pt x="252730" y="2540"/>
                  </a:lnTo>
                  <a:lnTo>
                    <a:pt x="252730" y="0"/>
                  </a:lnTo>
                  <a:close/>
                </a:path>
                <a:path w="825500" h="7620">
                  <a:moveTo>
                    <a:pt x="820420" y="1270"/>
                  </a:moveTo>
                  <a:lnTo>
                    <a:pt x="819150" y="1270"/>
                  </a:lnTo>
                  <a:lnTo>
                    <a:pt x="819150" y="0"/>
                  </a:lnTo>
                  <a:lnTo>
                    <a:pt x="530860" y="0"/>
                  </a:lnTo>
                  <a:lnTo>
                    <a:pt x="530860" y="1270"/>
                  </a:lnTo>
                  <a:lnTo>
                    <a:pt x="532130" y="1270"/>
                  </a:lnTo>
                  <a:lnTo>
                    <a:pt x="532130" y="2540"/>
                  </a:lnTo>
                  <a:lnTo>
                    <a:pt x="820420" y="2540"/>
                  </a:lnTo>
                  <a:lnTo>
                    <a:pt x="820420" y="1270"/>
                  </a:lnTo>
                  <a:close/>
                </a:path>
                <a:path w="825500" h="7620">
                  <a:moveTo>
                    <a:pt x="825500" y="6350"/>
                  </a:moveTo>
                  <a:lnTo>
                    <a:pt x="824230" y="6350"/>
                  </a:lnTo>
                  <a:lnTo>
                    <a:pt x="824230" y="5080"/>
                  </a:lnTo>
                  <a:lnTo>
                    <a:pt x="822960" y="5080"/>
                  </a:lnTo>
                  <a:lnTo>
                    <a:pt x="822960" y="3810"/>
                  </a:lnTo>
                  <a:lnTo>
                    <a:pt x="821690" y="3810"/>
                  </a:lnTo>
                  <a:lnTo>
                    <a:pt x="821690" y="2552"/>
                  </a:lnTo>
                  <a:lnTo>
                    <a:pt x="533400" y="2552"/>
                  </a:lnTo>
                  <a:lnTo>
                    <a:pt x="533400" y="3810"/>
                  </a:lnTo>
                  <a:lnTo>
                    <a:pt x="534670" y="3810"/>
                  </a:lnTo>
                  <a:lnTo>
                    <a:pt x="534670" y="5080"/>
                  </a:lnTo>
                  <a:lnTo>
                    <a:pt x="535940" y="5080"/>
                  </a:lnTo>
                  <a:lnTo>
                    <a:pt x="535940" y="6350"/>
                  </a:lnTo>
                  <a:lnTo>
                    <a:pt x="537210" y="6350"/>
                  </a:lnTo>
                  <a:lnTo>
                    <a:pt x="537210" y="7620"/>
                  </a:lnTo>
                  <a:lnTo>
                    <a:pt x="825500" y="7620"/>
                  </a:lnTo>
                  <a:lnTo>
                    <a:pt x="825500" y="6350"/>
                  </a:lnTo>
                  <a:close/>
                </a:path>
              </a:pathLst>
            </a:custGeom>
            <a:solidFill>
              <a:srgbClr val="CD9900"/>
            </a:solidFill>
          </p:spPr>
          <p:txBody>
            <a:bodyPr wrap="square" lIns="0" tIns="0" rIns="0" bIns="0" rtlCol="0"/>
            <a:lstStyle/>
            <a:p/>
          </p:txBody>
        </p:sp>
        <p:sp>
          <p:nvSpPr>
            <p:cNvPr id="1721" name="object 1721"/>
            <p:cNvSpPr/>
            <p:nvPr/>
          </p:nvSpPr>
          <p:spPr>
            <a:xfrm>
              <a:off x="2710180" y="4693919"/>
              <a:ext cx="833119" cy="6350"/>
            </a:xfrm>
            <a:custGeom>
              <a:avLst/>
              <a:gdLst/>
              <a:ahLst/>
              <a:cxnLst/>
              <a:rect l="l" t="t" r="r" b="b"/>
              <a:pathLst>
                <a:path w="833120" h="6350">
                  <a:moveTo>
                    <a:pt x="254000" y="1282"/>
                  </a:moveTo>
                  <a:lnTo>
                    <a:pt x="0" y="1282"/>
                  </a:lnTo>
                  <a:lnTo>
                    <a:pt x="0" y="6350"/>
                  </a:lnTo>
                  <a:lnTo>
                    <a:pt x="254000" y="6350"/>
                  </a:lnTo>
                  <a:lnTo>
                    <a:pt x="254000" y="1282"/>
                  </a:lnTo>
                  <a:close/>
                </a:path>
                <a:path w="833120" h="6350">
                  <a:moveTo>
                    <a:pt x="254000" y="0"/>
                  </a:moveTo>
                  <a:lnTo>
                    <a:pt x="1270" y="0"/>
                  </a:lnTo>
                  <a:lnTo>
                    <a:pt x="1270" y="1270"/>
                  </a:lnTo>
                  <a:lnTo>
                    <a:pt x="254000" y="1270"/>
                  </a:lnTo>
                  <a:lnTo>
                    <a:pt x="254000" y="0"/>
                  </a:lnTo>
                  <a:close/>
                </a:path>
                <a:path w="833120" h="6350">
                  <a:moveTo>
                    <a:pt x="828040" y="0"/>
                  </a:moveTo>
                  <a:lnTo>
                    <a:pt x="539750" y="0"/>
                  </a:lnTo>
                  <a:lnTo>
                    <a:pt x="539750" y="1270"/>
                  </a:lnTo>
                  <a:lnTo>
                    <a:pt x="828040" y="1270"/>
                  </a:lnTo>
                  <a:lnTo>
                    <a:pt x="828040" y="0"/>
                  </a:lnTo>
                  <a:close/>
                </a:path>
                <a:path w="833120" h="6350">
                  <a:moveTo>
                    <a:pt x="833120" y="5080"/>
                  </a:moveTo>
                  <a:lnTo>
                    <a:pt x="831850" y="5080"/>
                  </a:lnTo>
                  <a:lnTo>
                    <a:pt x="831850" y="3810"/>
                  </a:lnTo>
                  <a:lnTo>
                    <a:pt x="830580" y="3810"/>
                  </a:lnTo>
                  <a:lnTo>
                    <a:pt x="830580" y="2540"/>
                  </a:lnTo>
                  <a:lnTo>
                    <a:pt x="829310" y="2540"/>
                  </a:lnTo>
                  <a:lnTo>
                    <a:pt x="829310" y="1282"/>
                  </a:lnTo>
                  <a:lnTo>
                    <a:pt x="541020" y="1282"/>
                  </a:lnTo>
                  <a:lnTo>
                    <a:pt x="541020" y="2540"/>
                  </a:lnTo>
                  <a:lnTo>
                    <a:pt x="542290" y="2540"/>
                  </a:lnTo>
                  <a:lnTo>
                    <a:pt x="542290" y="3810"/>
                  </a:lnTo>
                  <a:lnTo>
                    <a:pt x="542290" y="5080"/>
                  </a:lnTo>
                  <a:lnTo>
                    <a:pt x="543560" y="5080"/>
                  </a:lnTo>
                  <a:lnTo>
                    <a:pt x="543560" y="6350"/>
                  </a:lnTo>
                  <a:lnTo>
                    <a:pt x="833120" y="6350"/>
                  </a:lnTo>
                  <a:lnTo>
                    <a:pt x="833120" y="5080"/>
                  </a:lnTo>
                  <a:close/>
                </a:path>
              </a:pathLst>
            </a:custGeom>
            <a:solidFill>
              <a:srgbClr val="CF9B00"/>
            </a:solidFill>
          </p:spPr>
          <p:txBody>
            <a:bodyPr wrap="square" lIns="0" tIns="0" rIns="0" bIns="0" rtlCol="0"/>
            <a:lstStyle/>
            <a:p/>
          </p:txBody>
        </p:sp>
        <p:sp>
          <p:nvSpPr>
            <p:cNvPr id="1722" name="object 1722"/>
            <p:cNvSpPr/>
            <p:nvPr/>
          </p:nvSpPr>
          <p:spPr>
            <a:xfrm>
              <a:off x="2708910" y="4700269"/>
              <a:ext cx="842010" cy="7620"/>
            </a:xfrm>
            <a:custGeom>
              <a:avLst/>
              <a:gdLst/>
              <a:ahLst/>
              <a:cxnLst/>
              <a:rect l="l" t="t" r="r" b="b"/>
              <a:pathLst>
                <a:path w="842010" h="7620">
                  <a:moveTo>
                    <a:pt x="255270" y="0"/>
                  </a:moveTo>
                  <a:lnTo>
                    <a:pt x="1270" y="0"/>
                  </a:lnTo>
                  <a:lnTo>
                    <a:pt x="1270" y="1270"/>
                  </a:lnTo>
                  <a:lnTo>
                    <a:pt x="1270" y="3810"/>
                  </a:lnTo>
                  <a:lnTo>
                    <a:pt x="0" y="3810"/>
                  </a:lnTo>
                  <a:lnTo>
                    <a:pt x="0" y="7620"/>
                  </a:lnTo>
                  <a:lnTo>
                    <a:pt x="255270" y="7620"/>
                  </a:lnTo>
                  <a:lnTo>
                    <a:pt x="255270" y="3810"/>
                  </a:lnTo>
                  <a:lnTo>
                    <a:pt x="255270" y="1270"/>
                  </a:lnTo>
                  <a:lnTo>
                    <a:pt x="255270" y="0"/>
                  </a:lnTo>
                  <a:close/>
                </a:path>
                <a:path w="842010" h="7620">
                  <a:moveTo>
                    <a:pt x="835660" y="0"/>
                  </a:moveTo>
                  <a:lnTo>
                    <a:pt x="546100" y="0"/>
                  </a:lnTo>
                  <a:lnTo>
                    <a:pt x="546100" y="1270"/>
                  </a:lnTo>
                  <a:lnTo>
                    <a:pt x="835660" y="1270"/>
                  </a:lnTo>
                  <a:lnTo>
                    <a:pt x="835660" y="0"/>
                  </a:lnTo>
                  <a:close/>
                </a:path>
                <a:path w="842010" h="7620">
                  <a:moveTo>
                    <a:pt x="842010" y="6350"/>
                  </a:moveTo>
                  <a:lnTo>
                    <a:pt x="840740" y="6350"/>
                  </a:lnTo>
                  <a:lnTo>
                    <a:pt x="840740" y="5080"/>
                  </a:lnTo>
                  <a:lnTo>
                    <a:pt x="839470" y="5080"/>
                  </a:lnTo>
                  <a:lnTo>
                    <a:pt x="839470" y="3810"/>
                  </a:lnTo>
                  <a:lnTo>
                    <a:pt x="838200" y="3810"/>
                  </a:lnTo>
                  <a:lnTo>
                    <a:pt x="838200" y="2540"/>
                  </a:lnTo>
                  <a:lnTo>
                    <a:pt x="836930" y="2540"/>
                  </a:lnTo>
                  <a:lnTo>
                    <a:pt x="836930" y="1282"/>
                  </a:lnTo>
                  <a:lnTo>
                    <a:pt x="547357" y="1282"/>
                  </a:lnTo>
                  <a:lnTo>
                    <a:pt x="547357" y="2540"/>
                  </a:lnTo>
                  <a:lnTo>
                    <a:pt x="548640" y="2540"/>
                  </a:lnTo>
                  <a:lnTo>
                    <a:pt x="548640" y="3810"/>
                  </a:lnTo>
                  <a:lnTo>
                    <a:pt x="549910" y="3810"/>
                  </a:lnTo>
                  <a:lnTo>
                    <a:pt x="549910" y="5080"/>
                  </a:lnTo>
                  <a:lnTo>
                    <a:pt x="551180" y="5080"/>
                  </a:lnTo>
                  <a:lnTo>
                    <a:pt x="551180" y="6350"/>
                  </a:lnTo>
                  <a:lnTo>
                    <a:pt x="552450" y="6350"/>
                  </a:lnTo>
                  <a:lnTo>
                    <a:pt x="552450" y="7620"/>
                  </a:lnTo>
                  <a:lnTo>
                    <a:pt x="842010" y="7620"/>
                  </a:lnTo>
                  <a:lnTo>
                    <a:pt x="842010" y="6350"/>
                  </a:lnTo>
                  <a:close/>
                </a:path>
              </a:pathLst>
            </a:custGeom>
            <a:solidFill>
              <a:srgbClr val="D19C00"/>
            </a:solidFill>
          </p:spPr>
          <p:txBody>
            <a:bodyPr wrap="square" lIns="0" tIns="0" rIns="0" bIns="0" rtlCol="0"/>
            <a:lstStyle/>
            <a:p/>
          </p:txBody>
        </p:sp>
        <p:sp>
          <p:nvSpPr>
            <p:cNvPr id="1723" name="object 1723"/>
            <p:cNvSpPr/>
            <p:nvPr/>
          </p:nvSpPr>
          <p:spPr>
            <a:xfrm>
              <a:off x="2706370" y="4707889"/>
              <a:ext cx="852169" cy="7620"/>
            </a:xfrm>
            <a:custGeom>
              <a:avLst/>
              <a:gdLst/>
              <a:ahLst/>
              <a:cxnLst/>
              <a:rect l="l" t="t" r="r" b="b"/>
              <a:pathLst>
                <a:path w="852170" h="7620">
                  <a:moveTo>
                    <a:pt x="257810" y="6362"/>
                  </a:moveTo>
                  <a:lnTo>
                    <a:pt x="0" y="6362"/>
                  </a:lnTo>
                  <a:lnTo>
                    <a:pt x="0" y="7620"/>
                  </a:lnTo>
                  <a:lnTo>
                    <a:pt x="257810" y="7620"/>
                  </a:lnTo>
                  <a:lnTo>
                    <a:pt x="257810" y="6362"/>
                  </a:lnTo>
                  <a:close/>
                </a:path>
                <a:path w="852170" h="7620">
                  <a:moveTo>
                    <a:pt x="257810" y="0"/>
                  </a:moveTo>
                  <a:lnTo>
                    <a:pt x="2540" y="0"/>
                  </a:lnTo>
                  <a:lnTo>
                    <a:pt x="2540" y="2540"/>
                  </a:lnTo>
                  <a:lnTo>
                    <a:pt x="1270" y="2540"/>
                  </a:lnTo>
                  <a:lnTo>
                    <a:pt x="1270" y="6350"/>
                  </a:lnTo>
                  <a:lnTo>
                    <a:pt x="257797" y="6350"/>
                  </a:lnTo>
                  <a:lnTo>
                    <a:pt x="257797" y="2540"/>
                  </a:lnTo>
                  <a:lnTo>
                    <a:pt x="257810" y="0"/>
                  </a:lnTo>
                  <a:close/>
                </a:path>
                <a:path w="852170" h="7620">
                  <a:moveTo>
                    <a:pt x="850887" y="5080"/>
                  </a:moveTo>
                  <a:lnTo>
                    <a:pt x="849630" y="5080"/>
                  </a:lnTo>
                  <a:lnTo>
                    <a:pt x="849630" y="3810"/>
                  </a:lnTo>
                  <a:lnTo>
                    <a:pt x="848360" y="3810"/>
                  </a:lnTo>
                  <a:lnTo>
                    <a:pt x="848360" y="2540"/>
                  </a:lnTo>
                  <a:lnTo>
                    <a:pt x="847077" y="2540"/>
                  </a:lnTo>
                  <a:lnTo>
                    <a:pt x="847077" y="1270"/>
                  </a:lnTo>
                  <a:lnTo>
                    <a:pt x="845820" y="1270"/>
                  </a:lnTo>
                  <a:lnTo>
                    <a:pt x="845820" y="0"/>
                  </a:lnTo>
                  <a:lnTo>
                    <a:pt x="556247" y="0"/>
                  </a:lnTo>
                  <a:lnTo>
                    <a:pt x="556247" y="1270"/>
                  </a:lnTo>
                  <a:lnTo>
                    <a:pt x="556247" y="2540"/>
                  </a:lnTo>
                  <a:lnTo>
                    <a:pt x="557530" y="2540"/>
                  </a:lnTo>
                  <a:lnTo>
                    <a:pt x="557530" y="3810"/>
                  </a:lnTo>
                  <a:lnTo>
                    <a:pt x="558800" y="3810"/>
                  </a:lnTo>
                  <a:lnTo>
                    <a:pt x="558800" y="5080"/>
                  </a:lnTo>
                  <a:lnTo>
                    <a:pt x="560070" y="5080"/>
                  </a:lnTo>
                  <a:lnTo>
                    <a:pt x="560070" y="6350"/>
                  </a:lnTo>
                  <a:lnTo>
                    <a:pt x="850887" y="6350"/>
                  </a:lnTo>
                  <a:lnTo>
                    <a:pt x="850887" y="5080"/>
                  </a:lnTo>
                  <a:close/>
                </a:path>
                <a:path w="852170" h="7620">
                  <a:moveTo>
                    <a:pt x="852170" y="6362"/>
                  </a:moveTo>
                  <a:lnTo>
                    <a:pt x="561340" y="6362"/>
                  </a:lnTo>
                  <a:lnTo>
                    <a:pt x="561340" y="7620"/>
                  </a:lnTo>
                  <a:lnTo>
                    <a:pt x="852170" y="7620"/>
                  </a:lnTo>
                  <a:lnTo>
                    <a:pt x="852170" y="6362"/>
                  </a:lnTo>
                  <a:close/>
                </a:path>
              </a:pathLst>
            </a:custGeom>
            <a:solidFill>
              <a:srgbClr val="D39E00"/>
            </a:solidFill>
          </p:spPr>
          <p:txBody>
            <a:bodyPr wrap="square" lIns="0" tIns="0" rIns="0" bIns="0" rtlCol="0"/>
            <a:lstStyle/>
            <a:p/>
          </p:txBody>
        </p:sp>
        <p:sp>
          <p:nvSpPr>
            <p:cNvPr id="1724" name="object 1724"/>
            <p:cNvSpPr/>
            <p:nvPr/>
          </p:nvSpPr>
          <p:spPr>
            <a:xfrm>
              <a:off x="2702560" y="4715509"/>
              <a:ext cx="862330" cy="6350"/>
            </a:xfrm>
            <a:custGeom>
              <a:avLst/>
              <a:gdLst/>
              <a:ahLst/>
              <a:cxnLst/>
              <a:rect l="l" t="t" r="r" b="b"/>
              <a:pathLst>
                <a:path w="862329" h="6350">
                  <a:moveTo>
                    <a:pt x="261620" y="5092"/>
                  </a:moveTo>
                  <a:lnTo>
                    <a:pt x="0" y="5092"/>
                  </a:lnTo>
                  <a:lnTo>
                    <a:pt x="0" y="6350"/>
                  </a:lnTo>
                  <a:lnTo>
                    <a:pt x="261620" y="6350"/>
                  </a:lnTo>
                  <a:lnTo>
                    <a:pt x="261620" y="5092"/>
                  </a:lnTo>
                  <a:close/>
                </a:path>
                <a:path w="862329" h="6350">
                  <a:moveTo>
                    <a:pt x="261620" y="0"/>
                  </a:moveTo>
                  <a:lnTo>
                    <a:pt x="2540" y="0"/>
                  </a:lnTo>
                  <a:lnTo>
                    <a:pt x="2540" y="2540"/>
                  </a:lnTo>
                  <a:lnTo>
                    <a:pt x="1270" y="2540"/>
                  </a:lnTo>
                  <a:lnTo>
                    <a:pt x="1270" y="5080"/>
                  </a:lnTo>
                  <a:lnTo>
                    <a:pt x="261620" y="5080"/>
                  </a:lnTo>
                  <a:lnTo>
                    <a:pt x="261620" y="2540"/>
                  </a:lnTo>
                  <a:lnTo>
                    <a:pt x="261620" y="0"/>
                  </a:lnTo>
                  <a:close/>
                </a:path>
                <a:path w="862329" h="6350">
                  <a:moveTo>
                    <a:pt x="861060" y="3810"/>
                  </a:moveTo>
                  <a:lnTo>
                    <a:pt x="859790" y="3810"/>
                  </a:lnTo>
                  <a:lnTo>
                    <a:pt x="859790" y="2540"/>
                  </a:lnTo>
                  <a:lnTo>
                    <a:pt x="858520" y="2540"/>
                  </a:lnTo>
                  <a:lnTo>
                    <a:pt x="858520" y="1270"/>
                  </a:lnTo>
                  <a:lnTo>
                    <a:pt x="857237" y="1270"/>
                  </a:lnTo>
                  <a:lnTo>
                    <a:pt x="857237" y="0"/>
                  </a:lnTo>
                  <a:lnTo>
                    <a:pt x="566407" y="0"/>
                  </a:lnTo>
                  <a:lnTo>
                    <a:pt x="566407" y="1270"/>
                  </a:lnTo>
                  <a:lnTo>
                    <a:pt x="567690" y="1270"/>
                  </a:lnTo>
                  <a:lnTo>
                    <a:pt x="567690" y="2540"/>
                  </a:lnTo>
                  <a:lnTo>
                    <a:pt x="567690" y="3810"/>
                  </a:lnTo>
                  <a:lnTo>
                    <a:pt x="568960" y="3810"/>
                  </a:lnTo>
                  <a:lnTo>
                    <a:pt x="568960" y="5080"/>
                  </a:lnTo>
                  <a:lnTo>
                    <a:pt x="861060" y="5080"/>
                  </a:lnTo>
                  <a:lnTo>
                    <a:pt x="861060" y="3810"/>
                  </a:lnTo>
                  <a:close/>
                </a:path>
                <a:path w="862329" h="6350">
                  <a:moveTo>
                    <a:pt x="862330" y="5092"/>
                  </a:moveTo>
                  <a:lnTo>
                    <a:pt x="570230" y="5092"/>
                  </a:lnTo>
                  <a:lnTo>
                    <a:pt x="570230" y="6350"/>
                  </a:lnTo>
                  <a:lnTo>
                    <a:pt x="862330" y="6350"/>
                  </a:lnTo>
                  <a:lnTo>
                    <a:pt x="862330" y="5092"/>
                  </a:lnTo>
                  <a:close/>
                </a:path>
              </a:pathLst>
            </a:custGeom>
            <a:solidFill>
              <a:srgbClr val="D59F00"/>
            </a:solidFill>
          </p:spPr>
          <p:txBody>
            <a:bodyPr wrap="square" lIns="0" tIns="0" rIns="0" bIns="0" rtlCol="0"/>
            <a:lstStyle/>
            <a:p/>
          </p:txBody>
        </p:sp>
        <p:sp>
          <p:nvSpPr>
            <p:cNvPr id="1725" name="object 1725"/>
            <p:cNvSpPr/>
            <p:nvPr/>
          </p:nvSpPr>
          <p:spPr>
            <a:xfrm>
              <a:off x="2696210" y="4721859"/>
              <a:ext cx="876300" cy="7620"/>
            </a:xfrm>
            <a:custGeom>
              <a:avLst/>
              <a:gdLst/>
              <a:ahLst/>
              <a:cxnLst/>
              <a:rect l="l" t="t" r="r" b="b"/>
              <a:pathLst>
                <a:path w="876300" h="7620">
                  <a:moveTo>
                    <a:pt x="269240" y="5080"/>
                  </a:moveTo>
                  <a:lnTo>
                    <a:pt x="267970" y="5080"/>
                  </a:lnTo>
                  <a:lnTo>
                    <a:pt x="267970" y="3810"/>
                  </a:lnTo>
                  <a:lnTo>
                    <a:pt x="267970" y="2540"/>
                  </a:lnTo>
                  <a:lnTo>
                    <a:pt x="267970" y="1270"/>
                  </a:lnTo>
                  <a:lnTo>
                    <a:pt x="267970" y="0"/>
                  </a:lnTo>
                  <a:lnTo>
                    <a:pt x="5080" y="0"/>
                  </a:lnTo>
                  <a:lnTo>
                    <a:pt x="5080" y="1270"/>
                  </a:lnTo>
                  <a:lnTo>
                    <a:pt x="3810" y="1270"/>
                  </a:lnTo>
                  <a:lnTo>
                    <a:pt x="3810" y="2540"/>
                  </a:lnTo>
                  <a:lnTo>
                    <a:pt x="2540" y="2540"/>
                  </a:lnTo>
                  <a:lnTo>
                    <a:pt x="2540" y="3810"/>
                  </a:lnTo>
                  <a:lnTo>
                    <a:pt x="1270" y="3810"/>
                  </a:lnTo>
                  <a:lnTo>
                    <a:pt x="1270" y="5080"/>
                  </a:lnTo>
                  <a:lnTo>
                    <a:pt x="1270" y="6350"/>
                  </a:lnTo>
                  <a:lnTo>
                    <a:pt x="0" y="6350"/>
                  </a:lnTo>
                  <a:lnTo>
                    <a:pt x="0" y="7620"/>
                  </a:lnTo>
                  <a:lnTo>
                    <a:pt x="269240" y="7620"/>
                  </a:lnTo>
                  <a:lnTo>
                    <a:pt x="269240" y="6350"/>
                  </a:lnTo>
                  <a:lnTo>
                    <a:pt x="269240" y="5080"/>
                  </a:lnTo>
                  <a:close/>
                </a:path>
                <a:path w="876300" h="7620">
                  <a:moveTo>
                    <a:pt x="873760" y="3810"/>
                  </a:moveTo>
                  <a:lnTo>
                    <a:pt x="872490" y="3810"/>
                  </a:lnTo>
                  <a:lnTo>
                    <a:pt x="872490" y="2540"/>
                  </a:lnTo>
                  <a:lnTo>
                    <a:pt x="871220" y="2540"/>
                  </a:lnTo>
                  <a:lnTo>
                    <a:pt x="871220" y="1270"/>
                  </a:lnTo>
                  <a:lnTo>
                    <a:pt x="869950" y="1270"/>
                  </a:lnTo>
                  <a:lnTo>
                    <a:pt x="869950" y="0"/>
                  </a:lnTo>
                  <a:lnTo>
                    <a:pt x="577850" y="0"/>
                  </a:lnTo>
                  <a:lnTo>
                    <a:pt x="577850" y="1270"/>
                  </a:lnTo>
                  <a:lnTo>
                    <a:pt x="579107" y="1270"/>
                  </a:lnTo>
                  <a:lnTo>
                    <a:pt x="579107" y="2540"/>
                  </a:lnTo>
                  <a:lnTo>
                    <a:pt x="580390" y="2540"/>
                  </a:lnTo>
                  <a:lnTo>
                    <a:pt x="580390" y="3810"/>
                  </a:lnTo>
                  <a:lnTo>
                    <a:pt x="580390" y="5080"/>
                  </a:lnTo>
                  <a:lnTo>
                    <a:pt x="873760" y="5080"/>
                  </a:lnTo>
                  <a:lnTo>
                    <a:pt x="873760" y="3810"/>
                  </a:lnTo>
                  <a:close/>
                </a:path>
                <a:path w="876300" h="7620">
                  <a:moveTo>
                    <a:pt x="876300" y="6350"/>
                  </a:moveTo>
                  <a:lnTo>
                    <a:pt x="875030" y="6350"/>
                  </a:lnTo>
                  <a:lnTo>
                    <a:pt x="875030" y="5092"/>
                  </a:lnTo>
                  <a:lnTo>
                    <a:pt x="581660" y="5092"/>
                  </a:lnTo>
                  <a:lnTo>
                    <a:pt x="581660" y="6350"/>
                  </a:lnTo>
                  <a:lnTo>
                    <a:pt x="582930" y="6350"/>
                  </a:lnTo>
                  <a:lnTo>
                    <a:pt x="582930" y="7620"/>
                  </a:lnTo>
                  <a:lnTo>
                    <a:pt x="876300" y="7620"/>
                  </a:lnTo>
                  <a:lnTo>
                    <a:pt x="876300" y="6350"/>
                  </a:lnTo>
                  <a:close/>
                </a:path>
              </a:pathLst>
            </a:custGeom>
            <a:solidFill>
              <a:srgbClr val="D7A100"/>
            </a:solidFill>
          </p:spPr>
          <p:txBody>
            <a:bodyPr wrap="square" lIns="0" tIns="0" rIns="0" bIns="0" rtlCol="0"/>
            <a:lstStyle/>
            <a:p/>
          </p:txBody>
        </p:sp>
        <p:sp>
          <p:nvSpPr>
            <p:cNvPr id="1726" name="object 1726"/>
            <p:cNvSpPr/>
            <p:nvPr/>
          </p:nvSpPr>
          <p:spPr>
            <a:xfrm>
              <a:off x="2684780" y="4729479"/>
              <a:ext cx="895350" cy="7620"/>
            </a:xfrm>
            <a:custGeom>
              <a:avLst/>
              <a:gdLst/>
              <a:ahLst/>
              <a:cxnLst/>
              <a:rect l="l" t="t" r="r" b="b"/>
              <a:pathLst>
                <a:path w="895350" h="7620">
                  <a:moveTo>
                    <a:pt x="281940" y="6350"/>
                  </a:moveTo>
                  <a:lnTo>
                    <a:pt x="280670" y="6350"/>
                  </a:lnTo>
                  <a:lnTo>
                    <a:pt x="280670" y="5080"/>
                  </a:lnTo>
                  <a:lnTo>
                    <a:pt x="280670" y="3810"/>
                  </a:lnTo>
                  <a:lnTo>
                    <a:pt x="280670" y="2540"/>
                  </a:lnTo>
                  <a:lnTo>
                    <a:pt x="280670" y="1270"/>
                  </a:lnTo>
                  <a:lnTo>
                    <a:pt x="280670" y="0"/>
                  </a:lnTo>
                  <a:lnTo>
                    <a:pt x="10160" y="0"/>
                  </a:lnTo>
                  <a:lnTo>
                    <a:pt x="10160" y="1270"/>
                  </a:lnTo>
                  <a:lnTo>
                    <a:pt x="8890" y="1270"/>
                  </a:lnTo>
                  <a:lnTo>
                    <a:pt x="8890" y="2540"/>
                  </a:lnTo>
                  <a:lnTo>
                    <a:pt x="7620" y="2540"/>
                  </a:lnTo>
                  <a:lnTo>
                    <a:pt x="7620" y="3810"/>
                  </a:lnTo>
                  <a:lnTo>
                    <a:pt x="3810" y="3810"/>
                  </a:lnTo>
                  <a:lnTo>
                    <a:pt x="3810" y="5080"/>
                  </a:lnTo>
                  <a:lnTo>
                    <a:pt x="2540" y="5080"/>
                  </a:lnTo>
                  <a:lnTo>
                    <a:pt x="2540" y="6350"/>
                  </a:lnTo>
                  <a:lnTo>
                    <a:pt x="0" y="6350"/>
                  </a:lnTo>
                  <a:lnTo>
                    <a:pt x="0" y="7620"/>
                  </a:lnTo>
                  <a:lnTo>
                    <a:pt x="281940" y="7620"/>
                  </a:lnTo>
                  <a:lnTo>
                    <a:pt x="281940" y="6350"/>
                  </a:lnTo>
                  <a:close/>
                </a:path>
                <a:path w="895350" h="7620">
                  <a:moveTo>
                    <a:pt x="891527" y="2540"/>
                  </a:moveTo>
                  <a:lnTo>
                    <a:pt x="890270" y="2540"/>
                  </a:lnTo>
                  <a:lnTo>
                    <a:pt x="890270" y="1270"/>
                  </a:lnTo>
                  <a:lnTo>
                    <a:pt x="889000" y="1270"/>
                  </a:lnTo>
                  <a:lnTo>
                    <a:pt x="889000" y="0"/>
                  </a:lnTo>
                  <a:lnTo>
                    <a:pt x="595630" y="0"/>
                  </a:lnTo>
                  <a:lnTo>
                    <a:pt x="595630" y="1270"/>
                  </a:lnTo>
                  <a:lnTo>
                    <a:pt x="595630" y="2540"/>
                  </a:lnTo>
                  <a:lnTo>
                    <a:pt x="596887" y="2540"/>
                  </a:lnTo>
                  <a:lnTo>
                    <a:pt x="596887" y="3810"/>
                  </a:lnTo>
                  <a:lnTo>
                    <a:pt x="891527" y="3810"/>
                  </a:lnTo>
                  <a:lnTo>
                    <a:pt x="891527" y="2540"/>
                  </a:lnTo>
                  <a:close/>
                </a:path>
                <a:path w="895350" h="7620">
                  <a:moveTo>
                    <a:pt x="895350" y="6350"/>
                  </a:moveTo>
                  <a:lnTo>
                    <a:pt x="894080" y="6350"/>
                  </a:lnTo>
                  <a:lnTo>
                    <a:pt x="894080" y="5080"/>
                  </a:lnTo>
                  <a:lnTo>
                    <a:pt x="892810" y="5080"/>
                  </a:lnTo>
                  <a:lnTo>
                    <a:pt x="892810" y="3822"/>
                  </a:lnTo>
                  <a:lnTo>
                    <a:pt x="598170" y="3822"/>
                  </a:lnTo>
                  <a:lnTo>
                    <a:pt x="598170" y="5080"/>
                  </a:lnTo>
                  <a:lnTo>
                    <a:pt x="599440" y="5080"/>
                  </a:lnTo>
                  <a:lnTo>
                    <a:pt x="599440" y="6350"/>
                  </a:lnTo>
                  <a:lnTo>
                    <a:pt x="599440" y="7620"/>
                  </a:lnTo>
                  <a:lnTo>
                    <a:pt x="895350" y="7620"/>
                  </a:lnTo>
                  <a:lnTo>
                    <a:pt x="895350" y="6350"/>
                  </a:lnTo>
                  <a:close/>
                </a:path>
              </a:pathLst>
            </a:custGeom>
            <a:solidFill>
              <a:srgbClr val="D9A200"/>
            </a:solidFill>
          </p:spPr>
          <p:txBody>
            <a:bodyPr wrap="square" lIns="0" tIns="0" rIns="0" bIns="0" rtlCol="0"/>
            <a:lstStyle/>
            <a:p/>
          </p:txBody>
        </p:sp>
        <p:sp>
          <p:nvSpPr>
            <p:cNvPr id="1727" name="object 1727"/>
            <p:cNvSpPr/>
            <p:nvPr/>
          </p:nvSpPr>
          <p:spPr>
            <a:xfrm>
              <a:off x="2567940" y="4737099"/>
              <a:ext cx="1018540" cy="6350"/>
            </a:xfrm>
            <a:custGeom>
              <a:avLst/>
              <a:gdLst/>
              <a:ahLst/>
              <a:cxnLst/>
              <a:rect l="l" t="t" r="r" b="b"/>
              <a:pathLst>
                <a:path w="1018539" h="6350">
                  <a:moveTo>
                    <a:pt x="19050" y="5080"/>
                  </a:moveTo>
                  <a:lnTo>
                    <a:pt x="7607" y="5080"/>
                  </a:lnTo>
                  <a:lnTo>
                    <a:pt x="7607" y="3810"/>
                  </a:lnTo>
                  <a:lnTo>
                    <a:pt x="1257" y="3810"/>
                  </a:lnTo>
                  <a:lnTo>
                    <a:pt x="1257" y="2540"/>
                  </a:lnTo>
                  <a:lnTo>
                    <a:pt x="0" y="2540"/>
                  </a:lnTo>
                  <a:lnTo>
                    <a:pt x="0" y="3810"/>
                  </a:lnTo>
                  <a:lnTo>
                    <a:pt x="0" y="5080"/>
                  </a:lnTo>
                  <a:lnTo>
                    <a:pt x="0" y="6350"/>
                  </a:lnTo>
                  <a:lnTo>
                    <a:pt x="19050" y="6350"/>
                  </a:lnTo>
                  <a:lnTo>
                    <a:pt x="19050" y="5080"/>
                  </a:lnTo>
                  <a:close/>
                </a:path>
                <a:path w="1018539" h="6350">
                  <a:moveTo>
                    <a:pt x="400050" y="5080"/>
                  </a:moveTo>
                  <a:lnTo>
                    <a:pt x="398780" y="5080"/>
                  </a:lnTo>
                  <a:lnTo>
                    <a:pt x="398780" y="3810"/>
                  </a:lnTo>
                  <a:lnTo>
                    <a:pt x="398780" y="2540"/>
                  </a:lnTo>
                  <a:lnTo>
                    <a:pt x="398780" y="1270"/>
                  </a:lnTo>
                  <a:lnTo>
                    <a:pt x="398780" y="0"/>
                  </a:lnTo>
                  <a:lnTo>
                    <a:pt x="115570" y="0"/>
                  </a:lnTo>
                  <a:lnTo>
                    <a:pt x="115570" y="1270"/>
                  </a:lnTo>
                  <a:lnTo>
                    <a:pt x="113030" y="1270"/>
                  </a:lnTo>
                  <a:lnTo>
                    <a:pt x="113030" y="2540"/>
                  </a:lnTo>
                  <a:lnTo>
                    <a:pt x="111760" y="2540"/>
                  </a:lnTo>
                  <a:lnTo>
                    <a:pt x="111760" y="3810"/>
                  </a:lnTo>
                  <a:lnTo>
                    <a:pt x="106680" y="3810"/>
                  </a:lnTo>
                  <a:lnTo>
                    <a:pt x="106680" y="5080"/>
                  </a:lnTo>
                  <a:lnTo>
                    <a:pt x="101600" y="5080"/>
                  </a:lnTo>
                  <a:lnTo>
                    <a:pt x="101600" y="6350"/>
                  </a:lnTo>
                  <a:lnTo>
                    <a:pt x="400050" y="6350"/>
                  </a:lnTo>
                  <a:lnTo>
                    <a:pt x="400050" y="5080"/>
                  </a:lnTo>
                  <a:close/>
                </a:path>
                <a:path w="1018539" h="6350">
                  <a:moveTo>
                    <a:pt x="1018540" y="5080"/>
                  </a:moveTo>
                  <a:lnTo>
                    <a:pt x="1017257" y="5080"/>
                  </a:lnTo>
                  <a:lnTo>
                    <a:pt x="1017257" y="3810"/>
                  </a:lnTo>
                  <a:lnTo>
                    <a:pt x="1016000" y="3810"/>
                  </a:lnTo>
                  <a:lnTo>
                    <a:pt x="1016000" y="2540"/>
                  </a:lnTo>
                  <a:lnTo>
                    <a:pt x="1014730" y="2540"/>
                  </a:lnTo>
                  <a:lnTo>
                    <a:pt x="1014730" y="1270"/>
                  </a:lnTo>
                  <a:lnTo>
                    <a:pt x="1013460" y="1270"/>
                  </a:lnTo>
                  <a:lnTo>
                    <a:pt x="1013460" y="0"/>
                  </a:lnTo>
                  <a:lnTo>
                    <a:pt x="717550" y="0"/>
                  </a:lnTo>
                  <a:lnTo>
                    <a:pt x="717550" y="1270"/>
                  </a:lnTo>
                  <a:lnTo>
                    <a:pt x="718820" y="1270"/>
                  </a:lnTo>
                  <a:lnTo>
                    <a:pt x="718820" y="2540"/>
                  </a:lnTo>
                  <a:lnTo>
                    <a:pt x="720077" y="2540"/>
                  </a:lnTo>
                  <a:lnTo>
                    <a:pt x="720077" y="3810"/>
                  </a:lnTo>
                  <a:lnTo>
                    <a:pt x="720077" y="5080"/>
                  </a:lnTo>
                  <a:lnTo>
                    <a:pt x="721360" y="5080"/>
                  </a:lnTo>
                  <a:lnTo>
                    <a:pt x="721360" y="6350"/>
                  </a:lnTo>
                  <a:lnTo>
                    <a:pt x="1018540" y="6350"/>
                  </a:lnTo>
                  <a:lnTo>
                    <a:pt x="1018540" y="5080"/>
                  </a:lnTo>
                  <a:close/>
                </a:path>
              </a:pathLst>
            </a:custGeom>
            <a:solidFill>
              <a:srgbClr val="DBA400"/>
            </a:solidFill>
          </p:spPr>
          <p:txBody>
            <a:bodyPr wrap="square" lIns="0" tIns="0" rIns="0" bIns="0" rtlCol="0"/>
            <a:lstStyle/>
            <a:p/>
          </p:txBody>
        </p:sp>
        <p:sp>
          <p:nvSpPr>
            <p:cNvPr id="1728" name="object 1728"/>
            <p:cNvSpPr/>
            <p:nvPr/>
          </p:nvSpPr>
          <p:spPr>
            <a:xfrm>
              <a:off x="2567940" y="4743449"/>
              <a:ext cx="1027430" cy="7620"/>
            </a:xfrm>
            <a:custGeom>
              <a:avLst/>
              <a:gdLst/>
              <a:ahLst/>
              <a:cxnLst/>
              <a:rect l="l" t="t" r="r" b="b"/>
              <a:pathLst>
                <a:path w="1027429" h="7620">
                  <a:moveTo>
                    <a:pt x="401320" y="1270"/>
                  </a:moveTo>
                  <a:lnTo>
                    <a:pt x="400050" y="1270"/>
                  </a:lnTo>
                  <a:lnTo>
                    <a:pt x="400050" y="0"/>
                  </a:lnTo>
                  <a:lnTo>
                    <a:pt x="99060" y="0"/>
                  </a:lnTo>
                  <a:lnTo>
                    <a:pt x="99060" y="1270"/>
                  </a:lnTo>
                  <a:lnTo>
                    <a:pt x="91440" y="1270"/>
                  </a:lnTo>
                  <a:lnTo>
                    <a:pt x="91440" y="2540"/>
                  </a:lnTo>
                  <a:lnTo>
                    <a:pt x="401320" y="2540"/>
                  </a:lnTo>
                  <a:lnTo>
                    <a:pt x="401320" y="1270"/>
                  </a:lnTo>
                  <a:close/>
                </a:path>
                <a:path w="1027429" h="7620">
                  <a:moveTo>
                    <a:pt x="402577" y="3810"/>
                  </a:moveTo>
                  <a:lnTo>
                    <a:pt x="401320" y="3810"/>
                  </a:lnTo>
                  <a:lnTo>
                    <a:pt x="401320" y="2552"/>
                  </a:lnTo>
                  <a:lnTo>
                    <a:pt x="83820" y="2552"/>
                  </a:lnTo>
                  <a:lnTo>
                    <a:pt x="83820" y="3810"/>
                  </a:lnTo>
                  <a:lnTo>
                    <a:pt x="45707" y="3810"/>
                  </a:lnTo>
                  <a:lnTo>
                    <a:pt x="45707" y="2540"/>
                  </a:lnTo>
                  <a:lnTo>
                    <a:pt x="38100" y="2540"/>
                  </a:lnTo>
                  <a:lnTo>
                    <a:pt x="38100" y="1270"/>
                  </a:lnTo>
                  <a:lnTo>
                    <a:pt x="35560" y="1270"/>
                  </a:lnTo>
                  <a:lnTo>
                    <a:pt x="35560" y="0"/>
                  </a:lnTo>
                  <a:lnTo>
                    <a:pt x="0" y="0"/>
                  </a:lnTo>
                  <a:lnTo>
                    <a:pt x="0" y="1270"/>
                  </a:lnTo>
                  <a:lnTo>
                    <a:pt x="0" y="2540"/>
                  </a:lnTo>
                  <a:lnTo>
                    <a:pt x="0" y="3810"/>
                  </a:lnTo>
                  <a:lnTo>
                    <a:pt x="0" y="7620"/>
                  </a:lnTo>
                  <a:lnTo>
                    <a:pt x="402577" y="7620"/>
                  </a:lnTo>
                  <a:lnTo>
                    <a:pt x="402577" y="3810"/>
                  </a:lnTo>
                  <a:close/>
                </a:path>
                <a:path w="1027429" h="7620">
                  <a:moveTo>
                    <a:pt x="1022350" y="1270"/>
                  </a:moveTo>
                  <a:lnTo>
                    <a:pt x="1019810" y="1270"/>
                  </a:lnTo>
                  <a:lnTo>
                    <a:pt x="1019810" y="0"/>
                  </a:lnTo>
                  <a:lnTo>
                    <a:pt x="722630" y="0"/>
                  </a:lnTo>
                  <a:lnTo>
                    <a:pt x="722630" y="1270"/>
                  </a:lnTo>
                  <a:lnTo>
                    <a:pt x="722630" y="2540"/>
                  </a:lnTo>
                  <a:lnTo>
                    <a:pt x="1022350" y="2540"/>
                  </a:lnTo>
                  <a:lnTo>
                    <a:pt x="1022350" y="1270"/>
                  </a:lnTo>
                  <a:close/>
                </a:path>
                <a:path w="1027429" h="7620">
                  <a:moveTo>
                    <a:pt x="1027417" y="6350"/>
                  </a:moveTo>
                  <a:lnTo>
                    <a:pt x="1026160" y="6350"/>
                  </a:lnTo>
                  <a:lnTo>
                    <a:pt x="1026160" y="5080"/>
                  </a:lnTo>
                  <a:lnTo>
                    <a:pt x="1024890" y="5080"/>
                  </a:lnTo>
                  <a:lnTo>
                    <a:pt x="1024890" y="3810"/>
                  </a:lnTo>
                  <a:lnTo>
                    <a:pt x="1023620" y="3810"/>
                  </a:lnTo>
                  <a:lnTo>
                    <a:pt x="1023620" y="2552"/>
                  </a:lnTo>
                  <a:lnTo>
                    <a:pt x="723900" y="2552"/>
                  </a:lnTo>
                  <a:lnTo>
                    <a:pt x="723900" y="3810"/>
                  </a:lnTo>
                  <a:lnTo>
                    <a:pt x="725170" y="3810"/>
                  </a:lnTo>
                  <a:lnTo>
                    <a:pt x="725170" y="5080"/>
                  </a:lnTo>
                  <a:lnTo>
                    <a:pt x="725170" y="6350"/>
                  </a:lnTo>
                  <a:lnTo>
                    <a:pt x="726427" y="6350"/>
                  </a:lnTo>
                  <a:lnTo>
                    <a:pt x="726427" y="7620"/>
                  </a:lnTo>
                  <a:lnTo>
                    <a:pt x="1027417" y="7620"/>
                  </a:lnTo>
                  <a:lnTo>
                    <a:pt x="1027417" y="6350"/>
                  </a:lnTo>
                  <a:close/>
                </a:path>
              </a:pathLst>
            </a:custGeom>
            <a:solidFill>
              <a:srgbClr val="DDA500"/>
            </a:solidFill>
          </p:spPr>
          <p:txBody>
            <a:bodyPr wrap="square" lIns="0" tIns="0" rIns="0" bIns="0" rtlCol="0"/>
            <a:lstStyle/>
            <a:p/>
          </p:txBody>
        </p:sp>
        <p:sp>
          <p:nvSpPr>
            <p:cNvPr id="1729" name="object 1729"/>
            <p:cNvSpPr/>
            <p:nvPr/>
          </p:nvSpPr>
          <p:spPr>
            <a:xfrm>
              <a:off x="2567940" y="4751069"/>
              <a:ext cx="1036319" cy="7620"/>
            </a:xfrm>
            <a:custGeom>
              <a:avLst/>
              <a:gdLst/>
              <a:ahLst/>
              <a:cxnLst/>
              <a:rect l="l" t="t" r="r" b="b"/>
              <a:pathLst>
                <a:path w="1036320" h="7620">
                  <a:moveTo>
                    <a:pt x="407657" y="6350"/>
                  </a:moveTo>
                  <a:lnTo>
                    <a:pt x="406400" y="6350"/>
                  </a:lnTo>
                  <a:lnTo>
                    <a:pt x="406400" y="5080"/>
                  </a:lnTo>
                  <a:lnTo>
                    <a:pt x="405130" y="5080"/>
                  </a:lnTo>
                  <a:lnTo>
                    <a:pt x="405130" y="3810"/>
                  </a:lnTo>
                  <a:lnTo>
                    <a:pt x="403860" y="3810"/>
                  </a:lnTo>
                  <a:lnTo>
                    <a:pt x="403860" y="1270"/>
                  </a:lnTo>
                  <a:lnTo>
                    <a:pt x="402577" y="1270"/>
                  </a:lnTo>
                  <a:lnTo>
                    <a:pt x="402577" y="0"/>
                  </a:lnTo>
                  <a:lnTo>
                    <a:pt x="0" y="0"/>
                  </a:lnTo>
                  <a:lnTo>
                    <a:pt x="0" y="7620"/>
                  </a:lnTo>
                  <a:lnTo>
                    <a:pt x="407657" y="7620"/>
                  </a:lnTo>
                  <a:lnTo>
                    <a:pt x="407657" y="6350"/>
                  </a:lnTo>
                  <a:close/>
                </a:path>
                <a:path w="1036320" h="7620">
                  <a:moveTo>
                    <a:pt x="1028700" y="0"/>
                  </a:moveTo>
                  <a:lnTo>
                    <a:pt x="727710" y="0"/>
                  </a:lnTo>
                  <a:lnTo>
                    <a:pt x="727710" y="1270"/>
                  </a:lnTo>
                  <a:lnTo>
                    <a:pt x="1028700" y="1270"/>
                  </a:lnTo>
                  <a:lnTo>
                    <a:pt x="1028700" y="0"/>
                  </a:lnTo>
                  <a:close/>
                </a:path>
                <a:path w="1036320" h="7620">
                  <a:moveTo>
                    <a:pt x="1036320" y="6350"/>
                  </a:moveTo>
                  <a:lnTo>
                    <a:pt x="1035050" y="6350"/>
                  </a:lnTo>
                  <a:lnTo>
                    <a:pt x="1035050" y="5080"/>
                  </a:lnTo>
                  <a:lnTo>
                    <a:pt x="1033780" y="5080"/>
                  </a:lnTo>
                  <a:lnTo>
                    <a:pt x="1033780" y="3810"/>
                  </a:lnTo>
                  <a:lnTo>
                    <a:pt x="1032510" y="3810"/>
                  </a:lnTo>
                  <a:lnTo>
                    <a:pt x="1032510" y="2540"/>
                  </a:lnTo>
                  <a:lnTo>
                    <a:pt x="1031240" y="2540"/>
                  </a:lnTo>
                  <a:lnTo>
                    <a:pt x="1031240" y="1282"/>
                  </a:lnTo>
                  <a:lnTo>
                    <a:pt x="727710" y="1282"/>
                  </a:lnTo>
                  <a:lnTo>
                    <a:pt x="727710" y="2540"/>
                  </a:lnTo>
                  <a:lnTo>
                    <a:pt x="728980" y="2540"/>
                  </a:lnTo>
                  <a:lnTo>
                    <a:pt x="728980" y="3810"/>
                  </a:lnTo>
                  <a:lnTo>
                    <a:pt x="728980" y="5080"/>
                  </a:lnTo>
                  <a:lnTo>
                    <a:pt x="728980" y="6350"/>
                  </a:lnTo>
                  <a:lnTo>
                    <a:pt x="730250" y="6350"/>
                  </a:lnTo>
                  <a:lnTo>
                    <a:pt x="730250" y="7620"/>
                  </a:lnTo>
                  <a:lnTo>
                    <a:pt x="1036320" y="7620"/>
                  </a:lnTo>
                  <a:lnTo>
                    <a:pt x="1036320" y="6350"/>
                  </a:lnTo>
                  <a:close/>
                </a:path>
              </a:pathLst>
            </a:custGeom>
            <a:solidFill>
              <a:srgbClr val="DFA700"/>
            </a:solidFill>
          </p:spPr>
          <p:txBody>
            <a:bodyPr wrap="square" lIns="0" tIns="0" rIns="0" bIns="0" rtlCol="0"/>
            <a:lstStyle/>
            <a:p/>
          </p:txBody>
        </p:sp>
        <p:sp>
          <p:nvSpPr>
            <p:cNvPr id="1730" name="object 1730"/>
            <p:cNvSpPr/>
            <p:nvPr/>
          </p:nvSpPr>
          <p:spPr>
            <a:xfrm>
              <a:off x="2567940" y="4758689"/>
              <a:ext cx="1045210" cy="7620"/>
            </a:xfrm>
            <a:custGeom>
              <a:avLst/>
              <a:gdLst/>
              <a:ahLst/>
              <a:cxnLst/>
              <a:rect l="l" t="t" r="r" b="b"/>
              <a:pathLst>
                <a:path w="1045210" h="7620">
                  <a:moveTo>
                    <a:pt x="414020" y="5080"/>
                  </a:moveTo>
                  <a:lnTo>
                    <a:pt x="412750" y="5080"/>
                  </a:lnTo>
                  <a:lnTo>
                    <a:pt x="412750" y="3810"/>
                  </a:lnTo>
                  <a:lnTo>
                    <a:pt x="411480" y="3810"/>
                  </a:lnTo>
                  <a:lnTo>
                    <a:pt x="411480" y="2540"/>
                  </a:lnTo>
                  <a:lnTo>
                    <a:pt x="410210" y="2540"/>
                  </a:lnTo>
                  <a:lnTo>
                    <a:pt x="410210" y="1270"/>
                  </a:lnTo>
                  <a:lnTo>
                    <a:pt x="408927" y="1270"/>
                  </a:lnTo>
                  <a:lnTo>
                    <a:pt x="408927" y="0"/>
                  </a:lnTo>
                  <a:lnTo>
                    <a:pt x="0" y="0"/>
                  </a:lnTo>
                  <a:lnTo>
                    <a:pt x="0" y="1270"/>
                  </a:lnTo>
                  <a:lnTo>
                    <a:pt x="0" y="2540"/>
                  </a:lnTo>
                  <a:lnTo>
                    <a:pt x="0" y="3810"/>
                  </a:lnTo>
                  <a:lnTo>
                    <a:pt x="0" y="5080"/>
                  </a:lnTo>
                  <a:lnTo>
                    <a:pt x="13970" y="5080"/>
                  </a:lnTo>
                  <a:lnTo>
                    <a:pt x="13970" y="6350"/>
                  </a:lnTo>
                  <a:lnTo>
                    <a:pt x="414020" y="6350"/>
                  </a:lnTo>
                  <a:lnTo>
                    <a:pt x="414020" y="5080"/>
                  </a:lnTo>
                  <a:close/>
                </a:path>
                <a:path w="1045210" h="7620">
                  <a:moveTo>
                    <a:pt x="415290" y="6362"/>
                  </a:moveTo>
                  <a:lnTo>
                    <a:pt x="24130" y="6362"/>
                  </a:lnTo>
                  <a:lnTo>
                    <a:pt x="24130" y="7620"/>
                  </a:lnTo>
                  <a:lnTo>
                    <a:pt x="415290" y="7620"/>
                  </a:lnTo>
                  <a:lnTo>
                    <a:pt x="415290" y="6362"/>
                  </a:lnTo>
                  <a:close/>
                </a:path>
                <a:path w="1045210" h="7620">
                  <a:moveTo>
                    <a:pt x="1043940" y="5080"/>
                  </a:moveTo>
                  <a:lnTo>
                    <a:pt x="1042657" y="5080"/>
                  </a:lnTo>
                  <a:lnTo>
                    <a:pt x="1042657" y="3810"/>
                  </a:lnTo>
                  <a:lnTo>
                    <a:pt x="1041400" y="3810"/>
                  </a:lnTo>
                  <a:lnTo>
                    <a:pt x="1041400" y="2540"/>
                  </a:lnTo>
                  <a:lnTo>
                    <a:pt x="1040130" y="2540"/>
                  </a:lnTo>
                  <a:lnTo>
                    <a:pt x="1040130" y="1270"/>
                  </a:lnTo>
                  <a:lnTo>
                    <a:pt x="1037590" y="1270"/>
                  </a:lnTo>
                  <a:lnTo>
                    <a:pt x="1037590" y="12"/>
                  </a:lnTo>
                  <a:lnTo>
                    <a:pt x="730250" y="12"/>
                  </a:lnTo>
                  <a:lnTo>
                    <a:pt x="730250" y="1270"/>
                  </a:lnTo>
                  <a:lnTo>
                    <a:pt x="731520" y="1270"/>
                  </a:lnTo>
                  <a:lnTo>
                    <a:pt x="731520" y="2540"/>
                  </a:lnTo>
                  <a:lnTo>
                    <a:pt x="731520" y="3810"/>
                  </a:lnTo>
                  <a:lnTo>
                    <a:pt x="732777" y="3810"/>
                  </a:lnTo>
                  <a:lnTo>
                    <a:pt x="732777" y="5080"/>
                  </a:lnTo>
                  <a:lnTo>
                    <a:pt x="734060" y="5080"/>
                  </a:lnTo>
                  <a:lnTo>
                    <a:pt x="734060" y="6350"/>
                  </a:lnTo>
                  <a:lnTo>
                    <a:pt x="1043940" y="6350"/>
                  </a:lnTo>
                  <a:lnTo>
                    <a:pt x="1043940" y="5080"/>
                  </a:lnTo>
                  <a:close/>
                </a:path>
                <a:path w="1045210" h="7620">
                  <a:moveTo>
                    <a:pt x="1045210" y="6362"/>
                  </a:moveTo>
                  <a:lnTo>
                    <a:pt x="734060" y="6362"/>
                  </a:lnTo>
                  <a:lnTo>
                    <a:pt x="734060" y="7620"/>
                  </a:lnTo>
                  <a:lnTo>
                    <a:pt x="1045210" y="7620"/>
                  </a:lnTo>
                  <a:lnTo>
                    <a:pt x="1045210" y="6362"/>
                  </a:lnTo>
                  <a:close/>
                </a:path>
              </a:pathLst>
            </a:custGeom>
            <a:solidFill>
              <a:srgbClr val="E1A800"/>
            </a:solidFill>
          </p:spPr>
          <p:txBody>
            <a:bodyPr wrap="square" lIns="0" tIns="0" rIns="0" bIns="0" rtlCol="0"/>
            <a:lstStyle/>
            <a:p/>
          </p:txBody>
        </p:sp>
        <p:sp>
          <p:nvSpPr>
            <p:cNvPr id="1731" name="object 1731"/>
            <p:cNvSpPr/>
            <p:nvPr/>
          </p:nvSpPr>
          <p:spPr>
            <a:xfrm>
              <a:off x="2600960" y="4766309"/>
              <a:ext cx="1021080" cy="6350"/>
            </a:xfrm>
            <a:custGeom>
              <a:avLst/>
              <a:gdLst/>
              <a:ahLst/>
              <a:cxnLst/>
              <a:rect l="l" t="t" r="r" b="b"/>
              <a:pathLst>
                <a:path w="1021079" h="6350">
                  <a:moveTo>
                    <a:pt x="387337" y="3810"/>
                  </a:moveTo>
                  <a:lnTo>
                    <a:pt x="386080" y="3810"/>
                  </a:lnTo>
                  <a:lnTo>
                    <a:pt x="386080" y="2540"/>
                  </a:lnTo>
                  <a:lnTo>
                    <a:pt x="384810" y="2540"/>
                  </a:lnTo>
                  <a:lnTo>
                    <a:pt x="384810" y="1270"/>
                  </a:lnTo>
                  <a:lnTo>
                    <a:pt x="383540" y="1270"/>
                  </a:lnTo>
                  <a:lnTo>
                    <a:pt x="383540" y="0"/>
                  </a:lnTo>
                  <a:lnTo>
                    <a:pt x="0" y="0"/>
                  </a:lnTo>
                  <a:lnTo>
                    <a:pt x="0" y="1270"/>
                  </a:lnTo>
                  <a:lnTo>
                    <a:pt x="10160" y="1270"/>
                  </a:lnTo>
                  <a:lnTo>
                    <a:pt x="10160" y="2540"/>
                  </a:lnTo>
                  <a:lnTo>
                    <a:pt x="20320" y="2540"/>
                  </a:lnTo>
                  <a:lnTo>
                    <a:pt x="20320" y="3810"/>
                  </a:lnTo>
                  <a:lnTo>
                    <a:pt x="29210" y="3810"/>
                  </a:lnTo>
                  <a:lnTo>
                    <a:pt x="29210" y="5080"/>
                  </a:lnTo>
                  <a:lnTo>
                    <a:pt x="387337" y="5080"/>
                  </a:lnTo>
                  <a:lnTo>
                    <a:pt x="387337" y="3810"/>
                  </a:lnTo>
                  <a:close/>
                </a:path>
                <a:path w="1021079" h="6350">
                  <a:moveTo>
                    <a:pt x="388620" y="5092"/>
                  </a:moveTo>
                  <a:lnTo>
                    <a:pt x="39370" y="5092"/>
                  </a:lnTo>
                  <a:lnTo>
                    <a:pt x="39370" y="6350"/>
                  </a:lnTo>
                  <a:lnTo>
                    <a:pt x="388620" y="6350"/>
                  </a:lnTo>
                  <a:lnTo>
                    <a:pt x="388620" y="5092"/>
                  </a:lnTo>
                  <a:close/>
                </a:path>
                <a:path w="1021079" h="6350">
                  <a:moveTo>
                    <a:pt x="1018540" y="3810"/>
                  </a:moveTo>
                  <a:lnTo>
                    <a:pt x="1017270" y="3810"/>
                  </a:lnTo>
                  <a:lnTo>
                    <a:pt x="1017270" y="2540"/>
                  </a:lnTo>
                  <a:lnTo>
                    <a:pt x="1016000" y="2540"/>
                  </a:lnTo>
                  <a:lnTo>
                    <a:pt x="1016000" y="1270"/>
                  </a:lnTo>
                  <a:lnTo>
                    <a:pt x="1014730" y="1270"/>
                  </a:lnTo>
                  <a:lnTo>
                    <a:pt x="1014730" y="0"/>
                  </a:lnTo>
                  <a:lnTo>
                    <a:pt x="702310" y="0"/>
                  </a:lnTo>
                  <a:lnTo>
                    <a:pt x="702310" y="1270"/>
                  </a:lnTo>
                  <a:lnTo>
                    <a:pt x="702310" y="2540"/>
                  </a:lnTo>
                  <a:lnTo>
                    <a:pt x="702310" y="3810"/>
                  </a:lnTo>
                  <a:lnTo>
                    <a:pt x="702310" y="5080"/>
                  </a:lnTo>
                  <a:lnTo>
                    <a:pt x="1018540" y="5080"/>
                  </a:lnTo>
                  <a:lnTo>
                    <a:pt x="1018540" y="3810"/>
                  </a:lnTo>
                  <a:close/>
                </a:path>
                <a:path w="1021079" h="6350">
                  <a:moveTo>
                    <a:pt x="1021080" y="5092"/>
                  </a:moveTo>
                  <a:lnTo>
                    <a:pt x="703580" y="5092"/>
                  </a:lnTo>
                  <a:lnTo>
                    <a:pt x="703580" y="6350"/>
                  </a:lnTo>
                  <a:lnTo>
                    <a:pt x="1021080" y="6350"/>
                  </a:lnTo>
                  <a:lnTo>
                    <a:pt x="1021080" y="5092"/>
                  </a:lnTo>
                  <a:close/>
                </a:path>
              </a:pathLst>
            </a:custGeom>
            <a:solidFill>
              <a:srgbClr val="E3AA00"/>
            </a:solidFill>
          </p:spPr>
          <p:txBody>
            <a:bodyPr wrap="square" lIns="0" tIns="0" rIns="0" bIns="0" rtlCol="0"/>
            <a:lstStyle/>
            <a:p/>
          </p:txBody>
        </p:sp>
        <p:sp>
          <p:nvSpPr>
            <p:cNvPr id="1732" name="object 1732"/>
            <p:cNvSpPr/>
            <p:nvPr/>
          </p:nvSpPr>
          <p:spPr>
            <a:xfrm>
              <a:off x="2649220" y="4772659"/>
              <a:ext cx="982980" cy="7620"/>
            </a:xfrm>
            <a:custGeom>
              <a:avLst/>
              <a:gdLst/>
              <a:ahLst/>
              <a:cxnLst/>
              <a:rect l="l" t="t" r="r" b="b"/>
              <a:pathLst>
                <a:path w="982979" h="7620">
                  <a:moveTo>
                    <a:pt x="350520" y="3810"/>
                  </a:moveTo>
                  <a:lnTo>
                    <a:pt x="346697" y="3810"/>
                  </a:lnTo>
                  <a:lnTo>
                    <a:pt x="346697" y="2540"/>
                  </a:lnTo>
                  <a:lnTo>
                    <a:pt x="344170" y="2540"/>
                  </a:lnTo>
                  <a:lnTo>
                    <a:pt x="344170" y="1270"/>
                  </a:lnTo>
                  <a:lnTo>
                    <a:pt x="341630" y="1270"/>
                  </a:lnTo>
                  <a:lnTo>
                    <a:pt x="341630" y="0"/>
                  </a:lnTo>
                  <a:lnTo>
                    <a:pt x="0" y="0"/>
                  </a:lnTo>
                  <a:lnTo>
                    <a:pt x="0" y="1270"/>
                  </a:lnTo>
                  <a:lnTo>
                    <a:pt x="10160" y="1270"/>
                  </a:lnTo>
                  <a:lnTo>
                    <a:pt x="10160" y="2540"/>
                  </a:lnTo>
                  <a:lnTo>
                    <a:pt x="20320" y="2540"/>
                  </a:lnTo>
                  <a:lnTo>
                    <a:pt x="20320" y="3810"/>
                  </a:lnTo>
                  <a:lnTo>
                    <a:pt x="29210" y="3810"/>
                  </a:lnTo>
                  <a:lnTo>
                    <a:pt x="29210" y="5080"/>
                  </a:lnTo>
                  <a:lnTo>
                    <a:pt x="350520" y="5080"/>
                  </a:lnTo>
                  <a:lnTo>
                    <a:pt x="350520" y="3810"/>
                  </a:lnTo>
                  <a:close/>
                </a:path>
                <a:path w="982979" h="7620">
                  <a:moveTo>
                    <a:pt x="354330" y="6350"/>
                  </a:moveTo>
                  <a:lnTo>
                    <a:pt x="351777" y="6350"/>
                  </a:lnTo>
                  <a:lnTo>
                    <a:pt x="351777" y="5092"/>
                  </a:lnTo>
                  <a:lnTo>
                    <a:pt x="39370" y="5092"/>
                  </a:lnTo>
                  <a:lnTo>
                    <a:pt x="39370" y="6350"/>
                  </a:lnTo>
                  <a:lnTo>
                    <a:pt x="49530" y="6350"/>
                  </a:lnTo>
                  <a:lnTo>
                    <a:pt x="49530" y="7620"/>
                  </a:lnTo>
                  <a:lnTo>
                    <a:pt x="354330" y="7620"/>
                  </a:lnTo>
                  <a:lnTo>
                    <a:pt x="354330" y="6350"/>
                  </a:lnTo>
                  <a:close/>
                </a:path>
                <a:path w="982979" h="7620">
                  <a:moveTo>
                    <a:pt x="982980" y="6350"/>
                  </a:moveTo>
                  <a:lnTo>
                    <a:pt x="981710" y="6350"/>
                  </a:lnTo>
                  <a:lnTo>
                    <a:pt x="981710" y="5080"/>
                  </a:lnTo>
                  <a:lnTo>
                    <a:pt x="979170" y="5080"/>
                  </a:lnTo>
                  <a:lnTo>
                    <a:pt x="979170" y="3810"/>
                  </a:lnTo>
                  <a:lnTo>
                    <a:pt x="977900" y="3810"/>
                  </a:lnTo>
                  <a:lnTo>
                    <a:pt x="977900" y="2540"/>
                  </a:lnTo>
                  <a:lnTo>
                    <a:pt x="976630" y="2540"/>
                  </a:lnTo>
                  <a:lnTo>
                    <a:pt x="976630" y="1270"/>
                  </a:lnTo>
                  <a:lnTo>
                    <a:pt x="974090" y="1270"/>
                  </a:lnTo>
                  <a:lnTo>
                    <a:pt x="974090" y="0"/>
                  </a:lnTo>
                  <a:lnTo>
                    <a:pt x="655320" y="0"/>
                  </a:lnTo>
                  <a:lnTo>
                    <a:pt x="655320" y="1270"/>
                  </a:lnTo>
                  <a:lnTo>
                    <a:pt x="655320" y="2540"/>
                  </a:lnTo>
                  <a:lnTo>
                    <a:pt x="656590" y="2540"/>
                  </a:lnTo>
                  <a:lnTo>
                    <a:pt x="656590" y="3810"/>
                  </a:lnTo>
                  <a:lnTo>
                    <a:pt x="656590" y="5080"/>
                  </a:lnTo>
                  <a:lnTo>
                    <a:pt x="656590" y="6350"/>
                  </a:lnTo>
                  <a:lnTo>
                    <a:pt x="656590" y="7620"/>
                  </a:lnTo>
                  <a:lnTo>
                    <a:pt x="982980" y="7620"/>
                  </a:lnTo>
                  <a:lnTo>
                    <a:pt x="982980" y="6350"/>
                  </a:lnTo>
                  <a:close/>
                </a:path>
              </a:pathLst>
            </a:custGeom>
            <a:solidFill>
              <a:srgbClr val="E5AB00"/>
            </a:solidFill>
          </p:spPr>
          <p:txBody>
            <a:bodyPr wrap="square" lIns="0" tIns="0" rIns="0" bIns="0" rtlCol="0"/>
            <a:lstStyle/>
            <a:p/>
          </p:txBody>
        </p:sp>
        <p:sp>
          <p:nvSpPr>
            <p:cNvPr id="1733" name="object 1733"/>
            <p:cNvSpPr/>
            <p:nvPr/>
          </p:nvSpPr>
          <p:spPr>
            <a:xfrm>
              <a:off x="2707640" y="4780279"/>
              <a:ext cx="934719" cy="7620"/>
            </a:xfrm>
            <a:custGeom>
              <a:avLst/>
              <a:gdLst/>
              <a:ahLst/>
              <a:cxnLst/>
              <a:rect l="l" t="t" r="r" b="b"/>
              <a:pathLst>
                <a:path w="934720" h="7620">
                  <a:moveTo>
                    <a:pt x="304800" y="2540"/>
                  </a:moveTo>
                  <a:lnTo>
                    <a:pt x="300990" y="2540"/>
                  </a:lnTo>
                  <a:lnTo>
                    <a:pt x="300990" y="1270"/>
                  </a:lnTo>
                  <a:lnTo>
                    <a:pt x="298450" y="1270"/>
                  </a:lnTo>
                  <a:lnTo>
                    <a:pt x="298450" y="0"/>
                  </a:lnTo>
                  <a:lnTo>
                    <a:pt x="0" y="0"/>
                  </a:lnTo>
                  <a:lnTo>
                    <a:pt x="0" y="1270"/>
                  </a:lnTo>
                  <a:lnTo>
                    <a:pt x="10160" y="1270"/>
                  </a:lnTo>
                  <a:lnTo>
                    <a:pt x="10160" y="2540"/>
                  </a:lnTo>
                  <a:lnTo>
                    <a:pt x="20320" y="2540"/>
                  </a:lnTo>
                  <a:lnTo>
                    <a:pt x="20320" y="3810"/>
                  </a:lnTo>
                  <a:lnTo>
                    <a:pt x="304800" y="3810"/>
                  </a:lnTo>
                  <a:lnTo>
                    <a:pt x="304800" y="2540"/>
                  </a:lnTo>
                  <a:close/>
                </a:path>
                <a:path w="934720" h="7620">
                  <a:moveTo>
                    <a:pt x="312420" y="6350"/>
                  </a:moveTo>
                  <a:lnTo>
                    <a:pt x="308610" y="6350"/>
                  </a:lnTo>
                  <a:lnTo>
                    <a:pt x="308610" y="5080"/>
                  </a:lnTo>
                  <a:lnTo>
                    <a:pt x="306070" y="5080"/>
                  </a:lnTo>
                  <a:lnTo>
                    <a:pt x="306070" y="3822"/>
                  </a:lnTo>
                  <a:lnTo>
                    <a:pt x="29210" y="3822"/>
                  </a:lnTo>
                  <a:lnTo>
                    <a:pt x="29210" y="5080"/>
                  </a:lnTo>
                  <a:lnTo>
                    <a:pt x="39370" y="5080"/>
                  </a:lnTo>
                  <a:lnTo>
                    <a:pt x="39370" y="6350"/>
                  </a:lnTo>
                  <a:lnTo>
                    <a:pt x="48260" y="6350"/>
                  </a:lnTo>
                  <a:lnTo>
                    <a:pt x="48260" y="7620"/>
                  </a:lnTo>
                  <a:lnTo>
                    <a:pt x="312420" y="7620"/>
                  </a:lnTo>
                  <a:lnTo>
                    <a:pt x="312420" y="6350"/>
                  </a:lnTo>
                  <a:close/>
                </a:path>
                <a:path w="934720" h="7620">
                  <a:moveTo>
                    <a:pt x="934720" y="6350"/>
                  </a:moveTo>
                  <a:lnTo>
                    <a:pt x="933450" y="6350"/>
                  </a:lnTo>
                  <a:lnTo>
                    <a:pt x="933450" y="5080"/>
                  </a:lnTo>
                  <a:lnTo>
                    <a:pt x="932167" y="5080"/>
                  </a:lnTo>
                  <a:lnTo>
                    <a:pt x="932167" y="3810"/>
                  </a:lnTo>
                  <a:lnTo>
                    <a:pt x="929640" y="3810"/>
                  </a:lnTo>
                  <a:lnTo>
                    <a:pt x="929640" y="2540"/>
                  </a:lnTo>
                  <a:lnTo>
                    <a:pt x="928370" y="2540"/>
                  </a:lnTo>
                  <a:lnTo>
                    <a:pt x="928370" y="1270"/>
                  </a:lnTo>
                  <a:lnTo>
                    <a:pt x="927100" y="1270"/>
                  </a:lnTo>
                  <a:lnTo>
                    <a:pt x="927100" y="0"/>
                  </a:lnTo>
                  <a:lnTo>
                    <a:pt x="598170" y="0"/>
                  </a:lnTo>
                  <a:lnTo>
                    <a:pt x="598170" y="1270"/>
                  </a:lnTo>
                  <a:lnTo>
                    <a:pt x="598170" y="2540"/>
                  </a:lnTo>
                  <a:lnTo>
                    <a:pt x="598170" y="3810"/>
                  </a:lnTo>
                  <a:lnTo>
                    <a:pt x="596900" y="3810"/>
                  </a:lnTo>
                  <a:lnTo>
                    <a:pt x="596900" y="5080"/>
                  </a:lnTo>
                  <a:lnTo>
                    <a:pt x="596900" y="6350"/>
                  </a:lnTo>
                  <a:lnTo>
                    <a:pt x="596900" y="7620"/>
                  </a:lnTo>
                  <a:lnTo>
                    <a:pt x="934720" y="7620"/>
                  </a:lnTo>
                  <a:lnTo>
                    <a:pt x="934720" y="6350"/>
                  </a:lnTo>
                  <a:close/>
                </a:path>
              </a:pathLst>
            </a:custGeom>
            <a:solidFill>
              <a:srgbClr val="E7AD00"/>
            </a:solidFill>
          </p:spPr>
          <p:txBody>
            <a:bodyPr wrap="square" lIns="0" tIns="0" rIns="0" bIns="0" rtlCol="0"/>
            <a:lstStyle/>
            <a:p/>
          </p:txBody>
        </p:sp>
        <p:sp>
          <p:nvSpPr>
            <p:cNvPr id="1734" name="object 1734"/>
            <p:cNvSpPr/>
            <p:nvPr/>
          </p:nvSpPr>
          <p:spPr>
            <a:xfrm>
              <a:off x="2766060" y="4787899"/>
              <a:ext cx="885190" cy="6350"/>
            </a:xfrm>
            <a:custGeom>
              <a:avLst/>
              <a:gdLst/>
              <a:ahLst/>
              <a:cxnLst/>
              <a:rect l="l" t="t" r="r" b="b"/>
              <a:pathLst>
                <a:path w="885189" h="6350">
                  <a:moveTo>
                    <a:pt x="264160" y="1270"/>
                  </a:moveTo>
                  <a:lnTo>
                    <a:pt x="256540" y="1270"/>
                  </a:lnTo>
                  <a:lnTo>
                    <a:pt x="256540" y="0"/>
                  </a:lnTo>
                  <a:lnTo>
                    <a:pt x="0" y="0"/>
                  </a:lnTo>
                  <a:lnTo>
                    <a:pt x="0" y="1270"/>
                  </a:lnTo>
                  <a:lnTo>
                    <a:pt x="10160" y="1270"/>
                  </a:lnTo>
                  <a:lnTo>
                    <a:pt x="10160" y="2540"/>
                  </a:lnTo>
                  <a:lnTo>
                    <a:pt x="264160" y="2540"/>
                  </a:lnTo>
                  <a:lnTo>
                    <a:pt x="264160" y="1270"/>
                  </a:lnTo>
                  <a:close/>
                </a:path>
                <a:path w="885189" h="6350">
                  <a:moveTo>
                    <a:pt x="284480" y="5080"/>
                  </a:moveTo>
                  <a:lnTo>
                    <a:pt x="273037" y="5080"/>
                  </a:lnTo>
                  <a:lnTo>
                    <a:pt x="273037" y="3810"/>
                  </a:lnTo>
                  <a:lnTo>
                    <a:pt x="266700" y="3810"/>
                  </a:lnTo>
                  <a:lnTo>
                    <a:pt x="266700" y="2552"/>
                  </a:lnTo>
                  <a:lnTo>
                    <a:pt x="19050" y="2552"/>
                  </a:lnTo>
                  <a:lnTo>
                    <a:pt x="19050" y="3810"/>
                  </a:lnTo>
                  <a:lnTo>
                    <a:pt x="29210" y="3810"/>
                  </a:lnTo>
                  <a:lnTo>
                    <a:pt x="29210" y="5080"/>
                  </a:lnTo>
                  <a:lnTo>
                    <a:pt x="39370" y="5080"/>
                  </a:lnTo>
                  <a:lnTo>
                    <a:pt x="39370" y="6350"/>
                  </a:lnTo>
                  <a:lnTo>
                    <a:pt x="284480" y="6350"/>
                  </a:lnTo>
                  <a:lnTo>
                    <a:pt x="284480" y="5080"/>
                  </a:lnTo>
                  <a:close/>
                </a:path>
                <a:path w="885189" h="6350">
                  <a:moveTo>
                    <a:pt x="880110" y="1270"/>
                  </a:moveTo>
                  <a:lnTo>
                    <a:pt x="878840" y="1270"/>
                  </a:lnTo>
                  <a:lnTo>
                    <a:pt x="878840" y="0"/>
                  </a:lnTo>
                  <a:lnTo>
                    <a:pt x="537210" y="0"/>
                  </a:lnTo>
                  <a:lnTo>
                    <a:pt x="537210" y="1270"/>
                  </a:lnTo>
                  <a:lnTo>
                    <a:pt x="537210" y="2540"/>
                  </a:lnTo>
                  <a:lnTo>
                    <a:pt x="880110" y="2540"/>
                  </a:lnTo>
                  <a:lnTo>
                    <a:pt x="880110" y="1270"/>
                  </a:lnTo>
                  <a:close/>
                </a:path>
                <a:path w="885189" h="6350">
                  <a:moveTo>
                    <a:pt x="885190" y="5080"/>
                  </a:moveTo>
                  <a:lnTo>
                    <a:pt x="883920" y="5080"/>
                  </a:lnTo>
                  <a:lnTo>
                    <a:pt x="883920" y="3810"/>
                  </a:lnTo>
                  <a:lnTo>
                    <a:pt x="881380" y="3810"/>
                  </a:lnTo>
                  <a:lnTo>
                    <a:pt x="881380" y="2552"/>
                  </a:lnTo>
                  <a:lnTo>
                    <a:pt x="535940" y="2552"/>
                  </a:lnTo>
                  <a:lnTo>
                    <a:pt x="535940" y="3810"/>
                  </a:lnTo>
                  <a:lnTo>
                    <a:pt x="534657" y="3810"/>
                  </a:lnTo>
                  <a:lnTo>
                    <a:pt x="534657" y="5080"/>
                  </a:lnTo>
                  <a:lnTo>
                    <a:pt x="533400" y="5080"/>
                  </a:lnTo>
                  <a:lnTo>
                    <a:pt x="533400" y="6350"/>
                  </a:lnTo>
                  <a:lnTo>
                    <a:pt x="885190" y="6350"/>
                  </a:lnTo>
                  <a:lnTo>
                    <a:pt x="885190" y="5080"/>
                  </a:lnTo>
                  <a:close/>
                </a:path>
              </a:pathLst>
            </a:custGeom>
            <a:solidFill>
              <a:srgbClr val="E9AE00"/>
            </a:solidFill>
          </p:spPr>
          <p:txBody>
            <a:bodyPr wrap="square" lIns="0" tIns="0" rIns="0" bIns="0" rtlCol="0"/>
            <a:lstStyle/>
            <a:p/>
          </p:txBody>
        </p:sp>
        <p:sp>
          <p:nvSpPr>
            <p:cNvPr id="1735" name="object 1735"/>
            <p:cNvSpPr/>
            <p:nvPr/>
          </p:nvSpPr>
          <p:spPr>
            <a:xfrm>
              <a:off x="2814320" y="4794249"/>
              <a:ext cx="850900" cy="7620"/>
            </a:xfrm>
            <a:custGeom>
              <a:avLst/>
              <a:gdLst/>
              <a:ahLst/>
              <a:cxnLst/>
              <a:rect l="l" t="t" r="r" b="b"/>
              <a:pathLst>
                <a:path w="850900" h="7620">
                  <a:moveTo>
                    <a:pt x="251460" y="1270"/>
                  </a:moveTo>
                  <a:lnTo>
                    <a:pt x="247650" y="1270"/>
                  </a:lnTo>
                  <a:lnTo>
                    <a:pt x="247650" y="0"/>
                  </a:lnTo>
                  <a:lnTo>
                    <a:pt x="0" y="0"/>
                  </a:lnTo>
                  <a:lnTo>
                    <a:pt x="0" y="1270"/>
                  </a:lnTo>
                  <a:lnTo>
                    <a:pt x="10160" y="1270"/>
                  </a:lnTo>
                  <a:lnTo>
                    <a:pt x="10160" y="2540"/>
                  </a:lnTo>
                  <a:lnTo>
                    <a:pt x="251460" y="2540"/>
                  </a:lnTo>
                  <a:lnTo>
                    <a:pt x="251460" y="1270"/>
                  </a:lnTo>
                  <a:close/>
                </a:path>
                <a:path w="850900" h="7620">
                  <a:moveTo>
                    <a:pt x="274320" y="3810"/>
                  </a:moveTo>
                  <a:lnTo>
                    <a:pt x="260350" y="3810"/>
                  </a:lnTo>
                  <a:lnTo>
                    <a:pt x="260350" y="2552"/>
                  </a:lnTo>
                  <a:lnTo>
                    <a:pt x="20320" y="2552"/>
                  </a:lnTo>
                  <a:lnTo>
                    <a:pt x="20320" y="3810"/>
                  </a:lnTo>
                  <a:lnTo>
                    <a:pt x="29210" y="3810"/>
                  </a:lnTo>
                  <a:lnTo>
                    <a:pt x="29210" y="5080"/>
                  </a:lnTo>
                  <a:lnTo>
                    <a:pt x="39370" y="5080"/>
                  </a:lnTo>
                  <a:lnTo>
                    <a:pt x="39370" y="6350"/>
                  </a:lnTo>
                  <a:lnTo>
                    <a:pt x="48247" y="6350"/>
                  </a:lnTo>
                  <a:lnTo>
                    <a:pt x="48247" y="7620"/>
                  </a:lnTo>
                  <a:lnTo>
                    <a:pt x="274320" y="7620"/>
                  </a:lnTo>
                  <a:lnTo>
                    <a:pt x="274320" y="6350"/>
                  </a:lnTo>
                  <a:lnTo>
                    <a:pt x="274320" y="5080"/>
                  </a:lnTo>
                  <a:lnTo>
                    <a:pt x="274320" y="3810"/>
                  </a:lnTo>
                  <a:close/>
                </a:path>
                <a:path w="850900" h="7620">
                  <a:moveTo>
                    <a:pt x="842010" y="1270"/>
                  </a:moveTo>
                  <a:lnTo>
                    <a:pt x="839470" y="1270"/>
                  </a:lnTo>
                  <a:lnTo>
                    <a:pt x="839470" y="0"/>
                  </a:lnTo>
                  <a:lnTo>
                    <a:pt x="483870" y="0"/>
                  </a:lnTo>
                  <a:lnTo>
                    <a:pt x="483870" y="1270"/>
                  </a:lnTo>
                  <a:lnTo>
                    <a:pt x="482600" y="1270"/>
                  </a:lnTo>
                  <a:lnTo>
                    <a:pt x="482600" y="2540"/>
                  </a:lnTo>
                  <a:lnTo>
                    <a:pt x="842010" y="2540"/>
                  </a:lnTo>
                  <a:lnTo>
                    <a:pt x="842010" y="1270"/>
                  </a:lnTo>
                  <a:close/>
                </a:path>
                <a:path w="850900" h="7620">
                  <a:moveTo>
                    <a:pt x="850887" y="6350"/>
                  </a:moveTo>
                  <a:lnTo>
                    <a:pt x="848360" y="6350"/>
                  </a:lnTo>
                  <a:lnTo>
                    <a:pt x="848360" y="5080"/>
                  </a:lnTo>
                  <a:lnTo>
                    <a:pt x="845820" y="5080"/>
                  </a:lnTo>
                  <a:lnTo>
                    <a:pt x="845820" y="3810"/>
                  </a:lnTo>
                  <a:lnTo>
                    <a:pt x="843280" y="3810"/>
                  </a:lnTo>
                  <a:lnTo>
                    <a:pt x="843280" y="2552"/>
                  </a:lnTo>
                  <a:lnTo>
                    <a:pt x="481330" y="2552"/>
                  </a:lnTo>
                  <a:lnTo>
                    <a:pt x="481330" y="3810"/>
                  </a:lnTo>
                  <a:lnTo>
                    <a:pt x="480047" y="3810"/>
                  </a:lnTo>
                  <a:lnTo>
                    <a:pt x="480047" y="5080"/>
                  </a:lnTo>
                  <a:lnTo>
                    <a:pt x="477520" y="5080"/>
                  </a:lnTo>
                  <a:lnTo>
                    <a:pt x="477520" y="6350"/>
                  </a:lnTo>
                  <a:lnTo>
                    <a:pt x="473697" y="6350"/>
                  </a:lnTo>
                  <a:lnTo>
                    <a:pt x="473697" y="7620"/>
                  </a:lnTo>
                  <a:lnTo>
                    <a:pt x="850887" y="7620"/>
                  </a:lnTo>
                  <a:lnTo>
                    <a:pt x="850887" y="6350"/>
                  </a:lnTo>
                  <a:close/>
                </a:path>
              </a:pathLst>
            </a:custGeom>
            <a:solidFill>
              <a:srgbClr val="EBB000"/>
            </a:solidFill>
          </p:spPr>
          <p:txBody>
            <a:bodyPr wrap="square" lIns="0" tIns="0" rIns="0" bIns="0" rtlCol="0"/>
            <a:lstStyle/>
            <a:p/>
          </p:txBody>
        </p:sp>
        <p:sp>
          <p:nvSpPr>
            <p:cNvPr id="1736" name="object 1736"/>
            <p:cNvSpPr/>
            <p:nvPr/>
          </p:nvSpPr>
          <p:spPr>
            <a:xfrm>
              <a:off x="2872740" y="4801869"/>
              <a:ext cx="803910" cy="7620"/>
            </a:xfrm>
            <a:custGeom>
              <a:avLst/>
              <a:gdLst/>
              <a:ahLst/>
              <a:cxnLst/>
              <a:rect l="l" t="t" r="r" b="b"/>
              <a:pathLst>
                <a:path w="803910" h="7620">
                  <a:moveTo>
                    <a:pt x="215900" y="0"/>
                  </a:moveTo>
                  <a:lnTo>
                    <a:pt x="0" y="0"/>
                  </a:lnTo>
                  <a:lnTo>
                    <a:pt x="0" y="1270"/>
                  </a:lnTo>
                  <a:lnTo>
                    <a:pt x="10160" y="1270"/>
                  </a:lnTo>
                  <a:lnTo>
                    <a:pt x="10160" y="2540"/>
                  </a:lnTo>
                  <a:lnTo>
                    <a:pt x="15240" y="2540"/>
                  </a:lnTo>
                  <a:lnTo>
                    <a:pt x="15240" y="3810"/>
                  </a:lnTo>
                  <a:lnTo>
                    <a:pt x="30480" y="3810"/>
                  </a:lnTo>
                  <a:lnTo>
                    <a:pt x="30480" y="5080"/>
                  </a:lnTo>
                  <a:lnTo>
                    <a:pt x="54610" y="5080"/>
                  </a:lnTo>
                  <a:lnTo>
                    <a:pt x="54610" y="6350"/>
                  </a:lnTo>
                  <a:lnTo>
                    <a:pt x="71120" y="6350"/>
                  </a:lnTo>
                  <a:lnTo>
                    <a:pt x="71120" y="7620"/>
                  </a:lnTo>
                  <a:lnTo>
                    <a:pt x="215900" y="7620"/>
                  </a:lnTo>
                  <a:lnTo>
                    <a:pt x="215900" y="1270"/>
                  </a:lnTo>
                  <a:lnTo>
                    <a:pt x="215900" y="0"/>
                  </a:lnTo>
                  <a:close/>
                </a:path>
                <a:path w="803910" h="7620">
                  <a:moveTo>
                    <a:pt x="793750" y="0"/>
                  </a:moveTo>
                  <a:lnTo>
                    <a:pt x="414020" y="0"/>
                  </a:lnTo>
                  <a:lnTo>
                    <a:pt x="414020" y="1270"/>
                  </a:lnTo>
                  <a:lnTo>
                    <a:pt x="793750" y="1270"/>
                  </a:lnTo>
                  <a:lnTo>
                    <a:pt x="793750" y="0"/>
                  </a:lnTo>
                  <a:close/>
                </a:path>
                <a:path w="803910" h="7620">
                  <a:moveTo>
                    <a:pt x="803910" y="6350"/>
                  </a:moveTo>
                  <a:lnTo>
                    <a:pt x="802640" y="6350"/>
                  </a:lnTo>
                  <a:lnTo>
                    <a:pt x="802640" y="5080"/>
                  </a:lnTo>
                  <a:lnTo>
                    <a:pt x="800100" y="5080"/>
                  </a:lnTo>
                  <a:lnTo>
                    <a:pt x="800100" y="3810"/>
                  </a:lnTo>
                  <a:lnTo>
                    <a:pt x="797560" y="3810"/>
                  </a:lnTo>
                  <a:lnTo>
                    <a:pt x="797560" y="2540"/>
                  </a:lnTo>
                  <a:lnTo>
                    <a:pt x="796290" y="2540"/>
                  </a:lnTo>
                  <a:lnTo>
                    <a:pt x="796290" y="1282"/>
                  </a:lnTo>
                  <a:lnTo>
                    <a:pt x="407670" y="1282"/>
                  </a:lnTo>
                  <a:lnTo>
                    <a:pt x="407670" y="2540"/>
                  </a:lnTo>
                  <a:lnTo>
                    <a:pt x="401320" y="2540"/>
                  </a:lnTo>
                  <a:lnTo>
                    <a:pt x="401320" y="3810"/>
                  </a:lnTo>
                  <a:lnTo>
                    <a:pt x="393700" y="3810"/>
                  </a:lnTo>
                  <a:lnTo>
                    <a:pt x="393700" y="5080"/>
                  </a:lnTo>
                  <a:lnTo>
                    <a:pt x="374650" y="5080"/>
                  </a:lnTo>
                  <a:lnTo>
                    <a:pt x="374650" y="6350"/>
                  </a:lnTo>
                  <a:lnTo>
                    <a:pt x="351790" y="6350"/>
                  </a:lnTo>
                  <a:lnTo>
                    <a:pt x="351790" y="7620"/>
                  </a:lnTo>
                  <a:lnTo>
                    <a:pt x="803910" y="7620"/>
                  </a:lnTo>
                  <a:lnTo>
                    <a:pt x="803910" y="6350"/>
                  </a:lnTo>
                  <a:close/>
                </a:path>
              </a:pathLst>
            </a:custGeom>
            <a:solidFill>
              <a:srgbClr val="EDB100"/>
            </a:solidFill>
          </p:spPr>
          <p:txBody>
            <a:bodyPr wrap="square" lIns="0" tIns="0" rIns="0" bIns="0" rtlCol="0"/>
            <a:lstStyle/>
            <a:p/>
          </p:txBody>
        </p:sp>
        <p:sp>
          <p:nvSpPr>
            <p:cNvPr id="1737" name="object 1737"/>
            <p:cNvSpPr/>
            <p:nvPr/>
          </p:nvSpPr>
          <p:spPr>
            <a:xfrm>
              <a:off x="2961640" y="4809489"/>
              <a:ext cx="728980" cy="6350"/>
            </a:xfrm>
            <a:custGeom>
              <a:avLst/>
              <a:gdLst/>
              <a:ahLst/>
              <a:cxnLst/>
              <a:rect l="l" t="t" r="r" b="b"/>
              <a:pathLst>
                <a:path w="728979" h="6350">
                  <a:moveTo>
                    <a:pt x="127000" y="0"/>
                  </a:moveTo>
                  <a:lnTo>
                    <a:pt x="0" y="0"/>
                  </a:lnTo>
                  <a:lnTo>
                    <a:pt x="0" y="1270"/>
                  </a:lnTo>
                  <a:lnTo>
                    <a:pt x="16510" y="1270"/>
                  </a:lnTo>
                  <a:lnTo>
                    <a:pt x="16510" y="2540"/>
                  </a:lnTo>
                  <a:lnTo>
                    <a:pt x="33020" y="2540"/>
                  </a:lnTo>
                  <a:lnTo>
                    <a:pt x="33020" y="3810"/>
                  </a:lnTo>
                  <a:lnTo>
                    <a:pt x="49530" y="3810"/>
                  </a:lnTo>
                  <a:lnTo>
                    <a:pt x="49530" y="5080"/>
                  </a:lnTo>
                  <a:lnTo>
                    <a:pt x="66040" y="5080"/>
                  </a:lnTo>
                  <a:lnTo>
                    <a:pt x="66040" y="6350"/>
                  </a:lnTo>
                  <a:lnTo>
                    <a:pt x="127000" y="6350"/>
                  </a:lnTo>
                  <a:lnTo>
                    <a:pt x="127000" y="5080"/>
                  </a:lnTo>
                  <a:lnTo>
                    <a:pt x="127000" y="3810"/>
                  </a:lnTo>
                  <a:lnTo>
                    <a:pt x="127000" y="2540"/>
                  </a:lnTo>
                  <a:lnTo>
                    <a:pt x="127000" y="1270"/>
                  </a:lnTo>
                  <a:lnTo>
                    <a:pt x="127000" y="0"/>
                  </a:lnTo>
                  <a:close/>
                </a:path>
                <a:path w="728979" h="6350">
                  <a:moveTo>
                    <a:pt x="728980" y="5080"/>
                  </a:moveTo>
                  <a:lnTo>
                    <a:pt x="727710" y="5080"/>
                  </a:lnTo>
                  <a:lnTo>
                    <a:pt x="727710" y="3810"/>
                  </a:lnTo>
                  <a:lnTo>
                    <a:pt x="722630" y="3810"/>
                  </a:lnTo>
                  <a:lnTo>
                    <a:pt x="722630" y="2540"/>
                  </a:lnTo>
                  <a:lnTo>
                    <a:pt x="720090" y="2540"/>
                  </a:lnTo>
                  <a:lnTo>
                    <a:pt x="720090" y="1270"/>
                  </a:lnTo>
                  <a:lnTo>
                    <a:pt x="717550" y="1270"/>
                  </a:lnTo>
                  <a:lnTo>
                    <a:pt x="717550" y="0"/>
                  </a:lnTo>
                  <a:lnTo>
                    <a:pt x="262890" y="0"/>
                  </a:lnTo>
                  <a:lnTo>
                    <a:pt x="262890" y="6350"/>
                  </a:lnTo>
                  <a:lnTo>
                    <a:pt x="728980" y="6350"/>
                  </a:lnTo>
                  <a:lnTo>
                    <a:pt x="728980" y="5080"/>
                  </a:lnTo>
                  <a:close/>
                </a:path>
              </a:pathLst>
            </a:custGeom>
            <a:solidFill>
              <a:srgbClr val="EFB300"/>
            </a:solidFill>
          </p:spPr>
          <p:txBody>
            <a:bodyPr wrap="square" lIns="0" tIns="0" rIns="0" bIns="0" rtlCol="0"/>
            <a:lstStyle/>
            <a:p/>
          </p:txBody>
        </p:sp>
        <p:sp>
          <p:nvSpPr>
            <p:cNvPr id="1738" name="object 1738"/>
            <p:cNvSpPr/>
            <p:nvPr/>
          </p:nvSpPr>
          <p:spPr>
            <a:xfrm>
              <a:off x="3045460" y="4815839"/>
              <a:ext cx="668020" cy="7620"/>
            </a:xfrm>
            <a:custGeom>
              <a:avLst/>
              <a:gdLst/>
              <a:ahLst/>
              <a:cxnLst/>
              <a:rect l="l" t="t" r="r" b="b"/>
              <a:pathLst>
                <a:path w="668020" h="7620">
                  <a:moveTo>
                    <a:pt x="43180" y="0"/>
                  </a:moveTo>
                  <a:lnTo>
                    <a:pt x="0" y="0"/>
                  </a:lnTo>
                  <a:lnTo>
                    <a:pt x="0" y="1270"/>
                  </a:lnTo>
                  <a:lnTo>
                    <a:pt x="16510" y="1270"/>
                  </a:lnTo>
                  <a:lnTo>
                    <a:pt x="16510" y="2540"/>
                  </a:lnTo>
                  <a:lnTo>
                    <a:pt x="33020" y="2540"/>
                  </a:lnTo>
                  <a:lnTo>
                    <a:pt x="33020" y="3810"/>
                  </a:lnTo>
                  <a:lnTo>
                    <a:pt x="41910" y="3810"/>
                  </a:lnTo>
                  <a:lnTo>
                    <a:pt x="41910" y="5080"/>
                  </a:lnTo>
                  <a:lnTo>
                    <a:pt x="43180" y="5080"/>
                  </a:lnTo>
                  <a:lnTo>
                    <a:pt x="43180" y="3810"/>
                  </a:lnTo>
                  <a:lnTo>
                    <a:pt x="43180" y="2540"/>
                  </a:lnTo>
                  <a:lnTo>
                    <a:pt x="43180" y="1270"/>
                  </a:lnTo>
                  <a:lnTo>
                    <a:pt x="43180" y="0"/>
                  </a:lnTo>
                  <a:close/>
                </a:path>
                <a:path w="668020" h="7620">
                  <a:moveTo>
                    <a:pt x="665480" y="5080"/>
                  </a:moveTo>
                  <a:lnTo>
                    <a:pt x="657860" y="5080"/>
                  </a:lnTo>
                  <a:lnTo>
                    <a:pt x="657860" y="3810"/>
                  </a:lnTo>
                  <a:lnTo>
                    <a:pt x="654050" y="3810"/>
                  </a:lnTo>
                  <a:lnTo>
                    <a:pt x="654050" y="2540"/>
                  </a:lnTo>
                  <a:lnTo>
                    <a:pt x="650240" y="2540"/>
                  </a:lnTo>
                  <a:lnTo>
                    <a:pt x="650240" y="1270"/>
                  </a:lnTo>
                  <a:lnTo>
                    <a:pt x="647700" y="1270"/>
                  </a:lnTo>
                  <a:lnTo>
                    <a:pt x="647700" y="0"/>
                  </a:lnTo>
                  <a:lnTo>
                    <a:pt x="179070" y="0"/>
                  </a:lnTo>
                  <a:lnTo>
                    <a:pt x="179070" y="6350"/>
                  </a:lnTo>
                  <a:lnTo>
                    <a:pt x="665480" y="6350"/>
                  </a:lnTo>
                  <a:lnTo>
                    <a:pt x="665480" y="5080"/>
                  </a:lnTo>
                  <a:close/>
                </a:path>
                <a:path w="668020" h="7620">
                  <a:moveTo>
                    <a:pt x="668020" y="6362"/>
                  </a:moveTo>
                  <a:lnTo>
                    <a:pt x="179070" y="6362"/>
                  </a:lnTo>
                  <a:lnTo>
                    <a:pt x="179070" y="7620"/>
                  </a:lnTo>
                  <a:lnTo>
                    <a:pt x="668020" y="7620"/>
                  </a:lnTo>
                  <a:lnTo>
                    <a:pt x="668020" y="6362"/>
                  </a:lnTo>
                  <a:close/>
                </a:path>
              </a:pathLst>
            </a:custGeom>
            <a:solidFill>
              <a:srgbClr val="F1B400"/>
            </a:solidFill>
          </p:spPr>
          <p:txBody>
            <a:bodyPr wrap="square" lIns="0" tIns="0" rIns="0" bIns="0" rtlCol="0"/>
            <a:lstStyle/>
            <a:p/>
          </p:txBody>
        </p:sp>
        <p:sp>
          <p:nvSpPr>
            <p:cNvPr id="1739" name="object 1739"/>
            <p:cNvSpPr/>
            <p:nvPr/>
          </p:nvSpPr>
          <p:spPr>
            <a:xfrm>
              <a:off x="3224530" y="4823459"/>
              <a:ext cx="529590" cy="7620"/>
            </a:xfrm>
            <a:custGeom>
              <a:avLst/>
              <a:gdLst/>
              <a:ahLst/>
              <a:cxnLst/>
              <a:rect l="l" t="t" r="r" b="b"/>
              <a:pathLst>
                <a:path w="529589" h="7620">
                  <a:moveTo>
                    <a:pt x="529590" y="6350"/>
                  </a:moveTo>
                  <a:lnTo>
                    <a:pt x="518160" y="6350"/>
                  </a:lnTo>
                  <a:lnTo>
                    <a:pt x="518160" y="5080"/>
                  </a:lnTo>
                  <a:lnTo>
                    <a:pt x="508000" y="5080"/>
                  </a:lnTo>
                  <a:lnTo>
                    <a:pt x="508000" y="3810"/>
                  </a:lnTo>
                  <a:lnTo>
                    <a:pt x="501650" y="3810"/>
                  </a:lnTo>
                  <a:lnTo>
                    <a:pt x="501650" y="2540"/>
                  </a:lnTo>
                  <a:lnTo>
                    <a:pt x="496570" y="2540"/>
                  </a:lnTo>
                  <a:lnTo>
                    <a:pt x="496570" y="1270"/>
                  </a:lnTo>
                  <a:lnTo>
                    <a:pt x="495300" y="1270"/>
                  </a:lnTo>
                  <a:lnTo>
                    <a:pt x="495300" y="0"/>
                  </a:lnTo>
                  <a:lnTo>
                    <a:pt x="0" y="0"/>
                  </a:lnTo>
                  <a:lnTo>
                    <a:pt x="0" y="1270"/>
                  </a:lnTo>
                  <a:lnTo>
                    <a:pt x="0" y="2540"/>
                  </a:lnTo>
                  <a:lnTo>
                    <a:pt x="0" y="3810"/>
                  </a:lnTo>
                  <a:lnTo>
                    <a:pt x="0" y="5080"/>
                  </a:lnTo>
                  <a:lnTo>
                    <a:pt x="0" y="6350"/>
                  </a:lnTo>
                  <a:lnTo>
                    <a:pt x="0" y="7620"/>
                  </a:lnTo>
                  <a:lnTo>
                    <a:pt x="529590" y="7620"/>
                  </a:lnTo>
                  <a:lnTo>
                    <a:pt x="529590" y="6350"/>
                  </a:lnTo>
                  <a:close/>
                </a:path>
              </a:pathLst>
            </a:custGeom>
            <a:solidFill>
              <a:srgbClr val="F3B600"/>
            </a:solidFill>
          </p:spPr>
          <p:txBody>
            <a:bodyPr wrap="square" lIns="0" tIns="0" rIns="0" bIns="0" rtlCol="0"/>
            <a:lstStyle/>
            <a:p/>
          </p:txBody>
        </p:sp>
        <p:sp>
          <p:nvSpPr>
            <p:cNvPr id="1740" name="object 1740"/>
            <p:cNvSpPr/>
            <p:nvPr/>
          </p:nvSpPr>
          <p:spPr>
            <a:xfrm>
              <a:off x="3251200" y="4831079"/>
              <a:ext cx="513080" cy="6350"/>
            </a:xfrm>
            <a:custGeom>
              <a:avLst/>
              <a:gdLst/>
              <a:ahLst/>
              <a:cxnLst/>
              <a:rect l="l" t="t" r="r" b="b"/>
              <a:pathLst>
                <a:path w="513079" h="6350">
                  <a:moveTo>
                    <a:pt x="513080" y="0"/>
                  </a:moveTo>
                  <a:lnTo>
                    <a:pt x="0" y="0"/>
                  </a:lnTo>
                  <a:lnTo>
                    <a:pt x="0" y="1270"/>
                  </a:lnTo>
                  <a:lnTo>
                    <a:pt x="19050" y="1270"/>
                  </a:lnTo>
                  <a:lnTo>
                    <a:pt x="19050" y="2540"/>
                  </a:lnTo>
                  <a:lnTo>
                    <a:pt x="36817" y="2540"/>
                  </a:lnTo>
                  <a:lnTo>
                    <a:pt x="36817" y="3810"/>
                  </a:lnTo>
                  <a:lnTo>
                    <a:pt x="46990" y="3810"/>
                  </a:lnTo>
                  <a:lnTo>
                    <a:pt x="46990" y="5080"/>
                  </a:lnTo>
                  <a:lnTo>
                    <a:pt x="57150" y="5080"/>
                  </a:lnTo>
                  <a:lnTo>
                    <a:pt x="57150" y="6350"/>
                  </a:lnTo>
                  <a:lnTo>
                    <a:pt x="513080" y="6350"/>
                  </a:lnTo>
                  <a:lnTo>
                    <a:pt x="513080" y="5080"/>
                  </a:lnTo>
                  <a:lnTo>
                    <a:pt x="513080" y="3810"/>
                  </a:lnTo>
                  <a:lnTo>
                    <a:pt x="513080" y="2540"/>
                  </a:lnTo>
                  <a:lnTo>
                    <a:pt x="513080" y="1270"/>
                  </a:lnTo>
                  <a:lnTo>
                    <a:pt x="513080" y="0"/>
                  </a:lnTo>
                  <a:close/>
                </a:path>
              </a:pathLst>
            </a:custGeom>
            <a:solidFill>
              <a:srgbClr val="F5B700"/>
            </a:solidFill>
          </p:spPr>
          <p:txBody>
            <a:bodyPr wrap="square" lIns="0" tIns="0" rIns="0" bIns="0" rtlCol="0"/>
            <a:lstStyle/>
            <a:p/>
          </p:txBody>
        </p:sp>
        <p:sp>
          <p:nvSpPr>
            <p:cNvPr id="1741" name="object 1741"/>
            <p:cNvSpPr/>
            <p:nvPr/>
          </p:nvSpPr>
          <p:spPr>
            <a:xfrm>
              <a:off x="3359150" y="4837429"/>
              <a:ext cx="405130" cy="7620"/>
            </a:xfrm>
            <a:custGeom>
              <a:avLst/>
              <a:gdLst/>
              <a:ahLst/>
              <a:cxnLst/>
              <a:rect l="l" t="t" r="r" b="b"/>
              <a:pathLst>
                <a:path w="405129" h="7620">
                  <a:moveTo>
                    <a:pt x="405130" y="0"/>
                  </a:moveTo>
                  <a:lnTo>
                    <a:pt x="0" y="0"/>
                  </a:lnTo>
                  <a:lnTo>
                    <a:pt x="0" y="1270"/>
                  </a:lnTo>
                  <a:lnTo>
                    <a:pt x="34290" y="1270"/>
                  </a:lnTo>
                  <a:lnTo>
                    <a:pt x="34290" y="2540"/>
                  </a:lnTo>
                  <a:lnTo>
                    <a:pt x="68580" y="2540"/>
                  </a:lnTo>
                  <a:lnTo>
                    <a:pt x="68580" y="3810"/>
                  </a:lnTo>
                  <a:lnTo>
                    <a:pt x="102870" y="3810"/>
                  </a:lnTo>
                  <a:lnTo>
                    <a:pt x="102870" y="5080"/>
                  </a:lnTo>
                  <a:lnTo>
                    <a:pt x="137160" y="5080"/>
                  </a:lnTo>
                  <a:lnTo>
                    <a:pt x="137160" y="6350"/>
                  </a:lnTo>
                  <a:lnTo>
                    <a:pt x="170180" y="6350"/>
                  </a:lnTo>
                  <a:lnTo>
                    <a:pt x="170180" y="7620"/>
                  </a:lnTo>
                  <a:lnTo>
                    <a:pt x="405130" y="7620"/>
                  </a:lnTo>
                  <a:lnTo>
                    <a:pt x="405130" y="1270"/>
                  </a:lnTo>
                  <a:lnTo>
                    <a:pt x="405130" y="0"/>
                  </a:lnTo>
                  <a:close/>
                </a:path>
              </a:pathLst>
            </a:custGeom>
            <a:solidFill>
              <a:srgbClr val="F7B900"/>
            </a:solidFill>
          </p:spPr>
          <p:txBody>
            <a:bodyPr wrap="square" lIns="0" tIns="0" rIns="0" bIns="0" rtlCol="0"/>
            <a:lstStyle/>
            <a:p/>
          </p:txBody>
        </p:sp>
        <p:sp>
          <p:nvSpPr>
            <p:cNvPr id="1742" name="object 1742"/>
            <p:cNvSpPr/>
            <p:nvPr/>
          </p:nvSpPr>
          <p:spPr>
            <a:xfrm>
              <a:off x="3563620" y="4845049"/>
              <a:ext cx="200660" cy="7620"/>
            </a:xfrm>
            <a:custGeom>
              <a:avLst/>
              <a:gdLst/>
              <a:ahLst/>
              <a:cxnLst/>
              <a:rect l="l" t="t" r="r" b="b"/>
              <a:pathLst>
                <a:path w="200660" h="7620">
                  <a:moveTo>
                    <a:pt x="200660" y="0"/>
                  </a:moveTo>
                  <a:lnTo>
                    <a:pt x="0" y="0"/>
                  </a:lnTo>
                  <a:lnTo>
                    <a:pt x="0" y="1270"/>
                  </a:lnTo>
                  <a:lnTo>
                    <a:pt x="34290" y="1270"/>
                  </a:lnTo>
                  <a:lnTo>
                    <a:pt x="34290" y="2540"/>
                  </a:lnTo>
                  <a:lnTo>
                    <a:pt x="68580" y="2540"/>
                  </a:lnTo>
                  <a:lnTo>
                    <a:pt x="68580" y="3810"/>
                  </a:lnTo>
                  <a:lnTo>
                    <a:pt x="102870" y="3810"/>
                  </a:lnTo>
                  <a:lnTo>
                    <a:pt x="102870" y="5080"/>
                  </a:lnTo>
                  <a:lnTo>
                    <a:pt x="137160" y="5080"/>
                  </a:lnTo>
                  <a:lnTo>
                    <a:pt x="137160" y="6350"/>
                  </a:lnTo>
                  <a:lnTo>
                    <a:pt x="154940" y="6350"/>
                  </a:lnTo>
                  <a:lnTo>
                    <a:pt x="154940" y="7620"/>
                  </a:lnTo>
                  <a:lnTo>
                    <a:pt x="200660" y="7620"/>
                  </a:lnTo>
                  <a:lnTo>
                    <a:pt x="200660" y="1270"/>
                  </a:lnTo>
                  <a:lnTo>
                    <a:pt x="200660" y="0"/>
                  </a:lnTo>
                  <a:close/>
                </a:path>
              </a:pathLst>
            </a:custGeom>
            <a:solidFill>
              <a:srgbClr val="F9BA00"/>
            </a:solidFill>
          </p:spPr>
          <p:txBody>
            <a:bodyPr wrap="square" lIns="0" tIns="0" rIns="0" bIns="0" rtlCol="0"/>
            <a:lstStyle/>
            <a:p/>
          </p:txBody>
        </p:sp>
        <p:sp>
          <p:nvSpPr>
            <p:cNvPr id="1743" name="object 1743"/>
            <p:cNvSpPr/>
            <p:nvPr/>
          </p:nvSpPr>
          <p:spPr>
            <a:xfrm>
              <a:off x="2567940" y="3940809"/>
              <a:ext cx="1196340" cy="910590"/>
            </a:xfrm>
            <a:custGeom>
              <a:avLst/>
              <a:gdLst/>
              <a:ahLst/>
              <a:cxnLst/>
              <a:rect l="l" t="t" r="r" b="b"/>
              <a:pathLst>
                <a:path w="1196339" h="910589">
                  <a:moveTo>
                    <a:pt x="619760" y="386079"/>
                  </a:moveTo>
                  <a:lnTo>
                    <a:pt x="735330" y="510539"/>
                  </a:lnTo>
                  <a:lnTo>
                    <a:pt x="744220" y="521969"/>
                  </a:lnTo>
                  <a:lnTo>
                    <a:pt x="977900" y="762000"/>
                  </a:lnTo>
                  <a:lnTo>
                    <a:pt x="1014730" y="798829"/>
                  </a:lnTo>
                  <a:lnTo>
                    <a:pt x="1032510" y="814069"/>
                  </a:lnTo>
                  <a:lnTo>
                    <a:pt x="1049020" y="828039"/>
                  </a:lnTo>
                  <a:lnTo>
                    <a:pt x="1065530" y="839469"/>
                  </a:lnTo>
                  <a:lnTo>
                    <a:pt x="1080770" y="850900"/>
                  </a:lnTo>
                  <a:lnTo>
                    <a:pt x="1096010" y="859789"/>
                  </a:lnTo>
                  <a:lnTo>
                    <a:pt x="1109980" y="868679"/>
                  </a:lnTo>
                  <a:lnTo>
                    <a:pt x="1120139" y="872489"/>
                  </a:lnTo>
                  <a:lnTo>
                    <a:pt x="1130300" y="877569"/>
                  </a:lnTo>
                  <a:lnTo>
                    <a:pt x="1141730" y="880109"/>
                  </a:lnTo>
                  <a:lnTo>
                    <a:pt x="1150620" y="882650"/>
                  </a:lnTo>
                  <a:lnTo>
                    <a:pt x="1184910" y="889000"/>
                  </a:lnTo>
                  <a:lnTo>
                    <a:pt x="1196339" y="889000"/>
                  </a:lnTo>
                  <a:lnTo>
                    <a:pt x="1196339" y="910589"/>
                  </a:lnTo>
                  <a:lnTo>
                    <a:pt x="1155700" y="910589"/>
                  </a:lnTo>
                  <a:lnTo>
                    <a:pt x="1150620" y="910589"/>
                  </a:lnTo>
                  <a:lnTo>
                    <a:pt x="740410" y="895350"/>
                  </a:lnTo>
                  <a:lnTo>
                    <a:pt x="730250" y="894079"/>
                  </a:lnTo>
                  <a:lnTo>
                    <a:pt x="656590" y="889000"/>
                  </a:lnTo>
                  <a:lnTo>
                    <a:pt x="656590" y="867409"/>
                  </a:lnTo>
                  <a:lnTo>
                    <a:pt x="679450" y="866139"/>
                  </a:lnTo>
                  <a:lnTo>
                    <a:pt x="689610" y="866139"/>
                  </a:lnTo>
                  <a:lnTo>
                    <a:pt x="698500" y="864869"/>
                  </a:lnTo>
                  <a:lnTo>
                    <a:pt x="706120" y="863600"/>
                  </a:lnTo>
                  <a:lnTo>
                    <a:pt x="712470" y="862329"/>
                  </a:lnTo>
                  <a:lnTo>
                    <a:pt x="715010" y="862329"/>
                  </a:lnTo>
                  <a:lnTo>
                    <a:pt x="718820" y="861059"/>
                  </a:lnTo>
                  <a:lnTo>
                    <a:pt x="720089" y="859789"/>
                  </a:lnTo>
                  <a:lnTo>
                    <a:pt x="722630" y="859789"/>
                  </a:lnTo>
                  <a:lnTo>
                    <a:pt x="726439" y="857250"/>
                  </a:lnTo>
                  <a:lnTo>
                    <a:pt x="728980" y="854709"/>
                  </a:lnTo>
                  <a:lnTo>
                    <a:pt x="730250" y="853439"/>
                  </a:lnTo>
                  <a:lnTo>
                    <a:pt x="731520" y="852169"/>
                  </a:lnTo>
                  <a:lnTo>
                    <a:pt x="732789" y="850900"/>
                  </a:lnTo>
                  <a:lnTo>
                    <a:pt x="734060" y="849629"/>
                  </a:lnTo>
                  <a:lnTo>
                    <a:pt x="735330" y="848359"/>
                  </a:lnTo>
                  <a:lnTo>
                    <a:pt x="735330" y="847089"/>
                  </a:lnTo>
                  <a:lnTo>
                    <a:pt x="736600" y="845819"/>
                  </a:lnTo>
                  <a:lnTo>
                    <a:pt x="736600" y="844550"/>
                  </a:lnTo>
                  <a:lnTo>
                    <a:pt x="736600" y="843279"/>
                  </a:lnTo>
                  <a:lnTo>
                    <a:pt x="737870" y="842009"/>
                  </a:lnTo>
                  <a:lnTo>
                    <a:pt x="737870" y="839469"/>
                  </a:lnTo>
                  <a:lnTo>
                    <a:pt x="737870" y="838200"/>
                  </a:lnTo>
                  <a:lnTo>
                    <a:pt x="737870" y="834389"/>
                  </a:lnTo>
                  <a:lnTo>
                    <a:pt x="736600" y="831850"/>
                  </a:lnTo>
                  <a:lnTo>
                    <a:pt x="735330" y="826769"/>
                  </a:lnTo>
                  <a:lnTo>
                    <a:pt x="734060" y="822959"/>
                  </a:lnTo>
                  <a:lnTo>
                    <a:pt x="730250" y="817879"/>
                  </a:lnTo>
                  <a:lnTo>
                    <a:pt x="728980" y="812800"/>
                  </a:lnTo>
                  <a:lnTo>
                    <a:pt x="699770" y="773429"/>
                  </a:lnTo>
                  <a:lnTo>
                    <a:pt x="669290" y="739139"/>
                  </a:lnTo>
                  <a:lnTo>
                    <a:pt x="435610" y="485139"/>
                  </a:lnTo>
                  <a:lnTo>
                    <a:pt x="397510" y="508000"/>
                  </a:lnTo>
                  <a:lnTo>
                    <a:pt x="393700" y="730250"/>
                  </a:lnTo>
                  <a:lnTo>
                    <a:pt x="394970" y="759459"/>
                  </a:lnTo>
                  <a:lnTo>
                    <a:pt x="394970" y="781050"/>
                  </a:lnTo>
                  <a:lnTo>
                    <a:pt x="396240" y="791209"/>
                  </a:lnTo>
                  <a:lnTo>
                    <a:pt x="397510" y="798829"/>
                  </a:lnTo>
                  <a:lnTo>
                    <a:pt x="400050" y="805179"/>
                  </a:lnTo>
                  <a:lnTo>
                    <a:pt x="401320" y="807719"/>
                  </a:lnTo>
                  <a:lnTo>
                    <a:pt x="401320" y="810259"/>
                  </a:lnTo>
                  <a:lnTo>
                    <a:pt x="403860" y="814069"/>
                  </a:lnTo>
                  <a:lnTo>
                    <a:pt x="407670" y="817879"/>
                  </a:lnTo>
                  <a:lnTo>
                    <a:pt x="411480" y="821689"/>
                  </a:lnTo>
                  <a:lnTo>
                    <a:pt x="415290" y="825500"/>
                  </a:lnTo>
                  <a:lnTo>
                    <a:pt x="419100" y="829309"/>
                  </a:lnTo>
                  <a:lnTo>
                    <a:pt x="424180" y="833119"/>
                  </a:lnTo>
                  <a:lnTo>
                    <a:pt x="430530" y="835659"/>
                  </a:lnTo>
                  <a:lnTo>
                    <a:pt x="436880" y="839469"/>
                  </a:lnTo>
                  <a:lnTo>
                    <a:pt x="439420" y="840739"/>
                  </a:lnTo>
                  <a:lnTo>
                    <a:pt x="443230" y="842009"/>
                  </a:lnTo>
                  <a:lnTo>
                    <a:pt x="450850" y="845819"/>
                  </a:lnTo>
                  <a:lnTo>
                    <a:pt x="461010" y="848359"/>
                  </a:lnTo>
                  <a:lnTo>
                    <a:pt x="469900" y="850900"/>
                  </a:lnTo>
                  <a:lnTo>
                    <a:pt x="481330" y="852169"/>
                  </a:lnTo>
                  <a:lnTo>
                    <a:pt x="492760" y="853439"/>
                  </a:lnTo>
                  <a:lnTo>
                    <a:pt x="505460" y="855979"/>
                  </a:lnTo>
                  <a:lnTo>
                    <a:pt x="519430" y="857250"/>
                  </a:lnTo>
                  <a:lnTo>
                    <a:pt x="519430" y="878839"/>
                  </a:lnTo>
                  <a:lnTo>
                    <a:pt x="335280" y="864869"/>
                  </a:lnTo>
                  <a:lnTo>
                    <a:pt x="320040" y="863600"/>
                  </a:lnTo>
                  <a:lnTo>
                    <a:pt x="0" y="821689"/>
                  </a:lnTo>
                  <a:lnTo>
                    <a:pt x="0" y="798829"/>
                  </a:lnTo>
                  <a:lnTo>
                    <a:pt x="34290" y="802639"/>
                  </a:lnTo>
                  <a:lnTo>
                    <a:pt x="44450" y="805179"/>
                  </a:lnTo>
                  <a:lnTo>
                    <a:pt x="55880" y="805179"/>
                  </a:lnTo>
                  <a:lnTo>
                    <a:pt x="64770" y="805179"/>
                  </a:lnTo>
                  <a:lnTo>
                    <a:pt x="74930" y="805179"/>
                  </a:lnTo>
                  <a:lnTo>
                    <a:pt x="83820" y="805179"/>
                  </a:lnTo>
                  <a:lnTo>
                    <a:pt x="91440" y="803909"/>
                  </a:lnTo>
                  <a:lnTo>
                    <a:pt x="99060" y="802639"/>
                  </a:lnTo>
                  <a:lnTo>
                    <a:pt x="106680" y="800100"/>
                  </a:lnTo>
                  <a:lnTo>
                    <a:pt x="111760" y="798829"/>
                  </a:lnTo>
                  <a:lnTo>
                    <a:pt x="115570" y="796289"/>
                  </a:lnTo>
                  <a:lnTo>
                    <a:pt x="119380" y="793750"/>
                  </a:lnTo>
                  <a:lnTo>
                    <a:pt x="124460" y="791209"/>
                  </a:lnTo>
                  <a:lnTo>
                    <a:pt x="128270" y="787400"/>
                  </a:lnTo>
                  <a:lnTo>
                    <a:pt x="130810" y="783589"/>
                  </a:lnTo>
                  <a:lnTo>
                    <a:pt x="134620" y="779779"/>
                  </a:lnTo>
                  <a:lnTo>
                    <a:pt x="137160" y="774700"/>
                  </a:lnTo>
                  <a:lnTo>
                    <a:pt x="138430" y="773429"/>
                  </a:lnTo>
                  <a:lnTo>
                    <a:pt x="139700" y="770889"/>
                  </a:lnTo>
                  <a:lnTo>
                    <a:pt x="146050" y="727709"/>
                  </a:lnTo>
                  <a:lnTo>
                    <a:pt x="157480" y="161289"/>
                  </a:lnTo>
                  <a:lnTo>
                    <a:pt x="157480" y="133350"/>
                  </a:lnTo>
                  <a:lnTo>
                    <a:pt x="153670" y="92709"/>
                  </a:lnTo>
                  <a:lnTo>
                    <a:pt x="151130" y="83819"/>
                  </a:lnTo>
                  <a:lnTo>
                    <a:pt x="149860" y="81279"/>
                  </a:lnTo>
                  <a:lnTo>
                    <a:pt x="149860" y="80009"/>
                  </a:lnTo>
                  <a:lnTo>
                    <a:pt x="148590" y="77469"/>
                  </a:lnTo>
                  <a:lnTo>
                    <a:pt x="144780" y="73659"/>
                  </a:lnTo>
                  <a:lnTo>
                    <a:pt x="142240" y="69850"/>
                  </a:lnTo>
                  <a:lnTo>
                    <a:pt x="138430" y="64769"/>
                  </a:lnTo>
                  <a:lnTo>
                    <a:pt x="133350" y="60959"/>
                  </a:lnTo>
                  <a:lnTo>
                    <a:pt x="128270" y="57150"/>
                  </a:lnTo>
                  <a:lnTo>
                    <a:pt x="123190" y="53339"/>
                  </a:lnTo>
                  <a:lnTo>
                    <a:pt x="116840" y="49529"/>
                  </a:lnTo>
                  <a:lnTo>
                    <a:pt x="110490" y="45719"/>
                  </a:lnTo>
                  <a:lnTo>
                    <a:pt x="104140" y="41909"/>
                  </a:lnTo>
                  <a:lnTo>
                    <a:pt x="96520" y="39369"/>
                  </a:lnTo>
                  <a:lnTo>
                    <a:pt x="87630" y="35559"/>
                  </a:lnTo>
                  <a:lnTo>
                    <a:pt x="78740" y="33019"/>
                  </a:lnTo>
                  <a:lnTo>
                    <a:pt x="69850" y="31750"/>
                  </a:lnTo>
                  <a:lnTo>
                    <a:pt x="59690" y="29209"/>
                  </a:lnTo>
                  <a:lnTo>
                    <a:pt x="49530" y="27939"/>
                  </a:lnTo>
                  <a:lnTo>
                    <a:pt x="16510" y="22859"/>
                  </a:lnTo>
                  <a:lnTo>
                    <a:pt x="16510" y="0"/>
                  </a:lnTo>
                  <a:lnTo>
                    <a:pt x="334010" y="46989"/>
                  </a:lnTo>
                  <a:lnTo>
                    <a:pt x="349250" y="48259"/>
                  </a:lnTo>
                  <a:lnTo>
                    <a:pt x="524510" y="66039"/>
                  </a:lnTo>
                  <a:lnTo>
                    <a:pt x="523240" y="87629"/>
                  </a:lnTo>
                  <a:lnTo>
                    <a:pt x="511810" y="87629"/>
                  </a:lnTo>
                  <a:lnTo>
                    <a:pt x="499110" y="86359"/>
                  </a:lnTo>
                  <a:lnTo>
                    <a:pt x="488950" y="86359"/>
                  </a:lnTo>
                  <a:lnTo>
                    <a:pt x="477520" y="86359"/>
                  </a:lnTo>
                  <a:lnTo>
                    <a:pt x="468630" y="87629"/>
                  </a:lnTo>
                  <a:lnTo>
                    <a:pt x="459740" y="88900"/>
                  </a:lnTo>
                  <a:lnTo>
                    <a:pt x="452120" y="90169"/>
                  </a:lnTo>
                  <a:lnTo>
                    <a:pt x="444500" y="92709"/>
                  </a:lnTo>
                  <a:lnTo>
                    <a:pt x="439420" y="93979"/>
                  </a:lnTo>
                  <a:lnTo>
                    <a:pt x="435610" y="96519"/>
                  </a:lnTo>
                  <a:lnTo>
                    <a:pt x="430530" y="99059"/>
                  </a:lnTo>
                  <a:lnTo>
                    <a:pt x="426720" y="101600"/>
                  </a:lnTo>
                  <a:lnTo>
                    <a:pt x="422910" y="105409"/>
                  </a:lnTo>
                  <a:lnTo>
                    <a:pt x="419100" y="109219"/>
                  </a:lnTo>
                  <a:lnTo>
                    <a:pt x="416560" y="113029"/>
                  </a:lnTo>
                  <a:lnTo>
                    <a:pt x="412750" y="116839"/>
                  </a:lnTo>
                  <a:lnTo>
                    <a:pt x="412750" y="119379"/>
                  </a:lnTo>
                  <a:lnTo>
                    <a:pt x="411480" y="121919"/>
                  </a:lnTo>
                  <a:lnTo>
                    <a:pt x="408940" y="127000"/>
                  </a:lnTo>
                  <a:lnTo>
                    <a:pt x="407670" y="134619"/>
                  </a:lnTo>
                  <a:lnTo>
                    <a:pt x="405130" y="143509"/>
                  </a:lnTo>
                  <a:lnTo>
                    <a:pt x="403860" y="165100"/>
                  </a:lnTo>
                  <a:lnTo>
                    <a:pt x="402590" y="193039"/>
                  </a:lnTo>
                  <a:lnTo>
                    <a:pt x="398780" y="447039"/>
                  </a:lnTo>
                  <a:lnTo>
                    <a:pt x="737870" y="262889"/>
                  </a:lnTo>
                  <a:lnTo>
                    <a:pt x="748030" y="256539"/>
                  </a:lnTo>
                  <a:lnTo>
                    <a:pt x="783589" y="237489"/>
                  </a:lnTo>
                  <a:lnTo>
                    <a:pt x="802639" y="226059"/>
                  </a:lnTo>
                  <a:lnTo>
                    <a:pt x="817880" y="214629"/>
                  </a:lnTo>
                  <a:lnTo>
                    <a:pt x="831850" y="204469"/>
                  </a:lnTo>
                  <a:lnTo>
                    <a:pt x="843280" y="195579"/>
                  </a:lnTo>
                  <a:lnTo>
                    <a:pt x="848360" y="190500"/>
                  </a:lnTo>
                  <a:lnTo>
                    <a:pt x="852170" y="185419"/>
                  </a:lnTo>
                  <a:lnTo>
                    <a:pt x="854710" y="181609"/>
                  </a:lnTo>
                  <a:lnTo>
                    <a:pt x="858520" y="177800"/>
                  </a:lnTo>
                  <a:lnTo>
                    <a:pt x="861060" y="172719"/>
                  </a:lnTo>
                  <a:lnTo>
                    <a:pt x="862330" y="168909"/>
                  </a:lnTo>
                  <a:lnTo>
                    <a:pt x="863600" y="165100"/>
                  </a:lnTo>
                  <a:lnTo>
                    <a:pt x="863600" y="161289"/>
                  </a:lnTo>
                  <a:lnTo>
                    <a:pt x="863600" y="158750"/>
                  </a:lnTo>
                  <a:lnTo>
                    <a:pt x="863600" y="156209"/>
                  </a:lnTo>
                  <a:lnTo>
                    <a:pt x="862330" y="152400"/>
                  </a:lnTo>
                  <a:lnTo>
                    <a:pt x="862330" y="149859"/>
                  </a:lnTo>
                  <a:lnTo>
                    <a:pt x="861060" y="147319"/>
                  </a:lnTo>
                  <a:lnTo>
                    <a:pt x="859789" y="144779"/>
                  </a:lnTo>
                  <a:lnTo>
                    <a:pt x="857250" y="142239"/>
                  </a:lnTo>
                  <a:lnTo>
                    <a:pt x="855980" y="139700"/>
                  </a:lnTo>
                  <a:lnTo>
                    <a:pt x="853439" y="138429"/>
                  </a:lnTo>
                  <a:lnTo>
                    <a:pt x="850900" y="135889"/>
                  </a:lnTo>
                  <a:lnTo>
                    <a:pt x="848360" y="133350"/>
                  </a:lnTo>
                  <a:lnTo>
                    <a:pt x="845820" y="130809"/>
                  </a:lnTo>
                  <a:lnTo>
                    <a:pt x="843280" y="129539"/>
                  </a:lnTo>
                  <a:lnTo>
                    <a:pt x="839470" y="127000"/>
                  </a:lnTo>
                  <a:lnTo>
                    <a:pt x="831850" y="123189"/>
                  </a:lnTo>
                  <a:lnTo>
                    <a:pt x="829310" y="121919"/>
                  </a:lnTo>
                  <a:lnTo>
                    <a:pt x="826770" y="121919"/>
                  </a:lnTo>
                  <a:lnTo>
                    <a:pt x="820420" y="119379"/>
                  </a:lnTo>
                  <a:lnTo>
                    <a:pt x="812800" y="118109"/>
                  </a:lnTo>
                  <a:lnTo>
                    <a:pt x="802639" y="116839"/>
                  </a:lnTo>
                  <a:lnTo>
                    <a:pt x="778510" y="114300"/>
                  </a:lnTo>
                  <a:lnTo>
                    <a:pt x="749300" y="111759"/>
                  </a:lnTo>
                  <a:lnTo>
                    <a:pt x="749300" y="87629"/>
                  </a:lnTo>
                  <a:lnTo>
                    <a:pt x="750570" y="88900"/>
                  </a:lnTo>
                  <a:lnTo>
                    <a:pt x="1150620" y="114300"/>
                  </a:lnTo>
                  <a:lnTo>
                    <a:pt x="1149350" y="137159"/>
                  </a:lnTo>
                  <a:lnTo>
                    <a:pt x="1136650" y="137159"/>
                  </a:lnTo>
                  <a:lnTo>
                    <a:pt x="1123950" y="137159"/>
                  </a:lnTo>
                  <a:lnTo>
                    <a:pt x="1112520" y="137159"/>
                  </a:lnTo>
                  <a:lnTo>
                    <a:pt x="1102360" y="137159"/>
                  </a:lnTo>
                  <a:lnTo>
                    <a:pt x="1090930" y="138429"/>
                  </a:lnTo>
                  <a:lnTo>
                    <a:pt x="1082039" y="139700"/>
                  </a:lnTo>
                  <a:lnTo>
                    <a:pt x="1073150" y="142239"/>
                  </a:lnTo>
                  <a:lnTo>
                    <a:pt x="1065530" y="144779"/>
                  </a:lnTo>
                  <a:lnTo>
                    <a:pt x="1056639" y="147319"/>
                  </a:lnTo>
                  <a:lnTo>
                    <a:pt x="1045210" y="152400"/>
                  </a:lnTo>
                  <a:lnTo>
                    <a:pt x="1013460" y="167639"/>
                  </a:lnTo>
                  <a:lnTo>
                    <a:pt x="972820" y="189229"/>
                  </a:lnTo>
                  <a:lnTo>
                    <a:pt x="923289" y="218439"/>
                  </a:lnTo>
                  <a:lnTo>
                    <a:pt x="746760" y="316229"/>
                  </a:lnTo>
                  <a:lnTo>
                    <a:pt x="736600" y="322579"/>
                  </a:lnTo>
                  <a:lnTo>
                    <a:pt x="619760" y="386079"/>
                  </a:lnTo>
                  <a:close/>
                </a:path>
              </a:pathLst>
            </a:custGeom>
            <a:ln w="9344">
              <a:solidFill>
                <a:srgbClr val="000000"/>
              </a:solidFill>
            </a:ln>
          </p:spPr>
          <p:txBody>
            <a:bodyPr wrap="square" lIns="0" tIns="0" rIns="0" bIns="0" rtlCol="0"/>
            <a:lstStyle/>
            <a:p/>
          </p:txBody>
        </p:sp>
        <p:sp>
          <p:nvSpPr>
            <p:cNvPr id="1744" name="object 1744"/>
            <p:cNvSpPr/>
            <p:nvPr/>
          </p:nvSpPr>
          <p:spPr>
            <a:xfrm>
              <a:off x="3783330" y="4056379"/>
              <a:ext cx="172720" cy="6350"/>
            </a:xfrm>
            <a:custGeom>
              <a:avLst/>
              <a:gdLst/>
              <a:ahLst/>
              <a:cxnLst/>
              <a:rect l="l" t="t" r="r" b="b"/>
              <a:pathLst>
                <a:path w="172720" h="6350">
                  <a:moveTo>
                    <a:pt x="172720" y="5080"/>
                  </a:moveTo>
                  <a:lnTo>
                    <a:pt x="124460" y="5080"/>
                  </a:lnTo>
                  <a:lnTo>
                    <a:pt x="124460" y="3810"/>
                  </a:lnTo>
                  <a:lnTo>
                    <a:pt x="74917" y="3810"/>
                  </a:lnTo>
                  <a:lnTo>
                    <a:pt x="74917" y="2540"/>
                  </a:lnTo>
                  <a:lnTo>
                    <a:pt x="26670" y="2540"/>
                  </a:lnTo>
                  <a:lnTo>
                    <a:pt x="26670" y="1270"/>
                  </a:lnTo>
                  <a:lnTo>
                    <a:pt x="1270" y="1270"/>
                  </a:lnTo>
                  <a:lnTo>
                    <a:pt x="1270" y="0"/>
                  </a:lnTo>
                  <a:lnTo>
                    <a:pt x="0" y="0"/>
                  </a:lnTo>
                  <a:lnTo>
                    <a:pt x="0" y="6350"/>
                  </a:lnTo>
                  <a:lnTo>
                    <a:pt x="172720" y="6350"/>
                  </a:lnTo>
                  <a:lnTo>
                    <a:pt x="172720" y="5080"/>
                  </a:lnTo>
                  <a:close/>
                </a:path>
              </a:pathLst>
            </a:custGeom>
            <a:solidFill>
              <a:srgbClr val="000000"/>
            </a:solidFill>
          </p:spPr>
          <p:txBody>
            <a:bodyPr wrap="square" lIns="0" tIns="0" rIns="0" bIns="0" rtlCol="0"/>
            <a:lstStyle/>
            <a:p/>
          </p:txBody>
        </p:sp>
        <p:sp>
          <p:nvSpPr>
            <p:cNvPr id="1745" name="object 1745"/>
            <p:cNvSpPr/>
            <p:nvPr/>
          </p:nvSpPr>
          <p:spPr>
            <a:xfrm>
              <a:off x="3783330" y="4062729"/>
              <a:ext cx="466090" cy="7620"/>
            </a:xfrm>
            <a:custGeom>
              <a:avLst/>
              <a:gdLst/>
              <a:ahLst/>
              <a:cxnLst/>
              <a:rect l="l" t="t" r="r" b="b"/>
              <a:pathLst>
                <a:path w="466089" h="7620">
                  <a:moveTo>
                    <a:pt x="466077" y="6350"/>
                  </a:moveTo>
                  <a:lnTo>
                    <a:pt x="416560" y="6350"/>
                  </a:lnTo>
                  <a:lnTo>
                    <a:pt x="416560" y="5080"/>
                  </a:lnTo>
                  <a:lnTo>
                    <a:pt x="368300" y="5080"/>
                  </a:lnTo>
                  <a:lnTo>
                    <a:pt x="368300" y="3810"/>
                  </a:lnTo>
                  <a:lnTo>
                    <a:pt x="318770" y="3810"/>
                  </a:lnTo>
                  <a:lnTo>
                    <a:pt x="318770" y="2540"/>
                  </a:lnTo>
                  <a:lnTo>
                    <a:pt x="270510" y="2540"/>
                  </a:lnTo>
                  <a:lnTo>
                    <a:pt x="270510" y="1270"/>
                  </a:lnTo>
                  <a:lnTo>
                    <a:pt x="222250" y="1270"/>
                  </a:lnTo>
                  <a:lnTo>
                    <a:pt x="222250" y="0"/>
                  </a:lnTo>
                  <a:lnTo>
                    <a:pt x="0" y="0"/>
                  </a:lnTo>
                  <a:lnTo>
                    <a:pt x="0" y="1270"/>
                  </a:lnTo>
                  <a:lnTo>
                    <a:pt x="0" y="2540"/>
                  </a:lnTo>
                  <a:lnTo>
                    <a:pt x="0" y="3810"/>
                  </a:lnTo>
                  <a:lnTo>
                    <a:pt x="0" y="5080"/>
                  </a:lnTo>
                  <a:lnTo>
                    <a:pt x="0" y="6350"/>
                  </a:lnTo>
                  <a:lnTo>
                    <a:pt x="0" y="7620"/>
                  </a:lnTo>
                  <a:lnTo>
                    <a:pt x="466077" y="7620"/>
                  </a:lnTo>
                  <a:lnTo>
                    <a:pt x="466077" y="6350"/>
                  </a:lnTo>
                  <a:close/>
                </a:path>
              </a:pathLst>
            </a:custGeom>
            <a:solidFill>
              <a:srgbClr val="010000"/>
            </a:solidFill>
          </p:spPr>
          <p:txBody>
            <a:bodyPr wrap="square" lIns="0" tIns="0" rIns="0" bIns="0" rtlCol="0"/>
            <a:lstStyle/>
            <a:p/>
          </p:txBody>
        </p:sp>
        <p:sp>
          <p:nvSpPr>
            <p:cNvPr id="1746" name="object 1746"/>
            <p:cNvSpPr/>
            <p:nvPr/>
          </p:nvSpPr>
          <p:spPr>
            <a:xfrm>
              <a:off x="3783330" y="4070349"/>
              <a:ext cx="538480" cy="7620"/>
            </a:xfrm>
            <a:custGeom>
              <a:avLst/>
              <a:gdLst/>
              <a:ahLst/>
              <a:cxnLst/>
              <a:rect l="l" t="t" r="r" b="b"/>
              <a:pathLst>
                <a:path w="538479" h="7620">
                  <a:moveTo>
                    <a:pt x="0" y="7619"/>
                  </a:moveTo>
                  <a:lnTo>
                    <a:pt x="0" y="0"/>
                  </a:lnTo>
                  <a:lnTo>
                    <a:pt x="538479" y="0"/>
                  </a:lnTo>
                  <a:lnTo>
                    <a:pt x="538480" y="7619"/>
                  </a:lnTo>
                  <a:lnTo>
                    <a:pt x="0" y="7619"/>
                  </a:lnTo>
                  <a:close/>
                </a:path>
              </a:pathLst>
            </a:custGeom>
            <a:solidFill>
              <a:srgbClr val="030200"/>
            </a:solidFill>
          </p:spPr>
          <p:txBody>
            <a:bodyPr wrap="square" lIns="0" tIns="0" rIns="0" bIns="0" rtlCol="0"/>
            <a:lstStyle/>
            <a:p/>
          </p:txBody>
        </p:sp>
        <p:sp>
          <p:nvSpPr>
            <p:cNvPr id="1747" name="object 1747"/>
            <p:cNvSpPr/>
            <p:nvPr/>
          </p:nvSpPr>
          <p:spPr>
            <a:xfrm>
              <a:off x="3783330" y="4077969"/>
              <a:ext cx="538480" cy="6350"/>
            </a:xfrm>
            <a:custGeom>
              <a:avLst/>
              <a:gdLst/>
              <a:ahLst/>
              <a:cxnLst/>
              <a:rect l="l" t="t" r="r" b="b"/>
              <a:pathLst>
                <a:path w="538479" h="6350">
                  <a:moveTo>
                    <a:pt x="538480" y="1270"/>
                  </a:moveTo>
                  <a:lnTo>
                    <a:pt x="538467" y="0"/>
                  </a:lnTo>
                  <a:lnTo>
                    <a:pt x="0" y="0"/>
                  </a:lnTo>
                  <a:lnTo>
                    <a:pt x="0" y="1270"/>
                  </a:lnTo>
                  <a:lnTo>
                    <a:pt x="34290" y="1270"/>
                  </a:lnTo>
                  <a:lnTo>
                    <a:pt x="34290" y="2540"/>
                  </a:lnTo>
                  <a:lnTo>
                    <a:pt x="44450" y="2540"/>
                  </a:lnTo>
                  <a:lnTo>
                    <a:pt x="44450" y="3810"/>
                  </a:lnTo>
                  <a:lnTo>
                    <a:pt x="63500" y="3810"/>
                  </a:lnTo>
                  <a:lnTo>
                    <a:pt x="63500" y="5080"/>
                  </a:lnTo>
                  <a:lnTo>
                    <a:pt x="72390" y="5080"/>
                  </a:lnTo>
                  <a:lnTo>
                    <a:pt x="72390" y="6350"/>
                  </a:lnTo>
                  <a:lnTo>
                    <a:pt x="538480" y="6350"/>
                  </a:lnTo>
                  <a:lnTo>
                    <a:pt x="538480" y="5080"/>
                  </a:lnTo>
                  <a:lnTo>
                    <a:pt x="538480" y="3810"/>
                  </a:lnTo>
                  <a:lnTo>
                    <a:pt x="538480" y="2540"/>
                  </a:lnTo>
                  <a:lnTo>
                    <a:pt x="538480" y="1270"/>
                  </a:lnTo>
                  <a:close/>
                </a:path>
              </a:pathLst>
            </a:custGeom>
            <a:solidFill>
              <a:srgbClr val="050400"/>
            </a:solidFill>
          </p:spPr>
          <p:txBody>
            <a:bodyPr wrap="square" lIns="0" tIns="0" rIns="0" bIns="0" rtlCol="0"/>
            <a:lstStyle/>
            <a:p/>
          </p:txBody>
        </p:sp>
        <p:sp>
          <p:nvSpPr>
            <p:cNvPr id="1748" name="object 1748"/>
            <p:cNvSpPr/>
            <p:nvPr/>
          </p:nvSpPr>
          <p:spPr>
            <a:xfrm>
              <a:off x="3860800" y="4084319"/>
              <a:ext cx="461009" cy="7620"/>
            </a:xfrm>
            <a:custGeom>
              <a:avLst/>
              <a:gdLst/>
              <a:ahLst/>
              <a:cxnLst/>
              <a:rect l="l" t="t" r="r" b="b"/>
              <a:pathLst>
                <a:path w="461010" h="7620">
                  <a:moveTo>
                    <a:pt x="461010" y="0"/>
                  </a:moveTo>
                  <a:lnTo>
                    <a:pt x="0" y="0"/>
                  </a:lnTo>
                  <a:lnTo>
                    <a:pt x="0" y="1270"/>
                  </a:lnTo>
                  <a:lnTo>
                    <a:pt x="2540" y="1270"/>
                  </a:lnTo>
                  <a:lnTo>
                    <a:pt x="2540" y="2540"/>
                  </a:lnTo>
                  <a:lnTo>
                    <a:pt x="10160" y="2540"/>
                  </a:lnTo>
                  <a:lnTo>
                    <a:pt x="10160" y="3810"/>
                  </a:lnTo>
                  <a:lnTo>
                    <a:pt x="15240" y="3810"/>
                  </a:lnTo>
                  <a:lnTo>
                    <a:pt x="15240" y="5080"/>
                  </a:lnTo>
                  <a:lnTo>
                    <a:pt x="17780" y="5080"/>
                  </a:lnTo>
                  <a:lnTo>
                    <a:pt x="17780" y="6350"/>
                  </a:lnTo>
                  <a:lnTo>
                    <a:pt x="21590" y="6350"/>
                  </a:lnTo>
                  <a:lnTo>
                    <a:pt x="21590" y="7620"/>
                  </a:lnTo>
                  <a:lnTo>
                    <a:pt x="461010" y="7620"/>
                  </a:lnTo>
                  <a:lnTo>
                    <a:pt x="461010" y="1270"/>
                  </a:lnTo>
                  <a:lnTo>
                    <a:pt x="461010" y="0"/>
                  </a:lnTo>
                  <a:close/>
                </a:path>
              </a:pathLst>
            </a:custGeom>
            <a:solidFill>
              <a:srgbClr val="080500"/>
            </a:solidFill>
          </p:spPr>
          <p:txBody>
            <a:bodyPr wrap="square" lIns="0" tIns="0" rIns="0" bIns="0" rtlCol="0"/>
            <a:lstStyle/>
            <a:p/>
          </p:txBody>
        </p:sp>
        <p:sp>
          <p:nvSpPr>
            <p:cNvPr id="1749" name="object 1749"/>
            <p:cNvSpPr/>
            <p:nvPr/>
          </p:nvSpPr>
          <p:spPr>
            <a:xfrm>
              <a:off x="3884930" y="4091952"/>
              <a:ext cx="372110" cy="7620"/>
            </a:xfrm>
            <a:custGeom>
              <a:avLst/>
              <a:gdLst/>
              <a:ahLst/>
              <a:cxnLst/>
              <a:rect l="l" t="t" r="r" b="b"/>
              <a:pathLst>
                <a:path w="372110" h="7620">
                  <a:moveTo>
                    <a:pt x="342900" y="6350"/>
                  </a:moveTo>
                  <a:lnTo>
                    <a:pt x="11430" y="6350"/>
                  </a:lnTo>
                  <a:lnTo>
                    <a:pt x="11430" y="7607"/>
                  </a:lnTo>
                  <a:lnTo>
                    <a:pt x="342900" y="7607"/>
                  </a:lnTo>
                  <a:lnTo>
                    <a:pt x="342900" y="6350"/>
                  </a:lnTo>
                  <a:close/>
                </a:path>
                <a:path w="372110" h="7620">
                  <a:moveTo>
                    <a:pt x="372110" y="0"/>
                  </a:moveTo>
                  <a:lnTo>
                    <a:pt x="0" y="0"/>
                  </a:lnTo>
                  <a:lnTo>
                    <a:pt x="0" y="1257"/>
                  </a:lnTo>
                  <a:lnTo>
                    <a:pt x="2540" y="1257"/>
                  </a:lnTo>
                  <a:lnTo>
                    <a:pt x="2540" y="2527"/>
                  </a:lnTo>
                  <a:lnTo>
                    <a:pt x="5080" y="2527"/>
                  </a:lnTo>
                  <a:lnTo>
                    <a:pt x="5080" y="3797"/>
                  </a:lnTo>
                  <a:lnTo>
                    <a:pt x="6350" y="3797"/>
                  </a:lnTo>
                  <a:lnTo>
                    <a:pt x="6350" y="5067"/>
                  </a:lnTo>
                  <a:lnTo>
                    <a:pt x="8890" y="5067"/>
                  </a:lnTo>
                  <a:lnTo>
                    <a:pt x="8890" y="6337"/>
                  </a:lnTo>
                  <a:lnTo>
                    <a:pt x="345440" y="6337"/>
                  </a:lnTo>
                  <a:lnTo>
                    <a:pt x="345440" y="5067"/>
                  </a:lnTo>
                  <a:lnTo>
                    <a:pt x="350520" y="5067"/>
                  </a:lnTo>
                  <a:lnTo>
                    <a:pt x="350520" y="3797"/>
                  </a:lnTo>
                  <a:lnTo>
                    <a:pt x="353060" y="3797"/>
                  </a:lnTo>
                  <a:lnTo>
                    <a:pt x="353060" y="2527"/>
                  </a:lnTo>
                  <a:lnTo>
                    <a:pt x="361950" y="2527"/>
                  </a:lnTo>
                  <a:lnTo>
                    <a:pt x="361950" y="1257"/>
                  </a:lnTo>
                  <a:lnTo>
                    <a:pt x="372110" y="1257"/>
                  </a:lnTo>
                  <a:lnTo>
                    <a:pt x="372110" y="0"/>
                  </a:lnTo>
                  <a:close/>
                </a:path>
              </a:pathLst>
            </a:custGeom>
            <a:solidFill>
              <a:srgbClr val="0A0700"/>
            </a:solidFill>
          </p:spPr>
          <p:txBody>
            <a:bodyPr wrap="square" lIns="0" tIns="0" rIns="0" bIns="0" rtlCol="0"/>
            <a:lstStyle/>
            <a:p/>
          </p:txBody>
        </p:sp>
        <p:sp>
          <p:nvSpPr>
            <p:cNvPr id="1750" name="object 1750"/>
            <p:cNvSpPr/>
            <p:nvPr/>
          </p:nvSpPr>
          <p:spPr>
            <a:xfrm>
              <a:off x="3897630" y="4099559"/>
              <a:ext cx="325120" cy="6350"/>
            </a:xfrm>
            <a:custGeom>
              <a:avLst/>
              <a:gdLst/>
              <a:ahLst/>
              <a:cxnLst/>
              <a:rect l="l" t="t" r="r" b="b"/>
              <a:pathLst>
                <a:path w="325120" h="6350">
                  <a:moveTo>
                    <a:pt x="312420" y="5092"/>
                  </a:moveTo>
                  <a:lnTo>
                    <a:pt x="7620" y="5092"/>
                  </a:lnTo>
                  <a:lnTo>
                    <a:pt x="7620" y="6350"/>
                  </a:lnTo>
                  <a:lnTo>
                    <a:pt x="312420" y="6350"/>
                  </a:lnTo>
                  <a:lnTo>
                    <a:pt x="312420" y="5092"/>
                  </a:lnTo>
                  <a:close/>
                </a:path>
                <a:path w="325120" h="6350">
                  <a:moveTo>
                    <a:pt x="325120" y="0"/>
                  </a:moveTo>
                  <a:lnTo>
                    <a:pt x="0" y="0"/>
                  </a:lnTo>
                  <a:lnTo>
                    <a:pt x="0" y="1270"/>
                  </a:lnTo>
                  <a:lnTo>
                    <a:pt x="2540" y="1270"/>
                  </a:lnTo>
                  <a:lnTo>
                    <a:pt x="2540" y="2540"/>
                  </a:lnTo>
                  <a:lnTo>
                    <a:pt x="3810" y="2540"/>
                  </a:lnTo>
                  <a:lnTo>
                    <a:pt x="3810" y="3810"/>
                  </a:lnTo>
                  <a:lnTo>
                    <a:pt x="6350" y="3810"/>
                  </a:lnTo>
                  <a:lnTo>
                    <a:pt x="6350" y="5080"/>
                  </a:lnTo>
                  <a:lnTo>
                    <a:pt x="313677" y="5080"/>
                  </a:lnTo>
                  <a:lnTo>
                    <a:pt x="313677" y="3810"/>
                  </a:lnTo>
                  <a:lnTo>
                    <a:pt x="318770" y="3810"/>
                  </a:lnTo>
                  <a:lnTo>
                    <a:pt x="318770" y="2540"/>
                  </a:lnTo>
                  <a:lnTo>
                    <a:pt x="322580" y="2540"/>
                  </a:lnTo>
                  <a:lnTo>
                    <a:pt x="322580" y="1270"/>
                  </a:lnTo>
                  <a:lnTo>
                    <a:pt x="325120" y="1270"/>
                  </a:lnTo>
                  <a:lnTo>
                    <a:pt x="325120" y="0"/>
                  </a:lnTo>
                  <a:close/>
                </a:path>
              </a:pathLst>
            </a:custGeom>
            <a:solidFill>
              <a:srgbClr val="0C0900"/>
            </a:solidFill>
          </p:spPr>
          <p:txBody>
            <a:bodyPr wrap="square" lIns="0" tIns="0" rIns="0" bIns="0" rtlCol="0"/>
            <a:lstStyle/>
            <a:p/>
          </p:txBody>
        </p:sp>
        <p:sp>
          <p:nvSpPr>
            <p:cNvPr id="1751" name="object 1751"/>
            <p:cNvSpPr/>
            <p:nvPr/>
          </p:nvSpPr>
          <p:spPr>
            <a:xfrm>
              <a:off x="3906520" y="4105909"/>
              <a:ext cx="299720" cy="7620"/>
            </a:xfrm>
            <a:custGeom>
              <a:avLst/>
              <a:gdLst/>
              <a:ahLst/>
              <a:cxnLst/>
              <a:rect l="l" t="t" r="r" b="b"/>
              <a:pathLst>
                <a:path w="299720" h="7620">
                  <a:moveTo>
                    <a:pt x="294640" y="5092"/>
                  </a:moveTo>
                  <a:lnTo>
                    <a:pt x="6350" y="5092"/>
                  </a:lnTo>
                  <a:lnTo>
                    <a:pt x="6350" y="6350"/>
                  </a:lnTo>
                  <a:lnTo>
                    <a:pt x="7620" y="6350"/>
                  </a:lnTo>
                  <a:lnTo>
                    <a:pt x="7620" y="7620"/>
                  </a:lnTo>
                  <a:lnTo>
                    <a:pt x="292087" y="7620"/>
                  </a:lnTo>
                  <a:lnTo>
                    <a:pt x="292087" y="6350"/>
                  </a:lnTo>
                  <a:lnTo>
                    <a:pt x="294640" y="6350"/>
                  </a:lnTo>
                  <a:lnTo>
                    <a:pt x="294640" y="5092"/>
                  </a:lnTo>
                  <a:close/>
                </a:path>
                <a:path w="299720" h="7620">
                  <a:moveTo>
                    <a:pt x="299720" y="0"/>
                  </a:moveTo>
                  <a:lnTo>
                    <a:pt x="0" y="0"/>
                  </a:lnTo>
                  <a:lnTo>
                    <a:pt x="0" y="1270"/>
                  </a:lnTo>
                  <a:lnTo>
                    <a:pt x="2540" y="1270"/>
                  </a:lnTo>
                  <a:lnTo>
                    <a:pt x="2540" y="2540"/>
                  </a:lnTo>
                  <a:lnTo>
                    <a:pt x="3810" y="2540"/>
                  </a:lnTo>
                  <a:lnTo>
                    <a:pt x="3810" y="3810"/>
                  </a:lnTo>
                  <a:lnTo>
                    <a:pt x="5080" y="3810"/>
                  </a:lnTo>
                  <a:lnTo>
                    <a:pt x="5080" y="5080"/>
                  </a:lnTo>
                  <a:lnTo>
                    <a:pt x="295910" y="5080"/>
                  </a:lnTo>
                  <a:lnTo>
                    <a:pt x="295910" y="3810"/>
                  </a:lnTo>
                  <a:lnTo>
                    <a:pt x="297180" y="3810"/>
                  </a:lnTo>
                  <a:lnTo>
                    <a:pt x="297180" y="2540"/>
                  </a:lnTo>
                  <a:lnTo>
                    <a:pt x="298450" y="2540"/>
                  </a:lnTo>
                  <a:lnTo>
                    <a:pt x="298450" y="1270"/>
                  </a:lnTo>
                  <a:lnTo>
                    <a:pt x="299720" y="1270"/>
                  </a:lnTo>
                  <a:lnTo>
                    <a:pt x="299720" y="0"/>
                  </a:lnTo>
                  <a:close/>
                </a:path>
              </a:pathLst>
            </a:custGeom>
            <a:solidFill>
              <a:srgbClr val="0E0A00"/>
            </a:solidFill>
          </p:spPr>
          <p:txBody>
            <a:bodyPr wrap="square" lIns="0" tIns="0" rIns="0" bIns="0" rtlCol="0"/>
            <a:lstStyle/>
            <a:p/>
          </p:txBody>
        </p:sp>
        <p:sp>
          <p:nvSpPr>
            <p:cNvPr id="1752" name="object 1752"/>
            <p:cNvSpPr/>
            <p:nvPr/>
          </p:nvSpPr>
          <p:spPr>
            <a:xfrm>
              <a:off x="3915410" y="4113529"/>
              <a:ext cx="281940" cy="7620"/>
            </a:xfrm>
            <a:custGeom>
              <a:avLst/>
              <a:gdLst/>
              <a:ahLst/>
              <a:cxnLst/>
              <a:rect l="l" t="t" r="r" b="b"/>
              <a:pathLst>
                <a:path w="281939" h="7620">
                  <a:moveTo>
                    <a:pt x="278130" y="3822"/>
                  </a:moveTo>
                  <a:lnTo>
                    <a:pt x="1270" y="3822"/>
                  </a:lnTo>
                  <a:lnTo>
                    <a:pt x="1270" y="5080"/>
                  </a:lnTo>
                  <a:lnTo>
                    <a:pt x="2540" y="5080"/>
                  </a:lnTo>
                  <a:lnTo>
                    <a:pt x="2540" y="6350"/>
                  </a:lnTo>
                  <a:lnTo>
                    <a:pt x="3810" y="6350"/>
                  </a:lnTo>
                  <a:lnTo>
                    <a:pt x="3810" y="7620"/>
                  </a:lnTo>
                  <a:lnTo>
                    <a:pt x="275590" y="7620"/>
                  </a:lnTo>
                  <a:lnTo>
                    <a:pt x="275590" y="6350"/>
                  </a:lnTo>
                  <a:lnTo>
                    <a:pt x="276860" y="6350"/>
                  </a:lnTo>
                  <a:lnTo>
                    <a:pt x="276860" y="5080"/>
                  </a:lnTo>
                  <a:lnTo>
                    <a:pt x="278130" y="5080"/>
                  </a:lnTo>
                  <a:lnTo>
                    <a:pt x="278130" y="3822"/>
                  </a:lnTo>
                  <a:close/>
                </a:path>
                <a:path w="281939" h="7620">
                  <a:moveTo>
                    <a:pt x="281940" y="0"/>
                  </a:moveTo>
                  <a:lnTo>
                    <a:pt x="0" y="0"/>
                  </a:lnTo>
                  <a:lnTo>
                    <a:pt x="0" y="1270"/>
                  </a:lnTo>
                  <a:lnTo>
                    <a:pt x="0" y="2540"/>
                  </a:lnTo>
                  <a:lnTo>
                    <a:pt x="1270" y="2540"/>
                  </a:lnTo>
                  <a:lnTo>
                    <a:pt x="1270" y="3810"/>
                  </a:lnTo>
                  <a:lnTo>
                    <a:pt x="279387" y="3810"/>
                  </a:lnTo>
                  <a:lnTo>
                    <a:pt x="279387" y="2540"/>
                  </a:lnTo>
                  <a:lnTo>
                    <a:pt x="280670" y="2540"/>
                  </a:lnTo>
                  <a:lnTo>
                    <a:pt x="280670" y="1270"/>
                  </a:lnTo>
                  <a:lnTo>
                    <a:pt x="281940" y="1270"/>
                  </a:lnTo>
                  <a:lnTo>
                    <a:pt x="281940" y="0"/>
                  </a:lnTo>
                  <a:close/>
                </a:path>
              </a:pathLst>
            </a:custGeom>
            <a:solidFill>
              <a:srgbClr val="110C00"/>
            </a:solidFill>
          </p:spPr>
          <p:txBody>
            <a:bodyPr wrap="square" lIns="0" tIns="0" rIns="0" bIns="0" rtlCol="0"/>
            <a:lstStyle/>
            <a:p/>
          </p:txBody>
        </p:sp>
        <p:sp>
          <p:nvSpPr>
            <p:cNvPr id="1753" name="object 1753"/>
            <p:cNvSpPr/>
            <p:nvPr/>
          </p:nvSpPr>
          <p:spPr>
            <a:xfrm>
              <a:off x="3919220" y="4121149"/>
              <a:ext cx="270510" cy="6350"/>
            </a:xfrm>
            <a:custGeom>
              <a:avLst/>
              <a:gdLst/>
              <a:ahLst/>
              <a:cxnLst/>
              <a:rect l="l" t="t" r="r" b="b"/>
              <a:pathLst>
                <a:path w="270510" h="6350">
                  <a:moveTo>
                    <a:pt x="270510" y="0"/>
                  </a:moveTo>
                  <a:lnTo>
                    <a:pt x="0" y="0"/>
                  </a:lnTo>
                  <a:lnTo>
                    <a:pt x="0" y="1270"/>
                  </a:lnTo>
                  <a:lnTo>
                    <a:pt x="1270" y="1270"/>
                  </a:lnTo>
                  <a:lnTo>
                    <a:pt x="1270" y="2540"/>
                  </a:lnTo>
                  <a:lnTo>
                    <a:pt x="1270" y="3810"/>
                  </a:lnTo>
                  <a:lnTo>
                    <a:pt x="1270" y="6350"/>
                  </a:lnTo>
                  <a:lnTo>
                    <a:pt x="266687" y="6350"/>
                  </a:lnTo>
                  <a:lnTo>
                    <a:pt x="266687" y="3810"/>
                  </a:lnTo>
                  <a:lnTo>
                    <a:pt x="267970" y="3810"/>
                  </a:lnTo>
                  <a:lnTo>
                    <a:pt x="267970" y="2540"/>
                  </a:lnTo>
                  <a:lnTo>
                    <a:pt x="269240" y="2540"/>
                  </a:lnTo>
                  <a:lnTo>
                    <a:pt x="269240" y="1270"/>
                  </a:lnTo>
                  <a:lnTo>
                    <a:pt x="270510" y="1270"/>
                  </a:lnTo>
                  <a:lnTo>
                    <a:pt x="270510" y="0"/>
                  </a:lnTo>
                  <a:close/>
                </a:path>
              </a:pathLst>
            </a:custGeom>
            <a:solidFill>
              <a:srgbClr val="130E00"/>
            </a:solidFill>
          </p:spPr>
          <p:txBody>
            <a:bodyPr wrap="square" lIns="0" tIns="0" rIns="0" bIns="0" rtlCol="0"/>
            <a:lstStyle/>
            <a:p/>
          </p:txBody>
        </p:sp>
        <p:sp>
          <p:nvSpPr>
            <p:cNvPr id="1754" name="object 1754"/>
            <p:cNvSpPr/>
            <p:nvPr/>
          </p:nvSpPr>
          <p:spPr>
            <a:xfrm>
              <a:off x="3921760" y="4127499"/>
              <a:ext cx="262890" cy="7620"/>
            </a:xfrm>
            <a:custGeom>
              <a:avLst/>
              <a:gdLst/>
              <a:ahLst/>
              <a:cxnLst/>
              <a:rect l="l" t="t" r="r" b="b"/>
              <a:pathLst>
                <a:path w="262889" h="7620">
                  <a:moveTo>
                    <a:pt x="262890" y="0"/>
                  </a:moveTo>
                  <a:lnTo>
                    <a:pt x="0" y="0"/>
                  </a:lnTo>
                  <a:lnTo>
                    <a:pt x="0" y="2540"/>
                  </a:lnTo>
                  <a:lnTo>
                    <a:pt x="1270" y="2540"/>
                  </a:lnTo>
                  <a:lnTo>
                    <a:pt x="1270" y="3810"/>
                  </a:lnTo>
                  <a:lnTo>
                    <a:pt x="1270" y="7620"/>
                  </a:lnTo>
                  <a:lnTo>
                    <a:pt x="260337" y="7620"/>
                  </a:lnTo>
                  <a:lnTo>
                    <a:pt x="260337" y="3810"/>
                  </a:lnTo>
                  <a:lnTo>
                    <a:pt x="261620" y="3810"/>
                  </a:lnTo>
                  <a:lnTo>
                    <a:pt x="261620" y="2540"/>
                  </a:lnTo>
                  <a:lnTo>
                    <a:pt x="262890" y="2540"/>
                  </a:lnTo>
                  <a:lnTo>
                    <a:pt x="262890" y="0"/>
                  </a:lnTo>
                  <a:close/>
                </a:path>
              </a:pathLst>
            </a:custGeom>
            <a:solidFill>
              <a:srgbClr val="151000"/>
            </a:solidFill>
          </p:spPr>
          <p:txBody>
            <a:bodyPr wrap="square" lIns="0" tIns="0" rIns="0" bIns="0" rtlCol="0"/>
            <a:lstStyle/>
            <a:p/>
          </p:txBody>
        </p:sp>
        <p:sp>
          <p:nvSpPr>
            <p:cNvPr id="1755" name="object 1755"/>
            <p:cNvSpPr/>
            <p:nvPr/>
          </p:nvSpPr>
          <p:spPr>
            <a:xfrm>
              <a:off x="3924300" y="4135119"/>
              <a:ext cx="257810" cy="7620"/>
            </a:xfrm>
            <a:custGeom>
              <a:avLst/>
              <a:gdLst/>
              <a:ahLst/>
              <a:cxnLst/>
              <a:rect l="l" t="t" r="r" b="b"/>
              <a:pathLst>
                <a:path w="257810" h="7620">
                  <a:moveTo>
                    <a:pt x="257810" y="0"/>
                  </a:moveTo>
                  <a:lnTo>
                    <a:pt x="0" y="0"/>
                  </a:lnTo>
                  <a:lnTo>
                    <a:pt x="0" y="1270"/>
                  </a:lnTo>
                  <a:lnTo>
                    <a:pt x="0" y="7620"/>
                  </a:lnTo>
                  <a:lnTo>
                    <a:pt x="256540" y="7620"/>
                  </a:lnTo>
                  <a:lnTo>
                    <a:pt x="256540" y="1270"/>
                  </a:lnTo>
                  <a:lnTo>
                    <a:pt x="257810" y="1270"/>
                  </a:lnTo>
                  <a:lnTo>
                    <a:pt x="257810" y="0"/>
                  </a:lnTo>
                  <a:close/>
                </a:path>
              </a:pathLst>
            </a:custGeom>
            <a:solidFill>
              <a:srgbClr val="181100"/>
            </a:solidFill>
          </p:spPr>
          <p:txBody>
            <a:bodyPr wrap="square" lIns="0" tIns="0" rIns="0" bIns="0" rtlCol="0"/>
            <a:lstStyle/>
            <a:p/>
          </p:txBody>
        </p:sp>
        <p:sp>
          <p:nvSpPr>
            <p:cNvPr id="1756" name="object 1756"/>
            <p:cNvSpPr/>
            <p:nvPr/>
          </p:nvSpPr>
          <p:spPr>
            <a:xfrm>
              <a:off x="3925570" y="4142739"/>
              <a:ext cx="254000" cy="6350"/>
            </a:xfrm>
            <a:custGeom>
              <a:avLst/>
              <a:gdLst/>
              <a:ahLst/>
              <a:cxnLst/>
              <a:rect l="l" t="t" r="r" b="b"/>
              <a:pathLst>
                <a:path w="254000" h="6350">
                  <a:moveTo>
                    <a:pt x="254000" y="0"/>
                  </a:moveTo>
                  <a:lnTo>
                    <a:pt x="0" y="0"/>
                  </a:lnTo>
                  <a:lnTo>
                    <a:pt x="0" y="6350"/>
                  </a:lnTo>
                  <a:lnTo>
                    <a:pt x="254000" y="6350"/>
                  </a:lnTo>
                  <a:lnTo>
                    <a:pt x="254000" y="0"/>
                  </a:lnTo>
                  <a:close/>
                </a:path>
              </a:pathLst>
            </a:custGeom>
            <a:solidFill>
              <a:srgbClr val="1A1300"/>
            </a:solidFill>
          </p:spPr>
          <p:txBody>
            <a:bodyPr wrap="square" lIns="0" tIns="0" rIns="0" bIns="0" rtlCol="0"/>
            <a:lstStyle/>
            <a:p/>
          </p:txBody>
        </p:sp>
        <p:sp>
          <p:nvSpPr>
            <p:cNvPr id="1757" name="object 1757"/>
            <p:cNvSpPr/>
            <p:nvPr/>
          </p:nvSpPr>
          <p:spPr>
            <a:xfrm>
              <a:off x="3925570" y="4149089"/>
              <a:ext cx="254000" cy="7620"/>
            </a:xfrm>
            <a:custGeom>
              <a:avLst/>
              <a:gdLst/>
              <a:ahLst/>
              <a:cxnLst/>
              <a:rect l="l" t="t" r="r" b="b"/>
              <a:pathLst>
                <a:path w="254000" h="7620">
                  <a:moveTo>
                    <a:pt x="254000" y="0"/>
                  </a:moveTo>
                  <a:lnTo>
                    <a:pt x="0" y="0"/>
                  </a:lnTo>
                  <a:lnTo>
                    <a:pt x="0" y="1270"/>
                  </a:lnTo>
                  <a:lnTo>
                    <a:pt x="0" y="7620"/>
                  </a:lnTo>
                  <a:lnTo>
                    <a:pt x="252730" y="7620"/>
                  </a:lnTo>
                  <a:lnTo>
                    <a:pt x="252730" y="1270"/>
                  </a:lnTo>
                  <a:lnTo>
                    <a:pt x="254000" y="1270"/>
                  </a:lnTo>
                  <a:lnTo>
                    <a:pt x="254000" y="0"/>
                  </a:lnTo>
                  <a:close/>
                </a:path>
              </a:pathLst>
            </a:custGeom>
            <a:solidFill>
              <a:srgbClr val="1C1500"/>
            </a:solidFill>
          </p:spPr>
          <p:txBody>
            <a:bodyPr wrap="square" lIns="0" tIns="0" rIns="0" bIns="0" rtlCol="0"/>
            <a:lstStyle/>
            <a:p/>
          </p:txBody>
        </p:sp>
        <p:sp>
          <p:nvSpPr>
            <p:cNvPr id="1758" name="object 1758"/>
            <p:cNvSpPr/>
            <p:nvPr/>
          </p:nvSpPr>
          <p:spPr>
            <a:xfrm>
              <a:off x="3925570" y="4156709"/>
              <a:ext cx="252729" cy="7620"/>
            </a:xfrm>
            <a:custGeom>
              <a:avLst/>
              <a:gdLst/>
              <a:ahLst/>
              <a:cxnLst/>
              <a:rect l="l" t="t" r="r" b="b"/>
              <a:pathLst>
                <a:path w="252729" h="7620">
                  <a:moveTo>
                    <a:pt x="252730" y="0"/>
                  </a:moveTo>
                  <a:lnTo>
                    <a:pt x="0" y="0"/>
                  </a:lnTo>
                  <a:lnTo>
                    <a:pt x="0" y="2540"/>
                  </a:lnTo>
                  <a:lnTo>
                    <a:pt x="1270" y="2540"/>
                  </a:lnTo>
                  <a:lnTo>
                    <a:pt x="1270" y="7620"/>
                  </a:lnTo>
                  <a:lnTo>
                    <a:pt x="252730" y="7620"/>
                  </a:lnTo>
                  <a:lnTo>
                    <a:pt x="252730" y="2540"/>
                  </a:lnTo>
                  <a:lnTo>
                    <a:pt x="252730" y="0"/>
                  </a:lnTo>
                  <a:close/>
                </a:path>
              </a:pathLst>
            </a:custGeom>
            <a:solidFill>
              <a:srgbClr val="1E1600"/>
            </a:solidFill>
          </p:spPr>
          <p:txBody>
            <a:bodyPr wrap="square" lIns="0" tIns="0" rIns="0" bIns="0" rtlCol="0"/>
            <a:lstStyle/>
            <a:p/>
          </p:txBody>
        </p:sp>
        <p:sp>
          <p:nvSpPr>
            <p:cNvPr id="1759" name="object 1759"/>
            <p:cNvSpPr/>
            <p:nvPr/>
          </p:nvSpPr>
          <p:spPr>
            <a:xfrm>
              <a:off x="3926840" y="4164329"/>
              <a:ext cx="250190" cy="7620"/>
            </a:xfrm>
            <a:custGeom>
              <a:avLst/>
              <a:gdLst/>
              <a:ahLst/>
              <a:cxnLst/>
              <a:rect l="l" t="t" r="r" b="b"/>
              <a:pathLst>
                <a:path w="250189" h="7620">
                  <a:moveTo>
                    <a:pt x="250189" y="0"/>
                  </a:moveTo>
                  <a:lnTo>
                    <a:pt x="0" y="0"/>
                  </a:lnTo>
                  <a:lnTo>
                    <a:pt x="0" y="7620"/>
                  </a:lnTo>
                  <a:lnTo>
                    <a:pt x="250189" y="7620"/>
                  </a:lnTo>
                  <a:lnTo>
                    <a:pt x="250189" y="0"/>
                  </a:lnTo>
                  <a:close/>
                </a:path>
              </a:pathLst>
            </a:custGeom>
            <a:solidFill>
              <a:srgbClr val="211800"/>
            </a:solidFill>
          </p:spPr>
          <p:txBody>
            <a:bodyPr wrap="square" lIns="0" tIns="0" rIns="0" bIns="0" rtlCol="0"/>
            <a:lstStyle/>
            <a:p/>
          </p:txBody>
        </p:sp>
        <p:sp>
          <p:nvSpPr>
            <p:cNvPr id="1760" name="object 1760"/>
            <p:cNvSpPr/>
            <p:nvPr/>
          </p:nvSpPr>
          <p:spPr>
            <a:xfrm>
              <a:off x="3926840" y="417194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231A00"/>
            </a:solidFill>
          </p:spPr>
          <p:txBody>
            <a:bodyPr wrap="square" lIns="0" tIns="0" rIns="0" bIns="0" rtlCol="0"/>
            <a:lstStyle/>
            <a:p/>
          </p:txBody>
        </p:sp>
        <p:sp>
          <p:nvSpPr>
            <p:cNvPr id="1761" name="object 1761"/>
            <p:cNvSpPr/>
            <p:nvPr/>
          </p:nvSpPr>
          <p:spPr>
            <a:xfrm>
              <a:off x="3926840" y="417829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251B00"/>
            </a:solidFill>
          </p:spPr>
          <p:txBody>
            <a:bodyPr wrap="square" lIns="0" tIns="0" rIns="0" bIns="0" rtlCol="0"/>
            <a:lstStyle/>
            <a:p/>
          </p:txBody>
        </p:sp>
        <p:sp>
          <p:nvSpPr>
            <p:cNvPr id="1762" name="object 1762"/>
            <p:cNvSpPr/>
            <p:nvPr/>
          </p:nvSpPr>
          <p:spPr>
            <a:xfrm>
              <a:off x="3926840" y="4185919"/>
              <a:ext cx="250190" cy="7620"/>
            </a:xfrm>
            <a:custGeom>
              <a:avLst/>
              <a:gdLst/>
              <a:ahLst/>
              <a:cxnLst/>
              <a:rect l="l" t="t" r="r" b="b"/>
              <a:pathLst>
                <a:path w="250189" h="7620">
                  <a:moveTo>
                    <a:pt x="250190" y="0"/>
                  </a:moveTo>
                  <a:lnTo>
                    <a:pt x="0" y="0"/>
                  </a:lnTo>
                  <a:lnTo>
                    <a:pt x="0" y="2540"/>
                  </a:lnTo>
                  <a:lnTo>
                    <a:pt x="0" y="7620"/>
                  </a:lnTo>
                  <a:lnTo>
                    <a:pt x="248920" y="7620"/>
                  </a:lnTo>
                  <a:lnTo>
                    <a:pt x="248920" y="2540"/>
                  </a:lnTo>
                  <a:lnTo>
                    <a:pt x="250190" y="2540"/>
                  </a:lnTo>
                  <a:lnTo>
                    <a:pt x="250190" y="0"/>
                  </a:lnTo>
                  <a:close/>
                </a:path>
              </a:pathLst>
            </a:custGeom>
            <a:solidFill>
              <a:srgbClr val="271D00"/>
            </a:solidFill>
          </p:spPr>
          <p:txBody>
            <a:bodyPr wrap="square" lIns="0" tIns="0" rIns="0" bIns="0" rtlCol="0"/>
            <a:lstStyle/>
            <a:p/>
          </p:txBody>
        </p:sp>
        <p:sp>
          <p:nvSpPr>
            <p:cNvPr id="1763" name="object 1763"/>
            <p:cNvSpPr/>
            <p:nvPr/>
          </p:nvSpPr>
          <p:spPr>
            <a:xfrm>
              <a:off x="3926840" y="419353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2A1F00"/>
            </a:solidFill>
          </p:spPr>
          <p:txBody>
            <a:bodyPr wrap="square" lIns="0" tIns="0" rIns="0" bIns="0" rtlCol="0"/>
            <a:lstStyle/>
            <a:p/>
          </p:txBody>
        </p:sp>
        <p:sp>
          <p:nvSpPr>
            <p:cNvPr id="1764" name="object 1764"/>
            <p:cNvSpPr/>
            <p:nvPr/>
          </p:nvSpPr>
          <p:spPr>
            <a:xfrm>
              <a:off x="3926840" y="419988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2C2100"/>
            </a:solidFill>
          </p:spPr>
          <p:txBody>
            <a:bodyPr wrap="square" lIns="0" tIns="0" rIns="0" bIns="0" rtlCol="0"/>
            <a:lstStyle/>
            <a:p/>
          </p:txBody>
        </p:sp>
        <p:sp>
          <p:nvSpPr>
            <p:cNvPr id="1765" name="object 1765"/>
            <p:cNvSpPr/>
            <p:nvPr/>
          </p:nvSpPr>
          <p:spPr>
            <a:xfrm>
              <a:off x="3926840" y="420750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2E2200"/>
            </a:solidFill>
          </p:spPr>
          <p:txBody>
            <a:bodyPr wrap="square" lIns="0" tIns="0" rIns="0" bIns="0" rtlCol="0"/>
            <a:lstStyle/>
            <a:p/>
          </p:txBody>
        </p:sp>
        <p:sp>
          <p:nvSpPr>
            <p:cNvPr id="1766" name="object 1766"/>
            <p:cNvSpPr/>
            <p:nvPr/>
          </p:nvSpPr>
          <p:spPr>
            <a:xfrm>
              <a:off x="3926840" y="421512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312400"/>
            </a:solidFill>
          </p:spPr>
          <p:txBody>
            <a:bodyPr wrap="square" lIns="0" tIns="0" rIns="0" bIns="0" rtlCol="0"/>
            <a:lstStyle/>
            <a:p/>
          </p:txBody>
        </p:sp>
        <p:sp>
          <p:nvSpPr>
            <p:cNvPr id="1767" name="object 1767"/>
            <p:cNvSpPr/>
            <p:nvPr/>
          </p:nvSpPr>
          <p:spPr>
            <a:xfrm>
              <a:off x="3926840" y="422147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332600"/>
            </a:solidFill>
          </p:spPr>
          <p:txBody>
            <a:bodyPr wrap="square" lIns="0" tIns="0" rIns="0" bIns="0" rtlCol="0"/>
            <a:lstStyle/>
            <a:p/>
          </p:txBody>
        </p:sp>
        <p:sp>
          <p:nvSpPr>
            <p:cNvPr id="1768" name="object 1768"/>
            <p:cNvSpPr/>
            <p:nvPr/>
          </p:nvSpPr>
          <p:spPr>
            <a:xfrm>
              <a:off x="3926840" y="422909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52700"/>
            </a:solidFill>
          </p:spPr>
          <p:txBody>
            <a:bodyPr wrap="square" lIns="0" tIns="0" rIns="0" bIns="0" rtlCol="0"/>
            <a:lstStyle/>
            <a:p/>
          </p:txBody>
        </p:sp>
        <p:sp>
          <p:nvSpPr>
            <p:cNvPr id="1769" name="object 1769"/>
            <p:cNvSpPr/>
            <p:nvPr/>
          </p:nvSpPr>
          <p:spPr>
            <a:xfrm>
              <a:off x="3926840" y="4236719"/>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372900"/>
            </a:solidFill>
          </p:spPr>
          <p:txBody>
            <a:bodyPr wrap="square" lIns="0" tIns="0" rIns="0" bIns="0" rtlCol="0"/>
            <a:lstStyle/>
            <a:p/>
          </p:txBody>
        </p:sp>
        <p:sp>
          <p:nvSpPr>
            <p:cNvPr id="1770" name="object 1770"/>
            <p:cNvSpPr/>
            <p:nvPr/>
          </p:nvSpPr>
          <p:spPr>
            <a:xfrm>
              <a:off x="3926840" y="424306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A2B00"/>
            </a:solidFill>
          </p:spPr>
          <p:txBody>
            <a:bodyPr wrap="square" lIns="0" tIns="0" rIns="0" bIns="0" rtlCol="0"/>
            <a:lstStyle/>
            <a:p/>
          </p:txBody>
        </p:sp>
        <p:sp>
          <p:nvSpPr>
            <p:cNvPr id="1771" name="object 1771"/>
            <p:cNvSpPr/>
            <p:nvPr/>
          </p:nvSpPr>
          <p:spPr>
            <a:xfrm>
              <a:off x="3926840" y="425068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3C2D00"/>
            </a:solidFill>
          </p:spPr>
          <p:txBody>
            <a:bodyPr wrap="square" lIns="0" tIns="0" rIns="0" bIns="0" rtlCol="0"/>
            <a:lstStyle/>
            <a:p/>
          </p:txBody>
        </p:sp>
        <p:sp>
          <p:nvSpPr>
            <p:cNvPr id="1772" name="object 1772"/>
            <p:cNvSpPr/>
            <p:nvPr/>
          </p:nvSpPr>
          <p:spPr>
            <a:xfrm>
              <a:off x="3926840" y="425830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3E2E00"/>
            </a:solidFill>
          </p:spPr>
          <p:txBody>
            <a:bodyPr wrap="square" lIns="0" tIns="0" rIns="0" bIns="0" rtlCol="0"/>
            <a:lstStyle/>
            <a:p/>
          </p:txBody>
        </p:sp>
        <p:sp>
          <p:nvSpPr>
            <p:cNvPr id="1773" name="object 1773"/>
            <p:cNvSpPr/>
            <p:nvPr/>
          </p:nvSpPr>
          <p:spPr>
            <a:xfrm>
              <a:off x="3926840" y="426465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13000"/>
            </a:solidFill>
          </p:spPr>
          <p:txBody>
            <a:bodyPr wrap="square" lIns="0" tIns="0" rIns="0" bIns="0" rtlCol="0"/>
            <a:lstStyle/>
            <a:p/>
          </p:txBody>
        </p:sp>
        <p:sp>
          <p:nvSpPr>
            <p:cNvPr id="1774" name="object 1774"/>
            <p:cNvSpPr/>
            <p:nvPr/>
          </p:nvSpPr>
          <p:spPr>
            <a:xfrm>
              <a:off x="3926840" y="427227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33300"/>
            </a:solidFill>
          </p:spPr>
          <p:txBody>
            <a:bodyPr wrap="square" lIns="0" tIns="0" rIns="0" bIns="0" rtlCol="0"/>
            <a:lstStyle/>
            <a:p/>
          </p:txBody>
        </p:sp>
        <p:sp>
          <p:nvSpPr>
            <p:cNvPr id="1775" name="object 1775"/>
            <p:cNvSpPr/>
            <p:nvPr/>
          </p:nvSpPr>
          <p:spPr>
            <a:xfrm>
              <a:off x="3926840" y="427989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453300"/>
            </a:solidFill>
          </p:spPr>
          <p:txBody>
            <a:bodyPr wrap="square" lIns="0" tIns="0" rIns="0" bIns="0" rtlCol="0"/>
            <a:lstStyle/>
            <a:p/>
          </p:txBody>
        </p:sp>
        <p:sp>
          <p:nvSpPr>
            <p:cNvPr id="1776" name="object 1776"/>
            <p:cNvSpPr/>
            <p:nvPr/>
          </p:nvSpPr>
          <p:spPr>
            <a:xfrm>
              <a:off x="3926840" y="428624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73500"/>
            </a:solidFill>
          </p:spPr>
          <p:txBody>
            <a:bodyPr wrap="square" lIns="0" tIns="0" rIns="0" bIns="0" rtlCol="0"/>
            <a:lstStyle/>
            <a:p/>
          </p:txBody>
        </p:sp>
        <p:sp>
          <p:nvSpPr>
            <p:cNvPr id="1777" name="object 1777"/>
            <p:cNvSpPr/>
            <p:nvPr/>
          </p:nvSpPr>
          <p:spPr>
            <a:xfrm>
              <a:off x="3926840" y="429386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A3700"/>
            </a:solidFill>
          </p:spPr>
          <p:txBody>
            <a:bodyPr wrap="square" lIns="0" tIns="0" rIns="0" bIns="0" rtlCol="0"/>
            <a:lstStyle/>
            <a:p/>
          </p:txBody>
        </p:sp>
        <p:sp>
          <p:nvSpPr>
            <p:cNvPr id="1778" name="object 1778"/>
            <p:cNvSpPr/>
            <p:nvPr/>
          </p:nvSpPr>
          <p:spPr>
            <a:xfrm>
              <a:off x="3926840" y="430148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C3800"/>
            </a:solidFill>
          </p:spPr>
          <p:txBody>
            <a:bodyPr wrap="square" lIns="0" tIns="0" rIns="0" bIns="0" rtlCol="0"/>
            <a:lstStyle/>
            <a:p/>
          </p:txBody>
        </p:sp>
        <p:sp>
          <p:nvSpPr>
            <p:cNvPr id="1779" name="object 1779"/>
            <p:cNvSpPr/>
            <p:nvPr/>
          </p:nvSpPr>
          <p:spPr>
            <a:xfrm>
              <a:off x="3926840" y="430910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4E3A00"/>
            </a:solidFill>
          </p:spPr>
          <p:txBody>
            <a:bodyPr wrap="square" lIns="0" tIns="0" rIns="0" bIns="0" rtlCol="0"/>
            <a:lstStyle/>
            <a:p/>
          </p:txBody>
        </p:sp>
        <p:sp>
          <p:nvSpPr>
            <p:cNvPr id="1780" name="object 1780"/>
            <p:cNvSpPr/>
            <p:nvPr/>
          </p:nvSpPr>
          <p:spPr>
            <a:xfrm>
              <a:off x="3926840" y="431545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503C00"/>
            </a:solidFill>
          </p:spPr>
          <p:txBody>
            <a:bodyPr wrap="square" lIns="0" tIns="0" rIns="0" bIns="0" rtlCol="0"/>
            <a:lstStyle/>
            <a:p/>
          </p:txBody>
        </p:sp>
        <p:sp>
          <p:nvSpPr>
            <p:cNvPr id="1781" name="object 1781"/>
            <p:cNvSpPr/>
            <p:nvPr/>
          </p:nvSpPr>
          <p:spPr>
            <a:xfrm>
              <a:off x="3925570" y="4323079"/>
              <a:ext cx="250190" cy="7620"/>
            </a:xfrm>
            <a:custGeom>
              <a:avLst/>
              <a:gdLst/>
              <a:ahLst/>
              <a:cxnLst/>
              <a:rect l="l" t="t" r="r" b="b"/>
              <a:pathLst>
                <a:path w="250189" h="7620">
                  <a:moveTo>
                    <a:pt x="250190" y="3822"/>
                  </a:moveTo>
                  <a:lnTo>
                    <a:pt x="0" y="3822"/>
                  </a:lnTo>
                  <a:lnTo>
                    <a:pt x="0" y="7620"/>
                  </a:lnTo>
                  <a:lnTo>
                    <a:pt x="250190" y="7620"/>
                  </a:lnTo>
                  <a:lnTo>
                    <a:pt x="250190" y="3822"/>
                  </a:lnTo>
                  <a:close/>
                </a:path>
                <a:path w="250189" h="7620">
                  <a:moveTo>
                    <a:pt x="250190" y="0"/>
                  </a:moveTo>
                  <a:lnTo>
                    <a:pt x="1270" y="0"/>
                  </a:lnTo>
                  <a:lnTo>
                    <a:pt x="1270" y="3810"/>
                  </a:lnTo>
                  <a:lnTo>
                    <a:pt x="250190" y="3810"/>
                  </a:lnTo>
                  <a:lnTo>
                    <a:pt x="250190" y="0"/>
                  </a:lnTo>
                  <a:close/>
                </a:path>
              </a:pathLst>
            </a:custGeom>
            <a:solidFill>
              <a:srgbClr val="533E00"/>
            </a:solidFill>
          </p:spPr>
          <p:txBody>
            <a:bodyPr wrap="square" lIns="0" tIns="0" rIns="0" bIns="0" rtlCol="0"/>
            <a:lstStyle/>
            <a:p/>
          </p:txBody>
        </p:sp>
        <p:sp>
          <p:nvSpPr>
            <p:cNvPr id="1782" name="object 1782"/>
            <p:cNvSpPr/>
            <p:nvPr/>
          </p:nvSpPr>
          <p:spPr>
            <a:xfrm>
              <a:off x="3925570" y="433069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553F00"/>
            </a:solidFill>
          </p:spPr>
          <p:txBody>
            <a:bodyPr wrap="square" lIns="0" tIns="0" rIns="0" bIns="0" rtlCol="0"/>
            <a:lstStyle/>
            <a:p/>
          </p:txBody>
        </p:sp>
        <p:sp>
          <p:nvSpPr>
            <p:cNvPr id="1783" name="object 1783"/>
            <p:cNvSpPr/>
            <p:nvPr/>
          </p:nvSpPr>
          <p:spPr>
            <a:xfrm>
              <a:off x="3925570" y="433704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574100"/>
            </a:solidFill>
          </p:spPr>
          <p:txBody>
            <a:bodyPr wrap="square" lIns="0" tIns="0" rIns="0" bIns="0" rtlCol="0"/>
            <a:lstStyle/>
            <a:p/>
          </p:txBody>
        </p:sp>
        <p:sp>
          <p:nvSpPr>
            <p:cNvPr id="1784" name="object 1784"/>
            <p:cNvSpPr/>
            <p:nvPr/>
          </p:nvSpPr>
          <p:spPr>
            <a:xfrm>
              <a:off x="3925570" y="434466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5A4300"/>
            </a:solidFill>
          </p:spPr>
          <p:txBody>
            <a:bodyPr wrap="square" lIns="0" tIns="0" rIns="0" bIns="0" rtlCol="0"/>
            <a:lstStyle/>
            <a:p/>
          </p:txBody>
        </p:sp>
        <p:sp>
          <p:nvSpPr>
            <p:cNvPr id="1785" name="object 1785"/>
            <p:cNvSpPr/>
            <p:nvPr/>
          </p:nvSpPr>
          <p:spPr>
            <a:xfrm>
              <a:off x="3925570" y="435228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5C4400"/>
            </a:solidFill>
          </p:spPr>
          <p:txBody>
            <a:bodyPr wrap="square" lIns="0" tIns="0" rIns="0" bIns="0" rtlCol="0"/>
            <a:lstStyle/>
            <a:p/>
          </p:txBody>
        </p:sp>
        <p:sp>
          <p:nvSpPr>
            <p:cNvPr id="1786" name="object 1786"/>
            <p:cNvSpPr/>
            <p:nvPr/>
          </p:nvSpPr>
          <p:spPr>
            <a:xfrm>
              <a:off x="3925570" y="435863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5E4600"/>
            </a:solidFill>
          </p:spPr>
          <p:txBody>
            <a:bodyPr wrap="square" lIns="0" tIns="0" rIns="0" bIns="0" rtlCol="0"/>
            <a:lstStyle/>
            <a:p/>
          </p:txBody>
        </p:sp>
        <p:sp>
          <p:nvSpPr>
            <p:cNvPr id="1787" name="object 1787"/>
            <p:cNvSpPr/>
            <p:nvPr/>
          </p:nvSpPr>
          <p:spPr>
            <a:xfrm>
              <a:off x="3925570" y="436625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604800"/>
            </a:solidFill>
          </p:spPr>
          <p:txBody>
            <a:bodyPr wrap="square" lIns="0" tIns="0" rIns="0" bIns="0" rtlCol="0"/>
            <a:lstStyle/>
            <a:p/>
          </p:txBody>
        </p:sp>
        <p:sp>
          <p:nvSpPr>
            <p:cNvPr id="1788" name="object 1788"/>
            <p:cNvSpPr/>
            <p:nvPr/>
          </p:nvSpPr>
          <p:spPr>
            <a:xfrm>
              <a:off x="3925570" y="437387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634A00"/>
            </a:solidFill>
          </p:spPr>
          <p:txBody>
            <a:bodyPr wrap="square" lIns="0" tIns="0" rIns="0" bIns="0" rtlCol="0"/>
            <a:lstStyle/>
            <a:p/>
          </p:txBody>
        </p:sp>
        <p:sp>
          <p:nvSpPr>
            <p:cNvPr id="1789" name="object 1789"/>
            <p:cNvSpPr/>
            <p:nvPr/>
          </p:nvSpPr>
          <p:spPr>
            <a:xfrm>
              <a:off x="3925570" y="438022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664B00"/>
            </a:solidFill>
          </p:spPr>
          <p:txBody>
            <a:bodyPr wrap="square" lIns="0" tIns="0" rIns="0" bIns="0" rtlCol="0"/>
            <a:lstStyle/>
            <a:p/>
          </p:txBody>
        </p:sp>
        <p:sp>
          <p:nvSpPr>
            <p:cNvPr id="1790" name="object 1790"/>
            <p:cNvSpPr/>
            <p:nvPr/>
          </p:nvSpPr>
          <p:spPr>
            <a:xfrm>
              <a:off x="3925570" y="43878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674D00"/>
            </a:solidFill>
          </p:spPr>
          <p:txBody>
            <a:bodyPr wrap="square" lIns="0" tIns="0" rIns="0" bIns="0" rtlCol="0"/>
            <a:lstStyle/>
            <a:p/>
          </p:txBody>
        </p:sp>
        <p:sp>
          <p:nvSpPr>
            <p:cNvPr id="1791" name="object 1791"/>
            <p:cNvSpPr/>
            <p:nvPr/>
          </p:nvSpPr>
          <p:spPr>
            <a:xfrm>
              <a:off x="3925570" y="4395469"/>
              <a:ext cx="250190" cy="6350"/>
            </a:xfrm>
            <a:custGeom>
              <a:avLst/>
              <a:gdLst/>
              <a:ahLst/>
              <a:cxnLst/>
              <a:rect l="l" t="t" r="r" b="b"/>
              <a:pathLst>
                <a:path w="250189" h="6350">
                  <a:moveTo>
                    <a:pt x="0" y="6349"/>
                  </a:moveTo>
                  <a:lnTo>
                    <a:pt x="0" y="0"/>
                  </a:lnTo>
                  <a:lnTo>
                    <a:pt x="250189" y="0"/>
                  </a:lnTo>
                  <a:lnTo>
                    <a:pt x="250189" y="6349"/>
                  </a:lnTo>
                  <a:lnTo>
                    <a:pt x="0" y="6349"/>
                  </a:lnTo>
                  <a:close/>
                </a:path>
              </a:pathLst>
            </a:custGeom>
            <a:solidFill>
              <a:srgbClr val="6A4F00"/>
            </a:solidFill>
          </p:spPr>
          <p:txBody>
            <a:bodyPr wrap="square" lIns="0" tIns="0" rIns="0" bIns="0" rtlCol="0"/>
            <a:lstStyle/>
            <a:p/>
          </p:txBody>
        </p:sp>
        <p:sp>
          <p:nvSpPr>
            <p:cNvPr id="1792" name="object 1792"/>
            <p:cNvSpPr/>
            <p:nvPr/>
          </p:nvSpPr>
          <p:spPr>
            <a:xfrm>
              <a:off x="3925570" y="440181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6C5000"/>
            </a:solidFill>
          </p:spPr>
          <p:txBody>
            <a:bodyPr wrap="square" lIns="0" tIns="0" rIns="0" bIns="0" rtlCol="0"/>
            <a:lstStyle/>
            <a:p/>
          </p:txBody>
        </p:sp>
        <p:sp>
          <p:nvSpPr>
            <p:cNvPr id="1793" name="object 1793"/>
            <p:cNvSpPr/>
            <p:nvPr/>
          </p:nvSpPr>
          <p:spPr>
            <a:xfrm>
              <a:off x="3925570" y="440943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6E5200"/>
            </a:solidFill>
          </p:spPr>
          <p:txBody>
            <a:bodyPr wrap="square" lIns="0" tIns="0" rIns="0" bIns="0" rtlCol="0"/>
            <a:lstStyle/>
            <a:p/>
          </p:txBody>
        </p:sp>
        <p:sp>
          <p:nvSpPr>
            <p:cNvPr id="1794" name="object 1794"/>
            <p:cNvSpPr/>
            <p:nvPr/>
          </p:nvSpPr>
          <p:spPr>
            <a:xfrm>
              <a:off x="3925570" y="441705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705400"/>
            </a:solidFill>
          </p:spPr>
          <p:txBody>
            <a:bodyPr wrap="square" lIns="0" tIns="0" rIns="0" bIns="0" rtlCol="0"/>
            <a:lstStyle/>
            <a:p/>
          </p:txBody>
        </p:sp>
        <p:sp>
          <p:nvSpPr>
            <p:cNvPr id="1795" name="object 1795"/>
            <p:cNvSpPr/>
            <p:nvPr/>
          </p:nvSpPr>
          <p:spPr>
            <a:xfrm>
              <a:off x="3925570" y="442340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735500"/>
            </a:solidFill>
          </p:spPr>
          <p:txBody>
            <a:bodyPr wrap="square" lIns="0" tIns="0" rIns="0" bIns="0" rtlCol="0"/>
            <a:lstStyle/>
            <a:p/>
          </p:txBody>
        </p:sp>
        <p:sp>
          <p:nvSpPr>
            <p:cNvPr id="1796" name="object 1796"/>
            <p:cNvSpPr/>
            <p:nvPr/>
          </p:nvSpPr>
          <p:spPr>
            <a:xfrm>
              <a:off x="3925570" y="443102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755700"/>
            </a:solidFill>
          </p:spPr>
          <p:txBody>
            <a:bodyPr wrap="square" lIns="0" tIns="0" rIns="0" bIns="0" rtlCol="0"/>
            <a:lstStyle/>
            <a:p/>
          </p:txBody>
        </p:sp>
        <p:sp>
          <p:nvSpPr>
            <p:cNvPr id="1797" name="object 1797"/>
            <p:cNvSpPr/>
            <p:nvPr/>
          </p:nvSpPr>
          <p:spPr>
            <a:xfrm>
              <a:off x="3925570" y="44386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775900"/>
            </a:solidFill>
          </p:spPr>
          <p:txBody>
            <a:bodyPr wrap="square" lIns="0" tIns="0" rIns="0" bIns="0" rtlCol="0"/>
            <a:lstStyle/>
            <a:p/>
          </p:txBody>
        </p:sp>
        <p:sp>
          <p:nvSpPr>
            <p:cNvPr id="1798" name="object 1798"/>
            <p:cNvSpPr/>
            <p:nvPr/>
          </p:nvSpPr>
          <p:spPr>
            <a:xfrm>
              <a:off x="3925570" y="4446269"/>
              <a:ext cx="250190" cy="6350"/>
            </a:xfrm>
            <a:custGeom>
              <a:avLst/>
              <a:gdLst/>
              <a:ahLst/>
              <a:cxnLst/>
              <a:rect l="l" t="t" r="r" b="b"/>
              <a:pathLst>
                <a:path w="250189" h="6350">
                  <a:moveTo>
                    <a:pt x="0" y="6349"/>
                  </a:moveTo>
                  <a:lnTo>
                    <a:pt x="0" y="0"/>
                  </a:lnTo>
                  <a:lnTo>
                    <a:pt x="250189" y="0"/>
                  </a:lnTo>
                  <a:lnTo>
                    <a:pt x="250189" y="6349"/>
                  </a:lnTo>
                  <a:lnTo>
                    <a:pt x="0" y="6349"/>
                  </a:lnTo>
                  <a:close/>
                </a:path>
              </a:pathLst>
            </a:custGeom>
            <a:solidFill>
              <a:srgbClr val="795B00"/>
            </a:solidFill>
          </p:spPr>
          <p:txBody>
            <a:bodyPr wrap="square" lIns="0" tIns="0" rIns="0" bIns="0" rtlCol="0"/>
            <a:lstStyle/>
            <a:p/>
          </p:txBody>
        </p:sp>
        <p:sp>
          <p:nvSpPr>
            <p:cNvPr id="1799" name="object 1799"/>
            <p:cNvSpPr/>
            <p:nvPr/>
          </p:nvSpPr>
          <p:spPr>
            <a:xfrm>
              <a:off x="3925570" y="445261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7C5C00"/>
            </a:solidFill>
          </p:spPr>
          <p:txBody>
            <a:bodyPr wrap="square" lIns="0" tIns="0" rIns="0" bIns="0" rtlCol="0"/>
            <a:lstStyle/>
            <a:p/>
          </p:txBody>
        </p:sp>
        <p:sp>
          <p:nvSpPr>
            <p:cNvPr id="1800" name="object 1800"/>
            <p:cNvSpPr/>
            <p:nvPr/>
          </p:nvSpPr>
          <p:spPr>
            <a:xfrm>
              <a:off x="3925570" y="4460239"/>
              <a:ext cx="250190" cy="7620"/>
            </a:xfrm>
            <a:custGeom>
              <a:avLst/>
              <a:gdLst/>
              <a:ahLst/>
              <a:cxnLst/>
              <a:rect l="l" t="t" r="r" b="b"/>
              <a:pathLst>
                <a:path w="250189" h="7620">
                  <a:moveTo>
                    <a:pt x="250190" y="0"/>
                  </a:moveTo>
                  <a:lnTo>
                    <a:pt x="0" y="0"/>
                  </a:lnTo>
                  <a:lnTo>
                    <a:pt x="0" y="1270"/>
                  </a:lnTo>
                  <a:lnTo>
                    <a:pt x="0" y="7620"/>
                  </a:lnTo>
                  <a:lnTo>
                    <a:pt x="248920" y="7620"/>
                  </a:lnTo>
                  <a:lnTo>
                    <a:pt x="248920" y="1270"/>
                  </a:lnTo>
                  <a:lnTo>
                    <a:pt x="250190" y="1270"/>
                  </a:lnTo>
                  <a:lnTo>
                    <a:pt x="250190" y="0"/>
                  </a:lnTo>
                  <a:close/>
                </a:path>
              </a:pathLst>
            </a:custGeom>
            <a:solidFill>
              <a:srgbClr val="7E5E00"/>
            </a:solidFill>
          </p:spPr>
          <p:txBody>
            <a:bodyPr wrap="square" lIns="0" tIns="0" rIns="0" bIns="0" rtlCol="0"/>
            <a:lstStyle/>
            <a:p/>
          </p:txBody>
        </p:sp>
        <p:sp>
          <p:nvSpPr>
            <p:cNvPr id="1801" name="object 1801"/>
            <p:cNvSpPr/>
            <p:nvPr/>
          </p:nvSpPr>
          <p:spPr>
            <a:xfrm>
              <a:off x="3925570" y="446785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806000"/>
            </a:solidFill>
          </p:spPr>
          <p:txBody>
            <a:bodyPr wrap="square" lIns="0" tIns="0" rIns="0" bIns="0" rtlCol="0"/>
            <a:lstStyle/>
            <a:p/>
          </p:txBody>
        </p:sp>
        <p:sp>
          <p:nvSpPr>
            <p:cNvPr id="1802" name="object 1802"/>
            <p:cNvSpPr/>
            <p:nvPr/>
          </p:nvSpPr>
          <p:spPr>
            <a:xfrm>
              <a:off x="3925570" y="447420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836100"/>
            </a:solidFill>
          </p:spPr>
          <p:txBody>
            <a:bodyPr wrap="square" lIns="0" tIns="0" rIns="0" bIns="0" rtlCol="0"/>
            <a:lstStyle/>
            <a:p/>
          </p:txBody>
        </p:sp>
        <p:sp>
          <p:nvSpPr>
            <p:cNvPr id="1803" name="object 1803"/>
            <p:cNvSpPr/>
            <p:nvPr/>
          </p:nvSpPr>
          <p:spPr>
            <a:xfrm>
              <a:off x="3925570" y="448182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856300"/>
            </a:solidFill>
          </p:spPr>
          <p:txBody>
            <a:bodyPr wrap="square" lIns="0" tIns="0" rIns="0" bIns="0" rtlCol="0"/>
            <a:lstStyle/>
            <a:p/>
          </p:txBody>
        </p:sp>
        <p:sp>
          <p:nvSpPr>
            <p:cNvPr id="1804" name="object 1804"/>
            <p:cNvSpPr/>
            <p:nvPr/>
          </p:nvSpPr>
          <p:spPr>
            <a:xfrm>
              <a:off x="3925570" y="448945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876600"/>
            </a:solidFill>
          </p:spPr>
          <p:txBody>
            <a:bodyPr wrap="square" lIns="0" tIns="0" rIns="0" bIns="0" rtlCol="0"/>
            <a:lstStyle/>
            <a:p/>
          </p:txBody>
        </p:sp>
        <p:sp>
          <p:nvSpPr>
            <p:cNvPr id="1805" name="object 1805"/>
            <p:cNvSpPr/>
            <p:nvPr/>
          </p:nvSpPr>
          <p:spPr>
            <a:xfrm>
              <a:off x="3925570" y="44958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896700"/>
            </a:solidFill>
          </p:spPr>
          <p:txBody>
            <a:bodyPr wrap="square" lIns="0" tIns="0" rIns="0" bIns="0" rtlCol="0"/>
            <a:lstStyle/>
            <a:p/>
          </p:txBody>
        </p:sp>
        <p:sp>
          <p:nvSpPr>
            <p:cNvPr id="1806" name="object 1806"/>
            <p:cNvSpPr/>
            <p:nvPr/>
          </p:nvSpPr>
          <p:spPr>
            <a:xfrm>
              <a:off x="3925570" y="450341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8C6800"/>
            </a:solidFill>
          </p:spPr>
          <p:txBody>
            <a:bodyPr wrap="square" lIns="0" tIns="0" rIns="0" bIns="0" rtlCol="0"/>
            <a:lstStyle/>
            <a:p/>
          </p:txBody>
        </p:sp>
        <p:sp>
          <p:nvSpPr>
            <p:cNvPr id="1807" name="object 1807"/>
            <p:cNvSpPr/>
            <p:nvPr/>
          </p:nvSpPr>
          <p:spPr>
            <a:xfrm>
              <a:off x="3925570" y="451103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8E6A00"/>
            </a:solidFill>
          </p:spPr>
          <p:txBody>
            <a:bodyPr wrap="square" lIns="0" tIns="0" rIns="0" bIns="0" rtlCol="0"/>
            <a:lstStyle/>
            <a:p/>
          </p:txBody>
        </p:sp>
        <p:sp>
          <p:nvSpPr>
            <p:cNvPr id="1808" name="object 1808"/>
            <p:cNvSpPr/>
            <p:nvPr/>
          </p:nvSpPr>
          <p:spPr>
            <a:xfrm>
              <a:off x="3925570" y="451738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906C00"/>
            </a:solidFill>
          </p:spPr>
          <p:txBody>
            <a:bodyPr wrap="square" lIns="0" tIns="0" rIns="0" bIns="0" rtlCol="0"/>
            <a:lstStyle/>
            <a:p/>
          </p:txBody>
        </p:sp>
        <p:sp>
          <p:nvSpPr>
            <p:cNvPr id="1809" name="object 1809"/>
            <p:cNvSpPr/>
            <p:nvPr/>
          </p:nvSpPr>
          <p:spPr>
            <a:xfrm>
              <a:off x="3925570" y="452500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926D00"/>
            </a:solidFill>
          </p:spPr>
          <p:txBody>
            <a:bodyPr wrap="square" lIns="0" tIns="0" rIns="0" bIns="0" rtlCol="0"/>
            <a:lstStyle/>
            <a:p/>
          </p:txBody>
        </p:sp>
        <p:sp>
          <p:nvSpPr>
            <p:cNvPr id="1810" name="object 1810"/>
            <p:cNvSpPr/>
            <p:nvPr/>
          </p:nvSpPr>
          <p:spPr>
            <a:xfrm>
              <a:off x="3925570" y="4532629"/>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956F00"/>
            </a:solidFill>
          </p:spPr>
          <p:txBody>
            <a:bodyPr wrap="square" lIns="0" tIns="0" rIns="0" bIns="0" rtlCol="0"/>
            <a:lstStyle/>
            <a:p/>
          </p:txBody>
        </p:sp>
        <p:sp>
          <p:nvSpPr>
            <p:cNvPr id="1811" name="object 1811"/>
            <p:cNvSpPr/>
            <p:nvPr/>
          </p:nvSpPr>
          <p:spPr>
            <a:xfrm>
              <a:off x="3925570" y="453897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977100"/>
            </a:solidFill>
          </p:spPr>
          <p:txBody>
            <a:bodyPr wrap="square" lIns="0" tIns="0" rIns="0" bIns="0" rtlCol="0"/>
            <a:lstStyle/>
            <a:p/>
          </p:txBody>
        </p:sp>
        <p:sp>
          <p:nvSpPr>
            <p:cNvPr id="1812" name="object 1812"/>
            <p:cNvSpPr/>
            <p:nvPr/>
          </p:nvSpPr>
          <p:spPr>
            <a:xfrm>
              <a:off x="3925570" y="45466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997200"/>
            </a:solidFill>
          </p:spPr>
          <p:txBody>
            <a:bodyPr wrap="square" lIns="0" tIns="0" rIns="0" bIns="0" rtlCol="0"/>
            <a:lstStyle/>
            <a:p/>
          </p:txBody>
        </p:sp>
        <p:sp>
          <p:nvSpPr>
            <p:cNvPr id="1813" name="object 1813"/>
            <p:cNvSpPr/>
            <p:nvPr/>
          </p:nvSpPr>
          <p:spPr>
            <a:xfrm>
              <a:off x="3925570" y="4554219"/>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9C7400"/>
            </a:solidFill>
          </p:spPr>
          <p:txBody>
            <a:bodyPr wrap="square" lIns="0" tIns="0" rIns="0" bIns="0" rtlCol="0"/>
            <a:lstStyle/>
            <a:p/>
          </p:txBody>
        </p:sp>
        <p:sp>
          <p:nvSpPr>
            <p:cNvPr id="1814" name="object 1814"/>
            <p:cNvSpPr/>
            <p:nvPr/>
          </p:nvSpPr>
          <p:spPr>
            <a:xfrm>
              <a:off x="3925570" y="456056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9E7600"/>
            </a:solidFill>
          </p:spPr>
          <p:txBody>
            <a:bodyPr wrap="square" lIns="0" tIns="0" rIns="0" bIns="0" rtlCol="0"/>
            <a:lstStyle/>
            <a:p/>
          </p:txBody>
        </p:sp>
        <p:sp>
          <p:nvSpPr>
            <p:cNvPr id="1815" name="object 1815"/>
            <p:cNvSpPr/>
            <p:nvPr/>
          </p:nvSpPr>
          <p:spPr>
            <a:xfrm>
              <a:off x="3925570" y="4568189"/>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A07800"/>
            </a:solidFill>
          </p:spPr>
          <p:txBody>
            <a:bodyPr wrap="square" lIns="0" tIns="0" rIns="0" bIns="0" rtlCol="0"/>
            <a:lstStyle/>
            <a:p/>
          </p:txBody>
        </p:sp>
        <p:sp>
          <p:nvSpPr>
            <p:cNvPr id="1816" name="object 1816"/>
            <p:cNvSpPr/>
            <p:nvPr/>
          </p:nvSpPr>
          <p:spPr>
            <a:xfrm>
              <a:off x="3925570" y="4575809"/>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A27900"/>
            </a:solidFill>
          </p:spPr>
          <p:txBody>
            <a:bodyPr wrap="square" lIns="0" tIns="0" rIns="0" bIns="0" rtlCol="0"/>
            <a:lstStyle/>
            <a:p/>
          </p:txBody>
        </p:sp>
        <p:sp>
          <p:nvSpPr>
            <p:cNvPr id="1817" name="object 1817"/>
            <p:cNvSpPr/>
            <p:nvPr/>
          </p:nvSpPr>
          <p:spPr>
            <a:xfrm>
              <a:off x="3924300" y="4583429"/>
              <a:ext cx="250190" cy="6350"/>
            </a:xfrm>
            <a:custGeom>
              <a:avLst/>
              <a:gdLst/>
              <a:ahLst/>
              <a:cxnLst/>
              <a:rect l="l" t="t" r="r" b="b"/>
              <a:pathLst>
                <a:path w="250189" h="6350">
                  <a:moveTo>
                    <a:pt x="250190" y="0"/>
                  </a:moveTo>
                  <a:lnTo>
                    <a:pt x="1270" y="0"/>
                  </a:lnTo>
                  <a:lnTo>
                    <a:pt x="1270" y="5080"/>
                  </a:lnTo>
                  <a:lnTo>
                    <a:pt x="0" y="5080"/>
                  </a:lnTo>
                  <a:lnTo>
                    <a:pt x="0" y="6350"/>
                  </a:lnTo>
                  <a:lnTo>
                    <a:pt x="250190" y="6350"/>
                  </a:lnTo>
                  <a:lnTo>
                    <a:pt x="250190" y="5080"/>
                  </a:lnTo>
                  <a:lnTo>
                    <a:pt x="250190" y="0"/>
                  </a:lnTo>
                  <a:close/>
                </a:path>
              </a:pathLst>
            </a:custGeom>
            <a:solidFill>
              <a:srgbClr val="A57B00"/>
            </a:solidFill>
          </p:spPr>
          <p:txBody>
            <a:bodyPr wrap="square" lIns="0" tIns="0" rIns="0" bIns="0" rtlCol="0"/>
            <a:lstStyle/>
            <a:p/>
          </p:txBody>
        </p:sp>
        <p:sp>
          <p:nvSpPr>
            <p:cNvPr id="1818" name="object 1818"/>
            <p:cNvSpPr/>
            <p:nvPr/>
          </p:nvSpPr>
          <p:spPr>
            <a:xfrm>
              <a:off x="3924300" y="4589779"/>
              <a:ext cx="250190" cy="7620"/>
            </a:xfrm>
            <a:custGeom>
              <a:avLst/>
              <a:gdLst/>
              <a:ahLst/>
              <a:cxnLst/>
              <a:rect l="l" t="t" r="r" b="b"/>
              <a:pathLst>
                <a:path w="250189" h="7620">
                  <a:moveTo>
                    <a:pt x="0" y="7620"/>
                  </a:moveTo>
                  <a:lnTo>
                    <a:pt x="0" y="0"/>
                  </a:lnTo>
                  <a:lnTo>
                    <a:pt x="250190" y="0"/>
                  </a:lnTo>
                  <a:lnTo>
                    <a:pt x="250190" y="7620"/>
                  </a:lnTo>
                  <a:lnTo>
                    <a:pt x="0" y="7620"/>
                  </a:lnTo>
                  <a:close/>
                </a:path>
              </a:pathLst>
            </a:custGeom>
            <a:solidFill>
              <a:srgbClr val="A77D00"/>
            </a:solidFill>
          </p:spPr>
          <p:txBody>
            <a:bodyPr wrap="square" lIns="0" tIns="0" rIns="0" bIns="0" rtlCol="0"/>
            <a:lstStyle/>
            <a:p/>
          </p:txBody>
        </p:sp>
        <p:sp>
          <p:nvSpPr>
            <p:cNvPr id="1819" name="object 1819"/>
            <p:cNvSpPr/>
            <p:nvPr/>
          </p:nvSpPr>
          <p:spPr>
            <a:xfrm>
              <a:off x="3924300" y="4597400"/>
              <a:ext cx="250190" cy="7620"/>
            </a:xfrm>
            <a:custGeom>
              <a:avLst/>
              <a:gdLst/>
              <a:ahLst/>
              <a:cxnLst/>
              <a:rect l="l" t="t" r="r" b="b"/>
              <a:pathLst>
                <a:path w="250189" h="7620">
                  <a:moveTo>
                    <a:pt x="0" y="7619"/>
                  </a:moveTo>
                  <a:lnTo>
                    <a:pt x="0" y="0"/>
                  </a:lnTo>
                  <a:lnTo>
                    <a:pt x="250190" y="0"/>
                  </a:lnTo>
                  <a:lnTo>
                    <a:pt x="250190" y="7619"/>
                  </a:lnTo>
                  <a:lnTo>
                    <a:pt x="0" y="7619"/>
                  </a:lnTo>
                  <a:close/>
                </a:path>
              </a:pathLst>
            </a:custGeom>
            <a:solidFill>
              <a:srgbClr val="A97E00"/>
            </a:solidFill>
          </p:spPr>
          <p:txBody>
            <a:bodyPr wrap="square" lIns="0" tIns="0" rIns="0" bIns="0" rtlCol="0"/>
            <a:lstStyle/>
            <a:p/>
          </p:txBody>
        </p:sp>
        <p:sp>
          <p:nvSpPr>
            <p:cNvPr id="1820" name="object 1820"/>
            <p:cNvSpPr/>
            <p:nvPr/>
          </p:nvSpPr>
          <p:spPr>
            <a:xfrm>
              <a:off x="3924300" y="4605019"/>
              <a:ext cx="250190" cy="6350"/>
            </a:xfrm>
            <a:custGeom>
              <a:avLst/>
              <a:gdLst/>
              <a:ahLst/>
              <a:cxnLst/>
              <a:rect l="l" t="t" r="r" b="b"/>
              <a:pathLst>
                <a:path w="250189" h="6350">
                  <a:moveTo>
                    <a:pt x="0" y="6349"/>
                  </a:moveTo>
                  <a:lnTo>
                    <a:pt x="0" y="0"/>
                  </a:lnTo>
                  <a:lnTo>
                    <a:pt x="250190" y="0"/>
                  </a:lnTo>
                  <a:lnTo>
                    <a:pt x="250190" y="6349"/>
                  </a:lnTo>
                  <a:lnTo>
                    <a:pt x="0" y="6349"/>
                  </a:lnTo>
                  <a:close/>
                </a:path>
              </a:pathLst>
            </a:custGeom>
            <a:solidFill>
              <a:srgbClr val="AC8000"/>
            </a:solidFill>
          </p:spPr>
          <p:txBody>
            <a:bodyPr wrap="square" lIns="0" tIns="0" rIns="0" bIns="0" rtlCol="0"/>
            <a:lstStyle/>
            <a:p/>
          </p:txBody>
        </p:sp>
        <p:sp>
          <p:nvSpPr>
            <p:cNvPr id="1821" name="object 1821"/>
            <p:cNvSpPr/>
            <p:nvPr/>
          </p:nvSpPr>
          <p:spPr>
            <a:xfrm>
              <a:off x="3924300" y="4611369"/>
              <a:ext cx="250190" cy="7620"/>
            </a:xfrm>
            <a:custGeom>
              <a:avLst/>
              <a:gdLst/>
              <a:ahLst/>
              <a:cxnLst/>
              <a:rect l="l" t="t" r="r" b="b"/>
              <a:pathLst>
                <a:path w="250189" h="7620">
                  <a:moveTo>
                    <a:pt x="0" y="7619"/>
                  </a:moveTo>
                  <a:lnTo>
                    <a:pt x="0" y="0"/>
                  </a:lnTo>
                  <a:lnTo>
                    <a:pt x="250190" y="0"/>
                  </a:lnTo>
                  <a:lnTo>
                    <a:pt x="250189" y="7619"/>
                  </a:lnTo>
                  <a:lnTo>
                    <a:pt x="0" y="7619"/>
                  </a:lnTo>
                  <a:close/>
                </a:path>
              </a:pathLst>
            </a:custGeom>
            <a:solidFill>
              <a:srgbClr val="AE8200"/>
            </a:solidFill>
          </p:spPr>
          <p:txBody>
            <a:bodyPr wrap="square" lIns="0" tIns="0" rIns="0" bIns="0" rtlCol="0"/>
            <a:lstStyle/>
            <a:p/>
          </p:txBody>
        </p:sp>
        <p:sp>
          <p:nvSpPr>
            <p:cNvPr id="1822" name="object 1822"/>
            <p:cNvSpPr/>
            <p:nvPr/>
          </p:nvSpPr>
          <p:spPr>
            <a:xfrm>
              <a:off x="3924300" y="461898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B08400"/>
            </a:solidFill>
          </p:spPr>
          <p:txBody>
            <a:bodyPr wrap="square" lIns="0" tIns="0" rIns="0" bIns="0" rtlCol="0"/>
            <a:lstStyle/>
            <a:p/>
          </p:txBody>
        </p:sp>
        <p:sp>
          <p:nvSpPr>
            <p:cNvPr id="1823" name="object 1823"/>
            <p:cNvSpPr/>
            <p:nvPr/>
          </p:nvSpPr>
          <p:spPr>
            <a:xfrm>
              <a:off x="3924300" y="462660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B28500"/>
            </a:solidFill>
          </p:spPr>
          <p:txBody>
            <a:bodyPr wrap="square" lIns="0" tIns="0" rIns="0" bIns="0" rtlCol="0"/>
            <a:lstStyle/>
            <a:p/>
          </p:txBody>
        </p:sp>
        <p:sp>
          <p:nvSpPr>
            <p:cNvPr id="1824" name="object 1824"/>
            <p:cNvSpPr/>
            <p:nvPr/>
          </p:nvSpPr>
          <p:spPr>
            <a:xfrm>
              <a:off x="3924300" y="463295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B58700"/>
            </a:solidFill>
          </p:spPr>
          <p:txBody>
            <a:bodyPr wrap="square" lIns="0" tIns="0" rIns="0" bIns="0" rtlCol="0"/>
            <a:lstStyle/>
            <a:p/>
          </p:txBody>
        </p:sp>
        <p:sp>
          <p:nvSpPr>
            <p:cNvPr id="1825" name="object 1825"/>
            <p:cNvSpPr/>
            <p:nvPr/>
          </p:nvSpPr>
          <p:spPr>
            <a:xfrm>
              <a:off x="3924300" y="464057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B78900"/>
            </a:solidFill>
          </p:spPr>
          <p:txBody>
            <a:bodyPr wrap="square" lIns="0" tIns="0" rIns="0" bIns="0" rtlCol="0"/>
            <a:lstStyle/>
            <a:p/>
          </p:txBody>
        </p:sp>
        <p:sp>
          <p:nvSpPr>
            <p:cNvPr id="1826" name="object 1826"/>
            <p:cNvSpPr/>
            <p:nvPr/>
          </p:nvSpPr>
          <p:spPr>
            <a:xfrm>
              <a:off x="3924300" y="464820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B98A00"/>
            </a:solidFill>
          </p:spPr>
          <p:txBody>
            <a:bodyPr wrap="square" lIns="0" tIns="0" rIns="0" bIns="0" rtlCol="0"/>
            <a:lstStyle/>
            <a:p/>
          </p:txBody>
        </p:sp>
        <p:sp>
          <p:nvSpPr>
            <p:cNvPr id="1827" name="object 1827"/>
            <p:cNvSpPr/>
            <p:nvPr/>
          </p:nvSpPr>
          <p:spPr>
            <a:xfrm>
              <a:off x="3924300" y="46545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BB8C00"/>
            </a:solidFill>
          </p:spPr>
          <p:txBody>
            <a:bodyPr wrap="square" lIns="0" tIns="0" rIns="0" bIns="0" rtlCol="0"/>
            <a:lstStyle/>
            <a:p/>
          </p:txBody>
        </p:sp>
        <p:sp>
          <p:nvSpPr>
            <p:cNvPr id="1828" name="object 1828"/>
            <p:cNvSpPr/>
            <p:nvPr/>
          </p:nvSpPr>
          <p:spPr>
            <a:xfrm>
              <a:off x="3924300" y="466216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BE8E00"/>
            </a:solidFill>
          </p:spPr>
          <p:txBody>
            <a:bodyPr wrap="square" lIns="0" tIns="0" rIns="0" bIns="0" rtlCol="0"/>
            <a:lstStyle/>
            <a:p/>
          </p:txBody>
        </p:sp>
        <p:sp>
          <p:nvSpPr>
            <p:cNvPr id="1829" name="object 1829"/>
            <p:cNvSpPr/>
            <p:nvPr/>
          </p:nvSpPr>
          <p:spPr>
            <a:xfrm>
              <a:off x="3924300" y="466978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C08F00"/>
            </a:solidFill>
          </p:spPr>
          <p:txBody>
            <a:bodyPr wrap="square" lIns="0" tIns="0" rIns="0" bIns="0" rtlCol="0"/>
            <a:lstStyle/>
            <a:p/>
          </p:txBody>
        </p:sp>
        <p:sp>
          <p:nvSpPr>
            <p:cNvPr id="1830" name="object 1830"/>
            <p:cNvSpPr/>
            <p:nvPr/>
          </p:nvSpPr>
          <p:spPr>
            <a:xfrm>
              <a:off x="3924300" y="467613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C29100"/>
            </a:solidFill>
          </p:spPr>
          <p:txBody>
            <a:bodyPr wrap="square" lIns="0" tIns="0" rIns="0" bIns="0" rtlCol="0"/>
            <a:lstStyle/>
            <a:p/>
          </p:txBody>
        </p:sp>
        <p:sp>
          <p:nvSpPr>
            <p:cNvPr id="1831" name="object 1831"/>
            <p:cNvSpPr/>
            <p:nvPr/>
          </p:nvSpPr>
          <p:spPr>
            <a:xfrm>
              <a:off x="3924300" y="468375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C59300"/>
            </a:solidFill>
          </p:spPr>
          <p:txBody>
            <a:bodyPr wrap="square" lIns="0" tIns="0" rIns="0" bIns="0" rtlCol="0"/>
            <a:lstStyle/>
            <a:p/>
          </p:txBody>
        </p:sp>
        <p:sp>
          <p:nvSpPr>
            <p:cNvPr id="1832" name="object 1832"/>
            <p:cNvSpPr/>
            <p:nvPr/>
          </p:nvSpPr>
          <p:spPr>
            <a:xfrm>
              <a:off x="3924300" y="469137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C79500"/>
            </a:solidFill>
          </p:spPr>
          <p:txBody>
            <a:bodyPr wrap="square" lIns="0" tIns="0" rIns="0" bIns="0" rtlCol="0"/>
            <a:lstStyle/>
            <a:p/>
          </p:txBody>
        </p:sp>
        <p:sp>
          <p:nvSpPr>
            <p:cNvPr id="1833" name="object 1833"/>
            <p:cNvSpPr/>
            <p:nvPr/>
          </p:nvSpPr>
          <p:spPr>
            <a:xfrm>
              <a:off x="3924300" y="4697729"/>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C99600"/>
            </a:solidFill>
          </p:spPr>
          <p:txBody>
            <a:bodyPr wrap="square" lIns="0" tIns="0" rIns="0" bIns="0" rtlCol="0"/>
            <a:lstStyle/>
            <a:p/>
          </p:txBody>
        </p:sp>
        <p:sp>
          <p:nvSpPr>
            <p:cNvPr id="1834" name="object 1834"/>
            <p:cNvSpPr/>
            <p:nvPr/>
          </p:nvSpPr>
          <p:spPr>
            <a:xfrm>
              <a:off x="3924300" y="47053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CC9800"/>
            </a:solidFill>
          </p:spPr>
          <p:txBody>
            <a:bodyPr wrap="square" lIns="0" tIns="0" rIns="0" bIns="0" rtlCol="0"/>
            <a:lstStyle/>
            <a:p/>
          </p:txBody>
        </p:sp>
        <p:sp>
          <p:nvSpPr>
            <p:cNvPr id="1835" name="object 1835"/>
            <p:cNvSpPr/>
            <p:nvPr/>
          </p:nvSpPr>
          <p:spPr>
            <a:xfrm>
              <a:off x="3924300" y="4712969"/>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CE9A00"/>
            </a:solidFill>
          </p:spPr>
          <p:txBody>
            <a:bodyPr wrap="square" lIns="0" tIns="0" rIns="0" bIns="0" rtlCol="0"/>
            <a:lstStyle/>
            <a:p/>
          </p:txBody>
        </p:sp>
        <p:sp>
          <p:nvSpPr>
            <p:cNvPr id="1836" name="object 1836"/>
            <p:cNvSpPr/>
            <p:nvPr/>
          </p:nvSpPr>
          <p:spPr>
            <a:xfrm>
              <a:off x="3924300" y="4720589"/>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D09B00"/>
            </a:solidFill>
          </p:spPr>
          <p:txBody>
            <a:bodyPr wrap="square" lIns="0" tIns="0" rIns="0" bIns="0" rtlCol="0"/>
            <a:lstStyle/>
            <a:p/>
          </p:txBody>
        </p:sp>
        <p:sp>
          <p:nvSpPr>
            <p:cNvPr id="1837" name="object 1837"/>
            <p:cNvSpPr/>
            <p:nvPr/>
          </p:nvSpPr>
          <p:spPr>
            <a:xfrm>
              <a:off x="3923030" y="4726939"/>
              <a:ext cx="251460" cy="7620"/>
            </a:xfrm>
            <a:custGeom>
              <a:avLst/>
              <a:gdLst/>
              <a:ahLst/>
              <a:cxnLst/>
              <a:rect l="l" t="t" r="r" b="b"/>
              <a:pathLst>
                <a:path w="251460" h="7620">
                  <a:moveTo>
                    <a:pt x="251460" y="0"/>
                  </a:moveTo>
                  <a:lnTo>
                    <a:pt x="1270" y="0"/>
                  </a:lnTo>
                  <a:lnTo>
                    <a:pt x="1270" y="5080"/>
                  </a:lnTo>
                  <a:lnTo>
                    <a:pt x="0" y="5080"/>
                  </a:lnTo>
                  <a:lnTo>
                    <a:pt x="0" y="7620"/>
                  </a:lnTo>
                  <a:lnTo>
                    <a:pt x="251460" y="7620"/>
                  </a:lnTo>
                  <a:lnTo>
                    <a:pt x="251460" y="5080"/>
                  </a:lnTo>
                  <a:lnTo>
                    <a:pt x="251460" y="0"/>
                  </a:lnTo>
                  <a:close/>
                </a:path>
              </a:pathLst>
            </a:custGeom>
            <a:solidFill>
              <a:srgbClr val="D29D00"/>
            </a:solidFill>
          </p:spPr>
          <p:txBody>
            <a:bodyPr wrap="square" lIns="0" tIns="0" rIns="0" bIns="0" rtlCol="0"/>
            <a:lstStyle/>
            <a:p/>
          </p:txBody>
        </p:sp>
        <p:sp>
          <p:nvSpPr>
            <p:cNvPr id="1838" name="object 1838"/>
            <p:cNvSpPr/>
            <p:nvPr/>
          </p:nvSpPr>
          <p:spPr>
            <a:xfrm>
              <a:off x="3923030" y="4734559"/>
              <a:ext cx="251460" cy="7620"/>
            </a:xfrm>
            <a:custGeom>
              <a:avLst/>
              <a:gdLst/>
              <a:ahLst/>
              <a:cxnLst/>
              <a:rect l="l" t="t" r="r" b="b"/>
              <a:pathLst>
                <a:path w="251460" h="7620">
                  <a:moveTo>
                    <a:pt x="0" y="7619"/>
                  </a:moveTo>
                  <a:lnTo>
                    <a:pt x="0" y="0"/>
                  </a:lnTo>
                  <a:lnTo>
                    <a:pt x="251460" y="0"/>
                  </a:lnTo>
                  <a:lnTo>
                    <a:pt x="251460" y="7619"/>
                  </a:lnTo>
                  <a:lnTo>
                    <a:pt x="0" y="7619"/>
                  </a:lnTo>
                  <a:close/>
                </a:path>
              </a:pathLst>
            </a:custGeom>
            <a:solidFill>
              <a:srgbClr val="D59F00"/>
            </a:solidFill>
          </p:spPr>
          <p:txBody>
            <a:bodyPr wrap="square" lIns="0" tIns="0" rIns="0" bIns="0" rtlCol="0"/>
            <a:lstStyle/>
            <a:p/>
          </p:txBody>
        </p:sp>
        <p:sp>
          <p:nvSpPr>
            <p:cNvPr id="1839" name="object 1839"/>
            <p:cNvSpPr/>
            <p:nvPr/>
          </p:nvSpPr>
          <p:spPr>
            <a:xfrm>
              <a:off x="3923030" y="4742179"/>
              <a:ext cx="251460" cy="6350"/>
            </a:xfrm>
            <a:custGeom>
              <a:avLst/>
              <a:gdLst/>
              <a:ahLst/>
              <a:cxnLst/>
              <a:rect l="l" t="t" r="r" b="b"/>
              <a:pathLst>
                <a:path w="251460" h="6350">
                  <a:moveTo>
                    <a:pt x="0" y="6350"/>
                  </a:moveTo>
                  <a:lnTo>
                    <a:pt x="0" y="0"/>
                  </a:lnTo>
                  <a:lnTo>
                    <a:pt x="251460" y="0"/>
                  </a:lnTo>
                  <a:lnTo>
                    <a:pt x="251460" y="6350"/>
                  </a:lnTo>
                  <a:lnTo>
                    <a:pt x="0" y="6350"/>
                  </a:lnTo>
                  <a:close/>
                </a:path>
              </a:pathLst>
            </a:custGeom>
            <a:solidFill>
              <a:srgbClr val="D7A100"/>
            </a:solidFill>
          </p:spPr>
          <p:txBody>
            <a:bodyPr wrap="square" lIns="0" tIns="0" rIns="0" bIns="0" rtlCol="0"/>
            <a:lstStyle/>
            <a:p/>
          </p:txBody>
        </p:sp>
        <p:sp>
          <p:nvSpPr>
            <p:cNvPr id="1840" name="object 1840"/>
            <p:cNvSpPr/>
            <p:nvPr/>
          </p:nvSpPr>
          <p:spPr>
            <a:xfrm>
              <a:off x="3923030" y="4748529"/>
              <a:ext cx="251460" cy="7620"/>
            </a:xfrm>
            <a:custGeom>
              <a:avLst/>
              <a:gdLst/>
              <a:ahLst/>
              <a:cxnLst/>
              <a:rect l="l" t="t" r="r" b="b"/>
              <a:pathLst>
                <a:path w="251460" h="7620">
                  <a:moveTo>
                    <a:pt x="251460" y="0"/>
                  </a:moveTo>
                  <a:lnTo>
                    <a:pt x="0" y="0"/>
                  </a:lnTo>
                  <a:lnTo>
                    <a:pt x="0" y="7620"/>
                  </a:lnTo>
                  <a:lnTo>
                    <a:pt x="251460" y="7620"/>
                  </a:lnTo>
                  <a:lnTo>
                    <a:pt x="251460" y="0"/>
                  </a:lnTo>
                  <a:close/>
                </a:path>
              </a:pathLst>
            </a:custGeom>
            <a:solidFill>
              <a:srgbClr val="D9A200"/>
            </a:solidFill>
          </p:spPr>
          <p:txBody>
            <a:bodyPr wrap="square" lIns="0" tIns="0" rIns="0" bIns="0" rtlCol="0"/>
            <a:lstStyle/>
            <a:p/>
          </p:txBody>
        </p:sp>
        <p:sp>
          <p:nvSpPr>
            <p:cNvPr id="1841" name="object 1841"/>
            <p:cNvSpPr/>
            <p:nvPr/>
          </p:nvSpPr>
          <p:spPr>
            <a:xfrm>
              <a:off x="3921760" y="4756149"/>
              <a:ext cx="254000" cy="7620"/>
            </a:xfrm>
            <a:custGeom>
              <a:avLst/>
              <a:gdLst/>
              <a:ahLst/>
              <a:cxnLst/>
              <a:rect l="l" t="t" r="r" b="b"/>
              <a:pathLst>
                <a:path w="254000" h="7620">
                  <a:moveTo>
                    <a:pt x="254000" y="2540"/>
                  </a:moveTo>
                  <a:lnTo>
                    <a:pt x="252730" y="2540"/>
                  </a:lnTo>
                  <a:lnTo>
                    <a:pt x="252730" y="0"/>
                  </a:lnTo>
                  <a:lnTo>
                    <a:pt x="0" y="0"/>
                  </a:lnTo>
                  <a:lnTo>
                    <a:pt x="0" y="2540"/>
                  </a:lnTo>
                  <a:lnTo>
                    <a:pt x="0" y="7620"/>
                  </a:lnTo>
                  <a:lnTo>
                    <a:pt x="254000" y="7620"/>
                  </a:lnTo>
                  <a:lnTo>
                    <a:pt x="254000" y="2540"/>
                  </a:lnTo>
                  <a:close/>
                </a:path>
              </a:pathLst>
            </a:custGeom>
            <a:solidFill>
              <a:srgbClr val="DBA400"/>
            </a:solidFill>
          </p:spPr>
          <p:txBody>
            <a:bodyPr wrap="square" lIns="0" tIns="0" rIns="0" bIns="0" rtlCol="0"/>
            <a:lstStyle/>
            <a:p/>
          </p:txBody>
        </p:sp>
        <p:sp>
          <p:nvSpPr>
            <p:cNvPr id="1842" name="object 1842"/>
            <p:cNvSpPr/>
            <p:nvPr/>
          </p:nvSpPr>
          <p:spPr>
            <a:xfrm>
              <a:off x="3921760" y="4763769"/>
              <a:ext cx="254000" cy="6350"/>
            </a:xfrm>
            <a:custGeom>
              <a:avLst/>
              <a:gdLst/>
              <a:ahLst/>
              <a:cxnLst/>
              <a:rect l="l" t="t" r="r" b="b"/>
              <a:pathLst>
                <a:path w="254000" h="6350">
                  <a:moveTo>
                    <a:pt x="0" y="6349"/>
                  </a:moveTo>
                  <a:lnTo>
                    <a:pt x="0" y="0"/>
                  </a:lnTo>
                  <a:lnTo>
                    <a:pt x="254000" y="0"/>
                  </a:lnTo>
                  <a:lnTo>
                    <a:pt x="254000" y="6349"/>
                  </a:lnTo>
                  <a:lnTo>
                    <a:pt x="0" y="6349"/>
                  </a:lnTo>
                  <a:close/>
                </a:path>
              </a:pathLst>
            </a:custGeom>
            <a:solidFill>
              <a:srgbClr val="DEA600"/>
            </a:solidFill>
          </p:spPr>
          <p:txBody>
            <a:bodyPr wrap="square" lIns="0" tIns="0" rIns="0" bIns="0" rtlCol="0"/>
            <a:lstStyle/>
            <a:p/>
          </p:txBody>
        </p:sp>
        <p:sp>
          <p:nvSpPr>
            <p:cNvPr id="1843" name="object 1843"/>
            <p:cNvSpPr/>
            <p:nvPr/>
          </p:nvSpPr>
          <p:spPr>
            <a:xfrm>
              <a:off x="3920490" y="4770119"/>
              <a:ext cx="256540" cy="7620"/>
            </a:xfrm>
            <a:custGeom>
              <a:avLst/>
              <a:gdLst/>
              <a:ahLst/>
              <a:cxnLst/>
              <a:rect l="l" t="t" r="r" b="b"/>
              <a:pathLst>
                <a:path w="256539" h="7620">
                  <a:moveTo>
                    <a:pt x="256540" y="3810"/>
                  </a:moveTo>
                  <a:lnTo>
                    <a:pt x="255270" y="3810"/>
                  </a:lnTo>
                  <a:lnTo>
                    <a:pt x="255270" y="1270"/>
                  </a:lnTo>
                  <a:lnTo>
                    <a:pt x="255270" y="0"/>
                  </a:lnTo>
                  <a:lnTo>
                    <a:pt x="1270" y="0"/>
                  </a:lnTo>
                  <a:lnTo>
                    <a:pt x="1270" y="1270"/>
                  </a:lnTo>
                  <a:lnTo>
                    <a:pt x="0" y="1270"/>
                  </a:lnTo>
                  <a:lnTo>
                    <a:pt x="0" y="3810"/>
                  </a:lnTo>
                  <a:lnTo>
                    <a:pt x="0" y="7620"/>
                  </a:lnTo>
                  <a:lnTo>
                    <a:pt x="256540" y="7620"/>
                  </a:lnTo>
                  <a:lnTo>
                    <a:pt x="256540" y="3810"/>
                  </a:lnTo>
                  <a:close/>
                </a:path>
              </a:pathLst>
            </a:custGeom>
            <a:solidFill>
              <a:srgbClr val="E0A700"/>
            </a:solidFill>
          </p:spPr>
          <p:txBody>
            <a:bodyPr wrap="square" lIns="0" tIns="0" rIns="0" bIns="0" rtlCol="0"/>
            <a:lstStyle/>
            <a:p/>
          </p:txBody>
        </p:sp>
        <p:sp>
          <p:nvSpPr>
            <p:cNvPr id="1844" name="object 1844"/>
            <p:cNvSpPr/>
            <p:nvPr/>
          </p:nvSpPr>
          <p:spPr>
            <a:xfrm>
              <a:off x="3917950" y="4777739"/>
              <a:ext cx="261620" cy="7620"/>
            </a:xfrm>
            <a:custGeom>
              <a:avLst/>
              <a:gdLst/>
              <a:ahLst/>
              <a:cxnLst/>
              <a:rect l="l" t="t" r="r" b="b"/>
              <a:pathLst>
                <a:path w="261620" h="7620">
                  <a:moveTo>
                    <a:pt x="260350" y="2540"/>
                  </a:moveTo>
                  <a:lnTo>
                    <a:pt x="259080" y="2540"/>
                  </a:lnTo>
                  <a:lnTo>
                    <a:pt x="259080" y="1270"/>
                  </a:lnTo>
                  <a:lnTo>
                    <a:pt x="259080" y="0"/>
                  </a:lnTo>
                  <a:lnTo>
                    <a:pt x="2540" y="0"/>
                  </a:lnTo>
                  <a:lnTo>
                    <a:pt x="2540" y="1270"/>
                  </a:lnTo>
                  <a:lnTo>
                    <a:pt x="1270" y="1270"/>
                  </a:lnTo>
                  <a:lnTo>
                    <a:pt x="1270" y="2540"/>
                  </a:lnTo>
                  <a:lnTo>
                    <a:pt x="1270" y="6350"/>
                  </a:lnTo>
                  <a:lnTo>
                    <a:pt x="260350" y="6350"/>
                  </a:lnTo>
                  <a:lnTo>
                    <a:pt x="260350" y="2540"/>
                  </a:lnTo>
                  <a:close/>
                </a:path>
                <a:path w="261620" h="7620">
                  <a:moveTo>
                    <a:pt x="261620" y="6362"/>
                  </a:moveTo>
                  <a:lnTo>
                    <a:pt x="0" y="6362"/>
                  </a:lnTo>
                  <a:lnTo>
                    <a:pt x="0" y="7620"/>
                  </a:lnTo>
                  <a:lnTo>
                    <a:pt x="261620" y="7620"/>
                  </a:lnTo>
                  <a:lnTo>
                    <a:pt x="261620" y="6362"/>
                  </a:lnTo>
                  <a:close/>
                </a:path>
              </a:pathLst>
            </a:custGeom>
            <a:solidFill>
              <a:srgbClr val="E2A900"/>
            </a:solidFill>
          </p:spPr>
          <p:txBody>
            <a:bodyPr wrap="square" lIns="0" tIns="0" rIns="0" bIns="0" rtlCol="0"/>
            <a:lstStyle/>
            <a:p/>
          </p:txBody>
        </p:sp>
        <p:sp>
          <p:nvSpPr>
            <p:cNvPr id="1845" name="object 1845"/>
            <p:cNvSpPr/>
            <p:nvPr/>
          </p:nvSpPr>
          <p:spPr>
            <a:xfrm>
              <a:off x="3915410" y="4785359"/>
              <a:ext cx="265430" cy="6350"/>
            </a:xfrm>
            <a:custGeom>
              <a:avLst/>
              <a:gdLst/>
              <a:ahLst/>
              <a:cxnLst/>
              <a:rect l="l" t="t" r="r" b="b"/>
              <a:pathLst>
                <a:path w="265429" h="6350">
                  <a:moveTo>
                    <a:pt x="265430" y="5092"/>
                  </a:moveTo>
                  <a:lnTo>
                    <a:pt x="0" y="5092"/>
                  </a:lnTo>
                  <a:lnTo>
                    <a:pt x="0" y="6350"/>
                  </a:lnTo>
                  <a:lnTo>
                    <a:pt x="265430" y="6350"/>
                  </a:lnTo>
                  <a:lnTo>
                    <a:pt x="265430" y="5092"/>
                  </a:lnTo>
                  <a:close/>
                </a:path>
                <a:path w="265429" h="6350">
                  <a:moveTo>
                    <a:pt x="265430" y="3810"/>
                  </a:moveTo>
                  <a:lnTo>
                    <a:pt x="264147" y="3810"/>
                  </a:lnTo>
                  <a:lnTo>
                    <a:pt x="264147" y="1270"/>
                  </a:lnTo>
                  <a:lnTo>
                    <a:pt x="264160" y="0"/>
                  </a:lnTo>
                  <a:lnTo>
                    <a:pt x="2540" y="0"/>
                  </a:lnTo>
                  <a:lnTo>
                    <a:pt x="2540" y="1270"/>
                  </a:lnTo>
                  <a:lnTo>
                    <a:pt x="1270" y="1270"/>
                  </a:lnTo>
                  <a:lnTo>
                    <a:pt x="1270" y="3810"/>
                  </a:lnTo>
                  <a:lnTo>
                    <a:pt x="1270" y="5080"/>
                  </a:lnTo>
                  <a:lnTo>
                    <a:pt x="265430" y="5080"/>
                  </a:lnTo>
                  <a:lnTo>
                    <a:pt x="265430" y="3810"/>
                  </a:lnTo>
                  <a:close/>
                </a:path>
              </a:pathLst>
            </a:custGeom>
            <a:solidFill>
              <a:srgbClr val="E4AB00"/>
            </a:solidFill>
          </p:spPr>
          <p:txBody>
            <a:bodyPr wrap="square" lIns="0" tIns="0" rIns="0" bIns="0" rtlCol="0"/>
            <a:lstStyle/>
            <a:p/>
          </p:txBody>
        </p:sp>
        <p:sp>
          <p:nvSpPr>
            <p:cNvPr id="1846" name="object 1846"/>
            <p:cNvSpPr/>
            <p:nvPr/>
          </p:nvSpPr>
          <p:spPr>
            <a:xfrm>
              <a:off x="3911600" y="4791709"/>
              <a:ext cx="271780" cy="7620"/>
            </a:xfrm>
            <a:custGeom>
              <a:avLst/>
              <a:gdLst/>
              <a:ahLst/>
              <a:cxnLst/>
              <a:rect l="l" t="t" r="r" b="b"/>
              <a:pathLst>
                <a:path w="271779" h="7620">
                  <a:moveTo>
                    <a:pt x="270510" y="1270"/>
                  </a:moveTo>
                  <a:lnTo>
                    <a:pt x="269240" y="1270"/>
                  </a:lnTo>
                  <a:lnTo>
                    <a:pt x="269240" y="0"/>
                  </a:lnTo>
                  <a:lnTo>
                    <a:pt x="3810" y="0"/>
                  </a:lnTo>
                  <a:lnTo>
                    <a:pt x="3810" y="1270"/>
                  </a:lnTo>
                  <a:lnTo>
                    <a:pt x="2540" y="1270"/>
                  </a:lnTo>
                  <a:lnTo>
                    <a:pt x="2540" y="3810"/>
                  </a:lnTo>
                  <a:lnTo>
                    <a:pt x="1270" y="3810"/>
                  </a:lnTo>
                  <a:lnTo>
                    <a:pt x="1270" y="5080"/>
                  </a:lnTo>
                  <a:lnTo>
                    <a:pt x="270510" y="5080"/>
                  </a:lnTo>
                  <a:lnTo>
                    <a:pt x="270510" y="3810"/>
                  </a:lnTo>
                  <a:lnTo>
                    <a:pt x="270510" y="1270"/>
                  </a:lnTo>
                  <a:close/>
                </a:path>
                <a:path w="271779" h="7620">
                  <a:moveTo>
                    <a:pt x="271780" y="5092"/>
                  </a:moveTo>
                  <a:lnTo>
                    <a:pt x="0" y="5092"/>
                  </a:lnTo>
                  <a:lnTo>
                    <a:pt x="0" y="7620"/>
                  </a:lnTo>
                  <a:lnTo>
                    <a:pt x="271780" y="7620"/>
                  </a:lnTo>
                  <a:lnTo>
                    <a:pt x="271780" y="5092"/>
                  </a:lnTo>
                  <a:close/>
                </a:path>
              </a:pathLst>
            </a:custGeom>
            <a:solidFill>
              <a:srgbClr val="E7AC00"/>
            </a:solidFill>
          </p:spPr>
          <p:txBody>
            <a:bodyPr wrap="square" lIns="0" tIns="0" rIns="0" bIns="0" rtlCol="0"/>
            <a:lstStyle/>
            <a:p/>
          </p:txBody>
        </p:sp>
        <p:sp>
          <p:nvSpPr>
            <p:cNvPr id="1847" name="object 1847"/>
            <p:cNvSpPr/>
            <p:nvPr/>
          </p:nvSpPr>
          <p:spPr>
            <a:xfrm>
              <a:off x="3903980" y="4799329"/>
              <a:ext cx="287020" cy="7620"/>
            </a:xfrm>
            <a:custGeom>
              <a:avLst/>
              <a:gdLst/>
              <a:ahLst/>
              <a:cxnLst/>
              <a:rect l="l" t="t" r="r" b="b"/>
              <a:pathLst>
                <a:path w="287020" h="7620">
                  <a:moveTo>
                    <a:pt x="283210" y="2540"/>
                  </a:moveTo>
                  <a:lnTo>
                    <a:pt x="281940" y="2540"/>
                  </a:lnTo>
                  <a:lnTo>
                    <a:pt x="281940" y="1270"/>
                  </a:lnTo>
                  <a:lnTo>
                    <a:pt x="280670" y="1270"/>
                  </a:lnTo>
                  <a:lnTo>
                    <a:pt x="280670" y="0"/>
                  </a:lnTo>
                  <a:lnTo>
                    <a:pt x="6350" y="0"/>
                  </a:lnTo>
                  <a:lnTo>
                    <a:pt x="6350" y="1270"/>
                  </a:lnTo>
                  <a:lnTo>
                    <a:pt x="5080" y="1270"/>
                  </a:lnTo>
                  <a:lnTo>
                    <a:pt x="5080" y="2540"/>
                  </a:lnTo>
                  <a:lnTo>
                    <a:pt x="3810" y="2540"/>
                  </a:lnTo>
                  <a:lnTo>
                    <a:pt x="3810" y="3810"/>
                  </a:lnTo>
                  <a:lnTo>
                    <a:pt x="283210" y="3810"/>
                  </a:lnTo>
                  <a:lnTo>
                    <a:pt x="283210" y="2540"/>
                  </a:lnTo>
                  <a:close/>
                </a:path>
                <a:path w="287020" h="7620">
                  <a:moveTo>
                    <a:pt x="287020" y="6350"/>
                  </a:moveTo>
                  <a:lnTo>
                    <a:pt x="285750" y="6350"/>
                  </a:lnTo>
                  <a:lnTo>
                    <a:pt x="285750" y="5080"/>
                  </a:lnTo>
                  <a:lnTo>
                    <a:pt x="284480" y="5080"/>
                  </a:lnTo>
                  <a:lnTo>
                    <a:pt x="284480" y="3822"/>
                  </a:lnTo>
                  <a:lnTo>
                    <a:pt x="2540" y="3822"/>
                  </a:lnTo>
                  <a:lnTo>
                    <a:pt x="2540" y="5080"/>
                  </a:lnTo>
                  <a:lnTo>
                    <a:pt x="1270" y="5080"/>
                  </a:lnTo>
                  <a:lnTo>
                    <a:pt x="1270" y="6350"/>
                  </a:lnTo>
                  <a:lnTo>
                    <a:pt x="0" y="6350"/>
                  </a:lnTo>
                  <a:lnTo>
                    <a:pt x="0" y="7620"/>
                  </a:lnTo>
                  <a:lnTo>
                    <a:pt x="287020" y="7620"/>
                  </a:lnTo>
                  <a:lnTo>
                    <a:pt x="287020" y="6350"/>
                  </a:lnTo>
                  <a:close/>
                </a:path>
              </a:pathLst>
            </a:custGeom>
            <a:solidFill>
              <a:srgbClr val="E9AE00"/>
            </a:solidFill>
          </p:spPr>
          <p:txBody>
            <a:bodyPr wrap="square" lIns="0" tIns="0" rIns="0" bIns="0" rtlCol="0"/>
            <a:lstStyle/>
            <a:p/>
          </p:txBody>
        </p:sp>
        <p:sp>
          <p:nvSpPr>
            <p:cNvPr id="1848" name="object 1848"/>
            <p:cNvSpPr/>
            <p:nvPr/>
          </p:nvSpPr>
          <p:spPr>
            <a:xfrm>
              <a:off x="3896360" y="4806949"/>
              <a:ext cx="300990" cy="6350"/>
            </a:xfrm>
            <a:custGeom>
              <a:avLst/>
              <a:gdLst/>
              <a:ahLst/>
              <a:cxnLst/>
              <a:rect l="l" t="t" r="r" b="b"/>
              <a:pathLst>
                <a:path w="300989" h="6350">
                  <a:moveTo>
                    <a:pt x="297180" y="1270"/>
                  </a:moveTo>
                  <a:lnTo>
                    <a:pt x="295910" y="1270"/>
                  </a:lnTo>
                  <a:lnTo>
                    <a:pt x="295910" y="0"/>
                  </a:lnTo>
                  <a:lnTo>
                    <a:pt x="6350" y="0"/>
                  </a:lnTo>
                  <a:lnTo>
                    <a:pt x="6350" y="1270"/>
                  </a:lnTo>
                  <a:lnTo>
                    <a:pt x="5080" y="1270"/>
                  </a:lnTo>
                  <a:lnTo>
                    <a:pt x="5080" y="2540"/>
                  </a:lnTo>
                  <a:lnTo>
                    <a:pt x="297180" y="2540"/>
                  </a:lnTo>
                  <a:lnTo>
                    <a:pt x="297180" y="1270"/>
                  </a:lnTo>
                  <a:close/>
                </a:path>
                <a:path w="300989" h="6350">
                  <a:moveTo>
                    <a:pt x="300990" y="5080"/>
                  </a:moveTo>
                  <a:lnTo>
                    <a:pt x="299720" y="5080"/>
                  </a:lnTo>
                  <a:lnTo>
                    <a:pt x="299720" y="3810"/>
                  </a:lnTo>
                  <a:lnTo>
                    <a:pt x="298450" y="3810"/>
                  </a:lnTo>
                  <a:lnTo>
                    <a:pt x="298450" y="2552"/>
                  </a:lnTo>
                  <a:lnTo>
                    <a:pt x="2540" y="2552"/>
                  </a:lnTo>
                  <a:lnTo>
                    <a:pt x="2540" y="3810"/>
                  </a:lnTo>
                  <a:lnTo>
                    <a:pt x="1270" y="3810"/>
                  </a:lnTo>
                  <a:lnTo>
                    <a:pt x="1270" y="5080"/>
                  </a:lnTo>
                  <a:lnTo>
                    <a:pt x="0" y="5080"/>
                  </a:lnTo>
                  <a:lnTo>
                    <a:pt x="0" y="6350"/>
                  </a:lnTo>
                  <a:lnTo>
                    <a:pt x="300990" y="6350"/>
                  </a:lnTo>
                  <a:lnTo>
                    <a:pt x="300990" y="5080"/>
                  </a:lnTo>
                  <a:close/>
                </a:path>
              </a:pathLst>
            </a:custGeom>
            <a:solidFill>
              <a:srgbClr val="EBB000"/>
            </a:solidFill>
          </p:spPr>
          <p:txBody>
            <a:bodyPr wrap="square" lIns="0" tIns="0" rIns="0" bIns="0" rtlCol="0"/>
            <a:lstStyle/>
            <a:p/>
          </p:txBody>
        </p:sp>
        <p:sp>
          <p:nvSpPr>
            <p:cNvPr id="1849" name="object 1849"/>
            <p:cNvSpPr/>
            <p:nvPr/>
          </p:nvSpPr>
          <p:spPr>
            <a:xfrm>
              <a:off x="3881120" y="4813299"/>
              <a:ext cx="330200" cy="7620"/>
            </a:xfrm>
            <a:custGeom>
              <a:avLst/>
              <a:gdLst/>
              <a:ahLst/>
              <a:cxnLst/>
              <a:rect l="l" t="t" r="r" b="b"/>
              <a:pathLst>
                <a:path w="330200" h="7620">
                  <a:moveTo>
                    <a:pt x="320040" y="1270"/>
                  </a:moveTo>
                  <a:lnTo>
                    <a:pt x="318770" y="1270"/>
                  </a:lnTo>
                  <a:lnTo>
                    <a:pt x="318770" y="0"/>
                  </a:lnTo>
                  <a:lnTo>
                    <a:pt x="13970" y="0"/>
                  </a:lnTo>
                  <a:lnTo>
                    <a:pt x="13970" y="1270"/>
                  </a:lnTo>
                  <a:lnTo>
                    <a:pt x="12700" y="1270"/>
                  </a:lnTo>
                  <a:lnTo>
                    <a:pt x="12700" y="2540"/>
                  </a:lnTo>
                  <a:lnTo>
                    <a:pt x="320040" y="2540"/>
                  </a:lnTo>
                  <a:lnTo>
                    <a:pt x="320040" y="1270"/>
                  </a:lnTo>
                  <a:close/>
                </a:path>
                <a:path w="330200" h="7620">
                  <a:moveTo>
                    <a:pt x="330200" y="6350"/>
                  </a:moveTo>
                  <a:lnTo>
                    <a:pt x="327660" y="6350"/>
                  </a:lnTo>
                  <a:lnTo>
                    <a:pt x="327660" y="5080"/>
                  </a:lnTo>
                  <a:lnTo>
                    <a:pt x="325120" y="5080"/>
                  </a:lnTo>
                  <a:lnTo>
                    <a:pt x="325120" y="3810"/>
                  </a:lnTo>
                  <a:lnTo>
                    <a:pt x="323837" y="3810"/>
                  </a:lnTo>
                  <a:lnTo>
                    <a:pt x="323837" y="2552"/>
                  </a:lnTo>
                  <a:lnTo>
                    <a:pt x="7620" y="2552"/>
                  </a:lnTo>
                  <a:lnTo>
                    <a:pt x="7620" y="3810"/>
                  </a:lnTo>
                  <a:lnTo>
                    <a:pt x="5080" y="3810"/>
                  </a:lnTo>
                  <a:lnTo>
                    <a:pt x="5080" y="5080"/>
                  </a:lnTo>
                  <a:lnTo>
                    <a:pt x="3810" y="5080"/>
                  </a:lnTo>
                  <a:lnTo>
                    <a:pt x="3810" y="6350"/>
                  </a:lnTo>
                  <a:lnTo>
                    <a:pt x="0" y="6350"/>
                  </a:lnTo>
                  <a:lnTo>
                    <a:pt x="0" y="7620"/>
                  </a:lnTo>
                  <a:lnTo>
                    <a:pt x="330200" y="7620"/>
                  </a:lnTo>
                  <a:lnTo>
                    <a:pt x="330200" y="6350"/>
                  </a:lnTo>
                  <a:close/>
                </a:path>
              </a:pathLst>
            </a:custGeom>
            <a:solidFill>
              <a:srgbClr val="EEB200"/>
            </a:solidFill>
          </p:spPr>
          <p:txBody>
            <a:bodyPr wrap="square" lIns="0" tIns="0" rIns="0" bIns="0" rtlCol="0"/>
            <a:lstStyle/>
            <a:p/>
          </p:txBody>
        </p:sp>
        <p:sp>
          <p:nvSpPr>
            <p:cNvPr id="1850" name="object 1850"/>
            <p:cNvSpPr/>
            <p:nvPr/>
          </p:nvSpPr>
          <p:spPr>
            <a:xfrm>
              <a:off x="3853180" y="4820919"/>
              <a:ext cx="373380" cy="7620"/>
            </a:xfrm>
            <a:custGeom>
              <a:avLst/>
              <a:gdLst/>
              <a:ahLst/>
              <a:cxnLst/>
              <a:rect l="l" t="t" r="r" b="b"/>
              <a:pathLst>
                <a:path w="373379" h="7620">
                  <a:moveTo>
                    <a:pt x="359410" y="0"/>
                  </a:moveTo>
                  <a:lnTo>
                    <a:pt x="25400" y="0"/>
                  </a:lnTo>
                  <a:lnTo>
                    <a:pt x="25400" y="1270"/>
                  </a:lnTo>
                  <a:lnTo>
                    <a:pt x="359410" y="1270"/>
                  </a:lnTo>
                  <a:lnTo>
                    <a:pt x="359410" y="0"/>
                  </a:lnTo>
                  <a:close/>
                </a:path>
                <a:path w="373379" h="7620">
                  <a:moveTo>
                    <a:pt x="373367" y="6350"/>
                  </a:moveTo>
                  <a:lnTo>
                    <a:pt x="370840" y="6350"/>
                  </a:lnTo>
                  <a:lnTo>
                    <a:pt x="370840" y="5080"/>
                  </a:lnTo>
                  <a:lnTo>
                    <a:pt x="367030" y="5080"/>
                  </a:lnTo>
                  <a:lnTo>
                    <a:pt x="367030" y="3810"/>
                  </a:lnTo>
                  <a:lnTo>
                    <a:pt x="364477" y="3810"/>
                  </a:lnTo>
                  <a:lnTo>
                    <a:pt x="364477" y="2540"/>
                  </a:lnTo>
                  <a:lnTo>
                    <a:pt x="361950" y="2540"/>
                  </a:lnTo>
                  <a:lnTo>
                    <a:pt x="361950" y="1282"/>
                  </a:lnTo>
                  <a:lnTo>
                    <a:pt x="24130" y="1282"/>
                  </a:lnTo>
                  <a:lnTo>
                    <a:pt x="24130" y="2540"/>
                  </a:lnTo>
                  <a:lnTo>
                    <a:pt x="16510" y="2540"/>
                  </a:lnTo>
                  <a:lnTo>
                    <a:pt x="16510" y="3810"/>
                  </a:lnTo>
                  <a:lnTo>
                    <a:pt x="10160" y="3810"/>
                  </a:lnTo>
                  <a:lnTo>
                    <a:pt x="10160" y="5080"/>
                  </a:lnTo>
                  <a:lnTo>
                    <a:pt x="7620" y="5080"/>
                  </a:lnTo>
                  <a:lnTo>
                    <a:pt x="7620" y="6350"/>
                  </a:lnTo>
                  <a:lnTo>
                    <a:pt x="0" y="6350"/>
                  </a:lnTo>
                  <a:lnTo>
                    <a:pt x="0" y="7620"/>
                  </a:lnTo>
                  <a:lnTo>
                    <a:pt x="373367" y="7620"/>
                  </a:lnTo>
                  <a:lnTo>
                    <a:pt x="373367" y="6350"/>
                  </a:lnTo>
                  <a:close/>
                </a:path>
              </a:pathLst>
            </a:custGeom>
            <a:solidFill>
              <a:srgbClr val="F0B300"/>
            </a:solidFill>
          </p:spPr>
          <p:txBody>
            <a:bodyPr wrap="square" lIns="0" tIns="0" rIns="0" bIns="0" rtlCol="0"/>
            <a:lstStyle/>
            <a:p/>
          </p:txBody>
        </p:sp>
        <p:sp>
          <p:nvSpPr>
            <p:cNvPr id="1851" name="object 1851"/>
            <p:cNvSpPr/>
            <p:nvPr/>
          </p:nvSpPr>
          <p:spPr>
            <a:xfrm>
              <a:off x="3776980" y="4828552"/>
              <a:ext cx="478790" cy="6350"/>
            </a:xfrm>
            <a:custGeom>
              <a:avLst/>
              <a:gdLst/>
              <a:ahLst/>
              <a:cxnLst/>
              <a:rect l="l" t="t" r="r" b="b"/>
              <a:pathLst>
                <a:path w="478789" h="6350">
                  <a:moveTo>
                    <a:pt x="478777" y="5067"/>
                  </a:moveTo>
                  <a:lnTo>
                    <a:pt x="472427" y="5067"/>
                  </a:lnTo>
                  <a:lnTo>
                    <a:pt x="472427" y="3797"/>
                  </a:lnTo>
                  <a:lnTo>
                    <a:pt x="469900" y="3797"/>
                  </a:lnTo>
                  <a:lnTo>
                    <a:pt x="469900" y="2527"/>
                  </a:lnTo>
                  <a:lnTo>
                    <a:pt x="462280" y="2527"/>
                  </a:lnTo>
                  <a:lnTo>
                    <a:pt x="462280" y="1257"/>
                  </a:lnTo>
                  <a:lnTo>
                    <a:pt x="453390" y="1257"/>
                  </a:lnTo>
                  <a:lnTo>
                    <a:pt x="453390" y="0"/>
                  </a:lnTo>
                  <a:lnTo>
                    <a:pt x="66040" y="0"/>
                  </a:lnTo>
                  <a:lnTo>
                    <a:pt x="66040" y="1257"/>
                  </a:lnTo>
                  <a:lnTo>
                    <a:pt x="55880" y="1257"/>
                  </a:lnTo>
                  <a:lnTo>
                    <a:pt x="55880" y="2527"/>
                  </a:lnTo>
                  <a:lnTo>
                    <a:pt x="1270" y="2527"/>
                  </a:lnTo>
                  <a:lnTo>
                    <a:pt x="1270" y="1257"/>
                  </a:lnTo>
                  <a:lnTo>
                    <a:pt x="0" y="1257"/>
                  </a:lnTo>
                  <a:lnTo>
                    <a:pt x="0" y="2527"/>
                  </a:lnTo>
                  <a:lnTo>
                    <a:pt x="0" y="3797"/>
                  </a:lnTo>
                  <a:lnTo>
                    <a:pt x="0" y="5067"/>
                  </a:lnTo>
                  <a:lnTo>
                    <a:pt x="0" y="6337"/>
                  </a:lnTo>
                  <a:lnTo>
                    <a:pt x="478777" y="6337"/>
                  </a:lnTo>
                  <a:lnTo>
                    <a:pt x="478777" y="5067"/>
                  </a:lnTo>
                  <a:close/>
                </a:path>
              </a:pathLst>
            </a:custGeom>
            <a:solidFill>
              <a:srgbClr val="F2B500"/>
            </a:solidFill>
          </p:spPr>
          <p:txBody>
            <a:bodyPr wrap="square" lIns="0" tIns="0" rIns="0" bIns="0" rtlCol="0"/>
            <a:lstStyle/>
            <a:p/>
          </p:txBody>
        </p:sp>
        <p:sp>
          <p:nvSpPr>
            <p:cNvPr id="1852" name="object 1852"/>
            <p:cNvSpPr/>
            <p:nvPr/>
          </p:nvSpPr>
          <p:spPr>
            <a:xfrm>
              <a:off x="3776980" y="4834889"/>
              <a:ext cx="543560" cy="7620"/>
            </a:xfrm>
            <a:custGeom>
              <a:avLst/>
              <a:gdLst/>
              <a:ahLst/>
              <a:cxnLst/>
              <a:rect l="l" t="t" r="r" b="b"/>
              <a:pathLst>
                <a:path w="543560" h="7620">
                  <a:moveTo>
                    <a:pt x="543560" y="1270"/>
                  </a:moveTo>
                  <a:lnTo>
                    <a:pt x="499110" y="1270"/>
                  </a:lnTo>
                  <a:lnTo>
                    <a:pt x="499110" y="0"/>
                  </a:lnTo>
                  <a:lnTo>
                    <a:pt x="0" y="0"/>
                  </a:lnTo>
                  <a:lnTo>
                    <a:pt x="0" y="1270"/>
                  </a:lnTo>
                  <a:lnTo>
                    <a:pt x="0" y="7620"/>
                  </a:lnTo>
                  <a:lnTo>
                    <a:pt x="543560" y="7620"/>
                  </a:lnTo>
                  <a:lnTo>
                    <a:pt x="543560" y="1270"/>
                  </a:lnTo>
                  <a:close/>
                </a:path>
              </a:pathLst>
            </a:custGeom>
            <a:solidFill>
              <a:srgbClr val="F4B700"/>
            </a:solidFill>
          </p:spPr>
          <p:txBody>
            <a:bodyPr wrap="square" lIns="0" tIns="0" rIns="0" bIns="0" rtlCol="0"/>
            <a:lstStyle/>
            <a:p/>
          </p:txBody>
        </p:sp>
        <p:sp>
          <p:nvSpPr>
            <p:cNvPr id="1853" name="object 1853"/>
            <p:cNvSpPr/>
            <p:nvPr/>
          </p:nvSpPr>
          <p:spPr>
            <a:xfrm>
              <a:off x="3776980" y="4842509"/>
              <a:ext cx="543560" cy="7620"/>
            </a:xfrm>
            <a:custGeom>
              <a:avLst/>
              <a:gdLst/>
              <a:ahLst/>
              <a:cxnLst/>
              <a:rect l="l" t="t" r="r" b="b"/>
              <a:pathLst>
                <a:path w="543560" h="7620">
                  <a:moveTo>
                    <a:pt x="0" y="0"/>
                  </a:moveTo>
                  <a:lnTo>
                    <a:pt x="543560" y="0"/>
                  </a:lnTo>
                  <a:lnTo>
                    <a:pt x="543560" y="7619"/>
                  </a:lnTo>
                  <a:lnTo>
                    <a:pt x="0" y="7619"/>
                  </a:lnTo>
                  <a:lnTo>
                    <a:pt x="0" y="0"/>
                  </a:lnTo>
                  <a:close/>
                </a:path>
              </a:pathLst>
            </a:custGeom>
            <a:solidFill>
              <a:srgbClr val="F7B800"/>
            </a:solidFill>
          </p:spPr>
          <p:txBody>
            <a:bodyPr wrap="square" lIns="0" tIns="0" rIns="0" bIns="0" rtlCol="0"/>
            <a:lstStyle/>
            <a:p/>
          </p:txBody>
        </p:sp>
        <p:sp>
          <p:nvSpPr>
            <p:cNvPr id="1854" name="object 1854"/>
            <p:cNvSpPr/>
            <p:nvPr/>
          </p:nvSpPr>
          <p:spPr>
            <a:xfrm>
              <a:off x="3776980" y="4850129"/>
              <a:ext cx="543560" cy="7620"/>
            </a:xfrm>
            <a:custGeom>
              <a:avLst/>
              <a:gdLst/>
              <a:ahLst/>
              <a:cxnLst/>
              <a:rect l="l" t="t" r="r" b="b"/>
              <a:pathLst>
                <a:path w="543560" h="7620">
                  <a:moveTo>
                    <a:pt x="543560" y="0"/>
                  </a:moveTo>
                  <a:lnTo>
                    <a:pt x="0" y="0"/>
                  </a:lnTo>
                  <a:lnTo>
                    <a:pt x="0" y="2540"/>
                  </a:lnTo>
                  <a:lnTo>
                    <a:pt x="203200" y="2540"/>
                  </a:lnTo>
                  <a:lnTo>
                    <a:pt x="203200" y="3810"/>
                  </a:lnTo>
                  <a:lnTo>
                    <a:pt x="337820" y="3810"/>
                  </a:lnTo>
                  <a:lnTo>
                    <a:pt x="337820" y="5080"/>
                  </a:lnTo>
                  <a:lnTo>
                    <a:pt x="473710" y="5080"/>
                  </a:lnTo>
                  <a:lnTo>
                    <a:pt x="473710" y="6350"/>
                  </a:lnTo>
                  <a:lnTo>
                    <a:pt x="542290" y="6350"/>
                  </a:lnTo>
                  <a:lnTo>
                    <a:pt x="542290" y="7620"/>
                  </a:lnTo>
                  <a:lnTo>
                    <a:pt x="543560" y="7620"/>
                  </a:lnTo>
                  <a:lnTo>
                    <a:pt x="543560" y="6350"/>
                  </a:lnTo>
                  <a:lnTo>
                    <a:pt x="543560" y="5080"/>
                  </a:lnTo>
                  <a:lnTo>
                    <a:pt x="543560" y="3810"/>
                  </a:lnTo>
                  <a:lnTo>
                    <a:pt x="543560" y="2540"/>
                  </a:lnTo>
                  <a:lnTo>
                    <a:pt x="543560" y="0"/>
                  </a:lnTo>
                  <a:close/>
                </a:path>
              </a:pathLst>
            </a:custGeom>
            <a:solidFill>
              <a:srgbClr val="F9BA00"/>
            </a:solidFill>
          </p:spPr>
          <p:txBody>
            <a:bodyPr wrap="square" lIns="0" tIns="0" rIns="0" bIns="0" rtlCol="0"/>
            <a:lstStyle/>
            <a:p/>
          </p:txBody>
        </p:sp>
        <p:sp>
          <p:nvSpPr>
            <p:cNvPr id="1855" name="object 1855"/>
            <p:cNvSpPr/>
            <p:nvPr/>
          </p:nvSpPr>
          <p:spPr>
            <a:xfrm>
              <a:off x="3776980" y="4056379"/>
              <a:ext cx="543560" cy="800100"/>
            </a:xfrm>
            <a:custGeom>
              <a:avLst/>
              <a:gdLst/>
              <a:ahLst/>
              <a:cxnLst/>
              <a:rect l="l" t="t" r="r" b="b"/>
              <a:pathLst>
                <a:path w="543560" h="800100">
                  <a:moveTo>
                    <a:pt x="542290" y="778510"/>
                  </a:moveTo>
                  <a:lnTo>
                    <a:pt x="542290" y="800100"/>
                  </a:lnTo>
                  <a:lnTo>
                    <a:pt x="0" y="795020"/>
                  </a:lnTo>
                  <a:lnTo>
                    <a:pt x="0" y="773430"/>
                  </a:lnTo>
                  <a:lnTo>
                    <a:pt x="34290" y="774700"/>
                  </a:lnTo>
                  <a:lnTo>
                    <a:pt x="45720" y="773430"/>
                  </a:lnTo>
                  <a:lnTo>
                    <a:pt x="55880" y="773430"/>
                  </a:lnTo>
                  <a:lnTo>
                    <a:pt x="66040" y="772160"/>
                  </a:lnTo>
                  <a:lnTo>
                    <a:pt x="76200" y="770890"/>
                  </a:lnTo>
                  <a:lnTo>
                    <a:pt x="83820" y="769620"/>
                  </a:lnTo>
                  <a:lnTo>
                    <a:pt x="92710" y="767080"/>
                  </a:lnTo>
                  <a:lnTo>
                    <a:pt x="100330" y="765810"/>
                  </a:lnTo>
                  <a:lnTo>
                    <a:pt x="107950" y="762000"/>
                  </a:lnTo>
                  <a:lnTo>
                    <a:pt x="111760" y="759460"/>
                  </a:lnTo>
                  <a:lnTo>
                    <a:pt x="116840" y="758190"/>
                  </a:lnTo>
                  <a:lnTo>
                    <a:pt x="120650" y="754380"/>
                  </a:lnTo>
                  <a:lnTo>
                    <a:pt x="124460" y="751840"/>
                  </a:lnTo>
                  <a:lnTo>
                    <a:pt x="128270" y="748030"/>
                  </a:lnTo>
                  <a:lnTo>
                    <a:pt x="132080" y="744220"/>
                  </a:lnTo>
                  <a:lnTo>
                    <a:pt x="135890" y="739140"/>
                  </a:lnTo>
                  <a:lnTo>
                    <a:pt x="138430" y="734060"/>
                  </a:lnTo>
                  <a:lnTo>
                    <a:pt x="139700" y="732790"/>
                  </a:lnTo>
                  <a:lnTo>
                    <a:pt x="139700" y="730250"/>
                  </a:lnTo>
                  <a:lnTo>
                    <a:pt x="142240" y="725170"/>
                  </a:lnTo>
                  <a:lnTo>
                    <a:pt x="143510" y="717550"/>
                  </a:lnTo>
                  <a:lnTo>
                    <a:pt x="144780" y="709930"/>
                  </a:lnTo>
                  <a:lnTo>
                    <a:pt x="146050" y="688340"/>
                  </a:lnTo>
                  <a:lnTo>
                    <a:pt x="147320" y="661670"/>
                  </a:lnTo>
                  <a:lnTo>
                    <a:pt x="149860" y="139700"/>
                  </a:lnTo>
                  <a:lnTo>
                    <a:pt x="149860" y="113030"/>
                  </a:lnTo>
                  <a:lnTo>
                    <a:pt x="148590" y="90170"/>
                  </a:lnTo>
                  <a:lnTo>
                    <a:pt x="147320" y="81280"/>
                  </a:lnTo>
                  <a:lnTo>
                    <a:pt x="146050" y="73660"/>
                  </a:lnTo>
                  <a:lnTo>
                    <a:pt x="143510" y="68580"/>
                  </a:lnTo>
                  <a:lnTo>
                    <a:pt x="143510" y="66040"/>
                  </a:lnTo>
                  <a:lnTo>
                    <a:pt x="142240" y="63500"/>
                  </a:lnTo>
                  <a:lnTo>
                    <a:pt x="140970" y="62230"/>
                  </a:lnTo>
                  <a:lnTo>
                    <a:pt x="139700" y="59690"/>
                  </a:lnTo>
                  <a:lnTo>
                    <a:pt x="137160" y="55880"/>
                  </a:lnTo>
                  <a:lnTo>
                    <a:pt x="133350" y="52070"/>
                  </a:lnTo>
                  <a:lnTo>
                    <a:pt x="129540" y="49530"/>
                  </a:lnTo>
                  <a:lnTo>
                    <a:pt x="124460" y="45720"/>
                  </a:lnTo>
                  <a:lnTo>
                    <a:pt x="120650" y="43180"/>
                  </a:lnTo>
                  <a:lnTo>
                    <a:pt x="114300" y="39370"/>
                  </a:lnTo>
                  <a:lnTo>
                    <a:pt x="107950" y="35560"/>
                  </a:lnTo>
                  <a:lnTo>
                    <a:pt x="101600" y="33020"/>
                  </a:lnTo>
                  <a:lnTo>
                    <a:pt x="93980" y="30480"/>
                  </a:lnTo>
                  <a:lnTo>
                    <a:pt x="86360" y="29210"/>
                  </a:lnTo>
                  <a:lnTo>
                    <a:pt x="78740" y="26670"/>
                  </a:lnTo>
                  <a:lnTo>
                    <a:pt x="69850" y="25400"/>
                  </a:lnTo>
                  <a:lnTo>
                    <a:pt x="59690" y="24130"/>
                  </a:lnTo>
                  <a:lnTo>
                    <a:pt x="50800" y="24130"/>
                  </a:lnTo>
                  <a:lnTo>
                    <a:pt x="40640" y="22860"/>
                  </a:lnTo>
                  <a:lnTo>
                    <a:pt x="6350" y="21590"/>
                  </a:lnTo>
                  <a:lnTo>
                    <a:pt x="6350" y="0"/>
                  </a:lnTo>
                  <a:lnTo>
                    <a:pt x="543560" y="13970"/>
                  </a:lnTo>
                  <a:lnTo>
                    <a:pt x="543560" y="35560"/>
                  </a:lnTo>
                  <a:lnTo>
                    <a:pt x="509270" y="35560"/>
                  </a:lnTo>
                  <a:lnTo>
                    <a:pt x="499110" y="35560"/>
                  </a:lnTo>
                  <a:lnTo>
                    <a:pt x="487680" y="35560"/>
                  </a:lnTo>
                  <a:lnTo>
                    <a:pt x="478790" y="35560"/>
                  </a:lnTo>
                  <a:lnTo>
                    <a:pt x="468630" y="36830"/>
                  </a:lnTo>
                  <a:lnTo>
                    <a:pt x="459740" y="38100"/>
                  </a:lnTo>
                  <a:lnTo>
                    <a:pt x="452120" y="40640"/>
                  </a:lnTo>
                  <a:lnTo>
                    <a:pt x="444500" y="43180"/>
                  </a:lnTo>
                  <a:lnTo>
                    <a:pt x="438150" y="45720"/>
                  </a:lnTo>
                  <a:lnTo>
                    <a:pt x="433070" y="46990"/>
                  </a:lnTo>
                  <a:lnTo>
                    <a:pt x="427990" y="49530"/>
                  </a:lnTo>
                  <a:lnTo>
                    <a:pt x="424180" y="53340"/>
                  </a:lnTo>
                  <a:lnTo>
                    <a:pt x="420370" y="55880"/>
                  </a:lnTo>
                  <a:lnTo>
                    <a:pt x="416560" y="59690"/>
                  </a:lnTo>
                  <a:lnTo>
                    <a:pt x="412750" y="63500"/>
                  </a:lnTo>
                  <a:lnTo>
                    <a:pt x="408940" y="67310"/>
                  </a:lnTo>
                  <a:lnTo>
                    <a:pt x="406400" y="72390"/>
                  </a:lnTo>
                  <a:lnTo>
                    <a:pt x="405130" y="73660"/>
                  </a:lnTo>
                  <a:lnTo>
                    <a:pt x="403860" y="76200"/>
                  </a:lnTo>
                  <a:lnTo>
                    <a:pt x="402590" y="82550"/>
                  </a:lnTo>
                  <a:lnTo>
                    <a:pt x="401320" y="88900"/>
                  </a:lnTo>
                  <a:lnTo>
                    <a:pt x="400050" y="97790"/>
                  </a:lnTo>
                  <a:lnTo>
                    <a:pt x="398780" y="118110"/>
                  </a:lnTo>
                  <a:lnTo>
                    <a:pt x="397510" y="146050"/>
                  </a:lnTo>
                  <a:lnTo>
                    <a:pt x="396240" y="664210"/>
                  </a:lnTo>
                  <a:lnTo>
                    <a:pt x="396240" y="690880"/>
                  </a:lnTo>
                  <a:lnTo>
                    <a:pt x="397510" y="713740"/>
                  </a:lnTo>
                  <a:lnTo>
                    <a:pt x="398780" y="721360"/>
                  </a:lnTo>
                  <a:lnTo>
                    <a:pt x="401320" y="728980"/>
                  </a:lnTo>
                  <a:lnTo>
                    <a:pt x="402590" y="735330"/>
                  </a:lnTo>
                  <a:lnTo>
                    <a:pt x="403860" y="737870"/>
                  </a:lnTo>
                  <a:lnTo>
                    <a:pt x="403860" y="739140"/>
                  </a:lnTo>
                  <a:lnTo>
                    <a:pt x="406400" y="742950"/>
                  </a:lnTo>
                  <a:lnTo>
                    <a:pt x="410210" y="746760"/>
                  </a:lnTo>
                  <a:lnTo>
                    <a:pt x="414020" y="750570"/>
                  </a:lnTo>
                  <a:lnTo>
                    <a:pt x="417830" y="754380"/>
                  </a:lnTo>
                  <a:lnTo>
                    <a:pt x="421640" y="756920"/>
                  </a:lnTo>
                  <a:lnTo>
                    <a:pt x="426720" y="759460"/>
                  </a:lnTo>
                  <a:lnTo>
                    <a:pt x="433070" y="763270"/>
                  </a:lnTo>
                  <a:lnTo>
                    <a:pt x="439420" y="767080"/>
                  </a:lnTo>
                  <a:lnTo>
                    <a:pt x="445770" y="769620"/>
                  </a:lnTo>
                  <a:lnTo>
                    <a:pt x="452120" y="772160"/>
                  </a:lnTo>
                  <a:lnTo>
                    <a:pt x="461010" y="773430"/>
                  </a:lnTo>
                  <a:lnTo>
                    <a:pt x="468630" y="774700"/>
                  </a:lnTo>
                  <a:lnTo>
                    <a:pt x="477520" y="777240"/>
                  </a:lnTo>
                  <a:lnTo>
                    <a:pt x="487680" y="777240"/>
                  </a:lnTo>
                  <a:lnTo>
                    <a:pt x="497840" y="778510"/>
                  </a:lnTo>
                  <a:lnTo>
                    <a:pt x="508000" y="778510"/>
                  </a:lnTo>
                  <a:lnTo>
                    <a:pt x="542290" y="778510"/>
                  </a:lnTo>
                  <a:close/>
                </a:path>
              </a:pathLst>
            </a:custGeom>
            <a:ln w="9344">
              <a:solidFill>
                <a:srgbClr val="000000"/>
              </a:solidFill>
            </a:ln>
          </p:spPr>
          <p:txBody>
            <a:bodyPr wrap="square" lIns="0" tIns="0" rIns="0" bIns="0" rtlCol="0"/>
            <a:lstStyle/>
            <a:p/>
          </p:txBody>
        </p:sp>
      </p:grpSp>
      <p:grpSp>
        <p:nvGrpSpPr>
          <p:cNvPr id="1856" name="object 1856"/>
          <p:cNvGrpSpPr/>
          <p:nvPr/>
        </p:nvGrpSpPr>
        <p:grpSpPr>
          <a:xfrm>
            <a:off x="4379367" y="4059327"/>
            <a:ext cx="967105" cy="803275"/>
            <a:chOff x="4379367" y="4059327"/>
            <a:chExt cx="967105" cy="803275"/>
          </a:xfrm>
        </p:grpSpPr>
        <p:sp>
          <p:nvSpPr>
            <p:cNvPr id="1857" name="object 1857"/>
            <p:cNvSpPr/>
            <p:nvPr/>
          </p:nvSpPr>
          <p:spPr>
            <a:xfrm>
              <a:off x="4714240" y="4064000"/>
              <a:ext cx="220979" cy="6350"/>
            </a:xfrm>
            <a:custGeom>
              <a:avLst/>
              <a:gdLst/>
              <a:ahLst/>
              <a:cxnLst/>
              <a:rect l="l" t="t" r="r" b="b"/>
              <a:pathLst>
                <a:path w="220979" h="6350">
                  <a:moveTo>
                    <a:pt x="220980" y="0"/>
                  </a:moveTo>
                  <a:lnTo>
                    <a:pt x="219710" y="0"/>
                  </a:lnTo>
                  <a:lnTo>
                    <a:pt x="219710" y="1270"/>
                  </a:lnTo>
                  <a:lnTo>
                    <a:pt x="147320" y="1270"/>
                  </a:lnTo>
                  <a:lnTo>
                    <a:pt x="147320" y="2540"/>
                  </a:lnTo>
                  <a:lnTo>
                    <a:pt x="97790" y="2540"/>
                  </a:lnTo>
                  <a:lnTo>
                    <a:pt x="97790" y="3810"/>
                  </a:lnTo>
                  <a:lnTo>
                    <a:pt x="49530" y="3810"/>
                  </a:lnTo>
                  <a:lnTo>
                    <a:pt x="49530" y="5080"/>
                  </a:lnTo>
                  <a:lnTo>
                    <a:pt x="0" y="5080"/>
                  </a:lnTo>
                  <a:lnTo>
                    <a:pt x="0" y="6350"/>
                  </a:lnTo>
                  <a:lnTo>
                    <a:pt x="220980" y="6350"/>
                  </a:lnTo>
                  <a:lnTo>
                    <a:pt x="220980" y="5080"/>
                  </a:lnTo>
                  <a:lnTo>
                    <a:pt x="220967" y="3810"/>
                  </a:lnTo>
                  <a:lnTo>
                    <a:pt x="220967" y="2540"/>
                  </a:lnTo>
                  <a:lnTo>
                    <a:pt x="220980" y="1270"/>
                  </a:lnTo>
                  <a:lnTo>
                    <a:pt x="220980" y="0"/>
                  </a:lnTo>
                  <a:close/>
                </a:path>
              </a:pathLst>
            </a:custGeom>
            <a:solidFill>
              <a:srgbClr val="000000"/>
            </a:solidFill>
          </p:spPr>
          <p:txBody>
            <a:bodyPr wrap="square" lIns="0" tIns="0" rIns="0" bIns="0" rtlCol="0"/>
            <a:lstStyle/>
            <a:p/>
          </p:txBody>
        </p:sp>
        <p:sp>
          <p:nvSpPr>
            <p:cNvPr id="1858" name="object 1858"/>
            <p:cNvSpPr/>
            <p:nvPr/>
          </p:nvSpPr>
          <p:spPr>
            <a:xfrm>
              <a:off x="4385310" y="4070350"/>
              <a:ext cx="549910" cy="7620"/>
            </a:xfrm>
            <a:custGeom>
              <a:avLst/>
              <a:gdLst/>
              <a:ahLst/>
              <a:cxnLst/>
              <a:rect l="l" t="t" r="r" b="b"/>
              <a:pathLst>
                <a:path w="549910" h="7620">
                  <a:moveTo>
                    <a:pt x="549910" y="0"/>
                  </a:moveTo>
                  <a:lnTo>
                    <a:pt x="280670" y="0"/>
                  </a:lnTo>
                  <a:lnTo>
                    <a:pt x="280670" y="1270"/>
                  </a:lnTo>
                  <a:lnTo>
                    <a:pt x="232410" y="1270"/>
                  </a:lnTo>
                  <a:lnTo>
                    <a:pt x="232410" y="2540"/>
                  </a:lnTo>
                  <a:lnTo>
                    <a:pt x="182880" y="2540"/>
                  </a:lnTo>
                  <a:lnTo>
                    <a:pt x="182880" y="3810"/>
                  </a:lnTo>
                  <a:lnTo>
                    <a:pt x="134620" y="3810"/>
                  </a:lnTo>
                  <a:lnTo>
                    <a:pt x="134620" y="5080"/>
                  </a:lnTo>
                  <a:lnTo>
                    <a:pt x="29210" y="5080"/>
                  </a:lnTo>
                  <a:lnTo>
                    <a:pt x="29210" y="3810"/>
                  </a:lnTo>
                  <a:lnTo>
                    <a:pt x="1270" y="3810"/>
                  </a:lnTo>
                  <a:lnTo>
                    <a:pt x="1270" y="2540"/>
                  </a:lnTo>
                  <a:lnTo>
                    <a:pt x="0" y="2540"/>
                  </a:lnTo>
                  <a:lnTo>
                    <a:pt x="0" y="3810"/>
                  </a:lnTo>
                  <a:lnTo>
                    <a:pt x="0" y="5080"/>
                  </a:lnTo>
                  <a:lnTo>
                    <a:pt x="0" y="7620"/>
                  </a:lnTo>
                  <a:lnTo>
                    <a:pt x="549910" y="7620"/>
                  </a:lnTo>
                  <a:lnTo>
                    <a:pt x="549910" y="5080"/>
                  </a:lnTo>
                  <a:lnTo>
                    <a:pt x="549910" y="3810"/>
                  </a:lnTo>
                  <a:lnTo>
                    <a:pt x="549897" y="2540"/>
                  </a:lnTo>
                  <a:lnTo>
                    <a:pt x="549910" y="1270"/>
                  </a:lnTo>
                  <a:lnTo>
                    <a:pt x="549910" y="0"/>
                  </a:lnTo>
                  <a:close/>
                </a:path>
              </a:pathLst>
            </a:custGeom>
            <a:solidFill>
              <a:srgbClr val="010000"/>
            </a:solidFill>
          </p:spPr>
          <p:txBody>
            <a:bodyPr wrap="square" lIns="0" tIns="0" rIns="0" bIns="0" rtlCol="0"/>
            <a:lstStyle/>
            <a:p/>
          </p:txBody>
        </p:sp>
        <p:sp>
          <p:nvSpPr>
            <p:cNvPr id="1859" name="object 1859"/>
            <p:cNvSpPr/>
            <p:nvPr/>
          </p:nvSpPr>
          <p:spPr>
            <a:xfrm>
              <a:off x="4385309" y="4077970"/>
              <a:ext cx="549910" cy="6350"/>
            </a:xfrm>
            <a:custGeom>
              <a:avLst/>
              <a:gdLst/>
              <a:ahLst/>
              <a:cxnLst/>
              <a:rect l="l" t="t" r="r" b="b"/>
              <a:pathLst>
                <a:path w="549910" h="6350">
                  <a:moveTo>
                    <a:pt x="0" y="6349"/>
                  </a:moveTo>
                  <a:lnTo>
                    <a:pt x="0" y="0"/>
                  </a:lnTo>
                  <a:lnTo>
                    <a:pt x="549910" y="0"/>
                  </a:lnTo>
                  <a:lnTo>
                    <a:pt x="549910" y="6349"/>
                  </a:lnTo>
                  <a:lnTo>
                    <a:pt x="0" y="6349"/>
                  </a:lnTo>
                  <a:close/>
                </a:path>
              </a:pathLst>
            </a:custGeom>
            <a:solidFill>
              <a:srgbClr val="030200"/>
            </a:solidFill>
          </p:spPr>
          <p:txBody>
            <a:bodyPr wrap="square" lIns="0" tIns="0" rIns="0" bIns="0" rtlCol="0"/>
            <a:lstStyle/>
            <a:p/>
          </p:txBody>
        </p:sp>
        <p:sp>
          <p:nvSpPr>
            <p:cNvPr id="1860" name="object 1860"/>
            <p:cNvSpPr/>
            <p:nvPr/>
          </p:nvSpPr>
          <p:spPr>
            <a:xfrm>
              <a:off x="4385310" y="4084320"/>
              <a:ext cx="549910" cy="7620"/>
            </a:xfrm>
            <a:custGeom>
              <a:avLst/>
              <a:gdLst/>
              <a:ahLst/>
              <a:cxnLst/>
              <a:rect l="l" t="t" r="r" b="b"/>
              <a:pathLst>
                <a:path w="549910" h="7620">
                  <a:moveTo>
                    <a:pt x="549910" y="0"/>
                  </a:moveTo>
                  <a:lnTo>
                    <a:pt x="0" y="0"/>
                  </a:lnTo>
                  <a:lnTo>
                    <a:pt x="0" y="2540"/>
                  </a:lnTo>
                  <a:lnTo>
                    <a:pt x="0" y="3810"/>
                  </a:lnTo>
                  <a:lnTo>
                    <a:pt x="0" y="5080"/>
                  </a:lnTo>
                  <a:lnTo>
                    <a:pt x="0" y="6350"/>
                  </a:lnTo>
                  <a:lnTo>
                    <a:pt x="0" y="7620"/>
                  </a:lnTo>
                  <a:lnTo>
                    <a:pt x="464820" y="7620"/>
                  </a:lnTo>
                  <a:lnTo>
                    <a:pt x="464820" y="6350"/>
                  </a:lnTo>
                  <a:lnTo>
                    <a:pt x="473710" y="6350"/>
                  </a:lnTo>
                  <a:lnTo>
                    <a:pt x="473710" y="5080"/>
                  </a:lnTo>
                  <a:lnTo>
                    <a:pt x="483870" y="5080"/>
                  </a:lnTo>
                  <a:lnTo>
                    <a:pt x="483870" y="3810"/>
                  </a:lnTo>
                  <a:lnTo>
                    <a:pt x="494030" y="3810"/>
                  </a:lnTo>
                  <a:lnTo>
                    <a:pt x="494030" y="2540"/>
                  </a:lnTo>
                  <a:lnTo>
                    <a:pt x="549910" y="2540"/>
                  </a:lnTo>
                  <a:lnTo>
                    <a:pt x="549910" y="0"/>
                  </a:lnTo>
                  <a:close/>
                </a:path>
              </a:pathLst>
            </a:custGeom>
            <a:solidFill>
              <a:srgbClr val="050400"/>
            </a:solidFill>
          </p:spPr>
          <p:txBody>
            <a:bodyPr wrap="square" lIns="0" tIns="0" rIns="0" bIns="0" rtlCol="0"/>
            <a:lstStyle/>
            <a:p/>
          </p:txBody>
        </p:sp>
        <p:sp>
          <p:nvSpPr>
            <p:cNvPr id="1861" name="object 1861"/>
            <p:cNvSpPr/>
            <p:nvPr/>
          </p:nvSpPr>
          <p:spPr>
            <a:xfrm>
              <a:off x="4385310" y="4091940"/>
              <a:ext cx="455930" cy="7620"/>
            </a:xfrm>
            <a:custGeom>
              <a:avLst/>
              <a:gdLst/>
              <a:ahLst/>
              <a:cxnLst/>
              <a:rect l="l" t="t" r="r" b="b"/>
              <a:pathLst>
                <a:path w="455929" h="7620">
                  <a:moveTo>
                    <a:pt x="438150" y="6362"/>
                  </a:moveTo>
                  <a:lnTo>
                    <a:pt x="72390" y="6362"/>
                  </a:lnTo>
                  <a:lnTo>
                    <a:pt x="72390" y="7620"/>
                  </a:lnTo>
                  <a:lnTo>
                    <a:pt x="438150" y="7620"/>
                  </a:lnTo>
                  <a:lnTo>
                    <a:pt x="438150" y="6362"/>
                  </a:lnTo>
                  <a:close/>
                </a:path>
                <a:path w="455929" h="7620">
                  <a:moveTo>
                    <a:pt x="455930" y="0"/>
                  </a:moveTo>
                  <a:lnTo>
                    <a:pt x="0" y="0"/>
                  </a:lnTo>
                  <a:lnTo>
                    <a:pt x="0" y="1270"/>
                  </a:lnTo>
                  <a:lnTo>
                    <a:pt x="0" y="2540"/>
                  </a:lnTo>
                  <a:lnTo>
                    <a:pt x="0" y="3810"/>
                  </a:lnTo>
                  <a:lnTo>
                    <a:pt x="54610" y="3810"/>
                  </a:lnTo>
                  <a:lnTo>
                    <a:pt x="54610" y="5080"/>
                  </a:lnTo>
                  <a:lnTo>
                    <a:pt x="63500" y="5080"/>
                  </a:lnTo>
                  <a:lnTo>
                    <a:pt x="63500" y="6350"/>
                  </a:lnTo>
                  <a:lnTo>
                    <a:pt x="439420" y="6350"/>
                  </a:lnTo>
                  <a:lnTo>
                    <a:pt x="439420" y="5080"/>
                  </a:lnTo>
                  <a:lnTo>
                    <a:pt x="444500" y="5080"/>
                  </a:lnTo>
                  <a:lnTo>
                    <a:pt x="444500" y="3810"/>
                  </a:lnTo>
                  <a:lnTo>
                    <a:pt x="447040" y="3810"/>
                  </a:lnTo>
                  <a:lnTo>
                    <a:pt x="447040" y="2540"/>
                  </a:lnTo>
                  <a:lnTo>
                    <a:pt x="453390" y="2540"/>
                  </a:lnTo>
                  <a:lnTo>
                    <a:pt x="453390" y="1270"/>
                  </a:lnTo>
                  <a:lnTo>
                    <a:pt x="455930" y="1270"/>
                  </a:lnTo>
                  <a:lnTo>
                    <a:pt x="455930" y="0"/>
                  </a:lnTo>
                  <a:close/>
                </a:path>
              </a:pathLst>
            </a:custGeom>
            <a:solidFill>
              <a:srgbClr val="080500"/>
            </a:solidFill>
          </p:spPr>
          <p:txBody>
            <a:bodyPr wrap="square" lIns="0" tIns="0" rIns="0" bIns="0" rtlCol="0"/>
            <a:lstStyle/>
            <a:p/>
          </p:txBody>
        </p:sp>
        <p:sp>
          <p:nvSpPr>
            <p:cNvPr id="1862" name="object 1862"/>
            <p:cNvSpPr/>
            <p:nvPr/>
          </p:nvSpPr>
          <p:spPr>
            <a:xfrm>
              <a:off x="4464050" y="4099560"/>
              <a:ext cx="356870" cy="6350"/>
            </a:xfrm>
            <a:custGeom>
              <a:avLst/>
              <a:gdLst/>
              <a:ahLst/>
              <a:cxnLst/>
              <a:rect l="l" t="t" r="r" b="b"/>
              <a:pathLst>
                <a:path w="356870" h="6350">
                  <a:moveTo>
                    <a:pt x="347980" y="5092"/>
                  </a:moveTo>
                  <a:lnTo>
                    <a:pt x="17780" y="5092"/>
                  </a:lnTo>
                  <a:lnTo>
                    <a:pt x="17780" y="6350"/>
                  </a:lnTo>
                  <a:lnTo>
                    <a:pt x="347980" y="6350"/>
                  </a:lnTo>
                  <a:lnTo>
                    <a:pt x="347980" y="5092"/>
                  </a:lnTo>
                  <a:close/>
                </a:path>
                <a:path w="356870" h="6350">
                  <a:moveTo>
                    <a:pt x="356870" y="0"/>
                  </a:moveTo>
                  <a:lnTo>
                    <a:pt x="0" y="0"/>
                  </a:lnTo>
                  <a:lnTo>
                    <a:pt x="0" y="1270"/>
                  </a:lnTo>
                  <a:lnTo>
                    <a:pt x="2540" y="1270"/>
                  </a:lnTo>
                  <a:lnTo>
                    <a:pt x="2540" y="2540"/>
                  </a:lnTo>
                  <a:lnTo>
                    <a:pt x="10160" y="2540"/>
                  </a:lnTo>
                  <a:lnTo>
                    <a:pt x="10160" y="3810"/>
                  </a:lnTo>
                  <a:lnTo>
                    <a:pt x="15240" y="3810"/>
                  </a:lnTo>
                  <a:lnTo>
                    <a:pt x="15240" y="5080"/>
                  </a:lnTo>
                  <a:lnTo>
                    <a:pt x="349250" y="5080"/>
                  </a:lnTo>
                  <a:lnTo>
                    <a:pt x="349250" y="3810"/>
                  </a:lnTo>
                  <a:lnTo>
                    <a:pt x="353060" y="3810"/>
                  </a:lnTo>
                  <a:lnTo>
                    <a:pt x="353060" y="2540"/>
                  </a:lnTo>
                  <a:lnTo>
                    <a:pt x="354330" y="2540"/>
                  </a:lnTo>
                  <a:lnTo>
                    <a:pt x="354330" y="1270"/>
                  </a:lnTo>
                  <a:lnTo>
                    <a:pt x="356870" y="1270"/>
                  </a:lnTo>
                  <a:lnTo>
                    <a:pt x="356870" y="0"/>
                  </a:lnTo>
                  <a:close/>
                </a:path>
              </a:pathLst>
            </a:custGeom>
            <a:solidFill>
              <a:srgbClr val="0A0700"/>
            </a:solidFill>
          </p:spPr>
          <p:txBody>
            <a:bodyPr wrap="square" lIns="0" tIns="0" rIns="0" bIns="0" rtlCol="0"/>
            <a:lstStyle/>
            <a:p/>
          </p:txBody>
        </p:sp>
        <p:sp>
          <p:nvSpPr>
            <p:cNvPr id="1863" name="object 1863"/>
            <p:cNvSpPr/>
            <p:nvPr/>
          </p:nvSpPr>
          <p:spPr>
            <a:xfrm>
              <a:off x="4485640" y="4105910"/>
              <a:ext cx="322580" cy="7620"/>
            </a:xfrm>
            <a:custGeom>
              <a:avLst/>
              <a:gdLst/>
              <a:ahLst/>
              <a:cxnLst/>
              <a:rect l="l" t="t" r="r" b="b"/>
              <a:pathLst>
                <a:path w="322579" h="7620">
                  <a:moveTo>
                    <a:pt x="316217" y="5092"/>
                  </a:moveTo>
                  <a:lnTo>
                    <a:pt x="8890" y="5092"/>
                  </a:lnTo>
                  <a:lnTo>
                    <a:pt x="8890" y="6350"/>
                  </a:lnTo>
                  <a:lnTo>
                    <a:pt x="12700" y="6350"/>
                  </a:lnTo>
                  <a:lnTo>
                    <a:pt x="12700" y="7620"/>
                  </a:lnTo>
                  <a:lnTo>
                    <a:pt x="314960" y="7620"/>
                  </a:lnTo>
                  <a:lnTo>
                    <a:pt x="314960" y="6350"/>
                  </a:lnTo>
                  <a:lnTo>
                    <a:pt x="316217" y="6350"/>
                  </a:lnTo>
                  <a:lnTo>
                    <a:pt x="316217" y="5092"/>
                  </a:lnTo>
                  <a:close/>
                </a:path>
                <a:path w="322579" h="7620">
                  <a:moveTo>
                    <a:pt x="322567" y="0"/>
                  </a:moveTo>
                  <a:lnTo>
                    <a:pt x="0" y="0"/>
                  </a:lnTo>
                  <a:lnTo>
                    <a:pt x="0" y="1270"/>
                  </a:lnTo>
                  <a:lnTo>
                    <a:pt x="2540" y="1270"/>
                  </a:lnTo>
                  <a:lnTo>
                    <a:pt x="2540" y="2540"/>
                  </a:lnTo>
                  <a:lnTo>
                    <a:pt x="5080" y="2540"/>
                  </a:lnTo>
                  <a:lnTo>
                    <a:pt x="5080" y="3810"/>
                  </a:lnTo>
                  <a:lnTo>
                    <a:pt x="7620" y="3810"/>
                  </a:lnTo>
                  <a:lnTo>
                    <a:pt x="7620" y="5080"/>
                  </a:lnTo>
                  <a:lnTo>
                    <a:pt x="317500" y="5080"/>
                  </a:lnTo>
                  <a:lnTo>
                    <a:pt x="317500" y="3810"/>
                  </a:lnTo>
                  <a:lnTo>
                    <a:pt x="318770" y="3810"/>
                  </a:lnTo>
                  <a:lnTo>
                    <a:pt x="318770" y="2540"/>
                  </a:lnTo>
                  <a:lnTo>
                    <a:pt x="321310" y="2540"/>
                  </a:lnTo>
                  <a:lnTo>
                    <a:pt x="321310" y="1270"/>
                  </a:lnTo>
                  <a:lnTo>
                    <a:pt x="322567" y="1270"/>
                  </a:lnTo>
                  <a:lnTo>
                    <a:pt x="322567" y="0"/>
                  </a:lnTo>
                  <a:close/>
                </a:path>
              </a:pathLst>
            </a:custGeom>
            <a:solidFill>
              <a:srgbClr val="0C0900"/>
            </a:solidFill>
          </p:spPr>
          <p:txBody>
            <a:bodyPr wrap="square" lIns="0" tIns="0" rIns="0" bIns="0" rtlCol="0"/>
            <a:lstStyle/>
            <a:p/>
          </p:txBody>
        </p:sp>
        <p:sp>
          <p:nvSpPr>
            <p:cNvPr id="1864" name="object 1864"/>
            <p:cNvSpPr/>
            <p:nvPr/>
          </p:nvSpPr>
          <p:spPr>
            <a:xfrm>
              <a:off x="4499610" y="4113530"/>
              <a:ext cx="299720" cy="7620"/>
            </a:xfrm>
            <a:custGeom>
              <a:avLst/>
              <a:gdLst/>
              <a:ahLst/>
              <a:cxnLst/>
              <a:rect l="l" t="t" r="r" b="b"/>
              <a:pathLst>
                <a:path w="299720" h="7620">
                  <a:moveTo>
                    <a:pt x="295910" y="3822"/>
                  </a:moveTo>
                  <a:lnTo>
                    <a:pt x="6350" y="3822"/>
                  </a:lnTo>
                  <a:lnTo>
                    <a:pt x="6350" y="5080"/>
                  </a:lnTo>
                  <a:lnTo>
                    <a:pt x="7620" y="5080"/>
                  </a:lnTo>
                  <a:lnTo>
                    <a:pt x="7620" y="6350"/>
                  </a:lnTo>
                  <a:lnTo>
                    <a:pt x="8890" y="6350"/>
                  </a:lnTo>
                  <a:lnTo>
                    <a:pt x="8890" y="7620"/>
                  </a:lnTo>
                  <a:lnTo>
                    <a:pt x="293370" y="7620"/>
                  </a:lnTo>
                  <a:lnTo>
                    <a:pt x="293370" y="6350"/>
                  </a:lnTo>
                  <a:lnTo>
                    <a:pt x="294640" y="6350"/>
                  </a:lnTo>
                  <a:lnTo>
                    <a:pt x="294640" y="5080"/>
                  </a:lnTo>
                  <a:lnTo>
                    <a:pt x="295910" y="5080"/>
                  </a:lnTo>
                  <a:lnTo>
                    <a:pt x="295910" y="3822"/>
                  </a:lnTo>
                  <a:close/>
                </a:path>
                <a:path w="299720" h="7620">
                  <a:moveTo>
                    <a:pt x="299720" y="0"/>
                  </a:moveTo>
                  <a:lnTo>
                    <a:pt x="0" y="0"/>
                  </a:lnTo>
                  <a:lnTo>
                    <a:pt x="0" y="1270"/>
                  </a:lnTo>
                  <a:lnTo>
                    <a:pt x="3810" y="1270"/>
                  </a:lnTo>
                  <a:lnTo>
                    <a:pt x="3810" y="2540"/>
                  </a:lnTo>
                  <a:lnTo>
                    <a:pt x="5080" y="2540"/>
                  </a:lnTo>
                  <a:lnTo>
                    <a:pt x="5080" y="3810"/>
                  </a:lnTo>
                  <a:lnTo>
                    <a:pt x="297180" y="3810"/>
                  </a:lnTo>
                  <a:lnTo>
                    <a:pt x="297180" y="2540"/>
                  </a:lnTo>
                  <a:lnTo>
                    <a:pt x="298450" y="2540"/>
                  </a:lnTo>
                  <a:lnTo>
                    <a:pt x="298450" y="1270"/>
                  </a:lnTo>
                  <a:lnTo>
                    <a:pt x="299720" y="1270"/>
                  </a:lnTo>
                  <a:lnTo>
                    <a:pt x="299720" y="0"/>
                  </a:lnTo>
                  <a:close/>
                </a:path>
              </a:pathLst>
            </a:custGeom>
            <a:solidFill>
              <a:srgbClr val="0F0B00"/>
            </a:solidFill>
          </p:spPr>
          <p:txBody>
            <a:bodyPr wrap="square" lIns="0" tIns="0" rIns="0" bIns="0" rtlCol="0"/>
            <a:lstStyle/>
            <a:p/>
          </p:txBody>
        </p:sp>
        <p:sp>
          <p:nvSpPr>
            <p:cNvPr id="1865" name="object 1865"/>
            <p:cNvSpPr/>
            <p:nvPr/>
          </p:nvSpPr>
          <p:spPr>
            <a:xfrm>
              <a:off x="4511040" y="4121150"/>
              <a:ext cx="280670" cy="6350"/>
            </a:xfrm>
            <a:custGeom>
              <a:avLst/>
              <a:gdLst/>
              <a:ahLst/>
              <a:cxnLst/>
              <a:rect l="l" t="t" r="r" b="b"/>
              <a:pathLst>
                <a:path w="280670" h="6350">
                  <a:moveTo>
                    <a:pt x="28067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278130" y="6350"/>
                  </a:lnTo>
                  <a:lnTo>
                    <a:pt x="278130" y="5080"/>
                  </a:lnTo>
                  <a:lnTo>
                    <a:pt x="279400" y="5080"/>
                  </a:lnTo>
                  <a:lnTo>
                    <a:pt x="279400" y="3810"/>
                  </a:lnTo>
                  <a:lnTo>
                    <a:pt x="279400" y="2540"/>
                  </a:lnTo>
                  <a:lnTo>
                    <a:pt x="280670" y="2540"/>
                  </a:lnTo>
                  <a:lnTo>
                    <a:pt x="280670" y="1270"/>
                  </a:lnTo>
                  <a:lnTo>
                    <a:pt x="280670" y="0"/>
                  </a:lnTo>
                  <a:close/>
                </a:path>
              </a:pathLst>
            </a:custGeom>
            <a:solidFill>
              <a:srgbClr val="110C00"/>
            </a:solidFill>
          </p:spPr>
          <p:txBody>
            <a:bodyPr wrap="square" lIns="0" tIns="0" rIns="0" bIns="0" rtlCol="0"/>
            <a:lstStyle/>
            <a:p/>
          </p:txBody>
        </p:sp>
        <p:sp>
          <p:nvSpPr>
            <p:cNvPr id="1866" name="object 1866"/>
            <p:cNvSpPr/>
            <p:nvPr/>
          </p:nvSpPr>
          <p:spPr>
            <a:xfrm>
              <a:off x="4517390" y="4127500"/>
              <a:ext cx="270510" cy="7620"/>
            </a:xfrm>
            <a:custGeom>
              <a:avLst/>
              <a:gdLst/>
              <a:ahLst/>
              <a:cxnLst/>
              <a:rect l="l" t="t" r="r" b="b"/>
              <a:pathLst>
                <a:path w="270510" h="7620">
                  <a:moveTo>
                    <a:pt x="270510" y="0"/>
                  </a:moveTo>
                  <a:lnTo>
                    <a:pt x="0" y="0"/>
                  </a:lnTo>
                  <a:lnTo>
                    <a:pt x="0" y="2540"/>
                  </a:lnTo>
                  <a:lnTo>
                    <a:pt x="1270" y="2540"/>
                  </a:lnTo>
                  <a:lnTo>
                    <a:pt x="1270" y="3810"/>
                  </a:lnTo>
                  <a:lnTo>
                    <a:pt x="2540" y="3810"/>
                  </a:lnTo>
                  <a:lnTo>
                    <a:pt x="2540" y="5080"/>
                  </a:lnTo>
                  <a:lnTo>
                    <a:pt x="2540" y="6350"/>
                  </a:lnTo>
                  <a:lnTo>
                    <a:pt x="3810" y="6350"/>
                  </a:lnTo>
                  <a:lnTo>
                    <a:pt x="3810" y="7620"/>
                  </a:lnTo>
                  <a:lnTo>
                    <a:pt x="267970" y="7620"/>
                  </a:lnTo>
                  <a:lnTo>
                    <a:pt x="267970" y="6350"/>
                  </a:lnTo>
                  <a:lnTo>
                    <a:pt x="267957" y="5080"/>
                  </a:lnTo>
                  <a:lnTo>
                    <a:pt x="269240" y="5080"/>
                  </a:lnTo>
                  <a:lnTo>
                    <a:pt x="269240" y="3810"/>
                  </a:lnTo>
                  <a:lnTo>
                    <a:pt x="269240" y="2540"/>
                  </a:lnTo>
                  <a:lnTo>
                    <a:pt x="270510" y="2540"/>
                  </a:lnTo>
                  <a:lnTo>
                    <a:pt x="270510" y="0"/>
                  </a:lnTo>
                  <a:close/>
                </a:path>
              </a:pathLst>
            </a:custGeom>
            <a:solidFill>
              <a:srgbClr val="130E00"/>
            </a:solidFill>
          </p:spPr>
          <p:txBody>
            <a:bodyPr wrap="square" lIns="0" tIns="0" rIns="0" bIns="0" rtlCol="0"/>
            <a:lstStyle/>
            <a:p/>
          </p:txBody>
        </p:sp>
        <p:sp>
          <p:nvSpPr>
            <p:cNvPr id="1867" name="object 1867"/>
            <p:cNvSpPr/>
            <p:nvPr/>
          </p:nvSpPr>
          <p:spPr>
            <a:xfrm>
              <a:off x="4522470" y="4135120"/>
              <a:ext cx="262890" cy="7620"/>
            </a:xfrm>
            <a:custGeom>
              <a:avLst/>
              <a:gdLst/>
              <a:ahLst/>
              <a:cxnLst/>
              <a:rect l="l" t="t" r="r" b="b"/>
              <a:pathLst>
                <a:path w="262889" h="7620">
                  <a:moveTo>
                    <a:pt x="262890" y="0"/>
                  </a:moveTo>
                  <a:lnTo>
                    <a:pt x="0" y="0"/>
                  </a:lnTo>
                  <a:lnTo>
                    <a:pt x="0" y="1270"/>
                  </a:lnTo>
                  <a:lnTo>
                    <a:pt x="0" y="2540"/>
                  </a:lnTo>
                  <a:lnTo>
                    <a:pt x="1270" y="2540"/>
                  </a:lnTo>
                  <a:lnTo>
                    <a:pt x="1270" y="6350"/>
                  </a:lnTo>
                  <a:lnTo>
                    <a:pt x="2540" y="6350"/>
                  </a:lnTo>
                  <a:lnTo>
                    <a:pt x="2540" y="7620"/>
                  </a:lnTo>
                  <a:lnTo>
                    <a:pt x="260350" y="7620"/>
                  </a:lnTo>
                  <a:lnTo>
                    <a:pt x="260350" y="6350"/>
                  </a:lnTo>
                  <a:lnTo>
                    <a:pt x="261620" y="6350"/>
                  </a:lnTo>
                  <a:lnTo>
                    <a:pt x="261620" y="2540"/>
                  </a:lnTo>
                  <a:lnTo>
                    <a:pt x="261620" y="1270"/>
                  </a:lnTo>
                  <a:lnTo>
                    <a:pt x="262890" y="1270"/>
                  </a:lnTo>
                  <a:lnTo>
                    <a:pt x="262890" y="0"/>
                  </a:lnTo>
                  <a:close/>
                </a:path>
              </a:pathLst>
            </a:custGeom>
            <a:solidFill>
              <a:srgbClr val="151000"/>
            </a:solidFill>
          </p:spPr>
          <p:txBody>
            <a:bodyPr wrap="square" lIns="0" tIns="0" rIns="0" bIns="0" rtlCol="0"/>
            <a:lstStyle/>
            <a:p/>
          </p:txBody>
        </p:sp>
        <p:sp>
          <p:nvSpPr>
            <p:cNvPr id="1868" name="object 1868"/>
            <p:cNvSpPr/>
            <p:nvPr/>
          </p:nvSpPr>
          <p:spPr>
            <a:xfrm>
              <a:off x="4525010" y="4142740"/>
              <a:ext cx="257810" cy="7620"/>
            </a:xfrm>
            <a:custGeom>
              <a:avLst/>
              <a:gdLst/>
              <a:ahLst/>
              <a:cxnLst/>
              <a:rect l="l" t="t" r="r" b="b"/>
              <a:pathLst>
                <a:path w="257810" h="7620">
                  <a:moveTo>
                    <a:pt x="256540" y="6362"/>
                  </a:moveTo>
                  <a:lnTo>
                    <a:pt x="1270" y="6362"/>
                  </a:lnTo>
                  <a:lnTo>
                    <a:pt x="1270" y="7620"/>
                  </a:lnTo>
                  <a:lnTo>
                    <a:pt x="256540" y="7620"/>
                  </a:lnTo>
                  <a:lnTo>
                    <a:pt x="256540" y="6362"/>
                  </a:lnTo>
                  <a:close/>
                </a:path>
                <a:path w="257810" h="7620">
                  <a:moveTo>
                    <a:pt x="257810" y="0"/>
                  </a:moveTo>
                  <a:lnTo>
                    <a:pt x="0" y="0"/>
                  </a:lnTo>
                  <a:lnTo>
                    <a:pt x="0" y="2540"/>
                  </a:lnTo>
                  <a:lnTo>
                    <a:pt x="0" y="6350"/>
                  </a:lnTo>
                  <a:lnTo>
                    <a:pt x="256540" y="6350"/>
                  </a:lnTo>
                  <a:lnTo>
                    <a:pt x="256540" y="2540"/>
                  </a:lnTo>
                  <a:lnTo>
                    <a:pt x="257810" y="2540"/>
                  </a:lnTo>
                  <a:lnTo>
                    <a:pt x="257810" y="0"/>
                  </a:lnTo>
                  <a:close/>
                </a:path>
              </a:pathLst>
            </a:custGeom>
            <a:solidFill>
              <a:srgbClr val="181100"/>
            </a:solidFill>
          </p:spPr>
          <p:txBody>
            <a:bodyPr wrap="square" lIns="0" tIns="0" rIns="0" bIns="0" rtlCol="0"/>
            <a:lstStyle/>
            <a:p/>
          </p:txBody>
        </p:sp>
        <p:sp>
          <p:nvSpPr>
            <p:cNvPr id="1869" name="object 1869"/>
            <p:cNvSpPr/>
            <p:nvPr/>
          </p:nvSpPr>
          <p:spPr>
            <a:xfrm>
              <a:off x="4526279" y="4150360"/>
              <a:ext cx="254000" cy="6350"/>
            </a:xfrm>
            <a:custGeom>
              <a:avLst/>
              <a:gdLst/>
              <a:ahLst/>
              <a:cxnLst/>
              <a:rect l="l" t="t" r="r" b="b"/>
              <a:pathLst>
                <a:path w="254000" h="6350">
                  <a:moveTo>
                    <a:pt x="254000" y="0"/>
                  </a:moveTo>
                  <a:lnTo>
                    <a:pt x="0" y="0"/>
                  </a:lnTo>
                  <a:lnTo>
                    <a:pt x="0" y="6350"/>
                  </a:lnTo>
                  <a:lnTo>
                    <a:pt x="254000" y="6350"/>
                  </a:lnTo>
                  <a:lnTo>
                    <a:pt x="254000" y="0"/>
                  </a:lnTo>
                  <a:close/>
                </a:path>
              </a:pathLst>
            </a:custGeom>
            <a:solidFill>
              <a:srgbClr val="1A1300"/>
            </a:solidFill>
          </p:spPr>
          <p:txBody>
            <a:bodyPr wrap="square" lIns="0" tIns="0" rIns="0" bIns="0" rtlCol="0"/>
            <a:lstStyle/>
            <a:p/>
          </p:txBody>
        </p:sp>
        <p:sp>
          <p:nvSpPr>
            <p:cNvPr id="1870" name="object 1870"/>
            <p:cNvSpPr/>
            <p:nvPr/>
          </p:nvSpPr>
          <p:spPr>
            <a:xfrm>
              <a:off x="4527549" y="4156710"/>
              <a:ext cx="252729" cy="7620"/>
            </a:xfrm>
            <a:custGeom>
              <a:avLst/>
              <a:gdLst/>
              <a:ahLst/>
              <a:cxnLst/>
              <a:rect l="l" t="t" r="r" b="b"/>
              <a:pathLst>
                <a:path w="252729" h="7620">
                  <a:moveTo>
                    <a:pt x="252729" y="0"/>
                  </a:moveTo>
                  <a:lnTo>
                    <a:pt x="0" y="0"/>
                  </a:lnTo>
                  <a:lnTo>
                    <a:pt x="0" y="7619"/>
                  </a:lnTo>
                  <a:lnTo>
                    <a:pt x="252729" y="7619"/>
                  </a:lnTo>
                  <a:lnTo>
                    <a:pt x="252729" y="0"/>
                  </a:lnTo>
                  <a:close/>
                </a:path>
              </a:pathLst>
            </a:custGeom>
            <a:solidFill>
              <a:srgbClr val="1C1500"/>
            </a:solidFill>
          </p:spPr>
          <p:txBody>
            <a:bodyPr wrap="square" lIns="0" tIns="0" rIns="0" bIns="0" rtlCol="0"/>
            <a:lstStyle/>
            <a:p/>
          </p:txBody>
        </p:sp>
        <p:sp>
          <p:nvSpPr>
            <p:cNvPr id="1871" name="object 1871"/>
            <p:cNvSpPr/>
            <p:nvPr/>
          </p:nvSpPr>
          <p:spPr>
            <a:xfrm>
              <a:off x="4527550" y="4164330"/>
              <a:ext cx="252729" cy="7620"/>
            </a:xfrm>
            <a:custGeom>
              <a:avLst/>
              <a:gdLst/>
              <a:ahLst/>
              <a:cxnLst/>
              <a:rect l="l" t="t" r="r" b="b"/>
              <a:pathLst>
                <a:path w="252729" h="7620">
                  <a:moveTo>
                    <a:pt x="252730" y="0"/>
                  </a:moveTo>
                  <a:lnTo>
                    <a:pt x="0" y="0"/>
                  </a:lnTo>
                  <a:lnTo>
                    <a:pt x="0" y="1270"/>
                  </a:lnTo>
                  <a:lnTo>
                    <a:pt x="1270" y="1270"/>
                  </a:lnTo>
                  <a:lnTo>
                    <a:pt x="1270" y="7620"/>
                  </a:lnTo>
                  <a:lnTo>
                    <a:pt x="251460" y="7620"/>
                  </a:lnTo>
                  <a:lnTo>
                    <a:pt x="251460" y="1270"/>
                  </a:lnTo>
                  <a:lnTo>
                    <a:pt x="252730" y="1270"/>
                  </a:lnTo>
                  <a:lnTo>
                    <a:pt x="252730" y="0"/>
                  </a:lnTo>
                  <a:close/>
                </a:path>
              </a:pathLst>
            </a:custGeom>
            <a:solidFill>
              <a:srgbClr val="1F1700"/>
            </a:solidFill>
          </p:spPr>
          <p:txBody>
            <a:bodyPr wrap="square" lIns="0" tIns="0" rIns="0" bIns="0" rtlCol="0"/>
            <a:lstStyle/>
            <a:p/>
          </p:txBody>
        </p:sp>
        <p:sp>
          <p:nvSpPr>
            <p:cNvPr id="1872" name="object 1872"/>
            <p:cNvSpPr/>
            <p:nvPr/>
          </p:nvSpPr>
          <p:spPr>
            <a:xfrm>
              <a:off x="4528820" y="4171950"/>
              <a:ext cx="250190" cy="6350"/>
            </a:xfrm>
            <a:custGeom>
              <a:avLst/>
              <a:gdLst/>
              <a:ahLst/>
              <a:cxnLst/>
              <a:rect l="l" t="t" r="r" b="b"/>
              <a:pathLst>
                <a:path w="250189" h="6350">
                  <a:moveTo>
                    <a:pt x="250190" y="0"/>
                  </a:moveTo>
                  <a:lnTo>
                    <a:pt x="0" y="0"/>
                  </a:lnTo>
                  <a:lnTo>
                    <a:pt x="0" y="3810"/>
                  </a:lnTo>
                  <a:lnTo>
                    <a:pt x="1270" y="3810"/>
                  </a:lnTo>
                  <a:lnTo>
                    <a:pt x="1270" y="6350"/>
                  </a:lnTo>
                  <a:lnTo>
                    <a:pt x="250190" y="6350"/>
                  </a:lnTo>
                  <a:lnTo>
                    <a:pt x="250190" y="3810"/>
                  </a:lnTo>
                  <a:lnTo>
                    <a:pt x="250190" y="0"/>
                  </a:lnTo>
                  <a:close/>
                </a:path>
              </a:pathLst>
            </a:custGeom>
            <a:solidFill>
              <a:srgbClr val="211800"/>
            </a:solidFill>
          </p:spPr>
          <p:txBody>
            <a:bodyPr wrap="square" lIns="0" tIns="0" rIns="0" bIns="0" rtlCol="0"/>
            <a:lstStyle/>
            <a:p/>
          </p:txBody>
        </p:sp>
        <p:sp>
          <p:nvSpPr>
            <p:cNvPr id="1873" name="object 1873"/>
            <p:cNvSpPr/>
            <p:nvPr/>
          </p:nvSpPr>
          <p:spPr>
            <a:xfrm>
              <a:off x="4530089" y="41783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231A00"/>
            </a:solidFill>
          </p:spPr>
          <p:txBody>
            <a:bodyPr wrap="square" lIns="0" tIns="0" rIns="0" bIns="0" rtlCol="0"/>
            <a:lstStyle/>
            <a:p/>
          </p:txBody>
        </p:sp>
        <p:sp>
          <p:nvSpPr>
            <p:cNvPr id="1874" name="object 1874"/>
            <p:cNvSpPr/>
            <p:nvPr/>
          </p:nvSpPr>
          <p:spPr>
            <a:xfrm>
              <a:off x="4530089" y="418592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261C00"/>
            </a:solidFill>
          </p:spPr>
          <p:txBody>
            <a:bodyPr wrap="square" lIns="0" tIns="0" rIns="0" bIns="0" rtlCol="0"/>
            <a:lstStyle/>
            <a:p/>
          </p:txBody>
        </p:sp>
        <p:sp>
          <p:nvSpPr>
            <p:cNvPr id="1875" name="object 1875"/>
            <p:cNvSpPr/>
            <p:nvPr/>
          </p:nvSpPr>
          <p:spPr>
            <a:xfrm>
              <a:off x="4530089" y="419354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281D00"/>
            </a:solidFill>
          </p:spPr>
          <p:txBody>
            <a:bodyPr wrap="square" lIns="0" tIns="0" rIns="0" bIns="0" rtlCol="0"/>
            <a:lstStyle/>
            <a:p/>
          </p:txBody>
        </p:sp>
        <p:sp>
          <p:nvSpPr>
            <p:cNvPr id="1876" name="object 1876"/>
            <p:cNvSpPr/>
            <p:nvPr/>
          </p:nvSpPr>
          <p:spPr>
            <a:xfrm>
              <a:off x="4530089" y="41998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2A1F00"/>
            </a:solidFill>
          </p:spPr>
          <p:txBody>
            <a:bodyPr wrap="square" lIns="0" tIns="0" rIns="0" bIns="0" rtlCol="0"/>
            <a:lstStyle/>
            <a:p/>
          </p:txBody>
        </p:sp>
        <p:sp>
          <p:nvSpPr>
            <p:cNvPr id="1877" name="object 1877"/>
            <p:cNvSpPr/>
            <p:nvPr/>
          </p:nvSpPr>
          <p:spPr>
            <a:xfrm>
              <a:off x="4530089" y="420751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2C2100"/>
            </a:solidFill>
          </p:spPr>
          <p:txBody>
            <a:bodyPr wrap="square" lIns="0" tIns="0" rIns="0" bIns="0" rtlCol="0"/>
            <a:lstStyle/>
            <a:p/>
          </p:txBody>
        </p:sp>
        <p:sp>
          <p:nvSpPr>
            <p:cNvPr id="1878" name="object 1878"/>
            <p:cNvSpPr/>
            <p:nvPr/>
          </p:nvSpPr>
          <p:spPr>
            <a:xfrm>
              <a:off x="4530089" y="421513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2F2300"/>
            </a:solidFill>
          </p:spPr>
          <p:txBody>
            <a:bodyPr wrap="square" lIns="0" tIns="0" rIns="0" bIns="0" rtlCol="0"/>
            <a:lstStyle/>
            <a:p/>
          </p:txBody>
        </p:sp>
        <p:sp>
          <p:nvSpPr>
            <p:cNvPr id="1879" name="object 1879"/>
            <p:cNvSpPr/>
            <p:nvPr/>
          </p:nvSpPr>
          <p:spPr>
            <a:xfrm>
              <a:off x="4530089" y="422275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312400"/>
            </a:solidFill>
          </p:spPr>
          <p:txBody>
            <a:bodyPr wrap="square" lIns="0" tIns="0" rIns="0" bIns="0" rtlCol="0"/>
            <a:lstStyle/>
            <a:p/>
          </p:txBody>
        </p:sp>
        <p:sp>
          <p:nvSpPr>
            <p:cNvPr id="1880" name="object 1880"/>
            <p:cNvSpPr/>
            <p:nvPr/>
          </p:nvSpPr>
          <p:spPr>
            <a:xfrm>
              <a:off x="4530089" y="42291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32600"/>
            </a:solidFill>
          </p:spPr>
          <p:txBody>
            <a:bodyPr wrap="square" lIns="0" tIns="0" rIns="0" bIns="0" rtlCol="0"/>
            <a:lstStyle/>
            <a:p/>
          </p:txBody>
        </p:sp>
        <p:sp>
          <p:nvSpPr>
            <p:cNvPr id="1881" name="object 1881"/>
            <p:cNvSpPr/>
            <p:nvPr/>
          </p:nvSpPr>
          <p:spPr>
            <a:xfrm>
              <a:off x="4530089" y="423672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62800"/>
            </a:solidFill>
          </p:spPr>
          <p:txBody>
            <a:bodyPr wrap="square" lIns="0" tIns="0" rIns="0" bIns="0" rtlCol="0"/>
            <a:lstStyle/>
            <a:p/>
          </p:txBody>
        </p:sp>
        <p:sp>
          <p:nvSpPr>
            <p:cNvPr id="1882" name="object 1882"/>
            <p:cNvSpPr/>
            <p:nvPr/>
          </p:nvSpPr>
          <p:spPr>
            <a:xfrm>
              <a:off x="4530089" y="424434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382A00"/>
            </a:solidFill>
          </p:spPr>
          <p:txBody>
            <a:bodyPr wrap="square" lIns="0" tIns="0" rIns="0" bIns="0" rtlCol="0"/>
            <a:lstStyle/>
            <a:p/>
          </p:txBody>
        </p:sp>
        <p:sp>
          <p:nvSpPr>
            <p:cNvPr id="1883" name="object 1883"/>
            <p:cNvSpPr/>
            <p:nvPr/>
          </p:nvSpPr>
          <p:spPr>
            <a:xfrm>
              <a:off x="4530089" y="42506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3A2B00"/>
            </a:solidFill>
          </p:spPr>
          <p:txBody>
            <a:bodyPr wrap="square" lIns="0" tIns="0" rIns="0" bIns="0" rtlCol="0"/>
            <a:lstStyle/>
            <a:p/>
          </p:txBody>
        </p:sp>
        <p:sp>
          <p:nvSpPr>
            <p:cNvPr id="1884" name="object 1884"/>
            <p:cNvSpPr/>
            <p:nvPr/>
          </p:nvSpPr>
          <p:spPr>
            <a:xfrm>
              <a:off x="4530089" y="425831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D2D00"/>
            </a:solidFill>
          </p:spPr>
          <p:txBody>
            <a:bodyPr wrap="square" lIns="0" tIns="0" rIns="0" bIns="0" rtlCol="0"/>
            <a:lstStyle/>
            <a:p/>
          </p:txBody>
        </p:sp>
        <p:sp>
          <p:nvSpPr>
            <p:cNvPr id="1885" name="object 1885"/>
            <p:cNvSpPr/>
            <p:nvPr/>
          </p:nvSpPr>
          <p:spPr>
            <a:xfrm>
              <a:off x="4530089" y="426593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3F2F00"/>
            </a:solidFill>
          </p:spPr>
          <p:txBody>
            <a:bodyPr wrap="square" lIns="0" tIns="0" rIns="0" bIns="0" rtlCol="0"/>
            <a:lstStyle/>
            <a:p/>
          </p:txBody>
        </p:sp>
        <p:sp>
          <p:nvSpPr>
            <p:cNvPr id="1886" name="object 1886"/>
            <p:cNvSpPr/>
            <p:nvPr/>
          </p:nvSpPr>
          <p:spPr>
            <a:xfrm>
              <a:off x="4530089" y="42722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13000"/>
            </a:solidFill>
          </p:spPr>
          <p:txBody>
            <a:bodyPr wrap="square" lIns="0" tIns="0" rIns="0" bIns="0" rtlCol="0"/>
            <a:lstStyle/>
            <a:p/>
          </p:txBody>
        </p:sp>
        <p:sp>
          <p:nvSpPr>
            <p:cNvPr id="1887" name="object 1887"/>
            <p:cNvSpPr/>
            <p:nvPr/>
          </p:nvSpPr>
          <p:spPr>
            <a:xfrm>
              <a:off x="4530089" y="42799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33300"/>
            </a:solidFill>
          </p:spPr>
          <p:txBody>
            <a:bodyPr wrap="square" lIns="0" tIns="0" rIns="0" bIns="0" rtlCol="0"/>
            <a:lstStyle/>
            <a:p/>
          </p:txBody>
        </p:sp>
        <p:sp>
          <p:nvSpPr>
            <p:cNvPr id="1888" name="object 1888"/>
            <p:cNvSpPr/>
            <p:nvPr/>
          </p:nvSpPr>
          <p:spPr>
            <a:xfrm>
              <a:off x="4530089" y="428752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63400"/>
            </a:solidFill>
          </p:spPr>
          <p:txBody>
            <a:bodyPr wrap="square" lIns="0" tIns="0" rIns="0" bIns="0" rtlCol="0"/>
            <a:lstStyle/>
            <a:p/>
          </p:txBody>
        </p:sp>
        <p:sp>
          <p:nvSpPr>
            <p:cNvPr id="1889" name="object 1889"/>
            <p:cNvSpPr/>
            <p:nvPr/>
          </p:nvSpPr>
          <p:spPr>
            <a:xfrm>
              <a:off x="4530089" y="429514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483600"/>
            </a:solidFill>
          </p:spPr>
          <p:txBody>
            <a:bodyPr wrap="square" lIns="0" tIns="0" rIns="0" bIns="0" rtlCol="0"/>
            <a:lstStyle/>
            <a:p/>
          </p:txBody>
        </p:sp>
        <p:sp>
          <p:nvSpPr>
            <p:cNvPr id="1890" name="object 1890"/>
            <p:cNvSpPr/>
            <p:nvPr/>
          </p:nvSpPr>
          <p:spPr>
            <a:xfrm>
              <a:off x="4530089" y="43014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A3700"/>
            </a:solidFill>
          </p:spPr>
          <p:txBody>
            <a:bodyPr wrap="square" lIns="0" tIns="0" rIns="0" bIns="0" rtlCol="0"/>
            <a:lstStyle/>
            <a:p/>
          </p:txBody>
        </p:sp>
        <p:sp>
          <p:nvSpPr>
            <p:cNvPr id="1891" name="object 1891"/>
            <p:cNvSpPr/>
            <p:nvPr/>
          </p:nvSpPr>
          <p:spPr>
            <a:xfrm>
              <a:off x="4530089" y="430911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D3900"/>
            </a:solidFill>
          </p:spPr>
          <p:txBody>
            <a:bodyPr wrap="square" lIns="0" tIns="0" rIns="0" bIns="0" rtlCol="0"/>
            <a:lstStyle/>
            <a:p/>
          </p:txBody>
        </p:sp>
        <p:sp>
          <p:nvSpPr>
            <p:cNvPr id="1892" name="object 1892"/>
            <p:cNvSpPr/>
            <p:nvPr/>
          </p:nvSpPr>
          <p:spPr>
            <a:xfrm>
              <a:off x="4530089" y="431673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4F3B00"/>
            </a:solidFill>
          </p:spPr>
          <p:txBody>
            <a:bodyPr wrap="square" lIns="0" tIns="0" rIns="0" bIns="0" rtlCol="0"/>
            <a:lstStyle/>
            <a:p/>
          </p:txBody>
        </p:sp>
        <p:sp>
          <p:nvSpPr>
            <p:cNvPr id="1893" name="object 1893"/>
            <p:cNvSpPr/>
            <p:nvPr/>
          </p:nvSpPr>
          <p:spPr>
            <a:xfrm>
              <a:off x="4530089" y="43230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513C00"/>
            </a:solidFill>
          </p:spPr>
          <p:txBody>
            <a:bodyPr wrap="square" lIns="0" tIns="0" rIns="0" bIns="0" rtlCol="0"/>
            <a:lstStyle/>
            <a:p/>
          </p:txBody>
        </p:sp>
        <p:sp>
          <p:nvSpPr>
            <p:cNvPr id="1894" name="object 1894"/>
            <p:cNvSpPr/>
            <p:nvPr/>
          </p:nvSpPr>
          <p:spPr>
            <a:xfrm>
              <a:off x="4530089" y="43307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543E00"/>
            </a:solidFill>
          </p:spPr>
          <p:txBody>
            <a:bodyPr wrap="square" lIns="0" tIns="0" rIns="0" bIns="0" rtlCol="0"/>
            <a:lstStyle/>
            <a:p/>
          </p:txBody>
        </p:sp>
        <p:sp>
          <p:nvSpPr>
            <p:cNvPr id="1895" name="object 1895"/>
            <p:cNvSpPr/>
            <p:nvPr/>
          </p:nvSpPr>
          <p:spPr>
            <a:xfrm>
              <a:off x="4530089" y="4338320"/>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564000"/>
            </a:solidFill>
          </p:spPr>
          <p:txBody>
            <a:bodyPr wrap="square" lIns="0" tIns="0" rIns="0" bIns="0" rtlCol="0"/>
            <a:lstStyle/>
            <a:p/>
          </p:txBody>
        </p:sp>
        <p:sp>
          <p:nvSpPr>
            <p:cNvPr id="1896" name="object 1896"/>
            <p:cNvSpPr/>
            <p:nvPr/>
          </p:nvSpPr>
          <p:spPr>
            <a:xfrm>
              <a:off x="4530089" y="43446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584200"/>
            </a:solidFill>
          </p:spPr>
          <p:txBody>
            <a:bodyPr wrap="square" lIns="0" tIns="0" rIns="0" bIns="0" rtlCol="0"/>
            <a:lstStyle/>
            <a:p/>
          </p:txBody>
        </p:sp>
        <p:sp>
          <p:nvSpPr>
            <p:cNvPr id="1897" name="object 1897"/>
            <p:cNvSpPr/>
            <p:nvPr/>
          </p:nvSpPr>
          <p:spPr>
            <a:xfrm>
              <a:off x="4530089" y="43522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5A4300"/>
            </a:solidFill>
          </p:spPr>
          <p:txBody>
            <a:bodyPr wrap="square" lIns="0" tIns="0" rIns="0" bIns="0" rtlCol="0"/>
            <a:lstStyle/>
            <a:p/>
          </p:txBody>
        </p:sp>
        <p:sp>
          <p:nvSpPr>
            <p:cNvPr id="1898" name="object 1898"/>
            <p:cNvSpPr/>
            <p:nvPr/>
          </p:nvSpPr>
          <p:spPr>
            <a:xfrm>
              <a:off x="4530089" y="435991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5D4500"/>
            </a:solidFill>
          </p:spPr>
          <p:txBody>
            <a:bodyPr wrap="square" lIns="0" tIns="0" rIns="0" bIns="0" rtlCol="0"/>
            <a:lstStyle/>
            <a:p/>
          </p:txBody>
        </p:sp>
        <p:sp>
          <p:nvSpPr>
            <p:cNvPr id="1899" name="object 1899"/>
            <p:cNvSpPr/>
            <p:nvPr/>
          </p:nvSpPr>
          <p:spPr>
            <a:xfrm>
              <a:off x="4530089" y="436753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5F4700"/>
            </a:solidFill>
          </p:spPr>
          <p:txBody>
            <a:bodyPr wrap="square" lIns="0" tIns="0" rIns="0" bIns="0" rtlCol="0"/>
            <a:lstStyle/>
            <a:p/>
          </p:txBody>
        </p:sp>
        <p:sp>
          <p:nvSpPr>
            <p:cNvPr id="1900" name="object 1900"/>
            <p:cNvSpPr/>
            <p:nvPr/>
          </p:nvSpPr>
          <p:spPr>
            <a:xfrm>
              <a:off x="4530089" y="43738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614800"/>
            </a:solidFill>
          </p:spPr>
          <p:txBody>
            <a:bodyPr wrap="square" lIns="0" tIns="0" rIns="0" bIns="0" rtlCol="0"/>
            <a:lstStyle/>
            <a:p/>
          </p:txBody>
        </p:sp>
        <p:sp>
          <p:nvSpPr>
            <p:cNvPr id="1901" name="object 1901"/>
            <p:cNvSpPr/>
            <p:nvPr/>
          </p:nvSpPr>
          <p:spPr>
            <a:xfrm>
              <a:off x="4530089" y="43815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644A00"/>
            </a:solidFill>
          </p:spPr>
          <p:txBody>
            <a:bodyPr wrap="square" lIns="0" tIns="0" rIns="0" bIns="0" rtlCol="0"/>
            <a:lstStyle/>
            <a:p/>
          </p:txBody>
        </p:sp>
        <p:sp>
          <p:nvSpPr>
            <p:cNvPr id="1902" name="object 1902"/>
            <p:cNvSpPr/>
            <p:nvPr/>
          </p:nvSpPr>
          <p:spPr>
            <a:xfrm>
              <a:off x="4530089" y="4389120"/>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664C00"/>
            </a:solidFill>
          </p:spPr>
          <p:txBody>
            <a:bodyPr wrap="square" lIns="0" tIns="0" rIns="0" bIns="0" rtlCol="0"/>
            <a:lstStyle/>
            <a:p/>
          </p:txBody>
        </p:sp>
        <p:sp>
          <p:nvSpPr>
            <p:cNvPr id="1903" name="object 1903"/>
            <p:cNvSpPr/>
            <p:nvPr/>
          </p:nvSpPr>
          <p:spPr>
            <a:xfrm>
              <a:off x="4530089" y="43954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684E00"/>
            </a:solidFill>
          </p:spPr>
          <p:txBody>
            <a:bodyPr wrap="square" lIns="0" tIns="0" rIns="0" bIns="0" rtlCol="0"/>
            <a:lstStyle/>
            <a:p/>
          </p:txBody>
        </p:sp>
        <p:sp>
          <p:nvSpPr>
            <p:cNvPr id="1904" name="object 1904"/>
            <p:cNvSpPr/>
            <p:nvPr/>
          </p:nvSpPr>
          <p:spPr>
            <a:xfrm>
              <a:off x="4530089" y="44030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6A4F00"/>
            </a:solidFill>
          </p:spPr>
          <p:txBody>
            <a:bodyPr wrap="square" lIns="0" tIns="0" rIns="0" bIns="0" rtlCol="0"/>
            <a:lstStyle/>
            <a:p/>
          </p:txBody>
        </p:sp>
        <p:sp>
          <p:nvSpPr>
            <p:cNvPr id="1905" name="object 1905"/>
            <p:cNvSpPr/>
            <p:nvPr/>
          </p:nvSpPr>
          <p:spPr>
            <a:xfrm>
              <a:off x="4530089" y="441071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6D5100"/>
            </a:solidFill>
          </p:spPr>
          <p:txBody>
            <a:bodyPr wrap="square" lIns="0" tIns="0" rIns="0" bIns="0" rtlCol="0"/>
            <a:lstStyle/>
            <a:p/>
          </p:txBody>
        </p:sp>
        <p:sp>
          <p:nvSpPr>
            <p:cNvPr id="1906" name="object 1906"/>
            <p:cNvSpPr/>
            <p:nvPr/>
          </p:nvSpPr>
          <p:spPr>
            <a:xfrm>
              <a:off x="4530089" y="441706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6F5300"/>
            </a:solidFill>
          </p:spPr>
          <p:txBody>
            <a:bodyPr wrap="square" lIns="0" tIns="0" rIns="0" bIns="0" rtlCol="0"/>
            <a:lstStyle/>
            <a:p/>
          </p:txBody>
        </p:sp>
        <p:sp>
          <p:nvSpPr>
            <p:cNvPr id="1907" name="object 1907"/>
            <p:cNvSpPr/>
            <p:nvPr/>
          </p:nvSpPr>
          <p:spPr>
            <a:xfrm>
              <a:off x="4530089" y="44246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715500"/>
            </a:solidFill>
          </p:spPr>
          <p:txBody>
            <a:bodyPr wrap="square" lIns="0" tIns="0" rIns="0" bIns="0" rtlCol="0"/>
            <a:lstStyle/>
            <a:p/>
          </p:txBody>
        </p:sp>
        <p:sp>
          <p:nvSpPr>
            <p:cNvPr id="1908" name="object 1908"/>
            <p:cNvSpPr/>
            <p:nvPr/>
          </p:nvSpPr>
          <p:spPr>
            <a:xfrm>
              <a:off x="4530089" y="44323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745600"/>
            </a:solidFill>
          </p:spPr>
          <p:txBody>
            <a:bodyPr wrap="square" lIns="0" tIns="0" rIns="0" bIns="0" rtlCol="0"/>
            <a:lstStyle/>
            <a:p/>
          </p:txBody>
        </p:sp>
        <p:sp>
          <p:nvSpPr>
            <p:cNvPr id="1909" name="object 1909"/>
            <p:cNvSpPr/>
            <p:nvPr/>
          </p:nvSpPr>
          <p:spPr>
            <a:xfrm>
              <a:off x="4530089" y="4439920"/>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765800"/>
            </a:solidFill>
          </p:spPr>
          <p:txBody>
            <a:bodyPr wrap="square" lIns="0" tIns="0" rIns="0" bIns="0" rtlCol="0"/>
            <a:lstStyle/>
            <a:p/>
          </p:txBody>
        </p:sp>
        <p:sp>
          <p:nvSpPr>
            <p:cNvPr id="1910" name="object 1910"/>
            <p:cNvSpPr/>
            <p:nvPr/>
          </p:nvSpPr>
          <p:spPr>
            <a:xfrm>
              <a:off x="4530089" y="4446270"/>
              <a:ext cx="248920" cy="7620"/>
            </a:xfrm>
            <a:custGeom>
              <a:avLst/>
              <a:gdLst/>
              <a:ahLst/>
              <a:cxnLst/>
              <a:rect l="l" t="t" r="r" b="b"/>
              <a:pathLst>
                <a:path w="248920" h="7620">
                  <a:moveTo>
                    <a:pt x="248920" y="0"/>
                  </a:moveTo>
                  <a:lnTo>
                    <a:pt x="0" y="0"/>
                  </a:lnTo>
                  <a:lnTo>
                    <a:pt x="0" y="7619"/>
                  </a:lnTo>
                  <a:lnTo>
                    <a:pt x="248920" y="7619"/>
                  </a:lnTo>
                  <a:lnTo>
                    <a:pt x="248920" y="0"/>
                  </a:lnTo>
                  <a:close/>
                </a:path>
              </a:pathLst>
            </a:custGeom>
            <a:solidFill>
              <a:srgbClr val="785A00"/>
            </a:solidFill>
          </p:spPr>
          <p:txBody>
            <a:bodyPr wrap="square" lIns="0" tIns="0" rIns="0" bIns="0" rtlCol="0"/>
            <a:lstStyle/>
            <a:p/>
          </p:txBody>
        </p:sp>
        <p:sp>
          <p:nvSpPr>
            <p:cNvPr id="1911" name="object 1911"/>
            <p:cNvSpPr/>
            <p:nvPr/>
          </p:nvSpPr>
          <p:spPr>
            <a:xfrm>
              <a:off x="4530089" y="445389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7B5B00"/>
            </a:solidFill>
          </p:spPr>
          <p:txBody>
            <a:bodyPr wrap="square" lIns="0" tIns="0" rIns="0" bIns="0" rtlCol="0"/>
            <a:lstStyle/>
            <a:p/>
          </p:txBody>
        </p:sp>
        <p:sp>
          <p:nvSpPr>
            <p:cNvPr id="1912" name="object 1912"/>
            <p:cNvSpPr/>
            <p:nvPr/>
          </p:nvSpPr>
          <p:spPr>
            <a:xfrm>
              <a:off x="4530089" y="446151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7D5D00"/>
            </a:solidFill>
          </p:spPr>
          <p:txBody>
            <a:bodyPr wrap="square" lIns="0" tIns="0" rIns="0" bIns="0" rtlCol="0"/>
            <a:lstStyle/>
            <a:p/>
          </p:txBody>
        </p:sp>
        <p:sp>
          <p:nvSpPr>
            <p:cNvPr id="1913" name="object 1913"/>
            <p:cNvSpPr/>
            <p:nvPr/>
          </p:nvSpPr>
          <p:spPr>
            <a:xfrm>
              <a:off x="4530089" y="446786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7F5F00"/>
            </a:solidFill>
          </p:spPr>
          <p:txBody>
            <a:bodyPr wrap="square" lIns="0" tIns="0" rIns="0" bIns="0" rtlCol="0"/>
            <a:lstStyle/>
            <a:p/>
          </p:txBody>
        </p:sp>
        <p:sp>
          <p:nvSpPr>
            <p:cNvPr id="1914" name="object 1914"/>
            <p:cNvSpPr/>
            <p:nvPr/>
          </p:nvSpPr>
          <p:spPr>
            <a:xfrm>
              <a:off x="4530089" y="447548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816100"/>
            </a:solidFill>
          </p:spPr>
          <p:txBody>
            <a:bodyPr wrap="square" lIns="0" tIns="0" rIns="0" bIns="0" rtlCol="0"/>
            <a:lstStyle/>
            <a:p/>
          </p:txBody>
        </p:sp>
        <p:sp>
          <p:nvSpPr>
            <p:cNvPr id="1915" name="object 1915"/>
            <p:cNvSpPr/>
            <p:nvPr/>
          </p:nvSpPr>
          <p:spPr>
            <a:xfrm>
              <a:off x="4530089" y="448310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846200"/>
            </a:solidFill>
          </p:spPr>
          <p:txBody>
            <a:bodyPr wrap="square" lIns="0" tIns="0" rIns="0" bIns="0" rtlCol="0"/>
            <a:lstStyle/>
            <a:p/>
          </p:txBody>
        </p:sp>
        <p:sp>
          <p:nvSpPr>
            <p:cNvPr id="1916" name="object 1916"/>
            <p:cNvSpPr/>
            <p:nvPr/>
          </p:nvSpPr>
          <p:spPr>
            <a:xfrm>
              <a:off x="4530089" y="44894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866400"/>
            </a:solidFill>
          </p:spPr>
          <p:txBody>
            <a:bodyPr wrap="square" lIns="0" tIns="0" rIns="0" bIns="0" rtlCol="0"/>
            <a:lstStyle/>
            <a:p/>
          </p:txBody>
        </p:sp>
        <p:sp>
          <p:nvSpPr>
            <p:cNvPr id="1917" name="object 1917"/>
            <p:cNvSpPr/>
            <p:nvPr/>
          </p:nvSpPr>
          <p:spPr>
            <a:xfrm>
              <a:off x="4530089" y="449707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886600"/>
            </a:solidFill>
          </p:spPr>
          <p:txBody>
            <a:bodyPr wrap="square" lIns="0" tIns="0" rIns="0" bIns="0" rtlCol="0"/>
            <a:lstStyle/>
            <a:p/>
          </p:txBody>
        </p:sp>
        <p:sp>
          <p:nvSpPr>
            <p:cNvPr id="1918" name="object 1918"/>
            <p:cNvSpPr/>
            <p:nvPr/>
          </p:nvSpPr>
          <p:spPr>
            <a:xfrm>
              <a:off x="4530089" y="450469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8B6700"/>
            </a:solidFill>
          </p:spPr>
          <p:txBody>
            <a:bodyPr wrap="square" lIns="0" tIns="0" rIns="0" bIns="0" rtlCol="0"/>
            <a:lstStyle/>
            <a:p/>
          </p:txBody>
        </p:sp>
        <p:sp>
          <p:nvSpPr>
            <p:cNvPr id="1919" name="object 1919"/>
            <p:cNvSpPr/>
            <p:nvPr/>
          </p:nvSpPr>
          <p:spPr>
            <a:xfrm>
              <a:off x="4530089" y="451231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8D6900"/>
            </a:solidFill>
          </p:spPr>
          <p:txBody>
            <a:bodyPr wrap="square" lIns="0" tIns="0" rIns="0" bIns="0" rtlCol="0"/>
            <a:lstStyle/>
            <a:p/>
          </p:txBody>
        </p:sp>
        <p:sp>
          <p:nvSpPr>
            <p:cNvPr id="1920" name="object 1920"/>
            <p:cNvSpPr/>
            <p:nvPr/>
          </p:nvSpPr>
          <p:spPr>
            <a:xfrm>
              <a:off x="4530089" y="451866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8F6B00"/>
            </a:solidFill>
          </p:spPr>
          <p:txBody>
            <a:bodyPr wrap="square" lIns="0" tIns="0" rIns="0" bIns="0" rtlCol="0"/>
            <a:lstStyle/>
            <a:p/>
          </p:txBody>
        </p:sp>
        <p:sp>
          <p:nvSpPr>
            <p:cNvPr id="1921" name="object 1921"/>
            <p:cNvSpPr/>
            <p:nvPr/>
          </p:nvSpPr>
          <p:spPr>
            <a:xfrm>
              <a:off x="4530089" y="452628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926D00"/>
            </a:solidFill>
          </p:spPr>
          <p:txBody>
            <a:bodyPr wrap="square" lIns="0" tIns="0" rIns="0" bIns="0" rtlCol="0"/>
            <a:lstStyle/>
            <a:p/>
          </p:txBody>
        </p:sp>
        <p:sp>
          <p:nvSpPr>
            <p:cNvPr id="1922" name="object 1922"/>
            <p:cNvSpPr/>
            <p:nvPr/>
          </p:nvSpPr>
          <p:spPr>
            <a:xfrm>
              <a:off x="4530089" y="453390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946E00"/>
            </a:solidFill>
          </p:spPr>
          <p:txBody>
            <a:bodyPr wrap="square" lIns="0" tIns="0" rIns="0" bIns="0" rtlCol="0"/>
            <a:lstStyle/>
            <a:p/>
          </p:txBody>
        </p:sp>
        <p:sp>
          <p:nvSpPr>
            <p:cNvPr id="1923" name="object 1923"/>
            <p:cNvSpPr/>
            <p:nvPr/>
          </p:nvSpPr>
          <p:spPr>
            <a:xfrm>
              <a:off x="4530089" y="45402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967000"/>
            </a:solidFill>
          </p:spPr>
          <p:txBody>
            <a:bodyPr wrap="square" lIns="0" tIns="0" rIns="0" bIns="0" rtlCol="0"/>
            <a:lstStyle/>
            <a:p/>
          </p:txBody>
        </p:sp>
        <p:sp>
          <p:nvSpPr>
            <p:cNvPr id="1924" name="object 1924"/>
            <p:cNvSpPr/>
            <p:nvPr/>
          </p:nvSpPr>
          <p:spPr>
            <a:xfrm>
              <a:off x="4530089" y="454787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987200"/>
            </a:solidFill>
          </p:spPr>
          <p:txBody>
            <a:bodyPr wrap="square" lIns="0" tIns="0" rIns="0" bIns="0" rtlCol="0"/>
            <a:lstStyle/>
            <a:p/>
          </p:txBody>
        </p:sp>
        <p:sp>
          <p:nvSpPr>
            <p:cNvPr id="1925" name="object 1925"/>
            <p:cNvSpPr/>
            <p:nvPr/>
          </p:nvSpPr>
          <p:spPr>
            <a:xfrm>
              <a:off x="4530089" y="455549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9B7400"/>
            </a:solidFill>
          </p:spPr>
          <p:txBody>
            <a:bodyPr wrap="square" lIns="0" tIns="0" rIns="0" bIns="0" rtlCol="0"/>
            <a:lstStyle/>
            <a:p/>
          </p:txBody>
        </p:sp>
        <p:sp>
          <p:nvSpPr>
            <p:cNvPr id="1926" name="object 1926"/>
            <p:cNvSpPr/>
            <p:nvPr/>
          </p:nvSpPr>
          <p:spPr>
            <a:xfrm>
              <a:off x="4530090" y="4561840"/>
              <a:ext cx="250190" cy="7620"/>
            </a:xfrm>
            <a:custGeom>
              <a:avLst/>
              <a:gdLst/>
              <a:ahLst/>
              <a:cxnLst/>
              <a:rect l="l" t="t" r="r" b="b"/>
              <a:pathLst>
                <a:path w="250189" h="7620">
                  <a:moveTo>
                    <a:pt x="250190" y="6362"/>
                  </a:moveTo>
                  <a:lnTo>
                    <a:pt x="0" y="6362"/>
                  </a:lnTo>
                  <a:lnTo>
                    <a:pt x="0" y="7620"/>
                  </a:lnTo>
                  <a:lnTo>
                    <a:pt x="250190" y="7620"/>
                  </a:lnTo>
                  <a:lnTo>
                    <a:pt x="250190" y="6362"/>
                  </a:lnTo>
                  <a:close/>
                </a:path>
                <a:path w="250189" h="7620">
                  <a:moveTo>
                    <a:pt x="250190" y="0"/>
                  </a:moveTo>
                  <a:lnTo>
                    <a:pt x="0" y="0"/>
                  </a:lnTo>
                  <a:lnTo>
                    <a:pt x="0" y="6350"/>
                  </a:lnTo>
                  <a:lnTo>
                    <a:pt x="250190" y="6350"/>
                  </a:lnTo>
                  <a:lnTo>
                    <a:pt x="250190" y="0"/>
                  </a:lnTo>
                  <a:close/>
                </a:path>
              </a:pathLst>
            </a:custGeom>
            <a:solidFill>
              <a:srgbClr val="9D7500"/>
            </a:solidFill>
          </p:spPr>
          <p:txBody>
            <a:bodyPr wrap="square" lIns="0" tIns="0" rIns="0" bIns="0" rtlCol="0"/>
            <a:lstStyle/>
            <a:p/>
          </p:txBody>
        </p:sp>
        <p:sp>
          <p:nvSpPr>
            <p:cNvPr id="1927" name="object 1927"/>
            <p:cNvSpPr/>
            <p:nvPr/>
          </p:nvSpPr>
          <p:spPr>
            <a:xfrm>
              <a:off x="4530089" y="4569460"/>
              <a:ext cx="250190" cy="7620"/>
            </a:xfrm>
            <a:custGeom>
              <a:avLst/>
              <a:gdLst/>
              <a:ahLst/>
              <a:cxnLst/>
              <a:rect l="l" t="t" r="r" b="b"/>
              <a:pathLst>
                <a:path w="250189" h="7620">
                  <a:moveTo>
                    <a:pt x="250189" y="0"/>
                  </a:moveTo>
                  <a:lnTo>
                    <a:pt x="0" y="0"/>
                  </a:lnTo>
                  <a:lnTo>
                    <a:pt x="0" y="7619"/>
                  </a:lnTo>
                  <a:lnTo>
                    <a:pt x="250189" y="7619"/>
                  </a:lnTo>
                  <a:lnTo>
                    <a:pt x="250189" y="0"/>
                  </a:lnTo>
                  <a:close/>
                </a:path>
              </a:pathLst>
            </a:custGeom>
            <a:solidFill>
              <a:srgbClr val="9F7700"/>
            </a:solidFill>
          </p:spPr>
          <p:txBody>
            <a:bodyPr wrap="square" lIns="0" tIns="0" rIns="0" bIns="0" rtlCol="0"/>
            <a:lstStyle/>
            <a:p/>
          </p:txBody>
        </p:sp>
        <p:sp>
          <p:nvSpPr>
            <p:cNvPr id="1928" name="object 1928"/>
            <p:cNvSpPr/>
            <p:nvPr/>
          </p:nvSpPr>
          <p:spPr>
            <a:xfrm>
              <a:off x="4530089" y="4577080"/>
              <a:ext cx="250190" cy="7620"/>
            </a:xfrm>
            <a:custGeom>
              <a:avLst/>
              <a:gdLst/>
              <a:ahLst/>
              <a:cxnLst/>
              <a:rect l="l" t="t" r="r" b="b"/>
              <a:pathLst>
                <a:path w="250189" h="7620">
                  <a:moveTo>
                    <a:pt x="250189" y="0"/>
                  </a:moveTo>
                  <a:lnTo>
                    <a:pt x="0" y="0"/>
                  </a:lnTo>
                  <a:lnTo>
                    <a:pt x="0" y="7620"/>
                  </a:lnTo>
                  <a:lnTo>
                    <a:pt x="250189" y="7620"/>
                  </a:lnTo>
                  <a:lnTo>
                    <a:pt x="250189" y="0"/>
                  </a:lnTo>
                  <a:close/>
                </a:path>
              </a:pathLst>
            </a:custGeom>
            <a:solidFill>
              <a:srgbClr val="A27900"/>
            </a:solidFill>
          </p:spPr>
          <p:txBody>
            <a:bodyPr wrap="square" lIns="0" tIns="0" rIns="0" bIns="0" rtlCol="0"/>
            <a:lstStyle/>
            <a:p/>
          </p:txBody>
        </p:sp>
        <p:sp>
          <p:nvSpPr>
            <p:cNvPr id="1929" name="object 1929"/>
            <p:cNvSpPr/>
            <p:nvPr/>
          </p:nvSpPr>
          <p:spPr>
            <a:xfrm>
              <a:off x="4530089" y="4584700"/>
              <a:ext cx="250190" cy="6350"/>
            </a:xfrm>
            <a:custGeom>
              <a:avLst/>
              <a:gdLst/>
              <a:ahLst/>
              <a:cxnLst/>
              <a:rect l="l" t="t" r="r" b="b"/>
              <a:pathLst>
                <a:path w="250189" h="6350">
                  <a:moveTo>
                    <a:pt x="250189" y="0"/>
                  </a:moveTo>
                  <a:lnTo>
                    <a:pt x="0" y="0"/>
                  </a:lnTo>
                  <a:lnTo>
                    <a:pt x="0" y="6350"/>
                  </a:lnTo>
                  <a:lnTo>
                    <a:pt x="250189" y="6350"/>
                  </a:lnTo>
                  <a:lnTo>
                    <a:pt x="250189" y="0"/>
                  </a:lnTo>
                  <a:close/>
                </a:path>
              </a:pathLst>
            </a:custGeom>
            <a:solidFill>
              <a:srgbClr val="A47A00"/>
            </a:solidFill>
          </p:spPr>
          <p:txBody>
            <a:bodyPr wrap="square" lIns="0" tIns="0" rIns="0" bIns="0" rtlCol="0"/>
            <a:lstStyle/>
            <a:p/>
          </p:txBody>
        </p:sp>
        <p:sp>
          <p:nvSpPr>
            <p:cNvPr id="1930" name="object 1930"/>
            <p:cNvSpPr/>
            <p:nvPr/>
          </p:nvSpPr>
          <p:spPr>
            <a:xfrm>
              <a:off x="4530090" y="4591050"/>
              <a:ext cx="250190" cy="7620"/>
            </a:xfrm>
            <a:custGeom>
              <a:avLst/>
              <a:gdLst/>
              <a:ahLst/>
              <a:cxnLst/>
              <a:rect l="l" t="t" r="r" b="b"/>
              <a:pathLst>
                <a:path w="250189" h="7620">
                  <a:moveTo>
                    <a:pt x="250190" y="2552"/>
                  </a:moveTo>
                  <a:lnTo>
                    <a:pt x="0" y="2552"/>
                  </a:lnTo>
                  <a:lnTo>
                    <a:pt x="0" y="7620"/>
                  </a:lnTo>
                  <a:lnTo>
                    <a:pt x="250190" y="7620"/>
                  </a:lnTo>
                  <a:lnTo>
                    <a:pt x="250190" y="2552"/>
                  </a:lnTo>
                  <a:close/>
                </a:path>
                <a:path w="250189" h="7620">
                  <a:moveTo>
                    <a:pt x="250190" y="0"/>
                  </a:moveTo>
                  <a:lnTo>
                    <a:pt x="0" y="0"/>
                  </a:lnTo>
                  <a:lnTo>
                    <a:pt x="0" y="2540"/>
                  </a:lnTo>
                  <a:lnTo>
                    <a:pt x="250190" y="2540"/>
                  </a:lnTo>
                  <a:lnTo>
                    <a:pt x="250190" y="0"/>
                  </a:lnTo>
                  <a:close/>
                </a:path>
              </a:pathLst>
            </a:custGeom>
            <a:solidFill>
              <a:srgbClr val="A67C00"/>
            </a:solidFill>
          </p:spPr>
          <p:txBody>
            <a:bodyPr wrap="square" lIns="0" tIns="0" rIns="0" bIns="0" rtlCol="0"/>
            <a:lstStyle/>
            <a:p/>
          </p:txBody>
        </p:sp>
        <p:sp>
          <p:nvSpPr>
            <p:cNvPr id="1931" name="object 1931"/>
            <p:cNvSpPr/>
            <p:nvPr/>
          </p:nvSpPr>
          <p:spPr>
            <a:xfrm>
              <a:off x="4530090" y="4598670"/>
              <a:ext cx="250190" cy="7620"/>
            </a:xfrm>
            <a:custGeom>
              <a:avLst/>
              <a:gdLst/>
              <a:ahLst/>
              <a:cxnLst/>
              <a:rect l="l" t="t" r="r" b="b"/>
              <a:pathLst>
                <a:path w="250189" h="7620">
                  <a:moveTo>
                    <a:pt x="250190" y="6362"/>
                  </a:moveTo>
                  <a:lnTo>
                    <a:pt x="0" y="6362"/>
                  </a:lnTo>
                  <a:lnTo>
                    <a:pt x="0" y="7620"/>
                  </a:lnTo>
                  <a:lnTo>
                    <a:pt x="250190" y="7620"/>
                  </a:lnTo>
                  <a:lnTo>
                    <a:pt x="250190" y="6362"/>
                  </a:lnTo>
                  <a:close/>
                </a:path>
                <a:path w="250189" h="7620">
                  <a:moveTo>
                    <a:pt x="250190" y="0"/>
                  </a:moveTo>
                  <a:lnTo>
                    <a:pt x="0" y="0"/>
                  </a:lnTo>
                  <a:lnTo>
                    <a:pt x="0" y="6350"/>
                  </a:lnTo>
                  <a:lnTo>
                    <a:pt x="250190" y="6350"/>
                  </a:lnTo>
                  <a:lnTo>
                    <a:pt x="250190" y="0"/>
                  </a:lnTo>
                  <a:close/>
                </a:path>
              </a:pathLst>
            </a:custGeom>
            <a:solidFill>
              <a:srgbClr val="A97E00"/>
            </a:solidFill>
          </p:spPr>
          <p:txBody>
            <a:bodyPr wrap="square" lIns="0" tIns="0" rIns="0" bIns="0" rtlCol="0"/>
            <a:lstStyle/>
            <a:p/>
          </p:txBody>
        </p:sp>
        <p:sp>
          <p:nvSpPr>
            <p:cNvPr id="1932" name="object 1932"/>
            <p:cNvSpPr/>
            <p:nvPr/>
          </p:nvSpPr>
          <p:spPr>
            <a:xfrm>
              <a:off x="4530089" y="4606290"/>
              <a:ext cx="250190" cy="6350"/>
            </a:xfrm>
            <a:custGeom>
              <a:avLst/>
              <a:gdLst/>
              <a:ahLst/>
              <a:cxnLst/>
              <a:rect l="l" t="t" r="r" b="b"/>
              <a:pathLst>
                <a:path w="250189" h="6350">
                  <a:moveTo>
                    <a:pt x="250189" y="0"/>
                  </a:moveTo>
                  <a:lnTo>
                    <a:pt x="0" y="0"/>
                  </a:lnTo>
                  <a:lnTo>
                    <a:pt x="0" y="6350"/>
                  </a:lnTo>
                  <a:lnTo>
                    <a:pt x="250189" y="6350"/>
                  </a:lnTo>
                  <a:lnTo>
                    <a:pt x="250189" y="0"/>
                  </a:lnTo>
                  <a:close/>
                </a:path>
              </a:pathLst>
            </a:custGeom>
            <a:solidFill>
              <a:srgbClr val="AB8000"/>
            </a:solidFill>
          </p:spPr>
          <p:txBody>
            <a:bodyPr wrap="square" lIns="0" tIns="0" rIns="0" bIns="0" rtlCol="0"/>
            <a:lstStyle/>
            <a:p/>
          </p:txBody>
        </p:sp>
        <p:sp>
          <p:nvSpPr>
            <p:cNvPr id="1933" name="object 1933"/>
            <p:cNvSpPr/>
            <p:nvPr/>
          </p:nvSpPr>
          <p:spPr>
            <a:xfrm>
              <a:off x="4530090" y="4612652"/>
              <a:ext cx="250190" cy="7620"/>
            </a:xfrm>
            <a:custGeom>
              <a:avLst/>
              <a:gdLst/>
              <a:ahLst/>
              <a:cxnLst/>
              <a:rect l="l" t="t" r="r" b="b"/>
              <a:pathLst>
                <a:path w="250189" h="7620">
                  <a:moveTo>
                    <a:pt x="250190" y="5080"/>
                  </a:moveTo>
                  <a:lnTo>
                    <a:pt x="0" y="5080"/>
                  </a:lnTo>
                  <a:lnTo>
                    <a:pt x="0" y="7607"/>
                  </a:lnTo>
                  <a:lnTo>
                    <a:pt x="250190" y="7607"/>
                  </a:lnTo>
                  <a:lnTo>
                    <a:pt x="250190" y="5080"/>
                  </a:lnTo>
                  <a:close/>
                </a:path>
                <a:path w="250189" h="7620">
                  <a:moveTo>
                    <a:pt x="250190" y="0"/>
                  </a:moveTo>
                  <a:lnTo>
                    <a:pt x="0" y="0"/>
                  </a:lnTo>
                  <a:lnTo>
                    <a:pt x="0" y="5067"/>
                  </a:lnTo>
                  <a:lnTo>
                    <a:pt x="250190" y="5067"/>
                  </a:lnTo>
                  <a:lnTo>
                    <a:pt x="250190" y="0"/>
                  </a:lnTo>
                  <a:close/>
                </a:path>
              </a:pathLst>
            </a:custGeom>
            <a:solidFill>
              <a:srgbClr val="AD8100"/>
            </a:solidFill>
          </p:spPr>
          <p:txBody>
            <a:bodyPr wrap="square" lIns="0" tIns="0" rIns="0" bIns="0" rtlCol="0"/>
            <a:lstStyle/>
            <a:p/>
          </p:txBody>
        </p:sp>
        <p:sp>
          <p:nvSpPr>
            <p:cNvPr id="1934" name="object 1934"/>
            <p:cNvSpPr/>
            <p:nvPr/>
          </p:nvSpPr>
          <p:spPr>
            <a:xfrm>
              <a:off x="4530090" y="4620260"/>
              <a:ext cx="250190" cy="7620"/>
            </a:xfrm>
            <a:custGeom>
              <a:avLst/>
              <a:gdLst/>
              <a:ahLst/>
              <a:cxnLst/>
              <a:rect l="l" t="t" r="r" b="b"/>
              <a:pathLst>
                <a:path w="250189" h="7620">
                  <a:moveTo>
                    <a:pt x="250190" y="5092"/>
                  </a:moveTo>
                  <a:lnTo>
                    <a:pt x="0" y="5092"/>
                  </a:lnTo>
                  <a:lnTo>
                    <a:pt x="0" y="7620"/>
                  </a:lnTo>
                  <a:lnTo>
                    <a:pt x="250190" y="7620"/>
                  </a:lnTo>
                  <a:lnTo>
                    <a:pt x="250190" y="5092"/>
                  </a:lnTo>
                  <a:close/>
                </a:path>
                <a:path w="250189" h="7620">
                  <a:moveTo>
                    <a:pt x="250190" y="0"/>
                  </a:moveTo>
                  <a:lnTo>
                    <a:pt x="0" y="0"/>
                  </a:lnTo>
                  <a:lnTo>
                    <a:pt x="0" y="5080"/>
                  </a:lnTo>
                  <a:lnTo>
                    <a:pt x="250190" y="5080"/>
                  </a:lnTo>
                  <a:lnTo>
                    <a:pt x="250190" y="0"/>
                  </a:lnTo>
                  <a:close/>
                </a:path>
              </a:pathLst>
            </a:custGeom>
            <a:solidFill>
              <a:srgbClr val="AF8300"/>
            </a:solidFill>
          </p:spPr>
          <p:txBody>
            <a:bodyPr wrap="square" lIns="0" tIns="0" rIns="0" bIns="0" rtlCol="0"/>
            <a:lstStyle/>
            <a:p/>
          </p:txBody>
        </p:sp>
        <p:sp>
          <p:nvSpPr>
            <p:cNvPr id="1935" name="object 1935"/>
            <p:cNvSpPr/>
            <p:nvPr/>
          </p:nvSpPr>
          <p:spPr>
            <a:xfrm>
              <a:off x="4530090" y="4627880"/>
              <a:ext cx="250190" cy="6350"/>
            </a:xfrm>
            <a:custGeom>
              <a:avLst/>
              <a:gdLst/>
              <a:ahLst/>
              <a:cxnLst/>
              <a:rect l="l" t="t" r="r" b="b"/>
              <a:pathLst>
                <a:path w="250189" h="6350">
                  <a:moveTo>
                    <a:pt x="250190" y="3822"/>
                  </a:moveTo>
                  <a:lnTo>
                    <a:pt x="0" y="3822"/>
                  </a:lnTo>
                  <a:lnTo>
                    <a:pt x="0" y="6350"/>
                  </a:lnTo>
                  <a:lnTo>
                    <a:pt x="250190" y="6350"/>
                  </a:lnTo>
                  <a:lnTo>
                    <a:pt x="250190" y="3822"/>
                  </a:lnTo>
                  <a:close/>
                </a:path>
                <a:path w="250189" h="6350">
                  <a:moveTo>
                    <a:pt x="250190" y="0"/>
                  </a:moveTo>
                  <a:lnTo>
                    <a:pt x="0" y="0"/>
                  </a:lnTo>
                  <a:lnTo>
                    <a:pt x="0" y="3810"/>
                  </a:lnTo>
                  <a:lnTo>
                    <a:pt x="250190" y="3810"/>
                  </a:lnTo>
                  <a:lnTo>
                    <a:pt x="250190" y="0"/>
                  </a:lnTo>
                  <a:close/>
                </a:path>
              </a:pathLst>
            </a:custGeom>
            <a:solidFill>
              <a:srgbClr val="B28500"/>
            </a:solidFill>
          </p:spPr>
          <p:txBody>
            <a:bodyPr wrap="square" lIns="0" tIns="0" rIns="0" bIns="0" rtlCol="0"/>
            <a:lstStyle/>
            <a:p/>
          </p:txBody>
        </p:sp>
        <p:sp>
          <p:nvSpPr>
            <p:cNvPr id="1936" name="object 1936"/>
            <p:cNvSpPr/>
            <p:nvPr/>
          </p:nvSpPr>
          <p:spPr>
            <a:xfrm>
              <a:off x="4530090" y="4634230"/>
              <a:ext cx="250190" cy="7620"/>
            </a:xfrm>
            <a:custGeom>
              <a:avLst/>
              <a:gdLst/>
              <a:ahLst/>
              <a:cxnLst/>
              <a:rect l="l" t="t" r="r" b="b"/>
              <a:pathLst>
                <a:path w="250189" h="7620">
                  <a:moveTo>
                    <a:pt x="250190" y="2552"/>
                  </a:moveTo>
                  <a:lnTo>
                    <a:pt x="0" y="2552"/>
                  </a:lnTo>
                  <a:lnTo>
                    <a:pt x="0" y="7620"/>
                  </a:lnTo>
                  <a:lnTo>
                    <a:pt x="250190" y="7620"/>
                  </a:lnTo>
                  <a:lnTo>
                    <a:pt x="250190" y="2552"/>
                  </a:lnTo>
                  <a:close/>
                </a:path>
                <a:path w="250189" h="7620">
                  <a:moveTo>
                    <a:pt x="250190" y="0"/>
                  </a:moveTo>
                  <a:lnTo>
                    <a:pt x="0" y="0"/>
                  </a:lnTo>
                  <a:lnTo>
                    <a:pt x="0" y="2540"/>
                  </a:lnTo>
                  <a:lnTo>
                    <a:pt x="250190" y="2540"/>
                  </a:lnTo>
                  <a:lnTo>
                    <a:pt x="250190" y="0"/>
                  </a:lnTo>
                  <a:close/>
                </a:path>
              </a:pathLst>
            </a:custGeom>
            <a:solidFill>
              <a:srgbClr val="B48600"/>
            </a:solidFill>
          </p:spPr>
          <p:txBody>
            <a:bodyPr wrap="square" lIns="0" tIns="0" rIns="0" bIns="0" rtlCol="0"/>
            <a:lstStyle/>
            <a:p/>
          </p:txBody>
        </p:sp>
        <p:sp>
          <p:nvSpPr>
            <p:cNvPr id="1937" name="object 1937"/>
            <p:cNvSpPr/>
            <p:nvPr/>
          </p:nvSpPr>
          <p:spPr>
            <a:xfrm>
              <a:off x="4530090" y="464185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B68800"/>
            </a:solidFill>
          </p:spPr>
          <p:txBody>
            <a:bodyPr wrap="square" lIns="0" tIns="0" rIns="0" bIns="0" rtlCol="0"/>
            <a:lstStyle/>
            <a:p/>
          </p:txBody>
        </p:sp>
        <p:sp>
          <p:nvSpPr>
            <p:cNvPr id="1938" name="object 1938"/>
            <p:cNvSpPr/>
            <p:nvPr/>
          </p:nvSpPr>
          <p:spPr>
            <a:xfrm>
              <a:off x="4530090" y="464947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B98A00"/>
            </a:solidFill>
          </p:spPr>
          <p:txBody>
            <a:bodyPr wrap="square" lIns="0" tIns="0" rIns="0" bIns="0" rtlCol="0"/>
            <a:lstStyle/>
            <a:p/>
          </p:txBody>
        </p:sp>
        <p:sp>
          <p:nvSpPr>
            <p:cNvPr id="1939" name="object 1939"/>
            <p:cNvSpPr/>
            <p:nvPr/>
          </p:nvSpPr>
          <p:spPr>
            <a:xfrm>
              <a:off x="4530090" y="4657102"/>
              <a:ext cx="250190" cy="6350"/>
            </a:xfrm>
            <a:custGeom>
              <a:avLst/>
              <a:gdLst/>
              <a:ahLst/>
              <a:cxnLst/>
              <a:rect l="l" t="t" r="r" b="b"/>
              <a:pathLst>
                <a:path w="250189" h="6350">
                  <a:moveTo>
                    <a:pt x="250190" y="5080"/>
                  </a:moveTo>
                  <a:lnTo>
                    <a:pt x="0" y="5080"/>
                  </a:lnTo>
                  <a:lnTo>
                    <a:pt x="0" y="6337"/>
                  </a:lnTo>
                  <a:lnTo>
                    <a:pt x="250190" y="6337"/>
                  </a:lnTo>
                  <a:lnTo>
                    <a:pt x="250190" y="5080"/>
                  </a:lnTo>
                  <a:close/>
                </a:path>
                <a:path w="250189" h="6350">
                  <a:moveTo>
                    <a:pt x="250190" y="0"/>
                  </a:moveTo>
                  <a:lnTo>
                    <a:pt x="0" y="0"/>
                  </a:lnTo>
                  <a:lnTo>
                    <a:pt x="0" y="5067"/>
                  </a:lnTo>
                  <a:lnTo>
                    <a:pt x="250190" y="5067"/>
                  </a:lnTo>
                  <a:lnTo>
                    <a:pt x="250190" y="0"/>
                  </a:lnTo>
                  <a:close/>
                </a:path>
              </a:pathLst>
            </a:custGeom>
            <a:solidFill>
              <a:srgbClr val="BB8C00"/>
            </a:solidFill>
          </p:spPr>
          <p:txBody>
            <a:bodyPr wrap="square" lIns="0" tIns="0" rIns="0" bIns="0" rtlCol="0"/>
            <a:lstStyle/>
            <a:p/>
          </p:txBody>
        </p:sp>
        <p:sp>
          <p:nvSpPr>
            <p:cNvPr id="1940" name="object 1940"/>
            <p:cNvSpPr/>
            <p:nvPr/>
          </p:nvSpPr>
          <p:spPr>
            <a:xfrm>
              <a:off x="4530090" y="4663440"/>
              <a:ext cx="250190" cy="7620"/>
            </a:xfrm>
            <a:custGeom>
              <a:avLst/>
              <a:gdLst/>
              <a:ahLst/>
              <a:cxnLst/>
              <a:rect l="l" t="t" r="r" b="b"/>
              <a:pathLst>
                <a:path w="250189" h="7620">
                  <a:moveTo>
                    <a:pt x="250190" y="6362"/>
                  </a:moveTo>
                  <a:lnTo>
                    <a:pt x="0" y="6362"/>
                  </a:lnTo>
                  <a:lnTo>
                    <a:pt x="0" y="7620"/>
                  </a:lnTo>
                  <a:lnTo>
                    <a:pt x="250190" y="7620"/>
                  </a:lnTo>
                  <a:lnTo>
                    <a:pt x="250190" y="6362"/>
                  </a:lnTo>
                  <a:close/>
                </a:path>
                <a:path w="250189" h="7620">
                  <a:moveTo>
                    <a:pt x="250190" y="0"/>
                  </a:moveTo>
                  <a:lnTo>
                    <a:pt x="0" y="0"/>
                  </a:lnTo>
                  <a:lnTo>
                    <a:pt x="0" y="6350"/>
                  </a:lnTo>
                  <a:lnTo>
                    <a:pt x="250190" y="6350"/>
                  </a:lnTo>
                  <a:lnTo>
                    <a:pt x="250190" y="0"/>
                  </a:lnTo>
                  <a:close/>
                </a:path>
              </a:pathLst>
            </a:custGeom>
            <a:solidFill>
              <a:srgbClr val="BD8D00"/>
            </a:solidFill>
          </p:spPr>
          <p:txBody>
            <a:bodyPr wrap="square" lIns="0" tIns="0" rIns="0" bIns="0" rtlCol="0"/>
            <a:lstStyle/>
            <a:p/>
          </p:txBody>
        </p:sp>
        <p:sp>
          <p:nvSpPr>
            <p:cNvPr id="1941" name="object 1941"/>
            <p:cNvSpPr/>
            <p:nvPr/>
          </p:nvSpPr>
          <p:spPr>
            <a:xfrm>
              <a:off x="4530090" y="4671060"/>
              <a:ext cx="250190" cy="7620"/>
            </a:xfrm>
            <a:custGeom>
              <a:avLst/>
              <a:gdLst/>
              <a:ahLst/>
              <a:cxnLst/>
              <a:rect l="l" t="t" r="r" b="b"/>
              <a:pathLst>
                <a:path w="250189" h="7620">
                  <a:moveTo>
                    <a:pt x="250190" y="3822"/>
                  </a:moveTo>
                  <a:lnTo>
                    <a:pt x="0" y="3822"/>
                  </a:lnTo>
                  <a:lnTo>
                    <a:pt x="0" y="7620"/>
                  </a:lnTo>
                  <a:lnTo>
                    <a:pt x="250190" y="7620"/>
                  </a:lnTo>
                  <a:lnTo>
                    <a:pt x="250190" y="3822"/>
                  </a:lnTo>
                  <a:close/>
                </a:path>
                <a:path w="250189" h="7620">
                  <a:moveTo>
                    <a:pt x="250190" y="0"/>
                  </a:moveTo>
                  <a:lnTo>
                    <a:pt x="0" y="0"/>
                  </a:lnTo>
                  <a:lnTo>
                    <a:pt x="0" y="3810"/>
                  </a:lnTo>
                  <a:lnTo>
                    <a:pt x="250190" y="3810"/>
                  </a:lnTo>
                  <a:lnTo>
                    <a:pt x="250190" y="0"/>
                  </a:lnTo>
                  <a:close/>
                </a:path>
              </a:pathLst>
            </a:custGeom>
            <a:solidFill>
              <a:srgbClr val="BF8F00"/>
            </a:solidFill>
          </p:spPr>
          <p:txBody>
            <a:bodyPr wrap="square" lIns="0" tIns="0" rIns="0" bIns="0" rtlCol="0"/>
            <a:lstStyle/>
            <a:p/>
          </p:txBody>
        </p:sp>
        <p:sp>
          <p:nvSpPr>
            <p:cNvPr id="1942" name="object 1942"/>
            <p:cNvSpPr/>
            <p:nvPr/>
          </p:nvSpPr>
          <p:spPr>
            <a:xfrm>
              <a:off x="4530090" y="4678680"/>
              <a:ext cx="250190" cy="6350"/>
            </a:xfrm>
            <a:custGeom>
              <a:avLst/>
              <a:gdLst/>
              <a:ahLst/>
              <a:cxnLst/>
              <a:rect l="l" t="t" r="r" b="b"/>
              <a:pathLst>
                <a:path w="250189" h="6350">
                  <a:moveTo>
                    <a:pt x="250190" y="3822"/>
                  </a:moveTo>
                  <a:lnTo>
                    <a:pt x="0" y="3822"/>
                  </a:lnTo>
                  <a:lnTo>
                    <a:pt x="0" y="6350"/>
                  </a:lnTo>
                  <a:lnTo>
                    <a:pt x="250190" y="6350"/>
                  </a:lnTo>
                  <a:lnTo>
                    <a:pt x="250190" y="3822"/>
                  </a:lnTo>
                  <a:close/>
                </a:path>
                <a:path w="250189" h="6350">
                  <a:moveTo>
                    <a:pt x="250190" y="0"/>
                  </a:moveTo>
                  <a:lnTo>
                    <a:pt x="0" y="0"/>
                  </a:lnTo>
                  <a:lnTo>
                    <a:pt x="0" y="3810"/>
                  </a:lnTo>
                  <a:lnTo>
                    <a:pt x="250190" y="3810"/>
                  </a:lnTo>
                  <a:lnTo>
                    <a:pt x="250190" y="0"/>
                  </a:lnTo>
                  <a:close/>
                </a:path>
              </a:pathLst>
            </a:custGeom>
            <a:solidFill>
              <a:srgbClr val="C29100"/>
            </a:solidFill>
          </p:spPr>
          <p:txBody>
            <a:bodyPr wrap="square" lIns="0" tIns="0" rIns="0" bIns="0" rtlCol="0"/>
            <a:lstStyle/>
            <a:p/>
          </p:txBody>
        </p:sp>
        <p:sp>
          <p:nvSpPr>
            <p:cNvPr id="1943" name="object 1943"/>
            <p:cNvSpPr/>
            <p:nvPr/>
          </p:nvSpPr>
          <p:spPr>
            <a:xfrm>
              <a:off x="4530090" y="4685030"/>
              <a:ext cx="250190" cy="7620"/>
            </a:xfrm>
            <a:custGeom>
              <a:avLst/>
              <a:gdLst/>
              <a:ahLst/>
              <a:cxnLst/>
              <a:rect l="l" t="t" r="r" b="b"/>
              <a:pathLst>
                <a:path w="250189" h="7620">
                  <a:moveTo>
                    <a:pt x="250190" y="3822"/>
                  </a:moveTo>
                  <a:lnTo>
                    <a:pt x="0" y="3822"/>
                  </a:lnTo>
                  <a:lnTo>
                    <a:pt x="0" y="7620"/>
                  </a:lnTo>
                  <a:lnTo>
                    <a:pt x="250190" y="7620"/>
                  </a:lnTo>
                  <a:lnTo>
                    <a:pt x="250190" y="3822"/>
                  </a:lnTo>
                  <a:close/>
                </a:path>
                <a:path w="250189" h="7620">
                  <a:moveTo>
                    <a:pt x="250190" y="0"/>
                  </a:moveTo>
                  <a:lnTo>
                    <a:pt x="0" y="0"/>
                  </a:lnTo>
                  <a:lnTo>
                    <a:pt x="0" y="3810"/>
                  </a:lnTo>
                  <a:lnTo>
                    <a:pt x="250190" y="3810"/>
                  </a:lnTo>
                  <a:lnTo>
                    <a:pt x="250190" y="0"/>
                  </a:lnTo>
                  <a:close/>
                </a:path>
              </a:pathLst>
            </a:custGeom>
            <a:solidFill>
              <a:srgbClr val="C49200"/>
            </a:solidFill>
          </p:spPr>
          <p:txBody>
            <a:bodyPr wrap="square" lIns="0" tIns="0" rIns="0" bIns="0" rtlCol="0"/>
            <a:lstStyle/>
            <a:p/>
          </p:txBody>
        </p:sp>
        <p:sp>
          <p:nvSpPr>
            <p:cNvPr id="1944" name="object 1944"/>
            <p:cNvSpPr/>
            <p:nvPr/>
          </p:nvSpPr>
          <p:spPr>
            <a:xfrm>
              <a:off x="4530090" y="4692650"/>
              <a:ext cx="250190" cy="7620"/>
            </a:xfrm>
            <a:custGeom>
              <a:avLst/>
              <a:gdLst/>
              <a:ahLst/>
              <a:cxnLst/>
              <a:rect l="l" t="t" r="r" b="b"/>
              <a:pathLst>
                <a:path w="250189" h="7620">
                  <a:moveTo>
                    <a:pt x="250190" y="2552"/>
                  </a:moveTo>
                  <a:lnTo>
                    <a:pt x="0" y="2552"/>
                  </a:lnTo>
                  <a:lnTo>
                    <a:pt x="0" y="7620"/>
                  </a:lnTo>
                  <a:lnTo>
                    <a:pt x="250190" y="7620"/>
                  </a:lnTo>
                  <a:lnTo>
                    <a:pt x="250190" y="2552"/>
                  </a:lnTo>
                  <a:close/>
                </a:path>
                <a:path w="250189" h="7620">
                  <a:moveTo>
                    <a:pt x="250190" y="0"/>
                  </a:moveTo>
                  <a:lnTo>
                    <a:pt x="0" y="0"/>
                  </a:lnTo>
                  <a:lnTo>
                    <a:pt x="0" y="2540"/>
                  </a:lnTo>
                  <a:lnTo>
                    <a:pt x="250190" y="2540"/>
                  </a:lnTo>
                  <a:lnTo>
                    <a:pt x="250190" y="0"/>
                  </a:lnTo>
                  <a:close/>
                </a:path>
              </a:pathLst>
            </a:custGeom>
            <a:solidFill>
              <a:srgbClr val="C69400"/>
            </a:solidFill>
          </p:spPr>
          <p:txBody>
            <a:bodyPr wrap="square" lIns="0" tIns="0" rIns="0" bIns="0" rtlCol="0"/>
            <a:lstStyle/>
            <a:p/>
          </p:txBody>
        </p:sp>
        <p:sp>
          <p:nvSpPr>
            <p:cNvPr id="1945" name="object 1945"/>
            <p:cNvSpPr/>
            <p:nvPr/>
          </p:nvSpPr>
          <p:spPr>
            <a:xfrm>
              <a:off x="4530090" y="4700270"/>
              <a:ext cx="250190" cy="6350"/>
            </a:xfrm>
            <a:custGeom>
              <a:avLst/>
              <a:gdLst/>
              <a:ahLst/>
              <a:cxnLst/>
              <a:rect l="l" t="t" r="r" b="b"/>
              <a:pathLst>
                <a:path w="250189" h="6350">
                  <a:moveTo>
                    <a:pt x="250190" y="1282"/>
                  </a:moveTo>
                  <a:lnTo>
                    <a:pt x="0" y="1282"/>
                  </a:lnTo>
                  <a:lnTo>
                    <a:pt x="0" y="6350"/>
                  </a:lnTo>
                  <a:lnTo>
                    <a:pt x="250190" y="6350"/>
                  </a:lnTo>
                  <a:lnTo>
                    <a:pt x="250190" y="1282"/>
                  </a:lnTo>
                  <a:close/>
                </a:path>
                <a:path w="250189" h="6350">
                  <a:moveTo>
                    <a:pt x="250190" y="0"/>
                  </a:moveTo>
                  <a:lnTo>
                    <a:pt x="0" y="0"/>
                  </a:lnTo>
                  <a:lnTo>
                    <a:pt x="0" y="1270"/>
                  </a:lnTo>
                  <a:lnTo>
                    <a:pt x="250190" y="1270"/>
                  </a:lnTo>
                  <a:lnTo>
                    <a:pt x="250190" y="0"/>
                  </a:lnTo>
                  <a:close/>
                </a:path>
              </a:pathLst>
            </a:custGeom>
            <a:solidFill>
              <a:srgbClr val="C99600"/>
            </a:solidFill>
          </p:spPr>
          <p:txBody>
            <a:bodyPr wrap="square" lIns="0" tIns="0" rIns="0" bIns="0" rtlCol="0"/>
            <a:lstStyle/>
            <a:p/>
          </p:txBody>
        </p:sp>
        <p:sp>
          <p:nvSpPr>
            <p:cNvPr id="1946" name="object 1946"/>
            <p:cNvSpPr/>
            <p:nvPr/>
          </p:nvSpPr>
          <p:spPr>
            <a:xfrm>
              <a:off x="4530090" y="470662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CC9800"/>
            </a:solidFill>
          </p:spPr>
          <p:txBody>
            <a:bodyPr wrap="square" lIns="0" tIns="0" rIns="0" bIns="0" rtlCol="0"/>
            <a:lstStyle/>
            <a:p/>
          </p:txBody>
        </p:sp>
        <p:sp>
          <p:nvSpPr>
            <p:cNvPr id="1947" name="object 1947"/>
            <p:cNvSpPr/>
            <p:nvPr/>
          </p:nvSpPr>
          <p:spPr>
            <a:xfrm>
              <a:off x="4530090" y="4714240"/>
              <a:ext cx="251460" cy="7620"/>
            </a:xfrm>
            <a:custGeom>
              <a:avLst/>
              <a:gdLst/>
              <a:ahLst/>
              <a:cxnLst/>
              <a:rect l="l" t="t" r="r" b="b"/>
              <a:pathLst>
                <a:path w="251460" h="7620">
                  <a:moveTo>
                    <a:pt x="251460" y="5092"/>
                  </a:moveTo>
                  <a:lnTo>
                    <a:pt x="0" y="5092"/>
                  </a:lnTo>
                  <a:lnTo>
                    <a:pt x="0" y="7620"/>
                  </a:lnTo>
                  <a:lnTo>
                    <a:pt x="251460" y="7620"/>
                  </a:lnTo>
                  <a:lnTo>
                    <a:pt x="251460" y="5092"/>
                  </a:lnTo>
                  <a:close/>
                </a:path>
                <a:path w="251460" h="7620">
                  <a:moveTo>
                    <a:pt x="251460" y="3810"/>
                  </a:moveTo>
                  <a:lnTo>
                    <a:pt x="250190" y="3810"/>
                  </a:lnTo>
                  <a:lnTo>
                    <a:pt x="250190" y="0"/>
                  </a:lnTo>
                  <a:lnTo>
                    <a:pt x="0" y="0"/>
                  </a:lnTo>
                  <a:lnTo>
                    <a:pt x="0" y="3810"/>
                  </a:lnTo>
                  <a:lnTo>
                    <a:pt x="0" y="5080"/>
                  </a:lnTo>
                  <a:lnTo>
                    <a:pt x="251460" y="5080"/>
                  </a:lnTo>
                  <a:lnTo>
                    <a:pt x="251460" y="3810"/>
                  </a:lnTo>
                  <a:close/>
                </a:path>
              </a:pathLst>
            </a:custGeom>
            <a:solidFill>
              <a:srgbClr val="CD9900"/>
            </a:solidFill>
          </p:spPr>
          <p:txBody>
            <a:bodyPr wrap="square" lIns="0" tIns="0" rIns="0" bIns="0" rtlCol="0"/>
            <a:lstStyle/>
            <a:p/>
          </p:txBody>
        </p:sp>
        <p:sp>
          <p:nvSpPr>
            <p:cNvPr id="1948" name="object 1948"/>
            <p:cNvSpPr/>
            <p:nvPr/>
          </p:nvSpPr>
          <p:spPr>
            <a:xfrm>
              <a:off x="4530090" y="4721860"/>
              <a:ext cx="251460" cy="7620"/>
            </a:xfrm>
            <a:custGeom>
              <a:avLst/>
              <a:gdLst/>
              <a:ahLst/>
              <a:cxnLst/>
              <a:rect l="l" t="t" r="r" b="b"/>
              <a:pathLst>
                <a:path w="251460" h="7620">
                  <a:moveTo>
                    <a:pt x="251460" y="5092"/>
                  </a:moveTo>
                  <a:lnTo>
                    <a:pt x="0" y="5092"/>
                  </a:lnTo>
                  <a:lnTo>
                    <a:pt x="0" y="7620"/>
                  </a:lnTo>
                  <a:lnTo>
                    <a:pt x="251460" y="7620"/>
                  </a:lnTo>
                  <a:lnTo>
                    <a:pt x="251460" y="5092"/>
                  </a:lnTo>
                  <a:close/>
                </a:path>
                <a:path w="251460" h="7620">
                  <a:moveTo>
                    <a:pt x="251460" y="0"/>
                  </a:moveTo>
                  <a:lnTo>
                    <a:pt x="0" y="0"/>
                  </a:lnTo>
                  <a:lnTo>
                    <a:pt x="0" y="5080"/>
                  </a:lnTo>
                  <a:lnTo>
                    <a:pt x="251460" y="5080"/>
                  </a:lnTo>
                  <a:lnTo>
                    <a:pt x="251460" y="0"/>
                  </a:lnTo>
                  <a:close/>
                </a:path>
              </a:pathLst>
            </a:custGeom>
            <a:solidFill>
              <a:srgbClr val="D09B00"/>
            </a:solidFill>
          </p:spPr>
          <p:txBody>
            <a:bodyPr wrap="square" lIns="0" tIns="0" rIns="0" bIns="0" rtlCol="0"/>
            <a:lstStyle/>
            <a:p/>
          </p:txBody>
        </p:sp>
        <p:sp>
          <p:nvSpPr>
            <p:cNvPr id="1949" name="object 1949"/>
            <p:cNvSpPr/>
            <p:nvPr/>
          </p:nvSpPr>
          <p:spPr>
            <a:xfrm>
              <a:off x="4530090" y="4729480"/>
              <a:ext cx="251460" cy="6350"/>
            </a:xfrm>
            <a:custGeom>
              <a:avLst/>
              <a:gdLst/>
              <a:ahLst/>
              <a:cxnLst/>
              <a:rect l="l" t="t" r="r" b="b"/>
              <a:pathLst>
                <a:path w="251460" h="6350">
                  <a:moveTo>
                    <a:pt x="251460" y="3822"/>
                  </a:moveTo>
                  <a:lnTo>
                    <a:pt x="0" y="3822"/>
                  </a:lnTo>
                  <a:lnTo>
                    <a:pt x="0" y="6350"/>
                  </a:lnTo>
                  <a:lnTo>
                    <a:pt x="251460" y="6350"/>
                  </a:lnTo>
                  <a:lnTo>
                    <a:pt x="251460" y="3822"/>
                  </a:lnTo>
                  <a:close/>
                </a:path>
                <a:path w="251460" h="6350">
                  <a:moveTo>
                    <a:pt x="251460" y="0"/>
                  </a:moveTo>
                  <a:lnTo>
                    <a:pt x="0" y="0"/>
                  </a:lnTo>
                  <a:lnTo>
                    <a:pt x="0" y="3810"/>
                  </a:lnTo>
                  <a:lnTo>
                    <a:pt x="251460" y="3810"/>
                  </a:lnTo>
                  <a:lnTo>
                    <a:pt x="251460" y="0"/>
                  </a:lnTo>
                  <a:close/>
                </a:path>
              </a:pathLst>
            </a:custGeom>
            <a:solidFill>
              <a:srgbClr val="D29D00"/>
            </a:solidFill>
          </p:spPr>
          <p:txBody>
            <a:bodyPr wrap="square" lIns="0" tIns="0" rIns="0" bIns="0" rtlCol="0"/>
            <a:lstStyle/>
            <a:p/>
          </p:txBody>
        </p:sp>
        <p:sp>
          <p:nvSpPr>
            <p:cNvPr id="1950" name="object 1950"/>
            <p:cNvSpPr/>
            <p:nvPr/>
          </p:nvSpPr>
          <p:spPr>
            <a:xfrm>
              <a:off x="4530090" y="4735830"/>
              <a:ext cx="251460" cy="7620"/>
            </a:xfrm>
            <a:custGeom>
              <a:avLst/>
              <a:gdLst/>
              <a:ahLst/>
              <a:cxnLst/>
              <a:rect l="l" t="t" r="r" b="b"/>
              <a:pathLst>
                <a:path w="251460" h="7620">
                  <a:moveTo>
                    <a:pt x="251460" y="3822"/>
                  </a:moveTo>
                  <a:lnTo>
                    <a:pt x="0" y="3822"/>
                  </a:lnTo>
                  <a:lnTo>
                    <a:pt x="0" y="7620"/>
                  </a:lnTo>
                  <a:lnTo>
                    <a:pt x="251460" y="7620"/>
                  </a:lnTo>
                  <a:lnTo>
                    <a:pt x="251460" y="3822"/>
                  </a:lnTo>
                  <a:close/>
                </a:path>
                <a:path w="251460" h="7620">
                  <a:moveTo>
                    <a:pt x="251460" y="0"/>
                  </a:moveTo>
                  <a:lnTo>
                    <a:pt x="0" y="0"/>
                  </a:lnTo>
                  <a:lnTo>
                    <a:pt x="0" y="3810"/>
                  </a:lnTo>
                  <a:lnTo>
                    <a:pt x="251460" y="3810"/>
                  </a:lnTo>
                  <a:lnTo>
                    <a:pt x="251460" y="0"/>
                  </a:lnTo>
                  <a:close/>
                </a:path>
              </a:pathLst>
            </a:custGeom>
            <a:solidFill>
              <a:srgbClr val="D49F00"/>
            </a:solidFill>
          </p:spPr>
          <p:txBody>
            <a:bodyPr wrap="square" lIns="0" tIns="0" rIns="0" bIns="0" rtlCol="0"/>
            <a:lstStyle/>
            <a:p/>
          </p:txBody>
        </p:sp>
        <p:sp>
          <p:nvSpPr>
            <p:cNvPr id="1951" name="object 1951"/>
            <p:cNvSpPr/>
            <p:nvPr/>
          </p:nvSpPr>
          <p:spPr>
            <a:xfrm>
              <a:off x="4530090" y="4743450"/>
              <a:ext cx="252729" cy="7620"/>
            </a:xfrm>
            <a:custGeom>
              <a:avLst/>
              <a:gdLst/>
              <a:ahLst/>
              <a:cxnLst/>
              <a:rect l="l" t="t" r="r" b="b"/>
              <a:pathLst>
                <a:path w="252729" h="7620">
                  <a:moveTo>
                    <a:pt x="252717" y="2552"/>
                  </a:moveTo>
                  <a:lnTo>
                    <a:pt x="0" y="2552"/>
                  </a:lnTo>
                  <a:lnTo>
                    <a:pt x="0" y="7620"/>
                  </a:lnTo>
                  <a:lnTo>
                    <a:pt x="252717" y="7620"/>
                  </a:lnTo>
                  <a:lnTo>
                    <a:pt x="252717" y="2552"/>
                  </a:lnTo>
                  <a:close/>
                </a:path>
                <a:path w="252729" h="7620">
                  <a:moveTo>
                    <a:pt x="252717" y="0"/>
                  </a:moveTo>
                  <a:lnTo>
                    <a:pt x="0" y="0"/>
                  </a:lnTo>
                  <a:lnTo>
                    <a:pt x="0" y="2540"/>
                  </a:lnTo>
                  <a:lnTo>
                    <a:pt x="252717" y="2540"/>
                  </a:lnTo>
                  <a:lnTo>
                    <a:pt x="252717" y="0"/>
                  </a:lnTo>
                  <a:close/>
                </a:path>
              </a:pathLst>
            </a:custGeom>
            <a:solidFill>
              <a:srgbClr val="D6A000"/>
            </a:solidFill>
          </p:spPr>
          <p:txBody>
            <a:bodyPr wrap="square" lIns="0" tIns="0" rIns="0" bIns="0" rtlCol="0"/>
            <a:lstStyle/>
            <a:p/>
          </p:txBody>
        </p:sp>
        <p:sp>
          <p:nvSpPr>
            <p:cNvPr id="1952" name="object 1952"/>
            <p:cNvSpPr/>
            <p:nvPr/>
          </p:nvSpPr>
          <p:spPr>
            <a:xfrm>
              <a:off x="4530090" y="4751070"/>
              <a:ext cx="252729" cy="6350"/>
            </a:xfrm>
            <a:custGeom>
              <a:avLst/>
              <a:gdLst/>
              <a:ahLst/>
              <a:cxnLst/>
              <a:rect l="l" t="t" r="r" b="b"/>
              <a:pathLst>
                <a:path w="252729" h="6350">
                  <a:moveTo>
                    <a:pt x="252717" y="0"/>
                  </a:moveTo>
                  <a:lnTo>
                    <a:pt x="0" y="0"/>
                  </a:lnTo>
                  <a:lnTo>
                    <a:pt x="0" y="1270"/>
                  </a:lnTo>
                  <a:lnTo>
                    <a:pt x="252717" y="1270"/>
                  </a:lnTo>
                  <a:lnTo>
                    <a:pt x="252717" y="0"/>
                  </a:lnTo>
                  <a:close/>
                </a:path>
                <a:path w="252729" h="6350">
                  <a:moveTo>
                    <a:pt x="252730" y="6350"/>
                  </a:moveTo>
                  <a:lnTo>
                    <a:pt x="252717" y="1282"/>
                  </a:lnTo>
                  <a:lnTo>
                    <a:pt x="0" y="1282"/>
                  </a:lnTo>
                  <a:lnTo>
                    <a:pt x="0" y="6350"/>
                  </a:lnTo>
                  <a:lnTo>
                    <a:pt x="252730" y="6350"/>
                  </a:lnTo>
                  <a:close/>
                </a:path>
              </a:pathLst>
            </a:custGeom>
            <a:solidFill>
              <a:srgbClr val="D9A200"/>
            </a:solidFill>
          </p:spPr>
          <p:txBody>
            <a:bodyPr wrap="square" lIns="0" tIns="0" rIns="0" bIns="0" rtlCol="0"/>
            <a:lstStyle/>
            <a:p/>
          </p:txBody>
        </p:sp>
        <p:sp>
          <p:nvSpPr>
            <p:cNvPr id="1953" name="object 1953"/>
            <p:cNvSpPr/>
            <p:nvPr/>
          </p:nvSpPr>
          <p:spPr>
            <a:xfrm>
              <a:off x="4528820" y="4757420"/>
              <a:ext cx="255270" cy="7620"/>
            </a:xfrm>
            <a:custGeom>
              <a:avLst/>
              <a:gdLst/>
              <a:ahLst/>
              <a:cxnLst/>
              <a:rect l="l" t="t" r="r" b="b"/>
              <a:pathLst>
                <a:path w="255270" h="7620">
                  <a:moveTo>
                    <a:pt x="254000" y="0"/>
                  </a:moveTo>
                  <a:lnTo>
                    <a:pt x="0" y="0"/>
                  </a:lnTo>
                  <a:lnTo>
                    <a:pt x="0" y="1270"/>
                  </a:lnTo>
                  <a:lnTo>
                    <a:pt x="254000" y="1270"/>
                  </a:lnTo>
                  <a:lnTo>
                    <a:pt x="254000" y="0"/>
                  </a:lnTo>
                  <a:close/>
                </a:path>
                <a:path w="255270" h="7620">
                  <a:moveTo>
                    <a:pt x="255270" y="1282"/>
                  </a:moveTo>
                  <a:lnTo>
                    <a:pt x="0" y="1282"/>
                  </a:lnTo>
                  <a:lnTo>
                    <a:pt x="0" y="7620"/>
                  </a:lnTo>
                  <a:lnTo>
                    <a:pt x="255270" y="7620"/>
                  </a:lnTo>
                  <a:lnTo>
                    <a:pt x="255270" y="1282"/>
                  </a:lnTo>
                  <a:close/>
                </a:path>
              </a:pathLst>
            </a:custGeom>
            <a:solidFill>
              <a:srgbClr val="DBA400"/>
            </a:solidFill>
          </p:spPr>
          <p:txBody>
            <a:bodyPr wrap="square" lIns="0" tIns="0" rIns="0" bIns="0" rtlCol="0"/>
            <a:lstStyle/>
            <a:p/>
          </p:txBody>
        </p:sp>
        <p:sp>
          <p:nvSpPr>
            <p:cNvPr id="1954" name="object 1954"/>
            <p:cNvSpPr/>
            <p:nvPr/>
          </p:nvSpPr>
          <p:spPr>
            <a:xfrm>
              <a:off x="4527550" y="4765040"/>
              <a:ext cx="257810" cy="7620"/>
            </a:xfrm>
            <a:custGeom>
              <a:avLst/>
              <a:gdLst/>
              <a:ahLst/>
              <a:cxnLst/>
              <a:rect l="l" t="t" r="r" b="b"/>
              <a:pathLst>
                <a:path w="257810" h="7620">
                  <a:moveTo>
                    <a:pt x="257810" y="6362"/>
                  </a:moveTo>
                  <a:lnTo>
                    <a:pt x="0" y="6362"/>
                  </a:lnTo>
                  <a:lnTo>
                    <a:pt x="0" y="7620"/>
                  </a:lnTo>
                  <a:lnTo>
                    <a:pt x="257810" y="7620"/>
                  </a:lnTo>
                  <a:lnTo>
                    <a:pt x="257810" y="6362"/>
                  </a:lnTo>
                  <a:close/>
                </a:path>
                <a:path w="257810" h="7620">
                  <a:moveTo>
                    <a:pt x="257810" y="1270"/>
                  </a:moveTo>
                  <a:lnTo>
                    <a:pt x="256540" y="1270"/>
                  </a:lnTo>
                  <a:lnTo>
                    <a:pt x="256540" y="0"/>
                  </a:lnTo>
                  <a:lnTo>
                    <a:pt x="1270" y="0"/>
                  </a:lnTo>
                  <a:lnTo>
                    <a:pt x="1270" y="1270"/>
                  </a:lnTo>
                  <a:lnTo>
                    <a:pt x="1270" y="2540"/>
                  </a:lnTo>
                  <a:lnTo>
                    <a:pt x="0" y="2540"/>
                  </a:lnTo>
                  <a:lnTo>
                    <a:pt x="0" y="6350"/>
                  </a:lnTo>
                  <a:lnTo>
                    <a:pt x="257810" y="6350"/>
                  </a:lnTo>
                  <a:lnTo>
                    <a:pt x="257810" y="2540"/>
                  </a:lnTo>
                  <a:lnTo>
                    <a:pt x="257810" y="1270"/>
                  </a:lnTo>
                  <a:close/>
                </a:path>
              </a:pathLst>
            </a:custGeom>
            <a:solidFill>
              <a:srgbClr val="DDA500"/>
            </a:solidFill>
          </p:spPr>
          <p:txBody>
            <a:bodyPr wrap="square" lIns="0" tIns="0" rIns="0" bIns="0" rtlCol="0"/>
            <a:lstStyle/>
            <a:p/>
          </p:txBody>
        </p:sp>
        <p:sp>
          <p:nvSpPr>
            <p:cNvPr id="1955" name="object 1955"/>
            <p:cNvSpPr/>
            <p:nvPr/>
          </p:nvSpPr>
          <p:spPr>
            <a:xfrm>
              <a:off x="4526280" y="4772660"/>
              <a:ext cx="262890" cy="6350"/>
            </a:xfrm>
            <a:custGeom>
              <a:avLst/>
              <a:gdLst/>
              <a:ahLst/>
              <a:cxnLst/>
              <a:rect l="l" t="t" r="r" b="b"/>
              <a:pathLst>
                <a:path w="262889" h="6350">
                  <a:moveTo>
                    <a:pt x="261620" y="2540"/>
                  </a:moveTo>
                  <a:lnTo>
                    <a:pt x="260350" y="2540"/>
                  </a:lnTo>
                  <a:lnTo>
                    <a:pt x="260350" y="0"/>
                  </a:lnTo>
                  <a:lnTo>
                    <a:pt x="1270" y="0"/>
                  </a:lnTo>
                  <a:lnTo>
                    <a:pt x="1270" y="2540"/>
                  </a:lnTo>
                  <a:lnTo>
                    <a:pt x="1270" y="3810"/>
                  </a:lnTo>
                  <a:lnTo>
                    <a:pt x="0" y="3810"/>
                  </a:lnTo>
                  <a:lnTo>
                    <a:pt x="0" y="5080"/>
                  </a:lnTo>
                  <a:lnTo>
                    <a:pt x="261620" y="5080"/>
                  </a:lnTo>
                  <a:lnTo>
                    <a:pt x="261620" y="3810"/>
                  </a:lnTo>
                  <a:lnTo>
                    <a:pt x="261620" y="2540"/>
                  </a:lnTo>
                  <a:close/>
                </a:path>
                <a:path w="262889" h="6350">
                  <a:moveTo>
                    <a:pt x="262877" y="5092"/>
                  </a:moveTo>
                  <a:lnTo>
                    <a:pt x="0" y="5092"/>
                  </a:lnTo>
                  <a:lnTo>
                    <a:pt x="0" y="6350"/>
                  </a:lnTo>
                  <a:lnTo>
                    <a:pt x="262877" y="6350"/>
                  </a:lnTo>
                  <a:lnTo>
                    <a:pt x="262877" y="5092"/>
                  </a:lnTo>
                  <a:close/>
                </a:path>
              </a:pathLst>
            </a:custGeom>
            <a:solidFill>
              <a:srgbClr val="E0A700"/>
            </a:solidFill>
          </p:spPr>
          <p:txBody>
            <a:bodyPr wrap="square" lIns="0" tIns="0" rIns="0" bIns="0" rtlCol="0"/>
            <a:lstStyle/>
            <a:p/>
          </p:txBody>
        </p:sp>
        <p:sp>
          <p:nvSpPr>
            <p:cNvPr id="1956" name="object 1956"/>
            <p:cNvSpPr/>
            <p:nvPr/>
          </p:nvSpPr>
          <p:spPr>
            <a:xfrm>
              <a:off x="4525010" y="4779010"/>
              <a:ext cx="266700" cy="7620"/>
            </a:xfrm>
            <a:custGeom>
              <a:avLst/>
              <a:gdLst/>
              <a:ahLst/>
              <a:cxnLst/>
              <a:rect l="l" t="t" r="r" b="b"/>
              <a:pathLst>
                <a:path w="266700" h="7620">
                  <a:moveTo>
                    <a:pt x="266700" y="6350"/>
                  </a:moveTo>
                  <a:lnTo>
                    <a:pt x="265430" y="6350"/>
                  </a:lnTo>
                  <a:lnTo>
                    <a:pt x="265430" y="5080"/>
                  </a:lnTo>
                  <a:lnTo>
                    <a:pt x="265430" y="3810"/>
                  </a:lnTo>
                  <a:lnTo>
                    <a:pt x="264147" y="3810"/>
                  </a:lnTo>
                  <a:lnTo>
                    <a:pt x="264147" y="0"/>
                  </a:lnTo>
                  <a:lnTo>
                    <a:pt x="1270" y="0"/>
                  </a:lnTo>
                  <a:lnTo>
                    <a:pt x="1270" y="3810"/>
                  </a:lnTo>
                  <a:lnTo>
                    <a:pt x="1270" y="5080"/>
                  </a:lnTo>
                  <a:lnTo>
                    <a:pt x="0" y="5080"/>
                  </a:lnTo>
                  <a:lnTo>
                    <a:pt x="0" y="6350"/>
                  </a:lnTo>
                  <a:lnTo>
                    <a:pt x="0" y="7620"/>
                  </a:lnTo>
                  <a:lnTo>
                    <a:pt x="266700" y="7620"/>
                  </a:lnTo>
                  <a:lnTo>
                    <a:pt x="266700" y="6350"/>
                  </a:lnTo>
                  <a:close/>
                </a:path>
              </a:pathLst>
            </a:custGeom>
            <a:solidFill>
              <a:srgbClr val="E2A900"/>
            </a:solidFill>
          </p:spPr>
          <p:txBody>
            <a:bodyPr wrap="square" lIns="0" tIns="0" rIns="0" bIns="0" rtlCol="0"/>
            <a:lstStyle/>
            <a:p/>
          </p:txBody>
        </p:sp>
        <p:sp>
          <p:nvSpPr>
            <p:cNvPr id="1957" name="object 1957"/>
            <p:cNvSpPr/>
            <p:nvPr/>
          </p:nvSpPr>
          <p:spPr>
            <a:xfrm>
              <a:off x="4523740" y="4786630"/>
              <a:ext cx="275590" cy="7620"/>
            </a:xfrm>
            <a:custGeom>
              <a:avLst/>
              <a:gdLst/>
              <a:ahLst/>
              <a:cxnLst/>
              <a:rect l="l" t="t" r="r" b="b"/>
              <a:pathLst>
                <a:path w="275589" h="7620">
                  <a:moveTo>
                    <a:pt x="275590" y="6350"/>
                  </a:moveTo>
                  <a:lnTo>
                    <a:pt x="274320" y="6350"/>
                  </a:lnTo>
                  <a:lnTo>
                    <a:pt x="274320" y="5080"/>
                  </a:lnTo>
                  <a:lnTo>
                    <a:pt x="273050" y="5080"/>
                  </a:lnTo>
                  <a:lnTo>
                    <a:pt x="273050" y="3810"/>
                  </a:lnTo>
                  <a:lnTo>
                    <a:pt x="271780" y="3810"/>
                  </a:lnTo>
                  <a:lnTo>
                    <a:pt x="271780" y="2540"/>
                  </a:lnTo>
                  <a:lnTo>
                    <a:pt x="269240" y="2540"/>
                  </a:lnTo>
                  <a:lnTo>
                    <a:pt x="269240" y="0"/>
                  </a:lnTo>
                  <a:lnTo>
                    <a:pt x="1270" y="0"/>
                  </a:lnTo>
                  <a:lnTo>
                    <a:pt x="1270" y="2540"/>
                  </a:lnTo>
                  <a:lnTo>
                    <a:pt x="1270" y="3810"/>
                  </a:lnTo>
                  <a:lnTo>
                    <a:pt x="0" y="3810"/>
                  </a:lnTo>
                  <a:lnTo>
                    <a:pt x="0" y="5080"/>
                  </a:lnTo>
                  <a:lnTo>
                    <a:pt x="0" y="6350"/>
                  </a:lnTo>
                  <a:lnTo>
                    <a:pt x="0" y="7620"/>
                  </a:lnTo>
                  <a:lnTo>
                    <a:pt x="275590" y="7620"/>
                  </a:lnTo>
                  <a:lnTo>
                    <a:pt x="275590" y="6350"/>
                  </a:lnTo>
                  <a:close/>
                </a:path>
              </a:pathLst>
            </a:custGeom>
            <a:solidFill>
              <a:srgbClr val="E4AB00"/>
            </a:solidFill>
          </p:spPr>
          <p:txBody>
            <a:bodyPr wrap="square" lIns="0" tIns="0" rIns="0" bIns="0" rtlCol="0"/>
            <a:lstStyle/>
            <a:p/>
          </p:txBody>
        </p:sp>
        <p:sp>
          <p:nvSpPr>
            <p:cNvPr id="1958" name="object 1958"/>
            <p:cNvSpPr/>
            <p:nvPr/>
          </p:nvSpPr>
          <p:spPr>
            <a:xfrm>
              <a:off x="4519930" y="4794250"/>
              <a:ext cx="289560" cy="7620"/>
            </a:xfrm>
            <a:custGeom>
              <a:avLst/>
              <a:gdLst/>
              <a:ahLst/>
              <a:cxnLst/>
              <a:rect l="l" t="t" r="r" b="b"/>
              <a:pathLst>
                <a:path w="289560" h="7620">
                  <a:moveTo>
                    <a:pt x="289560" y="6350"/>
                  </a:moveTo>
                  <a:lnTo>
                    <a:pt x="288277" y="6350"/>
                  </a:lnTo>
                  <a:lnTo>
                    <a:pt x="288277" y="5080"/>
                  </a:lnTo>
                  <a:lnTo>
                    <a:pt x="287020" y="5080"/>
                  </a:lnTo>
                  <a:lnTo>
                    <a:pt x="287020" y="3810"/>
                  </a:lnTo>
                  <a:lnTo>
                    <a:pt x="285750" y="3810"/>
                  </a:lnTo>
                  <a:lnTo>
                    <a:pt x="285750" y="2540"/>
                  </a:lnTo>
                  <a:lnTo>
                    <a:pt x="283210" y="2540"/>
                  </a:lnTo>
                  <a:lnTo>
                    <a:pt x="283210" y="1270"/>
                  </a:lnTo>
                  <a:lnTo>
                    <a:pt x="280670" y="1270"/>
                  </a:lnTo>
                  <a:lnTo>
                    <a:pt x="280670" y="0"/>
                  </a:lnTo>
                  <a:lnTo>
                    <a:pt x="2540" y="0"/>
                  </a:lnTo>
                  <a:lnTo>
                    <a:pt x="2540" y="1270"/>
                  </a:lnTo>
                  <a:lnTo>
                    <a:pt x="2540" y="2540"/>
                  </a:lnTo>
                  <a:lnTo>
                    <a:pt x="1270" y="2540"/>
                  </a:lnTo>
                  <a:lnTo>
                    <a:pt x="1270" y="3810"/>
                  </a:lnTo>
                  <a:lnTo>
                    <a:pt x="1270" y="5080"/>
                  </a:lnTo>
                  <a:lnTo>
                    <a:pt x="0" y="5080"/>
                  </a:lnTo>
                  <a:lnTo>
                    <a:pt x="0" y="6350"/>
                  </a:lnTo>
                  <a:lnTo>
                    <a:pt x="0" y="7620"/>
                  </a:lnTo>
                  <a:lnTo>
                    <a:pt x="289560" y="7620"/>
                  </a:lnTo>
                  <a:lnTo>
                    <a:pt x="289560" y="6350"/>
                  </a:lnTo>
                  <a:close/>
                </a:path>
              </a:pathLst>
            </a:custGeom>
            <a:solidFill>
              <a:srgbClr val="E7AC00"/>
            </a:solidFill>
          </p:spPr>
          <p:txBody>
            <a:bodyPr wrap="square" lIns="0" tIns="0" rIns="0" bIns="0" rtlCol="0"/>
            <a:lstStyle/>
            <a:p/>
          </p:txBody>
        </p:sp>
        <p:sp>
          <p:nvSpPr>
            <p:cNvPr id="1959" name="object 1959"/>
            <p:cNvSpPr/>
            <p:nvPr/>
          </p:nvSpPr>
          <p:spPr>
            <a:xfrm>
              <a:off x="4514850" y="4801870"/>
              <a:ext cx="313690" cy="6350"/>
            </a:xfrm>
            <a:custGeom>
              <a:avLst/>
              <a:gdLst/>
              <a:ahLst/>
              <a:cxnLst/>
              <a:rect l="l" t="t" r="r" b="b"/>
              <a:pathLst>
                <a:path w="313689" h="6350">
                  <a:moveTo>
                    <a:pt x="313690" y="5080"/>
                  </a:moveTo>
                  <a:lnTo>
                    <a:pt x="311150" y="5080"/>
                  </a:lnTo>
                  <a:lnTo>
                    <a:pt x="311150" y="3810"/>
                  </a:lnTo>
                  <a:lnTo>
                    <a:pt x="307340" y="3810"/>
                  </a:lnTo>
                  <a:lnTo>
                    <a:pt x="307340" y="2540"/>
                  </a:lnTo>
                  <a:lnTo>
                    <a:pt x="304800" y="2540"/>
                  </a:lnTo>
                  <a:lnTo>
                    <a:pt x="304800" y="1270"/>
                  </a:lnTo>
                  <a:lnTo>
                    <a:pt x="298450" y="1270"/>
                  </a:lnTo>
                  <a:lnTo>
                    <a:pt x="298450" y="0"/>
                  </a:lnTo>
                  <a:lnTo>
                    <a:pt x="3810" y="0"/>
                  </a:lnTo>
                  <a:lnTo>
                    <a:pt x="3810" y="1270"/>
                  </a:lnTo>
                  <a:lnTo>
                    <a:pt x="2540" y="1270"/>
                  </a:lnTo>
                  <a:lnTo>
                    <a:pt x="2540" y="2540"/>
                  </a:lnTo>
                  <a:lnTo>
                    <a:pt x="2540" y="3810"/>
                  </a:lnTo>
                  <a:lnTo>
                    <a:pt x="1270" y="3810"/>
                  </a:lnTo>
                  <a:lnTo>
                    <a:pt x="1270" y="5080"/>
                  </a:lnTo>
                  <a:lnTo>
                    <a:pt x="0" y="5080"/>
                  </a:lnTo>
                  <a:lnTo>
                    <a:pt x="0" y="6350"/>
                  </a:lnTo>
                  <a:lnTo>
                    <a:pt x="313690" y="6350"/>
                  </a:lnTo>
                  <a:lnTo>
                    <a:pt x="313690" y="5080"/>
                  </a:lnTo>
                  <a:close/>
                </a:path>
              </a:pathLst>
            </a:custGeom>
            <a:solidFill>
              <a:srgbClr val="E9AE00"/>
            </a:solidFill>
          </p:spPr>
          <p:txBody>
            <a:bodyPr wrap="square" lIns="0" tIns="0" rIns="0" bIns="0" rtlCol="0"/>
            <a:lstStyle/>
            <a:p/>
          </p:txBody>
        </p:sp>
        <p:sp>
          <p:nvSpPr>
            <p:cNvPr id="1960" name="object 1960"/>
            <p:cNvSpPr/>
            <p:nvPr/>
          </p:nvSpPr>
          <p:spPr>
            <a:xfrm>
              <a:off x="4513579" y="4808220"/>
              <a:ext cx="325120" cy="1270"/>
            </a:xfrm>
            <a:custGeom>
              <a:avLst/>
              <a:gdLst/>
              <a:ahLst/>
              <a:cxnLst/>
              <a:rect l="l" t="t" r="r" b="b"/>
              <a:pathLst>
                <a:path w="325120" h="1270">
                  <a:moveTo>
                    <a:pt x="325120" y="0"/>
                  </a:moveTo>
                  <a:lnTo>
                    <a:pt x="0" y="0"/>
                  </a:lnTo>
                  <a:lnTo>
                    <a:pt x="0" y="1269"/>
                  </a:lnTo>
                  <a:lnTo>
                    <a:pt x="325120" y="1269"/>
                  </a:lnTo>
                  <a:lnTo>
                    <a:pt x="325120" y="0"/>
                  </a:lnTo>
                  <a:close/>
                </a:path>
              </a:pathLst>
            </a:custGeom>
            <a:solidFill>
              <a:srgbClr val="EBB000"/>
            </a:solidFill>
          </p:spPr>
          <p:txBody>
            <a:bodyPr wrap="square" lIns="0" tIns="0" rIns="0" bIns="0" rtlCol="0"/>
            <a:lstStyle/>
            <a:p/>
          </p:txBody>
        </p:sp>
        <p:sp>
          <p:nvSpPr>
            <p:cNvPr id="1961" name="object 1961"/>
            <p:cNvSpPr/>
            <p:nvPr/>
          </p:nvSpPr>
          <p:spPr>
            <a:xfrm>
              <a:off x="5309869" y="4568190"/>
              <a:ext cx="31750" cy="1270"/>
            </a:xfrm>
            <a:custGeom>
              <a:avLst/>
              <a:gdLst/>
              <a:ahLst/>
              <a:cxnLst/>
              <a:rect l="l" t="t" r="r" b="b"/>
              <a:pathLst>
                <a:path w="31750" h="1270">
                  <a:moveTo>
                    <a:pt x="31750" y="0"/>
                  </a:moveTo>
                  <a:lnTo>
                    <a:pt x="0" y="1269"/>
                  </a:lnTo>
                  <a:lnTo>
                    <a:pt x="31750" y="1269"/>
                  </a:lnTo>
                  <a:lnTo>
                    <a:pt x="31750" y="0"/>
                  </a:lnTo>
                  <a:close/>
                </a:path>
              </a:pathLst>
            </a:custGeom>
            <a:solidFill>
              <a:srgbClr val="9D7500"/>
            </a:solidFill>
          </p:spPr>
          <p:txBody>
            <a:bodyPr wrap="square" lIns="0" tIns="0" rIns="0" bIns="0" rtlCol="0"/>
            <a:lstStyle/>
            <a:p/>
          </p:txBody>
        </p:sp>
        <p:sp>
          <p:nvSpPr>
            <p:cNvPr id="1962" name="object 1962"/>
            <p:cNvSpPr/>
            <p:nvPr/>
          </p:nvSpPr>
          <p:spPr>
            <a:xfrm>
              <a:off x="5307330" y="4569460"/>
              <a:ext cx="34290" cy="7620"/>
            </a:xfrm>
            <a:custGeom>
              <a:avLst/>
              <a:gdLst/>
              <a:ahLst/>
              <a:cxnLst/>
              <a:rect l="l" t="t" r="r" b="b"/>
              <a:pathLst>
                <a:path w="34289" h="7620">
                  <a:moveTo>
                    <a:pt x="34290" y="0"/>
                  </a:moveTo>
                  <a:lnTo>
                    <a:pt x="2540" y="0"/>
                  </a:lnTo>
                  <a:lnTo>
                    <a:pt x="2540" y="2540"/>
                  </a:lnTo>
                  <a:lnTo>
                    <a:pt x="1270" y="2540"/>
                  </a:lnTo>
                  <a:lnTo>
                    <a:pt x="1270" y="5080"/>
                  </a:lnTo>
                  <a:lnTo>
                    <a:pt x="0" y="5080"/>
                  </a:lnTo>
                  <a:lnTo>
                    <a:pt x="0" y="7620"/>
                  </a:lnTo>
                  <a:lnTo>
                    <a:pt x="34290" y="7620"/>
                  </a:lnTo>
                  <a:lnTo>
                    <a:pt x="34290" y="5080"/>
                  </a:lnTo>
                  <a:lnTo>
                    <a:pt x="34290" y="2540"/>
                  </a:lnTo>
                  <a:lnTo>
                    <a:pt x="34290" y="0"/>
                  </a:lnTo>
                  <a:close/>
                </a:path>
              </a:pathLst>
            </a:custGeom>
            <a:solidFill>
              <a:srgbClr val="9F7700"/>
            </a:solidFill>
          </p:spPr>
          <p:txBody>
            <a:bodyPr wrap="square" lIns="0" tIns="0" rIns="0" bIns="0" rtlCol="0"/>
            <a:lstStyle/>
            <a:p/>
          </p:txBody>
        </p:sp>
        <p:sp>
          <p:nvSpPr>
            <p:cNvPr id="1963" name="object 1963"/>
            <p:cNvSpPr/>
            <p:nvPr/>
          </p:nvSpPr>
          <p:spPr>
            <a:xfrm>
              <a:off x="5304790" y="4577080"/>
              <a:ext cx="36830" cy="7620"/>
            </a:xfrm>
            <a:custGeom>
              <a:avLst/>
              <a:gdLst/>
              <a:ahLst/>
              <a:cxnLst/>
              <a:rect l="l" t="t" r="r" b="b"/>
              <a:pathLst>
                <a:path w="36829" h="7620">
                  <a:moveTo>
                    <a:pt x="36830" y="0"/>
                  </a:moveTo>
                  <a:lnTo>
                    <a:pt x="2540" y="0"/>
                  </a:lnTo>
                  <a:lnTo>
                    <a:pt x="2540" y="1270"/>
                  </a:lnTo>
                  <a:lnTo>
                    <a:pt x="1270" y="1270"/>
                  </a:lnTo>
                  <a:lnTo>
                    <a:pt x="1270" y="5080"/>
                  </a:lnTo>
                  <a:lnTo>
                    <a:pt x="0" y="5080"/>
                  </a:lnTo>
                  <a:lnTo>
                    <a:pt x="0" y="6350"/>
                  </a:lnTo>
                  <a:lnTo>
                    <a:pt x="0" y="7620"/>
                  </a:lnTo>
                  <a:lnTo>
                    <a:pt x="35560" y="7620"/>
                  </a:lnTo>
                  <a:lnTo>
                    <a:pt x="35560" y="6350"/>
                  </a:lnTo>
                  <a:lnTo>
                    <a:pt x="36830" y="6350"/>
                  </a:lnTo>
                  <a:lnTo>
                    <a:pt x="36830" y="5080"/>
                  </a:lnTo>
                  <a:lnTo>
                    <a:pt x="36830" y="1270"/>
                  </a:lnTo>
                  <a:lnTo>
                    <a:pt x="36830" y="0"/>
                  </a:lnTo>
                  <a:close/>
                </a:path>
              </a:pathLst>
            </a:custGeom>
            <a:solidFill>
              <a:srgbClr val="A27900"/>
            </a:solidFill>
          </p:spPr>
          <p:txBody>
            <a:bodyPr wrap="square" lIns="0" tIns="0" rIns="0" bIns="0" rtlCol="0"/>
            <a:lstStyle/>
            <a:p/>
          </p:txBody>
        </p:sp>
        <p:sp>
          <p:nvSpPr>
            <p:cNvPr id="1964" name="object 1964"/>
            <p:cNvSpPr/>
            <p:nvPr/>
          </p:nvSpPr>
          <p:spPr>
            <a:xfrm>
              <a:off x="5302250" y="4584700"/>
              <a:ext cx="38100" cy="6350"/>
            </a:xfrm>
            <a:custGeom>
              <a:avLst/>
              <a:gdLst/>
              <a:ahLst/>
              <a:cxnLst/>
              <a:rect l="l" t="t" r="r" b="b"/>
              <a:pathLst>
                <a:path w="38100" h="6350">
                  <a:moveTo>
                    <a:pt x="38100" y="0"/>
                  </a:moveTo>
                  <a:lnTo>
                    <a:pt x="1270" y="0"/>
                  </a:lnTo>
                  <a:lnTo>
                    <a:pt x="1270" y="3810"/>
                  </a:lnTo>
                  <a:lnTo>
                    <a:pt x="0" y="3810"/>
                  </a:lnTo>
                  <a:lnTo>
                    <a:pt x="0" y="6350"/>
                  </a:lnTo>
                  <a:lnTo>
                    <a:pt x="38100" y="6350"/>
                  </a:lnTo>
                  <a:lnTo>
                    <a:pt x="38100" y="3810"/>
                  </a:lnTo>
                  <a:lnTo>
                    <a:pt x="38100" y="0"/>
                  </a:lnTo>
                  <a:close/>
                </a:path>
              </a:pathLst>
            </a:custGeom>
            <a:solidFill>
              <a:srgbClr val="A47A00"/>
            </a:solidFill>
          </p:spPr>
          <p:txBody>
            <a:bodyPr wrap="square" lIns="0" tIns="0" rIns="0" bIns="0" rtlCol="0"/>
            <a:lstStyle/>
            <a:p/>
          </p:txBody>
        </p:sp>
        <p:sp>
          <p:nvSpPr>
            <p:cNvPr id="1965" name="object 1965"/>
            <p:cNvSpPr/>
            <p:nvPr/>
          </p:nvSpPr>
          <p:spPr>
            <a:xfrm>
              <a:off x="5298440" y="4591050"/>
              <a:ext cx="41910" cy="7620"/>
            </a:xfrm>
            <a:custGeom>
              <a:avLst/>
              <a:gdLst/>
              <a:ahLst/>
              <a:cxnLst/>
              <a:rect l="l" t="t" r="r" b="b"/>
              <a:pathLst>
                <a:path w="41910" h="7620">
                  <a:moveTo>
                    <a:pt x="41910" y="0"/>
                  </a:moveTo>
                  <a:lnTo>
                    <a:pt x="2540" y="0"/>
                  </a:lnTo>
                  <a:lnTo>
                    <a:pt x="2540" y="2540"/>
                  </a:lnTo>
                  <a:lnTo>
                    <a:pt x="2540" y="3810"/>
                  </a:lnTo>
                  <a:lnTo>
                    <a:pt x="1270" y="3810"/>
                  </a:lnTo>
                  <a:lnTo>
                    <a:pt x="1270" y="6350"/>
                  </a:lnTo>
                  <a:lnTo>
                    <a:pt x="0" y="6350"/>
                  </a:lnTo>
                  <a:lnTo>
                    <a:pt x="0" y="7620"/>
                  </a:lnTo>
                  <a:lnTo>
                    <a:pt x="40640" y="7620"/>
                  </a:lnTo>
                  <a:lnTo>
                    <a:pt x="40640" y="6350"/>
                  </a:lnTo>
                  <a:lnTo>
                    <a:pt x="40640" y="3810"/>
                  </a:lnTo>
                  <a:lnTo>
                    <a:pt x="40640" y="2540"/>
                  </a:lnTo>
                  <a:lnTo>
                    <a:pt x="41910" y="2540"/>
                  </a:lnTo>
                  <a:lnTo>
                    <a:pt x="41910" y="0"/>
                  </a:lnTo>
                  <a:close/>
                </a:path>
              </a:pathLst>
            </a:custGeom>
            <a:solidFill>
              <a:srgbClr val="A67C00"/>
            </a:solidFill>
          </p:spPr>
          <p:txBody>
            <a:bodyPr wrap="square" lIns="0" tIns="0" rIns="0" bIns="0" rtlCol="0"/>
            <a:lstStyle/>
            <a:p/>
          </p:txBody>
        </p:sp>
        <p:sp>
          <p:nvSpPr>
            <p:cNvPr id="1966" name="object 1966"/>
            <p:cNvSpPr/>
            <p:nvPr/>
          </p:nvSpPr>
          <p:spPr>
            <a:xfrm>
              <a:off x="5295900" y="4598670"/>
              <a:ext cx="43180" cy="7620"/>
            </a:xfrm>
            <a:custGeom>
              <a:avLst/>
              <a:gdLst/>
              <a:ahLst/>
              <a:cxnLst/>
              <a:rect l="l" t="t" r="r" b="b"/>
              <a:pathLst>
                <a:path w="43179" h="7620">
                  <a:moveTo>
                    <a:pt x="41910" y="6362"/>
                  </a:moveTo>
                  <a:lnTo>
                    <a:pt x="0" y="6362"/>
                  </a:lnTo>
                  <a:lnTo>
                    <a:pt x="0" y="7620"/>
                  </a:lnTo>
                  <a:lnTo>
                    <a:pt x="41910" y="7620"/>
                  </a:lnTo>
                  <a:lnTo>
                    <a:pt x="41910" y="6362"/>
                  </a:lnTo>
                  <a:close/>
                </a:path>
                <a:path w="43179" h="7620">
                  <a:moveTo>
                    <a:pt x="43180" y="0"/>
                  </a:moveTo>
                  <a:lnTo>
                    <a:pt x="2540" y="0"/>
                  </a:lnTo>
                  <a:lnTo>
                    <a:pt x="2540" y="2540"/>
                  </a:lnTo>
                  <a:lnTo>
                    <a:pt x="1270" y="2540"/>
                  </a:lnTo>
                  <a:lnTo>
                    <a:pt x="1270" y="3810"/>
                  </a:lnTo>
                  <a:lnTo>
                    <a:pt x="1270" y="6350"/>
                  </a:lnTo>
                  <a:lnTo>
                    <a:pt x="41910" y="6350"/>
                  </a:lnTo>
                  <a:lnTo>
                    <a:pt x="41910" y="3810"/>
                  </a:lnTo>
                  <a:lnTo>
                    <a:pt x="43180" y="3810"/>
                  </a:lnTo>
                  <a:lnTo>
                    <a:pt x="43180" y="2540"/>
                  </a:lnTo>
                  <a:lnTo>
                    <a:pt x="43180" y="0"/>
                  </a:lnTo>
                  <a:close/>
                </a:path>
              </a:pathLst>
            </a:custGeom>
            <a:solidFill>
              <a:srgbClr val="A97E00"/>
            </a:solidFill>
          </p:spPr>
          <p:txBody>
            <a:bodyPr wrap="square" lIns="0" tIns="0" rIns="0" bIns="0" rtlCol="0"/>
            <a:lstStyle/>
            <a:p/>
          </p:txBody>
        </p:sp>
        <p:sp>
          <p:nvSpPr>
            <p:cNvPr id="1967" name="object 1967"/>
            <p:cNvSpPr/>
            <p:nvPr/>
          </p:nvSpPr>
          <p:spPr>
            <a:xfrm>
              <a:off x="5293360" y="4606290"/>
              <a:ext cx="44450" cy="6350"/>
            </a:xfrm>
            <a:custGeom>
              <a:avLst/>
              <a:gdLst/>
              <a:ahLst/>
              <a:cxnLst/>
              <a:rect l="l" t="t" r="r" b="b"/>
              <a:pathLst>
                <a:path w="44450" h="6350">
                  <a:moveTo>
                    <a:pt x="44450" y="0"/>
                  </a:moveTo>
                  <a:lnTo>
                    <a:pt x="2540" y="0"/>
                  </a:lnTo>
                  <a:lnTo>
                    <a:pt x="2540" y="1270"/>
                  </a:lnTo>
                  <a:lnTo>
                    <a:pt x="1270" y="1270"/>
                  </a:lnTo>
                  <a:lnTo>
                    <a:pt x="1270" y="5080"/>
                  </a:lnTo>
                  <a:lnTo>
                    <a:pt x="0" y="5080"/>
                  </a:lnTo>
                  <a:lnTo>
                    <a:pt x="0" y="6350"/>
                  </a:lnTo>
                  <a:lnTo>
                    <a:pt x="44450" y="6350"/>
                  </a:lnTo>
                  <a:lnTo>
                    <a:pt x="44450" y="5080"/>
                  </a:lnTo>
                  <a:lnTo>
                    <a:pt x="44450" y="1270"/>
                  </a:lnTo>
                  <a:lnTo>
                    <a:pt x="44450" y="0"/>
                  </a:lnTo>
                  <a:close/>
                </a:path>
              </a:pathLst>
            </a:custGeom>
            <a:solidFill>
              <a:srgbClr val="AB8000"/>
            </a:solidFill>
          </p:spPr>
          <p:txBody>
            <a:bodyPr wrap="square" lIns="0" tIns="0" rIns="0" bIns="0" rtlCol="0"/>
            <a:lstStyle/>
            <a:p/>
          </p:txBody>
        </p:sp>
        <p:sp>
          <p:nvSpPr>
            <p:cNvPr id="1968" name="object 1968"/>
            <p:cNvSpPr/>
            <p:nvPr/>
          </p:nvSpPr>
          <p:spPr>
            <a:xfrm>
              <a:off x="5290820" y="4612640"/>
              <a:ext cx="45720" cy="7620"/>
            </a:xfrm>
            <a:custGeom>
              <a:avLst/>
              <a:gdLst/>
              <a:ahLst/>
              <a:cxnLst/>
              <a:rect l="l" t="t" r="r" b="b"/>
              <a:pathLst>
                <a:path w="45720" h="7620">
                  <a:moveTo>
                    <a:pt x="45720" y="5092"/>
                  </a:moveTo>
                  <a:lnTo>
                    <a:pt x="0" y="5092"/>
                  </a:lnTo>
                  <a:lnTo>
                    <a:pt x="0" y="7620"/>
                  </a:lnTo>
                  <a:lnTo>
                    <a:pt x="45720" y="7620"/>
                  </a:lnTo>
                  <a:lnTo>
                    <a:pt x="45720" y="5092"/>
                  </a:lnTo>
                  <a:close/>
                </a:path>
                <a:path w="45720" h="7620">
                  <a:moveTo>
                    <a:pt x="45720" y="1270"/>
                  </a:moveTo>
                  <a:lnTo>
                    <a:pt x="45707" y="0"/>
                  </a:lnTo>
                  <a:lnTo>
                    <a:pt x="2540" y="0"/>
                  </a:lnTo>
                  <a:lnTo>
                    <a:pt x="2540" y="1270"/>
                  </a:lnTo>
                  <a:lnTo>
                    <a:pt x="1270" y="1270"/>
                  </a:lnTo>
                  <a:lnTo>
                    <a:pt x="1270" y="5080"/>
                  </a:lnTo>
                  <a:lnTo>
                    <a:pt x="45720" y="5080"/>
                  </a:lnTo>
                  <a:lnTo>
                    <a:pt x="45720" y="1270"/>
                  </a:lnTo>
                  <a:close/>
                </a:path>
              </a:pathLst>
            </a:custGeom>
            <a:solidFill>
              <a:srgbClr val="AD8100"/>
            </a:solidFill>
          </p:spPr>
          <p:txBody>
            <a:bodyPr wrap="square" lIns="0" tIns="0" rIns="0" bIns="0" rtlCol="0"/>
            <a:lstStyle/>
            <a:p/>
          </p:txBody>
        </p:sp>
        <p:sp>
          <p:nvSpPr>
            <p:cNvPr id="1969" name="object 1969"/>
            <p:cNvSpPr/>
            <p:nvPr/>
          </p:nvSpPr>
          <p:spPr>
            <a:xfrm>
              <a:off x="5287010" y="4620260"/>
              <a:ext cx="49530" cy="7620"/>
            </a:xfrm>
            <a:custGeom>
              <a:avLst/>
              <a:gdLst/>
              <a:ahLst/>
              <a:cxnLst/>
              <a:rect l="l" t="t" r="r" b="b"/>
              <a:pathLst>
                <a:path w="49529" h="7620">
                  <a:moveTo>
                    <a:pt x="48260" y="5092"/>
                  </a:moveTo>
                  <a:lnTo>
                    <a:pt x="0" y="5092"/>
                  </a:lnTo>
                  <a:lnTo>
                    <a:pt x="0" y="7620"/>
                  </a:lnTo>
                  <a:lnTo>
                    <a:pt x="48260" y="7620"/>
                  </a:lnTo>
                  <a:lnTo>
                    <a:pt x="48260" y="5092"/>
                  </a:lnTo>
                  <a:close/>
                </a:path>
                <a:path w="49529" h="7620">
                  <a:moveTo>
                    <a:pt x="49530" y="0"/>
                  </a:moveTo>
                  <a:lnTo>
                    <a:pt x="2540" y="0"/>
                  </a:lnTo>
                  <a:lnTo>
                    <a:pt x="2540" y="2540"/>
                  </a:lnTo>
                  <a:lnTo>
                    <a:pt x="1270" y="2540"/>
                  </a:lnTo>
                  <a:lnTo>
                    <a:pt x="1270" y="5080"/>
                  </a:lnTo>
                  <a:lnTo>
                    <a:pt x="48247" y="5080"/>
                  </a:lnTo>
                  <a:lnTo>
                    <a:pt x="48247" y="2540"/>
                  </a:lnTo>
                  <a:lnTo>
                    <a:pt x="49530" y="2540"/>
                  </a:lnTo>
                  <a:lnTo>
                    <a:pt x="49530" y="0"/>
                  </a:lnTo>
                  <a:close/>
                </a:path>
              </a:pathLst>
            </a:custGeom>
            <a:solidFill>
              <a:srgbClr val="AF8300"/>
            </a:solidFill>
          </p:spPr>
          <p:txBody>
            <a:bodyPr wrap="square" lIns="0" tIns="0" rIns="0" bIns="0" rtlCol="0"/>
            <a:lstStyle/>
            <a:p/>
          </p:txBody>
        </p:sp>
        <p:sp>
          <p:nvSpPr>
            <p:cNvPr id="1970" name="object 1970"/>
            <p:cNvSpPr/>
            <p:nvPr/>
          </p:nvSpPr>
          <p:spPr>
            <a:xfrm>
              <a:off x="5284470" y="4627880"/>
              <a:ext cx="50800" cy="6350"/>
            </a:xfrm>
            <a:custGeom>
              <a:avLst/>
              <a:gdLst/>
              <a:ahLst/>
              <a:cxnLst/>
              <a:rect l="l" t="t" r="r" b="b"/>
              <a:pathLst>
                <a:path w="50800" h="6350">
                  <a:moveTo>
                    <a:pt x="49530" y="3822"/>
                  </a:moveTo>
                  <a:lnTo>
                    <a:pt x="0" y="3822"/>
                  </a:lnTo>
                  <a:lnTo>
                    <a:pt x="0" y="6350"/>
                  </a:lnTo>
                  <a:lnTo>
                    <a:pt x="49530" y="6350"/>
                  </a:lnTo>
                  <a:lnTo>
                    <a:pt x="49530" y="3822"/>
                  </a:lnTo>
                  <a:close/>
                </a:path>
                <a:path w="50800" h="6350">
                  <a:moveTo>
                    <a:pt x="50800" y="0"/>
                  </a:moveTo>
                  <a:lnTo>
                    <a:pt x="1270" y="0"/>
                  </a:lnTo>
                  <a:lnTo>
                    <a:pt x="1270" y="3810"/>
                  </a:lnTo>
                  <a:lnTo>
                    <a:pt x="50787" y="3810"/>
                  </a:lnTo>
                  <a:lnTo>
                    <a:pt x="50800" y="0"/>
                  </a:lnTo>
                  <a:close/>
                </a:path>
              </a:pathLst>
            </a:custGeom>
            <a:solidFill>
              <a:srgbClr val="B28500"/>
            </a:solidFill>
          </p:spPr>
          <p:txBody>
            <a:bodyPr wrap="square" lIns="0" tIns="0" rIns="0" bIns="0" rtlCol="0"/>
            <a:lstStyle/>
            <a:p/>
          </p:txBody>
        </p:sp>
        <p:sp>
          <p:nvSpPr>
            <p:cNvPr id="1971" name="object 1971"/>
            <p:cNvSpPr/>
            <p:nvPr/>
          </p:nvSpPr>
          <p:spPr>
            <a:xfrm>
              <a:off x="5280660" y="4634230"/>
              <a:ext cx="53340" cy="7620"/>
            </a:xfrm>
            <a:custGeom>
              <a:avLst/>
              <a:gdLst/>
              <a:ahLst/>
              <a:cxnLst/>
              <a:rect l="l" t="t" r="r" b="b"/>
              <a:pathLst>
                <a:path w="53339" h="7620">
                  <a:moveTo>
                    <a:pt x="53340" y="0"/>
                  </a:moveTo>
                  <a:lnTo>
                    <a:pt x="2540" y="0"/>
                  </a:lnTo>
                  <a:lnTo>
                    <a:pt x="2540" y="2540"/>
                  </a:lnTo>
                  <a:lnTo>
                    <a:pt x="1270" y="2540"/>
                  </a:lnTo>
                  <a:lnTo>
                    <a:pt x="1270" y="5080"/>
                  </a:lnTo>
                  <a:lnTo>
                    <a:pt x="0" y="5080"/>
                  </a:lnTo>
                  <a:lnTo>
                    <a:pt x="0" y="7620"/>
                  </a:lnTo>
                  <a:lnTo>
                    <a:pt x="53340" y="7620"/>
                  </a:lnTo>
                  <a:lnTo>
                    <a:pt x="53340" y="5080"/>
                  </a:lnTo>
                  <a:lnTo>
                    <a:pt x="53340" y="2540"/>
                  </a:lnTo>
                  <a:lnTo>
                    <a:pt x="53340" y="0"/>
                  </a:lnTo>
                  <a:close/>
                </a:path>
              </a:pathLst>
            </a:custGeom>
            <a:solidFill>
              <a:srgbClr val="B48600"/>
            </a:solidFill>
          </p:spPr>
          <p:txBody>
            <a:bodyPr wrap="square" lIns="0" tIns="0" rIns="0" bIns="0" rtlCol="0"/>
            <a:lstStyle/>
            <a:p/>
          </p:txBody>
        </p:sp>
        <p:sp>
          <p:nvSpPr>
            <p:cNvPr id="1972" name="object 1972"/>
            <p:cNvSpPr/>
            <p:nvPr/>
          </p:nvSpPr>
          <p:spPr>
            <a:xfrm>
              <a:off x="5276850" y="4641850"/>
              <a:ext cx="55880" cy="7620"/>
            </a:xfrm>
            <a:custGeom>
              <a:avLst/>
              <a:gdLst/>
              <a:ahLst/>
              <a:cxnLst/>
              <a:rect l="l" t="t" r="r" b="b"/>
              <a:pathLst>
                <a:path w="55879" h="7620">
                  <a:moveTo>
                    <a:pt x="55880" y="0"/>
                  </a:moveTo>
                  <a:lnTo>
                    <a:pt x="3810" y="0"/>
                  </a:lnTo>
                  <a:lnTo>
                    <a:pt x="3810" y="1270"/>
                  </a:lnTo>
                  <a:lnTo>
                    <a:pt x="2540" y="1270"/>
                  </a:lnTo>
                  <a:lnTo>
                    <a:pt x="2540" y="3810"/>
                  </a:lnTo>
                  <a:lnTo>
                    <a:pt x="1270" y="3810"/>
                  </a:lnTo>
                  <a:lnTo>
                    <a:pt x="1270" y="6350"/>
                  </a:lnTo>
                  <a:lnTo>
                    <a:pt x="0" y="6350"/>
                  </a:lnTo>
                  <a:lnTo>
                    <a:pt x="0" y="7620"/>
                  </a:lnTo>
                  <a:lnTo>
                    <a:pt x="55880" y="7620"/>
                  </a:lnTo>
                  <a:lnTo>
                    <a:pt x="55880" y="6350"/>
                  </a:lnTo>
                  <a:lnTo>
                    <a:pt x="55880" y="3810"/>
                  </a:lnTo>
                  <a:lnTo>
                    <a:pt x="55880" y="1270"/>
                  </a:lnTo>
                  <a:lnTo>
                    <a:pt x="55880" y="0"/>
                  </a:lnTo>
                  <a:close/>
                </a:path>
              </a:pathLst>
            </a:custGeom>
            <a:solidFill>
              <a:srgbClr val="B68800"/>
            </a:solidFill>
          </p:spPr>
          <p:txBody>
            <a:bodyPr wrap="square" lIns="0" tIns="0" rIns="0" bIns="0" rtlCol="0"/>
            <a:lstStyle/>
            <a:p/>
          </p:txBody>
        </p:sp>
        <p:sp>
          <p:nvSpPr>
            <p:cNvPr id="1973" name="object 1973"/>
            <p:cNvSpPr/>
            <p:nvPr/>
          </p:nvSpPr>
          <p:spPr>
            <a:xfrm>
              <a:off x="5273040" y="4649470"/>
              <a:ext cx="59690" cy="7620"/>
            </a:xfrm>
            <a:custGeom>
              <a:avLst/>
              <a:gdLst/>
              <a:ahLst/>
              <a:cxnLst/>
              <a:rect l="l" t="t" r="r" b="b"/>
              <a:pathLst>
                <a:path w="59689" h="7620">
                  <a:moveTo>
                    <a:pt x="59690" y="0"/>
                  </a:moveTo>
                  <a:lnTo>
                    <a:pt x="3810" y="0"/>
                  </a:lnTo>
                  <a:lnTo>
                    <a:pt x="3810" y="1270"/>
                  </a:lnTo>
                  <a:lnTo>
                    <a:pt x="2540" y="1270"/>
                  </a:lnTo>
                  <a:lnTo>
                    <a:pt x="2540" y="2540"/>
                  </a:lnTo>
                  <a:lnTo>
                    <a:pt x="2540" y="3810"/>
                  </a:lnTo>
                  <a:lnTo>
                    <a:pt x="1270" y="3810"/>
                  </a:lnTo>
                  <a:lnTo>
                    <a:pt x="1270" y="6350"/>
                  </a:lnTo>
                  <a:lnTo>
                    <a:pt x="0" y="6350"/>
                  </a:lnTo>
                  <a:lnTo>
                    <a:pt x="0" y="7620"/>
                  </a:lnTo>
                  <a:lnTo>
                    <a:pt x="58420" y="7620"/>
                  </a:lnTo>
                  <a:lnTo>
                    <a:pt x="58420" y="6350"/>
                  </a:lnTo>
                  <a:lnTo>
                    <a:pt x="58407" y="3810"/>
                  </a:lnTo>
                  <a:lnTo>
                    <a:pt x="58407" y="2540"/>
                  </a:lnTo>
                  <a:lnTo>
                    <a:pt x="59690" y="2540"/>
                  </a:lnTo>
                  <a:lnTo>
                    <a:pt x="59690" y="1270"/>
                  </a:lnTo>
                  <a:lnTo>
                    <a:pt x="59690" y="0"/>
                  </a:lnTo>
                  <a:close/>
                </a:path>
              </a:pathLst>
            </a:custGeom>
            <a:solidFill>
              <a:srgbClr val="B98A00"/>
            </a:solidFill>
          </p:spPr>
          <p:txBody>
            <a:bodyPr wrap="square" lIns="0" tIns="0" rIns="0" bIns="0" rtlCol="0"/>
            <a:lstStyle/>
            <a:p/>
          </p:txBody>
        </p:sp>
        <p:sp>
          <p:nvSpPr>
            <p:cNvPr id="1974" name="object 1974"/>
            <p:cNvSpPr/>
            <p:nvPr/>
          </p:nvSpPr>
          <p:spPr>
            <a:xfrm>
              <a:off x="5267960" y="4657090"/>
              <a:ext cx="63500" cy="6350"/>
            </a:xfrm>
            <a:custGeom>
              <a:avLst/>
              <a:gdLst/>
              <a:ahLst/>
              <a:cxnLst/>
              <a:rect l="l" t="t" r="r" b="b"/>
              <a:pathLst>
                <a:path w="63500" h="6350">
                  <a:moveTo>
                    <a:pt x="62230" y="5092"/>
                  </a:moveTo>
                  <a:lnTo>
                    <a:pt x="0" y="5092"/>
                  </a:lnTo>
                  <a:lnTo>
                    <a:pt x="0" y="6350"/>
                  </a:lnTo>
                  <a:lnTo>
                    <a:pt x="62230" y="6350"/>
                  </a:lnTo>
                  <a:lnTo>
                    <a:pt x="62230" y="5092"/>
                  </a:lnTo>
                  <a:close/>
                </a:path>
                <a:path w="63500" h="6350">
                  <a:moveTo>
                    <a:pt x="63500" y="0"/>
                  </a:moveTo>
                  <a:lnTo>
                    <a:pt x="3810" y="0"/>
                  </a:lnTo>
                  <a:lnTo>
                    <a:pt x="3810" y="1270"/>
                  </a:lnTo>
                  <a:lnTo>
                    <a:pt x="2540" y="1270"/>
                  </a:lnTo>
                  <a:lnTo>
                    <a:pt x="2540" y="2540"/>
                  </a:lnTo>
                  <a:lnTo>
                    <a:pt x="1270" y="2540"/>
                  </a:lnTo>
                  <a:lnTo>
                    <a:pt x="1270" y="3810"/>
                  </a:lnTo>
                  <a:lnTo>
                    <a:pt x="1270" y="5080"/>
                  </a:lnTo>
                  <a:lnTo>
                    <a:pt x="62230" y="5080"/>
                  </a:lnTo>
                  <a:lnTo>
                    <a:pt x="62230" y="3810"/>
                  </a:lnTo>
                  <a:lnTo>
                    <a:pt x="63487" y="3810"/>
                  </a:lnTo>
                  <a:lnTo>
                    <a:pt x="63487" y="2540"/>
                  </a:lnTo>
                  <a:lnTo>
                    <a:pt x="63500" y="1270"/>
                  </a:lnTo>
                  <a:lnTo>
                    <a:pt x="63500" y="0"/>
                  </a:lnTo>
                  <a:close/>
                </a:path>
              </a:pathLst>
            </a:custGeom>
            <a:solidFill>
              <a:srgbClr val="BB8C00"/>
            </a:solidFill>
          </p:spPr>
          <p:txBody>
            <a:bodyPr wrap="square" lIns="0" tIns="0" rIns="0" bIns="0" rtlCol="0"/>
            <a:lstStyle/>
            <a:p/>
          </p:txBody>
        </p:sp>
        <p:sp>
          <p:nvSpPr>
            <p:cNvPr id="1975" name="object 1975"/>
            <p:cNvSpPr/>
            <p:nvPr/>
          </p:nvSpPr>
          <p:spPr>
            <a:xfrm>
              <a:off x="5264150" y="4663440"/>
              <a:ext cx="66040" cy="7620"/>
            </a:xfrm>
            <a:custGeom>
              <a:avLst/>
              <a:gdLst/>
              <a:ahLst/>
              <a:cxnLst/>
              <a:rect l="l" t="t" r="r" b="b"/>
              <a:pathLst>
                <a:path w="66039" h="7620">
                  <a:moveTo>
                    <a:pt x="66040" y="6362"/>
                  </a:moveTo>
                  <a:lnTo>
                    <a:pt x="0" y="6362"/>
                  </a:lnTo>
                  <a:lnTo>
                    <a:pt x="0" y="7620"/>
                  </a:lnTo>
                  <a:lnTo>
                    <a:pt x="66040" y="7620"/>
                  </a:lnTo>
                  <a:lnTo>
                    <a:pt x="66040" y="6362"/>
                  </a:lnTo>
                  <a:close/>
                </a:path>
                <a:path w="66039" h="7620">
                  <a:moveTo>
                    <a:pt x="66040" y="0"/>
                  </a:moveTo>
                  <a:lnTo>
                    <a:pt x="3810" y="0"/>
                  </a:lnTo>
                  <a:lnTo>
                    <a:pt x="3810" y="1270"/>
                  </a:lnTo>
                  <a:lnTo>
                    <a:pt x="2540" y="1270"/>
                  </a:lnTo>
                  <a:lnTo>
                    <a:pt x="2540" y="3810"/>
                  </a:lnTo>
                  <a:lnTo>
                    <a:pt x="1270" y="3810"/>
                  </a:lnTo>
                  <a:lnTo>
                    <a:pt x="1270" y="6350"/>
                  </a:lnTo>
                  <a:lnTo>
                    <a:pt x="66040" y="6350"/>
                  </a:lnTo>
                  <a:lnTo>
                    <a:pt x="66040" y="3810"/>
                  </a:lnTo>
                  <a:lnTo>
                    <a:pt x="66040" y="1270"/>
                  </a:lnTo>
                  <a:lnTo>
                    <a:pt x="66040" y="0"/>
                  </a:lnTo>
                  <a:close/>
                </a:path>
              </a:pathLst>
            </a:custGeom>
            <a:solidFill>
              <a:srgbClr val="BD8D00"/>
            </a:solidFill>
          </p:spPr>
          <p:txBody>
            <a:bodyPr wrap="square" lIns="0" tIns="0" rIns="0" bIns="0" rtlCol="0"/>
            <a:lstStyle/>
            <a:p/>
          </p:txBody>
        </p:sp>
        <p:sp>
          <p:nvSpPr>
            <p:cNvPr id="1976" name="object 1976"/>
            <p:cNvSpPr/>
            <p:nvPr/>
          </p:nvSpPr>
          <p:spPr>
            <a:xfrm>
              <a:off x="5260340" y="4671060"/>
              <a:ext cx="68580" cy="7620"/>
            </a:xfrm>
            <a:custGeom>
              <a:avLst/>
              <a:gdLst/>
              <a:ahLst/>
              <a:cxnLst/>
              <a:rect l="l" t="t" r="r" b="b"/>
              <a:pathLst>
                <a:path w="68579" h="7620">
                  <a:moveTo>
                    <a:pt x="68580" y="0"/>
                  </a:moveTo>
                  <a:lnTo>
                    <a:pt x="3810" y="0"/>
                  </a:lnTo>
                  <a:lnTo>
                    <a:pt x="3810" y="1270"/>
                  </a:lnTo>
                  <a:lnTo>
                    <a:pt x="2540" y="1270"/>
                  </a:lnTo>
                  <a:lnTo>
                    <a:pt x="2540" y="3810"/>
                  </a:lnTo>
                  <a:lnTo>
                    <a:pt x="1270" y="3810"/>
                  </a:lnTo>
                  <a:lnTo>
                    <a:pt x="1270" y="6350"/>
                  </a:lnTo>
                  <a:lnTo>
                    <a:pt x="0" y="6350"/>
                  </a:lnTo>
                  <a:lnTo>
                    <a:pt x="0" y="7620"/>
                  </a:lnTo>
                  <a:lnTo>
                    <a:pt x="68580" y="7620"/>
                  </a:lnTo>
                  <a:lnTo>
                    <a:pt x="68580" y="6350"/>
                  </a:lnTo>
                  <a:lnTo>
                    <a:pt x="68580" y="3810"/>
                  </a:lnTo>
                  <a:lnTo>
                    <a:pt x="68567" y="1270"/>
                  </a:lnTo>
                  <a:lnTo>
                    <a:pt x="68580" y="0"/>
                  </a:lnTo>
                  <a:close/>
                </a:path>
              </a:pathLst>
            </a:custGeom>
            <a:solidFill>
              <a:srgbClr val="BF8F00"/>
            </a:solidFill>
          </p:spPr>
          <p:txBody>
            <a:bodyPr wrap="square" lIns="0" tIns="0" rIns="0" bIns="0" rtlCol="0"/>
            <a:lstStyle/>
            <a:p/>
          </p:txBody>
        </p:sp>
        <p:sp>
          <p:nvSpPr>
            <p:cNvPr id="1977" name="object 1977"/>
            <p:cNvSpPr/>
            <p:nvPr/>
          </p:nvSpPr>
          <p:spPr>
            <a:xfrm>
              <a:off x="5256530" y="4678680"/>
              <a:ext cx="72390" cy="6350"/>
            </a:xfrm>
            <a:custGeom>
              <a:avLst/>
              <a:gdLst/>
              <a:ahLst/>
              <a:cxnLst/>
              <a:rect l="l" t="t" r="r" b="b"/>
              <a:pathLst>
                <a:path w="72389" h="6350">
                  <a:moveTo>
                    <a:pt x="71120" y="3822"/>
                  </a:moveTo>
                  <a:lnTo>
                    <a:pt x="0" y="3822"/>
                  </a:lnTo>
                  <a:lnTo>
                    <a:pt x="0" y="6350"/>
                  </a:lnTo>
                  <a:lnTo>
                    <a:pt x="71120" y="6350"/>
                  </a:lnTo>
                  <a:lnTo>
                    <a:pt x="71120" y="3822"/>
                  </a:lnTo>
                  <a:close/>
                </a:path>
                <a:path w="72389" h="6350">
                  <a:moveTo>
                    <a:pt x="72390" y="0"/>
                  </a:moveTo>
                  <a:lnTo>
                    <a:pt x="2540" y="0"/>
                  </a:lnTo>
                  <a:lnTo>
                    <a:pt x="2540" y="2540"/>
                  </a:lnTo>
                  <a:lnTo>
                    <a:pt x="1270" y="2540"/>
                  </a:lnTo>
                  <a:lnTo>
                    <a:pt x="1270" y="3810"/>
                  </a:lnTo>
                  <a:lnTo>
                    <a:pt x="71120" y="3810"/>
                  </a:lnTo>
                  <a:lnTo>
                    <a:pt x="71120" y="2540"/>
                  </a:lnTo>
                  <a:lnTo>
                    <a:pt x="72390" y="2540"/>
                  </a:lnTo>
                  <a:lnTo>
                    <a:pt x="72390" y="0"/>
                  </a:lnTo>
                  <a:close/>
                </a:path>
              </a:pathLst>
            </a:custGeom>
            <a:solidFill>
              <a:srgbClr val="C29100"/>
            </a:solidFill>
          </p:spPr>
          <p:txBody>
            <a:bodyPr wrap="square" lIns="0" tIns="0" rIns="0" bIns="0" rtlCol="0"/>
            <a:lstStyle/>
            <a:p/>
          </p:txBody>
        </p:sp>
        <p:sp>
          <p:nvSpPr>
            <p:cNvPr id="1978" name="object 1978"/>
            <p:cNvSpPr/>
            <p:nvPr/>
          </p:nvSpPr>
          <p:spPr>
            <a:xfrm>
              <a:off x="5251450" y="4685030"/>
              <a:ext cx="76200" cy="7620"/>
            </a:xfrm>
            <a:custGeom>
              <a:avLst/>
              <a:gdLst/>
              <a:ahLst/>
              <a:cxnLst/>
              <a:rect l="l" t="t" r="r" b="b"/>
              <a:pathLst>
                <a:path w="76200" h="7620">
                  <a:moveTo>
                    <a:pt x="76200" y="0"/>
                  </a:moveTo>
                  <a:lnTo>
                    <a:pt x="3810" y="0"/>
                  </a:lnTo>
                  <a:lnTo>
                    <a:pt x="3810" y="2540"/>
                  </a:lnTo>
                  <a:lnTo>
                    <a:pt x="2540" y="2540"/>
                  </a:lnTo>
                  <a:lnTo>
                    <a:pt x="2540" y="3810"/>
                  </a:lnTo>
                  <a:lnTo>
                    <a:pt x="1270" y="3810"/>
                  </a:lnTo>
                  <a:lnTo>
                    <a:pt x="1270" y="5080"/>
                  </a:lnTo>
                  <a:lnTo>
                    <a:pt x="1270" y="6350"/>
                  </a:lnTo>
                  <a:lnTo>
                    <a:pt x="0" y="6350"/>
                  </a:lnTo>
                  <a:lnTo>
                    <a:pt x="0" y="7620"/>
                  </a:lnTo>
                  <a:lnTo>
                    <a:pt x="74930" y="7620"/>
                  </a:lnTo>
                  <a:lnTo>
                    <a:pt x="74930" y="6350"/>
                  </a:lnTo>
                  <a:lnTo>
                    <a:pt x="74930" y="5080"/>
                  </a:lnTo>
                  <a:lnTo>
                    <a:pt x="76200" y="5080"/>
                  </a:lnTo>
                  <a:lnTo>
                    <a:pt x="76200" y="3810"/>
                  </a:lnTo>
                  <a:lnTo>
                    <a:pt x="76200" y="2540"/>
                  </a:lnTo>
                  <a:lnTo>
                    <a:pt x="76200" y="0"/>
                  </a:lnTo>
                  <a:close/>
                </a:path>
              </a:pathLst>
            </a:custGeom>
            <a:solidFill>
              <a:srgbClr val="C49200"/>
            </a:solidFill>
          </p:spPr>
          <p:txBody>
            <a:bodyPr wrap="square" lIns="0" tIns="0" rIns="0" bIns="0" rtlCol="0"/>
            <a:lstStyle/>
            <a:p/>
          </p:txBody>
        </p:sp>
        <p:sp>
          <p:nvSpPr>
            <p:cNvPr id="1979" name="object 1979"/>
            <p:cNvSpPr/>
            <p:nvPr/>
          </p:nvSpPr>
          <p:spPr>
            <a:xfrm>
              <a:off x="5246370" y="4692650"/>
              <a:ext cx="80010" cy="7620"/>
            </a:xfrm>
            <a:custGeom>
              <a:avLst/>
              <a:gdLst/>
              <a:ahLst/>
              <a:cxnLst/>
              <a:rect l="l" t="t" r="r" b="b"/>
              <a:pathLst>
                <a:path w="80010" h="7620">
                  <a:moveTo>
                    <a:pt x="80010" y="0"/>
                  </a:moveTo>
                  <a:lnTo>
                    <a:pt x="3810" y="0"/>
                  </a:lnTo>
                  <a:lnTo>
                    <a:pt x="3810" y="2540"/>
                  </a:lnTo>
                  <a:lnTo>
                    <a:pt x="2540" y="2540"/>
                  </a:lnTo>
                  <a:lnTo>
                    <a:pt x="2540" y="5080"/>
                  </a:lnTo>
                  <a:lnTo>
                    <a:pt x="1270" y="5080"/>
                  </a:lnTo>
                  <a:lnTo>
                    <a:pt x="1270" y="6350"/>
                  </a:lnTo>
                  <a:lnTo>
                    <a:pt x="0" y="6350"/>
                  </a:lnTo>
                  <a:lnTo>
                    <a:pt x="0" y="7620"/>
                  </a:lnTo>
                  <a:lnTo>
                    <a:pt x="80010" y="7620"/>
                  </a:lnTo>
                  <a:lnTo>
                    <a:pt x="80010" y="6350"/>
                  </a:lnTo>
                  <a:lnTo>
                    <a:pt x="80010" y="5080"/>
                  </a:lnTo>
                  <a:lnTo>
                    <a:pt x="80010" y="2540"/>
                  </a:lnTo>
                  <a:lnTo>
                    <a:pt x="80010" y="0"/>
                  </a:lnTo>
                  <a:close/>
                </a:path>
              </a:pathLst>
            </a:custGeom>
            <a:solidFill>
              <a:srgbClr val="C69400"/>
            </a:solidFill>
          </p:spPr>
          <p:txBody>
            <a:bodyPr wrap="square" lIns="0" tIns="0" rIns="0" bIns="0" rtlCol="0"/>
            <a:lstStyle/>
            <a:p/>
          </p:txBody>
        </p:sp>
        <p:sp>
          <p:nvSpPr>
            <p:cNvPr id="1980" name="object 1980"/>
            <p:cNvSpPr/>
            <p:nvPr/>
          </p:nvSpPr>
          <p:spPr>
            <a:xfrm>
              <a:off x="5242560" y="4700270"/>
              <a:ext cx="82550" cy="6350"/>
            </a:xfrm>
            <a:custGeom>
              <a:avLst/>
              <a:gdLst/>
              <a:ahLst/>
              <a:cxnLst/>
              <a:rect l="l" t="t" r="r" b="b"/>
              <a:pathLst>
                <a:path w="82550" h="6350">
                  <a:moveTo>
                    <a:pt x="82550" y="0"/>
                  </a:moveTo>
                  <a:lnTo>
                    <a:pt x="3810" y="0"/>
                  </a:lnTo>
                  <a:lnTo>
                    <a:pt x="3810" y="1270"/>
                  </a:lnTo>
                  <a:lnTo>
                    <a:pt x="2540" y="1270"/>
                  </a:lnTo>
                  <a:lnTo>
                    <a:pt x="2540" y="2540"/>
                  </a:lnTo>
                  <a:lnTo>
                    <a:pt x="1270" y="2540"/>
                  </a:lnTo>
                  <a:lnTo>
                    <a:pt x="1270" y="3810"/>
                  </a:lnTo>
                  <a:lnTo>
                    <a:pt x="0" y="3810"/>
                  </a:lnTo>
                  <a:lnTo>
                    <a:pt x="0" y="6350"/>
                  </a:lnTo>
                  <a:lnTo>
                    <a:pt x="82550" y="6350"/>
                  </a:lnTo>
                  <a:lnTo>
                    <a:pt x="82550" y="3810"/>
                  </a:lnTo>
                  <a:lnTo>
                    <a:pt x="82550" y="2540"/>
                  </a:lnTo>
                  <a:lnTo>
                    <a:pt x="82550" y="1270"/>
                  </a:lnTo>
                  <a:lnTo>
                    <a:pt x="82550" y="0"/>
                  </a:lnTo>
                  <a:close/>
                </a:path>
              </a:pathLst>
            </a:custGeom>
            <a:solidFill>
              <a:srgbClr val="C99600"/>
            </a:solidFill>
          </p:spPr>
          <p:txBody>
            <a:bodyPr wrap="square" lIns="0" tIns="0" rIns="0" bIns="0" rtlCol="0"/>
            <a:lstStyle/>
            <a:p/>
          </p:txBody>
        </p:sp>
        <p:sp>
          <p:nvSpPr>
            <p:cNvPr id="1981" name="object 1981"/>
            <p:cNvSpPr/>
            <p:nvPr/>
          </p:nvSpPr>
          <p:spPr>
            <a:xfrm>
              <a:off x="5236210" y="4706620"/>
              <a:ext cx="88900" cy="7620"/>
            </a:xfrm>
            <a:custGeom>
              <a:avLst/>
              <a:gdLst/>
              <a:ahLst/>
              <a:cxnLst/>
              <a:rect l="l" t="t" r="r" b="b"/>
              <a:pathLst>
                <a:path w="88900" h="7620">
                  <a:moveTo>
                    <a:pt x="88900" y="1282"/>
                  </a:moveTo>
                  <a:lnTo>
                    <a:pt x="3810" y="1282"/>
                  </a:lnTo>
                  <a:lnTo>
                    <a:pt x="3810" y="2540"/>
                  </a:lnTo>
                  <a:lnTo>
                    <a:pt x="2540" y="2540"/>
                  </a:lnTo>
                  <a:lnTo>
                    <a:pt x="2540" y="3810"/>
                  </a:lnTo>
                  <a:lnTo>
                    <a:pt x="1270" y="3810"/>
                  </a:lnTo>
                  <a:lnTo>
                    <a:pt x="1270" y="6350"/>
                  </a:lnTo>
                  <a:lnTo>
                    <a:pt x="0" y="6350"/>
                  </a:lnTo>
                  <a:lnTo>
                    <a:pt x="0" y="7620"/>
                  </a:lnTo>
                  <a:lnTo>
                    <a:pt x="87630" y="7620"/>
                  </a:lnTo>
                  <a:lnTo>
                    <a:pt x="87630" y="6350"/>
                  </a:lnTo>
                  <a:lnTo>
                    <a:pt x="87630" y="3810"/>
                  </a:lnTo>
                  <a:lnTo>
                    <a:pt x="87630" y="2540"/>
                  </a:lnTo>
                  <a:lnTo>
                    <a:pt x="88900" y="2540"/>
                  </a:lnTo>
                  <a:lnTo>
                    <a:pt x="88900" y="1282"/>
                  </a:lnTo>
                  <a:close/>
                </a:path>
                <a:path w="88900" h="7620">
                  <a:moveTo>
                    <a:pt x="88900" y="0"/>
                  </a:moveTo>
                  <a:lnTo>
                    <a:pt x="5080" y="0"/>
                  </a:lnTo>
                  <a:lnTo>
                    <a:pt x="5080" y="1270"/>
                  </a:lnTo>
                  <a:lnTo>
                    <a:pt x="88900" y="1270"/>
                  </a:lnTo>
                  <a:lnTo>
                    <a:pt x="88900" y="0"/>
                  </a:lnTo>
                  <a:close/>
                </a:path>
              </a:pathLst>
            </a:custGeom>
            <a:solidFill>
              <a:srgbClr val="CC9800"/>
            </a:solidFill>
          </p:spPr>
          <p:txBody>
            <a:bodyPr wrap="square" lIns="0" tIns="0" rIns="0" bIns="0" rtlCol="0"/>
            <a:lstStyle/>
            <a:p/>
          </p:txBody>
        </p:sp>
        <p:sp>
          <p:nvSpPr>
            <p:cNvPr id="1982" name="object 1982"/>
            <p:cNvSpPr/>
            <p:nvPr/>
          </p:nvSpPr>
          <p:spPr>
            <a:xfrm>
              <a:off x="5229860" y="4714240"/>
              <a:ext cx="93980" cy="7620"/>
            </a:xfrm>
            <a:custGeom>
              <a:avLst/>
              <a:gdLst/>
              <a:ahLst/>
              <a:cxnLst/>
              <a:rect l="l" t="t" r="r" b="b"/>
              <a:pathLst>
                <a:path w="93979" h="7620">
                  <a:moveTo>
                    <a:pt x="92710" y="5092"/>
                  </a:moveTo>
                  <a:lnTo>
                    <a:pt x="0" y="5092"/>
                  </a:lnTo>
                  <a:lnTo>
                    <a:pt x="0" y="7620"/>
                  </a:lnTo>
                  <a:lnTo>
                    <a:pt x="92710" y="7620"/>
                  </a:lnTo>
                  <a:lnTo>
                    <a:pt x="92710" y="5092"/>
                  </a:lnTo>
                  <a:close/>
                </a:path>
                <a:path w="93979" h="7620">
                  <a:moveTo>
                    <a:pt x="93980" y="0"/>
                  </a:moveTo>
                  <a:lnTo>
                    <a:pt x="5080" y="0"/>
                  </a:lnTo>
                  <a:lnTo>
                    <a:pt x="5080" y="1270"/>
                  </a:lnTo>
                  <a:lnTo>
                    <a:pt x="3810" y="1270"/>
                  </a:lnTo>
                  <a:lnTo>
                    <a:pt x="3810" y="2540"/>
                  </a:lnTo>
                  <a:lnTo>
                    <a:pt x="2540" y="2540"/>
                  </a:lnTo>
                  <a:lnTo>
                    <a:pt x="2540" y="3810"/>
                  </a:lnTo>
                  <a:lnTo>
                    <a:pt x="1270" y="3810"/>
                  </a:lnTo>
                  <a:lnTo>
                    <a:pt x="1270" y="5080"/>
                  </a:lnTo>
                  <a:lnTo>
                    <a:pt x="93980" y="5080"/>
                  </a:lnTo>
                  <a:lnTo>
                    <a:pt x="93980" y="3810"/>
                  </a:lnTo>
                  <a:lnTo>
                    <a:pt x="93980" y="2540"/>
                  </a:lnTo>
                  <a:lnTo>
                    <a:pt x="93980" y="1270"/>
                  </a:lnTo>
                  <a:lnTo>
                    <a:pt x="93980" y="0"/>
                  </a:lnTo>
                  <a:close/>
                </a:path>
              </a:pathLst>
            </a:custGeom>
            <a:solidFill>
              <a:srgbClr val="CD9900"/>
            </a:solidFill>
          </p:spPr>
          <p:txBody>
            <a:bodyPr wrap="square" lIns="0" tIns="0" rIns="0" bIns="0" rtlCol="0"/>
            <a:lstStyle/>
            <a:p/>
          </p:txBody>
        </p:sp>
        <p:sp>
          <p:nvSpPr>
            <p:cNvPr id="1983" name="object 1983"/>
            <p:cNvSpPr/>
            <p:nvPr/>
          </p:nvSpPr>
          <p:spPr>
            <a:xfrm>
              <a:off x="5222240" y="4721860"/>
              <a:ext cx="100330" cy="7620"/>
            </a:xfrm>
            <a:custGeom>
              <a:avLst/>
              <a:gdLst/>
              <a:ahLst/>
              <a:cxnLst/>
              <a:rect l="l" t="t" r="r" b="b"/>
              <a:pathLst>
                <a:path w="100329" h="7620">
                  <a:moveTo>
                    <a:pt x="10033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0317" y="7620"/>
                  </a:lnTo>
                  <a:lnTo>
                    <a:pt x="100317" y="6350"/>
                  </a:lnTo>
                  <a:lnTo>
                    <a:pt x="100330" y="5080"/>
                  </a:lnTo>
                  <a:lnTo>
                    <a:pt x="100317" y="3810"/>
                  </a:lnTo>
                  <a:lnTo>
                    <a:pt x="100317" y="2540"/>
                  </a:lnTo>
                  <a:lnTo>
                    <a:pt x="100330" y="1270"/>
                  </a:lnTo>
                  <a:lnTo>
                    <a:pt x="100330" y="0"/>
                  </a:lnTo>
                  <a:close/>
                </a:path>
              </a:pathLst>
            </a:custGeom>
            <a:solidFill>
              <a:srgbClr val="D09B00"/>
            </a:solidFill>
          </p:spPr>
          <p:txBody>
            <a:bodyPr wrap="square" lIns="0" tIns="0" rIns="0" bIns="0" rtlCol="0"/>
            <a:lstStyle/>
            <a:p/>
          </p:txBody>
        </p:sp>
        <p:sp>
          <p:nvSpPr>
            <p:cNvPr id="1984" name="object 1984"/>
            <p:cNvSpPr/>
            <p:nvPr/>
          </p:nvSpPr>
          <p:spPr>
            <a:xfrm>
              <a:off x="5217160" y="4729480"/>
              <a:ext cx="104139" cy="6350"/>
            </a:xfrm>
            <a:custGeom>
              <a:avLst/>
              <a:gdLst/>
              <a:ahLst/>
              <a:cxnLst/>
              <a:rect l="l" t="t" r="r" b="b"/>
              <a:pathLst>
                <a:path w="104139" h="6350">
                  <a:moveTo>
                    <a:pt x="104140" y="0"/>
                  </a:moveTo>
                  <a:lnTo>
                    <a:pt x="3810" y="0"/>
                  </a:lnTo>
                  <a:lnTo>
                    <a:pt x="3810" y="1270"/>
                  </a:lnTo>
                  <a:lnTo>
                    <a:pt x="2540" y="1270"/>
                  </a:lnTo>
                  <a:lnTo>
                    <a:pt x="2540" y="3810"/>
                  </a:lnTo>
                  <a:lnTo>
                    <a:pt x="1270" y="3810"/>
                  </a:lnTo>
                  <a:lnTo>
                    <a:pt x="1270" y="5080"/>
                  </a:lnTo>
                  <a:lnTo>
                    <a:pt x="0" y="5080"/>
                  </a:lnTo>
                  <a:lnTo>
                    <a:pt x="0" y="6350"/>
                  </a:lnTo>
                  <a:lnTo>
                    <a:pt x="104140" y="6350"/>
                  </a:lnTo>
                  <a:lnTo>
                    <a:pt x="104140" y="5080"/>
                  </a:lnTo>
                  <a:lnTo>
                    <a:pt x="104140" y="3810"/>
                  </a:lnTo>
                  <a:lnTo>
                    <a:pt x="104140" y="1270"/>
                  </a:lnTo>
                  <a:lnTo>
                    <a:pt x="104140" y="0"/>
                  </a:lnTo>
                  <a:close/>
                </a:path>
              </a:pathLst>
            </a:custGeom>
            <a:solidFill>
              <a:srgbClr val="D29D00"/>
            </a:solidFill>
          </p:spPr>
          <p:txBody>
            <a:bodyPr wrap="square" lIns="0" tIns="0" rIns="0" bIns="0" rtlCol="0"/>
            <a:lstStyle/>
            <a:p/>
          </p:txBody>
        </p:sp>
        <p:sp>
          <p:nvSpPr>
            <p:cNvPr id="1985" name="object 1985"/>
            <p:cNvSpPr/>
            <p:nvPr/>
          </p:nvSpPr>
          <p:spPr>
            <a:xfrm>
              <a:off x="5208270" y="4735830"/>
              <a:ext cx="113030" cy="7620"/>
            </a:xfrm>
            <a:custGeom>
              <a:avLst/>
              <a:gdLst/>
              <a:ahLst/>
              <a:cxnLst/>
              <a:rect l="l" t="t" r="r" b="b"/>
              <a:pathLst>
                <a:path w="113029" h="7620">
                  <a:moveTo>
                    <a:pt x="113030" y="0"/>
                  </a:moveTo>
                  <a:lnTo>
                    <a:pt x="7620" y="0"/>
                  </a:lnTo>
                  <a:lnTo>
                    <a:pt x="7620" y="1270"/>
                  </a:lnTo>
                  <a:lnTo>
                    <a:pt x="6350" y="1270"/>
                  </a:lnTo>
                  <a:lnTo>
                    <a:pt x="6350" y="2540"/>
                  </a:lnTo>
                  <a:lnTo>
                    <a:pt x="5080" y="2540"/>
                  </a:lnTo>
                  <a:lnTo>
                    <a:pt x="5080" y="3810"/>
                  </a:lnTo>
                  <a:lnTo>
                    <a:pt x="3810" y="3810"/>
                  </a:lnTo>
                  <a:lnTo>
                    <a:pt x="3810" y="5080"/>
                  </a:lnTo>
                  <a:lnTo>
                    <a:pt x="2540" y="5080"/>
                  </a:lnTo>
                  <a:lnTo>
                    <a:pt x="2540" y="6350"/>
                  </a:lnTo>
                  <a:lnTo>
                    <a:pt x="0" y="6350"/>
                  </a:lnTo>
                  <a:lnTo>
                    <a:pt x="0" y="7620"/>
                  </a:lnTo>
                  <a:lnTo>
                    <a:pt x="111760" y="7620"/>
                  </a:lnTo>
                  <a:lnTo>
                    <a:pt x="111760" y="6350"/>
                  </a:lnTo>
                  <a:lnTo>
                    <a:pt x="111760" y="5080"/>
                  </a:lnTo>
                  <a:lnTo>
                    <a:pt x="111760" y="3810"/>
                  </a:lnTo>
                  <a:lnTo>
                    <a:pt x="111760" y="2540"/>
                  </a:lnTo>
                  <a:lnTo>
                    <a:pt x="113030" y="2540"/>
                  </a:lnTo>
                  <a:lnTo>
                    <a:pt x="113030" y="1270"/>
                  </a:lnTo>
                  <a:lnTo>
                    <a:pt x="113030" y="0"/>
                  </a:lnTo>
                  <a:close/>
                </a:path>
              </a:pathLst>
            </a:custGeom>
            <a:solidFill>
              <a:srgbClr val="D49F00"/>
            </a:solidFill>
          </p:spPr>
          <p:txBody>
            <a:bodyPr wrap="square" lIns="0" tIns="0" rIns="0" bIns="0" rtlCol="0"/>
            <a:lstStyle/>
            <a:p/>
          </p:txBody>
        </p:sp>
        <p:sp>
          <p:nvSpPr>
            <p:cNvPr id="1986" name="object 1986"/>
            <p:cNvSpPr/>
            <p:nvPr/>
          </p:nvSpPr>
          <p:spPr>
            <a:xfrm>
              <a:off x="5199380" y="4743450"/>
              <a:ext cx="120650" cy="7620"/>
            </a:xfrm>
            <a:custGeom>
              <a:avLst/>
              <a:gdLst/>
              <a:ahLst/>
              <a:cxnLst/>
              <a:rect l="l" t="t" r="r" b="b"/>
              <a:pathLst>
                <a:path w="120650" h="7620">
                  <a:moveTo>
                    <a:pt x="120650" y="0"/>
                  </a:moveTo>
                  <a:lnTo>
                    <a:pt x="7620" y="0"/>
                  </a:lnTo>
                  <a:lnTo>
                    <a:pt x="7620" y="1270"/>
                  </a:lnTo>
                  <a:lnTo>
                    <a:pt x="6350" y="1270"/>
                  </a:lnTo>
                  <a:lnTo>
                    <a:pt x="6350" y="2540"/>
                  </a:lnTo>
                  <a:lnTo>
                    <a:pt x="5080" y="2540"/>
                  </a:lnTo>
                  <a:lnTo>
                    <a:pt x="5080" y="3810"/>
                  </a:lnTo>
                  <a:lnTo>
                    <a:pt x="3810" y="3810"/>
                  </a:lnTo>
                  <a:lnTo>
                    <a:pt x="3810" y="5080"/>
                  </a:lnTo>
                  <a:lnTo>
                    <a:pt x="2540" y="5080"/>
                  </a:lnTo>
                  <a:lnTo>
                    <a:pt x="2540" y="6350"/>
                  </a:lnTo>
                  <a:lnTo>
                    <a:pt x="0" y="6350"/>
                  </a:lnTo>
                  <a:lnTo>
                    <a:pt x="0" y="7620"/>
                  </a:lnTo>
                  <a:lnTo>
                    <a:pt x="119380" y="7620"/>
                  </a:lnTo>
                  <a:lnTo>
                    <a:pt x="119380" y="6350"/>
                  </a:lnTo>
                  <a:lnTo>
                    <a:pt x="119380" y="5080"/>
                  </a:lnTo>
                  <a:lnTo>
                    <a:pt x="120650" y="5080"/>
                  </a:lnTo>
                  <a:lnTo>
                    <a:pt x="120650" y="3810"/>
                  </a:lnTo>
                  <a:lnTo>
                    <a:pt x="120650" y="2540"/>
                  </a:lnTo>
                  <a:lnTo>
                    <a:pt x="120650" y="1270"/>
                  </a:lnTo>
                  <a:lnTo>
                    <a:pt x="120650" y="0"/>
                  </a:lnTo>
                  <a:close/>
                </a:path>
              </a:pathLst>
            </a:custGeom>
            <a:solidFill>
              <a:srgbClr val="D6A000"/>
            </a:solidFill>
          </p:spPr>
          <p:txBody>
            <a:bodyPr wrap="square" lIns="0" tIns="0" rIns="0" bIns="0" rtlCol="0"/>
            <a:lstStyle/>
            <a:p/>
          </p:txBody>
        </p:sp>
        <p:sp>
          <p:nvSpPr>
            <p:cNvPr id="1987" name="object 1987"/>
            <p:cNvSpPr/>
            <p:nvPr/>
          </p:nvSpPr>
          <p:spPr>
            <a:xfrm>
              <a:off x="5191760" y="4751070"/>
              <a:ext cx="127000" cy="6350"/>
            </a:xfrm>
            <a:custGeom>
              <a:avLst/>
              <a:gdLst/>
              <a:ahLst/>
              <a:cxnLst/>
              <a:rect l="l" t="t" r="r" b="b"/>
              <a:pathLst>
                <a:path w="127000" h="6350">
                  <a:moveTo>
                    <a:pt x="127000" y="0"/>
                  </a:moveTo>
                  <a:lnTo>
                    <a:pt x="6350" y="0"/>
                  </a:lnTo>
                  <a:lnTo>
                    <a:pt x="6350" y="1270"/>
                  </a:lnTo>
                  <a:lnTo>
                    <a:pt x="5080" y="1270"/>
                  </a:lnTo>
                  <a:lnTo>
                    <a:pt x="5080" y="2540"/>
                  </a:lnTo>
                  <a:lnTo>
                    <a:pt x="2540" y="2540"/>
                  </a:lnTo>
                  <a:lnTo>
                    <a:pt x="2540" y="3810"/>
                  </a:lnTo>
                  <a:lnTo>
                    <a:pt x="1270" y="3810"/>
                  </a:lnTo>
                  <a:lnTo>
                    <a:pt x="1270" y="5080"/>
                  </a:lnTo>
                  <a:lnTo>
                    <a:pt x="0" y="5080"/>
                  </a:lnTo>
                  <a:lnTo>
                    <a:pt x="0" y="6350"/>
                  </a:lnTo>
                  <a:lnTo>
                    <a:pt x="127000" y="6350"/>
                  </a:lnTo>
                  <a:lnTo>
                    <a:pt x="127000" y="5080"/>
                  </a:lnTo>
                  <a:lnTo>
                    <a:pt x="127000" y="3810"/>
                  </a:lnTo>
                  <a:lnTo>
                    <a:pt x="127000" y="2540"/>
                  </a:lnTo>
                  <a:lnTo>
                    <a:pt x="127000" y="1270"/>
                  </a:lnTo>
                  <a:lnTo>
                    <a:pt x="127000" y="0"/>
                  </a:lnTo>
                  <a:close/>
                </a:path>
              </a:pathLst>
            </a:custGeom>
            <a:solidFill>
              <a:srgbClr val="D9A200"/>
            </a:solidFill>
          </p:spPr>
          <p:txBody>
            <a:bodyPr wrap="square" lIns="0" tIns="0" rIns="0" bIns="0" rtlCol="0"/>
            <a:lstStyle/>
            <a:p/>
          </p:txBody>
        </p:sp>
        <p:sp>
          <p:nvSpPr>
            <p:cNvPr id="1988" name="object 1988"/>
            <p:cNvSpPr/>
            <p:nvPr/>
          </p:nvSpPr>
          <p:spPr>
            <a:xfrm>
              <a:off x="5180330" y="4757420"/>
              <a:ext cx="138430" cy="7620"/>
            </a:xfrm>
            <a:custGeom>
              <a:avLst/>
              <a:gdLst/>
              <a:ahLst/>
              <a:cxnLst/>
              <a:rect l="l" t="t" r="r" b="b"/>
              <a:pathLst>
                <a:path w="138429" h="7620">
                  <a:moveTo>
                    <a:pt x="138430" y="0"/>
                  </a:moveTo>
                  <a:lnTo>
                    <a:pt x="8890" y="0"/>
                  </a:lnTo>
                  <a:lnTo>
                    <a:pt x="8890" y="1270"/>
                  </a:lnTo>
                  <a:lnTo>
                    <a:pt x="7620" y="1270"/>
                  </a:lnTo>
                  <a:lnTo>
                    <a:pt x="7620" y="2540"/>
                  </a:lnTo>
                  <a:lnTo>
                    <a:pt x="5080" y="2540"/>
                  </a:lnTo>
                  <a:lnTo>
                    <a:pt x="5080" y="3810"/>
                  </a:lnTo>
                  <a:lnTo>
                    <a:pt x="3810" y="3810"/>
                  </a:lnTo>
                  <a:lnTo>
                    <a:pt x="3810" y="5080"/>
                  </a:lnTo>
                  <a:lnTo>
                    <a:pt x="2540" y="5080"/>
                  </a:lnTo>
                  <a:lnTo>
                    <a:pt x="2540" y="6350"/>
                  </a:lnTo>
                  <a:lnTo>
                    <a:pt x="0" y="6350"/>
                  </a:lnTo>
                  <a:lnTo>
                    <a:pt x="0" y="7620"/>
                  </a:lnTo>
                  <a:lnTo>
                    <a:pt x="137160" y="7620"/>
                  </a:lnTo>
                  <a:lnTo>
                    <a:pt x="137160" y="6350"/>
                  </a:lnTo>
                  <a:lnTo>
                    <a:pt x="137160" y="5080"/>
                  </a:lnTo>
                  <a:lnTo>
                    <a:pt x="137160" y="3810"/>
                  </a:lnTo>
                  <a:lnTo>
                    <a:pt x="137160" y="2540"/>
                  </a:lnTo>
                  <a:lnTo>
                    <a:pt x="137160" y="1270"/>
                  </a:lnTo>
                  <a:lnTo>
                    <a:pt x="138430" y="1270"/>
                  </a:lnTo>
                  <a:lnTo>
                    <a:pt x="138430" y="0"/>
                  </a:lnTo>
                  <a:close/>
                </a:path>
              </a:pathLst>
            </a:custGeom>
            <a:solidFill>
              <a:srgbClr val="DBA400"/>
            </a:solidFill>
          </p:spPr>
          <p:txBody>
            <a:bodyPr wrap="square" lIns="0" tIns="0" rIns="0" bIns="0" rtlCol="0"/>
            <a:lstStyle/>
            <a:p/>
          </p:txBody>
        </p:sp>
        <p:sp>
          <p:nvSpPr>
            <p:cNvPr id="1989" name="object 1989"/>
            <p:cNvSpPr/>
            <p:nvPr/>
          </p:nvSpPr>
          <p:spPr>
            <a:xfrm>
              <a:off x="5168900" y="4765040"/>
              <a:ext cx="148590" cy="7620"/>
            </a:xfrm>
            <a:custGeom>
              <a:avLst/>
              <a:gdLst/>
              <a:ahLst/>
              <a:cxnLst/>
              <a:rect l="l" t="t" r="r" b="b"/>
              <a:pathLst>
                <a:path w="148589" h="7620">
                  <a:moveTo>
                    <a:pt x="147320" y="6362"/>
                  </a:moveTo>
                  <a:lnTo>
                    <a:pt x="0" y="6362"/>
                  </a:lnTo>
                  <a:lnTo>
                    <a:pt x="0" y="7620"/>
                  </a:lnTo>
                  <a:lnTo>
                    <a:pt x="147320" y="7620"/>
                  </a:lnTo>
                  <a:lnTo>
                    <a:pt x="147320" y="6362"/>
                  </a:lnTo>
                  <a:close/>
                </a:path>
                <a:path w="148589" h="7620">
                  <a:moveTo>
                    <a:pt x="148590" y="0"/>
                  </a:moveTo>
                  <a:lnTo>
                    <a:pt x="10160" y="0"/>
                  </a:lnTo>
                  <a:lnTo>
                    <a:pt x="10160" y="1270"/>
                  </a:lnTo>
                  <a:lnTo>
                    <a:pt x="7620" y="1270"/>
                  </a:lnTo>
                  <a:lnTo>
                    <a:pt x="7620" y="2540"/>
                  </a:lnTo>
                  <a:lnTo>
                    <a:pt x="6350" y="2540"/>
                  </a:lnTo>
                  <a:lnTo>
                    <a:pt x="6350" y="3810"/>
                  </a:lnTo>
                  <a:lnTo>
                    <a:pt x="3810" y="3810"/>
                  </a:lnTo>
                  <a:lnTo>
                    <a:pt x="3810" y="5080"/>
                  </a:lnTo>
                  <a:lnTo>
                    <a:pt x="2540" y="5080"/>
                  </a:lnTo>
                  <a:lnTo>
                    <a:pt x="2540" y="6350"/>
                  </a:lnTo>
                  <a:lnTo>
                    <a:pt x="147307" y="6350"/>
                  </a:lnTo>
                  <a:lnTo>
                    <a:pt x="147307" y="5080"/>
                  </a:lnTo>
                  <a:lnTo>
                    <a:pt x="147307" y="3810"/>
                  </a:lnTo>
                  <a:lnTo>
                    <a:pt x="147320" y="2540"/>
                  </a:lnTo>
                  <a:lnTo>
                    <a:pt x="148590" y="2540"/>
                  </a:lnTo>
                  <a:lnTo>
                    <a:pt x="148590" y="1270"/>
                  </a:lnTo>
                  <a:lnTo>
                    <a:pt x="148590" y="0"/>
                  </a:lnTo>
                  <a:close/>
                </a:path>
              </a:pathLst>
            </a:custGeom>
            <a:solidFill>
              <a:srgbClr val="DDA500"/>
            </a:solidFill>
          </p:spPr>
          <p:txBody>
            <a:bodyPr wrap="square" lIns="0" tIns="0" rIns="0" bIns="0" rtlCol="0"/>
            <a:lstStyle/>
            <a:p/>
          </p:txBody>
        </p:sp>
        <p:sp>
          <p:nvSpPr>
            <p:cNvPr id="1990" name="object 1990"/>
            <p:cNvSpPr/>
            <p:nvPr/>
          </p:nvSpPr>
          <p:spPr>
            <a:xfrm>
              <a:off x="5157470" y="4772660"/>
              <a:ext cx="158750" cy="6350"/>
            </a:xfrm>
            <a:custGeom>
              <a:avLst/>
              <a:gdLst/>
              <a:ahLst/>
              <a:cxnLst/>
              <a:rect l="l" t="t" r="r" b="b"/>
              <a:pathLst>
                <a:path w="158750" h="6350">
                  <a:moveTo>
                    <a:pt x="157480" y="5092"/>
                  </a:moveTo>
                  <a:lnTo>
                    <a:pt x="0" y="5092"/>
                  </a:lnTo>
                  <a:lnTo>
                    <a:pt x="0" y="6350"/>
                  </a:lnTo>
                  <a:lnTo>
                    <a:pt x="157480" y="6350"/>
                  </a:lnTo>
                  <a:lnTo>
                    <a:pt x="157480" y="5092"/>
                  </a:lnTo>
                  <a:close/>
                </a:path>
                <a:path w="158750" h="6350">
                  <a:moveTo>
                    <a:pt x="158750" y="0"/>
                  </a:moveTo>
                  <a:lnTo>
                    <a:pt x="10160" y="0"/>
                  </a:lnTo>
                  <a:lnTo>
                    <a:pt x="10160" y="1270"/>
                  </a:lnTo>
                  <a:lnTo>
                    <a:pt x="7620" y="1270"/>
                  </a:lnTo>
                  <a:lnTo>
                    <a:pt x="7620" y="2540"/>
                  </a:lnTo>
                  <a:lnTo>
                    <a:pt x="5080" y="2540"/>
                  </a:lnTo>
                  <a:lnTo>
                    <a:pt x="5080" y="3810"/>
                  </a:lnTo>
                  <a:lnTo>
                    <a:pt x="2540" y="3810"/>
                  </a:lnTo>
                  <a:lnTo>
                    <a:pt x="2540" y="5080"/>
                  </a:lnTo>
                  <a:lnTo>
                    <a:pt x="158750" y="5080"/>
                  </a:lnTo>
                  <a:lnTo>
                    <a:pt x="158750" y="3810"/>
                  </a:lnTo>
                  <a:lnTo>
                    <a:pt x="158750" y="2540"/>
                  </a:lnTo>
                  <a:lnTo>
                    <a:pt x="158750" y="1270"/>
                  </a:lnTo>
                  <a:lnTo>
                    <a:pt x="158750" y="0"/>
                  </a:lnTo>
                  <a:close/>
                </a:path>
              </a:pathLst>
            </a:custGeom>
            <a:solidFill>
              <a:srgbClr val="E0A700"/>
            </a:solidFill>
          </p:spPr>
          <p:txBody>
            <a:bodyPr wrap="square" lIns="0" tIns="0" rIns="0" bIns="0" rtlCol="0"/>
            <a:lstStyle/>
            <a:p/>
          </p:txBody>
        </p:sp>
        <p:sp>
          <p:nvSpPr>
            <p:cNvPr id="1991" name="object 1991"/>
            <p:cNvSpPr/>
            <p:nvPr/>
          </p:nvSpPr>
          <p:spPr>
            <a:xfrm>
              <a:off x="5140960" y="4779010"/>
              <a:ext cx="173990" cy="7620"/>
            </a:xfrm>
            <a:custGeom>
              <a:avLst/>
              <a:gdLst/>
              <a:ahLst/>
              <a:cxnLst/>
              <a:rect l="l" t="t" r="r" b="b"/>
              <a:pathLst>
                <a:path w="173989" h="7620">
                  <a:moveTo>
                    <a:pt x="173990" y="0"/>
                  </a:moveTo>
                  <a:lnTo>
                    <a:pt x="13970" y="0"/>
                  </a:lnTo>
                  <a:lnTo>
                    <a:pt x="13970" y="1270"/>
                  </a:lnTo>
                  <a:lnTo>
                    <a:pt x="12700" y="1270"/>
                  </a:lnTo>
                  <a:lnTo>
                    <a:pt x="12700" y="2540"/>
                  </a:lnTo>
                  <a:lnTo>
                    <a:pt x="8890" y="2540"/>
                  </a:lnTo>
                  <a:lnTo>
                    <a:pt x="8890" y="3810"/>
                  </a:lnTo>
                  <a:lnTo>
                    <a:pt x="5080" y="3810"/>
                  </a:lnTo>
                  <a:lnTo>
                    <a:pt x="5080" y="5080"/>
                  </a:lnTo>
                  <a:lnTo>
                    <a:pt x="2540" y="5080"/>
                  </a:lnTo>
                  <a:lnTo>
                    <a:pt x="2540" y="6350"/>
                  </a:lnTo>
                  <a:lnTo>
                    <a:pt x="0" y="6350"/>
                  </a:lnTo>
                  <a:lnTo>
                    <a:pt x="0" y="7620"/>
                  </a:lnTo>
                  <a:lnTo>
                    <a:pt x="173990" y="7620"/>
                  </a:lnTo>
                  <a:lnTo>
                    <a:pt x="173990" y="6350"/>
                  </a:lnTo>
                  <a:lnTo>
                    <a:pt x="173990" y="5080"/>
                  </a:lnTo>
                  <a:lnTo>
                    <a:pt x="173990" y="3810"/>
                  </a:lnTo>
                  <a:lnTo>
                    <a:pt x="173990" y="2540"/>
                  </a:lnTo>
                  <a:lnTo>
                    <a:pt x="173990" y="1270"/>
                  </a:lnTo>
                  <a:lnTo>
                    <a:pt x="173990" y="0"/>
                  </a:lnTo>
                  <a:close/>
                </a:path>
              </a:pathLst>
            </a:custGeom>
            <a:solidFill>
              <a:srgbClr val="E2A900"/>
            </a:solidFill>
          </p:spPr>
          <p:txBody>
            <a:bodyPr wrap="square" lIns="0" tIns="0" rIns="0" bIns="0" rtlCol="0"/>
            <a:lstStyle/>
            <a:p/>
          </p:txBody>
        </p:sp>
        <p:sp>
          <p:nvSpPr>
            <p:cNvPr id="1992" name="object 1992"/>
            <p:cNvSpPr/>
            <p:nvPr/>
          </p:nvSpPr>
          <p:spPr>
            <a:xfrm>
              <a:off x="5118100" y="4786630"/>
              <a:ext cx="196850" cy="7620"/>
            </a:xfrm>
            <a:custGeom>
              <a:avLst/>
              <a:gdLst/>
              <a:ahLst/>
              <a:cxnLst/>
              <a:rect l="l" t="t" r="r" b="b"/>
              <a:pathLst>
                <a:path w="196850" h="7620">
                  <a:moveTo>
                    <a:pt x="196850" y="0"/>
                  </a:moveTo>
                  <a:lnTo>
                    <a:pt x="17780" y="0"/>
                  </a:lnTo>
                  <a:lnTo>
                    <a:pt x="17780" y="1270"/>
                  </a:lnTo>
                  <a:lnTo>
                    <a:pt x="15240" y="1270"/>
                  </a:lnTo>
                  <a:lnTo>
                    <a:pt x="15240" y="2540"/>
                  </a:lnTo>
                  <a:lnTo>
                    <a:pt x="11430" y="2540"/>
                  </a:lnTo>
                  <a:lnTo>
                    <a:pt x="11430" y="3810"/>
                  </a:lnTo>
                  <a:lnTo>
                    <a:pt x="8890" y="3810"/>
                  </a:lnTo>
                  <a:lnTo>
                    <a:pt x="8890" y="5080"/>
                  </a:lnTo>
                  <a:lnTo>
                    <a:pt x="3810" y="5080"/>
                  </a:lnTo>
                  <a:lnTo>
                    <a:pt x="3810" y="6350"/>
                  </a:lnTo>
                  <a:lnTo>
                    <a:pt x="0" y="6350"/>
                  </a:lnTo>
                  <a:lnTo>
                    <a:pt x="0" y="7620"/>
                  </a:lnTo>
                  <a:lnTo>
                    <a:pt x="195580" y="7620"/>
                  </a:lnTo>
                  <a:lnTo>
                    <a:pt x="195580" y="6350"/>
                  </a:lnTo>
                  <a:lnTo>
                    <a:pt x="195580" y="5080"/>
                  </a:lnTo>
                  <a:lnTo>
                    <a:pt x="195580" y="3810"/>
                  </a:lnTo>
                  <a:lnTo>
                    <a:pt x="195580" y="2540"/>
                  </a:lnTo>
                  <a:lnTo>
                    <a:pt x="195580" y="1270"/>
                  </a:lnTo>
                  <a:lnTo>
                    <a:pt x="196850" y="1270"/>
                  </a:lnTo>
                  <a:lnTo>
                    <a:pt x="196850" y="0"/>
                  </a:lnTo>
                  <a:close/>
                </a:path>
              </a:pathLst>
            </a:custGeom>
            <a:solidFill>
              <a:srgbClr val="E4AB00"/>
            </a:solidFill>
          </p:spPr>
          <p:txBody>
            <a:bodyPr wrap="square" lIns="0" tIns="0" rIns="0" bIns="0" rtlCol="0"/>
            <a:lstStyle/>
            <a:p/>
          </p:txBody>
        </p:sp>
        <p:sp>
          <p:nvSpPr>
            <p:cNvPr id="1993" name="object 1993"/>
            <p:cNvSpPr/>
            <p:nvPr/>
          </p:nvSpPr>
          <p:spPr>
            <a:xfrm>
              <a:off x="5087620" y="4794250"/>
              <a:ext cx="226060" cy="7620"/>
            </a:xfrm>
            <a:custGeom>
              <a:avLst/>
              <a:gdLst/>
              <a:ahLst/>
              <a:cxnLst/>
              <a:rect l="l" t="t" r="r" b="b"/>
              <a:pathLst>
                <a:path w="226060" h="7620">
                  <a:moveTo>
                    <a:pt x="226060" y="0"/>
                  </a:moveTo>
                  <a:lnTo>
                    <a:pt x="26670" y="0"/>
                  </a:lnTo>
                  <a:lnTo>
                    <a:pt x="26670" y="1270"/>
                  </a:lnTo>
                  <a:lnTo>
                    <a:pt x="24130" y="1270"/>
                  </a:lnTo>
                  <a:lnTo>
                    <a:pt x="24130" y="2540"/>
                  </a:lnTo>
                  <a:lnTo>
                    <a:pt x="16510" y="2540"/>
                  </a:lnTo>
                  <a:lnTo>
                    <a:pt x="16510" y="3810"/>
                  </a:lnTo>
                  <a:lnTo>
                    <a:pt x="11430" y="3810"/>
                  </a:lnTo>
                  <a:lnTo>
                    <a:pt x="11430" y="5080"/>
                  </a:lnTo>
                  <a:lnTo>
                    <a:pt x="7620" y="5080"/>
                  </a:lnTo>
                  <a:lnTo>
                    <a:pt x="7620" y="6350"/>
                  </a:lnTo>
                  <a:lnTo>
                    <a:pt x="0" y="6350"/>
                  </a:lnTo>
                  <a:lnTo>
                    <a:pt x="0" y="7620"/>
                  </a:lnTo>
                  <a:lnTo>
                    <a:pt x="224790" y="7620"/>
                  </a:lnTo>
                  <a:lnTo>
                    <a:pt x="224790" y="6350"/>
                  </a:lnTo>
                  <a:lnTo>
                    <a:pt x="224790" y="5080"/>
                  </a:lnTo>
                  <a:lnTo>
                    <a:pt x="224777" y="3810"/>
                  </a:lnTo>
                  <a:lnTo>
                    <a:pt x="224777" y="2540"/>
                  </a:lnTo>
                  <a:lnTo>
                    <a:pt x="226060" y="2540"/>
                  </a:lnTo>
                  <a:lnTo>
                    <a:pt x="226060" y="1270"/>
                  </a:lnTo>
                  <a:lnTo>
                    <a:pt x="226060" y="0"/>
                  </a:lnTo>
                  <a:close/>
                </a:path>
              </a:pathLst>
            </a:custGeom>
            <a:solidFill>
              <a:srgbClr val="E7AC00"/>
            </a:solidFill>
          </p:spPr>
          <p:txBody>
            <a:bodyPr wrap="square" lIns="0" tIns="0" rIns="0" bIns="0" rtlCol="0"/>
            <a:lstStyle/>
            <a:p/>
          </p:txBody>
        </p:sp>
        <p:sp>
          <p:nvSpPr>
            <p:cNvPr id="1994" name="object 1994"/>
            <p:cNvSpPr/>
            <p:nvPr/>
          </p:nvSpPr>
          <p:spPr>
            <a:xfrm>
              <a:off x="5043170" y="4801870"/>
              <a:ext cx="269240" cy="6350"/>
            </a:xfrm>
            <a:custGeom>
              <a:avLst/>
              <a:gdLst/>
              <a:ahLst/>
              <a:cxnLst/>
              <a:rect l="l" t="t" r="r" b="b"/>
              <a:pathLst>
                <a:path w="269239" h="6350">
                  <a:moveTo>
                    <a:pt x="269240" y="0"/>
                  </a:moveTo>
                  <a:lnTo>
                    <a:pt x="39370" y="0"/>
                  </a:lnTo>
                  <a:lnTo>
                    <a:pt x="39370" y="1270"/>
                  </a:lnTo>
                  <a:lnTo>
                    <a:pt x="35560" y="1270"/>
                  </a:lnTo>
                  <a:lnTo>
                    <a:pt x="35560" y="2540"/>
                  </a:lnTo>
                  <a:lnTo>
                    <a:pt x="22860" y="2540"/>
                  </a:lnTo>
                  <a:lnTo>
                    <a:pt x="22860" y="3810"/>
                  </a:lnTo>
                  <a:lnTo>
                    <a:pt x="17780" y="3810"/>
                  </a:lnTo>
                  <a:lnTo>
                    <a:pt x="17780" y="5080"/>
                  </a:lnTo>
                  <a:lnTo>
                    <a:pt x="0" y="5080"/>
                  </a:lnTo>
                  <a:lnTo>
                    <a:pt x="0" y="6350"/>
                  </a:lnTo>
                  <a:lnTo>
                    <a:pt x="267970" y="6350"/>
                  </a:lnTo>
                  <a:lnTo>
                    <a:pt x="267970" y="5080"/>
                  </a:lnTo>
                  <a:lnTo>
                    <a:pt x="269240" y="5080"/>
                  </a:lnTo>
                  <a:lnTo>
                    <a:pt x="269240" y="3810"/>
                  </a:lnTo>
                  <a:lnTo>
                    <a:pt x="269227" y="2540"/>
                  </a:lnTo>
                  <a:lnTo>
                    <a:pt x="269227" y="1270"/>
                  </a:lnTo>
                  <a:lnTo>
                    <a:pt x="269240" y="0"/>
                  </a:lnTo>
                  <a:close/>
                </a:path>
              </a:pathLst>
            </a:custGeom>
            <a:solidFill>
              <a:srgbClr val="E9AE00"/>
            </a:solidFill>
          </p:spPr>
          <p:txBody>
            <a:bodyPr wrap="square" lIns="0" tIns="0" rIns="0" bIns="0" rtlCol="0"/>
            <a:lstStyle/>
            <a:p/>
          </p:txBody>
        </p:sp>
        <p:sp>
          <p:nvSpPr>
            <p:cNvPr id="1995" name="object 1995"/>
            <p:cNvSpPr/>
            <p:nvPr/>
          </p:nvSpPr>
          <p:spPr>
            <a:xfrm>
              <a:off x="4507230" y="4808220"/>
              <a:ext cx="803910" cy="7620"/>
            </a:xfrm>
            <a:custGeom>
              <a:avLst/>
              <a:gdLst/>
              <a:ahLst/>
              <a:cxnLst/>
              <a:rect l="l" t="t" r="r" b="b"/>
              <a:pathLst>
                <a:path w="803910" h="7620">
                  <a:moveTo>
                    <a:pt x="803910" y="0"/>
                  </a:moveTo>
                  <a:lnTo>
                    <a:pt x="520700" y="0"/>
                  </a:lnTo>
                  <a:lnTo>
                    <a:pt x="520700" y="1270"/>
                  </a:lnTo>
                  <a:lnTo>
                    <a:pt x="515620" y="1270"/>
                  </a:lnTo>
                  <a:lnTo>
                    <a:pt x="515620" y="2540"/>
                  </a:lnTo>
                  <a:lnTo>
                    <a:pt x="351790" y="2540"/>
                  </a:lnTo>
                  <a:lnTo>
                    <a:pt x="351790" y="1282"/>
                  </a:lnTo>
                  <a:lnTo>
                    <a:pt x="5080" y="1282"/>
                  </a:lnTo>
                  <a:lnTo>
                    <a:pt x="5080" y="2540"/>
                  </a:lnTo>
                  <a:lnTo>
                    <a:pt x="3810" y="2540"/>
                  </a:lnTo>
                  <a:lnTo>
                    <a:pt x="3810" y="3810"/>
                  </a:lnTo>
                  <a:lnTo>
                    <a:pt x="2540" y="3810"/>
                  </a:lnTo>
                  <a:lnTo>
                    <a:pt x="2540" y="5080"/>
                  </a:lnTo>
                  <a:lnTo>
                    <a:pt x="1270" y="5080"/>
                  </a:lnTo>
                  <a:lnTo>
                    <a:pt x="1270" y="6350"/>
                  </a:lnTo>
                  <a:lnTo>
                    <a:pt x="0" y="6350"/>
                  </a:lnTo>
                  <a:lnTo>
                    <a:pt x="0" y="7620"/>
                  </a:lnTo>
                  <a:lnTo>
                    <a:pt x="803910" y="7620"/>
                  </a:lnTo>
                  <a:lnTo>
                    <a:pt x="803910" y="6350"/>
                  </a:lnTo>
                  <a:lnTo>
                    <a:pt x="803910" y="5080"/>
                  </a:lnTo>
                  <a:lnTo>
                    <a:pt x="803910" y="3810"/>
                  </a:lnTo>
                  <a:lnTo>
                    <a:pt x="803910" y="2540"/>
                  </a:lnTo>
                  <a:lnTo>
                    <a:pt x="803910" y="1270"/>
                  </a:lnTo>
                  <a:lnTo>
                    <a:pt x="803910" y="0"/>
                  </a:lnTo>
                  <a:close/>
                </a:path>
              </a:pathLst>
            </a:custGeom>
            <a:solidFill>
              <a:srgbClr val="EBB000"/>
            </a:solidFill>
          </p:spPr>
          <p:txBody>
            <a:bodyPr wrap="square" lIns="0" tIns="0" rIns="0" bIns="0" rtlCol="0"/>
            <a:lstStyle/>
            <a:p/>
          </p:txBody>
        </p:sp>
        <p:sp>
          <p:nvSpPr>
            <p:cNvPr id="1996" name="object 1996"/>
            <p:cNvSpPr/>
            <p:nvPr/>
          </p:nvSpPr>
          <p:spPr>
            <a:xfrm>
              <a:off x="4494530" y="4815852"/>
              <a:ext cx="816610" cy="7620"/>
            </a:xfrm>
            <a:custGeom>
              <a:avLst/>
              <a:gdLst/>
              <a:ahLst/>
              <a:cxnLst/>
              <a:rect l="l" t="t" r="r" b="b"/>
              <a:pathLst>
                <a:path w="816610" h="7620">
                  <a:moveTo>
                    <a:pt x="815327" y="6350"/>
                  </a:moveTo>
                  <a:lnTo>
                    <a:pt x="0" y="6350"/>
                  </a:lnTo>
                  <a:lnTo>
                    <a:pt x="0" y="7607"/>
                  </a:lnTo>
                  <a:lnTo>
                    <a:pt x="815327" y="7607"/>
                  </a:lnTo>
                  <a:lnTo>
                    <a:pt x="815327" y="6350"/>
                  </a:lnTo>
                  <a:close/>
                </a:path>
                <a:path w="816610" h="7620">
                  <a:moveTo>
                    <a:pt x="816610" y="0"/>
                  </a:moveTo>
                  <a:lnTo>
                    <a:pt x="11430" y="0"/>
                  </a:lnTo>
                  <a:lnTo>
                    <a:pt x="11430" y="1257"/>
                  </a:lnTo>
                  <a:lnTo>
                    <a:pt x="10160" y="1257"/>
                  </a:lnTo>
                  <a:lnTo>
                    <a:pt x="10160" y="2527"/>
                  </a:lnTo>
                  <a:lnTo>
                    <a:pt x="7620" y="2527"/>
                  </a:lnTo>
                  <a:lnTo>
                    <a:pt x="7620" y="3797"/>
                  </a:lnTo>
                  <a:lnTo>
                    <a:pt x="6350" y="3797"/>
                  </a:lnTo>
                  <a:lnTo>
                    <a:pt x="6350" y="5067"/>
                  </a:lnTo>
                  <a:lnTo>
                    <a:pt x="2540" y="5067"/>
                  </a:lnTo>
                  <a:lnTo>
                    <a:pt x="2540" y="6337"/>
                  </a:lnTo>
                  <a:lnTo>
                    <a:pt x="815340" y="6337"/>
                  </a:lnTo>
                  <a:lnTo>
                    <a:pt x="815340" y="5067"/>
                  </a:lnTo>
                  <a:lnTo>
                    <a:pt x="815340" y="3797"/>
                  </a:lnTo>
                  <a:lnTo>
                    <a:pt x="815327" y="2527"/>
                  </a:lnTo>
                  <a:lnTo>
                    <a:pt x="815327" y="1257"/>
                  </a:lnTo>
                  <a:lnTo>
                    <a:pt x="816610" y="1257"/>
                  </a:lnTo>
                  <a:lnTo>
                    <a:pt x="816610" y="0"/>
                  </a:lnTo>
                  <a:close/>
                </a:path>
              </a:pathLst>
            </a:custGeom>
            <a:solidFill>
              <a:srgbClr val="EDB100"/>
            </a:solidFill>
          </p:spPr>
          <p:txBody>
            <a:bodyPr wrap="square" lIns="0" tIns="0" rIns="0" bIns="0" rtlCol="0"/>
            <a:lstStyle/>
            <a:p/>
          </p:txBody>
        </p:sp>
        <p:sp>
          <p:nvSpPr>
            <p:cNvPr id="1997" name="object 1997"/>
            <p:cNvSpPr/>
            <p:nvPr/>
          </p:nvSpPr>
          <p:spPr>
            <a:xfrm>
              <a:off x="4479290" y="4823460"/>
              <a:ext cx="830580" cy="6350"/>
            </a:xfrm>
            <a:custGeom>
              <a:avLst/>
              <a:gdLst/>
              <a:ahLst/>
              <a:cxnLst/>
              <a:rect l="l" t="t" r="r" b="b"/>
              <a:pathLst>
                <a:path w="830579" h="6350">
                  <a:moveTo>
                    <a:pt x="829310" y="5092"/>
                  </a:moveTo>
                  <a:lnTo>
                    <a:pt x="0" y="5092"/>
                  </a:lnTo>
                  <a:lnTo>
                    <a:pt x="0" y="6350"/>
                  </a:lnTo>
                  <a:lnTo>
                    <a:pt x="829310" y="6350"/>
                  </a:lnTo>
                  <a:lnTo>
                    <a:pt x="829310" y="5092"/>
                  </a:lnTo>
                  <a:close/>
                </a:path>
                <a:path w="830579" h="6350">
                  <a:moveTo>
                    <a:pt x="830580" y="1270"/>
                  </a:moveTo>
                  <a:lnTo>
                    <a:pt x="830567" y="0"/>
                  </a:lnTo>
                  <a:lnTo>
                    <a:pt x="13970" y="0"/>
                  </a:lnTo>
                  <a:lnTo>
                    <a:pt x="13970" y="1270"/>
                  </a:lnTo>
                  <a:lnTo>
                    <a:pt x="12700" y="1270"/>
                  </a:lnTo>
                  <a:lnTo>
                    <a:pt x="12700" y="2540"/>
                  </a:lnTo>
                  <a:lnTo>
                    <a:pt x="7620" y="2540"/>
                  </a:lnTo>
                  <a:lnTo>
                    <a:pt x="7620" y="3810"/>
                  </a:lnTo>
                  <a:lnTo>
                    <a:pt x="5080" y="3810"/>
                  </a:lnTo>
                  <a:lnTo>
                    <a:pt x="5080" y="5080"/>
                  </a:lnTo>
                  <a:lnTo>
                    <a:pt x="829310" y="5080"/>
                  </a:lnTo>
                  <a:lnTo>
                    <a:pt x="829310" y="3810"/>
                  </a:lnTo>
                  <a:lnTo>
                    <a:pt x="829310" y="2540"/>
                  </a:lnTo>
                  <a:lnTo>
                    <a:pt x="830580" y="2540"/>
                  </a:lnTo>
                  <a:lnTo>
                    <a:pt x="830580" y="1270"/>
                  </a:lnTo>
                  <a:close/>
                </a:path>
              </a:pathLst>
            </a:custGeom>
            <a:solidFill>
              <a:srgbClr val="F0B300"/>
            </a:solidFill>
          </p:spPr>
          <p:txBody>
            <a:bodyPr wrap="square" lIns="0" tIns="0" rIns="0" bIns="0" rtlCol="0"/>
            <a:lstStyle/>
            <a:p/>
          </p:txBody>
        </p:sp>
        <p:sp>
          <p:nvSpPr>
            <p:cNvPr id="1998" name="object 1998"/>
            <p:cNvSpPr/>
            <p:nvPr/>
          </p:nvSpPr>
          <p:spPr>
            <a:xfrm>
              <a:off x="4384040" y="4829810"/>
              <a:ext cx="924560" cy="7620"/>
            </a:xfrm>
            <a:custGeom>
              <a:avLst/>
              <a:gdLst/>
              <a:ahLst/>
              <a:cxnLst/>
              <a:rect l="l" t="t" r="r" b="b"/>
              <a:pathLst>
                <a:path w="924560" h="7620">
                  <a:moveTo>
                    <a:pt x="924560" y="5092"/>
                  </a:moveTo>
                  <a:lnTo>
                    <a:pt x="55880" y="5092"/>
                  </a:lnTo>
                  <a:lnTo>
                    <a:pt x="55880" y="6350"/>
                  </a:lnTo>
                  <a:lnTo>
                    <a:pt x="0" y="6350"/>
                  </a:lnTo>
                  <a:lnTo>
                    <a:pt x="0" y="7620"/>
                  </a:lnTo>
                  <a:lnTo>
                    <a:pt x="923290" y="7620"/>
                  </a:lnTo>
                  <a:lnTo>
                    <a:pt x="923290" y="6350"/>
                  </a:lnTo>
                  <a:lnTo>
                    <a:pt x="924560" y="6350"/>
                  </a:lnTo>
                  <a:lnTo>
                    <a:pt x="924560" y="5092"/>
                  </a:lnTo>
                  <a:close/>
                </a:path>
                <a:path w="924560" h="7620">
                  <a:moveTo>
                    <a:pt x="924560" y="0"/>
                  </a:moveTo>
                  <a:lnTo>
                    <a:pt x="92710" y="0"/>
                  </a:lnTo>
                  <a:lnTo>
                    <a:pt x="92710" y="1270"/>
                  </a:lnTo>
                  <a:lnTo>
                    <a:pt x="86360" y="1270"/>
                  </a:lnTo>
                  <a:lnTo>
                    <a:pt x="86360" y="2540"/>
                  </a:lnTo>
                  <a:lnTo>
                    <a:pt x="83820" y="2540"/>
                  </a:lnTo>
                  <a:lnTo>
                    <a:pt x="83820" y="3810"/>
                  </a:lnTo>
                  <a:lnTo>
                    <a:pt x="74930" y="3810"/>
                  </a:lnTo>
                  <a:lnTo>
                    <a:pt x="74930" y="5080"/>
                  </a:lnTo>
                  <a:lnTo>
                    <a:pt x="924560" y="5080"/>
                  </a:lnTo>
                  <a:lnTo>
                    <a:pt x="924560" y="3810"/>
                  </a:lnTo>
                  <a:lnTo>
                    <a:pt x="924560" y="2540"/>
                  </a:lnTo>
                  <a:lnTo>
                    <a:pt x="924560" y="1270"/>
                  </a:lnTo>
                  <a:lnTo>
                    <a:pt x="924560" y="0"/>
                  </a:lnTo>
                  <a:close/>
                </a:path>
              </a:pathLst>
            </a:custGeom>
            <a:solidFill>
              <a:srgbClr val="F2B500"/>
            </a:solidFill>
          </p:spPr>
          <p:txBody>
            <a:bodyPr wrap="square" lIns="0" tIns="0" rIns="0" bIns="0" rtlCol="0"/>
            <a:lstStyle/>
            <a:p/>
          </p:txBody>
        </p:sp>
        <p:sp>
          <p:nvSpPr>
            <p:cNvPr id="1999" name="object 1999"/>
            <p:cNvSpPr/>
            <p:nvPr/>
          </p:nvSpPr>
          <p:spPr>
            <a:xfrm>
              <a:off x="4384039" y="4837430"/>
              <a:ext cx="923290" cy="7620"/>
            </a:xfrm>
            <a:custGeom>
              <a:avLst/>
              <a:gdLst/>
              <a:ahLst/>
              <a:cxnLst/>
              <a:rect l="l" t="t" r="r" b="b"/>
              <a:pathLst>
                <a:path w="923289" h="7620">
                  <a:moveTo>
                    <a:pt x="0" y="7620"/>
                  </a:moveTo>
                  <a:lnTo>
                    <a:pt x="0" y="0"/>
                  </a:lnTo>
                  <a:lnTo>
                    <a:pt x="923289" y="0"/>
                  </a:lnTo>
                  <a:lnTo>
                    <a:pt x="923289" y="7620"/>
                  </a:lnTo>
                  <a:lnTo>
                    <a:pt x="0" y="7620"/>
                  </a:lnTo>
                  <a:close/>
                </a:path>
              </a:pathLst>
            </a:custGeom>
            <a:solidFill>
              <a:srgbClr val="F4B700"/>
            </a:solidFill>
          </p:spPr>
          <p:txBody>
            <a:bodyPr wrap="square" lIns="0" tIns="0" rIns="0" bIns="0" rtlCol="0"/>
            <a:lstStyle/>
            <a:p/>
          </p:txBody>
        </p:sp>
        <p:sp>
          <p:nvSpPr>
            <p:cNvPr id="2000" name="object 2000"/>
            <p:cNvSpPr/>
            <p:nvPr/>
          </p:nvSpPr>
          <p:spPr>
            <a:xfrm>
              <a:off x="4384040" y="4845050"/>
              <a:ext cx="923290" cy="6350"/>
            </a:xfrm>
            <a:custGeom>
              <a:avLst/>
              <a:gdLst/>
              <a:ahLst/>
              <a:cxnLst/>
              <a:rect l="l" t="t" r="r" b="b"/>
              <a:pathLst>
                <a:path w="923289" h="6350">
                  <a:moveTo>
                    <a:pt x="923290" y="0"/>
                  </a:moveTo>
                  <a:lnTo>
                    <a:pt x="0" y="0"/>
                  </a:lnTo>
                  <a:lnTo>
                    <a:pt x="0" y="1270"/>
                  </a:lnTo>
                  <a:lnTo>
                    <a:pt x="0" y="6350"/>
                  </a:lnTo>
                  <a:lnTo>
                    <a:pt x="922007" y="6350"/>
                  </a:lnTo>
                  <a:lnTo>
                    <a:pt x="922007" y="1270"/>
                  </a:lnTo>
                  <a:lnTo>
                    <a:pt x="923290" y="1270"/>
                  </a:lnTo>
                  <a:lnTo>
                    <a:pt x="923290" y="0"/>
                  </a:lnTo>
                  <a:close/>
                </a:path>
              </a:pathLst>
            </a:custGeom>
            <a:solidFill>
              <a:srgbClr val="F7B800"/>
            </a:solidFill>
          </p:spPr>
          <p:txBody>
            <a:bodyPr wrap="square" lIns="0" tIns="0" rIns="0" bIns="0" rtlCol="0"/>
            <a:lstStyle/>
            <a:p/>
          </p:txBody>
        </p:sp>
        <p:sp>
          <p:nvSpPr>
            <p:cNvPr id="2001" name="object 2001"/>
            <p:cNvSpPr/>
            <p:nvPr/>
          </p:nvSpPr>
          <p:spPr>
            <a:xfrm>
              <a:off x="4384040" y="4851400"/>
              <a:ext cx="883919" cy="7620"/>
            </a:xfrm>
            <a:custGeom>
              <a:avLst/>
              <a:gdLst/>
              <a:ahLst/>
              <a:cxnLst/>
              <a:rect l="l" t="t" r="r" b="b"/>
              <a:pathLst>
                <a:path w="883920" h="7620">
                  <a:moveTo>
                    <a:pt x="883907" y="0"/>
                  </a:moveTo>
                  <a:lnTo>
                    <a:pt x="0" y="0"/>
                  </a:lnTo>
                  <a:lnTo>
                    <a:pt x="0" y="1270"/>
                  </a:lnTo>
                  <a:lnTo>
                    <a:pt x="0" y="2540"/>
                  </a:lnTo>
                  <a:lnTo>
                    <a:pt x="0" y="3810"/>
                  </a:lnTo>
                  <a:lnTo>
                    <a:pt x="0" y="5080"/>
                  </a:lnTo>
                  <a:lnTo>
                    <a:pt x="0" y="6350"/>
                  </a:lnTo>
                  <a:lnTo>
                    <a:pt x="0" y="7620"/>
                  </a:lnTo>
                  <a:lnTo>
                    <a:pt x="111760" y="7620"/>
                  </a:lnTo>
                  <a:lnTo>
                    <a:pt x="111760" y="6350"/>
                  </a:lnTo>
                  <a:lnTo>
                    <a:pt x="342900" y="6350"/>
                  </a:lnTo>
                  <a:lnTo>
                    <a:pt x="342900" y="5080"/>
                  </a:lnTo>
                  <a:lnTo>
                    <a:pt x="497840" y="5080"/>
                  </a:lnTo>
                  <a:lnTo>
                    <a:pt x="497840" y="3810"/>
                  </a:lnTo>
                  <a:lnTo>
                    <a:pt x="651510" y="3810"/>
                  </a:lnTo>
                  <a:lnTo>
                    <a:pt x="651510" y="2540"/>
                  </a:lnTo>
                  <a:lnTo>
                    <a:pt x="806450" y="2540"/>
                  </a:lnTo>
                  <a:lnTo>
                    <a:pt x="806450" y="1270"/>
                  </a:lnTo>
                  <a:lnTo>
                    <a:pt x="883907" y="1270"/>
                  </a:lnTo>
                  <a:lnTo>
                    <a:pt x="883907" y="0"/>
                  </a:lnTo>
                  <a:close/>
                </a:path>
              </a:pathLst>
            </a:custGeom>
            <a:solidFill>
              <a:srgbClr val="F9BA00"/>
            </a:solidFill>
          </p:spPr>
          <p:txBody>
            <a:bodyPr wrap="square" lIns="0" tIns="0" rIns="0" bIns="0" rtlCol="0"/>
            <a:lstStyle/>
            <a:p/>
          </p:txBody>
        </p:sp>
        <p:sp>
          <p:nvSpPr>
            <p:cNvPr id="2002" name="object 2002"/>
            <p:cNvSpPr/>
            <p:nvPr/>
          </p:nvSpPr>
          <p:spPr>
            <a:xfrm>
              <a:off x="4384039" y="4064000"/>
              <a:ext cx="957580" cy="793750"/>
            </a:xfrm>
            <a:custGeom>
              <a:avLst/>
              <a:gdLst/>
              <a:ahLst/>
              <a:cxnLst/>
              <a:rect l="l" t="t" r="r" b="b"/>
              <a:pathLst>
                <a:path w="957579" h="793750">
                  <a:moveTo>
                    <a:pt x="957580" y="504189"/>
                  </a:moveTo>
                  <a:lnTo>
                    <a:pt x="920750" y="786130"/>
                  </a:lnTo>
                  <a:lnTo>
                    <a:pt x="887730" y="787400"/>
                  </a:lnTo>
                  <a:lnTo>
                    <a:pt x="882650" y="787400"/>
                  </a:lnTo>
                  <a:lnTo>
                    <a:pt x="110489" y="793750"/>
                  </a:lnTo>
                  <a:lnTo>
                    <a:pt x="0" y="793750"/>
                  </a:lnTo>
                  <a:lnTo>
                    <a:pt x="0" y="772160"/>
                  </a:lnTo>
                  <a:lnTo>
                    <a:pt x="34289" y="772160"/>
                  </a:lnTo>
                  <a:lnTo>
                    <a:pt x="45720" y="772160"/>
                  </a:lnTo>
                  <a:lnTo>
                    <a:pt x="55880" y="770889"/>
                  </a:lnTo>
                  <a:lnTo>
                    <a:pt x="66039" y="770889"/>
                  </a:lnTo>
                  <a:lnTo>
                    <a:pt x="74930" y="769619"/>
                  </a:lnTo>
                  <a:lnTo>
                    <a:pt x="83820" y="768350"/>
                  </a:lnTo>
                  <a:lnTo>
                    <a:pt x="92710" y="765810"/>
                  </a:lnTo>
                  <a:lnTo>
                    <a:pt x="100330" y="763269"/>
                  </a:lnTo>
                  <a:lnTo>
                    <a:pt x="107950" y="760730"/>
                  </a:lnTo>
                  <a:lnTo>
                    <a:pt x="110489" y="758189"/>
                  </a:lnTo>
                  <a:lnTo>
                    <a:pt x="111760" y="758189"/>
                  </a:lnTo>
                  <a:lnTo>
                    <a:pt x="116839" y="755650"/>
                  </a:lnTo>
                  <a:lnTo>
                    <a:pt x="120650" y="753110"/>
                  </a:lnTo>
                  <a:lnTo>
                    <a:pt x="124460" y="749300"/>
                  </a:lnTo>
                  <a:lnTo>
                    <a:pt x="128270" y="745489"/>
                  </a:lnTo>
                  <a:lnTo>
                    <a:pt x="132080" y="741680"/>
                  </a:lnTo>
                  <a:lnTo>
                    <a:pt x="134620" y="737869"/>
                  </a:lnTo>
                  <a:lnTo>
                    <a:pt x="137160" y="732789"/>
                  </a:lnTo>
                  <a:lnTo>
                    <a:pt x="138430" y="730250"/>
                  </a:lnTo>
                  <a:lnTo>
                    <a:pt x="146050" y="687069"/>
                  </a:lnTo>
                  <a:lnTo>
                    <a:pt x="146050" y="660400"/>
                  </a:lnTo>
                  <a:lnTo>
                    <a:pt x="146050" y="144780"/>
                  </a:lnTo>
                  <a:lnTo>
                    <a:pt x="146050" y="116839"/>
                  </a:lnTo>
                  <a:lnTo>
                    <a:pt x="143510" y="95250"/>
                  </a:lnTo>
                  <a:lnTo>
                    <a:pt x="142239" y="87630"/>
                  </a:lnTo>
                  <a:lnTo>
                    <a:pt x="140970" y="80010"/>
                  </a:lnTo>
                  <a:lnTo>
                    <a:pt x="139700" y="73660"/>
                  </a:lnTo>
                  <a:lnTo>
                    <a:pt x="138430" y="71119"/>
                  </a:lnTo>
                  <a:lnTo>
                    <a:pt x="137160" y="69850"/>
                  </a:lnTo>
                  <a:lnTo>
                    <a:pt x="134620" y="66039"/>
                  </a:lnTo>
                  <a:lnTo>
                    <a:pt x="132080" y="62230"/>
                  </a:lnTo>
                  <a:lnTo>
                    <a:pt x="129539" y="59689"/>
                  </a:lnTo>
                  <a:lnTo>
                    <a:pt x="124460" y="55880"/>
                  </a:lnTo>
                  <a:lnTo>
                    <a:pt x="120650" y="52069"/>
                  </a:lnTo>
                  <a:lnTo>
                    <a:pt x="104139" y="43180"/>
                  </a:lnTo>
                  <a:lnTo>
                    <a:pt x="97789" y="40639"/>
                  </a:lnTo>
                  <a:lnTo>
                    <a:pt x="90170" y="38100"/>
                  </a:lnTo>
                  <a:lnTo>
                    <a:pt x="82550" y="36830"/>
                  </a:lnTo>
                  <a:lnTo>
                    <a:pt x="73660" y="34289"/>
                  </a:lnTo>
                  <a:lnTo>
                    <a:pt x="64770" y="33019"/>
                  </a:lnTo>
                  <a:lnTo>
                    <a:pt x="55880" y="31750"/>
                  </a:lnTo>
                  <a:lnTo>
                    <a:pt x="45720" y="30480"/>
                  </a:lnTo>
                  <a:lnTo>
                    <a:pt x="35560" y="30480"/>
                  </a:lnTo>
                  <a:lnTo>
                    <a:pt x="1270" y="30480"/>
                  </a:lnTo>
                  <a:lnTo>
                    <a:pt x="1270" y="8889"/>
                  </a:lnTo>
                  <a:lnTo>
                    <a:pt x="110489" y="11430"/>
                  </a:lnTo>
                  <a:lnTo>
                    <a:pt x="549910" y="0"/>
                  </a:lnTo>
                  <a:lnTo>
                    <a:pt x="549910" y="21589"/>
                  </a:lnTo>
                  <a:lnTo>
                    <a:pt x="504189" y="22860"/>
                  </a:lnTo>
                  <a:lnTo>
                    <a:pt x="494030" y="22860"/>
                  </a:lnTo>
                  <a:lnTo>
                    <a:pt x="483870" y="24130"/>
                  </a:lnTo>
                  <a:lnTo>
                    <a:pt x="473710" y="25400"/>
                  </a:lnTo>
                  <a:lnTo>
                    <a:pt x="464820" y="26669"/>
                  </a:lnTo>
                  <a:lnTo>
                    <a:pt x="455930" y="27939"/>
                  </a:lnTo>
                  <a:lnTo>
                    <a:pt x="447039" y="30480"/>
                  </a:lnTo>
                  <a:lnTo>
                    <a:pt x="439420" y="33019"/>
                  </a:lnTo>
                  <a:lnTo>
                    <a:pt x="433070" y="36830"/>
                  </a:lnTo>
                  <a:lnTo>
                    <a:pt x="427989" y="39369"/>
                  </a:lnTo>
                  <a:lnTo>
                    <a:pt x="422910" y="41910"/>
                  </a:lnTo>
                  <a:lnTo>
                    <a:pt x="419100" y="44450"/>
                  </a:lnTo>
                  <a:lnTo>
                    <a:pt x="415289" y="48260"/>
                  </a:lnTo>
                  <a:lnTo>
                    <a:pt x="411480" y="52069"/>
                  </a:lnTo>
                  <a:lnTo>
                    <a:pt x="407670" y="55880"/>
                  </a:lnTo>
                  <a:lnTo>
                    <a:pt x="405130" y="60960"/>
                  </a:lnTo>
                  <a:lnTo>
                    <a:pt x="401320" y="66039"/>
                  </a:lnTo>
                  <a:lnTo>
                    <a:pt x="401320" y="67310"/>
                  </a:lnTo>
                  <a:lnTo>
                    <a:pt x="400050" y="69850"/>
                  </a:lnTo>
                  <a:lnTo>
                    <a:pt x="398780" y="74930"/>
                  </a:lnTo>
                  <a:lnTo>
                    <a:pt x="396239" y="82550"/>
                  </a:lnTo>
                  <a:lnTo>
                    <a:pt x="394970" y="90169"/>
                  </a:lnTo>
                  <a:lnTo>
                    <a:pt x="393700" y="111760"/>
                  </a:lnTo>
                  <a:lnTo>
                    <a:pt x="393700" y="138430"/>
                  </a:lnTo>
                  <a:lnTo>
                    <a:pt x="394970" y="640080"/>
                  </a:lnTo>
                  <a:lnTo>
                    <a:pt x="397510" y="689610"/>
                  </a:lnTo>
                  <a:lnTo>
                    <a:pt x="403860" y="715010"/>
                  </a:lnTo>
                  <a:lnTo>
                    <a:pt x="403860" y="717550"/>
                  </a:lnTo>
                  <a:lnTo>
                    <a:pt x="405130" y="720089"/>
                  </a:lnTo>
                  <a:lnTo>
                    <a:pt x="406400" y="721360"/>
                  </a:lnTo>
                  <a:lnTo>
                    <a:pt x="407670" y="723900"/>
                  </a:lnTo>
                  <a:lnTo>
                    <a:pt x="410210" y="725169"/>
                  </a:lnTo>
                  <a:lnTo>
                    <a:pt x="411480" y="726439"/>
                  </a:lnTo>
                  <a:lnTo>
                    <a:pt x="414020" y="728980"/>
                  </a:lnTo>
                  <a:lnTo>
                    <a:pt x="415289" y="730250"/>
                  </a:lnTo>
                  <a:lnTo>
                    <a:pt x="417830" y="731519"/>
                  </a:lnTo>
                  <a:lnTo>
                    <a:pt x="420370" y="732789"/>
                  </a:lnTo>
                  <a:lnTo>
                    <a:pt x="422910" y="735330"/>
                  </a:lnTo>
                  <a:lnTo>
                    <a:pt x="427989" y="737869"/>
                  </a:lnTo>
                  <a:lnTo>
                    <a:pt x="434339" y="739139"/>
                  </a:lnTo>
                  <a:lnTo>
                    <a:pt x="440689" y="741680"/>
                  </a:lnTo>
                  <a:lnTo>
                    <a:pt x="443230" y="742950"/>
                  </a:lnTo>
                  <a:lnTo>
                    <a:pt x="445770" y="742950"/>
                  </a:lnTo>
                  <a:lnTo>
                    <a:pt x="453389" y="744219"/>
                  </a:lnTo>
                  <a:lnTo>
                    <a:pt x="462280" y="744219"/>
                  </a:lnTo>
                  <a:lnTo>
                    <a:pt x="473710" y="745489"/>
                  </a:lnTo>
                  <a:lnTo>
                    <a:pt x="499110" y="745489"/>
                  </a:lnTo>
                  <a:lnTo>
                    <a:pt x="533400" y="745489"/>
                  </a:lnTo>
                  <a:lnTo>
                    <a:pt x="619760" y="745489"/>
                  </a:lnTo>
                  <a:lnTo>
                    <a:pt x="638810" y="745489"/>
                  </a:lnTo>
                  <a:lnTo>
                    <a:pt x="659130" y="742950"/>
                  </a:lnTo>
                  <a:lnTo>
                    <a:pt x="711200" y="735330"/>
                  </a:lnTo>
                  <a:lnTo>
                    <a:pt x="756920" y="721360"/>
                  </a:lnTo>
                  <a:lnTo>
                    <a:pt x="795020" y="701039"/>
                  </a:lnTo>
                  <a:lnTo>
                    <a:pt x="830580" y="673100"/>
                  </a:lnTo>
                  <a:lnTo>
                    <a:pt x="840739" y="661669"/>
                  </a:lnTo>
                  <a:lnTo>
                    <a:pt x="850900" y="650239"/>
                  </a:lnTo>
                  <a:lnTo>
                    <a:pt x="861060" y="637539"/>
                  </a:lnTo>
                  <a:lnTo>
                    <a:pt x="869950" y="623569"/>
                  </a:lnTo>
                  <a:lnTo>
                    <a:pt x="880110" y="607060"/>
                  </a:lnTo>
                  <a:lnTo>
                    <a:pt x="880110" y="605789"/>
                  </a:lnTo>
                  <a:lnTo>
                    <a:pt x="886460" y="594360"/>
                  </a:lnTo>
                  <a:lnTo>
                    <a:pt x="890270" y="590550"/>
                  </a:lnTo>
                  <a:lnTo>
                    <a:pt x="908050" y="551180"/>
                  </a:lnTo>
                  <a:lnTo>
                    <a:pt x="925830" y="505460"/>
                  </a:lnTo>
                  <a:lnTo>
                    <a:pt x="957580" y="504189"/>
                  </a:lnTo>
                  <a:close/>
                </a:path>
              </a:pathLst>
            </a:custGeom>
            <a:ln w="9344">
              <a:solidFill>
                <a:srgbClr val="000000"/>
              </a:solidFill>
            </a:ln>
          </p:spPr>
          <p:txBody>
            <a:bodyPr wrap="square" lIns="0" tIns="0" rIns="0" bIns="0" rtlCol="0"/>
            <a:lstStyle/>
            <a:p/>
          </p:txBody>
        </p:sp>
      </p:grpSp>
      <p:grpSp>
        <p:nvGrpSpPr>
          <p:cNvPr id="2003" name="object 2003"/>
          <p:cNvGrpSpPr/>
          <p:nvPr/>
        </p:nvGrpSpPr>
        <p:grpSpPr>
          <a:xfrm>
            <a:off x="5415687" y="3995827"/>
            <a:ext cx="967105" cy="854075"/>
            <a:chOff x="5415687" y="3995827"/>
            <a:chExt cx="967105" cy="854075"/>
          </a:xfrm>
        </p:grpSpPr>
        <p:sp>
          <p:nvSpPr>
            <p:cNvPr id="2004" name="object 2004"/>
            <p:cNvSpPr/>
            <p:nvPr/>
          </p:nvSpPr>
          <p:spPr>
            <a:xfrm>
              <a:off x="5909309" y="4000500"/>
              <a:ext cx="59690" cy="6350"/>
            </a:xfrm>
            <a:custGeom>
              <a:avLst/>
              <a:gdLst/>
              <a:ahLst/>
              <a:cxnLst/>
              <a:rect l="l" t="t" r="r" b="b"/>
              <a:pathLst>
                <a:path w="59689" h="6350">
                  <a:moveTo>
                    <a:pt x="59689" y="0"/>
                  </a:moveTo>
                  <a:lnTo>
                    <a:pt x="58419" y="0"/>
                  </a:lnTo>
                  <a:lnTo>
                    <a:pt x="58419" y="1269"/>
                  </a:lnTo>
                  <a:lnTo>
                    <a:pt x="39369" y="1269"/>
                  </a:lnTo>
                  <a:lnTo>
                    <a:pt x="39369" y="2539"/>
                  </a:lnTo>
                  <a:lnTo>
                    <a:pt x="59689" y="2539"/>
                  </a:lnTo>
                  <a:lnTo>
                    <a:pt x="59689" y="0"/>
                  </a:lnTo>
                  <a:close/>
                </a:path>
                <a:path w="59689" h="6350">
                  <a:moveTo>
                    <a:pt x="59689" y="2540"/>
                  </a:moveTo>
                  <a:lnTo>
                    <a:pt x="26669" y="2540"/>
                  </a:lnTo>
                  <a:lnTo>
                    <a:pt x="26669" y="3810"/>
                  </a:lnTo>
                  <a:lnTo>
                    <a:pt x="13969" y="3810"/>
                  </a:lnTo>
                  <a:lnTo>
                    <a:pt x="13969" y="5080"/>
                  </a:lnTo>
                  <a:lnTo>
                    <a:pt x="0" y="5080"/>
                  </a:lnTo>
                  <a:lnTo>
                    <a:pt x="0" y="6350"/>
                  </a:lnTo>
                  <a:lnTo>
                    <a:pt x="59689" y="6350"/>
                  </a:lnTo>
                  <a:lnTo>
                    <a:pt x="59689" y="2540"/>
                  </a:lnTo>
                  <a:close/>
                </a:path>
              </a:pathLst>
            </a:custGeom>
            <a:solidFill>
              <a:srgbClr val="000000"/>
            </a:solidFill>
          </p:spPr>
          <p:txBody>
            <a:bodyPr wrap="square" lIns="0" tIns="0" rIns="0" bIns="0" rtlCol="0"/>
            <a:lstStyle/>
            <a:p/>
          </p:txBody>
        </p:sp>
        <p:sp>
          <p:nvSpPr>
            <p:cNvPr id="2005" name="object 2005"/>
            <p:cNvSpPr/>
            <p:nvPr/>
          </p:nvSpPr>
          <p:spPr>
            <a:xfrm>
              <a:off x="5844540" y="4006849"/>
              <a:ext cx="124460" cy="6350"/>
            </a:xfrm>
            <a:custGeom>
              <a:avLst/>
              <a:gdLst/>
              <a:ahLst/>
              <a:cxnLst/>
              <a:rect l="l" t="t" r="r" b="b"/>
              <a:pathLst>
                <a:path w="124460" h="6350">
                  <a:moveTo>
                    <a:pt x="124460" y="0"/>
                  </a:moveTo>
                  <a:lnTo>
                    <a:pt x="52070" y="0"/>
                  </a:lnTo>
                  <a:lnTo>
                    <a:pt x="52070" y="1270"/>
                  </a:lnTo>
                  <a:lnTo>
                    <a:pt x="39370" y="1270"/>
                  </a:lnTo>
                  <a:lnTo>
                    <a:pt x="39370" y="2540"/>
                  </a:lnTo>
                  <a:lnTo>
                    <a:pt x="26670" y="2540"/>
                  </a:lnTo>
                  <a:lnTo>
                    <a:pt x="26670" y="3810"/>
                  </a:lnTo>
                  <a:lnTo>
                    <a:pt x="13970" y="3810"/>
                  </a:lnTo>
                  <a:lnTo>
                    <a:pt x="13970" y="5080"/>
                  </a:lnTo>
                  <a:lnTo>
                    <a:pt x="0" y="5080"/>
                  </a:lnTo>
                  <a:lnTo>
                    <a:pt x="0" y="6350"/>
                  </a:lnTo>
                  <a:lnTo>
                    <a:pt x="124460" y="6350"/>
                  </a:lnTo>
                  <a:lnTo>
                    <a:pt x="124460" y="5080"/>
                  </a:lnTo>
                  <a:lnTo>
                    <a:pt x="124460" y="3810"/>
                  </a:lnTo>
                  <a:lnTo>
                    <a:pt x="124460" y="2540"/>
                  </a:lnTo>
                  <a:lnTo>
                    <a:pt x="124460" y="1270"/>
                  </a:lnTo>
                  <a:lnTo>
                    <a:pt x="124460" y="0"/>
                  </a:lnTo>
                  <a:close/>
                </a:path>
              </a:pathLst>
            </a:custGeom>
            <a:solidFill>
              <a:srgbClr val="010000"/>
            </a:solidFill>
          </p:spPr>
          <p:txBody>
            <a:bodyPr wrap="square" lIns="0" tIns="0" rIns="0" bIns="0" rtlCol="0"/>
            <a:lstStyle/>
            <a:p/>
          </p:txBody>
        </p:sp>
        <p:sp>
          <p:nvSpPr>
            <p:cNvPr id="2006" name="object 2006"/>
            <p:cNvSpPr/>
            <p:nvPr/>
          </p:nvSpPr>
          <p:spPr>
            <a:xfrm>
              <a:off x="5767070" y="4013200"/>
              <a:ext cx="201930" cy="7620"/>
            </a:xfrm>
            <a:custGeom>
              <a:avLst/>
              <a:gdLst/>
              <a:ahLst/>
              <a:cxnLst/>
              <a:rect l="l" t="t" r="r" b="b"/>
              <a:pathLst>
                <a:path w="201929" h="7620">
                  <a:moveTo>
                    <a:pt x="201930" y="0"/>
                  </a:moveTo>
                  <a:lnTo>
                    <a:pt x="64770" y="0"/>
                  </a:lnTo>
                  <a:lnTo>
                    <a:pt x="64770" y="1270"/>
                  </a:lnTo>
                  <a:lnTo>
                    <a:pt x="52070" y="1270"/>
                  </a:lnTo>
                  <a:lnTo>
                    <a:pt x="52070" y="2540"/>
                  </a:lnTo>
                  <a:lnTo>
                    <a:pt x="39370" y="2540"/>
                  </a:lnTo>
                  <a:lnTo>
                    <a:pt x="39370" y="3810"/>
                  </a:lnTo>
                  <a:lnTo>
                    <a:pt x="25400" y="3810"/>
                  </a:lnTo>
                  <a:lnTo>
                    <a:pt x="25400" y="5080"/>
                  </a:lnTo>
                  <a:lnTo>
                    <a:pt x="12700" y="5080"/>
                  </a:lnTo>
                  <a:lnTo>
                    <a:pt x="12700" y="6350"/>
                  </a:lnTo>
                  <a:lnTo>
                    <a:pt x="0" y="6350"/>
                  </a:lnTo>
                  <a:lnTo>
                    <a:pt x="0" y="7620"/>
                  </a:lnTo>
                  <a:lnTo>
                    <a:pt x="201930" y="7620"/>
                  </a:lnTo>
                  <a:lnTo>
                    <a:pt x="201930" y="6350"/>
                  </a:lnTo>
                  <a:lnTo>
                    <a:pt x="201930" y="5080"/>
                  </a:lnTo>
                  <a:lnTo>
                    <a:pt x="201930" y="3810"/>
                  </a:lnTo>
                  <a:lnTo>
                    <a:pt x="201930" y="2540"/>
                  </a:lnTo>
                  <a:lnTo>
                    <a:pt x="201930" y="1270"/>
                  </a:lnTo>
                  <a:lnTo>
                    <a:pt x="201930" y="0"/>
                  </a:lnTo>
                  <a:close/>
                </a:path>
              </a:pathLst>
            </a:custGeom>
            <a:solidFill>
              <a:srgbClr val="030200"/>
            </a:solidFill>
          </p:spPr>
          <p:txBody>
            <a:bodyPr wrap="square" lIns="0" tIns="0" rIns="0" bIns="0" rtlCol="0"/>
            <a:lstStyle/>
            <a:p/>
          </p:txBody>
        </p:sp>
        <p:sp>
          <p:nvSpPr>
            <p:cNvPr id="2007" name="object 2007"/>
            <p:cNvSpPr/>
            <p:nvPr/>
          </p:nvSpPr>
          <p:spPr>
            <a:xfrm>
              <a:off x="5689600" y="4020820"/>
              <a:ext cx="279400" cy="7620"/>
            </a:xfrm>
            <a:custGeom>
              <a:avLst/>
              <a:gdLst/>
              <a:ahLst/>
              <a:cxnLst/>
              <a:rect l="l" t="t" r="r" b="b"/>
              <a:pathLst>
                <a:path w="279400" h="7620">
                  <a:moveTo>
                    <a:pt x="279400" y="1282"/>
                  </a:moveTo>
                  <a:lnTo>
                    <a:pt x="52070" y="1282"/>
                  </a:lnTo>
                  <a:lnTo>
                    <a:pt x="52070" y="2540"/>
                  </a:lnTo>
                  <a:lnTo>
                    <a:pt x="38100" y="2540"/>
                  </a:lnTo>
                  <a:lnTo>
                    <a:pt x="38100" y="3810"/>
                  </a:lnTo>
                  <a:lnTo>
                    <a:pt x="25400" y="3810"/>
                  </a:lnTo>
                  <a:lnTo>
                    <a:pt x="25400" y="5080"/>
                  </a:lnTo>
                  <a:lnTo>
                    <a:pt x="12700" y="5080"/>
                  </a:lnTo>
                  <a:lnTo>
                    <a:pt x="12700" y="6350"/>
                  </a:lnTo>
                  <a:lnTo>
                    <a:pt x="0" y="6350"/>
                  </a:lnTo>
                  <a:lnTo>
                    <a:pt x="0" y="7620"/>
                  </a:lnTo>
                  <a:lnTo>
                    <a:pt x="223520" y="7620"/>
                  </a:lnTo>
                  <a:lnTo>
                    <a:pt x="223520" y="6350"/>
                  </a:lnTo>
                  <a:lnTo>
                    <a:pt x="251460" y="6350"/>
                  </a:lnTo>
                  <a:lnTo>
                    <a:pt x="251460" y="5080"/>
                  </a:lnTo>
                  <a:lnTo>
                    <a:pt x="261620" y="5080"/>
                  </a:lnTo>
                  <a:lnTo>
                    <a:pt x="261620" y="3810"/>
                  </a:lnTo>
                  <a:lnTo>
                    <a:pt x="273050" y="3810"/>
                  </a:lnTo>
                  <a:lnTo>
                    <a:pt x="273050" y="2540"/>
                  </a:lnTo>
                  <a:lnTo>
                    <a:pt x="279400" y="2540"/>
                  </a:lnTo>
                  <a:lnTo>
                    <a:pt x="279400" y="1282"/>
                  </a:lnTo>
                  <a:close/>
                </a:path>
                <a:path w="279400" h="7620">
                  <a:moveTo>
                    <a:pt x="279400" y="0"/>
                  </a:moveTo>
                  <a:lnTo>
                    <a:pt x="64770" y="0"/>
                  </a:lnTo>
                  <a:lnTo>
                    <a:pt x="64770" y="1270"/>
                  </a:lnTo>
                  <a:lnTo>
                    <a:pt x="279400" y="1270"/>
                  </a:lnTo>
                  <a:lnTo>
                    <a:pt x="279400" y="0"/>
                  </a:lnTo>
                  <a:close/>
                </a:path>
              </a:pathLst>
            </a:custGeom>
            <a:solidFill>
              <a:srgbClr val="050300"/>
            </a:solidFill>
          </p:spPr>
          <p:txBody>
            <a:bodyPr wrap="square" lIns="0" tIns="0" rIns="0" bIns="0" rtlCol="0"/>
            <a:lstStyle/>
            <a:p/>
          </p:txBody>
        </p:sp>
        <p:sp>
          <p:nvSpPr>
            <p:cNvPr id="2008" name="object 2008"/>
            <p:cNvSpPr/>
            <p:nvPr/>
          </p:nvSpPr>
          <p:spPr>
            <a:xfrm>
              <a:off x="5599430" y="4028452"/>
              <a:ext cx="311150" cy="6350"/>
            </a:xfrm>
            <a:custGeom>
              <a:avLst/>
              <a:gdLst/>
              <a:ahLst/>
              <a:cxnLst/>
              <a:rect l="l" t="t" r="r" b="b"/>
              <a:pathLst>
                <a:path w="311150" h="6350">
                  <a:moveTo>
                    <a:pt x="311150" y="0"/>
                  </a:moveTo>
                  <a:lnTo>
                    <a:pt x="82550" y="0"/>
                  </a:lnTo>
                  <a:lnTo>
                    <a:pt x="82550" y="1257"/>
                  </a:lnTo>
                  <a:lnTo>
                    <a:pt x="72390" y="1257"/>
                  </a:lnTo>
                  <a:lnTo>
                    <a:pt x="72390" y="2527"/>
                  </a:lnTo>
                  <a:lnTo>
                    <a:pt x="41910" y="2527"/>
                  </a:lnTo>
                  <a:lnTo>
                    <a:pt x="41910" y="3797"/>
                  </a:lnTo>
                  <a:lnTo>
                    <a:pt x="20320" y="3797"/>
                  </a:lnTo>
                  <a:lnTo>
                    <a:pt x="20320" y="5067"/>
                  </a:lnTo>
                  <a:lnTo>
                    <a:pt x="0" y="5067"/>
                  </a:lnTo>
                  <a:lnTo>
                    <a:pt x="0" y="6337"/>
                  </a:lnTo>
                  <a:lnTo>
                    <a:pt x="284467" y="6337"/>
                  </a:lnTo>
                  <a:lnTo>
                    <a:pt x="284467" y="5067"/>
                  </a:lnTo>
                  <a:lnTo>
                    <a:pt x="292100" y="5067"/>
                  </a:lnTo>
                  <a:lnTo>
                    <a:pt x="292100" y="3797"/>
                  </a:lnTo>
                  <a:lnTo>
                    <a:pt x="294627" y="3797"/>
                  </a:lnTo>
                  <a:lnTo>
                    <a:pt x="294627" y="2527"/>
                  </a:lnTo>
                  <a:lnTo>
                    <a:pt x="303530" y="2527"/>
                  </a:lnTo>
                  <a:lnTo>
                    <a:pt x="303530" y="1257"/>
                  </a:lnTo>
                  <a:lnTo>
                    <a:pt x="311150" y="1257"/>
                  </a:lnTo>
                  <a:lnTo>
                    <a:pt x="311150" y="0"/>
                  </a:lnTo>
                  <a:close/>
                </a:path>
              </a:pathLst>
            </a:custGeom>
            <a:solidFill>
              <a:srgbClr val="070500"/>
            </a:solidFill>
          </p:spPr>
          <p:txBody>
            <a:bodyPr wrap="square" lIns="0" tIns="0" rIns="0" bIns="0" rtlCol="0"/>
            <a:lstStyle/>
            <a:p/>
          </p:txBody>
        </p:sp>
        <p:sp>
          <p:nvSpPr>
            <p:cNvPr id="2009" name="object 2009"/>
            <p:cNvSpPr/>
            <p:nvPr/>
          </p:nvSpPr>
          <p:spPr>
            <a:xfrm>
              <a:off x="5473700" y="4034802"/>
              <a:ext cx="407670" cy="7620"/>
            </a:xfrm>
            <a:custGeom>
              <a:avLst/>
              <a:gdLst/>
              <a:ahLst/>
              <a:cxnLst/>
              <a:rect l="l" t="t" r="r" b="b"/>
              <a:pathLst>
                <a:path w="407670" h="7620">
                  <a:moveTo>
                    <a:pt x="389890" y="6350"/>
                  </a:moveTo>
                  <a:lnTo>
                    <a:pt x="0" y="6350"/>
                  </a:lnTo>
                  <a:lnTo>
                    <a:pt x="0" y="7607"/>
                  </a:lnTo>
                  <a:lnTo>
                    <a:pt x="389890" y="7607"/>
                  </a:lnTo>
                  <a:lnTo>
                    <a:pt x="389890" y="6350"/>
                  </a:lnTo>
                  <a:close/>
                </a:path>
                <a:path w="407670" h="7620">
                  <a:moveTo>
                    <a:pt x="407657" y="0"/>
                  </a:moveTo>
                  <a:lnTo>
                    <a:pt x="104140" y="0"/>
                  </a:lnTo>
                  <a:lnTo>
                    <a:pt x="104140" y="1257"/>
                  </a:lnTo>
                  <a:lnTo>
                    <a:pt x="83820" y="1257"/>
                  </a:lnTo>
                  <a:lnTo>
                    <a:pt x="83820" y="2527"/>
                  </a:lnTo>
                  <a:lnTo>
                    <a:pt x="62230" y="2527"/>
                  </a:lnTo>
                  <a:lnTo>
                    <a:pt x="62230" y="3797"/>
                  </a:lnTo>
                  <a:lnTo>
                    <a:pt x="41910" y="3797"/>
                  </a:lnTo>
                  <a:lnTo>
                    <a:pt x="41910" y="5067"/>
                  </a:lnTo>
                  <a:lnTo>
                    <a:pt x="20320" y="5067"/>
                  </a:lnTo>
                  <a:lnTo>
                    <a:pt x="20320" y="6337"/>
                  </a:lnTo>
                  <a:lnTo>
                    <a:pt x="392430" y="6337"/>
                  </a:lnTo>
                  <a:lnTo>
                    <a:pt x="392430" y="5067"/>
                  </a:lnTo>
                  <a:lnTo>
                    <a:pt x="393700" y="5067"/>
                  </a:lnTo>
                  <a:lnTo>
                    <a:pt x="393700" y="3797"/>
                  </a:lnTo>
                  <a:lnTo>
                    <a:pt x="398780" y="3797"/>
                  </a:lnTo>
                  <a:lnTo>
                    <a:pt x="398780" y="2527"/>
                  </a:lnTo>
                  <a:lnTo>
                    <a:pt x="401320" y="2527"/>
                  </a:lnTo>
                  <a:lnTo>
                    <a:pt x="401320" y="1257"/>
                  </a:lnTo>
                  <a:lnTo>
                    <a:pt x="407657" y="1257"/>
                  </a:lnTo>
                  <a:lnTo>
                    <a:pt x="407657" y="0"/>
                  </a:lnTo>
                  <a:close/>
                </a:path>
              </a:pathLst>
            </a:custGeom>
            <a:solidFill>
              <a:srgbClr val="090700"/>
            </a:solidFill>
          </p:spPr>
          <p:txBody>
            <a:bodyPr wrap="square" lIns="0" tIns="0" rIns="0" bIns="0" rtlCol="0"/>
            <a:lstStyle/>
            <a:p/>
          </p:txBody>
        </p:sp>
        <p:sp>
          <p:nvSpPr>
            <p:cNvPr id="2010" name="object 2010"/>
            <p:cNvSpPr/>
            <p:nvPr/>
          </p:nvSpPr>
          <p:spPr>
            <a:xfrm>
              <a:off x="5420360" y="4042409"/>
              <a:ext cx="439420" cy="7620"/>
            </a:xfrm>
            <a:custGeom>
              <a:avLst/>
              <a:gdLst/>
              <a:ahLst/>
              <a:cxnLst/>
              <a:rect l="l" t="t" r="r" b="b"/>
              <a:pathLst>
                <a:path w="439420" h="7620">
                  <a:moveTo>
                    <a:pt x="439420" y="0"/>
                  </a:moveTo>
                  <a:lnTo>
                    <a:pt x="31750" y="0"/>
                  </a:lnTo>
                  <a:lnTo>
                    <a:pt x="31750" y="1270"/>
                  </a:lnTo>
                  <a:lnTo>
                    <a:pt x="11430" y="1270"/>
                  </a:lnTo>
                  <a:lnTo>
                    <a:pt x="11430" y="2540"/>
                  </a:lnTo>
                  <a:lnTo>
                    <a:pt x="0" y="2540"/>
                  </a:lnTo>
                  <a:lnTo>
                    <a:pt x="0" y="3810"/>
                  </a:lnTo>
                  <a:lnTo>
                    <a:pt x="0" y="5080"/>
                  </a:lnTo>
                  <a:lnTo>
                    <a:pt x="0" y="6350"/>
                  </a:lnTo>
                  <a:lnTo>
                    <a:pt x="0" y="7620"/>
                  </a:lnTo>
                  <a:lnTo>
                    <a:pt x="427990" y="7620"/>
                  </a:lnTo>
                  <a:lnTo>
                    <a:pt x="427990" y="6350"/>
                  </a:lnTo>
                  <a:lnTo>
                    <a:pt x="430530" y="6350"/>
                  </a:lnTo>
                  <a:lnTo>
                    <a:pt x="430530" y="5080"/>
                  </a:lnTo>
                  <a:lnTo>
                    <a:pt x="431800" y="5080"/>
                  </a:lnTo>
                  <a:lnTo>
                    <a:pt x="431800" y="3810"/>
                  </a:lnTo>
                  <a:lnTo>
                    <a:pt x="435610" y="3810"/>
                  </a:lnTo>
                  <a:lnTo>
                    <a:pt x="435610" y="2540"/>
                  </a:lnTo>
                  <a:lnTo>
                    <a:pt x="438150" y="2540"/>
                  </a:lnTo>
                  <a:lnTo>
                    <a:pt x="438150" y="1270"/>
                  </a:lnTo>
                  <a:lnTo>
                    <a:pt x="439420" y="1270"/>
                  </a:lnTo>
                  <a:lnTo>
                    <a:pt x="439420" y="0"/>
                  </a:lnTo>
                  <a:close/>
                </a:path>
              </a:pathLst>
            </a:custGeom>
            <a:solidFill>
              <a:srgbClr val="0B0800"/>
            </a:solidFill>
          </p:spPr>
          <p:txBody>
            <a:bodyPr wrap="square" lIns="0" tIns="0" rIns="0" bIns="0" rtlCol="0"/>
            <a:lstStyle/>
            <a:p/>
          </p:txBody>
        </p:sp>
        <p:sp>
          <p:nvSpPr>
            <p:cNvPr id="2011" name="object 2011"/>
            <p:cNvSpPr/>
            <p:nvPr/>
          </p:nvSpPr>
          <p:spPr>
            <a:xfrm>
              <a:off x="5420360" y="4050030"/>
              <a:ext cx="426720" cy="6350"/>
            </a:xfrm>
            <a:custGeom>
              <a:avLst/>
              <a:gdLst/>
              <a:ahLst/>
              <a:cxnLst/>
              <a:rect l="l" t="t" r="r" b="b"/>
              <a:pathLst>
                <a:path w="426720" h="6350">
                  <a:moveTo>
                    <a:pt x="426720" y="0"/>
                  </a:moveTo>
                  <a:lnTo>
                    <a:pt x="0" y="0"/>
                  </a:lnTo>
                  <a:lnTo>
                    <a:pt x="0" y="1270"/>
                  </a:lnTo>
                  <a:lnTo>
                    <a:pt x="0" y="2540"/>
                  </a:lnTo>
                  <a:lnTo>
                    <a:pt x="0" y="3810"/>
                  </a:lnTo>
                  <a:lnTo>
                    <a:pt x="0" y="5080"/>
                  </a:lnTo>
                  <a:lnTo>
                    <a:pt x="0" y="6350"/>
                  </a:lnTo>
                  <a:lnTo>
                    <a:pt x="419100" y="6350"/>
                  </a:lnTo>
                  <a:lnTo>
                    <a:pt x="419100" y="5080"/>
                  </a:lnTo>
                  <a:lnTo>
                    <a:pt x="420370" y="5080"/>
                  </a:lnTo>
                  <a:lnTo>
                    <a:pt x="420370" y="3810"/>
                  </a:lnTo>
                  <a:lnTo>
                    <a:pt x="421640" y="3810"/>
                  </a:lnTo>
                  <a:lnTo>
                    <a:pt x="421640" y="2540"/>
                  </a:lnTo>
                  <a:lnTo>
                    <a:pt x="422910" y="2540"/>
                  </a:lnTo>
                  <a:lnTo>
                    <a:pt x="422910" y="1270"/>
                  </a:lnTo>
                  <a:lnTo>
                    <a:pt x="426720" y="1270"/>
                  </a:lnTo>
                  <a:lnTo>
                    <a:pt x="426720" y="0"/>
                  </a:lnTo>
                  <a:close/>
                </a:path>
              </a:pathLst>
            </a:custGeom>
            <a:solidFill>
              <a:srgbClr val="0E0A00"/>
            </a:solidFill>
          </p:spPr>
          <p:txBody>
            <a:bodyPr wrap="square" lIns="0" tIns="0" rIns="0" bIns="0" rtlCol="0"/>
            <a:lstStyle/>
            <a:p/>
          </p:txBody>
        </p:sp>
        <p:sp>
          <p:nvSpPr>
            <p:cNvPr id="2012" name="object 2012"/>
            <p:cNvSpPr/>
            <p:nvPr/>
          </p:nvSpPr>
          <p:spPr>
            <a:xfrm>
              <a:off x="5420360" y="4056380"/>
              <a:ext cx="417830" cy="7620"/>
            </a:xfrm>
            <a:custGeom>
              <a:avLst/>
              <a:gdLst/>
              <a:ahLst/>
              <a:cxnLst/>
              <a:rect l="l" t="t" r="r" b="b"/>
              <a:pathLst>
                <a:path w="417829" h="7620">
                  <a:moveTo>
                    <a:pt x="417830" y="0"/>
                  </a:moveTo>
                  <a:lnTo>
                    <a:pt x="0" y="0"/>
                  </a:lnTo>
                  <a:lnTo>
                    <a:pt x="0" y="1270"/>
                  </a:lnTo>
                  <a:lnTo>
                    <a:pt x="0" y="2540"/>
                  </a:lnTo>
                  <a:lnTo>
                    <a:pt x="0" y="3810"/>
                  </a:lnTo>
                  <a:lnTo>
                    <a:pt x="0" y="5080"/>
                  </a:lnTo>
                  <a:lnTo>
                    <a:pt x="0" y="6350"/>
                  </a:lnTo>
                  <a:lnTo>
                    <a:pt x="0" y="7620"/>
                  </a:lnTo>
                  <a:lnTo>
                    <a:pt x="411480" y="7620"/>
                  </a:lnTo>
                  <a:lnTo>
                    <a:pt x="411480" y="6350"/>
                  </a:lnTo>
                  <a:lnTo>
                    <a:pt x="412750" y="6350"/>
                  </a:lnTo>
                  <a:lnTo>
                    <a:pt x="412750" y="5080"/>
                  </a:lnTo>
                  <a:lnTo>
                    <a:pt x="414020" y="5080"/>
                  </a:lnTo>
                  <a:lnTo>
                    <a:pt x="414020" y="3810"/>
                  </a:lnTo>
                  <a:lnTo>
                    <a:pt x="415290" y="3810"/>
                  </a:lnTo>
                  <a:lnTo>
                    <a:pt x="415290" y="2540"/>
                  </a:lnTo>
                  <a:lnTo>
                    <a:pt x="416560" y="2540"/>
                  </a:lnTo>
                  <a:lnTo>
                    <a:pt x="416560" y="1270"/>
                  </a:lnTo>
                  <a:lnTo>
                    <a:pt x="417830" y="1270"/>
                  </a:lnTo>
                  <a:lnTo>
                    <a:pt x="417830" y="0"/>
                  </a:lnTo>
                  <a:close/>
                </a:path>
              </a:pathLst>
            </a:custGeom>
            <a:solidFill>
              <a:srgbClr val="100B00"/>
            </a:solidFill>
          </p:spPr>
          <p:txBody>
            <a:bodyPr wrap="square" lIns="0" tIns="0" rIns="0" bIns="0" rtlCol="0"/>
            <a:lstStyle/>
            <a:p/>
          </p:txBody>
        </p:sp>
        <p:sp>
          <p:nvSpPr>
            <p:cNvPr id="2013" name="object 2013"/>
            <p:cNvSpPr/>
            <p:nvPr/>
          </p:nvSpPr>
          <p:spPr>
            <a:xfrm>
              <a:off x="5420360" y="4064000"/>
              <a:ext cx="410209" cy="7620"/>
            </a:xfrm>
            <a:custGeom>
              <a:avLst/>
              <a:gdLst/>
              <a:ahLst/>
              <a:cxnLst/>
              <a:rect l="l" t="t" r="r" b="b"/>
              <a:pathLst>
                <a:path w="410210" h="7620">
                  <a:moveTo>
                    <a:pt x="46990" y="0"/>
                  </a:moveTo>
                  <a:lnTo>
                    <a:pt x="0" y="0"/>
                  </a:lnTo>
                  <a:lnTo>
                    <a:pt x="0" y="1270"/>
                  </a:lnTo>
                  <a:lnTo>
                    <a:pt x="0" y="2540"/>
                  </a:lnTo>
                  <a:lnTo>
                    <a:pt x="0" y="3810"/>
                  </a:lnTo>
                  <a:lnTo>
                    <a:pt x="0" y="5080"/>
                  </a:lnTo>
                  <a:lnTo>
                    <a:pt x="1270" y="5080"/>
                  </a:lnTo>
                  <a:lnTo>
                    <a:pt x="1270" y="3810"/>
                  </a:lnTo>
                  <a:lnTo>
                    <a:pt x="26670" y="3810"/>
                  </a:lnTo>
                  <a:lnTo>
                    <a:pt x="26670" y="2540"/>
                  </a:lnTo>
                  <a:lnTo>
                    <a:pt x="35560" y="2540"/>
                  </a:lnTo>
                  <a:lnTo>
                    <a:pt x="35560" y="1270"/>
                  </a:lnTo>
                  <a:lnTo>
                    <a:pt x="46990" y="1270"/>
                  </a:lnTo>
                  <a:lnTo>
                    <a:pt x="46990" y="0"/>
                  </a:lnTo>
                  <a:close/>
                </a:path>
                <a:path w="410210" h="7620">
                  <a:moveTo>
                    <a:pt x="408940" y="2552"/>
                  </a:moveTo>
                  <a:lnTo>
                    <a:pt x="81280" y="2552"/>
                  </a:lnTo>
                  <a:lnTo>
                    <a:pt x="81280" y="3810"/>
                  </a:lnTo>
                  <a:lnTo>
                    <a:pt x="90170" y="3810"/>
                  </a:lnTo>
                  <a:lnTo>
                    <a:pt x="90170" y="5080"/>
                  </a:lnTo>
                  <a:lnTo>
                    <a:pt x="93980" y="5080"/>
                  </a:lnTo>
                  <a:lnTo>
                    <a:pt x="93980" y="6350"/>
                  </a:lnTo>
                  <a:lnTo>
                    <a:pt x="96520" y="6350"/>
                  </a:lnTo>
                  <a:lnTo>
                    <a:pt x="96520" y="7620"/>
                  </a:lnTo>
                  <a:lnTo>
                    <a:pt x="406387" y="7620"/>
                  </a:lnTo>
                  <a:lnTo>
                    <a:pt x="406387" y="6350"/>
                  </a:lnTo>
                  <a:lnTo>
                    <a:pt x="406400" y="5080"/>
                  </a:lnTo>
                  <a:lnTo>
                    <a:pt x="407670" y="5080"/>
                  </a:lnTo>
                  <a:lnTo>
                    <a:pt x="407670" y="3810"/>
                  </a:lnTo>
                  <a:lnTo>
                    <a:pt x="408940" y="3810"/>
                  </a:lnTo>
                  <a:lnTo>
                    <a:pt x="408940" y="2552"/>
                  </a:lnTo>
                  <a:close/>
                </a:path>
                <a:path w="410210" h="7620">
                  <a:moveTo>
                    <a:pt x="410197" y="0"/>
                  </a:moveTo>
                  <a:lnTo>
                    <a:pt x="55880" y="0"/>
                  </a:lnTo>
                  <a:lnTo>
                    <a:pt x="55880" y="1270"/>
                  </a:lnTo>
                  <a:lnTo>
                    <a:pt x="64770" y="1270"/>
                  </a:lnTo>
                  <a:lnTo>
                    <a:pt x="64770" y="2540"/>
                  </a:lnTo>
                  <a:lnTo>
                    <a:pt x="408940" y="2540"/>
                  </a:lnTo>
                  <a:lnTo>
                    <a:pt x="408940" y="1270"/>
                  </a:lnTo>
                  <a:lnTo>
                    <a:pt x="410197" y="1270"/>
                  </a:lnTo>
                  <a:lnTo>
                    <a:pt x="410197" y="0"/>
                  </a:lnTo>
                  <a:close/>
                </a:path>
              </a:pathLst>
            </a:custGeom>
            <a:solidFill>
              <a:srgbClr val="120D00"/>
            </a:solidFill>
          </p:spPr>
          <p:txBody>
            <a:bodyPr wrap="square" lIns="0" tIns="0" rIns="0" bIns="0" rtlCol="0"/>
            <a:lstStyle/>
            <a:p/>
          </p:txBody>
        </p:sp>
        <p:sp>
          <p:nvSpPr>
            <p:cNvPr id="2014" name="object 2014"/>
            <p:cNvSpPr/>
            <p:nvPr/>
          </p:nvSpPr>
          <p:spPr>
            <a:xfrm>
              <a:off x="5523230" y="4071620"/>
              <a:ext cx="302260" cy="7620"/>
            </a:xfrm>
            <a:custGeom>
              <a:avLst/>
              <a:gdLst/>
              <a:ahLst/>
              <a:cxnLst/>
              <a:rect l="l" t="t" r="r" b="b"/>
              <a:pathLst>
                <a:path w="302260" h="7620">
                  <a:moveTo>
                    <a:pt x="302260" y="1282"/>
                  </a:moveTo>
                  <a:lnTo>
                    <a:pt x="3810" y="1282"/>
                  </a:lnTo>
                  <a:lnTo>
                    <a:pt x="3810" y="2540"/>
                  </a:lnTo>
                  <a:lnTo>
                    <a:pt x="6350" y="2540"/>
                  </a:lnTo>
                  <a:lnTo>
                    <a:pt x="6350" y="3810"/>
                  </a:lnTo>
                  <a:lnTo>
                    <a:pt x="8890" y="3810"/>
                  </a:lnTo>
                  <a:lnTo>
                    <a:pt x="8890" y="5080"/>
                  </a:lnTo>
                  <a:lnTo>
                    <a:pt x="11430" y="5080"/>
                  </a:lnTo>
                  <a:lnTo>
                    <a:pt x="11430" y="6350"/>
                  </a:lnTo>
                  <a:lnTo>
                    <a:pt x="12700" y="6350"/>
                  </a:lnTo>
                  <a:lnTo>
                    <a:pt x="12700" y="7620"/>
                  </a:lnTo>
                  <a:lnTo>
                    <a:pt x="299720" y="7620"/>
                  </a:lnTo>
                  <a:lnTo>
                    <a:pt x="299720" y="6350"/>
                  </a:lnTo>
                  <a:lnTo>
                    <a:pt x="299720" y="5080"/>
                  </a:lnTo>
                  <a:lnTo>
                    <a:pt x="300990" y="5080"/>
                  </a:lnTo>
                  <a:lnTo>
                    <a:pt x="300990" y="3810"/>
                  </a:lnTo>
                  <a:lnTo>
                    <a:pt x="300977" y="2540"/>
                  </a:lnTo>
                  <a:lnTo>
                    <a:pt x="302260" y="2540"/>
                  </a:lnTo>
                  <a:lnTo>
                    <a:pt x="302260" y="1282"/>
                  </a:lnTo>
                  <a:close/>
                </a:path>
                <a:path w="302260" h="7620">
                  <a:moveTo>
                    <a:pt x="302260" y="0"/>
                  </a:moveTo>
                  <a:lnTo>
                    <a:pt x="0" y="0"/>
                  </a:lnTo>
                  <a:lnTo>
                    <a:pt x="0" y="1270"/>
                  </a:lnTo>
                  <a:lnTo>
                    <a:pt x="302260" y="1270"/>
                  </a:lnTo>
                  <a:lnTo>
                    <a:pt x="302260" y="0"/>
                  </a:lnTo>
                  <a:close/>
                </a:path>
              </a:pathLst>
            </a:custGeom>
            <a:solidFill>
              <a:srgbClr val="140F00"/>
            </a:solidFill>
          </p:spPr>
          <p:txBody>
            <a:bodyPr wrap="square" lIns="0" tIns="0" rIns="0" bIns="0" rtlCol="0"/>
            <a:lstStyle/>
            <a:p/>
          </p:txBody>
        </p:sp>
        <p:sp>
          <p:nvSpPr>
            <p:cNvPr id="2015" name="object 2015"/>
            <p:cNvSpPr/>
            <p:nvPr/>
          </p:nvSpPr>
          <p:spPr>
            <a:xfrm>
              <a:off x="5539740" y="4079240"/>
              <a:ext cx="281940" cy="6350"/>
            </a:xfrm>
            <a:custGeom>
              <a:avLst/>
              <a:gdLst/>
              <a:ahLst/>
              <a:cxnLst/>
              <a:rect l="l" t="t" r="r" b="b"/>
              <a:pathLst>
                <a:path w="281939" h="6350">
                  <a:moveTo>
                    <a:pt x="281940"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280670" y="6350"/>
                  </a:lnTo>
                  <a:lnTo>
                    <a:pt x="280670" y="5080"/>
                  </a:lnTo>
                  <a:lnTo>
                    <a:pt x="280670" y="3810"/>
                  </a:lnTo>
                  <a:lnTo>
                    <a:pt x="280670" y="2540"/>
                  </a:lnTo>
                  <a:lnTo>
                    <a:pt x="281940" y="2540"/>
                  </a:lnTo>
                  <a:lnTo>
                    <a:pt x="281940" y="1270"/>
                  </a:lnTo>
                  <a:lnTo>
                    <a:pt x="281940" y="0"/>
                  </a:lnTo>
                  <a:close/>
                </a:path>
              </a:pathLst>
            </a:custGeom>
            <a:solidFill>
              <a:srgbClr val="161000"/>
            </a:solidFill>
          </p:spPr>
          <p:txBody>
            <a:bodyPr wrap="square" lIns="0" tIns="0" rIns="0" bIns="0" rtlCol="0"/>
            <a:lstStyle/>
            <a:p/>
          </p:txBody>
        </p:sp>
        <p:sp>
          <p:nvSpPr>
            <p:cNvPr id="2016" name="object 2016"/>
            <p:cNvSpPr/>
            <p:nvPr/>
          </p:nvSpPr>
          <p:spPr>
            <a:xfrm>
              <a:off x="5547360" y="4085590"/>
              <a:ext cx="271780" cy="7620"/>
            </a:xfrm>
            <a:custGeom>
              <a:avLst/>
              <a:gdLst/>
              <a:ahLst/>
              <a:cxnLst/>
              <a:rect l="l" t="t" r="r" b="b"/>
              <a:pathLst>
                <a:path w="271779" h="7620">
                  <a:moveTo>
                    <a:pt x="270510" y="6362"/>
                  </a:moveTo>
                  <a:lnTo>
                    <a:pt x="6350" y="6362"/>
                  </a:lnTo>
                  <a:lnTo>
                    <a:pt x="6350" y="7620"/>
                  </a:lnTo>
                  <a:lnTo>
                    <a:pt x="270510" y="7620"/>
                  </a:lnTo>
                  <a:lnTo>
                    <a:pt x="270510" y="6362"/>
                  </a:lnTo>
                  <a:close/>
                </a:path>
                <a:path w="271779" h="7620">
                  <a:moveTo>
                    <a:pt x="271780"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271780" y="6350"/>
                  </a:lnTo>
                  <a:lnTo>
                    <a:pt x="271780" y="5080"/>
                  </a:lnTo>
                  <a:lnTo>
                    <a:pt x="271780" y="3810"/>
                  </a:lnTo>
                  <a:lnTo>
                    <a:pt x="271780" y="2540"/>
                  </a:lnTo>
                  <a:lnTo>
                    <a:pt x="271780" y="1270"/>
                  </a:lnTo>
                  <a:lnTo>
                    <a:pt x="271780" y="0"/>
                  </a:lnTo>
                  <a:close/>
                </a:path>
              </a:pathLst>
            </a:custGeom>
            <a:solidFill>
              <a:srgbClr val="181200"/>
            </a:solidFill>
          </p:spPr>
          <p:txBody>
            <a:bodyPr wrap="square" lIns="0" tIns="0" rIns="0" bIns="0" rtlCol="0"/>
            <a:lstStyle/>
            <a:p/>
          </p:txBody>
        </p:sp>
        <p:sp>
          <p:nvSpPr>
            <p:cNvPr id="2017" name="object 2017"/>
            <p:cNvSpPr/>
            <p:nvPr/>
          </p:nvSpPr>
          <p:spPr>
            <a:xfrm>
              <a:off x="5554980" y="4093210"/>
              <a:ext cx="262890" cy="7620"/>
            </a:xfrm>
            <a:custGeom>
              <a:avLst/>
              <a:gdLst/>
              <a:ahLst/>
              <a:cxnLst/>
              <a:rect l="l" t="t" r="r" b="b"/>
              <a:pathLst>
                <a:path w="262889" h="7620">
                  <a:moveTo>
                    <a:pt x="262890" y="0"/>
                  </a:moveTo>
                  <a:lnTo>
                    <a:pt x="0" y="0"/>
                  </a:lnTo>
                  <a:lnTo>
                    <a:pt x="0" y="1270"/>
                  </a:lnTo>
                  <a:lnTo>
                    <a:pt x="1270" y="1270"/>
                  </a:lnTo>
                  <a:lnTo>
                    <a:pt x="1270" y="3810"/>
                  </a:lnTo>
                  <a:lnTo>
                    <a:pt x="2540" y="3810"/>
                  </a:lnTo>
                  <a:lnTo>
                    <a:pt x="2540" y="6350"/>
                  </a:lnTo>
                  <a:lnTo>
                    <a:pt x="3810" y="6350"/>
                  </a:lnTo>
                  <a:lnTo>
                    <a:pt x="3810" y="7620"/>
                  </a:lnTo>
                  <a:lnTo>
                    <a:pt x="262877" y="7620"/>
                  </a:lnTo>
                  <a:lnTo>
                    <a:pt x="262877" y="6350"/>
                  </a:lnTo>
                  <a:lnTo>
                    <a:pt x="262890" y="3810"/>
                  </a:lnTo>
                  <a:lnTo>
                    <a:pt x="262890" y="1270"/>
                  </a:lnTo>
                  <a:lnTo>
                    <a:pt x="262890" y="0"/>
                  </a:lnTo>
                  <a:close/>
                </a:path>
              </a:pathLst>
            </a:custGeom>
            <a:solidFill>
              <a:srgbClr val="1B1400"/>
            </a:solidFill>
          </p:spPr>
          <p:txBody>
            <a:bodyPr wrap="square" lIns="0" tIns="0" rIns="0" bIns="0" rtlCol="0"/>
            <a:lstStyle/>
            <a:p/>
          </p:txBody>
        </p:sp>
        <p:sp>
          <p:nvSpPr>
            <p:cNvPr id="2018" name="object 2018"/>
            <p:cNvSpPr/>
            <p:nvPr/>
          </p:nvSpPr>
          <p:spPr>
            <a:xfrm>
              <a:off x="5558790" y="4100830"/>
              <a:ext cx="257810" cy="6350"/>
            </a:xfrm>
            <a:custGeom>
              <a:avLst/>
              <a:gdLst/>
              <a:ahLst/>
              <a:cxnLst/>
              <a:rect l="l" t="t" r="r" b="b"/>
              <a:pathLst>
                <a:path w="257810" h="6350">
                  <a:moveTo>
                    <a:pt x="257810" y="0"/>
                  </a:moveTo>
                  <a:lnTo>
                    <a:pt x="0" y="0"/>
                  </a:lnTo>
                  <a:lnTo>
                    <a:pt x="0" y="1270"/>
                  </a:lnTo>
                  <a:lnTo>
                    <a:pt x="1270" y="1270"/>
                  </a:lnTo>
                  <a:lnTo>
                    <a:pt x="1270" y="5080"/>
                  </a:lnTo>
                  <a:lnTo>
                    <a:pt x="2540" y="5080"/>
                  </a:lnTo>
                  <a:lnTo>
                    <a:pt x="2540" y="6350"/>
                  </a:lnTo>
                  <a:lnTo>
                    <a:pt x="257810" y="6350"/>
                  </a:lnTo>
                  <a:lnTo>
                    <a:pt x="257810" y="5080"/>
                  </a:lnTo>
                  <a:lnTo>
                    <a:pt x="257810" y="1270"/>
                  </a:lnTo>
                  <a:lnTo>
                    <a:pt x="257810" y="0"/>
                  </a:lnTo>
                  <a:close/>
                </a:path>
              </a:pathLst>
            </a:custGeom>
            <a:solidFill>
              <a:srgbClr val="1D1500"/>
            </a:solidFill>
          </p:spPr>
          <p:txBody>
            <a:bodyPr wrap="square" lIns="0" tIns="0" rIns="0" bIns="0" rtlCol="0"/>
            <a:lstStyle/>
            <a:p/>
          </p:txBody>
        </p:sp>
        <p:sp>
          <p:nvSpPr>
            <p:cNvPr id="2019" name="object 2019"/>
            <p:cNvSpPr/>
            <p:nvPr/>
          </p:nvSpPr>
          <p:spPr>
            <a:xfrm>
              <a:off x="5561330" y="4107180"/>
              <a:ext cx="255270" cy="7620"/>
            </a:xfrm>
            <a:custGeom>
              <a:avLst/>
              <a:gdLst/>
              <a:ahLst/>
              <a:cxnLst/>
              <a:rect l="l" t="t" r="r" b="b"/>
              <a:pathLst>
                <a:path w="255270" h="7620">
                  <a:moveTo>
                    <a:pt x="255270" y="0"/>
                  </a:moveTo>
                  <a:lnTo>
                    <a:pt x="0" y="0"/>
                  </a:lnTo>
                  <a:lnTo>
                    <a:pt x="0" y="5080"/>
                  </a:lnTo>
                  <a:lnTo>
                    <a:pt x="1270" y="5080"/>
                  </a:lnTo>
                  <a:lnTo>
                    <a:pt x="1270" y="7620"/>
                  </a:lnTo>
                  <a:lnTo>
                    <a:pt x="255270" y="7620"/>
                  </a:lnTo>
                  <a:lnTo>
                    <a:pt x="255270" y="5080"/>
                  </a:lnTo>
                  <a:lnTo>
                    <a:pt x="255270" y="0"/>
                  </a:lnTo>
                  <a:close/>
                </a:path>
              </a:pathLst>
            </a:custGeom>
            <a:solidFill>
              <a:srgbClr val="1F1700"/>
            </a:solidFill>
          </p:spPr>
          <p:txBody>
            <a:bodyPr wrap="square" lIns="0" tIns="0" rIns="0" bIns="0" rtlCol="0"/>
            <a:lstStyle/>
            <a:p/>
          </p:txBody>
        </p:sp>
        <p:sp>
          <p:nvSpPr>
            <p:cNvPr id="2020" name="object 2020"/>
            <p:cNvSpPr/>
            <p:nvPr/>
          </p:nvSpPr>
          <p:spPr>
            <a:xfrm>
              <a:off x="5562600" y="4114800"/>
              <a:ext cx="254000" cy="7620"/>
            </a:xfrm>
            <a:custGeom>
              <a:avLst/>
              <a:gdLst/>
              <a:ahLst/>
              <a:cxnLst/>
              <a:rect l="l" t="t" r="r" b="b"/>
              <a:pathLst>
                <a:path w="254000" h="7620">
                  <a:moveTo>
                    <a:pt x="254000" y="0"/>
                  </a:moveTo>
                  <a:lnTo>
                    <a:pt x="0" y="0"/>
                  </a:lnTo>
                  <a:lnTo>
                    <a:pt x="0" y="1270"/>
                  </a:lnTo>
                  <a:lnTo>
                    <a:pt x="0" y="2540"/>
                  </a:lnTo>
                  <a:lnTo>
                    <a:pt x="1270" y="2540"/>
                  </a:lnTo>
                  <a:lnTo>
                    <a:pt x="1270" y="7620"/>
                  </a:lnTo>
                  <a:lnTo>
                    <a:pt x="252730" y="7620"/>
                  </a:lnTo>
                  <a:lnTo>
                    <a:pt x="252730" y="2540"/>
                  </a:lnTo>
                  <a:lnTo>
                    <a:pt x="252730" y="1270"/>
                  </a:lnTo>
                  <a:lnTo>
                    <a:pt x="254000" y="1270"/>
                  </a:lnTo>
                  <a:lnTo>
                    <a:pt x="254000" y="0"/>
                  </a:lnTo>
                  <a:close/>
                </a:path>
              </a:pathLst>
            </a:custGeom>
            <a:solidFill>
              <a:srgbClr val="211800"/>
            </a:solidFill>
          </p:spPr>
          <p:txBody>
            <a:bodyPr wrap="square" lIns="0" tIns="0" rIns="0" bIns="0" rtlCol="0"/>
            <a:lstStyle/>
            <a:p/>
          </p:txBody>
        </p:sp>
        <p:sp>
          <p:nvSpPr>
            <p:cNvPr id="2021" name="object 2021"/>
            <p:cNvSpPr/>
            <p:nvPr/>
          </p:nvSpPr>
          <p:spPr>
            <a:xfrm>
              <a:off x="5565139" y="4122420"/>
              <a:ext cx="250190" cy="7620"/>
            </a:xfrm>
            <a:custGeom>
              <a:avLst/>
              <a:gdLst/>
              <a:ahLst/>
              <a:cxnLst/>
              <a:rect l="l" t="t" r="r" b="b"/>
              <a:pathLst>
                <a:path w="250189" h="7620">
                  <a:moveTo>
                    <a:pt x="250189" y="0"/>
                  </a:moveTo>
                  <a:lnTo>
                    <a:pt x="0" y="0"/>
                  </a:lnTo>
                  <a:lnTo>
                    <a:pt x="0" y="7619"/>
                  </a:lnTo>
                  <a:lnTo>
                    <a:pt x="250189" y="7619"/>
                  </a:lnTo>
                  <a:lnTo>
                    <a:pt x="250189" y="0"/>
                  </a:lnTo>
                  <a:close/>
                </a:path>
              </a:pathLst>
            </a:custGeom>
            <a:solidFill>
              <a:srgbClr val="231A00"/>
            </a:solidFill>
          </p:spPr>
          <p:txBody>
            <a:bodyPr wrap="square" lIns="0" tIns="0" rIns="0" bIns="0" rtlCol="0"/>
            <a:lstStyle/>
            <a:p/>
          </p:txBody>
        </p:sp>
        <p:sp>
          <p:nvSpPr>
            <p:cNvPr id="2022" name="object 2022"/>
            <p:cNvSpPr/>
            <p:nvPr/>
          </p:nvSpPr>
          <p:spPr>
            <a:xfrm>
              <a:off x="5565140" y="4130040"/>
              <a:ext cx="250190" cy="6350"/>
            </a:xfrm>
            <a:custGeom>
              <a:avLst/>
              <a:gdLst/>
              <a:ahLst/>
              <a:cxnLst/>
              <a:rect l="l" t="t" r="r" b="b"/>
              <a:pathLst>
                <a:path w="250189" h="6350">
                  <a:moveTo>
                    <a:pt x="250190" y="0"/>
                  </a:moveTo>
                  <a:lnTo>
                    <a:pt x="0" y="0"/>
                  </a:lnTo>
                  <a:lnTo>
                    <a:pt x="0" y="5080"/>
                  </a:lnTo>
                  <a:lnTo>
                    <a:pt x="1270" y="5080"/>
                  </a:lnTo>
                  <a:lnTo>
                    <a:pt x="1270" y="6350"/>
                  </a:lnTo>
                  <a:lnTo>
                    <a:pt x="250190" y="6350"/>
                  </a:lnTo>
                  <a:lnTo>
                    <a:pt x="250190" y="5080"/>
                  </a:lnTo>
                  <a:lnTo>
                    <a:pt x="250190" y="0"/>
                  </a:lnTo>
                  <a:close/>
                </a:path>
              </a:pathLst>
            </a:custGeom>
            <a:solidFill>
              <a:srgbClr val="251C00"/>
            </a:solidFill>
          </p:spPr>
          <p:txBody>
            <a:bodyPr wrap="square" lIns="0" tIns="0" rIns="0" bIns="0" rtlCol="0"/>
            <a:lstStyle/>
            <a:p/>
          </p:txBody>
        </p:sp>
        <p:sp>
          <p:nvSpPr>
            <p:cNvPr id="2023" name="object 2023"/>
            <p:cNvSpPr/>
            <p:nvPr/>
          </p:nvSpPr>
          <p:spPr>
            <a:xfrm>
              <a:off x="5566409" y="4136390"/>
              <a:ext cx="248920" cy="7620"/>
            </a:xfrm>
            <a:custGeom>
              <a:avLst/>
              <a:gdLst/>
              <a:ahLst/>
              <a:cxnLst/>
              <a:rect l="l" t="t" r="r" b="b"/>
              <a:pathLst>
                <a:path w="248920" h="7620">
                  <a:moveTo>
                    <a:pt x="0" y="7620"/>
                  </a:moveTo>
                  <a:lnTo>
                    <a:pt x="0" y="0"/>
                  </a:lnTo>
                  <a:lnTo>
                    <a:pt x="248919" y="0"/>
                  </a:lnTo>
                  <a:lnTo>
                    <a:pt x="248919" y="7620"/>
                  </a:lnTo>
                  <a:lnTo>
                    <a:pt x="0" y="7620"/>
                  </a:lnTo>
                  <a:close/>
                </a:path>
              </a:pathLst>
            </a:custGeom>
            <a:solidFill>
              <a:srgbClr val="281D00"/>
            </a:solidFill>
          </p:spPr>
          <p:txBody>
            <a:bodyPr wrap="square" lIns="0" tIns="0" rIns="0" bIns="0" rtlCol="0"/>
            <a:lstStyle/>
            <a:p/>
          </p:txBody>
        </p:sp>
        <p:sp>
          <p:nvSpPr>
            <p:cNvPr id="2024" name="object 2024"/>
            <p:cNvSpPr/>
            <p:nvPr/>
          </p:nvSpPr>
          <p:spPr>
            <a:xfrm>
              <a:off x="5566409" y="4144010"/>
              <a:ext cx="248920" cy="7620"/>
            </a:xfrm>
            <a:custGeom>
              <a:avLst/>
              <a:gdLst/>
              <a:ahLst/>
              <a:cxnLst/>
              <a:rect l="l" t="t" r="r" b="b"/>
              <a:pathLst>
                <a:path w="248920" h="7620">
                  <a:moveTo>
                    <a:pt x="0" y="7619"/>
                  </a:moveTo>
                  <a:lnTo>
                    <a:pt x="0" y="0"/>
                  </a:lnTo>
                  <a:lnTo>
                    <a:pt x="248919" y="0"/>
                  </a:lnTo>
                  <a:lnTo>
                    <a:pt x="248919" y="7619"/>
                  </a:lnTo>
                  <a:lnTo>
                    <a:pt x="0" y="7619"/>
                  </a:lnTo>
                  <a:close/>
                </a:path>
              </a:pathLst>
            </a:custGeom>
            <a:solidFill>
              <a:srgbClr val="2A1F00"/>
            </a:solidFill>
          </p:spPr>
          <p:txBody>
            <a:bodyPr wrap="square" lIns="0" tIns="0" rIns="0" bIns="0" rtlCol="0"/>
            <a:lstStyle/>
            <a:p/>
          </p:txBody>
        </p:sp>
        <p:sp>
          <p:nvSpPr>
            <p:cNvPr id="2025" name="object 2025"/>
            <p:cNvSpPr/>
            <p:nvPr/>
          </p:nvSpPr>
          <p:spPr>
            <a:xfrm>
              <a:off x="5566409" y="4151630"/>
              <a:ext cx="248920" cy="6350"/>
            </a:xfrm>
            <a:custGeom>
              <a:avLst/>
              <a:gdLst/>
              <a:ahLst/>
              <a:cxnLst/>
              <a:rect l="l" t="t" r="r" b="b"/>
              <a:pathLst>
                <a:path w="248920" h="6350">
                  <a:moveTo>
                    <a:pt x="0" y="6350"/>
                  </a:moveTo>
                  <a:lnTo>
                    <a:pt x="0" y="0"/>
                  </a:lnTo>
                  <a:lnTo>
                    <a:pt x="248919" y="0"/>
                  </a:lnTo>
                  <a:lnTo>
                    <a:pt x="248919" y="6350"/>
                  </a:lnTo>
                  <a:lnTo>
                    <a:pt x="0" y="6350"/>
                  </a:lnTo>
                  <a:close/>
                </a:path>
              </a:pathLst>
            </a:custGeom>
            <a:solidFill>
              <a:srgbClr val="2C2000"/>
            </a:solidFill>
          </p:spPr>
          <p:txBody>
            <a:bodyPr wrap="square" lIns="0" tIns="0" rIns="0" bIns="0" rtlCol="0"/>
            <a:lstStyle/>
            <a:p/>
          </p:txBody>
        </p:sp>
        <p:sp>
          <p:nvSpPr>
            <p:cNvPr id="2026" name="object 2026"/>
            <p:cNvSpPr/>
            <p:nvPr/>
          </p:nvSpPr>
          <p:spPr>
            <a:xfrm>
              <a:off x="5566409" y="4157980"/>
              <a:ext cx="248920" cy="7620"/>
            </a:xfrm>
            <a:custGeom>
              <a:avLst/>
              <a:gdLst/>
              <a:ahLst/>
              <a:cxnLst/>
              <a:rect l="l" t="t" r="r" b="b"/>
              <a:pathLst>
                <a:path w="248920" h="7620">
                  <a:moveTo>
                    <a:pt x="0" y="7620"/>
                  </a:moveTo>
                  <a:lnTo>
                    <a:pt x="0" y="0"/>
                  </a:lnTo>
                  <a:lnTo>
                    <a:pt x="248919" y="0"/>
                  </a:lnTo>
                  <a:lnTo>
                    <a:pt x="248919" y="7620"/>
                  </a:lnTo>
                  <a:lnTo>
                    <a:pt x="0" y="7620"/>
                  </a:lnTo>
                  <a:close/>
                </a:path>
              </a:pathLst>
            </a:custGeom>
            <a:solidFill>
              <a:srgbClr val="2E2200"/>
            </a:solidFill>
          </p:spPr>
          <p:txBody>
            <a:bodyPr wrap="square" lIns="0" tIns="0" rIns="0" bIns="0" rtlCol="0"/>
            <a:lstStyle/>
            <a:p/>
          </p:txBody>
        </p:sp>
        <p:sp>
          <p:nvSpPr>
            <p:cNvPr id="2027" name="object 2027"/>
            <p:cNvSpPr/>
            <p:nvPr/>
          </p:nvSpPr>
          <p:spPr>
            <a:xfrm>
              <a:off x="5566409" y="4165600"/>
              <a:ext cx="248920" cy="7620"/>
            </a:xfrm>
            <a:custGeom>
              <a:avLst/>
              <a:gdLst/>
              <a:ahLst/>
              <a:cxnLst/>
              <a:rect l="l" t="t" r="r" b="b"/>
              <a:pathLst>
                <a:path w="248920" h="7620">
                  <a:moveTo>
                    <a:pt x="0" y="7619"/>
                  </a:moveTo>
                  <a:lnTo>
                    <a:pt x="0" y="0"/>
                  </a:lnTo>
                  <a:lnTo>
                    <a:pt x="248919" y="0"/>
                  </a:lnTo>
                  <a:lnTo>
                    <a:pt x="248919" y="7619"/>
                  </a:lnTo>
                  <a:lnTo>
                    <a:pt x="0" y="7619"/>
                  </a:lnTo>
                  <a:close/>
                </a:path>
              </a:pathLst>
            </a:custGeom>
            <a:solidFill>
              <a:srgbClr val="302400"/>
            </a:solidFill>
          </p:spPr>
          <p:txBody>
            <a:bodyPr wrap="square" lIns="0" tIns="0" rIns="0" bIns="0" rtlCol="0"/>
            <a:lstStyle/>
            <a:p/>
          </p:txBody>
        </p:sp>
        <p:sp>
          <p:nvSpPr>
            <p:cNvPr id="2028" name="object 2028"/>
            <p:cNvSpPr/>
            <p:nvPr/>
          </p:nvSpPr>
          <p:spPr>
            <a:xfrm>
              <a:off x="5566409" y="4173220"/>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332500"/>
            </a:solidFill>
          </p:spPr>
          <p:txBody>
            <a:bodyPr wrap="square" lIns="0" tIns="0" rIns="0" bIns="0" rtlCol="0"/>
            <a:lstStyle/>
            <a:p/>
          </p:txBody>
        </p:sp>
        <p:sp>
          <p:nvSpPr>
            <p:cNvPr id="2029" name="object 2029"/>
            <p:cNvSpPr/>
            <p:nvPr/>
          </p:nvSpPr>
          <p:spPr>
            <a:xfrm>
              <a:off x="5566409" y="41795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52700"/>
            </a:solidFill>
          </p:spPr>
          <p:txBody>
            <a:bodyPr wrap="square" lIns="0" tIns="0" rIns="0" bIns="0" rtlCol="0"/>
            <a:lstStyle/>
            <a:p/>
          </p:txBody>
        </p:sp>
        <p:sp>
          <p:nvSpPr>
            <p:cNvPr id="2030" name="object 2030"/>
            <p:cNvSpPr/>
            <p:nvPr/>
          </p:nvSpPr>
          <p:spPr>
            <a:xfrm>
              <a:off x="5566409" y="41871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372900"/>
            </a:solidFill>
          </p:spPr>
          <p:txBody>
            <a:bodyPr wrap="square" lIns="0" tIns="0" rIns="0" bIns="0" rtlCol="0"/>
            <a:lstStyle/>
            <a:p/>
          </p:txBody>
        </p:sp>
        <p:sp>
          <p:nvSpPr>
            <p:cNvPr id="2031" name="object 2031"/>
            <p:cNvSpPr/>
            <p:nvPr/>
          </p:nvSpPr>
          <p:spPr>
            <a:xfrm>
              <a:off x="5566409" y="419481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392A00"/>
            </a:solidFill>
          </p:spPr>
          <p:txBody>
            <a:bodyPr wrap="square" lIns="0" tIns="0" rIns="0" bIns="0" rtlCol="0"/>
            <a:lstStyle/>
            <a:p/>
          </p:txBody>
        </p:sp>
        <p:sp>
          <p:nvSpPr>
            <p:cNvPr id="2032" name="object 2032"/>
            <p:cNvSpPr/>
            <p:nvPr/>
          </p:nvSpPr>
          <p:spPr>
            <a:xfrm>
              <a:off x="5566410" y="4202430"/>
              <a:ext cx="250190" cy="6350"/>
            </a:xfrm>
            <a:custGeom>
              <a:avLst/>
              <a:gdLst/>
              <a:ahLst/>
              <a:cxnLst/>
              <a:rect l="l" t="t" r="r" b="b"/>
              <a:pathLst>
                <a:path w="250189" h="6350">
                  <a:moveTo>
                    <a:pt x="248920" y="0"/>
                  </a:moveTo>
                  <a:lnTo>
                    <a:pt x="0" y="0"/>
                  </a:lnTo>
                  <a:lnTo>
                    <a:pt x="0" y="3810"/>
                  </a:lnTo>
                  <a:lnTo>
                    <a:pt x="248920" y="3810"/>
                  </a:lnTo>
                  <a:lnTo>
                    <a:pt x="248920" y="0"/>
                  </a:lnTo>
                  <a:close/>
                </a:path>
                <a:path w="250189" h="6350">
                  <a:moveTo>
                    <a:pt x="250190" y="3822"/>
                  </a:moveTo>
                  <a:lnTo>
                    <a:pt x="0" y="3822"/>
                  </a:lnTo>
                  <a:lnTo>
                    <a:pt x="0" y="6350"/>
                  </a:lnTo>
                  <a:lnTo>
                    <a:pt x="250190" y="6350"/>
                  </a:lnTo>
                  <a:lnTo>
                    <a:pt x="250190" y="3822"/>
                  </a:lnTo>
                  <a:close/>
                </a:path>
              </a:pathLst>
            </a:custGeom>
            <a:solidFill>
              <a:srgbClr val="3B2C00"/>
            </a:solidFill>
          </p:spPr>
          <p:txBody>
            <a:bodyPr wrap="square" lIns="0" tIns="0" rIns="0" bIns="0" rtlCol="0"/>
            <a:lstStyle/>
            <a:p/>
          </p:txBody>
        </p:sp>
        <p:sp>
          <p:nvSpPr>
            <p:cNvPr id="2033" name="object 2033"/>
            <p:cNvSpPr/>
            <p:nvPr/>
          </p:nvSpPr>
          <p:spPr>
            <a:xfrm>
              <a:off x="5566409" y="420878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3D2D00"/>
            </a:solidFill>
          </p:spPr>
          <p:txBody>
            <a:bodyPr wrap="square" lIns="0" tIns="0" rIns="0" bIns="0" rtlCol="0"/>
            <a:lstStyle/>
            <a:p/>
          </p:txBody>
        </p:sp>
        <p:sp>
          <p:nvSpPr>
            <p:cNvPr id="2034" name="object 2034"/>
            <p:cNvSpPr/>
            <p:nvPr/>
          </p:nvSpPr>
          <p:spPr>
            <a:xfrm>
              <a:off x="5566409" y="421640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3F2F00"/>
            </a:solidFill>
          </p:spPr>
          <p:txBody>
            <a:bodyPr wrap="square" lIns="0" tIns="0" rIns="0" bIns="0" rtlCol="0"/>
            <a:lstStyle/>
            <a:p/>
          </p:txBody>
        </p:sp>
        <p:sp>
          <p:nvSpPr>
            <p:cNvPr id="2035" name="object 2035"/>
            <p:cNvSpPr/>
            <p:nvPr/>
          </p:nvSpPr>
          <p:spPr>
            <a:xfrm>
              <a:off x="5566410" y="4224020"/>
              <a:ext cx="250190" cy="6350"/>
            </a:xfrm>
            <a:custGeom>
              <a:avLst/>
              <a:gdLst/>
              <a:ahLst/>
              <a:cxnLst/>
              <a:rect l="l" t="t" r="r" b="b"/>
              <a:pathLst>
                <a:path w="250189" h="6350">
                  <a:moveTo>
                    <a:pt x="250190" y="0"/>
                  </a:moveTo>
                  <a:lnTo>
                    <a:pt x="0" y="0"/>
                  </a:lnTo>
                  <a:lnTo>
                    <a:pt x="0" y="2540"/>
                  </a:lnTo>
                  <a:lnTo>
                    <a:pt x="1270" y="2540"/>
                  </a:lnTo>
                  <a:lnTo>
                    <a:pt x="1270" y="6350"/>
                  </a:lnTo>
                  <a:lnTo>
                    <a:pt x="250190" y="6350"/>
                  </a:lnTo>
                  <a:lnTo>
                    <a:pt x="250190" y="2540"/>
                  </a:lnTo>
                  <a:lnTo>
                    <a:pt x="250190" y="0"/>
                  </a:lnTo>
                  <a:close/>
                </a:path>
              </a:pathLst>
            </a:custGeom>
            <a:solidFill>
              <a:srgbClr val="413100"/>
            </a:solidFill>
          </p:spPr>
          <p:txBody>
            <a:bodyPr wrap="square" lIns="0" tIns="0" rIns="0" bIns="0" rtlCol="0"/>
            <a:lstStyle/>
            <a:p/>
          </p:txBody>
        </p:sp>
        <p:sp>
          <p:nvSpPr>
            <p:cNvPr id="2036" name="object 2036"/>
            <p:cNvSpPr/>
            <p:nvPr/>
          </p:nvSpPr>
          <p:spPr>
            <a:xfrm>
              <a:off x="5567679" y="42303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43300"/>
            </a:solidFill>
          </p:spPr>
          <p:txBody>
            <a:bodyPr wrap="square" lIns="0" tIns="0" rIns="0" bIns="0" rtlCol="0"/>
            <a:lstStyle/>
            <a:p/>
          </p:txBody>
        </p:sp>
        <p:sp>
          <p:nvSpPr>
            <p:cNvPr id="2037" name="object 2037"/>
            <p:cNvSpPr/>
            <p:nvPr/>
          </p:nvSpPr>
          <p:spPr>
            <a:xfrm>
              <a:off x="5567679" y="42379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63400"/>
            </a:solidFill>
          </p:spPr>
          <p:txBody>
            <a:bodyPr wrap="square" lIns="0" tIns="0" rIns="0" bIns="0" rtlCol="0"/>
            <a:lstStyle/>
            <a:p/>
          </p:txBody>
        </p:sp>
        <p:sp>
          <p:nvSpPr>
            <p:cNvPr id="2038" name="object 2038"/>
            <p:cNvSpPr/>
            <p:nvPr/>
          </p:nvSpPr>
          <p:spPr>
            <a:xfrm>
              <a:off x="5567679" y="424561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483600"/>
            </a:solidFill>
          </p:spPr>
          <p:txBody>
            <a:bodyPr wrap="square" lIns="0" tIns="0" rIns="0" bIns="0" rtlCol="0"/>
            <a:lstStyle/>
            <a:p/>
          </p:txBody>
        </p:sp>
        <p:sp>
          <p:nvSpPr>
            <p:cNvPr id="2039" name="object 2039"/>
            <p:cNvSpPr/>
            <p:nvPr/>
          </p:nvSpPr>
          <p:spPr>
            <a:xfrm>
              <a:off x="5567679" y="425196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A3700"/>
            </a:solidFill>
          </p:spPr>
          <p:txBody>
            <a:bodyPr wrap="square" lIns="0" tIns="0" rIns="0" bIns="0" rtlCol="0"/>
            <a:lstStyle/>
            <a:p/>
          </p:txBody>
        </p:sp>
        <p:sp>
          <p:nvSpPr>
            <p:cNvPr id="2040" name="object 2040"/>
            <p:cNvSpPr/>
            <p:nvPr/>
          </p:nvSpPr>
          <p:spPr>
            <a:xfrm>
              <a:off x="5567679" y="42595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4C3900"/>
            </a:solidFill>
          </p:spPr>
          <p:txBody>
            <a:bodyPr wrap="square" lIns="0" tIns="0" rIns="0" bIns="0" rtlCol="0"/>
            <a:lstStyle/>
            <a:p/>
          </p:txBody>
        </p:sp>
        <p:sp>
          <p:nvSpPr>
            <p:cNvPr id="2041" name="object 2041"/>
            <p:cNvSpPr/>
            <p:nvPr/>
          </p:nvSpPr>
          <p:spPr>
            <a:xfrm>
              <a:off x="5567679" y="426720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4E3A00"/>
            </a:solidFill>
          </p:spPr>
          <p:txBody>
            <a:bodyPr wrap="square" lIns="0" tIns="0" rIns="0" bIns="0" rtlCol="0"/>
            <a:lstStyle/>
            <a:p/>
          </p:txBody>
        </p:sp>
        <p:sp>
          <p:nvSpPr>
            <p:cNvPr id="2042" name="object 2042"/>
            <p:cNvSpPr/>
            <p:nvPr/>
          </p:nvSpPr>
          <p:spPr>
            <a:xfrm>
              <a:off x="5567679" y="4274820"/>
              <a:ext cx="248920" cy="6350"/>
            </a:xfrm>
            <a:custGeom>
              <a:avLst/>
              <a:gdLst/>
              <a:ahLst/>
              <a:cxnLst/>
              <a:rect l="l" t="t" r="r" b="b"/>
              <a:pathLst>
                <a:path w="248920" h="6350">
                  <a:moveTo>
                    <a:pt x="0" y="6349"/>
                  </a:moveTo>
                  <a:lnTo>
                    <a:pt x="0" y="0"/>
                  </a:lnTo>
                  <a:lnTo>
                    <a:pt x="248920" y="0"/>
                  </a:lnTo>
                  <a:lnTo>
                    <a:pt x="248920" y="6349"/>
                  </a:lnTo>
                  <a:lnTo>
                    <a:pt x="0" y="6349"/>
                  </a:lnTo>
                  <a:close/>
                </a:path>
              </a:pathLst>
            </a:custGeom>
            <a:solidFill>
              <a:srgbClr val="513C00"/>
            </a:solidFill>
          </p:spPr>
          <p:txBody>
            <a:bodyPr wrap="square" lIns="0" tIns="0" rIns="0" bIns="0" rtlCol="0"/>
            <a:lstStyle/>
            <a:p/>
          </p:txBody>
        </p:sp>
        <p:sp>
          <p:nvSpPr>
            <p:cNvPr id="2043" name="object 2043"/>
            <p:cNvSpPr/>
            <p:nvPr/>
          </p:nvSpPr>
          <p:spPr>
            <a:xfrm>
              <a:off x="5567679" y="42811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533E00"/>
            </a:solidFill>
          </p:spPr>
          <p:txBody>
            <a:bodyPr wrap="square" lIns="0" tIns="0" rIns="0" bIns="0" rtlCol="0"/>
            <a:lstStyle/>
            <a:p/>
          </p:txBody>
        </p:sp>
        <p:sp>
          <p:nvSpPr>
            <p:cNvPr id="2044" name="object 2044"/>
            <p:cNvSpPr/>
            <p:nvPr/>
          </p:nvSpPr>
          <p:spPr>
            <a:xfrm>
              <a:off x="5567679" y="42887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553F00"/>
            </a:solidFill>
          </p:spPr>
          <p:txBody>
            <a:bodyPr wrap="square" lIns="0" tIns="0" rIns="0" bIns="0" rtlCol="0"/>
            <a:lstStyle/>
            <a:p/>
          </p:txBody>
        </p:sp>
        <p:sp>
          <p:nvSpPr>
            <p:cNvPr id="2045" name="object 2045"/>
            <p:cNvSpPr/>
            <p:nvPr/>
          </p:nvSpPr>
          <p:spPr>
            <a:xfrm>
              <a:off x="5567679" y="429641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574100"/>
            </a:solidFill>
          </p:spPr>
          <p:txBody>
            <a:bodyPr wrap="square" lIns="0" tIns="0" rIns="0" bIns="0" rtlCol="0"/>
            <a:lstStyle/>
            <a:p/>
          </p:txBody>
        </p:sp>
        <p:sp>
          <p:nvSpPr>
            <p:cNvPr id="2046" name="object 2046"/>
            <p:cNvSpPr/>
            <p:nvPr/>
          </p:nvSpPr>
          <p:spPr>
            <a:xfrm>
              <a:off x="5567680" y="4302760"/>
              <a:ext cx="250190" cy="7620"/>
            </a:xfrm>
            <a:custGeom>
              <a:avLst/>
              <a:gdLst/>
              <a:ahLst/>
              <a:cxnLst/>
              <a:rect l="l" t="t" r="r" b="b"/>
              <a:pathLst>
                <a:path w="250189" h="7620">
                  <a:moveTo>
                    <a:pt x="250177" y="6350"/>
                  </a:moveTo>
                  <a:lnTo>
                    <a:pt x="248920" y="6350"/>
                  </a:lnTo>
                  <a:lnTo>
                    <a:pt x="248920" y="0"/>
                  </a:lnTo>
                  <a:lnTo>
                    <a:pt x="0" y="0"/>
                  </a:lnTo>
                  <a:lnTo>
                    <a:pt x="0" y="6350"/>
                  </a:lnTo>
                  <a:lnTo>
                    <a:pt x="0" y="7620"/>
                  </a:lnTo>
                  <a:lnTo>
                    <a:pt x="250177" y="7620"/>
                  </a:lnTo>
                  <a:lnTo>
                    <a:pt x="250177" y="6350"/>
                  </a:lnTo>
                  <a:close/>
                </a:path>
              </a:pathLst>
            </a:custGeom>
            <a:solidFill>
              <a:srgbClr val="594200"/>
            </a:solidFill>
          </p:spPr>
          <p:txBody>
            <a:bodyPr wrap="square" lIns="0" tIns="0" rIns="0" bIns="0" rtlCol="0"/>
            <a:lstStyle/>
            <a:p/>
          </p:txBody>
        </p:sp>
        <p:sp>
          <p:nvSpPr>
            <p:cNvPr id="2047" name="object 2047"/>
            <p:cNvSpPr/>
            <p:nvPr/>
          </p:nvSpPr>
          <p:spPr>
            <a:xfrm>
              <a:off x="5567679" y="431038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5B4400"/>
            </a:solidFill>
          </p:spPr>
          <p:txBody>
            <a:bodyPr wrap="square" lIns="0" tIns="0" rIns="0" bIns="0" rtlCol="0"/>
            <a:lstStyle/>
            <a:p/>
          </p:txBody>
        </p:sp>
        <p:sp>
          <p:nvSpPr>
            <p:cNvPr id="2048" name="object 2048"/>
            <p:cNvSpPr/>
            <p:nvPr/>
          </p:nvSpPr>
          <p:spPr>
            <a:xfrm>
              <a:off x="5567679" y="431800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5E4600"/>
            </a:solidFill>
          </p:spPr>
          <p:txBody>
            <a:bodyPr wrap="square" lIns="0" tIns="0" rIns="0" bIns="0" rtlCol="0"/>
            <a:lstStyle/>
            <a:p/>
          </p:txBody>
        </p:sp>
        <p:sp>
          <p:nvSpPr>
            <p:cNvPr id="2049" name="object 2049"/>
            <p:cNvSpPr/>
            <p:nvPr/>
          </p:nvSpPr>
          <p:spPr>
            <a:xfrm>
              <a:off x="5567679" y="4325620"/>
              <a:ext cx="250190" cy="6350"/>
            </a:xfrm>
            <a:custGeom>
              <a:avLst/>
              <a:gdLst/>
              <a:ahLst/>
              <a:cxnLst/>
              <a:rect l="l" t="t" r="r" b="b"/>
              <a:pathLst>
                <a:path w="250189" h="6350">
                  <a:moveTo>
                    <a:pt x="0" y="6349"/>
                  </a:moveTo>
                  <a:lnTo>
                    <a:pt x="0" y="0"/>
                  </a:lnTo>
                  <a:lnTo>
                    <a:pt x="250189" y="0"/>
                  </a:lnTo>
                  <a:lnTo>
                    <a:pt x="250189" y="6349"/>
                  </a:lnTo>
                  <a:lnTo>
                    <a:pt x="0" y="6349"/>
                  </a:lnTo>
                  <a:close/>
                </a:path>
              </a:pathLst>
            </a:custGeom>
            <a:solidFill>
              <a:srgbClr val="604700"/>
            </a:solidFill>
          </p:spPr>
          <p:txBody>
            <a:bodyPr wrap="square" lIns="0" tIns="0" rIns="0" bIns="0" rtlCol="0"/>
            <a:lstStyle/>
            <a:p/>
          </p:txBody>
        </p:sp>
        <p:sp>
          <p:nvSpPr>
            <p:cNvPr id="2050" name="object 2050"/>
            <p:cNvSpPr/>
            <p:nvPr/>
          </p:nvSpPr>
          <p:spPr>
            <a:xfrm>
              <a:off x="5567680" y="4331970"/>
              <a:ext cx="250190" cy="7620"/>
            </a:xfrm>
            <a:custGeom>
              <a:avLst/>
              <a:gdLst/>
              <a:ahLst/>
              <a:cxnLst/>
              <a:rect l="l" t="t" r="r" b="b"/>
              <a:pathLst>
                <a:path w="250189" h="7620">
                  <a:moveTo>
                    <a:pt x="250177" y="0"/>
                  </a:moveTo>
                  <a:lnTo>
                    <a:pt x="0" y="0"/>
                  </a:lnTo>
                  <a:lnTo>
                    <a:pt x="0" y="1270"/>
                  </a:lnTo>
                  <a:lnTo>
                    <a:pt x="250177" y="1270"/>
                  </a:lnTo>
                  <a:lnTo>
                    <a:pt x="250177" y="0"/>
                  </a:lnTo>
                  <a:close/>
                </a:path>
                <a:path w="250189" h="7620">
                  <a:moveTo>
                    <a:pt x="250190" y="1282"/>
                  </a:moveTo>
                  <a:lnTo>
                    <a:pt x="1270" y="1282"/>
                  </a:lnTo>
                  <a:lnTo>
                    <a:pt x="1270" y="7620"/>
                  </a:lnTo>
                  <a:lnTo>
                    <a:pt x="250190" y="7620"/>
                  </a:lnTo>
                  <a:lnTo>
                    <a:pt x="250190" y="1282"/>
                  </a:lnTo>
                  <a:close/>
                </a:path>
              </a:pathLst>
            </a:custGeom>
            <a:solidFill>
              <a:srgbClr val="624900"/>
            </a:solidFill>
          </p:spPr>
          <p:txBody>
            <a:bodyPr wrap="square" lIns="0" tIns="0" rIns="0" bIns="0" rtlCol="0"/>
            <a:lstStyle/>
            <a:p/>
          </p:txBody>
        </p:sp>
        <p:sp>
          <p:nvSpPr>
            <p:cNvPr id="2051" name="object 2051"/>
            <p:cNvSpPr/>
            <p:nvPr/>
          </p:nvSpPr>
          <p:spPr>
            <a:xfrm>
              <a:off x="5568949" y="43395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644B00"/>
            </a:solidFill>
          </p:spPr>
          <p:txBody>
            <a:bodyPr wrap="square" lIns="0" tIns="0" rIns="0" bIns="0" rtlCol="0"/>
            <a:lstStyle/>
            <a:p/>
          </p:txBody>
        </p:sp>
        <p:sp>
          <p:nvSpPr>
            <p:cNvPr id="2052" name="object 2052"/>
            <p:cNvSpPr/>
            <p:nvPr/>
          </p:nvSpPr>
          <p:spPr>
            <a:xfrm>
              <a:off x="5568949" y="434721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664C00"/>
            </a:solidFill>
          </p:spPr>
          <p:txBody>
            <a:bodyPr wrap="square" lIns="0" tIns="0" rIns="0" bIns="0" rtlCol="0"/>
            <a:lstStyle/>
            <a:p/>
          </p:txBody>
        </p:sp>
        <p:sp>
          <p:nvSpPr>
            <p:cNvPr id="2053" name="object 2053"/>
            <p:cNvSpPr/>
            <p:nvPr/>
          </p:nvSpPr>
          <p:spPr>
            <a:xfrm>
              <a:off x="5568949" y="435356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684E00"/>
            </a:solidFill>
          </p:spPr>
          <p:txBody>
            <a:bodyPr wrap="square" lIns="0" tIns="0" rIns="0" bIns="0" rtlCol="0"/>
            <a:lstStyle/>
            <a:p/>
          </p:txBody>
        </p:sp>
        <p:sp>
          <p:nvSpPr>
            <p:cNvPr id="2054" name="object 2054"/>
            <p:cNvSpPr/>
            <p:nvPr/>
          </p:nvSpPr>
          <p:spPr>
            <a:xfrm>
              <a:off x="5568949" y="436118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6B4F00"/>
            </a:solidFill>
          </p:spPr>
          <p:txBody>
            <a:bodyPr wrap="square" lIns="0" tIns="0" rIns="0" bIns="0" rtlCol="0"/>
            <a:lstStyle/>
            <a:p/>
          </p:txBody>
        </p:sp>
        <p:sp>
          <p:nvSpPr>
            <p:cNvPr id="2055" name="object 2055"/>
            <p:cNvSpPr/>
            <p:nvPr/>
          </p:nvSpPr>
          <p:spPr>
            <a:xfrm>
              <a:off x="5568949" y="436880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6D5100"/>
            </a:solidFill>
          </p:spPr>
          <p:txBody>
            <a:bodyPr wrap="square" lIns="0" tIns="0" rIns="0" bIns="0" rtlCol="0"/>
            <a:lstStyle/>
            <a:p/>
          </p:txBody>
        </p:sp>
        <p:sp>
          <p:nvSpPr>
            <p:cNvPr id="2056" name="object 2056"/>
            <p:cNvSpPr/>
            <p:nvPr/>
          </p:nvSpPr>
          <p:spPr>
            <a:xfrm>
              <a:off x="5568949" y="437515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6F5300"/>
            </a:solidFill>
          </p:spPr>
          <p:txBody>
            <a:bodyPr wrap="square" lIns="0" tIns="0" rIns="0" bIns="0" rtlCol="0"/>
            <a:lstStyle/>
            <a:p/>
          </p:txBody>
        </p:sp>
        <p:sp>
          <p:nvSpPr>
            <p:cNvPr id="2057" name="object 2057"/>
            <p:cNvSpPr/>
            <p:nvPr/>
          </p:nvSpPr>
          <p:spPr>
            <a:xfrm>
              <a:off x="5568949" y="438277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715400"/>
            </a:solidFill>
          </p:spPr>
          <p:txBody>
            <a:bodyPr wrap="square" lIns="0" tIns="0" rIns="0" bIns="0" rtlCol="0"/>
            <a:lstStyle/>
            <a:p/>
          </p:txBody>
        </p:sp>
        <p:sp>
          <p:nvSpPr>
            <p:cNvPr id="2058" name="object 2058"/>
            <p:cNvSpPr/>
            <p:nvPr/>
          </p:nvSpPr>
          <p:spPr>
            <a:xfrm>
              <a:off x="5568949" y="439039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735600"/>
            </a:solidFill>
          </p:spPr>
          <p:txBody>
            <a:bodyPr wrap="square" lIns="0" tIns="0" rIns="0" bIns="0" rtlCol="0"/>
            <a:lstStyle/>
            <a:p/>
          </p:txBody>
        </p:sp>
        <p:sp>
          <p:nvSpPr>
            <p:cNvPr id="2059" name="object 2059"/>
            <p:cNvSpPr/>
            <p:nvPr/>
          </p:nvSpPr>
          <p:spPr>
            <a:xfrm>
              <a:off x="5568949" y="439801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755800"/>
            </a:solidFill>
          </p:spPr>
          <p:txBody>
            <a:bodyPr wrap="square" lIns="0" tIns="0" rIns="0" bIns="0" rtlCol="0"/>
            <a:lstStyle/>
            <a:p/>
          </p:txBody>
        </p:sp>
        <p:sp>
          <p:nvSpPr>
            <p:cNvPr id="2060" name="object 2060"/>
            <p:cNvSpPr/>
            <p:nvPr/>
          </p:nvSpPr>
          <p:spPr>
            <a:xfrm>
              <a:off x="5568949" y="4404360"/>
              <a:ext cx="248920" cy="7620"/>
            </a:xfrm>
            <a:custGeom>
              <a:avLst/>
              <a:gdLst/>
              <a:ahLst/>
              <a:cxnLst/>
              <a:rect l="l" t="t" r="r" b="b"/>
              <a:pathLst>
                <a:path w="248920" h="7620">
                  <a:moveTo>
                    <a:pt x="248920" y="0"/>
                  </a:moveTo>
                  <a:lnTo>
                    <a:pt x="0" y="0"/>
                  </a:lnTo>
                  <a:lnTo>
                    <a:pt x="0" y="7619"/>
                  </a:lnTo>
                  <a:lnTo>
                    <a:pt x="248920" y="7619"/>
                  </a:lnTo>
                  <a:lnTo>
                    <a:pt x="248920" y="0"/>
                  </a:lnTo>
                  <a:close/>
                </a:path>
              </a:pathLst>
            </a:custGeom>
            <a:solidFill>
              <a:srgbClr val="785900"/>
            </a:solidFill>
          </p:spPr>
          <p:txBody>
            <a:bodyPr wrap="square" lIns="0" tIns="0" rIns="0" bIns="0" rtlCol="0"/>
            <a:lstStyle/>
            <a:p/>
          </p:txBody>
        </p:sp>
        <p:sp>
          <p:nvSpPr>
            <p:cNvPr id="2061" name="object 2061"/>
            <p:cNvSpPr/>
            <p:nvPr/>
          </p:nvSpPr>
          <p:spPr>
            <a:xfrm>
              <a:off x="5568949" y="4411980"/>
              <a:ext cx="250190" cy="7620"/>
            </a:xfrm>
            <a:custGeom>
              <a:avLst/>
              <a:gdLst/>
              <a:ahLst/>
              <a:cxnLst/>
              <a:rect l="l" t="t" r="r" b="b"/>
              <a:pathLst>
                <a:path w="250189" h="7620">
                  <a:moveTo>
                    <a:pt x="0" y="7620"/>
                  </a:moveTo>
                  <a:lnTo>
                    <a:pt x="0" y="0"/>
                  </a:lnTo>
                  <a:lnTo>
                    <a:pt x="250189" y="0"/>
                  </a:lnTo>
                  <a:lnTo>
                    <a:pt x="250189" y="7620"/>
                  </a:lnTo>
                  <a:lnTo>
                    <a:pt x="0" y="7620"/>
                  </a:lnTo>
                  <a:close/>
                </a:path>
              </a:pathLst>
            </a:custGeom>
            <a:solidFill>
              <a:srgbClr val="7A5B00"/>
            </a:solidFill>
          </p:spPr>
          <p:txBody>
            <a:bodyPr wrap="square" lIns="0" tIns="0" rIns="0" bIns="0" rtlCol="0"/>
            <a:lstStyle/>
            <a:p/>
          </p:txBody>
        </p:sp>
        <p:sp>
          <p:nvSpPr>
            <p:cNvPr id="2062" name="object 2062"/>
            <p:cNvSpPr/>
            <p:nvPr/>
          </p:nvSpPr>
          <p:spPr>
            <a:xfrm>
              <a:off x="5568949" y="4419600"/>
              <a:ext cx="250190" cy="6350"/>
            </a:xfrm>
            <a:custGeom>
              <a:avLst/>
              <a:gdLst/>
              <a:ahLst/>
              <a:cxnLst/>
              <a:rect l="l" t="t" r="r" b="b"/>
              <a:pathLst>
                <a:path w="250189" h="6350">
                  <a:moveTo>
                    <a:pt x="0" y="6350"/>
                  </a:moveTo>
                  <a:lnTo>
                    <a:pt x="0" y="0"/>
                  </a:lnTo>
                  <a:lnTo>
                    <a:pt x="250189" y="0"/>
                  </a:lnTo>
                  <a:lnTo>
                    <a:pt x="250189" y="6350"/>
                  </a:lnTo>
                  <a:lnTo>
                    <a:pt x="0" y="6350"/>
                  </a:lnTo>
                  <a:close/>
                </a:path>
              </a:pathLst>
            </a:custGeom>
            <a:solidFill>
              <a:srgbClr val="7C5C00"/>
            </a:solidFill>
          </p:spPr>
          <p:txBody>
            <a:bodyPr wrap="square" lIns="0" tIns="0" rIns="0" bIns="0" rtlCol="0"/>
            <a:lstStyle/>
            <a:p/>
          </p:txBody>
        </p:sp>
        <p:sp>
          <p:nvSpPr>
            <p:cNvPr id="2063" name="object 2063"/>
            <p:cNvSpPr/>
            <p:nvPr/>
          </p:nvSpPr>
          <p:spPr>
            <a:xfrm>
              <a:off x="5568949" y="4425950"/>
              <a:ext cx="250190" cy="7620"/>
            </a:xfrm>
            <a:custGeom>
              <a:avLst/>
              <a:gdLst/>
              <a:ahLst/>
              <a:cxnLst/>
              <a:rect l="l" t="t" r="r" b="b"/>
              <a:pathLst>
                <a:path w="250189" h="7620">
                  <a:moveTo>
                    <a:pt x="0" y="7619"/>
                  </a:moveTo>
                  <a:lnTo>
                    <a:pt x="0" y="0"/>
                  </a:lnTo>
                  <a:lnTo>
                    <a:pt x="250189" y="0"/>
                  </a:lnTo>
                  <a:lnTo>
                    <a:pt x="250189" y="7619"/>
                  </a:lnTo>
                  <a:lnTo>
                    <a:pt x="0" y="7619"/>
                  </a:lnTo>
                  <a:close/>
                </a:path>
              </a:pathLst>
            </a:custGeom>
            <a:solidFill>
              <a:srgbClr val="7E5E00"/>
            </a:solidFill>
          </p:spPr>
          <p:txBody>
            <a:bodyPr wrap="square" lIns="0" tIns="0" rIns="0" bIns="0" rtlCol="0"/>
            <a:lstStyle/>
            <a:p/>
          </p:txBody>
        </p:sp>
        <p:sp>
          <p:nvSpPr>
            <p:cNvPr id="2064" name="object 2064"/>
            <p:cNvSpPr/>
            <p:nvPr/>
          </p:nvSpPr>
          <p:spPr>
            <a:xfrm>
              <a:off x="5568950" y="4433570"/>
              <a:ext cx="250190" cy="7620"/>
            </a:xfrm>
            <a:custGeom>
              <a:avLst/>
              <a:gdLst/>
              <a:ahLst/>
              <a:cxnLst/>
              <a:rect l="l" t="t" r="r" b="b"/>
              <a:pathLst>
                <a:path w="250189" h="7620">
                  <a:moveTo>
                    <a:pt x="250190" y="0"/>
                  </a:moveTo>
                  <a:lnTo>
                    <a:pt x="0" y="0"/>
                  </a:lnTo>
                  <a:lnTo>
                    <a:pt x="0" y="5080"/>
                  </a:lnTo>
                  <a:lnTo>
                    <a:pt x="1270" y="5080"/>
                  </a:lnTo>
                  <a:lnTo>
                    <a:pt x="1270" y="7620"/>
                  </a:lnTo>
                  <a:lnTo>
                    <a:pt x="250190" y="7620"/>
                  </a:lnTo>
                  <a:lnTo>
                    <a:pt x="250190" y="5080"/>
                  </a:lnTo>
                  <a:lnTo>
                    <a:pt x="250190" y="0"/>
                  </a:lnTo>
                  <a:close/>
                </a:path>
              </a:pathLst>
            </a:custGeom>
            <a:solidFill>
              <a:srgbClr val="806000"/>
            </a:solidFill>
          </p:spPr>
          <p:txBody>
            <a:bodyPr wrap="square" lIns="0" tIns="0" rIns="0" bIns="0" rtlCol="0"/>
            <a:lstStyle/>
            <a:p/>
          </p:txBody>
        </p:sp>
        <p:sp>
          <p:nvSpPr>
            <p:cNvPr id="2065" name="object 2065"/>
            <p:cNvSpPr/>
            <p:nvPr/>
          </p:nvSpPr>
          <p:spPr>
            <a:xfrm>
              <a:off x="5570219" y="4441190"/>
              <a:ext cx="248920" cy="6350"/>
            </a:xfrm>
            <a:custGeom>
              <a:avLst/>
              <a:gdLst/>
              <a:ahLst/>
              <a:cxnLst/>
              <a:rect l="l" t="t" r="r" b="b"/>
              <a:pathLst>
                <a:path w="248920" h="6350">
                  <a:moveTo>
                    <a:pt x="0" y="6350"/>
                  </a:moveTo>
                  <a:lnTo>
                    <a:pt x="0" y="0"/>
                  </a:lnTo>
                  <a:lnTo>
                    <a:pt x="248919" y="0"/>
                  </a:lnTo>
                  <a:lnTo>
                    <a:pt x="248920" y="6350"/>
                  </a:lnTo>
                  <a:lnTo>
                    <a:pt x="0" y="6350"/>
                  </a:lnTo>
                  <a:close/>
                </a:path>
              </a:pathLst>
            </a:custGeom>
            <a:solidFill>
              <a:srgbClr val="826100"/>
            </a:solidFill>
          </p:spPr>
          <p:txBody>
            <a:bodyPr wrap="square" lIns="0" tIns="0" rIns="0" bIns="0" rtlCol="0"/>
            <a:lstStyle/>
            <a:p/>
          </p:txBody>
        </p:sp>
        <p:sp>
          <p:nvSpPr>
            <p:cNvPr id="2066" name="object 2066"/>
            <p:cNvSpPr/>
            <p:nvPr/>
          </p:nvSpPr>
          <p:spPr>
            <a:xfrm>
              <a:off x="5570219" y="444754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846300"/>
            </a:solidFill>
          </p:spPr>
          <p:txBody>
            <a:bodyPr wrap="square" lIns="0" tIns="0" rIns="0" bIns="0" rtlCol="0"/>
            <a:lstStyle/>
            <a:p/>
          </p:txBody>
        </p:sp>
        <p:sp>
          <p:nvSpPr>
            <p:cNvPr id="2067" name="object 2067"/>
            <p:cNvSpPr/>
            <p:nvPr/>
          </p:nvSpPr>
          <p:spPr>
            <a:xfrm>
              <a:off x="5570219" y="4455160"/>
              <a:ext cx="248920" cy="7620"/>
            </a:xfrm>
            <a:custGeom>
              <a:avLst/>
              <a:gdLst/>
              <a:ahLst/>
              <a:cxnLst/>
              <a:rect l="l" t="t" r="r" b="b"/>
              <a:pathLst>
                <a:path w="248920" h="7620">
                  <a:moveTo>
                    <a:pt x="0" y="7619"/>
                  </a:moveTo>
                  <a:lnTo>
                    <a:pt x="0" y="0"/>
                  </a:lnTo>
                  <a:lnTo>
                    <a:pt x="248920" y="0"/>
                  </a:lnTo>
                  <a:lnTo>
                    <a:pt x="248920" y="7619"/>
                  </a:lnTo>
                  <a:lnTo>
                    <a:pt x="0" y="7619"/>
                  </a:lnTo>
                  <a:close/>
                </a:path>
              </a:pathLst>
            </a:custGeom>
            <a:solidFill>
              <a:srgbClr val="876400"/>
            </a:solidFill>
          </p:spPr>
          <p:txBody>
            <a:bodyPr wrap="square" lIns="0" tIns="0" rIns="0" bIns="0" rtlCol="0"/>
            <a:lstStyle/>
            <a:p/>
          </p:txBody>
        </p:sp>
        <p:sp>
          <p:nvSpPr>
            <p:cNvPr id="2068" name="object 2068"/>
            <p:cNvSpPr/>
            <p:nvPr/>
          </p:nvSpPr>
          <p:spPr>
            <a:xfrm>
              <a:off x="5570219" y="4462780"/>
              <a:ext cx="248920" cy="6350"/>
            </a:xfrm>
            <a:custGeom>
              <a:avLst/>
              <a:gdLst/>
              <a:ahLst/>
              <a:cxnLst/>
              <a:rect l="l" t="t" r="r" b="b"/>
              <a:pathLst>
                <a:path w="248920" h="6350">
                  <a:moveTo>
                    <a:pt x="0" y="6350"/>
                  </a:moveTo>
                  <a:lnTo>
                    <a:pt x="0" y="0"/>
                  </a:lnTo>
                  <a:lnTo>
                    <a:pt x="248920" y="0"/>
                  </a:lnTo>
                  <a:lnTo>
                    <a:pt x="248920" y="6350"/>
                  </a:lnTo>
                  <a:lnTo>
                    <a:pt x="0" y="6350"/>
                  </a:lnTo>
                  <a:close/>
                </a:path>
              </a:pathLst>
            </a:custGeom>
            <a:solidFill>
              <a:srgbClr val="896600"/>
            </a:solidFill>
          </p:spPr>
          <p:txBody>
            <a:bodyPr wrap="square" lIns="0" tIns="0" rIns="0" bIns="0" rtlCol="0"/>
            <a:lstStyle/>
            <a:p/>
          </p:txBody>
        </p:sp>
        <p:sp>
          <p:nvSpPr>
            <p:cNvPr id="2069" name="object 2069"/>
            <p:cNvSpPr/>
            <p:nvPr/>
          </p:nvSpPr>
          <p:spPr>
            <a:xfrm>
              <a:off x="5570219" y="4469130"/>
              <a:ext cx="248920" cy="7620"/>
            </a:xfrm>
            <a:custGeom>
              <a:avLst/>
              <a:gdLst/>
              <a:ahLst/>
              <a:cxnLst/>
              <a:rect l="l" t="t" r="r" b="b"/>
              <a:pathLst>
                <a:path w="248920" h="7620">
                  <a:moveTo>
                    <a:pt x="0" y="7620"/>
                  </a:moveTo>
                  <a:lnTo>
                    <a:pt x="0" y="0"/>
                  </a:lnTo>
                  <a:lnTo>
                    <a:pt x="248920" y="0"/>
                  </a:lnTo>
                  <a:lnTo>
                    <a:pt x="248920" y="7620"/>
                  </a:lnTo>
                  <a:lnTo>
                    <a:pt x="0" y="7620"/>
                  </a:lnTo>
                  <a:close/>
                </a:path>
              </a:pathLst>
            </a:custGeom>
            <a:solidFill>
              <a:srgbClr val="8B6800"/>
            </a:solidFill>
          </p:spPr>
          <p:txBody>
            <a:bodyPr wrap="square" lIns="0" tIns="0" rIns="0" bIns="0" rtlCol="0"/>
            <a:lstStyle/>
            <a:p/>
          </p:txBody>
        </p:sp>
        <p:sp>
          <p:nvSpPr>
            <p:cNvPr id="2070" name="object 2070"/>
            <p:cNvSpPr/>
            <p:nvPr/>
          </p:nvSpPr>
          <p:spPr>
            <a:xfrm>
              <a:off x="5570220" y="4476750"/>
              <a:ext cx="248920" cy="7620"/>
            </a:xfrm>
            <a:custGeom>
              <a:avLst/>
              <a:gdLst/>
              <a:ahLst/>
              <a:cxnLst/>
              <a:rect l="l" t="t" r="r" b="b"/>
              <a:pathLst>
                <a:path w="248920" h="7620">
                  <a:moveTo>
                    <a:pt x="248920" y="2552"/>
                  </a:moveTo>
                  <a:lnTo>
                    <a:pt x="0" y="2552"/>
                  </a:lnTo>
                  <a:lnTo>
                    <a:pt x="0" y="7620"/>
                  </a:lnTo>
                  <a:lnTo>
                    <a:pt x="248920" y="7620"/>
                  </a:lnTo>
                  <a:lnTo>
                    <a:pt x="248920" y="2552"/>
                  </a:lnTo>
                  <a:close/>
                </a:path>
                <a:path w="248920" h="7620">
                  <a:moveTo>
                    <a:pt x="248920" y="0"/>
                  </a:moveTo>
                  <a:lnTo>
                    <a:pt x="0" y="0"/>
                  </a:lnTo>
                  <a:lnTo>
                    <a:pt x="0" y="2540"/>
                  </a:lnTo>
                  <a:lnTo>
                    <a:pt x="248920" y="2540"/>
                  </a:lnTo>
                  <a:lnTo>
                    <a:pt x="248920" y="0"/>
                  </a:lnTo>
                  <a:close/>
                </a:path>
              </a:pathLst>
            </a:custGeom>
            <a:solidFill>
              <a:srgbClr val="8D6900"/>
            </a:solidFill>
          </p:spPr>
          <p:txBody>
            <a:bodyPr wrap="square" lIns="0" tIns="0" rIns="0" bIns="0" rtlCol="0"/>
            <a:lstStyle/>
            <a:p/>
          </p:txBody>
        </p:sp>
        <p:sp>
          <p:nvSpPr>
            <p:cNvPr id="2071" name="object 2071"/>
            <p:cNvSpPr/>
            <p:nvPr/>
          </p:nvSpPr>
          <p:spPr>
            <a:xfrm>
              <a:off x="5570219" y="4484370"/>
              <a:ext cx="248920" cy="7620"/>
            </a:xfrm>
            <a:custGeom>
              <a:avLst/>
              <a:gdLst/>
              <a:ahLst/>
              <a:cxnLst/>
              <a:rect l="l" t="t" r="r" b="b"/>
              <a:pathLst>
                <a:path w="248920" h="7620">
                  <a:moveTo>
                    <a:pt x="248920" y="0"/>
                  </a:moveTo>
                  <a:lnTo>
                    <a:pt x="0" y="0"/>
                  </a:lnTo>
                  <a:lnTo>
                    <a:pt x="0" y="7619"/>
                  </a:lnTo>
                  <a:lnTo>
                    <a:pt x="248920" y="7619"/>
                  </a:lnTo>
                  <a:lnTo>
                    <a:pt x="248920" y="0"/>
                  </a:lnTo>
                  <a:close/>
                </a:path>
              </a:pathLst>
            </a:custGeom>
            <a:solidFill>
              <a:srgbClr val="8F6B00"/>
            </a:solidFill>
          </p:spPr>
          <p:txBody>
            <a:bodyPr wrap="square" lIns="0" tIns="0" rIns="0" bIns="0" rtlCol="0"/>
            <a:lstStyle/>
            <a:p/>
          </p:txBody>
        </p:sp>
        <p:sp>
          <p:nvSpPr>
            <p:cNvPr id="2072" name="object 2072"/>
            <p:cNvSpPr/>
            <p:nvPr/>
          </p:nvSpPr>
          <p:spPr>
            <a:xfrm>
              <a:off x="5570220" y="4491990"/>
              <a:ext cx="248920" cy="6350"/>
            </a:xfrm>
            <a:custGeom>
              <a:avLst/>
              <a:gdLst/>
              <a:ahLst/>
              <a:cxnLst/>
              <a:rect l="l" t="t" r="r" b="b"/>
              <a:pathLst>
                <a:path w="248920" h="6350">
                  <a:moveTo>
                    <a:pt x="248920" y="5092"/>
                  </a:moveTo>
                  <a:lnTo>
                    <a:pt x="0" y="5092"/>
                  </a:lnTo>
                  <a:lnTo>
                    <a:pt x="0" y="6350"/>
                  </a:lnTo>
                  <a:lnTo>
                    <a:pt x="248920" y="6350"/>
                  </a:lnTo>
                  <a:lnTo>
                    <a:pt x="248920" y="5092"/>
                  </a:lnTo>
                  <a:close/>
                </a:path>
                <a:path w="248920" h="6350">
                  <a:moveTo>
                    <a:pt x="248920" y="0"/>
                  </a:moveTo>
                  <a:lnTo>
                    <a:pt x="0" y="0"/>
                  </a:lnTo>
                  <a:lnTo>
                    <a:pt x="0" y="5080"/>
                  </a:lnTo>
                  <a:lnTo>
                    <a:pt x="248920" y="5080"/>
                  </a:lnTo>
                  <a:lnTo>
                    <a:pt x="248920" y="0"/>
                  </a:lnTo>
                  <a:close/>
                </a:path>
              </a:pathLst>
            </a:custGeom>
            <a:solidFill>
              <a:srgbClr val="916D00"/>
            </a:solidFill>
          </p:spPr>
          <p:txBody>
            <a:bodyPr wrap="square" lIns="0" tIns="0" rIns="0" bIns="0" rtlCol="0"/>
            <a:lstStyle/>
            <a:p/>
          </p:txBody>
        </p:sp>
        <p:sp>
          <p:nvSpPr>
            <p:cNvPr id="2073" name="object 2073"/>
            <p:cNvSpPr/>
            <p:nvPr/>
          </p:nvSpPr>
          <p:spPr>
            <a:xfrm>
              <a:off x="5570219" y="4498340"/>
              <a:ext cx="248920" cy="7620"/>
            </a:xfrm>
            <a:custGeom>
              <a:avLst/>
              <a:gdLst/>
              <a:ahLst/>
              <a:cxnLst/>
              <a:rect l="l" t="t" r="r" b="b"/>
              <a:pathLst>
                <a:path w="248920" h="7620">
                  <a:moveTo>
                    <a:pt x="248920" y="0"/>
                  </a:moveTo>
                  <a:lnTo>
                    <a:pt x="0" y="0"/>
                  </a:lnTo>
                  <a:lnTo>
                    <a:pt x="0" y="7620"/>
                  </a:lnTo>
                  <a:lnTo>
                    <a:pt x="248920" y="7620"/>
                  </a:lnTo>
                  <a:lnTo>
                    <a:pt x="248920" y="0"/>
                  </a:lnTo>
                  <a:close/>
                </a:path>
              </a:pathLst>
            </a:custGeom>
            <a:solidFill>
              <a:srgbClr val="946E00"/>
            </a:solidFill>
          </p:spPr>
          <p:txBody>
            <a:bodyPr wrap="square" lIns="0" tIns="0" rIns="0" bIns="0" rtlCol="0"/>
            <a:lstStyle/>
            <a:p/>
          </p:txBody>
        </p:sp>
        <p:sp>
          <p:nvSpPr>
            <p:cNvPr id="2074" name="object 2074"/>
            <p:cNvSpPr/>
            <p:nvPr/>
          </p:nvSpPr>
          <p:spPr>
            <a:xfrm>
              <a:off x="5570219" y="4505960"/>
              <a:ext cx="248920" cy="7620"/>
            </a:xfrm>
            <a:custGeom>
              <a:avLst/>
              <a:gdLst/>
              <a:ahLst/>
              <a:cxnLst/>
              <a:rect l="l" t="t" r="r" b="b"/>
              <a:pathLst>
                <a:path w="248920" h="7620">
                  <a:moveTo>
                    <a:pt x="248920" y="0"/>
                  </a:moveTo>
                  <a:lnTo>
                    <a:pt x="0" y="0"/>
                  </a:lnTo>
                  <a:lnTo>
                    <a:pt x="0" y="7619"/>
                  </a:lnTo>
                  <a:lnTo>
                    <a:pt x="248920" y="7619"/>
                  </a:lnTo>
                  <a:lnTo>
                    <a:pt x="248920" y="0"/>
                  </a:lnTo>
                  <a:close/>
                </a:path>
              </a:pathLst>
            </a:custGeom>
            <a:solidFill>
              <a:srgbClr val="967000"/>
            </a:solidFill>
          </p:spPr>
          <p:txBody>
            <a:bodyPr wrap="square" lIns="0" tIns="0" rIns="0" bIns="0" rtlCol="0"/>
            <a:lstStyle/>
            <a:p/>
          </p:txBody>
        </p:sp>
        <p:sp>
          <p:nvSpPr>
            <p:cNvPr id="2075" name="object 2075"/>
            <p:cNvSpPr/>
            <p:nvPr/>
          </p:nvSpPr>
          <p:spPr>
            <a:xfrm>
              <a:off x="5570220" y="4513580"/>
              <a:ext cx="250190" cy="6350"/>
            </a:xfrm>
            <a:custGeom>
              <a:avLst/>
              <a:gdLst/>
              <a:ahLst/>
              <a:cxnLst/>
              <a:rect l="l" t="t" r="r" b="b"/>
              <a:pathLst>
                <a:path w="250189" h="6350">
                  <a:moveTo>
                    <a:pt x="250190" y="2540"/>
                  </a:moveTo>
                  <a:lnTo>
                    <a:pt x="248920" y="2540"/>
                  </a:lnTo>
                  <a:lnTo>
                    <a:pt x="248920" y="0"/>
                  </a:lnTo>
                  <a:lnTo>
                    <a:pt x="0" y="0"/>
                  </a:lnTo>
                  <a:lnTo>
                    <a:pt x="0" y="2540"/>
                  </a:lnTo>
                  <a:lnTo>
                    <a:pt x="0" y="6350"/>
                  </a:lnTo>
                  <a:lnTo>
                    <a:pt x="250190" y="6350"/>
                  </a:lnTo>
                  <a:lnTo>
                    <a:pt x="250190" y="2540"/>
                  </a:lnTo>
                  <a:close/>
                </a:path>
              </a:pathLst>
            </a:custGeom>
            <a:solidFill>
              <a:srgbClr val="987100"/>
            </a:solidFill>
          </p:spPr>
          <p:txBody>
            <a:bodyPr wrap="square" lIns="0" tIns="0" rIns="0" bIns="0" rtlCol="0"/>
            <a:lstStyle/>
            <a:p/>
          </p:txBody>
        </p:sp>
        <p:sp>
          <p:nvSpPr>
            <p:cNvPr id="2076" name="object 2076"/>
            <p:cNvSpPr/>
            <p:nvPr/>
          </p:nvSpPr>
          <p:spPr>
            <a:xfrm>
              <a:off x="5570220" y="4519930"/>
              <a:ext cx="250190" cy="7620"/>
            </a:xfrm>
            <a:custGeom>
              <a:avLst/>
              <a:gdLst/>
              <a:ahLst/>
              <a:cxnLst/>
              <a:rect l="l" t="t" r="r" b="b"/>
              <a:pathLst>
                <a:path w="250189" h="7620">
                  <a:moveTo>
                    <a:pt x="250190" y="3822"/>
                  </a:moveTo>
                  <a:lnTo>
                    <a:pt x="0" y="3822"/>
                  </a:lnTo>
                  <a:lnTo>
                    <a:pt x="0" y="7620"/>
                  </a:lnTo>
                  <a:lnTo>
                    <a:pt x="250190" y="7620"/>
                  </a:lnTo>
                  <a:lnTo>
                    <a:pt x="250190" y="3822"/>
                  </a:lnTo>
                  <a:close/>
                </a:path>
                <a:path w="250189" h="7620">
                  <a:moveTo>
                    <a:pt x="250190" y="0"/>
                  </a:moveTo>
                  <a:lnTo>
                    <a:pt x="0" y="0"/>
                  </a:lnTo>
                  <a:lnTo>
                    <a:pt x="0" y="3810"/>
                  </a:lnTo>
                  <a:lnTo>
                    <a:pt x="250190" y="3810"/>
                  </a:lnTo>
                  <a:lnTo>
                    <a:pt x="250190" y="0"/>
                  </a:lnTo>
                  <a:close/>
                </a:path>
              </a:pathLst>
            </a:custGeom>
            <a:solidFill>
              <a:srgbClr val="9A7300"/>
            </a:solidFill>
          </p:spPr>
          <p:txBody>
            <a:bodyPr wrap="square" lIns="0" tIns="0" rIns="0" bIns="0" rtlCol="0"/>
            <a:lstStyle/>
            <a:p/>
          </p:txBody>
        </p:sp>
        <p:sp>
          <p:nvSpPr>
            <p:cNvPr id="2077" name="object 2077"/>
            <p:cNvSpPr/>
            <p:nvPr/>
          </p:nvSpPr>
          <p:spPr>
            <a:xfrm>
              <a:off x="5570219" y="4527550"/>
              <a:ext cx="250190" cy="7620"/>
            </a:xfrm>
            <a:custGeom>
              <a:avLst/>
              <a:gdLst/>
              <a:ahLst/>
              <a:cxnLst/>
              <a:rect l="l" t="t" r="r" b="b"/>
              <a:pathLst>
                <a:path w="250189" h="7620">
                  <a:moveTo>
                    <a:pt x="250189" y="0"/>
                  </a:moveTo>
                  <a:lnTo>
                    <a:pt x="0" y="0"/>
                  </a:lnTo>
                  <a:lnTo>
                    <a:pt x="0" y="7619"/>
                  </a:lnTo>
                  <a:lnTo>
                    <a:pt x="250189" y="7619"/>
                  </a:lnTo>
                  <a:lnTo>
                    <a:pt x="250189" y="0"/>
                  </a:lnTo>
                  <a:close/>
                </a:path>
              </a:pathLst>
            </a:custGeom>
            <a:solidFill>
              <a:srgbClr val="9C7500"/>
            </a:solidFill>
          </p:spPr>
          <p:txBody>
            <a:bodyPr wrap="square" lIns="0" tIns="0" rIns="0" bIns="0" rtlCol="0"/>
            <a:lstStyle/>
            <a:p/>
          </p:txBody>
        </p:sp>
        <p:sp>
          <p:nvSpPr>
            <p:cNvPr id="2078" name="object 2078"/>
            <p:cNvSpPr/>
            <p:nvPr/>
          </p:nvSpPr>
          <p:spPr>
            <a:xfrm>
              <a:off x="5570219" y="4535170"/>
              <a:ext cx="250190" cy="6350"/>
            </a:xfrm>
            <a:custGeom>
              <a:avLst/>
              <a:gdLst/>
              <a:ahLst/>
              <a:cxnLst/>
              <a:rect l="l" t="t" r="r" b="b"/>
              <a:pathLst>
                <a:path w="250189" h="6350">
                  <a:moveTo>
                    <a:pt x="250189" y="0"/>
                  </a:moveTo>
                  <a:lnTo>
                    <a:pt x="0" y="0"/>
                  </a:lnTo>
                  <a:lnTo>
                    <a:pt x="0" y="6349"/>
                  </a:lnTo>
                  <a:lnTo>
                    <a:pt x="250189" y="6349"/>
                  </a:lnTo>
                  <a:lnTo>
                    <a:pt x="250189" y="0"/>
                  </a:lnTo>
                  <a:close/>
                </a:path>
              </a:pathLst>
            </a:custGeom>
            <a:solidFill>
              <a:srgbClr val="9E7600"/>
            </a:solidFill>
          </p:spPr>
          <p:txBody>
            <a:bodyPr wrap="square" lIns="0" tIns="0" rIns="0" bIns="0" rtlCol="0"/>
            <a:lstStyle/>
            <a:p/>
          </p:txBody>
        </p:sp>
        <p:sp>
          <p:nvSpPr>
            <p:cNvPr id="2079" name="object 2079"/>
            <p:cNvSpPr/>
            <p:nvPr/>
          </p:nvSpPr>
          <p:spPr>
            <a:xfrm>
              <a:off x="5570220" y="4541520"/>
              <a:ext cx="250190" cy="7620"/>
            </a:xfrm>
            <a:custGeom>
              <a:avLst/>
              <a:gdLst/>
              <a:ahLst/>
              <a:cxnLst/>
              <a:rect l="l" t="t" r="r" b="b"/>
              <a:pathLst>
                <a:path w="250189" h="7620">
                  <a:moveTo>
                    <a:pt x="250190" y="0"/>
                  </a:moveTo>
                  <a:lnTo>
                    <a:pt x="0" y="0"/>
                  </a:lnTo>
                  <a:lnTo>
                    <a:pt x="0" y="1270"/>
                  </a:lnTo>
                  <a:lnTo>
                    <a:pt x="0" y="2540"/>
                  </a:lnTo>
                  <a:lnTo>
                    <a:pt x="1270" y="2540"/>
                  </a:lnTo>
                  <a:lnTo>
                    <a:pt x="1270" y="7620"/>
                  </a:lnTo>
                  <a:lnTo>
                    <a:pt x="250190" y="7620"/>
                  </a:lnTo>
                  <a:lnTo>
                    <a:pt x="250190" y="2540"/>
                  </a:lnTo>
                  <a:lnTo>
                    <a:pt x="250190" y="1270"/>
                  </a:lnTo>
                  <a:lnTo>
                    <a:pt x="250190" y="0"/>
                  </a:lnTo>
                  <a:close/>
                </a:path>
              </a:pathLst>
            </a:custGeom>
            <a:solidFill>
              <a:srgbClr val="A17800"/>
            </a:solidFill>
          </p:spPr>
          <p:txBody>
            <a:bodyPr wrap="square" lIns="0" tIns="0" rIns="0" bIns="0" rtlCol="0"/>
            <a:lstStyle/>
            <a:p/>
          </p:txBody>
        </p:sp>
        <p:sp>
          <p:nvSpPr>
            <p:cNvPr id="2080" name="object 2080"/>
            <p:cNvSpPr/>
            <p:nvPr/>
          </p:nvSpPr>
          <p:spPr>
            <a:xfrm>
              <a:off x="5571489" y="4549140"/>
              <a:ext cx="248920" cy="7620"/>
            </a:xfrm>
            <a:custGeom>
              <a:avLst/>
              <a:gdLst/>
              <a:ahLst/>
              <a:cxnLst/>
              <a:rect l="l" t="t" r="r" b="b"/>
              <a:pathLst>
                <a:path w="248920" h="7620">
                  <a:moveTo>
                    <a:pt x="248920" y="0"/>
                  </a:moveTo>
                  <a:lnTo>
                    <a:pt x="0" y="0"/>
                  </a:lnTo>
                  <a:lnTo>
                    <a:pt x="0" y="7620"/>
                  </a:lnTo>
                  <a:lnTo>
                    <a:pt x="248920" y="7620"/>
                  </a:lnTo>
                  <a:lnTo>
                    <a:pt x="248920" y="0"/>
                  </a:lnTo>
                  <a:close/>
                </a:path>
              </a:pathLst>
            </a:custGeom>
            <a:solidFill>
              <a:srgbClr val="A37A00"/>
            </a:solidFill>
          </p:spPr>
          <p:txBody>
            <a:bodyPr wrap="square" lIns="0" tIns="0" rIns="0" bIns="0" rtlCol="0"/>
            <a:lstStyle/>
            <a:p/>
          </p:txBody>
        </p:sp>
        <p:sp>
          <p:nvSpPr>
            <p:cNvPr id="2081" name="object 2081"/>
            <p:cNvSpPr/>
            <p:nvPr/>
          </p:nvSpPr>
          <p:spPr>
            <a:xfrm>
              <a:off x="5571489" y="4556760"/>
              <a:ext cx="248920" cy="6350"/>
            </a:xfrm>
            <a:custGeom>
              <a:avLst/>
              <a:gdLst/>
              <a:ahLst/>
              <a:cxnLst/>
              <a:rect l="l" t="t" r="r" b="b"/>
              <a:pathLst>
                <a:path w="248920" h="6350">
                  <a:moveTo>
                    <a:pt x="248920" y="0"/>
                  </a:moveTo>
                  <a:lnTo>
                    <a:pt x="0" y="0"/>
                  </a:lnTo>
                  <a:lnTo>
                    <a:pt x="0" y="6350"/>
                  </a:lnTo>
                  <a:lnTo>
                    <a:pt x="248920" y="6350"/>
                  </a:lnTo>
                  <a:lnTo>
                    <a:pt x="248920" y="0"/>
                  </a:lnTo>
                  <a:close/>
                </a:path>
              </a:pathLst>
            </a:custGeom>
            <a:solidFill>
              <a:srgbClr val="A57B00"/>
            </a:solidFill>
          </p:spPr>
          <p:txBody>
            <a:bodyPr wrap="square" lIns="0" tIns="0" rIns="0" bIns="0" rtlCol="0"/>
            <a:lstStyle/>
            <a:p/>
          </p:txBody>
        </p:sp>
        <p:sp>
          <p:nvSpPr>
            <p:cNvPr id="2082" name="object 2082"/>
            <p:cNvSpPr/>
            <p:nvPr/>
          </p:nvSpPr>
          <p:spPr>
            <a:xfrm>
              <a:off x="5571489" y="4563110"/>
              <a:ext cx="248920" cy="7620"/>
            </a:xfrm>
            <a:custGeom>
              <a:avLst/>
              <a:gdLst/>
              <a:ahLst/>
              <a:cxnLst/>
              <a:rect l="l" t="t" r="r" b="b"/>
              <a:pathLst>
                <a:path w="248920" h="7620">
                  <a:moveTo>
                    <a:pt x="248920" y="0"/>
                  </a:moveTo>
                  <a:lnTo>
                    <a:pt x="0" y="0"/>
                  </a:lnTo>
                  <a:lnTo>
                    <a:pt x="0" y="7619"/>
                  </a:lnTo>
                  <a:lnTo>
                    <a:pt x="248920" y="7619"/>
                  </a:lnTo>
                  <a:lnTo>
                    <a:pt x="248920" y="0"/>
                  </a:lnTo>
                  <a:close/>
                </a:path>
              </a:pathLst>
            </a:custGeom>
            <a:solidFill>
              <a:srgbClr val="A77D00"/>
            </a:solidFill>
          </p:spPr>
          <p:txBody>
            <a:bodyPr wrap="square" lIns="0" tIns="0" rIns="0" bIns="0" rtlCol="0"/>
            <a:lstStyle/>
            <a:p/>
          </p:txBody>
        </p:sp>
        <p:sp>
          <p:nvSpPr>
            <p:cNvPr id="2083" name="object 2083"/>
            <p:cNvSpPr/>
            <p:nvPr/>
          </p:nvSpPr>
          <p:spPr>
            <a:xfrm>
              <a:off x="5571490" y="4570730"/>
              <a:ext cx="248920" cy="7620"/>
            </a:xfrm>
            <a:custGeom>
              <a:avLst/>
              <a:gdLst/>
              <a:ahLst/>
              <a:cxnLst/>
              <a:rect l="l" t="t" r="r" b="b"/>
              <a:pathLst>
                <a:path w="248920" h="7620">
                  <a:moveTo>
                    <a:pt x="248920" y="3822"/>
                  </a:moveTo>
                  <a:lnTo>
                    <a:pt x="0" y="3822"/>
                  </a:lnTo>
                  <a:lnTo>
                    <a:pt x="0" y="7620"/>
                  </a:lnTo>
                  <a:lnTo>
                    <a:pt x="248920" y="7620"/>
                  </a:lnTo>
                  <a:lnTo>
                    <a:pt x="248920" y="3822"/>
                  </a:lnTo>
                  <a:close/>
                </a:path>
                <a:path w="248920" h="7620">
                  <a:moveTo>
                    <a:pt x="248920" y="0"/>
                  </a:moveTo>
                  <a:lnTo>
                    <a:pt x="0" y="0"/>
                  </a:lnTo>
                  <a:lnTo>
                    <a:pt x="0" y="3810"/>
                  </a:lnTo>
                  <a:lnTo>
                    <a:pt x="248920" y="3810"/>
                  </a:lnTo>
                  <a:lnTo>
                    <a:pt x="248920" y="0"/>
                  </a:lnTo>
                  <a:close/>
                </a:path>
              </a:pathLst>
            </a:custGeom>
            <a:solidFill>
              <a:srgbClr val="A97E00"/>
            </a:solidFill>
          </p:spPr>
          <p:txBody>
            <a:bodyPr wrap="square" lIns="0" tIns="0" rIns="0" bIns="0" rtlCol="0"/>
            <a:lstStyle/>
            <a:p/>
          </p:txBody>
        </p:sp>
        <p:sp>
          <p:nvSpPr>
            <p:cNvPr id="2084" name="object 2084"/>
            <p:cNvSpPr/>
            <p:nvPr/>
          </p:nvSpPr>
          <p:spPr>
            <a:xfrm>
              <a:off x="5571490" y="4578350"/>
              <a:ext cx="248920" cy="7620"/>
            </a:xfrm>
            <a:custGeom>
              <a:avLst/>
              <a:gdLst/>
              <a:ahLst/>
              <a:cxnLst/>
              <a:rect l="l" t="t" r="r" b="b"/>
              <a:pathLst>
                <a:path w="248920" h="7620">
                  <a:moveTo>
                    <a:pt x="248920" y="1282"/>
                  </a:moveTo>
                  <a:lnTo>
                    <a:pt x="0" y="1282"/>
                  </a:lnTo>
                  <a:lnTo>
                    <a:pt x="0" y="7620"/>
                  </a:lnTo>
                  <a:lnTo>
                    <a:pt x="248920" y="7620"/>
                  </a:lnTo>
                  <a:lnTo>
                    <a:pt x="248920" y="1282"/>
                  </a:lnTo>
                  <a:close/>
                </a:path>
                <a:path w="248920" h="7620">
                  <a:moveTo>
                    <a:pt x="248920" y="0"/>
                  </a:moveTo>
                  <a:lnTo>
                    <a:pt x="0" y="0"/>
                  </a:lnTo>
                  <a:lnTo>
                    <a:pt x="0" y="1270"/>
                  </a:lnTo>
                  <a:lnTo>
                    <a:pt x="248920" y="1270"/>
                  </a:lnTo>
                  <a:lnTo>
                    <a:pt x="248920" y="0"/>
                  </a:lnTo>
                  <a:close/>
                </a:path>
              </a:pathLst>
            </a:custGeom>
            <a:solidFill>
              <a:srgbClr val="AB8000"/>
            </a:solidFill>
          </p:spPr>
          <p:txBody>
            <a:bodyPr wrap="square" lIns="0" tIns="0" rIns="0" bIns="0" rtlCol="0"/>
            <a:lstStyle/>
            <a:p/>
          </p:txBody>
        </p:sp>
        <p:sp>
          <p:nvSpPr>
            <p:cNvPr id="2085" name="object 2085"/>
            <p:cNvSpPr/>
            <p:nvPr/>
          </p:nvSpPr>
          <p:spPr>
            <a:xfrm>
              <a:off x="5571490" y="4585970"/>
              <a:ext cx="248920" cy="6350"/>
            </a:xfrm>
            <a:custGeom>
              <a:avLst/>
              <a:gdLst/>
              <a:ahLst/>
              <a:cxnLst/>
              <a:rect l="l" t="t" r="r" b="b"/>
              <a:pathLst>
                <a:path w="248920" h="6350">
                  <a:moveTo>
                    <a:pt x="248920" y="1282"/>
                  </a:moveTo>
                  <a:lnTo>
                    <a:pt x="0" y="1282"/>
                  </a:lnTo>
                  <a:lnTo>
                    <a:pt x="0" y="6350"/>
                  </a:lnTo>
                  <a:lnTo>
                    <a:pt x="248920" y="6350"/>
                  </a:lnTo>
                  <a:lnTo>
                    <a:pt x="248920" y="1282"/>
                  </a:lnTo>
                  <a:close/>
                </a:path>
                <a:path w="248920" h="6350">
                  <a:moveTo>
                    <a:pt x="248920" y="0"/>
                  </a:moveTo>
                  <a:lnTo>
                    <a:pt x="0" y="0"/>
                  </a:lnTo>
                  <a:lnTo>
                    <a:pt x="0" y="1270"/>
                  </a:lnTo>
                  <a:lnTo>
                    <a:pt x="248920" y="1270"/>
                  </a:lnTo>
                  <a:lnTo>
                    <a:pt x="248920" y="0"/>
                  </a:lnTo>
                  <a:close/>
                </a:path>
              </a:pathLst>
            </a:custGeom>
            <a:solidFill>
              <a:srgbClr val="AE8200"/>
            </a:solidFill>
          </p:spPr>
          <p:txBody>
            <a:bodyPr wrap="square" lIns="0" tIns="0" rIns="0" bIns="0" rtlCol="0"/>
            <a:lstStyle/>
            <a:p/>
          </p:txBody>
        </p:sp>
        <p:sp>
          <p:nvSpPr>
            <p:cNvPr id="2086" name="object 2086"/>
            <p:cNvSpPr/>
            <p:nvPr/>
          </p:nvSpPr>
          <p:spPr>
            <a:xfrm>
              <a:off x="5571490" y="4592320"/>
              <a:ext cx="248920" cy="7620"/>
            </a:xfrm>
            <a:custGeom>
              <a:avLst/>
              <a:gdLst/>
              <a:ahLst/>
              <a:cxnLst/>
              <a:rect l="l" t="t" r="r" b="b"/>
              <a:pathLst>
                <a:path w="248920" h="7620">
                  <a:moveTo>
                    <a:pt x="248920" y="6362"/>
                  </a:moveTo>
                  <a:lnTo>
                    <a:pt x="0" y="6362"/>
                  </a:lnTo>
                  <a:lnTo>
                    <a:pt x="0" y="7620"/>
                  </a:lnTo>
                  <a:lnTo>
                    <a:pt x="248920" y="7620"/>
                  </a:lnTo>
                  <a:lnTo>
                    <a:pt x="248920" y="6362"/>
                  </a:lnTo>
                  <a:close/>
                </a:path>
                <a:path w="248920" h="7620">
                  <a:moveTo>
                    <a:pt x="248920" y="1282"/>
                  </a:moveTo>
                  <a:lnTo>
                    <a:pt x="0" y="1282"/>
                  </a:lnTo>
                  <a:lnTo>
                    <a:pt x="0" y="6350"/>
                  </a:lnTo>
                  <a:lnTo>
                    <a:pt x="248920" y="6350"/>
                  </a:lnTo>
                  <a:lnTo>
                    <a:pt x="248920" y="1282"/>
                  </a:lnTo>
                  <a:close/>
                </a:path>
                <a:path w="248920" h="7620">
                  <a:moveTo>
                    <a:pt x="248920" y="0"/>
                  </a:moveTo>
                  <a:lnTo>
                    <a:pt x="0" y="0"/>
                  </a:lnTo>
                  <a:lnTo>
                    <a:pt x="0" y="1270"/>
                  </a:lnTo>
                  <a:lnTo>
                    <a:pt x="248920" y="1270"/>
                  </a:lnTo>
                  <a:lnTo>
                    <a:pt x="248920" y="0"/>
                  </a:lnTo>
                  <a:close/>
                </a:path>
              </a:pathLst>
            </a:custGeom>
            <a:solidFill>
              <a:srgbClr val="B08300"/>
            </a:solidFill>
          </p:spPr>
          <p:txBody>
            <a:bodyPr wrap="square" lIns="0" tIns="0" rIns="0" bIns="0" rtlCol="0"/>
            <a:lstStyle/>
            <a:p/>
          </p:txBody>
        </p:sp>
        <p:sp>
          <p:nvSpPr>
            <p:cNvPr id="2087" name="object 2087"/>
            <p:cNvSpPr/>
            <p:nvPr/>
          </p:nvSpPr>
          <p:spPr>
            <a:xfrm>
              <a:off x="5571490" y="4599940"/>
              <a:ext cx="248920" cy="7620"/>
            </a:xfrm>
            <a:custGeom>
              <a:avLst/>
              <a:gdLst/>
              <a:ahLst/>
              <a:cxnLst/>
              <a:rect l="l" t="t" r="r" b="b"/>
              <a:pathLst>
                <a:path w="248920" h="7620">
                  <a:moveTo>
                    <a:pt x="248920" y="6362"/>
                  </a:moveTo>
                  <a:lnTo>
                    <a:pt x="0" y="6362"/>
                  </a:lnTo>
                  <a:lnTo>
                    <a:pt x="0" y="7620"/>
                  </a:lnTo>
                  <a:lnTo>
                    <a:pt x="248920" y="7620"/>
                  </a:lnTo>
                  <a:lnTo>
                    <a:pt x="248920" y="6362"/>
                  </a:lnTo>
                  <a:close/>
                </a:path>
                <a:path w="248920" h="7620">
                  <a:moveTo>
                    <a:pt x="248920" y="0"/>
                  </a:moveTo>
                  <a:lnTo>
                    <a:pt x="0" y="0"/>
                  </a:lnTo>
                  <a:lnTo>
                    <a:pt x="0" y="6350"/>
                  </a:lnTo>
                  <a:lnTo>
                    <a:pt x="248920" y="6350"/>
                  </a:lnTo>
                  <a:lnTo>
                    <a:pt x="248920" y="0"/>
                  </a:lnTo>
                  <a:close/>
                </a:path>
              </a:pathLst>
            </a:custGeom>
            <a:solidFill>
              <a:srgbClr val="B28500"/>
            </a:solidFill>
          </p:spPr>
          <p:txBody>
            <a:bodyPr wrap="square" lIns="0" tIns="0" rIns="0" bIns="0" rtlCol="0"/>
            <a:lstStyle/>
            <a:p/>
          </p:txBody>
        </p:sp>
        <p:sp>
          <p:nvSpPr>
            <p:cNvPr id="2088" name="object 2088"/>
            <p:cNvSpPr/>
            <p:nvPr/>
          </p:nvSpPr>
          <p:spPr>
            <a:xfrm>
              <a:off x="5571490" y="4607560"/>
              <a:ext cx="248920" cy="6350"/>
            </a:xfrm>
            <a:custGeom>
              <a:avLst/>
              <a:gdLst/>
              <a:ahLst/>
              <a:cxnLst/>
              <a:rect l="l" t="t" r="r" b="b"/>
              <a:pathLst>
                <a:path w="248920" h="6350">
                  <a:moveTo>
                    <a:pt x="248920" y="5092"/>
                  </a:moveTo>
                  <a:lnTo>
                    <a:pt x="0" y="5092"/>
                  </a:lnTo>
                  <a:lnTo>
                    <a:pt x="0" y="6350"/>
                  </a:lnTo>
                  <a:lnTo>
                    <a:pt x="248920" y="6350"/>
                  </a:lnTo>
                  <a:lnTo>
                    <a:pt x="248920" y="5092"/>
                  </a:lnTo>
                  <a:close/>
                </a:path>
                <a:path w="248920" h="6350">
                  <a:moveTo>
                    <a:pt x="248920" y="0"/>
                  </a:moveTo>
                  <a:lnTo>
                    <a:pt x="0" y="0"/>
                  </a:lnTo>
                  <a:lnTo>
                    <a:pt x="0" y="5080"/>
                  </a:lnTo>
                  <a:lnTo>
                    <a:pt x="248920" y="5080"/>
                  </a:lnTo>
                  <a:lnTo>
                    <a:pt x="248920" y="0"/>
                  </a:lnTo>
                  <a:close/>
                </a:path>
              </a:pathLst>
            </a:custGeom>
            <a:solidFill>
              <a:srgbClr val="B48600"/>
            </a:solidFill>
          </p:spPr>
          <p:txBody>
            <a:bodyPr wrap="square" lIns="0" tIns="0" rIns="0" bIns="0" rtlCol="0"/>
            <a:lstStyle/>
            <a:p/>
          </p:txBody>
        </p:sp>
        <p:sp>
          <p:nvSpPr>
            <p:cNvPr id="2089" name="object 2089"/>
            <p:cNvSpPr/>
            <p:nvPr/>
          </p:nvSpPr>
          <p:spPr>
            <a:xfrm>
              <a:off x="5571490" y="4613910"/>
              <a:ext cx="250190" cy="7620"/>
            </a:xfrm>
            <a:custGeom>
              <a:avLst/>
              <a:gdLst/>
              <a:ahLst/>
              <a:cxnLst/>
              <a:rect l="l" t="t" r="r" b="b"/>
              <a:pathLst>
                <a:path w="250189" h="7620">
                  <a:moveTo>
                    <a:pt x="248920" y="0"/>
                  </a:moveTo>
                  <a:lnTo>
                    <a:pt x="0" y="0"/>
                  </a:lnTo>
                  <a:lnTo>
                    <a:pt x="0" y="5080"/>
                  </a:lnTo>
                  <a:lnTo>
                    <a:pt x="248920" y="5080"/>
                  </a:lnTo>
                  <a:lnTo>
                    <a:pt x="248920" y="0"/>
                  </a:lnTo>
                  <a:close/>
                </a:path>
                <a:path w="250189" h="7620">
                  <a:moveTo>
                    <a:pt x="250190" y="5092"/>
                  </a:moveTo>
                  <a:lnTo>
                    <a:pt x="0" y="5092"/>
                  </a:lnTo>
                  <a:lnTo>
                    <a:pt x="0" y="7620"/>
                  </a:lnTo>
                  <a:lnTo>
                    <a:pt x="250190" y="7620"/>
                  </a:lnTo>
                  <a:lnTo>
                    <a:pt x="250190" y="5092"/>
                  </a:lnTo>
                  <a:close/>
                </a:path>
              </a:pathLst>
            </a:custGeom>
            <a:solidFill>
              <a:srgbClr val="B68800"/>
            </a:solidFill>
          </p:spPr>
          <p:txBody>
            <a:bodyPr wrap="square" lIns="0" tIns="0" rIns="0" bIns="0" rtlCol="0"/>
            <a:lstStyle/>
            <a:p/>
          </p:txBody>
        </p:sp>
        <p:sp>
          <p:nvSpPr>
            <p:cNvPr id="2090" name="object 2090"/>
            <p:cNvSpPr/>
            <p:nvPr/>
          </p:nvSpPr>
          <p:spPr>
            <a:xfrm>
              <a:off x="5571490" y="4621530"/>
              <a:ext cx="250190" cy="7620"/>
            </a:xfrm>
            <a:custGeom>
              <a:avLst/>
              <a:gdLst/>
              <a:ahLst/>
              <a:cxnLst/>
              <a:rect l="l" t="t" r="r" b="b"/>
              <a:pathLst>
                <a:path w="250189" h="7620">
                  <a:moveTo>
                    <a:pt x="250190" y="3822"/>
                  </a:moveTo>
                  <a:lnTo>
                    <a:pt x="0" y="3822"/>
                  </a:lnTo>
                  <a:lnTo>
                    <a:pt x="0" y="7620"/>
                  </a:lnTo>
                  <a:lnTo>
                    <a:pt x="250190" y="7620"/>
                  </a:lnTo>
                  <a:lnTo>
                    <a:pt x="250190" y="3822"/>
                  </a:lnTo>
                  <a:close/>
                </a:path>
                <a:path w="250189" h="7620">
                  <a:moveTo>
                    <a:pt x="250190" y="0"/>
                  </a:moveTo>
                  <a:lnTo>
                    <a:pt x="0" y="0"/>
                  </a:lnTo>
                  <a:lnTo>
                    <a:pt x="0" y="3810"/>
                  </a:lnTo>
                  <a:lnTo>
                    <a:pt x="250190" y="3810"/>
                  </a:lnTo>
                  <a:lnTo>
                    <a:pt x="250190" y="0"/>
                  </a:lnTo>
                  <a:close/>
                </a:path>
              </a:pathLst>
            </a:custGeom>
            <a:solidFill>
              <a:srgbClr val="B88A00"/>
            </a:solidFill>
          </p:spPr>
          <p:txBody>
            <a:bodyPr wrap="square" lIns="0" tIns="0" rIns="0" bIns="0" rtlCol="0"/>
            <a:lstStyle/>
            <a:p/>
          </p:txBody>
        </p:sp>
        <p:sp>
          <p:nvSpPr>
            <p:cNvPr id="2091" name="object 2091"/>
            <p:cNvSpPr/>
            <p:nvPr/>
          </p:nvSpPr>
          <p:spPr>
            <a:xfrm>
              <a:off x="5571490" y="4629150"/>
              <a:ext cx="250190" cy="6350"/>
            </a:xfrm>
            <a:custGeom>
              <a:avLst/>
              <a:gdLst/>
              <a:ahLst/>
              <a:cxnLst/>
              <a:rect l="l" t="t" r="r" b="b"/>
              <a:pathLst>
                <a:path w="250189" h="6350">
                  <a:moveTo>
                    <a:pt x="250190" y="2552"/>
                  </a:moveTo>
                  <a:lnTo>
                    <a:pt x="0" y="2552"/>
                  </a:lnTo>
                  <a:lnTo>
                    <a:pt x="0" y="6350"/>
                  </a:lnTo>
                  <a:lnTo>
                    <a:pt x="250190" y="6350"/>
                  </a:lnTo>
                  <a:lnTo>
                    <a:pt x="250190" y="2552"/>
                  </a:lnTo>
                  <a:close/>
                </a:path>
                <a:path w="250189" h="6350">
                  <a:moveTo>
                    <a:pt x="250190" y="0"/>
                  </a:moveTo>
                  <a:lnTo>
                    <a:pt x="0" y="0"/>
                  </a:lnTo>
                  <a:lnTo>
                    <a:pt x="0" y="2540"/>
                  </a:lnTo>
                  <a:lnTo>
                    <a:pt x="250190" y="2540"/>
                  </a:lnTo>
                  <a:lnTo>
                    <a:pt x="250190" y="0"/>
                  </a:lnTo>
                  <a:close/>
                </a:path>
              </a:pathLst>
            </a:custGeom>
            <a:solidFill>
              <a:srgbClr val="BB8B00"/>
            </a:solidFill>
          </p:spPr>
          <p:txBody>
            <a:bodyPr wrap="square" lIns="0" tIns="0" rIns="0" bIns="0" rtlCol="0"/>
            <a:lstStyle/>
            <a:p/>
          </p:txBody>
        </p:sp>
        <p:sp>
          <p:nvSpPr>
            <p:cNvPr id="2092" name="object 2092"/>
            <p:cNvSpPr/>
            <p:nvPr/>
          </p:nvSpPr>
          <p:spPr>
            <a:xfrm>
              <a:off x="5571490" y="463550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BD8D00"/>
            </a:solidFill>
          </p:spPr>
          <p:txBody>
            <a:bodyPr wrap="square" lIns="0" tIns="0" rIns="0" bIns="0" rtlCol="0"/>
            <a:lstStyle/>
            <a:p/>
          </p:txBody>
        </p:sp>
        <p:sp>
          <p:nvSpPr>
            <p:cNvPr id="2093" name="object 2093"/>
            <p:cNvSpPr/>
            <p:nvPr/>
          </p:nvSpPr>
          <p:spPr>
            <a:xfrm>
              <a:off x="5571490" y="464312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BF8F00"/>
            </a:solidFill>
          </p:spPr>
          <p:txBody>
            <a:bodyPr wrap="square" lIns="0" tIns="0" rIns="0" bIns="0" rtlCol="0"/>
            <a:lstStyle/>
            <a:p/>
          </p:txBody>
        </p:sp>
        <p:sp>
          <p:nvSpPr>
            <p:cNvPr id="2094" name="object 2094"/>
            <p:cNvSpPr/>
            <p:nvPr/>
          </p:nvSpPr>
          <p:spPr>
            <a:xfrm>
              <a:off x="5572760" y="4650752"/>
              <a:ext cx="248920" cy="7620"/>
            </a:xfrm>
            <a:custGeom>
              <a:avLst/>
              <a:gdLst/>
              <a:ahLst/>
              <a:cxnLst/>
              <a:rect l="l" t="t" r="r" b="b"/>
              <a:pathLst>
                <a:path w="248920" h="7620">
                  <a:moveTo>
                    <a:pt x="248920" y="5080"/>
                  </a:moveTo>
                  <a:lnTo>
                    <a:pt x="0" y="5080"/>
                  </a:lnTo>
                  <a:lnTo>
                    <a:pt x="0" y="7607"/>
                  </a:lnTo>
                  <a:lnTo>
                    <a:pt x="248920" y="7607"/>
                  </a:lnTo>
                  <a:lnTo>
                    <a:pt x="248920" y="5080"/>
                  </a:lnTo>
                  <a:close/>
                </a:path>
                <a:path w="248920" h="7620">
                  <a:moveTo>
                    <a:pt x="248920" y="0"/>
                  </a:moveTo>
                  <a:lnTo>
                    <a:pt x="0" y="0"/>
                  </a:lnTo>
                  <a:lnTo>
                    <a:pt x="0" y="5067"/>
                  </a:lnTo>
                  <a:lnTo>
                    <a:pt x="248920" y="5067"/>
                  </a:lnTo>
                  <a:lnTo>
                    <a:pt x="248920" y="0"/>
                  </a:lnTo>
                  <a:close/>
                </a:path>
              </a:pathLst>
            </a:custGeom>
            <a:solidFill>
              <a:srgbClr val="C19000"/>
            </a:solidFill>
          </p:spPr>
          <p:txBody>
            <a:bodyPr wrap="square" lIns="0" tIns="0" rIns="0" bIns="0" rtlCol="0"/>
            <a:lstStyle/>
            <a:p/>
          </p:txBody>
        </p:sp>
        <p:sp>
          <p:nvSpPr>
            <p:cNvPr id="2095" name="object 2095"/>
            <p:cNvSpPr/>
            <p:nvPr/>
          </p:nvSpPr>
          <p:spPr>
            <a:xfrm>
              <a:off x="5572760" y="4658360"/>
              <a:ext cx="248920" cy="6350"/>
            </a:xfrm>
            <a:custGeom>
              <a:avLst/>
              <a:gdLst/>
              <a:ahLst/>
              <a:cxnLst/>
              <a:rect l="l" t="t" r="r" b="b"/>
              <a:pathLst>
                <a:path w="248920" h="6350">
                  <a:moveTo>
                    <a:pt x="248920" y="3822"/>
                  </a:moveTo>
                  <a:lnTo>
                    <a:pt x="0" y="3822"/>
                  </a:lnTo>
                  <a:lnTo>
                    <a:pt x="0" y="6350"/>
                  </a:lnTo>
                  <a:lnTo>
                    <a:pt x="248920" y="6350"/>
                  </a:lnTo>
                  <a:lnTo>
                    <a:pt x="248920" y="3822"/>
                  </a:lnTo>
                  <a:close/>
                </a:path>
                <a:path w="248920" h="6350">
                  <a:moveTo>
                    <a:pt x="248920" y="0"/>
                  </a:moveTo>
                  <a:lnTo>
                    <a:pt x="0" y="0"/>
                  </a:lnTo>
                  <a:lnTo>
                    <a:pt x="0" y="3810"/>
                  </a:lnTo>
                  <a:lnTo>
                    <a:pt x="248920" y="3810"/>
                  </a:lnTo>
                  <a:lnTo>
                    <a:pt x="248920" y="0"/>
                  </a:lnTo>
                  <a:close/>
                </a:path>
              </a:pathLst>
            </a:custGeom>
            <a:solidFill>
              <a:srgbClr val="C39200"/>
            </a:solidFill>
          </p:spPr>
          <p:txBody>
            <a:bodyPr wrap="square" lIns="0" tIns="0" rIns="0" bIns="0" rtlCol="0"/>
            <a:lstStyle/>
            <a:p/>
          </p:txBody>
        </p:sp>
        <p:sp>
          <p:nvSpPr>
            <p:cNvPr id="2096" name="object 2096"/>
            <p:cNvSpPr/>
            <p:nvPr/>
          </p:nvSpPr>
          <p:spPr>
            <a:xfrm>
              <a:off x="5572760" y="4664710"/>
              <a:ext cx="248920" cy="7620"/>
            </a:xfrm>
            <a:custGeom>
              <a:avLst/>
              <a:gdLst/>
              <a:ahLst/>
              <a:cxnLst/>
              <a:rect l="l" t="t" r="r" b="b"/>
              <a:pathLst>
                <a:path w="248920" h="7620">
                  <a:moveTo>
                    <a:pt x="248920" y="5092"/>
                  </a:moveTo>
                  <a:lnTo>
                    <a:pt x="0" y="5092"/>
                  </a:lnTo>
                  <a:lnTo>
                    <a:pt x="0" y="7620"/>
                  </a:lnTo>
                  <a:lnTo>
                    <a:pt x="248920" y="7620"/>
                  </a:lnTo>
                  <a:lnTo>
                    <a:pt x="248920" y="5092"/>
                  </a:lnTo>
                  <a:close/>
                </a:path>
                <a:path w="248920" h="7620">
                  <a:moveTo>
                    <a:pt x="248920" y="0"/>
                  </a:moveTo>
                  <a:lnTo>
                    <a:pt x="0" y="0"/>
                  </a:lnTo>
                  <a:lnTo>
                    <a:pt x="0" y="5080"/>
                  </a:lnTo>
                  <a:lnTo>
                    <a:pt x="248920" y="5080"/>
                  </a:lnTo>
                  <a:lnTo>
                    <a:pt x="248920" y="0"/>
                  </a:lnTo>
                  <a:close/>
                </a:path>
              </a:pathLst>
            </a:custGeom>
            <a:solidFill>
              <a:srgbClr val="C59300"/>
            </a:solidFill>
          </p:spPr>
          <p:txBody>
            <a:bodyPr wrap="square" lIns="0" tIns="0" rIns="0" bIns="0" rtlCol="0"/>
            <a:lstStyle/>
            <a:p/>
          </p:txBody>
        </p:sp>
        <p:sp>
          <p:nvSpPr>
            <p:cNvPr id="2097" name="object 2097"/>
            <p:cNvSpPr/>
            <p:nvPr/>
          </p:nvSpPr>
          <p:spPr>
            <a:xfrm>
              <a:off x="5572760" y="4672330"/>
              <a:ext cx="248920" cy="7620"/>
            </a:xfrm>
            <a:custGeom>
              <a:avLst/>
              <a:gdLst/>
              <a:ahLst/>
              <a:cxnLst/>
              <a:rect l="l" t="t" r="r" b="b"/>
              <a:pathLst>
                <a:path w="248920" h="7620">
                  <a:moveTo>
                    <a:pt x="248920" y="3822"/>
                  </a:moveTo>
                  <a:lnTo>
                    <a:pt x="0" y="3822"/>
                  </a:lnTo>
                  <a:lnTo>
                    <a:pt x="0" y="7620"/>
                  </a:lnTo>
                  <a:lnTo>
                    <a:pt x="248920" y="7620"/>
                  </a:lnTo>
                  <a:lnTo>
                    <a:pt x="248920" y="3822"/>
                  </a:lnTo>
                  <a:close/>
                </a:path>
                <a:path w="248920" h="7620">
                  <a:moveTo>
                    <a:pt x="248920" y="0"/>
                  </a:moveTo>
                  <a:lnTo>
                    <a:pt x="0" y="0"/>
                  </a:lnTo>
                  <a:lnTo>
                    <a:pt x="0" y="3810"/>
                  </a:lnTo>
                  <a:lnTo>
                    <a:pt x="248920" y="3810"/>
                  </a:lnTo>
                  <a:lnTo>
                    <a:pt x="248920" y="0"/>
                  </a:lnTo>
                  <a:close/>
                </a:path>
              </a:pathLst>
            </a:custGeom>
            <a:solidFill>
              <a:srgbClr val="C79500"/>
            </a:solidFill>
          </p:spPr>
          <p:txBody>
            <a:bodyPr wrap="square" lIns="0" tIns="0" rIns="0" bIns="0" rtlCol="0"/>
            <a:lstStyle/>
            <a:p/>
          </p:txBody>
        </p:sp>
        <p:sp>
          <p:nvSpPr>
            <p:cNvPr id="2098" name="object 2098"/>
            <p:cNvSpPr/>
            <p:nvPr/>
          </p:nvSpPr>
          <p:spPr>
            <a:xfrm>
              <a:off x="5572760" y="4679950"/>
              <a:ext cx="250190" cy="6350"/>
            </a:xfrm>
            <a:custGeom>
              <a:avLst/>
              <a:gdLst/>
              <a:ahLst/>
              <a:cxnLst/>
              <a:rect l="l" t="t" r="r" b="b"/>
              <a:pathLst>
                <a:path w="250189" h="6350">
                  <a:moveTo>
                    <a:pt x="250190" y="3810"/>
                  </a:moveTo>
                  <a:lnTo>
                    <a:pt x="248920" y="3810"/>
                  </a:lnTo>
                  <a:lnTo>
                    <a:pt x="248920" y="2540"/>
                  </a:lnTo>
                  <a:lnTo>
                    <a:pt x="248920" y="0"/>
                  </a:lnTo>
                  <a:lnTo>
                    <a:pt x="0" y="0"/>
                  </a:lnTo>
                  <a:lnTo>
                    <a:pt x="0" y="2540"/>
                  </a:lnTo>
                  <a:lnTo>
                    <a:pt x="0" y="3810"/>
                  </a:lnTo>
                  <a:lnTo>
                    <a:pt x="0" y="6350"/>
                  </a:lnTo>
                  <a:lnTo>
                    <a:pt x="250190" y="6350"/>
                  </a:lnTo>
                  <a:lnTo>
                    <a:pt x="250190" y="3810"/>
                  </a:lnTo>
                  <a:close/>
                </a:path>
              </a:pathLst>
            </a:custGeom>
            <a:solidFill>
              <a:srgbClr val="CA9700"/>
            </a:solidFill>
          </p:spPr>
          <p:txBody>
            <a:bodyPr wrap="square" lIns="0" tIns="0" rIns="0" bIns="0" rtlCol="0"/>
            <a:lstStyle/>
            <a:p/>
          </p:txBody>
        </p:sp>
        <p:sp>
          <p:nvSpPr>
            <p:cNvPr id="2099" name="object 2099"/>
            <p:cNvSpPr/>
            <p:nvPr/>
          </p:nvSpPr>
          <p:spPr>
            <a:xfrm>
              <a:off x="5572760" y="4686300"/>
              <a:ext cx="250190" cy="7620"/>
            </a:xfrm>
            <a:custGeom>
              <a:avLst/>
              <a:gdLst/>
              <a:ahLst/>
              <a:cxnLst/>
              <a:rect l="l" t="t" r="r" b="b"/>
              <a:pathLst>
                <a:path w="250189" h="7620">
                  <a:moveTo>
                    <a:pt x="250190" y="2552"/>
                  </a:moveTo>
                  <a:lnTo>
                    <a:pt x="0" y="2552"/>
                  </a:lnTo>
                  <a:lnTo>
                    <a:pt x="0" y="7620"/>
                  </a:lnTo>
                  <a:lnTo>
                    <a:pt x="250190" y="7620"/>
                  </a:lnTo>
                  <a:lnTo>
                    <a:pt x="250190" y="2552"/>
                  </a:lnTo>
                  <a:close/>
                </a:path>
                <a:path w="250189" h="7620">
                  <a:moveTo>
                    <a:pt x="250190" y="0"/>
                  </a:moveTo>
                  <a:lnTo>
                    <a:pt x="0" y="0"/>
                  </a:lnTo>
                  <a:lnTo>
                    <a:pt x="0" y="2540"/>
                  </a:lnTo>
                  <a:lnTo>
                    <a:pt x="250190" y="2540"/>
                  </a:lnTo>
                  <a:lnTo>
                    <a:pt x="250190" y="0"/>
                  </a:lnTo>
                  <a:close/>
                </a:path>
              </a:pathLst>
            </a:custGeom>
            <a:solidFill>
              <a:srgbClr val="CC9800"/>
            </a:solidFill>
          </p:spPr>
          <p:txBody>
            <a:bodyPr wrap="square" lIns="0" tIns="0" rIns="0" bIns="0" rtlCol="0"/>
            <a:lstStyle/>
            <a:p/>
          </p:txBody>
        </p:sp>
        <p:sp>
          <p:nvSpPr>
            <p:cNvPr id="2100" name="object 2100"/>
            <p:cNvSpPr/>
            <p:nvPr/>
          </p:nvSpPr>
          <p:spPr>
            <a:xfrm>
              <a:off x="5572760" y="4693920"/>
              <a:ext cx="250190" cy="7620"/>
            </a:xfrm>
            <a:custGeom>
              <a:avLst/>
              <a:gdLst/>
              <a:ahLst/>
              <a:cxnLst/>
              <a:rect l="l" t="t" r="r" b="b"/>
              <a:pathLst>
                <a:path w="250189" h="7620">
                  <a:moveTo>
                    <a:pt x="250190" y="1282"/>
                  </a:moveTo>
                  <a:lnTo>
                    <a:pt x="0" y="1282"/>
                  </a:lnTo>
                  <a:lnTo>
                    <a:pt x="0" y="7620"/>
                  </a:lnTo>
                  <a:lnTo>
                    <a:pt x="250190" y="7620"/>
                  </a:lnTo>
                  <a:lnTo>
                    <a:pt x="250190" y="1282"/>
                  </a:lnTo>
                  <a:close/>
                </a:path>
                <a:path w="250189" h="7620">
                  <a:moveTo>
                    <a:pt x="250190" y="0"/>
                  </a:moveTo>
                  <a:lnTo>
                    <a:pt x="0" y="0"/>
                  </a:lnTo>
                  <a:lnTo>
                    <a:pt x="0" y="1270"/>
                  </a:lnTo>
                  <a:lnTo>
                    <a:pt x="250190" y="1270"/>
                  </a:lnTo>
                  <a:lnTo>
                    <a:pt x="250190" y="0"/>
                  </a:lnTo>
                  <a:close/>
                </a:path>
              </a:pathLst>
            </a:custGeom>
            <a:solidFill>
              <a:srgbClr val="CE9A00"/>
            </a:solidFill>
          </p:spPr>
          <p:txBody>
            <a:bodyPr wrap="square" lIns="0" tIns="0" rIns="0" bIns="0" rtlCol="0"/>
            <a:lstStyle/>
            <a:p/>
          </p:txBody>
        </p:sp>
        <p:sp>
          <p:nvSpPr>
            <p:cNvPr id="2101" name="object 2101"/>
            <p:cNvSpPr/>
            <p:nvPr/>
          </p:nvSpPr>
          <p:spPr>
            <a:xfrm>
              <a:off x="5572760" y="4701540"/>
              <a:ext cx="251460" cy="6350"/>
            </a:xfrm>
            <a:custGeom>
              <a:avLst/>
              <a:gdLst/>
              <a:ahLst/>
              <a:cxnLst/>
              <a:rect l="l" t="t" r="r" b="b"/>
              <a:pathLst>
                <a:path w="251460" h="6350">
                  <a:moveTo>
                    <a:pt x="251460" y="2540"/>
                  </a:moveTo>
                  <a:lnTo>
                    <a:pt x="250190" y="2540"/>
                  </a:lnTo>
                  <a:lnTo>
                    <a:pt x="250190" y="0"/>
                  </a:lnTo>
                  <a:lnTo>
                    <a:pt x="0" y="0"/>
                  </a:lnTo>
                  <a:lnTo>
                    <a:pt x="0" y="2540"/>
                  </a:lnTo>
                  <a:lnTo>
                    <a:pt x="0" y="6350"/>
                  </a:lnTo>
                  <a:lnTo>
                    <a:pt x="251460" y="6350"/>
                  </a:lnTo>
                  <a:lnTo>
                    <a:pt x="251460" y="2540"/>
                  </a:lnTo>
                  <a:close/>
                </a:path>
              </a:pathLst>
            </a:custGeom>
            <a:solidFill>
              <a:srgbClr val="D09C00"/>
            </a:solidFill>
          </p:spPr>
          <p:txBody>
            <a:bodyPr wrap="square" lIns="0" tIns="0" rIns="0" bIns="0" rtlCol="0"/>
            <a:lstStyle/>
            <a:p/>
          </p:txBody>
        </p:sp>
        <p:sp>
          <p:nvSpPr>
            <p:cNvPr id="2102" name="object 2102"/>
            <p:cNvSpPr/>
            <p:nvPr/>
          </p:nvSpPr>
          <p:spPr>
            <a:xfrm>
              <a:off x="5572760" y="4707902"/>
              <a:ext cx="251460" cy="7620"/>
            </a:xfrm>
            <a:custGeom>
              <a:avLst/>
              <a:gdLst/>
              <a:ahLst/>
              <a:cxnLst/>
              <a:rect l="l" t="t" r="r" b="b"/>
              <a:pathLst>
                <a:path w="251460" h="7620">
                  <a:moveTo>
                    <a:pt x="251460" y="6350"/>
                  </a:moveTo>
                  <a:lnTo>
                    <a:pt x="0" y="6350"/>
                  </a:lnTo>
                  <a:lnTo>
                    <a:pt x="0" y="7607"/>
                  </a:lnTo>
                  <a:lnTo>
                    <a:pt x="251460" y="7607"/>
                  </a:lnTo>
                  <a:lnTo>
                    <a:pt x="251460" y="6350"/>
                  </a:lnTo>
                  <a:close/>
                </a:path>
                <a:path w="251460" h="7620">
                  <a:moveTo>
                    <a:pt x="251460" y="0"/>
                  </a:moveTo>
                  <a:lnTo>
                    <a:pt x="0" y="0"/>
                  </a:lnTo>
                  <a:lnTo>
                    <a:pt x="0" y="6337"/>
                  </a:lnTo>
                  <a:lnTo>
                    <a:pt x="251460" y="6337"/>
                  </a:lnTo>
                  <a:lnTo>
                    <a:pt x="251460" y="0"/>
                  </a:lnTo>
                  <a:close/>
                </a:path>
              </a:pathLst>
            </a:custGeom>
            <a:solidFill>
              <a:srgbClr val="D29D00"/>
            </a:solidFill>
          </p:spPr>
          <p:txBody>
            <a:bodyPr wrap="square" lIns="0" tIns="0" rIns="0" bIns="0" rtlCol="0"/>
            <a:lstStyle/>
            <a:p/>
          </p:txBody>
        </p:sp>
        <p:sp>
          <p:nvSpPr>
            <p:cNvPr id="2103" name="object 2103"/>
            <p:cNvSpPr/>
            <p:nvPr/>
          </p:nvSpPr>
          <p:spPr>
            <a:xfrm>
              <a:off x="5572760" y="4715510"/>
              <a:ext cx="252729" cy="7620"/>
            </a:xfrm>
            <a:custGeom>
              <a:avLst/>
              <a:gdLst/>
              <a:ahLst/>
              <a:cxnLst/>
              <a:rect l="l" t="t" r="r" b="b"/>
              <a:pathLst>
                <a:path w="252729" h="7620">
                  <a:moveTo>
                    <a:pt x="252730" y="5092"/>
                  </a:moveTo>
                  <a:lnTo>
                    <a:pt x="0" y="5092"/>
                  </a:lnTo>
                  <a:lnTo>
                    <a:pt x="0" y="7620"/>
                  </a:lnTo>
                  <a:lnTo>
                    <a:pt x="252730" y="7620"/>
                  </a:lnTo>
                  <a:lnTo>
                    <a:pt x="252730" y="5092"/>
                  </a:lnTo>
                  <a:close/>
                </a:path>
                <a:path w="252729" h="7620">
                  <a:moveTo>
                    <a:pt x="252730" y="0"/>
                  </a:moveTo>
                  <a:lnTo>
                    <a:pt x="0" y="0"/>
                  </a:lnTo>
                  <a:lnTo>
                    <a:pt x="0" y="5080"/>
                  </a:lnTo>
                  <a:lnTo>
                    <a:pt x="252730" y="5080"/>
                  </a:lnTo>
                  <a:lnTo>
                    <a:pt x="252730" y="0"/>
                  </a:lnTo>
                  <a:close/>
                </a:path>
              </a:pathLst>
            </a:custGeom>
            <a:solidFill>
              <a:srgbClr val="D49F00"/>
            </a:solidFill>
          </p:spPr>
          <p:txBody>
            <a:bodyPr wrap="square" lIns="0" tIns="0" rIns="0" bIns="0" rtlCol="0"/>
            <a:lstStyle/>
            <a:p/>
          </p:txBody>
        </p:sp>
        <p:sp>
          <p:nvSpPr>
            <p:cNvPr id="2104" name="object 2104"/>
            <p:cNvSpPr/>
            <p:nvPr/>
          </p:nvSpPr>
          <p:spPr>
            <a:xfrm>
              <a:off x="5572760" y="4723130"/>
              <a:ext cx="254000" cy="7620"/>
            </a:xfrm>
            <a:custGeom>
              <a:avLst/>
              <a:gdLst/>
              <a:ahLst/>
              <a:cxnLst/>
              <a:rect l="l" t="t" r="r" b="b"/>
              <a:pathLst>
                <a:path w="254000" h="7620">
                  <a:moveTo>
                    <a:pt x="254000" y="3822"/>
                  </a:moveTo>
                  <a:lnTo>
                    <a:pt x="0" y="3822"/>
                  </a:lnTo>
                  <a:lnTo>
                    <a:pt x="0" y="7620"/>
                  </a:lnTo>
                  <a:lnTo>
                    <a:pt x="254000" y="7620"/>
                  </a:lnTo>
                  <a:lnTo>
                    <a:pt x="254000" y="3822"/>
                  </a:lnTo>
                  <a:close/>
                </a:path>
                <a:path w="254000" h="7620">
                  <a:moveTo>
                    <a:pt x="254000" y="2540"/>
                  </a:moveTo>
                  <a:lnTo>
                    <a:pt x="252730" y="2540"/>
                  </a:lnTo>
                  <a:lnTo>
                    <a:pt x="252730" y="0"/>
                  </a:lnTo>
                  <a:lnTo>
                    <a:pt x="0" y="0"/>
                  </a:lnTo>
                  <a:lnTo>
                    <a:pt x="0" y="2540"/>
                  </a:lnTo>
                  <a:lnTo>
                    <a:pt x="0" y="3810"/>
                  </a:lnTo>
                  <a:lnTo>
                    <a:pt x="254000" y="3810"/>
                  </a:lnTo>
                  <a:lnTo>
                    <a:pt x="254000" y="2540"/>
                  </a:lnTo>
                  <a:close/>
                </a:path>
              </a:pathLst>
            </a:custGeom>
            <a:solidFill>
              <a:srgbClr val="D7A000"/>
            </a:solidFill>
          </p:spPr>
          <p:txBody>
            <a:bodyPr wrap="square" lIns="0" tIns="0" rIns="0" bIns="0" rtlCol="0"/>
            <a:lstStyle/>
            <a:p/>
          </p:txBody>
        </p:sp>
        <p:sp>
          <p:nvSpPr>
            <p:cNvPr id="2105" name="object 2105"/>
            <p:cNvSpPr/>
            <p:nvPr/>
          </p:nvSpPr>
          <p:spPr>
            <a:xfrm>
              <a:off x="5572760" y="4730750"/>
              <a:ext cx="255270" cy="6350"/>
            </a:xfrm>
            <a:custGeom>
              <a:avLst/>
              <a:gdLst/>
              <a:ahLst/>
              <a:cxnLst/>
              <a:rect l="l" t="t" r="r" b="b"/>
              <a:pathLst>
                <a:path w="255270" h="6350">
                  <a:moveTo>
                    <a:pt x="254000" y="0"/>
                  </a:moveTo>
                  <a:lnTo>
                    <a:pt x="0" y="0"/>
                  </a:lnTo>
                  <a:lnTo>
                    <a:pt x="0" y="2540"/>
                  </a:lnTo>
                  <a:lnTo>
                    <a:pt x="254000" y="2540"/>
                  </a:lnTo>
                  <a:lnTo>
                    <a:pt x="254000" y="0"/>
                  </a:lnTo>
                  <a:close/>
                </a:path>
                <a:path w="255270" h="6350">
                  <a:moveTo>
                    <a:pt x="255270" y="2552"/>
                  </a:moveTo>
                  <a:lnTo>
                    <a:pt x="0" y="2552"/>
                  </a:lnTo>
                  <a:lnTo>
                    <a:pt x="0" y="6350"/>
                  </a:lnTo>
                  <a:lnTo>
                    <a:pt x="255270" y="6350"/>
                  </a:lnTo>
                  <a:lnTo>
                    <a:pt x="255270" y="2552"/>
                  </a:lnTo>
                  <a:close/>
                </a:path>
              </a:pathLst>
            </a:custGeom>
            <a:solidFill>
              <a:srgbClr val="D9A200"/>
            </a:solidFill>
          </p:spPr>
          <p:txBody>
            <a:bodyPr wrap="square" lIns="0" tIns="0" rIns="0" bIns="0" rtlCol="0"/>
            <a:lstStyle/>
            <a:p/>
          </p:txBody>
        </p:sp>
        <p:sp>
          <p:nvSpPr>
            <p:cNvPr id="2106" name="object 2106"/>
            <p:cNvSpPr/>
            <p:nvPr/>
          </p:nvSpPr>
          <p:spPr>
            <a:xfrm>
              <a:off x="5571490" y="4737100"/>
              <a:ext cx="259079" cy="7620"/>
            </a:xfrm>
            <a:custGeom>
              <a:avLst/>
              <a:gdLst/>
              <a:ahLst/>
              <a:cxnLst/>
              <a:rect l="l" t="t" r="r" b="b"/>
              <a:pathLst>
                <a:path w="259079" h="7620">
                  <a:moveTo>
                    <a:pt x="259067" y="5080"/>
                  </a:moveTo>
                  <a:lnTo>
                    <a:pt x="257810" y="5080"/>
                  </a:lnTo>
                  <a:lnTo>
                    <a:pt x="257810" y="3810"/>
                  </a:lnTo>
                  <a:lnTo>
                    <a:pt x="257810" y="2540"/>
                  </a:lnTo>
                  <a:lnTo>
                    <a:pt x="256540" y="2540"/>
                  </a:lnTo>
                  <a:lnTo>
                    <a:pt x="256540" y="0"/>
                  </a:lnTo>
                  <a:lnTo>
                    <a:pt x="1270" y="0"/>
                  </a:lnTo>
                  <a:lnTo>
                    <a:pt x="1270" y="2540"/>
                  </a:lnTo>
                  <a:lnTo>
                    <a:pt x="1270" y="3810"/>
                  </a:lnTo>
                  <a:lnTo>
                    <a:pt x="0" y="3810"/>
                  </a:lnTo>
                  <a:lnTo>
                    <a:pt x="0" y="5080"/>
                  </a:lnTo>
                  <a:lnTo>
                    <a:pt x="0" y="7620"/>
                  </a:lnTo>
                  <a:lnTo>
                    <a:pt x="259067" y="7620"/>
                  </a:lnTo>
                  <a:lnTo>
                    <a:pt x="259067" y="5080"/>
                  </a:lnTo>
                  <a:close/>
                </a:path>
              </a:pathLst>
            </a:custGeom>
            <a:solidFill>
              <a:srgbClr val="DBA400"/>
            </a:solidFill>
          </p:spPr>
          <p:txBody>
            <a:bodyPr wrap="square" lIns="0" tIns="0" rIns="0" bIns="0" rtlCol="0"/>
            <a:lstStyle/>
            <a:p/>
          </p:txBody>
        </p:sp>
        <p:sp>
          <p:nvSpPr>
            <p:cNvPr id="2107" name="object 2107"/>
            <p:cNvSpPr/>
            <p:nvPr/>
          </p:nvSpPr>
          <p:spPr>
            <a:xfrm>
              <a:off x="5571490" y="4744720"/>
              <a:ext cx="261620" cy="7620"/>
            </a:xfrm>
            <a:custGeom>
              <a:avLst/>
              <a:gdLst/>
              <a:ahLst/>
              <a:cxnLst/>
              <a:rect l="l" t="t" r="r" b="b"/>
              <a:pathLst>
                <a:path w="261620" h="7620">
                  <a:moveTo>
                    <a:pt x="261620" y="5080"/>
                  </a:moveTo>
                  <a:lnTo>
                    <a:pt x="260350" y="5080"/>
                  </a:lnTo>
                  <a:lnTo>
                    <a:pt x="260350" y="2540"/>
                  </a:lnTo>
                  <a:lnTo>
                    <a:pt x="259067" y="2540"/>
                  </a:lnTo>
                  <a:lnTo>
                    <a:pt x="259067" y="1270"/>
                  </a:lnTo>
                  <a:lnTo>
                    <a:pt x="259067" y="0"/>
                  </a:lnTo>
                  <a:lnTo>
                    <a:pt x="0" y="0"/>
                  </a:lnTo>
                  <a:lnTo>
                    <a:pt x="0" y="1270"/>
                  </a:lnTo>
                  <a:lnTo>
                    <a:pt x="0" y="2540"/>
                  </a:lnTo>
                  <a:lnTo>
                    <a:pt x="0" y="5080"/>
                  </a:lnTo>
                  <a:lnTo>
                    <a:pt x="0" y="7620"/>
                  </a:lnTo>
                  <a:lnTo>
                    <a:pt x="261620" y="7620"/>
                  </a:lnTo>
                  <a:lnTo>
                    <a:pt x="261620" y="5080"/>
                  </a:lnTo>
                  <a:close/>
                </a:path>
              </a:pathLst>
            </a:custGeom>
            <a:solidFill>
              <a:srgbClr val="DDA500"/>
            </a:solidFill>
          </p:spPr>
          <p:txBody>
            <a:bodyPr wrap="square" lIns="0" tIns="0" rIns="0" bIns="0" rtlCol="0"/>
            <a:lstStyle/>
            <a:p/>
          </p:txBody>
        </p:sp>
        <p:sp>
          <p:nvSpPr>
            <p:cNvPr id="2108" name="object 2108"/>
            <p:cNvSpPr/>
            <p:nvPr/>
          </p:nvSpPr>
          <p:spPr>
            <a:xfrm>
              <a:off x="5570220" y="4752340"/>
              <a:ext cx="270510" cy="6350"/>
            </a:xfrm>
            <a:custGeom>
              <a:avLst/>
              <a:gdLst/>
              <a:ahLst/>
              <a:cxnLst/>
              <a:rect l="l" t="t" r="r" b="b"/>
              <a:pathLst>
                <a:path w="270510" h="6350">
                  <a:moveTo>
                    <a:pt x="270510" y="5080"/>
                  </a:moveTo>
                  <a:lnTo>
                    <a:pt x="267970" y="5080"/>
                  </a:lnTo>
                  <a:lnTo>
                    <a:pt x="267970" y="3810"/>
                  </a:lnTo>
                  <a:lnTo>
                    <a:pt x="267970" y="2540"/>
                  </a:lnTo>
                  <a:lnTo>
                    <a:pt x="266687" y="2540"/>
                  </a:lnTo>
                  <a:lnTo>
                    <a:pt x="266687" y="1270"/>
                  </a:lnTo>
                  <a:lnTo>
                    <a:pt x="265430" y="1270"/>
                  </a:lnTo>
                  <a:lnTo>
                    <a:pt x="265430" y="0"/>
                  </a:lnTo>
                  <a:lnTo>
                    <a:pt x="1270" y="0"/>
                  </a:lnTo>
                  <a:lnTo>
                    <a:pt x="1270" y="1270"/>
                  </a:lnTo>
                  <a:lnTo>
                    <a:pt x="1270" y="2540"/>
                  </a:lnTo>
                  <a:lnTo>
                    <a:pt x="1270" y="3810"/>
                  </a:lnTo>
                  <a:lnTo>
                    <a:pt x="0" y="3810"/>
                  </a:lnTo>
                  <a:lnTo>
                    <a:pt x="0" y="5080"/>
                  </a:lnTo>
                  <a:lnTo>
                    <a:pt x="0" y="6350"/>
                  </a:lnTo>
                  <a:lnTo>
                    <a:pt x="270510" y="6350"/>
                  </a:lnTo>
                  <a:lnTo>
                    <a:pt x="270510" y="5080"/>
                  </a:lnTo>
                  <a:close/>
                </a:path>
              </a:pathLst>
            </a:custGeom>
            <a:solidFill>
              <a:srgbClr val="DFA700"/>
            </a:solidFill>
          </p:spPr>
          <p:txBody>
            <a:bodyPr wrap="square" lIns="0" tIns="0" rIns="0" bIns="0" rtlCol="0"/>
            <a:lstStyle/>
            <a:p/>
          </p:txBody>
        </p:sp>
        <p:sp>
          <p:nvSpPr>
            <p:cNvPr id="2109" name="object 2109"/>
            <p:cNvSpPr/>
            <p:nvPr/>
          </p:nvSpPr>
          <p:spPr>
            <a:xfrm>
              <a:off x="5568950" y="4758690"/>
              <a:ext cx="281940" cy="7620"/>
            </a:xfrm>
            <a:custGeom>
              <a:avLst/>
              <a:gdLst/>
              <a:ahLst/>
              <a:cxnLst/>
              <a:rect l="l" t="t" r="r" b="b"/>
              <a:pathLst>
                <a:path w="281939" h="7620">
                  <a:moveTo>
                    <a:pt x="279400" y="5080"/>
                  </a:moveTo>
                  <a:lnTo>
                    <a:pt x="276860" y="5080"/>
                  </a:lnTo>
                  <a:lnTo>
                    <a:pt x="276860" y="3810"/>
                  </a:lnTo>
                  <a:lnTo>
                    <a:pt x="275590" y="3810"/>
                  </a:lnTo>
                  <a:lnTo>
                    <a:pt x="275590" y="2540"/>
                  </a:lnTo>
                  <a:lnTo>
                    <a:pt x="273050" y="2540"/>
                  </a:lnTo>
                  <a:lnTo>
                    <a:pt x="273050" y="0"/>
                  </a:lnTo>
                  <a:lnTo>
                    <a:pt x="1270" y="0"/>
                  </a:lnTo>
                  <a:lnTo>
                    <a:pt x="1270" y="2540"/>
                  </a:lnTo>
                  <a:lnTo>
                    <a:pt x="1270" y="3810"/>
                  </a:lnTo>
                  <a:lnTo>
                    <a:pt x="1270" y="5080"/>
                  </a:lnTo>
                  <a:lnTo>
                    <a:pt x="1270" y="6350"/>
                  </a:lnTo>
                  <a:lnTo>
                    <a:pt x="279400" y="6350"/>
                  </a:lnTo>
                  <a:lnTo>
                    <a:pt x="279400" y="5080"/>
                  </a:lnTo>
                  <a:close/>
                </a:path>
                <a:path w="281939" h="7620">
                  <a:moveTo>
                    <a:pt x="281940" y="6362"/>
                  </a:moveTo>
                  <a:lnTo>
                    <a:pt x="0" y="6362"/>
                  </a:lnTo>
                  <a:lnTo>
                    <a:pt x="0" y="7620"/>
                  </a:lnTo>
                  <a:lnTo>
                    <a:pt x="281940" y="7620"/>
                  </a:lnTo>
                  <a:lnTo>
                    <a:pt x="281940" y="6362"/>
                  </a:lnTo>
                  <a:close/>
                </a:path>
              </a:pathLst>
            </a:custGeom>
            <a:solidFill>
              <a:srgbClr val="E1A800"/>
            </a:solidFill>
          </p:spPr>
          <p:txBody>
            <a:bodyPr wrap="square" lIns="0" tIns="0" rIns="0" bIns="0" rtlCol="0"/>
            <a:lstStyle/>
            <a:p/>
          </p:txBody>
        </p:sp>
        <p:sp>
          <p:nvSpPr>
            <p:cNvPr id="2110" name="object 2110"/>
            <p:cNvSpPr/>
            <p:nvPr/>
          </p:nvSpPr>
          <p:spPr>
            <a:xfrm>
              <a:off x="5567680" y="4766310"/>
              <a:ext cx="294640" cy="5080"/>
            </a:xfrm>
            <a:custGeom>
              <a:avLst/>
              <a:gdLst/>
              <a:ahLst/>
              <a:cxnLst/>
              <a:rect l="l" t="t" r="r" b="b"/>
              <a:pathLst>
                <a:path w="294639" h="5079">
                  <a:moveTo>
                    <a:pt x="294627" y="3810"/>
                  </a:moveTo>
                  <a:lnTo>
                    <a:pt x="290830" y="3810"/>
                  </a:lnTo>
                  <a:lnTo>
                    <a:pt x="290830" y="2540"/>
                  </a:lnTo>
                  <a:lnTo>
                    <a:pt x="288290" y="2540"/>
                  </a:lnTo>
                  <a:lnTo>
                    <a:pt x="288290" y="1270"/>
                  </a:lnTo>
                  <a:lnTo>
                    <a:pt x="284480" y="1270"/>
                  </a:lnTo>
                  <a:lnTo>
                    <a:pt x="284480" y="0"/>
                  </a:lnTo>
                  <a:lnTo>
                    <a:pt x="1270" y="0"/>
                  </a:lnTo>
                  <a:lnTo>
                    <a:pt x="1270" y="1270"/>
                  </a:lnTo>
                  <a:lnTo>
                    <a:pt x="1270" y="2540"/>
                  </a:lnTo>
                  <a:lnTo>
                    <a:pt x="1270" y="3810"/>
                  </a:lnTo>
                  <a:lnTo>
                    <a:pt x="0" y="3810"/>
                  </a:lnTo>
                  <a:lnTo>
                    <a:pt x="0" y="5080"/>
                  </a:lnTo>
                  <a:lnTo>
                    <a:pt x="294627" y="5080"/>
                  </a:lnTo>
                  <a:lnTo>
                    <a:pt x="294627" y="3810"/>
                  </a:lnTo>
                  <a:close/>
                </a:path>
              </a:pathLst>
            </a:custGeom>
            <a:solidFill>
              <a:srgbClr val="E4AA00"/>
            </a:solidFill>
          </p:spPr>
          <p:txBody>
            <a:bodyPr wrap="square" lIns="0" tIns="0" rIns="0" bIns="0" rtlCol="0"/>
            <a:lstStyle/>
            <a:p/>
          </p:txBody>
        </p:sp>
        <p:sp>
          <p:nvSpPr>
            <p:cNvPr id="2111" name="object 2111"/>
            <p:cNvSpPr/>
            <p:nvPr/>
          </p:nvSpPr>
          <p:spPr>
            <a:xfrm>
              <a:off x="6347460" y="4479290"/>
              <a:ext cx="31750" cy="5080"/>
            </a:xfrm>
            <a:custGeom>
              <a:avLst/>
              <a:gdLst/>
              <a:ahLst/>
              <a:cxnLst/>
              <a:rect l="l" t="t" r="r" b="b"/>
              <a:pathLst>
                <a:path w="31750" h="5079">
                  <a:moveTo>
                    <a:pt x="31750" y="0"/>
                  </a:moveTo>
                  <a:lnTo>
                    <a:pt x="30480" y="0"/>
                  </a:lnTo>
                  <a:lnTo>
                    <a:pt x="30480" y="1270"/>
                  </a:lnTo>
                  <a:lnTo>
                    <a:pt x="15240" y="1270"/>
                  </a:lnTo>
                  <a:lnTo>
                    <a:pt x="15240" y="2540"/>
                  </a:lnTo>
                  <a:lnTo>
                    <a:pt x="5080" y="2540"/>
                  </a:lnTo>
                  <a:lnTo>
                    <a:pt x="5080" y="3810"/>
                  </a:lnTo>
                  <a:lnTo>
                    <a:pt x="0" y="3810"/>
                  </a:lnTo>
                  <a:lnTo>
                    <a:pt x="0" y="5080"/>
                  </a:lnTo>
                  <a:lnTo>
                    <a:pt x="31750" y="5080"/>
                  </a:lnTo>
                  <a:lnTo>
                    <a:pt x="31750" y="3810"/>
                  </a:lnTo>
                  <a:lnTo>
                    <a:pt x="31750" y="2540"/>
                  </a:lnTo>
                  <a:lnTo>
                    <a:pt x="31750" y="1270"/>
                  </a:lnTo>
                  <a:lnTo>
                    <a:pt x="31750" y="0"/>
                  </a:lnTo>
                  <a:close/>
                </a:path>
              </a:pathLst>
            </a:custGeom>
            <a:solidFill>
              <a:srgbClr val="8D6900"/>
            </a:solidFill>
          </p:spPr>
          <p:txBody>
            <a:bodyPr wrap="square" lIns="0" tIns="0" rIns="0" bIns="0" rtlCol="0"/>
            <a:lstStyle/>
            <a:p/>
          </p:txBody>
        </p:sp>
        <p:sp>
          <p:nvSpPr>
            <p:cNvPr id="2112" name="object 2112"/>
            <p:cNvSpPr/>
            <p:nvPr/>
          </p:nvSpPr>
          <p:spPr>
            <a:xfrm>
              <a:off x="6344920" y="4484370"/>
              <a:ext cx="34290" cy="7620"/>
            </a:xfrm>
            <a:custGeom>
              <a:avLst/>
              <a:gdLst/>
              <a:ahLst/>
              <a:cxnLst/>
              <a:rect l="l" t="t" r="r" b="b"/>
              <a:pathLst>
                <a:path w="34289" h="7620">
                  <a:moveTo>
                    <a:pt x="34290" y="0"/>
                  </a:moveTo>
                  <a:lnTo>
                    <a:pt x="2540" y="0"/>
                  </a:lnTo>
                  <a:lnTo>
                    <a:pt x="2540" y="1270"/>
                  </a:lnTo>
                  <a:lnTo>
                    <a:pt x="1270" y="1270"/>
                  </a:lnTo>
                  <a:lnTo>
                    <a:pt x="1270" y="5080"/>
                  </a:lnTo>
                  <a:lnTo>
                    <a:pt x="0" y="5080"/>
                  </a:lnTo>
                  <a:lnTo>
                    <a:pt x="0" y="7620"/>
                  </a:lnTo>
                  <a:lnTo>
                    <a:pt x="33020" y="7620"/>
                  </a:lnTo>
                  <a:lnTo>
                    <a:pt x="33020" y="5080"/>
                  </a:lnTo>
                  <a:lnTo>
                    <a:pt x="33020" y="1270"/>
                  </a:lnTo>
                  <a:lnTo>
                    <a:pt x="34290" y="1270"/>
                  </a:lnTo>
                  <a:lnTo>
                    <a:pt x="34290" y="0"/>
                  </a:lnTo>
                  <a:close/>
                </a:path>
              </a:pathLst>
            </a:custGeom>
            <a:solidFill>
              <a:srgbClr val="8F6B00"/>
            </a:solidFill>
          </p:spPr>
          <p:txBody>
            <a:bodyPr wrap="square" lIns="0" tIns="0" rIns="0" bIns="0" rtlCol="0"/>
            <a:lstStyle/>
            <a:p/>
          </p:txBody>
        </p:sp>
        <p:sp>
          <p:nvSpPr>
            <p:cNvPr id="2113" name="object 2113"/>
            <p:cNvSpPr/>
            <p:nvPr/>
          </p:nvSpPr>
          <p:spPr>
            <a:xfrm>
              <a:off x="6342380" y="4491990"/>
              <a:ext cx="35560" cy="6350"/>
            </a:xfrm>
            <a:custGeom>
              <a:avLst/>
              <a:gdLst/>
              <a:ahLst/>
              <a:cxnLst/>
              <a:rect l="l" t="t" r="r" b="b"/>
              <a:pathLst>
                <a:path w="35560" h="6350">
                  <a:moveTo>
                    <a:pt x="34277" y="5092"/>
                  </a:moveTo>
                  <a:lnTo>
                    <a:pt x="0" y="5092"/>
                  </a:lnTo>
                  <a:lnTo>
                    <a:pt x="0" y="6350"/>
                  </a:lnTo>
                  <a:lnTo>
                    <a:pt x="34277" y="6350"/>
                  </a:lnTo>
                  <a:lnTo>
                    <a:pt x="34277" y="5092"/>
                  </a:lnTo>
                  <a:close/>
                </a:path>
                <a:path w="35560" h="6350">
                  <a:moveTo>
                    <a:pt x="35560" y="0"/>
                  </a:moveTo>
                  <a:lnTo>
                    <a:pt x="1270" y="0"/>
                  </a:lnTo>
                  <a:lnTo>
                    <a:pt x="1270" y="3810"/>
                  </a:lnTo>
                  <a:lnTo>
                    <a:pt x="0" y="3810"/>
                  </a:lnTo>
                  <a:lnTo>
                    <a:pt x="0" y="5080"/>
                  </a:lnTo>
                  <a:lnTo>
                    <a:pt x="35560" y="5080"/>
                  </a:lnTo>
                  <a:lnTo>
                    <a:pt x="35560" y="3810"/>
                  </a:lnTo>
                  <a:lnTo>
                    <a:pt x="35560" y="0"/>
                  </a:lnTo>
                  <a:close/>
                </a:path>
              </a:pathLst>
            </a:custGeom>
            <a:solidFill>
              <a:srgbClr val="916D00"/>
            </a:solidFill>
          </p:spPr>
          <p:txBody>
            <a:bodyPr wrap="square" lIns="0" tIns="0" rIns="0" bIns="0" rtlCol="0"/>
            <a:lstStyle/>
            <a:p/>
          </p:txBody>
        </p:sp>
        <p:sp>
          <p:nvSpPr>
            <p:cNvPr id="2114" name="object 2114"/>
            <p:cNvSpPr/>
            <p:nvPr/>
          </p:nvSpPr>
          <p:spPr>
            <a:xfrm>
              <a:off x="6339840" y="4498340"/>
              <a:ext cx="36830" cy="7620"/>
            </a:xfrm>
            <a:custGeom>
              <a:avLst/>
              <a:gdLst/>
              <a:ahLst/>
              <a:cxnLst/>
              <a:rect l="l" t="t" r="r" b="b"/>
              <a:pathLst>
                <a:path w="36829" h="7620">
                  <a:moveTo>
                    <a:pt x="36830" y="3810"/>
                  </a:moveTo>
                  <a:lnTo>
                    <a:pt x="36817" y="1270"/>
                  </a:lnTo>
                  <a:lnTo>
                    <a:pt x="36817" y="0"/>
                  </a:lnTo>
                  <a:lnTo>
                    <a:pt x="2540" y="0"/>
                  </a:lnTo>
                  <a:lnTo>
                    <a:pt x="2540" y="1270"/>
                  </a:lnTo>
                  <a:lnTo>
                    <a:pt x="1270" y="1270"/>
                  </a:lnTo>
                  <a:lnTo>
                    <a:pt x="1270" y="3810"/>
                  </a:lnTo>
                  <a:lnTo>
                    <a:pt x="0" y="3810"/>
                  </a:lnTo>
                  <a:lnTo>
                    <a:pt x="0" y="7620"/>
                  </a:lnTo>
                  <a:lnTo>
                    <a:pt x="36830" y="7620"/>
                  </a:lnTo>
                  <a:lnTo>
                    <a:pt x="36830" y="3810"/>
                  </a:lnTo>
                  <a:close/>
                </a:path>
              </a:pathLst>
            </a:custGeom>
            <a:solidFill>
              <a:srgbClr val="946E00"/>
            </a:solidFill>
          </p:spPr>
          <p:txBody>
            <a:bodyPr wrap="square" lIns="0" tIns="0" rIns="0" bIns="0" rtlCol="0"/>
            <a:lstStyle/>
            <a:p/>
          </p:txBody>
        </p:sp>
        <p:sp>
          <p:nvSpPr>
            <p:cNvPr id="2115" name="object 2115"/>
            <p:cNvSpPr/>
            <p:nvPr/>
          </p:nvSpPr>
          <p:spPr>
            <a:xfrm>
              <a:off x="6337300" y="4505960"/>
              <a:ext cx="39370" cy="7620"/>
            </a:xfrm>
            <a:custGeom>
              <a:avLst/>
              <a:gdLst/>
              <a:ahLst/>
              <a:cxnLst/>
              <a:rect l="l" t="t" r="r" b="b"/>
              <a:pathLst>
                <a:path w="39370" h="7620">
                  <a:moveTo>
                    <a:pt x="39370" y="0"/>
                  </a:moveTo>
                  <a:lnTo>
                    <a:pt x="1270" y="0"/>
                  </a:lnTo>
                  <a:lnTo>
                    <a:pt x="1270" y="2540"/>
                  </a:lnTo>
                  <a:lnTo>
                    <a:pt x="1270" y="3810"/>
                  </a:lnTo>
                  <a:lnTo>
                    <a:pt x="0" y="3810"/>
                  </a:lnTo>
                  <a:lnTo>
                    <a:pt x="0" y="7620"/>
                  </a:lnTo>
                  <a:lnTo>
                    <a:pt x="38100" y="7620"/>
                  </a:lnTo>
                  <a:lnTo>
                    <a:pt x="38100" y="3810"/>
                  </a:lnTo>
                  <a:lnTo>
                    <a:pt x="38100" y="2540"/>
                  </a:lnTo>
                  <a:lnTo>
                    <a:pt x="39370" y="2540"/>
                  </a:lnTo>
                  <a:lnTo>
                    <a:pt x="39370" y="0"/>
                  </a:lnTo>
                  <a:close/>
                </a:path>
              </a:pathLst>
            </a:custGeom>
            <a:solidFill>
              <a:srgbClr val="967000"/>
            </a:solidFill>
          </p:spPr>
          <p:txBody>
            <a:bodyPr wrap="square" lIns="0" tIns="0" rIns="0" bIns="0" rtlCol="0"/>
            <a:lstStyle/>
            <a:p/>
          </p:txBody>
        </p:sp>
        <p:sp>
          <p:nvSpPr>
            <p:cNvPr id="2116" name="object 2116"/>
            <p:cNvSpPr/>
            <p:nvPr/>
          </p:nvSpPr>
          <p:spPr>
            <a:xfrm>
              <a:off x="6334760" y="4513580"/>
              <a:ext cx="40640" cy="6350"/>
            </a:xfrm>
            <a:custGeom>
              <a:avLst/>
              <a:gdLst/>
              <a:ahLst/>
              <a:cxnLst/>
              <a:rect l="l" t="t" r="r" b="b"/>
              <a:pathLst>
                <a:path w="40639" h="6350">
                  <a:moveTo>
                    <a:pt x="40640" y="0"/>
                  </a:moveTo>
                  <a:lnTo>
                    <a:pt x="1270" y="0"/>
                  </a:lnTo>
                  <a:lnTo>
                    <a:pt x="1270" y="2540"/>
                  </a:lnTo>
                  <a:lnTo>
                    <a:pt x="0" y="2540"/>
                  </a:lnTo>
                  <a:lnTo>
                    <a:pt x="0" y="6350"/>
                  </a:lnTo>
                  <a:lnTo>
                    <a:pt x="40640" y="6350"/>
                  </a:lnTo>
                  <a:lnTo>
                    <a:pt x="40640" y="2540"/>
                  </a:lnTo>
                  <a:lnTo>
                    <a:pt x="40640" y="0"/>
                  </a:lnTo>
                  <a:close/>
                </a:path>
              </a:pathLst>
            </a:custGeom>
            <a:solidFill>
              <a:srgbClr val="987100"/>
            </a:solidFill>
          </p:spPr>
          <p:txBody>
            <a:bodyPr wrap="square" lIns="0" tIns="0" rIns="0" bIns="0" rtlCol="0"/>
            <a:lstStyle/>
            <a:p/>
          </p:txBody>
        </p:sp>
        <p:sp>
          <p:nvSpPr>
            <p:cNvPr id="2117" name="object 2117"/>
            <p:cNvSpPr/>
            <p:nvPr/>
          </p:nvSpPr>
          <p:spPr>
            <a:xfrm>
              <a:off x="6330950" y="4519930"/>
              <a:ext cx="43180" cy="7620"/>
            </a:xfrm>
            <a:custGeom>
              <a:avLst/>
              <a:gdLst/>
              <a:ahLst/>
              <a:cxnLst/>
              <a:rect l="l" t="t" r="r" b="b"/>
              <a:pathLst>
                <a:path w="43179" h="7620">
                  <a:moveTo>
                    <a:pt x="43180" y="0"/>
                  </a:moveTo>
                  <a:lnTo>
                    <a:pt x="2540" y="0"/>
                  </a:lnTo>
                  <a:lnTo>
                    <a:pt x="2540" y="3810"/>
                  </a:lnTo>
                  <a:lnTo>
                    <a:pt x="1270" y="3810"/>
                  </a:lnTo>
                  <a:lnTo>
                    <a:pt x="1270" y="6350"/>
                  </a:lnTo>
                  <a:lnTo>
                    <a:pt x="0" y="6350"/>
                  </a:lnTo>
                  <a:lnTo>
                    <a:pt x="0" y="7620"/>
                  </a:lnTo>
                  <a:lnTo>
                    <a:pt x="43180" y="7620"/>
                  </a:lnTo>
                  <a:lnTo>
                    <a:pt x="43180" y="6350"/>
                  </a:lnTo>
                  <a:lnTo>
                    <a:pt x="43180" y="3810"/>
                  </a:lnTo>
                  <a:lnTo>
                    <a:pt x="43180" y="0"/>
                  </a:lnTo>
                  <a:close/>
                </a:path>
              </a:pathLst>
            </a:custGeom>
            <a:solidFill>
              <a:srgbClr val="9A7300"/>
            </a:solidFill>
          </p:spPr>
          <p:txBody>
            <a:bodyPr wrap="square" lIns="0" tIns="0" rIns="0" bIns="0" rtlCol="0"/>
            <a:lstStyle/>
            <a:p/>
          </p:txBody>
        </p:sp>
        <p:sp>
          <p:nvSpPr>
            <p:cNvPr id="2118" name="object 2118"/>
            <p:cNvSpPr/>
            <p:nvPr/>
          </p:nvSpPr>
          <p:spPr>
            <a:xfrm>
              <a:off x="6328410" y="4527550"/>
              <a:ext cx="45720" cy="7620"/>
            </a:xfrm>
            <a:custGeom>
              <a:avLst/>
              <a:gdLst/>
              <a:ahLst/>
              <a:cxnLst/>
              <a:rect l="l" t="t" r="r" b="b"/>
              <a:pathLst>
                <a:path w="45720" h="7620">
                  <a:moveTo>
                    <a:pt x="45720" y="0"/>
                  </a:moveTo>
                  <a:lnTo>
                    <a:pt x="2540" y="0"/>
                  </a:lnTo>
                  <a:lnTo>
                    <a:pt x="2540" y="2540"/>
                  </a:lnTo>
                  <a:lnTo>
                    <a:pt x="1270" y="2540"/>
                  </a:lnTo>
                  <a:lnTo>
                    <a:pt x="1270" y="6350"/>
                  </a:lnTo>
                  <a:lnTo>
                    <a:pt x="0" y="6350"/>
                  </a:lnTo>
                  <a:lnTo>
                    <a:pt x="0" y="7620"/>
                  </a:lnTo>
                  <a:lnTo>
                    <a:pt x="44437" y="7620"/>
                  </a:lnTo>
                  <a:lnTo>
                    <a:pt x="44437" y="6350"/>
                  </a:lnTo>
                  <a:lnTo>
                    <a:pt x="44437" y="2540"/>
                  </a:lnTo>
                  <a:lnTo>
                    <a:pt x="45720" y="2540"/>
                  </a:lnTo>
                  <a:lnTo>
                    <a:pt x="45720" y="0"/>
                  </a:lnTo>
                  <a:close/>
                </a:path>
              </a:pathLst>
            </a:custGeom>
            <a:solidFill>
              <a:srgbClr val="9C7500"/>
            </a:solidFill>
          </p:spPr>
          <p:txBody>
            <a:bodyPr wrap="square" lIns="0" tIns="0" rIns="0" bIns="0" rtlCol="0"/>
            <a:lstStyle/>
            <a:p/>
          </p:txBody>
        </p:sp>
        <p:sp>
          <p:nvSpPr>
            <p:cNvPr id="2119" name="object 2119"/>
            <p:cNvSpPr/>
            <p:nvPr/>
          </p:nvSpPr>
          <p:spPr>
            <a:xfrm>
              <a:off x="6325870" y="4535170"/>
              <a:ext cx="46990" cy="6350"/>
            </a:xfrm>
            <a:custGeom>
              <a:avLst/>
              <a:gdLst/>
              <a:ahLst/>
              <a:cxnLst/>
              <a:rect l="l" t="t" r="r" b="b"/>
              <a:pathLst>
                <a:path w="46989" h="6350">
                  <a:moveTo>
                    <a:pt x="46990" y="5080"/>
                  </a:moveTo>
                  <a:lnTo>
                    <a:pt x="46977" y="1270"/>
                  </a:lnTo>
                  <a:lnTo>
                    <a:pt x="46977" y="0"/>
                  </a:lnTo>
                  <a:lnTo>
                    <a:pt x="2540" y="0"/>
                  </a:lnTo>
                  <a:lnTo>
                    <a:pt x="2540" y="1270"/>
                  </a:lnTo>
                  <a:lnTo>
                    <a:pt x="1270" y="1270"/>
                  </a:lnTo>
                  <a:lnTo>
                    <a:pt x="1270" y="5080"/>
                  </a:lnTo>
                  <a:lnTo>
                    <a:pt x="0" y="5080"/>
                  </a:lnTo>
                  <a:lnTo>
                    <a:pt x="0" y="6350"/>
                  </a:lnTo>
                  <a:lnTo>
                    <a:pt x="46990" y="6350"/>
                  </a:lnTo>
                  <a:lnTo>
                    <a:pt x="46990" y="5080"/>
                  </a:lnTo>
                  <a:close/>
                </a:path>
              </a:pathLst>
            </a:custGeom>
            <a:solidFill>
              <a:srgbClr val="9E7600"/>
            </a:solidFill>
          </p:spPr>
          <p:txBody>
            <a:bodyPr wrap="square" lIns="0" tIns="0" rIns="0" bIns="0" rtlCol="0"/>
            <a:lstStyle/>
            <a:p/>
          </p:txBody>
        </p:sp>
        <p:sp>
          <p:nvSpPr>
            <p:cNvPr id="2120" name="object 2120"/>
            <p:cNvSpPr/>
            <p:nvPr/>
          </p:nvSpPr>
          <p:spPr>
            <a:xfrm>
              <a:off x="6323330" y="4541520"/>
              <a:ext cx="48260" cy="7620"/>
            </a:xfrm>
            <a:custGeom>
              <a:avLst/>
              <a:gdLst/>
              <a:ahLst/>
              <a:cxnLst/>
              <a:rect l="l" t="t" r="r" b="b"/>
              <a:pathLst>
                <a:path w="48260" h="7620">
                  <a:moveTo>
                    <a:pt x="48260" y="0"/>
                  </a:moveTo>
                  <a:lnTo>
                    <a:pt x="2540" y="0"/>
                  </a:lnTo>
                  <a:lnTo>
                    <a:pt x="2540" y="1270"/>
                  </a:lnTo>
                  <a:lnTo>
                    <a:pt x="1270" y="1270"/>
                  </a:lnTo>
                  <a:lnTo>
                    <a:pt x="1270" y="5080"/>
                  </a:lnTo>
                  <a:lnTo>
                    <a:pt x="0" y="5080"/>
                  </a:lnTo>
                  <a:lnTo>
                    <a:pt x="0" y="7620"/>
                  </a:lnTo>
                  <a:lnTo>
                    <a:pt x="48260" y="7620"/>
                  </a:lnTo>
                  <a:lnTo>
                    <a:pt x="48260" y="5080"/>
                  </a:lnTo>
                  <a:lnTo>
                    <a:pt x="48260" y="1270"/>
                  </a:lnTo>
                  <a:lnTo>
                    <a:pt x="48260" y="0"/>
                  </a:lnTo>
                  <a:close/>
                </a:path>
              </a:pathLst>
            </a:custGeom>
            <a:solidFill>
              <a:srgbClr val="A17800"/>
            </a:solidFill>
          </p:spPr>
          <p:txBody>
            <a:bodyPr wrap="square" lIns="0" tIns="0" rIns="0" bIns="0" rtlCol="0"/>
            <a:lstStyle/>
            <a:p/>
          </p:txBody>
        </p:sp>
        <p:sp>
          <p:nvSpPr>
            <p:cNvPr id="2121" name="object 2121"/>
            <p:cNvSpPr/>
            <p:nvPr/>
          </p:nvSpPr>
          <p:spPr>
            <a:xfrm>
              <a:off x="6320790" y="4549140"/>
              <a:ext cx="50800" cy="7620"/>
            </a:xfrm>
            <a:custGeom>
              <a:avLst/>
              <a:gdLst/>
              <a:ahLst/>
              <a:cxnLst/>
              <a:rect l="l" t="t" r="r" b="b"/>
              <a:pathLst>
                <a:path w="50800" h="7620">
                  <a:moveTo>
                    <a:pt x="50800" y="0"/>
                  </a:moveTo>
                  <a:lnTo>
                    <a:pt x="1270" y="0"/>
                  </a:lnTo>
                  <a:lnTo>
                    <a:pt x="1270" y="3810"/>
                  </a:lnTo>
                  <a:lnTo>
                    <a:pt x="0" y="3810"/>
                  </a:lnTo>
                  <a:lnTo>
                    <a:pt x="0" y="7620"/>
                  </a:lnTo>
                  <a:lnTo>
                    <a:pt x="49517" y="7620"/>
                  </a:lnTo>
                  <a:lnTo>
                    <a:pt x="49517" y="3810"/>
                  </a:lnTo>
                  <a:lnTo>
                    <a:pt x="50800" y="3810"/>
                  </a:lnTo>
                  <a:lnTo>
                    <a:pt x="50800" y="0"/>
                  </a:lnTo>
                  <a:close/>
                </a:path>
              </a:pathLst>
            </a:custGeom>
            <a:solidFill>
              <a:srgbClr val="A37A00"/>
            </a:solidFill>
          </p:spPr>
          <p:txBody>
            <a:bodyPr wrap="square" lIns="0" tIns="0" rIns="0" bIns="0" rtlCol="0"/>
            <a:lstStyle/>
            <a:p/>
          </p:txBody>
        </p:sp>
        <p:sp>
          <p:nvSpPr>
            <p:cNvPr id="2122" name="object 2122"/>
            <p:cNvSpPr/>
            <p:nvPr/>
          </p:nvSpPr>
          <p:spPr>
            <a:xfrm>
              <a:off x="6318250" y="4556760"/>
              <a:ext cx="52069" cy="6350"/>
            </a:xfrm>
            <a:custGeom>
              <a:avLst/>
              <a:gdLst/>
              <a:ahLst/>
              <a:cxnLst/>
              <a:rect l="l" t="t" r="r" b="b"/>
              <a:pathLst>
                <a:path w="52070" h="6350">
                  <a:moveTo>
                    <a:pt x="52057" y="0"/>
                  </a:moveTo>
                  <a:lnTo>
                    <a:pt x="1270" y="0"/>
                  </a:lnTo>
                  <a:lnTo>
                    <a:pt x="1270" y="2540"/>
                  </a:lnTo>
                  <a:lnTo>
                    <a:pt x="0" y="2540"/>
                  </a:lnTo>
                  <a:lnTo>
                    <a:pt x="0" y="6350"/>
                  </a:lnTo>
                  <a:lnTo>
                    <a:pt x="52057" y="6350"/>
                  </a:lnTo>
                  <a:lnTo>
                    <a:pt x="52057" y="2540"/>
                  </a:lnTo>
                  <a:lnTo>
                    <a:pt x="52057" y="0"/>
                  </a:lnTo>
                  <a:close/>
                </a:path>
              </a:pathLst>
            </a:custGeom>
            <a:solidFill>
              <a:srgbClr val="A57B00"/>
            </a:solidFill>
          </p:spPr>
          <p:txBody>
            <a:bodyPr wrap="square" lIns="0" tIns="0" rIns="0" bIns="0" rtlCol="0"/>
            <a:lstStyle/>
            <a:p/>
          </p:txBody>
        </p:sp>
        <p:sp>
          <p:nvSpPr>
            <p:cNvPr id="2123" name="object 2123"/>
            <p:cNvSpPr/>
            <p:nvPr/>
          </p:nvSpPr>
          <p:spPr>
            <a:xfrm>
              <a:off x="6314440" y="4563110"/>
              <a:ext cx="55880" cy="7620"/>
            </a:xfrm>
            <a:custGeom>
              <a:avLst/>
              <a:gdLst/>
              <a:ahLst/>
              <a:cxnLst/>
              <a:rect l="l" t="t" r="r" b="b"/>
              <a:pathLst>
                <a:path w="55879" h="7620">
                  <a:moveTo>
                    <a:pt x="55867" y="0"/>
                  </a:moveTo>
                  <a:lnTo>
                    <a:pt x="2540" y="0"/>
                  </a:lnTo>
                  <a:lnTo>
                    <a:pt x="2540" y="1270"/>
                  </a:lnTo>
                  <a:lnTo>
                    <a:pt x="2540" y="2540"/>
                  </a:lnTo>
                  <a:lnTo>
                    <a:pt x="1270" y="2540"/>
                  </a:lnTo>
                  <a:lnTo>
                    <a:pt x="1270" y="6350"/>
                  </a:lnTo>
                  <a:lnTo>
                    <a:pt x="0" y="6350"/>
                  </a:lnTo>
                  <a:lnTo>
                    <a:pt x="0" y="7620"/>
                  </a:lnTo>
                  <a:lnTo>
                    <a:pt x="54610" y="7620"/>
                  </a:lnTo>
                  <a:lnTo>
                    <a:pt x="54610" y="6350"/>
                  </a:lnTo>
                  <a:lnTo>
                    <a:pt x="54610" y="2540"/>
                  </a:lnTo>
                  <a:lnTo>
                    <a:pt x="54610" y="1270"/>
                  </a:lnTo>
                  <a:lnTo>
                    <a:pt x="55867" y="1270"/>
                  </a:lnTo>
                  <a:lnTo>
                    <a:pt x="55867" y="0"/>
                  </a:lnTo>
                  <a:close/>
                </a:path>
              </a:pathLst>
            </a:custGeom>
            <a:solidFill>
              <a:srgbClr val="A77D00"/>
            </a:solidFill>
          </p:spPr>
          <p:txBody>
            <a:bodyPr wrap="square" lIns="0" tIns="0" rIns="0" bIns="0" rtlCol="0"/>
            <a:lstStyle/>
            <a:p/>
          </p:txBody>
        </p:sp>
        <p:sp>
          <p:nvSpPr>
            <p:cNvPr id="2124" name="object 2124"/>
            <p:cNvSpPr/>
            <p:nvPr/>
          </p:nvSpPr>
          <p:spPr>
            <a:xfrm>
              <a:off x="6310630" y="4570730"/>
              <a:ext cx="58419" cy="7620"/>
            </a:xfrm>
            <a:custGeom>
              <a:avLst/>
              <a:gdLst/>
              <a:ahLst/>
              <a:cxnLst/>
              <a:rect l="l" t="t" r="r" b="b"/>
              <a:pathLst>
                <a:path w="58420" h="7620">
                  <a:moveTo>
                    <a:pt x="58420" y="0"/>
                  </a:moveTo>
                  <a:lnTo>
                    <a:pt x="3810" y="0"/>
                  </a:lnTo>
                  <a:lnTo>
                    <a:pt x="3810" y="1270"/>
                  </a:lnTo>
                  <a:lnTo>
                    <a:pt x="2540" y="1270"/>
                  </a:lnTo>
                  <a:lnTo>
                    <a:pt x="2540" y="3810"/>
                  </a:lnTo>
                  <a:lnTo>
                    <a:pt x="1270" y="3810"/>
                  </a:lnTo>
                  <a:lnTo>
                    <a:pt x="1270" y="5080"/>
                  </a:lnTo>
                  <a:lnTo>
                    <a:pt x="1270" y="6350"/>
                  </a:lnTo>
                  <a:lnTo>
                    <a:pt x="0" y="6350"/>
                  </a:lnTo>
                  <a:lnTo>
                    <a:pt x="0" y="7620"/>
                  </a:lnTo>
                  <a:lnTo>
                    <a:pt x="57150" y="7620"/>
                  </a:lnTo>
                  <a:lnTo>
                    <a:pt x="57150" y="6350"/>
                  </a:lnTo>
                  <a:lnTo>
                    <a:pt x="57150" y="5080"/>
                  </a:lnTo>
                  <a:lnTo>
                    <a:pt x="58420" y="5080"/>
                  </a:lnTo>
                  <a:lnTo>
                    <a:pt x="58420" y="3810"/>
                  </a:lnTo>
                  <a:lnTo>
                    <a:pt x="58420" y="1270"/>
                  </a:lnTo>
                  <a:lnTo>
                    <a:pt x="58420" y="0"/>
                  </a:lnTo>
                  <a:close/>
                </a:path>
              </a:pathLst>
            </a:custGeom>
            <a:solidFill>
              <a:srgbClr val="A97E00"/>
            </a:solidFill>
          </p:spPr>
          <p:txBody>
            <a:bodyPr wrap="square" lIns="0" tIns="0" rIns="0" bIns="0" rtlCol="0"/>
            <a:lstStyle/>
            <a:p/>
          </p:txBody>
        </p:sp>
        <p:sp>
          <p:nvSpPr>
            <p:cNvPr id="2125" name="object 2125"/>
            <p:cNvSpPr/>
            <p:nvPr/>
          </p:nvSpPr>
          <p:spPr>
            <a:xfrm>
              <a:off x="6306820" y="4578350"/>
              <a:ext cx="60960" cy="7620"/>
            </a:xfrm>
            <a:custGeom>
              <a:avLst/>
              <a:gdLst/>
              <a:ahLst/>
              <a:cxnLst/>
              <a:rect l="l" t="t" r="r" b="b"/>
              <a:pathLst>
                <a:path w="60960" h="7620">
                  <a:moveTo>
                    <a:pt x="60960" y="0"/>
                  </a:moveTo>
                  <a:lnTo>
                    <a:pt x="3810" y="0"/>
                  </a:lnTo>
                  <a:lnTo>
                    <a:pt x="3810" y="1270"/>
                  </a:lnTo>
                  <a:lnTo>
                    <a:pt x="2540" y="1270"/>
                  </a:lnTo>
                  <a:lnTo>
                    <a:pt x="2540" y="3810"/>
                  </a:lnTo>
                  <a:lnTo>
                    <a:pt x="1270" y="3810"/>
                  </a:lnTo>
                  <a:lnTo>
                    <a:pt x="1270" y="6350"/>
                  </a:lnTo>
                  <a:lnTo>
                    <a:pt x="0" y="6350"/>
                  </a:lnTo>
                  <a:lnTo>
                    <a:pt x="0" y="7620"/>
                  </a:lnTo>
                  <a:lnTo>
                    <a:pt x="60960" y="7620"/>
                  </a:lnTo>
                  <a:lnTo>
                    <a:pt x="60960" y="6350"/>
                  </a:lnTo>
                  <a:lnTo>
                    <a:pt x="60960" y="3810"/>
                  </a:lnTo>
                  <a:lnTo>
                    <a:pt x="60960" y="1270"/>
                  </a:lnTo>
                  <a:lnTo>
                    <a:pt x="60960" y="0"/>
                  </a:lnTo>
                  <a:close/>
                </a:path>
              </a:pathLst>
            </a:custGeom>
            <a:solidFill>
              <a:srgbClr val="AB8000"/>
            </a:solidFill>
          </p:spPr>
          <p:txBody>
            <a:bodyPr wrap="square" lIns="0" tIns="0" rIns="0" bIns="0" rtlCol="0"/>
            <a:lstStyle/>
            <a:p/>
          </p:txBody>
        </p:sp>
        <p:sp>
          <p:nvSpPr>
            <p:cNvPr id="2126" name="object 2126"/>
            <p:cNvSpPr/>
            <p:nvPr/>
          </p:nvSpPr>
          <p:spPr>
            <a:xfrm>
              <a:off x="6304280" y="4585970"/>
              <a:ext cx="63500" cy="6350"/>
            </a:xfrm>
            <a:custGeom>
              <a:avLst/>
              <a:gdLst/>
              <a:ahLst/>
              <a:cxnLst/>
              <a:rect l="l" t="t" r="r" b="b"/>
              <a:pathLst>
                <a:path w="63500" h="6350">
                  <a:moveTo>
                    <a:pt x="63500" y="0"/>
                  </a:moveTo>
                  <a:lnTo>
                    <a:pt x="2540" y="0"/>
                  </a:lnTo>
                  <a:lnTo>
                    <a:pt x="2540" y="1270"/>
                  </a:lnTo>
                  <a:lnTo>
                    <a:pt x="1270" y="1270"/>
                  </a:lnTo>
                  <a:lnTo>
                    <a:pt x="1270" y="3810"/>
                  </a:lnTo>
                  <a:lnTo>
                    <a:pt x="0" y="3810"/>
                  </a:lnTo>
                  <a:lnTo>
                    <a:pt x="0" y="6350"/>
                  </a:lnTo>
                  <a:lnTo>
                    <a:pt x="62230" y="6350"/>
                  </a:lnTo>
                  <a:lnTo>
                    <a:pt x="62230" y="3810"/>
                  </a:lnTo>
                  <a:lnTo>
                    <a:pt x="62230" y="1270"/>
                  </a:lnTo>
                  <a:lnTo>
                    <a:pt x="63500" y="1270"/>
                  </a:lnTo>
                  <a:lnTo>
                    <a:pt x="63500" y="0"/>
                  </a:lnTo>
                  <a:close/>
                </a:path>
              </a:pathLst>
            </a:custGeom>
            <a:solidFill>
              <a:srgbClr val="AE8200"/>
            </a:solidFill>
          </p:spPr>
          <p:txBody>
            <a:bodyPr wrap="square" lIns="0" tIns="0" rIns="0" bIns="0" rtlCol="0"/>
            <a:lstStyle/>
            <a:p/>
          </p:txBody>
        </p:sp>
        <p:sp>
          <p:nvSpPr>
            <p:cNvPr id="2127" name="object 2127"/>
            <p:cNvSpPr/>
            <p:nvPr/>
          </p:nvSpPr>
          <p:spPr>
            <a:xfrm>
              <a:off x="6299200" y="4592320"/>
              <a:ext cx="67310" cy="7620"/>
            </a:xfrm>
            <a:custGeom>
              <a:avLst/>
              <a:gdLst/>
              <a:ahLst/>
              <a:cxnLst/>
              <a:rect l="l" t="t" r="r" b="b"/>
              <a:pathLst>
                <a:path w="67310" h="7620">
                  <a:moveTo>
                    <a:pt x="66040" y="6362"/>
                  </a:moveTo>
                  <a:lnTo>
                    <a:pt x="0" y="6362"/>
                  </a:lnTo>
                  <a:lnTo>
                    <a:pt x="0" y="7620"/>
                  </a:lnTo>
                  <a:lnTo>
                    <a:pt x="66040" y="7620"/>
                  </a:lnTo>
                  <a:lnTo>
                    <a:pt x="66040" y="6362"/>
                  </a:lnTo>
                  <a:close/>
                </a:path>
                <a:path w="67310" h="7620">
                  <a:moveTo>
                    <a:pt x="67310" y="0"/>
                  </a:moveTo>
                  <a:lnTo>
                    <a:pt x="3810" y="0"/>
                  </a:lnTo>
                  <a:lnTo>
                    <a:pt x="3810" y="1270"/>
                  </a:lnTo>
                  <a:lnTo>
                    <a:pt x="2540" y="1270"/>
                  </a:lnTo>
                  <a:lnTo>
                    <a:pt x="2540" y="3810"/>
                  </a:lnTo>
                  <a:lnTo>
                    <a:pt x="1270" y="3810"/>
                  </a:lnTo>
                  <a:lnTo>
                    <a:pt x="1270" y="6350"/>
                  </a:lnTo>
                  <a:lnTo>
                    <a:pt x="67310" y="6350"/>
                  </a:lnTo>
                  <a:lnTo>
                    <a:pt x="67310" y="3810"/>
                  </a:lnTo>
                  <a:lnTo>
                    <a:pt x="67310" y="1270"/>
                  </a:lnTo>
                  <a:lnTo>
                    <a:pt x="67310" y="0"/>
                  </a:lnTo>
                  <a:close/>
                </a:path>
              </a:pathLst>
            </a:custGeom>
            <a:solidFill>
              <a:srgbClr val="B08300"/>
            </a:solidFill>
          </p:spPr>
          <p:txBody>
            <a:bodyPr wrap="square" lIns="0" tIns="0" rIns="0" bIns="0" rtlCol="0"/>
            <a:lstStyle/>
            <a:p/>
          </p:txBody>
        </p:sp>
        <p:sp>
          <p:nvSpPr>
            <p:cNvPr id="2128" name="object 2128"/>
            <p:cNvSpPr/>
            <p:nvPr/>
          </p:nvSpPr>
          <p:spPr>
            <a:xfrm>
              <a:off x="6295390" y="4599940"/>
              <a:ext cx="69850" cy="7620"/>
            </a:xfrm>
            <a:custGeom>
              <a:avLst/>
              <a:gdLst/>
              <a:ahLst/>
              <a:cxnLst/>
              <a:rect l="l" t="t" r="r" b="b"/>
              <a:pathLst>
                <a:path w="69850" h="7620">
                  <a:moveTo>
                    <a:pt x="69850" y="6362"/>
                  </a:moveTo>
                  <a:lnTo>
                    <a:pt x="0" y="6362"/>
                  </a:lnTo>
                  <a:lnTo>
                    <a:pt x="0" y="7620"/>
                  </a:lnTo>
                  <a:lnTo>
                    <a:pt x="69850" y="7620"/>
                  </a:lnTo>
                  <a:lnTo>
                    <a:pt x="69850" y="6362"/>
                  </a:lnTo>
                  <a:close/>
                </a:path>
                <a:path w="69850" h="7620">
                  <a:moveTo>
                    <a:pt x="69850" y="0"/>
                  </a:moveTo>
                  <a:lnTo>
                    <a:pt x="3810" y="0"/>
                  </a:lnTo>
                  <a:lnTo>
                    <a:pt x="3810" y="1270"/>
                  </a:lnTo>
                  <a:lnTo>
                    <a:pt x="2540" y="1270"/>
                  </a:lnTo>
                  <a:lnTo>
                    <a:pt x="2540" y="3810"/>
                  </a:lnTo>
                  <a:lnTo>
                    <a:pt x="1270" y="3810"/>
                  </a:lnTo>
                  <a:lnTo>
                    <a:pt x="1270" y="6350"/>
                  </a:lnTo>
                  <a:lnTo>
                    <a:pt x="69850" y="6350"/>
                  </a:lnTo>
                  <a:lnTo>
                    <a:pt x="69850" y="3810"/>
                  </a:lnTo>
                  <a:lnTo>
                    <a:pt x="69850" y="1270"/>
                  </a:lnTo>
                  <a:lnTo>
                    <a:pt x="69850" y="0"/>
                  </a:lnTo>
                  <a:close/>
                </a:path>
              </a:pathLst>
            </a:custGeom>
            <a:solidFill>
              <a:srgbClr val="B28500"/>
            </a:solidFill>
          </p:spPr>
          <p:txBody>
            <a:bodyPr wrap="square" lIns="0" tIns="0" rIns="0" bIns="0" rtlCol="0"/>
            <a:lstStyle/>
            <a:p/>
          </p:txBody>
        </p:sp>
        <p:sp>
          <p:nvSpPr>
            <p:cNvPr id="2129" name="object 2129"/>
            <p:cNvSpPr/>
            <p:nvPr/>
          </p:nvSpPr>
          <p:spPr>
            <a:xfrm>
              <a:off x="6291580" y="4607560"/>
              <a:ext cx="73660" cy="6350"/>
            </a:xfrm>
            <a:custGeom>
              <a:avLst/>
              <a:gdLst/>
              <a:ahLst/>
              <a:cxnLst/>
              <a:rect l="l" t="t" r="r" b="b"/>
              <a:pathLst>
                <a:path w="73660" h="6350">
                  <a:moveTo>
                    <a:pt x="72377" y="5092"/>
                  </a:moveTo>
                  <a:lnTo>
                    <a:pt x="0" y="5092"/>
                  </a:lnTo>
                  <a:lnTo>
                    <a:pt x="0" y="6350"/>
                  </a:lnTo>
                  <a:lnTo>
                    <a:pt x="72377" y="6350"/>
                  </a:lnTo>
                  <a:lnTo>
                    <a:pt x="72377" y="5092"/>
                  </a:lnTo>
                  <a:close/>
                </a:path>
                <a:path w="73660" h="6350">
                  <a:moveTo>
                    <a:pt x="73660" y="0"/>
                  </a:moveTo>
                  <a:lnTo>
                    <a:pt x="3810" y="0"/>
                  </a:lnTo>
                  <a:lnTo>
                    <a:pt x="3810" y="1270"/>
                  </a:lnTo>
                  <a:lnTo>
                    <a:pt x="2540" y="1270"/>
                  </a:lnTo>
                  <a:lnTo>
                    <a:pt x="2540" y="2540"/>
                  </a:lnTo>
                  <a:lnTo>
                    <a:pt x="1270" y="2540"/>
                  </a:lnTo>
                  <a:lnTo>
                    <a:pt x="1270" y="5080"/>
                  </a:lnTo>
                  <a:lnTo>
                    <a:pt x="72390" y="5080"/>
                  </a:lnTo>
                  <a:lnTo>
                    <a:pt x="72390" y="2540"/>
                  </a:lnTo>
                  <a:lnTo>
                    <a:pt x="73660" y="2540"/>
                  </a:lnTo>
                  <a:lnTo>
                    <a:pt x="73660" y="1270"/>
                  </a:lnTo>
                  <a:lnTo>
                    <a:pt x="73660" y="0"/>
                  </a:lnTo>
                  <a:close/>
                </a:path>
              </a:pathLst>
            </a:custGeom>
            <a:solidFill>
              <a:srgbClr val="B48600"/>
            </a:solidFill>
          </p:spPr>
          <p:txBody>
            <a:bodyPr wrap="square" lIns="0" tIns="0" rIns="0" bIns="0" rtlCol="0"/>
            <a:lstStyle/>
            <a:p/>
          </p:txBody>
        </p:sp>
        <p:sp>
          <p:nvSpPr>
            <p:cNvPr id="2130" name="object 2130"/>
            <p:cNvSpPr/>
            <p:nvPr/>
          </p:nvSpPr>
          <p:spPr>
            <a:xfrm>
              <a:off x="6286500" y="4613910"/>
              <a:ext cx="77470" cy="7620"/>
            </a:xfrm>
            <a:custGeom>
              <a:avLst/>
              <a:gdLst/>
              <a:ahLst/>
              <a:cxnLst/>
              <a:rect l="l" t="t" r="r" b="b"/>
              <a:pathLst>
                <a:path w="77470" h="7620">
                  <a:moveTo>
                    <a:pt x="77470" y="5080"/>
                  </a:moveTo>
                  <a:lnTo>
                    <a:pt x="77457" y="2540"/>
                  </a:lnTo>
                  <a:lnTo>
                    <a:pt x="77457" y="1270"/>
                  </a:lnTo>
                  <a:lnTo>
                    <a:pt x="7745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77470" y="7620"/>
                  </a:lnTo>
                  <a:lnTo>
                    <a:pt x="77470" y="6350"/>
                  </a:lnTo>
                  <a:lnTo>
                    <a:pt x="77470" y="5080"/>
                  </a:lnTo>
                  <a:close/>
                </a:path>
              </a:pathLst>
            </a:custGeom>
            <a:solidFill>
              <a:srgbClr val="B68800"/>
            </a:solidFill>
          </p:spPr>
          <p:txBody>
            <a:bodyPr wrap="square" lIns="0" tIns="0" rIns="0" bIns="0" rtlCol="0"/>
            <a:lstStyle/>
            <a:p/>
          </p:txBody>
        </p:sp>
        <p:sp>
          <p:nvSpPr>
            <p:cNvPr id="2131" name="object 2131"/>
            <p:cNvSpPr/>
            <p:nvPr/>
          </p:nvSpPr>
          <p:spPr>
            <a:xfrm>
              <a:off x="6282690" y="4621530"/>
              <a:ext cx="80010" cy="7620"/>
            </a:xfrm>
            <a:custGeom>
              <a:avLst/>
              <a:gdLst/>
              <a:ahLst/>
              <a:cxnLst/>
              <a:rect l="l" t="t" r="r" b="b"/>
              <a:pathLst>
                <a:path w="80010" h="7620">
                  <a:moveTo>
                    <a:pt x="80010" y="0"/>
                  </a:moveTo>
                  <a:lnTo>
                    <a:pt x="3810" y="0"/>
                  </a:lnTo>
                  <a:lnTo>
                    <a:pt x="3810" y="1270"/>
                  </a:lnTo>
                  <a:lnTo>
                    <a:pt x="2540" y="1270"/>
                  </a:lnTo>
                  <a:lnTo>
                    <a:pt x="2540" y="3810"/>
                  </a:lnTo>
                  <a:lnTo>
                    <a:pt x="1270" y="3810"/>
                  </a:lnTo>
                  <a:lnTo>
                    <a:pt x="1270" y="5080"/>
                  </a:lnTo>
                  <a:lnTo>
                    <a:pt x="0" y="5080"/>
                  </a:lnTo>
                  <a:lnTo>
                    <a:pt x="0" y="7620"/>
                  </a:lnTo>
                  <a:lnTo>
                    <a:pt x="80010" y="7620"/>
                  </a:lnTo>
                  <a:lnTo>
                    <a:pt x="80010" y="5080"/>
                  </a:lnTo>
                  <a:lnTo>
                    <a:pt x="80010" y="3810"/>
                  </a:lnTo>
                  <a:lnTo>
                    <a:pt x="80010" y="1270"/>
                  </a:lnTo>
                  <a:lnTo>
                    <a:pt x="80010" y="0"/>
                  </a:lnTo>
                  <a:close/>
                </a:path>
              </a:pathLst>
            </a:custGeom>
            <a:solidFill>
              <a:srgbClr val="B88A00"/>
            </a:solidFill>
          </p:spPr>
          <p:txBody>
            <a:bodyPr wrap="square" lIns="0" tIns="0" rIns="0" bIns="0" rtlCol="0"/>
            <a:lstStyle/>
            <a:p/>
          </p:txBody>
        </p:sp>
        <p:sp>
          <p:nvSpPr>
            <p:cNvPr id="2132" name="object 2132"/>
            <p:cNvSpPr/>
            <p:nvPr/>
          </p:nvSpPr>
          <p:spPr>
            <a:xfrm>
              <a:off x="6278880" y="4629150"/>
              <a:ext cx="83820" cy="6350"/>
            </a:xfrm>
            <a:custGeom>
              <a:avLst/>
              <a:gdLst/>
              <a:ahLst/>
              <a:cxnLst/>
              <a:rect l="l" t="t" r="r" b="b"/>
              <a:pathLst>
                <a:path w="83820" h="6350">
                  <a:moveTo>
                    <a:pt x="83820" y="0"/>
                  </a:moveTo>
                  <a:lnTo>
                    <a:pt x="2540" y="0"/>
                  </a:lnTo>
                  <a:lnTo>
                    <a:pt x="2540" y="1270"/>
                  </a:lnTo>
                  <a:lnTo>
                    <a:pt x="1270" y="1270"/>
                  </a:lnTo>
                  <a:lnTo>
                    <a:pt x="1270" y="2540"/>
                  </a:lnTo>
                  <a:lnTo>
                    <a:pt x="1270" y="3810"/>
                  </a:lnTo>
                  <a:lnTo>
                    <a:pt x="0" y="3810"/>
                  </a:lnTo>
                  <a:lnTo>
                    <a:pt x="0" y="6350"/>
                  </a:lnTo>
                  <a:lnTo>
                    <a:pt x="82550" y="6350"/>
                  </a:lnTo>
                  <a:lnTo>
                    <a:pt x="82550" y="3810"/>
                  </a:lnTo>
                  <a:lnTo>
                    <a:pt x="82550" y="2540"/>
                  </a:lnTo>
                  <a:lnTo>
                    <a:pt x="83820" y="2540"/>
                  </a:lnTo>
                  <a:lnTo>
                    <a:pt x="83820" y="1270"/>
                  </a:lnTo>
                  <a:lnTo>
                    <a:pt x="83820" y="0"/>
                  </a:lnTo>
                  <a:close/>
                </a:path>
              </a:pathLst>
            </a:custGeom>
            <a:solidFill>
              <a:srgbClr val="BB8B00"/>
            </a:solidFill>
          </p:spPr>
          <p:txBody>
            <a:bodyPr wrap="square" lIns="0" tIns="0" rIns="0" bIns="0" rtlCol="0"/>
            <a:lstStyle/>
            <a:p/>
          </p:txBody>
        </p:sp>
        <p:sp>
          <p:nvSpPr>
            <p:cNvPr id="2133" name="object 2133"/>
            <p:cNvSpPr/>
            <p:nvPr/>
          </p:nvSpPr>
          <p:spPr>
            <a:xfrm>
              <a:off x="6273800" y="4635500"/>
              <a:ext cx="87630" cy="7620"/>
            </a:xfrm>
            <a:custGeom>
              <a:avLst/>
              <a:gdLst/>
              <a:ahLst/>
              <a:cxnLst/>
              <a:rect l="l" t="t" r="r" b="b"/>
              <a:pathLst>
                <a:path w="87629" h="7620">
                  <a:moveTo>
                    <a:pt x="87630" y="0"/>
                  </a:moveTo>
                  <a:lnTo>
                    <a:pt x="3810" y="0"/>
                  </a:lnTo>
                  <a:lnTo>
                    <a:pt x="3810" y="1270"/>
                  </a:lnTo>
                  <a:lnTo>
                    <a:pt x="2540" y="1270"/>
                  </a:lnTo>
                  <a:lnTo>
                    <a:pt x="2540" y="3810"/>
                  </a:lnTo>
                  <a:lnTo>
                    <a:pt x="1270" y="3810"/>
                  </a:lnTo>
                  <a:lnTo>
                    <a:pt x="1270" y="5080"/>
                  </a:lnTo>
                  <a:lnTo>
                    <a:pt x="0" y="5080"/>
                  </a:lnTo>
                  <a:lnTo>
                    <a:pt x="0" y="7620"/>
                  </a:lnTo>
                  <a:lnTo>
                    <a:pt x="87630" y="7620"/>
                  </a:lnTo>
                  <a:lnTo>
                    <a:pt x="87630" y="5080"/>
                  </a:lnTo>
                  <a:lnTo>
                    <a:pt x="87630" y="3810"/>
                  </a:lnTo>
                  <a:lnTo>
                    <a:pt x="87630" y="1270"/>
                  </a:lnTo>
                  <a:lnTo>
                    <a:pt x="87630" y="0"/>
                  </a:lnTo>
                  <a:close/>
                </a:path>
              </a:pathLst>
            </a:custGeom>
            <a:solidFill>
              <a:srgbClr val="BD8D00"/>
            </a:solidFill>
          </p:spPr>
          <p:txBody>
            <a:bodyPr wrap="square" lIns="0" tIns="0" rIns="0" bIns="0" rtlCol="0"/>
            <a:lstStyle/>
            <a:p/>
          </p:txBody>
        </p:sp>
        <p:sp>
          <p:nvSpPr>
            <p:cNvPr id="2134" name="object 2134"/>
            <p:cNvSpPr/>
            <p:nvPr/>
          </p:nvSpPr>
          <p:spPr>
            <a:xfrm>
              <a:off x="6267450" y="4643120"/>
              <a:ext cx="92710" cy="7620"/>
            </a:xfrm>
            <a:custGeom>
              <a:avLst/>
              <a:gdLst/>
              <a:ahLst/>
              <a:cxnLst/>
              <a:rect l="l" t="t" r="r" b="b"/>
              <a:pathLst>
                <a:path w="92710" h="7620">
                  <a:moveTo>
                    <a:pt x="92710" y="1270"/>
                  </a:moveTo>
                  <a:lnTo>
                    <a:pt x="9269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92710" y="7620"/>
                  </a:lnTo>
                  <a:lnTo>
                    <a:pt x="92710" y="6350"/>
                  </a:lnTo>
                  <a:lnTo>
                    <a:pt x="92710" y="5080"/>
                  </a:lnTo>
                  <a:lnTo>
                    <a:pt x="92710" y="2540"/>
                  </a:lnTo>
                  <a:lnTo>
                    <a:pt x="92710" y="1270"/>
                  </a:lnTo>
                  <a:close/>
                </a:path>
              </a:pathLst>
            </a:custGeom>
            <a:solidFill>
              <a:srgbClr val="BF8F00"/>
            </a:solidFill>
          </p:spPr>
          <p:txBody>
            <a:bodyPr wrap="square" lIns="0" tIns="0" rIns="0" bIns="0" rtlCol="0"/>
            <a:lstStyle/>
            <a:p/>
          </p:txBody>
        </p:sp>
        <p:sp>
          <p:nvSpPr>
            <p:cNvPr id="2135" name="object 2135"/>
            <p:cNvSpPr/>
            <p:nvPr/>
          </p:nvSpPr>
          <p:spPr>
            <a:xfrm>
              <a:off x="6262370" y="4650740"/>
              <a:ext cx="97790" cy="7620"/>
            </a:xfrm>
            <a:custGeom>
              <a:avLst/>
              <a:gdLst/>
              <a:ahLst/>
              <a:cxnLst/>
              <a:rect l="l" t="t" r="r" b="b"/>
              <a:pathLst>
                <a:path w="97789" h="7620">
                  <a:moveTo>
                    <a:pt x="96520" y="5092"/>
                  </a:moveTo>
                  <a:lnTo>
                    <a:pt x="0" y="5092"/>
                  </a:lnTo>
                  <a:lnTo>
                    <a:pt x="0" y="7620"/>
                  </a:lnTo>
                  <a:lnTo>
                    <a:pt x="96520" y="7620"/>
                  </a:lnTo>
                  <a:lnTo>
                    <a:pt x="96520" y="5092"/>
                  </a:lnTo>
                  <a:close/>
                </a:path>
                <a:path w="97789" h="7620">
                  <a:moveTo>
                    <a:pt x="97790" y="2540"/>
                  </a:moveTo>
                  <a:lnTo>
                    <a:pt x="97777" y="0"/>
                  </a:lnTo>
                  <a:lnTo>
                    <a:pt x="3810" y="0"/>
                  </a:lnTo>
                  <a:lnTo>
                    <a:pt x="3810" y="2540"/>
                  </a:lnTo>
                  <a:lnTo>
                    <a:pt x="2540" y="2540"/>
                  </a:lnTo>
                  <a:lnTo>
                    <a:pt x="2540" y="3810"/>
                  </a:lnTo>
                  <a:lnTo>
                    <a:pt x="1270" y="3810"/>
                  </a:lnTo>
                  <a:lnTo>
                    <a:pt x="1270" y="5080"/>
                  </a:lnTo>
                  <a:lnTo>
                    <a:pt x="96520" y="5080"/>
                  </a:lnTo>
                  <a:lnTo>
                    <a:pt x="96520" y="3810"/>
                  </a:lnTo>
                  <a:lnTo>
                    <a:pt x="97790" y="3810"/>
                  </a:lnTo>
                  <a:lnTo>
                    <a:pt x="97790" y="2540"/>
                  </a:lnTo>
                  <a:close/>
                </a:path>
              </a:pathLst>
            </a:custGeom>
            <a:solidFill>
              <a:srgbClr val="C19000"/>
            </a:solidFill>
          </p:spPr>
          <p:txBody>
            <a:bodyPr wrap="square" lIns="0" tIns="0" rIns="0" bIns="0" rtlCol="0"/>
            <a:lstStyle/>
            <a:p/>
          </p:txBody>
        </p:sp>
        <p:sp>
          <p:nvSpPr>
            <p:cNvPr id="2136" name="object 2136"/>
            <p:cNvSpPr/>
            <p:nvPr/>
          </p:nvSpPr>
          <p:spPr>
            <a:xfrm>
              <a:off x="6257290" y="4658360"/>
              <a:ext cx="101600" cy="6350"/>
            </a:xfrm>
            <a:custGeom>
              <a:avLst/>
              <a:gdLst/>
              <a:ahLst/>
              <a:cxnLst/>
              <a:rect l="l" t="t" r="r" b="b"/>
              <a:pathLst>
                <a:path w="101600" h="6350">
                  <a:moveTo>
                    <a:pt x="101600" y="3822"/>
                  </a:moveTo>
                  <a:lnTo>
                    <a:pt x="0" y="3822"/>
                  </a:lnTo>
                  <a:lnTo>
                    <a:pt x="0" y="6350"/>
                  </a:lnTo>
                  <a:lnTo>
                    <a:pt x="101600" y="6350"/>
                  </a:lnTo>
                  <a:lnTo>
                    <a:pt x="101600" y="3822"/>
                  </a:lnTo>
                  <a:close/>
                </a:path>
                <a:path w="101600" h="6350">
                  <a:moveTo>
                    <a:pt x="101600" y="0"/>
                  </a:moveTo>
                  <a:lnTo>
                    <a:pt x="3810" y="0"/>
                  </a:lnTo>
                  <a:lnTo>
                    <a:pt x="3810" y="1270"/>
                  </a:lnTo>
                  <a:lnTo>
                    <a:pt x="2540" y="1270"/>
                  </a:lnTo>
                  <a:lnTo>
                    <a:pt x="2540" y="2540"/>
                  </a:lnTo>
                  <a:lnTo>
                    <a:pt x="1270" y="2540"/>
                  </a:lnTo>
                  <a:lnTo>
                    <a:pt x="1270" y="3810"/>
                  </a:lnTo>
                  <a:lnTo>
                    <a:pt x="101600" y="3810"/>
                  </a:lnTo>
                  <a:lnTo>
                    <a:pt x="101600" y="2540"/>
                  </a:lnTo>
                  <a:lnTo>
                    <a:pt x="101600" y="1270"/>
                  </a:lnTo>
                  <a:lnTo>
                    <a:pt x="101600" y="0"/>
                  </a:lnTo>
                  <a:close/>
                </a:path>
              </a:pathLst>
            </a:custGeom>
            <a:solidFill>
              <a:srgbClr val="C39200"/>
            </a:solidFill>
          </p:spPr>
          <p:txBody>
            <a:bodyPr wrap="square" lIns="0" tIns="0" rIns="0" bIns="0" rtlCol="0"/>
            <a:lstStyle/>
            <a:p/>
          </p:txBody>
        </p:sp>
        <p:sp>
          <p:nvSpPr>
            <p:cNvPr id="2137" name="object 2137"/>
            <p:cNvSpPr/>
            <p:nvPr/>
          </p:nvSpPr>
          <p:spPr>
            <a:xfrm>
              <a:off x="6249670" y="4664710"/>
              <a:ext cx="109220" cy="7620"/>
            </a:xfrm>
            <a:custGeom>
              <a:avLst/>
              <a:gdLst/>
              <a:ahLst/>
              <a:cxnLst/>
              <a:rect l="l" t="t" r="r" b="b"/>
              <a:pathLst>
                <a:path w="109220" h="7620">
                  <a:moveTo>
                    <a:pt x="10922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7937" y="7620"/>
                  </a:lnTo>
                  <a:lnTo>
                    <a:pt x="107937" y="6350"/>
                  </a:lnTo>
                  <a:lnTo>
                    <a:pt x="107937" y="5080"/>
                  </a:lnTo>
                  <a:lnTo>
                    <a:pt x="107950" y="3810"/>
                  </a:lnTo>
                  <a:lnTo>
                    <a:pt x="107950" y="2540"/>
                  </a:lnTo>
                  <a:lnTo>
                    <a:pt x="107950" y="1270"/>
                  </a:lnTo>
                  <a:lnTo>
                    <a:pt x="109220" y="1270"/>
                  </a:lnTo>
                  <a:lnTo>
                    <a:pt x="109220" y="0"/>
                  </a:lnTo>
                  <a:close/>
                </a:path>
              </a:pathLst>
            </a:custGeom>
            <a:solidFill>
              <a:srgbClr val="C59300"/>
            </a:solidFill>
          </p:spPr>
          <p:txBody>
            <a:bodyPr wrap="square" lIns="0" tIns="0" rIns="0" bIns="0" rtlCol="0"/>
            <a:lstStyle/>
            <a:p/>
          </p:txBody>
        </p:sp>
        <p:sp>
          <p:nvSpPr>
            <p:cNvPr id="2138" name="object 2138"/>
            <p:cNvSpPr/>
            <p:nvPr/>
          </p:nvSpPr>
          <p:spPr>
            <a:xfrm>
              <a:off x="6242050" y="4672330"/>
              <a:ext cx="115570" cy="7620"/>
            </a:xfrm>
            <a:custGeom>
              <a:avLst/>
              <a:gdLst/>
              <a:ahLst/>
              <a:cxnLst/>
              <a:rect l="l" t="t" r="r" b="b"/>
              <a:pathLst>
                <a:path w="115570" h="7620">
                  <a:moveTo>
                    <a:pt x="115557" y="3822"/>
                  </a:moveTo>
                  <a:lnTo>
                    <a:pt x="2540" y="3822"/>
                  </a:lnTo>
                  <a:lnTo>
                    <a:pt x="2540" y="5080"/>
                  </a:lnTo>
                  <a:lnTo>
                    <a:pt x="1270" y="5080"/>
                  </a:lnTo>
                  <a:lnTo>
                    <a:pt x="1270" y="6350"/>
                  </a:lnTo>
                  <a:lnTo>
                    <a:pt x="0" y="6350"/>
                  </a:lnTo>
                  <a:lnTo>
                    <a:pt x="0" y="7620"/>
                  </a:lnTo>
                  <a:lnTo>
                    <a:pt x="114300" y="7620"/>
                  </a:lnTo>
                  <a:lnTo>
                    <a:pt x="114300" y="6350"/>
                  </a:lnTo>
                  <a:lnTo>
                    <a:pt x="114300" y="5080"/>
                  </a:lnTo>
                  <a:lnTo>
                    <a:pt x="115557" y="5080"/>
                  </a:lnTo>
                  <a:lnTo>
                    <a:pt x="115557" y="3822"/>
                  </a:lnTo>
                  <a:close/>
                </a:path>
                <a:path w="115570" h="7620">
                  <a:moveTo>
                    <a:pt x="115570" y="0"/>
                  </a:moveTo>
                  <a:lnTo>
                    <a:pt x="6350" y="0"/>
                  </a:lnTo>
                  <a:lnTo>
                    <a:pt x="6350" y="1270"/>
                  </a:lnTo>
                  <a:lnTo>
                    <a:pt x="5080" y="1270"/>
                  </a:lnTo>
                  <a:lnTo>
                    <a:pt x="5080" y="2540"/>
                  </a:lnTo>
                  <a:lnTo>
                    <a:pt x="3810" y="2540"/>
                  </a:lnTo>
                  <a:lnTo>
                    <a:pt x="3810" y="3810"/>
                  </a:lnTo>
                  <a:lnTo>
                    <a:pt x="115570" y="3810"/>
                  </a:lnTo>
                  <a:lnTo>
                    <a:pt x="115570" y="2540"/>
                  </a:lnTo>
                  <a:lnTo>
                    <a:pt x="115570" y="1270"/>
                  </a:lnTo>
                  <a:lnTo>
                    <a:pt x="115570" y="0"/>
                  </a:lnTo>
                  <a:close/>
                </a:path>
              </a:pathLst>
            </a:custGeom>
            <a:solidFill>
              <a:srgbClr val="C79500"/>
            </a:solidFill>
          </p:spPr>
          <p:txBody>
            <a:bodyPr wrap="square" lIns="0" tIns="0" rIns="0" bIns="0" rtlCol="0"/>
            <a:lstStyle/>
            <a:p/>
          </p:txBody>
        </p:sp>
        <p:sp>
          <p:nvSpPr>
            <p:cNvPr id="2139" name="object 2139"/>
            <p:cNvSpPr/>
            <p:nvPr/>
          </p:nvSpPr>
          <p:spPr>
            <a:xfrm>
              <a:off x="6235700" y="4679950"/>
              <a:ext cx="120650" cy="6350"/>
            </a:xfrm>
            <a:custGeom>
              <a:avLst/>
              <a:gdLst/>
              <a:ahLst/>
              <a:cxnLst/>
              <a:rect l="l" t="t" r="r" b="b"/>
              <a:pathLst>
                <a:path w="120650" h="6350">
                  <a:moveTo>
                    <a:pt x="120650" y="0"/>
                  </a:move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120650" y="6350"/>
                  </a:lnTo>
                  <a:lnTo>
                    <a:pt x="120650" y="5080"/>
                  </a:lnTo>
                  <a:lnTo>
                    <a:pt x="120650" y="3810"/>
                  </a:lnTo>
                  <a:lnTo>
                    <a:pt x="120650" y="2540"/>
                  </a:lnTo>
                  <a:lnTo>
                    <a:pt x="120650" y="1270"/>
                  </a:lnTo>
                  <a:lnTo>
                    <a:pt x="120650" y="0"/>
                  </a:lnTo>
                  <a:close/>
                </a:path>
              </a:pathLst>
            </a:custGeom>
            <a:solidFill>
              <a:srgbClr val="CA9700"/>
            </a:solidFill>
          </p:spPr>
          <p:txBody>
            <a:bodyPr wrap="square" lIns="0" tIns="0" rIns="0" bIns="0" rtlCol="0"/>
            <a:lstStyle/>
            <a:p/>
          </p:txBody>
        </p:sp>
        <p:sp>
          <p:nvSpPr>
            <p:cNvPr id="2140" name="object 2140"/>
            <p:cNvSpPr/>
            <p:nvPr/>
          </p:nvSpPr>
          <p:spPr>
            <a:xfrm>
              <a:off x="6228080" y="4686300"/>
              <a:ext cx="128270" cy="7620"/>
            </a:xfrm>
            <a:custGeom>
              <a:avLst/>
              <a:gdLst/>
              <a:ahLst/>
              <a:cxnLst/>
              <a:rect l="l" t="t" r="r" b="b"/>
              <a:pathLst>
                <a:path w="128270" h="7620">
                  <a:moveTo>
                    <a:pt x="12827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27000" y="7620"/>
                  </a:lnTo>
                  <a:lnTo>
                    <a:pt x="127000" y="6350"/>
                  </a:lnTo>
                  <a:lnTo>
                    <a:pt x="127000" y="5080"/>
                  </a:lnTo>
                  <a:lnTo>
                    <a:pt x="127000" y="3810"/>
                  </a:lnTo>
                  <a:lnTo>
                    <a:pt x="127000" y="2540"/>
                  </a:lnTo>
                  <a:lnTo>
                    <a:pt x="128270" y="2540"/>
                  </a:lnTo>
                  <a:lnTo>
                    <a:pt x="128270" y="1270"/>
                  </a:lnTo>
                  <a:lnTo>
                    <a:pt x="128270" y="0"/>
                  </a:lnTo>
                  <a:close/>
                </a:path>
              </a:pathLst>
            </a:custGeom>
            <a:solidFill>
              <a:srgbClr val="CC9800"/>
            </a:solidFill>
          </p:spPr>
          <p:txBody>
            <a:bodyPr wrap="square" lIns="0" tIns="0" rIns="0" bIns="0" rtlCol="0"/>
            <a:lstStyle/>
            <a:p/>
          </p:txBody>
        </p:sp>
        <p:sp>
          <p:nvSpPr>
            <p:cNvPr id="2141" name="object 2141"/>
            <p:cNvSpPr/>
            <p:nvPr/>
          </p:nvSpPr>
          <p:spPr>
            <a:xfrm>
              <a:off x="6217920" y="4693920"/>
              <a:ext cx="137160" cy="7620"/>
            </a:xfrm>
            <a:custGeom>
              <a:avLst/>
              <a:gdLst/>
              <a:ahLst/>
              <a:cxnLst/>
              <a:rect l="l" t="t" r="r" b="b"/>
              <a:pathLst>
                <a:path w="137160" h="7620">
                  <a:moveTo>
                    <a:pt x="137160" y="0"/>
                  </a:moveTo>
                  <a:lnTo>
                    <a:pt x="7620" y="0"/>
                  </a:lnTo>
                  <a:lnTo>
                    <a:pt x="7620" y="1270"/>
                  </a:lnTo>
                  <a:lnTo>
                    <a:pt x="6350" y="1270"/>
                  </a:lnTo>
                  <a:lnTo>
                    <a:pt x="6350" y="2540"/>
                  </a:lnTo>
                  <a:lnTo>
                    <a:pt x="5080" y="2540"/>
                  </a:lnTo>
                  <a:lnTo>
                    <a:pt x="5080" y="3810"/>
                  </a:lnTo>
                  <a:lnTo>
                    <a:pt x="3810" y="3810"/>
                  </a:lnTo>
                  <a:lnTo>
                    <a:pt x="3810" y="5080"/>
                  </a:lnTo>
                  <a:lnTo>
                    <a:pt x="2540" y="5080"/>
                  </a:lnTo>
                  <a:lnTo>
                    <a:pt x="2540" y="6350"/>
                  </a:lnTo>
                  <a:lnTo>
                    <a:pt x="0" y="6350"/>
                  </a:lnTo>
                  <a:lnTo>
                    <a:pt x="0" y="7620"/>
                  </a:lnTo>
                  <a:lnTo>
                    <a:pt x="135890" y="7620"/>
                  </a:lnTo>
                  <a:lnTo>
                    <a:pt x="135890" y="6350"/>
                  </a:lnTo>
                  <a:lnTo>
                    <a:pt x="137160" y="6350"/>
                  </a:lnTo>
                  <a:lnTo>
                    <a:pt x="137160" y="5080"/>
                  </a:lnTo>
                  <a:lnTo>
                    <a:pt x="137160" y="3810"/>
                  </a:lnTo>
                  <a:lnTo>
                    <a:pt x="137160" y="2540"/>
                  </a:lnTo>
                  <a:lnTo>
                    <a:pt x="137160" y="1270"/>
                  </a:lnTo>
                  <a:lnTo>
                    <a:pt x="137160" y="0"/>
                  </a:lnTo>
                  <a:close/>
                </a:path>
              </a:pathLst>
            </a:custGeom>
            <a:solidFill>
              <a:srgbClr val="CE9A00"/>
            </a:solidFill>
          </p:spPr>
          <p:txBody>
            <a:bodyPr wrap="square" lIns="0" tIns="0" rIns="0" bIns="0" rtlCol="0"/>
            <a:lstStyle/>
            <a:p/>
          </p:txBody>
        </p:sp>
        <p:sp>
          <p:nvSpPr>
            <p:cNvPr id="2142" name="object 2142"/>
            <p:cNvSpPr/>
            <p:nvPr/>
          </p:nvSpPr>
          <p:spPr>
            <a:xfrm>
              <a:off x="6209030" y="4701540"/>
              <a:ext cx="144780" cy="6350"/>
            </a:xfrm>
            <a:custGeom>
              <a:avLst/>
              <a:gdLst/>
              <a:ahLst/>
              <a:cxnLst/>
              <a:rect l="l" t="t" r="r" b="b"/>
              <a:pathLst>
                <a:path w="144779" h="6350">
                  <a:moveTo>
                    <a:pt x="144780" y="0"/>
                  </a:moveTo>
                  <a:lnTo>
                    <a:pt x="7620" y="0"/>
                  </a:lnTo>
                  <a:lnTo>
                    <a:pt x="7620" y="1270"/>
                  </a:lnTo>
                  <a:lnTo>
                    <a:pt x="5080" y="1270"/>
                  </a:lnTo>
                  <a:lnTo>
                    <a:pt x="5080" y="2540"/>
                  </a:lnTo>
                  <a:lnTo>
                    <a:pt x="3810" y="2540"/>
                  </a:lnTo>
                  <a:lnTo>
                    <a:pt x="3810" y="3810"/>
                  </a:lnTo>
                  <a:lnTo>
                    <a:pt x="2540" y="3810"/>
                  </a:lnTo>
                  <a:lnTo>
                    <a:pt x="2540" y="5080"/>
                  </a:lnTo>
                  <a:lnTo>
                    <a:pt x="0" y="5080"/>
                  </a:lnTo>
                  <a:lnTo>
                    <a:pt x="0" y="6350"/>
                  </a:lnTo>
                  <a:lnTo>
                    <a:pt x="144767" y="6350"/>
                  </a:lnTo>
                  <a:lnTo>
                    <a:pt x="144767" y="5080"/>
                  </a:lnTo>
                  <a:lnTo>
                    <a:pt x="144767" y="3810"/>
                  </a:lnTo>
                  <a:lnTo>
                    <a:pt x="144767" y="2540"/>
                  </a:lnTo>
                  <a:lnTo>
                    <a:pt x="144780" y="1270"/>
                  </a:lnTo>
                  <a:lnTo>
                    <a:pt x="144780" y="0"/>
                  </a:lnTo>
                  <a:close/>
                </a:path>
              </a:pathLst>
            </a:custGeom>
            <a:solidFill>
              <a:srgbClr val="D09C00"/>
            </a:solidFill>
          </p:spPr>
          <p:txBody>
            <a:bodyPr wrap="square" lIns="0" tIns="0" rIns="0" bIns="0" rtlCol="0"/>
            <a:lstStyle/>
            <a:p/>
          </p:txBody>
        </p:sp>
        <p:sp>
          <p:nvSpPr>
            <p:cNvPr id="2143" name="object 2143"/>
            <p:cNvSpPr/>
            <p:nvPr/>
          </p:nvSpPr>
          <p:spPr>
            <a:xfrm>
              <a:off x="6198870" y="4707890"/>
              <a:ext cx="154940" cy="7620"/>
            </a:xfrm>
            <a:custGeom>
              <a:avLst/>
              <a:gdLst/>
              <a:ahLst/>
              <a:cxnLst/>
              <a:rect l="l" t="t" r="r" b="b"/>
              <a:pathLst>
                <a:path w="154939" h="7620">
                  <a:moveTo>
                    <a:pt x="153670" y="6362"/>
                  </a:moveTo>
                  <a:lnTo>
                    <a:pt x="0" y="6362"/>
                  </a:lnTo>
                  <a:lnTo>
                    <a:pt x="0" y="7620"/>
                  </a:lnTo>
                  <a:lnTo>
                    <a:pt x="153670" y="7620"/>
                  </a:lnTo>
                  <a:lnTo>
                    <a:pt x="153670" y="6362"/>
                  </a:lnTo>
                  <a:close/>
                </a:path>
                <a:path w="154939" h="7620">
                  <a:moveTo>
                    <a:pt x="154940" y="0"/>
                  </a:moveTo>
                  <a:lnTo>
                    <a:pt x="8890" y="0"/>
                  </a:lnTo>
                  <a:lnTo>
                    <a:pt x="8890" y="1270"/>
                  </a:lnTo>
                  <a:lnTo>
                    <a:pt x="6350" y="1270"/>
                  </a:lnTo>
                  <a:lnTo>
                    <a:pt x="6350" y="2540"/>
                  </a:lnTo>
                  <a:lnTo>
                    <a:pt x="5080" y="2540"/>
                  </a:lnTo>
                  <a:lnTo>
                    <a:pt x="5080" y="3810"/>
                  </a:lnTo>
                  <a:lnTo>
                    <a:pt x="2540" y="3810"/>
                  </a:lnTo>
                  <a:lnTo>
                    <a:pt x="2540" y="5080"/>
                  </a:lnTo>
                  <a:lnTo>
                    <a:pt x="1270" y="5080"/>
                  </a:lnTo>
                  <a:lnTo>
                    <a:pt x="1270" y="6350"/>
                  </a:lnTo>
                  <a:lnTo>
                    <a:pt x="153670" y="6350"/>
                  </a:lnTo>
                  <a:lnTo>
                    <a:pt x="153670" y="5080"/>
                  </a:lnTo>
                  <a:lnTo>
                    <a:pt x="153670" y="3810"/>
                  </a:lnTo>
                  <a:lnTo>
                    <a:pt x="154940" y="3810"/>
                  </a:lnTo>
                  <a:lnTo>
                    <a:pt x="154940" y="2540"/>
                  </a:lnTo>
                  <a:lnTo>
                    <a:pt x="154940" y="1270"/>
                  </a:lnTo>
                  <a:lnTo>
                    <a:pt x="154940" y="0"/>
                  </a:lnTo>
                  <a:close/>
                </a:path>
              </a:pathLst>
            </a:custGeom>
            <a:solidFill>
              <a:srgbClr val="D29D00"/>
            </a:solidFill>
          </p:spPr>
          <p:txBody>
            <a:bodyPr wrap="square" lIns="0" tIns="0" rIns="0" bIns="0" rtlCol="0"/>
            <a:lstStyle/>
            <a:p/>
          </p:txBody>
        </p:sp>
        <p:sp>
          <p:nvSpPr>
            <p:cNvPr id="2144" name="object 2144"/>
            <p:cNvSpPr/>
            <p:nvPr/>
          </p:nvSpPr>
          <p:spPr>
            <a:xfrm>
              <a:off x="6186170" y="4715510"/>
              <a:ext cx="166370" cy="7620"/>
            </a:xfrm>
            <a:custGeom>
              <a:avLst/>
              <a:gdLst/>
              <a:ahLst/>
              <a:cxnLst/>
              <a:rect l="l" t="t" r="r" b="b"/>
              <a:pathLst>
                <a:path w="166370" h="7620">
                  <a:moveTo>
                    <a:pt x="166370" y="0"/>
                  </a:moveTo>
                  <a:lnTo>
                    <a:pt x="10160" y="0"/>
                  </a:lnTo>
                  <a:lnTo>
                    <a:pt x="10160" y="1270"/>
                  </a:lnTo>
                  <a:lnTo>
                    <a:pt x="8890" y="1270"/>
                  </a:lnTo>
                  <a:lnTo>
                    <a:pt x="8890" y="2540"/>
                  </a:lnTo>
                  <a:lnTo>
                    <a:pt x="6350" y="2540"/>
                  </a:lnTo>
                  <a:lnTo>
                    <a:pt x="6350" y="3810"/>
                  </a:lnTo>
                  <a:lnTo>
                    <a:pt x="3810" y="3810"/>
                  </a:lnTo>
                  <a:lnTo>
                    <a:pt x="3810" y="5080"/>
                  </a:lnTo>
                  <a:lnTo>
                    <a:pt x="2540" y="5080"/>
                  </a:lnTo>
                  <a:lnTo>
                    <a:pt x="2540" y="6350"/>
                  </a:lnTo>
                  <a:lnTo>
                    <a:pt x="0" y="6350"/>
                  </a:lnTo>
                  <a:lnTo>
                    <a:pt x="0" y="7620"/>
                  </a:lnTo>
                  <a:lnTo>
                    <a:pt x="166370" y="7620"/>
                  </a:lnTo>
                  <a:lnTo>
                    <a:pt x="166370" y="6350"/>
                  </a:lnTo>
                  <a:lnTo>
                    <a:pt x="166370" y="5080"/>
                  </a:lnTo>
                  <a:lnTo>
                    <a:pt x="166370" y="3810"/>
                  </a:lnTo>
                  <a:lnTo>
                    <a:pt x="166370" y="2540"/>
                  </a:lnTo>
                  <a:lnTo>
                    <a:pt x="166370" y="1270"/>
                  </a:lnTo>
                  <a:lnTo>
                    <a:pt x="166370" y="0"/>
                  </a:lnTo>
                  <a:close/>
                </a:path>
              </a:pathLst>
            </a:custGeom>
            <a:solidFill>
              <a:srgbClr val="D49F00"/>
            </a:solidFill>
          </p:spPr>
          <p:txBody>
            <a:bodyPr wrap="square" lIns="0" tIns="0" rIns="0" bIns="0" rtlCol="0"/>
            <a:lstStyle/>
            <a:p/>
          </p:txBody>
        </p:sp>
        <p:sp>
          <p:nvSpPr>
            <p:cNvPr id="2145" name="object 2145"/>
            <p:cNvSpPr/>
            <p:nvPr/>
          </p:nvSpPr>
          <p:spPr>
            <a:xfrm>
              <a:off x="6172200" y="4723130"/>
              <a:ext cx="179070" cy="7620"/>
            </a:xfrm>
            <a:custGeom>
              <a:avLst/>
              <a:gdLst/>
              <a:ahLst/>
              <a:cxnLst/>
              <a:rect l="l" t="t" r="r" b="b"/>
              <a:pathLst>
                <a:path w="179070" h="7620">
                  <a:moveTo>
                    <a:pt x="179070" y="1270"/>
                  </a:moveTo>
                  <a:lnTo>
                    <a:pt x="179057" y="0"/>
                  </a:lnTo>
                  <a:lnTo>
                    <a:pt x="11430" y="0"/>
                  </a:lnTo>
                  <a:lnTo>
                    <a:pt x="11430" y="1270"/>
                  </a:lnTo>
                  <a:lnTo>
                    <a:pt x="10160" y="1270"/>
                  </a:lnTo>
                  <a:lnTo>
                    <a:pt x="10160" y="2540"/>
                  </a:lnTo>
                  <a:lnTo>
                    <a:pt x="7620" y="2540"/>
                  </a:lnTo>
                  <a:lnTo>
                    <a:pt x="7620" y="3810"/>
                  </a:lnTo>
                  <a:lnTo>
                    <a:pt x="5080" y="3810"/>
                  </a:lnTo>
                  <a:lnTo>
                    <a:pt x="5080" y="5080"/>
                  </a:lnTo>
                  <a:lnTo>
                    <a:pt x="2540" y="5080"/>
                  </a:lnTo>
                  <a:lnTo>
                    <a:pt x="2540" y="6350"/>
                  </a:lnTo>
                  <a:lnTo>
                    <a:pt x="0" y="6350"/>
                  </a:lnTo>
                  <a:lnTo>
                    <a:pt x="0" y="7620"/>
                  </a:lnTo>
                  <a:lnTo>
                    <a:pt x="179057" y="7620"/>
                  </a:lnTo>
                  <a:lnTo>
                    <a:pt x="179057" y="6350"/>
                  </a:lnTo>
                  <a:lnTo>
                    <a:pt x="179057" y="5080"/>
                  </a:lnTo>
                  <a:lnTo>
                    <a:pt x="179057" y="3810"/>
                  </a:lnTo>
                  <a:lnTo>
                    <a:pt x="179070" y="2540"/>
                  </a:lnTo>
                  <a:lnTo>
                    <a:pt x="179070" y="1270"/>
                  </a:lnTo>
                  <a:close/>
                </a:path>
              </a:pathLst>
            </a:custGeom>
            <a:solidFill>
              <a:srgbClr val="D7A000"/>
            </a:solidFill>
          </p:spPr>
          <p:txBody>
            <a:bodyPr wrap="square" lIns="0" tIns="0" rIns="0" bIns="0" rtlCol="0"/>
            <a:lstStyle/>
            <a:p/>
          </p:txBody>
        </p:sp>
        <p:sp>
          <p:nvSpPr>
            <p:cNvPr id="2146" name="object 2146"/>
            <p:cNvSpPr/>
            <p:nvPr/>
          </p:nvSpPr>
          <p:spPr>
            <a:xfrm>
              <a:off x="6158230" y="4730750"/>
              <a:ext cx="193040" cy="6350"/>
            </a:xfrm>
            <a:custGeom>
              <a:avLst/>
              <a:gdLst/>
              <a:ahLst/>
              <a:cxnLst/>
              <a:rect l="l" t="t" r="r" b="b"/>
              <a:pathLst>
                <a:path w="193039" h="6350">
                  <a:moveTo>
                    <a:pt x="193027" y="0"/>
                  </a:moveTo>
                  <a:lnTo>
                    <a:pt x="11430" y="0"/>
                  </a:lnTo>
                  <a:lnTo>
                    <a:pt x="11430" y="1270"/>
                  </a:lnTo>
                  <a:lnTo>
                    <a:pt x="10160" y="1270"/>
                  </a:lnTo>
                  <a:lnTo>
                    <a:pt x="10160" y="2540"/>
                  </a:lnTo>
                  <a:lnTo>
                    <a:pt x="6350" y="2540"/>
                  </a:lnTo>
                  <a:lnTo>
                    <a:pt x="6350" y="3810"/>
                  </a:lnTo>
                  <a:lnTo>
                    <a:pt x="2540" y="3810"/>
                  </a:lnTo>
                  <a:lnTo>
                    <a:pt x="2540" y="5080"/>
                  </a:lnTo>
                  <a:lnTo>
                    <a:pt x="0" y="5080"/>
                  </a:lnTo>
                  <a:lnTo>
                    <a:pt x="0" y="6350"/>
                  </a:lnTo>
                  <a:lnTo>
                    <a:pt x="191770" y="6350"/>
                  </a:lnTo>
                  <a:lnTo>
                    <a:pt x="191770" y="5080"/>
                  </a:lnTo>
                  <a:lnTo>
                    <a:pt x="191770" y="3810"/>
                  </a:lnTo>
                  <a:lnTo>
                    <a:pt x="191770" y="2540"/>
                  </a:lnTo>
                  <a:lnTo>
                    <a:pt x="193027" y="2540"/>
                  </a:lnTo>
                  <a:lnTo>
                    <a:pt x="193027" y="1270"/>
                  </a:lnTo>
                  <a:lnTo>
                    <a:pt x="193027" y="0"/>
                  </a:lnTo>
                  <a:close/>
                </a:path>
              </a:pathLst>
            </a:custGeom>
            <a:solidFill>
              <a:srgbClr val="D9A200"/>
            </a:solidFill>
          </p:spPr>
          <p:txBody>
            <a:bodyPr wrap="square" lIns="0" tIns="0" rIns="0" bIns="0" rtlCol="0"/>
            <a:lstStyle/>
            <a:p/>
          </p:txBody>
        </p:sp>
        <p:sp>
          <p:nvSpPr>
            <p:cNvPr id="2147" name="object 2147"/>
            <p:cNvSpPr/>
            <p:nvPr/>
          </p:nvSpPr>
          <p:spPr>
            <a:xfrm>
              <a:off x="6140450" y="4737100"/>
              <a:ext cx="209550" cy="7620"/>
            </a:xfrm>
            <a:custGeom>
              <a:avLst/>
              <a:gdLst/>
              <a:ahLst/>
              <a:cxnLst/>
              <a:rect l="l" t="t" r="r" b="b"/>
              <a:pathLst>
                <a:path w="209550" h="7620">
                  <a:moveTo>
                    <a:pt x="209550" y="0"/>
                  </a:moveTo>
                  <a:lnTo>
                    <a:pt x="15240" y="0"/>
                  </a:lnTo>
                  <a:lnTo>
                    <a:pt x="15240" y="1270"/>
                  </a:lnTo>
                  <a:lnTo>
                    <a:pt x="12700" y="1270"/>
                  </a:lnTo>
                  <a:lnTo>
                    <a:pt x="12700" y="2540"/>
                  </a:lnTo>
                  <a:lnTo>
                    <a:pt x="8890" y="2540"/>
                  </a:lnTo>
                  <a:lnTo>
                    <a:pt x="8890" y="3810"/>
                  </a:lnTo>
                  <a:lnTo>
                    <a:pt x="5080" y="3810"/>
                  </a:lnTo>
                  <a:lnTo>
                    <a:pt x="5080" y="5080"/>
                  </a:lnTo>
                  <a:lnTo>
                    <a:pt x="2540" y="5080"/>
                  </a:lnTo>
                  <a:lnTo>
                    <a:pt x="2540" y="6350"/>
                  </a:lnTo>
                  <a:lnTo>
                    <a:pt x="0" y="6350"/>
                  </a:lnTo>
                  <a:lnTo>
                    <a:pt x="0" y="7620"/>
                  </a:lnTo>
                  <a:lnTo>
                    <a:pt x="209550" y="7620"/>
                  </a:lnTo>
                  <a:lnTo>
                    <a:pt x="209550" y="6350"/>
                  </a:lnTo>
                  <a:lnTo>
                    <a:pt x="209550" y="5080"/>
                  </a:lnTo>
                  <a:lnTo>
                    <a:pt x="209550" y="3810"/>
                  </a:lnTo>
                  <a:lnTo>
                    <a:pt x="209550" y="2540"/>
                  </a:lnTo>
                  <a:lnTo>
                    <a:pt x="209550" y="1270"/>
                  </a:lnTo>
                  <a:lnTo>
                    <a:pt x="209550" y="0"/>
                  </a:lnTo>
                  <a:close/>
                </a:path>
              </a:pathLst>
            </a:custGeom>
            <a:solidFill>
              <a:srgbClr val="DBA400"/>
            </a:solidFill>
          </p:spPr>
          <p:txBody>
            <a:bodyPr wrap="square" lIns="0" tIns="0" rIns="0" bIns="0" rtlCol="0"/>
            <a:lstStyle/>
            <a:p/>
          </p:txBody>
        </p:sp>
        <p:sp>
          <p:nvSpPr>
            <p:cNvPr id="2148" name="object 2148"/>
            <p:cNvSpPr/>
            <p:nvPr/>
          </p:nvSpPr>
          <p:spPr>
            <a:xfrm>
              <a:off x="6115050" y="4744720"/>
              <a:ext cx="233679" cy="7620"/>
            </a:xfrm>
            <a:custGeom>
              <a:avLst/>
              <a:gdLst/>
              <a:ahLst/>
              <a:cxnLst/>
              <a:rect l="l" t="t" r="r" b="b"/>
              <a:pathLst>
                <a:path w="233679" h="7620">
                  <a:moveTo>
                    <a:pt x="233680" y="0"/>
                  </a:moveTo>
                  <a:lnTo>
                    <a:pt x="22860" y="0"/>
                  </a:lnTo>
                  <a:lnTo>
                    <a:pt x="22860" y="1270"/>
                  </a:lnTo>
                  <a:lnTo>
                    <a:pt x="16510" y="1270"/>
                  </a:lnTo>
                  <a:lnTo>
                    <a:pt x="16510" y="2540"/>
                  </a:lnTo>
                  <a:lnTo>
                    <a:pt x="12700" y="2540"/>
                  </a:lnTo>
                  <a:lnTo>
                    <a:pt x="12700" y="3810"/>
                  </a:lnTo>
                  <a:lnTo>
                    <a:pt x="7620" y="3810"/>
                  </a:lnTo>
                  <a:lnTo>
                    <a:pt x="7620" y="5080"/>
                  </a:lnTo>
                  <a:lnTo>
                    <a:pt x="5080" y="5080"/>
                  </a:lnTo>
                  <a:lnTo>
                    <a:pt x="5080" y="6350"/>
                  </a:lnTo>
                  <a:lnTo>
                    <a:pt x="0" y="6350"/>
                  </a:lnTo>
                  <a:lnTo>
                    <a:pt x="0" y="7620"/>
                  </a:lnTo>
                  <a:lnTo>
                    <a:pt x="233680" y="7620"/>
                  </a:lnTo>
                  <a:lnTo>
                    <a:pt x="233680" y="6350"/>
                  </a:lnTo>
                  <a:lnTo>
                    <a:pt x="233680" y="5080"/>
                  </a:lnTo>
                  <a:lnTo>
                    <a:pt x="233680" y="3810"/>
                  </a:lnTo>
                  <a:lnTo>
                    <a:pt x="233680" y="2540"/>
                  </a:lnTo>
                  <a:lnTo>
                    <a:pt x="233680" y="1270"/>
                  </a:lnTo>
                  <a:lnTo>
                    <a:pt x="233680" y="0"/>
                  </a:lnTo>
                  <a:close/>
                </a:path>
              </a:pathLst>
            </a:custGeom>
            <a:solidFill>
              <a:srgbClr val="DDA500"/>
            </a:solidFill>
          </p:spPr>
          <p:txBody>
            <a:bodyPr wrap="square" lIns="0" tIns="0" rIns="0" bIns="0" rtlCol="0"/>
            <a:lstStyle/>
            <a:p/>
          </p:txBody>
        </p:sp>
        <p:sp>
          <p:nvSpPr>
            <p:cNvPr id="2149" name="object 2149"/>
            <p:cNvSpPr/>
            <p:nvPr/>
          </p:nvSpPr>
          <p:spPr>
            <a:xfrm>
              <a:off x="6089650" y="4752340"/>
              <a:ext cx="259079" cy="6350"/>
            </a:xfrm>
            <a:custGeom>
              <a:avLst/>
              <a:gdLst/>
              <a:ahLst/>
              <a:cxnLst/>
              <a:rect l="l" t="t" r="r" b="b"/>
              <a:pathLst>
                <a:path w="259079" h="6350">
                  <a:moveTo>
                    <a:pt x="259080" y="0"/>
                  </a:moveTo>
                  <a:lnTo>
                    <a:pt x="20320" y="0"/>
                  </a:lnTo>
                  <a:lnTo>
                    <a:pt x="20320" y="1270"/>
                  </a:lnTo>
                  <a:lnTo>
                    <a:pt x="16510" y="1270"/>
                  </a:lnTo>
                  <a:lnTo>
                    <a:pt x="16510" y="2540"/>
                  </a:lnTo>
                  <a:lnTo>
                    <a:pt x="11430" y="2540"/>
                  </a:lnTo>
                  <a:lnTo>
                    <a:pt x="11430" y="3810"/>
                  </a:lnTo>
                  <a:lnTo>
                    <a:pt x="5080" y="3810"/>
                  </a:lnTo>
                  <a:lnTo>
                    <a:pt x="5080" y="5080"/>
                  </a:lnTo>
                  <a:lnTo>
                    <a:pt x="0" y="5080"/>
                  </a:lnTo>
                  <a:lnTo>
                    <a:pt x="0" y="6350"/>
                  </a:lnTo>
                  <a:lnTo>
                    <a:pt x="257810" y="6350"/>
                  </a:lnTo>
                  <a:lnTo>
                    <a:pt x="257810" y="5080"/>
                  </a:lnTo>
                  <a:lnTo>
                    <a:pt x="257797" y="3810"/>
                  </a:lnTo>
                  <a:lnTo>
                    <a:pt x="259080" y="3810"/>
                  </a:lnTo>
                  <a:lnTo>
                    <a:pt x="259080" y="2540"/>
                  </a:lnTo>
                  <a:lnTo>
                    <a:pt x="259080" y="1270"/>
                  </a:lnTo>
                  <a:lnTo>
                    <a:pt x="259080" y="0"/>
                  </a:lnTo>
                  <a:close/>
                </a:path>
              </a:pathLst>
            </a:custGeom>
            <a:solidFill>
              <a:srgbClr val="DFA700"/>
            </a:solidFill>
          </p:spPr>
          <p:txBody>
            <a:bodyPr wrap="square" lIns="0" tIns="0" rIns="0" bIns="0" rtlCol="0"/>
            <a:lstStyle/>
            <a:p/>
          </p:txBody>
        </p:sp>
        <p:sp>
          <p:nvSpPr>
            <p:cNvPr id="2150" name="object 2150"/>
            <p:cNvSpPr/>
            <p:nvPr/>
          </p:nvSpPr>
          <p:spPr>
            <a:xfrm>
              <a:off x="6021070" y="4758690"/>
              <a:ext cx="326390" cy="7620"/>
            </a:xfrm>
            <a:custGeom>
              <a:avLst/>
              <a:gdLst/>
              <a:ahLst/>
              <a:cxnLst/>
              <a:rect l="l" t="t" r="r" b="b"/>
              <a:pathLst>
                <a:path w="326389" h="7620">
                  <a:moveTo>
                    <a:pt x="326390" y="6362"/>
                  </a:moveTo>
                  <a:lnTo>
                    <a:pt x="0" y="6362"/>
                  </a:lnTo>
                  <a:lnTo>
                    <a:pt x="0" y="7620"/>
                  </a:lnTo>
                  <a:lnTo>
                    <a:pt x="326390" y="7620"/>
                  </a:lnTo>
                  <a:lnTo>
                    <a:pt x="326390" y="6362"/>
                  </a:lnTo>
                  <a:close/>
                </a:path>
                <a:path w="326389" h="7620">
                  <a:moveTo>
                    <a:pt x="326390" y="0"/>
                  </a:moveTo>
                  <a:lnTo>
                    <a:pt x="64770" y="0"/>
                  </a:lnTo>
                  <a:lnTo>
                    <a:pt x="64770" y="1270"/>
                  </a:lnTo>
                  <a:lnTo>
                    <a:pt x="49530" y="1270"/>
                  </a:lnTo>
                  <a:lnTo>
                    <a:pt x="49530" y="2540"/>
                  </a:lnTo>
                  <a:lnTo>
                    <a:pt x="44450" y="2540"/>
                  </a:lnTo>
                  <a:lnTo>
                    <a:pt x="44450" y="3810"/>
                  </a:lnTo>
                  <a:lnTo>
                    <a:pt x="30480" y="3810"/>
                  </a:lnTo>
                  <a:lnTo>
                    <a:pt x="30480" y="5080"/>
                  </a:lnTo>
                  <a:lnTo>
                    <a:pt x="25400" y="5080"/>
                  </a:lnTo>
                  <a:lnTo>
                    <a:pt x="25400" y="6350"/>
                  </a:lnTo>
                  <a:lnTo>
                    <a:pt x="326390" y="6350"/>
                  </a:lnTo>
                  <a:lnTo>
                    <a:pt x="326390" y="5080"/>
                  </a:lnTo>
                  <a:lnTo>
                    <a:pt x="326390" y="3810"/>
                  </a:lnTo>
                  <a:lnTo>
                    <a:pt x="326390" y="2540"/>
                  </a:lnTo>
                  <a:lnTo>
                    <a:pt x="326390" y="1270"/>
                  </a:lnTo>
                  <a:lnTo>
                    <a:pt x="326390" y="0"/>
                  </a:lnTo>
                  <a:close/>
                </a:path>
              </a:pathLst>
            </a:custGeom>
            <a:solidFill>
              <a:srgbClr val="E1A800"/>
            </a:solidFill>
          </p:spPr>
          <p:txBody>
            <a:bodyPr wrap="square" lIns="0" tIns="0" rIns="0" bIns="0" rtlCol="0"/>
            <a:lstStyle/>
            <a:p/>
          </p:txBody>
        </p:sp>
        <p:sp>
          <p:nvSpPr>
            <p:cNvPr id="2151" name="object 2151"/>
            <p:cNvSpPr/>
            <p:nvPr/>
          </p:nvSpPr>
          <p:spPr>
            <a:xfrm>
              <a:off x="5566410" y="4766310"/>
              <a:ext cx="781050" cy="7620"/>
            </a:xfrm>
            <a:custGeom>
              <a:avLst/>
              <a:gdLst/>
              <a:ahLst/>
              <a:cxnLst/>
              <a:rect l="l" t="t" r="r" b="b"/>
              <a:pathLst>
                <a:path w="781050" h="7620">
                  <a:moveTo>
                    <a:pt x="307340" y="6350"/>
                  </a:moveTo>
                  <a:lnTo>
                    <a:pt x="302247" y="6350"/>
                  </a:lnTo>
                  <a:lnTo>
                    <a:pt x="302247" y="5092"/>
                  </a:lnTo>
                  <a:lnTo>
                    <a:pt x="1270" y="5092"/>
                  </a:lnTo>
                  <a:lnTo>
                    <a:pt x="1270" y="6350"/>
                  </a:lnTo>
                  <a:lnTo>
                    <a:pt x="0" y="6350"/>
                  </a:lnTo>
                  <a:lnTo>
                    <a:pt x="0" y="7620"/>
                  </a:lnTo>
                  <a:lnTo>
                    <a:pt x="307340" y="7620"/>
                  </a:lnTo>
                  <a:lnTo>
                    <a:pt x="307340" y="6350"/>
                  </a:lnTo>
                  <a:close/>
                </a:path>
                <a:path w="781050" h="7620">
                  <a:moveTo>
                    <a:pt x="781050" y="0"/>
                  </a:moveTo>
                  <a:lnTo>
                    <a:pt x="436880" y="0"/>
                  </a:lnTo>
                  <a:lnTo>
                    <a:pt x="436880" y="1270"/>
                  </a:lnTo>
                  <a:lnTo>
                    <a:pt x="419100" y="1270"/>
                  </a:lnTo>
                  <a:lnTo>
                    <a:pt x="419100" y="2540"/>
                  </a:lnTo>
                  <a:lnTo>
                    <a:pt x="401320" y="2540"/>
                  </a:lnTo>
                  <a:lnTo>
                    <a:pt x="401320" y="3810"/>
                  </a:lnTo>
                  <a:lnTo>
                    <a:pt x="392430" y="3810"/>
                  </a:lnTo>
                  <a:lnTo>
                    <a:pt x="392430" y="5080"/>
                  </a:lnTo>
                  <a:lnTo>
                    <a:pt x="369570" y="5080"/>
                  </a:lnTo>
                  <a:lnTo>
                    <a:pt x="369570" y="6350"/>
                  </a:lnTo>
                  <a:lnTo>
                    <a:pt x="360680" y="6350"/>
                  </a:lnTo>
                  <a:lnTo>
                    <a:pt x="360680" y="7620"/>
                  </a:lnTo>
                  <a:lnTo>
                    <a:pt x="779780" y="7620"/>
                  </a:lnTo>
                  <a:lnTo>
                    <a:pt x="779780" y="6350"/>
                  </a:lnTo>
                  <a:lnTo>
                    <a:pt x="779780" y="5080"/>
                  </a:lnTo>
                  <a:lnTo>
                    <a:pt x="779780" y="3810"/>
                  </a:lnTo>
                  <a:lnTo>
                    <a:pt x="779780" y="2540"/>
                  </a:lnTo>
                  <a:lnTo>
                    <a:pt x="779780" y="1270"/>
                  </a:lnTo>
                  <a:lnTo>
                    <a:pt x="781050" y="1270"/>
                  </a:lnTo>
                  <a:lnTo>
                    <a:pt x="781050" y="0"/>
                  </a:lnTo>
                  <a:close/>
                </a:path>
              </a:pathLst>
            </a:custGeom>
            <a:solidFill>
              <a:srgbClr val="E4AA00"/>
            </a:solidFill>
          </p:spPr>
          <p:txBody>
            <a:bodyPr wrap="square" lIns="0" tIns="0" rIns="0" bIns="0" rtlCol="0"/>
            <a:lstStyle/>
            <a:p/>
          </p:txBody>
        </p:sp>
        <p:sp>
          <p:nvSpPr>
            <p:cNvPr id="2152" name="object 2152"/>
            <p:cNvSpPr/>
            <p:nvPr/>
          </p:nvSpPr>
          <p:spPr>
            <a:xfrm>
              <a:off x="5563870" y="4773930"/>
              <a:ext cx="777240" cy="7620"/>
            </a:xfrm>
            <a:custGeom>
              <a:avLst/>
              <a:gdLst/>
              <a:ahLst/>
              <a:cxnLst/>
              <a:rect l="l" t="t" r="r" b="b"/>
              <a:pathLst>
                <a:path w="777239" h="7620">
                  <a:moveTo>
                    <a:pt x="777240" y="0"/>
                  </a:moveTo>
                  <a:lnTo>
                    <a:pt x="2540" y="0"/>
                  </a:lnTo>
                  <a:lnTo>
                    <a:pt x="2540" y="1270"/>
                  </a:lnTo>
                  <a:lnTo>
                    <a:pt x="2540" y="2540"/>
                  </a:lnTo>
                  <a:lnTo>
                    <a:pt x="2540" y="3810"/>
                  </a:lnTo>
                  <a:lnTo>
                    <a:pt x="1270" y="3810"/>
                  </a:lnTo>
                  <a:lnTo>
                    <a:pt x="1270" y="5080"/>
                  </a:lnTo>
                  <a:lnTo>
                    <a:pt x="1270" y="6350"/>
                  </a:lnTo>
                  <a:lnTo>
                    <a:pt x="0" y="6350"/>
                  </a:lnTo>
                  <a:lnTo>
                    <a:pt x="0" y="7620"/>
                  </a:lnTo>
                  <a:lnTo>
                    <a:pt x="727710" y="7620"/>
                  </a:lnTo>
                  <a:lnTo>
                    <a:pt x="727710" y="6350"/>
                  </a:lnTo>
                  <a:lnTo>
                    <a:pt x="737870" y="6350"/>
                  </a:lnTo>
                  <a:lnTo>
                    <a:pt x="737870" y="5080"/>
                  </a:lnTo>
                  <a:lnTo>
                    <a:pt x="748030" y="5080"/>
                  </a:lnTo>
                  <a:lnTo>
                    <a:pt x="748030" y="3810"/>
                  </a:lnTo>
                  <a:lnTo>
                    <a:pt x="756920" y="3810"/>
                  </a:lnTo>
                  <a:lnTo>
                    <a:pt x="756920" y="2540"/>
                  </a:lnTo>
                  <a:lnTo>
                    <a:pt x="767080" y="2540"/>
                  </a:lnTo>
                  <a:lnTo>
                    <a:pt x="767080" y="1270"/>
                  </a:lnTo>
                  <a:lnTo>
                    <a:pt x="777240" y="1270"/>
                  </a:lnTo>
                  <a:lnTo>
                    <a:pt x="777240" y="0"/>
                  </a:lnTo>
                  <a:close/>
                </a:path>
              </a:pathLst>
            </a:custGeom>
            <a:solidFill>
              <a:srgbClr val="E6AC00"/>
            </a:solidFill>
          </p:spPr>
          <p:txBody>
            <a:bodyPr wrap="square" lIns="0" tIns="0" rIns="0" bIns="0" rtlCol="0"/>
            <a:lstStyle/>
            <a:p/>
          </p:txBody>
        </p:sp>
        <p:sp>
          <p:nvSpPr>
            <p:cNvPr id="2153" name="object 2153"/>
            <p:cNvSpPr/>
            <p:nvPr/>
          </p:nvSpPr>
          <p:spPr>
            <a:xfrm>
              <a:off x="5558790" y="4781550"/>
              <a:ext cx="723900" cy="6350"/>
            </a:xfrm>
            <a:custGeom>
              <a:avLst/>
              <a:gdLst/>
              <a:ahLst/>
              <a:cxnLst/>
              <a:rect l="l" t="t" r="r" b="b"/>
              <a:pathLst>
                <a:path w="723900" h="6350">
                  <a:moveTo>
                    <a:pt x="704850" y="2552"/>
                  </a:moveTo>
                  <a:lnTo>
                    <a:pt x="2540" y="2552"/>
                  </a:lnTo>
                  <a:lnTo>
                    <a:pt x="2540" y="3810"/>
                  </a:lnTo>
                  <a:lnTo>
                    <a:pt x="1270" y="3810"/>
                  </a:lnTo>
                  <a:lnTo>
                    <a:pt x="1270" y="5080"/>
                  </a:lnTo>
                  <a:lnTo>
                    <a:pt x="0" y="5080"/>
                  </a:lnTo>
                  <a:lnTo>
                    <a:pt x="0" y="6350"/>
                  </a:lnTo>
                  <a:lnTo>
                    <a:pt x="684517" y="6350"/>
                  </a:lnTo>
                  <a:lnTo>
                    <a:pt x="684517" y="5080"/>
                  </a:lnTo>
                  <a:lnTo>
                    <a:pt x="694690" y="5080"/>
                  </a:lnTo>
                  <a:lnTo>
                    <a:pt x="694690" y="3810"/>
                  </a:lnTo>
                  <a:lnTo>
                    <a:pt x="704850" y="3810"/>
                  </a:lnTo>
                  <a:lnTo>
                    <a:pt x="704850" y="2552"/>
                  </a:lnTo>
                  <a:close/>
                </a:path>
                <a:path w="723900" h="6350">
                  <a:moveTo>
                    <a:pt x="723900" y="0"/>
                  </a:moveTo>
                  <a:lnTo>
                    <a:pt x="5080" y="0"/>
                  </a:lnTo>
                  <a:lnTo>
                    <a:pt x="5080" y="1270"/>
                  </a:lnTo>
                  <a:lnTo>
                    <a:pt x="3810" y="1270"/>
                  </a:lnTo>
                  <a:lnTo>
                    <a:pt x="3810" y="2540"/>
                  </a:lnTo>
                  <a:lnTo>
                    <a:pt x="713740" y="2540"/>
                  </a:lnTo>
                  <a:lnTo>
                    <a:pt x="713740" y="1270"/>
                  </a:lnTo>
                  <a:lnTo>
                    <a:pt x="723900" y="1270"/>
                  </a:lnTo>
                  <a:lnTo>
                    <a:pt x="723900" y="0"/>
                  </a:lnTo>
                  <a:close/>
                </a:path>
              </a:pathLst>
            </a:custGeom>
            <a:solidFill>
              <a:srgbClr val="E8AD00"/>
            </a:solidFill>
          </p:spPr>
          <p:txBody>
            <a:bodyPr wrap="square" lIns="0" tIns="0" rIns="0" bIns="0" rtlCol="0"/>
            <a:lstStyle/>
            <a:p/>
          </p:txBody>
        </p:sp>
        <p:sp>
          <p:nvSpPr>
            <p:cNvPr id="2154" name="object 2154"/>
            <p:cNvSpPr/>
            <p:nvPr/>
          </p:nvSpPr>
          <p:spPr>
            <a:xfrm>
              <a:off x="5553710" y="4787900"/>
              <a:ext cx="680720" cy="7620"/>
            </a:xfrm>
            <a:custGeom>
              <a:avLst/>
              <a:gdLst/>
              <a:ahLst/>
              <a:cxnLst/>
              <a:rect l="l" t="t" r="r" b="b"/>
              <a:pathLst>
                <a:path w="680720" h="7620">
                  <a:moveTo>
                    <a:pt x="660400" y="2552"/>
                  </a:moveTo>
                  <a:lnTo>
                    <a:pt x="3810" y="2552"/>
                  </a:lnTo>
                  <a:lnTo>
                    <a:pt x="3810" y="3810"/>
                  </a:lnTo>
                  <a:lnTo>
                    <a:pt x="2540" y="3810"/>
                  </a:lnTo>
                  <a:lnTo>
                    <a:pt x="2540" y="5080"/>
                  </a:lnTo>
                  <a:lnTo>
                    <a:pt x="1270" y="5080"/>
                  </a:lnTo>
                  <a:lnTo>
                    <a:pt x="1270" y="6350"/>
                  </a:lnTo>
                  <a:lnTo>
                    <a:pt x="0" y="6350"/>
                  </a:lnTo>
                  <a:lnTo>
                    <a:pt x="0" y="7620"/>
                  </a:lnTo>
                  <a:lnTo>
                    <a:pt x="631190" y="7620"/>
                  </a:lnTo>
                  <a:lnTo>
                    <a:pt x="631190" y="6350"/>
                  </a:lnTo>
                  <a:lnTo>
                    <a:pt x="641337" y="6350"/>
                  </a:lnTo>
                  <a:lnTo>
                    <a:pt x="641337" y="5080"/>
                  </a:lnTo>
                  <a:lnTo>
                    <a:pt x="651510" y="5080"/>
                  </a:lnTo>
                  <a:lnTo>
                    <a:pt x="651510" y="3810"/>
                  </a:lnTo>
                  <a:lnTo>
                    <a:pt x="660400" y="3810"/>
                  </a:lnTo>
                  <a:lnTo>
                    <a:pt x="660400" y="2552"/>
                  </a:lnTo>
                  <a:close/>
                </a:path>
                <a:path w="680720" h="7620">
                  <a:moveTo>
                    <a:pt x="680720" y="0"/>
                  </a:moveTo>
                  <a:lnTo>
                    <a:pt x="5080" y="0"/>
                  </a:lnTo>
                  <a:lnTo>
                    <a:pt x="5080" y="1270"/>
                  </a:lnTo>
                  <a:lnTo>
                    <a:pt x="3810" y="1270"/>
                  </a:lnTo>
                  <a:lnTo>
                    <a:pt x="3810" y="2540"/>
                  </a:lnTo>
                  <a:lnTo>
                    <a:pt x="670560" y="2540"/>
                  </a:lnTo>
                  <a:lnTo>
                    <a:pt x="670560" y="1270"/>
                  </a:lnTo>
                  <a:lnTo>
                    <a:pt x="680720" y="1270"/>
                  </a:lnTo>
                  <a:lnTo>
                    <a:pt x="680720" y="0"/>
                  </a:lnTo>
                  <a:close/>
                </a:path>
              </a:pathLst>
            </a:custGeom>
            <a:solidFill>
              <a:srgbClr val="EAAF00"/>
            </a:solidFill>
          </p:spPr>
          <p:txBody>
            <a:bodyPr wrap="square" lIns="0" tIns="0" rIns="0" bIns="0" rtlCol="0"/>
            <a:lstStyle/>
            <a:p/>
          </p:txBody>
        </p:sp>
        <p:sp>
          <p:nvSpPr>
            <p:cNvPr id="2155" name="object 2155"/>
            <p:cNvSpPr/>
            <p:nvPr/>
          </p:nvSpPr>
          <p:spPr>
            <a:xfrm>
              <a:off x="5544820" y="4795520"/>
              <a:ext cx="631190" cy="7620"/>
            </a:xfrm>
            <a:custGeom>
              <a:avLst/>
              <a:gdLst/>
              <a:ahLst/>
              <a:cxnLst/>
              <a:rect l="l" t="t" r="r" b="b"/>
              <a:pathLst>
                <a:path w="631189" h="7620">
                  <a:moveTo>
                    <a:pt x="621030" y="1282"/>
                  </a:moveTo>
                  <a:lnTo>
                    <a:pt x="5080" y="1282"/>
                  </a:lnTo>
                  <a:lnTo>
                    <a:pt x="5080" y="2540"/>
                  </a:lnTo>
                  <a:lnTo>
                    <a:pt x="3810" y="2540"/>
                  </a:lnTo>
                  <a:lnTo>
                    <a:pt x="3810" y="3810"/>
                  </a:lnTo>
                  <a:lnTo>
                    <a:pt x="2540" y="3810"/>
                  </a:lnTo>
                  <a:lnTo>
                    <a:pt x="2540" y="5080"/>
                  </a:lnTo>
                  <a:lnTo>
                    <a:pt x="1270" y="5080"/>
                  </a:lnTo>
                  <a:lnTo>
                    <a:pt x="1270" y="6350"/>
                  </a:lnTo>
                  <a:lnTo>
                    <a:pt x="0" y="6350"/>
                  </a:lnTo>
                  <a:lnTo>
                    <a:pt x="0" y="7620"/>
                  </a:lnTo>
                  <a:lnTo>
                    <a:pt x="582930" y="7620"/>
                  </a:lnTo>
                  <a:lnTo>
                    <a:pt x="582930" y="6350"/>
                  </a:lnTo>
                  <a:lnTo>
                    <a:pt x="591820" y="6350"/>
                  </a:lnTo>
                  <a:lnTo>
                    <a:pt x="591820" y="5080"/>
                  </a:lnTo>
                  <a:lnTo>
                    <a:pt x="601980" y="5080"/>
                  </a:lnTo>
                  <a:lnTo>
                    <a:pt x="601980" y="3810"/>
                  </a:lnTo>
                  <a:lnTo>
                    <a:pt x="612127" y="3810"/>
                  </a:lnTo>
                  <a:lnTo>
                    <a:pt x="612127" y="2540"/>
                  </a:lnTo>
                  <a:lnTo>
                    <a:pt x="621030" y="2540"/>
                  </a:lnTo>
                  <a:lnTo>
                    <a:pt x="621030" y="1282"/>
                  </a:lnTo>
                  <a:close/>
                </a:path>
                <a:path w="631189" h="7620">
                  <a:moveTo>
                    <a:pt x="631190" y="0"/>
                  </a:moveTo>
                  <a:lnTo>
                    <a:pt x="7620" y="0"/>
                  </a:lnTo>
                  <a:lnTo>
                    <a:pt x="7620" y="1270"/>
                  </a:lnTo>
                  <a:lnTo>
                    <a:pt x="631190" y="1270"/>
                  </a:lnTo>
                  <a:lnTo>
                    <a:pt x="631190" y="0"/>
                  </a:lnTo>
                  <a:close/>
                </a:path>
              </a:pathLst>
            </a:custGeom>
            <a:solidFill>
              <a:srgbClr val="ECB100"/>
            </a:solidFill>
          </p:spPr>
          <p:txBody>
            <a:bodyPr wrap="square" lIns="0" tIns="0" rIns="0" bIns="0" rtlCol="0"/>
            <a:lstStyle/>
            <a:p/>
          </p:txBody>
        </p:sp>
        <p:sp>
          <p:nvSpPr>
            <p:cNvPr id="2156" name="object 2156"/>
            <p:cNvSpPr/>
            <p:nvPr/>
          </p:nvSpPr>
          <p:spPr>
            <a:xfrm>
              <a:off x="5532120" y="4803152"/>
              <a:ext cx="585470" cy="6350"/>
            </a:xfrm>
            <a:custGeom>
              <a:avLst/>
              <a:gdLst/>
              <a:ahLst/>
              <a:cxnLst/>
              <a:rect l="l" t="t" r="r" b="b"/>
              <a:pathLst>
                <a:path w="585470" h="6350">
                  <a:moveTo>
                    <a:pt x="585470" y="0"/>
                  </a:moveTo>
                  <a:lnTo>
                    <a:pt x="8890" y="0"/>
                  </a:lnTo>
                  <a:lnTo>
                    <a:pt x="8890" y="1257"/>
                  </a:lnTo>
                  <a:lnTo>
                    <a:pt x="7620" y="1257"/>
                  </a:lnTo>
                  <a:lnTo>
                    <a:pt x="7620" y="2527"/>
                  </a:lnTo>
                  <a:lnTo>
                    <a:pt x="3810" y="2527"/>
                  </a:lnTo>
                  <a:lnTo>
                    <a:pt x="3810" y="3797"/>
                  </a:lnTo>
                  <a:lnTo>
                    <a:pt x="2540" y="3797"/>
                  </a:lnTo>
                  <a:lnTo>
                    <a:pt x="2540" y="5067"/>
                  </a:lnTo>
                  <a:lnTo>
                    <a:pt x="0" y="5067"/>
                  </a:lnTo>
                  <a:lnTo>
                    <a:pt x="0" y="6337"/>
                  </a:lnTo>
                  <a:lnTo>
                    <a:pt x="529590" y="6337"/>
                  </a:lnTo>
                  <a:lnTo>
                    <a:pt x="529590" y="5067"/>
                  </a:lnTo>
                  <a:lnTo>
                    <a:pt x="547370" y="5067"/>
                  </a:lnTo>
                  <a:lnTo>
                    <a:pt x="547370" y="3797"/>
                  </a:lnTo>
                  <a:lnTo>
                    <a:pt x="556260" y="3797"/>
                  </a:lnTo>
                  <a:lnTo>
                    <a:pt x="556260" y="2527"/>
                  </a:lnTo>
                  <a:lnTo>
                    <a:pt x="571487" y="2527"/>
                  </a:lnTo>
                  <a:lnTo>
                    <a:pt x="571487" y="1257"/>
                  </a:lnTo>
                  <a:lnTo>
                    <a:pt x="585470" y="1257"/>
                  </a:lnTo>
                  <a:lnTo>
                    <a:pt x="585470" y="0"/>
                  </a:lnTo>
                  <a:close/>
                </a:path>
              </a:pathLst>
            </a:custGeom>
            <a:solidFill>
              <a:srgbClr val="EEB200"/>
            </a:solidFill>
          </p:spPr>
          <p:txBody>
            <a:bodyPr wrap="square" lIns="0" tIns="0" rIns="0" bIns="0" rtlCol="0"/>
            <a:lstStyle/>
            <a:p/>
          </p:txBody>
        </p:sp>
        <p:sp>
          <p:nvSpPr>
            <p:cNvPr id="2157" name="object 2157"/>
            <p:cNvSpPr/>
            <p:nvPr/>
          </p:nvSpPr>
          <p:spPr>
            <a:xfrm>
              <a:off x="5511800" y="4809502"/>
              <a:ext cx="533400" cy="7620"/>
            </a:xfrm>
            <a:custGeom>
              <a:avLst/>
              <a:gdLst/>
              <a:ahLst/>
              <a:cxnLst/>
              <a:rect l="l" t="t" r="r" b="b"/>
              <a:pathLst>
                <a:path w="533400" h="7620">
                  <a:moveTo>
                    <a:pt x="447040" y="6350"/>
                  </a:moveTo>
                  <a:lnTo>
                    <a:pt x="0" y="6350"/>
                  </a:lnTo>
                  <a:lnTo>
                    <a:pt x="0" y="7607"/>
                  </a:lnTo>
                  <a:lnTo>
                    <a:pt x="447040" y="7607"/>
                  </a:lnTo>
                  <a:lnTo>
                    <a:pt x="447040" y="6350"/>
                  </a:lnTo>
                  <a:close/>
                </a:path>
                <a:path w="533400" h="7620">
                  <a:moveTo>
                    <a:pt x="533400" y="0"/>
                  </a:moveTo>
                  <a:lnTo>
                    <a:pt x="17780" y="0"/>
                  </a:lnTo>
                  <a:lnTo>
                    <a:pt x="17780" y="1257"/>
                  </a:lnTo>
                  <a:lnTo>
                    <a:pt x="16510" y="1257"/>
                  </a:lnTo>
                  <a:lnTo>
                    <a:pt x="16510" y="2527"/>
                  </a:lnTo>
                  <a:lnTo>
                    <a:pt x="11430" y="2527"/>
                  </a:lnTo>
                  <a:lnTo>
                    <a:pt x="11430" y="3797"/>
                  </a:lnTo>
                  <a:lnTo>
                    <a:pt x="8890" y="3797"/>
                  </a:lnTo>
                  <a:lnTo>
                    <a:pt x="8890" y="5067"/>
                  </a:lnTo>
                  <a:lnTo>
                    <a:pt x="2540" y="5067"/>
                  </a:lnTo>
                  <a:lnTo>
                    <a:pt x="2540" y="6337"/>
                  </a:lnTo>
                  <a:lnTo>
                    <a:pt x="464807" y="6337"/>
                  </a:lnTo>
                  <a:lnTo>
                    <a:pt x="464807" y="5067"/>
                  </a:lnTo>
                  <a:lnTo>
                    <a:pt x="481330" y="5067"/>
                  </a:lnTo>
                  <a:lnTo>
                    <a:pt x="481330" y="3797"/>
                  </a:lnTo>
                  <a:lnTo>
                    <a:pt x="499097" y="3797"/>
                  </a:lnTo>
                  <a:lnTo>
                    <a:pt x="499097" y="2527"/>
                  </a:lnTo>
                  <a:lnTo>
                    <a:pt x="515620" y="2527"/>
                  </a:lnTo>
                  <a:lnTo>
                    <a:pt x="515620" y="1257"/>
                  </a:lnTo>
                  <a:lnTo>
                    <a:pt x="533400" y="1257"/>
                  </a:lnTo>
                  <a:lnTo>
                    <a:pt x="533400" y="0"/>
                  </a:lnTo>
                  <a:close/>
                </a:path>
              </a:pathLst>
            </a:custGeom>
            <a:solidFill>
              <a:srgbClr val="F1B400"/>
            </a:solidFill>
          </p:spPr>
          <p:txBody>
            <a:bodyPr wrap="square" lIns="0" tIns="0" rIns="0" bIns="0" rtlCol="0"/>
            <a:lstStyle/>
            <a:p/>
          </p:txBody>
        </p:sp>
        <p:sp>
          <p:nvSpPr>
            <p:cNvPr id="2158" name="object 2158"/>
            <p:cNvSpPr/>
            <p:nvPr/>
          </p:nvSpPr>
          <p:spPr>
            <a:xfrm>
              <a:off x="5427980" y="4817110"/>
              <a:ext cx="514350" cy="7620"/>
            </a:xfrm>
            <a:custGeom>
              <a:avLst/>
              <a:gdLst/>
              <a:ahLst/>
              <a:cxnLst/>
              <a:rect l="l" t="t" r="r" b="b"/>
              <a:pathLst>
                <a:path w="514350" h="7620">
                  <a:moveTo>
                    <a:pt x="444500" y="5092"/>
                  </a:moveTo>
                  <a:lnTo>
                    <a:pt x="34290" y="5092"/>
                  </a:lnTo>
                  <a:lnTo>
                    <a:pt x="34290" y="6350"/>
                  </a:lnTo>
                  <a:lnTo>
                    <a:pt x="0" y="6350"/>
                  </a:lnTo>
                  <a:lnTo>
                    <a:pt x="0" y="7620"/>
                  </a:lnTo>
                  <a:lnTo>
                    <a:pt x="427977" y="7620"/>
                  </a:lnTo>
                  <a:lnTo>
                    <a:pt x="427977" y="6350"/>
                  </a:lnTo>
                  <a:lnTo>
                    <a:pt x="444500" y="6350"/>
                  </a:lnTo>
                  <a:lnTo>
                    <a:pt x="444500" y="5092"/>
                  </a:lnTo>
                  <a:close/>
                </a:path>
                <a:path w="514350" h="7620">
                  <a:moveTo>
                    <a:pt x="514350" y="0"/>
                  </a:moveTo>
                  <a:lnTo>
                    <a:pt x="74930" y="0"/>
                  </a:lnTo>
                  <a:lnTo>
                    <a:pt x="74930" y="1270"/>
                  </a:lnTo>
                  <a:lnTo>
                    <a:pt x="68580" y="1270"/>
                  </a:lnTo>
                  <a:lnTo>
                    <a:pt x="68580" y="2540"/>
                  </a:lnTo>
                  <a:lnTo>
                    <a:pt x="66040" y="2540"/>
                  </a:lnTo>
                  <a:lnTo>
                    <a:pt x="66040" y="3810"/>
                  </a:lnTo>
                  <a:lnTo>
                    <a:pt x="45720" y="3810"/>
                  </a:lnTo>
                  <a:lnTo>
                    <a:pt x="45720" y="5080"/>
                  </a:lnTo>
                  <a:lnTo>
                    <a:pt x="462280" y="5080"/>
                  </a:lnTo>
                  <a:lnTo>
                    <a:pt x="462280" y="3810"/>
                  </a:lnTo>
                  <a:lnTo>
                    <a:pt x="480060" y="3810"/>
                  </a:lnTo>
                  <a:lnTo>
                    <a:pt x="480060" y="2540"/>
                  </a:lnTo>
                  <a:lnTo>
                    <a:pt x="496570" y="2540"/>
                  </a:lnTo>
                  <a:lnTo>
                    <a:pt x="496570" y="1270"/>
                  </a:lnTo>
                  <a:lnTo>
                    <a:pt x="514350" y="1270"/>
                  </a:lnTo>
                  <a:lnTo>
                    <a:pt x="514350" y="0"/>
                  </a:lnTo>
                  <a:close/>
                </a:path>
              </a:pathLst>
            </a:custGeom>
            <a:solidFill>
              <a:srgbClr val="F3B500"/>
            </a:solidFill>
          </p:spPr>
          <p:txBody>
            <a:bodyPr wrap="square" lIns="0" tIns="0" rIns="0" bIns="0" rtlCol="0"/>
            <a:lstStyle/>
            <a:p/>
          </p:txBody>
        </p:sp>
        <p:sp>
          <p:nvSpPr>
            <p:cNvPr id="2159" name="object 2159"/>
            <p:cNvSpPr/>
            <p:nvPr/>
          </p:nvSpPr>
          <p:spPr>
            <a:xfrm>
              <a:off x="5427980" y="4824730"/>
              <a:ext cx="410209" cy="6350"/>
            </a:xfrm>
            <a:custGeom>
              <a:avLst/>
              <a:gdLst/>
              <a:ahLst/>
              <a:cxnLst/>
              <a:rect l="l" t="t" r="r" b="b"/>
              <a:pathLst>
                <a:path w="410210" h="6350">
                  <a:moveTo>
                    <a:pt x="410210" y="0"/>
                  </a:moveTo>
                  <a:lnTo>
                    <a:pt x="0" y="0"/>
                  </a:lnTo>
                  <a:lnTo>
                    <a:pt x="0" y="1270"/>
                  </a:lnTo>
                  <a:lnTo>
                    <a:pt x="0" y="2540"/>
                  </a:lnTo>
                  <a:lnTo>
                    <a:pt x="0" y="3810"/>
                  </a:lnTo>
                  <a:lnTo>
                    <a:pt x="0" y="5080"/>
                  </a:lnTo>
                  <a:lnTo>
                    <a:pt x="0" y="6350"/>
                  </a:lnTo>
                  <a:lnTo>
                    <a:pt x="341617" y="6350"/>
                  </a:lnTo>
                  <a:lnTo>
                    <a:pt x="341617" y="5080"/>
                  </a:lnTo>
                  <a:lnTo>
                    <a:pt x="359410" y="5080"/>
                  </a:lnTo>
                  <a:lnTo>
                    <a:pt x="359410" y="3810"/>
                  </a:lnTo>
                  <a:lnTo>
                    <a:pt x="375920" y="3810"/>
                  </a:lnTo>
                  <a:lnTo>
                    <a:pt x="375920" y="2540"/>
                  </a:lnTo>
                  <a:lnTo>
                    <a:pt x="393700" y="2540"/>
                  </a:lnTo>
                  <a:lnTo>
                    <a:pt x="393700" y="1270"/>
                  </a:lnTo>
                  <a:lnTo>
                    <a:pt x="410210" y="1270"/>
                  </a:lnTo>
                  <a:lnTo>
                    <a:pt x="410210" y="0"/>
                  </a:lnTo>
                  <a:close/>
                </a:path>
              </a:pathLst>
            </a:custGeom>
            <a:solidFill>
              <a:srgbClr val="F5B700"/>
            </a:solidFill>
          </p:spPr>
          <p:txBody>
            <a:bodyPr wrap="square" lIns="0" tIns="0" rIns="0" bIns="0" rtlCol="0"/>
            <a:lstStyle/>
            <a:p/>
          </p:txBody>
        </p:sp>
        <p:sp>
          <p:nvSpPr>
            <p:cNvPr id="2160" name="object 2160"/>
            <p:cNvSpPr/>
            <p:nvPr/>
          </p:nvSpPr>
          <p:spPr>
            <a:xfrm>
              <a:off x="5427980" y="4831080"/>
              <a:ext cx="325120" cy="7620"/>
            </a:xfrm>
            <a:custGeom>
              <a:avLst/>
              <a:gdLst/>
              <a:ahLst/>
              <a:cxnLst/>
              <a:rect l="l" t="t" r="r" b="b"/>
              <a:pathLst>
                <a:path w="325120" h="7620">
                  <a:moveTo>
                    <a:pt x="325120" y="0"/>
                  </a:moveTo>
                  <a:lnTo>
                    <a:pt x="0" y="0"/>
                  </a:lnTo>
                  <a:lnTo>
                    <a:pt x="0" y="1270"/>
                  </a:lnTo>
                  <a:lnTo>
                    <a:pt x="0" y="2540"/>
                  </a:lnTo>
                  <a:lnTo>
                    <a:pt x="0" y="3810"/>
                  </a:lnTo>
                  <a:lnTo>
                    <a:pt x="0" y="5080"/>
                  </a:lnTo>
                  <a:lnTo>
                    <a:pt x="0" y="6350"/>
                  </a:lnTo>
                  <a:lnTo>
                    <a:pt x="0" y="7620"/>
                  </a:lnTo>
                  <a:lnTo>
                    <a:pt x="236220" y="7620"/>
                  </a:lnTo>
                  <a:lnTo>
                    <a:pt x="236220" y="6350"/>
                  </a:lnTo>
                  <a:lnTo>
                    <a:pt x="255270" y="6350"/>
                  </a:lnTo>
                  <a:lnTo>
                    <a:pt x="255270" y="5080"/>
                  </a:lnTo>
                  <a:lnTo>
                    <a:pt x="265417" y="5080"/>
                  </a:lnTo>
                  <a:lnTo>
                    <a:pt x="265417" y="3810"/>
                  </a:lnTo>
                  <a:lnTo>
                    <a:pt x="290817" y="3810"/>
                  </a:lnTo>
                  <a:lnTo>
                    <a:pt x="290817" y="2540"/>
                  </a:lnTo>
                  <a:lnTo>
                    <a:pt x="307327" y="2540"/>
                  </a:lnTo>
                  <a:lnTo>
                    <a:pt x="307327" y="1270"/>
                  </a:lnTo>
                  <a:lnTo>
                    <a:pt x="325120" y="1270"/>
                  </a:lnTo>
                  <a:lnTo>
                    <a:pt x="325120" y="0"/>
                  </a:lnTo>
                  <a:close/>
                </a:path>
              </a:pathLst>
            </a:custGeom>
            <a:solidFill>
              <a:srgbClr val="F7B900"/>
            </a:solidFill>
          </p:spPr>
          <p:txBody>
            <a:bodyPr wrap="square" lIns="0" tIns="0" rIns="0" bIns="0" rtlCol="0"/>
            <a:lstStyle/>
            <a:p/>
          </p:txBody>
        </p:sp>
        <p:sp>
          <p:nvSpPr>
            <p:cNvPr id="2161" name="object 2161"/>
            <p:cNvSpPr/>
            <p:nvPr/>
          </p:nvSpPr>
          <p:spPr>
            <a:xfrm>
              <a:off x="5427980" y="4838700"/>
              <a:ext cx="200660" cy="7620"/>
            </a:xfrm>
            <a:custGeom>
              <a:avLst/>
              <a:gdLst/>
              <a:ahLst/>
              <a:cxnLst/>
              <a:rect l="l" t="t" r="r" b="b"/>
              <a:pathLst>
                <a:path w="200660" h="7620">
                  <a:moveTo>
                    <a:pt x="200660" y="0"/>
                  </a:moveTo>
                  <a:lnTo>
                    <a:pt x="0" y="0"/>
                  </a:lnTo>
                  <a:lnTo>
                    <a:pt x="0" y="1270"/>
                  </a:lnTo>
                  <a:lnTo>
                    <a:pt x="0" y="2540"/>
                  </a:lnTo>
                  <a:lnTo>
                    <a:pt x="0" y="3810"/>
                  </a:lnTo>
                  <a:lnTo>
                    <a:pt x="0" y="5080"/>
                  </a:lnTo>
                  <a:lnTo>
                    <a:pt x="0" y="6350"/>
                  </a:lnTo>
                  <a:lnTo>
                    <a:pt x="0" y="7620"/>
                  </a:lnTo>
                  <a:lnTo>
                    <a:pt x="1270" y="7620"/>
                  </a:lnTo>
                  <a:lnTo>
                    <a:pt x="1270" y="6350"/>
                  </a:lnTo>
                  <a:lnTo>
                    <a:pt x="54610" y="6350"/>
                  </a:lnTo>
                  <a:lnTo>
                    <a:pt x="54610" y="5080"/>
                  </a:lnTo>
                  <a:lnTo>
                    <a:pt x="91427" y="5080"/>
                  </a:lnTo>
                  <a:lnTo>
                    <a:pt x="91427" y="3810"/>
                  </a:lnTo>
                  <a:lnTo>
                    <a:pt x="128270" y="3810"/>
                  </a:lnTo>
                  <a:lnTo>
                    <a:pt x="128270" y="2540"/>
                  </a:lnTo>
                  <a:lnTo>
                    <a:pt x="163817" y="2540"/>
                  </a:lnTo>
                  <a:lnTo>
                    <a:pt x="163817" y="1270"/>
                  </a:lnTo>
                  <a:lnTo>
                    <a:pt x="200660" y="1270"/>
                  </a:lnTo>
                  <a:lnTo>
                    <a:pt x="200660" y="0"/>
                  </a:lnTo>
                  <a:close/>
                </a:path>
              </a:pathLst>
            </a:custGeom>
            <a:solidFill>
              <a:srgbClr val="F9BA00"/>
            </a:solidFill>
          </p:spPr>
          <p:txBody>
            <a:bodyPr wrap="square" lIns="0" tIns="0" rIns="0" bIns="0" rtlCol="0"/>
            <a:lstStyle/>
            <a:p/>
          </p:txBody>
        </p:sp>
        <p:sp>
          <p:nvSpPr>
            <p:cNvPr id="2162" name="object 2162"/>
            <p:cNvSpPr/>
            <p:nvPr/>
          </p:nvSpPr>
          <p:spPr>
            <a:xfrm>
              <a:off x="5420359" y="4000500"/>
              <a:ext cx="957580" cy="844550"/>
            </a:xfrm>
            <a:custGeom>
              <a:avLst/>
              <a:gdLst/>
              <a:ahLst/>
              <a:cxnLst/>
              <a:rect l="l" t="t" r="r" b="b"/>
              <a:pathLst>
                <a:path w="957579" h="844550">
                  <a:moveTo>
                    <a:pt x="957579" y="478789"/>
                  </a:moveTo>
                  <a:lnTo>
                    <a:pt x="924560" y="772160"/>
                  </a:lnTo>
                  <a:lnTo>
                    <a:pt x="681989" y="803910"/>
                  </a:lnTo>
                  <a:lnTo>
                    <a:pt x="666750" y="805180"/>
                  </a:lnTo>
                  <a:lnTo>
                    <a:pt x="271779" y="834389"/>
                  </a:lnTo>
                  <a:lnTo>
                    <a:pt x="261619" y="835660"/>
                  </a:lnTo>
                  <a:lnTo>
                    <a:pt x="7619" y="844550"/>
                  </a:lnTo>
                  <a:lnTo>
                    <a:pt x="7619" y="822960"/>
                  </a:lnTo>
                  <a:lnTo>
                    <a:pt x="41910" y="821689"/>
                  </a:lnTo>
                  <a:lnTo>
                    <a:pt x="53339" y="820419"/>
                  </a:lnTo>
                  <a:lnTo>
                    <a:pt x="63500" y="820419"/>
                  </a:lnTo>
                  <a:lnTo>
                    <a:pt x="73660" y="819150"/>
                  </a:lnTo>
                  <a:lnTo>
                    <a:pt x="82550" y="816610"/>
                  </a:lnTo>
                  <a:lnTo>
                    <a:pt x="91439" y="815339"/>
                  </a:lnTo>
                  <a:lnTo>
                    <a:pt x="100329" y="812800"/>
                  </a:lnTo>
                  <a:lnTo>
                    <a:pt x="107950" y="810260"/>
                  </a:lnTo>
                  <a:lnTo>
                    <a:pt x="114300" y="806450"/>
                  </a:lnTo>
                  <a:lnTo>
                    <a:pt x="119379" y="803910"/>
                  </a:lnTo>
                  <a:lnTo>
                    <a:pt x="124460" y="801369"/>
                  </a:lnTo>
                  <a:lnTo>
                    <a:pt x="128269" y="797560"/>
                  </a:lnTo>
                  <a:lnTo>
                    <a:pt x="132079" y="795019"/>
                  </a:lnTo>
                  <a:lnTo>
                    <a:pt x="135889" y="791210"/>
                  </a:lnTo>
                  <a:lnTo>
                    <a:pt x="138429" y="786130"/>
                  </a:lnTo>
                  <a:lnTo>
                    <a:pt x="142239" y="782319"/>
                  </a:lnTo>
                  <a:lnTo>
                    <a:pt x="144779" y="777239"/>
                  </a:lnTo>
                  <a:lnTo>
                    <a:pt x="146050" y="774700"/>
                  </a:lnTo>
                  <a:lnTo>
                    <a:pt x="146050" y="772160"/>
                  </a:lnTo>
                  <a:lnTo>
                    <a:pt x="148589" y="767080"/>
                  </a:lnTo>
                  <a:lnTo>
                    <a:pt x="149860" y="759460"/>
                  </a:lnTo>
                  <a:lnTo>
                    <a:pt x="151129" y="750569"/>
                  </a:lnTo>
                  <a:lnTo>
                    <a:pt x="152400" y="728980"/>
                  </a:lnTo>
                  <a:lnTo>
                    <a:pt x="152400" y="702310"/>
                  </a:lnTo>
                  <a:lnTo>
                    <a:pt x="146050" y="172719"/>
                  </a:lnTo>
                  <a:lnTo>
                    <a:pt x="146050" y="144780"/>
                  </a:lnTo>
                  <a:lnTo>
                    <a:pt x="144779" y="123189"/>
                  </a:lnTo>
                  <a:lnTo>
                    <a:pt x="142239" y="114300"/>
                  </a:lnTo>
                  <a:lnTo>
                    <a:pt x="140969" y="106680"/>
                  </a:lnTo>
                  <a:lnTo>
                    <a:pt x="139700" y="101600"/>
                  </a:lnTo>
                  <a:lnTo>
                    <a:pt x="138429" y="99060"/>
                  </a:lnTo>
                  <a:lnTo>
                    <a:pt x="137160" y="96519"/>
                  </a:lnTo>
                  <a:lnTo>
                    <a:pt x="134619" y="92710"/>
                  </a:lnTo>
                  <a:lnTo>
                    <a:pt x="132079" y="88900"/>
                  </a:lnTo>
                  <a:lnTo>
                    <a:pt x="128269" y="86360"/>
                  </a:lnTo>
                  <a:lnTo>
                    <a:pt x="124460" y="82550"/>
                  </a:lnTo>
                  <a:lnTo>
                    <a:pt x="120650" y="80010"/>
                  </a:lnTo>
                  <a:lnTo>
                    <a:pt x="115569" y="77469"/>
                  </a:lnTo>
                  <a:lnTo>
                    <a:pt x="109219" y="73660"/>
                  </a:lnTo>
                  <a:lnTo>
                    <a:pt x="102869" y="71119"/>
                  </a:lnTo>
                  <a:lnTo>
                    <a:pt x="96519" y="69850"/>
                  </a:lnTo>
                  <a:lnTo>
                    <a:pt x="90169" y="67310"/>
                  </a:lnTo>
                  <a:lnTo>
                    <a:pt x="81279" y="66039"/>
                  </a:lnTo>
                  <a:lnTo>
                    <a:pt x="73660" y="64769"/>
                  </a:lnTo>
                  <a:lnTo>
                    <a:pt x="64769" y="64769"/>
                  </a:lnTo>
                  <a:lnTo>
                    <a:pt x="55879" y="63500"/>
                  </a:lnTo>
                  <a:lnTo>
                    <a:pt x="45719" y="63500"/>
                  </a:lnTo>
                  <a:lnTo>
                    <a:pt x="34289" y="64769"/>
                  </a:lnTo>
                  <a:lnTo>
                    <a:pt x="0" y="67310"/>
                  </a:lnTo>
                  <a:lnTo>
                    <a:pt x="0" y="44450"/>
                  </a:lnTo>
                  <a:lnTo>
                    <a:pt x="251460" y="29210"/>
                  </a:lnTo>
                  <a:lnTo>
                    <a:pt x="261619" y="27939"/>
                  </a:lnTo>
                  <a:lnTo>
                    <a:pt x="547369" y="0"/>
                  </a:lnTo>
                  <a:lnTo>
                    <a:pt x="547369" y="21589"/>
                  </a:lnTo>
                  <a:lnTo>
                    <a:pt x="502919" y="26669"/>
                  </a:lnTo>
                  <a:lnTo>
                    <a:pt x="491489" y="26669"/>
                  </a:lnTo>
                  <a:lnTo>
                    <a:pt x="481329" y="29210"/>
                  </a:lnTo>
                  <a:lnTo>
                    <a:pt x="438150" y="41910"/>
                  </a:lnTo>
                  <a:lnTo>
                    <a:pt x="430529" y="45719"/>
                  </a:lnTo>
                  <a:lnTo>
                    <a:pt x="426719" y="48260"/>
                  </a:lnTo>
                  <a:lnTo>
                    <a:pt x="421639" y="50800"/>
                  </a:lnTo>
                  <a:lnTo>
                    <a:pt x="417829" y="54610"/>
                  </a:lnTo>
                  <a:lnTo>
                    <a:pt x="414019" y="58419"/>
                  </a:lnTo>
                  <a:lnTo>
                    <a:pt x="410210" y="62230"/>
                  </a:lnTo>
                  <a:lnTo>
                    <a:pt x="406400" y="67310"/>
                  </a:lnTo>
                  <a:lnTo>
                    <a:pt x="403860" y="72389"/>
                  </a:lnTo>
                  <a:lnTo>
                    <a:pt x="401319" y="77469"/>
                  </a:lnTo>
                  <a:lnTo>
                    <a:pt x="400050" y="80010"/>
                  </a:lnTo>
                  <a:lnTo>
                    <a:pt x="398779" y="81280"/>
                  </a:lnTo>
                  <a:lnTo>
                    <a:pt x="397510" y="87630"/>
                  </a:lnTo>
                  <a:lnTo>
                    <a:pt x="396239" y="95250"/>
                  </a:lnTo>
                  <a:lnTo>
                    <a:pt x="394969" y="104139"/>
                  </a:lnTo>
                  <a:lnTo>
                    <a:pt x="393700" y="125730"/>
                  </a:lnTo>
                  <a:lnTo>
                    <a:pt x="393700" y="153669"/>
                  </a:lnTo>
                  <a:lnTo>
                    <a:pt x="400050" y="669289"/>
                  </a:lnTo>
                  <a:lnTo>
                    <a:pt x="403860" y="720089"/>
                  </a:lnTo>
                  <a:lnTo>
                    <a:pt x="408939" y="742950"/>
                  </a:lnTo>
                  <a:lnTo>
                    <a:pt x="408939" y="745489"/>
                  </a:lnTo>
                  <a:lnTo>
                    <a:pt x="410210" y="748030"/>
                  </a:lnTo>
                  <a:lnTo>
                    <a:pt x="411479" y="750569"/>
                  </a:lnTo>
                  <a:lnTo>
                    <a:pt x="414019" y="751839"/>
                  </a:lnTo>
                  <a:lnTo>
                    <a:pt x="415289" y="753110"/>
                  </a:lnTo>
                  <a:lnTo>
                    <a:pt x="416560" y="755650"/>
                  </a:lnTo>
                  <a:lnTo>
                    <a:pt x="419100" y="756919"/>
                  </a:lnTo>
                  <a:lnTo>
                    <a:pt x="420369" y="759460"/>
                  </a:lnTo>
                  <a:lnTo>
                    <a:pt x="422910" y="760730"/>
                  </a:lnTo>
                  <a:lnTo>
                    <a:pt x="424179" y="762000"/>
                  </a:lnTo>
                  <a:lnTo>
                    <a:pt x="426719" y="763269"/>
                  </a:lnTo>
                  <a:lnTo>
                    <a:pt x="429260" y="764539"/>
                  </a:lnTo>
                  <a:lnTo>
                    <a:pt x="434339" y="767080"/>
                  </a:lnTo>
                  <a:lnTo>
                    <a:pt x="440689" y="769619"/>
                  </a:lnTo>
                  <a:lnTo>
                    <a:pt x="447039" y="770889"/>
                  </a:lnTo>
                  <a:lnTo>
                    <a:pt x="449579" y="770889"/>
                  </a:lnTo>
                  <a:lnTo>
                    <a:pt x="452119" y="772160"/>
                  </a:lnTo>
                  <a:lnTo>
                    <a:pt x="459739" y="772160"/>
                  </a:lnTo>
                  <a:lnTo>
                    <a:pt x="468629" y="772160"/>
                  </a:lnTo>
                  <a:lnTo>
                    <a:pt x="480060" y="772160"/>
                  </a:lnTo>
                  <a:lnTo>
                    <a:pt x="506729" y="772160"/>
                  </a:lnTo>
                  <a:lnTo>
                    <a:pt x="538479" y="769619"/>
                  </a:lnTo>
                  <a:lnTo>
                    <a:pt x="626110" y="763269"/>
                  </a:lnTo>
                  <a:lnTo>
                    <a:pt x="645160" y="760730"/>
                  </a:lnTo>
                  <a:lnTo>
                    <a:pt x="665479" y="758189"/>
                  </a:lnTo>
                  <a:lnTo>
                    <a:pt x="666750" y="758189"/>
                  </a:lnTo>
                  <a:lnTo>
                    <a:pt x="680719" y="754380"/>
                  </a:lnTo>
                  <a:lnTo>
                    <a:pt x="683260" y="754380"/>
                  </a:lnTo>
                  <a:lnTo>
                    <a:pt x="699769" y="749300"/>
                  </a:lnTo>
                  <a:lnTo>
                    <a:pt x="717550" y="744219"/>
                  </a:lnTo>
                  <a:lnTo>
                    <a:pt x="732789" y="737869"/>
                  </a:lnTo>
                  <a:lnTo>
                    <a:pt x="748029" y="731519"/>
                  </a:lnTo>
                  <a:lnTo>
                    <a:pt x="762000" y="723900"/>
                  </a:lnTo>
                  <a:lnTo>
                    <a:pt x="774700" y="716280"/>
                  </a:lnTo>
                  <a:lnTo>
                    <a:pt x="787400" y="707389"/>
                  </a:lnTo>
                  <a:lnTo>
                    <a:pt x="800100" y="698500"/>
                  </a:lnTo>
                  <a:lnTo>
                    <a:pt x="834389" y="665480"/>
                  </a:lnTo>
                  <a:lnTo>
                    <a:pt x="863600" y="624839"/>
                  </a:lnTo>
                  <a:lnTo>
                    <a:pt x="882650" y="591819"/>
                  </a:lnTo>
                  <a:lnTo>
                    <a:pt x="909319" y="530860"/>
                  </a:lnTo>
                  <a:lnTo>
                    <a:pt x="927100" y="482600"/>
                  </a:lnTo>
                  <a:lnTo>
                    <a:pt x="957579" y="478789"/>
                  </a:lnTo>
                  <a:close/>
                </a:path>
              </a:pathLst>
            </a:custGeom>
            <a:ln w="9344">
              <a:solidFill>
                <a:srgbClr val="000000"/>
              </a:solidFill>
            </a:ln>
          </p:spPr>
          <p:txBody>
            <a:bodyPr wrap="square" lIns="0" tIns="0" rIns="0" bIns="0" rtlCol="0"/>
            <a:lstStyle/>
            <a:p/>
          </p:txBody>
        </p:sp>
      </p:grpSp>
      <p:grpSp>
        <p:nvGrpSpPr>
          <p:cNvPr id="2163" name="object 2163"/>
          <p:cNvGrpSpPr/>
          <p:nvPr/>
        </p:nvGrpSpPr>
        <p:grpSpPr>
          <a:xfrm>
            <a:off x="6502807" y="3694837"/>
            <a:ext cx="664845" cy="1073785"/>
            <a:chOff x="6502807" y="3694837"/>
            <a:chExt cx="664845" cy="1073785"/>
          </a:xfrm>
        </p:grpSpPr>
        <p:sp>
          <p:nvSpPr>
            <p:cNvPr id="2164" name="object 2164"/>
            <p:cNvSpPr/>
            <p:nvPr/>
          </p:nvSpPr>
          <p:spPr>
            <a:xfrm>
              <a:off x="6861810" y="3699509"/>
              <a:ext cx="254000" cy="120650"/>
            </a:xfrm>
            <a:prstGeom prst="rect">
              <a:avLst/>
            </a:prstGeom>
            <a:blipFill>
              <a:blip r:embed="rId3" cstate="print"/>
              <a:stretch>
                <a:fillRect/>
              </a:stretch>
            </a:blipFill>
          </p:spPr>
          <p:txBody>
            <a:bodyPr wrap="square" lIns="0" tIns="0" rIns="0" bIns="0" rtlCol="0"/>
            <a:lstStyle/>
            <a:p/>
          </p:txBody>
        </p:sp>
        <p:sp>
          <p:nvSpPr>
            <p:cNvPr id="2165" name="object 2165"/>
            <p:cNvSpPr/>
            <p:nvPr/>
          </p:nvSpPr>
          <p:spPr>
            <a:xfrm>
              <a:off x="6835140" y="3820159"/>
              <a:ext cx="280670" cy="7620"/>
            </a:xfrm>
            <a:custGeom>
              <a:avLst/>
              <a:gdLst/>
              <a:ahLst/>
              <a:cxnLst/>
              <a:rect l="l" t="t" r="r" b="b"/>
              <a:pathLst>
                <a:path w="280670" h="7620">
                  <a:moveTo>
                    <a:pt x="280670" y="0"/>
                  </a:moveTo>
                  <a:lnTo>
                    <a:pt x="22860" y="0"/>
                  </a:lnTo>
                  <a:lnTo>
                    <a:pt x="22860" y="1270"/>
                  </a:lnTo>
                  <a:lnTo>
                    <a:pt x="16510" y="1270"/>
                  </a:lnTo>
                  <a:lnTo>
                    <a:pt x="16510" y="2540"/>
                  </a:lnTo>
                  <a:lnTo>
                    <a:pt x="11430" y="2540"/>
                  </a:lnTo>
                  <a:lnTo>
                    <a:pt x="11430" y="3810"/>
                  </a:lnTo>
                  <a:lnTo>
                    <a:pt x="7620" y="3810"/>
                  </a:lnTo>
                  <a:lnTo>
                    <a:pt x="7620" y="5080"/>
                  </a:lnTo>
                  <a:lnTo>
                    <a:pt x="2540" y="5080"/>
                  </a:lnTo>
                  <a:lnTo>
                    <a:pt x="2540" y="6350"/>
                  </a:lnTo>
                  <a:lnTo>
                    <a:pt x="0" y="6350"/>
                  </a:lnTo>
                  <a:lnTo>
                    <a:pt x="0" y="7620"/>
                  </a:lnTo>
                  <a:lnTo>
                    <a:pt x="280670" y="7620"/>
                  </a:lnTo>
                  <a:lnTo>
                    <a:pt x="280670" y="6350"/>
                  </a:lnTo>
                  <a:lnTo>
                    <a:pt x="280670" y="5080"/>
                  </a:lnTo>
                  <a:lnTo>
                    <a:pt x="280670" y="3810"/>
                  </a:lnTo>
                  <a:lnTo>
                    <a:pt x="280670" y="2540"/>
                  </a:lnTo>
                  <a:lnTo>
                    <a:pt x="280670" y="1270"/>
                  </a:lnTo>
                  <a:lnTo>
                    <a:pt x="280670" y="0"/>
                  </a:lnTo>
                  <a:close/>
                </a:path>
              </a:pathLst>
            </a:custGeom>
            <a:solidFill>
              <a:srgbClr val="1C1400"/>
            </a:solidFill>
          </p:spPr>
          <p:txBody>
            <a:bodyPr wrap="square" lIns="0" tIns="0" rIns="0" bIns="0" rtlCol="0"/>
            <a:lstStyle/>
            <a:p/>
          </p:txBody>
        </p:sp>
        <p:sp>
          <p:nvSpPr>
            <p:cNvPr id="2166" name="object 2166"/>
            <p:cNvSpPr/>
            <p:nvPr/>
          </p:nvSpPr>
          <p:spPr>
            <a:xfrm>
              <a:off x="6805930" y="3827779"/>
              <a:ext cx="311150" cy="7620"/>
            </a:xfrm>
            <a:custGeom>
              <a:avLst/>
              <a:gdLst/>
              <a:ahLst/>
              <a:cxnLst/>
              <a:rect l="l" t="t" r="r" b="b"/>
              <a:pathLst>
                <a:path w="311150" h="7620">
                  <a:moveTo>
                    <a:pt x="311150" y="0"/>
                  </a:moveTo>
                  <a:lnTo>
                    <a:pt x="22860" y="0"/>
                  </a:lnTo>
                  <a:lnTo>
                    <a:pt x="22860" y="1270"/>
                  </a:lnTo>
                  <a:lnTo>
                    <a:pt x="17780" y="1270"/>
                  </a:lnTo>
                  <a:lnTo>
                    <a:pt x="17780" y="2540"/>
                  </a:lnTo>
                  <a:lnTo>
                    <a:pt x="12700" y="2540"/>
                  </a:lnTo>
                  <a:lnTo>
                    <a:pt x="12700" y="3810"/>
                  </a:lnTo>
                  <a:lnTo>
                    <a:pt x="7620" y="3810"/>
                  </a:lnTo>
                  <a:lnTo>
                    <a:pt x="7620" y="5080"/>
                  </a:lnTo>
                  <a:lnTo>
                    <a:pt x="5080" y="5080"/>
                  </a:lnTo>
                  <a:lnTo>
                    <a:pt x="5080" y="6350"/>
                  </a:lnTo>
                  <a:lnTo>
                    <a:pt x="0" y="6350"/>
                  </a:lnTo>
                  <a:lnTo>
                    <a:pt x="0" y="7620"/>
                  </a:lnTo>
                  <a:lnTo>
                    <a:pt x="311150" y="7620"/>
                  </a:lnTo>
                  <a:lnTo>
                    <a:pt x="311150" y="6350"/>
                  </a:lnTo>
                  <a:lnTo>
                    <a:pt x="311150" y="5080"/>
                  </a:lnTo>
                  <a:lnTo>
                    <a:pt x="311150" y="3810"/>
                  </a:lnTo>
                  <a:lnTo>
                    <a:pt x="311150" y="2540"/>
                  </a:lnTo>
                  <a:lnTo>
                    <a:pt x="311150" y="1270"/>
                  </a:lnTo>
                  <a:lnTo>
                    <a:pt x="311150" y="0"/>
                  </a:lnTo>
                  <a:close/>
                </a:path>
              </a:pathLst>
            </a:custGeom>
            <a:solidFill>
              <a:srgbClr val="1D1600"/>
            </a:solidFill>
          </p:spPr>
          <p:txBody>
            <a:bodyPr wrap="square" lIns="0" tIns="0" rIns="0" bIns="0" rtlCol="0"/>
            <a:lstStyle/>
            <a:p/>
          </p:txBody>
        </p:sp>
        <p:sp>
          <p:nvSpPr>
            <p:cNvPr id="2167" name="object 2167"/>
            <p:cNvSpPr/>
            <p:nvPr/>
          </p:nvSpPr>
          <p:spPr>
            <a:xfrm>
              <a:off x="6789420" y="3835399"/>
              <a:ext cx="327660" cy="6350"/>
            </a:xfrm>
            <a:custGeom>
              <a:avLst/>
              <a:gdLst/>
              <a:ahLst/>
              <a:cxnLst/>
              <a:rect l="l" t="t" r="r" b="b"/>
              <a:pathLst>
                <a:path w="327659" h="6350">
                  <a:moveTo>
                    <a:pt x="327660" y="0"/>
                  </a:moveTo>
                  <a:lnTo>
                    <a:pt x="13970" y="0"/>
                  </a:lnTo>
                  <a:lnTo>
                    <a:pt x="13970" y="1270"/>
                  </a:lnTo>
                  <a:lnTo>
                    <a:pt x="10160" y="1270"/>
                  </a:lnTo>
                  <a:lnTo>
                    <a:pt x="10160" y="2540"/>
                  </a:lnTo>
                  <a:lnTo>
                    <a:pt x="6350" y="2540"/>
                  </a:lnTo>
                  <a:lnTo>
                    <a:pt x="6350" y="3810"/>
                  </a:lnTo>
                  <a:lnTo>
                    <a:pt x="3810" y="3810"/>
                  </a:lnTo>
                  <a:lnTo>
                    <a:pt x="3810" y="5080"/>
                  </a:lnTo>
                  <a:lnTo>
                    <a:pt x="0" y="5080"/>
                  </a:lnTo>
                  <a:lnTo>
                    <a:pt x="0" y="6350"/>
                  </a:lnTo>
                  <a:lnTo>
                    <a:pt x="327660" y="6350"/>
                  </a:lnTo>
                  <a:lnTo>
                    <a:pt x="327660" y="5080"/>
                  </a:lnTo>
                  <a:lnTo>
                    <a:pt x="327660" y="3810"/>
                  </a:lnTo>
                  <a:lnTo>
                    <a:pt x="327660" y="2540"/>
                  </a:lnTo>
                  <a:lnTo>
                    <a:pt x="327660" y="1270"/>
                  </a:lnTo>
                  <a:lnTo>
                    <a:pt x="327660" y="0"/>
                  </a:lnTo>
                  <a:close/>
                </a:path>
              </a:pathLst>
            </a:custGeom>
            <a:solidFill>
              <a:srgbClr val="1F1700"/>
            </a:solidFill>
          </p:spPr>
          <p:txBody>
            <a:bodyPr wrap="square" lIns="0" tIns="0" rIns="0" bIns="0" rtlCol="0"/>
            <a:lstStyle/>
            <a:p/>
          </p:txBody>
        </p:sp>
        <p:sp>
          <p:nvSpPr>
            <p:cNvPr id="2168" name="object 2168"/>
            <p:cNvSpPr/>
            <p:nvPr/>
          </p:nvSpPr>
          <p:spPr>
            <a:xfrm>
              <a:off x="6766560" y="3841749"/>
              <a:ext cx="350520" cy="7620"/>
            </a:xfrm>
            <a:custGeom>
              <a:avLst/>
              <a:gdLst/>
              <a:ahLst/>
              <a:cxnLst/>
              <a:rect l="l" t="t" r="r" b="b"/>
              <a:pathLst>
                <a:path w="350520" h="7620">
                  <a:moveTo>
                    <a:pt x="350520" y="0"/>
                  </a:moveTo>
                  <a:lnTo>
                    <a:pt x="19050" y="0"/>
                  </a:lnTo>
                  <a:lnTo>
                    <a:pt x="19050" y="1270"/>
                  </a:lnTo>
                  <a:lnTo>
                    <a:pt x="16510" y="1270"/>
                  </a:lnTo>
                  <a:lnTo>
                    <a:pt x="16510" y="2540"/>
                  </a:lnTo>
                  <a:lnTo>
                    <a:pt x="12700" y="2540"/>
                  </a:lnTo>
                  <a:lnTo>
                    <a:pt x="12700" y="3810"/>
                  </a:lnTo>
                  <a:lnTo>
                    <a:pt x="7620" y="3810"/>
                  </a:lnTo>
                  <a:lnTo>
                    <a:pt x="7620" y="5080"/>
                  </a:lnTo>
                  <a:lnTo>
                    <a:pt x="3810" y="5080"/>
                  </a:lnTo>
                  <a:lnTo>
                    <a:pt x="3810" y="6350"/>
                  </a:lnTo>
                  <a:lnTo>
                    <a:pt x="0" y="6350"/>
                  </a:lnTo>
                  <a:lnTo>
                    <a:pt x="0" y="7620"/>
                  </a:lnTo>
                  <a:lnTo>
                    <a:pt x="350520" y="7620"/>
                  </a:lnTo>
                  <a:lnTo>
                    <a:pt x="350520" y="6350"/>
                  </a:lnTo>
                  <a:lnTo>
                    <a:pt x="350520" y="5080"/>
                  </a:lnTo>
                  <a:lnTo>
                    <a:pt x="350520" y="3810"/>
                  </a:lnTo>
                  <a:lnTo>
                    <a:pt x="350520" y="2540"/>
                  </a:lnTo>
                  <a:lnTo>
                    <a:pt x="350520" y="1270"/>
                  </a:lnTo>
                  <a:lnTo>
                    <a:pt x="350520" y="0"/>
                  </a:lnTo>
                  <a:close/>
                </a:path>
              </a:pathLst>
            </a:custGeom>
            <a:solidFill>
              <a:srgbClr val="211800"/>
            </a:solidFill>
          </p:spPr>
          <p:txBody>
            <a:bodyPr wrap="square" lIns="0" tIns="0" rIns="0" bIns="0" rtlCol="0"/>
            <a:lstStyle/>
            <a:p/>
          </p:txBody>
        </p:sp>
        <p:sp>
          <p:nvSpPr>
            <p:cNvPr id="2169" name="object 2169"/>
            <p:cNvSpPr/>
            <p:nvPr/>
          </p:nvSpPr>
          <p:spPr>
            <a:xfrm>
              <a:off x="6743700" y="3849369"/>
              <a:ext cx="373380" cy="7620"/>
            </a:xfrm>
            <a:custGeom>
              <a:avLst/>
              <a:gdLst/>
              <a:ahLst/>
              <a:cxnLst/>
              <a:rect l="l" t="t" r="r" b="b"/>
              <a:pathLst>
                <a:path w="373379" h="7620">
                  <a:moveTo>
                    <a:pt x="373380" y="0"/>
                  </a:moveTo>
                  <a:lnTo>
                    <a:pt x="19050" y="0"/>
                  </a:lnTo>
                  <a:lnTo>
                    <a:pt x="19050" y="1270"/>
                  </a:lnTo>
                  <a:lnTo>
                    <a:pt x="16510" y="1270"/>
                  </a:lnTo>
                  <a:lnTo>
                    <a:pt x="16510" y="2540"/>
                  </a:lnTo>
                  <a:lnTo>
                    <a:pt x="10160" y="2540"/>
                  </a:lnTo>
                  <a:lnTo>
                    <a:pt x="10160" y="3810"/>
                  </a:lnTo>
                  <a:lnTo>
                    <a:pt x="6350" y="3810"/>
                  </a:lnTo>
                  <a:lnTo>
                    <a:pt x="6350" y="5080"/>
                  </a:lnTo>
                  <a:lnTo>
                    <a:pt x="3810" y="5080"/>
                  </a:lnTo>
                  <a:lnTo>
                    <a:pt x="3810" y="6350"/>
                  </a:lnTo>
                  <a:lnTo>
                    <a:pt x="0" y="6350"/>
                  </a:lnTo>
                  <a:lnTo>
                    <a:pt x="0" y="7620"/>
                  </a:lnTo>
                  <a:lnTo>
                    <a:pt x="373380" y="7620"/>
                  </a:lnTo>
                  <a:lnTo>
                    <a:pt x="373380" y="6350"/>
                  </a:lnTo>
                  <a:lnTo>
                    <a:pt x="373380" y="5080"/>
                  </a:lnTo>
                  <a:lnTo>
                    <a:pt x="373380" y="3810"/>
                  </a:lnTo>
                  <a:lnTo>
                    <a:pt x="373380" y="2540"/>
                  </a:lnTo>
                  <a:lnTo>
                    <a:pt x="373380" y="1270"/>
                  </a:lnTo>
                  <a:lnTo>
                    <a:pt x="373380" y="0"/>
                  </a:lnTo>
                  <a:close/>
                </a:path>
              </a:pathLst>
            </a:custGeom>
            <a:solidFill>
              <a:srgbClr val="221900"/>
            </a:solidFill>
          </p:spPr>
          <p:txBody>
            <a:bodyPr wrap="square" lIns="0" tIns="0" rIns="0" bIns="0" rtlCol="0"/>
            <a:lstStyle/>
            <a:p/>
          </p:txBody>
        </p:sp>
        <p:sp>
          <p:nvSpPr>
            <p:cNvPr id="2170" name="object 2170"/>
            <p:cNvSpPr/>
            <p:nvPr/>
          </p:nvSpPr>
          <p:spPr>
            <a:xfrm>
              <a:off x="6727190" y="3856989"/>
              <a:ext cx="389890" cy="6350"/>
            </a:xfrm>
            <a:custGeom>
              <a:avLst/>
              <a:gdLst/>
              <a:ahLst/>
              <a:cxnLst/>
              <a:rect l="l" t="t" r="r" b="b"/>
              <a:pathLst>
                <a:path w="389890" h="6350">
                  <a:moveTo>
                    <a:pt x="389890" y="0"/>
                  </a:moveTo>
                  <a:lnTo>
                    <a:pt x="12700" y="0"/>
                  </a:lnTo>
                  <a:lnTo>
                    <a:pt x="12700" y="1270"/>
                  </a:lnTo>
                  <a:lnTo>
                    <a:pt x="10160" y="1270"/>
                  </a:lnTo>
                  <a:lnTo>
                    <a:pt x="10160" y="2540"/>
                  </a:lnTo>
                  <a:lnTo>
                    <a:pt x="6350" y="2540"/>
                  </a:lnTo>
                  <a:lnTo>
                    <a:pt x="6350" y="3810"/>
                  </a:lnTo>
                  <a:lnTo>
                    <a:pt x="2540" y="3810"/>
                  </a:lnTo>
                  <a:lnTo>
                    <a:pt x="2540" y="5080"/>
                  </a:lnTo>
                  <a:lnTo>
                    <a:pt x="0" y="5080"/>
                  </a:lnTo>
                  <a:lnTo>
                    <a:pt x="0" y="6350"/>
                  </a:lnTo>
                  <a:lnTo>
                    <a:pt x="162560" y="6350"/>
                  </a:lnTo>
                  <a:lnTo>
                    <a:pt x="162560" y="5080"/>
                  </a:lnTo>
                  <a:lnTo>
                    <a:pt x="168910" y="5080"/>
                  </a:lnTo>
                  <a:lnTo>
                    <a:pt x="168910" y="3810"/>
                  </a:lnTo>
                  <a:lnTo>
                    <a:pt x="187960" y="3810"/>
                  </a:lnTo>
                  <a:lnTo>
                    <a:pt x="187960" y="2540"/>
                  </a:lnTo>
                  <a:lnTo>
                    <a:pt x="210820" y="2540"/>
                  </a:lnTo>
                  <a:lnTo>
                    <a:pt x="210820" y="3810"/>
                  </a:lnTo>
                  <a:lnTo>
                    <a:pt x="232410" y="3810"/>
                  </a:lnTo>
                  <a:lnTo>
                    <a:pt x="232410" y="5080"/>
                  </a:lnTo>
                  <a:lnTo>
                    <a:pt x="242570" y="5080"/>
                  </a:lnTo>
                  <a:lnTo>
                    <a:pt x="242570" y="6350"/>
                  </a:lnTo>
                  <a:lnTo>
                    <a:pt x="389890" y="6350"/>
                  </a:lnTo>
                  <a:lnTo>
                    <a:pt x="389890" y="5080"/>
                  </a:lnTo>
                  <a:lnTo>
                    <a:pt x="389890" y="3810"/>
                  </a:lnTo>
                  <a:lnTo>
                    <a:pt x="389890" y="2540"/>
                  </a:lnTo>
                  <a:lnTo>
                    <a:pt x="389890" y="1270"/>
                  </a:lnTo>
                  <a:lnTo>
                    <a:pt x="389890" y="0"/>
                  </a:lnTo>
                  <a:close/>
                </a:path>
              </a:pathLst>
            </a:custGeom>
            <a:solidFill>
              <a:srgbClr val="241B00"/>
            </a:solidFill>
          </p:spPr>
          <p:txBody>
            <a:bodyPr wrap="square" lIns="0" tIns="0" rIns="0" bIns="0" rtlCol="0"/>
            <a:lstStyle/>
            <a:p/>
          </p:txBody>
        </p:sp>
        <p:sp>
          <p:nvSpPr>
            <p:cNvPr id="2171" name="object 2171"/>
            <p:cNvSpPr/>
            <p:nvPr/>
          </p:nvSpPr>
          <p:spPr>
            <a:xfrm>
              <a:off x="6709410" y="3863352"/>
              <a:ext cx="408940" cy="7620"/>
            </a:xfrm>
            <a:custGeom>
              <a:avLst/>
              <a:gdLst/>
              <a:ahLst/>
              <a:cxnLst/>
              <a:rect l="l" t="t" r="r" b="b"/>
              <a:pathLst>
                <a:path w="408940" h="7620">
                  <a:moveTo>
                    <a:pt x="133350" y="6350"/>
                  </a:moveTo>
                  <a:lnTo>
                    <a:pt x="0" y="6350"/>
                  </a:lnTo>
                  <a:lnTo>
                    <a:pt x="0" y="7607"/>
                  </a:lnTo>
                  <a:lnTo>
                    <a:pt x="133350" y="7607"/>
                  </a:lnTo>
                  <a:lnTo>
                    <a:pt x="133350" y="6350"/>
                  </a:lnTo>
                  <a:close/>
                </a:path>
                <a:path w="408940" h="7620">
                  <a:moveTo>
                    <a:pt x="163817" y="0"/>
                  </a:moveTo>
                  <a:lnTo>
                    <a:pt x="13970" y="0"/>
                  </a:lnTo>
                  <a:lnTo>
                    <a:pt x="13970" y="1257"/>
                  </a:lnTo>
                  <a:lnTo>
                    <a:pt x="11430" y="1257"/>
                  </a:lnTo>
                  <a:lnTo>
                    <a:pt x="11430" y="2527"/>
                  </a:lnTo>
                  <a:lnTo>
                    <a:pt x="8890" y="2527"/>
                  </a:lnTo>
                  <a:lnTo>
                    <a:pt x="8890" y="3797"/>
                  </a:lnTo>
                  <a:lnTo>
                    <a:pt x="5080" y="3797"/>
                  </a:lnTo>
                  <a:lnTo>
                    <a:pt x="5080" y="5067"/>
                  </a:lnTo>
                  <a:lnTo>
                    <a:pt x="2540" y="5067"/>
                  </a:lnTo>
                  <a:lnTo>
                    <a:pt x="2540" y="6337"/>
                  </a:lnTo>
                  <a:lnTo>
                    <a:pt x="138430" y="6337"/>
                  </a:lnTo>
                  <a:lnTo>
                    <a:pt x="138430" y="5067"/>
                  </a:lnTo>
                  <a:lnTo>
                    <a:pt x="140970" y="5067"/>
                  </a:lnTo>
                  <a:lnTo>
                    <a:pt x="140970" y="3797"/>
                  </a:lnTo>
                  <a:lnTo>
                    <a:pt x="148590" y="3797"/>
                  </a:lnTo>
                  <a:lnTo>
                    <a:pt x="148590" y="2527"/>
                  </a:lnTo>
                  <a:lnTo>
                    <a:pt x="152400" y="2527"/>
                  </a:lnTo>
                  <a:lnTo>
                    <a:pt x="152400" y="1257"/>
                  </a:lnTo>
                  <a:lnTo>
                    <a:pt x="163817" y="1257"/>
                  </a:lnTo>
                  <a:lnTo>
                    <a:pt x="163817" y="0"/>
                  </a:lnTo>
                  <a:close/>
                </a:path>
                <a:path w="408940" h="7620">
                  <a:moveTo>
                    <a:pt x="408940" y="6350"/>
                  </a:moveTo>
                  <a:lnTo>
                    <a:pt x="288290" y="6350"/>
                  </a:lnTo>
                  <a:lnTo>
                    <a:pt x="288290" y="7607"/>
                  </a:lnTo>
                  <a:lnTo>
                    <a:pt x="408940" y="7607"/>
                  </a:lnTo>
                  <a:lnTo>
                    <a:pt x="408940" y="6350"/>
                  </a:lnTo>
                  <a:close/>
                </a:path>
                <a:path w="408940" h="7620">
                  <a:moveTo>
                    <a:pt x="408940" y="1257"/>
                  </a:moveTo>
                  <a:lnTo>
                    <a:pt x="407670" y="1257"/>
                  </a:lnTo>
                  <a:lnTo>
                    <a:pt x="407670" y="0"/>
                  </a:lnTo>
                  <a:lnTo>
                    <a:pt x="266700" y="0"/>
                  </a:lnTo>
                  <a:lnTo>
                    <a:pt x="266700" y="1257"/>
                  </a:lnTo>
                  <a:lnTo>
                    <a:pt x="270510" y="1257"/>
                  </a:lnTo>
                  <a:lnTo>
                    <a:pt x="270510" y="2527"/>
                  </a:lnTo>
                  <a:lnTo>
                    <a:pt x="275590" y="2527"/>
                  </a:lnTo>
                  <a:lnTo>
                    <a:pt x="275590" y="3797"/>
                  </a:lnTo>
                  <a:lnTo>
                    <a:pt x="280670" y="3797"/>
                  </a:lnTo>
                  <a:lnTo>
                    <a:pt x="280670" y="5067"/>
                  </a:lnTo>
                  <a:lnTo>
                    <a:pt x="284480" y="5067"/>
                  </a:lnTo>
                  <a:lnTo>
                    <a:pt x="284480" y="6337"/>
                  </a:lnTo>
                  <a:lnTo>
                    <a:pt x="408940" y="6337"/>
                  </a:lnTo>
                  <a:lnTo>
                    <a:pt x="408940" y="5067"/>
                  </a:lnTo>
                  <a:lnTo>
                    <a:pt x="408940" y="3797"/>
                  </a:lnTo>
                  <a:lnTo>
                    <a:pt x="408940" y="2527"/>
                  </a:lnTo>
                  <a:lnTo>
                    <a:pt x="408940" y="1257"/>
                  </a:lnTo>
                  <a:close/>
                </a:path>
              </a:pathLst>
            </a:custGeom>
            <a:solidFill>
              <a:srgbClr val="261C00"/>
            </a:solidFill>
          </p:spPr>
          <p:txBody>
            <a:bodyPr wrap="square" lIns="0" tIns="0" rIns="0" bIns="0" rtlCol="0"/>
            <a:lstStyle/>
            <a:p/>
          </p:txBody>
        </p:sp>
        <p:sp>
          <p:nvSpPr>
            <p:cNvPr id="2172" name="object 2172"/>
            <p:cNvSpPr/>
            <p:nvPr/>
          </p:nvSpPr>
          <p:spPr>
            <a:xfrm>
              <a:off x="6694170" y="3870959"/>
              <a:ext cx="424180" cy="7620"/>
            </a:xfrm>
            <a:custGeom>
              <a:avLst/>
              <a:gdLst/>
              <a:ahLst/>
              <a:cxnLst/>
              <a:rect l="l" t="t" r="r" b="b"/>
              <a:pathLst>
                <a:path w="424179" h="7620">
                  <a:moveTo>
                    <a:pt x="125730" y="5092"/>
                  </a:moveTo>
                  <a:lnTo>
                    <a:pt x="2540" y="5092"/>
                  </a:lnTo>
                  <a:lnTo>
                    <a:pt x="2540" y="6350"/>
                  </a:lnTo>
                  <a:lnTo>
                    <a:pt x="0" y="6350"/>
                  </a:lnTo>
                  <a:lnTo>
                    <a:pt x="0" y="7620"/>
                  </a:lnTo>
                  <a:lnTo>
                    <a:pt x="123190" y="7620"/>
                  </a:lnTo>
                  <a:lnTo>
                    <a:pt x="123190" y="6350"/>
                  </a:lnTo>
                  <a:lnTo>
                    <a:pt x="125730" y="6350"/>
                  </a:lnTo>
                  <a:lnTo>
                    <a:pt x="125730" y="5092"/>
                  </a:lnTo>
                  <a:close/>
                </a:path>
                <a:path w="424179" h="7620">
                  <a:moveTo>
                    <a:pt x="143510" y="0"/>
                  </a:moveTo>
                  <a:lnTo>
                    <a:pt x="12700" y="0"/>
                  </a:lnTo>
                  <a:lnTo>
                    <a:pt x="12700" y="1270"/>
                  </a:lnTo>
                  <a:lnTo>
                    <a:pt x="10160" y="1270"/>
                  </a:lnTo>
                  <a:lnTo>
                    <a:pt x="10160" y="2540"/>
                  </a:lnTo>
                  <a:lnTo>
                    <a:pt x="7620" y="2540"/>
                  </a:lnTo>
                  <a:lnTo>
                    <a:pt x="7620" y="3810"/>
                  </a:lnTo>
                  <a:lnTo>
                    <a:pt x="5080" y="3810"/>
                  </a:lnTo>
                  <a:lnTo>
                    <a:pt x="5080" y="5080"/>
                  </a:lnTo>
                  <a:lnTo>
                    <a:pt x="129540" y="5080"/>
                  </a:lnTo>
                  <a:lnTo>
                    <a:pt x="129540" y="3810"/>
                  </a:lnTo>
                  <a:lnTo>
                    <a:pt x="132080" y="3810"/>
                  </a:lnTo>
                  <a:lnTo>
                    <a:pt x="132080" y="2540"/>
                  </a:lnTo>
                  <a:lnTo>
                    <a:pt x="138430" y="2540"/>
                  </a:lnTo>
                  <a:lnTo>
                    <a:pt x="138430" y="1270"/>
                  </a:lnTo>
                  <a:lnTo>
                    <a:pt x="143510" y="1270"/>
                  </a:lnTo>
                  <a:lnTo>
                    <a:pt x="143510" y="0"/>
                  </a:lnTo>
                  <a:close/>
                </a:path>
                <a:path w="424179" h="7620">
                  <a:moveTo>
                    <a:pt x="424180" y="0"/>
                  </a:moveTo>
                  <a:lnTo>
                    <a:pt x="306070" y="0"/>
                  </a:lnTo>
                  <a:lnTo>
                    <a:pt x="306070" y="1270"/>
                  </a:lnTo>
                  <a:lnTo>
                    <a:pt x="311150" y="1270"/>
                  </a:lnTo>
                  <a:lnTo>
                    <a:pt x="311150" y="2540"/>
                  </a:lnTo>
                  <a:lnTo>
                    <a:pt x="313690" y="2540"/>
                  </a:lnTo>
                  <a:lnTo>
                    <a:pt x="313690" y="3810"/>
                  </a:lnTo>
                  <a:lnTo>
                    <a:pt x="318770" y="3810"/>
                  </a:lnTo>
                  <a:lnTo>
                    <a:pt x="318770" y="5080"/>
                  </a:lnTo>
                  <a:lnTo>
                    <a:pt x="322580" y="5080"/>
                  </a:lnTo>
                  <a:lnTo>
                    <a:pt x="322580" y="6350"/>
                  </a:lnTo>
                  <a:lnTo>
                    <a:pt x="325120" y="6350"/>
                  </a:lnTo>
                  <a:lnTo>
                    <a:pt x="325120" y="7620"/>
                  </a:lnTo>
                  <a:lnTo>
                    <a:pt x="424180" y="7620"/>
                  </a:lnTo>
                  <a:lnTo>
                    <a:pt x="424180" y="1270"/>
                  </a:lnTo>
                  <a:lnTo>
                    <a:pt x="424180" y="0"/>
                  </a:lnTo>
                  <a:close/>
                </a:path>
              </a:pathLst>
            </a:custGeom>
            <a:solidFill>
              <a:srgbClr val="281D00"/>
            </a:solidFill>
          </p:spPr>
          <p:txBody>
            <a:bodyPr wrap="square" lIns="0" tIns="0" rIns="0" bIns="0" rtlCol="0"/>
            <a:lstStyle/>
            <a:p/>
          </p:txBody>
        </p:sp>
        <p:sp>
          <p:nvSpPr>
            <p:cNvPr id="2173" name="object 2173"/>
            <p:cNvSpPr/>
            <p:nvPr/>
          </p:nvSpPr>
          <p:spPr>
            <a:xfrm>
              <a:off x="6682740" y="3878579"/>
              <a:ext cx="435609" cy="6350"/>
            </a:xfrm>
            <a:custGeom>
              <a:avLst/>
              <a:gdLst/>
              <a:ahLst/>
              <a:cxnLst/>
              <a:rect l="l" t="t" r="r" b="b"/>
              <a:pathLst>
                <a:path w="435609" h="6350">
                  <a:moveTo>
                    <a:pt x="120637" y="3822"/>
                  </a:moveTo>
                  <a:lnTo>
                    <a:pt x="1270" y="3822"/>
                  </a:lnTo>
                  <a:lnTo>
                    <a:pt x="1270" y="5080"/>
                  </a:lnTo>
                  <a:lnTo>
                    <a:pt x="0" y="5080"/>
                  </a:lnTo>
                  <a:lnTo>
                    <a:pt x="0" y="6350"/>
                  </a:lnTo>
                  <a:lnTo>
                    <a:pt x="118110" y="6350"/>
                  </a:lnTo>
                  <a:lnTo>
                    <a:pt x="118110" y="5080"/>
                  </a:lnTo>
                  <a:lnTo>
                    <a:pt x="120637" y="5080"/>
                  </a:lnTo>
                  <a:lnTo>
                    <a:pt x="120637" y="3822"/>
                  </a:lnTo>
                  <a:close/>
                </a:path>
                <a:path w="435609" h="6350">
                  <a:moveTo>
                    <a:pt x="130810" y="0"/>
                  </a:moveTo>
                  <a:lnTo>
                    <a:pt x="8890" y="0"/>
                  </a:lnTo>
                  <a:lnTo>
                    <a:pt x="8890" y="1270"/>
                  </a:lnTo>
                  <a:lnTo>
                    <a:pt x="6350" y="1270"/>
                  </a:lnTo>
                  <a:lnTo>
                    <a:pt x="6350" y="2540"/>
                  </a:lnTo>
                  <a:lnTo>
                    <a:pt x="3810" y="2540"/>
                  </a:lnTo>
                  <a:lnTo>
                    <a:pt x="3810" y="3810"/>
                  </a:lnTo>
                  <a:lnTo>
                    <a:pt x="123190" y="3810"/>
                  </a:lnTo>
                  <a:lnTo>
                    <a:pt x="123190" y="2540"/>
                  </a:lnTo>
                  <a:lnTo>
                    <a:pt x="125730" y="2540"/>
                  </a:lnTo>
                  <a:lnTo>
                    <a:pt x="125730" y="1270"/>
                  </a:lnTo>
                  <a:lnTo>
                    <a:pt x="130810" y="1270"/>
                  </a:lnTo>
                  <a:lnTo>
                    <a:pt x="130810" y="0"/>
                  </a:lnTo>
                  <a:close/>
                </a:path>
                <a:path w="435609" h="6350">
                  <a:moveTo>
                    <a:pt x="435610" y="0"/>
                  </a:moveTo>
                  <a:lnTo>
                    <a:pt x="339090" y="0"/>
                  </a:lnTo>
                  <a:lnTo>
                    <a:pt x="339090" y="1270"/>
                  </a:lnTo>
                  <a:lnTo>
                    <a:pt x="340360" y="1270"/>
                  </a:lnTo>
                  <a:lnTo>
                    <a:pt x="340360" y="2540"/>
                  </a:lnTo>
                  <a:lnTo>
                    <a:pt x="344170" y="2540"/>
                  </a:lnTo>
                  <a:lnTo>
                    <a:pt x="344170" y="3810"/>
                  </a:lnTo>
                  <a:lnTo>
                    <a:pt x="346710" y="3810"/>
                  </a:lnTo>
                  <a:lnTo>
                    <a:pt x="346710" y="5080"/>
                  </a:lnTo>
                  <a:lnTo>
                    <a:pt x="349250" y="5080"/>
                  </a:lnTo>
                  <a:lnTo>
                    <a:pt x="349250" y="6350"/>
                  </a:lnTo>
                  <a:lnTo>
                    <a:pt x="435610" y="6350"/>
                  </a:lnTo>
                  <a:lnTo>
                    <a:pt x="435610" y="5080"/>
                  </a:lnTo>
                  <a:lnTo>
                    <a:pt x="435610" y="3810"/>
                  </a:lnTo>
                  <a:lnTo>
                    <a:pt x="435610" y="2540"/>
                  </a:lnTo>
                  <a:lnTo>
                    <a:pt x="435610" y="1270"/>
                  </a:lnTo>
                  <a:lnTo>
                    <a:pt x="435610" y="0"/>
                  </a:lnTo>
                  <a:close/>
                </a:path>
              </a:pathLst>
            </a:custGeom>
            <a:solidFill>
              <a:srgbClr val="291F00"/>
            </a:solidFill>
          </p:spPr>
          <p:txBody>
            <a:bodyPr wrap="square" lIns="0" tIns="0" rIns="0" bIns="0" rtlCol="0"/>
            <a:lstStyle/>
            <a:p/>
          </p:txBody>
        </p:sp>
        <p:sp>
          <p:nvSpPr>
            <p:cNvPr id="2174" name="object 2174"/>
            <p:cNvSpPr/>
            <p:nvPr/>
          </p:nvSpPr>
          <p:spPr>
            <a:xfrm>
              <a:off x="6670040" y="3884929"/>
              <a:ext cx="448309" cy="7620"/>
            </a:xfrm>
            <a:custGeom>
              <a:avLst/>
              <a:gdLst/>
              <a:ahLst/>
              <a:cxnLst/>
              <a:rect l="l" t="t" r="r" b="b"/>
              <a:pathLst>
                <a:path w="448309" h="7620">
                  <a:moveTo>
                    <a:pt x="119380" y="3822"/>
                  </a:moveTo>
                  <a:lnTo>
                    <a:pt x="3810" y="3822"/>
                  </a:lnTo>
                  <a:lnTo>
                    <a:pt x="3810" y="5080"/>
                  </a:lnTo>
                  <a:lnTo>
                    <a:pt x="2540" y="5080"/>
                  </a:lnTo>
                  <a:lnTo>
                    <a:pt x="2540" y="6350"/>
                  </a:lnTo>
                  <a:lnTo>
                    <a:pt x="0" y="6350"/>
                  </a:lnTo>
                  <a:lnTo>
                    <a:pt x="0" y="7620"/>
                  </a:lnTo>
                  <a:lnTo>
                    <a:pt x="113030" y="7620"/>
                  </a:lnTo>
                  <a:lnTo>
                    <a:pt x="113030" y="6350"/>
                  </a:lnTo>
                  <a:lnTo>
                    <a:pt x="116840" y="6350"/>
                  </a:lnTo>
                  <a:lnTo>
                    <a:pt x="116840" y="5080"/>
                  </a:lnTo>
                  <a:lnTo>
                    <a:pt x="119380" y="5080"/>
                  </a:lnTo>
                  <a:lnTo>
                    <a:pt x="119380" y="3822"/>
                  </a:lnTo>
                  <a:close/>
                </a:path>
                <a:path w="448309" h="7620">
                  <a:moveTo>
                    <a:pt x="128270" y="0"/>
                  </a:moveTo>
                  <a:lnTo>
                    <a:pt x="10160" y="0"/>
                  </a:lnTo>
                  <a:lnTo>
                    <a:pt x="10160" y="1270"/>
                  </a:lnTo>
                  <a:lnTo>
                    <a:pt x="7620" y="1270"/>
                  </a:lnTo>
                  <a:lnTo>
                    <a:pt x="7620" y="2540"/>
                  </a:lnTo>
                  <a:lnTo>
                    <a:pt x="6350" y="2540"/>
                  </a:lnTo>
                  <a:lnTo>
                    <a:pt x="6350" y="3810"/>
                  </a:lnTo>
                  <a:lnTo>
                    <a:pt x="121920" y="3810"/>
                  </a:lnTo>
                  <a:lnTo>
                    <a:pt x="121920" y="2540"/>
                  </a:lnTo>
                  <a:lnTo>
                    <a:pt x="125717" y="2540"/>
                  </a:lnTo>
                  <a:lnTo>
                    <a:pt x="125717" y="1270"/>
                  </a:lnTo>
                  <a:lnTo>
                    <a:pt x="128270" y="1270"/>
                  </a:lnTo>
                  <a:lnTo>
                    <a:pt x="128270" y="0"/>
                  </a:lnTo>
                  <a:close/>
                </a:path>
                <a:path w="448309" h="7620">
                  <a:moveTo>
                    <a:pt x="448310" y="0"/>
                  </a:moveTo>
                  <a:lnTo>
                    <a:pt x="364490" y="0"/>
                  </a:lnTo>
                  <a:lnTo>
                    <a:pt x="364490" y="1270"/>
                  </a:lnTo>
                  <a:lnTo>
                    <a:pt x="365760" y="1270"/>
                  </a:lnTo>
                  <a:lnTo>
                    <a:pt x="365760" y="2540"/>
                  </a:lnTo>
                  <a:lnTo>
                    <a:pt x="368300" y="2540"/>
                  </a:lnTo>
                  <a:lnTo>
                    <a:pt x="368300" y="3810"/>
                  </a:lnTo>
                  <a:lnTo>
                    <a:pt x="369570" y="3810"/>
                  </a:lnTo>
                  <a:lnTo>
                    <a:pt x="369570" y="5080"/>
                  </a:lnTo>
                  <a:lnTo>
                    <a:pt x="372110" y="5080"/>
                  </a:lnTo>
                  <a:lnTo>
                    <a:pt x="372110" y="6350"/>
                  </a:lnTo>
                  <a:lnTo>
                    <a:pt x="373380" y="6350"/>
                  </a:lnTo>
                  <a:lnTo>
                    <a:pt x="373380" y="7620"/>
                  </a:lnTo>
                  <a:lnTo>
                    <a:pt x="448310" y="7620"/>
                  </a:lnTo>
                  <a:lnTo>
                    <a:pt x="448310" y="1270"/>
                  </a:lnTo>
                  <a:lnTo>
                    <a:pt x="448310" y="0"/>
                  </a:lnTo>
                  <a:close/>
                </a:path>
              </a:pathLst>
            </a:custGeom>
            <a:solidFill>
              <a:srgbClr val="2B2000"/>
            </a:solidFill>
          </p:spPr>
          <p:txBody>
            <a:bodyPr wrap="square" lIns="0" tIns="0" rIns="0" bIns="0" rtlCol="0"/>
            <a:lstStyle/>
            <a:p/>
          </p:txBody>
        </p:sp>
        <p:sp>
          <p:nvSpPr>
            <p:cNvPr id="2175" name="object 2175"/>
            <p:cNvSpPr/>
            <p:nvPr/>
          </p:nvSpPr>
          <p:spPr>
            <a:xfrm>
              <a:off x="6657340" y="3892549"/>
              <a:ext cx="461009" cy="7620"/>
            </a:xfrm>
            <a:custGeom>
              <a:avLst/>
              <a:gdLst/>
              <a:ahLst/>
              <a:cxnLst/>
              <a:rect l="l" t="t" r="r" b="b"/>
              <a:pathLst>
                <a:path w="461009" h="7620">
                  <a:moveTo>
                    <a:pt x="118110" y="2552"/>
                  </a:moveTo>
                  <a:lnTo>
                    <a:pt x="6350" y="2552"/>
                  </a:lnTo>
                  <a:lnTo>
                    <a:pt x="6350" y="3810"/>
                  </a:lnTo>
                  <a:lnTo>
                    <a:pt x="5080" y="3810"/>
                  </a:lnTo>
                  <a:lnTo>
                    <a:pt x="5080" y="5080"/>
                  </a:lnTo>
                  <a:lnTo>
                    <a:pt x="2540" y="5080"/>
                  </a:lnTo>
                  <a:lnTo>
                    <a:pt x="2540" y="6350"/>
                  </a:lnTo>
                  <a:lnTo>
                    <a:pt x="0" y="6350"/>
                  </a:lnTo>
                  <a:lnTo>
                    <a:pt x="0" y="7620"/>
                  </a:lnTo>
                  <a:lnTo>
                    <a:pt x="109220" y="7620"/>
                  </a:lnTo>
                  <a:lnTo>
                    <a:pt x="109220" y="6350"/>
                  </a:lnTo>
                  <a:lnTo>
                    <a:pt x="113030" y="6350"/>
                  </a:lnTo>
                  <a:lnTo>
                    <a:pt x="113030" y="5080"/>
                  </a:lnTo>
                  <a:lnTo>
                    <a:pt x="115570" y="5080"/>
                  </a:lnTo>
                  <a:lnTo>
                    <a:pt x="115570" y="3810"/>
                  </a:lnTo>
                  <a:lnTo>
                    <a:pt x="118110" y="3810"/>
                  </a:lnTo>
                  <a:lnTo>
                    <a:pt x="118110" y="2552"/>
                  </a:lnTo>
                  <a:close/>
                </a:path>
                <a:path w="461009" h="7620">
                  <a:moveTo>
                    <a:pt x="124460" y="0"/>
                  </a:moveTo>
                  <a:lnTo>
                    <a:pt x="10160" y="0"/>
                  </a:lnTo>
                  <a:lnTo>
                    <a:pt x="10160" y="1270"/>
                  </a:lnTo>
                  <a:lnTo>
                    <a:pt x="8890" y="1270"/>
                  </a:lnTo>
                  <a:lnTo>
                    <a:pt x="8890" y="2540"/>
                  </a:lnTo>
                  <a:lnTo>
                    <a:pt x="121920" y="2540"/>
                  </a:lnTo>
                  <a:lnTo>
                    <a:pt x="121920" y="1270"/>
                  </a:lnTo>
                  <a:lnTo>
                    <a:pt x="124460" y="1270"/>
                  </a:lnTo>
                  <a:lnTo>
                    <a:pt x="124460" y="0"/>
                  </a:lnTo>
                  <a:close/>
                </a:path>
                <a:path w="461009" h="7620">
                  <a:moveTo>
                    <a:pt x="461010" y="0"/>
                  </a:moveTo>
                  <a:lnTo>
                    <a:pt x="388620" y="0"/>
                  </a:lnTo>
                  <a:lnTo>
                    <a:pt x="388620" y="1270"/>
                  </a:lnTo>
                  <a:lnTo>
                    <a:pt x="389890" y="1270"/>
                  </a:lnTo>
                  <a:lnTo>
                    <a:pt x="389890" y="2540"/>
                  </a:lnTo>
                  <a:lnTo>
                    <a:pt x="392430" y="2540"/>
                  </a:lnTo>
                  <a:lnTo>
                    <a:pt x="392430" y="3810"/>
                  </a:lnTo>
                  <a:lnTo>
                    <a:pt x="393700" y="3810"/>
                  </a:lnTo>
                  <a:lnTo>
                    <a:pt x="393700" y="5080"/>
                  </a:lnTo>
                  <a:lnTo>
                    <a:pt x="394970" y="5080"/>
                  </a:lnTo>
                  <a:lnTo>
                    <a:pt x="394970" y="6350"/>
                  </a:lnTo>
                  <a:lnTo>
                    <a:pt x="396240" y="6350"/>
                  </a:lnTo>
                  <a:lnTo>
                    <a:pt x="396240" y="7620"/>
                  </a:lnTo>
                  <a:lnTo>
                    <a:pt x="461010" y="7620"/>
                  </a:lnTo>
                  <a:lnTo>
                    <a:pt x="461010" y="1270"/>
                  </a:lnTo>
                  <a:lnTo>
                    <a:pt x="461010" y="0"/>
                  </a:lnTo>
                  <a:close/>
                </a:path>
              </a:pathLst>
            </a:custGeom>
            <a:solidFill>
              <a:srgbClr val="2D2100"/>
            </a:solidFill>
          </p:spPr>
          <p:txBody>
            <a:bodyPr wrap="square" lIns="0" tIns="0" rIns="0" bIns="0" rtlCol="0"/>
            <a:lstStyle/>
            <a:p/>
          </p:txBody>
        </p:sp>
        <p:sp>
          <p:nvSpPr>
            <p:cNvPr id="2176" name="object 2176"/>
            <p:cNvSpPr/>
            <p:nvPr/>
          </p:nvSpPr>
          <p:spPr>
            <a:xfrm>
              <a:off x="6648450" y="3900169"/>
              <a:ext cx="471170" cy="6350"/>
            </a:xfrm>
            <a:custGeom>
              <a:avLst/>
              <a:gdLst/>
              <a:ahLst/>
              <a:cxnLst/>
              <a:rect l="l" t="t" r="r" b="b"/>
              <a:pathLst>
                <a:path w="471170" h="6350">
                  <a:moveTo>
                    <a:pt x="111760" y="1282"/>
                  </a:moveTo>
                  <a:lnTo>
                    <a:pt x="5080" y="1282"/>
                  </a:lnTo>
                  <a:lnTo>
                    <a:pt x="5080" y="2540"/>
                  </a:lnTo>
                  <a:lnTo>
                    <a:pt x="2540" y="2540"/>
                  </a:lnTo>
                  <a:lnTo>
                    <a:pt x="2540" y="3810"/>
                  </a:lnTo>
                  <a:lnTo>
                    <a:pt x="1270" y="3810"/>
                  </a:lnTo>
                  <a:lnTo>
                    <a:pt x="1270" y="5080"/>
                  </a:lnTo>
                  <a:lnTo>
                    <a:pt x="0" y="5080"/>
                  </a:lnTo>
                  <a:lnTo>
                    <a:pt x="0" y="6350"/>
                  </a:lnTo>
                  <a:lnTo>
                    <a:pt x="105410" y="6350"/>
                  </a:lnTo>
                  <a:lnTo>
                    <a:pt x="105410" y="5080"/>
                  </a:lnTo>
                  <a:lnTo>
                    <a:pt x="107950" y="5080"/>
                  </a:lnTo>
                  <a:lnTo>
                    <a:pt x="107950" y="3810"/>
                  </a:lnTo>
                  <a:lnTo>
                    <a:pt x="110490" y="3810"/>
                  </a:lnTo>
                  <a:lnTo>
                    <a:pt x="110490" y="2540"/>
                  </a:lnTo>
                  <a:lnTo>
                    <a:pt x="111760" y="2540"/>
                  </a:lnTo>
                  <a:lnTo>
                    <a:pt x="111760" y="1282"/>
                  </a:lnTo>
                  <a:close/>
                </a:path>
                <a:path w="471170" h="6350">
                  <a:moveTo>
                    <a:pt x="114300" y="0"/>
                  </a:moveTo>
                  <a:lnTo>
                    <a:pt x="7620" y="0"/>
                  </a:lnTo>
                  <a:lnTo>
                    <a:pt x="7620" y="1270"/>
                  </a:lnTo>
                  <a:lnTo>
                    <a:pt x="114300" y="1270"/>
                  </a:lnTo>
                  <a:lnTo>
                    <a:pt x="114300" y="0"/>
                  </a:lnTo>
                  <a:close/>
                </a:path>
                <a:path w="471170" h="6350">
                  <a:moveTo>
                    <a:pt x="471170" y="1270"/>
                  </a:moveTo>
                  <a:lnTo>
                    <a:pt x="469900" y="1270"/>
                  </a:lnTo>
                  <a:lnTo>
                    <a:pt x="469900" y="0"/>
                  </a:lnTo>
                  <a:lnTo>
                    <a:pt x="406400" y="0"/>
                  </a:lnTo>
                  <a:lnTo>
                    <a:pt x="406400" y="1270"/>
                  </a:lnTo>
                  <a:lnTo>
                    <a:pt x="407670" y="1270"/>
                  </a:lnTo>
                  <a:lnTo>
                    <a:pt x="407670" y="2540"/>
                  </a:lnTo>
                  <a:lnTo>
                    <a:pt x="408940" y="2540"/>
                  </a:lnTo>
                  <a:lnTo>
                    <a:pt x="408940" y="3810"/>
                  </a:lnTo>
                  <a:lnTo>
                    <a:pt x="411480" y="3810"/>
                  </a:lnTo>
                  <a:lnTo>
                    <a:pt x="411480" y="5080"/>
                  </a:lnTo>
                  <a:lnTo>
                    <a:pt x="412750" y="5080"/>
                  </a:lnTo>
                  <a:lnTo>
                    <a:pt x="412750" y="6350"/>
                  </a:lnTo>
                  <a:lnTo>
                    <a:pt x="471170" y="6350"/>
                  </a:lnTo>
                  <a:lnTo>
                    <a:pt x="471170" y="5080"/>
                  </a:lnTo>
                  <a:lnTo>
                    <a:pt x="471170" y="3810"/>
                  </a:lnTo>
                  <a:lnTo>
                    <a:pt x="471170" y="2540"/>
                  </a:lnTo>
                  <a:lnTo>
                    <a:pt x="471170" y="1270"/>
                  </a:lnTo>
                  <a:close/>
                </a:path>
              </a:pathLst>
            </a:custGeom>
            <a:solidFill>
              <a:srgbClr val="2E2200"/>
            </a:solidFill>
          </p:spPr>
          <p:txBody>
            <a:bodyPr wrap="square" lIns="0" tIns="0" rIns="0" bIns="0" rtlCol="0"/>
            <a:lstStyle/>
            <a:p/>
          </p:txBody>
        </p:sp>
        <p:sp>
          <p:nvSpPr>
            <p:cNvPr id="2177" name="object 2177"/>
            <p:cNvSpPr/>
            <p:nvPr/>
          </p:nvSpPr>
          <p:spPr>
            <a:xfrm>
              <a:off x="6639547" y="3906519"/>
              <a:ext cx="480695" cy="7620"/>
            </a:xfrm>
            <a:custGeom>
              <a:avLst/>
              <a:gdLst/>
              <a:ahLst/>
              <a:cxnLst/>
              <a:rect l="l" t="t" r="r" b="b"/>
              <a:pathLst>
                <a:path w="480695" h="7620">
                  <a:moveTo>
                    <a:pt x="109232" y="1282"/>
                  </a:moveTo>
                  <a:lnTo>
                    <a:pt x="6350" y="1282"/>
                  </a:lnTo>
                  <a:lnTo>
                    <a:pt x="6350" y="2540"/>
                  </a:lnTo>
                  <a:lnTo>
                    <a:pt x="3822" y="2540"/>
                  </a:lnTo>
                  <a:lnTo>
                    <a:pt x="3822" y="3810"/>
                  </a:lnTo>
                  <a:lnTo>
                    <a:pt x="2552" y="3810"/>
                  </a:lnTo>
                  <a:lnTo>
                    <a:pt x="2552" y="5080"/>
                  </a:lnTo>
                  <a:lnTo>
                    <a:pt x="1282" y="5080"/>
                  </a:lnTo>
                  <a:lnTo>
                    <a:pt x="1282" y="6350"/>
                  </a:lnTo>
                  <a:lnTo>
                    <a:pt x="0" y="6350"/>
                  </a:lnTo>
                  <a:lnTo>
                    <a:pt x="0" y="7620"/>
                  </a:lnTo>
                  <a:lnTo>
                    <a:pt x="101612" y="7620"/>
                  </a:lnTo>
                  <a:lnTo>
                    <a:pt x="101612" y="6350"/>
                  </a:lnTo>
                  <a:lnTo>
                    <a:pt x="102882" y="6350"/>
                  </a:lnTo>
                  <a:lnTo>
                    <a:pt x="102882" y="5080"/>
                  </a:lnTo>
                  <a:lnTo>
                    <a:pt x="105422" y="5080"/>
                  </a:lnTo>
                  <a:lnTo>
                    <a:pt x="105422" y="3810"/>
                  </a:lnTo>
                  <a:lnTo>
                    <a:pt x="106692" y="3810"/>
                  </a:lnTo>
                  <a:lnTo>
                    <a:pt x="106692" y="2540"/>
                  </a:lnTo>
                  <a:lnTo>
                    <a:pt x="109232" y="2540"/>
                  </a:lnTo>
                  <a:lnTo>
                    <a:pt x="109232" y="1282"/>
                  </a:lnTo>
                  <a:close/>
                </a:path>
                <a:path w="480695" h="7620">
                  <a:moveTo>
                    <a:pt x="111772" y="0"/>
                  </a:moveTo>
                  <a:lnTo>
                    <a:pt x="7632" y="0"/>
                  </a:lnTo>
                  <a:lnTo>
                    <a:pt x="7632" y="1270"/>
                  </a:lnTo>
                  <a:lnTo>
                    <a:pt x="111772" y="1270"/>
                  </a:lnTo>
                  <a:lnTo>
                    <a:pt x="111772" y="0"/>
                  </a:lnTo>
                  <a:close/>
                </a:path>
                <a:path w="480695" h="7620">
                  <a:moveTo>
                    <a:pt x="480072" y="0"/>
                  </a:moveTo>
                  <a:lnTo>
                    <a:pt x="422922" y="0"/>
                  </a:lnTo>
                  <a:lnTo>
                    <a:pt x="422922" y="1270"/>
                  </a:lnTo>
                  <a:lnTo>
                    <a:pt x="424192" y="1270"/>
                  </a:lnTo>
                  <a:lnTo>
                    <a:pt x="424192" y="2540"/>
                  </a:lnTo>
                  <a:lnTo>
                    <a:pt x="425462" y="2540"/>
                  </a:lnTo>
                  <a:lnTo>
                    <a:pt x="425462" y="5080"/>
                  </a:lnTo>
                  <a:lnTo>
                    <a:pt x="426732" y="5080"/>
                  </a:lnTo>
                  <a:lnTo>
                    <a:pt x="426732" y="6350"/>
                  </a:lnTo>
                  <a:lnTo>
                    <a:pt x="428002" y="6350"/>
                  </a:lnTo>
                  <a:lnTo>
                    <a:pt x="428002" y="7620"/>
                  </a:lnTo>
                  <a:lnTo>
                    <a:pt x="480072" y="7620"/>
                  </a:lnTo>
                  <a:lnTo>
                    <a:pt x="480072" y="6350"/>
                  </a:lnTo>
                  <a:lnTo>
                    <a:pt x="480072" y="5080"/>
                  </a:lnTo>
                  <a:lnTo>
                    <a:pt x="480072" y="2540"/>
                  </a:lnTo>
                  <a:lnTo>
                    <a:pt x="480072" y="1270"/>
                  </a:lnTo>
                  <a:lnTo>
                    <a:pt x="480072" y="0"/>
                  </a:lnTo>
                  <a:close/>
                </a:path>
              </a:pathLst>
            </a:custGeom>
            <a:solidFill>
              <a:srgbClr val="302400"/>
            </a:solidFill>
          </p:spPr>
          <p:txBody>
            <a:bodyPr wrap="square" lIns="0" tIns="0" rIns="0" bIns="0" rtlCol="0"/>
            <a:lstStyle/>
            <a:p/>
          </p:txBody>
        </p:sp>
        <p:sp>
          <p:nvSpPr>
            <p:cNvPr id="2178" name="object 2178"/>
            <p:cNvSpPr/>
            <p:nvPr/>
          </p:nvSpPr>
          <p:spPr>
            <a:xfrm>
              <a:off x="6629400" y="3914139"/>
              <a:ext cx="490220" cy="7620"/>
            </a:xfrm>
            <a:custGeom>
              <a:avLst/>
              <a:gdLst/>
              <a:ahLst/>
              <a:cxnLst/>
              <a:rect l="l" t="t" r="r" b="b"/>
              <a:pathLst>
                <a:path w="490220" h="7620">
                  <a:moveTo>
                    <a:pt x="100330" y="6362"/>
                  </a:moveTo>
                  <a:lnTo>
                    <a:pt x="0" y="6362"/>
                  </a:lnTo>
                  <a:lnTo>
                    <a:pt x="0" y="7620"/>
                  </a:lnTo>
                  <a:lnTo>
                    <a:pt x="100330" y="7620"/>
                  </a:lnTo>
                  <a:lnTo>
                    <a:pt x="100330" y="6362"/>
                  </a:lnTo>
                  <a:close/>
                </a:path>
                <a:path w="490220" h="7620">
                  <a:moveTo>
                    <a:pt x="109220" y="12"/>
                  </a:moveTo>
                  <a:lnTo>
                    <a:pt x="8890" y="12"/>
                  </a:lnTo>
                  <a:lnTo>
                    <a:pt x="8890" y="1270"/>
                  </a:lnTo>
                  <a:lnTo>
                    <a:pt x="6350" y="1270"/>
                  </a:lnTo>
                  <a:lnTo>
                    <a:pt x="6350" y="2540"/>
                  </a:lnTo>
                  <a:lnTo>
                    <a:pt x="5080" y="2540"/>
                  </a:lnTo>
                  <a:lnTo>
                    <a:pt x="5080" y="3810"/>
                  </a:lnTo>
                  <a:lnTo>
                    <a:pt x="2540" y="3810"/>
                  </a:lnTo>
                  <a:lnTo>
                    <a:pt x="2540" y="5080"/>
                  </a:lnTo>
                  <a:lnTo>
                    <a:pt x="1270" y="5080"/>
                  </a:lnTo>
                  <a:lnTo>
                    <a:pt x="1270" y="6350"/>
                  </a:lnTo>
                  <a:lnTo>
                    <a:pt x="101600" y="6350"/>
                  </a:lnTo>
                  <a:lnTo>
                    <a:pt x="101600" y="5080"/>
                  </a:lnTo>
                  <a:lnTo>
                    <a:pt x="102870" y="5080"/>
                  </a:lnTo>
                  <a:lnTo>
                    <a:pt x="102870" y="3810"/>
                  </a:lnTo>
                  <a:lnTo>
                    <a:pt x="105410" y="3810"/>
                  </a:lnTo>
                  <a:lnTo>
                    <a:pt x="105410" y="2540"/>
                  </a:lnTo>
                  <a:lnTo>
                    <a:pt x="107950" y="2540"/>
                  </a:lnTo>
                  <a:lnTo>
                    <a:pt x="107950" y="1270"/>
                  </a:lnTo>
                  <a:lnTo>
                    <a:pt x="109220" y="1270"/>
                  </a:lnTo>
                  <a:lnTo>
                    <a:pt x="109220" y="12"/>
                  </a:lnTo>
                  <a:close/>
                </a:path>
                <a:path w="490220" h="7620">
                  <a:moveTo>
                    <a:pt x="490220" y="6362"/>
                  </a:moveTo>
                  <a:lnTo>
                    <a:pt x="444500" y="6362"/>
                  </a:lnTo>
                  <a:lnTo>
                    <a:pt x="444500" y="7620"/>
                  </a:lnTo>
                  <a:lnTo>
                    <a:pt x="490220" y="7620"/>
                  </a:lnTo>
                  <a:lnTo>
                    <a:pt x="490220" y="6362"/>
                  </a:lnTo>
                  <a:close/>
                </a:path>
                <a:path w="490220" h="7620">
                  <a:moveTo>
                    <a:pt x="490220" y="0"/>
                  </a:moveTo>
                  <a:lnTo>
                    <a:pt x="438150" y="0"/>
                  </a:lnTo>
                  <a:lnTo>
                    <a:pt x="438150" y="1270"/>
                  </a:lnTo>
                  <a:lnTo>
                    <a:pt x="439420" y="1270"/>
                  </a:lnTo>
                  <a:lnTo>
                    <a:pt x="439420" y="2540"/>
                  </a:lnTo>
                  <a:lnTo>
                    <a:pt x="440690" y="2540"/>
                  </a:lnTo>
                  <a:lnTo>
                    <a:pt x="440690" y="3810"/>
                  </a:lnTo>
                  <a:lnTo>
                    <a:pt x="441960" y="3810"/>
                  </a:lnTo>
                  <a:lnTo>
                    <a:pt x="441960" y="5080"/>
                  </a:lnTo>
                  <a:lnTo>
                    <a:pt x="443230" y="5080"/>
                  </a:lnTo>
                  <a:lnTo>
                    <a:pt x="443230" y="6350"/>
                  </a:lnTo>
                  <a:lnTo>
                    <a:pt x="490220" y="6350"/>
                  </a:lnTo>
                  <a:lnTo>
                    <a:pt x="490220" y="5080"/>
                  </a:lnTo>
                  <a:lnTo>
                    <a:pt x="490220" y="3810"/>
                  </a:lnTo>
                  <a:lnTo>
                    <a:pt x="490220" y="2540"/>
                  </a:lnTo>
                  <a:lnTo>
                    <a:pt x="490220" y="1270"/>
                  </a:lnTo>
                  <a:lnTo>
                    <a:pt x="490220" y="0"/>
                  </a:lnTo>
                  <a:close/>
                </a:path>
              </a:pathLst>
            </a:custGeom>
            <a:solidFill>
              <a:srgbClr val="332500"/>
            </a:solidFill>
          </p:spPr>
          <p:txBody>
            <a:bodyPr wrap="square" lIns="0" tIns="0" rIns="0" bIns="0" rtlCol="0"/>
            <a:lstStyle/>
            <a:p/>
          </p:txBody>
        </p:sp>
        <p:sp>
          <p:nvSpPr>
            <p:cNvPr id="2179" name="object 2179"/>
            <p:cNvSpPr/>
            <p:nvPr/>
          </p:nvSpPr>
          <p:spPr>
            <a:xfrm>
              <a:off x="6621780" y="3921759"/>
              <a:ext cx="497840" cy="6350"/>
            </a:xfrm>
            <a:custGeom>
              <a:avLst/>
              <a:gdLst/>
              <a:ahLst/>
              <a:cxnLst/>
              <a:rect l="l" t="t" r="r" b="b"/>
              <a:pathLst>
                <a:path w="497840" h="6350">
                  <a:moveTo>
                    <a:pt x="100330" y="5092"/>
                  </a:moveTo>
                  <a:lnTo>
                    <a:pt x="0" y="5092"/>
                  </a:lnTo>
                  <a:lnTo>
                    <a:pt x="0" y="6350"/>
                  </a:lnTo>
                  <a:lnTo>
                    <a:pt x="100330" y="6350"/>
                  </a:lnTo>
                  <a:lnTo>
                    <a:pt x="100330" y="5092"/>
                  </a:lnTo>
                  <a:close/>
                </a:path>
                <a:path w="497840" h="6350">
                  <a:moveTo>
                    <a:pt x="105397" y="0"/>
                  </a:moveTo>
                  <a:lnTo>
                    <a:pt x="5067" y="0"/>
                  </a:lnTo>
                  <a:lnTo>
                    <a:pt x="5067" y="1270"/>
                  </a:lnTo>
                  <a:lnTo>
                    <a:pt x="3810" y="1270"/>
                  </a:lnTo>
                  <a:lnTo>
                    <a:pt x="3810" y="2540"/>
                  </a:lnTo>
                  <a:lnTo>
                    <a:pt x="2540" y="2540"/>
                  </a:lnTo>
                  <a:lnTo>
                    <a:pt x="2540" y="3810"/>
                  </a:lnTo>
                  <a:lnTo>
                    <a:pt x="1270" y="3810"/>
                  </a:lnTo>
                  <a:lnTo>
                    <a:pt x="1270" y="5080"/>
                  </a:lnTo>
                  <a:lnTo>
                    <a:pt x="101600" y="5080"/>
                  </a:lnTo>
                  <a:lnTo>
                    <a:pt x="101600" y="3810"/>
                  </a:lnTo>
                  <a:lnTo>
                    <a:pt x="102870" y="3810"/>
                  </a:lnTo>
                  <a:lnTo>
                    <a:pt x="102870" y="2540"/>
                  </a:lnTo>
                  <a:lnTo>
                    <a:pt x="104140" y="2540"/>
                  </a:lnTo>
                  <a:lnTo>
                    <a:pt x="104140" y="1270"/>
                  </a:lnTo>
                  <a:lnTo>
                    <a:pt x="105397" y="1270"/>
                  </a:lnTo>
                  <a:lnTo>
                    <a:pt x="105397" y="0"/>
                  </a:lnTo>
                  <a:close/>
                </a:path>
                <a:path w="497840" h="6350">
                  <a:moveTo>
                    <a:pt x="497827" y="5092"/>
                  </a:moveTo>
                  <a:lnTo>
                    <a:pt x="455930" y="5092"/>
                  </a:lnTo>
                  <a:lnTo>
                    <a:pt x="455930" y="6350"/>
                  </a:lnTo>
                  <a:lnTo>
                    <a:pt x="497827" y="6350"/>
                  </a:lnTo>
                  <a:lnTo>
                    <a:pt x="497827" y="5092"/>
                  </a:lnTo>
                  <a:close/>
                </a:path>
                <a:path w="497840" h="6350">
                  <a:moveTo>
                    <a:pt x="497840" y="0"/>
                  </a:moveTo>
                  <a:lnTo>
                    <a:pt x="453390" y="0"/>
                  </a:lnTo>
                  <a:lnTo>
                    <a:pt x="453390" y="2540"/>
                  </a:lnTo>
                  <a:lnTo>
                    <a:pt x="454660" y="2540"/>
                  </a:lnTo>
                  <a:lnTo>
                    <a:pt x="454660" y="5080"/>
                  </a:lnTo>
                  <a:lnTo>
                    <a:pt x="497840" y="5080"/>
                  </a:lnTo>
                  <a:lnTo>
                    <a:pt x="497840" y="2540"/>
                  </a:lnTo>
                  <a:lnTo>
                    <a:pt x="497840" y="0"/>
                  </a:lnTo>
                  <a:close/>
                </a:path>
              </a:pathLst>
            </a:custGeom>
            <a:solidFill>
              <a:srgbClr val="342600"/>
            </a:solidFill>
          </p:spPr>
          <p:txBody>
            <a:bodyPr wrap="square" lIns="0" tIns="0" rIns="0" bIns="0" rtlCol="0"/>
            <a:lstStyle/>
            <a:p/>
          </p:txBody>
        </p:sp>
        <p:sp>
          <p:nvSpPr>
            <p:cNvPr id="2180" name="object 2180"/>
            <p:cNvSpPr/>
            <p:nvPr/>
          </p:nvSpPr>
          <p:spPr>
            <a:xfrm>
              <a:off x="6611620" y="3928109"/>
              <a:ext cx="508000" cy="7620"/>
            </a:xfrm>
            <a:custGeom>
              <a:avLst/>
              <a:gdLst/>
              <a:ahLst/>
              <a:cxnLst/>
              <a:rect l="l" t="t" r="r" b="b"/>
              <a:pathLst>
                <a:path w="508000" h="7620">
                  <a:moveTo>
                    <a:pt x="102857" y="5092"/>
                  </a:moveTo>
                  <a:lnTo>
                    <a:pt x="2527" y="5092"/>
                  </a:lnTo>
                  <a:lnTo>
                    <a:pt x="2527" y="6350"/>
                  </a:lnTo>
                  <a:lnTo>
                    <a:pt x="0" y="6350"/>
                  </a:lnTo>
                  <a:lnTo>
                    <a:pt x="0" y="7620"/>
                  </a:lnTo>
                  <a:lnTo>
                    <a:pt x="101600" y="7620"/>
                  </a:lnTo>
                  <a:lnTo>
                    <a:pt x="101600" y="6350"/>
                  </a:lnTo>
                  <a:lnTo>
                    <a:pt x="102857" y="6350"/>
                  </a:lnTo>
                  <a:lnTo>
                    <a:pt x="102857" y="5092"/>
                  </a:lnTo>
                  <a:close/>
                </a:path>
                <a:path w="508000" h="7620">
                  <a:moveTo>
                    <a:pt x="109220" y="0"/>
                  </a:moveTo>
                  <a:lnTo>
                    <a:pt x="7620" y="0"/>
                  </a:lnTo>
                  <a:lnTo>
                    <a:pt x="7620" y="1270"/>
                  </a:lnTo>
                  <a:lnTo>
                    <a:pt x="6350" y="1270"/>
                  </a:lnTo>
                  <a:lnTo>
                    <a:pt x="6350" y="2540"/>
                  </a:lnTo>
                  <a:lnTo>
                    <a:pt x="5080" y="2540"/>
                  </a:lnTo>
                  <a:lnTo>
                    <a:pt x="5080" y="3810"/>
                  </a:lnTo>
                  <a:lnTo>
                    <a:pt x="3810" y="3810"/>
                  </a:lnTo>
                  <a:lnTo>
                    <a:pt x="3810" y="5080"/>
                  </a:lnTo>
                  <a:lnTo>
                    <a:pt x="104140" y="5080"/>
                  </a:lnTo>
                  <a:lnTo>
                    <a:pt x="104140" y="3810"/>
                  </a:lnTo>
                  <a:lnTo>
                    <a:pt x="106680" y="3810"/>
                  </a:lnTo>
                  <a:lnTo>
                    <a:pt x="106680" y="2540"/>
                  </a:lnTo>
                  <a:lnTo>
                    <a:pt x="107950" y="2540"/>
                  </a:lnTo>
                  <a:lnTo>
                    <a:pt x="107950" y="1270"/>
                  </a:lnTo>
                  <a:lnTo>
                    <a:pt x="109220" y="1270"/>
                  </a:lnTo>
                  <a:lnTo>
                    <a:pt x="109220" y="0"/>
                  </a:lnTo>
                  <a:close/>
                </a:path>
                <a:path w="508000" h="7620">
                  <a:moveTo>
                    <a:pt x="508000" y="3810"/>
                  </a:moveTo>
                  <a:lnTo>
                    <a:pt x="507987" y="1270"/>
                  </a:lnTo>
                  <a:lnTo>
                    <a:pt x="507987" y="0"/>
                  </a:lnTo>
                  <a:lnTo>
                    <a:pt x="466090" y="0"/>
                  </a:lnTo>
                  <a:lnTo>
                    <a:pt x="466090" y="1270"/>
                  </a:lnTo>
                  <a:lnTo>
                    <a:pt x="467360" y="1270"/>
                  </a:lnTo>
                  <a:lnTo>
                    <a:pt x="467360" y="3810"/>
                  </a:lnTo>
                  <a:lnTo>
                    <a:pt x="468630" y="3810"/>
                  </a:lnTo>
                  <a:lnTo>
                    <a:pt x="468630" y="5080"/>
                  </a:lnTo>
                  <a:lnTo>
                    <a:pt x="468630" y="6350"/>
                  </a:lnTo>
                  <a:lnTo>
                    <a:pt x="469900" y="6350"/>
                  </a:lnTo>
                  <a:lnTo>
                    <a:pt x="469900" y="7620"/>
                  </a:lnTo>
                  <a:lnTo>
                    <a:pt x="508000" y="7620"/>
                  </a:lnTo>
                  <a:lnTo>
                    <a:pt x="508000" y="6350"/>
                  </a:lnTo>
                  <a:lnTo>
                    <a:pt x="508000" y="5080"/>
                  </a:lnTo>
                  <a:lnTo>
                    <a:pt x="508000" y="3810"/>
                  </a:lnTo>
                  <a:close/>
                </a:path>
              </a:pathLst>
            </a:custGeom>
            <a:solidFill>
              <a:srgbClr val="352800"/>
            </a:solidFill>
          </p:spPr>
          <p:txBody>
            <a:bodyPr wrap="square" lIns="0" tIns="0" rIns="0" bIns="0" rtlCol="0"/>
            <a:lstStyle/>
            <a:p/>
          </p:txBody>
        </p:sp>
        <p:sp>
          <p:nvSpPr>
            <p:cNvPr id="2181" name="object 2181"/>
            <p:cNvSpPr/>
            <p:nvPr/>
          </p:nvSpPr>
          <p:spPr>
            <a:xfrm>
              <a:off x="6604000" y="3935729"/>
              <a:ext cx="516890" cy="7620"/>
            </a:xfrm>
            <a:custGeom>
              <a:avLst/>
              <a:gdLst/>
              <a:ahLst/>
              <a:cxnLst/>
              <a:rect l="l" t="t" r="r" b="b"/>
              <a:pathLst>
                <a:path w="516890" h="7620">
                  <a:moveTo>
                    <a:pt x="104140" y="3822"/>
                  </a:moveTo>
                  <a:lnTo>
                    <a:pt x="2540" y="3822"/>
                  </a:lnTo>
                  <a:lnTo>
                    <a:pt x="2540" y="5080"/>
                  </a:lnTo>
                  <a:lnTo>
                    <a:pt x="1270" y="5080"/>
                  </a:lnTo>
                  <a:lnTo>
                    <a:pt x="1270" y="6350"/>
                  </a:lnTo>
                  <a:lnTo>
                    <a:pt x="0" y="6350"/>
                  </a:lnTo>
                  <a:lnTo>
                    <a:pt x="0" y="7620"/>
                  </a:lnTo>
                  <a:lnTo>
                    <a:pt x="101600" y="7620"/>
                  </a:lnTo>
                  <a:lnTo>
                    <a:pt x="101600" y="6350"/>
                  </a:lnTo>
                  <a:lnTo>
                    <a:pt x="102870" y="6350"/>
                  </a:lnTo>
                  <a:lnTo>
                    <a:pt x="102870" y="5080"/>
                  </a:lnTo>
                  <a:lnTo>
                    <a:pt x="104140" y="5080"/>
                  </a:lnTo>
                  <a:lnTo>
                    <a:pt x="104140" y="3822"/>
                  </a:lnTo>
                  <a:close/>
                </a:path>
                <a:path w="516890" h="7620">
                  <a:moveTo>
                    <a:pt x="107950" y="0"/>
                  </a:moveTo>
                  <a:lnTo>
                    <a:pt x="6350" y="0"/>
                  </a:lnTo>
                  <a:lnTo>
                    <a:pt x="6350" y="1270"/>
                  </a:lnTo>
                  <a:lnTo>
                    <a:pt x="5080" y="1270"/>
                  </a:lnTo>
                  <a:lnTo>
                    <a:pt x="5080" y="2540"/>
                  </a:lnTo>
                  <a:lnTo>
                    <a:pt x="3797" y="2540"/>
                  </a:lnTo>
                  <a:lnTo>
                    <a:pt x="3797" y="3810"/>
                  </a:lnTo>
                  <a:lnTo>
                    <a:pt x="105410" y="3810"/>
                  </a:lnTo>
                  <a:lnTo>
                    <a:pt x="105410" y="2540"/>
                  </a:lnTo>
                  <a:lnTo>
                    <a:pt x="106680" y="2540"/>
                  </a:lnTo>
                  <a:lnTo>
                    <a:pt x="106680" y="1270"/>
                  </a:lnTo>
                  <a:lnTo>
                    <a:pt x="107950" y="1270"/>
                  </a:lnTo>
                  <a:lnTo>
                    <a:pt x="107950" y="0"/>
                  </a:lnTo>
                  <a:close/>
                </a:path>
                <a:path w="516890" h="7620">
                  <a:moveTo>
                    <a:pt x="516890" y="2540"/>
                  </a:moveTo>
                  <a:lnTo>
                    <a:pt x="515620" y="2540"/>
                  </a:lnTo>
                  <a:lnTo>
                    <a:pt x="515620" y="1270"/>
                  </a:lnTo>
                  <a:lnTo>
                    <a:pt x="515620" y="0"/>
                  </a:lnTo>
                  <a:lnTo>
                    <a:pt x="477520" y="0"/>
                  </a:lnTo>
                  <a:lnTo>
                    <a:pt x="477520" y="1270"/>
                  </a:lnTo>
                  <a:lnTo>
                    <a:pt x="478790" y="1270"/>
                  </a:lnTo>
                  <a:lnTo>
                    <a:pt x="478790" y="2540"/>
                  </a:lnTo>
                  <a:lnTo>
                    <a:pt x="478790" y="3810"/>
                  </a:lnTo>
                  <a:lnTo>
                    <a:pt x="478790" y="5080"/>
                  </a:lnTo>
                  <a:lnTo>
                    <a:pt x="480060" y="5080"/>
                  </a:lnTo>
                  <a:lnTo>
                    <a:pt x="480060" y="7620"/>
                  </a:lnTo>
                  <a:lnTo>
                    <a:pt x="516877" y="7620"/>
                  </a:lnTo>
                  <a:lnTo>
                    <a:pt x="516877" y="5080"/>
                  </a:lnTo>
                  <a:lnTo>
                    <a:pt x="516890" y="3810"/>
                  </a:lnTo>
                  <a:lnTo>
                    <a:pt x="516890" y="2540"/>
                  </a:lnTo>
                  <a:close/>
                </a:path>
              </a:pathLst>
            </a:custGeom>
            <a:solidFill>
              <a:srgbClr val="372900"/>
            </a:solidFill>
          </p:spPr>
          <p:txBody>
            <a:bodyPr wrap="square" lIns="0" tIns="0" rIns="0" bIns="0" rtlCol="0"/>
            <a:lstStyle/>
            <a:p/>
          </p:txBody>
        </p:sp>
        <p:sp>
          <p:nvSpPr>
            <p:cNvPr id="2182" name="object 2182"/>
            <p:cNvSpPr/>
            <p:nvPr/>
          </p:nvSpPr>
          <p:spPr>
            <a:xfrm>
              <a:off x="6597650" y="3943349"/>
              <a:ext cx="523240" cy="6350"/>
            </a:xfrm>
            <a:custGeom>
              <a:avLst/>
              <a:gdLst/>
              <a:ahLst/>
              <a:cxnLst/>
              <a:rect l="l" t="t" r="r" b="b"/>
              <a:pathLst>
                <a:path w="523240" h="6350">
                  <a:moveTo>
                    <a:pt x="104140" y="2552"/>
                  </a:moveTo>
                  <a:lnTo>
                    <a:pt x="2540" y="2552"/>
                  </a:lnTo>
                  <a:lnTo>
                    <a:pt x="2540" y="3810"/>
                  </a:lnTo>
                  <a:lnTo>
                    <a:pt x="1270" y="3810"/>
                  </a:lnTo>
                  <a:lnTo>
                    <a:pt x="1270" y="5080"/>
                  </a:lnTo>
                  <a:lnTo>
                    <a:pt x="0" y="5080"/>
                  </a:lnTo>
                  <a:lnTo>
                    <a:pt x="0" y="6350"/>
                  </a:lnTo>
                  <a:lnTo>
                    <a:pt x="101600" y="6350"/>
                  </a:lnTo>
                  <a:lnTo>
                    <a:pt x="101600" y="5080"/>
                  </a:lnTo>
                  <a:lnTo>
                    <a:pt x="102870" y="5080"/>
                  </a:lnTo>
                  <a:lnTo>
                    <a:pt x="102870" y="3810"/>
                  </a:lnTo>
                  <a:lnTo>
                    <a:pt x="104140" y="3810"/>
                  </a:lnTo>
                  <a:lnTo>
                    <a:pt x="104140" y="2552"/>
                  </a:lnTo>
                  <a:close/>
                </a:path>
                <a:path w="523240" h="6350">
                  <a:moveTo>
                    <a:pt x="106680" y="0"/>
                  </a:moveTo>
                  <a:lnTo>
                    <a:pt x="5080" y="0"/>
                  </a:lnTo>
                  <a:lnTo>
                    <a:pt x="5080" y="1270"/>
                  </a:lnTo>
                  <a:lnTo>
                    <a:pt x="3797" y="1270"/>
                  </a:lnTo>
                  <a:lnTo>
                    <a:pt x="3797" y="2540"/>
                  </a:lnTo>
                  <a:lnTo>
                    <a:pt x="105410" y="2540"/>
                  </a:lnTo>
                  <a:lnTo>
                    <a:pt x="105410" y="1270"/>
                  </a:lnTo>
                  <a:lnTo>
                    <a:pt x="106680" y="1270"/>
                  </a:lnTo>
                  <a:lnTo>
                    <a:pt x="106680" y="0"/>
                  </a:lnTo>
                  <a:close/>
                </a:path>
                <a:path w="523240" h="6350">
                  <a:moveTo>
                    <a:pt x="523227" y="0"/>
                  </a:moveTo>
                  <a:lnTo>
                    <a:pt x="487680" y="0"/>
                  </a:lnTo>
                  <a:lnTo>
                    <a:pt x="487680" y="2540"/>
                  </a:lnTo>
                  <a:lnTo>
                    <a:pt x="523227" y="2540"/>
                  </a:lnTo>
                  <a:lnTo>
                    <a:pt x="523227" y="0"/>
                  </a:lnTo>
                  <a:close/>
                </a:path>
                <a:path w="523240" h="6350">
                  <a:moveTo>
                    <a:pt x="523240" y="2552"/>
                  </a:moveTo>
                  <a:lnTo>
                    <a:pt x="488950" y="2552"/>
                  </a:lnTo>
                  <a:lnTo>
                    <a:pt x="488950" y="6350"/>
                  </a:lnTo>
                  <a:lnTo>
                    <a:pt x="523240" y="6350"/>
                  </a:lnTo>
                  <a:lnTo>
                    <a:pt x="523240" y="2552"/>
                  </a:lnTo>
                  <a:close/>
                </a:path>
              </a:pathLst>
            </a:custGeom>
            <a:solidFill>
              <a:srgbClr val="392A00"/>
            </a:solidFill>
          </p:spPr>
          <p:txBody>
            <a:bodyPr wrap="square" lIns="0" tIns="0" rIns="0" bIns="0" rtlCol="0"/>
            <a:lstStyle/>
            <a:p/>
          </p:txBody>
        </p:sp>
        <p:sp>
          <p:nvSpPr>
            <p:cNvPr id="2183" name="object 2183"/>
            <p:cNvSpPr/>
            <p:nvPr/>
          </p:nvSpPr>
          <p:spPr>
            <a:xfrm>
              <a:off x="6590030" y="3949699"/>
              <a:ext cx="530860" cy="7620"/>
            </a:xfrm>
            <a:custGeom>
              <a:avLst/>
              <a:gdLst/>
              <a:ahLst/>
              <a:cxnLst/>
              <a:rect l="l" t="t" r="r" b="b"/>
              <a:pathLst>
                <a:path w="530859" h="7620">
                  <a:moveTo>
                    <a:pt x="106680" y="2552"/>
                  </a:moveTo>
                  <a:lnTo>
                    <a:pt x="3810" y="2552"/>
                  </a:lnTo>
                  <a:lnTo>
                    <a:pt x="3810" y="3810"/>
                  </a:lnTo>
                  <a:lnTo>
                    <a:pt x="2540" y="3810"/>
                  </a:lnTo>
                  <a:lnTo>
                    <a:pt x="2540" y="5080"/>
                  </a:lnTo>
                  <a:lnTo>
                    <a:pt x="1270" y="5080"/>
                  </a:lnTo>
                  <a:lnTo>
                    <a:pt x="1270" y="6350"/>
                  </a:lnTo>
                  <a:lnTo>
                    <a:pt x="0" y="6350"/>
                  </a:lnTo>
                  <a:lnTo>
                    <a:pt x="0" y="7620"/>
                  </a:lnTo>
                  <a:lnTo>
                    <a:pt x="102870" y="7620"/>
                  </a:lnTo>
                  <a:lnTo>
                    <a:pt x="102870" y="6350"/>
                  </a:lnTo>
                  <a:lnTo>
                    <a:pt x="104140" y="6350"/>
                  </a:lnTo>
                  <a:lnTo>
                    <a:pt x="104140" y="5080"/>
                  </a:lnTo>
                  <a:lnTo>
                    <a:pt x="105410" y="5080"/>
                  </a:lnTo>
                  <a:lnTo>
                    <a:pt x="105410" y="3810"/>
                  </a:lnTo>
                  <a:lnTo>
                    <a:pt x="106680" y="3810"/>
                  </a:lnTo>
                  <a:lnTo>
                    <a:pt x="106680" y="2552"/>
                  </a:lnTo>
                  <a:close/>
                </a:path>
                <a:path w="530859" h="7620">
                  <a:moveTo>
                    <a:pt x="107950" y="0"/>
                  </a:moveTo>
                  <a:lnTo>
                    <a:pt x="6350" y="0"/>
                  </a:lnTo>
                  <a:lnTo>
                    <a:pt x="6350" y="1270"/>
                  </a:lnTo>
                  <a:lnTo>
                    <a:pt x="5067" y="1270"/>
                  </a:lnTo>
                  <a:lnTo>
                    <a:pt x="5067" y="2540"/>
                  </a:lnTo>
                  <a:lnTo>
                    <a:pt x="106680" y="2540"/>
                  </a:lnTo>
                  <a:lnTo>
                    <a:pt x="106680" y="1270"/>
                  </a:lnTo>
                  <a:lnTo>
                    <a:pt x="107950" y="1270"/>
                  </a:lnTo>
                  <a:lnTo>
                    <a:pt x="107950" y="0"/>
                  </a:lnTo>
                  <a:close/>
                </a:path>
                <a:path w="530859" h="7620">
                  <a:moveTo>
                    <a:pt x="530860" y="0"/>
                  </a:moveTo>
                  <a:lnTo>
                    <a:pt x="497840" y="0"/>
                  </a:lnTo>
                  <a:lnTo>
                    <a:pt x="497840" y="2540"/>
                  </a:lnTo>
                  <a:lnTo>
                    <a:pt x="499110" y="2540"/>
                  </a:lnTo>
                  <a:lnTo>
                    <a:pt x="499110" y="5080"/>
                  </a:lnTo>
                  <a:lnTo>
                    <a:pt x="500380" y="5080"/>
                  </a:lnTo>
                  <a:lnTo>
                    <a:pt x="500380" y="7620"/>
                  </a:lnTo>
                  <a:lnTo>
                    <a:pt x="530847" y="7620"/>
                  </a:lnTo>
                  <a:lnTo>
                    <a:pt x="530847" y="5080"/>
                  </a:lnTo>
                  <a:lnTo>
                    <a:pt x="530860" y="2540"/>
                  </a:lnTo>
                  <a:lnTo>
                    <a:pt x="530860" y="0"/>
                  </a:lnTo>
                  <a:close/>
                </a:path>
              </a:pathLst>
            </a:custGeom>
            <a:solidFill>
              <a:srgbClr val="3A2B00"/>
            </a:solidFill>
          </p:spPr>
          <p:txBody>
            <a:bodyPr wrap="square" lIns="0" tIns="0" rIns="0" bIns="0" rtlCol="0"/>
            <a:lstStyle/>
            <a:p/>
          </p:txBody>
        </p:sp>
        <p:sp>
          <p:nvSpPr>
            <p:cNvPr id="2184" name="object 2184"/>
            <p:cNvSpPr/>
            <p:nvPr/>
          </p:nvSpPr>
          <p:spPr>
            <a:xfrm>
              <a:off x="6582397" y="3957319"/>
              <a:ext cx="537210" cy="7620"/>
            </a:xfrm>
            <a:custGeom>
              <a:avLst/>
              <a:gdLst/>
              <a:ahLst/>
              <a:cxnLst/>
              <a:rect l="l" t="t" r="r" b="b"/>
              <a:pathLst>
                <a:path w="537209" h="7620">
                  <a:moveTo>
                    <a:pt x="109232" y="1282"/>
                  </a:moveTo>
                  <a:lnTo>
                    <a:pt x="5092" y="1282"/>
                  </a:lnTo>
                  <a:lnTo>
                    <a:pt x="5092" y="2540"/>
                  </a:lnTo>
                  <a:lnTo>
                    <a:pt x="3822" y="2540"/>
                  </a:lnTo>
                  <a:lnTo>
                    <a:pt x="3822" y="3810"/>
                  </a:lnTo>
                  <a:lnTo>
                    <a:pt x="2552" y="3810"/>
                  </a:lnTo>
                  <a:lnTo>
                    <a:pt x="2552" y="5080"/>
                  </a:lnTo>
                  <a:lnTo>
                    <a:pt x="1282" y="5080"/>
                  </a:lnTo>
                  <a:lnTo>
                    <a:pt x="1282" y="6350"/>
                  </a:lnTo>
                  <a:lnTo>
                    <a:pt x="0" y="6350"/>
                  </a:lnTo>
                  <a:lnTo>
                    <a:pt x="0" y="7620"/>
                  </a:lnTo>
                  <a:lnTo>
                    <a:pt x="105410" y="7620"/>
                  </a:lnTo>
                  <a:lnTo>
                    <a:pt x="105410" y="6350"/>
                  </a:lnTo>
                  <a:lnTo>
                    <a:pt x="105422" y="5080"/>
                  </a:lnTo>
                  <a:lnTo>
                    <a:pt x="106692" y="5080"/>
                  </a:lnTo>
                  <a:lnTo>
                    <a:pt x="106692" y="3810"/>
                  </a:lnTo>
                  <a:lnTo>
                    <a:pt x="107962" y="3810"/>
                  </a:lnTo>
                  <a:lnTo>
                    <a:pt x="107962" y="2540"/>
                  </a:lnTo>
                  <a:lnTo>
                    <a:pt x="109232" y="2540"/>
                  </a:lnTo>
                  <a:lnTo>
                    <a:pt x="109232" y="1282"/>
                  </a:lnTo>
                  <a:close/>
                </a:path>
                <a:path w="537209" h="7620">
                  <a:moveTo>
                    <a:pt x="110502" y="0"/>
                  </a:moveTo>
                  <a:lnTo>
                    <a:pt x="6350" y="0"/>
                  </a:lnTo>
                  <a:lnTo>
                    <a:pt x="6350" y="1270"/>
                  </a:lnTo>
                  <a:lnTo>
                    <a:pt x="110502" y="1270"/>
                  </a:lnTo>
                  <a:lnTo>
                    <a:pt x="110502" y="0"/>
                  </a:lnTo>
                  <a:close/>
                </a:path>
                <a:path w="537209" h="7620">
                  <a:moveTo>
                    <a:pt x="537210" y="0"/>
                  </a:moveTo>
                  <a:lnTo>
                    <a:pt x="508012" y="0"/>
                  </a:lnTo>
                  <a:lnTo>
                    <a:pt x="508012" y="1270"/>
                  </a:lnTo>
                  <a:lnTo>
                    <a:pt x="509282" y="1270"/>
                  </a:lnTo>
                  <a:lnTo>
                    <a:pt x="509282" y="2540"/>
                  </a:lnTo>
                  <a:lnTo>
                    <a:pt x="509282" y="3810"/>
                  </a:lnTo>
                  <a:lnTo>
                    <a:pt x="509282" y="5080"/>
                  </a:lnTo>
                  <a:lnTo>
                    <a:pt x="510552" y="5080"/>
                  </a:lnTo>
                  <a:lnTo>
                    <a:pt x="510552" y="6350"/>
                  </a:lnTo>
                  <a:lnTo>
                    <a:pt x="510552" y="7620"/>
                  </a:lnTo>
                  <a:lnTo>
                    <a:pt x="529602" y="7620"/>
                  </a:lnTo>
                  <a:lnTo>
                    <a:pt x="529602" y="6350"/>
                  </a:lnTo>
                  <a:lnTo>
                    <a:pt x="530872" y="6350"/>
                  </a:lnTo>
                  <a:lnTo>
                    <a:pt x="530872" y="5080"/>
                  </a:lnTo>
                  <a:lnTo>
                    <a:pt x="533412" y="5080"/>
                  </a:lnTo>
                  <a:lnTo>
                    <a:pt x="533412" y="3810"/>
                  </a:lnTo>
                  <a:lnTo>
                    <a:pt x="534682" y="3810"/>
                  </a:lnTo>
                  <a:lnTo>
                    <a:pt x="534682" y="2540"/>
                  </a:lnTo>
                  <a:lnTo>
                    <a:pt x="535952" y="2540"/>
                  </a:lnTo>
                  <a:lnTo>
                    <a:pt x="535952" y="1270"/>
                  </a:lnTo>
                  <a:lnTo>
                    <a:pt x="537210" y="1270"/>
                  </a:lnTo>
                  <a:lnTo>
                    <a:pt x="537210" y="0"/>
                  </a:lnTo>
                  <a:close/>
                </a:path>
              </a:pathLst>
            </a:custGeom>
            <a:solidFill>
              <a:srgbClr val="3C2D00"/>
            </a:solidFill>
          </p:spPr>
          <p:txBody>
            <a:bodyPr wrap="square" lIns="0" tIns="0" rIns="0" bIns="0" rtlCol="0"/>
            <a:lstStyle/>
            <a:p/>
          </p:txBody>
        </p:sp>
        <p:sp>
          <p:nvSpPr>
            <p:cNvPr id="2185" name="object 2185"/>
            <p:cNvSpPr/>
            <p:nvPr/>
          </p:nvSpPr>
          <p:spPr>
            <a:xfrm>
              <a:off x="6576047" y="3964939"/>
              <a:ext cx="535305" cy="7620"/>
            </a:xfrm>
            <a:custGeom>
              <a:avLst/>
              <a:gdLst/>
              <a:ahLst/>
              <a:cxnLst/>
              <a:rect l="l" t="t" r="r" b="b"/>
              <a:pathLst>
                <a:path w="535304" h="7620">
                  <a:moveTo>
                    <a:pt x="105410" y="6362"/>
                  </a:moveTo>
                  <a:lnTo>
                    <a:pt x="0" y="6362"/>
                  </a:lnTo>
                  <a:lnTo>
                    <a:pt x="0" y="7620"/>
                  </a:lnTo>
                  <a:lnTo>
                    <a:pt x="105410" y="7620"/>
                  </a:lnTo>
                  <a:lnTo>
                    <a:pt x="105410" y="6362"/>
                  </a:lnTo>
                  <a:close/>
                </a:path>
                <a:path w="535304" h="7620">
                  <a:moveTo>
                    <a:pt x="110502" y="0"/>
                  </a:moveTo>
                  <a:lnTo>
                    <a:pt x="5092" y="0"/>
                  </a:lnTo>
                  <a:lnTo>
                    <a:pt x="5092" y="1270"/>
                  </a:lnTo>
                  <a:lnTo>
                    <a:pt x="5092" y="2540"/>
                  </a:lnTo>
                  <a:lnTo>
                    <a:pt x="3822" y="2540"/>
                  </a:lnTo>
                  <a:lnTo>
                    <a:pt x="3822" y="3810"/>
                  </a:lnTo>
                  <a:lnTo>
                    <a:pt x="2552" y="3810"/>
                  </a:lnTo>
                  <a:lnTo>
                    <a:pt x="2552" y="5080"/>
                  </a:lnTo>
                  <a:lnTo>
                    <a:pt x="1282" y="5080"/>
                  </a:lnTo>
                  <a:lnTo>
                    <a:pt x="1282" y="6350"/>
                  </a:lnTo>
                  <a:lnTo>
                    <a:pt x="106680" y="6350"/>
                  </a:lnTo>
                  <a:lnTo>
                    <a:pt x="106680" y="5080"/>
                  </a:lnTo>
                  <a:lnTo>
                    <a:pt x="107962" y="5080"/>
                  </a:lnTo>
                  <a:lnTo>
                    <a:pt x="107962" y="3810"/>
                  </a:lnTo>
                  <a:lnTo>
                    <a:pt x="107962" y="2540"/>
                  </a:lnTo>
                  <a:lnTo>
                    <a:pt x="109232" y="2540"/>
                  </a:lnTo>
                  <a:lnTo>
                    <a:pt x="109232" y="1270"/>
                  </a:lnTo>
                  <a:lnTo>
                    <a:pt x="110502" y="1270"/>
                  </a:lnTo>
                  <a:lnTo>
                    <a:pt x="110502" y="0"/>
                  </a:lnTo>
                  <a:close/>
                </a:path>
                <a:path w="535304" h="7620">
                  <a:moveTo>
                    <a:pt x="527062" y="6362"/>
                  </a:moveTo>
                  <a:lnTo>
                    <a:pt x="519442" y="6362"/>
                  </a:lnTo>
                  <a:lnTo>
                    <a:pt x="519442" y="7620"/>
                  </a:lnTo>
                  <a:lnTo>
                    <a:pt x="527062" y="7620"/>
                  </a:lnTo>
                  <a:lnTo>
                    <a:pt x="527062" y="6362"/>
                  </a:lnTo>
                  <a:close/>
                </a:path>
                <a:path w="535304" h="7620">
                  <a:moveTo>
                    <a:pt x="534682" y="0"/>
                  </a:moveTo>
                  <a:lnTo>
                    <a:pt x="516902" y="0"/>
                  </a:lnTo>
                  <a:lnTo>
                    <a:pt x="516902" y="1270"/>
                  </a:lnTo>
                  <a:lnTo>
                    <a:pt x="516902" y="2540"/>
                  </a:lnTo>
                  <a:lnTo>
                    <a:pt x="518172" y="2540"/>
                  </a:lnTo>
                  <a:lnTo>
                    <a:pt x="518172" y="3810"/>
                  </a:lnTo>
                  <a:lnTo>
                    <a:pt x="518172" y="5080"/>
                  </a:lnTo>
                  <a:lnTo>
                    <a:pt x="518172" y="6350"/>
                  </a:lnTo>
                  <a:lnTo>
                    <a:pt x="529602" y="6350"/>
                  </a:lnTo>
                  <a:lnTo>
                    <a:pt x="529602" y="5080"/>
                  </a:lnTo>
                  <a:lnTo>
                    <a:pt x="530872" y="5080"/>
                  </a:lnTo>
                  <a:lnTo>
                    <a:pt x="530872" y="3810"/>
                  </a:lnTo>
                  <a:lnTo>
                    <a:pt x="532142" y="3810"/>
                  </a:lnTo>
                  <a:lnTo>
                    <a:pt x="532142" y="2540"/>
                  </a:lnTo>
                  <a:lnTo>
                    <a:pt x="533412" y="2540"/>
                  </a:lnTo>
                  <a:lnTo>
                    <a:pt x="533412" y="1270"/>
                  </a:lnTo>
                  <a:lnTo>
                    <a:pt x="534682" y="1270"/>
                  </a:lnTo>
                  <a:lnTo>
                    <a:pt x="534682" y="0"/>
                  </a:lnTo>
                  <a:close/>
                </a:path>
              </a:pathLst>
            </a:custGeom>
            <a:solidFill>
              <a:srgbClr val="3E2E00"/>
            </a:solidFill>
          </p:spPr>
          <p:txBody>
            <a:bodyPr wrap="square" lIns="0" tIns="0" rIns="0" bIns="0" rtlCol="0"/>
            <a:lstStyle/>
            <a:p/>
          </p:txBody>
        </p:sp>
        <p:sp>
          <p:nvSpPr>
            <p:cNvPr id="2186" name="object 2186"/>
            <p:cNvSpPr/>
            <p:nvPr/>
          </p:nvSpPr>
          <p:spPr>
            <a:xfrm>
              <a:off x="6569697" y="3972559"/>
              <a:ext cx="532765" cy="6350"/>
            </a:xfrm>
            <a:custGeom>
              <a:avLst/>
              <a:gdLst/>
              <a:ahLst/>
              <a:cxnLst/>
              <a:rect l="l" t="t" r="r" b="b"/>
              <a:pathLst>
                <a:path w="532765" h="6350">
                  <a:moveTo>
                    <a:pt x="109232" y="5092"/>
                  </a:moveTo>
                  <a:lnTo>
                    <a:pt x="0" y="5092"/>
                  </a:lnTo>
                  <a:lnTo>
                    <a:pt x="0" y="6350"/>
                  </a:lnTo>
                  <a:lnTo>
                    <a:pt x="109232" y="6350"/>
                  </a:lnTo>
                  <a:lnTo>
                    <a:pt x="109232" y="5092"/>
                  </a:lnTo>
                  <a:close/>
                </a:path>
                <a:path w="532765" h="6350">
                  <a:moveTo>
                    <a:pt x="111772" y="1270"/>
                  </a:moveTo>
                  <a:lnTo>
                    <a:pt x="111760" y="0"/>
                  </a:lnTo>
                  <a:lnTo>
                    <a:pt x="5092" y="0"/>
                  </a:lnTo>
                  <a:lnTo>
                    <a:pt x="5092" y="1270"/>
                  </a:lnTo>
                  <a:lnTo>
                    <a:pt x="3822" y="1270"/>
                  </a:lnTo>
                  <a:lnTo>
                    <a:pt x="3822" y="2540"/>
                  </a:lnTo>
                  <a:lnTo>
                    <a:pt x="2552" y="2540"/>
                  </a:lnTo>
                  <a:lnTo>
                    <a:pt x="2552" y="3810"/>
                  </a:lnTo>
                  <a:lnTo>
                    <a:pt x="1282" y="3810"/>
                  </a:lnTo>
                  <a:lnTo>
                    <a:pt x="1282" y="5080"/>
                  </a:lnTo>
                  <a:lnTo>
                    <a:pt x="109232" y="5080"/>
                  </a:lnTo>
                  <a:lnTo>
                    <a:pt x="109232" y="3810"/>
                  </a:lnTo>
                  <a:lnTo>
                    <a:pt x="110502" y="3810"/>
                  </a:lnTo>
                  <a:lnTo>
                    <a:pt x="110502" y="2540"/>
                  </a:lnTo>
                  <a:lnTo>
                    <a:pt x="110502" y="1270"/>
                  </a:lnTo>
                  <a:lnTo>
                    <a:pt x="111772" y="1270"/>
                  </a:lnTo>
                  <a:close/>
                </a:path>
                <a:path w="532765" h="6350">
                  <a:moveTo>
                    <a:pt x="532142" y="0"/>
                  </a:moveTo>
                  <a:lnTo>
                    <a:pt x="525792" y="0"/>
                  </a:lnTo>
                  <a:lnTo>
                    <a:pt x="525792" y="1270"/>
                  </a:lnTo>
                  <a:lnTo>
                    <a:pt x="525792" y="2540"/>
                  </a:lnTo>
                  <a:lnTo>
                    <a:pt x="527062" y="2540"/>
                  </a:lnTo>
                  <a:lnTo>
                    <a:pt x="527062" y="3810"/>
                  </a:lnTo>
                  <a:lnTo>
                    <a:pt x="527062" y="5080"/>
                  </a:lnTo>
                  <a:lnTo>
                    <a:pt x="528332" y="5080"/>
                  </a:lnTo>
                  <a:lnTo>
                    <a:pt x="528332" y="3810"/>
                  </a:lnTo>
                  <a:lnTo>
                    <a:pt x="529602" y="3810"/>
                  </a:lnTo>
                  <a:lnTo>
                    <a:pt x="529602" y="2540"/>
                  </a:lnTo>
                  <a:lnTo>
                    <a:pt x="530872" y="2540"/>
                  </a:lnTo>
                  <a:lnTo>
                    <a:pt x="530872" y="1270"/>
                  </a:lnTo>
                  <a:lnTo>
                    <a:pt x="532142" y="1270"/>
                  </a:lnTo>
                  <a:lnTo>
                    <a:pt x="532142" y="0"/>
                  </a:lnTo>
                  <a:close/>
                </a:path>
              </a:pathLst>
            </a:custGeom>
            <a:solidFill>
              <a:srgbClr val="402F00"/>
            </a:solidFill>
          </p:spPr>
          <p:txBody>
            <a:bodyPr wrap="square" lIns="0" tIns="0" rIns="0" bIns="0" rtlCol="0"/>
            <a:lstStyle/>
            <a:p/>
          </p:txBody>
        </p:sp>
        <p:sp>
          <p:nvSpPr>
            <p:cNvPr id="2187" name="object 2187"/>
            <p:cNvSpPr/>
            <p:nvPr/>
          </p:nvSpPr>
          <p:spPr>
            <a:xfrm>
              <a:off x="6564630" y="3978909"/>
              <a:ext cx="113030" cy="7620"/>
            </a:xfrm>
            <a:custGeom>
              <a:avLst/>
              <a:gdLst/>
              <a:ahLst/>
              <a:cxnLst/>
              <a:rect l="l" t="t" r="r" b="b"/>
              <a:pathLst>
                <a:path w="113029" h="7620">
                  <a:moveTo>
                    <a:pt x="113030" y="0"/>
                  </a:moveTo>
                  <a:lnTo>
                    <a:pt x="3810" y="0"/>
                  </a:lnTo>
                  <a:lnTo>
                    <a:pt x="3810" y="2540"/>
                  </a:lnTo>
                  <a:lnTo>
                    <a:pt x="2540" y="2540"/>
                  </a:lnTo>
                  <a:lnTo>
                    <a:pt x="2540" y="3810"/>
                  </a:lnTo>
                  <a:lnTo>
                    <a:pt x="1270" y="3810"/>
                  </a:lnTo>
                  <a:lnTo>
                    <a:pt x="1270" y="5080"/>
                  </a:lnTo>
                  <a:lnTo>
                    <a:pt x="0" y="5080"/>
                  </a:lnTo>
                  <a:lnTo>
                    <a:pt x="0" y="6350"/>
                  </a:lnTo>
                  <a:lnTo>
                    <a:pt x="0" y="7620"/>
                  </a:lnTo>
                  <a:lnTo>
                    <a:pt x="109220" y="7620"/>
                  </a:lnTo>
                  <a:lnTo>
                    <a:pt x="109220" y="6350"/>
                  </a:lnTo>
                  <a:lnTo>
                    <a:pt x="110490" y="6350"/>
                  </a:lnTo>
                  <a:lnTo>
                    <a:pt x="110490" y="5080"/>
                  </a:lnTo>
                  <a:lnTo>
                    <a:pt x="110490" y="3810"/>
                  </a:lnTo>
                  <a:lnTo>
                    <a:pt x="111760" y="3810"/>
                  </a:lnTo>
                  <a:lnTo>
                    <a:pt x="111760" y="2540"/>
                  </a:lnTo>
                  <a:lnTo>
                    <a:pt x="113030" y="2540"/>
                  </a:lnTo>
                  <a:lnTo>
                    <a:pt x="113030" y="0"/>
                  </a:lnTo>
                  <a:close/>
                </a:path>
              </a:pathLst>
            </a:custGeom>
            <a:solidFill>
              <a:srgbClr val="413000"/>
            </a:solidFill>
          </p:spPr>
          <p:txBody>
            <a:bodyPr wrap="square" lIns="0" tIns="0" rIns="0" bIns="0" rtlCol="0"/>
            <a:lstStyle/>
            <a:p/>
          </p:txBody>
        </p:sp>
        <p:sp>
          <p:nvSpPr>
            <p:cNvPr id="2188" name="object 2188"/>
            <p:cNvSpPr/>
            <p:nvPr/>
          </p:nvSpPr>
          <p:spPr>
            <a:xfrm>
              <a:off x="6558280" y="3986529"/>
              <a:ext cx="115570" cy="7620"/>
            </a:xfrm>
            <a:custGeom>
              <a:avLst/>
              <a:gdLst/>
              <a:ahLst/>
              <a:cxnLst/>
              <a:rect l="l" t="t" r="r" b="b"/>
              <a:pathLst>
                <a:path w="115570" h="7620">
                  <a:moveTo>
                    <a:pt x="114300" y="3822"/>
                  </a:moveTo>
                  <a:lnTo>
                    <a:pt x="1270" y="3822"/>
                  </a:lnTo>
                  <a:lnTo>
                    <a:pt x="1270" y="6350"/>
                  </a:lnTo>
                  <a:lnTo>
                    <a:pt x="0" y="6350"/>
                  </a:lnTo>
                  <a:lnTo>
                    <a:pt x="0" y="7620"/>
                  </a:lnTo>
                  <a:lnTo>
                    <a:pt x="113030" y="7620"/>
                  </a:lnTo>
                  <a:lnTo>
                    <a:pt x="113030" y="6350"/>
                  </a:lnTo>
                  <a:lnTo>
                    <a:pt x="114300" y="6350"/>
                  </a:lnTo>
                  <a:lnTo>
                    <a:pt x="114300" y="3822"/>
                  </a:lnTo>
                  <a:close/>
                </a:path>
                <a:path w="115570" h="7620">
                  <a:moveTo>
                    <a:pt x="115570" y="0"/>
                  </a:moveTo>
                  <a:lnTo>
                    <a:pt x="5067" y="0"/>
                  </a:lnTo>
                  <a:lnTo>
                    <a:pt x="5067" y="1270"/>
                  </a:lnTo>
                  <a:lnTo>
                    <a:pt x="3810" y="1270"/>
                  </a:lnTo>
                  <a:lnTo>
                    <a:pt x="3810" y="2540"/>
                  </a:lnTo>
                  <a:lnTo>
                    <a:pt x="2540" y="2540"/>
                  </a:lnTo>
                  <a:lnTo>
                    <a:pt x="2540" y="3810"/>
                  </a:lnTo>
                  <a:lnTo>
                    <a:pt x="114300" y="3810"/>
                  </a:lnTo>
                  <a:lnTo>
                    <a:pt x="114300" y="2540"/>
                  </a:lnTo>
                  <a:lnTo>
                    <a:pt x="115570" y="2540"/>
                  </a:lnTo>
                  <a:lnTo>
                    <a:pt x="115570" y="1270"/>
                  </a:lnTo>
                  <a:lnTo>
                    <a:pt x="115570" y="0"/>
                  </a:lnTo>
                  <a:close/>
                </a:path>
              </a:pathLst>
            </a:custGeom>
            <a:solidFill>
              <a:srgbClr val="433300"/>
            </a:solidFill>
          </p:spPr>
          <p:txBody>
            <a:bodyPr wrap="square" lIns="0" tIns="0" rIns="0" bIns="0" rtlCol="0"/>
            <a:lstStyle/>
            <a:p/>
          </p:txBody>
        </p:sp>
        <p:sp>
          <p:nvSpPr>
            <p:cNvPr id="2189" name="object 2189"/>
            <p:cNvSpPr/>
            <p:nvPr/>
          </p:nvSpPr>
          <p:spPr>
            <a:xfrm>
              <a:off x="6553200" y="3994149"/>
              <a:ext cx="118110" cy="6350"/>
            </a:xfrm>
            <a:custGeom>
              <a:avLst/>
              <a:gdLst/>
              <a:ahLst/>
              <a:cxnLst/>
              <a:rect l="l" t="t" r="r" b="b"/>
              <a:pathLst>
                <a:path w="118109" h="6350">
                  <a:moveTo>
                    <a:pt x="118110" y="0"/>
                  </a:moveTo>
                  <a:lnTo>
                    <a:pt x="3797" y="0"/>
                  </a:lnTo>
                  <a:lnTo>
                    <a:pt x="3797" y="1270"/>
                  </a:lnTo>
                  <a:lnTo>
                    <a:pt x="2540" y="1270"/>
                  </a:lnTo>
                  <a:lnTo>
                    <a:pt x="2540" y="3810"/>
                  </a:lnTo>
                  <a:lnTo>
                    <a:pt x="1270" y="3810"/>
                  </a:lnTo>
                  <a:lnTo>
                    <a:pt x="1270" y="5080"/>
                  </a:lnTo>
                  <a:lnTo>
                    <a:pt x="0" y="5080"/>
                  </a:lnTo>
                  <a:lnTo>
                    <a:pt x="0" y="6350"/>
                  </a:lnTo>
                  <a:lnTo>
                    <a:pt x="116840" y="6350"/>
                  </a:lnTo>
                  <a:lnTo>
                    <a:pt x="116840" y="5080"/>
                  </a:lnTo>
                  <a:lnTo>
                    <a:pt x="116840" y="3810"/>
                  </a:lnTo>
                  <a:lnTo>
                    <a:pt x="116840" y="1270"/>
                  </a:lnTo>
                  <a:lnTo>
                    <a:pt x="118110" y="1270"/>
                  </a:lnTo>
                  <a:lnTo>
                    <a:pt x="118110" y="0"/>
                  </a:lnTo>
                  <a:close/>
                </a:path>
              </a:pathLst>
            </a:custGeom>
            <a:solidFill>
              <a:srgbClr val="453300"/>
            </a:solidFill>
          </p:spPr>
          <p:txBody>
            <a:bodyPr wrap="square" lIns="0" tIns="0" rIns="0" bIns="0" rtlCol="0"/>
            <a:lstStyle/>
            <a:p/>
          </p:txBody>
        </p:sp>
        <p:sp>
          <p:nvSpPr>
            <p:cNvPr id="2190" name="object 2190"/>
            <p:cNvSpPr/>
            <p:nvPr/>
          </p:nvSpPr>
          <p:spPr>
            <a:xfrm>
              <a:off x="6548120" y="4000499"/>
              <a:ext cx="120650" cy="7620"/>
            </a:xfrm>
            <a:custGeom>
              <a:avLst/>
              <a:gdLst/>
              <a:ahLst/>
              <a:cxnLst/>
              <a:rect l="l" t="t" r="r" b="b"/>
              <a:pathLst>
                <a:path w="120650" h="7620">
                  <a:moveTo>
                    <a:pt x="120650" y="0"/>
                  </a:moveTo>
                  <a:lnTo>
                    <a:pt x="3810" y="0"/>
                  </a:lnTo>
                  <a:lnTo>
                    <a:pt x="3810" y="2540"/>
                  </a:lnTo>
                  <a:lnTo>
                    <a:pt x="2527" y="2540"/>
                  </a:lnTo>
                  <a:lnTo>
                    <a:pt x="2527" y="3810"/>
                  </a:lnTo>
                  <a:lnTo>
                    <a:pt x="1270" y="3810"/>
                  </a:lnTo>
                  <a:lnTo>
                    <a:pt x="1270" y="5080"/>
                  </a:lnTo>
                  <a:lnTo>
                    <a:pt x="1270" y="6350"/>
                  </a:lnTo>
                  <a:lnTo>
                    <a:pt x="0" y="6350"/>
                  </a:lnTo>
                  <a:lnTo>
                    <a:pt x="0" y="7620"/>
                  </a:lnTo>
                  <a:lnTo>
                    <a:pt x="119380" y="7620"/>
                  </a:lnTo>
                  <a:lnTo>
                    <a:pt x="119380" y="6350"/>
                  </a:lnTo>
                  <a:lnTo>
                    <a:pt x="119380" y="5080"/>
                  </a:lnTo>
                  <a:lnTo>
                    <a:pt x="120650" y="5080"/>
                  </a:lnTo>
                  <a:lnTo>
                    <a:pt x="120650" y="3810"/>
                  </a:lnTo>
                  <a:lnTo>
                    <a:pt x="120637" y="2540"/>
                  </a:lnTo>
                  <a:lnTo>
                    <a:pt x="120650" y="0"/>
                  </a:lnTo>
                  <a:close/>
                </a:path>
              </a:pathLst>
            </a:custGeom>
            <a:solidFill>
              <a:srgbClr val="463400"/>
            </a:solidFill>
          </p:spPr>
          <p:txBody>
            <a:bodyPr wrap="square" lIns="0" tIns="0" rIns="0" bIns="0" rtlCol="0"/>
            <a:lstStyle/>
            <a:p/>
          </p:txBody>
        </p:sp>
        <p:sp>
          <p:nvSpPr>
            <p:cNvPr id="2191" name="object 2191"/>
            <p:cNvSpPr/>
            <p:nvPr/>
          </p:nvSpPr>
          <p:spPr>
            <a:xfrm>
              <a:off x="6543040" y="4008119"/>
              <a:ext cx="124460" cy="7620"/>
            </a:xfrm>
            <a:custGeom>
              <a:avLst/>
              <a:gdLst/>
              <a:ahLst/>
              <a:cxnLst/>
              <a:rect l="l" t="t" r="r" b="b"/>
              <a:pathLst>
                <a:path w="124459" h="7620">
                  <a:moveTo>
                    <a:pt x="124460" y="0"/>
                  </a:moveTo>
                  <a:lnTo>
                    <a:pt x="3810" y="0"/>
                  </a:lnTo>
                  <a:lnTo>
                    <a:pt x="3810" y="2540"/>
                  </a:lnTo>
                  <a:lnTo>
                    <a:pt x="2540" y="2540"/>
                  </a:lnTo>
                  <a:lnTo>
                    <a:pt x="2540" y="3810"/>
                  </a:lnTo>
                  <a:lnTo>
                    <a:pt x="1257" y="3810"/>
                  </a:lnTo>
                  <a:lnTo>
                    <a:pt x="1257" y="6350"/>
                  </a:lnTo>
                  <a:lnTo>
                    <a:pt x="0" y="6350"/>
                  </a:lnTo>
                  <a:lnTo>
                    <a:pt x="0" y="7620"/>
                  </a:lnTo>
                  <a:lnTo>
                    <a:pt x="124460" y="7620"/>
                  </a:lnTo>
                  <a:lnTo>
                    <a:pt x="124460" y="6350"/>
                  </a:lnTo>
                  <a:lnTo>
                    <a:pt x="124460" y="3810"/>
                  </a:lnTo>
                  <a:lnTo>
                    <a:pt x="124460" y="2540"/>
                  </a:lnTo>
                  <a:lnTo>
                    <a:pt x="124460" y="0"/>
                  </a:lnTo>
                  <a:close/>
                </a:path>
              </a:pathLst>
            </a:custGeom>
            <a:solidFill>
              <a:srgbClr val="483600"/>
            </a:solidFill>
          </p:spPr>
          <p:txBody>
            <a:bodyPr wrap="square" lIns="0" tIns="0" rIns="0" bIns="0" rtlCol="0"/>
            <a:lstStyle/>
            <a:p/>
          </p:txBody>
        </p:sp>
        <p:sp>
          <p:nvSpPr>
            <p:cNvPr id="2192" name="object 2192"/>
            <p:cNvSpPr/>
            <p:nvPr/>
          </p:nvSpPr>
          <p:spPr>
            <a:xfrm>
              <a:off x="6540500" y="4015739"/>
              <a:ext cx="125730" cy="6350"/>
            </a:xfrm>
            <a:custGeom>
              <a:avLst/>
              <a:gdLst/>
              <a:ahLst/>
              <a:cxnLst/>
              <a:rect l="l" t="t" r="r" b="b"/>
              <a:pathLst>
                <a:path w="125729" h="6350">
                  <a:moveTo>
                    <a:pt x="125730" y="0"/>
                  </a:moveTo>
                  <a:lnTo>
                    <a:pt x="2540" y="0"/>
                  </a:lnTo>
                  <a:lnTo>
                    <a:pt x="2540" y="1270"/>
                  </a:lnTo>
                  <a:lnTo>
                    <a:pt x="1270" y="1270"/>
                  </a:lnTo>
                  <a:lnTo>
                    <a:pt x="1270" y="3810"/>
                  </a:lnTo>
                  <a:lnTo>
                    <a:pt x="0" y="3810"/>
                  </a:lnTo>
                  <a:lnTo>
                    <a:pt x="0" y="6350"/>
                  </a:lnTo>
                  <a:lnTo>
                    <a:pt x="125730" y="6350"/>
                  </a:lnTo>
                  <a:lnTo>
                    <a:pt x="125730" y="3810"/>
                  </a:lnTo>
                  <a:lnTo>
                    <a:pt x="125730" y="1270"/>
                  </a:lnTo>
                  <a:lnTo>
                    <a:pt x="125730" y="0"/>
                  </a:lnTo>
                  <a:close/>
                </a:path>
              </a:pathLst>
            </a:custGeom>
            <a:solidFill>
              <a:srgbClr val="4A3700"/>
            </a:solidFill>
          </p:spPr>
          <p:txBody>
            <a:bodyPr wrap="square" lIns="0" tIns="0" rIns="0" bIns="0" rtlCol="0"/>
            <a:lstStyle/>
            <a:p/>
          </p:txBody>
        </p:sp>
        <p:sp>
          <p:nvSpPr>
            <p:cNvPr id="2193" name="object 2193"/>
            <p:cNvSpPr/>
            <p:nvPr/>
          </p:nvSpPr>
          <p:spPr>
            <a:xfrm>
              <a:off x="6535420" y="4022089"/>
              <a:ext cx="132080" cy="7620"/>
            </a:xfrm>
            <a:custGeom>
              <a:avLst/>
              <a:gdLst/>
              <a:ahLst/>
              <a:cxnLst/>
              <a:rect l="l" t="t" r="r" b="b"/>
              <a:pathLst>
                <a:path w="132079" h="7620">
                  <a:moveTo>
                    <a:pt x="130810" y="0"/>
                  </a:moveTo>
                  <a:lnTo>
                    <a:pt x="3810" y="0"/>
                  </a:lnTo>
                  <a:lnTo>
                    <a:pt x="3810" y="1270"/>
                  </a:lnTo>
                  <a:lnTo>
                    <a:pt x="2527" y="1270"/>
                  </a:lnTo>
                  <a:lnTo>
                    <a:pt x="2527" y="3810"/>
                  </a:lnTo>
                  <a:lnTo>
                    <a:pt x="1270" y="3810"/>
                  </a:lnTo>
                  <a:lnTo>
                    <a:pt x="1270" y="6350"/>
                  </a:lnTo>
                  <a:lnTo>
                    <a:pt x="130810" y="6350"/>
                  </a:lnTo>
                  <a:lnTo>
                    <a:pt x="130810" y="3810"/>
                  </a:lnTo>
                  <a:lnTo>
                    <a:pt x="130810" y="1270"/>
                  </a:lnTo>
                  <a:lnTo>
                    <a:pt x="130810" y="0"/>
                  </a:lnTo>
                  <a:close/>
                </a:path>
                <a:path w="132079" h="7620">
                  <a:moveTo>
                    <a:pt x="132080" y="6362"/>
                  </a:moveTo>
                  <a:lnTo>
                    <a:pt x="0" y="6362"/>
                  </a:lnTo>
                  <a:lnTo>
                    <a:pt x="0" y="7620"/>
                  </a:lnTo>
                  <a:lnTo>
                    <a:pt x="132080" y="7620"/>
                  </a:lnTo>
                  <a:lnTo>
                    <a:pt x="132080" y="6362"/>
                  </a:lnTo>
                  <a:close/>
                </a:path>
              </a:pathLst>
            </a:custGeom>
            <a:solidFill>
              <a:srgbClr val="4C3800"/>
            </a:solidFill>
          </p:spPr>
          <p:txBody>
            <a:bodyPr wrap="square" lIns="0" tIns="0" rIns="0" bIns="0" rtlCol="0"/>
            <a:lstStyle/>
            <a:p/>
          </p:txBody>
        </p:sp>
        <p:sp>
          <p:nvSpPr>
            <p:cNvPr id="2194" name="object 2194"/>
            <p:cNvSpPr/>
            <p:nvPr/>
          </p:nvSpPr>
          <p:spPr>
            <a:xfrm>
              <a:off x="6531597" y="4029709"/>
              <a:ext cx="136525" cy="7620"/>
            </a:xfrm>
            <a:custGeom>
              <a:avLst/>
              <a:gdLst/>
              <a:ahLst/>
              <a:cxnLst/>
              <a:rect l="l" t="t" r="r" b="b"/>
              <a:pathLst>
                <a:path w="136525" h="7620">
                  <a:moveTo>
                    <a:pt x="135902" y="0"/>
                  </a:moveTo>
                  <a:lnTo>
                    <a:pt x="3822" y="0"/>
                  </a:lnTo>
                  <a:lnTo>
                    <a:pt x="3822" y="1270"/>
                  </a:lnTo>
                  <a:lnTo>
                    <a:pt x="2552" y="1270"/>
                  </a:lnTo>
                  <a:lnTo>
                    <a:pt x="2552" y="3810"/>
                  </a:lnTo>
                  <a:lnTo>
                    <a:pt x="1282" y="3810"/>
                  </a:lnTo>
                  <a:lnTo>
                    <a:pt x="1282" y="6350"/>
                  </a:lnTo>
                  <a:lnTo>
                    <a:pt x="0" y="6350"/>
                  </a:lnTo>
                  <a:lnTo>
                    <a:pt x="0" y="7620"/>
                  </a:lnTo>
                  <a:lnTo>
                    <a:pt x="135902" y="7620"/>
                  </a:lnTo>
                  <a:lnTo>
                    <a:pt x="135902" y="6350"/>
                  </a:lnTo>
                  <a:lnTo>
                    <a:pt x="135902" y="3810"/>
                  </a:lnTo>
                  <a:lnTo>
                    <a:pt x="135902" y="1270"/>
                  </a:lnTo>
                  <a:lnTo>
                    <a:pt x="135902" y="0"/>
                  </a:lnTo>
                  <a:close/>
                </a:path>
              </a:pathLst>
            </a:custGeom>
            <a:solidFill>
              <a:srgbClr val="4D3900"/>
            </a:solidFill>
          </p:spPr>
          <p:txBody>
            <a:bodyPr wrap="square" lIns="0" tIns="0" rIns="0" bIns="0" rtlCol="0"/>
            <a:lstStyle/>
            <a:p/>
          </p:txBody>
        </p:sp>
        <p:sp>
          <p:nvSpPr>
            <p:cNvPr id="2195" name="object 2195"/>
            <p:cNvSpPr/>
            <p:nvPr/>
          </p:nvSpPr>
          <p:spPr>
            <a:xfrm>
              <a:off x="6529070" y="4037329"/>
              <a:ext cx="139700" cy="6350"/>
            </a:xfrm>
            <a:custGeom>
              <a:avLst/>
              <a:gdLst/>
              <a:ahLst/>
              <a:cxnLst/>
              <a:rect l="l" t="t" r="r" b="b"/>
              <a:pathLst>
                <a:path w="139700" h="6350">
                  <a:moveTo>
                    <a:pt x="138430" y="0"/>
                  </a:moveTo>
                  <a:lnTo>
                    <a:pt x="2527" y="0"/>
                  </a:lnTo>
                  <a:lnTo>
                    <a:pt x="2527" y="1270"/>
                  </a:lnTo>
                  <a:lnTo>
                    <a:pt x="1270" y="1270"/>
                  </a:lnTo>
                  <a:lnTo>
                    <a:pt x="1270" y="3810"/>
                  </a:lnTo>
                  <a:lnTo>
                    <a:pt x="138430" y="3810"/>
                  </a:lnTo>
                  <a:lnTo>
                    <a:pt x="138430" y="1270"/>
                  </a:lnTo>
                  <a:lnTo>
                    <a:pt x="138430" y="0"/>
                  </a:lnTo>
                  <a:close/>
                </a:path>
                <a:path w="139700" h="6350">
                  <a:moveTo>
                    <a:pt x="139700" y="3822"/>
                  </a:moveTo>
                  <a:lnTo>
                    <a:pt x="0" y="3822"/>
                  </a:lnTo>
                  <a:lnTo>
                    <a:pt x="0" y="6350"/>
                  </a:lnTo>
                  <a:lnTo>
                    <a:pt x="139700" y="6350"/>
                  </a:lnTo>
                  <a:lnTo>
                    <a:pt x="139700" y="3822"/>
                  </a:lnTo>
                  <a:close/>
                </a:path>
              </a:pathLst>
            </a:custGeom>
            <a:solidFill>
              <a:srgbClr val="4F3B00"/>
            </a:solidFill>
          </p:spPr>
          <p:txBody>
            <a:bodyPr wrap="square" lIns="0" tIns="0" rIns="0" bIns="0" rtlCol="0"/>
            <a:lstStyle/>
            <a:p/>
          </p:txBody>
        </p:sp>
        <p:sp>
          <p:nvSpPr>
            <p:cNvPr id="2196" name="object 2196"/>
            <p:cNvSpPr/>
            <p:nvPr/>
          </p:nvSpPr>
          <p:spPr>
            <a:xfrm>
              <a:off x="6525247" y="4043679"/>
              <a:ext cx="146685" cy="7620"/>
            </a:xfrm>
            <a:custGeom>
              <a:avLst/>
              <a:gdLst/>
              <a:ahLst/>
              <a:cxnLst/>
              <a:rect l="l" t="t" r="r" b="b"/>
              <a:pathLst>
                <a:path w="146684" h="7620">
                  <a:moveTo>
                    <a:pt x="146062" y="6350"/>
                  </a:moveTo>
                  <a:lnTo>
                    <a:pt x="144780" y="6350"/>
                  </a:lnTo>
                  <a:lnTo>
                    <a:pt x="144780" y="5080"/>
                  </a:lnTo>
                  <a:lnTo>
                    <a:pt x="144780" y="2540"/>
                  </a:lnTo>
                  <a:lnTo>
                    <a:pt x="143522" y="2540"/>
                  </a:lnTo>
                  <a:lnTo>
                    <a:pt x="143522" y="0"/>
                  </a:lnTo>
                  <a:lnTo>
                    <a:pt x="2552" y="0"/>
                  </a:lnTo>
                  <a:lnTo>
                    <a:pt x="2552" y="2540"/>
                  </a:lnTo>
                  <a:lnTo>
                    <a:pt x="1282" y="2540"/>
                  </a:lnTo>
                  <a:lnTo>
                    <a:pt x="1282" y="5080"/>
                  </a:lnTo>
                  <a:lnTo>
                    <a:pt x="0" y="5080"/>
                  </a:lnTo>
                  <a:lnTo>
                    <a:pt x="0" y="6350"/>
                  </a:lnTo>
                  <a:lnTo>
                    <a:pt x="0" y="7620"/>
                  </a:lnTo>
                  <a:lnTo>
                    <a:pt x="146062" y="7620"/>
                  </a:lnTo>
                  <a:lnTo>
                    <a:pt x="146062" y="6350"/>
                  </a:lnTo>
                  <a:close/>
                </a:path>
              </a:pathLst>
            </a:custGeom>
            <a:solidFill>
              <a:srgbClr val="513C00"/>
            </a:solidFill>
          </p:spPr>
          <p:txBody>
            <a:bodyPr wrap="square" lIns="0" tIns="0" rIns="0" bIns="0" rtlCol="0"/>
            <a:lstStyle/>
            <a:p/>
          </p:txBody>
        </p:sp>
        <p:sp>
          <p:nvSpPr>
            <p:cNvPr id="2197" name="object 2197"/>
            <p:cNvSpPr/>
            <p:nvPr/>
          </p:nvSpPr>
          <p:spPr>
            <a:xfrm>
              <a:off x="6522720" y="4051299"/>
              <a:ext cx="152400" cy="7620"/>
            </a:xfrm>
            <a:custGeom>
              <a:avLst/>
              <a:gdLst/>
              <a:ahLst/>
              <a:cxnLst/>
              <a:rect l="l" t="t" r="r" b="b"/>
              <a:pathLst>
                <a:path w="152400" h="7620">
                  <a:moveTo>
                    <a:pt x="152400" y="5080"/>
                  </a:moveTo>
                  <a:lnTo>
                    <a:pt x="151130" y="5080"/>
                  </a:lnTo>
                  <a:lnTo>
                    <a:pt x="151130" y="3810"/>
                  </a:lnTo>
                  <a:lnTo>
                    <a:pt x="149860" y="3810"/>
                  </a:lnTo>
                  <a:lnTo>
                    <a:pt x="149860" y="1270"/>
                  </a:lnTo>
                  <a:lnTo>
                    <a:pt x="148590" y="1270"/>
                  </a:lnTo>
                  <a:lnTo>
                    <a:pt x="148590" y="0"/>
                  </a:lnTo>
                  <a:lnTo>
                    <a:pt x="2527" y="0"/>
                  </a:lnTo>
                  <a:lnTo>
                    <a:pt x="2527" y="1270"/>
                  </a:lnTo>
                  <a:lnTo>
                    <a:pt x="1270" y="1270"/>
                  </a:lnTo>
                  <a:lnTo>
                    <a:pt x="1270" y="3810"/>
                  </a:lnTo>
                  <a:lnTo>
                    <a:pt x="1270" y="5080"/>
                  </a:lnTo>
                  <a:lnTo>
                    <a:pt x="0" y="5080"/>
                  </a:lnTo>
                  <a:lnTo>
                    <a:pt x="0" y="7620"/>
                  </a:lnTo>
                  <a:lnTo>
                    <a:pt x="152400" y="7620"/>
                  </a:lnTo>
                  <a:lnTo>
                    <a:pt x="152400" y="5080"/>
                  </a:lnTo>
                  <a:close/>
                </a:path>
              </a:pathLst>
            </a:custGeom>
            <a:solidFill>
              <a:srgbClr val="523D00"/>
            </a:solidFill>
          </p:spPr>
          <p:txBody>
            <a:bodyPr wrap="square" lIns="0" tIns="0" rIns="0" bIns="0" rtlCol="0"/>
            <a:lstStyle/>
            <a:p/>
          </p:txBody>
        </p:sp>
        <p:sp>
          <p:nvSpPr>
            <p:cNvPr id="2198" name="object 2198"/>
            <p:cNvSpPr/>
            <p:nvPr/>
          </p:nvSpPr>
          <p:spPr>
            <a:xfrm>
              <a:off x="6520180" y="4058919"/>
              <a:ext cx="158750" cy="6350"/>
            </a:xfrm>
            <a:custGeom>
              <a:avLst/>
              <a:gdLst/>
              <a:ahLst/>
              <a:cxnLst/>
              <a:rect l="l" t="t" r="r" b="b"/>
              <a:pathLst>
                <a:path w="158750" h="6350">
                  <a:moveTo>
                    <a:pt x="156210" y="0"/>
                  </a:moveTo>
                  <a:lnTo>
                    <a:pt x="2540" y="0"/>
                  </a:lnTo>
                  <a:lnTo>
                    <a:pt x="2540" y="1270"/>
                  </a:lnTo>
                  <a:lnTo>
                    <a:pt x="156210" y="1270"/>
                  </a:lnTo>
                  <a:lnTo>
                    <a:pt x="156210" y="0"/>
                  </a:lnTo>
                  <a:close/>
                </a:path>
                <a:path w="158750" h="6350">
                  <a:moveTo>
                    <a:pt x="158750" y="3810"/>
                  </a:moveTo>
                  <a:lnTo>
                    <a:pt x="157480" y="3810"/>
                  </a:lnTo>
                  <a:lnTo>
                    <a:pt x="157480" y="1282"/>
                  </a:lnTo>
                  <a:lnTo>
                    <a:pt x="1270" y="1282"/>
                  </a:lnTo>
                  <a:lnTo>
                    <a:pt x="1270" y="3810"/>
                  </a:lnTo>
                  <a:lnTo>
                    <a:pt x="0" y="3810"/>
                  </a:lnTo>
                  <a:lnTo>
                    <a:pt x="0" y="6350"/>
                  </a:lnTo>
                  <a:lnTo>
                    <a:pt x="158750" y="6350"/>
                  </a:lnTo>
                  <a:lnTo>
                    <a:pt x="158750" y="3810"/>
                  </a:lnTo>
                  <a:close/>
                </a:path>
              </a:pathLst>
            </a:custGeom>
            <a:solidFill>
              <a:srgbClr val="543F00"/>
            </a:solidFill>
          </p:spPr>
          <p:txBody>
            <a:bodyPr wrap="square" lIns="0" tIns="0" rIns="0" bIns="0" rtlCol="0"/>
            <a:lstStyle/>
            <a:p/>
          </p:txBody>
        </p:sp>
        <p:sp>
          <p:nvSpPr>
            <p:cNvPr id="2199" name="object 2199"/>
            <p:cNvSpPr/>
            <p:nvPr/>
          </p:nvSpPr>
          <p:spPr>
            <a:xfrm>
              <a:off x="6516370" y="4065269"/>
              <a:ext cx="168910" cy="7620"/>
            </a:xfrm>
            <a:custGeom>
              <a:avLst/>
              <a:gdLst/>
              <a:ahLst/>
              <a:cxnLst/>
              <a:rect l="l" t="t" r="r" b="b"/>
              <a:pathLst>
                <a:path w="168909" h="7620">
                  <a:moveTo>
                    <a:pt x="168910" y="6350"/>
                  </a:moveTo>
                  <a:lnTo>
                    <a:pt x="167640" y="6350"/>
                  </a:lnTo>
                  <a:lnTo>
                    <a:pt x="167640" y="5080"/>
                  </a:lnTo>
                  <a:lnTo>
                    <a:pt x="166370" y="5080"/>
                  </a:lnTo>
                  <a:lnTo>
                    <a:pt x="166370" y="3810"/>
                  </a:lnTo>
                  <a:lnTo>
                    <a:pt x="165100" y="3810"/>
                  </a:lnTo>
                  <a:lnTo>
                    <a:pt x="165100" y="2540"/>
                  </a:lnTo>
                  <a:lnTo>
                    <a:pt x="165087" y="1270"/>
                  </a:lnTo>
                  <a:lnTo>
                    <a:pt x="163830" y="1270"/>
                  </a:lnTo>
                  <a:lnTo>
                    <a:pt x="163830" y="0"/>
                  </a:lnTo>
                  <a:lnTo>
                    <a:pt x="2527" y="0"/>
                  </a:lnTo>
                  <a:lnTo>
                    <a:pt x="2527" y="1270"/>
                  </a:lnTo>
                  <a:lnTo>
                    <a:pt x="2527" y="2540"/>
                  </a:lnTo>
                  <a:lnTo>
                    <a:pt x="1270" y="2540"/>
                  </a:lnTo>
                  <a:lnTo>
                    <a:pt x="1270" y="3810"/>
                  </a:lnTo>
                  <a:lnTo>
                    <a:pt x="1270" y="5080"/>
                  </a:lnTo>
                  <a:lnTo>
                    <a:pt x="1270" y="6350"/>
                  </a:lnTo>
                  <a:lnTo>
                    <a:pt x="0" y="6350"/>
                  </a:lnTo>
                  <a:lnTo>
                    <a:pt x="0" y="7620"/>
                  </a:lnTo>
                  <a:lnTo>
                    <a:pt x="168910" y="7620"/>
                  </a:lnTo>
                  <a:lnTo>
                    <a:pt x="168910" y="6350"/>
                  </a:lnTo>
                  <a:close/>
                </a:path>
              </a:pathLst>
            </a:custGeom>
            <a:solidFill>
              <a:srgbClr val="564000"/>
            </a:solidFill>
          </p:spPr>
          <p:txBody>
            <a:bodyPr wrap="square" lIns="0" tIns="0" rIns="0" bIns="0" rtlCol="0"/>
            <a:lstStyle/>
            <a:p/>
          </p:txBody>
        </p:sp>
        <p:sp>
          <p:nvSpPr>
            <p:cNvPr id="2200" name="object 2200"/>
            <p:cNvSpPr/>
            <p:nvPr/>
          </p:nvSpPr>
          <p:spPr>
            <a:xfrm>
              <a:off x="6513830" y="4072889"/>
              <a:ext cx="180340" cy="7620"/>
            </a:xfrm>
            <a:custGeom>
              <a:avLst/>
              <a:gdLst/>
              <a:ahLst/>
              <a:cxnLst/>
              <a:rect l="l" t="t" r="r" b="b"/>
              <a:pathLst>
                <a:path w="180340" h="7620">
                  <a:moveTo>
                    <a:pt x="179070" y="5080"/>
                  </a:moveTo>
                  <a:lnTo>
                    <a:pt x="177800" y="5080"/>
                  </a:lnTo>
                  <a:lnTo>
                    <a:pt x="177800" y="3810"/>
                  </a:lnTo>
                  <a:lnTo>
                    <a:pt x="176530" y="3810"/>
                  </a:lnTo>
                  <a:lnTo>
                    <a:pt x="176530" y="2540"/>
                  </a:lnTo>
                  <a:lnTo>
                    <a:pt x="175260" y="2540"/>
                  </a:lnTo>
                  <a:lnTo>
                    <a:pt x="175260" y="1270"/>
                  </a:lnTo>
                  <a:lnTo>
                    <a:pt x="173990" y="1270"/>
                  </a:lnTo>
                  <a:lnTo>
                    <a:pt x="173990" y="0"/>
                  </a:lnTo>
                  <a:lnTo>
                    <a:pt x="2540" y="0"/>
                  </a:lnTo>
                  <a:lnTo>
                    <a:pt x="2540" y="1270"/>
                  </a:lnTo>
                  <a:lnTo>
                    <a:pt x="2540" y="2540"/>
                  </a:lnTo>
                  <a:lnTo>
                    <a:pt x="1270" y="2540"/>
                  </a:lnTo>
                  <a:lnTo>
                    <a:pt x="1270" y="3810"/>
                  </a:lnTo>
                  <a:lnTo>
                    <a:pt x="1270" y="5080"/>
                  </a:lnTo>
                  <a:lnTo>
                    <a:pt x="1270" y="6350"/>
                  </a:lnTo>
                  <a:lnTo>
                    <a:pt x="179070" y="6350"/>
                  </a:lnTo>
                  <a:lnTo>
                    <a:pt x="179070" y="5080"/>
                  </a:lnTo>
                  <a:close/>
                </a:path>
                <a:path w="180340" h="7620">
                  <a:moveTo>
                    <a:pt x="180340" y="6362"/>
                  </a:moveTo>
                  <a:lnTo>
                    <a:pt x="0" y="6362"/>
                  </a:lnTo>
                  <a:lnTo>
                    <a:pt x="0" y="7620"/>
                  </a:lnTo>
                  <a:lnTo>
                    <a:pt x="180340" y="7620"/>
                  </a:lnTo>
                  <a:lnTo>
                    <a:pt x="180340" y="6362"/>
                  </a:lnTo>
                  <a:close/>
                </a:path>
              </a:pathLst>
            </a:custGeom>
            <a:solidFill>
              <a:srgbClr val="574100"/>
            </a:solidFill>
          </p:spPr>
          <p:txBody>
            <a:bodyPr wrap="square" lIns="0" tIns="0" rIns="0" bIns="0" rtlCol="0"/>
            <a:lstStyle/>
            <a:p/>
          </p:txBody>
        </p:sp>
        <p:sp>
          <p:nvSpPr>
            <p:cNvPr id="2201" name="object 2201"/>
            <p:cNvSpPr/>
            <p:nvPr/>
          </p:nvSpPr>
          <p:spPr>
            <a:xfrm>
              <a:off x="6512547" y="4080509"/>
              <a:ext cx="191135" cy="6350"/>
            </a:xfrm>
            <a:custGeom>
              <a:avLst/>
              <a:gdLst/>
              <a:ahLst/>
              <a:cxnLst/>
              <a:rect l="l" t="t" r="r" b="b"/>
              <a:pathLst>
                <a:path w="191134" h="6350">
                  <a:moveTo>
                    <a:pt x="187960" y="3810"/>
                  </a:moveTo>
                  <a:lnTo>
                    <a:pt x="186702" y="3810"/>
                  </a:lnTo>
                  <a:lnTo>
                    <a:pt x="186702" y="2540"/>
                  </a:lnTo>
                  <a:lnTo>
                    <a:pt x="184162" y="2540"/>
                  </a:lnTo>
                  <a:lnTo>
                    <a:pt x="184162" y="1270"/>
                  </a:lnTo>
                  <a:lnTo>
                    <a:pt x="182880" y="1270"/>
                  </a:lnTo>
                  <a:lnTo>
                    <a:pt x="182880" y="0"/>
                  </a:lnTo>
                  <a:lnTo>
                    <a:pt x="1282" y="0"/>
                  </a:lnTo>
                  <a:lnTo>
                    <a:pt x="1282" y="1270"/>
                  </a:lnTo>
                  <a:lnTo>
                    <a:pt x="1282" y="2540"/>
                  </a:lnTo>
                  <a:lnTo>
                    <a:pt x="1282" y="3810"/>
                  </a:lnTo>
                  <a:lnTo>
                    <a:pt x="0" y="3810"/>
                  </a:lnTo>
                  <a:lnTo>
                    <a:pt x="0" y="5080"/>
                  </a:lnTo>
                  <a:lnTo>
                    <a:pt x="187960" y="5080"/>
                  </a:lnTo>
                  <a:lnTo>
                    <a:pt x="187960" y="3810"/>
                  </a:lnTo>
                  <a:close/>
                </a:path>
                <a:path w="191134" h="6350">
                  <a:moveTo>
                    <a:pt x="190512" y="5092"/>
                  </a:moveTo>
                  <a:lnTo>
                    <a:pt x="0" y="5092"/>
                  </a:lnTo>
                  <a:lnTo>
                    <a:pt x="0" y="6350"/>
                  </a:lnTo>
                  <a:lnTo>
                    <a:pt x="190512" y="6350"/>
                  </a:lnTo>
                  <a:lnTo>
                    <a:pt x="190512" y="5092"/>
                  </a:lnTo>
                  <a:close/>
                </a:path>
              </a:pathLst>
            </a:custGeom>
            <a:solidFill>
              <a:srgbClr val="594200"/>
            </a:solidFill>
          </p:spPr>
          <p:txBody>
            <a:bodyPr wrap="square" lIns="0" tIns="0" rIns="0" bIns="0" rtlCol="0"/>
            <a:lstStyle/>
            <a:p/>
          </p:txBody>
        </p:sp>
        <p:sp>
          <p:nvSpPr>
            <p:cNvPr id="2202" name="object 2202"/>
            <p:cNvSpPr/>
            <p:nvPr/>
          </p:nvSpPr>
          <p:spPr>
            <a:xfrm>
              <a:off x="6511290" y="4086859"/>
              <a:ext cx="204470" cy="7620"/>
            </a:xfrm>
            <a:custGeom>
              <a:avLst/>
              <a:gdLst/>
              <a:ahLst/>
              <a:cxnLst/>
              <a:rect l="l" t="t" r="r" b="b"/>
              <a:pathLst>
                <a:path w="204470" h="7620">
                  <a:moveTo>
                    <a:pt x="204470" y="6350"/>
                  </a:moveTo>
                  <a:lnTo>
                    <a:pt x="201930" y="6350"/>
                  </a:lnTo>
                  <a:lnTo>
                    <a:pt x="201930" y="5080"/>
                  </a:lnTo>
                  <a:lnTo>
                    <a:pt x="200660" y="5080"/>
                  </a:lnTo>
                  <a:lnTo>
                    <a:pt x="200660" y="3810"/>
                  </a:lnTo>
                  <a:lnTo>
                    <a:pt x="198120" y="3810"/>
                  </a:lnTo>
                  <a:lnTo>
                    <a:pt x="198120" y="2540"/>
                  </a:lnTo>
                  <a:lnTo>
                    <a:pt x="195567" y="2540"/>
                  </a:lnTo>
                  <a:lnTo>
                    <a:pt x="195567" y="1270"/>
                  </a:lnTo>
                  <a:lnTo>
                    <a:pt x="193040" y="1270"/>
                  </a:lnTo>
                  <a:lnTo>
                    <a:pt x="193040" y="0"/>
                  </a:lnTo>
                  <a:lnTo>
                    <a:pt x="1257" y="0"/>
                  </a:lnTo>
                  <a:lnTo>
                    <a:pt x="1257" y="1270"/>
                  </a:lnTo>
                  <a:lnTo>
                    <a:pt x="1257" y="2540"/>
                  </a:lnTo>
                  <a:lnTo>
                    <a:pt x="1257" y="3810"/>
                  </a:lnTo>
                  <a:lnTo>
                    <a:pt x="0" y="3810"/>
                  </a:lnTo>
                  <a:lnTo>
                    <a:pt x="0" y="5080"/>
                  </a:lnTo>
                  <a:lnTo>
                    <a:pt x="0" y="6350"/>
                  </a:lnTo>
                  <a:lnTo>
                    <a:pt x="0" y="7620"/>
                  </a:lnTo>
                  <a:lnTo>
                    <a:pt x="204470" y="7620"/>
                  </a:lnTo>
                  <a:lnTo>
                    <a:pt x="204470" y="6350"/>
                  </a:lnTo>
                  <a:close/>
                </a:path>
              </a:pathLst>
            </a:custGeom>
            <a:solidFill>
              <a:srgbClr val="5B4400"/>
            </a:solidFill>
          </p:spPr>
          <p:txBody>
            <a:bodyPr wrap="square" lIns="0" tIns="0" rIns="0" bIns="0" rtlCol="0"/>
            <a:lstStyle/>
            <a:p/>
          </p:txBody>
        </p:sp>
        <p:sp>
          <p:nvSpPr>
            <p:cNvPr id="2203" name="object 2203"/>
            <p:cNvSpPr/>
            <p:nvPr/>
          </p:nvSpPr>
          <p:spPr>
            <a:xfrm>
              <a:off x="6510020" y="4094479"/>
              <a:ext cx="220979" cy="7620"/>
            </a:xfrm>
            <a:custGeom>
              <a:avLst/>
              <a:gdLst/>
              <a:ahLst/>
              <a:cxnLst/>
              <a:rect l="l" t="t" r="r" b="b"/>
              <a:pathLst>
                <a:path w="220979" h="7620">
                  <a:moveTo>
                    <a:pt x="220980" y="6350"/>
                  </a:moveTo>
                  <a:lnTo>
                    <a:pt x="217170" y="6350"/>
                  </a:lnTo>
                  <a:lnTo>
                    <a:pt x="217170" y="5080"/>
                  </a:lnTo>
                  <a:lnTo>
                    <a:pt x="214630" y="5080"/>
                  </a:lnTo>
                  <a:lnTo>
                    <a:pt x="214630" y="3810"/>
                  </a:lnTo>
                  <a:lnTo>
                    <a:pt x="212090" y="3810"/>
                  </a:lnTo>
                  <a:lnTo>
                    <a:pt x="212090" y="2540"/>
                  </a:lnTo>
                  <a:lnTo>
                    <a:pt x="210820" y="2540"/>
                  </a:lnTo>
                  <a:lnTo>
                    <a:pt x="210820" y="1270"/>
                  </a:lnTo>
                  <a:lnTo>
                    <a:pt x="208280" y="1270"/>
                  </a:lnTo>
                  <a:lnTo>
                    <a:pt x="208280" y="0"/>
                  </a:lnTo>
                  <a:lnTo>
                    <a:pt x="1270" y="0"/>
                  </a:lnTo>
                  <a:lnTo>
                    <a:pt x="1270" y="1270"/>
                  </a:lnTo>
                  <a:lnTo>
                    <a:pt x="1270" y="2540"/>
                  </a:lnTo>
                  <a:lnTo>
                    <a:pt x="0" y="2540"/>
                  </a:lnTo>
                  <a:lnTo>
                    <a:pt x="0" y="3810"/>
                  </a:lnTo>
                  <a:lnTo>
                    <a:pt x="0" y="5080"/>
                  </a:lnTo>
                  <a:lnTo>
                    <a:pt x="0" y="6350"/>
                  </a:lnTo>
                  <a:lnTo>
                    <a:pt x="0" y="7620"/>
                  </a:lnTo>
                  <a:lnTo>
                    <a:pt x="220980" y="7620"/>
                  </a:lnTo>
                  <a:lnTo>
                    <a:pt x="220980" y="6350"/>
                  </a:lnTo>
                  <a:close/>
                </a:path>
              </a:pathLst>
            </a:custGeom>
            <a:solidFill>
              <a:srgbClr val="5D4500"/>
            </a:solidFill>
          </p:spPr>
          <p:txBody>
            <a:bodyPr wrap="square" lIns="0" tIns="0" rIns="0" bIns="0" rtlCol="0"/>
            <a:lstStyle/>
            <a:p/>
          </p:txBody>
        </p:sp>
        <p:sp>
          <p:nvSpPr>
            <p:cNvPr id="2204" name="object 2204"/>
            <p:cNvSpPr/>
            <p:nvPr/>
          </p:nvSpPr>
          <p:spPr>
            <a:xfrm>
              <a:off x="6508750" y="4102099"/>
              <a:ext cx="238760" cy="6350"/>
            </a:xfrm>
            <a:custGeom>
              <a:avLst/>
              <a:gdLst/>
              <a:ahLst/>
              <a:cxnLst/>
              <a:rect l="l" t="t" r="r" b="b"/>
              <a:pathLst>
                <a:path w="238759" h="6350">
                  <a:moveTo>
                    <a:pt x="238760" y="5080"/>
                  </a:moveTo>
                  <a:lnTo>
                    <a:pt x="234950" y="5080"/>
                  </a:lnTo>
                  <a:lnTo>
                    <a:pt x="234950" y="3810"/>
                  </a:lnTo>
                  <a:lnTo>
                    <a:pt x="232410" y="3810"/>
                  </a:lnTo>
                  <a:lnTo>
                    <a:pt x="232410" y="2540"/>
                  </a:lnTo>
                  <a:lnTo>
                    <a:pt x="227330" y="2540"/>
                  </a:lnTo>
                  <a:lnTo>
                    <a:pt x="227330" y="1270"/>
                  </a:lnTo>
                  <a:lnTo>
                    <a:pt x="224790" y="1270"/>
                  </a:lnTo>
                  <a:lnTo>
                    <a:pt x="224790" y="0"/>
                  </a:lnTo>
                  <a:lnTo>
                    <a:pt x="0" y="0"/>
                  </a:lnTo>
                  <a:lnTo>
                    <a:pt x="0" y="6350"/>
                  </a:lnTo>
                  <a:lnTo>
                    <a:pt x="238760" y="6350"/>
                  </a:lnTo>
                  <a:lnTo>
                    <a:pt x="238760" y="5080"/>
                  </a:lnTo>
                  <a:close/>
                </a:path>
              </a:pathLst>
            </a:custGeom>
            <a:solidFill>
              <a:srgbClr val="5E4600"/>
            </a:solidFill>
          </p:spPr>
          <p:txBody>
            <a:bodyPr wrap="square" lIns="0" tIns="0" rIns="0" bIns="0" rtlCol="0"/>
            <a:lstStyle/>
            <a:p/>
          </p:txBody>
        </p:sp>
        <p:sp>
          <p:nvSpPr>
            <p:cNvPr id="2205" name="object 2205"/>
            <p:cNvSpPr/>
            <p:nvPr/>
          </p:nvSpPr>
          <p:spPr>
            <a:xfrm>
              <a:off x="6507480" y="4108449"/>
              <a:ext cx="269240" cy="7620"/>
            </a:xfrm>
            <a:custGeom>
              <a:avLst/>
              <a:gdLst/>
              <a:ahLst/>
              <a:cxnLst/>
              <a:rect l="l" t="t" r="r" b="b"/>
              <a:pathLst>
                <a:path w="269240" h="7620">
                  <a:moveTo>
                    <a:pt x="247650" y="1270"/>
                  </a:moveTo>
                  <a:lnTo>
                    <a:pt x="245110" y="1270"/>
                  </a:lnTo>
                  <a:lnTo>
                    <a:pt x="245110" y="0"/>
                  </a:lnTo>
                  <a:lnTo>
                    <a:pt x="1270" y="0"/>
                  </a:lnTo>
                  <a:lnTo>
                    <a:pt x="1270" y="1270"/>
                  </a:lnTo>
                  <a:lnTo>
                    <a:pt x="1270" y="2540"/>
                  </a:lnTo>
                  <a:lnTo>
                    <a:pt x="247650" y="2540"/>
                  </a:lnTo>
                  <a:lnTo>
                    <a:pt x="247650" y="1270"/>
                  </a:lnTo>
                  <a:close/>
                </a:path>
                <a:path w="269240" h="7620">
                  <a:moveTo>
                    <a:pt x="269240" y="6350"/>
                  </a:moveTo>
                  <a:lnTo>
                    <a:pt x="260350" y="6350"/>
                  </a:lnTo>
                  <a:lnTo>
                    <a:pt x="260350" y="5080"/>
                  </a:lnTo>
                  <a:lnTo>
                    <a:pt x="256540" y="5080"/>
                  </a:lnTo>
                  <a:lnTo>
                    <a:pt x="256540" y="3810"/>
                  </a:lnTo>
                  <a:lnTo>
                    <a:pt x="251460" y="3810"/>
                  </a:lnTo>
                  <a:lnTo>
                    <a:pt x="251460" y="2552"/>
                  </a:lnTo>
                  <a:lnTo>
                    <a:pt x="1270" y="2552"/>
                  </a:lnTo>
                  <a:lnTo>
                    <a:pt x="1270" y="3810"/>
                  </a:lnTo>
                  <a:lnTo>
                    <a:pt x="0" y="3810"/>
                  </a:lnTo>
                  <a:lnTo>
                    <a:pt x="0" y="5080"/>
                  </a:lnTo>
                  <a:lnTo>
                    <a:pt x="0" y="6350"/>
                  </a:lnTo>
                  <a:lnTo>
                    <a:pt x="0" y="7620"/>
                  </a:lnTo>
                  <a:lnTo>
                    <a:pt x="269240" y="7620"/>
                  </a:lnTo>
                  <a:lnTo>
                    <a:pt x="269240" y="6350"/>
                  </a:lnTo>
                  <a:close/>
                </a:path>
              </a:pathLst>
            </a:custGeom>
            <a:solidFill>
              <a:srgbClr val="604800"/>
            </a:solidFill>
          </p:spPr>
          <p:txBody>
            <a:bodyPr wrap="square" lIns="0" tIns="0" rIns="0" bIns="0" rtlCol="0"/>
            <a:lstStyle/>
            <a:p/>
          </p:txBody>
        </p:sp>
        <p:sp>
          <p:nvSpPr>
            <p:cNvPr id="2206" name="object 2206"/>
            <p:cNvSpPr/>
            <p:nvPr/>
          </p:nvSpPr>
          <p:spPr>
            <a:xfrm>
              <a:off x="6507480" y="4116069"/>
              <a:ext cx="311150" cy="7620"/>
            </a:xfrm>
            <a:custGeom>
              <a:avLst/>
              <a:gdLst/>
              <a:ahLst/>
              <a:cxnLst/>
              <a:rect l="l" t="t" r="r" b="b"/>
              <a:pathLst>
                <a:path w="311150" h="7620">
                  <a:moveTo>
                    <a:pt x="311150" y="6350"/>
                  </a:moveTo>
                  <a:lnTo>
                    <a:pt x="303530" y="6350"/>
                  </a:lnTo>
                  <a:lnTo>
                    <a:pt x="303530" y="5080"/>
                  </a:lnTo>
                  <a:lnTo>
                    <a:pt x="292100" y="5080"/>
                  </a:lnTo>
                  <a:lnTo>
                    <a:pt x="292100" y="3810"/>
                  </a:lnTo>
                  <a:lnTo>
                    <a:pt x="284480" y="3810"/>
                  </a:lnTo>
                  <a:lnTo>
                    <a:pt x="284480" y="2540"/>
                  </a:lnTo>
                  <a:lnTo>
                    <a:pt x="280670" y="2540"/>
                  </a:lnTo>
                  <a:lnTo>
                    <a:pt x="280670" y="1270"/>
                  </a:lnTo>
                  <a:lnTo>
                    <a:pt x="273050" y="1270"/>
                  </a:lnTo>
                  <a:lnTo>
                    <a:pt x="273050" y="0"/>
                  </a:lnTo>
                  <a:lnTo>
                    <a:pt x="0" y="0"/>
                  </a:lnTo>
                  <a:lnTo>
                    <a:pt x="0" y="1270"/>
                  </a:lnTo>
                  <a:lnTo>
                    <a:pt x="0" y="2540"/>
                  </a:lnTo>
                  <a:lnTo>
                    <a:pt x="0" y="3810"/>
                  </a:lnTo>
                  <a:lnTo>
                    <a:pt x="0" y="5080"/>
                  </a:lnTo>
                  <a:lnTo>
                    <a:pt x="0" y="6350"/>
                  </a:lnTo>
                  <a:lnTo>
                    <a:pt x="0" y="7620"/>
                  </a:lnTo>
                  <a:lnTo>
                    <a:pt x="311150" y="7620"/>
                  </a:lnTo>
                  <a:lnTo>
                    <a:pt x="311150" y="6350"/>
                  </a:lnTo>
                  <a:close/>
                </a:path>
              </a:pathLst>
            </a:custGeom>
            <a:solidFill>
              <a:srgbClr val="624900"/>
            </a:solidFill>
          </p:spPr>
          <p:txBody>
            <a:bodyPr wrap="square" lIns="0" tIns="0" rIns="0" bIns="0" rtlCol="0"/>
            <a:lstStyle/>
            <a:p/>
          </p:txBody>
        </p:sp>
        <p:sp>
          <p:nvSpPr>
            <p:cNvPr id="2207" name="object 2207"/>
            <p:cNvSpPr/>
            <p:nvPr/>
          </p:nvSpPr>
          <p:spPr>
            <a:xfrm>
              <a:off x="6507480" y="4123689"/>
              <a:ext cx="393700" cy="6350"/>
            </a:xfrm>
            <a:custGeom>
              <a:avLst/>
              <a:gdLst/>
              <a:ahLst/>
              <a:cxnLst/>
              <a:rect l="l" t="t" r="r" b="b"/>
              <a:pathLst>
                <a:path w="393700" h="6350">
                  <a:moveTo>
                    <a:pt x="393700" y="5080"/>
                  </a:moveTo>
                  <a:lnTo>
                    <a:pt x="372097" y="5080"/>
                  </a:lnTo>
                  <a:lnTo>
                    <a:pt x="372097" y="3810"/>
                  </a:lnTo>
                  <a:lnTo>
                    <a:pt x="356870" y="3810"/>
                  </a:lnTo>
                  <a:lnTo>
                    <a:pt x="356870" y="2540"/>
                  </a:lnTo>
                  <a:lnTo>
                    <a:pt x="341630" y="2540"/>
                  </a:lnTo>
                  <a:lnTo>
                    <a:pt x="341630" y="1270"/>
                  </a:lnTo>
                  <a:lnTo>
                    <a:pt x="326390" y="1270"/>
                  </a:lnTo>
                  <a:lnTo>
                    <a:pt x="326390" y="0"/>
                  </a:lnTo>
                  <a:lnTo>
                    <a:pt x="0" y="0"/>
                  </a:lnTo>
                  <a:lnTo>
                    <a:pt x="0" y="6350"/>
                  </a:lnTo>
                  <a:lnTo>
                    <a:pt x="393700" y="6350"/>
                  </a:lnTo>
                  <a:lnTo>
                    <a:pt x="393700" y="5080"/>
                  </a:lnTo>
                  <a:close/>
                </a:path>
              </a:pathLst>
            </a:custGeom>
            <a:solidFill>
              <a:srgbClr val="634A00"/>
            </a:solidFill>
          </p:spPr>
          <p:txBody>
            <a:bodyPr wrap="square" lIns="0" tIns="0" rIns="0" bIns="0" rtlCol="0"/>
            <a:lstStyle/>
            <a:p/>
          </p:txBody>
        </p:sp>
        <p:sp>
          <p:nvSpPr>
            <p:cNvPr id="2208" name="object 2208"/>
            <p:cNvSpPr/>
            <p:nvPr/>
          </p:nvSpPr>
          <p:spPr>
            <a:xfrm>
              <a:off x="6507480" y="4130039"/>
              <a:ext cx="607060" cy="7620"/>
            </a:xfrm>
            <a:custGeom>
              <a:avLst/>
              <a:gdLst/>
              <a:ahLst/>
              <a:cxnLst/>
              <a:rect l="l" t="t" r="r" b="b"/>
              <a:pathLst>
                <a:path w="607059" h="7620">
                  <a:moveTo>
                    <a:pt x="603250" y="5080"/>
                  </a:moveTo>
                  <a:lnTo>
                    <a:pt x="594347" y="5080"/>
                  </a:lnTo>
                  <a:lnTo>
                    <a:pt x="594347" y="3810"/>
                  </a:lnTo>
                  <a:lnTo>
                    <a:pt x="586740" y="3810"/>
                  </a:lnTo>
                  <a:lnTo>
                    <a:pt x="586740" y="2540"/>
                  </a:lnTo>
                  <a:lnTo>
                    <a:pt x="566420" y="2540"/>
                  </a:lnTo>
                  <a:lnTo>
                    <a:pt x="566420" y="1270"/>
                  </a:lnTo>
                  <a:lnTo>
                    <a:pt x="565150" y="1270"/>
                  </a:lnTo>
                  <a:lnTo>
                    <a:pt x="565150" y="2540"/>
                  </a:lnTo>
                  <a:lnTo>
                    <a:pt x="565150" y="3810"/>
                  </a:lnTo>
                  <a:lnTo>
                    <a:pt x="553720" y="3810"/>
                  </a:lnTo>
                  <a:lnTo>
                    <a:pt x="553720" y="2540"/>
                  </a:lnTo>
                  <a:lnTo>
                    <a:pt x="506730" y="2540"/>
                  </a:lnTo>
                  <a:lnTo>
                    <a:pt x="506730" y="1270"/>
                  </a:lnTo>
                  <a:lnTo>
                    <a:pt x="403847" y="1270"/>
                  </a:lnTo>
                  <a:lnTo>
                    <a:pt x="403847" y="0"/>
                  </a:lnTo>
                  <a:lnTo>
                    <a:pt x="0" y="0"/>
                  </a:lnTo>
                  <a:lnTo>
                    <a:pt x="0" y="1270"/>
                  </a:lnTo>
                  <a:lnTo>
                    <a:pt x="0" y="2540"/>
                  </a:lnTo>
                  <a:lnTo>
                    <a:pt x="0" y="3810"/>
                  </a:lnTo>
                  <a:lnTo>
                    <a:pt x="0" y="5080"/>
                  </a:lnTo>
                  <a:lnTo>
                    <a:pt x="0" y="6350"/>
                  </a:lnTo>
                  <a:lnTo>
                    <a:pt x="603250" y="6350"/>
                  </a:lnTo>
                  <a:lnTo>
                    <a:pt x="603250" y="5080"/>
                  </a:lnTo>
                  <a:close/>
                </a:path>
                <a:path w="607059" h="7620">
                  <a:moveTo>
                    <a:pt x="607047" y="6362"/>
                  </a:moveTo>
                  <a:lnTo>
                    <a:pt x="0" y="6362"/>
                  </a:lnTo>
                  <a:lnTo>
                    <a:pt x="0" y="7620"/>
                  </a:lnTo>
                  <a:lnTo>
                    <a:pt x="607047" y="7620"/>
                  </a:lnTo>
                  <a:lnTo>
                    <a:pt x="607047" y="6362"/>
                  </a:lnTo>
                  <a:close/>
                </a:path>
              </a:pathLst>
            </a:custGeom>
            <a:solidFill>
              <a:srgbClr val="664B00"/>
            </a:solidFill>
          </p:spPr>
          <p:txBody>
            <a:bodyPr wrap="square" lIns="0" tIns="0" rIns="0" bIns="0" rtlCol="0"/>
            <a:lstStyle/>
            <a:p/>
          </p:txBody>
        </p:sp>
        <p:sp>
          <p:nvSpPr>
            <p:cNvPr id="2209" name="object 2209"/>
            <p:cNvSpPr/>
            <p:nvPr/>
          </p:nvSpPr>
          <p:spPr>
            <a:xfrm>
              <a:off x="6507480" y="4137659"/>
              <a:ext cx="627380" cy="7620"/>
            </a:xfrm>
            <a:custGeom>
              <a:avLst/>
              <a:gdLst/>
              <a:ahLst/>
              <a:cxnLst/>
              <a:rect l="l" t="t" r="r" b="b"/>
              <a:pathLst>
                <a:path w="627379" h="7620">
                  <a:moveTo>
                    <a:pt x="627380" y="6350"/>
                  </a:moveTo>
                  <a:lnTo>
                    <a:pt x="626097" y="6350"/>
                  </a:lnTo>
                  <a:lnTo>
                    <a:pt x="626097" y="5080"/>
                  </a:lnTo>
                  <a:lnTo>
                    <a:pt x="622300" y="5080"/>
                  </a:lnTo>
                  <a:lnTo>
                    <a:pt x="622300" y="3810"/>
                  </a:lnTo>
                  <a:lnTo>
                    <a:pt x="619747" y="3810"/>
                  </a:lnTo>
                  <a:lnTo>
                    <a:pt x="619747" y="2540"/>
                  </a:lnTo>
                  <a:lnTo>
                    <a:pt x="617220" y="2540"/>
                  </a:lnTo>
                  <a:lnTo>
                    <a:pt x="617220" y="1270"/>
                  </a:lnTo>
                  <a:lnTo>
                    <a:pt x="615950" y="1270"/>
                  </a:lnTo>
                  <a:lnTo>
                    <a:pt x="615950" y="0"/>
                  </a:lnTo>
                  <a:lnTo>
                    <a:pt x="0" y="0"/>
                  </a:lnTo>
                  <a:lnTo>
                    <a:pt x="0" y="1270"/>
                  </a:lnTo>
                  <a:lnTo>
                    <a:pt x="0" y="2540"/>
                  </a:lnTo>
                  <a:lnTo>
                    <a:pt x="0" y="3810"/>
                  </a:lnTo>
                  <a:lnTo>
                    <a:pt x="0" y="5080"/>
                  </a:lnTo>
                  <a:lnTo>
                    <a:pt x="0" y="6350"/>
                  </a:lnTo>
                  <a:lnTo>
                    <a:pt x="0" y="7620"/>
                  </a:lnTo>
                  <a:lnTo>
                    <a:pt x="627380" y="7620"/>
                  </a:lnTo>
                  <a:lnTo>
                    <a:pt x="627380" y="6350"/>
                  </a:lnTo>
                  <a:close/>
                </a:path>
              </a:pathLst>
            </a:custGeom>
            <a:solidFill>
              <a:srgbClr val="674D00"/>
            </a:solidFill>
          </p:spPr>
          <p:txBody>
            <a:bodyPr wrap="square" lIns="0" tIns="0" rIns="0" bIns="0" rtlCol="0"/>
            <a:lstStyle/>
            <a:p/>
          </p:txBody>
        </p:sp>
        <p:sp>
          <p:nvSpPr>
            <p:cNvPr id="2210" name="object 2210"/>
            <p:cNvSpPr/>
            <p:nvPr/>
          </p:nvSpPr>
          <p:spPr>
            <a:xfrm>
              <a:off x="6507480" y="4145279"/>
              <a:ext cx="636270" cy="6350"/>
            </a:xfrm>
            <a:custGeom>
              <a:avLst/>
              <a:gdLst/>
              <a:ahLst/>
              <a:cxnLst/>
              <a:rect l="l" t="t" r="r" b="b"/>
              <a:pathLst>
                <a:path w="636270" h="6350">
                  <a:moveTo>
                    <a:pt x="636270" y="5080"/>
                  </a:moveTo>
                  <a:lnTo>
                    <a:pt x="633730" y="5080"/>
                  </a:lnTo>
                  <a:lnTo>
                    <a:pt x="633730" y="3810"/>
                  </a:lnTo>
                  <a:lnTo>
                    <a:pt x="632447" y="3810"/>
                  </a:lnTo>
                  <a:lnTo>
                    <a:pt x="632447" y="2540"/>
                  </a:lnTo>
                  <a:lnTo>
                    <a:pt x="631190" y="2540"/>
                  </a:lnTo>
                  <a:lnTo>
                    <a:pt x="631190" y="1270"/>
                  </a:lnTo>
                  <a:lnTo>
                    <a:pt x="629920" y="1270"/>
                  </a:lnTo>
                  <a:lnTo>
                    <a:pt x="629920" y="0"/>
                  </a:lnTo>
                  <a:lnTo>
                    <a:pt x="0" y="0"/>
                  </a:lnTo>
                  <a:lnTo>
                    <a:pt x="0" y="6350"/>
                  </a:lnTo>
                  <a:lnTo>
                    <a:pt x="636270" y="6350"/>
                  </a:lnTo>
                  <a:lnTo>
                    <a:pt x="636270" y="5080"/>
                  </a:lnTo>
                  <a:close/>
                </a:path>
              </a:pathLst>
            </a:custGeom>
            <a:solidFill>
              <a:srgbClr val="694E00"/>
            </a:solidFill>
          </p:spPr>
          <p:txBody>
            <a:bodyPr wrap="square" lIns="0" tIns="0" rIns="0" bIns="0" rtlCol="0"/>
            <a:lstStyle/>
            <a:p/>
          </p:txBody>
        </p:sp>
        <p:sp>
          <p:nvSpPr>
            <p:cNvPr id="2211" name="object 2211"/>
            <p:cNvSpPr/>
            <p:nvPr/>
          </p:nvSpPr>
          <p:spPr>
            <a:xfrm>
              <a:off x="6507480" y="4151629"/>
              <a:ext cx="642620" cy="7620"/>
            </a:xfrm>
            <a:custGeom>
              <a:avLst/>
              <a:gdLst/>
              <a:ahLst/>
              <a:cxnLst/>
              <a:rect l="l" t="t" r="r" b="b"/>
              <a:pathLst>
                <a:path w="642620" h="7620">
                  <a:moveTo>
                    <a:pt x="642620" y="6350"/>
                  </a:moveTo>
                  <a:lnTo>
                    <a:pt x="641350" y="6350"/>
                  </a:lnTo>
                  <a:lnTo>
                    <a:pt x="641350" y="5080"/>
                  </a:lnTo>
                  <a:lnTo>
                    <a:pt x="640080" y="5080"/>
                  </a:lnTo>
                  <a:lnTo>
                    <a:pt x="640080" y="3810"/>
                  </a:lnTo>
                  <a:lnTo>
                    <a:pt x="638797" y="3810"/>
                  </a:lnTo>
                  <a:lnTo>
                    <a:pt x="638797" y="1270"/>
                  </a:lnTo>
                  <a:lnTo>
                    <a:pt x="637540" y="1270"/>
                  </a:lnTo>
                  <a:lnTo>
                    <a:pt x="637540" y="0"/>
                  </a:lnTo>
                  <a:lnTo>
                    <a:pt x="0" y="0"/>
                  </a:lnTo>
                  <a:lnTo>
                    <a:pt x="0" y="7620"/>
                  </a:lnTo>
                  <a:lnTo>
                    <a:pt x="642620" y="7620"/>
                  </a:lnTo>
                  <a:lnTo>
                    <a:pt x="642620" y="6350"/>
                  </a:lnTo>
                  <a:close/>
                </a:path>
              </a:pathLst>
            </a:custGeom>
            <a:solidFill>
              <a:srgbClr val="6A4F00"/>
            </a:solidFill>
          </p:spPr>
          <p:txBody>
            <a:bodyPr wrap="square" lIns="0" tIns="0" rIns="0" bIns="0" rtlCol="0"/>
            <a:lstStyle/>
            <a:p/>
          </p:txBody>
        </p:sp>
        <p:sp>
          <p:nvSpPr>
            <p:cNvPr id="2212" name="object 2212"/>
            <p:cNvSpPr/>
            <p:nvPr/>
          </p:nvSpPr>
          <p:spPr>
            <a:xfrm>
              <a:off x="6508750" y="4159249"/>
              <a:ext cx="645160" cy="7620"/>
            </a:xfrm>
            <a:custGeom>
              <a:avLst/>
              <a:gdLst/>
              <a:ahLst/>
              <a:cxnLst/>
              <a:rect l="l" t="t" r="r" b="b"/>
              <a:pathLst>
                <a:path w="645159" h="7620">
                  <a:moveTo>
                    <a:pt x="645160" y="6350"/>
                  </a:moveTo>
                  <a:lnTo>
                    <a:pt x="643890" y="6350"/>
                  </a:lnTo>
                  <a:lnTo>
                    <a:pt x="643890" y="3810"/>
                  </a:lnTo>
                  <a:lnTo>
                    <a:pt x="642620" y="3810"/>
                  </a:lnTo>
                  <a:lnTo>
                    <a:pt x="642620" y="1270"/>
                  </a:lnTo>
                  <a:lnTo>
                    <a:pt x="641350" y="1270"/>
                  </a:lnTo>
                  <a:lnTo>
                    <a:pt x="641350" y="0"/>
                  </a:lnTo>
                  <a:lnTo>
                    <a:pt x="0" y="0"/>
                  </a:lnTo>
                  <a:lnTo>
                    <a:pt x="0" y="1270"/>
                  </a:lnTo>
                  <a:lnTo>
                    <a:pt x="0" y="3810"/>
                  </a:lnTo>
                  <a:lnTo>
                    <a:pt x="0" y="6350"/>
                  </a:lnTo>
                  <a:lnTo>
                    <a:pt x="0" y="7620"/>
                  </a:lnTo>
                  <a:lnTo>
                    <a:pt x="645160" y="7620"/>
                  </a:lnTo>
                  <a:lnTo>
                    <a:pt x="645160" y="6350"/>
                  </a:lnTo>
                  <a:close/>
                </a:path>
              </a:pathLst>
            </a:custGeom>
            <a:solidFill>
              <a:srgbClr val="6C5100"/>
            </a:solidFill>
          </p:spPr>
          <p:txBody>
            <a:bodyPr wrap="square" lIns="0" tIns="0" rIns="0" bIns="0" rtlCol="0"/>
            <a:lstStyle/>
            <a:p/>
          </p:txBody>
        </p:sp>
        <p:sp>
          <p:nvSpPr>
            <p:cNvPr id="2213" name="object 2213"/>
            <p:cNvSpPr/>
            <p:nvPr/>
          </p:nvSpPr>
          <p:spPr>
            <a:xfrm>
              <a:off x="6510020" y="4166869"/>
              <a:ext cx="646430" cy="6350"/>
            </a:xfrm>
            <a:custGeom>
              <a:avLst/>
              <a:gdLst/>
              <a:ahLst/>
              <a:cxnLst/>
              <a:rect l="l" t="t" r="r" b="b"/>
              <a:pathLst>
                <a:path w="646429" h="6350">
                  <a:moveTo>
                    <a:pt x="646430" y="5080"/>
                  </a:moveTo>
                  <a:lnTo>
                    <a:pt x="645160" y="5080"/>
                  </a:lnTo>
                  <a:lnTo>
                    <a:pt x="645160" y="2540"/>
                  </a:lnTo>
                  <a:lnTo>
                    <a:pt x="643890" y="2540"/>
                  </a:lnTo>
                  <a:lnTo>
                    <a:pt x="643890" y="0"/>
                  </a:lnTo>
                  <a:lnTo>
                    <a:pt x="0" y="0"/>
                  </a:lnTo>
                  <a:lnTo>
                    <a:pt x="0" y="2540"/>
                  </a:lnTo>
                  <a:lnTo>
                    <a:pt x="0" y="5080"/>
                  </a:lnTo>
                  <a:lnTo>
                    <a:pt x="0" y="6350"/>
                  </a:lnTo>
                  <a:lnTo>
                    <a:pt x="646430" y="6350"/>
                  </a:lnTo>
                  <a:lnTo>
                    <a:pt x="646430" y="5080"/>
                  </a:lnTo>
                  <a:close/>
                </a:path>
              </a:pathLst>
            </a:custGeom>
            <a:solidFill>
              <a:srgbClr val="6E5200"/>
            </a:solidFill>
          </p:spPr>
          <p:txBody>
            <a:bodyPr wrap="square" lIns="0" tIns="0" rIns="0" bIns="0" rtlCol="0"/>
            <a:lstStyle/>
            <a:p/>
          </p:txBody>
        </p:sp>
        <p:sp>
          <p:nvSpPr>
            <p:cNvPr id="2214" name="object 2214"/>
            <p:cNvSpPr/>
            <p:nvPr/>
          </p:nvSpPr>
          <p:spPr>
            <a:xfrm>
              <a:off x="6511290" y="4173219"/>
              <a:ext cx="647700" cy="7620"/>
            </a:xfrm>
            <a:custGeom>
              <a:avLst/>
              <a:gdLst/>
              <a:ahLst/>
              <a:cxnLst/>
              <a:rect l="l" t="t" r="r" b="b"/>
              <a:pathLst>
                <a:path w="647700" h="7620">
                  <a:moveTo>
                    <a:pt x="647687" y="6362"/>
                  </a:moveTo>
                  <a:lnTo>
                    <a:pt x="1257" y="6362"/>
                  </a:lnTo>
                  <a:lnTo>
                    <a:pt x="1257" y="7620"/>
                  </a:lnTo>
                  <a:lnTo>
                    <a:pt x="647687" y="7620"/>
                  </a:lnTo>
                  <a:lnTo>
                    <a:pt x="647687" y="6362"/>
                  </a:lnTo>
                  <a:close/>
                </a:path>
                <a:path w="647700" h="7620">
                  <a:moveTo>
                    <a:pt x="647700" y="3810"/>
                  </a:moveTo>
                  <a:lnTo>
                    <a:pt x="646430" y="3810"/>
                  </a:lnTo>
                  <a:lnTo>
                    <a:pt x="646430" y="1270"/>
                  </a:lnTo>
                  <a:lnTo>
                    <a:pt x="645160" y="1270"/>
                  </a:lnTo>
                  <a:lnTo>
                    <a:pt x="645160" y="0"/>
                  </a:lnTo>
                  <a:lnTo>
                    <a:pt x="0" y="0"/>
                  </a:lnTo>
                  <a:lnTo>
                    <a:pt x="0" y="1270"/>
                  </a:lnTo>
                  <a:lnTo>
                    <a:pt x="0" y="3810"/>
                  </a:lnTo>
                  <a:lnTo>
                    <a:pt x="0" y="6350"/>
                  </a:lnTo>
                  <a:lnTo>
                    <a:pt x="647700" y="6350"/>
                  </a:lnTo>
                  <a:lnTo>
                    <a:pt x="647700" y="3810"/>
                  </a:lnTo>
                  <a:close/>
                </a:path>
              </a:pathLst>
            </a:custGeom>
            <a:solidFill>
              <a:srgbClr val="6F5300"/>
            </a:solidFill>
          </p:spPr>
          <p:txBody>
            <a:bodyPr wrap="square" lIns="0" tIns="0" rIns="0" bIns="0" rtlCol="0"/>
            <a:lstStyle/>
            <a:p/>
          </p:txBody>
        </p:sp>
        <p:sp>
          <p:nvSpPr>
            <p:cNvPr id="2215" name="object 2215"/>
            <p:cNvSpPr/>
            <p:nvPr/>
          </p:nvSpPr>
          <p:spPr>
            <a:xfrm>
              <a:off x="6512547" y="4180839"/>
              <a:ext cx="648335" cy="7620"/>
            </a:xfrm>
            <a:custGeom>
              <a:avLst/>
              <a:gdLst/>
              <a:ahLst/>
              <a:cxnLst/>
              <a:rect l="l" t="t" r="r" b="b"/>
              <a:pathLst>
                <a:path w="648334" h="7620">
                  <a:moveTo>
                    <a:pt x="647712" y="1270"/>
                  </a:moveTo>
                  <a:lnTo>
                    <a:pt x="646430" y="1270"/>
                  </a:lnTo>
                  <a:lnTo>
                    <a:pt x="646430" y="0"/>
                  </a:lnTo>
                  <a:lnTo>
                    <a:pt x="0" y="0"/>
                  </a:lnTo>
                  <a:lnTo>
                    <a:pt x="0" y="1270"/>
                  </a:lnTo>
                  <a:lnTo>
                    <a:pt x="0" y="3810"/>
                  </a:lnTo>
                  <a:lnTo>
                    <a:pt x="1282" y="3810"/>
                  </a:lnTo>
                  <a:lnTo>
                    <a:pt x="1282" y="7620"/>
                  </a:lnTo>
                  <a:lnTo>
                    <a:pt x="647712" y="7620"/>
                  </a:lnTo>
                  <a:lnTo>
                    <a:pt x="647712" y="3810"/>
                  </a:lnTo>
                  <a:lnTo>
                    <a:pt x="647712" y="1270"/>
                  </a:lnTo>
                  <a:close/>
                </a:path>
              </a:pathLst>
            </a:custGeom>
            <a:solidFill>
              <a:srgbClr val="715400"/>
            </a:solidFill>
          </p:spPr>
          <p:txBody>
            <a:bodyPr wrap="square" lIns="0" tIns="0" rIns="0" bIns="0" rtlCol="0"/>
            <a:lstStyle/>
            <a:p/>
          </p:txBody>
        </p:sp>
        <p:sp>
          <p:nvSpPr>
            <p:cNvPr id="2216" name="object 2216"/>
            <p:cNvSpPr/>
            <p:nvPr/>
          </p:nvSpPr>
          <p:spPr>
            <a:xfrm>
              <a:off x="6513830" y="4188459"/>
              <a:ext cx="647700" cy="6350"/>
            </a:xfrm>
            <a:custGeom>
              <a:avLst/>
              <a:gdLst/>
              <a:ahLst/>
              <a:cxnLst/>
              <a:rect l="l" t="t" r="r" b="b"/>
              <a:pathLst>
                <a:path w="647700" h="6350">
                  <a:moveTo>
                    <a:pt x="647700" y="1270"/>
                  </a:moveTo>
                  <a:lnTo>
                    <a:pt x="646430" y="1270"/>
                  </a:lnTo>
                  <a:lnTo>
                    <a:pt x="646430" y="0"/>
                  </a:lnTo>
                  <a:lnTo>
                    <a:pt x="0" y="0"/>
                  </a:lnTo>
                  <a:lnTo>
                    <a:pt x="0" y="1270"/>
                  </a:lnTo>
                  <a:lnTo>
                    <a:pt x="1270" y="1270"/>
                  </a:lnTo>
                  <a:lnTo>
                    <a:pt x="1270" y="5080"/>
                  </a:lnTo>
                  <a:lnTo>
                    <a:pt x="2540" y="5080"/>
                  </a:lnTo>
                  <a:lnTo>
                    <a:pt x="2540" y="6350"/>
                  </a:lnTo>
                  <a:lnTo>
                    <a:pt x="647700" y="6350"/>
                  </a:lnTo>
                  <a:lnTo>
                    <a:pt x="647700" y="5080"/>
                  </a:lnTo>
                  <a:lnTo>
                    <a:pt x="647700" y="1270"/>
                  </a:lnTo>
                  <a:close/>
                </a:path>
              </a:pathLst>
            </a:custGeom>
            <a:solidFill>
              <a:srgbClr val="735600"/>
            </a:solidFill>
          </p:spPr>
          <p:txBody>
            <a:bodyPr wrap="square" lIns="0" tIns="0" rIns="0" bIns="0" rtlCol="0"/>
            <a:lstStyle/>
            <a:p/>
          </p:txBody>
        </p:sp>
        <p:sp>
          <p:nvSpPr>
            <p:cNvPr id="2217" name="object 2217"/>
            <p:cNvSpPr/>
            <p:nvPr/>
          </p:nvSpPr>
          <p:spPr>
            <a:xfrm>
              <a:off x="6516370" y="4194809"/>
              <a:ext cx="645160" cy="7620"/>
            </a:xfrm>
            <a:custGeom>
              <a:avLst/>
              <a:gdLst/>
              <a:ahLst/>
              <a:cxnLst/>
              <a:rect l="l" t="t" r="r" b="b"/>
              <a:pathLst>
                <a:path w="645159" h="7620">
                  <a:moveTo>
                    <a:pt x="645160" y="0"/>
                  </a:moveTo>
                  <a:lnTo>
                    <a:pt x="0" y="0"/>
                  </a:lnTo>
                  <a:lnTo>
                    <a:pt x="0" y="2540"/>
                  </a:lnTo>
                  <a:lnTo>
                    <a:pt x="1270" y="2540"/>
                  </a:lnTo>
                  <a:lnTo>
                    <a:pt x="1270" y="7620"/>
                  </a:lnTo>
                  <a:lnTo>
                    <a:pt x="645160" y="7620"/>
                  </a:lnTo>
                  <a:lnTo>
                    <a:pt x="645160" y="2540"/>
                  </a:lnTo>
                  <a:lnTo>
                    <a:pt x="645160" y="0"/>
                  </a:lnTo>
                  <a:close/>
                </a:path>
              </a:pathLst>
            </a:custGeom>
            <a:solidFill>
              <a:srgbClr val="755700"/>
            </a:solidFill>
          </p:spPr>
          <p:txBody>
            <a:bodyPr wrap="square" lIns="0" tIns="0" rIns="0" bIns="0" rtlCol="0"/>
            <a:lstStyle/>
            <a:p/>
          </p:txBody>
        </p:sp>
        <p:sp>
          <p:nvSpPr>
            <p:cNvPr id="2218" name="object 2218"/>
            <p:cNvSpPr/>
            <p:nvPr/>
          </p:nvSpPr>
          <p:spPr>
            <a:xfrm>
              <a:off x="6518897" y="4202429"/>
              <a:ext cx="644525" cy="7620"/>
            </a:xfrm>
            <a:custGeom>
              <a:avLst/>
              <a:gdLst/>
              <a:ahLst/>
              <a:cxnLst/>
              <a:rect l="l" t="t" r="r" b="b"/>
              <a:pathLst>
                <a:path w="644525" h="7620">
                  <a:moveTo>
                    <a:pt x="643902" y="0"/>
                  </a:moveTo>
                  <a:lnTo>
                    <a:pt x="0" y="0"/>
                  </a:lnTo>
                  <a:lnTo>
                    <a:pt x="0" y="3810"/>
                  </a:lnTo>
                  <a:lnTo>
                    <a:pt x="1282" y="3810"/>
                  </a:lnTo>
                  <a:lnTo>
                    <a:pt x="1282" y="6350"/>
                  </a:lnTo>
                  <a:lnTo>
                    <a:pt x="2552" y="6350"/>
                  </a:lnTo>
                  <a:lnTo>
                    <a:pt x="2552" y="7620"/>
                  </a:lnTo>
                  <a:lnTo>
                    <a:pt x="643902" y="7620"/>
                  </a:lnTo>
                  <a:lnTo>
                    <a:pt x="643902" y="6350"/>
                  </a:lnTo>
                  <a:lnTo>
                    <a:pt x="643902" y="3810"/>
                  </a:lnTo>
                  <a:lnTo>
                    <a:pt x="643902" y="0"/>
                  </a:lnTo>
                  <a:close/>
                </a:path>
              </a:pathLst>
            </a:custGeom>
            <a:solidFill>
              <a:srgbClr val="765800"/>
            </a:solidFill>
          </p:spPr>
          <p:txBody>
            <a:bodyPr wrap="square" lIns="0" tIns="0" rIns="0" bIns="0" rtlCol="0"/>
            <a:lstStyle/>
            <a:p/>
          </p:txBody>
        </p:sp>
        <p:sp>
          <p:nvSpPr>
            <p:cNvPr id="2219" name="object 2219"/>
            <p:cNvSpPr/>
            <p:nvPr/>
          </p:nvSpPr>
          <p:spPr>
            <a:xfrm>
              <a:off x="6521450" y="4210049"/>
              <a:ext cx="641350" cy="7620"/>
            </a:xfrm>
            <a:custGeom>
              <a:avLst/>
              <a:gdLst/>
              <a:ahLst/>
              <a:cxnLst/>
              <a:rect l="l" t="t" r="r" b="b"/>
              <a:pathLst>
                <a:path w="641350" h="7620">
                  <a:moveTo>
                    <a:pt x="641350" y="0"/>
                  </a:moveTo>
                  <a:lnTo>
                    <a:pt x="0" y="0"/>
                  </a:lnTo>
                  <a:lnTo>
                    <a:pt x="0" y="1270"/>
                  </a:lnTo>
                  <a:lnTo>
                    <a:pt x="1270" y="1270"/>
                  </a:lnTo>
                  <a:lnTo>
                    <a:pt x="1270" y="3810"/>
                  </a:lnTo>
                  <a:lnTo>
                    <a:pt x="2540" y="3810"/>
                  </a:lnTo>
                  <a:lnTo>
                    <a:pt x="2540" y="6350"/>
                  </a:lnTo>
                  <a:lnTo>
                    <a:pt x="3797" y="6350"/>
                  </a:lnTo>
                  <a:lnTo>
                    <a:pt x="3797" y="7620"/>
                  </a:lnTo>
                  <a:lnTo>
                    <a:pt x="641350" y="7620"/>
                  </a:lnTo>
                  <a:lnTo>
                    <a:pt x="641350" y="6350"/>
                  </a:lnTo>
                  <a:lnTo>
                    <a:pt x="641350" y="3810"/>
                  </a:lnTo>
                  <a:lnTo>
                    <a:pt x="641350" y="1270"/>
                  </a:lnTo>
                  <a:lnTo>
                    <a:pt x="641350" y="0"/>
                  </a:lnTo>
                  <a:close/>
                </a:path>
              </a:pathLst>
            </a:custGeom>
            <a:solidFill>
              <a:srgbClr val="785A00"/>
            </a:solidFill>
          </p:spPr>
          <p:txBody>
            <a:bodyPr wrap="square" lIns="0" tIns="0" rIns="0" bIns="0" rtlCol="0"/>
            <a:lstStyle/>
            <a:p/>
          </p:txBody>
        </p:sp>
        <p:sp>
          <p:nvSpPr>
            <p:cNvPr id="2220" name="object 2220"/>
            <p:cNvSpPr/>
            <p:nvPr/>
          </p:nvSpPr>
          <p:spPr>
            <a:xfrm>
              <a:off x="6525247" y="4217669"/>
              <a:ext cx="638175" cy="6350"/>
            </a:xfrm>
            <a:custGeom>
              <a:avLst/>
              <a:gdLst/>
              <a:ahLst/>
              <a:cxnLst/>
              <a:rect l="l" t="t" r="r" b="b"/>
              <a:pathLst>
                <a:path w="638175" h="6350">
                  <a:moveTo>
                    <a:pt x="637552" y="0"/>
                  </a:moveTo>
                  <a:lnTo>
                    <a:pt x="0" y="0"/>
                  </a:lnTo>
                  <a:lnTo>
                    <a:pt x="0" y="1270"/>
                  </a:lnTo>
                  <a:lnTo>
                    <a:pt x="1282" y="1270"/>
                  </a:lnTo>
                  <a:lnTo>
                    <a:pt x="1282" y="2540"/>
                  </a:lnTo>
                  <a:lnTo>
                    <a:pt x="2552" y="2540"/>
                  </a:lnTo>
                  <a:lnTo>
                    <a:pt x="2552" y="5080"/>
                  </a:lnTo>
                  <a:lnTo>
                    <a:pt x="3822" y="5080"/>
                  </a:lnTo>
                  <a:lnTo>
                    <a:pt x="3822" y="6350"/>
                  </a:lnTo>
                  <a:lnTo>
                    <a:pt x="637552" y="6350"/>
                  </a:lnTo>
                  <a:lnTo>
                    <a:pt x="637552" y="5080"/>
                  </a:lnTo>
                  <a:lnTo>
                    <a:pt x="637552" y="2540"/>
                  </a:lnTo>
                  <a:lnTo>
                    <a:pt x="637552" y="1270"/>
                  </a:lnTo>
                  <a:lnTo>
                    <a:pt x="637552" y="0"/>
                  </a:lnTo>
                  <a:close/>
                </a:path>
              </a:pathLst>
            </a:custGeom>
            <a:solidFill>
              <a:srgbClr val="7A5B00"/>
            </a:solidFill>
          </p:spPr>
          <p:txBody>
            <a:bodyPr wrap="square" lIns="0" tIns="0" rIns="0" bIns="0" rtlCol="0"/>
            <a:lstStyle/>
            <a:p/>
          </p:txBody>
        </p:sp>
        <p:sp>
          <p:nvSpPr>
            <p:cNvPr id="2221" name="object 2221"/>
            <p:cNvSpPr/>
            <p:nvPr/>
          </p:nvSpPr>
          <p:spPr>
            <a:xfrm>
              <a:off x="6530340" y="4224019"/>
              <a:ext cx="632460" cy="7620"/>
            </a:xfrm>
            <a:custGeom>
              <a:avLst/>
              <a:gdLst/>
              <a:ahLst/>
              <a:cxnLst/>
              <a:rect l="l" t="t" r="r" b="b"/>
              <a:pathLst>
                <a:path w="632459" h="7620">
                  <a:moveTo>
                    <a:pt x="632460" y="6362"/>
                  </a:moveTo>
                  <a:lnTo>
                    <a:pt x="5080" y="6362"/>
                  </a:lnTo>
                  <a:lnTo>
                    <a:pt x="5080" y="7620"/>
                  </a:lnTo>
                  <a:lnTo>
                    <a:pt x="632460" y="7620"/>
                  </a:lnTo>
                  <a:lnTo>
                    <a:pt x="632460" y="6362"/>
                  </a:lnTo>
                  <a:close/>
                </a:path>
                <a:path w="632459" h="7620">
                  <a:moveTo>
                    <a:pt x="632460" y="0"/>
                  </a:moveTo>
                  <a:lnTo>
                    <a:pt x="0" y="0"/>
                  </a:lnTo>
                  <a:lnTo>
                    <a:pt x="0" y="1270"/>
                  </a:lnTo>
                  <a:lnTo>
                    <a:pt x="1257" y="1270"/>
                  </a:lnTo>
                  <a:lnTo>
                    <a:pt x="1257" y="3810"/>
                  </a:lnTo>
                  <a:lnTo>
                    <a:pt x="2540" y="3810"/>
                  </a:lnTo>
                  <a:lnTo>
                    <a:pt x="2540" y="5080"/>
                  </a:lnTo>
                  <a:lnTo>
                    <a:pt x="3810" y="5080"/>
                  </a:lnTo>
                  <a:lnTo>
                    <a:pt x="3810" y="6350"/>
                  </a:lnTo>
                  <a:lnTo>
                    <a:pt x="632460" y="6350"/>
                  </a:lnTo>
                  <a:lnTo>
                    <a:pt x="632460" y="5080"/>
                  </a:lnTo>
                  <a:lnTo>
                    <a:pt x="632460" y="3810"/>
                  </a:lnTo>
                  <a:lnTo>
                    <a:pt x="632460" y="1270"/>
                  </a:lnTo>
                  <a:lnTo>
                    <a:pt x="632460" y="0"/>
                  </a:lnTo>
                  <a:close/>
                </a:path>
              </a:pathLst>
            </a:custGeom>
            <a:solidFill>
              <a:srgbClr val="7B5C00"/>
            </a:solidFill>
          </p:spPr>
          <p:txBody>
            <a:bodyPr wrap="square" lIns="0" tIns="0" rIns="0" bIns="0" rtlCol="0"/>
            <a:lstStyle/>
            <a:p/>
          </p:txBody>
        </p:sp>
        <p:sp>
          <p:nvSpPr>
            <p:cNvPr id="2222" name="object 2222"/>
            <p:cNvSpPr/>
            <p:nvPr/>
          </p:nvSpPr>
          <p:spPr>
            <a:xfrm>
              <a:off x="6535420" y="4231639"/>
              <a:ext cx="627380" cy="7620"/>
            </a:xfrm>
            <a:custGeom>
              <a:avLst/>
              <a:gdLst/>
              <a:ahLst/>
              <a:cxnLst/>
              <a:rect l="l" t="t" r="r" b="b"/>
              <a:pathLst>
                <a:path w="627379" h="7620">
                  <a:moveTo>
                    <a:pt x="627380" y="6362"/>
                  </a:moveTo>
                  <a:lnTo>
                    <a:pt x="5080" y="6362"/>
                  </a:lnTo>
                  <a:lnTo>
                    <a:pt x="5080" y="7620"/>
                  </a:lnTo>
                  <a:lnTo>
                    <a:pt x="627380" y="7620"/>
                  </a:lnTo>
                  <a:lnTo>
                    <a:pt x="627380" y="6362"/>
                  </a:lnTo>
                  <a:close/>
                </a:path>
                <a:path w="627379" h="7620">
                  <a:moveTo>
                    <a:pt x="627380" y="0"/>
                  </a:moveTo>
                  <a:lnTo>
                    <a:pt x="0" y="0"/>
                  </a:lnTo>
                  <a:lnTo>
                    <a:pt x="0" y="1270"/>
                  </a:lnTo>
                  <a:lnTo>
                    <a:pt x="1270" y="1270"/>
                  </a:lnTo>
                  <a:lnTo>
                    <a:pt x="1270" y="2540"/>
                  </a:lnTo>
                  <a:lnTo>
                    <a:pt x="2527" y="2540"/>
                  </a:lnTo>
                  <a:lnTo>
                    <a:pt x="2527" y="5080"/>
                  </a:lnTo>
                  <a:lnTo>
                    <a:pt x="3810" y="5080"/>
                  </a:lnTo>
                  <a:lnTo>
                    <a:pt x="3810" y="6350"/>
                  </a:lnTo>
                  <a:lnTo>
                    <a:pt x="627380" y="6350"/>
                  </a:lnTo>
                  <a:lnTo>
                    <a:pt x="627380" y="5080"/>
                  </a:lnTo>
                  <a:lnTo>
                    <a:pt x="627380" y="2540"/>
                  </a:lnTo>
                  <a:lnTo>
                    <a:pt x="627380" y="1270"/>
                  </a:lnTo>
                  <a:lnTo>
                    <a:pt x="627380" y="0"/>
                  </a:lnTo>
                  <a:close/>
                </a:path>
              </a:pathLst>
            </a:custGeom>
            <a:solidFill>
              <a:srgbClr val="7D5D00"/>
            </a:solidFill>
          </p:spPr>
          <p:txBody>
            <a:bodyPr wrap="square" lIns="0" tIns="0" rIns="0" bIns="0" rtlCol="0"/>
            <a:lstStyle/>
            <a:p/>
          </p:txBody>
        </p:sp>
        <p:sp>
          <p:nvSpPr>
            <p:cNvPr id="2223" name="object 2223"/>
            <p:cNvSpPr/>
            <p:nvPr/>
          </p:nvSpPr>
          <p:spPr>
            <a:xfrm>
              <a:off x="6540500" y="4239259"/>
              <a:ext cx="622300" cy="6350"/>
            </a:xfrm>
            <a:custGeom>
              <a:avLst/>
              <a:gdLst/>
              <a:ahLst/>
              <a:cxnLst/>
              <a:rect l="l" t="t" r="r" b="b"/>
              <a:pathLst>
                <a:path w="622300" h="6350">
                  <a:moveTo>
                    <a:pt x="622300" y="5092"/>
                  </a:moveTo>
                  <a:lnTo>
                    <a:pt x="5080" y="5092"/>
                  </a:lnTo>
                  <a:lnTo>
                    <a:pt x="5080" y="6350"/>
                  </a:lnTo>
                  <a:lnTo>
                    <a:pt x="622300" y="6350"/>
                  </a:lnTo>
                  <a:lnTo>
                    <a:pt x="622300" y="5092"/>
                  </a:lnTo>
                  <a:close/>
                </a:path>
                <a:path w="622300" h="6350">
                  <a:moveTo>
                    <a:pt x="622300" y="0"/>
                  </a:moveTo>
                  <a:lnTo>
                    <a:pt x="0" y="0"/>
                  </a:lnTo>
                  <a:lnTo>
                    <a:pt x="0" y="1270"/>
                  </a:lnTo>
                  <a:lnTo>
                    <a:pt x="1270" y="1270"/>
                  </a:lnTo>
                  <a:lnTo>
                    <a:pt x="1270" y="2540"/>
                  </a:lnTo>
                  <a:lnTo>
                    <a:pt x="2540" y="2540"/>
                  </a:lnTo>
                  <a:lnTo>
                    <a:pt x="2540" y="3810"/>
                  </a:lnTo>
                  <a:lnTo>
                    <a:pt x="3797" y="3810"/>
                  </a:lnTo>
                  <a:lnTo>
                    <a:pt x="3797" y="5080"/>
                  </a:lnTo>
                  <a:lnTo>
                    <a:pt x="622300" y="5080"/>
                  </a:lnTo>
                  <a:lnTo>
                    <a:pt x="622300" y="3810"/>
                  </a:lnTo>
                  <a:lnTo>
                    <a:pt x="622300" y="2540"/>
                  </a:lnTo>
                  <a:lnTo>
                    <a:pt x="622300" y="1270"/>
                  </a:lnTo>
                  <a:lnTo>
                    <a:pt x="622300" y="0"/>
                  </a:lnTo>
                  <a:close/>
                </a:path>
              </a:pathLst>
            </a:custGeom>
            <a:solidFill>
              <a:srgbClr val="7F5F00"/>
            </a:solidFill>
          </p:spPr>
          <p:txBody>
            <a:bodyPr wrap="square" lIns="0" tIns="0" rIns="0" bIns="0" rtlCol="0"/>
            <a:lstStyle/>
            <a:p/>
          </p:txBody>
        </p:sp>
        <p:sp>
          <p:nvSpPr>
            <p:cNvPr id="2224" name="object 2224"/>
            <p:cNvSpPr/>
            <p:nvPr/>
          </p:nvSpPr>
          <p:spPr>
            <a:xfrm>
              <a:off x="6545580" y="4245609"/>
              <a:ext cx="617220" cy="7620"/>
            </a:xfrm>
            <a:custGeom>
              <a:avLst/>
              <a:gdLst/>
              <a:ahLst/>
              <a:cxnLst/>
              <a:rect l="l" t="t" r="r" b="b"/>
              <a:pathLst>
                <a:path w="617220" h="7620">
                  <a:moveTo>
                    <a:pt x="617220" y="0"/>
                  </a:moveTo>
                  <a:lnTo>
                    <a:pt x="0" y="0"/>
                  </a:lnTo>
                  <a:lnTo>
                    <a:pt x="0" y="1270"/>
                  </a:lnTo>
                  <a:lnTo>
                    <a:pt x="1270" y="1270"/>
                  </a:lnTo>
                  <a:lnTo>
                    <a:pt x="1270" y="2540"/>
                  </a:lnTo>
                  <a:lnTo>
                    <a:pt x="2540" y="2540"/>
                  </a:lnTo>
                  <a:lnTo>
                    <a:pt x="2540" y="3810"/>
                  </a:lnTo>
                  <a:lnTo>
                    <a:pt x="3810" y="3810"/>
                  </a:lnTo>
                  <a:lnTo>
                    <a:pt x="3810" y="5080"/>
                  </a:lnTo>
                  <a:lnTo>
                    <a:pt x="5067" y="5080"/>
                  </a:lnTo>
                  <a:lnTo>
                    <a:pt x="5067" y="6350"/>
                  </a:lnTo>
                  <a:lnTo>
                    <a:pt x="6350" y="6350"/>
                  </a:lnTo>
                  <a:lnTo>
                    <a:pt x="6350" y="7620"/>
                  </a:lnTo>
                  <a:lnTo>
                    <a:pt x="617220" y="7620"/>
                  </a:lnTo>
                  <a:lnTo>
                    <a:pt x="617220" y="1270"/>
                  </a:lnTo>
                  <a:lnTo>
                    <a:pt x="617220" y="0"/>
                  </a:lnTo>
                  <a:close/>
                </a:path>
              </a:pathLst>
            </a:custGeom>
            <a:solidFill>
              <a:srgbClr val="816000"/>
            </a:solidFill>
          </p:spPr>
          <p:txBody>
            <a:bodyPr wrap="square" lIns="0" tIns="0" rIns="0" bIns="0" rtlCol="0"/>
            <a:lstStyle/>
            <a:p/>
          </p:txBody>
        </p:sp>
        <p:sp>
          <p:nvSpPr>
            <p:cNvPr id="2225" name="object 2225"/>
            <p:cNvSpPr/>
            <p:nvPr/>
          </p:nvSpPr>
          <p:spPr>
            <a:xfrm>
              <a:off x="6553200" y="4253229"/>
              <a:ext cx="609600" cy="7620"/>
            </a:xfrm>
            <a:custGeom>
              <a:avLst/>
              <a:gdLst/>
              <a:ahLst/>
              <a:cxnLst/>
              <a:rect l="l" t="t" r="r" b="b"/>
              <a:pathLst>
                <a:path w="609600" h="7620">
                  <a:moveTo>
                    <a:pt x="609600" y="0"/>
                  </a:moveTo>
                  <a:lnTo>
                    <a:pt x="0" y="0"/>
                  </a:lnTo>
                  <a:lnTo>
                    <a:pt x="0" y="1270"/>
                  </a:lnTo>
                  <a:lnTo>
                    <a:pt x="1270" y="1270"/>
                  </a:lnTo>
                  <a:lnTo>
                    <a:pt x="1270" y="2540"/>
                  </a:lnTo>
                  <a:lnTo>
                    <a:pt x="2540" y="2540"/>
                  </a:lnTo>
                  <a:lnTo>
                    <a:pt x="2540" y="3810"/>
                  </a:lnTo>
                  <a:lnTo>
                    <a:pt x="3797" y="3810"/>
                  </a:lnTo>
                  <a:lnTo>
                    <a:pt x="3797" y="5080"/>
                  </a:lnTo>
                  <a:lnTo>
                    <a:pt x="5080" y="5080"/>
                  </a:lnTo>
                  <a:lnTo>
                    <a:pt x="5080" y="6350"/>
                  </a:lnTo>
                  <a:lnTo>
                    <a:pt x="6350" y="6350"/>
                  </a:lnTo>
                  <a:lnTo>
                    <a:pt x="6350" y="7620"/>
                  </a:lnTo>
                  <a:lnTo>
                    <a:pt x="608330" y="7620"/>
                  </a:lnTo>
                  <a:lnTo>
                    <a:pt x="608330" y="6350"/>
                  </a:lnTo>
                  <a:lnTo>
                    <a:pt x="609600" y="6350"/>
                  </a:lnTo>
                  <a:lnTo>
                    <a:pt x="609600" y="5080"/>
                  </a:lnTo>
                  <a:lnTo>
                    <a:pt x="609600" y="3810"/>
                  </a:lnTo>
                  <a:lnTo>
                    <a:pt x="609600" y="2540"/>
                  </a:lnTo>
                  <a:lnTo>
                    <a:pt x="609600" y="1270"/>
                  </a:lnTo>
                  <a:lnTo>
                    <a:pt x="609600" y="0"/>
                  </a:lnTo>
                  <a:close/>
                </a:path>
              </a:pathLst>
            </a:custGeom>
            <a:solidFill>
              <a:srgbClr val="826100"/>
            </a:solidFill>
          </p:spPr>
          <p:txBody>
            <a:bodyPr wrap="square" lIns="0" tIns="0" rIns="0" bIns="0" rtlCol="0"/>
            <a:lstStyle/>
            <a:p/>
          </p:txBody>
        </p:sp>
        <p:sp>
          <p:nvSpPr>
            <p:cNvPr id="2226" name="object 2226"/>
            <p:cNvSpPr/>
            <p:nvPr/>
          </p:nvSpPr>
          <p:spPr>
            <a:xfrm>
              <a:off x="6560820" y="4260849"/>
              <a:ext cx="600710" cy="6350"/>
            </a:xfrm>
            <a:custGeom>
              <a:avLst/>
              <a:gdLst/>
              <a:ahLst/>
              <a:cxnLst/>
              <a:rect l="l" t="t" r="r" b="b"/>
              <a:pathLst>
                <a:path w="600709" h="6350">
                  <a:moveTo>
                    <a:pt x="600710" y="0"/>
                  </a:moveTo>
                  <a:lnTo>
                    <a:pt x="0" y="0"/>
                  </a:lnTo>
                  <a:lnTo>
                    <a:pt x="0" y="1270"/>
                  </a:lnTo>
                  <a:lnTo>
                    <a:pt x="2527" y="1270"/>
                  </a:lnTo>
                  <a:lnTo>
                    <a:pt x="2527" y="2540"/>
                  </a:lnTo>
                  <a:lnTo>
                    <a:pt x="3810" y="2540"/>
                  </a:lnTo>
                  <a:lnTo>
                    <a:pt x="3810" y="3810"/>
                  </a:lnTo>
                  <a:lnTo>
                    <a:pt x="5080" y="3810"/>
                  </a:lnTo>
                  <a:lnTo>
                    <a:pt x="5080" y="5080"/>
                  </a:lnTo>
                  <a:lnTo>
                    <a:pt x="7620" y="5080"/>
                  </a:lnTo>
                  <a:lnTo>
                    <a:pt x="7620" y="6350"/>
                  </a:lnTo>
                  <a:lnTo>
                    <a:pt x="600710" y="6350"/>
                  </a:lnTo>
                  <a:lnTo>
                    <a:pt x="600710" y="5080"/>
                  </a:lnTo>
                  <a:lnTo>
                    <a:pt x="600710" y="3810"/>
                  </a:lnTo>
                  <a:lnTo>
                    <a:pt x="600710" y="2540"/>
                  </a:lnTo>
                  <a:lnTo>
                    <a:pt x="600710" y="1270"/>
                  </a:lnTo>
                  <a:lnTo>
                    <a:pt x="600710" y="0"/>
                  </a:lnTo>
                  <a:close/>
                </a:path>
              </a:pathLst>
            </a:custGeom>
            <a:solidFill>
              <a:srgbClr val="846200"/>
            </a:solidFill>
          </p:spPr>
          <p:txBody>
            <a:bodyPr wrap="square" lIns="0" tIns="0" rIns="0" bIns="0" rtlCol="0"/>
            <a:lstStyle/>
            <a:p/>
          </p:txBody>
        </p:sp>
        <p:sp>
          <p:nvSpPr>
            <p:cNvPr id="2227" name="object 2227"/>
            <p:cNvSpPr/>
            <p:nvPr/>
          </p:nvSpPr>
          <p:spPr>
            <a:xfrm>
              <a:off x="6569697" y="4267199"/>
              <a:ext cx="592455" cy="7620"/>
            </a:xfrm>
            <a:custGeom>
              <a:avLst/>
              <a:gdLst/>
              <a:ahLst/>
              <a:cxnLst/>
              <a:rect l="l" t="t" r="r" b="b"/>
              <a:pathLst>
                <a:path w="592454" h="7620">
                  <a:moveTo>
                    <a:pt x="591832" y="0"/>
                  </a:moveTo>
                  <a:lnTo>
                    <a:pt x="0" y="0"/>
                  </a:lnTo>
                  <a:lnTo>
                    <a:pt x="0" y="1270"/>
                  </a:lnTo>
                  <a:lnTo>
                    <a:pt x="1282" y="1270"/>
                  </a:lnTo>
                  <a:lnTo>
                    <a:pt x="1282" y="2540"/>
                  </a:lnTo>
                  <a:lnTo>
                    <a:pt x="2552" y="2540"/>
                  </a:lnTo>
                  <a:lnTo>
                    <a:pt x="2552" y="3810"/>
                  </a:lnTo>
                  <a:lnTo>
                    <a:pt x="5092" y="3810"/>
                  </a:lnTo>
                  <a:lnTo>
                    <a:pt x="5092" y="5080"/>
                  </a:lnTo>
                  <a:lnTo>
                    <a:pt x="6350" y="5080"/>
                  </a:lnTo>
                  <a:lnTo>
                    <a:pt x="6350" y="6350"/>
                  </a:lnTo>
                  <a:lnTo>
                    <a:pt x="7632" y="6350"/>
                  </a:lnTo>
                  <a:lnTo>
                    <a:pt x="7632" y="7620"/>
                  </a:lnTo>
                  <a:lnTo>
                    <a:pt x="590562" y="7620"/>
                  </a:lnTo>
                  <a:lnTo>
                    <a:pt x="590562" y="6350"/>
                  </a:lnTo>
                  <a:lnTo>
                    <a:pt x="591832" y="6350"/>
                  </a:lnTo>
                  <a:lnTo>
                    <a:pt x="591832" y="5080"/>
                  </a:lnTo>
                  <a:lnTo>
                    <a:pt x="591832" y="3810"/>
                  </a:lnTo>
                  <a:lnTo>
                    <a:pt x="591832" y="2540"/>
                  </a:lnTo>
                  <a:lnTo>
                    <a:pt x="591832" y="1270"/>
                  </a:lnTo>
                  <a:lnTo>
                    <a:pt x="591832" y="0"/>
                  </a:lnTo>
                  <a:close/>
                </a:path>
              </a:pathLst>
            </a:custGeom>
            <a:solidFill>
              <a:srgbClr val="866400"/>
            </a:solidFill>
          </p:spPr>
          <p:txBody>
            <a:bodyPr wrap="square" lIns="0" tIns="0" rIns="0" bIns="0" rtlCol="0"/>
            <a:lstStyle/>
            <a:p/>
          </p:txBody>
        </p:sp>
        <p:sp>
          <p:nvSpPr>
            <p:cNvPr id="2228" name="object 2228"/>
            <p:cNvSpPr/>
            <p:nvPr/>
          </p:nvSpPr>
          <p:spPr>
            <a:xfrm>
              <a:off x="6579870" y="4274819"/>
              <a:ext cx="580390" cy="7620"/>
            </a:xfrm>
            <a:custGeom>
              <a:avLst/>
              <a:gdLst/>
              <a:ahLst/>
              <a:cxnLst/>
              <a:rect l="l" t="t" r="r" b="b"/>
              <a:pathLst>
                <a:path w="580390" h="7620">
                  <a:moveTo>
                    <a:pt x="580390" y="0"/>
                  </a:moveTo>
                  <a:lnTo>
                    <a:pt x="0" y="0"/>
                  </a:lnTo>
                  <a:lnTo>
                    <a:pt x="0" y="1270"/>
                  </a:lnTo>
                  <a:lnTo>
                    <a:pt x="1270" y="1270"/>
                  </a:lnTo>
                  <a:lnTo>
                    <a:pt x="1270" y="2540"/>
                  </a:lnTo>
                  <a:lnTo>
                    <a:pt x="2527" y="2540"/>
                  </a:lnTo>
                  <a:lnTo>
                    <a:pt x="2527" y="3810"/>
                  </a:lnTo>
                  <a:lnTo>
                    <a:pt x="5080" y="3810"/>
                  </a:lnTo>
                  <a:lnTo>
                    <a:pt x="5080" y="5080"/>
                  </a:lnTo>
                  <a:lnTo>
                    <a:pt x="6350" y="5080"/>
                  </a:lnTo>
                  <a:lnTo>
                    <a:pt x="6350" y="6350"/>
                  </a:lnTo>
                  <a:lnTo>
                    <a:pt x="8877" y="6350"/>
                  </a:lnTo>
                  <a:lnTo>
                    <a:pt x="8877" y="7620"/>
                  </a:lnTo>
                  <a:lnTo>
                    <a:pt x="580390" y="7620"/>
                  </a:lnTo>
                  <a:lnTo>
                    <a:pt x="580390" y="1270"/>
                  </a:lnTo>
                  <a:lnTo>
                    <a:pt x="580390" y="0"/>
                  </a:lnTo>
                  <a:close/>
                </a:path>
              </a:pathLst>
            </a:custGeom>
            <a:solidFill>
              <a:srgbClr val="876600"/>
            </a:solidFill>
          </p:spPr>
          <p:txBody>
            <a:bodyPr wrap="square" lIns="0" tIns="0" rIns="0" bIns="0" rtlCol="0"/>
            <a:lstStyle/>
            <a:p/>
          </p:txBody>
        </p:sp>
        <p:sp>
          <p:nvSpPr>
            <p:cNvPr id="2229" name="object 2229"/>
            <p:cNvSpPr/>
            <p:nvPr/>
          </p:nvSpPr>
          <p:spPr>
            <a:xfrm>
              <a:off x="6590030" y="4282452"/>
              <a:ext cx="570230" cy="6350"/>
            </a:xfrm>
            <a:custGeom>
              <a:avLst/>
              <a:gdLst/>
              <a:ahLst/>
              <a:cxnLst/>
              <a:rect l="l" t="t" r="r" b="b"/>
              <a:pathLst>
                <a:path w="570229" h="6350">
                  <a:moveTo>
                    <a:pt x="570230" y="0"/>
                  </a:moveTo>
                  <a:lnTo>
                    <a:pt x="0" y="0"/>
                  </a:lnTo>
                  <a:lnTo>
                    <a:pt x="0" y="1257"/>
                  </a:lnTo>
                  <a:lnTo>
                    <a:pt x="2540" y="1257"/>
                  </a:lnTo>
                  <a:lnTo>
                    <a:pt x="2540" y="2527"/>
                  </a:lnTo>
                  <a:lnTo>
                    <a:pt x="3810" y="2527"/>
                  </a:lnTo>
                  <a:lnTo>
                    <a:pt x="3810" y="3797"/>
                  </a:lnTo>
                  <a:lnTo>
                    <a:pt x="6350" y="3797"/>
                  </a:lnTo>
                  <a:lnTo>
                    <a:pt x="6350" y="5067"/>
                  </a:lnTo>
                  <a:lnTo>
                    <a:pt x="7620" y="5067"/>
                  </a:lnTo>
                  <a:lnTo>
                    <a:pt x="7620" y="6337"/>
                  </a:lnTo>
                  <a:lnTo>
                    <a:pt x="568960" y="6337"/>
                  </a:lnTo>
                  <a:lnTo>
                    <a:pt x="568960" y="5067"/>
                  </a:lnTo>
                  <a:lnTo>
                    <a:pt x="568960" y="3797"/>
                  </a:lnTo>
                  <a:lnTo>
                    <a:pt x="568960" y="2527"/>
                  </a:lnTo>
                  <a:lnTo>
                    <a:pt x="568960" y="1257"/>
                  </a:lnTo>
                  <a:lnTo>
                    <a:pt x="570230" y="1257"/>
                  </a:lnTo>
                  <a:lnTo>
                    <a:pt x="570230" y="0"/>
                  </a:lnTo>
                  <a:close/>
                </a:path>
              </a:pathLst>
            </a:custGeom>
            <a:solidFill>
              <a:srgbClr val="896600"/>
            </a:solidFill>
          </p:spPr>
          <p:txBody>
            <a:bodyPr wrap="square" lIns="0" tIns="0" rIns="0" bIns="0" rtlCol="0"/>
            <a:lstStyle/>
            <a:p/>
          </p:txBody>
        </p:sp>
        <p:sp>
          <p:nvSpPr>
            <p:cNvPr id="2230" name="object 2230"/>
            <p:cNvSpPr/>
            <p:nvPr/>
          </p:nvSpPr>
          <p:spPr>
            <a:xfrm>
              <a:off x="6600190" y="4288789"/>
              <a:ext cx="558800" cy="7620"/>
            </a:xfrm>
            <a:custGeom>
              <a:avLst/>
              <a:gdLst/>
              <a:ahLst/>
              <a:cxnLst/>
              <a:rect l="l" t="t" r="r" b="b"/>
              <a:pathLst>
                <a:path w="558800" h="7620">
                  <a:moveTo>
                    <a:pt x="557530" y="6362"/>
                  </a:moveTo>
                  <a:lnTo>
                    <a:pt x="11430" y="6362"/>
                  </a:lnTo>
                  <a:lnTo>
                    <a:pt x="11430" y="7620"/>
                  </a:lnTo>
                  <a:lnTo>
                    <a:pt x="557517" y="7620"/>
                  </a:lnTo>
                  <a:lnTo>
                    <a:pt x="557530" y="6362"/>
                  </a:lnTo>
                  <a:close/>
                </a:path>
                <a:path w="558800" h="7620">
                  <a:moveTo>
                    <a:pt x="558800" y="0"/>
                  </a:moveTo>
                  <a:lnTo>
                    <a:pt x="0" y="0"/>
                  </a:lnTo>
                  <a:lnTo>
                    <a:pt x="0" y="1270"/>
                  </a:lnTo>
                  <a:lnTo>
                    <a:pt x="2540" y="1270"/>
                  </a:lnTo>
                  <a:lnTo>
                    <a:pt x="2540" y="2540"/>
                  </a:lnTo>
                  <a:lnTo>
                    <a:pt x="3810" y="2540"/>
                  </a:lnTo>
                  <a:lnTo>
                    <a:pt x="3810" y="3810"/>
                  </a:lnTo>
                  <a:lnTo>
                    <a:pt x="6350" y="3810"/>
                  </a:lnTo>
                  <a:lnTo>
                    <a:pt x="6350" y="5080"/>
                  </a:lnTo>
                  <a:lnTo>
                    <a:pt x="7607" y="5080"/>
                  </a:lnTo>
                  <a:lnTo>
                    <a:pt x="7607" y="6350"/>
                  </a:lnTo>
                  <a:lnTo>
                    <a:pt x="557517" y="6350"/>
                  </a:lnTo>
                  <a:lnTo>
                    <a:pt x="557517" y="5080"/>
                  </a:lnTo>
                  <a:lnTo>
                    <a:pt x="557517" y="3810"/>
                  </a:lnTo>
                  <a:lnTo>
                    <a:pt x="557530" y="2540"/>
                  </a:lnTo>
                  <a:lnTo>
                    <a:pt x="558787" y="2540"/>
                  </a:lnTo>
                  <a:lnTo>
                    <a:pt x="558787" y="1270"/>
                  </a:lnTo>
                  <a:lnTo>
                    <a:pt x="558800" y="0"/>
                  </a:lnTo>
                  <a:close/>
                </a:path>
              </a:pathLst>
            </a:custGeom>
            <a:solidFill>
              <a:srgbClr val="8B6800"/>
            </a:solidFill>
          </p:spPr>
          <p:txBody>
            <a:bodyPr wrap="square" lIns="0" tIns="0" rIns="0" bIns="0" rtlCol="0"/>
            <a:lstStyle/>
            <a:p/>
          </p:txBody>
        </p:sp>
        <p:sp>
          <p:nvSpPr>
            <p:cNvPr id="2231" name="object 2231"/>
            <p:cNvSpPr/>
            <p:nvPr/>
          </p:nvSpPr>
          <p:spPr>
            <a:xfrm>
              <a:off x="6614147" y="4296409"/>
              <a:ext cx="543560" cy="7620"/>
            </a:xfrm>
            <a:custGeom>
              <a:avLst/>
              <a:gdLst/>
              <a:ahLst/>
              <a:cxnLst/>
              <a:rect l="l" t="t" r="r" b="b"/>
              <a:pathLst>
                <a:path w="543559" h="7620">
                  <a:moveTo>
                    <a:pt x="543560" y="0"/>
                  </a:moveTo>
                  <a:lnTo>
                    <a:pt x="0" y="0"/>
                  </a:lnTo>
                  <a:lnTo>
                    <a:pt x="0" y="1270"/>
                  </a:lnTo>
                  <a:lnTo>
                    <a:pt x="2552" y="1270"/>
                  </a:lnTo>
                  <a:lnTo>
                    <a:pt x="2552" y="2540"/>
                  </a:lnTo>
                  <a:lnTo>
                    <a:pt x="5092" y="2540"/>
                  </a:lnTo>
                  <a:lnTo>
                    <a:pt x="5092" y="3810"/>
                  </a:lnTo>
                  <a:lnTo>
                    <a:pt x="7632" y="3810"/>
                  </a:lnTo>
                  <a:lnTo>
                    <a:pt x="7632" y="5080"/>
                  </a:lnTo>
                  <a:lnTo>
                    <a:pt x="11442" y="5080"/>
                  </a:lnTo>
                  <a:lnTo>
                    <a:pt x="11442" y="6350"/>
                  </a:lnTo>
                  <a:lnTo>
                    <a:pt x="13982" y="6350"/>
                  </a:lnTo>
                  <a:lnTo>
                    <a:pt x="13982" y="7620"/>
                  </a:lnTo>
                  <a:lnTo>
                    <a:pt x="542302" y="7620"/>
                  </a:lnTo>
                  <a:lnTo>
                    <a:pt x="542302" y="1270"/>
                  </a:lnTo>
                  <a:lnTo>
                    <a:pt x="543560" y="1270"/>
                  </a:lnTo>
                  <a:lnTo>
                    <a:pt x="543560" y="0"/>
                  </a:lnTo>
                  <a:close/>
                </a:path>
              </a:pathLst>
            </a:custGeom>
            <a:solidFill>
              <a:srgbClr val="8D6900"/>
            </a:solidFill>
          </p:spPr>
          <p:txBody>
            <a:bodyPr wrap="square" lIns="0" tIns="0" rIns="0" bIns="0" rtlCol="0"/>
            <a:lstStyle/>
            <a:p/>
          </p:txBody>
        </p:sp>
        <p:sp>
          <p:nvSpPr>
            <p:cNvPr id="2232" name="object 2232"/>
            <p:cNvSpPr/>
            <p:nvPr/>
          </p:nvSpPr>
          <p:spPr>
            <a:xfrm>
              <a:off x="6630670" y="4304029"/>
              <a:ext cx="525780" cy="6350"/>
            </a:xfrm>
            <a:custGeom>
              <a:avLst/>
              <a:gdLst/>
              <a:ahLst/>
              <a:cxnLst/>
              <a:rect l="l" t="t" r="r" b="b"/>
              <a:pathLst>
                <a:path w="525779" h="6350">
                  <a:moveTo>
                    <a:pt x="525780" y="0"/>
                  </a:moveTo>
                  <a:lnTo>
                    <a:pt x="0" y="0"/>
                  </a:lnTo>
                  <a:lnTo>
                    <a:pt x="0" y="1270"/>
                  </a:lnTo>
                  <a:lnTo>
                    <a:pt x="2527" y="1270"/>
                  </a:lnTo>
                  <a:lnTo>
                    <a:pt x="2527" y="2540"/>
                  </a:lnTo>
                  <a:lnTo>
                    <a:pt x="5080" y="2540"/>
                  </a:lnTo>
                  <a:lnTo>
                    <a:pt x="5080" y="3810"/>
                  </a:lnTo>
                  <a:lnTo>
                    <a:pt x="8877" y="3810"/>
                  </a:lnTo>
                  <a:lnTo>
                    <a:pt x="8877" y="5080"/>
                  </a:lnTo>
                  <a:lnTo>
                    <a:pt x="12700" y="5080"/>
                  </a:lnTo>
                  <a:lnTo>
                    <a:pt x="12700" y="6350"/>
                  </a:lnTo>
                  <a:lnTo>
                    <a:pt x="524510" y="6350"/>
                  </a:lnTo>
                  <a:lnTo>
                    <a:pt x="524510" y="5080"/>
                  </a:lnTo>
                  <a:lnTo>
                    <a:pt x="524510" y="3810"/>
                  </a:lnTo>
                  <a:lnTo>
                    <a:pt x="524510" y="2540"/>
                  </a:lnTo>
                  <a:lnTo>
                    <a:pt x="524510" y="1270"/>
                  </a:lnTo>
                  <a:lnTo>
                    <a:pt x="525780" y="1270"/>
                  </a:lnTo>
                  <a:lnTo>
                    <a:pt x="525780" y="0"/>
                  </a:lnTo>
                  <a:close/>
                </a:path>
              </a:pathLst>
            </a:custGeom>
            <a:solidFill>
              <a:srgbClr val="8E6A00"/>
            </a:solidFill>
          </p:spPr>
          <p:txBody>
            <a:bodyPr wrap="square" lIns="0" tIns="0" rIns="0" bIns="0" rtlCol="0"/>
            <a:lstStyle/>
            <a:p/>
          </p:txBody>
        </p:sp>
        <p:sp>
          <p:nvSpPr>
            <p:cNvPr id="2233" name="object 2233"/>
            <p:cNvSpPr/>
            <p:nvPr/>
          </p:nvSpPr>
          <p:spPr>
            <a:xfrm>
              <a:off x="6647180" y="4310379"/>
              <a:ext cx="508000" cy="7620"/>
            </a:xfrm>
            <a:custGeom>
              <a:avLst/>
              <a:gdLst/>
              <a:ahLst/>
              <a:cxnLst/>
              <a:rect l="l" t="t" r="r" b="b"/>
              <a:pathLst>
                <a:path w="508000" h="7620">
                  <a:moveTo>
                    <a:pt x="508000" y="0"/>
                  </a:moveTo>
                  <a:lnTo>
                    <a:pt x="0" y="0"/>
                  </a:lnTo>
                  <a:lnTo>
                    <a:pt x="0" y="1270"/>
                  </a:lnTo>
                  <a:lnTo>
                    <a:pt x="2540" y="1270"/>
                  </a:lnTo>
                  <a:lnTo>
                    <a:pt x="2540" y="2540"/>
                  </a:lnTo>
                  <a:lnTo>
                    <a:pt x="5067" y="2540"/>
                  </a:lnTo>
                  <a:lnTo>
                    <a:pt x="5067" y="3810"/>
                  </a:lnTo>
                  <a:lnTo>
                    <a:pt x="11430" y="3810"/>
                  </a:lnTo>
                  <a:lnTo>
                    <a:pt x="11430" y="5080"/>
                  </a:lnTo>
                  <a:lnTo>
                    <a:pt x="16510" y="5080"/>
                  </a:lnTo>
                  <a:lnTo>
                    <a:pt x="16510" y="6350"/>
                  </a:lnTo>
                  <a:lnTo>
                    <a:pt x="21590" y="6350"/>
                  </a:lnTo>
                  <a:lnTo>
                    <a:pt x="21590" y="7620"/>
                  </a:lnTo>
                  <a:lnTo>
                    <a:pt x="506730" y="7620"/>
                  </a:lnTo>
                  <a:lnTo>
                    <a:pt x="506730" y="6350"/>
                  </a:lnTo>
                  <a:lnTo>
                    <a:pt x="506730" y="5080"/>
                  </a:lnTo>
                  <a:lnTo>
                    <a:pt x="506730" y="3810"/>
                  </a:lnTo>
                  <a:lnTo>
                    <a:pt x="506730" y="2540"/>
                  </a:lnTo>
                  <a:lnTo>
                    <a:pt x="508000" y="2540"/>
                  </a:lnTo>
                  <a:lnTo>
                    <a:pt x="508000" y="1270"/>
                  </a:lnTo>
                  <a:lnTo>
                    <a:pt x="508000" y="0"/>
                  </a:lnTo>
                  <a:close/>
                </a:path>
              </a:pathLst>
            </a:custGeom>
            <a:solidFill>
              <a:srgbClr val="906B00"/>
            </a:solidFill>
          </p:spPr>
          <p:txBody>
            <a:bodyPr wrap="square" lIns="0" tIns="0" rIns="0" bIns="0" rtlCol="0"/>
            <a:lstStyle/>
            <a:p/>
          </p:txBody>
        </p:sp>
        <p:sp>
          <p:nvSpPr>
            <p:cNvPr id="2234" name="object 2234"/>
            <p:cNvSpPr/>
            <p:nvPr/>
          </p:nvSpPr>
          <p:spPr>
            <a:xfrm>
              <a:off x="6671310" y="4317999"/>
              <a:ext cx="482600" cy="7620"/>
            </a:xfrm>
            <a:custGeom>
              <a:avLst/>
              <a:gdLst/>
              <a:ahLst/>
              <a:cxnLst/>
              <a:rect l="l" t="t" r="r" b="b"/>
              <a:pathLst>
                <a:path w="482600" h="7620">
                  <a:moveTo>
                    <a:pt x="482600" y="0"/>
                  </a:moveTo>
                  <a:lnTo>
                    <a:pt x="0" y="0"/>
                  </a:lnTo>
                  <a:lnTo>
                    <a:pt x="0" y="1270"/>
                  </a:lnTo>
                  <a:lnTo>
                    <a:pt x="6350" y="1270"/>
                  </a:lnTo>
                  <a:lnTo>
                    <a:pt x="6350" y="2540"/>
                  </a:lnTo>
                  <a:lnTo>
                    <a:pt x="11430" y="2540"/>
                  </a:lnTo>
                  <a:lnTo>
                    <a:pt x="11430" y="3810"/>
                  </a:lnTo>
                  <a:lnTo>
                    <a:pt x="15240" y="3810"/>
                  </a:lnTo>
                  <a:lnTo>
                    <a:pt x="15240" y="5080"/>
                  </a:lnTo>
                  <a:lnTo>
                    <a:pt x="20320" y="5080"/>
                  </a:lnTo>
                  <a:lnTo>
                    <a:pt x="20320" y="6350"/>
                  </a:lnTo>
                  <a:lnTo>
                    <a:pt x="24130" y="6350"/>
                  </a:lnTo>
                  <a:lnTo>
                    <a:pt x="24130" y="7620"/>
                  </a:lnTo>
                  <a:lnTo>
                    <a:pt x="481330" y="7620"/>
                  </a:lnTo>
                  <a:lnTo>
                    <a:pt x="481330" y="6350"/>
                  </a:lnTo>
                  <a:lnTo>
                    <a:pt x="481330" y="5080"/>
                  </a:lnTo>
                  <a:lnTo>
                    <a:pt x="481330" y="3810"/>
                  </a:lnTo>
                  <a:lnTo>
                    <a:pt x="481330" y="2540"/>
                  </a:lnTo>
                  <a:lnTo>
                    <a:pt x="482600" y="2540"/>
                  </a:lnTo>
                  <a:lnTo>
                    <a:pt x="482600" y="1270"/>
                  </a:lnTo>
                  <a:lnTo>
                    <a:pt x="482600" y="0"/>
                  </a:lnTo>
                  <a:close/>
                </a:path>
              </a:pathLst>
            </a:custGeom>
            <a:solidFill>
              <a:srgbClr val="926D00"/>
            </a:solidFill>
          </p:spPr>
          <p:txBody>
            <a:bodyPr wrap="square" lIns="0" tIns="0" rIns="0" bIns="0" rtlCol="0"/>
            <a:lstStyle/>
            <a:p/>
          </p:txBody>
        </p:sp>
        <p:sp>
          <p:nvSpPr>
            <p:cNvPr id="2235" name="object 2235"/>
            <p:cNvSpPr/>
            <p:nvPr/>
          </p:nvSpPr>
          <p:spPr>
            <a:xfrm>
              <a:off x="6700520" y="4325619"/>
              <a:ext cx="452120" cy="6350"/>
            </a:xfrm>
            <a:custGeom>
              <a:avLst/>
              <a:gdLst/>
              <a:ahLst/>
              <a:cxnLst/>
              <a:rect l="l" t="t" r="r" b="b"/>
              <a:pathLst>
                <a:path w="452120" h="6350">
                  <a:moveTo>
                    <a:pt x="452120" y="0"/>
                  </a:moveTo>
                  <a:lnTo>
                    <a:pt x="0" y="0"/>
                  </a:lnTo>
                  <a:lnTo>
                    <a:pt x="0" y="1270"/>
                  </a:lnTo>
                  <a:lnTo>
                    <a:pt x="5080" y="1270"/>
                  </a:lnTo>
                  <a:lnTo>
                    <a:pt x="5080" y="2540"/>
                  </a:lnTo>
                  <a:lnTo>
                    <a:pt x="8890" y="2540"/>
                  </a:lnTo>
                  <a:lnTo>
                    <a:pt x="8890" y="3810"/>
                  </a:lnTo>
                  <a:lnTo>
                    <a:pt x="13970" y="3810"/>
                  </a:lnTo>
                  <a:lnTo>
                    <a:pt x="13970" y="5080"/>
                  </a:lnTo>
                  <a:lnTo>
                    <a:pt x="16510" y="5080"/>
                  </a:lnTo>
                  <a:lnTo>
                    <a:pt x="16510" y="6350"/>
                  </a:lnTo>
                  <a:lnTo>
                    <a:pt x="450850" y="6350"/>
                  </a:lnTo>
                  <a:lnTo>
                    <a:pt x="450850" y="5080"/>
                  </a:lnTo>
                  <a:lnTo>
                    <a:pt x="450850" y="3810"/>
                  </a:lnTo>
                  <a:lnTo>
                    <a:pt x="450850" y="2540"/>
                  </a:lnTo>
                  <a:lnTo>
                    <a:pt x="450850" y="1270"/>
                  </a:lnTo>
                  <a:lnTo>
                    <a:pt x="452120" y="1270"/>
                  </a:lnTo>
                  <a:lnTo>
                    <a:pt x="452120" y="0"/>
                  </a:lnTo>
                  <a:close/>
                </a:path>
              </a:pathLst>
            </a:custGeom>
            <a:solidFill>
              <a:srgbClr val="936E00"/>
            </a:solidFill>
          </p:spPr>
          <p:txBody>
            <a:bodyPr wrap="square" lIns="0" tIns="0" rIns="0" bIns="0" rtlCol="0"/>
            <a:lstStyle/>
            <a:p/>
          </p:txBody>
        </p:sp>
        <p:sp>
          <p:nvSpPr>
            <p:cNvPr id="2236" name="object 2236"/>
            <p:cNvSpPr/>
            <p:nvPr/>
          </p:nvSpPr>
          <p:spPr>
            <a:xfrm>
              <a:off x="6725920" y="4331969"/>
              <a:ext cx="424180" cy="7620"/>
            </a:xfrm>
            <a:custGeom>
              <a:avLst/>
              <a:gdLst/>
              <a:ahLst/>
              <a:cxnLst/>
              <a:rect l="l" t="t" r="r" b="b"/>
              <a:pathLst>
                <a:path w="424179" h="7620">
                  <a:moveTo>
                    <a:pt x="424180" y="0"/>
                  </a:moveTo>
                  <a:lnTo>
                    <a:pt x="0" y="0"/>
                  </a:lnTo>
                  <a:lnTo>
                    <a:pt x="0" y="1270"/>
                  </a:lnTo>
                  <a:lnTo>
                    <a:pt x="7620" y="1270"/>
                  </a:lnTo>
                  <a:lnTo>
                    <a:pt x="7620" y="2540"/>
                  </a:lnTo>
                  <a:lnTo>
                    <a:pt x="13970" y="2540"/>
                  </a:lnTo>
                  <a:lnTo>
                    <a:pt x="13970" y="3810"/>
                  </a:lnTo>
                  <a:lnTo>
                    <a:pt x="20320" y="3810"/>
                  </a:lnTo>
                  <a:lnTo>
                    <a:pt x="20320" y="5080"/>
                  </a:lnTo>
                  <a:lnTo>
                    <a:pt x="26670" y="5080"/>
                  </a:lnTo>
                  <a:lnTo>
                    <a:pt x="26670" y="6350"/>
                  </a:lnTo>
                  <a:lnTo>
                    <a:pt x="34290" y="6350"/>
                  </a:lnTo>
                  <a:lnTo>
                    <a:pt x="34290" y="7620"/>
                  </a:lnTo>
                  <a:lnTo>
                    <a:pt x="422910" y="7620"/>
                  </a:lnTo>
                  <a:lnTo>
                    <a:pt x="422910" y="6350"/>
                  </a:lnTo>
                  <a:lnTo>
                    <a:pt x="422910" y="5080"/>
                  </a:lnTo>
                  <a:lnTo>
                    <a:pt x="424180" y="5080"/>
                  </a:lnTo>
                  <a:lnTo>
                    <a:pt x="424180" y="3810"/>
                  </a:lnTo>
                  <a:lnTo>
                    <a:pt x="424180" y="2540"/>
                  </a:lnTo>
                  <a:lnTo>
                    <a:pt x="424180" y="1270"/>
                  </a:lnTo>
                  <a:lnTo>
                    <a:pt x="424180" y="0"/>
                  </a:lnTo>
                  <a:close/>
                </a:path>
              </a:pathLst>
            </a:custGeom>
            <a:solidFill>
              <a:srgbClr val="956F00"/>
            </a:solidFill>
          </p:spPr>
          <p:txBody>
            <a:bodyPr wrap="square" lIns="0" tIns="0" rIns="0" bIns="0" rtlCol="0"/>
            <a:lstStyle/>
            <a:p/>
          </p:txBody>
        </p:sp>
        <p:sp>
          <p:nvSpPr>
            <p:cNvPr id="2237" name="object 2237"/>
            <p:cNvSpPr/>
            <p:nvPr/>
          </p:nvSpPr>
          <p:spPr>
            <a:xfrm>
              <a:off x="6766560" y="4339589"/>
              <a:ext cx="382270" cy="7620"/>
            </a:xfrm>
            <a:custGeom>
              <a:avLst/>
              <a:gdLst/>
              <a:ahLst/>
              <a:cxnLst/>
              <a:rect l="l" t="t" r="r" b="b"/>
              <a:pathLst>
                <a:path w="382270" h="7620">
                  <a:moveTo>
                    <a:pt x="381000" y="6362"/>
                  </a:moveTo>
                  <a:lnTo>
                    <a:pt x="59690" y="6362"/>
                  </a:lnTo>
                  <a:lnTo>
                    <a:pt x="59690" y="7620"/>
                  </a:lnTo>
                  <a:lnTo>
                    <a:pt x="381000" y="7620"/>
                  </a:lnTo>
                  <a:lnTo>
                    <a:pt x="381000" y="6362"/>
                  </a:lnTo>
                  <a:close/>
                </a:path>
                <a:path w="382270" h="7620">
                  <a:moveTo>
                    <a:pt x="382270" y="0"/>
                  </a:moveTo>
                  <a:lnTo>
                    <a:pt x="0" y="0"/>
                  </a:lnTo>
                  <a:lnTo>
                    <a:pt x="0" y="1270"/>
                  </a:lnTo>
                  <a:lnTo>
                    <a:pt x="3810" y="1270"/>
                  </a:lnTo>
                  <a:lnTo>
                    <a:pt x="3810" y="2540"/>
                  </a:lnTo>
                  <a:lnTo>
                    <a:pt x="20320" y="2540"/>
                  </a:lnTo>
                  <a:lnTo>
                    <a:pt x="20320" y="3810"/>
                  </a:lnTo>
                  <a:lnTo>
                    <a:pt x="25400" y="3810"/>
                  </a:lnTo>
                  <a:lnTo>
                    <a:pt x="25400" y="5080"/>
                  </a:lnTo>
                  <a:lnTo>
                    <a:pt x="45720" y="5080"/>
                  </a:lnTo>
                  <a:lnTo>
                    <a:pt x="45720" y="6350"/>
                  </a:lnTo>
                  <a:lnTo>
                    <a:pt x="381000" y="6350"/>
                  </a:lnTo>
                  <a:lnTo>
                    <a:pt x="381000" y="5080"/>
                  </a:lnTo>
                  <a:lnTo>
                    <a:pt x="381000" y="3810"/>
                  </a:lnTo>
                  <a:lnTo>
                    <a:pt x="382270" y="3810"/>
                  </a:lnTo>
                  <a:lnTo>
                    <a:pt x="382270" y="2540"/>
                  </a:lnTo>
                  <a:lnTo>
                    <a:pt x="382270" y="1270"/>
                  </a:lnTo>
                  <a:lnTo>
                    <a:pt x="382270" y="0"/>
                  </a:lnTo>
                  <a:close/>
                </a:path>
              </a:pathLst>
            </a:custGeom>
            <a:solidFill>
              <a:srgbClr val="977100"/>
            </a:solidFill>
          </p:spPr>
          <p:txBody>
            <a:bodyPr wrap="square" lIns="0" tIns="0" rIns="0" bIns="0" rtlCol="0"/>
            <a:lstStyle/>
            <a:p/>
          </p:txBody>
        </p:sp>
        <p:sp>
          <p:nvSpPr>
            <p:cNvPr id="2238" name="object 2238"/>
            <p:cNvSpPr/>
            <p:nvPr/>
          </p:nvSpPr>
          <p:spPr>
            <a:xfrm>
              <a:off x="6833870" y="4347209"/>
              <a:ext cx="313690" cy="7620"/>
            </a:xfrm>
            <a:custGeom>
              <a:avLst/>
              <a:gdLst/>
              <a:ahLst/>
              <a:cxnLst/>
              <a:rect l="l" t="t" r="r" b="b"/>
              <a:pathLst>
                <a:path w="313690" h="7620">
                  <a:moveTo>
                    <a:pt x="312420" y="5092"/>
                  </a:moveTo>
                  <a:lnTo>
                    <a:pt x="57150" y="5092"/>
                  </a:lnTo>
                  <a:lnTo>
                    <a:pt x="57150" y="6350"/>
                  </a:lnTo>
                  <a:lnTo>
                    <a:pt x="66040" y="6350"/>
                  </a:lnTo>
                  <a:lnTo>
                    <a:pt x="66040" y="7620"/>
                  </a:lnTo>
                  <a:lnTo>
                    <a:pt x="311137" y="7620"/>
                  </a:lnTo>
                  <a:lnTo>
                    <a:pt x="311137" y="6350"/>
                  </a:lnTo>
                  <a:lnTo>
                    <a:pt x="312420" y="6350"/>
                  </a:lnTo>
                  <a:lnTo>
                    <a:pt x="312420" y="5092"/>
                  </a:lnTo>
                  <a:close/>
                </a:path>
                <a:path w="313690" h="7620">
                  <a:moveTo>
                    <a:pt x="313690" y="0"/>
                  </a:moveTo>
                  <a:lnTo>
                    <a:pt x="0" y="0"/>
                  </a:lnTo>
                  <a:lnTo>
                    <a:pt x="0" y="1270"/>
                  </a:lnTo>
                  <a:lnTo>
                    <a:pt x="21590" y="1270"/>
                  </a:lnTo>
                  <a:lnTo>
                    <a:pt x="21590" y="2540"/>
                  </a:lnTo>
                  <a:lnTo>
                    <a:pt x="36830" y="2540"/>
                  </a:lnTo>
                  <a:lnTo>
                    <a:pt x="36830" y="3810"/>
                  </a:lnTo>
                  <a:lnTo>
                    <a:pt x="44450" y="3810"/>
                  </a:lnTo>
                  <a:lnTo>
                    <a:pt x="44450" y="5080"/>
                  </a:lnTo>
                  <a:lnTo>
                    <a:pt x="312420" y="5080"/>
                  </a:lnTo>
                  <a:lnTo>
                    <a:pt x="312420" y="3810"/>
                  </a:lnTo>
                  <a:lnTo>
                    <a:pt x="312420" y="2540"/>
                  </a:lnTo>
                  <a:lnTo>
                    <a:pt x="312407" y="1270"/>
                  </a:lnTo>
                  <a:lnTo>
                    <a:pt x="313690" y="1270"/>
                  </a:lnTo>
                  <a:lnTo>
                    <a:pt x="313690" y="0"/>
                  </a:lnTo>
                  <a:close/>
                </a:path>
              </a:pathLst>
            </a:custGeom>
            <a:solidFill>
              <a:srgbClr val="997200"/>
            </a:solidFill>
          </p:spPr>
          <p:txBody>
            <a:bodyPr wrap="square" lIns="0" tIns="0" rIns="0" bIns="0" rtlCol="0"/>
            <a:lstStyle/>
            <a:p/>
          </p:txBody>
        </p:sp>
        <p:sp>
          <p:nvSpPr>
            <p:cNvPr id="2239" name="object 2239"/>
            <p:cNvSpPr/>
            <p:nvPr/>
          </p:nvSpPr>
          <p:spPr>
            <a:xfrm>
              <a:off x="6904990" y="4354829"/>
              <a:ext cx="240029" cy="92710"/>
            </a:xfrm>
            <a:prstGeom prst="rect">
              <a:avLst/>
            </a:prstGeom>
            <a:blipFill>
              <a:blip r:embed="rId4" cstate="print"/>
              <a:stretch>
                <a:fillRect/>
              </a:stretch>
            </a:blipFill>
          </p:spPr>
          <p:txBody>
            <a:bodyPr wrap="square" lIns="0" tIns="0" rIns="0" bIns="0" rtlCol="0"/>
            <a:lstStyle/>
            <a:p/>
          </p:txBody>
        </p:sp>
        <p:sp>
          <p:nvSpPr>
            <p:cNvPr id="2240" name="object 2240"/>
            <p:cNvSpPr/>
            <p:nvPr/>
          </p:nvSpPr>
          <p:spPr>
            <a:xfrm>
              <a:off x="6512560" y="4447539"/>
              <a:ext cx="598170" cy="7620"/>
            </a:xfrm>
            <a:custGeom>
              <a:avLst/>
              <a:gdLst/>
              <a:ahLst/>
              <a:cxnLst/>
              <a:rect l="l" t="t" r="r" b="b"/>
              <a:pathLst>
                <a:path w="598170" h="7620">
                  <a:moveTo>
                    <a:pt x="598170" y="0"/>
                  </a:moveTo>
                  <a:lnTo>
                    <a:pt x="523240" y="0"/>
                  </a:lnTo>
                  <a:lnTo>
                    <a:pt x="523240" y="3810"/>
                  </a:lnTo>
                  <a:lnTo>
                    <a:pt x="521970" y="3810"/>
                  </a:lnTo>
                  <a:lnTo>
                    <a:pt x="521970" y="6350"/>
                  </a:lnTo>
                  <a:lnTo>
                    <a:pt x="595629" y="6350"/>
                  </a:lnTo>
                  <a:lnTo>
                    <a:pt x="595629" y="5080"/>
                  </a:lnTo>
                  <a:lnTo>
                    <a:pt x="596900" y="5080"/>
                  </a:lnTo>
                  <a:lnTo>
                    <a:pt x="596900" y="2540"/>
                  </a:lnTo>
                  <a:lnTo>
                    <a:pt x="598170" y="2540"/>
                  </a:lnTo>
                  <a:lnTo>
                    <a:pt x="598170" y="0"/>
                  </a:lnTo>
                  <a:close/>
                </a:path>
                <a:path w="598170" h="7620">
                  <a:moveTo>
                    <a:pt x="30480" y="3810"/>
                  </a:moveTo>
                  <a:lnTo>
                    <a:pt x="11430" y="3810"/>
                  </a:lnTo>
                  <a:lnTo>
                    <a:pt x="11430" y="5080"/>
                  </a:lnTo>
                  <a:lnTo>
                    <a:pt x="3810" y="5080"/>
                  </a:lnTo>
                  <a:lnTo>
                    <a:pt x="3810" y="6350"/>
                  </a:lnTo>
                  <a:lnTo>
                    <a:pt x="30480" y="6350"/>
                  </a:lnTo>
                  <a:lnTo>
                    <a:pt x="30480" y="3810"/>
                  </a:lnTo>
                  <a:close/>
                </a:path>
                <a:path w="598170" h="7620">
                  <a:moveTo>
                    <a:pt x="29210" y="1270"/>
                  </a:moveTo>
                  <a:lnTo>
                    <a:pt x="27940" y="1270"/>
                  </a:lnTo>
                  <a:lnTo>
                    <a:pt x="27940" y="2540"/>
                  </a:lnTo>
                  <a:lnTo>
                    <a:pt x="17780" y="2540"/>
                  </a:lnTo>
                  <a:lnTo>
                    <a:pt x="17780" y="3810"/>
                  </a:lnTo>
                  <a:lnTo>
                    <a:pt x="29210" y="3810"/>
                  </a:lnTo>
                  <a:lnTo>
                    <a:pt x="29210" y="1270"/>
                  </a:lnTo>
                  <a:close/>
                </a:path>
                <a:path w="598170" h="7620">
                  <a:moveTo>
                    <a:pt x="30479" y="6350"/>
                  </a:moveTo>
                  <a:lnTo>
                    <a:pt x="0" y="6350"/>
                  </a:lnTo>
                  <a:lnTo>
                    <a:pt x="0" y="7620"/>
                  </a:lnTo>
                  <a:lnTo>
                    <a:pt x="30479" y="7620"/>
                  </a:lnTo>
                  <a:lnTo>
                    <a:pt x="30479" y="6350"/>
                  </a:lnTo>
                  <a:close/>
                </a:path>
                <a:path w="598170" h="7620">
                  <a:moveTo>
                    <a:pt x="595629" y="6350"/>
                  </a:moveTo>
                  <a:lnTo>
                    <a:pt x="521970" y="6350"/>
                  </a:lnTo>
                  <a:lnTo>
                    <a:pt x="521970" y="7620"/>
                  </a:lnTo>
                  <a:lnTo>
                    <a:pt x="595629" y="7620"/>
                  </a:lnTo>
                  <a:lnTo>
                    <a:pt x="595629" y="6350"/>
                  </a:lnTo>
                  <a:close/>
                </a:path>
              </a:pathLst>
            </a:custGeom>
            <a:solidFill>
              <a:srgbClr val="B08400"/>
            </a:solidFill>
          </p:spPr>
          <p:txBody>
            <a:bodyPr wrap="square" lIns="0" tIns="0" rIns="0" bIns="0" rtlCol="0"/>
            <a:lstStyle/>
            <a:p/>
          </p:txBody>
        </p:sp>
        <p:sp>
          <p:nvSpPr>
            <p:cNvPr id="2241" name="object 2241"/>
            <p:cNvSpPr/>
            <p:nvPr/>
          </p:nvSpPr>
          <p:spPr>
            <a:xfrm>
              <a:off x="6512560" y="4455159"/>
              <a:ext cx="594360" cy="7620"/>
            </a:xfrm>
            <a:custGeom>
              <a:avLst/>
              <a:gdLst/>
              <a:ahLst/>
              <a:cxnLst/>
              <a:rect l="l" t="t" r="r" b="b"/>
              <a:pathLst>
                <a:path w="594359" h="7620">
                  <a:moveTo>
                    <a:pt x="31750" y="0"/>
                  </a:moveTo>
                  <a:lnTo>
                    <a:pt x="0" y="0"/>
                  </a:lnTo>
                  <a:lnTo>
                    <a:pt x="0" y="3809"/>
                  </a:lnTo>
                  <a:lnTo>
                    <a:pt x="31750" y="3809"/>
                  </a:lnTo>
                  <a:lnTo>
                    <a:pt x="31750" y="0"/>
                  </a:lnTo>
                  <a:close/>
                </a:path>
                <a:path w="594359" h="7620">
                  <a:moveTo>
                    <a:pt x="594360" y="0"/>
                  </a:moveTo>
                  <a:lnTo>
                    <a:pt x="521970" y="0"/>
                  </a:lnTo>
                  <a:lnTo>
                    <a:pt x="521970" y="1269"/>
                  </a:lnTo>
                  <a:lnTo>
                    <a:pt x="520700" y="1269"/>
                  </a:lnTo>
                  <a:lnTo>
                    <a:pt x="520700" y="3809"/>
                  </a:lnTo>
                  <a:lnTo>
                    <a:pt x="593090" y="3809"/>
                  </a:lnTo>
                  <a:lnTo>
                    <a:pt x="593090" y="2539"/>
                  </a:lnTo>
                  <a:lnTo>
                    <a:pt x="594359" y="2539"/>
                  </a:lnTo>
                  <a:lnTo>
                    <a:pt x="594360" y="0"/>
                  </a:lnTo>
                  <a:close/>
                </a:path>
                <a:path w="594359" h="7620">
                  <a:moveTo>
                    <a:pt x="33020" y="3810"/>
                  </a:moveTo>
                  <a:lnTo>
                    <a:pt x="0" y="3810"/>
                  </a:lnTo>
                  <a:lnTo>
                    <a:pt x="0" y="7619"/>
                  </a:lnTo>
                  <a:lnTo>
                    <a:pt x="33020" y="7619"/>
                  </a:lnTo>
                  <a:lnTo>
                    <a:pt x="33020" y="3810"/>
                  </a:lnTo>
                  <a:close/>
                </a:path>
                <a:path w="594359" h="7620">
                  <a:moveTo>
                    <a:pt x="593090" y="3810"/>
                  </a:moveTo>
                  <a:lnTo>
                    <a:pt x="520700" y="3810"/>
                  </a:lnTo>
                  <a:lnTo>
                    <a:pt x="520700" y="7619"/>
                  </a:lnTo>
                  <a:lnTo>
                    <a:pt x="591820" y="7619"/>
                  </a:lnTo>
                  <a:lnTo>
                    <a:pt x="591820" y="6350"/>
                  </a:lnTo>
                  <a:lnTo>
                    <a:pt x="593090" y="6350"/>
                  </a:lnTo>
                  <a:lnTo>
                    <a:pt x="593090" y="3810"/>
                  </a:lnTo>
                  <a:close/>
                </a:path>
              </a:pathLst>
            </a:custGeom>
            <a:solidFill>
              <a:srgbClr val="B28500"/>
            </a:solidFill>
          </p:spPr>
          <p:txBody>
            <a:bodyPr wrap="square" lIns="0" tIns="0" rIns="0" bIns="0" rtlCol="0"/>
            <a:lstStyle/>
            <a:p/>
          </p:txBody>
        </p:sp>
        <p:sp>
          <p:nvSpPr>
            <p:cNvPr id="2242" name="object 2242"/>
            <p:cNvSpPr/>
            <p:nvPr/>
          </p:nvSpPr>
          <p:spPr>
            <a:xfrm>
              <a:off x="6512560" y="4462779"/>
              <a:ext cx="591820" cy="6350"/>
            </a:xfrm>
            <a:custGeom>
              <a:avLst/>
              <a:gdLst/>
              <a:ahLst/>
              <a:cxnLst/>
              <a:rect l="l" t="t" r="r" b="b"/>
              <a:pathLst>
                <a:path w="591820" h="6350">
                  <a:moveTo>
                    <a:pt x="34290" y="0"/>
                  </a:moveTo>
                  <a:lnTo>
                    <a:pt x="0" y="0"/>
                  </a:lnTo>
                  <a:lnTo>
                    <a:pt x="0" y="3810"/>
                  </a:lnTo>
                  <a:lnTo>
                    <a:pt x="35559" y="3810"/>
                  </a:lnTo>
                  <a:lnTo>
                    <a:pt x="35559" y="2540"/>
                  </a:lnTo>
                  <a:lnTo>
                    <a:pt x="34290" y="2540"/>
                  </a:lnTo>
                  <a:lnTo>
                    <a:pt x="34290" y="0"/>
                  </a:lnTo>
                  <a:close/>
                </a:path>
                <a:path w="591820" h="6350">
                  <a:moveTo>
                    <a:pt x="590550" y="1270"/>
                  </a:moveTo>
                  <a:lnTo>
                    <a:pt x="519430" y="1270"/>
                  </a:lnTo>
                  <a:lnTo>
                    <a:pt x="519430" y="3810"/>
                  </a:lnTo>
                  <a:lnTo>
                    <a:pt x="590550" y="3810"/>
                  </a:lnTo>
                  <a:lnTo>
                    <a:pt x="590550" y="1270"/>
                  </a:lnTo>
                  <a:close/>
                </a:path>
                <a:path w="591820" h="6350">
                  <a:moveTo>
                    <a:pt x="591820" y="0"/>
                  </a:moveTo>
                  <a:lnTo>
                    <a:pt x="520700" y="0"/>
                  </a:lnTo>
                  <a:lnTo>
                    <a:pt x="520700" y="1270"/>
                  </a:lnTo>
                  <a:lnTo>
                    <a:pt x="591820" y="1270"/>
                  </a:lnTo>
                  <a:lnTo>
                    <a:pt x="591820" y="0"/>
                  </a:lnTo>
                  <a:close/>
                </a:path>
                <a:path w="591820" h="6350">
                  <a:moveTo>
                    <a:pt x="35559" y="3810"/>
                  </a:moveTo>
                  <a:lnTo>
                    <a:pt x="0" y="3810"/>
                  </a:lnTo>
                  <a:lnTo>
                    <a:pt x="0" y="6350"/>
                  </a:lnTo>
                  <a:lnTo>
                    <a:pt x="35559" y="6350"/>
                  </a:lnTo>
                  <a:lnTo>
                    <a:pt x="35559" y="3810"/>
                  </a:lnTo>
                  <a:close/>
                </a:path>
                <a:path w="591820" h="6350">
                  <a:moveTo>
                    <a:pt x="589280" y="3810"/>
                  </a:moveTo>
                  <a:lnTo>
                    <a:pt x="519430" y="3810"/>
                  </a:lnTo>
                  <a:lnTo>
                    <a:pt x="519430" y="6350"/>
                  </a:lnTo>
                  <a:lnTo>
                    <a:pt x="589280" y="6350"/>
                  </a:lnTo>
                  <a:lnTo>
                    <a:pt x="589280" y="3810"/>
                  </a:lnTo>
                  <a:close/>
                </a:path>
              </a:pathLst>
            </a:custGeom>
            <a:solidFill>
              <a:srgbClr val="B48600"/>
            </a:solidFill>
          </p:spPr>
          <p:txBody>
            <a:bodyPr wrap="square" lIns="0" tIns="0" rIns="0" bIns="0" rtlCol="0"/>
            <a:lstStyle/>
            <a:p/>
          </p:txBody>
        </p:sp>
        <p:sp>
          <p:nvSpPr>
            <p:cNvPr id="2243" name="object 2243"/>
            <p:cNvSpPr/>
            <p:nvPr/>
          </p:nvSpPr>
          <p:spPr>
            <a:xfrm>
              <a:off x="6512560" y="4469129"/>
              <a:ext cx="588010" cy="7620"/>
            </a:xfrm>
            <a:custGeom>
              <a:avLst/>
              <a:gdLst/>
              <a:ahLst/>
              <a:cxnLst/>
              <a:rect l="l" t="t" r="r" b="b"/>
              <a:pathLst>
                <a:path w="588009" h="7620">
                  <a:moveTo>
                    <a:pt x="36829" y="0"/>
                  </a:moveTo>
                  <a:lnTo>
                    <a:pt x="0" y="0"/>
                  </a:lnTo>
                  <a:lnTo>
                    <a:pt x="0" y="3810"/>
                  </a:lnTo>
                  <a:lnTo>
                    <a:pt x="36829" y="3810"/>
                  </a:lnTo>
                  <a:lnTo>
                    <a:pt x="36829" y="0"/>
                  </a:lnTo>
                  <a:close/>
                </a:path>
                <a:path w="588009" h="7620">
                  <a:moveTo>
                    <a:pt x="586740" y="2540"/>
                  </a:moveTo>
                  <a:lnTo>
                    <a:pt x="516890" y="2540"/>
                  </a:lnTo>
                  <a:lnTo>
                    <a:pt x="516890" y="3810"/>
                  </a:lnTo>
                  <a:lnTo>
                    <a:pt x="586740" y="3810"/>
                  </a:lnTo>
                  <a:lnTo>
                    <a:pt x="586740" y="2540"/>
                  </a:lnTo>
                  <a:close/>
                </a:path>
                <a:path w="588009" h="7620">
                  <a:moveTo>
                    <a:pt x="588010" y="0"/>
                  </a:moveTo>
                  <a:lnTo>
                    <a:pt x="518160" y="0"/>
                  </a:lnTo>
                  <a:lnTo>
                    <a:pt x="518160" y="2540"/>
                  </a:lnTo>
                  <a:lnTo>
                    <a:pt x="588010" y="2540"/>
                  </a:lnTo>
                  <a:lnTo>
                    <a:pt x="588010" y="0"/>
                  </a:lnTo>
                  <a:close/>
                </a:path>
                <a:path w="588009" h="7620">
                  <a:moveTo>
                    <a:pt x="38100" y="3810"/>
                  </a:moveTo>
                  <a:lnTo>
                    <a:pt x="0" y="3810"/>
                  </a:lnTo>
                  <a:lnTo>
                    <a:pt x="0" y="7620"/>
                  </a:lnTo>
                  <a:lnTo>
                    <a:pt x="38100" y="7620"/>
                  </a:lnTo>
                  <a:lnTo>
                    <a:pt x="38100" y="3810"/>
                  </a:lnTo>
                  <a:close/>
                </a:path>
                <a:path w="588009" h="7620">
                  <a:moveTo>
                    <a:pt x="586740" y="3810"/>
                  </a:moveTo>
                  <a:lnTo>
                    <a:pt x="516890" y="3810"/>
                  </a:lnTo>
                  <a:lnTo>
                    <a:pt x="516890" y="6350"/>
                  </a:lnTo>
                  <a:lnTo>
                    <a:pt x="515620" y="6350"/>
                  </a:lnTo>
                  <a:lnTo>
                    <a:pt x="515620" y="7620"/>
                  </a:lnTo>
                  <a:lnTo>
                    <a:pt x="585470" y="7620"/>
                  </a:lnTo>
                  <a:lnTo>
                    <a:pt x="585470" y="5080"/>
                  </a:lnTo>
                  <a:lnTo>
                    <a:pt x="586740" y="5080"/>
                  </a:lnTo>
                  <a:lnTo>
                    <a:pt x="586740" y="3810"/>
                  </a:lnTo>
                  <a:close/>
                </a:path>
              </a:pathLst>
            </a:custGeom>
            <a:solidFill>
              <a:srgbClr val="B68800"/>
            </a:solidFill>
          </p:spPr>
          <p:txBody>
            <a:bodyPr wrap="square" lIns="0" tIns="0" rIns="0" bIns="0" rtlCol="0"/>
            <a:lstStyle/>
            <a:p/>
          </p:txBody>
        </p:sp>
        <p:sp>
          <p:nvSpPr>
            <p:cNvPr id="2244" name="object 2244"/>
            <p:cNvSpPr/>
            <p:nvPr/>
          </p:nvSpPr>
          <p:spPr>
            <a:xfrm>
              <a:off x="6512560" y="4476750"/>
              <a:ext cx="584200" cy="7620"/>
            </a:xfrm>
            <a:custGeom>
              <a:avLst/>
              <a:gdLst/>
              <a:ahLst/>
              <a:cxnLst/>
              <a:rect l="l" t="t" r="r" b="b"/>
              <a:pathLst>
                <a:path w="584200" h="7620">
                  <a:moveTo>
                    <a:pt x="39370" y="0"/>
                  </a:moveTo>
                  <a:lnTo>
                    <a:pt x="0" y="0"/>
                  </a:lnTo>
                  <a:lnTo>
                    <a:pt x="0" y="2539"/>
                  </a:lnTo>
                  <a:lnTo>
                    <a:pt x="39370" y="2539"/>
                  </a:lnTo>
                  <a:lnTo>
                    <a:pt x="39370" y="0"/>
                  </a:lnTo>
                  <a:close/>
                </a:path>
                <a:path w="584200" h="7620">
                  <a:moveTo>
                    <a:pt x="584200" y="0"/>
                  </a:moveTo>
                  <a:lnTo>
                    <a:pt x="515620" y="0"/>
                  </a:lnTo>
                  <a:lnTo>
                    <a:pt x="515620" y="2539"/>
                  </a:lnTo>
                  <a:lnTo>
                    <a:pt x="584200" y="2539"/>
                  </a:lnTo>
                  <a:lnTo>
                    <a:pt x="584200" y="0"/>
                  </a:lnTo>
                  <a:close/>
                </a:path>
                <a:path w="584200" h="7620">
                  <a:moveTo>
                    <a:pt x="40640" y="3810"/>
                  </a:moveTo>
                  <a:lnTo>
                    <a:pt x="1270" y="3810"/>
                  </a:lnTo>
                  <a:lnTo>
                    <a:pt x="1270" y="7619"/>
                  </a:lnTo>
                  <a:lnTo>
                    <a:pt x="41910" y="7619"/>
                  </a:lnTo>
                  <a:lnTo>
                    <a:pt x="41910" y="6350"/>
                  </a:lnTo>
                  <a:lnTo>
                    <a:pt x="40640" y="6350"/>
                  </a:lnTo>
                  <a:lnTo>
                    <a:pt x="40640" y="3810"/>
                  </a:lnTo>
                  <a:close/>
                </a:path>
                <a:path w="584200" h="7620">
                  <a:moveTo>
                    <a:pt x="39370" y="2540"/>
                  </a:moveTo>
                  <a:lnTo>
                    <a:pt x="0" y="2540"/>
                  </a:lnTo>
                  <a:lnTo>
                    <a:pt x="0" y="3810"/>
                  </a:lnTo>
                  <a:lnTo>
                    <a:pt x="39370" y="3810"/>
                  </a:lnTo>
                  <a:lnTo>
                    <a:pt x="39370" y="2540"/>
                  </a:lnTo>
                  <a:close/>
                </a:path>
                <a:path w="584200" h="7620">
                  <a:moveTo>
                    <a:pt x="580390" y="6350"/>
                  </a:moveTo>
                  <a:lnTo>
                    <a:pt x="513080" y="6350"/>
                  </a:lnTo>
                  <a:lnTo>
                    <a:pt x="513080" y="7619"/>
                  </a:lnTo>
                  <a:lnTo>
                    <a:pt x="580390" y="7619"/>
                  </a:lnTo>
                  <a:lnTo>
                    <a:pt x="580390" y="6350"/>
                  </a:lnTo>
                  <a:close/>
                </a:path>
                <a:path w="584200" h="7620">
                  <a:moveTo>
                    <a:pt x="582929" y="2540"/>
                  </a:moveTo>
                  <a:lnTo>
                    <a:pt x="514350" y="2540"/>
                  </a:lnTo>
                  <a:lnTo>
                    <a:pt x="514350" y="6350"/>
                  </a:lnTo>
                  <a:lnTo>
                    <a:pt x="581659" y="6350"/>
                  </a:lnTo>
                  <a:lnTo>
                    <a:pt x="581659" y="3810"/>
                  </a:lnTo>
                  <a:lnTo>
                    <a:pt x="582929" y="3810"/>
                  </a:lnTo>
                  <a:lnTo>
                    <a:pt x="582929" y="2540"/>
                  </a:lnTo>
                  <a:close/>
                </a:path>
              </a:pathLst>
            </a:custGeom>
            <a:solidFill>
              <a:srgbClr val="B78900"/>
            </a:solidFill>
          </p:spPr>
          <p:txBody>
            <a:bodyPr wrap="square" lIns="0" tIns="0" rIns="0" bIns="0" rtlCol="0"/>
            <a:lstStyle/>
            <a:p/>
          </p:txBody>
        </p:sp>
        <p:sp>
          <p:nvSpPr>
            <p:cNvPr id="2245" name="object 2245"/>
            <p:cNvSpPr/>
            <p:nvPr/>
          </p:nvSpPr>
          <p:spPr>
            <a:xfrm>
              <a:off x="6513830" y="4484369"/>
              <a:ext cx="579120" cy="6350"/>
            </a:xfrm>
            <a:custGeom>
              <a:avLst/>
              <a:gdLst/>
              <a:ahLst/>
              <a:cxnLst/>
              <a:rect l="l" t="t" r="r" b="b"/>
              <a:pathLst>
                <a:path w="579120" h="6350">
                  <a:moveTo>
                    <a:pt x="40640" y="0"/>
                  </a:moveTo>
                  <a:lnTo>
                    <a:pt x="0" y="0"/>
                  </a:lnTo>
                  <a:lnTo>
                    <a:pt x="0" y="1269"/>
                  </a:lnTo>
                  <a:lnTo>
                    <a:pt x="40640" y="1269"/>
                  </a:lnTo>
                  <a:lnTo>
                    <a:pt x="40640" y="0"/>
                  </a:lnTo>
                  <a:close/>
                </a:path>
                <a:path w="579120" h="6350">
                  <a:moveTo>
                    <a:pt x="579120" y="0"/>
                  </a:moveTo>
                  <a:lnTo>
                    <a:pt x="511810" y="0"/>
                  </a:lnTo>
                  <a:lnTo>
                    <a:pt x="511810" y="1269"/>
                  </a:lnTo>
                  <a:lnTo>
                    <a:pt x="579120" y="1269"/>
                  </a:lnTo>
                  <a:lnTo>
                    <a:pt x="579120" y="0"/>
                  </a:lnTo>
                  <a:close/>
                </a:path>
                <a:path w="579120" h="6350">
                  <a:moveTo>
                    <a:pt x="40640" y="1269"/>
                  </a:moveTo>
                  <a:lnTo>
                    <a:pt x="0" y="1269"/>
                  </a:lnTo>
                  <a:lnTo>
                    <a:pt x="0" y="6349"/>
                  </a:lnTo>
                  <a:lnTo>
                    <a:pt x="43179" y="6349"/>
                  </a:lnTo>
                  <a:lnTo>
                    <a:pt x="43179" y="5079"/>
                  </a:lnTo>
                  <a:lnTo>
                    <a:pt x="41909" y="5079"/>
                  </a:lnTo>
                  <a:lnTo>
                    <a:pt x="41909" y="2539"/>
                  </a:lnTo>
                  <a:lnTo>
                    <a:pt x="40640" y="2539"/>
                  </a:lnTo>
                  <a:lnTo>
                    <a:pt x="40640" y="1269"/>
                  </a:lnTo>
                  <a:close/>
                </a:path>
                <a:path w="579120" h="6350">
                  <a:moveTo>
                    <a:pt x="575310" y="5079"/>
                  </a:moveTo>
                  <a:lnTo>
                    <a:pt x="509270" y="5079"/>
                  </a:lnTo>
                  <a:lnTo>
                    <a:pt x="509270" y="6349"/>
                  </a:lnTo>
                  <a:lnTo>
                    <a:pt x="575310" y="6349"/>
                  </a:lnTo>
                  <a:lnTo>
                    <a:pt x="575310" y="5079"/>
                  </a:lnTo>
                  <a:close/>
                </a:path>
                <a:path w="579120" h="6350">
                  <a:moveTo>
                    <a:pt x="577850" y="1269"/>
                  </a:moveTo>
                  <a:lnTo>
                    <a:pt x="510540" y="1269"/>
                  </a:lnTo>
                  <a:lnTo>
                    <a:pt x="510540" y="5079"/>
                  </a:lnTo>
                  <a:lnTo>
                    <a:pt x="576580" y="5079"/>
                  </a:lnTo>
                  <a:lnTo>
                    <a:pt x="576580" y="2539"/>
                  </a:lnTo>
                  <a:lnTo>
                    <a:pt x="577850" y="2539"/>
                  </a:lnTo>
                  <a:lnTo>
                    <a:pt x="577850" y="1269"/>
                  </a:lnTo>
                  <a:close/>
                </a:path>
              </a:pathLst>
            </a:custGeom>
            <a:solidFill>
              <a:srgbClr val="B98A00"/>
            </a:solidFill>
          </p:spPr>
          <p:txBody>
            <a:bodyPr wrap="square" lIns="0" tIns="0" rIns="0" bIns="0" rtlCol="0"/>
            <a:lstStyle/>
            <a:p/>
          </p:txBody>
        </p:sp>
        <p:sp>
          <p:nvSpPr>
            <p:cNvPr id="2246" name="object 2246"/>
            <p:cNvSpPr/>
            <p:nvPr/>
          </p:nvSpPr>
          <p:spPr>
            <a:xfrm>
              <a:off x="6513830" y="4490719"/>
              <a:ext cx="575310" cy="7620"/>
            </a:xfrm>
            <a:custGeom>
              <a:avLst/>
              <a:gdLst/>
              <a:ahLst/>
              <a:cxnLst/>
              <a:rect l="l" t="t" r="r" b="b"/>
              <a:pathLst>
                <a:path w="575309" h="7620">
                  <a:moveTo>
                    <a:pt x="43179" y="0"/>
                  </a:moveTo>
                  <a:lnTo>
                    <a:pt x="0" y="0"/>
                  </a:lnTo>
                  <a:lnTo>
                    <a:pt x="0" y="1269"/>
                  </a:lnTo>
                  <a:lnTo>
                    <a:pt x="43179" y="1269"/>
                  </a:lnTo>
                  <a:lnTo>
                    <a:pt x="43179" y="0"/>
                  </a:lnTo>
                  <a:close/>
                </a:path>
                <a:path w="575309" h="7620">
                  <a:moveTo>
                    <a:pt x="575310" y="0"/>
                  </a:moveTo>
                  <a:lnTo>
                    <a:pt x="509270" y="0"/>
                  </a:lnTo>
                  <a:lnTo>
                    <a:pt x="509270" y="1269"/>
                  </a:lnTo>
                  <a:lnTo>
                    <a:pt x="575310" y="1269"/>
                  </a:lnTo>
                  <a:lnTo>
                    <a:pt x="575310" y="0"/>
                  </a:lnTo>
                  <a:close/>
                </a:path>
                <a:path w="575309" h="7620">
                  <a:moveTo>
                    <a:pt x="44450" y="1269"/>
                  </a:moveTo>
                  <a:lnTo>
                    <a:pt x="0" y="1269"/>
                  </a:lnTo>
                  <a:lnTo>
                    <a:pt x="0" y="7619"/>
                  </a:lnTo>
                  <a:lnTo>
                    <a:pt x="45720" y="7619"/>
                  </a:lnTo>
                  <a:lnTo>
                    <a:pt x="45720" y="5079"/>
                  </a:lnTo>
                  <a:lnTo>
                    <a:pt x="44450" y="5079"/>
                  </a:lnTo>
                  <a:lnTo>
                    <a:pt x="44450" y="1269"/>
                  </a:lnTo>
                  <a:close/>
                </a:path>
                <a:path w="575309" h="7620">
                  <a:moveTo>
                    <a:pt x="572770" y="3809"/>
                  </a:moveTo>
                  <a:lnTo>
                    <a:pt x="506729" y="3809"/>
                  </a:lnTo>
                  <a:lnTo>
                    <a:pt x="506729" y="6349"/>
                  </a:lnTo>
                  <a:lnTo>
                    <a:pt x="505460" y="6349"/>
                  </a:lnTo>
                  <a:lnTo>
                    <a:pt x="505460" y="7619"/>
                  </a:lnTo>
                  <a:lnTo>
                    <a:pt x="571500" y="7619"/>
                  </a:lnTo>
                  <a:lnTo>
                    <a:pt x="571500" y="5079"/>
                  </a:lnTo>
                  <a:lnTo>
                    <a:pt x="572770" y="5079"/>
                  </a:lnTo>
                  <a:lnTo>
                    <a:pt x="572770" y="3809"/>
                  </a:lnTo>
                  <a:close/>
                </a:path>
                <a:path w="575309" h="7620">
                  <a:moveTo>
                    <a:pt x="574040" y="1269"/>
                  </a:moveTo>
                  <a:lnTo>
                    <a:pt x="508000" y="1269"/>
                  </a:lnTo>
                  <a:lnTo>
                    <a:pt x="508000" y="3809"/>
                  </a:lnTo>
                  <a:lnTo>
                    <a:pt x="574040" y="3809"/>
                  </a:lnTo>
                  <a:lnTo>
                    <a:pt x="574040" y="1269"/>
                  </a:lnTo>
                  <a:close/>
                </a:path>
              </a:pathLst>
            </a:custGeom>
            <a:solidFill>
              <a:srgbClr val="BB8C00"/>
            </a:solidFill>
          </p:spPr>
          <p:txBody>
            <a:bodyPr wrap="square" lIns="0" tIns="0" rIns="0" bIns="0" rtlCol="0"/>
            <a:lstStyle/>
            <a:p/>
          </p:txBody>
        </p:sp>
        <p:sp>
          <p:nvSpPr>
            <p:cNvPr id="2247" name="object 2247"/>
            <p:cNvSpPr/>
            <p:nvPr/>
          </p:nvSpPr>
          <p:spPr>
            <a:xfrm>
              <a:off x="6513830" y="4498339"/>
              <a:ext cx="570230" cy="7620"/>
            </a:xfrm>
            <a:custGeom>
              <a:avLst/>
              <a:gdLst/>
              <a:ahLst/>
              <a:cxnLst/>
              <a:rect l="l" t="t" r="r" b="b"/>
              <a:pathLst>
                <a:path w="570229" h="7620">
                  <a:moveTo>
                    <a:pt x="46990" y="0"/>
                  </a:moveTo>
                  <a:lnTo>
                    <a:pt x="0" y="0"/>
                  </a:lnTo>
                  <a:lnTo>
                    <a:pt x="0" y="6350"/>
                  </a:lnTo>
                  <a:lnTo>
                    <a:pt x="48259" y="6350"/>
                  </a:lnTo>
                  <a:lnTo>
                    <a:pt x="48259" y="3810"/>
                  </a:lnTo>
                  <a:lnTo>
                    <a:pt x="46990" y="3810"/>
                  </a:lnTo>
                  <a:lnTo>
                    <a:pt x="46990" y="0"/>
                  </a:lnTo>
                  <a:close/>
                </a:path>
                <a:path w="570229" h="7620">
                  <a:moveTo>
                    <a:pt x="567690" y="3810"/>
                  </a:moveTo>
                  <a:lnTo>
                    <a:pt x="502920" y="3810"/>
                  </a:lnTo>
                  <a:lnTo>
                    <a:pt x="502920" y="6350"/>
                  </a:lnTo>
                  <a:lnTo>
                    <a:pt x="567690" y="6350"/>
                  </a:lnTo>
                  <a:lnTo>
                    <a:pt x="567690" y="3810"/>
                  </a:lnTo>
                  <a:close/>
                </a:path>
                <a:path w="570229" h="7620">
                  <a:moveTo>
                    <a:pt x="570230" y="0"/>
                  </a:moveTo>
                  <a:lnTo>
                    <a:pt x="505460" y="0"/>
                  </a:lnTo>
                  <a:lnTo>
                    <a:pt x="505460" y="1270"/>
                  </a:lnTo>
                  <a:lnTo>
                    <a:pt x="504190" y="1270"/>
                  </a:lnTo>
                  <a:lnTo>
                    <a:pt x="504190" y="3810"/>
                  </a:lnTo>
                  <a:lnTo>
                    <a:pt x="568960" y="3810"/>
                  </a:lnTo>
                  <a:lnTo>
                    <a:pt x="568960" y="2540"/>
                  </a:lnTo>
                  <a:lnTo>
                    <a:pt x="570230" y="2540"/>
                  </a:lnTo>
                  <a:lnTo>
                    <a:pt x="570230" y="0"/>
                  </a:lnTo>
                  <a:close/>
                </a:path>
                <a:path w="570229" h="7620">
                  <a:moveTo>
                    <a:pt x="49529" y="6350"/>
                  </a:moveTo>
                  <a:lnTo>
                    <a:pt x="0" y="6350"/>
                  </a:lnTo>
                  <a:lnTo>
                    <a:pt x="0" y="7620"/>
                  </a:lnTo>
                  <a:lnTo>
                    <a:pt x="49529" y="7620"/>
                  </a:lnTo>
                  <a:lnTo>
                    <a:pt x="49529" y="6350"/>
                  </a:lnTo>
                  <a:close/>
                </a:path>
                <a:path w="570229" h="7620">
                  <a:moveTo>
                    <a:pt x="566420" y="6350"/>
                  </a:moveTo>
                  <a:lnTo>
                    <a:pt x="501650" y="6350"/>
                  </a:lnTo>
                  <a:lnTo>
                    <a:pt x="501650" y="7620"/>
                  </a:lnTo>
                  <a:lnTo>
                    <a:pt x="566420" y="7620"/>
                  </a:lnTo>
                  <a:lnTo>
                    <a:pt x="566420" y="6350"/>
                  </a:lnTo>
                  <a:close/>
                </a:path>
              </a:pathLst>
            </a:custGeom>
            <a:solidFill>
              <a:srgbClr val="BC8D00"/>
            </a:solidFill>
          </p:spPr>
          <p:txBody>
            <a:bodyPr wrap="square" lIns="0" tIns="0" rIns="0" bIns="0" rtlCol="0"/>
            <a:lstStyle/>
            <a:p/>
          </p:txBody>
        </p:sp>
        <p:sp>
          <p:nvSpPr>
            <p:cNvPr id="2248" name="object 2248"/>
            <p:cNvSpPr/>
            <p:nvPr/>
          </p:nvSpPr>
          <p:spPr>
            <a:xfrm>
              <a:off x="6513830" y="4505959"/>
              <a:ext cx="566420" cy="7620"/>
            </a:xfrm>
            <a:custGeom>
              <a:avLst/>
              <a:gdLst/>
              <a:ahLst/>
              <a:cxnLst/>
              <a:rect l="l" t="t" r="r" b="b"/>
              <a:pathLst>
                <a:path w="566420" h="7620">
                  <a:moveTo>
                    <a:pt x="49529" y="0"/>
                  </a:moveTo>
                  <a:lnTo>
                    <a:pt x="0" y="0"/>
                  </a:lnTo>
                  <a:lnTo>
                    <a:pt x="0" y="5079"/>
                  </a:lnTo>
                  <a:lnTo>
                    <a:pt x="52070" y="5079"/>
                  </a:lnTo>
                  <a:lnTo>
                    <a:pt x="52070" y="3809"/>
                  </a:lnTo>
                  <a:lnTo>
                    <a:pt x="50800" y="3809"/>
                  </a:lnTo>
                  <a:lnTo>
                    <a:pt x="50800" y="1269"/>
                  </a:lnTo>
                  <a:lnTo>
                    <a:pt x="49529" y="1269"/>
                  </a:lnTo>
                  <a:lnTo>
                    <a:pt x="49529" y="0"/>
                  </a:lnTo>
                  <a:close/>
                </a:path>
                <a:path w="566420" h="7620">
                  <a:moveTo>
                    <a:pt x="563880" y="2539"/>
                  </a:moveTo>
                  <a:lnTo>
                    <a:pt x="499110" y="2539"/>
                  </a:lnTo>
                  <a:lnTo>
                    <a:pt x="499110" y="3809"/>
                  </a:lnTo>
                  <a:lnTo>
                    <a:pt x="497840" y="3809"/>
                  </a:lnTo>
                  <a:lnTo>
                    <a:pt x="497840" y="5079"/>
                  </a:lnTo>
                  <a:lnTo>
                    <a:pt x="563880" y="5079"/>
                  </a:lnTo>
                  <a:lnTo>
                    <a:pt x="563880" y="2539"/>
                  </a:lnTo>
                  <a:close/>
                </a:path>
                <a:path w="566420" h="7620">
                  <a:moveTo>
                    <a:pt x="566420" y="0"/>
                  </a:moveTo>
                  <a:lnTo>
                    <a:pt x="500379" y="0"/>
                  </a:lnTo>
                  <a:lnTo>
                    <a:pt x="500379" y="2539"/>
                  </a:lnTo>
                  <a:lnTo>
                    <a:pt x="565150" y="2539"/>
                  </a:lnTo>
                  <a:lnTo>
                    <a:pt x="565150" y="1269"/>
                  </a:lnTo>
                  <a:lnTo>
                    <a:pt x="566420" y="1269"/>
                  </a:lnTo>
                  <a:lnTo>
                    <a:pt x="566420" y="0"/>
                  </a:lnTo>
                  <a:close/>
                </a:path>
                <a:path w="566420" h="7620">
                  <a:moveTo>
                    <a:pt x="52070" y="5080"/>
                  </a:moveTo>
                  <a:lnTo>
                    <a:pt x="0" y="5080"/>
                  </a:lnTo>
                  <a:lnTo>
                    <a:pt x="0" y="7619"/>
                  </a:lnTo>
                  <a:lnTo>
                    <a:pt x="53340" y="7619"/>
                  </a:lnTo>
                  <a:lnTo>
                    <a:pt x="53340" y="6350"/>
                  </a:lnTo>
                  <a:lnTo>
                    <a:pt x="52070" y="6350"/>
                  </a:lnTo>
                  <a:lnTo>
                    <a:pt x="52070" y="5080"/>
                  </a:lnTo>
                  <a:close/>
                </a:path>
                <a:path w="566420" h="7620">
                  <a:moveTo>
                    <a:pt x="561340" y="6350"/>
                  </a:moveTo>
                  <a:lnTo>
                    <a:pt x="496570" y="6350"/>
                  </a:lnTo>
                  <a:lnTo>
                    <a:pt x="496570" y="7619"/>
                  </a:lnTo>
                  <a:lnTo>
                    <a:pt x="561340" y="7619"/>
                  </a:lnTo>
                  <a:lnTo>
                    <a:pt x="561340" y="6350"/>
                  </a:lnTo>
                  <a:close/>
                </a:path>
                <a:path w="566420" h="7620">
                  <a:moveTo>
                    <a:pt x="562610" y="5080"/>
                  </a:moveTo>
                  <a:lnTo>
                    <a:pt x="497840" y="5080"/>
                  </a:lnTo>
                  <a:lnTo>
                    <a:pt x="497840" y="6350"/>
                  </a:lnTo>
                  <a:lnTo>
                    <a:pt x="562610" y="6350"/>
                  </a:lnTo>
                  <a:lnTo>
                    <a:pt x="562610" y="5080"/>
                  </a:lnTo>
                  <a:close/>
                </a:path>
              </a:pathLst>
            </a:custGeom>
            <a:solidFill>
              <a:srgbClr val="BE8E00"/>
            </a:solidFill>
          </p:spPr>
          <p:txBody>
            <a:bodyPr wrap="square" lIns="0" tIns="0" rIns="0" bIns="0" rtlCol="0"/>
            <a:lstStyle/>
            <a:p/>
          </p:txBody>
        </p:sp>
        <p:sp>
          <p:nvSpPr>
            <p:cNvPr id="2249" name="object 2249"/>
            <p:cNvSpPr/>
            <p:nvPr/>
          </p:nvSpPr>
          <p:spPr>
            <a:xfrm>
              <a:off x="6513830" y="4513580"/>
              <a:ext cx="561340" cy="6350"/>
            </a:xfrm>
            <a:custGeom>
              <a:avLst/>
              <a:gdLst/>
              <a:ahLst/>
              <a:cxnLst/>
              <a:rect l="l" t="t" r="r" b="b"/>
              <a:pathLst>
                <a:path w="561340" h="6350">
                  <a:moveTo>
                    <a:pt x="53340" y="0"/>
                  </a:moveTo>
                  <a:lnTo>
                    <a:pt x="0" y="0"/>
                  </a:lnTo>
                  <a:lnTo>
                    <a:pt x="0" y="3810"/>
                  </a:lnTo>
                  <a:lnTo>
                    <a:pt x="54609" y="3810"/>
                  </a:lnTo>
                  <a:lnTo>
                    <a:pt x="54609" y="1270"/>
                  </a:lnTo>
                  <a:lnTo>
                    <a:pt x="53340" y="1270"/>
                  </a:lnTo>
                  <a:lnTo>
                    <a:pt x="53340" y="0"/>
                  </a:lnTo>
                  <a:close/>
                </a:path>
                <a:path w="561340" h="6350">
                  <a:moveTo>
                    <a:pt x="558800" y="2540"/>
                  </a:moveTo>
                  <a:lnTo>
                    <a:pt x="494029" y="2540"/>
                  </a:lnTo>
                  <a:lnTo>
                    <a:pt x="494029" y="3810"/>
                  </a:lnTo>
                  <a:lnTo>
                    <a:pt x="558800" y="3810"/>
                  </a:lnTo>
                  <a:lnTo>
                    <a:pt x="558800" y="2540"/>
                  </a:lnTo>
                  <a:close/>
                </a:path>
                <a:path w="561340" h="6350">
                  <a:moveTo>
                    <a:pt x="561340" y="0"/>
                  </a:moveTo>
                  <a:lnTo>
                    <a:pt x="495300" y="0"/>
                  </a:lnTo>
                  <a:lnTo>
                    <a:pt x="495300" y="2540"/>
                  </a:lnTo>
                  <a:lnTo>
                    <a:pt x="560070" y="2540"/>
                  </a:lnTo>
                  <a:lnTo>
                    <a:pt x="560070" y="1270"/>
                  </a:lnTo>
                  <a:lnTo>
                    <a:pt x="561340" y="1270"/>
                  </a:lnTo>
                  <a:lnTo>
                    <a:pt x="561340" y="0"/>
                  </a:lnTo>
                  <a:close/>
                </a:path>
                <a:path w="561340" h="6350">
                  <a:moveTo>
                    <a:pt x="55879" y="3810"/>
                  </a:moveTo>
                  <a:lnTo>
                    <a:pt x="0" y="3810"/>
                  </a:lnTo>
                  <a:lnTo>
                    <a:pt x="0" y="6350"/>
                  </a:lnTo>
                  <a:lnTo>
                    <a:pt x="55879" y="6350"/>
                  </a:lnTo>
                  <a:lnTo>
                    <a:pt x="55879" y="3810"/>
                  </a:lnTo>
                  <a:close/>
                </a:path>
                <a:path w="561340" h="6350">
                  <a:moveTo>
                    <a:pt x="557529" y="3810"/>
                  </a:moveTo>
                  <a:lnTo>
                    <a:pt x="494029" y="3810"/>
                  </a:lnTo>
                  <a:lnTo>
                    <a:pt x="494029" y="5080"/>
                  </a:lnTo>
                  <a:lnTo>
                    <a:pt x="492760" y="5080"/>
                  </a:lnTo>
                  <a:lnTo>
                    <a:pt x="492760" y="6350"/>
                  </a:lnTo>
                  <a:lnTo>
                    <a:pt x="557530" y="6350"/>
                  </a:lnTo>
                  <a:lnTo>
                    <a:pt x="557529" y="3810"/>
                  </a:lnTo>
                  <a:close/>
                </a:path>
              </a:pathLst>
            </a:custGeom>
            <a:solidFill>
              <a:srgbClr val="C08F00"/>
            </a:solidFill>
          </p:spPr>
          <p:txBody>
            <a:bodyPr wrap="square" lIns="0" tIns="0" rIns="0" bIns="0" rtlCol="0"/>
            <a:lstStyle/>
            <a:p/>
          </p:txBody>
        </p:sp>
        <p:sp>
          <p:nvSpPr>
            <p:cNvPr id="2250" name="object 2250"/>
            <p:cNvSpPr/>
            <p:nvPr/>
          </p:nvSpPr>
          <p:spPr>
            <a:xfrm>
              <a:off x="6513830" y="4519930"/>
              <a:ext cx="556260" cy="7620"/>
            </a:xfrm>
            <a:custGeom>
              <a:avLst/>
              <a:gdLst/>
              <a:ahLst/>
              <a:cxnLst/>
              <a:rect l="l" t="t" r="r" b="b"/>
              <a:pathLst>
                <a:path w="556259" h="7620">
                  <a:moveTo>
                    <a:pt x="57150" y="0"/>
                  </a:moveTo>
                  <a:lnTo>
                    <a:pt x="0" y="0"/>
                  </a:lnTo>
                  <a:lnTo>
                    <a:pt x="0" y="3810"/>
                  </a:lnTo>
                  <a:lnTo>
                    <a:pt x="58420" y="3810"/>
                  </a:lnTo>
                  <a:lnTo>
                    <a:pt x="58420" y="2540"/>
                  </a:lnTo>
                  <a:lnTo>
                    <a:pt x="57150" y="2540"/>
                  </a:lnTo>
                  <a:lnTo>
                    <a:pt x="57150" y="0"/>
                  </a:lnTo>
                  <a:close/>
                </a:path>
                <a:path w="556259" h="7620">
                  <a:moveTo>
                    <a:pt x="556260" y="0"/>
                  </a:moveTo>
                  <a:lnTo>
                    <a:pt x="491490" y="0"/>
                  </a:lnTo>
                  <a:lnTo>
                    <a:pt x="491490" y="2540"/>
                  </a:lnTo>
                  <a:lnTo>
                    <a:pt x="490220" y="2540"/>
                  </a:lnTo>
                  <a:lnTo>
                    <a:pt x="490220" y="3810"/>
                  </a:lnTo>
                  <a:lnTo>
                    <a:pt x="554990" y="3810"/>
                  </a:lnTo>
                  <a:lnTo>
                    <a:pt x="554990" y="1270"/>
                  </a:lnTo>
                  <a:lnTo>
                    <a:pt x="556260" y="1270"/>
                  </a:lnTo>
                  <a:lnTo>
                    <a:pt x="556260" y="0"/>
                  </a:lnTo>
                  <a:close/>
                </a:path>
                <a:path w="556259" h="7620">
                  <a:moveTo>
                    <a:pt x="58420" y="3810"/>
                  </a:moveTo>
                  <a:lnTo>
                    <a:pt x="0" y="3810"/>
                  </a:lnTo>
                  <a:lnTo>
                    <a:pt x="0" y="7620"/>
                  </a:lnTo>
                  <a:lnTo>
                    <a:pt x="59690" y="7620"/>
                  </a:lnTo>
                  <a:lnTo>
                    <a:pt x="59690" y="5080"/>
                  </a:lnTo>
                  <a:lnTo>
                    <a:pt x="58420" y="5080"/>
                  </a:lnTo>
                  <a:lnTo>
                    <a:pt x="58420" y="3810"/>
                  </a:lnTo>
                  <a:close/>
                </a:path>
                <a:path w="556259" h="7620">
                  <a:moveTo>
                    <a:pt x="553720" y="3810"/>
                  </a:moveTo>
                  <a:lnTo>
                    <a:pt x="488950" y="3810"/>
                  </a:lnTo>
                  <a:lnTo>
                    <a:pt x="488950" y="6350"/>
                  </a:lnTo>
                  <a:lnTo>
                    <a:pt x="487679" y="6350"/>
                  </a:lnTo>
                  <a:lnTo>
                    <a:pt x="487679" y="7620"/>
                  </a:lnTo>
                  <a:lnTo>
                    <a:pt x="552450" y="7620"/>
                  </a:lnTo>
                  <a:lnTo>
                    <a:pt x="552450" y="5080"/>
                  </a:lnTo>
                  <a:lnTo>
                    <a:pt x="553720" y="5080"/>
                  </a:lnTo>
                  <a:lnTo>
                    <a:pt x="553720" y="3810"/>
                  </a:lnTo>
                  <a:close/>
                </a:path>
              </a:pathLst>
            </a:custGeom>
            <a:solidFill>
              <a:srgbClr val="C29100"/>
            </a:solidFill>
          </p:spPr>
          <p:txBody>
            <a:bodyPr wrap="square" lIns="0" tIns="0" rIns="0" bIns="0" rtlCol="0"/>
            <a:lstStyle/>
            <a:p/>
          </p:txBody>
        </p:sp>
        <p:sp>
          <p:nvSpPr>
            <p:cNvPr id="2251" name="object 2251"/>
            <p:cNvSpPr/>
            <p:nvPr/>
          </p:nvSpPr>
          <p:spPr>
            <a:xfrm>
              <a:off x="6513830" y="4527550"/>
              <a:ext cx="551180" cy="7620"/>
            </a:xfrm>
            <a:custGeom>
              <a:avLst/>
              <a:gdLst/>
              <a:ahLst/>
              <a:cxnLst/>
              <a:rect l="l" t="t" r="r" b="b"/>
              <a:pathLst>
                <a:path w="551179" h="7620">
                  <a:moveTo>
                    <a:pt x="60959" y="0"/>
                  </a:moveTo>
                  <a:lnTo>
                    <a:pt x="0" y="0"/>
                  </a:lnTo>
                  <a:lnTo>
                    <a:pt x="0" y="2539"/>
                  </a:lnTo>
                  <a:lnTo>
                    <a:pt x="60959" y="2539"/>
                  </a:lnTo>
                  <a:lnTo>
                    <a:pt x="60959" y="0"/>
                  </a:lnTo>
                  <a:close/>
                </a:path>
                <a:path w="551179" h="7620">
                  <a:moveTo>
                    <a:pt x="551180" y="0"/>
                  </a:moveTo>
                  <a:lnTo>
                    <a:pt x="486410" y="0"/>
                  </a:lnTo>
                  <a:lnTo>
                    <a:pt x="486410" y="2539"/>
                  </a:lnTo>
                  <a:lnTo>
                    <a:pt x="549910" y="2539"/>
                  </a:lnTo>
                  <a:lnTo>
                    <a:pt x="549910" y="1269"/>
                  </a:lnTo>
                  <a:lnTo>
                    <a:pt x="551180" y="1269"/>
                  </a:lnTo>
                  <a:lnTo>
                    <a:pt x="551180" y="0"/>
                  </a:lnTo>
                  <a:close/>
                </a:path>
                <a:path w="551179" h="7620">
                  <a:moveTo>
                    <a:pt x="63500" y="5080"/>
                  </a:moveTo>
                  <a:lnTo>
                    <a:pt x="1270" y="5080"/>
                  </a:lnTo>
                  <a:lnTo>
                    <a:pt x="1270" y="7619"/>
                  </a:lnTo>
                  <a:lnTo>
                    <a:pt x="63500" y="7619"/>
                  </a:lnTo>
                  <a:lnTo>
                    <a:pt x="63500" y="5080"/>
                  </a:lnTo>
                  <a:close/>
                </a:path>
                <a:path w="551179" h="7620">
                  <a:moveTo>
                    <a:pt x="62229" y="2540"/>
                  </a:moveTo>
                  <a:lnTo>
                    <a:pt x="0" y="2540"/>
                  </a:lnTo>
                  <a:lnTo>
                    <a:pt x="0" y="5080"/>
                  </a:lnTo>
                  <a:lnTo>
                    <a:pt x="62229" y="5080"/>
                  </a:lnTo>
                  <a:lnTo>
                    <a:pt x="62229" y="2540"/>
                  </a:lnTo>
                  <a:close/>
                </a:path>
                <a:path w="551179" h="7620">
                  <a:moveTo>
                    <a:pt x="548640" y="3810"/>
                  </a:moveTo>
                  <a:lnTo>
                    <a:pt x="483870" y="3810"/>
                  </a:lnTo>
                  <a:lnTo>
                    <a:pt x="483870" y="6350"/>
                  </a:lnTo>
                  <a:lnTo>
                    <a:pt x="482600" y="6350"/>
                  </a:lnTo>
                  <a:lnTo>
                    <a:pt x="482600" y="7619"/>
                  </a:lnTo>
                  <a:lnTo>
                    <a:pt x="547370" y="7619"/>
                  </a:lnTo>
                  <a:lnTo>
                    <a:pt x="547370" y="5080"/>
                  </a:lnTo>
                  <a:lnTo>
                    <a:pt x="548640" y="5080"/>
                  </a:lnTo>
                  <a:lnTo>
                    <a:pt x="548640" y="3810"/>
                  </a:lnTo>
                  <a:close/>
                </a:path>
                <a:path w="551179" h="7620">
                  <a:moveTo>
                    <a:pt x="549910" y="2540"/>
                  </a:moveTo>
                  <a:lnTo>
                    <a:pt x="485140" y="2540"/>
                  </a:lnTo>
                  <a:lnTo>
                    <a:pt x="485140" y="3810"/>
                  </a:lnTo>
                  <a:lnTo>
                    <a:pt x="549910" y="3810"/>
                  </a:lnTo>
                  <a:lnTo>
                    <a:pt x="549910" y="2540"/>
                  </a:lnTo>
                  <a:close/>
                </a:path>
              </a:pathLst>
            </a:custGeom>
            <a:solidFill>
              <a:srgbClr val="C39200"/>
            </a:solidFill>
          </p:spPr>
          <p:txBody>
            <a:bodyPr wrap="square" lIns="0" tIns="0" rIns="0" bIns="0" rtlCol="0"/>
            <a:lstStyle/>
            <a:p/>
          </p:txBody>
        </p:sp>
        <p:sp>
          <p:nvSpPr>
            <p:cNvPr id="2252" name="object 2252"/>
            <p:cNvSpPr/>
            <p:nvPr/>
          </p:nvSpPr>
          <p:spPr>
            <a:xfrm>
              <a:off x="6515100" y="4535169"/>
              <a:ext cx="544830" cy="6350"/>
            </a:xfrm>
            <a:custGeom>
              <a:avLst/>
              <a:gdLst/>
              <a:ahLst/>
              <a:cxnLst/>
              <a:rect l="l" t="t" r="r" b="b"/>
              <a:pathLst>
                <a:path w="544829" h="6350">
                  <a:moveTo>
                    <a:pt x="63500" y="0"/>
                  </a:moveTo>
                  <a:lnTo>
                    <a:pt x="0" y="0"/>
                  </a:lnTo>
                  <a:lnTo>
                    <a:pt x="0" y="1269"/>
                  </a:lnTo>
                  <a:lnTo>
                    <a:pt x="63500" y="1269"/>
                  </a:lnTo>
                  <a:lnTo>
                    <a:pt x="63500" y="0"/>
                  </a:lnTo>
                  <a:close/>
                </a:path>
                <a:path w="544829" h="6350">
                  <a:moveTo>
                    <a:pt x="544829" y="0"/>
                  </a:moveTo>
                  <a:lnTo>
                    <a:pt x="480059" y="0"/>
                  </a:lnTo>
                  <a:lnTo>
                    <a:pt x="480059" y="1269"/>
                  </a:lnTo>
                  <a:lnTo>
                    <a:pt x="544829" y="1269"/>
                  </a:lnTo>
                  <a:lnTo>
                    <a:pt x="544829" y="0"/>
                  </a:lnTo>
                  <a:close/>
                </a:path>
                <a:path w="544829" h="6350">
                  <a:moveTo>
                    <a:pt x="64770" y="1269"/>
                  </a:moveTo>
                  <a:lnTo>
                    <a:pt x="0" y="1269"/>
                  </a:lnTo>
                  <a:lnTo>
                    <a:pt x="0" y="6349"/>
                  </a:lnTo>
                  <a:lnTo>
                    <a:pt x="67309" y="6349"/>
                  </a:lnTo>
                  <a:lnTo>
                    <a:pt x="67309" y="5079"/>
                  </a:lnTo>
                  <a:lnTo>
                    <a:pt x="66040" y="5079"/>
                  </a:lnTo>
                  <a:lnTo>
                    <a:pt x="66040" y="2539"/>
                  </a:lnTo>
                  <a:lnTo>
                    <a:pt x="64770" y="2539"/>
                  </a:lnTo>
                  <a:lnTo>
                    <a:pt x="64770" y="1269"/>
                  </a:lnTo>
                  <a:close/>
                </a:path>
                <a:path w="544829" h="6350">
                  <a:moveTo>
                    <a:pt x="541020" y="5079"/>
                  </a:moveTo>
                  <a:lnTo>
                    <a:pt x="476250" y="5079"/>
                  </a:lnTo>
                  <a:lnTo>
                    <a:pt x="476250" y="6349"/>
                  </a:lnTo>
                  <a:lnTo>
                    <a:pt x="541020" y="6349"/>
                  </a:lnTo>
                  <a:lnTo>
                    <a:pt x="541020" y="5079"/>
                  </a:lnTo>
                  <a:close/>
                </a:path>
                <a:path w="544829" h="6350">
                  <a:moveTo>
                    <a:pt x="542290" y="3809"/>
                  </a:moveTo>
                  <a:lnTo>
                    <a:pt x="477520" y="3809"/>
                  </a:lnTo>
                  <a:lnTo>
                    <a:pt x="477520" y="5079"/>
                  </a:lnTo>
                  <a:lnTo>
                    <a:pt x="542290" y="5079"/>
                  </a:lnTo>
                  <a:lnTo>
                    <a:pt x="542290" y="3809"/>
                  </a:lnTo>
                  <a:close/>
                </a:path>
                <a:path w="544829" h="6350">
                  <a:moveTo>
                    <a:pt x="543559" y="1269"/>
                  </a:moveTo>
                  <a:lnTo>
                    <a:pt x="480059" y="1269"/>
                  </a:lnTo>
                  <a:lnTo>
                    <a:pt x="480059" y="2539"/>
                  </a:lnTo>
                  <a:lnTo>
                    <a:pt x="478790" y="2539"/>
                  </a:lnTo>
                  <a:lnTo>
                    <a:pt x="478790" y="3809"/>
                  </a:lnTo>
                  <a:lnTo>
                    <a:pt x="543560" y="3809"/>
                  </a:lnTo>
                  <a:lnTo>
                    <a:pt x="543559" y="1269"/>
                  </a:lnTo>
                  <a:close/>
                </a:path>
              </a:pathLst>
            </a:custGeom>
            <a:solidFill>
              <a:srgbClr val="C59300"/>
            </a:solidFill>
          </p:spPr>
          <p:txBody>
            <a:bodyPr wrap="square" lIns="0" tIns="0" rIns="0" bIns="0" rtlCol="0"/>
            <a:lstStyle/>
            <a:p/>
          </p:txBody>
        </p:sp>
        <p:sp>
          <p:nvSpPr>
            <p:cNvPr id="2253" name="object 2253"/>
            <p:cNvSpPr/>
            <p:nvPr/>
          </p:nvSpPr>
          <p:spPr>
            <a:xfrm>
              <a:off x="6515100" y="4541519"/>
              <a:ext cx="539750" cy="7620"/>
            </a:xfrm>
            <a:custGeom>
              <a:avLst/>
              <a:gdLst/>
              <a:ahLst/>
              <a:cxnLst/>
              <a:rect l="l" t="t" r="r" b="b"/>
              <a:pathLst>
                <a:path w="539750" h="7620">
                  <a:moveTo>
                    <a:pt x="68579" y="0"/>
                  </a:moveTo>
                  <a:lnTo>
                    <a:pt x="0" y="0"/>
                  </a:lnTo>
                  <a:lnTo>
                    <a:pt x="0" y="1269"/>
                  </a:lnTo>
                  <a:lnTo>
                    <a:pt x="68579" y="1269"/>
                  </a:lnTo>
                  <a:lnTo>
                    <a:pt x="68579" y="0"/>
                  </a:lnTo>
                  <a:close/>
                </a:path>
                <a:path w="539750" h="7620">
                  <a:moveTo>
                    <a:pt x="539750" y="0"/>
                  </a:moveTo>
                  <a:lnTo>
                    <a:pt x="476250" y="0"/>
                  </a:lnTo>
                  <a:lnTo>
                    <a:pt x="476250" y="1269"/>
                  </a:lnTo>
                  <a:lnTo>
                    <a:pt x="539750" y="1269"/>
                  </a:lnTo>
                  <a:lnTo>
                    <a:pt x="539750" y="0"/>
                  </a:lnTo>
                  <a:close/>
                </a:path>
                <a:path w="539750" h="7620">
                  <a:moveTo>
                    <a:pt x="69850" y="1269"/>
                  </a:moveTo>
                  <a:lnTo>
                    <a:pt x="0" y="1269"/>
                  </a:lnTo>
                  <a:lnTo>
                    <a:pt x="0" y="7619"/>
                  </a:lnTo>
                  <a:lnTo>
                    <a:pt x="72390" y="7619"/>
                  </a:lnTo>
                  <a:lnTo>
                    <a:pt x="72390" y="5079"/>
                  </a:lnTo>
                  <a:lnTo>
                    <a:pt x="71120" y="5079"/>
                  </a:lnTo>
                  <a:lnTo>
                    <a:pt x="71120" y="3809"/>
                  </a:lnTo>
                  <a:lnTo>
                    <a:pt x="69850" y="3809"/>
                  </a:lnTo>
                  <a:lnTo>
                    <a:pt x="69850" y="1269"/>
                  </a:lnTo>
                  <a:close/>
                </a:path>
                <a:path w="539750" h="7620">
                  <a:moveTo>
                    <a:pt x="535940" y="5079"/>
                  </a:moveTo>
                  <a:lnTo>
                    <a:pt x="471170" y="5079"/>
                  </a:lnTo>
                  <a:lnTo>
                    <a:pt x="471170" y="7619"/>
                  </a:lnTo>
                  <a:lnTo>
                    <a:pt x="534670" y="7619"/>
                  </a:lnTo>
                  <a:lnTo>
                    <a:pt x="534670" y="6349"/>
                  </a:lnTo>
                  <a:lnTo>
                    <a:pt x="535940" y="6349"/>
                  </a:lnTo>
                  <a:lnTo>
                    <a:pt x="535940" y="5079"/>
                  </a:lnTo>
                  <a:close/>
                </a:path>
                <a:path w="539750" h="7620">
                  <a:moveTo>
                    <a:pt x="537209" y="2539"/>
                  </a:moveTo>
                  <a:lnTo>
                    <a:pt x="473709" y="2539"/>
                  </a:lnTo>
                  <a:lnTo>
                    <a:pt x="473709" y="3809"/>
                  </a:lnTo>
                  <a:lnTo>
                    <a:pt x="472440" y="3809"/>
                  </a:lnTo>
                  <a:lnTo>
                    <a:pt x="472440" y="5079"/>
                  </a:lnTo>
                  <a:lnTo>
                    <a:pt x="537210" y="5079"/>
                  </a:lnTo>
                  <a:lnTo>
                    <a:pt x="537209" y="2539"/>
                  </a:lnTo>
                  <a:close/>
                </a:path>
                <a:path w="539750" h="7620">
                  <a:moveTo>
                    <a:pt x="538479" y="1269"/>
                  </a:moveTo>
                  <a:lnTo>
                    <a:pt x="474979" y="1269"/>
                  </a:lnTo>
                  <a:lnTo>
                    <a:pt x="474979" y="2539"/>
                  </a:lnTo>
                  <a:lnTo>
                    <a:pt x="538479" y="2539"/>
                  </a:lnTo>
                  <a:lnTo>
                    <a:pt x="538479" y="1269"/>
                  </a:lnTo>
                  <a:close/>
                </a:path>
              </a:pathLst>
            </a:custGeom>
            <a:solidFill>
              <a:srgbClr val="C79400"/>
            </a:solidFill>
          </p:spPr>
          <p:txBody>
            <a:bodyPr wrap="square" lIns="0" tIns="0" rIns="0" bIns="0" rtlCol="0"/>
            <a:lstStyle/>
            <a:p/>
          </p:txBody>
        </p:sp>
        <p:sp>
          <p:nvSpPr>
            <p:cNvPr id="2254" name="object 2254"/>
            <p:cNvSpPr/>
            <p:nvPr/>
          </p:nvSpPr>
          <p:spPr>
            <a:xfrm>
              <a:off x="6515100" y="4549139"/>
              <a:ext cx="533400" cy="7620"/>
            </a:xfrm>
            <a:custGeom>
              <a:avLst/>
              <a:gdLst/>
              <a:ahLst/>
              <a:cxnLst/>
              <a:rect l="l" t="t" r="r" b="b"/>
              <a:pathLst>
                <a:path w="533400" h="7620">
                  <a:moveTo>
                    <a:pt x="73659" y="0"/>
                  </a:moveTo>
                  <a:lnTo>
                    <a:pt x="0" y="0"/>
                  </a:lnTo>
                  <a:lnTo>
                    <a:pt x="0" y="6350"/>
                  </a:lnTo>
                  <a:lnTo>
                    <a:pt x="77470" y="6350"/>
                  </a:lnTo>
                  <a:lnTo>
                    <a:pt x="77470" y="5080"/>
                  </a:lnTo>
                  <a:lnTo>
                    <a:pt x="76200" y="5080"/>
                  </a:lnTo>
                  <a:lnTo>
                    <a:pt x="76200" y="2540"/>
                  </a:lnTo>
                  <a:lnTo>
                    <a:pt x="74929" y="2540"/>
                  </a:lnTo>
                  <a:lnTo>
                    <a:pt x="74929" y="1270"/>
                  </a:lnTo>
                  <a:lnTo>
                    <a:pt x="73659" y="1270"/>
                  </a:lnTo>
                  <a:lnTo>
                    <a:pt x="73659" y="0"/>
                  </a:lnTo>
                  <a:close/>
                </a:path>
                <a:path w="533400" h="7620">
                  <a:moveTo>
                    <a:pt x="528320" y="5080"/>
                  </a:moveTo>
                  <a:lnTo>
                    <a:pt x="464820" y="5080"/>
                  </a:lnTo>
                  <a:lnTo>
                    <a:pt x="464820" y="6350"/>
                  </a:lnTo>
                  <a:lnTo>
                    <a:pt x="528320" y="6350"/>
                  </a:lnTo>
                  <a:lnTo>
                    <a:pt x="528320" y="5080"/>
                  </a:lnTo>
                  <a:close/>
                </a:path>
                <a:path w="533400" h="7620">
                  <a:moveTo>
                    <a:pt x="529590" y="3810"/>
                  </a:moveTo>
                  <a:lnTo>
                    <a:pt x="466090" y="3810"/>
                  </a:lnTo>
                  <a:lnTo>
                    <a:pt x="466090" y="5080"/>
                  </a:lnTo>
                  <a:lnTo>
                    <a:pt x="529590" y="5080"/>
                  </a:lnTo>
                  <a:lnTo>
                    <a:pt x="529590" y="3810"/>
                  </a:lnTo>
                  <a:close/>
                </a:path>
                <a:path w="533400" h="7620">
                  <a:moveTo>
                    <a:pt x="530859" y="2540"/>
                  </a:moveTo>
                  <a:lnTo>
                    <a:pt x="467359" y="2540"/>
                  </a:lnTo>
                  <a:lnTo>
                    <a:pt x="467359" y="3810"/>
                  </a:lnTo>
                  <a:lnTo>
                    <a:pt x="530859" y="3810"/>
                  </a:lnTo>
                  <a:lnTo>
                    <a:pt x="530859" y="2540"/>
                  </a:lnTo>
                  <a:close/>
                </a:path>
                <a:path w="533400" h="7620">
                  <a:moveTo>
                    <a:pt x="532129" y="1270"/>
                  </a:moveTo>
                  <a:lnTo>
                    <a:pt x="468629" y="1270"/>
                  </a:lnTo>
                  <a:lnTo>
                    <a:pt x="468629" y="2540"/>
                  </a:lnTo>
                  <a:lnTo>
                    <a:pt x="532129" y="2540"/>
                  </a:lnTo>
                  <a:lnTo>
                    <a:pt x="532129" y="1270"/>
                  </a:lnTo>
                  <a:close/>
                </a:path>
                <a:path w="533400" h="7620">
                  <a:moveTo>
                    <a:pt x="533400" y="0"/>
                  </a:moveTo>
                  <a:lnTo>
                    <a:pt x="469900" y="0"/>
                  </a:lnTo>
                  <a:lnTo>
                    <a:pt x="469900" y="1270"/>
                  </a:lnTo>
                  <a:lnTo>
                    <a:pt x="533400" y="1270"/>
                  </a:lnTo>
                  <a:lnTo>
                    <a:pt x="533400" y="0"/>
                  </a:lnTo>
                  <a:close/>
                </a:path>
                <a:path w="533400" h="7620">
                  <a:moveTo>
                    <a:pt x="78740" y="6350"/>
                  </a:moveTo>
                  <a:lnTo>
                    <a:pt x="0" y="6350"/>
                  </a:lnTo>
                  <a:lnTo>
                    <a:pt x="0" y="7620"/>
                  </a:lnTo>
                  <a:lnTo>
                    <a:pt x="78740" y="7620"/>
                  </a:lnTo>
                  <a:lnTo>
                    <a:pt x="78740" y="6350"/>
                  </a:lnTo>
                  <a:close/>
                </a:path>
                <a:path w="533400" h="7620">
                  <a:moveTo>
                    <a:pt x="527050" y="6350"/>
                  </a:moveTo>
                  <a:lnTo>
                    <a:pt x="464820" y="6350"/>
                  </a:lnTo>
                  <a:lnTo>
                    <a:pt x="464820" y="7620"/>
                  </a:lnTo>
                  <a:lnTo>
                    <a:pt x="527050" y="7620"/>
                  </a:lnTo>
                  <a:lnTo>
                    <a:pt x="527050" y="6350"/>
                  </a:lnTo>
                  <a:close/>
                </a:path>
              </a:pathLst>
            </a:custGeom>
            <a:solidFill>
              <a:srgbClr val="C89600"/>
            </a:solidFill>
          </p:spPr>
          <p:txBody>
            <a:bodyPr wrap="square" lIns="0" tIns="0" rIns="0" bIns="0" rtlCol="0"/>
            <a:lstStyle/>
            <a:p/>
          </p:txBody>
        </p:sp>
        <p:sp>
          <p:nvSpPr>
            <p:cNvPr id="2255" name="object 2255"/>
            <p:cNvSpPr/>
            <p:nvPr/>
          </p:nvSpPr>
          <p:spPr>
            <a:xfrm>
              <a:off x="6515100" y="4556759"/>
              <a:ext cx="527050" cy="6350"/>
            </a:xfrm>
            <a:custGeom>
              <a:avLst/>
              <a:gdLst/>
              <a:ahLst/>
              <a:cxnLst/>
              <a:rect l="l" t="t" r="r" b="b"/>
              <a:pathLst>
                <a:path w="527050" h="6350">
                  <a:moveTo>
                    <a:pt x="80009" y="0"/>
                  </a:moveTo>
                  <a:lnTo>
                    <a:pt x="0" y="0"/>
                  </a:lnTo>
                  <a:lnTo>
                    <a:pt x="0" y="5079"/>
                  </a:lnTo>
                  <a:lnTo>
                    <a:pt x="82550" y="5079"/>
                  </a:lnTo>
                  <a:lnTo>
                    <a:pt x="82550" y="2539"/>
                  </a:lnTo>
                  <a:lnTo>
                    <a:pt x="81279" y="2539"/>
                  </a:lnTo>
                  <a:lnTo>
                    <a:pt x="81279" y="1269"/>
                  </a:lnTo>
                  <a:lnTo>
                    <a:pt x="80009" y="1269"/>
                  </a:lnTo>
                  <a:lnTo>
                    <a:pt x="80009" y="0"/>
                  </a:lnTo>
                  <a:close/>
                </a:path>
                <a:path w="527050" h="6350">
                  <a:moveTo>
                    <a:pt x="523240" y="3809"/>
                  </a:moveTo>
                  <a:lnTo>
                    <a:pt x="459740" y="3809"/>
                  </a:lnTo>
                  <a:lnTo>
                    <a:pt x="459740" y="5079"/>
                  </a:lnTo>
                  <a:lnTo>
                    <a:pt x="523240" y="5079"/>
                  </a:lnTo>
                  <a:lnTo>
                    <a:pt x="523240" y="3809"/>
                  </a:lnTo>
                  <a:close/>
                </a:path>
                <a:path w="527050" h="6350">
                  <a:moveTo>
                    <a:pt x="524509" y="2539"/>
                  </a:moveTo>
                  <a:lnTo>
                    <a:pt x="461009" y="2539"/>
                  </a:lnTo>
                  <a:lnTo>
                    <a:pt x="461009" y="3809"/>
                  </a:lnTo>
                  <a:lnTo>
                    <a:pt x="524509" y="3809"/>
                  </a:lnTo>
                  <a:lnTo>
                    <a:pt x="524509" y="2539"/>
                  </a:lnTo>
                  <a:close/>
                </a:path>
                <a:path w="527050" h="6350">
                  <a:moveTo>
                    <a:pt x="525779" y="1269"/>
                  </a:moveTo>
                  <a:lnTo>
                    <a:pt x="462279" y="1269"/>
                  </a:lnTo>
                  <a:lnTo>
                    <a:pt x="462279" y="2539"/>
                  </a:lnTo>
                  <a:lnTo>
                    <a:pt x="525779" y="2539"/>
                  </a:lnTo>
                  <a:lnTo>
                    <a:pt x="525779" y="1269"/>
                  </a:lnTo>
                  <a:close/>
                </a:path>
                <a:path w="527050" h="6350">
                  <a:moveTo>
                    <a:pt x="527050" y="0"/>
                  </a:moveTo>
                  <a:lnTo>
                    <a:pt x="463550" y="0"/>
                  </a:lnTo>
                  <a:lnTo>
                    <a:pt x="463550" y="1269"/>
                  </a:lnTo>
                  <a:lnTo>
                    <a:pt x="527050" y="1269"/>
                  </a:lnTo>
                  <a:lnTo>
                    <a:pt x="527050" y="0"/>
                  </a:lnTo>
                  <a:close/>
                </a:path>
                <a:path w="527050" h="6350">
                  <a:moveTo>
                    <a:pt x="83820" y="5080"/>
                  </a:moveTo>
                  <a:lnTo>
                    <a:pt x="0" y="5080"/>
                  </a:lnTo>
                  <a:lnTo>
                    <a:pt x="0" y="6350"/>
                  </a:lnTo>
                  <a:lnTo>
                    <a:pt x="83820" y="6350"/>
                  </a:lnTo>
                  <a:lnTo>
                    <a:pt x="83820" y="5080"/>
                  </a:lnTo>
                  <a:close/>
                </a:path>
                <a:path w="527050" h="6350">
                  <a:moveTo>
                    <a:pt x="521970" y="5080"/>
                  </a:moveTo>
                  <a:lnTo>
                    <a:pt x="458470" y="5080"/>
                  </a:lnTo>
                  <a:lnTo>
                    <a:pt x="458470" y="6350"/>
                  </a:lnTo>
                  <a:lnTo>
                    <a:pt x="521970" y="6350"/>
                  </a:lnTo>
                  <a:lnTo>
                    <a:pt x="521970" y="5080"/>
                  </a:lnTo>
                  <a:close/>
                </a:path>
              </a:pathLst>
            </a:custGeom>
            <a:solidFill>
              <a:srgbClr val="CA9700"/>
            </a:solidFill>
          </p:spPr>
          <p:txBody>
            <a:bodyPr wrap="square" lIns="0" tIns="0" rIns="0" bIns="0" rtlCol="0"/>
            <a:lstStyle/>
            <a:p/>
          </p:txBody>
        </p:sp>
        <p:sp>
          <p:nvSpPr>
            <p:cNvPr id="2256" name="object 2256"/>
            <p:cNvSpPr/>
            <p:nvPr/>
          </p:nvSpPr>
          <p:spPr>
            <a:xfrm>
              <a:off x="6515100" y="4563109"/>
              <a:ext cx="520700" cy="7620"/>
            </a:xfrm>
            <a:custGeom>
              <a:avLst/>
              <a:gdLst/>
              <a:ahLst/>
              <a:cxnLst/>
              <a:rect l="l" t="t" r="r" b="b"/>
              <a:pathLst>
                <a:path w="520700" h="7620">
                  <a:moveTo>
                    <a:pt x="91440" y="6350"/>
                  </a:moveTo>
                  <a:lnTo>
                    <a:pt x="90170" y="6350"/>
                  </a:lnTo>
                  <a:lnTo>
                    <a:pt x="90170" y="5080"/>
                  </a:lnTo>
                  <a:lnTo>
                    <a:pt x="88900" y="5080"/>
                  </a:lnTo>
                  <a:lnTo>
                    <a:pt x="88900" y="3810"/>
                  </a:lnTo>
                  <a:lnTo>
                    <a:pt x="87630" y="3810"/>
                  </a:lnTo>
                  <a:lnTo>
                    <a:pt x="87630" y="2540"/>
                  </a:lnTo>
                  <a:lnTo>
                    <a:pt x="86347" y="2540"/>
                  </a:lnTo>
                  <a:lnTo>
                    <a:pt x="86347" y="1270"/>
                  </a:lnTo>
                  <a:lnTo>
                    <a:pt x="85090" y="1270"/>
                  </a:lnTo>
                  <a:lnTo>
                    <a:pt x="85090" y="0"/>
                  </a:lnTo>
                  <a:lnTo>
                    <a:pt x="0" y="0"/>
                  </a:lnTo>
                  <a:lnTo>
                    <a:pt x="0" y="1270"/>
                  </a:lnTo>
                  <a:lnTo>
                    <a:pt x="0" y="2540"/>
                  </a:lnTo>
                  <a:lnTo>
                    <a:pt x="0" y="3810"/>
                  </a:lnTo>
                  <a:lnTo>
                    <a:pt x="0" y="5080"/>
                  </a:lnTo>
                  <a:lnTo>
                    <a:pt x="0" y="6350"/>
                  </a:lnTo>
                  <a:lnTo>
                    <a:pt x="0" y="7620"/>
                  </a:lnTo>
                  <a:lnTo>
                    <a:pt x="91440" y="7620"/>
                  </a:lnTo>
                  <a:lnTo>
                    <a:pt x="91440" y="6350"/>
                  </a:lnTo>
                  <a:close/>
                </a:path>
                <a:path w="520700" h="7620">
                  <a:moveTo>
                    <a:pt x="515620" y="5092"/>
                  </a:moveTo>
                  <a:lnTo>
                    <a:pt x="450850" y="5092"/>
                  </a:lnTo>
                  <a:lnTo>
                    <a:pt x="450850" y="6350"/>
                  </a:lnTo>
                  <a:lnTo>
                    <a:pt x="449580" y="6350"/>
                  </a:lnTo>
                  <a:lnTo>
                    <a:pt x="449580" y="7620"/>
                  </a:lnTo>
                  <a:lnTo>
                    <a:pt x="514350" y="7620"/>
                  </a:lnTo>
                  <a:lnTo>
                    <a:pt x="514350" y="6350"/>
                  </a:lnTo>
                  <a:lnTo>
                    <a:pt x="515620" y="6350"/>
                  </a:lnTo>
                  <a:lnTo>
                    <a:pt x="515620" y="5092"/>
                  </a:lnTo>
                  <a:close/>
                </a:path>
                <a:path w="520700" h="7620">
                  <a:moveTo>
                    <a:pt x="520700" y="0"/>
                  </a:moveTo>
                  <a:lnTo>
                    <a:pt x="457200" y="0"/>
                  </a:lnTo>
                  <a:lnTo>
                    <a:pt x="457200" y="1270"/>
                  </a:lnTo>
                  <a:lnTo>
                    <a:pt x="455930" y="1270"/>
                  </a:lnTo>
                  <a:lnTo>
                    <a:pt x="455930" y="2540"/>
                  </a:lnTo>
                  <a:lnTo>
                    <a:pt x="454660" y="2540"/>
                  </a:lnTo>
                  <a:lnTo>
                    <a:pt x="454660" y="3810"/>
                  </a:lnTo>
                  <a:lnTo>
                    <a:pt x="453390" y="3810"/>
                  </a:lnTo>
                  <a:lnTo>
                    <a:pt x="453390" y="5080"/>
                  </a:lnTo>
                  <a:lnTo>
                    <a:pt x="516890" y="5080"/>
                  </a:lnTo>
                  <a:lnTo>
                    <a:pt x="516890" y="3810"/>
                  </a:lnTo>
                  <a:lnTo>
                    <a:pt x="518160" y="3810"/>
                  </a:lnTo>
                  <a:lnTo>
                    <a:pt x="518160" y="2540"/>
                  </a:lnTo>
                  <a:lnTo>
                    <a:pt x="519430" y="2540"/>
                  </a:lnTo>
                  <a:lnTo>
                    <a:pt x="519430" y="1270"/>
                  </a:lnTo>
                  <a:lnTo>
                    <a:pt x="520700" y="1270"/>
                  </a:lnTo>
                  <a:lnTo>
                    <a:pt x="520700" y="0"/>
                  </a:lnTo>
                  <a:close/>
                </a:path>
              </a:pathLst>
            </a:custGeom>
            <a:solidFill>
              <a:srgbClr val="CC9800"/>
            </a:solidFill>
          </p:spPr>
          <p:txBody>
            <a:bodyPr wrap="square" lIns="0" tIns="0" rIns="0" bIns="0" rtlCol="0"/>
            <a:lstStyle/>
            <a:p/>
          </p:txBody>
        </p:sp>
        <p:sp>
          <p:nvSpPr>
            <p:cNvPr id="2257" name="object 2257"/>
            <p:cNvSpPr/>
            <p:nvPr/>
          </p:nvSpPr>
          <p:spPr>
            <a:xfrm>
              <a:off x="6515100" y="4570729"/>
              <a:ext cx="513080" cy="7620"/>
            </a:xfrm>
            <a:custGeom>
              <a:avLst/>
              <a:gdLst/>
              <a:ahLst/>
              <a:cxnLst/>
              <a:rect l="l" t="t" r="r" b="b"/>
              <a:pathLst>
                <a:path w="513079" h="7620">
                  <a:moveTo>
                    <a:pt x="97790" y="6350"/>
                  </a:moveTo>
                  <a:lnTo>
                    <a:pt x="96520" y="6350"/>
                  </a:lnTo>
                  <a:lnTo>
                    <a:pt x="96520" y="5080"/>
                  </a:lnTo>
                  <a:lnTo>
                    <a:pt x="95250" y="5080"/>
                  </a:lnTo>
                  <a:lnTo>
                    <a:pt x="95250" y="3810"/>
                  </a:lnTo>
                  <a:lnTo>
                    <a:pt x="93980" y="3810"/>
                  </a:lnTo>
                  <a:lnTo>
                    <a:pt x="93980" y="2540"/>
                  </a:lnTo>
                  <a:lnTo>
                    <a:pt x="92697" y="2540"/>
                  </a:lnTo>
                  <a:lnTo>
                    <a:pt x="92697" y="1270"/>
                  </a:lnTo>
                  <a:lnTo>
                    <a:pt x="91440" y="1270"/>
                  </a:lnTo>
                  <a:lnTo>
                    <a:pt x="91440" y="0"/>
                  </a:lnTo>
                  <a:lnTo>
                    <a:pt x="0" y="0"/>
                  </a:lnTo>
                  <a:lnTo>
                    <a:pt x="0" y="1270"/>
                  </a:lnTo>
                  <a:lnTo>
                    <a:pt x="0" y="2540"/>
                  </a:lnTo>
                  <a:lnTo>
                    <a:pt x="0" y="3810"/>
                  </a:lnTo>
                  <a:lnTo>
                    <a:pt x="0" y="5080"/>
                  </a:lnTo>
                  <a:lnTo>
                    <a:pt x="0" y="6350"/>
                  </a:lnTo>
                  <a:lnTo>
                    <a:pt x="0" y="7620"/>
                  </a:lnTo>
                  <a:lnTo>
                    <a:pt x="97790" y="7620"/>
                  </a:lnTo>
                  <a:lnTo>
                    <a:pt x="97790" y="6350"/>
                  </a:lnTo>
                  <a:close/>
                </a:path>
                <a:path w="513079" h="7620">
                  <a:moveTo>
                    <a:pt x="510540" y="3822"/>
                  </a:moveTo>
                  <a:lnTo>
                    <a:pt x="444500" y="3822"/>
                  </a:lnTo>
                  <a:lnTo>
                    <a:pt x="444500" y="5080"/>
                  </a:lnTo>
                  <a:lnTo>
                    <a:pt x="443230" y="5080"/>
                  </a:lnTo>
                  <a:lnTo>
                    <a:pt x="443230" y="6350"/>
                  </a:lnTo>
                  <a:lnTo>
                    <a:pt x="441960" y="6350"/>
                  </a:lnTo>
                  <a:lnTo>
                    <a:pt x="441960" y="7620"/>
                  </a:lnTo>
                  <a:lnTo>
                    <a:pt x="508000" y="7620"/>
                  </a:lnTo>
                  <a:lnTo>
                    <a:pt x="508000" y="6350"/>
                  </a:lnTo>
                  <a:lnTo>
                    <a:pt x="509270" y="6350"/>
                  </a:lnTo>
                  <a:lnTo>
                    <a:pt x="509270" y="5080"/>
                  </a:lnTo>
                  <a:lnTo>
                    <a:pt x="510540" y="5080"/>
                  </a:lnTo>
                  <a:lnTo>
                    <a:pt x="510540" y="3822"/>
                  </a:lnTo>
                  <a:close/>
                </a:path>
                <a:path w="513079" h="7620">
                  <a:moveTo>
                    <a:pt x="513080" y="0"/>
                  </a:moveTo>
                  <a:lnTo>
                    <a:pt x="448310" y="0"/>
                  </a:lnTo>
                  <a:lnTo>
                    <a:pt x="448310" y="1270"/>
                  </a:lnTo>
                  <a:lnTo>
                    <a:pt x="447040" y="1270"/>
                  </a:lnTo>
                  <a:lnTo>
                    <a:pt x="447040" y="2540"/>
                  </a:lnTo>
                  <a:lnTo>
                    <a:pt x="445770" y="2540"/>
                  </a:lnTo>
                  <a:lnTo>
                    <a:pt x="445770" y="3810"/>
                  </a:lnTo>
                  <a:lnTo>
                    <a:pt x="511810" y="3810"/>
                  </a:lnTo>
                  <a:lnTo>
                    <a:pt x="511810" y="2540"/>
                  </a:lnTo>
                  <a:lnTo>
                    <a:pt x="511810" y="1270"/>
                  </a:lnTo>
                  <a:lnTo>
                    <a:pt x="513080" y="1270"/>
                  </a:lnTo>
                  <a:lnTo>
                    <a:pt x="513080" y="0"/>
                  </a:lnTo>
                  <a:close/>
                </a:path>
              </a:pathLst>
            </a:custGeom>
            <a:solidFill>
              <a:srgbClr val="CE9A00"/>
            </a:solidFill>
          </p:spPr>
          <p:txBody>
            <a:bodyPr wrap="square" lIns="0" tIns="0" rIns="0" bIns="0" rtlCol="0"/>
            <a:lstStyle/>
            <a:p/>
          </p:txBody>
        </p:sp>
        <p:sp>
          <p:nvSpPr>
            <p:cNvPr id="2258" name="object 2258"/>
            <p:cNvSpPr/>
            <p:nvPr/>
          </p:nvSpPr>
          <p:spPr>
            <a:xfrm>
              <a:off x="6515100" y="4578349"/>
              <a:ext cx="506730" cy="6350"/>
            </a:xfrm>
            <a:custGeom>
              <a:avLst/>
              <a:gdLst/>
              <a:ahLst/>
              <a:cxnLst/>
              <a:rect l="l" t="t" r="r" b="b"/>
              <a:pathLst>
                <a:path w="506729" h="6350">
                  <a:moveTo>
                    <a:pt x="104140" y="5080"/>
                  </a:moveTo>
                  <a:lnTo>
                    <a:pt x="102870" y="5080"/>
                  </a:lnTo>
                  <a:lnTo>
                    <a:pt x="102870" y="3810"/>
                  </a:lnTo>
                  <a:lnTo>
                    <a:pt x="101600" y="3810"/>
                  </a:lnTo>
                  <a:lnTo>
                    <a:pt x="101600" y="2540"/>
                  </a:lnTo>
                  <a:lnTo>
                    <a:pt x="100330" y="2540"/>
                  </a:lnTo>
                  <a:lnTo>
                    <a:pt x="100330" y="1270"/>
                  </a:lnTo>
                  <a:lnTo>
                    <a:pt x="99047" y="1270"/>
                  </a:lnTo>
                  <a:lnTo>
                    <a:pt x="99047" y="0"/>
                  </a:lnTo>
                  <a:lnTo>
                    <a:pt x="0" y="0"/>
                  </a:lnTo>
                  <a:lnTo>
                    <a:pt x="0" y="1270"/>
                  </a:lnTo>
                  <a:lnTo>
                    <a:pt x="0" y="2540"/>
                  </a:lnTo>
                  <a:lnTo>
                    <a:pt x="0" y="3810"/>
                  </a:lnTo>
                  <a:lnTo>
                    <a:pt x="0" y="5080"/>
                  </a:lnTo>
                  <a:lnTo>
                    <a:pt x="1270" y="5080"/>
                  </a:lnTo>
                  <a:lnTo>
                    <a:pt x="1270" y="6350"/>
                  </a:lnTo>
                  <a:lnTo>
                    <a:pt x="104140" y="6350"/>
                  </a:lnTo>
                  <a:lnTo>
                    <a:pt x="104140" y="5080"/>
                  </a:lnTo>
                  <a:close/>
                </a:path>
                <a:path w="506729" h="6350">
                  <a:moveTo>
                    <a:pt x="504177" y="2552"/>
                  </a:moveTo>
                  <a:lnTo>
                    <a:pt x="436880" y="2552"/>
                  </a:lnTo>
                  <a:lnTo>
                    <a:pt x="436880" y="3810"/>
                  </a:lnTo>
                  <a:lnTo>
                    <a:pt x="435610" y="3810"/>
                  </a:lnTo>
                  <a:lnTo>
                    <a:pt x="435610" y="5080"/>
                  </a:lnTo>
                  <a:lnTo>
                    <a:pt x="434340" y="5080"/>
                  </a:lnTo>
                  <a:lnTo>
                    <a:pt x="434340" y="6350"/>
                  </a:lnTo>
                  <a:lnTo>
                    <a:pt x="500380" y="6350"/>
                  </a:lnTo>
                  <a:lnTo>
                    <a:pt x="500380" y="5080"/>
                  </a:lnTo>
                  <a:lnTo>
                    <a:pt x="502907" y="5080"/>
                  </a:lnTo>
                  <a:lnTo>
                    <a:pt x="502907" y="3810"/>
                  </a:lnTo>
                  <a:lnTo>
                    <a:pt x="504177" y="3810"/>
                  </a:lnTo>
                  <a:lnTo>
                    <a:pt x="504177" y="2552"/>
                  </a:lnTo>
                  <a:close/>
                </a:path>
                <a:path w="506729" h="6350">
                  <a:moveTo>
                    <a:pt x="506730" y="0"/>
                  </a:moveTo>
                  <a:lnTo>
                    <a:pt x="440690" y="0"/>
                  </a:lnTo>
                  <a:lnTo>
                    <a:pt x="440690" y="1270"/>
                  </a:lnTo>
                  <a:lnTo>
                    <a:pt x="439420" y="1270"/>
                  </a:lnTo>
                  <a:lnTo>
                    <a:pt x="439420" y="2540"/>
                  </a:lnTo>
                  <a:lnTo>
                    <a:pt x="505460" y="2540"/>
                  </a:lnTo>
                  <a:lnTo>
                    <a:pt x="505460" y="1270"/>
                  </a:lnTo>
                  <a:lnTo>
                    <a:pt x="506730" y="1270"/>
                  </a:lnTo>
                  <a:lnTo>
                    <a:pt x="506730" y="0"/>
                  </a:lnTo>
                  <a:close/>
                </a:path>
              </a:pathLst>
            </a:custGeom>
            <a:solidFill>
              <a:srgbClr val="CF9B00"/>
            </a:solidFill>
          </p:spPr>
          <p:txBody>
            <a:bodyPr wrap="square" lIns="0" tIns="0" rIns="0" bIns="0" rtlCol="0"/>
            <a:lstStyle/>
            <a:p/>
          </p:txBody>
        </p:sp>
        <p:sp>
          <p:nvSpPr>
            <p:cNvPr id="2259" name="object 2259"/>
            <p:cNvSpPr/>
            <p:nvPr/>
          </p:nvSpPr>
          <p:spPr>
            <a:xfrm>
              <a:off x="6516370" y="4584699"/>
              <a:ext cx="497840" cy="7620"/>
            </a:xfrm>
            <a:custGeom>
              <a:avLst/>
              <a:gdLst/>
              <a:ahLst/>
              <a:cxnLst/>
              <a:rect l="l" t="t" r="r" b="b"/>
              <a:pathLst>
                <a:path w="497840" h="7620">
                  <a:moveTo>
                    <a:pt x="110490" y="6350"/>
                  </a:moveTo>
                  <a:lnTo>
                    <a:pt x="109220" y="6350"/>
                  </a:lnTo>
                  <a:lnTo>
                    <a:pt x="109220" y="5080"/>
                  </a:lnTo>
                  <a:lnTo>
                    <a:pt x="107950" y="5080"/>
                  </a:lnTo>
                  <a:lnTo>
                    <a:pt x="107950" y="3810"/>
                  </a:lnTo>
                  <a:lnTo>
                    <a:pt x="106680" y="3810"/>
                  </a:lnTo>
                  <a:lnTo>
                    <a:pt x="106680" y="2540"/>
                  </a:lnTo>
                  <a:lnTo>
                    <a:pt x="105410" y="2540"/>
                  </a:lnTo>
                  <a:lnTo>
                    <a:pt x="105410" y="1270"/>
                  </a:lnTo>
                  <a:lnTo>
                    <a:pt x="104140" y="1270"/>
                  </a:lnTo>
                  <a:lnTo>
                    <a:pt x="104140" y="0"/>
                  </a:lnTo>
                  <a:lnTo>
                    <a:pt x="0" y="0"/>
                  </a:lnTo>
                  <a:lnTo>
                    <a:pt x="0" y="1270"/>
                  </a:lnTo>
                  <a:lnTo>
                    <a:pt x="0" y="2540"/>
                  </a:lnTo>
                  <a:lnTo>
                    <a:pt x="0" y="3810"/>
                  </a:lnTo>
                  <a:lnTo>
                    <a:pt x="0" y="5080"/>
                  </a:lnTo>
                  <a:lnTo>
                    <a:pt x="0" y="6350"/>
                  </a:lnTo>
                  <a:lnTo>
                    <a:pt x="0" y="7620"/>
                  </a:lnTo>
                  <a:lnTo>
                    <a:pt x="110490" y="7620"/>
                  </a:lnTo>
                  <a:lnTo>
                    <a:pt x="110490" y="6350"/>
                  </a:lnTo>
                  <a:close/>
                </a:path>
                <a:path w="497840" h="7620">
                  <a:moveTo>
                    <a:pt x="495287" y="2552"/>
                  </a:moveTo>
                  <a:lnTo>
                    <a:pt x="427990" y="2552"/>
                  </a:lnTo>
                  <a:lnTo>
                    <a:pt x="427990" y="3810"/>
                  </a:lnTo>
                  <a:lnTo>
                    <a:pt x="426720" y="3810"/>
                  </a:lnTo>
                  <a:lnTo>
                    <a:pt x="426720" y="5080"/>
                  </a:lnTo>
                  <a:lnTo>
                    <a:pt x="425450" y="5080"/>
                  </a:lnTo>
                  <a:lnTo>
                    <a:pt x="425450" y="6350"/>
                  </a:lnTo>
                  <a:lnTo>
                    <a:pt x="424180" y="6350"/>
                  </a:lnTo>
                  <a:lnTo>
                    <a:pt x="424180" y="7620"/>
                  </a:lnTo>
                  <a:lnTo>
                    <a:pt x="490220" y="7620"/>
                  </a:lnTo>
                  <a:lnTo>
                    <a:pt x="490220" y="6350"/>
                  </a:lnTo>
                  <a:lnTo>
                    <a:pt x="491490" y="6350"/>
                  </a:lnTo>
                  <a:lnTo>
                    <a:pt x="491490" y="5080"/>
                  </a:lnTo>
                  <a:lnTo>
                    <a:pt x="494030" y="5080"/>
                  </a:lnTo>
                  <a:lnTo>
                    <a:pt x="494030" y="3810"/>
                  </a:lnTo>
                  <a:lnTo>
                    <a:pt x="495287" y="3810"/>
                  </a:lnTo>
                  <a:lnTo>
                    <a:pt x="495287" y="2552"/>
                  </a:lnTo>
                  <a:close/>
                </a:path>
                <a:path w="497840" h="7620">
                  <a:moveTo>
                    <a:pt x="497840" y="0"/>
                  </a:moveTo>
                  <a:lnTo>
                    <a:pt x="431800" y="0"/>
                  </a:lnTo>
                  <a:lnTo>
                    <a:pt x="431800" y="1270"/>
                  </a:lnTo>
                  <a:lnTo>
                    <a:pt x="430530" y="1270"/>
                  </a:lnTo>
                  <a:lnTo>
                    <a:pt x="430530" y="2540"/>
                  </a:lnTo>
                  <a:lnTo>
                    <a:pt x="496570" y="2540"/>
                  </a:lnTo>
                  <a:lnTo>
                    <a:pt x="496570" y="1270"/>
                  </a:lnTo>
                  <a:lnTo>
                    <a:pt x="497840" y="1270"/>
                  </a:lnTo>
                  <a:lnTo>
                    <a:pt x="497840" y="0"/>
                  </a:lnTo>
                  <a:close/>
                </a:path>
              </a:pathLst>
            </a:custGeom>
            <a:solidFill>
              <a:srgbClr val="D19C00"/>
            </a:solidFill>
          </p:spPr>
          <p:txBody>
            <a:bodyPr wrap="square" lIns="0" tIns="0" rIns="0" bIns="0" rtlCol="0"/>
            <a:lstStyle/>
            <a:p/>
          </p:txBody>
        </p:sp>
        <p:sp>
          <p:nvSpPr>
            <p:cNvPr id="2260" name="object 2260"/>
            <p:cNvSpPr/>
            <p:nvPr/>
          </p:nvSpPr>
          <p:spPr>
            <a:xfrm>
              <a:off x="6516370" y="4592319"/>
              <a:ext cx="488950" cy="7620"/>
            </a:xfrm>
            <a:custGeom>
              <a:avLst/>
              <a:gdLst/>
              <a:ahLst/>
              <a:cxnLst/>
              <a:rect l="l" t="t" r="r" b="b"/>
              <a:pathLst>
                <a:path w="488950" h="7620">
                  <a:moveTo>
                    <a:pt x="120650" y="6350"/>
                  </a:moveTo>
                  <a:lnTo>
                    <a:pt x="119380" y="6350"/>
                  </a:lnTo>
                  <a:lnTo>
                    <a:pt x="119380" y="5080"/>
                  </a:lnTo>
                  <a:lnTo>
                    <a:pt x="118110" y="5080"/>
                  </a:lnTo>
                  <a:lnTo>
                    <a:pt x="118110" y="3810"/>
                  </a:lnTo>
                  <a:lnTo>
                    <a:pt x="115570" y="3810"/>
                  </a:lnTo>
                  <a:lnTo>
                    <a:pt x="115570" y="2540"/>
                  </a:lnTo>
                  <a:lnTo>
                    <a:pt x="114300" y="2540"/>
                  </a:lnTo>
                  <a:lnTo>
                    <a:pt x="114300" y="1270"/>
                  </a:lnTo>
                  <a:lnTo>
                    <a:pt x="113030" y="1270"/>
                  </a:lnTo>
                  <a:lnTo>
                    <a:pt x="113030" y="0"/>
                  </a:lnTo>
                  <a:lnTo>
                    <a:pt x="0" y="0"/>
                  </a:lnTo>
                  <a:lnTo>
                    <a:pt x="0" y="1270"/>
                  </a:lnTo>
                  <a:lnTo>
                    <a:pt x="0" y="2540"/>
                  </a:lnTo>
                  <a:lnTo>
                    <a:pt x="0" y="3810"/>
                  </a:lnTo>
                  <a:lnTo>
                    <a:pt x="0" y="5080"/>
                  </a:lnTo>
                  <a:lnTo>
                    <a:pt x="0" y="6350"/>
                  </a:lnTo>
                  <a:lnTo>
                    <a:pt x="0" y="7620"/>
                  </a:lnTo>
                  <a:lnTo>
                    <a:pt x="120650" y="7620"/>
                  </a:lnTo>
                  <a:lnTo>
                    <a:pt x="120650" y="6350"/>
                  </a:lnTo>
                  <a:close/>
                </a:path>
                <a:path w="488950" h="7620">
                  <a:moveTo>
                    <a:pt x="487680" y="1282"/>
                  </a:moveTo>
                  <a:lnTo>
                    <a:pt x="420370" y="1282"/>
                  </a:lnTo>
                  <a:lnTo>
                    <a:pt x="420370" y="2540"/>
                  </a:lnTo>
                  <a:lnTo>
                    <a:pt x="419100" y="2540"/>
                  </a:lnTo>
                  <a:lnTo>
                    <a:pt x="419100" y="3810"/>
                  </a:lnTo>
                  <a:lnTo>
                    <a:pt x="417830" y="3810"/>
                  </a:lnTo>
                  <a:lnTo>
                    <a:pt x="417830" y="5080"/>
                  </a:lnTo>
                  <a:lnTo>
                    <a:pt x="415290" y="5080"/>
                  </a:lnTo>
                  <a:lnTo>
                    <a:pt x="415290" y="6350"/>
                  </a:lnTo>
                  <a:lnTo>
                    <a:pt x="414020" y="6350"/>
                  </a:lnTo>
                  <a:lnTo>
                    <a:pt x="414020" y="7620"/>
                  </a:lnTo>
                  <a:lnTo>
                    <a:pt x="481330" y="7620"/>
                  </a:lnTo>
                  <a:lnTo>
                    <a:pt x="481330" y="6350"/>
                  </a:lnTo>
                  <a:lnTo>
                    <a:pt x="482587" y="6350"/>
                  </a:lnTo>
                  <a:lnTo>
                    <a:pt x="482587" y="5080"/>
                  </a:lnTo>
                  <a:lnTo>
                    <a:pt x="483870" y="5080"/>
                  </a:lnTo>
                  <a:lnTo>
                    <a:pt x="483870" y="3810"/>
                  </a:lnTo>
                  <a:lnTo>
                    <a:pt x="486410" y="3810"/>
                  </a:lnTo>
                  <a:lnTo>
                    <a:pt x="486410" y="2540"/>
                  </a:lnTo>
                  <a:lnTo>
                    <a:pt x="487680" y="2540"/>
                  </a:lnTo>
                  <a:lnTo>
                    <a:pt x="487680" y="1282"/>
                  </a:lnTo>
                  <a:close/>
                </a:path>
                <a:path w="488950" h="7620">
                  <a:moveTo>
                    <a:pt x="488950" y="0"/>
                  </a:moveTo>
                  <a:lnTo>
                    <a:pt x="422910" y="0"/>
                  </a:lnTo>
                  <a:lnTo>
                    <a:pt x="422910" y="1270"/>
                  </a:lnTo>
                  <a:lnTo>
                    <a:pt x="488950" y="1270"/>
                  </a:lnTo>
                  <a:lnTo>
                    <a:pt x="488950" y="0"/>
                  </a:lnTo>
                  <a:close/>
                </a:path>
              </a:pathLst>
            </a:custGeom>
            <a:solidFill>
              <a:srgbClr val="D39D00"/>
            </a:solidFill>
          </p:spPr>
          <p:txBody>
            <a:bodyPr wrap="square" lIns="0" tIns="0" rIns="0" bIns="0" rtlCol="0"/>
            <a:lstStyle/>
            <a:p/>
          </p:txBody>
        </p:sp>
        <p:sp>
          <p:nvSpPr>
            <p:cNvPr id="2261" name="object 2261"/>
            <p:cNvSpPr/>
            <p:nvPr/>
          </p:nvSpPr>
          <p:spPr>
            <a:xfrm>
              <a:off x="6516370" y="4599939"/>
              <a:ext cx="478790" cy="6350"/>
            </a:xfrm>
            <a:custGeom>
              <a:avLst/>
              <a:gdLst/>
              <a:ahLst/>
              <a:cxnLst/>
              <a:rect l="l" t="t" r="r" b="b"/>
              <a:pathLst>
                <a:path w="478790" h="6350">
                  <a:moveTo>
                    <a:pt x="129540" y="5080"/>
                  </a:moveTo>
                  <a:lnTo>
                    <a:pt x="128270" y="5080"/>
                  </a:lnTo>
                  <a:lnTo>
                    <a:pt x="128270" y="3810"/>
                  </a:lnTo>
                  <a:lnTo>
                    <a:pt x="125730" y="3810"/>
                  </a:lnTo>
                  <a:lnTo>
                    <a:pt x="125730" y="2540"/>
                  </a:lnTo>
                  <a:lnTo>
                    <a:pt x="124460" y="2540"/>
                  </a:lnTo>
                  <a:lnTo>
                    <a:pt x="124460" y="1270"/>
                  </a:lnTo>
                  <a:lnTo>
                    <a:pt x="123190" y="1270"/>
                  </a:lnTo>
                  <a:lnTo>
                    <a:pt x="123190" y="0"/>
                  </a:lnTo>
                  <a:lnTo>
                    <a:pt x="0" y="0"/>
                  </a:lnTo>
                  <a:lnTo>
                    <a:pt x="0" y="6350"/>
                  </a:lnTo>
                  <a:lnTo>
                    <a:pt x="129540" y="6350"/>
                  </a:lnTo>
                  <a:lnTo>
                    <a:pt x="129540" y="5080"/>
                  </a:lnTo>
                  <a:close/>
                </a:path>
                <a:path w="478790" h="6350">
                  <a:moveTo>
                    <a:pt x="478790" y="12"/>
                  </a:moveTo>
                  <a:lnTo>
                    <a:pt x="412750" y="12"/>
                  </a:lnTo>
                  <a:lnTo>
                    <a:pt x="412750" y="1270"/>
                  </a:lnTo>
                  <a:lnTo>
                    <a:pt x="410210" y="1270"/>
                  </a:lnTo>
                  <a:lnTo>
                    <a:pt x="410210" y="2540"/>
                  </a:lnTo>
                  <a:lnTo>
                    <a:pt x="408940" y="2540"/>
                  </a:lnTo>
                  <a:lnTo>
                    <a:pt x="408940" y="3810"/>
                  </a:lnTo>
                  <a:lnTo>
                    <a:pt x="406400" y="3810"/>
                  </a:lnTo>
                  <a:lnTo>
                    <a:pt x="406400" y="5080"/>
                  </a:lnTo>
                  <a:lnTo>
                    <a:pt x="405130" y="5080"/>
                  </a:lnTo>
                  <a:lnTo>
                    <a:pt x="405130" y="6350"/>
                  </a:lnTo>
                  <a:lnTo>
                    <a:pt x="472440" y="6350"/>
                  </a:lnTo>
                  <a:lnTo>
                    <a:pt x="472440" y="5080"/>
                  </a:lnTo>
                  <a:lnTo>
                    <a:pt x="474980" y="5080"/>
                  </a:lnTo>
                  <a:lnTo>
                    <a:pt x="474980" y="3810"/>
                  </a:lnTo>
                  <a:lnTo>
                    <a:pt x="476237" y="3810"/>
                  </a:lnTo>
                  <a:lnTo>
                    <a:pt x="476237" y="2540"/>
                  </a:lnTo>
                  <a:lnTo>
                    <a:pt x="477507" y="2540"/>
                  </a:lnTo>
                  <a:lnTo>
                    <a:pt x="477507" y="1270"/>
                  </a:lnTo>
                  <a:lnTo>
                    <a:pt x="478790" y="1270"/>
                  </a:lnTo>
                  <a:lnTo>
                    <a:pt x="478790" y="12"/>
                  </a:lnTo>
                  <a:close/>
                </a:path>
              </a:pathLst>
            </a:custGeom>
            <a:solidFill>
              <a:srgbClr val="D49F00"/>
            </a:solidFill>
          </p:spPr>
          <p:txBody>
            <a:bodyPr wrap="square" lIns="0" tIns="0" rIns="0" bIns="0" rtlCol="0"/>
            <a:lstStyle/>
            <a:p/>
          </p:txBody>
        </p:sp>
        <p:sp>
          <p:nvSpPr>
            <p:cNvPr id="2262" name="object 2262"/>
            <p:cNvSpPr/>
            <p:nvPr/>
          </p:nvSpPr>
          <p:spPr>
            <a:xfrm>
              <a:off x="6516370" y="4606289"/>
              <a:ext cx="471170" cy="7620"/>
            </a:xfrm>
            <a:custGeom>
              <a:avLst/>
              <a:gdLst/>
              <a:ahLst/>
              <a:cxnLst/>
              <a:rect l="l" t="t" r="r" b="b"/>
              <a:pathLst>
                <a:path w="471170" h="7620">
                  <a:moveTo>
                    <a:pt x="139700" y="5080"/>
                  </a:moveTo>
                  <a:lnTo>
                    <a:pt x="137160" y="5080"/>
                  </a:lnTo>
                  <a:lnTo>
                    <a:pt x="137160" y="3810"/>
                  </a:lnTo>
                  <a:lnTo>
                    <a:pt x="134620" y="3810"/>
                  </a:lnTo>
                  <a:lnTo>
                    <a:pt x="134620" y="2540"/>
                  </a:lnTo>
                  <a:lnTo>
                    <a:pt x="133350" y="2540"/>
                  </a:lnTo>
                  <a:lnTo>
                    <a:pt x="133350" y="1270"/>
                  </a:lnTo>
                  <a:lnTo>
                    <a:pt x="130810" y="1270"/>
                  </a:lnTo>
                  <a:lnTo>
                    <a:pt x="130810" y="0"/>
                  </a:lnTo>
                  <a:lnTo>
                    <a:pt x="0" y="0"/>
                  </a:lnTo>
                  <a:lnTo>
                    <a:pt x="0" y="6350"/>
                  </a:lnTo>
                  <a:lnTo>
                    <a:pt x="139700" y="6350"/>
                  </a:lnTo>
                  <a:lnTo>
                    <a:pt x="139700" y="5080"/>
                  </a:lnTo>
                  <a:close/>
                </a:path>
                <a:path w="471170" h="7620">
                  <a:moveTo>
                    <a:pt x="142240" y="6362"/>
                  </a:moveTo>
                  <a:lnTo>
                    <a:pt x="0" y="6362"/>
                  </a:lnTo>
                  <a:lnTo>
                    <a:pt x="0" y="7620"/>
                  </a:lnTo>
                  <a:lnTo>
                    <a:pt x="142240" y="7620"/>
                  </a:lnTo>
                  <a:lnTo>
                    <a:pt x="142240" y="6362"/>
                  </a:lnTo>
                  <a:close/>
                </a:path>
                <a:path w="471170" h="7620">
                  <a:moveTo>
                    <a:pt x="463550" y="6362"/>
                  </a:moveTo>
                  <a:lnTo>
                    <a:pt x="394970" y="6362"/>
                  </a:lnTo>
                  <a:lnTo>
                    <a:pt x="394970" y="7620"/>
                  </a:lnTo>
                  <a:lnTo>
                    <a:pt x="463550" y="7620"/>
                  </a:lnTo>
                  <a:lnTo>
                    <a:pt x="463550" y="6362"/>
                  </a:lnTo>
                  <a:close/>
                </a:path>
                <a:path w="471170" h="7620">
                  <a:moveTo>
                    <a:pt x="471157" y="12"/>
                  </a:moveTo>
                  <a:lnTo>
                    <a:pt x="403860" y="12"/>
                  </a:lnTo>
                  <a:lnTo>
                    <a:pt x="403860" y="1270"/>
                  </a:lnTo>
                  <a:lnTo>
                    <a:pt x="401320" y="1270"/>
                  </a:lnTo>
                  <a:lnTo>
                    <a:pt x="401320" y="2540"/>
                  </a:lnTo>
                  <a:lnTo>
                    <a:pt x="400050" y="2540"/>
                  </a:lnTo>
                  <a:lnTo>
                    <a:pt x="400050" y="3810"/>
                  </a:lnTo>
                  <a:lnTo>
                    <a:pt x="398780" y="3810"/>
                  </a:lnTo>
                  <a:lnTo>
                    <a:pt x="398780" y="5080"/>
                  </a:lnTo>
                  <a:lnTo>
                    <a:pt x="396240" y="5080"/>
                  </a:lnTo>
                  <a:lnTo>
                    <a:pt x="396240" y="6350"/>
                  </a:lnTo>
                  <a:lnTo>
                    <a:pt x="464807" y="6350"/>
                  </a:lnTo>
                  <a:lnTo>
                    <a:pt x="464807" y="5080"/>
                  </a:lnTo>
                  <a:lnTo>
                    <a:pt x="466090" y="5080"/>
                  </a:lnTo>
                  <a:lnTo>
                    <a:pt x="466090" y="3810"/>
                  </a:lnTo>
                  <a:lnTo>
                    <a:pt x="468630" y="3810"/>
                  </a:lnTo>
                  <a:lnTo>
                    <a:pt x="468630" y="2540"/>
                  </a:lnTo>
                  <a:lnTo>
                    <a:pt x="469900" y="2540"/>
                  </a:lnTo>
                  <a:lnTo>
                    <a:pt x="469900" y="1270"/>
                  </a:lnTo>
                  <a:lnTo>
                    <a:pt x="471157" y="1270"/>
                  </a:lnTo>
                  <a:lnTo>
                    <a:pt x="471157" y="12"/>
                  </a:lnTo>
                  <a:close/>
                </a:path>
              </a:pathLst>
            </a:custGeom>
            <a:solidFill>
              <a:srgbClr val="D6A000"/>
            </a:solidFill>
          </p:spPr>
          <p:txBody>
            <a:bodyPr wrap="square" lIns="0" tIns="0" rIns="0" bIns="0" rtlCol="0"/>
            <a:lstStyle/>
            <a:p/>
          </p:txBody>
        </p:sp>
        <p:sp>
          <p:nvSpPr>
            <p:cNvPr id="2263" name="object 2263"/>
            <p:cNvSpPr/>
            <p:nvPr/>
          </p:nvSpPr>
          <p:spPr>
            <a:xfrm>
              <a:off x="6516370" y="4613909"/>
              <a:ext cx="461009" cy="7620"/>
            </a:xfrm>
            <a:custGeom>
              <a:avLst/>
              <a:gdLst/>
              <a:ahLst/>
              <a:cxnLst/>
              <a:rect l="l" t="t" r="r" b="b"/>
              <a:pathLst>
                <a:path w="461009" h="7620">
                  <a:moveTo>
                    <a:pt x="156210" y="6350"/>
                  </a:moveTo>
                  <a:lnTo>
                    <a:pt x="153670" y="6350"/>
                  </a:lnTo>
                  <a:lnTo>
                    <a:pt x="153670" y="5080"/>
                  </a:lnTo>
                  <a:lnTo>
                    <a:pt x="151130" y="5080"/>
                  </a:lnTo>
                  <a:lnTo>
                    <a:pt x="151130" y="3810"/>
                  </a:lnTo>
                  <a:lnTo>
                    <a:pt x="148590" y="3810"/>
                  </a:lnTo>
                  <a:lnTo>
                    <a:pt x="148590" y="2540"/>
                  </a:lnTo>
                  <a:lnTo>
                    <a:pt x="146050" y="2540"/>
                  </a:lnTo>
                  <a:lnTo>
                    <a:pt x="146050" y="1270"/>
                  </a:lnTo>
                  <a:lnTo>
                    <a:pt x="144780" y="1270"/>
                  </a:lnTo>
                  <a:lnTo>
                    <a:pt x="144780" y="0"/>
                  </a:lnTo>
                  <a:lnTo>
                    <a:pt x="0" y="0"/>
                  </a:lnTo>
                  <a:lnTo>
                    <a:pt x="0" y="1270"/>
                  </a:lnTo>
                  <a:lnTo>
                    <a:pt x="0" y="2540"/>
                  </a:lnTo>
                  <a:lnTo>
                    <a:pt x="0" y="3810"/>
                  </a:lnTo>
                  <a:lnTo>
                    <a:pt x="0" y="5080"/>
                  </a:lnTo>
                  <a:lnTo>
                    <a:pt x="0" y="6350"/>
                  </a:lnTo>
                  <a:lnTo>
                    <a:pt x="0" y="7620"/>
                  </a:lnTo>
                  <a:lnTo>
                    <a:pt x="156210" y="7620"/>
                  </a:lnTo>
                  <a:lnTo>
                    <a:pt x="156210" y="6350"/>
                  </a:lnTo>
                  <a:close/>
                </a:path>
                <a:path w="461009" h="7620">
                  <a:moveTo>
                    <a:pt x="454660" y="5092"/>
                  </a:moveTo>
                  <a:lnTo>
                    <a:pt x="379730" y="5092"/>
                  </a:lnTo>
                  <a:lnTo>
                    <a:pt x="379730" y="6350"/>
                  </a:lnTo>
                  <a:lnTo>
                    <a:pt x="377190" y="6350"/>
                  </a:lnTo>
                  <a:lnTo>
                    <a:pt x="377190" y="7620"/>
                  </a:lnTo>
                  <a:lnTo>
                    <a:pt x="452107" y="7620"/>
                  </a:lnTo>
                  <a:lnTo>
                    <a:pt x="452107" y="6350"/>
                  </a:lnTo>
                  <a:lnTo>
                    <a:pt x="454660" y="6350"/>
                  </a:lnTo>
                  <a:lnTo>
                    <a:pt x="454660" y="5092"/>
                  </a:lnTo>
                  <a:close/>
                </a:path>
                <a:path w="461009" h="7620">
                  <a:moveTo>
                    <a:pt x="461010" y="0"/>
                  </a:moveTo>
                  <a:lnTo>
                    <a:pt x="392430" y="0"/>
                  </a:lnTo>
                  <a:lnTo>
                    <a:pt x="392430" y="1270"/>
                  </a:lnTo>
                  <a:lnTo>
                    <a:pt x="388620" y="1270"/>
                  </a:lnTo>
                  <a:lnTo>
                    <a:pt x="388620" y="2540"/>
                  </a:lnTo>
                  <a:lnTo>
                    <a:pt x="386080" y="2540"/>
                  </a:lnTo>
                  <a:lnTo>
                    <a:pt x="386080" y="3810"/>
                  </a:lnTo>
                  <a:lnTo>
                    <a:pt x="382270" y="3810"/>
                  </a:lnTo>
                  <a:lnTo>
                    <a:pt x="382270" y="5080"/>
                  </a:lnTo>
                  <a:lnTo>
                    <a:pt x="455930" y="5080"/>
                  </a:lnTo>
                  <a:lnTo>
                    <a:pt x="455930" y="3810"/>
                  </a:lnTo>
                  <a:lnTo>
                    <a:pt x="458470" y="3810"/>
                  </a:lnTo>
                  <a:lnTo>
                    <a:pt x="458470" y="2540"/>
                  </a:lnTo>
                  <a:lnTo>
                    <a:pt x="459740" y="2540"/>
                  </a:lnTo>
                  <a:lnTo>
                    <a:pt x="459740" y="1270"/>
                  </a:lnTo>
                  <a:lnTo>
                    <a:pt x="461010" y="1270"/>
                  </a:lnTo>
                  <a:lnTo>
                    <a:pt x="461010" y="0"/>
                  </a:lnTo>
                  <a:close/>
                </a:path>
              </a:pathLst>
            </a:custGeom>
            <a:solidFill>
              <a:srgbClr val="D8A100"/>
            </a:solidFill>
          </p:spPr>
          <p:txBody>
            <a:bodyPr wrap="square" lIns="0" tIns="0" rIns="0" bIns="0" rtlCol="0"/>
            <a:lstStyle/>
            <a:p/>
          </p:txBody>
        </p:sp>
        <p:sp>
          <p:nvSpPr>
            <p:cNvPr id="2264" name="object 2264"/>
            <p:cNvSpPr/>
            <p:nvPr/>
          </p:nvSpPr>
          <p:spPr>
            <a:xfrm>
              <a:off x="6516370" y="4621529"/>
              <a:ext cx="450850" cy="6350"/>
            </a:xfrm>
            <a:custGeom>
              <a:avLst/>
              <a:gdLst/>
              <a:ahLst/>
              <a:cxnLst/>
              <a:rect l="l" t="t" r="r" b="b"/>
              <a:pathLst>
                <a:path w="450850" h="6350">
                  <a:moveTo>
                    <a:pt x="170180" y="5080"/>
                  </a:moveTo>
                  <a:lnTo>
                    <a:pt x="167640" y="5080"/>
                  </a:lnTo>
                  <a:lnTo>
                    <a:pt x="167640" y="3810"/>
                  </a:lnTo>
                  <a:lnTo>
                    <a:pt x="163830" y="3810"/>
                  </a:lnTo>
                  <a:lnTo>
                    <a:pt x="163830" y="2540"/>
                  </a:lnTo>
                  <a:lnTo>
                    <a:pt x="161290" y="2540"/>
                  </a:lnTo>
                  <a:lnTo>
                    <a:pt x="161290" y="1270"/>
                  </a:lnTo>
                  <a:lnTo>
                    <a:pt x="158750" y="1270"/>
                  </a:lnTo>
                  <a:lnTo>
                    <a:pt x="158750" y="0"/>
                  </a:lnTo>
                  <a:lnTo>
                    <a:pt x="0" y="0"/>
                  </a:lnTo>
                  <a:lnTo>
                    <a:pt x="0" y="6350"/>
                  </a:lnTo>
                  <a:lnTo>
                    <a:pt x="170180" y="6350"/>
                  </a:lnTo>
                  <a:lnTo>
                    <a:pt x="170180" y="5080"/>
                  </a:lnTo>
                  <a:close/>
                </a:path>
                <a:path w="450850" h="6350">
                  <a:moveTo>
                    <a:pt x="444500" y="3822"/>
                  </a:moveTo>
                  <a:lnTo>
                    <a:pt x="363220" y="3822"/>
                  </a:lnTo>
                  <a:lnTo>
                    <a:pt x="363220" y="5080"/>
                  </a:lnTo>
                  <a:lnTo>
                    <a:pt x="359410" y="5080"/>
                  </a:lnTo>
                  <a:lnTo>
                    <a:pt x="359410" y="6350"/>
                  </a:lnTo>
                  <a:lnTo>
                    <a:pt x="443230" y="6350"/>
                  </a:lnTo>
                  <a:lnTo>
                    <a:pt x="443230" y="5080"/>
                  </a:lnTo>
                  <a:lnTo>
                    <a:pt x="444500" y="5080"/>
                  </a:lnTo>
                  <a:lnTo>
                    <a:pt x="444500" y="3822"/>
                  </a:lnTo>
                  <a:close/>
                </a:path>
                <a:path w="450850" h="6350">
                  <a:moveTo>
                    <a:pt x="450850" y="0"/>
                  </a:moveTo>
                  <a:lnTo>
                    <a:pt x="374650" y="0"/>
                  </a:lnTo>
                  <a:lnTo>
                    <a:pt x="374650" y="1270"/>
                  </a:lnTo>
                  <a:lnTo>
                    <a:pt x="369570" y="1270"/>
                  </a:lnTo>
                  <a:lnTo>
                    <a:pt x="369570" y="2540"/>
                  </a:lnTo>
                  <a:lnTo>
                    <a:pt x="367030" y="2540"/>
                  </a:lnTo>
                  <a:lnTo>
                    <a:pt x="367030" y="3810"/>
                  </a:lnTo>
                  <a:lnTo>
                    <a:pt x="447040" y="3810"/>
                  </a:lnTo>
                  <a:lnTo>
                    <a:pt x="447040" y="2540"/>
                  </a:lnTo>
                  <a:lnTo>
                    <a:pt x="448310" y="2540"/>
                  </a:lnTo>
                  <a:lnTo>
                    <a:pt x="448310" y="1270"/>
                  </a:lnTo>
                  <a:lnTo>
                    <a:pt x="450850" y="1270"/>
                  </a:lnTo>
                  <a:lnTo>
                    <a:pt x="450850" y="0"/>
                  </a:lnTo>
                  <a:close/>
                </a:path>
              </a:pathLst>
            </a:custGeom>
            <a:solidFill>
              <a:srgbClr val="DAA300"/>
            </a:solidFill>
          </p:spPr>
          <p:txBody>
            <a:bodyPr wrap="square" lIns="0" tIns="0" rIns="0" bIns="0" rtlCol="0"/>
            <a:lstStyle/>
            <a:p/>
          </p:txBody>
        </p:sp>
        <p:sp>
          <p:nvSpPr>
            <p:cNvPr id="2265" name="object 2265"/>
            <p:cNvSpPr/>
            <p:nvPr/>
          </p:nvSpPr>
          <p:spPr>
            <a:xfrm>
              <a:off x="6516370" y="4627879"/>
              <a:ext cx="441959" cy="7620"/>
            </a:xfrm>
            <a:custGeom>
              <a:avLst/>
              <a:gdLst/>
              <a:ahLst/>
              <a:cxnLst/>
              <a:rect l="l" t="t" r="r" b="b"/>
              <a:pathLst>
                <a:path w="441959" h="7620">
                  <a:moveTo>
                    <a:pt x="190500" y="6350"/>
                  </a:moveTo>
                  <a:lnTo>
                    <a:pt x="186690" y="6350"/>
                  </a:lnTo>
                  <a:lnTo>
                    <a:pt x="186690" y="5080"/>
                  </a:lnTo>
                  <a:lnTo>
                    <a:pt x="182880" y="5080"/>
                  </a:lnTo>
                  <a:lnTo>
                    <a:pt x="182880" y="3810"/>
                  </a:lnTo>
                  <a:lnTo>
                    <a:pt x="180340" y="3810"/>
                  </a:lnTo>
                  <a:lnTo>
                    <a:pt x="180340" y="2540"/>
                  </a:lnTo>
                  <a:lnTo>
                    <a:pt x="176530" y="2540"/>
                  </a:lnTo>
                  <a:lnTo>
                    <a:pt x="176530" y="1270"/>
                  </a:lnTo>
                  <a:lnTo>
                    <a:pt x="173990" y="1270"/>
                  </a:lnTo>
                  <a:lnTo>
                    <a:pt x="173990" y="0"/>
                  </a:lnTo>
                  <a:lnTo>
                    <a:pt x="0" y="0"/>
                  </a:lnTo>
                  <a:lnTo>
                    <a:pt x="0" y="1270"/>
                  </a:lnTo>
                  <a:lnTo>
                    <a:pt x="0" y="2540"/>
                  </a:lnTo>
                  <a:lnTo>
                    <a:pt x="0" y="3810"/>
                  </a:lnTo>
                  <a:lnTo>
                    <a:pt x="0" y="5080"/>
                  </a:lnTo>
                  <a:lnTo>
                    <a:pt x="0" y="6350"/>
                  </a:lnTo>
                  <a:lnTo>
                    <a:pt x="0" y="7620"/>
                  </a:lnTo>
                  <a:lnTo>
                    <a:pt x="190500" y="7620"/>
                  </a:lnTo>
                  <a:lnTo>
                    <a:pt x="190500" y="6350"/>
                  </a:lnTo>
                  <a:close/>
                </a:path>
                <a:path w="441959" h="7620">
                  <a:moveTo>
                    <a:pt x="435610" y="3822"/>
                  </a:moveTo>
                  <a:lnTo>
                    <a:pt x="344170" y="3822"/>
                  </a:lnTo>
                  <a:lnTo>
                    <a:pt x="344170" y="5080"/>
                  </a:lnTo>
                  <a:lnTo>
                    <a:pt x="340360" y="5080"/>
                  </a:lnTo>
                  <a:lnTo>
                    <a:pt x="340360" y="6350"/>
                  </a:lnTo>
                  <a:lnTo>
                    <a:pt x="335280" y="6350"/>
                  </a:lnTo>
                  <a:lnTo>
                    <a:pt x="335280" y="7620"/>
                  </a:lnTo>
                  <a:lnTo>
                    <a:pt x="431800" y="7620"/>
                  </a:lnTo>
                  <a:lnTo>
                    <a:pt x="431800" y="6350"/>
                  </a:lnTo>
                  <a:lnTo>
                    <a:pt x="434340" y="6350"/>
                  </a:lnTo>
                  <a:lnTo>
                    <a:pt x="434340" y="5080"/>
                  </a:lnTo>
                  <a:lnTo>
                    <a:pt x="435610" y="5080"/>
                  </a:lnTo>
                  <a:lnTo>
                    <a:pt x="435610" y="3822"/>
                  </a:lnTo>
                  <a:close/>
                </a:path>
                <a:path w="441959" h="7620">
                  <a:moveTo>
                    <a:pt x="441960" y="0"/>
                  </a:moveTo>
                  <a:lnTo>
                    <a:pt x="356870" y="0"/>
                  </a:lnTo>
                  <a:lnTo>
                    <a:pt x="356870" y="1270"/>
                  </a:lnTo>
                  <a:lnTo>
                    <a:pt x="354330" y="1270"/>
                  </a:lnTo>
                  <a:lnTo>
                    <a:pt x="354330" y="2540"/>
                  </a:lnTo>
                  <a:lnTo>
                    <a:pt x="347980" y="2540"/>
                  </a:lnTo>
                  <a:lnTo>
                    <a:pt x="347980" y="3810"/>
                  </a:lnTo>
                  <a:lnTo>
                    <a:pt x="438150" y="3810"/>
                  </a:lnTo>
                  <a:lnTo>
                    <a:pt x="438150" y="2540"/>
                  </a:lnTo>
                  <a:lnTo>
                    <a:pt x="439420" y="2540"/>
                  </a:lnTo>
                  <a:lnTo>
                    <a:pt x="439420" y="1270"/>
                  </a:lnTo>
                  <a:lnTo>
                    <a:pt x="441960" y="1270"/>
                  </a:lnTo>
                  <a:lnTo>
                    <a:pt x="441960" y="0"/>
                  </a:lnTo>
                  <a:close/>
                </a:path>
              </a:pathLst>
            </a:custGeom>
            <a:solidFill>
              <a:srgbClr val="DBA400"/>
            </a:solidFill>
          </p:spPr>
          <p:txBody>
            <a:bodyPr wrap="square" lIns="0" tIns="0" rIns="0" bIns="0" rtlCol="0"/>
            <a:lstStyle/>
            <a:p/>
          </p:txBody>
        </p:sp>
        <p:sp>
          <p:nvSpPr>
            <p:cNvPr id="2266" name="object 2266"/>
            <p:cNvSpPr/>
            <p:nvPr/>
          </p:nvSpPr>
          <p:spPr>
            <a:xfrm>
              <a:off x="6517640" y="4635499"/>
              <a:ext cx="429259" cy="7620"/>
            </a:xfrm>
            <a:custGeom>
              <a:avLst/>
              <a:gdLst/>
              <a:ahLst/>
              <a:cxnLst/>
              <a:rect l="l" t="t" r="r" b="b"/>
              <a:pathLst>
                <a:path w="429259" h="7620">
                  <a:moveTo>
                    <a:pt x="218440" y="6350"/>
                  </a:moveTo>
                  <a:lnTo>
                    <a:pt x="213360" y="6350"/>
                  </a:lnTo>
                  <a:lnTo>
                    <a:pt x="213360" y="5080"/>
                  </a:lnTo>
                  <a:lnTo>
                    <a:pt x="207010" y="5080"/>
                  </a:lnTo>
                  <a:lnTo>
                    <a:pt x="207010" y="3810"/>
                  </a:lnTo>
                  <a:lnTo>
                    <a:pt x="203200" y="3810"/>
                  </a:lnTo>
                  <a:lnTo>
                    <a:pt x="203200" y="2540"/>
                  </a:lnTo>
                  <a:lnTo>
                    <a:pt x="198120" y="2540"/>
                  </a:lnTo>
                  <a:lnTo>
                    <a:pt x="198120" y="1270"/>
                  </a:lnTo>
                  <a:lnTo>
                    <a:pt x="194310" y="1270"/>
                  </a:lnTo>
                  <a:lnTo>
                    <a:pt x="194310" y="0"/>
                  </a:lnTo>
                  <a:lnTo>
                    <a:pt x="0" y="0"/>
                  </a:lnTo>
                  <a:lnTo>
                    <a:pt x="0" y="1270"/>
                  </a:lnTo>
                  <a:lnTo>
                    <a:pt x="0" y="2540"/>
                  </a:lnTo>
                  <a:lnTo>
                    <a:pt x="0" y="3810"/>
                  </a:lnTo>
                  <a:lnTo>
                    <a:pt x="0" y="5080"/>
                  </a:lnTo>
                  <a:lnTo>
                    <a:pt x="0" y="6350"/>
                  </a:lnTo>
                  <a:lnTo>
                    <a:pt x="0" y="7620"/>
                  </a:lnTo>
                  <a:lnTo>
                    <a:pt x="218440" y="7620"/>
                  </a:lnTo>
                  <a:lnTo>
                    <a:pt x="218440" y="6350"/>
                  </a:lnTo>
                  <a:close/>
                </a:path>
                <a:path w="429259" h="7620">
                  <a:moveTo>
                    <a:pt x="425450" y="2552"/>
                  </a:moveTo>
                  <a:lnTo>
                    <a:pt x="321310" y="2552"/>
                  </a:lnTo>
                  <a:lnTo>
                    <a:pt x="321310" y="3810"/>
                  </a:lnTo>
                  <a:lnTo>
                    <a:pt x="317500" y="3810"/>
                  </a:lnTo>
                  <a:lnTo>
                    <a:pt x="317500" y="5080"/>
                  </a:lnTo>
                  <a:lnTo>
                    <a:pt x="314960" y="5080"/>
                  </a:lnTo>
                  <a:lnTo>
                    <a:pt x="314960" y="6350"/>
                  </a:lnTo>
                  <a:lnTo>
                    <a:pt x="304800" y="6350"/>
                  </a:lnTo>
                  <a:lnTo>
                    <a:pt x="304800" y="7620"/>
                  </a:lnTo>
                  <a:lnTo>
                    <a:pt x="419100" y="7620"/>
                  </a:lnTo>
                  <a:lnTo>
                    <a:pt x="419100" y="6350"/>
                  </a:lnTo>
                  <a:lnTo>
                    <a:pt x="420370" y="6350"/>
                  </a:lnTo>
                  <a:lnTo>
                    <a:pt x="420370" y="5080"/>
                  </a:lnTo>
                  <a:lnTo>
                    <a:pt x="422910" y="5080"/>
                  </a:lnTo>
                  <a:lnTo>
                    <a:pt x="422910" y="3810"/>
                  </a:lnTo>
                  <a:lnTo>
                    <a:pt x="425450" y="3810"/>
                  </a:lnTo>
                  <a:lnTo>
                    <a:pt x="425450" y="2552"/>
                  </a:lnTo>
                  <a:close/>
                </a:path>
                <a:path w="429259" h="7620">
                  <a:moveTo>
                    <a:pt x="429260" y="0"/>
                  </a:moveTo>
                  <a:lnTo>
                    <a:pt x="330200" y="0"/>
                  </a:lnTo>
                  <a:lnTo>
                    <a:pt x="330200" y="1270"/>
                  </a:lnTo>
                  <a:lnTo>
                    <a:pt x="327660" y="1270"/>
                  </a:lnTo>
                  <a:lnTo>
                    <a:pt x="327660" y="2540"/>
                  </a:lnTo>
                  <a:lnTo>
                    <a:pt x="426720" y="2540"/>
                  </a:lnTo>
                  <a:lnTo>
                    <a:pt x="426720" y="1270"/>
                  </a:lnTo>
                  <a:lnTo>
                    <a:pt x="429260" y="1270"/>
                  </a:lnTo>
                  <a:lnTo>
                    <a:pt x="429260" y="0"/>
                  </a:lnTo>
                  <a:close/>
                </a:path>
              </a:pathLst>
            </a:custGeom>
            <a:solidFill>
              <a:srgbClr val="DDA500"/>
            </a:solidFill>
          </p:spPr>
          <p:txBody>
            <a:bodyPr wrap="square" lIns="0" tIns="0" rIns="0" bIns="0" rtlCol="0"/>
            <a:lstStyle/>
            <a:p/>
          </p:txBody>
        </p:sp>
        <p:sp>
          <p:nvSpPr>
            <p:cNvPr id="2267" name="object 2267"/>
            <p:cNvSpPr/>
            <p:nvPr/>
          </p:nvSpPr>
          <p:spPr>
            <a:xfrm>
              <a:off x="6517640" y="4643119"/>
              <a:ext cx="416559" cy="6350"/>
            </a:xfrm>
            <a:custGeom>
              <a:avLst/>
              <a:gdLst/>
              <a:ahLst/>
              <a:cxnLst/>
              <a:rect l="l" t="t" r="r" b="b"/>
              <a:pathLst>
                <a:path w="416559" h="6350">
                  <a:moveTo>
                    <a:pt x="414020" y="1282"/>
                  </a:moveTo>
                  <a:lnTo>
                    <a:pt x="285750" y="1282"/>
                  </a:lnTo>
                  <a:lnTo>
                    <a:pt x="285750" y="2540"/>
                  </a:lnTo>
                  <a:lnTo>
                    <a:pt x="280670" y="2540"/>
                  </a:lnTo>
                  <a:lnTo>
                    <a:pt x="280670" y="3810"/>
                  </a:lnTo>
                  <a:lnTo>
                    <a:pt x="276860" y="3810"/>
                  </a:lnTo>
                  <a:lnTo>
                    <a:pt x="276860" y="5080"/>
                  </a:lnTo>
                  <a:lnTo>
                    <a:pt x="252730" y="5080"/>
                  </a:lnTo>
                  <a:lnTo>
                    <a:pt x="252730" y="3810"/>
                  </a:lnTo>
                  <a:lnTo>
                    <a:pt x="240030" y="3810"/>
                  </a:lnTo>
                  <a:lnTo>
                    <a:pt x="240030" y="2540"/>
                  </a:lnTo>
                  <a:lnTo>
                    <a:pt x="232410" y="2540"/>
                  </a:lnTo>
                  <a:lnTo>
                    <a:pt x="232410" y="1270"/>
                  </a:lnTo>
                  <a:lnTo>
                    <a:pt x="227330" y="1270"/>
                  </a:lnTo>
                  <a:lnTo>
                    <a:pt x="227330" y="0"/>
                  </a:lnTo>
                  <a:lnTo>
                    <a:pt x="0" y="0"/>
                  </a:lnTo>
                  <a:lnTo>
                    <a:pt x="0" y="6350"/>
                  </a:lnTo>
                  <a:lnTo>
                    <a:pt x="408940" y="6350"/>
                  </a:lnTo>
                  <a:lnTo>
                    <a:pt x="408940" y="5080"/>
                  </a:lnTo>
                  <a:lnTo>
                    <a:pt x="410210" y="5080"/>
                  </a:lnTo>
                  <a:lnTo>
                    <a:pt x="410210" y="3810"/>
                  </a:lnTo>
                  <a:lnTo>
                    <a:pt x="412737" y="3810"/>
                  </a:lnTo>
                  <a:lnTo>
                    <a:pt x="412737" y="2540"/>
                  </a:lnTo>
                  <a:lnTo>
                    <a:pt x="414020" y="2540"/>
                  </a:lnTo>
                  <a:lnTo>
                    <a:pt x="414020" y="1282"/>
                  </a:lnTo>
                  <a:close/>
                </a:path>
                <a:path w="416559" h="6350">
                  <a:moveTo>
                    <a:pt x="416560" y="0"/>
                  </a:moveTo>
                  <a:lnTo>
                    <a:pt x="300990" y="0"/>
                  </a:lnTo>
                  <a:lnTo>
                    <a:pt x="300990" y="1270"/>
                  </a:lnTo>
                  <a:lnTo>
                    <a:pt x="416560" y="1270"/>
                  </a:lnTo>
                  <a:lnTo>
                    <a:pt x="416560" y="0"/>
                  </a:lnTo>
                  <a:close/>
                </a:path>
              </a:pathLst>
            </a:custGeom>
            <a:solidFill>
              <a:srgbClr val="DFA600"/>
            </a:solidFill>
          </p:spPr>
          <p:txBody>
            <a:bodyPr wrap="square" lIns="0" tIns="0" rIns="0" bIns="0" rtlCol="0"/>
            <a:lstStyle/>
            <a:p/>
          </p:txBody>
        </p:sp>
        <p:sp>
          <p:nvSpPr>
            <p:cNvPr id="2268" name="object 2268"/>
            <p:cNvSpPr/>
            <p:nvPr/>
          </p:nvSpPr>
          <p:spPr>
            <a:xfrm>
              <a:off x="6517640" y="4649469"/>
              <a:ext cx="406400" cy="7620"/>
            </a:xfrm>
            <a:custGeom>
              <a:avLst/>
              <a:gdLst/>
              <a:ahLst/>
              <a:cxnLst/>
              <a:rect l="l" t="t" r="r" b="b"/>
              <a:pathLst>
                <a:path w="406400" h="7620">
                  <a:moveTo>
                    <a:pt x="406400" y="0"/>
                  </a:moveTo>
                  <a:lnTo>
                    <a:pt x="0" y="0"/>
                  </a:lnTo>
                  <a:lnTo>
                    <a:pt x="0" y="1270"/>
                  </a:lnTo>
                  <a:lnTo>
                    <a:pt x="0" y="2540"/>
                  </a:lnTo>
                  <a:lnTo>
                    <a:pt x="0" y="3810"/>
                  </a:lnTo>
                  <a:lnTo>
                    <a:pt x="0" y="5080"/>
                  </a:lnTo>
                  <a:lnTo>
                    <a:pt x="0" y="6350"/>
                  </a:lnTo>
                  <a:lnTo>
                    <a:pt x="0" y="7620"/>
                  </a:lnTo>
                  <a:lnTo>
                    <a:pt x="394970" y="7620"/>
                  </a:lnTo>
                  <a:lnTo>
                    <a:pt x="394970" y="6350"/>
                  </a:lnTo>
                  <a:lnTo>
                    <a:pt x="398780" y="6350"/>
                  </a:lnTo>
                  <a:lnTo>
                    <a:pt x="398780" y="5080"/>
                  </a:lnTo>
                  <a:lnTo>
                    <a:pt x="400050" y="5080"/>
                  </a:lnTo>
                  <a:lnTo>
                    <a:pt x="400050" y="3810"/>
                  </a:lnTo>
                  <a:lnTo>
                    <a:pt x="402590" y="3810"/>
                  </a:lnTo>
                  <a:lnTo>
                    <a:pt x="402590" y="2540"/>
                  </a:lnTo>
                  <a:lnTo>
                    <a:pt x="405130" y="2540"/>
                  </a:lnTo>
                  <a:lnTo>
                    <a:pt x="405130" y="1270"/>
                  </a:lnTo>
                  <a:lnTo>
                    <a:pt x="406400" y="1270"/>
                  </a:lnTo>
                  <a:lnTo>
                    <a:pt x="406400" y="0"/>
                  </a:lnTo>
                  <a:close/>
                </a:path>
              </a:pathLst>
            </a:custGeom>
            <a:solidFill>
              <a:srgbClr val="E0A800"/>
            </a:solidFill>
          </p:spPr>
          <p:txBody>
            <a:bodyPr wrap="square" lIns="0" tIns="0" rIns="0" bIns="0" rtlCol="0"/>
            <a:lstStyle/>
            <a:p/>
          </p:txBody>
        </p:sp>
        <p:sp>
          <p:nvSpPr>
            <p:cNvPr id="2269" name="object 2269"/>
            <p:cNvSpPr/>
            <p:nvPr/>
          </p:nvSpPr>
          <p:spPr>
            <a:xfrm>
              <a:off x="6517640" y="4657089"/>
              <a:ext cx="392430" cy="7620"/>
            </a:xfrm>
            <a:custGeom>
              <a:avLst/>
              <a:gdLst/>
              <a:ahLst/>
              <a:cxnLst/>
              <a:rect l="l" t="t" r="r" b="b"/>
              <a:pathLst>
                <a:path w="392429" h="7620">
                  <a:moveTo>
                    <a:pt x="377190" y="6362"/>
                  </a:moveTo>
                  <a:lnTo>
                    <a:pt x="0" y="6362"/>
                  </a:lnTo>
                  <a:lnTo>
                    <a:pt x="0" y="7620"/>
                  </a:lnTo>
                  <a:lnTo>
                    <a:pt x="377190" y="7620"/>
                  </a:lnTo>
                  <a:lnTo>
                    <a:pt x="377190" y="6362"/>
                  </a:lnTo>
                  <a:close/>
                </a:path>
                <a:path w="392429" h="7620">
                  <a:moveTo>
                    <a:pt x="392430" y="0"/>
                  </a:moveTo>
                  <a:lnTo>
                    <a:pt x="0" y="0"/>
                  </a:lnTo>
                  <a:lnTo>
                    <a:pt x="0" y="1270"/>
                  </a:lnTo>
                  <a:lnTo>
                    <a:pt x="0" y="2540"/>
                  </a:lnTo>
                  <a:lnTo>
                    <a:pt x="0" y="3810"/>
                  </a:lnTo>
                  <a:lnTo>
                    <a:pt x="0" y="5080"/>
                  </a:lnTo>
                  <a:lnTo>
                    <a:pt x="0" y="6350"/>
                  </a:lnTo>
                  <a:lnTo>
                    <a:pt x="379730" y="6350"/>
                  </a:lnTo>
                  <a:lnTo>
                    <a:pt x="379730" y="5080"/>
                  </a:lnTo>
                  <a:lnTo>
                    <a:pt x="383540" y="5080"/>
                  </a:lnTo>
                  <a:lnTo>
                    <a:pt x="383540" y="3810"/>
                  </a:lnTo>
                  <a:lnTo>
                    <a:pt x="386080" y="3810"/>
                  </a:lnTo>
                  <a:lnTo>
                    <a:pt x="386080" y="2540"/>
                  </a:lnTo>
                  <a:lnTo>
                    <a:pt x="389890" y="2540"/>
                  </a:lnTo>
                  <a:lnTo>
                    <a:pt x="389890" y="1270"/>
                  </a:lnTo>
                  <a:lnTo>
                    <a:pt x="392430" y="1270"/>
                  </a:lnTo>
                  <a:lnTo>
                    <a:pt x="392430" y="0"/>
                  </a:lnTo>
                  <a:close/>
                </a:path>
              </a:pathLst>
            </a:custGeom>
            <a:solidFill>
              <a:srgbClr val="E2A900"/>
            </a:solidFill>
          </p:spPr>
          <p:txBody>
            <a:bodyPr wrap="square" lIns="0" tIns="0" rIns="0" bIns="0" rtlCol="0"/>
            <a:lstStyle/>
            <a:p/>
          </p:txBody>
        </p:sp>
        <p:sp>
          <p:nvSpPr>
            <p:cNvPr id="2270" name="object 2270"/>
            <p:cNvSpPr/>
            <p:nvPr/>
          </p:nvSpPr>
          <p:spPr>
            <a:xfrm>
              <a:off x="6517640" y="4664709"/>
              <a:ext cx="373380" cy="6350"/>
            </a:xfrm>
            <a:custGeom>
              <a:avLst/>
              <a:gdLst/>
              <a:ahLst/>
              <a:cxnLst/>
              <a:rect l="l" t="t" r="r" b="b"/>
              <a:pathLst>
                <a:path w="373379" h="6350">
                  <a:moveTo>
                    <a:pt x="359410" y="5092"/>
                  </a:moveTo>
                  <a:lnTo>
                    <a:pt x="0" y="5092"/>
                  </a:lnTo>
                  <a:lnTo>
                    <a:pt x="0" y="6350"/>
                  </a:lnTo>
                  <a:lnTo>
                    <a:pt x="359410" y="6350"/>
                  </a:lnTo>
                  <a:lnTo>
                    <a:pt x="359410" y="5092"/>
                  </a:lnTo>
                  <a:close/>
                </a:path>
                <a:path w="373379" h="6350">
                  <a:moveTo>
                    <a:pt x="373380" y="0"/>
                  </a:moveTo>
                  <a:lnTo>
                    <a:pt x="0" y="0"/>
                  </a:lnTo>
                  <a:lnTo>
                    <a:pt x="0" y="1270"/>
                  </a:lnTo>
                  <a:lnTo>
                    <a:pt x="0" y="2540"/>
                  </a:lnTo>
                  <a:lnTo>
                    <a:pt x="0" y="3810"/>
                  </a:lnTo>
                  <a:lnTo>
                    <a:pt x="0" y="5080"/>
                  </a:lnTo>
                  <a:lnTo>
                    <a:pt x="363220" y="5080"/>
                  </a:lnTo>
                  <a:lnTo>
                    <a:pt x="363220" y="3810"/>
                  </a:lnTo>
                  <a:lnTo>
                    <a:pt x="367030" y="3810"/>
                  </a:lnTo>
                  <a:lnTo>
                    <a:pt x="367030" y="2540"/>
                  </a:lnTo>
                  <a:lnTo>
                    <a:pt x="369570" y="2540"/>
                  </a:lnTo>
                  <a:lnTo>
                    <a:pt x="369570" y="1270"/>
                  </a:lnTo>
                  <a:lnTo>
                    <a:pt x="373380" y="1270"/>
                  </a:lnTo>
                  <a:lnTo>
                    <a:pt x="373380" y="0"/>
                  </a:lnTo>
                  <a:close/>
                </a:path>
              </a:pathLst>
            </a:custGeom>
            <a:solidFill>
              <a:srgbClr val="E4AA00"/>
            </a:solidFill>
          </p:spPr>
          <p:txBody>
            <a:bodyPr wrap="square" lIns="0" tIns="0" rIns="0" bIns="0" rtlCol="0"/>
            <a:lstStyle/>
            <a:p/>
          </p:txBody>
        </p:sp>
        <p:sp>
          <p:nvSpPr>
            <p:cNvPr id="2271" name="object 2271"/>
            <p:cNvSpPr/>
            <p:nvPr/>
          </p:nvSpPr>
          <p:spPr>
            <a:xfrm>
              <a:off x="6517640" y="4671059"/>
              <a:ext cx="356870" cy="7620"/>
            </a:xfrm>
            <a:custGeom>
              <a:avLst/>
              <a:gdLst/>
              <a:ahLst/>
              <a:cxnLst/>
              <a:rect l="l" t="t" r="r" b="b"/>
              <a:pathLst>
                <a:path w="356870" h="7620">
                  <a:moveTo>
                    <a:pt x="356870" y="0"/>
                  </a:moveTo>
                  <a:lnTo>
                    <a:pt x="0" y="0"/>
                  </a:lnTo>
                  <a:lnTo>
                    <a:pt x="0" y="1270"/>
                  </a:lnTo>
                  <a:lnTo>
                    <a:pt x="0" y="2540"/>
                  </a:lnTo>
                  <a:lnTo>
                    <a:pt x="0" y="3810"/>
                  </a:lnTo>
                  <a:lnTo>
                    <a:pt x="0" y="5080"/>
                  </a:lnTo>
                  <a:lnTo>
                    <a:pt x="0" y="6350"/>
                  </a:lnTo>
                  <a:lnTo>
                    <a:pt x="0" y="7620"/>
                  </a:lnTo>
                  <a:lnTo>
                    <a:pt x="335280" y="7620"/>
                  </a:lnTo>
                  <a:lnTo>
                    <a:pt x="335280" y="6350"/>
                  </a:lnTo>
                  <a:lnTo>
                    <a:pt x="340360" y="6350"/>
                  </a:lnTo>
                  <a:lnTo>
                    <a:pt x="340360" y="5080"/>
                  </a:lnTo>
                  <a:lnTo>
                    <a:pt x="344170" y="5080"/>
                  </a:lnTo>
                  <a:lnTo>
                    <a:pt x="344170" y="3810"/>
                  </a:lnTo>
                  <a:lnTo>
                    <a:pt x="349250" y="3810"/>
                  </a:lnTo>
                  <a:lnTo>
                    <a:pt x="349250" y="2540"/>
                  </a:lnTo>
                  <a:lnTo>
                    <a:pt x="353060" y="2540"/>
                  </a:lnTo>
                  <a:lnTo>
                    <a:pt x="353060" y="1270"/>
                  </a:lnTo>
                  <a:lnTo>
                    <a:pt x="356870" y="1270"/>
                  </a:lnTo>
                  <a:lnTo>
                    <a:pt x="356870" y="0"/>
                  </a:lnTo>
                  <a:close/>
                </a:path>
              </a:pathLst>
            </a:custGeom>
            <a:solidFill>
              <a:srgbClr val="E6AC00"/>
            </a:solidFill>
          </p:spPr>
          <p:txBody>
            <a:bodyPr wrap="square" lIns="0" tIns="0" rIns="0" bIns="0" rtlCol="0"/>
            <a:lstStyle/>
            <a:p/>
          </p:txBody>
        </p:sp>
        <p:sp>
          <p:nvSpPr>
            <p:cNvPr id="2272" name="object 2272"/>
            <p:cNvSpPr/>
            <p:nvPr/>
          </p:nvSpPr>
          <p:spPr>
            <a:xfrm>
              <a:off x="6517640" y="4678679"/>
              <a:ext cx="332740" cy="7620"/>
            </a:xfrm>
            <a:custGeom>
              <a:avLst/>
              <a:gdLst/>
              <a:ahLst/>
              <a:cxnLst/>
              <a:rect l="l" t="t" r="r" b="b"/>
              <a:pathLst>
                <a:path w="332740" h="7620">
                  <a:moveTo>
                    <a:pt x="332740" y="0"/>
                  </a:moveTo>
                  <a:lnTo>
                    <a:pt x="0" y="0"/>
                  </a:lnTo>
                  <a:lnTo>
                    <a:pt x="0" y="1270"/>
                  </a:lnTo>
                  <a:lnTo>
                    <a:pt x="0" y="2540"/>
                  </a:lnTo>
                  <a:lnTo>
                    <a:pt x="0" y="3810"/>
                  </a:lnTo>
                  <a:lnTo>
                    <a:pt x="0" y="5080"/>
                  </a:lnTo>
                  <a:lnTo>
                    <a:pt x="0" y="6350"/>
                  </a:lnTo>
                  <a:lnTo>
                    <a:pt x="0" y="7620"/>
                  </a:lnTo>
                  <a:lnTo>
                    <a:pt x="309880" y="7620"/>
                  </a:lnTo>
                  <a:lnTo>
                    <a:pt x="309880" y="6350"/>
                  </a:lnTo>
                  <a:lnTo>
                    <a:pt x="313690" y="6350"/>
                  </a:lnTo>
                  <a:lnTo>
                    <a:pt x="313690" y="5080"/>
                  </a:lnTo>
                  <a:lnTo>
                    <a:pt x="320040" y="5080"/>
                  </a:lnTo>
                  <a:lnTo>
                    <a:pt x="320040" y="3810"/>
                  </a:lnTo>
                  <a:lnTo>
                    <a:pt x="323850" y="3810"/>
                  </a:lnTo>
                  <a:lnTo>
                    <a:pt x="323850" y="2540"/>
                  </a:lnTo>
                  <a:lnTo>
                    <a:pt x="327660" y="2540"/>
                  </a:lnTo>
                  <a:lnTo>
                    <a:pt x="327660" y="1270"/>
                  </a:lnTo>
                  <a:lnTo>
                    <a:pt x="332740" y="1270"/>
                  </a:lnTo>
                  <a:lnTo>
                    <a:pt x="332740" y="0"/>
                  </a:lnTo>
                  <a:close/>
                </a:path>
              </a:pathLst>
            </a:custGeom>
            <a:solidFill>
              <a:srgbClr val="E7AD00"/>
            </a:solidFill>
          </p:spPr>
          <p:txBody>
            <a:bodyPr wrap="square" lIns="0" tIns="0" rIns="0" bIns="0" rtlCol="0"/>
            <a:lstStyle/>
            <a:p/>
          </p:txBody>
        </p:sp>
        <p:sp>
          <p:nvSpPr>
            <p:cNvPr id="2273" name="object 2273"/>
            <p:cNvSpPr/>
            <p:nvPr/>
          </p:nvSpPr>
          <p:spPr>
            <a:xfrm>
              <a:off x="6517640" y="4686299"/>
              <a:ext cx="304800" cy="6350"/>
            </a:xfrm>
            <a:custGeom>
              <a:avLst/>
              <a:gdLst/>
              <a:ahLst/>
              <a:cxnLst/>
              <a:rect l="l" t="t" r="r" b="b"/>
              <a:pathLst>
                <a:path w="304800" h="6350">
                  <a:moveTo>
                    <a:pt x="304800" y="0"/>
                  </a:moveTo>
                  <a:lnTo>
                    <a:pt x="0" y="0"/>
                  </a:lnTo>
                  <a:lnTo>
                    <a:pt x="0" y="1270"/>
                  </a:lnTo>
                  <a:lnTo>
                    <a:pt x="1257" y="1270"/>
                  </a:lnTo>
                  <a:lnTo>
                    <a:pt x="1257" y="2540"/>
                  </a:lnTo>
                  <a:lnTo>
                    <a:pt x="1257" y="3810"/>
                  </a:lnTo>
                  <a:lnTo>
                    <a:pt x="1257" y="5080"/>
                  </a:lnTo>
                  <a:lnTo>
                    <a:pt x="1257" y="6350"/>
                  </a:lnTo>
                  <a:lnTo>
                    <a:pt x="125717" y="6350"/>
                  </a:lnTo>
                  <a:lnTo>
                    <a:pt x="125717" y="5080"/>
                  </a:lnTo>
                  <a:lnTo>
                    <a:pt x="163830" y="5080"/>
                  </a:lnTo>
                  <a:lnTo>
                    <a:pt x="163830" y="6350"/>
                  </a:lnTo>
                  <a:lnTo>
                    <a:pt x="283210" y="6350"/>
                  </a:lnTo>
                  <a:lnTo>
                    <a:pt x="283210" y="5080"/>
                  </a:lnTo>
                  <a:lnTo>
                    <a:pt x="289560" y="5080"/>
                  </a:lnTo>
                  <a:lnTo>
                    <a:pt x="289560" y="3810"/>
                  </a:lnTo>
                  <a:lnTo>
                    <a:pt x="292087" y="3810"/>
                  </a:lnTo>
                  <a:lnTo>
                    <a:pt x="292087" y="2540"/>
                  </a:lnTo>
                  <a:lnTo>
                    <a:pt x="299720" y="2540"/>
                  </a:lnTo>
                  <a:lnTo>
                    <a:pt x="299720" y="1270"/>
                  </a:lnTo>
                  <a:lnTo>
                    <a:pt x="304800" y="1270"/>
                  </a:lnTo>
                  <a:lnTo>
                    <a:pt x="304800" y="0"/>
                  </a:lnTo>
                  <a:close/>
                </a:path>
              </a:pathLst>
            </a:custGeom>
            <a:solidFill>
              <a:srgbClr val="E9AE00"/>
            </a:solidFill>
          </p:spPr>
          <p:txBody>
            <a:bodyPr wrap="square" lIns="0" tIns="0" rIns="0" bIns="0" rtlCol="0"/>
            <a:lstStyle/>
            <a:p/>
          </p:txBody>
        </p:sp>
        <p:sp>
          <p:nvSpPr>
            <p:cNvPr id="2274" name="object 2274"/>
            <p:cNvSpPr/>
            <p:nvPr/>
          </p:nvSpPr>
          <p:spPr>
            <a:xfrm>
              <a:off x="6518897" y="4692649"/>
              <a:ext cx="271145" cy="7620"/>
            </a:xfrm>
            <a:custGeom>
              <a:avLst/>
              <a:gdLst/>
              <a:ahLst/>
              <a:cxnLst/>
              <a:rect l="l" t="t" r="r" b="b"/>
              <a:pathLst>
                <a:path w="271145" h="7620">
                  <a:moveTo>
                    <a:pt x="118110" y="0"/>
                  </a:moveTo>
                  <a:lnTo>
                    <a:pt x="0" y="0"/>
                  </a:lnTo>
                  <a:lnTo>
                    <a:pt x="0" y="1270"/>
                  </a:lnTo>
                  <a:lnTo>
                    <a:pt x="0" y="2540"/>
                  </a:lnTo>
                  <a:lnTo>
                    <a:pt x="0" y="3810"/>
                  </a:lnTo>
                  <a:lnTo>
                    <a:pt x="0" y="5080"/>
                  </a:lnTo>
                  <a:lnTo>
                    <a:pt x="0" y="6350"/>
                  </a:lnTo>
                  <a:lnTo>
                    <a:pt x="0" y="7620"/>
                  </a:lnTo>
                  <a:lnTo>
                    <a:pt x="90182" y="7620"/>
                  </a:lnTo>
                  <a:lnTo>
                    <a:pt x="90182" y="6350"/>
                  </a:lnTo>
                  <a:lnTo>
                    <a:pt x="95250" y="6350"/>
                  </a:lnTo>
                  <a:lnTo>
                    <a:pt x="95250" y="5080"/>
                  </a:lnTo>
                  <a:lnTo>
                    <a:pt x="100330" y="5080"/>
                  </a:lnTo>
                  <a:lnTo>
                    <a:pt x="100330" y="3810"/>
                  </a:lnTo>
                  <a:lnTo>
                    <a:pt x="104152" y="3810"/>
                  </a:lnTo>
                  <a:lnTo>
                    <a:pt x="104152" y="2540"/>
                  </a:lnTo>
                  <a:lnTo>
                    <a:pt x="105410" y="2540"/>
                  </a:lnTo>
                  <a:lnTo>
                    <a:pt x="105410" y="1270"/>
                  </a:lnTo>
                  <a:lnTo>
                    <a:pt x="118110" y="1270"/>
                  </a:lnTo>
                  <a:lnTo>
                    <a:pt x="118110" y="0"/>
                  </a:lnTo>
                  <a:close/>
                </a:path>
                <a:path w="271145" h="7620">
                  <a:moveTo>
                    <a:pt x="247662" y="2552"/>
                  </a:moveTo>
                  <a:lnTo>
                    <a:pt x="220992" y="2552"/>
                  </a:lnTo>
                  <a:lnTo>
                    <a:pt x="220992" y="3810"/>
                  </a:lnTo>
                  <a:lnTo>
                    <a:pt x="247662" y="3810"/>
                  </a:lnTo>
                  <a:lnTo>
                    <a:pt x="247662" y="2552"/>
                  </a:lnTo>
                  <a:close/>
                </a:path>
                <a:path w="271145" h="7620">
                  <a:moveTo>
                    <a:pt x="270522" y="0"/>
                  </a:moveTo>
                  <a:lnTo>
                    <a:pt x="185432" y="0"/>
                  </a:lnTo>
                  <a:lnTo>
                    <a:pt x="185432" y="1270"/>
                  </a:lnTo>
                  <a:lnTo>
                    <a:pt x="193052" y="1270"/>
                  </a:lnTo>
                  <a:lnTo>
                    <a:pt x="193052" y="2540"/>
                  </a:lnTo>
                  <a:lnTo>
                    <a:pt x="262902" y="2540"/>
                  </a:lnTo>
                  <a:lnTo>
                    <a:pt x="262902" y="1270"/>
                  </a:lnTo>
                  <a:lnTo>
                    <a:pt x="270522" y="1270"/>
                  </a:lnTo>
                  <a:lnTo>
                    <a:pt x="270522" y="0"/>
                  </a:lnTo>
                  <a:close/>
                </a:path>
              </a:pathLst>
            </a:custGeom>
            <a:solidFill>
              <a:srgbClr val="EBAF00"/>
            </a:solidFill>
          </p:spPr>
          <p:txBody>
            <a:bodyPr wrap="square" lIns="0" tIns="0" rIns="0" bIns="0" rtlCol="0"/>
            <a:lstStyle/>
            <a:p/>
          </p:txBody>
        </p:sp>
        <p:sp>
          <p:nvSpPr>
            <p:cNvPr id="2275" name="object 2275"/>
            <p:cNvSpPr/>
            <p:nvPr/>
          </p:nvSpPr>
          <p:spPr>
            <a:xfrm>
              <a:off x="6518910" y="4700269"/>
              <a:ext cx="88900" cy="7620"/>
            </a:xfrm>
            <a:custGeom>
              <a:avLst/>
              <a:gdLst/>
              <a:ahLst/>
              <a:cxnLst/>
              <a:rect l="l" t="t" r="r" b="b"/>
              <a:pathLst>
                <a:path w="88900" h="7620">
                  <a:moveTo>
                    <a:pt x="88900" y="0"/>
                  </a:moveTo>
                  <a:lnTo>
                    <a:pt x="0" y="0"/>
                  </a:lnTo>
                  <a:lnTo>
                    <a:pt x="0" y="1269"/>
                  </a:lnTo>
                  <a:lnTo>
                    <a:pt x="88900" y="1269"/>
                  </a:lnTo>
                  <a:lnTo>
                    <a:pt x="88900" y="0"/>
                  </a:lnTo>
                  <a:close/>
                </a:path>
                <a:path w="88900" h="7620">
                  <a:moveTo>
                    <a:pt x="85090" y="1269"/>
                  </a:moveTo>
                  <a:lnTo>
                    <a:pt x="0" y="1269"/>
                  </a:lnTo>
                  <a:lnTo>
                    <a:pt x="0" y="7619"/>
                  </a:lnTo>
                  <a:lnTo>
                    <a:pt x="77470" y="7619"/>
                  </a:lnTo>
                  <a:lnTo>
                    <a:pt x="77470" y="6349"/>
                  </a:lnTo>
                  <a:lnTo>
                    <a:pt x="78740" y="6349"/>
                  </a:lnTo>
                  <a:lnTo>
                    <a:pt x="78740" y="5079"/>
                  </a:lnTo>
                  <a:lnTo>
                    <a:pt x="80009" y="5079"/>
                  </a:lnTo>
                  <a:lnTo>
                    <a:pt x="80009" y="3809"/>
                  </a:lnTo>
                  <a:lnTo>
                    <a:pt x="83820" y="3809"/>
                  </a:lnTo>
                  <a:lnTo>
                    <a:pt x="83820" y="2539"/>
                  </a:lnTo>
                  <a:lnTo>
                    <a:pt x="85090" y="2539"/>
                  </a:lnTo>
                  <a:lnTo>
                    <a:pt x="85090" y="1269"/>
                  </a:lnTo>
                  <a:close/>
                </a:path>
              </a:pathLst>
            </a:custGeom>
            <a:solidFill>
              <a:srgbClr val="ECB100"/>
            </a:solidFill>
          </p:spPr>
          <p:txBody>
            <a:bodyPr wrap="square" lIns="0" tIns="0" rIns="0" bIns="0" rtlCol="0"/>
            <a:lstStyle/>
            <a:p/>
          </p:txBody>
        </p:sp>
        <p:sp>
          <p:nvSpPr>
            <p:cNvPr id="2276" name="object 2276"/>
            <p:cNvSpPr/>
            <p:nvPr/>
          </p:nvSpPr>
          <p:spPr>
            <a:xfrm>
              <a:off x="6518910" y="4707889"/>
              <a:ext cx="74930" cy="6350"/>
            </a:xfrm>
            <a:custGeom>
              <a:avLst/>
              <a:gdLst/>
              <a:ahLst/>
              <a:cxnLst/>
              <a:rect l="l" t="t" r="r" b="b"/>
              <a:pathLst>
                <a:path w="74929" h="6350">
                  <a:moveTo>
                    <a:pt x="74929" y="0"/>
                  </a:moveTo>
                  <a:lnTo>
                    <a:pt x="0" y="0"/>
                  </a:lnTo>
                  <a:lnTo>
                    <a:pt x="0" y="6349"/>
                  </a:lnTo>
                  <a:lnTo>
                    <a:pt x="67309" y="6349"/>
                  </a:lnTo>
                  <a:lnTo>
                    <a:pt x="67309" y="5079"/>
                  </a:lnTo>
                  <a:lnTo>
                    <a:pt x="68579" y="5079"/>
                  </a:lnTo>
                  <a:lnTo>
                    <a:pt x="68579" y="3809"/>
                  </a:lnTo>
                  <a:lnTo>
                    <a:pt x="69850" y="3809"/>
                  </a:lnTo>
                  <a:lnTo>
                    <a:pt x="69850" y="2539"/>
                  </a:lnTo>
                  <a:lnTo>
                    <a:pt x="73659" y="2539"/>
                  </a:lnTo>
                  <a:lnTo>
                    <a:pt x="73659" y="1269"/>
                  </a:lnTo>
                  <a:lnTo>
                    <a:pt x="74929" y="1269"/>
                  </a:lnTo>
                  <a:lnTo>
                    <a:pt x="74929" y="0"/>
                  </a:lnTo>
                  <a:close/>
                </a:path>
              </a:pathLst>
            </a:custGeom>
            <a:solidFill>
              <a:srgbClr val="EEB200"/>
            </a:solidFill>
          </p:spPr>
          <p:txBody>
            <a:bodyPr wrap="square" lIns="0" tIns="0" rIns="0" bIns="0" rtlCol="0"/>
            <a:lstStyle/>
            <a:p/>
          </p:txBody>
        </p:sp>
        <p:sp>
          <p:nvSpPr>
            <p:cNvPr id="2277" name="object 2277"/>
            <p:cNvSpPr/>
            <p:nvPr/>
          </p:nvSpPr>
          <p:spPr>
            <a:xfrm>
              <a:off x="6518910" y="4714239"/>
              <a:ext cx="66040" cy="7620"/>
            </a:xfrm>
            <a:custGeom>
              <a:avLst/>
              <a:gdLst/>
              <a:ahLst/>
              <a:cxnLst/>
              <a:rect l="l" t="t" r="r" b="b"/>
              <a:pathLst>
                <a:path w="66040" h="7620">
                  <a:moveTo>
                    <a:pt x="66040" y="0"/>
                  </a:moveTo>
                  <a:lnTo>
                    <a:pt x="0" y="0"/>
                  </a:lnTo>
                  <a:lnTo>
                    <a:pt x="0" y="6349"/>
                  </a:lnTo>
                  <a:lnTo>
                    <a:pt x="59690" y="6349"/>
                  </a:lnTo>
                  <a:lnTo>
                    <a:pt x="59690" y="5079"/>
                  </a:lnTo>
                  <a:lnTo>
                    <a:pt x="62229" y="5079"/>
                  </a:lnTo>
                  <a:lnTo>
                    <a:pt x="62229" y="3809"/>
                  </a:lnTo>
                  <a:lnTo>
                    <a:pt x="63500" y="3809"/>
                  </a:lnTo>
                  <a:lnTo>
                    <a:pt x="63500" y="2539"/>
                  </a:lnTo>
                  <a:lnTo>
                    <a:pt x="64770" y="2539"/>
                  </a:lnTo>
                  <a:lnTo>
                    <a:pt x="64770" y="1269"/>
                  </a:lnTo>
                  <a:lnTo>
                    <a:pt x="66040" y="1269"/>
                  </a:lnTo>
                  <a:lnTo>
                    <a:pt x="66040" y="0"/>
                  </a:lnTo>
                  <a:close/>
                </a:path>
                <a:path w="66040" h="7620">
                  <a:moveTo>
                    <a:pt x="58420" y="6349"/>
                  </a:moveTo>
                  <a:lnTo>
                    <a:pt x="0" y="6349"/>
                  </a:lnTo>
                  <a:lnTo>
                    <a:pt x="0" y="7619"/>
                  </a:lnTo>
                  <a:lnTo>
                    <a:pt x="58420" y="7619"/>
                  </a:lnTo>
                  <a:lnTo>
                    <a:pt x="58420" y="6349"/>
                  </a:lnTo>
                  <a:close/>
                </a:path>
              </a:pathLst>
            </a:custGeom>
            <a:solidFill>
              <a:srgbClr val="F0B300"/>
            </a:solidFill>
          </p:spPr>
          <p:txBody>
            <a:bodyPr wrap="square" lIns="0" tIns="0" rIns="0" bIns="0" rtlCol="0"/>
            <a:lstStyle/>
            <a:p/>
          </p:txBody>
        </p:sp>
        <p:sp>
          <p:nvSpPr>
            <p:cNvPr id="2278" name="object 2278"/>
            <p:cNvSpPr/>
            <p:nvPr/>
          </p:nvSpPr>
          <p:spPr>
            <a:xfrm>
              <a:off x="6518910" y="4721859"/>
              <a:ext cx="57150" cy="7620"/>
            </a:xfrm>
            <a:custGeom>
              <a:avLst/>
              <a:gdLst/>
              <a:ahLst/>
              <a:cxnLst/>
              <a:rect l="l" t="t" r="r" b="b"/>
              <a:pathLst>
                <a:path w="57150" h="7620">
                  <a:moveTo>
                    <a:pt x="57150" y="0"/>
                  </a:moveTo>
                  <a:lnTo>
                    <a:pt x="0" y="0"/>
                  </a:lnTo>
                  <a:lnTo>
                    <a:pt x="0" y="5079"/>
                  </a:lnTo>
                  <a:lnTo>
                    <a:pt x="53340" y="5079"/>
                  </a:lnTo>
                  <a:lnTo>
                    <a:pt x="53340" y="3809"/>
                  </a:lnTo>
                  <a:lnTo>
                    <a:pt x="54609" y="3809"/>
                  </a:lnTo>
                  <a:lnTo>
                    <a:pt x="54609" y="2539"/>
                  </a:lnTo>
                  <a:lnTo>
                    <a:pt x="55879" y="2539"/>
                  </a:lnTo>
                  <a:lnTo>
                    <a:pt x="55879" y="1269"/>
                  </a:lnTo>
                  <a:lnTo>
                    <a:pt x="57150" y="1269"/>
                  </a:lnTo>
                  <a:lnTo>
                    <a:pt x="57150" y="0"/>
                  </a:lnTo>
                  <a:close/>
                </a:path>
                <a:path w="57150" h="7620">
                  <a:moveTo>
                    <a:pt x="52070" y="5080"/>
                  </a:moveTo>
                  <a:lnTo>
                    <a:pt x="0" y="5080"/>
                  </a:lnTo>
                  <a:lnTo>
                    <a:pt x="0" y="7619"/>
                  </a:lnTo>
                  <a:lnTo>
                    <a:pt x="49529" y="7619"/>
                  </a:lnTo>
                  <a:lnTo>
                    <a:pt x="49529" y="6350"/>
                  </a:lnTo>
                  <a:lnTo>
                    <a:pt x="52070" y="6350"/>
                  </a:lnTo>
                  <a:lnTo>
                    <a:pt x="52070" y="5080"/>
                  </a:lnTo>
                  <a:close/>
                </a:path>
              </a:pathLst>
            </a:custGeom>
            <a:solidFill>
              <a:srgbClr val="F2B500"/>
            </a:solidFill>
          </p:spPr>
          <p:txBody>
            <a:bodyPr wrap="square" lIns="0" tIns="0" rIns="0" bIns="0" rtlCol="0"/>
            <a:lstStyle/>
            <a:p/>
          </p:txBody>
        </p:sp>
        <p:sp>
          <p:nvSpPr>
            <p:cNvPr id="2279" name="object 2279"/>
            <p:cNvSpPr/>
            <p:nvPr/>
          </p:nvSpPr>
          <p:spPr>
            <a:xfrm>
              <a:off x="6518910" y="4729480"/>
              <a:ext cx="48260" cy="6350"/>
            </a:xfrm>
            <a:custGeom>
              <a:avLst/>
              <a:gdLst/>
              <a:ahLst/>
              <a:cxnLst/>
              <a:rect l="l" t="t" r="r" b="b"/>
              <a:pathLst>
                <a:path w="48259" h="6350">
                  <a:moveTo>
                    <a:pt x="48259" y="0"/>
                  </a:moveTo>
                  <a:lnTo>
                    <a:pt x="0" y="0"/>
                  </a:lnTo>
                  <a:lnTo>
                    <a:pt x="0" y="3810"/>
                  </a:lnTo>
                  <a:lnTo>
                    <a:pt x="46990" y="3810"/>
                  </a:lnTo>
                  <a:lnTo>
                    <a:pt x="46990" y="1270"/>
                  </a:lnTo>
                  <a:lnTo>
                    <a:pt x="48259" y="1270"/>
                  </a:lnTo>
                  <a:lnTo>
                    <a:pt x="48259" y="0"/>
                  </a:lnTo>
                  <a:close/>
                </a:path>
                <a:path w="48259" h="6350">
                  <a:moveTo>
                    <a:pt x="45720" y="3810"/>
                  </a:moveTo>
                  <a:lnTo>
                    <a:pt x="0" y="3810"/>
                  </a:lnTo>
                  <a:lnTo>
                    <a:pt x="0" y="6350"/>
                  </a:lnTo>
                  <a:lnTo>
                    <a:pt x="44450" y="6350"/>
                  </a:lnTo>
                  <a:lnTo>
                    <a:pt x="44450" y="5080"/>
                  </a:lnTo>
                  <a:lnTo>
                    <a:pt x="45720" y="5080"/>
                  </a:lnTo>
                  <a:lnTo>
                    <a:pt x="45720" y="3810"/>
                  </a:lnTo>
                  <a:close/>
                </a:path>
              </a:pathLst>
            </a:custGeom>
            <a:solidFill>
              <a:srgbClr val="F3B600"/>
            </a:solidFill>
          </p:spPr>
          <p:txBody>
            <a:bodyPr wrap="square" lIns="0" tIns="0" rIns="0" bIns="0" rtlCol="0"/>
            <a:lstStyle/>
            <a:p/>
          </p:txBody>
        </p:sp>
        <p:sp>
          <p:nvSpPr>
            <p:cNvPr id="2280" name="object 2280"/>
            <p:cNvSpPr/>
            <p:nvPr/>
          </p:nvSpPr>
          <p:spPr>
            <a:xfrm>
              <a:off x="6518910" y="4735830"/>
              <a:ext cx="43180" cy="7620"/>
            </a:xfrm>
            <a:custGeom>
              <a:avLst/>
              <a:gdLst/>
              <a:ahLst/>
              <a:cxnLst/>
              <a:rect l="l" t="t" r="r" b="b"/>
              <a:pathLst>
                <a:path w="43179" h="7620">
                  <a:moveTo>
                    <a:pt x="43179" y="0"/>
                  </a:moveTo>
                  <a:lnTo>
                    <a:pt x="0" y="0"/>
                  </a:lnTo>
                  <a:lnTo>
                    <a:pt x="0" y="2540"/>
                  </a:lnTo>
                  <a:lnTo>
                    <a:pt x="1270" y="2540"/>
                  </a:lnTo>
                  <a:lnTo>
                    <a:pt x="1270" y="3810"/>
                  </a:lnTo>
                  <a:lnTo>
                    <a:pt x="41910" y="3810"/>
                  </a:lnTo>
                  <a:lnTo>
                    <a:pt x="41909" y="1270"/>
                  </a:lnTo>
                  <a:lnTo>
                    <a:pt x="43179" y="1270"/>
                  </a:lnTo>
                  <a:lnTo>
                    <a:pt x="43179" y="0"/>
                  </a:lnTo>
                  <a:close/>
                </a:path>
                <a:path w="43179" h="7620">
                  <a:moveTo>
                    <a:pt x="40640" y="3810"/>
                  </a:moveTo>
                  <a:lnTo>
                    <a:pt x="1270" y="3810"/>
                  </a:lnTo>
                  <a:lnTo>
                    <a:pt x="1270" y="7620"/>
                  </a:lnTo>
                  <a:lnTo>
                    <a:pt x="39370" y="7620"/>
                  </a:lnTo>
                  <a:lnTo>
                    <a:pt x="39370" y="5080"/>
                  </a:lnTo>
                  <a:lnTo>
                    <a:pt x="40640" y="5080"/>
                  </a:lnTo>
                  <a:lnTo>
                    <a:pt x="40640" y="3810"/>
                  </a:lnTo>
                  <a:close/>
                </a:path>
              </a:pathLst>
            </a:custGeom>
            <a:solidFill>
              <a:srgbClr val="F5B700"/>
            </a:solidFill>
          </p:spPr>
          <p:txBody>
            <a:bodyPr wrap="square" lIns="0" tIns="0" rIns="0" bIns="0" rtlCol="0"/>
            <a:lstStyle/>
            <a:p/>
          </p:txBody>
        </p:sp>
        <p:sp>
          <p:nvSpPr>
            <p:cNvPr id="2281" name="object 2281"/>
            <p:cNvSpPr/>
            <p:nvPr/>
          </p:nvSpPr>
          <p:spPr>
            <a:xfrm>
              <a:off x="6520180" y="4743450"/>
              <a:ext cx="36830" cy="7620"/>
            </a:xfrm>
            <a:custGeom>
              <a:avLst/>
              <a:gdLst/>
              <a:ahLst/>
              <a:cxnLst/>
              <a:rect l="l" t="t" r="r" b="b"/>
              <a:pathLst>
                <a:path w="36829" h="7620">
                  <a:moveTo>
                    <a:pt x="36829" y="0"/>
                  </a:moveTo>
                  <a:lnTo>
                    <a:pt x="0" y="0"/>
                  </a:lnTo>
                  <a:lnTo>
                    <a:pt x="0" y="2539"/>
                  </a:lnTo>
                  <a:lnTo>
                    <a:pt x="36829" y="2539"/>
                  </a:lnTo>
                  <a:lnTo>
                    <a:pt x="36829" y="0"/>
                  </a:lnTo>
                  <a:close/>
                </a:path>
                <a:path w="36829" h="7620">
                  <a:moveTo>
                    <a:pt x="35559" y="2540"/>
                  </a:moveTo>
                  <a:lnTo>
                    <a:pt x="0" y="2540"/>
                  </a:lnTo>
                  <a:lnTo>
                    <a:pt x="0" y="7619"/>
                  </a:lnTo>
                  <a:lnTo>
                    <a:pt x="33020" y="7619"/>
                  </a:lnTo>
                  <a:lnTo>
                    <a:pt x="33020" y="6350"/>
                  </a:lnTo>
                  <a:lnTo>
                    <a:pt x="34290" y="6350"/>
                  </a:lnTo>
                  <a:lnTo>
                    <a:pt x="34290" y="3810"/>
                  </a:lnTo>
                  <a:lnTo>
                    <a:pt x="35559" y="3810"/>
                  </a:lnTo>
                  <a:lnTo>
                    <a:pt x="35559" y="2540"/>
                  </a:lnTo>
                  <a:close/>
                </a:path>
              </a:pathLst>
            </a:custGeom>
            <a:solidFill>
              <a:srgbClr val="F7B800"/>
            </a:solidFill>
          </p:spPr>
          <p:txBody>
            <a:bodyPr wrap="square" lIns="0" tIns="0" rIns="0" bIns="0" rtlCol="0"/>
            <a:lstStyle/>
            <a:p/>
          </p:txBody>
        </p:sp>
        <p:sp>
          <p:nvSpPr>
            <p:cNvPr id="2282" name="object 2282"/>
            <p:cNvSpPr/>
            <p:nvPr/>
          </p:nvSpPr>
          <p:spPr>
            <a:xfrm>
              <a:off x="6520180" y="4751069"/>
              <a:ext cx="33020" cy="6350"/>
            </a:xfrm>
            <a:custGeom>
              <a:avLst/>
              <a:gdLst/>
              <a:ahLst/>
              <a:cxnLst/>
              <a:rect l="l" t="t" r="r" b="b"/>
              <a:pathLst>
                <a:path w="33020" h="6350">
                  <a:moveTo>
                    <a:pt x="33020" y="0"/>
                  </a:moveTo>
                  <a:lnTo>
                    <a:pt x="0" y="0"/>
                  </a:lnTo>
                  <a:lnTo>
                    <a:pt x="0" y="1269"/>
                  </a:lnTo>
                  <a:lnTo>
                    <a:pt x="33020" y="1269"/>
                  </a:lnTo>
                  <a:lnTo>
                    <a:pt x="33020" y="0"/>
                  </a:lnTo>
                  <a:close/>
                </a:path>
                <a:path w="33020" h="6350">
                  <a:moveTo>
                    <a:pt x="31750" y="1269"/>
                  </a:moveTo>
                  <a:lnTo>
                    <a:pt x="0" y="1269"/>
                  </a:lnTo>
                  <a:lnTo>
                    <a:pt x="0" y="6349"/>
                  </a:lnTo>
                  <a:lnTo>
                    <a:pt x="29209" y="6349"/>
                  </a:lnTo>
                  <a:lnTo>
                    <a:pt x="29209" y="5079"/>
                  </a:lnTo>
                  <a:lnTo>
                    <a:pt x="30479" y="5079"/>
                  </a:lnTo>
                  <a:lnTo>
                    <a:pt x="30479" y="2539"/>
                  </a:lnTo>
                  <a:lnTo>
                    <a:pt x="31750" y="2539"/>
                  </a:lnTo>
                  <a:lnTo>
                    <a:pt x="31750" y="1269"/>
                  </a:lnTo>
                  <a:close/>
                </a:path>
              </a:pathLst>
            </a:custGeom>
            <a:solidFill>
              <a:srgbClr val="F8BA00"/>
            </a:solidFill>
          </p:spPr>
          <p:txBody>
            <a:bodyPr wrap="square" lIns="0" tIns="0" rIns="0" bIns="0" rtlCol="0"/>
            <a:lstStyle/>
            <a:p/>
          </p:txBody>
        </p:sp>
        <p:sp>
          <p:nvSpPr>
            <p:cNvPr id="2283" name="object 2283"/>
            <p:cNvSpPr/>
            <p:nvPr/>
          </p:nvSpPr>
          <p:spPr>
            <a:xfrm>
              <a:off x="6520180" y="4757419"/>
              <a:ext cx="29209" cy="7620"/>
            </a:xfrm>
            <a:custGeom>
              <a:avLst/>
              <a:gdLst/>
              <a:ahLst/>
              <a:cxnLst/>
              <a:rect l="l" t="t" r="r" b="b"/>
              <a:pathLst>
                <a:path w="29209" h="7620">
                  <a:moveTo>
                    <a:pt x="29209" y="0"/>
                  </a:moveTo>
                  <a:lnTo>
                    <a:pt x="0" y="0"/>
                  </a:lnTo>
                  <a:lnTo>
                    <a:pt x="0" y="1269"/>
                  </a:lnTo>
                  <a:lnTo>
                    <a:pt x="29209" y="1269"/>
                  </a:lnTo>
                  <a:lnTo>
                    <a:pt x="29209" y="0"/>
                  </a:lnTo>
                  <a:close/>
                </a:path>
                <a:path w="29209" h="7620">
                  <a:moveTo>
                    <a:pt x="27940" y="1269"/>
                  </a:moveTo>
                  <a:lnTo>
                    <a:pt x="0" y="1269"/>
                  </a:lnTo>
                  <a:lnTo>
                    <a:pt x="0" y="7619"/>
                  </a:lnTo>
                  <a:lnTo>
                    <a:pt x="1270" y="7619"/>
                  </a:lnTo>
                  <a:lnTo>
                    <a:pt x="1270" y="6349"/>
                  </a:lnTo>
                  <a:lnTo>
                    <a:pt x="10159" y="6349"/>
                  </a:lnTo>
                  <a:lnTo>
                    <a:pt x="10159" y="5079"/>
                  </a:lnTo>
                  <a:lnTo>
                    <a:pt x="17779" y="5079"/>
                  </a:lnTo>
                  <a:lnTo>
                    <a:pt x="17779" y="3809"/>
                  </a:lnTo>
                  <a:lnTo>
                    <a:pt x="24129" y="3809"/>
                  </a:lnTo>
                  <a:lnTo>
                    <a:pt x="24129" y="2539"/>
                  </a:lnTo>
                  <a:lnTo>
                    <a:pt x="27940" y="2539"/>
                  </a:lnTo>
                  <a:lnTo>
                    <a:pt x="27940" y="1269"/>
                  </a:lnTo>
                  <a:close/>
                </a:path>
              </a:pathLst>
            </a:custGeom>
            <a:solidFill>
              <a:srgbClr val="FABB00"/>
            </a:solidFill>
          </p:spPr>
          <p:txBody>
            <a:bodyPr wrap="square" lIns="0" tIns="0" rIns="0" bIns="0" rtlCol="0"/>
            <a:lstStyle/>
            <a:p/>
          </p:txBody>
        </p:sp>
        <p:sp>
          <p:nvSpPr>
            <p:cNvPr id="2284" name="object 2284"/>
            <p:cNvSpPr/>
            <p:nvPr/>
          </p:nvSpPr>
          <p:spPr>
            <a:xfrm>
              <a:off x="6507480" y="3699509"/>
              <a:ext cx="655320" cy="1064260"/>
            </a:xfrm>
            <a:custGeom>
              <a:avLst/>
              <a:gdLst/>
              <a:ahLst/>
              <a:cxnLst/>
              <a:rect l="l" t="t" r="r" b="b"/>
              <a:pathLst>
                <a:path w="655320" h="1064260">
                  <a:moveTo>
                    <a:pt x="603250" y="0"/>
                  </a:moveTo>
                  <a:lnTo>
                    <a:pt x="612140" y="256539"/>
                  </a:lnTo>
                  <a:lnTo>
                    <a:pt x="600710" y="266700"/>
                  </a:lnTo>
                  <a:lnTo>
                    <a:pt x="591820" y="274319"/>
                  </a:lnTo>
                  <a:lnTo>
                    <a:pt x="589279" y="276859"/>
                  </a:lnTo>
                  <a:lnTo>
                    <a:pt x="582929" y="256539"/>
                  </a:lnTo>
                  <a:lnTo>
                    <a:pt x="575310" y="238759"/>
                  </a:lnTo>
                  <a:lnTo>
                    <a:pt x="567690" y="222250"/>
                  </a:lnTo>
                  <a:lnTo>
                    <a:pt x="561340" y="215900"/>
                  </a:lnTo>
                  <a:lnTo>
                    <a:pt x="556260" y="208279"/>
                  </a:lnTo>
                  <a:lnTo>
                    <a:pt x="548640" y="201929"/>
                  </a:lnTo>
                  <a:lnTo>
                    <a:pt x="543560" y="196850"/>
                  </a:lnTo>
                  <a:lnTo>
                    <a:pt x="528320" y="186689"/>
                  </a:lnTo>
                  <a:lnTo>
                    <a:pt x="515620" y="180339"/>
                  </a:lnTo>
                  <a:lnTo>
                    <a:pt x="511810" y="177800"/>
                  </a:lnTo>
                  <a:lnTo>
                    <a:pt x="500379" y="173989"/>
                  </a:lnTo>
                  <a:lnTo>
                    <a:pt x="492760" y="171450"/>
                  </a:lnTo>
                  <a:lnTo>
                    <a:pt x="472440" y="165100"/>
                  </a:lnTo>
                  <a:lnTo>
                    <a:pt x="452120" y="161289"/>
                  </a:lnTo>
                  <a:lnTo>
                    <a:pt x="430529" y="160019"/>
                  </a:lnTo>
                  <a:lnTo>
                    <a:pt x="410210" y="160019"/>
                  </a:lnTo>
                  <a:lnTo>
                    <a:pt x="406400" y="160019"/>
                  </a:lnTo>
                  <a:lnTo>
                    <a:pt x="387350" y="161289"/>
                  </a:lnTo>
                  <a:lnTo>
                    <a:pt x="364490" y="163829"/>
                  </a:lnTo>
                  <a:lnTo>
                    <a:pt x="353060" y="165100"/>
                  </a:lnTo>
                  <a:lnTo>
                    <a:pt x="341629" y="167639"/>
                  </a:lnTo>
                  <a:lnTo>
                    <a:pt x="317500" y="173989"/>
                  </a:lnTo>
                  <a:lnTo>
                    <a:pt x="299720" y="180339"/>
                  </a:lnTo>
                  <a:lnTo>
                    <a:pt x="283210" y="187959"/>
                  </a:lnTo>
                  <a:lnTo>
                    <a:pt x="274320" y="191769"/>
                  </a:lnTo>
                  <a:lnTo>
                    <a:pt x="266700" y="195579"/>
                  </a:lnTo>
                  <a:lnTo>
                    <a:pt x="254000" y="200659"/>
                  </a:lnTo>
                  <a:lnTo>
                    <a:pt x="251460" y="201929"/>
                  </a:lnTo>
                  <a:lnTo>
                    <a:pt x="237490" y="209550"/>
                  </a:lnTo>
                  <a:lnTo>
                    <a:pt x="229870" y="214629"/>
                  </a:lnTo>
                  <a:lnTo>
                    <a:pt x="223520" y="218439"/>
                  </a:lnTo>
                  <a:lnTo>
                    <a:pt x="217170" y="223519"/>
                  </a:lnTo>
                  <a:lnTo>
                    <a:pt x="212090" y="228600"/>
                  </a:lnTo>
                  <a:lnTo>
                    <a:pt x="205740" y="233679"/>
                  </a:lnTo>
                  <a:lnTo>
                    <a:pt x="200660" y="238759"/>
                  </a:lnTo>
                  <a:lnTo>
                    <a:pt x="190500" y="248919"/>
                  </a:lnTo>
                  <a:lnTo>
                    <a:pt x="181610" y="260350"/>
                  </a:lnTo>
                  <a:lnTo>
                    <a:pt x="177800" y="265429"/>
                  </a:lnTo>
                  <a:lnTo>
                    <a:pt x="173990" y="270509"/>
                  </a:lnTo>
                  <a:lnTo>
                    <a:pt x="171450" y="275589"/>
                  </a:lnTo>
                  <a:lnTo>
                    <a:pt x="167640" y="281939"/>
                  </a:lnTo>
                  <a:lnTo>
                    <a:pt x="165100" y="287019"/>
                  </a:lnTo>
                  <a:lnTo>
                    <a:pt x="163829" y="292100"/>
                  </a:lnTo>
                  <a:lnTo>
                    <a:pt x="161290" y="297179"/>
                  </a:lnTo>
                  <a:lnTo>
                    <a:pt x="160020" y="303529"/>
                  </a:lnTo>
                  <a:lnTo>
                    <a:pt x="158750" y="308609"/>
                  </a:lnTo>
                  <a:lnTo>
                    <a:pt x="158750" y="313689"/>
                  </a:lnTo>
                  <a:lnTo>
                    <a:pt x="157479" y="318769"/>
                  </a:lnTo>
                  <a:lnTo>
                    <a:pt x="157479" y="325119"/>
                  </a:lnTo>
                  <a:lnTo>
                    <a:pt x="158750" y="331469"/>
                  </a:lnTo>
                  <a:lnTo>
                    <a:pt x="158750" y="337819"/>
                  </a:lnTo>
                  <a:lnTo>
                    <a:pt x="160020" y="344169"/>
                  </a:lnTo>
                  <a:lnTo>
                    <a:pt x="161290" y="349250"/>
                  </a:lnTo>
                  <a:lnTo>
                    <a:pt x="163829" y="354329"/>
                  </a:lnTo>
                  <a:lnTo>
                    <a:pt x="167640" y="359409"/>
                  </a:lnTo>
                  <a:lnTo>
                    <a:pt x="170179" y="364489"/>
                  </a:lnTo>
                  <a:lnTo>
                    <a:pt x="173990" y="369569"/>
                  </a:lnTo>
                  <a:lnTo>
                    <a:pt x="180340" y="374650"/>
                  </a:lnTo>
                  <a:lnTo>
                    <a:pt x="186690" y="381000"/>
                  </a:lnTo>
                  <a:lnTo>
                    <a:pt x="222250" y="401319"/>
                  </a:lnTo>
                  <a:lnTo>
                    <a:pt x="243840" y="408939"/>
                  </a:lnTo>
                  <a:lnTo>
                    <a:pt x="255270" y="412750"/>
                  </a:lnTo>
                  <a:lnTo>
                    <a:pt x="259079" y="414019"/>
                  </a:lnTo>
                  <a:lnTo>
                    <a:pt x="267970" y="415289"/>
                  </a:lnTo>
                  <a:lnTo>
                    <a:pt x="279400" y="417829"/>
                  </a:lnTo>
                  <a:lnTo>
                    <a:pt x="302260" y="421639"/>
                  </a:lnTo>
                  <a:lnTo>
                    <a:pt x="392429" y="429259"/>
                  </a:lnTo>
                  <a:lnTo>
                    <a:pt x="402590" y="430529"/>
                  </a:lnTo>
                  <a:lnTo>
                    <a:pt x="411479" y="430529"/>
                  </a:lnTo>
                  <a:lnTo>
                    <a:pt x="480060" y="430529"/>
                  </a:lnTo>
                  <a:lnTo>
                    <a:pt x="505460" y="431800"/>
                  </a:lnTo>
                  <a:lnTo>
                    <a:pt x="513079" y="431800"/>
                  </a:lnTo>
                  <a:lnTo>
                    <a:pt x="520700" y="431800"/>
                  </a:lnTo>
                  <a:lnTo>
                    <a:pt x="541020" y="431800"/>
                  </a:lnTo>
                  <a:lnTo>
                    <a:pt x="552450" y="433069"/>
                  </a:lnTo>
                  <a:lnTo>
                    <a:pt x="565150" y="433069"/>
                  </a:lnTo>
                  <a:lnTo>
                    <a:pt x="565150" y="431800"/>
                  </a:lnTo>
                  <a:lnTo>
                    <a:pt x="585470" y="433069"/>
                  </a:lnTo>
                  <a:lnTo>
                    <a:pt x="593090" y="434339"/>
                  </a:lnTo>
                  <a:lnTo>
                    <a:pt x="601979" y="435609"/>
                  </a:lnTo>
                  <a:lnTo>
                    <a:pt x="614679" y="438150"/>
                  </a:lnTo>
                  <a:lnTo>
                    <a:pt x="624840" y="443229"/>
                  </a:lnTo>
                  <a:lnTo>
                    <a:pt x="628650" y="445769"/>
                  </a:lnTo>
                  <a:lnTo>
                    <a:pt x="632460" y="449579"/>
                  </a:lnTo>
                  <a:lnTo>
                    <a:pt x="633729" y="449579"/>
                  </a:lnTo>
                  <a:lnTo>
                    <a:pt x="652779" y="494029"/>
                  </a:lnTo>
                  <a:lnTo>
                    <a:pt x="655320" y="528319"/>
                  </a:lnTo>
                  <a:lnTo>
                    <a:pt x="654050" y="541019"/>
                  </a:lnTo>
                  <a:lnTo>
                    <a:pt x="654050" y="553719"/>
                  </a:lnTo>
                  <a:lnTo>
                    <a:pt x="652779" y="566419"/>
                  </a:lnTo>
                  <a:lnTo>
                    <a:pt x="651510" y="580389"/>
                  </a:lnTo>
                  <a:lnTo>
                    <a:pt x="648970" y="594359"/>
                  </a:lnTo>
                  <a:lnTo>
                    <a:pt x="646429" y="609600"/>
                  </a:lnTo>
                  <a:lnTo>
                    <a:pt x="643890" y="624839"/>
                  </a:lnTo>
                  <a:lnTo>
                    <a:pt x="640079" y="640079"/>
                  </a:lnTo>
                  <a:lnTo>
                    <a:pt x="636270" y="656589"/>
                  </a:lnTo>
                  <a:lnTo>
                    <a:pt x="633729" y="668019"/>
                  </a:lnTo>
                  <a:lnTo>
                    <a:pt x="632460" y="673100"/>
                  </a:lnTo>
                  <a:lnTo>
                    <a:pt x="629920" y="680719"/>
                  </a:lnTo>
                  <a:lnTo>
                    <a:pt x="627379" y="689609"/>
                  </a:lnTo>
                  <a:lnTo>
                    <a:pt x="621029" y="704850"/>
                  </a:lnTo>
                  <a:lnTo>
                    <a:pt x="607060" y="739139"/>
                  </a:lnTo>
                  <a:lnTo>
                    <a:pt x="604520" y="742950"/>
                  </a:lnTo>
                  <a:lnTo>
                    <a:pt x="596900" y="759459"/>
                  </a:lnTo>
                  <a:lnTo>
                    <a:pt x="590550" y="773429"/>
                  </a:lnTo>
                  <a:lnTo>
                    <a:pt x="570229" y="807719"/>
                  </a:lnTo>
                  <a:lnTo>
                    <a:pt x="558800" y="824229"/>
                  </a:lnTo>
                  <a:lnTo>
                    <a:pt x="548640" y="839469"/>
                  </a:lnTo>
                  <a:lnTo>
                    <a:pt x="528320" y="862329"/>
                  </a:lnTo>
                  <a:lnTo>
                    <a:pt x="523240" y="867409"/>
                  </a:lnTo>
                  <a:lnTo>
                    <a:pt x="513079" y="878839"/>
                  </a:lnTo>
                  <a:lnTo>
                    <a:pt x="496570" y="892809"/>
                  </a:lnTo>
                  <a:lnTo>
                    <a:pt x="467360" y="915669"/>
                  </a:lnTo>
                  <a:lnTo>
                    <a:pt x="435610" y="937259"/>
                  </a:lnTo>
                  <a:lnTo>
                    <a:pt x="422910" y="944879"/>
                  </a:lnTo>
                  <a:lnTo>
                    <a:pt x="405129" y="956309"/>
                  </a:lnTo>
                  <a:lnTo>
                    <a:pt x="403860" y="956309"/>
                  </a:lnTo>
                  <a:lnTo>
                    <a:pt x="368300" y="970279"/>
                  </a:lnTo>
                  <a:lnTo>
                    <a:pt x="344170" y="977900"/>
                  </a:lnTo>
                  <a:lnTo>
                    <a:pt x="322579" y="984250"/>
                  </a:lnTo>
                  <a:lnTo>
                    <a:pt x="300990" y="989329"/>
                  </a:lnTo>
                  <a:lnTo>
                    <a:pt x="292100" y="991869"/>
                  </a:lnTo>
                  <a:lnTo>
                    <a:pt x="280670" y="993139"/>
                  </a:lnTo>
                  <a:lnTo>
                    <a:pt x="273050" y="994409"/>
                  </a:lnTo>
                  <a:lnTo>
                    <a:pt x="257810" y="995679"/>
                  </a:lnTo>
                  <a:lnTo>
                    <a:pt x="232410" y="995679"/>
                  </a:lnTo>
                  <a:lnTo>
                    <a:pt x="204470" y="994409"/>
                  </a:lnTo>
                  <a:lnTo>
                    <a:pt x="173990" y="991869"/>
                  </a:lnTo>
                  <a:lnTo>
                    <a:pt x="156210" y="991869"/>
                  </a:lnTo>
                  <a:lnTo>
                    <a:pt x="148590" y="991869"/>
                  </a:lnTo>
                  <a:lnTo>
                    <a:pt x="140970" y="991869"/>
                  </a:lnTo>
                  <a:lnTo>
                    <a:pt x="134620" y="991869"/>
                  </a:lnTo>
                  <a:lnTo>
                    <a:pt x="128270" y="993139"/>
                  </a:lnTo>
                  <a:lnTo>
                    <a:pt x="120650" y="994409"/>
                  </a:lnTo>
                  <a:lnTo>
                    <a:pt x="115570" y="994409"/>
                  </a:lnTo>
                  <a:lnTo>
                    <a:pt x="110490" y="996950"/>
                  </a:lnTo>
                  <a:lnTo>
                    <a:pt x="105410" y="998219"/>
                  </a:lnTo>
                  <a:lnTo>
                    <a:pt x="100329" y="999489"/>
                  </a:lnTo>
                  <a:lnTo>
                    <a:pt x="95250" y="1002029"/>
                  </a:lnTo>
                  <a:lnTo>
                    <a:pt x="90170" y="1004569"/>
                  </a:lnTo>
                  <a:lnTo>
                    <a:pt x="85090" y="1008379"/>
                  </a:lnTo>
                  <a:lnTo>
                    <a:pt x="80010" y="1010919"/>
                  </a:lnTo>
                  <a:lnTo>
                    <a:pt x="74929" y="1016000"/>
                  </a:lnTo>
                  <a:lnTo>
                    <a:pt x="69850" y="1019809"/>
                  </a:lnTo>
                  <a:lnTo>
                    <a:pt x="64770" y="1024889"/>
                  </a:lnTo>
                  <a:lnTo>
                    <a:pt x="59690" y="1028700"/>
                  </a:lnTo>
                  <a:lnTo>
                    <a:pt x="54610" y="1035050"/>
                  </a:lnTo>
                  <a:lnTo>
                    <a:pt x="50800" y="1040129"/>
                  </a:lnTo>
                  <a:lnTo>
                    <a:pt x="46990" y="1046479"/>
                  </a:lnTo>
                  <a:lnTo>
                    <a:pt x="43179" y="1052829"/>
                  </a:lnTo>
                  <a:lnTo>
                    <a:pt x="39370" y="1059179"/>
                  </a:lnTo>
                  <a:lnTo>
                    <a:pt x="12700" y="1064259"/>
                  </a:lnTo>
                  <a:lnTo>
                    <a:pt x="5079" y="754379"/>
                  </a:lnTo>
                  <a:lnTo>
                    <a:pt x="33020" y="749300"/>
                  </a:lnTo>
                  <a:lnTo>
                    <a:pt x="43179" y="778509"/>
                  </a:lnTo>
                  <a:lnTo>
                    <a:pt x="54610" y="806450"/>
                  </a:lnTo>
                  <a:lnTo>
                    <a:pt x="83820" y="854709"/>
                  </a:lnTo>
                  <a:lnTo>
                    <a:pt x="118110" y="891539"/>
                  </a:lnTo>
                  <a:lnTo>
                    <a:pt x="120650" y="892809"/>
                  </a:lnTo>
                  <a:lnTo>
                    <a:pt x="140970" y="908050"/>
                  </a:lnTo>
                  <a:lnTo>
                    <a:pt x="187960" y="930909"/>
                  </a:lnTo>
                  <a:lnTo>
                    <a:pt x="236220" y="943609"/>
                  </a:lnTo>
                  <a:lnTo>
                    <a:pt x="261620" y="947419"/>
                  </a:lnTo>
                  <a:lnTo>
                    <a:pt x="271779" y="947419"/>
                  </a:lnTo>
                  <a:lnTo>
                    <a:pt x="287020" y="947419"/>
                  </a:lnTo>
                  <a:lnTo>
                    <a:pt x="290829" y="946150"/>
                  </a:lnTo>
                  <a:lnTo>
                    <a:pt x="311150" y="943609"/>
                  </a:lnTo>
                  <a:lnTo>
                    <a:pt x="325120" y="941069"/>
                  </a:lnTo>
                  <a:lnTo>
                    <a:pt x="337820" y="937259"/>
                  </a:lnTo>
                  <a:lnTo>
                    <a:pt x="363220" y="929639"/>
                  </a:lnTo>
                  <a:lnTo>
                    <a:pt x="383540" y="922019"/>
                  </a:lnTo>
                  <a:lnTo>
                    <a:pt x="401320" y="914400"/>
                  </a:lnTo>
                  <a:lnTo>
                    <a:pt x="403860" y="913129"/>
                  </a:lnTo>
                  <a:lnTo>
                    <a:pt x="417829" y="902969"/>
                  </a:lnTo>
                  <a:lnTo>
                    <a:pt x="421640" y="900429"/>
                  </a:lnTo>
                  <a:lnTo>
                    <a:pt x="433070" y="891539"/>
                  </a:lnTo>
                  <a:lnTo>
                    <a:pt x="448310" y="878839"/>
                  </a:lnTo>
                  <a:lnTo>
                    <a:pt x="454660" y="872489"/>
                  </a:lnTo>
                  <a:lnTo>
                    <a:pt x="462279" y="866139"/>
                  </a:lnTo>
                  <a:lnTo>
                    <a:pt x="468629" y="859789"/>
                  </a:lnTo>
                  <a:lnTo>
                    <a:pt x="474979" y="852169"/>
                  </a:lnTo>
                  <a:lnTo>
                    <a:pt x="481329" y="844550"/>
                  </a:lnTo>
                  <a:lnTo>
                    <a:pt x="505460" y="808989"/>
                  </a:lnTo>
                  <a:lnTo>
                    <a:pt x="513079" y="795019"/>
                  </a:lnTo>
                  <a:lnTo>
                    <a:pt x="516890" y="787400"/>
                  </a:lnTo>
                  <a:lnTo>
                    <a:pt x="519429" y="781050"/>
                  </a:lnTo>
                  <a:lnTo>
                    <a:pt x="521970" y="773429"/>
                  </a:lnTo>
                  <a:lnTo>
                    <a:pt x="524510" y="767079"/>
                  </a:lnTo>
                  <a:lnTo>
                    <a:pt x="525779" y="760729"/>
                  </a:lnTo>
                  <a:lnTo>
                    <a:pt x="525779" y="758189"/>
                  </a:lnTo>
                  <a:lnTo>
                    <a:pt x="527050" y="754379"/>
                  </a:lnTo>
                  <a:lnTo>
                    <a:pt x="528320" y="748029"/>
                  </a:lnTo>
                  <a:lnTo>
                    <a:pt x="529590" y="741679"/>
                  </a:lnTo>
                  <a:lnTo>
                    <a:pt x="529590" y="735329"/>
                  </a:lnTo>
                  <a:lnTo>
                    <a:pt x="529590" y="728979"/>
                  </a:lnTo>
                  <a:lnTo>
                    <a:pt x="529590" y="722629"/>
                  </a:lnTo>
                  <a:lnTo>
                    <a:pt x="528320" y="716279"/>
                  </a:lnTo>
                  <a:lnTo>
                    <a:pt x="527050" y="709929"/>
                  </a:lnTo>
                  <a:lnTo>
                    <a:pt x="525779" y="706119"/>
                  </a:lnTo>
                  <a:lnTo>
                    <a:pt x="524510" y="703579"/>
                  </a:lnTo>
                  <a:lnTo>
                    <a:pt x="521970" y="698500"/>
                  </a:lnTo>
                  <a:lnTo>
                    <a:pt x="519429" y="693419"/>
                  </a:lnTo>
                  <a:lnTo>
                    <a:pt x="515620" y="689609"/>
                  </a:lnTo>
                  <a:lnTo>
                    <a:pt x="511810" y="684529"/>
                  </a:lnTo>
                  <a:lnTo>
                    <a:pt x="509270" y="683259"/>
                  </a:lnTo>
                  <a:lnTo>
                    <a:pt x="474979" y="664209"/>
                  </a:lnTo>
                  <a:lnTo>
                    <a:pt x="467360" y="661669"/>
                  </a:lnTo>
                  <a:lnTo>
                    <a:pt x="457200" y="659129"/>
                  </a:lnTo>
                  <a:lnTo>
                    <a:pt x="448310" y="657859"/>
                  </a:lnTo>
                  <a:lnTo>
                    <a:pt x="435610" y="656589"/>
                  </a:lnTo>
                  <a:lnTo>
                    <a:pt x="416560" y="655319"/>
                  </a:lnTo>
                  <a:lnTo>
                    <a:pt x="407670" y="655319"/>
                  </a:lnTo>
                  <a:lnTo>
                    <a:pt x="397510" y="655319"/>
                  </a:lnTo>
                  <a:lnTo>
                    <a:pt x="370840" y="651509"/>
                  </a:lnTo>
                  <a:lnTo>
                    <a:pt x="326390" y="647700"/>
                  </a:lnTo>
                  <a:lnTo>
                    <a:pt x="284479" y="643889"/>
                  </a:lnTo>
                  <a:lnTo>
                    <a:pt x="264160" y="641350"/>
                  </a:lnTo>
                  <a:lnTo>
                    <a:pt x="262890" y="641350"/>
                  </a:lnTo>
                  <a:lnTo>
                    <a:pt x="209550" y="631189"/>
                  </a:lnTo>
                  <a:lnTo>
                    <a:pt x="163829" y="618489"/>
                  </a:lnTo>
                  <a:lnTo>
                    <a:pt x="144779" y="613409"/>
                  </a:lnTo>
                  <a:lnTo>
                    <a:pt x="128270" y="607059"/>
                  </a:lnTo>
                  <a:lnTo>
                    <a:pt x="114300" y="600709"/>
                  </a:lnTo>
                  <a:lnTo>
                    <a:pt x="111760" y="599439"/>
                  </a:lnTo>
                  <a:lnTo>
                    <a:pt x="100329" y="594359"/>
                  </a:lnTo>
                  <a:lnTo>
                    <a:pt x="86360" y="585469"/>
                  </a:lnTo>
                  <a:lnTo>
                    <a:pt x="74929" y="577850"/>
                  </a:lnTo>
                  <a:lnTo>
                    <a:pt x="63500" y="568959"/>
                  </a:lnTo>
                  <a:lnTo>
                    <a:pt x="52070" y="560069"/>
                  </a:lnTo>
                  <a:lnTo>
                    <a:pt x="43179" y="551179"/>
                  </a:lnTo>
                  <a:lnTo>
                    <a:pt x="34290" y="541019"/>
                  </a:lnTo>
                  <a:lnTo>
                    <a:pt x="26670" y="529589"/>
                  </a:lnTo>
                  <a:lnTo>
                    <a:pt x="19050" y="519429"/>
                  </a:lnTo>
                  <a:lnTo>
                    <a:pt x="12700" y="508000"/>
                  </a:lnTo>
                  <a:lnTo>
                    <a:pt x="8890" y="495300"/>
                  </a:lnTo>
                  <a:lnTo>
                    <a:pt x="5079" y="482600"/>
                  </a:lnTo>
                  <a:lnTo>
                    <a:pt x="2540" y="469900"/>
                  </a:lnTo>
                  <a:lnTo>
                    <a:pt x="0" y="455929"/>
                  </a:lnTo>
                  <a:lnTo>
                    <a:pt x="0" y="441959"/>
                  </a:lnTo>
                  <a:lnTo>
                    <a:pt x="0" y="417829"/>
                  </a:lnTo>
                  <a:lnTo>
                    <a:pt x="1270" y="405129"/>
                  </a:lnTo>
                  <a:lnTo>
                    <a:pt x="3810" y="393700"/>
                  </a:lnTo>
                  <a:lnTo>
                    <a:pt x="6350" y="381000"/>
                  </a:lnTo>
                  <a:lnTo>
                    <a:pt x="10160" y="369569"/>
                  </a:lnTo>
                  <a:lnTo>
                    <a:pt x="15240" y="358139"/>
                  </a:lnTo>
                  <a:lnTo>
                    <a:pt x="19050" y="346709"/>
                  </a:lnTo>
                  <a:lnTo>
                    <a:pt x="38100" y="311150"/>
                  </a:lnTo>
                  <a:lnTo>
                    <a:pt x="63500" y="276859"/>
                  </a:lnTo>
                  <a:lnTo>
                    <a:pt x="102870" y="236219"/>
                  </a:lnTo>
                  <a:lnTo>
                    <a:pt x="106679" y="233679"/>
                  </a:lnTo>
                  <a:lnTo>
                    <a:pt x="118110" y="223519"/>
                  </a:lnTo>
                  <a:lnTo>
                    <a:pt x="130810" y="214629"/>
                  </a:lnTo>
                  <a:lnTo>
                    <a:pt x="142240" y="204469"/>
                  </a:lnTo>
                  <a:lnTo>
                    <a:pt x="154940" y="196850"/>
                  </a:lnTo>
                  <a:lnTo>
                    <a:pt x="210820" y="166369"/>
                  </a:lnTo>
                  <a:lnTo>
                    <a:pt x="252729" y="151129"/>
                  </a:lnTo>
                  <a:lnTo>
                    <a:pt x="271779" y="144779"/>
                  </a:lnTo>
                  <a:lnTo>
                    <a:pt x="273050" y="144779"/>
                  </a:lnTo>
                  <a:lnTo>
                    <a:pt x="303529" y="133350"/>
                  </a:lnTo>
                  <a:lnTo>
                    <a:pt x="327660" y="127000"/>
                  </a:lnTo>
                  <a:lnTo>
                    <a:pt x="350520" y="120650"/>
                  </a:lnTo>
                  <a:lnTo>
                    <a:pt x="373379" y="116839"/>
                  </a:lnTo>
                  <a:lnTo>
                    <a:pt x="386079" y="115569"/>
                  </a:lnTo>
                  <a:lnTo>
                    <a:pt x="396240" y="114300"/>
                  </a:lnTo>
                  <a:lnTo>
                    <a:pt x="454660" y="107950"/>
                  </a:lnTo>
                  <a:lnTo>
                    <a:pt x="477520" y="106679"/>
                  </a:lnTo>
                  <a:lnTo>
                    <a:pt x="499110" y="106679"/>
                  </a:lnTo>
                  <a:lnTo>
                    <a:pt x="509270" y="105409"/>
                  </a:lnTo>
                  <a:lnTo>
                    <a:pt x="515620" y="104139"/>
                  </a:lnTo>
                  <a:lnTo>
                    <a:pt x="518160" y="104139"/>
                  </a:lnTo>
                  <a:lnTo>
                    <a:pt x="524510" y="101600"/>
                  </a:lnTo>
                  <a:lnTo>
                    <a:pt x="530860" y="100329"/>
                  </a:lnTo>
                  <a:lnTo>
                    <a:pt x="537210" y="97789"/>
                  </a:lnTo>
                  <a:lnTo>
                    <a:pt x="539750" y="96519"/>
                  </a:lnTo>
                  <a:lnTo>
                    <a:pt x="542290" y="95250"/>
                  </a:lnTo>
                  <a:lnTo>
                    <a:pt x="546100" y="92709"/>
                  </a:lnTo>
                  <a:lnTo>
                    <a:pt x="547370" y="91439"/>
                  </a:lnTo>
                  <a:lnTo>
                    <a:pt x="549910" y="90169"/>
                  </a:lnTo>
                  <a:lnTo>
                    <a:pt x="553720" y="86359"/>
                  </a:lnTo>
                  <a:lnTo>
                    <a:pt x="554990" y="85089"/>
                  </a:lnTo>
                  <a:lnTo>
                    <a:pt x="557529" y="83819"/>
                  </a:lnTo>
                  <a:lnTo>
                    <a:pt x="558800" y="82550"/>
                  </a:lnTo>
                  <a:lnTo>
                    <a:pt x="560070" y="81279"/>
                  </a:lnTo>
                  <a:lnTo>
                    <a:pt x="561340" y="78739"/>
                  </a:lnTo>
                  <a:lnTo>
                    <a:pt x="563879" y="77469"/>
                  </a:lnTo>
                  <a:lnTo>
                    <a:pt x="565150" y="74929"/>
                  </a:lnTo>
                  <a:lnTo>
                    <a:pt x="566420" y="73659"/>
                  </a:lnTo>
                  <a:lnTo>
                    <a:pt x="567690" y="71119"/>
                  </a:lnTo>
                  <a:lnTo>
                    <a:pt x="567690" y="69850"/>
                  </a:lnTo>
                  <a:lnTo>
                    <a:pt x="570229" y="67309"/>
                  </a:lnTo>
                  <a:lnTo>
                    <a:pt x="570229" y="64769"/>
                  </a:lnTo>
                  <a:lnTo>
                    <a:pt x="571500" y="62229"/>
                  </a:lnTo>
                  <a:lnTo>
                    <a:pt x="572770" y="60959"/>
                  </a:lnTo>
                  <a:lnTo>
                    <a:pt x="575310" y="54609"/>
                  </a:lnTo>
                  <a:lnTo>
                    <a:pt x="577850" y="46989"/>
                  </a:lnTo>
                  <a:lnTo>
                    <a:pt x="579120" y="40639"/>
                  </a:lnTo>
                  <a:lnTo>
                    <a:pt x="581660" y="31750"/>
                  </a:lnTo>
                  <a:lnTo>
                    <a:pt x="585470" y="12700"/>
                  </a:lnTo>
                  <a:lnTo>
                    <a:pt x="589279" y="10159"/>
                  </a:lnTo>
                  <a:lnTo>
                    <a:pt x="598170" y="3809"/>
                  </a:lnTo>
                  <a:lnTo>
                    <a:pt x="603250" y="0"/>
                  </a:lnTo>
                  <a:close/>
                </a:path>
              </a:pathLst>
            </a:custGeom>
            <a:ln w="9344">
              <a:solidFill>
                <a:srgbClr val="000000"/>
              </a:solidFill>
            </a:ln>
          </p:spPr>
          <p:txBody>
            <a:bodyPr wrap="square" lIns="0" tIns="0" rIns="0" bIns="0" rtlCol="0"/>
            <a:lstStyle/>
            <a:p/>
          </p:txBody>
        </p:sp>
      </p:grpSp>
      <p:sp>
        <p:nvSpPr>
          <p:cNvPr id="2285" name="object 2285"/>
          <p:cNvSpPr txBox="1"/>
          <p:nvPr/>
        </p:nvSpPr>
        <p:spPr>
          <a:xfrm>
            <a:off x="4192270" y="5520690"/>
            <a:ext cx="3513454" cy="391160"/>
          </a:xfrm>
          <a:prstGeom prst="rect">
            <a:avLst/>
          </a:prstGeom>
        </p:spPr>
        <p:txBody>
          <a:bodyPr vert="horz" wrap="square" lIns="0" tIns="12700" rIns="0" bIns="0" rtlCol="0">
            <a:spAutoFit/>
          </a:bodyPr>
          <a:lstStyle/>
          <a:p>
            <a:pPr marL="12700">
              <a:lnSpc>
                <a:spcPct val="100000"/>
              </a:lnSpc>
              <a:spcBef>
                <a:spcPts val="100"/>
              </a:spcBef>
              <a:tabLst>
                <a:tab pos="911860" algn="l"/>
              </a:tabLst>
            </a:pPr>
            <a:endParaRPr sz="2400">
              <a:latin typeface="Arial" panose="020B0604020202020204"/>
              <a:cs typeface="Arial" panose="020B0604020202020204"/>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441959" y="1780539"/>
            <a:ext cx="7249159" cy="34290"/>
            <a:chOff x="441959" y="1780539"/>
            <a:chExt cx="7249159" cy="34290"/>
          </a:xfrm>
        </p:grpSpPr>
        <p:sp>
          <p:nvSpPr>
            <p:cNvPr id="3" name="object 3"/>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4" name="object 4"/>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5" name="object 5"/>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6" name="object 6"/>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7" name="object 7"/>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8" name="object 8"/>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9" name="object 9"/>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0" name="object 10"/>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1" name="object 11"/>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2" name="object 12"/>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3" name="object 13"/>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4" name="object 14"/>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5" name="object 15"/>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6" name="object 16"/>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7" name="object 17"/>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8" name="object 18"/>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 name="object 19"/>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20" name="object 20"/>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21" name="object 21"/>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22" name="object 22"/>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23" name="object 23"/>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24" name="object 24"/>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25" name="object 25"/>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26" name="object 26"/>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7" name="object 27"/>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8" name="object 28"/>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9" name="object 29"/>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30" name="object 30"/>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31" name="object 31"/>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32" name="object 32"/>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33" name="object 33"/>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34" name="object 34"/>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35" name="object 35"/>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36" name="object 36"/>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37" name="object 37"/>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38" name="object 38"/>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39" name="object 39"/>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40" name="object 40"/>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41" name="object 41"/>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42" name="object 42"/>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43" name="object 43"/>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44" name="object 44"/>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45" name="object 45"/>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46" name="object 46"/>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47" name="object 47"/>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48" name="object 48"/>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49" name="object 49"/>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50" name="object 50"/>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51" name="object 51"/>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52" name="object 52"/>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53" name="object 53"/>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54" name="object 54"/>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55" name="object 55"/>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56" name="object 56"/>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57" name="object 57"/>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58" name="object 58"/>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59" name="object 59"/>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60" name="object 60"/>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61" name="object 61"/>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62" name="object 62"/>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63" name="object 63"/>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64" name="object 64"/>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65" name="object 65"/>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66" name="object 66"/>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67" name="object 67"/>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68" name="object 68"/>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69" name="object 69"/>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70" name="object 70"/>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71" name="object 71"/>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72" name="object 72"/>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73" name="object 73"/>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74" name="object 74"/>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75" name="object 75"/>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76" name="object 76"/>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77" name="object 77"/>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78" name="object 78"/>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79" name="object 79"/>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80" name="object 80"/>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81" name="object 81"/>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82" name="object 82"/>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83" name="object 83"/>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84" name="object 84"/>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85" name="object 85"/>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86" name="object 86"/>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87" name="object 87"/>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88" name="object 88"/>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89" name="object 89"/>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90" name="object 90"/>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91" name="object 91"/>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92" name="object 92"/>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93" name="object 93"/>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94" name="object 94"/>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95" name="object 95"/>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96" name="object 96"/>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97" name="object 97"/>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98" name="object 98"/>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99" name="object 99"/>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100" name="object 100"/>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101" name="object 101"/>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102" name="object 102"/>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103" name="object 103"/>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104" name="object 104"/>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105" name="object 105"/>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106" name="object 106"/>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107" name="object 107"/>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108" name="object 108"/>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109" name="object 109"/>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110" name="object 110"/>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111" name="object 111"/>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112" name="object 112"/>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113" name="object 113"/>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114" name="object 114"/>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115" name="object 115"/>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116" name="object 116"/>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117" name="object 117"/>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118" name="object 118"/>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119" name="object 119"/>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120" name="object 120"/>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121" name="object 121"/>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122" name="object 122"/>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123" name="object 123"/>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124" name="object 124"/>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125" name="object 125"/>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126" name="object 126"/>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127" name="object 127"/>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128" name="object 128"/>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129" name="object 129"/>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130" name="object 130"/>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131" name="object 131"/>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132" name="object 132"/>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133" name="object 133"/>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134" name="object 134"/>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135" name="object 135"/>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136" name="object 136"/>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137" name="object 137"/>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138" name="object 138"/>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139" name="object 139"/>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140" name="object 140"/>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141" name="object 141"/>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142" name="object 142"/>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143" name="object 143"/>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144" name="object 144"/>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145" name="object 145"/>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146" name="object 146"/>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147" name="object 147"/>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148" name="object 148"/>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149" name="object 149"/>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150" name="object 150"/>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151" name="object 151"/>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152" name="object 152"/>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153" name="object 153"/>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154" name="object 154"/>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155" name="object 155"/>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156" name="object 156"/>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157" name="object 157"/>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158" name="object 158"/>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159" name="object 159"/>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160" name="object 160"/>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161" name="object 161"/>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162" name="object 162"/>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163" name="object 163"/>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164" name="object 164"/>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165" name="object 165"/>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166" name="object 166"/>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167" name="object 167"/>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168" name="object 168"/>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169" name="object 169"/>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170" name="object 170"/>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171" name="object 171"/>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172" name="object 172"/>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173" name="object 173"/>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174" name="object 174"/>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175" name="object 175"/>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176" name="object 176"/>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177" name="object 177"/>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178" name="object 178"/>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179" name="object 179"/>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180" name="object 180"/>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181" name="object 181"/>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182" name="object 182"/>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183" name="object 183"/>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184" name="object 184"/>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185" name="object 185"/>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186" name="object 186"/>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187" name="object 187"/>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188" name="object 188"/>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189" name="object 189"/>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190" name="object 190"/>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191" name="object 191"/>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192" name="object 192"/>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193" name="object 193"/>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194" name="object 194"/>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195" name="object 195"/>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196" name="object 196"/>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197" name="object 197"/>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198" name="object 198"/>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199" name="object 199"/>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200" name="object 200"/>
          <p:cNvSpPr/>
          <p:nvPr/>
        </p:nvSpPr>
        <p:spPr>
          <a:xfrm>
            <a:off x="1536700" y="668019"/>
            <a:ext cx="642620" cy="944880"/>
          </a:xfrm>
          <a:custGeom>
            <a:avLst/>
            <a:gdLst/>
            <a:ahLst/>
            <a:cxnLst/>
            <a:rect l="l" t="t" r="r" b="b"/>
            <a:pathLst>
              <a:path w="642619" h="944880">
                <a:moveTo>
                  <a:pt x="281940" y="0"/>
                </a:moveTo>
                <a:lnTo>
                  <a:pt x="269240" y="0"/>
                </a:lnTo>
                <a:lnTo>
                  <a:pt x="269240" y="635000"/>
                </a:lnTo>
                <a:lnTo>
                  <a:pt x="281940" y="635000"/>
                </a:lnTo>
                <a:lnTo>
                  <a:pt x="281940" y="0"/>
                </a:lnTo>
                <a:close/>
              </a:path>
              <a:path w="642619" h="944880">
                <a:moveTo>
                  <a:pt x="642620" y="673100"/>
                </a:moveTo>
                <a:lnTo>
                  <a:pt x="0" y="673100"/>
                </a:lnTo>
                <a:lnTo>
                  <a:pt x="0" y="906780"/>
                </a:lnTo>
                <a:lnTo>
                  <a:pt x="0" y="944880"/>
                </a:lnTo>
                <a:lnTo>
                  <a:pt x="642620" y="944880"/>
                </a:lnTo>
                <a:lnTo>
                  <a:pt x="642620" y="906780"/>
                </a:lnTo>
                <a:lnTo>
                  <a:pt x="642620" y="673100"/>
                </a:lnTo>
                <a:close/>
              </a:path>
            </a:pathLst>
          </a:custGeom>
          <a:solidFill>
            <a:srgbClr val="4C4C4C">
              <a:alpha val="79998"/>
            </a:srgbClr>
          </a:solidFill>
        </p:spPr>
        <p:txBody>
          <a:bodyPr wrap="square" lIns="0" tIns="0" rIns="0" bIns="0" rtlCol="0"/>
          <a:lstStyle/>
          <a:p/>
        </p:txBody>
      </p:sp>
      <p:sp>
        <p:nvSpPr>
          <p:cNvPr id="201" name="object 201"/>
          <p:cNvSpPr/>
          <p:nvPr/>
        </p:nvSpPr>
        <p:spPr>
          <a:xfrm>
            <a:off x="2468880" y="668019"/>
            <a:ext cx="259079" cy="944880"/>
          </a:xfrm>
          <a:custGeom>
            <a:avLst/>
            <a:gdLst/>
            <a:ahLst/>
            <a:cxnLst/>
            <a:rect l="l" t="t" r="r" b="b"/>
            <a:pathLst>
              <a:path w="259080" h="944880">
                <a:moveTo>
                  <a:pt x="259080" y="246380"/>
                </a:moveTo>
                <a:lnTo>
                  <a:pt x="0" y="246380"/>
                </a:lnTo>
                <a:lnTo>
                  <a:pt x="0" y="906780"/>
                </a:lnTo>
                <a:lnTo>
                  <a:pt x="0" y="944880"/>
                </a:lnTo>
                <a:lnTo>
                  <a:pt x="259080" y="944880"/>
                </a:lnTo>
                <a:lnTo>
                  <a:pt x="259080" y="906780"/>
                </a:lnTo>
                <a:lnTo>
                  <a:pt x="259080" y="246380"/>
                </a:lnTo>
                <a:close/>
              </a:path>
              <a:path w="259080" h="944880">
                <a:moveTo>
                  <a:pt x="259080" y="0"/>
                </a:moveTo>
                <a:lnTo>
                  <a:pt x="0" y="0"/>
                </a:lnTo>
                <a:lnTo>
                  <a:pt x="0" y="182880"/>
                </a:lnTo>
                <a:lnTo>
                  <a:pt x="0" y="208280"/>
                </a:lnTo>
                <a:lnTo>
                  <a:pt x="0" y="220980"/>
                </a:lnTo>
                <a:lnTo>
                  <a:pt x="259080" y="220980"/>
                </a:lnTo>
                <a:lnTo>
                  <a:pt x="259080" y="208280"/>
                </a:lnTo>
                <a:lnTo>
                  <a:pt x="259080" y="182880"/>
                </a:lnTo>
                <a:lnTo>
                  <a:pt x="259080" y="0"/>
                </a:lnTo>
                <a:close/>
              </a:path>
            </a:pathLst>
          </a:custGeom>
          <a:solidFill>
            <a:srgbClr val="4C4C4C">
              <a:alpha val="79998"/>
            </a:srgbClr>
          </a:solidFill>
        </p:spPr>
        <p:txBody>
          <a:bodyPr wrap="square" lIns="0" tIns="0" rIns="0" bIns="0" rtlCol="0"/>
          <a:lstStyle/>
          <a:p/>
        </p:txBody>
      </p:sp>
      <p:sp>
        <p:nvSpPr>
          <p:cNvPr id="202" name="object 202"/>
          <p:cNvSpPr/>
          <p:nvPr/>
        </p:nvSpPr>
        <p:spPr>
          <a:xfrm>
            <a:off x="2940050" y="899160"/>
            <a:ext cx="632460" cy="728980"/>
          </a:xfrm>
          <a:custGeom>
            <a:avLst/>
            <a:gdLst/>
            <a:ahLst/>
            <a:cxnLst/>
            <a:rect l="l" t="t" r="r" b="b"/>
            <a:pathLst>
              <a:path w="632460" h="728980">
                <a:moveTo>
                  <a:pt x="256539" y="457200"/>
                </a:moveTo>
                <a:lnTo>
                  <a:pt x="0" y="486410"/>
                </a:lnTo>
                <a:lnTo>
                  <a:pt x="7619" y="518160"/>
                </a:lnTo>
                <a:lnTo>
                  <a:pt x="16510" y="547369"/>
                </a:lnTo>
                <a:lnTo>
                  <a:pt x="36830" y="598169"/>
                </a:lnTo>
                <a:lnTo>
                  <a:pt x="63500" y="640079"/>
                </a:lnTo>
                <a:lnTo>
                  <a:pt x="95250" y="673100"/>
                </a:lnTo>
                <a:lnTo>
                  <a:pt x="114300" y="685800"/>
                </a:lnTo>
                <a:lnTo>
                  <a:pt x="124460" y="692150"/>
                </a:lnTo>
                <a:lnTo>
                  <a:pt x="135889" y="697229"/>
                </a:lnTo>
                <a:lnTo>
                  <a:pt x="148589" y="702310"/>
                </a:lnTo>
                <a:lnTo>
                  <a:pt x="160019" y="707389"/>
                </a:lnTo>
                <a:lnTo>
                  <a:pt x="187960" y="715010"/>
                </a:lnTo>
                <a:lnTo>
                  <a:pt x="217169" y="721360"/>
                </a:lnTo>
                <a:lnTo>
                  <a:pt x="250189" y="726439"/>
                </a:lnTo>
                <a:lnTo>
                  <a:pt x="285750" y="728979"/>
                </a:lnTo>
                <a:lnTo>
                  <a:pt x="350520" y="728979"/>
                </a:lnTo>
                <a:lnTo>
                  <a:pt x="375920" y="727710"/>
                </a:lnTo>
                <a:lnTo>
                  <a:pt x="400050" y="723900"/>
                </a:lnTo>
                <a:lnTo>
                  <a:pt x="422910" y="721360"/>
                </a:lnTo>
                <a:lnTo>
                  <a:pt x="466089" y="709929"/>
                </a:lnTo>
                <a:lnTo>
                  <a:pt x="501650" y="694689"/>
                </a:lnTo>
                <a:lnTo>
                  <a:pt x="547370" y="665479"/>
                </a:lnTo>
                <a:lnTo>
                  <a:pt x="582929" y="628650"/>
                </a:lnTo>
                <a:lnTo>
                  <a:pt x="608329" y="585469"/>
                </a:lnTo>
                <a:lnTo>
                  <a:pt x="624416" y="541019"/>
                </a:lnTo>
                <a:lnTo>
                  <a:pt x="320039" y="541019"/>
                </a:lnTo>
                <a:lnTo>
                  <a:pt x="313689" y="539750"/>
                </a:lnTo>
                <a:lnTo>
                  <a:pt x="308610" y="538479"/>
                </a:lnTo>
                <a:lnTo>
                  <a:pt x="302260" y="535939"/>
                </a:lnTo>
                <a:lnTo>
                  <a:pt x="294639" y="532129"/>
                </a:lnTo>
                <a:lnTo>
                  <a:pt x="293369" y="530860"/>
                </a:lnTo>
                <a:lnTo>
                  <a:pt x="288289" y="528319"/>
                </a:lnTo>
                <a:lnTo>
                  <a:pt x="287019" y="525779"/>
                </a:lnTo>
                <a:lnTo>
                  <a:pt x="284480" y="524510"/>
                </a:lnTo>
                <a:lnTo>
                  <a:pt x="283210" y="521969"/>
                </a:lnTo>
                <a:lnTo>
                  <a:pt x="280669" y="518160"/>
                </a:lnTo>
                <a:lnTo>
                  <a:pt x="276860" y="511810"/>
                </a:lnTo>
                <a:lnTo>
                  <a:pt x="271780" y="504189"/>
                </a:lnTo>
                <a:lnTo>
                  <a:pt x="264160" y="483869"/>
                </a:lnTo>
                <a:lnTo>
                  <a:pt x="256539" y="457200"/>
                </a:lnTo>
                <a:close/>
              </a:path>
              <a:path w="632460" h="728980">
                <a:moveTo>
                  <a:pt x="317500" y="0"/>
                </a:moveTo>
                <a:lnTo>
                  <a:pt x="248919" y="3810"/>
                </a:lnTo>
                <a:lnTo>
                  <a:pt x="191769" y="13969"/>
                </a:lnTo>
                <a:lnTo>
                  <a:pt x="144780" y="33019"/>
                </a:lnTo>
                <a:lnTo>
                  <a:pt x="105410" y="58419"/>
                </a:lnTo>
                <a:lnTo>
                  <a:pt x="63500" y="104139"/>
                </a:lnTo>
                <a:lnTo>
                  <a:pt x="41910" y="146050"/>
                </a:lnTo>
                <a:lnTo>
                  <a:pt x="30480" y="194310"/>
                </a:lnTo>
                <a:lnTo>
                  <a:pt x="27939" y="228600"/>
                </a:lnTo>
                <a:lnTo>
                  <a:pt x="29210" y="245110"/>
                </a:lnTo>
                <a:lnTo>
                  <a:pt x="30480" y="260350"/>
                </a:lnTo>
                <a:lnTo>
                  <a:pt x="33019" y="276860"/>
                </a:lnTo>
                <a:lnTo>
                  <a:pt x="36830" y="290829"/>
                </a:lnTo>
                <a:lnTo>
                  <a:pt x="40639" y="306069"/>
                </a:lnTo>
                <a:lnTo>
                  <a:pt x="60960" y="346710"/>
                </a:lnTo>
                <a:lnTo>
                  <a:pt x="87630" y="381000"/>
                </a:lnTo>
                <a:lnTo>
                  <a:pt x="118110" y="407669"/>
                </a:lnTo>
                <a:lnTo>
                  <a:pt x="153669" y="425450"/>
                </a:lnTo>
                <a:lnTo>
                  <a:pt x="203200" y="441960"/>
                </a:lnTo>
                <a:lnTo>
                  <a:pt x="247650" y="453389"/>
                </a:lnTo>
                <a:lnTo>
                  <a:pt x="298450" y="464819"/>
                </a:lnTo>
                <a:lnTo>
                  <a:pt x="328929" y="471169"/>
                </a:lnTo>
                <a:lnTo>
                  <a:pt x="353060" y="477519"/>
                </a:lnTo>
                <a:lnTo>
                  <a:pt x="361950" y="480060"/>
                </a:lnTo>
                <a:lnTo>
                  <a:pt x="369570" y="482600"/>
                </a:lnTo>
                <a:lnTo>
                  <a:pt x="379729" y="487679"/>
                </a:lnTo>
                <a:lnTo>
                  <a:pt x="381000" y="487679"/>
                </a:lnTo>
                <a:lnTo>
                  <a:pt x="384810" y="491489"/>
                </a:lnTo>
                <a:lnTo>
                  <a:pt x="384810" y="492760"/>
                </a:lnTo>
                <a:lnTo>
                  <a:pt x="386079" y="492760"/>
                </a:lnTo>
                <a:lnTo>
                  <a:pt x="386079" y="494029"/>
                </a:lnTo>
                <a:lnTo>
                  <a:pt x="388620" y="496569"/>
                </a:lnTo>
                <a:lnTo>
                  <a:pt x="388620" y="499110"/>
                </a:lnTo>
                <a:lnTo>
                  <a:pt x="389889" y="500379"/>
                </a:lnTo>
                <a:lnTo>
                  <a:pt x="389889" y="511810"/>
                </a:lnTo>
                <a:lnTo>
                  <a:pt x="388620" y="514350"/>
                </a:lnTo>
                <a:lnTo>
                  <a:pt x="388620" y="516889"/>
                </a:lnTo>
                <a:lnTo>
                  <a:pt x="387350" y="518160"/>
                </a:lnTo>
                <a:lnTo>
                  <a:pt x="387350" y="519429"/>
                </a:lnTo>
                <a:lnTo>
                  <a:pt x="386079" y="520700"/>
                </a:lnTo>
                <a:lnTo>
                  <a:pt x="386079" y="521969"/>
                </a:lnTo>
                <a:lnTo>
                  <a:pt x="384810" y="523239"/>
                </a:lnTo>
                <a:lnTo>
                  <a:pt x="384810" y="524510"/>
                </a:lnTo>
                <a:lnTo>
                  <a:pt x="383539" y="524510"/>
                </a:lnTo>
                <a:lnTo>
                  <a:pt x="377189" y="530860"/>
                </a:lnTo>
                <a:lnTo>
                  <a:pt x="361950" y="538479"/>
                </a:lnTo>
                <a:lnTo>
                  <a:pt x="355600" y="539750"/>
                </a:lnTo>
                <a:lnTo>
                  <a:pt x="347979" y="541019"/>
                </a:lnTo>
                <a:lnTo>
                  <a:pt x="624416" y="541019"/>
                </a:lnTo>
                <a:lnTo>
                  <a:pt x="624839" y="539750"/>
                </a:lnTo>
                <a:lnTo>
                  <a:pt x="632460" y="494029"/>
                </a:lnTo>
                <a:lnTo>
                  <a:pt x="632460" y="463550"/>
                </a:lnTo>
                <a:lnTo>
                  <a:pt x="624839" y="419100"/>
                </a:lnTo>
                <a:lnTo>
                  <a:pt x="608329" y="377189"/>
                </a:lnTo>
                <a:lnTo>
                  <a:pt x="601979" y="363219"/>
                </a:lnTo>
                <a:lnTo>
                  <a:pt x="593089" y="350519"/>
                </a:lnTo>
                <a:lnTo>
                  <a:pt x="585470" y="339089"/>
                </a:lnTo>
                <a:lnTo>
                  <a:pt x="575310" y="327660"/>
                </a:lnTo>
                <a:lnTo>
                  <a:pt x="542289" y="298450"/>
                </a:lnTo>
                <a:lnTo>
                  <a:pt x="500379" y="276860"/>
                </a:lnTo>
                <a:lnTo>
                  <a:pt x="485139" y="269239"/>
                </a:lnTo>
                <a:lnTo>
                  <a:pt x="447039" y="259079"/>
                </a:lnTo>
                <a:lnTo>
                  <a:pt x="425450" y="254000"/>
                </a:lnTo>
                <a:lnTo>
                  <a:pt x="414020" y="251460"/>
                </a:lnTo>
                <a:lnTo>
                  <a:pt x="372110" y="251460"/>
                </a:lnTo>
                <a:lnTo>
                  <a:pt x="369507" y="243130"/>
                </a:lnTo>
                <a:lnTo>
                  <a:pt x="351789" y="240029"/>
                </a:lnTo>
                <a:lnTo>
                  <a:pt x="323850" y="236219"/>
                </a:lnTo>
                <a:lnTo>
                  <a:pt x="300989" y="231139"/>
                </a:lnTo>
                <a:lnTo>
                  <a:pt x="292100" y="228600"/>
                </a:lnTo>
                <a:lnTo>
                  <a:pt x="284480" y="227329"/>
                </a:lnTo>
                <a:lnTo>
                  <a:pt x="278130" y="224789"/>
                </a:lnTo>
                <a:lnTo>
                  <a:pt x="273050" y="222250"/>
                </a:lnTo>
                <a:lnTo>
                  <a:pt x="271780" y="220979"/>
                </a:lnTo>
                <a:lnTo>
                  <a:pt x="270510" y="220979"/>
                </a:lnTo>
                <a:lnTo>
                  <a:pt x="270510" y="219710"/>
                </a:lnTo>
                <a:lnTo>
                  <a:pt x="267969" y="217169"/>
                </a:lnTo>
                <a:lnTo>
                  <a:pt x="267969" y="215900"/>
                </a:lnTo>
                <a:lnTo>
                  <a:pt x="266700" y="214629"/>
                </a:lnTo>
                <a:lnTo>
                  <a:pt x="266700" y="212089"/>
                </a:lnTo>
                <a:lnTo>
                  <a:pt x="265430" y="210819"/>
                </a:lnTo>
                <a:lnTo>
                  <a:pt x="265430" y="207010"/>
                </a:lnTo>
                <a:lnTo>
                  <a:pt x="266700" y="204469"/>
                </a:lnTo>
                <a:lnTo>
                  <a:pt x="266700" y="201929"/>
                </a:lnTo>
                <a:lnTo>
                  <a:pt x="267969" y="200660"/>
                </a:lnTo>
                <a:lnTo>
                  <a:pt x="267969" y="198119"/>
                </a:lnTo>
                <a:lnTo>
                  <a:pt x="269239" y="196850"/>
                </a:lnTo>
                <a:lnTo>
                  <a:pt x="270510" y="194310"/>
                </a:lnTo>
                <a:lnTo>
                  <a:pt x="275589" y="189229"/>
                </a:lnTo>
                <a:lnTo>
                  <a:pt x="278130" y="187960"/>
                </a:lnTo>
                <a:lnTo>
                  <a:pt x="279400" y="187960"/>
                </a:lnTo>
                <a:lnTo>
                  <a:pt x="280669" y="186689"/>
                </a:lnTo>
                <a:lnTo>
                  <a:pt x="281939" y="186689"/>
                </a:lnTo>
                <a:lnTo>
                  <a:pt x="285750" y="185419"/>
                </a:lnTo>
                <a:lnTo>
                  <a:pt x="290830" y="184150"/>
                </a:lnTo>
                <a:lnTo>
                  <a:pt x="295910" y="184150"/>
                </a:lnTo>
                <a:lnTo>
                  <a:pt x="300989" y="182879"/>
                </a:lnTo>
                <a:lnTo>
                  <a:pt x="609237" y="182879"/>
                </a:lnTo>
                <a:lnTo>
                  <a:pt x="607060" y="176529"/>
                </a:lnTo>
                <a:lnTo>
                  <a:pt x="598170" y="156210"/>
                </a:lnTo>
                <a:lnTo>
                  <a:pt x="590550" y="137160"/>
                </a:lnTo>
                <a:lnTo>
                  <a:pt x="581660" y="120650"/>
                </a:lnTo>
                <a:lnTo>
                  <a:pt x="574039" y="105410"/>
                </a:lnTo>
                <a:lnTo>
                  <a:pt x="565150" y="92710"/>
                </a:lnTo>
                <a:lnTo>
                  <a:pt x="538479" y="62229"/>
                </a:lnTo>
                <a:lnTo>
                  <a:pt x="516889" y="45719"/>
                </a:lnTo>
                <a:lnTo>
                  <a:pt x="506729" y="38100"/>
                </a:lnTo>
                <a:lnTo>
                  <a:pt x="469900" y="20319"/>
                </a:lnTo>
                <a:lnTo>
                  <a:pt x="424179" y="7619"/>
                </a:lnTo>
                <a:lnTo>
                  <a:pt x="386079" y="2539"/>
                </a:lnTo>
                <a:lnTo>
                  <a:pt x="364489" y="1269"/>
                </a:lnTo>
                <a:lnTo>
                  <a:pt x="317500" y="0"/>
                </a:lnTo>
                <a:close/>
              </a:path>
              <a:path w="632460" h="728980">
                <a:moveTo>
                  <a:pt x="398637" y="248228"/>
                </a:moveTo>
                <a:lnTo>
                  <a:pt x="372110" y="251460"/>
                </a:lnTo>
                <a:lnTo>
                  <a:pt x="414020" y="251460"/>
                </a:lnTo>
                <a:lnTo>
                  <a:pt x="402589" y="248919"/>
                </a:lnTo>
                <a:lnTo>
                  <a:pt x="398637" y="248228"/>
                </a:lnTo>
                <a:close/>
              </a:path>
              <a:path w="632460" h="728980">
                <a:moveTo>
                  <a:pt x="609237" y="182879"/>
                </a:moveTo>
                <a:lnTo>
                  <a:pt x="307339" y="182879"/>
                </a:lnTo>
                <a:lnTo>
                  <a:pt x="312420" y="184150"/>
                </a:lnTo>
                <a:lnTo>
                  <a:pt x="318770" y="184150"/>
                </a:lnTo>
                <a:lnTo>
                  <a:pt x="325120" y="185419"/>
                </a:lnTo>
                <a:lnTo>
                  <a:pt x="353060" y="201929"/>
                </a:lnTo>
                <a:lnTo>
                  <a:pt x="355600" y="203200"/>
                </a:lnTo>
                <a:lnTo>
                  <a:pt x="358139" y="209550"/>
                </a:lnTo>
                <a:lnTo>
                  <a:pt x="360679" y="214629"/>
                </a:lnTo>
                <a:lnTo>
                  <a:pt x="363220" y="222250"/>
                </a:lnTo>
                <a:lnTo>
                  <a:pt x="365760" y="231139"/>
                </a:lnTo>
                <a:lnTo>
                  <a:pt x="369507" y="243130"/>
                </a:lnTo>
                <a:lnTo>
                  <a:pt x="398637" y="248228"/>
                </a:lnTo>
                <a:lnTo>
                  <a:pt x="622300" y="220979"/>
                </a:lnTo>
                <a:lnTo>
                  <a:pt x="609237" y="182879"/>
                </a:lnTo>
                <a:close/>
              </a:path>
            </a:pathLst>
          </a:custGeom>
          <a:solidFill>
            <a:srgbClr val="4C4C4C">
              <a:alpha val="79998"/>
            </a:srgbClr>
          </a:solidFill>
        </p:spPr>
        <p:txBody>
          <a:bodyPr wrap="square" lIns="0" tIns="0" rIns="0" bIns="0" rtlCol="0"/>
          <a:lstStyle/>
          <a:p/>
        </p:txBody>
      </p:sp>
      <p:sp>
        <p:nvSpPr>
          <p:cNvPr id="203" name="object 203"/>
          <p:cNvSpPr/>
          <p:nvPr/>
        </p:nvSpPr>
        <p:spPr>
          <a:xfrm>
            <a:off x="3817620" y="647700"/>
            <a:ext cx="459740" cy="980440"/>
          </a:xfrm>
          <a:custGeom>
            <a:avLst/>
            <a:gdLst/>
            <a:ahLst/>
            <a:cxnLst/>
            <a:rect l="l" t="t" r="r" b="b"/>
            <a:pathLst>
              <a:path w="459739" h="980439">
                <a:moveTo>
                  <a:pt x="335279" y="499110"/>
                </a:moveTo>
                <a:lnTo>
                  <a:pt x="74929" y="499110"/>
                </a:lnTo>
                <a:lnTo>
                  <a:pt x="75050" y="703579"/>
                </a:lnTo>
                <a:lnTo>
                  <a:pt x="77469" y="754379"/>
                </a:lnTo>
                <a:lnTo>
                  <a:pt x="81279" y="800100"/>
                </a:lnTo>
                <a:lnTo>
                  <a:pt x="86359" y="838200"/>
                </a:lnTo>
                <a:lnTo>
                  <a:pt x="91439" y="854710"/>
                </a:lnTo>
                <a:lnTo>
                  <a:pt x="95250" y="868679"/>
                </a:lnTo>
                <a:lnTo>
                  <a:pt x="101600" y="882650"/>
                </a:lnTo>
                <a:lnTo>
                  <a:pt x="106679" y="895350"/>
                </a:lnTo>
                <a:lnTo>
                  <a:pt x="113029" y="906779"/>
                </a:lnTo>
                <a:lnTo>
                  <a:pt x="138429" y="935989"/>
                </a:lnTo>
                <a:lnTo>
                  <a:pt x="165100" y="955039"/>
                </a:lnTo>
                <a:lnTo>
                  <a:pt x="170179" y="958850"/>
                </a:lnTo>
                <a:lnTo>
                  <a:pt x="229869" y="976629"/>
                </a:lnTo>
                <a:lnTo>
                  <a:pt x="266700" y="980439"/>
                </a:lnTo>
                <a:lnTo>
                  <a:pt x="306069" y="980439"/>
                </a:lnTo>
                <a:lnTo>
                  <a:pt x="325119" y="979170"/>
                </a:lnTo>
                <a:lnTo>
                  <a:pt x="344169" y="976629"/>
                </a:lnTo>
                <a:lnTo>
                  <a:pt x="365759" y="974089"/>
                </a:lnTo>
                <a:lnTo>
                  <a:pt x="410209" y="965200"/>
                </a:lnTo>
                <a:lnTo>
                  <a:pt x="459739" y="953770"/>
                </a:lnTo>
                <a:lnTo>
                  <a:pt x="440682" y="753110"/>
                </a:lnTo>
                <a:lnTo>
                  <a:pt x="349250" y="753110"/>
                </a:lnTo>
                <a:lnTo>
                  <a:pt x="347979" y="751839"/>
                </a:lnTo>
                <a:lnTo>
                  <a:pt x="344169" y="751839"/>
                </a:lnTo>
                <a:lnTo>
                  <a:pt x="341629" y="749300"/>
                </a:lnTo>
                <a:lnTo>
                  <a:pt x="340359" y="749300"/>
                </a:lnTo>
                <a:lnTo>
                  <a:pt x="340359" y="746760"/>
                </a:lnTo>
                <a:lnTo>
                  <a:pt x="339089" y="746760"/>
                </a:lnTo>
                <a:lnTo>
                  <a:pt x="339089" y="744220"/>
                </a:lnTo>
                <a:lnTo>
                  <a:pt x="336550" y="736600"/>
                </a:lnTo>
                <a:lnTo>
                  <a:pt x="336550" y="718820"/>
                </a:lnTo>
                <a:lnTo>
                  <a:pt x="335279" y="703579"/>
                </a:lnTo>
                <a:lnTo>
                  <a:pt x="335279" y="499110"/>
                </a:lnTo>
                <a:close/>
              </a:path>
              <a:path w="459739" h="980439">
                <a:moveTo>
                  <a:pt x="438150" y="726439"/>
                </a:moveTo>
                <a:lnTo>
                  <a:pt x="407669" y="737870"/>
                </a:lnTo>
                <a:lnTo>
                  <a:pt x="382269" y="746760"/>
                </a:lnTo>
                <a:lnTo>
                  <a:pt x="372109" y="749300"/>
                </a:lnTo>
                <a:lnTo>
                  <a:pt x="363219" y="751839"/>
                </a:lnTo>
                <a:lnTo>
                  <a:pt x="356869" y="751839"/>
                </a:lnTo>
                <a:lnTo>
                  <a:pt x="354329" y="753110"/>
                </a:lnTo>
                <a:lnTo>
                  <a:pt x="440682" y="753110"/>
                </a:lnTo>
                <a:lnTo>
                  <a:pt x="438150" y="726439"/>
                </a:lnTo>
                <a:close/>
              </a:path>
              <a:path w="459739" h="980439">
                <a:moveTo>
                  <a:pt x="449579" y="266700"/>
                </a:moveTo>
                <a:lnTo>
                  <a:pt x="0" y="266700"/>
                </a:lnTo>
                <a:lnTo>
                  <a:pt x="0" y="499110"/>
                </a:lnTo>
                <a:lnTo>
                  <a:pt x="449579" y="499110"/>
                </a:lnTo>
                <a:lnTo>
                  <a:pt x="449579" y="266700"/>
                </a:lnTo>
                <a:close/>
              </a:path>
              <a:path w="459739" h="980439">
                <a:moveTo>
                  <a:pt x="335279" y="0"/>
                </a:moveTo>
                <a:lnTo>
                  <a:pt x="74929" y="158750"/>
                </a:lnTo>
                <a:lnTo>
                  <a:pt x="74929" y="266700"/>
                </a:lnTo>
                <a:lnTo>
                  <a:pt x="335279" y="266700"/>
                </a:lnTo>
                <a:lnTo>
                  <a:pt x="335279" y="0"/>
                </a:lnTo>
                <a:close/>
              </a:path>
            </a:pathLst>
          </a:custGeom>
          <a:solidFill>
            <a:srgbClr val="4C4C4C">
              <a:alpha val="79998"/>
            </a:srgbClr>
          </a:solidFill>
        </p:spPr>
        <p:txBody>
          <a:bodyPr wrap="square" lIns="0" tIns="0" rIns="0" bIns="0" rtlCol="0"/>
          <a:lstStyle/>
          <a:p/>
        </p:txBody>
      </p:sp>
      <p:sp>
        <p:nvSpPr>
          <p:cNvPr id="204" name="object 204"/>
          <p:cNvSpPr/>
          <p:nvPr/>
        </p:nvSpPr>
        <p:spPr>
          <a:xfrm>
            <a:off x="4485640" y="899160"/>
            <a:ext cx="679450" cy="728980"/>
          </a:xfrm>
          <a:custGeom>
            <a:avLst/>
            <a:gdLst/>
            <a:ahLst/>
            <a:cxnLst/>
            <a:rect l="l" t="t" r="r" b="b"/>
            <a:pathLst>
              <a:path w="679450" h="728980">
                <a:moveTo>
                  <a:pt x="331470" y="0"/>
                </a:moveTo>
                <a:lnTo>
                  <a:pt x="293370" y="1269"/>
                </a:lnTo>
                <a:lnTo>
                  <a:pt x="224789" y="13969"/>
                </a:lnTo>
                <a:lnTo>
                  <a:pt x="177800" y="33019"/>
                </a:lnTo>
                <a:lnTo>
                  <a:pt x="135889" y="57150"/>
                </a:lnTo>
                <a:lnTo>
                  <a:pt x="111760" y="78739"/>
                </a:lnTo>
                <a:lnTo>
                  <a:pt x="99060" y="90169"/>
                </a:lnTo>
                <a:lnTo>
                  <a:pt x="67310" y="128269"/>
                </a:lnTo>
                <a:lnTo>
                  <a:pt x="34289" y="186689"/>
                </a:lnTo>
                <a:lnTo>
                  <a:pt x="12700" y="252729"/>
                </a:lnTo>
                <a:lnTo>
                  <a:pt x="1270" y="326389"/>
                </a:lnTo>
                <a:lnTo>
                  <a:pt x="0" y="365760"/>
                </a:lnTo>
                <a:lnTo>
                  <a:pt x="1270" y="393700"/>
                </a:lnTo>
                <a:lnTo>
                  <a:pt x="6350" y="447039"/>
                </a:lnTo>
                <a:lnTo>
                  <a:pt x="16510" y="496569"/>
                </a:lnTo>
                <a:lnTo>
                  <a:pt x="33020" y="542289"/>
                </a:lnTo>
                <a:lnTo>
                  <a:pt x="54610" y="584200"/>
                </a:lnTo>
                <a:lnTo>
                  <a:pt x="80010" y="621029"/>
                </a:lnTo>
                <a:lnTo>
                  <a:pt x="92710" y="637539"/>
                </a:lnTo>
                <a:lnTo>
                  <a:pt x="121920" y="666750"/>
                </a:lnTo>
                <a:lnTo>
                  <a:pt x="154939" y="688339"/>
                </a:lnTo>
                <a:lnTo>
                  <a:pt x="191770" y="706119"/>
                </a:lnTo>
                <a:lnTo>
                  <a:pt x="234950" y="718819"/>
                </a:lnTo>
                <a:lnTo>
                  <a:pt x="283210" y="726439"/>
                </a:lnTo>
                <a:lnTo>
                  <a:pt x="337820" y="728979"/>
                </a:lnTo>
                <a:lnTo>
                  <a:pt x="398780" y="726439"/>
                </a:lnTo>
                <a:lnTo>
                  <a:pt x="454660" y="717550"/>
                </a:lnTo>
                <a:lnTo>
                  <a:pt x="501650" y="702310"/>
                </a:lnTo>
                <a:lnTo>
                  <a:pt x="541020" y="681989"/>
                </a:lnTo>
                <a:lnTo>
                  <a:pt x="577850" y="654050"/>
                </a:lnTo>
                <a:lnTo>
                  <a:pt x="612139" y="613410"/>
                </a:lnTo>
                <a:lnTo>
                  <a:pt x="646430" y="561339"/>
                </a:lnTo>
                <a:lnTo>
                  <a:pt x="663575" y="530860"/>
                </a:lnTo>
                <a:lnTo>
                  <a:pt x="334010" y="530860"/>
                </a:lnTo>
                <a:lnTo>
                  <a:pt x="328930" y="529589"/>
                </a:lnTo>
                <a:lnTo>
                  <a:pt x="325120" y="529589"/>
                </a:lnTo>
                <a:lnTo>
                  <a:pt x="317500" y="527050"/>
                </a:lnTo>
                <a:lnTo>
                  <a:pt x="313689" y="524510"/>
                </a:lnTo>
                <a:lnTo>
                  <a:pt x="306070" y="521969"/>
                </a:lnTo>
                <a:lnTo>
                  <a:pt x="303530" y="519429"/>
                </a:lnTo>
                <a:lnTo>
                  <a:pt x="299720" y="516889"/>
                </a:lnTo>
                <a:lnTo>
                  <a:pt x="297180" y="513079"/>
                </a:lnTo>
                <a:lnTo>
                  <a:pt x="293370" y="510539"/>
                </a:lnTo>
                <a:lnTo>
                  <a:pt x="290830" y="506729"/>
                </a:lnTo>
                <a:lnTo>
                  <a:pt x="284480" y="500379"/>
                </a:lnTo>
                <a:lnTo>
                  <a:pt x="276860" y="487679"/>
                </a:lnTo>
                <a:lnTo>
                  <a:pt x="274320" y="482600"/>
                </a:lnTo>
                <a:lnTo>
                  <a:pt x="270510" y="476250"/>
                </a:lnTo>
                <a:lnTo>
                  <a:pt x="267970" y="463550"/>
                </a:lnTo>
                <a:lnTo>
                  <a:pt x="266700" y="458469"/>
                </a:lnTo>
                <a:lnTo>
                  <a:pt x="265430" y="452119"/>
                </a:lnTo>
                <a:lnTo>
                  <a:pt x="678180" y="452119"/>
                </a:lnTo>
                <a:lnTo>
                  <a:pt x="678180" y="398779"/>
                </a:lnTo>
                <a:lnTo>
                  <a:pt x="676910" y="365760"/>
                </a:lnTo>
                <a:lnTo>
                  <a:pt x="675639" y="334010"/>
                </a:lnTo>
                <a:lnTo>
                  <a:pt x="673100" y="304800"/>
                </a:lnTo>
                <a:lnTo>
                  <a:pt x="668712" y="280669"/>
                </a:lnTo>
                <a:lnTo>
                  <a:pt x="265430" y="280669"/>
                </a:lnTo>
                <a:lnTo>
                  <a:pt x="266700" y="275589"/>
                </a:lnTo>
                <a:lnTo>
                  <a:pt x="267970" y="269239"/>
                </a:lnTo>
                <a:lnTo>
                  <a:pt x="269239" y="264160"/>
                </a:lnTo>
                <a:lnTo>
                  <a:pt x="270510" y="257810"/>
                </a:lnTo>
                <a:lnTo>
                  <a:pt x="292100" y="222250"/>
                </a:lnTo>
                <a:lnTo>
                  <a:pt x="294639" y="218439"/>
                </a:lnTo>
                <a:lnTo>
                  <a:pt x="298450" y="215900"/>
                </a:lnTo>
                <a:lnTo>
                  <a:pt x="300989" y="213360"/>
                </a:lnTo>
                <a:lnTo>
                  <a:pt x="312420" y="205739"/>
                </a:lnTo>
                <a:lnTo>
                  <a:pt x="331470" y="199389"/>
                </a:lnTo>
                <a:lnTo>
                  <a:pt x="648476" y="199389"/>
                </a:lnTo>
                <a:lnTo>
                  <a:pt x="640080" y="177800"/>
                </a:lnTo>
                <a:lnTo>
                  <a:pt x="619760" y="138429"/>
                </a:lnTo>
                <a:lnTo>
                  <a:pt x="579120" y="86360"/>
                </a:lnTo>
                <a:lnTo>
                  <a:pt x="547370" y="58419"/>
                </a:lnTo>
                <a:lnTo>
                  <a:pt x="509270" y="35560"/>
                </a:lnTo>
                <a:lnTo>
                  <a:pt x="466089" y="17779"/>
                </a:lnTo>
                <a:lnTo>
                  <a:pt x="416560" y="6350"/>
                </a:lnTo>
                <a:lnTo>
                  <a:pt x="389889" y="2539"/>
                </a:lnTo>
                <a:lnTo>
                  <a:pt x="331470" y="0"/>
                </a:lnTo>
                <a:close/>
              </a:path>
              <a:path w="679450" h="728980">
                <a:moveTo>
                  <a:pt x="422910" y="471169"/>
                </a:moveTo>
                <a:lnTo>
                  <a:pt x="386080" y="516889"/>
                </a:lnTo>
                <a:lnTo>
                  <a:pt x="359410" y="529589"/>
                </a:lnTo>
                <a:lnTo>
                  <a:pt x="353060" y="529589"/>
                </a:lnTo>
                <a:lnTo>
                  <a:pt x="347980" y="530860"/>
                </a:lnTo>
                <a:lnTo>
                  <a:pt x="663575" y="530860"/>
                </a:lnTo>
                <a:lnTo>
                  <a:pt x="679450" y="499110"/>
                </a:lnTo>
                <a:lnTo>
                  <a:pt x="422910" y="471169"/>
                </a:lnTo>
                <a:close/>
              </a:path>
              <a:path w="679450" h="728980">
                <a:moveTo>
                  <a:pt x="648476" y="199389"/>
                </a:moveTo>
                <a:lnTo>
                  <a:pt x="351789" y="199389"/>
                </a:lnTo>
                <a:lnTo>
                  <a:pt x="354330" y="200660"/>
                </a:lnTo>
                <a:lnTo>
                  <a:pt x="358139" y="201929"/>
                </a:lnTo>
                <a:lnTo>
                  <a:pt x="361950" y="201929"/>
                </a:lnTo>
                <a:lnTo>
                  <a:pt x="364489" y="203200"/>
                </a:lnTo>
                <a:lnTo>
                  <a:pt x="368300" y="204469"/>
                </a:lnTo>
                <a:lnTo>
                  <a:pt x="370839" y="207010"/>
                </a:lnTo>
                <a:lnTo>
                  <a:pt x="373380" y="208279"/>
                </a:lnTo>
                <a:lnTo>
                  <a:pt x="377189" y="209550"/>
                </a:lnTo>
                <a:lnTo>
                  <a:pt x="387350" y="219710"/>
                </a:lnTo>
                <a:lnTo>
                  <a:pt x="391160" y="222250"/>
                </a:lnTo>
                <a:lnTo>
                  <a:pt x="402589" y="241300"/>
                </a:lnTo>
                <a:lnTo>
                  <a:pt x="405130" y="248919"/>
                </a:lnTo>
                <a:lnTo>
                  <a:pt x="408939" y="256539"/>
                </a:lnTo>
                <a:lnTo>
                  <a:pt x="410210" y="264160"/>
                </a:lnTo>
                <a:lnTo>
                  <a:pt x="412750" y="273050"/>
                </a:lnTo>
                <a:lnTo>
                  <a:pt x="412750" y="280669"/>
                </a:lnTo>
                <a:lnTo>
                  <a:pt x="668712" y="280669"/>
                </a:lnTo>
                <a:lnTo>
                  <a:pt x="668020" y="276860"/>
                </a:lnTo>
                <a:lnTo>
                  <a:pt x="662939" y="250189"/>
                </a:lnTo>
                <a:lnTo>
                  <a:pt x="656589" y="224789"/>
                </a:lnTo>
                <a:lnTo>
                  <a:pt x="648970" y="200660"/>
                </a:lnTo>
                <a:lnTo>
                  <a:pt x="648476" y="199389"/>
                </a:lnTo>
                <a:close/>
              </a:path>
            </a:pathLst>
          </a:custGeom>
          <a:solidFill>
            <a:srgbClr val="4C4C4C">
              <a:alpha val="79998"/>
            </a:srgbClr>
          </a:solidFill>
        </p:spPr>
        <p:txBody>
          <a:bodyPr wrap="square" lIns="0" tIns="0" rIns="0" bIns="0" rtlCol="0"/>
          <a:lstStyle/>
          <a:p/>
        </p:txBody>
      </p:sp>
      <p:sp>
        <p:nvSpPr>
          <p:cNvPr id="205" name="object 205"/>
          <p:cNvSpPr/>
          <p:nvPr/>
        </p:nvSpPr>
        <p:spPr>
          <a:xfrm>
            <a:off x="5449570" y="899160"/>
            <a:ext cx="623570" cy="713740"/>
          </a:xfrm>
          <a:custGeom>
            <a:avLst/>
            <a:gdLst/>
            <a:ahLst/>
            <a:cxnLst/>
            <a:rect l="l" t="t" r="r" b="b"/>
            <a:pathLst>
              <a:path w="623570" h="713740">
                <a:moveTo>
                  <a:pt x="245109" y="15239"/>
                </a:moveTo>
                <a:lnTo>
                  <a:pt x="0" y="15239"/>
                </a:lnTo>
                <a:lnTo>
                  <a:pt x="0" y="713739"/>
                </a:lnTo>
                <a:lnTo>
                  <a:pt x="259079" y="713739"/>
                </a:lnTo>
                <a:lnTo>
                  <a:pt x="259079" y="358139"/>
                </a:lnTo>
                <a:lnTo>
                  <a:pt x="260350" y="340360"/>
                </a:lnTo>
                <a:lnTo>
                  <a:pt x="261619" y="323850"/>
                </a:lnTo>
                <a:lnTo>
                  <a:pt x="266700" y="298450"/>
                </a:lnTo>
                <a:lnTo>
                  <a:pt x="270509" y="283210"/>
                </a:lnTo>
                <a:lnTo>
                  <a:pt x="273050" y="279400"/>
                </a:lnTo>
                <a:lnTo>
                  <a:pt x="274319" y="275589"/>
                </a:lnTo>
                <a:lnTo>
                  <a:pt x="276859" y="271779"/>
                </a:lnTo>
                <a:lnTo>
                  <a:pt x="280669" y="265429"/>
                </a:lnTo>
                <a:lnTo>
                  <a:pt x="285750" y="260350"/>
                </a:lnTo>
                <a:lnTo>
                  <a:pt x="288289" y="259079"/>
                </a:lnTo>
                <a:lnTo>
                  <a:pt x="290829" y="256539"/>
                </a:lnTo>
                <a:lnTo>
                  <a:pt x="293369" y="255269"/>
                </a:lnTo>
                <a:lnTo>
                  <a:pt x="295909" y="252729"/>
                </a:lnTo>
                <a:lnTo>
                  <a:pt x="306069" y="247650"/>
                </a:lnTo>
                <a:lnTo>
                  <a:pt x="309879" y="247650"/>
                </a:lnTo>
                <a:lnTo>
                  <a:pt x="312419" y="246379"/>
                </a:lnTo>
                <a:lnTo>
                  <a:pt x="622397" y="246379"/>
                </a:lnTo>
                <a:lnTo>
                  <a:pt x="622300" y="243839"/>
                </a:lnTo>
                <a:lnTo>
                  <a:pt x="615950" y="182879"/>
                </a:lnTo>
                <a:lnTo>
                  <a:pt x="601979" y="132079"/>
                </a:lnTo>
                <a:lnTo>
                  <a:pt x="586739" y="97789"/>
                </a:lnTo>
                <a:lnTo>
                  <a:pt x="581659" y="87629"/>
                </a:lnTo>
                <a:lnTo>
                  <a:pt x="568959" y="69850"/>
                </a:lnTo>
                <a:lnTo>
                  <a:pt x="561339" y="60960"/>
                </a:lnTo>
                <a:lnTo>
                  <a:pt x="245109" y="60960"/>
                </a:lnTo>
                <a:lnTo>
                  <a:pt x="245109" y="15239"/>
                </a:lnTo>
                <a:close/>
              </a:path>
              <a:path w="623570" h="713740">
                <a:moveTo>
                  <a:pt x="622397" y="246379"/>
                </a:moveTo>
                <a:lnTo>
                  <a:pt x="322579" y="246379"/>
                </a:lnTo>
                <a:lnTo>
                  <a:pt x="325119" y="247650"/>
                </a:lnTo>
                <a:lnTo>
                  <a:pt x="330200" y="247650"/>
                </a:lnTo>
                <a:lnTo>
                  <a:pt x="332739" y="248919"/>
                </a:lnTo>
                <a:lnTo>
                  <a:pt x="334009" y="250189"/>
                </a:lnTo>
                <a:lnTo>
                  <a:pt x="336550" y="250189"/>
                </a:lnTo>
                <a:lnTo>
                  <a:pt x="339089" y="251460"/>
                </a:lnTo>
                <a:lnTo>
                  <a:pt x="340359" y="252729"/>
                </a:lnTo>
                <a:lnTo>
                  <a:pt x="342900" y="254000"/>
                </a:lnTo>
                <a:lnTo>
                  <a:pt x="344169" y="256539"/>
                </a:lnTo>
                <a:lnTo>
                  <a:pt x="346709" y="257810"/>
                </a:lnTo>
                <a:lnTo>
                  <a:pt x="347979" y="259079"/>
                </a:lnTo>
                <a:lnTo>
                  <a:pt x="349250" y="261619"/>
                </a:lnTo>
                <a:lnTo>
                  <a:pt x="353059" y="265429"/>
                </a:lnTo>
                <a:lnTo>
                  <a:pt x="355600" y="270510"/>
                </a:lnTo>
                <a:lnTo>
                  <a:pt x="356869" y="274319"/>
                </a:lnTo>
                <a:lnTo>
                  <a:pt x="358139" y="280669"/>
                </a:lnTo>
                <a:lnTo>
                  <a:pt x="360679" y="288289"/>
                </a:lnTo>
                <a:lnTo>
                  <a:pt x="363219" y="308610"/>
                </a:lnTo>
                <a:lnTo>
                  <a:pt x="363219" y="713739"/>
                </a:lnTo>
                <a:lnTo>
                  <a:pt x="623569" y="713739"/>
                </a:lnTo>
                <a:lnTo>
                  <a:pt x="623472" y="274319"/>
                </a:lnTo>
                <a:lnTo>
                  <a:pt x="622397" y="246379"/>
                </a:lnTo>
                <a:close/>
              </a:path>
              <a:path w="623570" h="713740">
                <a:moveTo>
                  <a:pt x="414019" y="0"/>
                </a:moveTo>
                <a:lnTo>
                  <a:pt x="364489" y="3810"/>
                </a:lnTo>
                <a:lnTo>
                  <a:pt x="320039" y="17779"/>
                </a:lnTo>
                <a:lnTo>
                  <a:pt x="256539" y="54610"/>
                </a:lnTo>
                <a:lnTo>
                  <a:pt x="247650" y="59689"/>
                </a:lnTo>
                <a:lnTo>
                  <a:pt x="245109" y="59689"/>
                </a:lnTo>
                <a:lnTo>
                  <a:pt x="245109" y="60960"/>
                </a:lnTo>
                <a:lnTo>
                  <a:pt x="561339" y="60960"/>
                </a:lnTo>
                <a:lnTo>
                  <a:pt x="546100" y="45719"/>
                </a:lnTo>
                <a:lnTo>
                  <a:pt x="511809" y="21589"/>
                </a:lnTo>
                <a:lnTo>
                  <a:pt x="472439" y="6350"/>
                </a:lnTo>
                <a:lnTo>
                  <a:pt x="438150" y="1269"/>
                </a:lnTo>
                <a:lnTo>
                  <a:pt x="414019" y="0"/>
                </a:lnTo>
                <a:close/>
              </a:path>
            </a:pathLst>
          </a:custGeom>
          <a:solidFill>
            <a:srgbClr val="4C4C4C">
              <a:alpha val="79998"/>
            </a:srgbClr>
          </a:solidFill>
        </p:spPr>
        <p:txBody>
          <a:bodyPr wrap="square" lIns="0" tIns="0" rIns="0" bIns="0" rtlCol="0"/>
          <a:lstStyle/>
          <a:p/>
        </p:txBody>
      </p:sp>
      <p:sp>
        <p:nvSpPr>
          <p:cNvPr id="206" name="object 206"/>
          <p:cNvSpPr/>
          <p:nvPr/>
        </p:nvSpPr>
        <p:spPr>
          <a:xfrm>
            <a:off x="6395720" y="668019"/>
            <a:ext cx="259079" cy="944880"/>
          </a:xfrm>
          <a:custGeom>
            <a:avLst/>
            <a:gdLst/>
            <a:ahLst/>
            <a:cxnLst/>
            <a:rect l="l" t="t" r="r" b="b"/>
            <a:pathLst>
              <a:path w="259079" h="944880">
                <a:moveTo>
                  <a:pt x="259080" y="246380"/>
                </a:moveTo>
                <a:lnTo>
                  <a:pt x="0" y="246380"/>
                </a:lnTo>
                <a:lnTo>
                  <a:pt x="0" y="906780"/>
                </a:lnTo>
                <a:lnTo>
                  <a:pt x="0" y="944880"/>
                </a:lnTo>
                <a:lnTo>
                  <a:pt x="259080" y="944880"/>
                </a:lnTo>
                <a:lnTo>
                  <a:pt x="259080" y="906780"/>
                </a:lnTo>
                <a:lnTo>
                  <a:pt x="259080" y="246380"/>
                </a:lnTo>
                <a:close/>
              </a:path>
              <a:path w="259079" h="944880">
                <a:moveTo>
                  <a:pt x="259080" y="0"/>
                </a:moveTo>
                <a:lnTo>
                  <a:pt x="0" y="0"/>
                </a:lnTo>
                <a:lnTo>
                  <a:pt x="0" y="182880"/>
                </a:lnTo>
                <a:lnTo>
                  <a:pt x="0" y="208280"/>
                </a:lnTo>
                <a:lnTo>
                  <a:pt x="0" y="220980"/>
                </a:lnTo>
                <a:lnTo>
                  <a:pt x="259080" y="220980"/>
                </a:lnTo>
                <a:lnTo>
                  <a:pt x="259080" y="208280"/>
                </a:lnTo>
                <a:lnTo>
                  <a:pt x="259080" y="182880"/>
                </a:lnTo>
                <a:lnTo>
                  <a:pt x="259080" y="0"/>
                </a:lnTo>
                <a:close/>
              </a:path>
            </a:pathLst>
          </a:custGeom>
          <a:solidFill>
            <a:srgbClr val="4C4C4C">
              <a:alpha val="79998"/>
            </a:srgbClr>
          </a:solidFill>
        </p:spPr>
        <p:txBody>
          <a:bodyPr wrap="square" lIns="0" tIns="0" rIns="0" bIns="0" rtlCol="0"/>
          <a:lstStyle/>
          <a:p/>
        </p:txBody>
      </p:sp>
      <p:sp>
        <p:nvSpPr>
          <p:cNvPr id="207" name="object 207"/>
          <p:cNvSpPr/>
          <p:nvPr/>
        </p:nvSpPr>
        <p:spPr>
          <a:xfrm>
            <a:off x="6910069" y="899160"/>
            <a:ext cx="622300" cy="713740"/>
          </a:xfrm>
          <a:custGeom>
            <a:avLst/>
            <a:gdLst/>
            <a:ahLst/>
            <a:cxnLst/>
            <a:rect l="l" t="t" r="r" b="b"/>
            <a:pathLst>
              <a:path w="622300" h="713740">
                <a:moveTo>
                  <a:pt x="243839" y="15239"/>
                </a:moveTo>
                <a:lnTo>
                  <a:pt x="0" y="15239"/>
                </a:lnTo>
                <a:lnTo>
                  <a:pt x="0" y="713739"/>
                </a:lnTo>
                <a:lnTo>
                  <a:pt x="259079" y="713739"/>
                </a:lnTo>
                <a:lnTo>
                  <a:pt x="259079" y="340360"/>
                </a:lnTo>
                <a:lnTo>
                  <a:pt x="261620" y="323850"/>
                </a:lnTo>
                <a:lnTo>
                  <a:pt x="262889" y="311150"/>
                </a:lnTo>
                <a:lnTo>
                  <a:pt x="265429" y="298450"/>
                </a:lnTo>
                <a:lnTo>
                  <a:pt x="267970" y="288289"/>
                </a:lnTo>
                <a:lnTo>
                  <a:pt x="270509" y="283210"/>
                </a:lnTo>
                <a:lnTo>
                  <a:pt x="271779" y="279400"/>
                </a:lnTo>
                <a:lnTo>
                  <a:pt x="274320" y="275589"/>
                </a:lnTo>
                <a:lnTo>
                  <a:pt x="275589" y="271779"/>
                </a:lnTo>
                <a:lnTo>
                  <a:pt x="280670" y="265429"/>
                </a:lnTo>
                <a:lnTo>
                  <a:pt x="289559" y="256539"/>
                </a:lnTo>
                <a:lnTo>
                  <a:pt x="292100" y="255269"/>
                </a:lnTo>
                <a:lnTo>
                  <a:pt x="294639" y="252729"/>
                </a:lnTo>
                <a:lnTo>
                  <a:pt x="297179" y="251460"/>
                </a:lnTo>
                <a:lnTo>
                  <a:pt x="300989" y="250189"/>
                </a:lnTo>
                <a:lnTo>
                  <a:pt x="302259" y="248919"/>
                </a:lnTo>
                <a:lnTo>
                  <a:pt x="304800" y="247650"/>
                </a:lnTo>
                <a:lnTo>
                  <a:pt x="308609" y="247650"/>
                </a:lnTo>
                <a:lnTo>
                  <a:pt x="311150" y="246379"/>
                </a:lnTo>
                <a:lnTo>
                  <a:pt x="622300" y="246379"/>
                </a:lnTo>
                <a:lnTo>
                  <a:pt x="622300" y="243839"/>
                </a:lnTo>
                <a:lnTo>
                  <a:pt x="614679" y="182879"/>
                </a:lnTo>
                <a:lnTo>
                  <a:pt x="600709" y="132079"/>
                </a:lnTo>
                <a:lnTo>
                  <a:pt x="580389" y="87629"/>
                </a:lnTo>
                <a:lnTo>
                  <a:pt x="560070" y="60960"/>
                </a:lnTo>
                <a:lnTo>
                  <a:pt x="243839" y="60960"/>
                </a:lnTo>
                <a:lnTo>
                  <a:pt x="243839" y="15239"/>
                </a:lnTo>
                <a:close/>
              </a:path>
              <a:path w="622300" h="713740">
                <a:moveTo>
                  <a:pt x="622300" y="246379"/>
                </a:moveTo>
                <a:lnTo>
                  <a:pt x="322579" y="246379"/>
                </a:lnTo>
                <a:lnTo>
                  <a:pt x="325120" y="247650"/>
                </a:lnTo>
                <a:lnTo>
                  <a:pt x="328929" y="247650"/>
                </a:lnTo>
                <a:lnTo>
                  <a:pt x="334009" y="250189"/>
                </a:lnTo>
                <a:lnTo>
                  <a:pt x="336550" y="250189"/>
                </a:lnTo>
                <a:lnTo>
                  <a:pt x="337820" y="251460"/>
                </a:lnTo>
                <a:lnTo>
                  <a:pt x="340359" y="252729"/>
                </a:lnTo>
                <a:lnTo>
                  <a:pt x="350520" y="262889"/>
                </a:lnTo>
                <a:lnTo>
                  <a:pt x="354329" y="270510"/>
                </a:lnTo>
                <a:lnTo>
                  <a:pt x="355600" y="274319"/>
                </a:lnTo>
                <a:lnTo>
                  <a:pt x="358139" y="280669"/>
                </a:lnTo>
                <a:lnTo>
                  <a:pt x="359409" y="288289"/>
                </a:lnTo>
                <a:lnTo>
                  <a:pt x="361950" y="308610"/>
                </a:lnTo>
                <a:lnTo>
                  <a:pt x="363220" y="320039"/>
                </a:lnTo>
                <a:lnTo>
                  <a:pt x="363220" y="713739"/>
                </a:lnTo>
                <a:lnTo>
                  <a:pt x="622300" y="713739"/>
                </a:lnTo>
                <a:lnTo>
                  <a:pt x="622300" y="246379"/>
                </a:lnTo>
                <a:close/>
              </a:path>
              <a:path w="622300" h="713740">
                <a:moveTo>
                  <a:pt x="414020" y="0"/>
                </a:moveTo>
                <a:lnTo>
                  <a:pt x="363220" y="3810"/>
                </a:lnTo>
                <a:lnTo>
                  <a:pt x="347979" y="7619"/>
                </a:lnTo>
                <a:lnTo>
                  <a:pt x="334009" y="12700"/>
                </a:lnTo>
                <a:lnTo>
                  <a:pt x="318770" y="17779"/>
                </a:lnTo>
                <a:lnTo>
                  <a:pt x="306070" y="24129"/>
                </a:lnTo>
                <a:lnTo>
                  <a:pt x="255270" y="54610"/>
                </a:lnTo>
                <a:lnTo>
                  <a:pt x="247650" y="59689"/>
                </a:lnTo>
                <a:lnTo>
                  <a:pt x="245109" y="59689"/>
                </a:lnTo>
                <a:lnTo>
                  <a:pt x="243839" y="60960"/>
                </a:lnTo>
                <a:lnTo>
                  <a:pt x="560070" y="60960"/>
                </a:lnTo>
                <a:lnTo>
                  <a:pt x="553720" y="53339"/>
                </a:lnTo>
                <a:lnTo>
                  <a:pt x="546100" y="45719"/>
                </a:lnTo>
                <a:lnTo>
                  <a:pt x="537209" y="39369"/>
                </a:lnTo>
                <a:lnTo>
                  <a:pt x="529589" y="33019"/>
                </a:lnTo>
                <a:lnTo>
                  <a:pt x="471170" y="6350"/>
                </a:lnTo>
                <a:lnTo>
                  <a:pt x="438150" y="1269"/>
                </a:lnTo>
                <a:lnTo>
                  <a:pt x="414020" y="0"/>
                </a:lnTo>
                <a:close/>
              </a:path>
            </a:pathLst>
          </a:custGeom>
          <a:solidFill>
            <a:srgbClr val="4C4C4C">
              <a:alpha val="79998"/>
            </a:srgbClr>
          </a:solidFill>
        </p:spPr>
        <p:txBody>
          <a:bodyPr wrap="square" lIns="0" tIns="0" rIns="0" bIns="0" rtlCol="0"/>
          <a:lstStyle/>
          <a:p/>
        </p:txBody>
      </p:sp>
      <p:sp>
        <p:nvSpPr>
          <p:cNvPr id="208" name="object 208"/>
          <p:cNvSpPr/>
          <p:nvPr/>
        </p:nvSpPr>
        <p:spPr>
          <a:xfrm>
            <a:off x="7821930" y="899160"/>
            <a:ext cx="648970" cy="976630"/>
          </a:xfrm>
          <a:custGeom>
            <a:avLst/>
            <a:gdLst/>
            <a:ahLst/>
            <a:cxnLst/>
            <a:rect l="l" t="t" r="r" b="b"/>
            <a:pathLst>
              <a:path w="648970" h="976630">
                <a:moveTo>
                  <a:pt x="17779" y="673100"/>
                </a:moveTo>
                <a:lnTo>
                  <a:pt x="16510" y="713739"/>
                </a:lnTo>
                <a:lnTo>
                  <a:pt x="15367" y="725169"/>
                </a:lnTo>
                <a:lnTo>
                  <a:pt x="15240" y="735329"/>
                </a:lnTo>
                <a:lnTo>
                  <a:pt x="19050" y="787400"/>
                </a:lnTo>
                <a:lnTo>
                  <a:pt x="31750" y="834389"/>
                </a:lnTo>
                <a:lnTo>
                  <a:pt x="54610" y="875029"/>
                </a:lnTo>
                <a:lnTo>
                  <a:pt x="60960" y="883919"/>
                </a:lnTo>
                <a:lnTo>
                  <a:pt x="67310" y="894079"/>
                </a:lnTo>
                <a:lnTo>
                  <a:pt x="76200" y="901700"/>
                </a:lnTo>
                <a:lnTo>
                  <a:pt x="83820" y="910589"/>
                </a:lnTo>
                <a:lnTo>
                  <a:pt x="92710" y="918210"/>
                </a:lnTo>
                <a:lnTo>
                  <a:pt x="113029" y="933450"/>
                </a:lnTo>
                <a:lnTo>
                  <a:pt x="124460" y="939800"/>
                </a:lnTo>
                <a:lnTo>
                  <a:pt x="137160" y="944879"/>
                </a:lnTo>
                <a:lnTo>
                  <a:pt x="149860" y="951229"/>
                </a:lnTo>
                <a:lnTo>
                  <a:pt x="210820" y="967739"/>
                </a:lnTo>
                <a:lnTo>
                  <a:pt x="284479" y="975360"/>
                </a:lnTo>
                <a:lnTo>
                  <a:pt x="326390" y="976629"/>
                </a:lnTo>
                <a:lnTo>
                  <a:pt x="361950" y="975360"/>
                </a:lnTo>
                <a:lnTo>
                  <a:pt x="397510" y="972819"/>
                </a:lnTo>
                <a:lnTo>
                  <a:pt x="414020" y="970279"/>
                </a:lnTo>
                <a:lnTo>
                  <a:pt x="430529" y="966469"/>
                </a:lnTo>
                <a:lnTo>
                  <a:pt x="445770" y="963929"/>
                </a:lnTo>
                <a:lnTo>
                  <a:pt x="490220" y="949960"/>
                </a:lnTo>
                <a:lnTo>
                  <a:pt x="528320" y="930910"/>
                </a:lnTo>
                <a:lnTo>
                  <a:pt x="561340" y="905510"/>
                </a:lnTo>
                <a:lnTo>
                  <a:pt x="589279" y="872489"/>
                </a:lnTo>
                <a:lnTo>
                  <a:pt x="596900" y="861060"/>
                </a:lnTo>
                <a:lnTo>
                  <a:pt x="605790" y="848360"/>
                </a:lnTo>
                <a:lnTo>
                  <a:pt x="612140" y="835660"/>
                </a:lnTo>
                <a:lnTo>
                  <a:pt x="618490" y="821689"/>
                </a:lnTo>
                <a:lnTo>
                  <a:pt x="631190" y="791210"/>
                </a:lnTo>
                <a:lnTo>
                  <a:pt x="635000" y="775969"/>
                </a:lnTo>
                <a:lnTo>
                  <a:pt x="637116" y="769619"/>
                </a:lnTo>
                <a:lnTo>
                  <a:pt x="325120" y="769619"/>
                </a:lnTo>
                <a:lnTo>
                  <a:pt x="318770" y="768350"/>
                </a:lnTo>
                <a:lnTo>
                  <a:pt x="312420" y="768350"/>
                </a:lnTo>
                <a:lnTo>
                  <a:pt x="307340" y="767079"/>
                </a:lnTo>
                <a:lnTo>
                  <a:pt x="300990" y="765810"/>
                </a:lnTo>
                <a:lnTo>
                  <a:pt x="297179" y="764539"/>
                </a:lnTo>
                <a:lnTo>
                  <a:pt x="287020" y="759460"/>
                </a:lnTo>
                <a:lnTo>
                  <a:pt x="283210" y="756919"/>
                </a:lnTo>
                <a:lnTo>
                  <a:pt x="281940" y="755650"/>
                </a:lnTo>
                <a:lnTo>
                  <a:pt x="281940" y="754379"/>
                </a:lnTo>
                <a:lnTo>
                  <a:pt x="280670" y="753110"/>
                </a:lnTo>
                <a:lnTo>
                  <a:pt x="274320" y="740410"/>
                </a:lnTo>
                <a:lnTo>
                  <a:pt x="271779" y="734060"/>
                </a:lnTo>
                <a:lnTo>
                  <a:pt x="269240" y="725169"/>
                </a:lnTo>
                <a:lnTo>
                  <a:pt x="264160" y="706119"/>
                </a:lnTo>
                <a:lnTo>
                  <a:pt x="17779" y="673100"/>
                </a:lnTo>
                <a:close/>
              </a:path>
              <a:path w="648970" h="976630">
                <a:moveTo>
                  <a:pt x="648970" y="641350"/>
                </a:moveTo>
                <a:lnTo>
                  <a:pt x="391160" y="641350"/>
                </a:lnTo>
                <a:lnTo>
                  <a:pt x="391160" y="643889"/>
                </a:lnTo>
                <a:lnTo>
                  <a:pt x="389890" y="646429"/>
                </a:lnTo>
                <a:lnTo>
                  <a:pt x="388620" y="647700"/>
                </a:lnTo>
                <a:lnTo>
                  <a:pt x="387350" y="650239"/>
                </a:lnTo>
                <a:lnTo>
                  <a:pt x="387223" y="683260"/>
                </a:lnTo>
                <a:lnTo>
                  <a:pt x="384810" y="707389"/>
                </a:lnTo>
                <a:lnTo>
                  <a:pt x="383540" y="718819"/>
                </a:lnTo>
                <a:lnTo>
                  <a:pt x="381000" y="727710"/>
                </a:lnTo>
                <a:lnTo>
                  <a:pt x="379729" y="732789"/>
                </a:lnTo>
                <a:lnTo>
                  <a:pt x="377190" y="740410"/>
                </a:lnTo>
                <a:lnTo>
                  <a:pt x="375920" y="742950"/>
                </a:lnTo>
                <a:lnTo>
                  <a:pt x="373379" y="746760"/>
                </a:lnTo>
                <a:lnTo>
                  <a:pt x="372110" y="749300"/>
                </a:lnTo>
                <a:lnTo>
                  <a:pt x="363220" y="758189"/>
                </a:lnTo>
                <a:lnTo>
                  <a:pt x="358140" y="760729"/>
                </a:lnTo>
                <a:lnTo>
                  <a:pt x="355600" y="763269"/>
                </a:lnTo>
                <a:lnTo>
                  <a:pt x="351790" y="764539"/>
                </a:lnTo>
                <a:lnTo>
                  <a:pt x="349250" y="764539"/>
                </a:lnTo>
                <a:lnTo>
                  <a:pt x="346710" y="767079"/>
                </a:lnTo>
                <a:lnTo>
                  <a:pt x="339090" y="767079"/>
                </a:lnTo>
                <a:lnTo>
                  <a:pt x="331470" y="768350"/>
                </a:lnTo>
                <a:lnTo>
                  <a:pt x="325120" y="769619"/>
                </a:lnTo>
                <a:lnTo>
                  <a:pt x="637116" y="769619"/>
                </a:lnTo>
                <a:lnTo>
                  <a:pt x="640079" y="760729"/>
                </a:lnTo>
                <a:lnTo>
                  <a:pt x="642620" y="745489"/>
                </a:lnTo>
                <a:lnTo>
                  <a:pt x="647700" y="712469"/>
                </a:lnTo>
                <a:lnTo>
                  <a:pt x="648970" y="697229"/>
                </a:lnTo>
                <a:lnTo>
                  <a:pt x="648970" y="641350"/>
                </a:lnTo>
                <a:close/>
              </a:path>
              <a:path w="648970" h="976630">
                <a:moveTo>
                  <a:pt x="264160" y="0"/>
                </a:moveTo>
                <a:lnTo>
                  <a:pt x="233679" y="0"/>
                </a:lnTo>
                <a:lnTo>
                  <a:pt x="207010" y="2539"/>
                </a:lnTo>
                <a:lnTo>
                  <a:pt x="158750" y="16510"/>
                </a:lnTo>
                <a:lnTo>
                  <a:pt x="124460" y="34289"/>
                </a:lnTo>
                <a:lnTo>
                  <a:pt x="86360" y="67310"/>
                </a:lnTo>
                <a:lnTo>
                  <a:pt x="76200" y="76200"/>
                </a:lnTo>
                <a:lnTo>
                  <a:pt x="68579" y="87629"/>
                </a:lnTo>
                <a:lnTo>
                  <a:pt x="59690" y="99060"/>
                </a:lnTo>
                <a:lnTo>
                  <a:pt x="52070" y="110489"/>
                </a:lnTo>
                <a:lnTo>
                  <a:pt x="45720" y="123189"/>
                </a:lnTo>
                <a:lnTo>
                  <a:pt x="38100" y="135889"/>
                </a:lnTo>
                <a:lnTo>
                  <a:pt x="26670" y="163829"/>
                </a:lnTo>
                <a:lnTo>
                  <a:pt x="10160" y="226060"/>
                </a:lnTo>
                <a:lnTo>
                  <a:pt x="1270" y="297179"/>
                </a:lnTo>
                <a:lnTo>
                  <a:pt x="0" y="335279"/>
                </a:lnTo>
                <a:lnTo>
                  <a:pt x="1270" y="369569"/>
                </a:lnTo>
                <a:lnTo>
                  <a:pt x="7620" y="433069"/>
                </a:lnTo>
                <a:lnTo>
                  <a:pt x="20320" y="488950"/>
                </a:lnTo>
                <a:lnTo>
                  <a:pt x="39370" y="538479"/>
                </a:lnTo>
                <a:lnTo>
                  <a:pt x="71120" y="590550"/>
                </a:lnTo>
                <a:lnTo>
                  <a:pt x="102870" y="627379"/>
                </a:lnTo>
                <a:lnTo>
                  <a:pt x="114300" y="638810"/>
                </a:lnTo>
                <a:lnTo>
                  <a:pt x="151129" y="664210"/>
                </a:lnTo>
                <a:lnTo>
                  <a:pt x="190500" y="680719"/>
                </a:lnTo>
                <a:lnTo>
                  <a:pt x="248920" y="688339"/>
                </a:lnTo>
                <a:lnTo>
                  <a:pt x="279400" y="685800"/>
                </a:lnTo>
                <a:lnTo>
                  <a:pt x="325120" y="674369"/>
                </a:lnTo>
                <a:lnTo>
                  <a:pt x="367029" y="652779"/>
                </a:lnTo>
                <a:lnTo>
                  <a:pt x="374650" y="647700"/>
                </a:lnTo>
                <a:lnTo>
                  <a:pt x="381000" y="643889"/>
                </a:lnTo>
                <a:lnTo>
                  <a:pt x="383540" y="643889"/>
                </a:lnTo>
                <a:lnTo>
                  <a:pt x="386079" y="642619"/>
                </a:lnTo>
                <a:lnTo>
                  <a:pt x="387350" y="641350"/>
                </a:lnTo>
                <a:lnTo>
                  <a:pt x="648970" y="641350"/>
                </a:lnTo>
                <a:lnTo>
                  <a:pt x="648970" y="466089"/>
                </a:lnTo>
                <a:lnTo>
                  <a:pt x="317500" y="466089"/>
                </a:lnTo>
                <a:lnTo>
                  <a:pt x="313690" y="464819"/>
                </a:lnTo>
                <a:lnTo>
                  <a:pt x="311150" y="464819"/>
                </a:lnTo>
                <a:lnTo>
                  <a:pt x="307340" y="463550"/>
                </a:lnTo>
                <a:lnTo>
                  <a:pt x="304800" y="462279"/>
                </a:lnTo>
                <a:lnTo>
                  <a:pt x="300990" y="461010"/>
                </a:lnTo>
                <a:lnTo>
                  <a:pt x="293370" y="457200"/>
                </a:lnTo>
                <a:lnTo>
                  <a:pt x="285750" y="449579"/>
                </a:lnTo>
                <a:lnTo>
                  <a:pt x="281940" y="447039"/>
                </a:lnTo>
                <a:lnTo>
                  <a:pt x="278129" y="441960"/>
                </a:lnTo>
                <a:lnTo>
                  <a:pt x="275590" y="438150"/>
                </a:lnTo>
                <a:lnTo>
                  <a:pt x="274320" y="434339"/>
                </a:lnTo>
                <a:lnTo>
                  <a:pt x="269240" y="426719"/>
                </a:lnTo>
                <a:lnTo>
                  <a:pt x="264160" y="406400"/>
                </a:lnTo>
                <a:lnTo>
                  <a:pt x="261620" y="394969"/>
                </a:lnTo>
                <a:lnTo>
                  <a:pt x="260350" y="383539"/>
                </a:lnTo>
                <a:lnTo>
                  <a:pt x="259079" y="369569"/>
                </a:lnTo>
                <a:lnTo>
                  <a:pt x="259185" y="335279"/>
                </a:lnTo>
                <a:lnTo>
                  <a:pt x="264160" y="294639"/>
                </a:lnTo>
                <a:lnTo>
                  <a:pt x="271779" y="267969"/>
                </a:lnTo>
                <a:lnTo>
                  <a:pt x="274320" y="260350"/>
                </a:lnTo>
                <a:lnTo>
                  <a:pt x="276860" y="257810"/>
                </a:lnTo>
                <a:lnTo>
                  <a:pt x="281940" y="251460"/>
                </a:lnTo>
                <a:lnTo>
                  <a:pt x="283210" y="248919"/>
                </a:lnTo>
                <a:lnTo>
                  <a:pt x="290829" y="241300"/>
                </a:lnTo>
                <a:lnTo>
                  <a:pt x="295910" y="238760"/>
                </a:lnTo>
                <a:lnTo>
                  <a:pt x="299720" y="236219"/>
                </a:lnTo>
                <a:lnTo>
                  <a:pt x="302260" y="234950"/>
                </a:lnTo>
                <a:lnTo>
                  <a:pt x="304800" y="234950"/>
                </a:lnTo>
                <a:lnTo>
                  <a:pt x="307340" y="233679"/>
                </a:lnTo>
                <a:lnTo>
                  <a:pt x="311150" y="232410"/>
                </a:lnTo>
                <a:lnTo>
                  <a:pt x="648970" y="232410"/>
                </a:lnTo>
                <a:lnTo>
                  <a:pt x="648970" y="48260"/>
                </a:lnTo>
                <a:lnTo>
                  <a:pt x="400050" y="48260"/>
                </a:lnTo>
                <a:lnTo>
                  <a:pt x="384810" y="40639"/>
                </a:lnTo>
                <a:lnTo>
                  <a:pt x="340360" y="16510"/>
                </a:lnTo>
                <a:lnTo>
                  <a:pt x="297179" y="3810"/>
                </a:lnTo>
                <a:lnTo>
                  <a:pt x="281940" y="2539"/>
                </a:lnTo>
                <a:lnTo>
                  <a:pt x="264160" y="0"/>
                </a:lnTo>
                <a:close/>
              </a:path>
              <a:path w="648970" h="976630">
                <a:moveTo>
                  <a:pt x="648970" y="232410"/>
                </a:moveTo>
                <a:lnTo>
                  <a:pt x="330200" y="232410"/>
                </a:lnTo>
                <a:lnTo>
                  <a:pt x="332740" y="233679"/>
                </a:lnTo>
                <a:lnTo>
                  <a:pt x="336550" y="234950"/>
                </a:lnTo>
                <a:lnTo>
                  <a:pt x="339090" y="236219"/>
                </a:lnTo>
                <a:lnTo>
                  <a:pt x="342900" y="237489"/>
                </a:lnTo>
                <a:lnTo>
                  <a:pt x="345440" y="238760"/>
                </a:lnTo>
                <a:lnTo>
                  <a:pt x="349250" y="241300"/>
                </a:lnTo>
                <a:lnTo>
                  <a:pt x="350520" y="242569"/>
                </a:lnTo>
                <a:lnTo>
                  <a:pt x="354329" y="245110"/>
                </a:lnTo>
                <a:lnTo>
                  <a:pt x="363220" y="254000"/>
                </a:lnTo>
                <a:lnTo>
                  <a:pt x="368300" y="260350"/>
                </a:lnTo>
                <a:lnTo>
                  <a:pt x="373379" y="267969"/>
                </a:lnTo>
                <a:lnTo>
                  <a:pt x="374650" y="271779"/>
                </a:lnTo>
                <a:lnTo>
                  <a:pt x="377190" y="276860"/>
                </a:lnTo>
                <a:lnTo>
                  <a:pt x="387350" y="322579"/>
                </a:lnTo>
                <a:lnTo>
                  <a:pt x="388620" y="367029"/>
                </a:lnTo>
                <a:lnTo>
                  <a:pt x="387350" y="381000"/>
                </a:lnTo>
                <a:lnTo>
                  <a:pt x="386079" y="393700"/>
                </a:lnTo>
                <a:lnTo>
                  <a:pt x="383540" y="405129"/>
                </a:lnTo>
                <a:lnTo>
                  <a:pt x="381000" y="415289"/>
                </a:lnTo>
                <a:lnTo>
                  <a:pt x="377190" y="424179"/>
                </a:lnTo>
                <a:lnTo>
                  <a:pt x="375920" y="429260"/>
                </a:lnTo>
                <a:lnTo>
                  <a:pt x="373379" y="433069"/>
                </a:lnTo>
                <a:lnTo>
                  <a:pt x="372110" y="436879"/>
                </a:lnTo>
                <a:lnTo>
                  <a:pt x="369570" y="439419"/>
                </a:lnTo>
                <a:lnTo>
                  <a:pt x="359410" y="452119"/>
                </a:lnTo>
                <a:lnTo>
                  <a:pt x="356870" y="453389"/>
                </a:lnTo>
                <a:lnTo>
                  <a:pt x="353060" y="455929"/>
                </a:lnTo>
                <a:lnTo>
                  <a:pt x="350520" y="458469"/>
                </a:lnTo>
                <a:lnTo>
                  <a:pt x="342900" y="462279"/>
                </a:lnTo>
                <a:lnTo>
                  <a:pt x="339090" y="463550"/>
                </a:lnTo>
                <a:lnTo>
                  <a:pt x="336550" y="464819"/>
                </a:lnTo>
                <a:lnTo>
                  <a:pt x="334010" y="464819"/>
                </a:lnTo>
                <a:lnTo>
                  <a:pt x="330200" y="466089"/>
                </a:lnTo>
                <a:lnTo>
                  <a:pt x="648970" y="466089"/>
                </a:lnTo>
                <a:lnTo>
                  <a:pt x="648970" y="232410"/>
                </a:lnTo>
                <a:close/>
              </a:path>
              <a:path w="648970" h="976630">
                <a:moveTo>
                  <a:pt x="648970" y="15239"/>
                </a:moveTo>
                <a:lnTo>
                  <a:pt x="402590" y="15239"/>
                </a:lnTo>
                <a:lnTo>
                  <a:pt x="402590" y="44450"/>
                </a:lnTo>
                <a:lnTo>
                  <a:pt x="403860" y="45719"/>
                </a:lnTo>
                <a:lnTo>
                  <a:pt x="403860" y="48260"/>
                </a:lnTo>
                <a:lnTo>
                  <a:pt x="648970" y="48260"/>
                </a:lnTo>
                <a:lnTo>
                  <a:pt x="648970" y="15239"/>
                </a:lnTo>
                <a:close/>
              </a:path>
            </a:pathLst>
          </a:custGeom>
          <a:solidFill>
            <a:srgbClr val="4C4C4C">
              <a:alpha val="79998"/>
            </a:srgbClr>
          </a:solidFill>
        </p:spPr>
        <p:txBody>
          <a:bodyPr wrap="square" lIns="0" tIns="0" rIns="0" bIns="0" rtlCol="0"/>
          <a:lstStyle/>
          <a:p/>
        </p:txBody>
      </p:sp>
      <p:sp>
        <p:nvSpPr>
          <p:cNvPr id="209" name="object 209"/>
          <p:cNvSpPr/>
          <p:nvPr/>
        </p:nvSpPr>
        <p:spPr>
          <a:xfrm>
            <a:off x="1524000" y="629919"/>
            <a:ext cx="642620" cy="944880"/>
          </a:xfrm>
          <a:custGeom>
            <a:avLst/>
            <a:gdLst/>
            <a:ahLst/>
            <a:cxnLst/>
            <a:rect l="l" t="t" r="r" b="b"/>
            <a:pathLst>
              <a:path w="642619" h="944880">
                <a:moveTo>
                  <a:pt x="642620" y="673100"/>
                </a:moveTo>
                <a:lnTo>
                  <a:pt x="281940" y="673100"/>
                </a:lnTo>
                <a:lnTo>
                  <a:pt x="281940" y="0"/>
                </a:lnTo>
                <a:lnTo>
                  <a:pt x="0" y="0"/>
                </a:lnTo>
                <a:lnTo>
                  <a:pt x="0" y="673100"/>
                </a:lnTo>
                <a:lnTo>
                  <a:pt x="0" y="944880"/>
                </a:lnTo>
                <a:lnTo>
                  <a:pt x="642620" y="944880"/>
                </a:lnTo>
                <a:lnTo>
                  <a:pt x="642620" y="673100"/>
                </a:lnTo>
                <a:close/>
              </a:path>
            </a:pathLst>
          </a:custGeom>
          <a:solidFill>
            <a:srgbClr val="0000FF"/>
          </a:solidFill>
        </p:spPr>
        <p:txBody>
          <a:bodyPr wrap="square" lIns="0" tIns="0" rIns="0" bIns="0" rtlCol="0"/>
          <a:lstStyle/>
          <a:p/>
        </p:txBody>
      </p:sp>
      <p:sp>
        <p:nvSpPr>
          <p:cNvPr id="210" name="object 210"/>
          <p:cNvSpPr/>
          <p:nvPr/>
        </p:nvSpPr>
        <p:spPr>
          <a:xfrm>
            <a:off x="2456180" y="628649"/>
            <a:ext cx="259079" cy="946150"/>
          </a:xfrm>
          <a:custGeom>
            <a:avLst/>
            <a:gdLst/>
            <a:ahLst/>
            <a:cxnLst/>
            <a:rect l="l" t="t" r="r" b="b"/>
            <a:pathLst>
              <a:path w="259080" h="946150">
                <a:moveTo>
                  <a:pt x="259080" y="247650"/>
                </a:moveTo>
                <a:lnTo>
                  <a:pt x="0" y="247650"/>
                </a:lnTo>
                <a:lnTo>
                  <a:pt x="0" y="946150"/>
                </a:lnTo>
                <a:lnTo>
                  <a:pt x="259080" y="946150"/>
                </a:lnTo>
                <a:lnTo>
                  <a:pt x="259080" y="247650"/>
                </a:lnTo>
                <a:close/>
              </a:path>
              <a:path w="259080" h="946150">
                <a:moveTo>
                  <a:pt x="259080" y="0"/>
                </a:moveTo>
                <a:lnTo>
                  <a:pt x="0" y="0"/>
                </a:lnTo>
                <a:lnTo>
                  <a:pt x="0" y="222250"/>
                </a:lnTo>
                <a:lnTo>
                  <a:pt x="259080" y="222250"/>
                </a:lnTo>
                <a:lnTo>
                  <a:pt x="259080" y="0"/>
                </a:lnTo>
                <a:close/>
              </a:path>
            </a:pathLst>
          </a:custGeom>
          <a:solidFill>
            <a:srgbClr val="0000FF"/>
          </a:solidFill>
        </p:spPr>
        <p:txBody>
          <a:bodyPr wrap="square" lIns="0" tIns="0" rIns="0" bIns="0" rtlCol="0"/>
          <a:lstStyle/>
          <a:p/>
        </p:txBody>
      </p:sp>
      <p:sp>
        <p:nvSpPr>
          <p:cNvPr id="211" name="object 211"/>
          <p:cNvSpPr/>
          <p:nvPr/>
        </p:nvSpPr>
        <p:spPr>
          <a:xfrm>
            <a:off x="2927350" y="861060"/>
            <a:ext cx="632460" cy="728980"/>
          </a:xfrm>
          <a:custGeom>
            <a:avLst/>
            <a:gdLst/>
            <a:ahLst/>
            <a:cxnLst/>
            <a:rect l="l" t="t" r="r" b="b"/>
            <a:pathLst>
              <a:path w="632460" h="728980">
                <a:moveTo>
                  <a:pt x="256539" y="457200"/>
                </a:moveTo>
                <a:lnTo>
                  <a:pt x="0" y="486410"/>
                </a:lnTo>
                <a:lnTo>
                  <a:pt x="7619" y="518160"/>
                </a:lnTo>
                <a:lnTo>
                  <a:pt x="16510" y="547369"/>
                </a:lnTo>
                <a:lnTo>
                  <a:pt x="36830" y="598169"/>
                </a:lnTo>
                <a:lnTo>
                  <a:pt x="63500" y="640079"/>
                </a:lnTo>
                <a:lnTo>
                  <a:pt x="105410" y="680719"/>
                </a:lnTo>
                <a:lnTo>
                  <a:pt x="114300" y="685800"/>
                </a:lnTo>
                <a:lnTo>
                  <a:pt x="124460" y="692150"/>
                </a:lnTo>
                <a:lnTo>
                  <a:pt x="135889" y="697229"/>
                </a:lnTo>
                <a:lnTo>
                  <a:pt x="148589" y="702310"/>
                </a:lnTo>
                <a:lnTo>
                  <a:pt x="160019" y="707389"/>
                </a:lnTo>
                <a:lnTo>
                  <a:pt x="187960" y="715010"/>
                </a:lnTo>
                <a:lnTo>
                  <a:pt x="217169" y="721360"/>
                </a:lnTo>
                <a:lnTo>
                  <a:pt x="250189" y="726439"/>
                </a:lnTo>
                <a:lnTo>
                  <a:pt x="323850" y="728979"/>
                </a:lnTo>
                <a:lnTo>
                  <a:pt x="350520" y="728979"/>
                </a:lnTo>
                <a:lnTo>
                  <a:pt x="375920" y="727710"/>
                </a:lnTo>
                <a:lnTo>
                  <a:pt x="400050" y="723900"/>
                </a:lnTo>
                <a:lnTo>
                  <a:pt x="422910" y="721360"/>
                </a:lnTo>
                <a:lnTo>
                  <a:pt x="466089" y="709929"/>
                </a:lnTo>
                <a:lnTo>
                  <a:pt x="501650" y="694689"/>
                </a:lnTo>
                <a:lnTo>
                  <a:pt x="547370" y="665479"/>
                </a:lnTo>
                <a:lnTo>
                  <a:pt x="582929" y="628650"/>
                </a:lnTo>
                <a:lnTo>
                  <a:pt x="608329" y="585469"/>
                </a:lnTo>
                <a:lnTo>
                  <a:pt x="624416" y="541019"/>
                </a:lnTo>
                <a:lnTo>
                  <a:pt x="320039" y="541019"/>
                </a:lnTo>
                <a:lnTo>
                  <a:pt x="313689" y="539750"/>
                </a:lnTo>
                <a:lnTo>
                  <a:pt x="308610" y="538479"/>
                </a:lnTo>
                <a:lnTo>
                  <a:pt x="288289" y="528319"/>
                </a:lnTo>
                <a:lnTo>
                  <a:pt x="287019" y="525779"/>
                </a:lnTo>
                <a:lnTo>
                  <a:pt x="284480" y="524510"/>
                </a:lnTo>
                <a:lnTo>
                  <a:pt x="283210" y="521969"/>
                </a:lnTo>
                <a:lnTo>
                  <a:pt x="280669" y="518160"/>
                </a:lnTo>
                <a:lnTo>
                  <a:pt x="276860" y="511810"/>
                </a:lnTo>
                <a:lnTo>
                  <a:pt x="271780" y="504189"/>
                </a:lnTo>
                <a:lnTo>
                  <a:pt x="264160" y="483869"/>
                </a:lnTo>
                <a:lnTo>
                  <a:pt x="256539" y="457200"/>
                </a:lnTo>
                <a:close/>
              </a:path>
              <a:path w="632460" h="728980">
                <a:moveTo>
                  <a:pt x="317500" y="0"/>
                </a:moveTo>
                <a:lnTo>
                  <a:pt x="293369" y="1269"/>
                </a:lnTo>
                <a:lnTo>
                  <a:pt x="270510" y="1269"/>
                </a:lnTo>
                <a:lnTo>
                  <a:pt x="229869" y="6350"/>
                </a:lnTo>
                <a:lnTo>
                  <a:pt x="175260" y="19050"/>
                </a:lnTo>
                <a:lnTo>
                  <a:pt x="130810" y="40639"/>
                </a:lnTo>
                <a:lnTo>
                  <a:pt x="93980" y="68579"/>
                </a:lnTo>
                <a:lnTo>
                  <a:pt x="63500" y="104139"/>
                </a:lnTo>
                <a:lnTo>
                  <a:pt x="41910" y="146050"/>
                </a:lnTo>
                <a:lnTo>
                  <a:pt x="30480" y="194310"/>
                </a:lnTo>
                <a:lnTo>
                  <a:pt x="29210" y="210819"/>
                </a:lnTo>
                <a:lnTo>
                  <a:pt x="29210" y="245110"/>
                </a:lnTo>
                <a:lnTo>
                  <a:pt x="40639" y="306069"/>
                </a:lnTo>
                <a:lnTo>
                  <a:pt x="60960" y="346710"/>
                </a:lnTo>
                <a:lnTo>
                  <a:pt x="87630" y="381000"/>
                </a:lnTo>
                <a:lnTo>
                  <a:pt x="118110" y="407669"/>
                </a:lnTo>
                <a:lnTo>
                  <a:pt x="153669" y="425450"/>
                </a:lnTo>
                <a:lnTo>
                  <a:pt x="204469" y="441960"/>
                </a:lnTo>
                <a:lnTo>
                  <a:pt x="247650" y="453389"/>
                </a:lnTo>
                <a:lnTo>
                  <a:pt x="298450" y="464819"/>
                </a:lnTo>
                <a:lnTo>
                  <a:pt x="328929" y="471169"/>
                </a:lnTo>
                <a:lnTo>
                  <a:pt x="353060" y="477519"/>
                </a:lnTo>
                <a:lnTo>
                  <a:pt x="361950" y="480060"/>
                </a:lnTo>
                <a:lnTo>
                  <a:pt x="369570" y="482600"/>
                </a:lnTo>
                <a:lnTo>
                  <a:pt x="375920" y="485139"/>
                </a:lnTo>
                <a:lnTo>
                  <a:pt x="377189" y="486410"/>
                </a:lnTo>
                <a:lnTo>
                  <a:pt x="379729" y="487679"/>
                </a:lnTo>
                <a:lnTo>
                  <a:pt x="381000" y="487679"/>
                </a:lnTo>
                <a:lnTo>
                  <a:pt x="384810" y="491489"/>
                </a:lnTo>
                <a:lnTo>
                  <a:pt x="384810" y="492760"/>
                </a:lnTo>
                <a:lnTo>
                  <a:pt x="386079" y="492760"/>
                </a:lnTo>
                <a:lnTo>
                  <a:pt x="387350" y="494029"/>
                </a:lnTo>
                <a:lnTo>
                  <a:pt x="387350" y="495300"/>
                </a:lnTo>
                <a:lnTo>
                  <a:pt x="388620" y="496569"/>
                </a:lnTo>
                <a:lnTo>
                  <a:pt x="388620" y="497839"/>
                </a:lnTo>
                <a:lnTo>
                  <a:pt x="389889" y="499110"/>
                </a:lnTo>
                <a:lnTo>
                  <a:pt x="389889" y="514350"/>
                </a:lnTo>
                <a:lnTo>
                  <a:pt x="388620" y="514350"/>
                </a:lnTo>
                <a:lnTo>
                  <a:pt x="388620" y="516889"/>
                </a:lnTo>
                <a:lnTo>
                  <a:pt x="387350" y="518160"/>
                </a:lnTo>
                <a:lnTo>
                  <a:pt x="387350" y="520700"/>
                </a:lnTo>
                <a:lnTo>
                  <a:pt x="377189" y="530860"/>
                </a:lnTo>
                <a:lnTo>
                  <a:pt x="361950" y="538479"/>
                </a:lnTo>
                <a:lnTo>
                  <a:pt x="349250" y="541019"/>
                </a:lnTo>
                <a:lnTo>
                  <a:pt x="624416" y="541019"/>
                </a:lnTo>
                <a:lnTo>
                  <a:pt x="624839" y="539750"/>
                </a:lnTo>
                <a:lnTo>
                  <a:pt x="632460" y="494029"/>
                </a:lnTo>
                <a:lnTo>
                  <a:pt x="632460" y="463550"/>
                </a:lnTo>
                <a:lnTo>
                  <a:pt x="624839" y="419100"/>
                </a:lnTo>
                <a:lnTo>
                  <a:pt x="608329" y="377189"/>
                </a:lnTo>
                <a:lnTo>
                  <a:pt x="601979" y="363219"/>
                </a:lnTo>
                <a:lnTo>
                  <a:pt x="565150" y="316229"/>
                </a:lnTo>
                <a:lnTo>
                  <a:pt x="529589" y="290829"/>
                </a:lnTo>
                <a:lnTo>
                  <a:pt x="485139" y="269239"/>
                </a:lnTo>
                <a:lnTo>
                  <a:pt x="447039" y="259079"/>
                </a:lnTo>
                <a:lnTo>
                  <a:pt x="414020" y="251460"/>
                </a:lnTo>
                <a:lnTo>
                  <a:pt x="372110" y="251460"/>
                </a:lnTo>
                <a:lnTo>
                  <a:pt x="369507" y="243130"/>
                </a:lnTo>
                <a:lnTo>
                  <a:pt x="351789" y="240029"/>
                </a:lnTo>
                <a:lnTo>
                  <a:pt x="323850" y="236219"/>
                </a:lnTo>
                <a:lnTo>
                  <a:pt x="300989" y="231139"/>
                </a:lnTo>
                <a:lnTo>
                  <a:pt x="292100" y="228600"/>
                </a:lnTo>
                <a:lnTo>
                  <a:pt x="284480" y="227329"/>
                </a:lnTo>
                <a:lnTo>
                  <a:pt x="278130" y="224789"/>
                </a:lnTo>
                <a:lnTo>
                  <a:pt x="273050" y="222250"/>
                </a:lnTo>
                <a:lnTo>
                  <a:pt x="271780" y="220979"/>
                </a:lnTo>
                <a:lnTo>
                  <a:pt x="270510" y="220979"/>
                </a:lnTo>
                <a:lnTo>
                  <a:pt x="270510" y="219710"/>
                </a:lnTo>
                <a:lnTo>
                  <a:pt x="267969" y="217169"/>
                </a:lnTo>
                <a:lnTo>
                  <a:pt x="267969" y="215900"/>
                </a:lnTo>
                <a:lnTo>
                  <a:pt x="266700" y="214629"/>
                </a:lnTo>
                <a:lnTo>
                  <a:pt x="266700" y="212089"/>
                </a:lnTo>
                <a:lnTo>
                  <a:pt x="265430" y="210819"/>
                </a:lnTo>
                <a:lnTo>
                  <a:pt x="265430" y="205739"/>
                </a:lnTo>
                <a:lnTo>
                  <a:pt x="266700" y="204469"/>
                </a:lnTo>
                <a:lnTo>
                  <a:pt x="266700" y="201929"/>
                </a:lnTo>
                <a:lnTo>
                  <a:pt x="267969" y="200660"/>
                </a:lnTo>
                <a:lnTo>
                  <a:pt x="267969" y="198119"/>
                </a:lnTo>
                <a:lnTo>
                  <a:pt x="269239" y="196850"/>
                </a:lnTo>
                <a:lnTo>
                  <a:pt x="270510" y="194310"/>
                </a:lnTo>
                <a:lnTo>
                  <a:pt x="275589" y="189229"/>
                </a:lnTo>
                <a:lnTo>
                  <a:pt x="276860" y="189229"/>
                </a:lnTo>
                <a:lnTo>
                  <a:pt x="278130" y="187960"/>
                </a:lnTo>
                <a:lnTo>
                  <a:pt x="279400" y="187960"/>
                </a:lnTo>
                <a:lnTo>
                  <a:pt x="280669" y="186689"/>
                </a:lnTo>
                <a:lnTo>
                  <a:pt x="281939" y="186689"/>
                </a:lnTo>
                <a:lnTo>
                  <a:pt x="285750" y="185419"/>
                </a:lnTo>
                <a:lnTo>
                  <a:pt x="290830" y="184150"/>
                </a:lnTo>
                <a:lnTo>
                  <a:pt x="295910" y="184150"/>
                </a:lnTo>
                <a:lnTo>
                  <a:pt x="300989" y="182879"/>
                </a:lnTo>
                <a:lnTo>
                  <a:pt x="609237" y="182879"/>
                </a:lnTo>
                <a:lnTo>
                  <a:pt x="607060" y="176529"/>
                </a:lnTo>
                <a:lnTo>
                  <a:pt x="598170" y="156210"/>
                </a:lnTo>
                <a:lnTo>
                  <a:pt x="590550" y="137160"/>
                </a:lnTo>
                <a:lnTo>
                  <a:pt x="581660" y="120650"/>
                </a:lnTo>
                <a:lnTo>
                  <a:pt x="574039" y="105410"/>
                </a:lnTo>
                <a:lnTo>
                  <a:pt x="565150" y="92710"/>
                </a:lnTo>
                <a:lnTo>
                  <a:pt x="538479" y="62229"/>
                </a:lnTo>
                <a:lnTo>
                  <a:pt x="506729" y="38100"/>
                </a:lnTo>
                <a:lnTo>
                  <a:pt x="495300" y="30479"/>
                </a:lnTo>
                <a:lnTo>
                  <a:pt x="457200" y="15239"/>
                </a:lnTo>
                <a:lnTo>
                  <a:pt x="406400" y="5079"/>
                </a:lnTo>
                <a:lnTo>
                  <a:pt x="364489" y="1269"/>
                </a:lnTo>
                <a:lnTo>
                  <a:pt x="317500" y="0"/>
                </a:lnTo>
                <a:close/>
              </a:path>
              <a:path w="632460" h="728980">
                <a:moveTo>
                  <a:pt x="398637" y="248228"/>
                </a:moveTo>
                <a:lnTo>
                  <a:pt x="372110" y="251460"/>
                </a:lnTo>
                <a:lnTo>
                  <a:pt x="414020" y="251460"/>
                </a:lnTo>
                <a:lnTo>
                  <a:pt x="402589" y="248919"/>
                </a:lnTo>
                <a:lnTo>
                  <a:pt x="398637" y="248228"/>
                </a:lnTo>
                <a:close/>
              </a:path>
              <a:path w="632460" h="728980">
                <a:moveTo>
                  <a:pt x="609237" y="182879"/>
                </a:moveTo>
                <a:lnTo>
                  <a:pt x="307339" y="182879"/>
                </a:lnTo>
                <a:lnTo>
                  <a:pt x="312419" y="184150"/>
                </a:lnTo>
                <a:lnTo>
                  <a:pt x="318769" y="184150"/>
                </a:lnTo>
                <a:lnTo>
                  <a:pt x="325120" y="185419"/>
                </a:lnTo>
                <a:lnTo>
                  <a:pt x="353060" y="201929"/>
                </a:lnTo>
                <a:lnTo>
                  <a:pt x="355600" y="203200"/>
                </a:lnTo>
                <a:lnTo>
                  <a:pt x="358139" y="208279"/>
                </a:lnTo>
                <a:lnTo>
                  <a:pt x="360679" y="214629"/>
                </a:lnTo>
                <a:lnTo>
                  <a:pt x="363220" y="222250"/>
                </a:lnTo>
                <a:lnTo>
                  <a:pt x="365760" y="231139"/>
                </a:lnTo>
                <a:lnTo>
                  <a:pt x="369507" y="243130"/>
                </a:lnTo>
                <a:lnTo>
                  <a:pt x="398637" y="248228"/>
                </a:lnTo>
                <a:lnTo>
                  <a:pt x="622300" y="220979"/>
                </a:lnTo>
                <a:lnTo>
                  <a:pt x="609237" y="182879"/>
                </a:lnTo>
                <a:close/>
              </a:path>
            </a:pathLst>
          </a:custGeom>
          <a:solidFill>
            <a:srgbClr val="0000FF"/>
          </a:solidFill>
        </p:spPr>
        <p:txBody>
          <a:bodyPr wrap="square" lIns="0" tIns="0" rIns="0" bIns="0" rtlCol="0"/>
          <a:lstStyle/>
          <a:p/>
        </p:txBody>
      </p:sp>
      <p:sp>
        <p:nvSpPr>
          <p:cNvPr id="212" name="object 212"/>
          <p:cNvSpPr/>
          <p:nvPr/>
        </p:nvSpPr>
        <p:spPr>
          <a:xfrm>
            <a:off x="3804920" y="609600"/>
            <a:ext cx="459740" cy="980440"/>
          </a:xfrm>
          <a:custGeom>
            <a:avLst/>
            <a:gdLst/>
            <a:ahLst/>
            <a:cxnLst/>
            <a:rect l="l" t="t" r="r" b="b"/>
            <a:pathLst>
              <a:path w="459739" h="980440">
                <a:moveTo>
                  <a:pt x="306069" y="979170"/>
                </a:moveTo>
                <a:lnTo>
                  <a:pt x="266700" y="979170"/>
                </a:lnTo>
                <a:lnTo>
                  <a:pt x="288289" y="980439"/>
                </a:lnTo>
                <a:lnTo>
                  <a:pt x="306069" y="979170"/>
                </a:lnTo>
                <a:close/>
              </a:path>
              <a:path w="459739" h="980440">
                <a:moveTo>
                  <a:pt x="335279" y="499110"/>
                </a:moveTo>
                <a:lnTo>
                  <a:pt x="74929" y="499110"/>
                </a:lnTo>
                <a:lnTo>
                  <a:pt x="75050" y="703579"/>
                </a:lnTo>
                <a:lnTo>
                  <a:pt x="77469" y="754379"/>
                </a:lnTo>
                <a:lnTo>
                  <a:pt x="81279" y="798829"/>
                </a:lnTo>
                <a:lnTo>
                  <a:pt x="87629" y="838200"/>
                </a:lnTo>
                <a:lnTo>
                  <a:pt x="101600" y="882650"/>
                </a:lnTo>
                <a:lnTo>
                  <a:pt x="106679" y="895350"/>
                </a:lnTo>
                <a:lnTo>
                  <a:pt x="114300" y="906779"/>
                </a:lnTo>
                <a:lnTo>
                  <a:pt x="120650" y="916939"/>
                </a:lnTo>
                <a:lnTo>
                  <a:pt x="129539" y="927100"/>
                </a:lnTo>
                <a:lnTo>
                  <a:pt x="138429" y="935989"/>
                </a:lnTo>
                <a:lnTo>
                  <a:pt x="148589" y="944879"/>
                </a:lnTo>
                <a:lnTo>
                  <a:pt x="158750" y="952500"/>
                </a:lnTo>
                <a:lnTo>
                  <a:pt x="165100" y="955039"/>
                </a:lnTo>
                <a:lnTo>
                  <a:pt x="170179" y="958850"/>
                </a:lnTo>
                <a:lnTo>
                  <a:pt x="198119" y="969010"/>
                </a:lnTo>
                <a:lnTo>
                  <a:pt x="213359" y="972820"/>
                </a:lnTo>
                <a:lnTo>
                  <a:pt x="229869" y="976629"/>
                </a:lnTo>
                <a:lnTo>
                  <a:pt x="247650" y="979170"/>
                </a:lnTo>
                <a:lnTo>
                  <a:pt x="325119" y="979170"/>
                </a:lnTo>
                <a:lnTo>
                  <a:pt x="344169" y="976629"/>
                </a:lnTo>
                <a:lnTo>
                  <a:pt x="365759" y="974089"/>
                </a:lnTo>
                <a:lnTo>
                  <a:pt x="410209" y="965200"/>
                </a:lnTo>
                <a:lnTo>
                  <a:pt x="459739" y="953770"/>
                </a:lnTo>
                <a:lnTo>
                  <a:pt x="440682" y="753110"/>
                </a:lnTo>
                <a:lnTo>
                  <a:pt x="349250" y="753110"/>
                </a:lnTo>
                <a:lnTo>
                  <a:pt x="347979" y="751839"/>
                </a:lnTo>
                <a:lnTo>
                  <a:pt x="345439" y="751839"/>
                </a:lnTo>
                <a:lnTo>
                  <a:pt x="344169" y="750570"/>
                </a:lnTo>
                <a:lnTo>
                  <a:pt x="342900" y="750570"/>
                </a:lnTo>
                <a:lnTo>
                  <a:pt x="341629" y="749300"/>
                </a:lnTo>
                <a:lnTo>
                  <a:pt x="340359" y="749300"/>
                </a:lnTo>
                <a:lnTo>
                  <a:pt x="340359" y="746760"/>
                </a:lnTo>
                <a:lnTo>
                  <a:pt x="339089" y="745489"/>
                </a:lnTo>
                <a:lnTo>
                  <a:pt x="339089" y="744220"/>
                </a:lnTo>
                <a:lnTo>
                  <a:pt x="337819" y="740410"/>
                </a:lnTo>
                <a:lnTo>
                  <a:pt x="337819" y="736600"/>
                </a:lnTo>
                <a:lnTo>
                  <a:pt x="336550" y="731520"/>
                </a:lnTo>
                <a:lnTo>
                  <a:pt x="336550" y="718820"/>
                </a:lnTo>
                <a:lnTo>
                  <a:pt x="335279" y="703579"/>
                </a:lnTo>
                <a:lnTo>
                  <a:pt x="335279" y="499110"/>
                </a:lnTo>
                <a:close/>
              </a:path>
              <a:path w="459739" h="980440">
                <a:moveTo>
                  <a:pt x="438150" y="726439"/>
                </a:moveTo>
                <a:lnTo>
                  <a:pt x="407669" y="737870"/>
                </a:lnTo>
                <a:lnTo>
                  <a:pt x="382269" y="746760"/>
                </a:lnTo>
                <a:lnTo>
                  <a:pt x="372109" y="749300"/>
                </a:lnTo>
                <a:lnTo>
                  <a:pt x="356869" y="751839"/>
                </a:lnTo>
                <a:lnTo>
                  <a:pt x="354329" y="753110"/>
                </a:lnTo>
                <a:lnTo>
                  <a:pt x="440682" y="753110"/>
                </a:lnTo>
                <a:lnTo>
                  <a:pt x="438150" y="726439"/>
                </a:lnTo>
                <a:close/>
              </a:path>
              <a:path w="459739" h="980440">
                <a:moveTo>
                  <a:pt x="449579" y="266700"/>
                </a:moveTo>
                <a:lnTo>
                  <a:pt x="0" y="266700"/>
                </a:lnTo>
                <a:lnTo>
                  <a:pt x="0" y="499110"/>
                </a:lnTo>
                <a:lnTo>
                  <a:pt x="449579" y="499110"/>
                </a:lnTo>
                <a:lnTo>
                  <a:pt x="449579" y="266700"/>
                </a:lnTo>
                <a:close/>
              </a:path>
              <a:path w="459739" h="980440">
                <a:moveTo>
                  <a:pt x="335279" y="0"/>
                </a:moveTo>
                <a:lnTo>
                  <a:pt x="74929" y="158750"/>
                </a:lnTo>
                <a:lnTo>
                  <a:pt x="74929" y="266700"/>
                </a:lnTo>
                <a:lnTo>
                  <a:pt x="335279" y="266700"/>
                </a:lnTo>
                <a:lnTo>
                  <a:pt x="335279" y="0"/>
                </a:lnTo>
                <a:close/>
              </a:path>
            </a:pathLst>
          </a:custGeom>
          <a:solidFill>
            <a:srgbClr val="0000FF"/>
          </a:solidFill>
        </p:spPr>
        <p:txBody>
          <a:bodyPr wrap="square" lIns="0" tIns="0" rIns="0" bIns="0" rtlCol="0"/>
          <a:lstStyle/>
          <a:p/>
        </p:txBody>
      </p:sp>
      <p:sp>
        <p:nvSpPr>
          <p:cNvPr id="213" name="object 213"/>
          <p:cNvSpPr/>
          <p:nvPr/>
        </p:nvSpPr>
        <p:spPr>
          <a:xfrm>
            <a:off x="4472940" y="861060"/>
            <a:ext cx="679450" cy="728980"/>
          </a:xfrm>
          <a:custGeom>
            <a:avLst/>
            <a:gdLst/>
            <a:ahLst/>
            <a:cxnLst/>
            <a:rect l="l" t="t" r="r" b="b"/>
            <a:pathLst>
              <a:path w="679450" h="728980">
                <a:moveTo>
                  <a:pt x="331470" y="0"/>
                </a:moveTo>
                <a:lnTo>
                  <a:pt x="293370" y="1269"/>
                </a:lnTo>
                <a:lnTo>
                  <a:pt x="224789" y="13969"/>
                </a:lnTo>
                <a:lnTo>
                  <a:pt x="177800" y="33019"/>
                </a:lnTo>
                <a:lnTo>
                  <a:pt x="135889" y="57150"/>
                </a:lnTo>
                <a:lnTo>
                  <a:pt x="111760" y="78739"/>
                </a:lnTo>
                <a:lnTo>
                  <a:pt x="99060" y="90169"/>
                </a:lnTo>
                <a:lnTo>
                  <a:pt x="67310" y="128269"/>
                </a:lnTo>
                <a:lnTo>
                  <a:pt x="34289" y="186689"/>
                </a:lnTo>
                <a:lnTo>
                  <a:pt x="12700" y="252729"/>
                </a:lnTo>
                <a:lnTo>
                  <a:pt x="1270" y="326389"/>
                </a:lnTo>
                <a:lnTo>
                  <a:pt x="0" y="365760"/>
                </a:lnTo>
                <a:lnTo>
                  <a:pt x="1270" y="393700"/>
                </a:lnTo>
                <a:lnTo>
                  <a:pt x="2539" y="420369"/>
                </a:lnTo>
                <a:lnTo>
                  <a:pt x="6350" y="447039"/>
                </a:lnTo>
                <a:lnTo>
                  <a:pt x="11430" y="471169"/>
                </a:lnTo>
                <a:lnTo>
                  <a:pt x="16510" y="496569"/>
                </a:lnTo>
                <a:lnTo>
                  <a:pt x="33020" y="542289"/>
                </a:lnTo>
                <a:lnTo>
                  <a:pt x="54610" y="584200"/>
                </a:lnTo>
                <a:lnTo>
                  <a:pt x="80010" y="621029"/>
                </a:lnTo>
                <a:lnTo>
                  <a:pt x="92710" y="637539"/>
                </a:lnTo>
                <a:lnTo>
                  <a:pt x="121920" y="665479"/>
                </a:lnTo>
                <a:lnTo>
                  <a:pt x="154939" y="688339"/>
                </a:lnTo>
                <a:lnTo>
                  <a:pt x="191770" y="706119"/>
                </a:lnTo>
                <a:lnTo>
                  <a:pt x="234950" y="718819"/>
                </a:lnTo>
                <a:lnTo>
                  <a:pt x="283210" y="726439"/>
                </a:lnTo>
                <a:lnTo>
                  <a:pt x="337820" y="728979"/>
                </a:lnTo>
                <a:lnTo>
                  <a:pt x="398780" y="726439"/>
                </a:lnTo>
                <a:lnTo>
                  <a:pt x="454660" y="717550"/>
                </a:lnTo>
                <a:lnTo>
                  <a:pt x="501650" y="702310"/>
                </a:lnTo>
                <a:lnTo>
                  <a:pt x="541020" y="681989"/>
                </a:lnTo>
                <a:lnTo>
                  <a:pt x="549910" y="675639"/>
                </a:lnTo>
                <a:lnTo>
                  <a:pt x="560070" y="669289"/>
                </a:lnTo>
                <a:lnTo>
                  <a:pt x="594360" y="635000"/>
                </a:lnTo>
                <a:lnTo>
                  <a:pt x="629920" y="589279"/>
                </a:lnTo>
                <a:lnTo>
                  <a:pt x="662939" y="532129"/>
                </a:lnTo>
                <a:lnTo>
                  <a:pt x="663575" y="530860"/>
                </a:lnTo>
                <a:lnTo>
                  <a:pt x="334010" y="530860"/>
                </a:lnTo>
                <a:lnTo>
                  <a:pt x="328930" y="529589"/>
                </a:lnTo>
                <a:lnTo>
                  <a:pt x="325120" y="528319"/>
                </a:lnTo>
                <a:lnTo>
                  <a:pt x="321310" y="528319"/>
                </a:lnTo>
                <a:lnTo>
                  <a:pt x="317500" y="527050"/>
                </a:lnTo>
                <a:lnTo>
                  <a:pt x="313689" y="524510"/>
                </a:lnTo>
                <a:lnTo>
                  <a:pt x="309880" y="523239"/>
                </a:lnTo>
                <a:lnTo>
                  <a:pt x="307339" y="521969"/>
                </a:lnTo>
                <a:lnTo>
                  <a:pt x="299720" y="516889"/>
                </a:lnTo>
                <a:lnTo>
                  <a:pt x="297180" y="513079"/>
                </a:lnTo>
                <a:lnTo>
                  <a:pt x="293370" y="510539"/>
                </a:lnTo>
                <a:lnTo>
                  <a:pt x="290830" y="506729"/>
                </a:lnTo>
                <a:lnTo>
                  <a:pt x="284480" y="499110"/>
                </a:lnTo>
                <a:lnTo>
                  <a:pt x="280670" y="494029"/>
                </a:lnTo>
                <a:lnTo>
                  <a:pt x="276860" y="487679"/>
                </a:lnTo>
                <a:lnTo>
                  <a:pt x="274320" y="482600"/>
                </a:lnTo>
                <a:lnTo>
                  <a:pt x="270510" y="476250"/>
                </a:lnTo>
                <a:lnTo>
                  <a:pt x="267970" y="463550"/>
                </a:lnTo>
                <a:lnTo>
                  <a:pt x="266700" y="458469"/>
                </a:lnTo>
                <a:lnTo>
                  <a:pt x="265430" y="452119"/>
                </a:lnTo>
                <a:lnTo>
                  <a:pt x="678180" y="452119"/>
                </a:lnTo>
                <a:lnTo>
                  <a:pt x="678180" y="365760"/>
                </a:lnTo>
                <a:lnTo>
                  <a:pt x="675639" y="334010"/>
                </a:lnTo>
                <a:lnTo>
                  <a:pt x="673100" y="304800"/>
                </a:lnTo>
                <a:lnTo>
                  <a:pt x="668712" y="280669"/>
                </a:lnTo>
                <a:lnTo>
                  <a:pt x="265430" y="280669"/>
                </a:lnTo>
                <a:lnTo>
                  <a:pt x="266700" y="275589"/>
                </a:lnTo>
                <a:lnTo>
                  <a:pt x="267970" y="269239"/>
                </a:lnTo>
                <a:lnTo>
                  <a:pt x="269239" y="264160"/>
                </a:lnTo>
                <a:lnTo>
                  <a:pt x="270510" y="257810"/>
                </a:lnTo>
                <a:lnTo>
                  <a:pt x="292100" y="222250"/>
                </a:lnTo>
                <a:lnTo>
                  <a:pt x="294639" y="218439"/>
                </a:lnTo>
                <a:lnTo>
                  <a:pt x="298450" y="215900"/>
                </a:lnTo>
                <a:lnTo>
                  <a:pt x="300989" y="213360"/>
                </a:lnTo>
                <a:lnTo>
                  <a:pt x="316230" y="203200"/>
                </a:lnTo>
                <a:lnTo>
                  <a:pt x="320039" y="203200"/>
                </a:lnTo>
                <a:lnTo>
                  <a:pt x="331470" y="199389"/>
                </a:lnTo>
                <a:lnTo>
                  <a:pt x="648476" y="199389"/>
                </a:lnTo>
                <a:lnTo>
                  <a:pt x="629920" y="157479"/>
                </a:lnTo>
                <a:lnTo>
                  <a:pt x="607060" y="119379"/>
                </a:lnTo>
                <a:lnTo>
                  <a:pt x="579120" y="86360"/>
                </a:lnTo>
                <a:lnTo>
                  <a:pt x="547370" y="58419"/>
                </a:lnTo>
                <a:lnTo>
                  <a:pt x="509270" y="35560"/>
                </a:lnTo>
                <a:lnTo>
                  <a:pt x="466089" y="17779"/>
                </a:lnTo>
                <a:lnTo>
                  <a:pt x="416560" y="6350"/>
                </a:lnTo>
                <a:lnTo>
                  <a:pt x="389889" y="2539"/>
                </a:lnTo>
                <a:lnTo>
                  <a:pt x="331470" y="0"/>
                </a:lnTo>
                <a:close/>
              </a:path>
              <a:path w="679450" h="728980">
                <a:moveTo>
                  <a:pt x="422910" y="471169"/>
                </a:moveTo>
                <a:lnTo>
                  <a:pt x="386080" y="516889"/>
                </a:lnTo>
                <a:lnTo>
                  <a:pt x="364489" y="528319"/>
                </a:lnTo>
                <a:lnTo>
                  <a:pt x="359410" y="528319"/>
                </a:lnTo>
                <a:lnTo>
                  <a:pt x="353060" y="529589"/>
                </a:lnTo>
                <a:lnTo>
                  <a:pt x="347980" y="530860"/>
                </a:lnTo>
                <a:lnTo>
                  <a:pt x="663575" y="530860"/>
                </a:lnTo>
                <a:lnTo>
                  <a:pt x="679450" y="499110"/>
                </a:lnTo>
                <a:lnTo>
                  <a:pt x="422910" y="471169"/>
                </a:lnTo>
                <a:close/>
              </a:path>
              <a:path w="679450" h="728980">
                <a:moveTo>
                  <a:pt x="648476" y="199389"/>
                </a:moveTo>
                <a:lnTo>
                  <a:pt x="351789" y="199389"/>
                </a:lnTo>
                <a:lnTo>
                  <a:pt x="354330" y="200660"/>
                </a:lnTo>
                <a:lnTo>
                  <a:pt x="358139" y="201929"/>
                </a:lnTo>
                <a:lnTo>
                  <a:pt x="361950" y="201929"/>
                </a:lnTo>
                <a:lnTo>
                  <a:pt x="364489" y="203200"/>
                </a:lnTo>
                <a:lnTo>
                  <a:pt x="368300" y="204469"/>
                </a:lnTo>
                <a:lnTo>
                  <a:pt x="370839" y="205739"/>
                </a:lnTo>
                <a:lnTo>
                  <a:pt x="374650" y="208279"/>
                </a:lnTo>
                <a:lnTo>
                  <a:pt x="377189" y="209550"/>
                </a:lnTo>
                <a:lnTo>
                  <a:pt x="387350" y="219710"/>
                </a:lnTo>
                <a:lnTo>
                  <a:pt x="391160" y="222250"/>
                </a:lnTo>
                <a:lnTo>
                  <a:pt x="402589" y="241300"/>
                </a:lnTo>
                <a:lnTo>
                  <a:pt x="406400" y="248919"/>
                </a:lnTo>
                <a:lnTo>
                  <a:pt x="408939" y="256539"/>
                </a:lnTo>
                <a:lnTo>
                  <a:pt x="410210" y="264160"/>
                </a:lnTo>
                <a:lnTo>
                  <a:pt x="412750" y="273050"/>
                </a:lnTo>
                <a:lnTo>
                  <a:pt x="412750" y="280669"/>
                </a:lnTo>
                <a:lnTo>
                  <a:pt x="668712" y="280669"/>
                </a:lnTo>
                <a:lnTo>
                  <a:pt x="668020" y="276860"/>
                </a:lnTo>
                <a:lnTo>
                  <a:pt x="662939" y="250189"/>
                </a:lnTo>
                <a:lnTo>
                  <a:pt x="656589" y="224789"/>
                </a:lnTo>
                <a:lnTo>
                  <a:pt x="648970" y="200660"/>
                </a:lnTo>
                <a:lnTo>
                  <a:pt x="648476" y="199389"/>
                </a:lnTo>
                <a:close/>
              </a:path>
            </a:pathLst>
          </a:custGeom>
          <a:solidFill>
            <a:srgbClr val="0000FF"/>
          </a:solidFill>
        </p:spPr>
        <p:txBody>
          <a:bodyPr wrap="square" lIns="0" tIns="0" rIns="0" bIns="0" rtlCol="0"/>
          <a:lstStyle/>
          <a:p/>
        </p:txBody>
      </p:sp>
      <p:sp>
        <p:nvSpPr>
          <p:cNvPr id="214" name="object 214"/>
          <p:cNvSpPr/>
          <p:nvPr/>
        </p:nvSpPr>
        <p:spPr>
          <a:xfrm>
            <a:off x="5436870" y="861060"/>
            <a:ext cx="623570" cy="713740"/>
          </a:xfrm>
          <a:custGeom>
            <a:avLst/>
            <a:gdLst/>
            <a:ahLst/>
            <a:cxnLst/>
            <a:rect l="l" t="t" r="r" b="b"/>
            <a:pathLst>
              <a:path w="623570" h="713740">
                <a:moveTo>
                  <a:pt x="245109" y="15239"/>
                </a:moveTo>
                <a:lnTo>
                  <a:pt x="0" y="15239"/>
                </a:lnTo>
                <a:lnTo>
                  <a:pt x="0" y="713739"/>
                </a:lnTo>
                <a:lnTo>
                  <a:pt x="259079" y="713739"/>
                </a:lnTo>
                <a:lnTo>
                  <a:pt x="259079" y="377189"/>
                </a:lnTo>
                <a:lnTo>
                  <a:pt x="260350" y="358139"/>
                </a:lnTo>
                <a:lnTo>
                  <a:pt x="260350" y="340360"/>
                </a:lnTo>
                <a:lnTo>
                  <a:pt x="261619" y="323850"/>
                </a:lnTo>
                <a:lnTo>
                  <a:pt x="266700" y="298450"/>
                </a:lnTo>
                <a:lnTo>
                  <a:pt x="270509" y="283210"/>
                </a:lnTo>
                <a:lnTo>
                  <a:pt x="273050" y="279400"/>
                </a:lnTo>
                <a:lnTo>
                  <a:pt x="274319" y="275589"/>
                </a:lnTo>
                <a:lnTo>
                  <a:pt x="276859" y="271779"/>
                </a:lnTo>
                <a:lnTo>
                  <a:pt x="280669" y="265429"/>
                </a:lnTo>
                <a:lnTo>
                  <a:pt x="285750" y="260350"/>
                </a:lnTo>
                <a:lnTo>
                  <a:pt x="288289" y="259079"/>
                </a:lnTo>
                <a:lnTo>
                  <a:pt x="293369" y="254000"/>
                </a:lnTo>
                <a:lnTo>
                  <a:pt x="306069" y="247650"/>
                </a:lnTo>
                <a:lnTo>
                  <a:pt x="309879" y="247650"/>
                </a:lnTo>
                <a:lnTo>
                  <a:pt x="312419" y="246379"/>
                </a:lnTo>
                <a:lnTo>
                  <a:pt x="623569" y="246379"/>
                </a:lnTo>
                <a:lnTo>
                  <a:pt x="623569" y="243839"/>
                </a:lnTo>
                <a:lnTo>
                  <a:pt x="621029" y="212089"/>
                </a:lnTo>
                <a:lnTo>
                  <a:pt x="609600" y="156210"/>
                </a:lnTo>
                <a:lnTo>
                  <a:pt x="593089" y="109219"/>
                </a:lnTo>
                <a:lnTo>
                  <a:pt x="586739" y="97789"/>
                </a:lnTo>
                <a:lnTo>
                  <a:pt x="581659" y="87629"/>
                </a:lnTo>
                <a:lnTo>
                  <a:pt x="568959" y="69850"/>
                </a:lnTo>
                <a:lnTo>
                  <a:pt x="561339" y="60960"/>
                </a:lnTo>
                <a:lnTo>
                  <a:pt x="245109" y="60960"/>
                </a:lnTo>
                <a:lnTo>
                  <a:pt x="245109" y="15239"/>
                </a:lnTo>
                <a:close/>
              </a:path>
              <a:path w="623570" h="713740">
                <a:moveTo>
                  <a:pt x="623569" y="246379"/>
                </a:moveTo>
                <a:lnTo>
                  <a:pt x="322579" y="246379"/>
                </a:lnTo>
                <a:lnTo>
                  <a:pt x="325119" y="247650"/>
                </a:lnTo>
                <a:lnTo>
                  <a:pt x="330200" y="247650"/>
                </a:lnTo>
                <a:lnTo>
                  <a:pt x="335279" y="250189"/>
                </a:lnTo>
                <a:lnTo>
                  <a:pt x="336550" y="250189"/>
                </a:lnTo>
                <a:lnTo>
                  <a:pt x="339089" y="251460"/>
                </a:lnTo>
                <a:lnTo>
                  <a:pt x="340359" y="252729"/>
                </a:lnTo>
                <a:lnTo>
                  <a:pt x="342900" y="254000"/>
                </a:lnTo>
                <a:lnTo>
                  <a:pt x="344169" y="256539"/>
                </a:lnTo>
                <a:lnTo>
                  <a:pt x="346709" y="257810"/>
                </a:lnTo>
                <a:lnTo>
                  <a:pt x="347979" y="259079"/>
                </a:lnTo>
                <a:lnTo>
                  <a:pt x="349250" y="261619"/>
                </a:lnTo>
                <a:lnTo>
                  <a:pt x="351789" y="262889"/>
                </a:lnTo>
                <a:lnTo>
                  <a:pt x="356869" y="273050"/>
                </a:lnTo>
                <a:lnTo>
                  <a:pt x="358139" y="280669"/>
                </a:lnTo>
                <a:lnTo>
                  <a:pt x="360679" y="288289"/>
                </a:lnTo>
                <a:lnTo>
                  <a:pt x="361950" y="297179"/>
                </a:lnTo>
                <a:lnTo>
                  <a:pt x="363219" y="308610"/>
                </a:lnTo>
                <a:lnTo>
                  <a:pt x="363219" y="713739"/>
                </a:lnTo>
                <a:lnTo>
                  <a:pt x="623569" y="713739"/>
                </a:lnTo>
                <a:lnTo>
                  <a:pt x="623569" y="246379"/>
                </a:lnTo>
                <a:close/>
              </a:path>
              <a:path w="623570" h="713740">
                <a:moveTo>
                  <a:pt x="414019" y="0"/>
                </a:moveTo>
                <a:lnTo>
                  <a:pt x="397509" y="1269"/>
                </a:lnTo>
                <a:lnTo>
                  <a:pt x="381000" y="1269"/>
                </a:lnTo>
                <a:lnTo>
                  <a:pt x="364489" y="3810"/>
                </a:lnTo>
                <a:lnTo>
                  <a:pt x="320039" y="17779"/>
                </a:lnTo>
                <a:lnTo>
                  <a:pt x="256539" y="54610"/>
                </a:lnTo>
                <a:lnTo>
                  <a:pt x="247650" y="59689"/>
                </a:lnTo>
                <a:lnTo>
                  <a:pt x="245109" y="59689"/>
                </a:lnTo>
                <a:lnTo>
                  <a:pt x="245109" y="60960"/>
                </a:lnTo>
                <a:lnTo>
                  <a:pt x="561339" y="60960"/>
                </a:lnTo>
                <a:lnTo>
                  <a:pt x="546100" y="45719"/>
                </a:lnTo>
                <a:lnTo>
                  <a:pt x="511809" y="21589"/>
                </a:lnTo>
                <a:lnTo>
                  <a:pt x="472439" y="6350"/>
                </a:lnTo>
                <a:lnTo>
                  <a:pt x="438150" y="1269"/>
                </a:lnTo>
                <a:lnTo>
                  <a:pt x="414019" y="0"/>
                </a:lnTo>
                <a:close/>
              </a:path>
            </a:pathLst>
          </a:custGeom>
          <a:solidFill>
            <a:srgbClr val="0000FF"/>
          </a:solidFill>
        </p:spPr>
        <p:txBody>
          <a:bodyPr wrap="square" lIns="0" tIns="0" rIns="0" bIns="0" rtlCol="0"/>
          <a:lstStyle/>
          <a:p/>
        </p:txBody>
      </p:sp>
      <p:sp>
        <p:nvSpPr>
          <p:cNvPr id="215" name="object 215"/>
          <p:cNvSpPr/>
          <p:nvPr/>
        </p:nvSpPr>
        <p:spPr>
          <a:xfrm>
            <a:off x="6383020" y="628649"/>
            <a:ext cx="259079" cy="946150"/>
          </a:xfrm>
          <a:custGeom>
            <a:avLst/>
            <a:gdLst/>
            <a:ahLst/>
            <a:cxnLst/>
            <a:rect l="l" t="t" r="r" b="b"/>
            <a:pathLst>
              <a:path w="259079" h="946150">
                <a:moveTo>
                  <a:pt x="259080" y="247650"/>
                </a:moveTo>
                <a:lnTo>
                  <a:pt x="0" y="247650"/>
                </a:lnTo>
                <a:lnTo>
                  <a:pt x="0" y="946150"/>
                </a:lnTo>
                <a:lnTo>
                  <a:pt x="259080" y="946150"/>
                </a:lnTo>
                <a:lnTo>
                  <a:pt x="259080" y="247650"/>
                </a:lnTo>
                <a:close/>
              </a:path>
              <a:path w="259079" h="946150">
                <a:moveTo>
                  <a:pt x="259080" y="0"/>
                </a:moveTo>
                <a:lnTo>
                  <a:pt x="0" y="0"/>
                </a:lnTo>
                <a:lnTo>
                  <a:pt x="0" y="222250"/>
                </a:lnTo>
                <a:lnTo>
                  <a:pt x="259080" y="222250"/>
                </a:lnTo>
                <a:lnTo>
                  <a:pt x="259080" y="0"/>
                </a:lnTo>
                <a:close/>
              </a:path>
            </a:pathLst>
          </a:custGeom>
          <a:solidFill>
            <a:srgbClr val="0000FF"/>
          </a:solidFill>
        </p:spPr>
        <p:txBody>
          <a:bodyPr wrap="square" lIns="0" tIns="0" rIns="0" bIns="0" rtlCol="0"/>
          <a:lstStyle/>
          <a:p/>
        </p:txBody>
      </p:sp>
      <p:sp>
        <p:nvSpPr>
          <p:cNvPr id="216" name="object 216"/>
          <p:cNvSpPr/>
          <p:nvPr/>
        </p:nvSpPr>
        <p:spPr>
          <a:xfrm>
            <a:off x="6897369" y="861060"/>
            <a:ext cx="623570" cy="713740"/>
          </a:xfrm>
          <a:custGeom>
            <a:avLst/>
            <a:gdLst/>
            <a:ahLst/>
            <a:cxnLst/>
            <a:rect l="l" t="t" r="r" b="b"/>
            <a:pathLst>
              <a:path w="623570" h="713740">
                <a:moveTo>
                  <a:pt x="243839" y="15239"/>
                </a:moveTo>
                <a:lnTo>
                  <a:pt x="0" y="15239"/>
                </a:lnTo>
                <a:lnTo>
                  <a:pt x="0" y="713739"/>
                </a:lnTo>
                <a:lnTo>
                  <a:pt x="259079" y="713739"/>
                </a:lnTo>
                <a:lnTo>
                  <a:pt x="259079" y="340360"/>
                </a:lnTo>
                <a:lnTo>
                  <a:pt x="261620" y="323850"/>
                </a:lnTo>
                <a:lnTo>
                  <a:pt x="262889" y="311150"/>
                </a:lnTo>
                <a:lnTo>
                  <a:pt x="265429" y="298450"/>
                </a:lnTo>
                <a:lnTo>
                  <a:pt x="267970" y="288289"/>
                </a:lnTo>
                <a:lnTo>
                  <a:pt x="270509" y="283210"/>
                </a:lnTo>
                <a:lnTo>
                  <a:pt x="271779" y="279400"/>
                </a:lnTo>
                <a:lnTo>
                  <a:pt x="274320" y="275589"/>
                </a:lnTo>
                <a:lnTo>
                  <a:pt x="275589" y="271779"/>
                </a:lnTo>
                <a:lnTo>
                  <a:pt x="280670" y="265429"/>
                </a:lnTo>
                <a:lnTo>
                  <a:pt x="292100" y="254000"/>
                </a:lnTo>
                <a:lnTo>
                  <a:pt x="297179" y="251460"/>
                </a:lnTo>
                <a:lnTo>
                  <a:pt x="300989" y="250189"/>
                </a:lnTo>
                <a:lnTo>
                  <a:pt x="306070" y="247650"/>
                </a:lnTo>
                <a:lnTo>
                  <a:pt x="308609" y="247650"/>
                </a:lnTo>
                <a:lnTo>
                  <a:pt x="311150" y="246379"/>
                </a:lnTo>
                <a:lnTo>
                  <a:pt x="622397" y="246379"/>
                </a:lnTo>
                <a:lnTo>
                  <a:pt x="614679" y="182879"/>
                </a:lnTo>
                <a:lnTo>
                  <a:pt x="601979" y="132079"/>
                </a:lnTo>
                <a:lnTo>
                  <a:pt x="580389" y="87629"/>
                </a:lnTo>
                <a:lnTo>
                  <a:pt x="561339" y="60960"/>
                </a:lnTo>
                <a:lnTo>
                  <a:pt x="243839" y="60960"/>
                </a:lnTo>
                <a:lnTo>
                  <a:pt x="243839" y="15239"/>
                </a:lnTo>
                <a:close/>
              </a:path>
              <a:path w="623570" h="713740">
                <a:moveTo>
                  <a:pt x="622397" y="246379"/>
                </a:moveTo>
                <a:lnTo>
                  <a:pt x="322579" y="246379"/>
                </a:lnTo>
                <a:lnTo>
                  <a:pt x="325120" y="247650"/>
                </a:lnTo>
                <a:lnTo>
                  <a:pt x="330200" y="247650"/>
                </a:lnTo>
                <a:lnTo>
                  <a:pt x="331470" y="248919"/>
                </a:lnTo>
                <a:lnTo>
                  <a:pt x="334009" y="250189"/>
                </a:lnTo>
                <a:lnTo>
                  <a:pt x="336550" y="250189"/>
                </a:lnTo>
                <a:lnTo>
                  <a:pt x="337820" y="251460"/>
                </a:lnTo>
                <a:lnTo>
                  <a:pt x="359409" y="288289"/>
                </a:lnTo>
                <a:lnTo>
                  <a:pt x="361950" y="308610"/>
                </a:lnTo>
                <a:lnTo>
                  <a:pt x="363220" y="318769"/>
                </a:lnTo>
                <a:lnTo>
                  <a:pt x="363220" y="713739"/>
                </a:lnTo>
                <a:lnTo>
                  <a:pt x="623570" y="713739"/>
                </a:lnTo>
                <a:lnTo>
                  <a:pt x="623521" y="275589"/>
                </a:lnTo>
                <a:lnTo>
                  <a:pt x="622397" y="246379"/>
                </a:lnTo>
                <a:close/>
              </a:path>
              <a:path w="623570" h="713740">
                <a:moveTo>
                  <a:pt x="414020" y="0"/>
                </a:moveTo>
                <a:lnTo>
                  <a:pt x="396239" y="1269"/>
                </a:lnTo>
                <a:lnTo>
                  <a:pt x="379729" y="1269"/>
                </a:lnTo>
                <a:lnTo>
                  <a:pt x="363220" y="3810"/>
                </a:lnTo>
                <a:lnTo>
                  <a:pt x="347979" y="7619"/>
                </a:lnTo>
                <a:lnTo>
                  <a:pt x="334009" y="12700"/>
                </a:lnTo>
                <a:lnTo>
                  <a:pt x="318770" y="17779"/>
                </a:lnTo>
                <a:lnTo>
                  <a:pt x="306070" y="24129"/>
                </a:lnTo>
                <a:lnTo>
                  <a:pt x="255270" y="54610"/>
                </a:lnTo>
                <a:lnTo>
                  <a:pt x="247650" y="59689"/>
                </a:lnTo>
                <a:lnTo>
                  <a:pt x="245109" y="59689"/>
                </a:lnTo>
                <a:lnTo>
                  <a:pt x="243839" y="60960"/>
                </a:lnTo>
                <a:lnTo>
                  <a:pt x="561339" y="60960"/>
                </a:lnTo>
                <a:lnTo>
                  <a:pt x="546100" y="45719"/>
                </a:lnTo>
                <a:lnTo>
                  <a:pt x="537209" y="39369"/>
                </a:lnTo>
                <a:lnTo>
                  <a:pt x="529589" y="33019"/>
                </a:lnTo>
                <a:lnTo>
                  <a:pt x="471170" y="6350"/>
                </a:lnTo>
                <a:lnTo>
                  <a:pt x="438150" y="1269"/>
                </a:lnTo>
                <a:lnTo>
                  <a:pt x="414020" y="0"/>
                </a:lnTo>
                <a:close/>
              </a:path>
            </a:pathLst>
          </a:custGeom>
          <a:solidFill>
            <a:srgbClr val="0000FF"/>
          </a:solidFill>
        </p:spPr>
        <p:txBody>
          <a:bodyPr wrap="square" lIns="0" tIns="0" rIns="0" bIns="0" rtlCol="0"/>
          <a:lstStyle/>
          <a:p/>
        </p:txBody>
      </p:sp>
      <p:sp>
        <p:nvSpPr>
          <p:cNvPr id="217" name="object 217"/>
          <p:cNvSpPr/>
          <p:nvPr/>
        </p:nvSpPr>
        <p:spPr>
          <a:xfrm>
            <a:off x="7809230" y="861060"/>
            <a:ext cx="648970" cy="976630"/>
          </a:xfrm>
          <a:custGeom>
            <a:avLst/>
            <a:gdLst/>
            <a:ahLst/>
            <a:cxnLst/>
            <a:rect l="l" t="t" r="r" b="b"/>
            <a:pathLst>
              <a:path w="648970" h="976630">
                <a:moveTo>
                  <a:pt x="17779" y="673100"/>
                </a:moveTo>
                <a:lnTo>
                  <a:pt x="16510" y="713739"/>
                </a:lnTo>
                <a:lnTo>
                  <a:pt x="15367" y="725169"/>
                </a:lnTo>
                <a:lnTo>
                  <a:pt x="15240" y="735329"/>
                </a:lnTo>
                <a:lnTo>
                  <a:pt x="20320" y="787400"/>
                </a:lnTo>
                <a:lnTo>
                  <a:pt x="31750" y="834389"/>
                </a:lnTo>
                <a:lnTo>
                  <a:pt x="54610" y="875029"/>
                </a:lnTo>
                <a:lnTo>
                  <a:pt x="60960" y="883919"/>
                </a:lnTo>
                <a:lnTo>
                  <a:pt x="67310" y="894079"/>
                </a:lnTo>
                <a:lnTo>
                  <a:pt x="76200" y="901700"/>
                </a:lnTo>
                <a:lnTo>
                  <a:pt x="83820" y="910589"/>
                </a:lnTo>
                <a:lnTo>
                  <a:pt x="92710" y="918210"/>
                </a:lnTo>
                <a:lnTo>
                  <a:pt x="113029" y="933450"/>
                </a:lnTo>
                <a:lnTo>
                  <a:pt x="124460" y="939800"/>
                </a:lnTo>
                <a:lnTo>
                  <a:pt x="137160" y="944879"/>
                </a:lnTo>
                <a:lnTo>
                  <a:pt x="149860" y="951229"/>
                </a:lnTo>
                <a:lnTo>
                  <a:pt x="210820" y="967739"/>
                </a:lnTo>
                <a:lnTo>
                  <a:pt x="284479" y="975360"/>
                </a:lnTo>
                <a:lnTo>
                  <a:pt x="326390" y="976629"/>
                </a:lnTo>
                <a:lnTo>
                  <a:pt x="361950" y="975360"/>
                </a:lnTo>
                <a:lnTo>
                  <a:pt x="397510" y="972819"/>
                </a:lnTo>
                <a:lnTo>
                  <a:pt x="414020" y="970279"/>
                </a:lnTo>
                <a:lnTo>
                  <a:pt x="430529" y="966469"/>
                </a:lnTo>
                <a:lnTo>
                  <a:pt x="445770" y="963929"/>
                </a:lnTo>
                <a:lnTo>
                  <a:pt x="490220" y="949960"/>
                </a:lnTo>
                <a:lnTo>
                  <a:pt x="515620" y="937260"/>
                </a:lnTo>
                <a:lnTo>
                  <a:pt x="528320" y="930910"/>
                </a:lnTo>
                <a:lnTo>
                  <a:pt x="561340" y="905510"/>
                </a:lnTo>
                <a:lnTo>
                  <a:pt x="589279" y="872489"/>
                </a:lnTo>
                <a:lnTo>
                  <a:pt x="596900" y="861060"/>
                </a:lnTo>
                <a:lnTo>
                  <a:pt x="605790" y="848360"/>
                </a:lnTo>
                <a:lnTo>
                  <a:pt x="612140" y="835660"/>
                </a:lnTo>
                <a:lnTo>
                  <a:pt x="618490" y="821689"/>
                </a:lnTo>
                <a:lnTo>
                  <a:pt x="626110" y="806450"/>
                </a:lnTo>
                <a:lnTo>
                  <a:pt x="636270" y="775969"/>
                </a:lnTo>
                <a:lnTo>
                  <a:pt x="637857" y="769619"/>
                </a:lnTo>
                <a:lnTo>
                  <a:pt x="325120" y="769619"/>
                </a:lnTo>
                <a:lnTo>
                  <a:pt x="318770" y="768350"/>
                </a:lnTo>
                <a:lnTo>
                  <a:pt x="312420" y="768350"/>
                </a:lnTo>
                <a:lnTo>
                  <a:pt x="307340" y="767079"/>
                </a:lnTo>
                <a:lnTo>
                  <a:pt x="300990" y="765810"/>
                </a:lnTo>
                <a:lnTo>
                  <a:pt x="297179" y="764539"/>
                </a:lnTo>
                <a:lnTo>
                  <a:pt x="287020" y="759460"/>
                </a:lnTo>
                <a:lnTo>
                  <a:pt x="283210" y="756919"/>
                </a:lnTo>
                <a:lnTo>
                  <a:pt x="281940" y="755650"/>
                </a:lnTo>
                <a:lnTo>
                  <a:pt x="281940" y="754379"/>
                </a:lnTo>
                <a:lnTo>
                  <a:pt x="280670" y="751839"/>
                </a:lnTo>
                <a:lnTo>
                  <a:pt x="279400" y="750569"/>
                </a:lnTo>
                <a:lnTo>
                  <a:pt x="274320" y="740410"/>
                </a:lnTo>
                <a:lnTo>
                  <a:pt x="271779" y="732789"/>
                </a:lnTo>
                <a:lnTo>
                  <a:pt x="270510" y="725169"/>
                </a:lnTo>
                <a:lnTo>
                  <a:pt x="265429" y="706119"/>
                </a:lnTo>
                <a:lnTo>
                  <a:pt x="17779" y="673100"/>
                </a:lnTo>
                <a:close/>
              </a:path>
              <a:path w="648970" h="976630">
                <a:moveTo>
                  <a:pt x="648970" y="641350"/>
                </a:moveTo>
                <a:lnTo>
                  <a:pt x="391160" y="641350"/>
                </a:lnTo>
                <a:lnTo>
                  <a:pt x="391160" y="643889"/>
                </a:lnTo>
                <a:lnTo>
                  <a:pt x="389890" y="646429"/>
                </a:lnTo>
                <a:lnTo>
                  <a:pt x="388620" y="647700"/>
                </a:lnTo>
                <a:lnTo>
                  <a:pt x="387350" y="650239"/>
                </a:lnTo>
                <a:lnTo>
                  <a:pt x="387223" y="683260"/>
                </a:lnTo>
                <a:lnTo>
                  <a:pt x="386079" y="694689"/>
                </a:lnTo>
                <a:lnTo>
                  <a:pt x="386079" y="707389"/>
                </a:lnTo>
                <a:lnTo>
                  <a:pt x="383540" y="718819"/>
                </a:lnTo>
                <a:lnTo>
                  <a:pt x="381000" y="727710"/>
                </a:lnTo>
                <a:lnTo>
                  <a:pt x="379729" y="732789"/>
                </a:lnTo>
                <a:lnTo>
                  <a:pt x="377190" y="740410"/>
                </a:lnTo>
                <a:lnTo>
                  <a:pt x="375920" y="742950"/>
                </a:lnTo>
                <a:lnTo>
                  <a:pt x="373379" y="746760"/>
                </a:lnTo>
                <a:lnTo>
                  <a:pt x="372110" y="749300"/>
                </a:lnTo>
                <a:lnTo>
                  <a:pt x="363220" y="758189"/>
                </a:lnTo>
                <a:lnTo>
                  <a:pt x="358140" y="760729"/>
                </a:lnTo>
                <a:lnTo>
                  <a:pt x="355600" y="763269"/>
                </a:lnTo>
                <a:lnTo>
                  <a:pt x="351790" y="764539"/>
                </a:lnTo>
                <a:lnTo>
                  <a:pt x="349250" y="764539"/>
                </a:lnTo>
                <a:lnTo>
                  <a:pt x="346710" y="767079"/>
                </a:lnTo>
                <a:lnTo>
                  <a:pt x="339090" y="767079"/>
                </a:lnTo>
                <a:lnTo>
                  <a:pt x="332740" y="768350"/>
                </a:lnTo>
                <a:lnTo>
                  <a:pt x="325120" y="769619"/>
                </a:lnTo>
                <a:lnTo>
                  <a:pt x="637857" y="769619"/>
                </a:lnTo>
                <a:lnTo>
                  <a:pt x="640079" y="760729"/>
                </a:lnTo>
                <a:lnTo>
                  <a:pt x="642620" y="745489"/>
                </a:lnTo>
                <a:lnTo>
                  <a:pt x="647700" y="712469"/>
                </a:lnTo>
                <a:lnTo>
                  <a:pt x="648970" y="697229"/>
                </a:lnTo>
                <a:lnTo>
                  <a:pt x="648970" y="641350"/>
                </a:lnTo>
                <a:close/>
              </a:path>
              <a:path w="648970" h="976630">
                <a:moveTo>
                  <a:pt x="265429" y="0"/>
                </a:moveTo>
                <a:lnTo>
                  <a:pt x="233679" y="0"/>
                </a:lnTo>
                <a:lnTo>
                  <a:pt x="207010" y="2539"/>
                </a:lnTo>
                <a:lnTo>
                  <a:pt x="158750" y="16510"/>
                </a:lnTo>
                <a:lnTo>
                  <a:pt x="114300" y="41910"/>
                </a:lnTo>
                <a:lnTo>
                  <a:pt x="77470" y="76200"/>
                </a:lnTo>
                <a:lnTo>
                  <a:pt x="52070" y="110489"/>
                </a:lnTo>
                <a:lnTo>
                  <a:pt x="26670" y="163829"/>
                </a:lnTo>
                <a:lnTo>
                  <a:pt x="10160" y="224789"/>
                </a:lnTo>
                <a:lnTo>
                  <a:pt x="1270" y="297179"/>
                </a:lnTo>
                <a:lnTo>
                  <a:pt x="0" y="335279"/>
                </a:lnTo>
                <a:lnTo>
                  <a:pt x="1270" y="369569"/>
                </a:lnTo>
                <a:lnTo>
                  <a:pt x="7620" y="433069"/>
                </a:lnTo>
                <a:lnTo>
                  <a:pt x="20320" y="488950"/>
                </a:lnTo>
                <a:lnTo>
                  <a:pt x="39370" y="538479"/>
                </a:lnTo>
                <a:lnTo>
                  <a:pt x="71120" y="590550"/>
                </a:lnTo>
                <a:lnTo>
                  <a:pt x="102870" y="627379"/>
                </a:lnTo>
                <a:lnTo>
                  <a:pt x="114300" y="638810"/>
                </a:lnTo>
                <a:lnTo>
                  <a:pt x="125729" y="647700"/>
                </a:lnTo>
                <a:lnTo>
                  <a:pt x="138429" y="656589"/>
                </a:lnTo>
                <a:lnTo>
                  <a:pt x="151129" y="662939"/>
                </a:lnTo>
                <a:lnTo>
                  <a:pt x="163829" y="670560"/>
                </a:lnTo>
                <a:lnTo>
                  <a:pt x="204470" y="683260"/>
                </a:lnTo>
                <a:lnTo>
                  <a:pt x="233679" y="687069"/>
                </a:lnTo>
                <a:lnTo>
                  <a:pt x="265429" y="687069"/>
                </a:lnTo>
                <a:lnTo>
                  <a:pt x="309879" y="679450"/>
                </a:lnTo>
                <a:lnTo>
                  <a:pt x="353060" y="661669"/>
                </a:lnTo>
                <a:lnTo>
                  <a:pt x="374650" y="647700"/>
                </a:lnTo>
                <a:lnTo>
                  <a:pt x="381000" y="643889"/>
                </a:lnTo>
                <a:lnTo>
                  <a:pt x="383540" y="643889"/>
                </a:lnTo>
                <a:lnTo>
                  <a:pt x="386079" y="642619"/>
                </a:lnTo>
                <a:lnTo>
                  <a:pt x="387350" y="641350"/>
                </a:lnTo>
                <a:lnTo>
                  <a:pt x="648970" y="641350"/>
                </a:lnTo>
                <a:lnTo>
                  <a:pt x="648970" y="466089"/>
                </a:lnTo>
                <a:lnTo>
                  <a:pt x="317500" y="466089"/>
                </a:lnTo>
                <a:lnTo>
                  <a:pt x="313690" y="464819"/>
                </a:lnTo>
                <a:lnTo>
                  <a:pt x="311150" y="464819"/>
                </a:lnTo>
                <a:lnTo>
                  <a:pt x="307340" y="463550"/>
                </a:lnTo>
                <a:lnTo>
                  <a:pt x="304800" y="462279"/>
                </a:lnTo>
                <a:lnTo>
                  <a:pt x="300990" y="461010"/>
                </a:lnTo>
                <a:lnTo>
                  <a:pt x="295910" y="458469"/>
                </a:lnTo>
                <a:lnTo>
                  <a:pt x="293370" y="455929"/>
                </a:lnTo>
                <a:lnTo>
                  <a:pt x="290829" y="454660"/>
                </a:lnTo>
                <a:lnTo>
                  <a:pt x="285750" y="449579"/>
                </a:lnTo>
                <a:lnTo>
                  <a:pt x="281940" y="447039"/>
                </a:lnTo>
                <a:lnTo>
                  <a:pt x="278129" y="441960"/>
                </a:lnTo>
                <a:lnTo>
                  <a:pt x="275590" y="438150"/>
                </a:lnTo>
                <a:lnTo>
                  <a:pt x="274320" y="434339"/>
                </a:lnTo>
                <a:lnTo>
                  <a:pt x="271779" y="430529"/>
                </a:lnTo>
                <a:lnTo>
                  <a:pt x="270510" y="426719"/>
                </a:lnTo>
                <a:lnTo>
                  <a:pt x="266700" y="416560"/>
                </a:lnTo>
                <a:lnTo>
                  <a:pt x="264160" y="406400"/>
                </a:lnTo>
                <a:lnTo>
                  <a:pt x="261620" y="394969"/>
                </a:lnTo>
                <a:lnTo>
                  <a:pt x="260350" y="383539"/>
                </a:lnTo>
                <a:lnTo>
                  <a:pt x="260350" y="369569"/>
                </a:lnTo>
                <a:lnTo>
                  <a:pt x="259079" y="354329"/>
                </a:lnTo>
                <a:lnTo>
                  <a:pt x="260350" y="336550"/>
                </a:lnTo>
                <a:lnTo>
                  <a:pt x="260350" y="321310"/>
                </a:lnTo>
                <a:lnTo>
                  <a:pt x="261620" y="307339"/>
                </a:lnTo>
                <a:lnTo>
                  <a:pt x="264160" y="294639"/>
                </a:lnTo>
                <a:lnTo>
                  <a:pt x="266700" y="283210"/>
                </a:lnTo>
                <a:lnTo>
                  <a:pt x="269240" y="273050"/>
                </a:lnTo>
                <a:lnTo>
                  <a:pt x="271779" y="267969"/>
                </a:lnTo>
                <a:lnTo>
                  <a:pt x="274320" y="260350"/>
                </a:lnTo>
                <a:lnTo>
                  <a:pt x="276860" y="257810"/>
                </a:lnTo>
                <a:lnTo>
                  <a:pt x="281940" y="251460"/>
                </a:lnTo>
                <a:lnTo>
                  <a:pt x="287020" y="246379"/>
                </a:lnTo>
                <a:lnTo>
                  <a:pt x="288290" y="243839"/>
                </a:lnTo>
                <a:lnTo>
                  <a:pt x="290829" y="241300"/>
                </a:lnTo>
                <a:lnTo>
                  <a:pt x="295910" y="238760"/>
                </a:lnTo>
                <a:lnTo>
                  <a:pt x="299720" y="236219"/>
                </a:lnTo>
                <a:lnTo>
                  <a:pt x="302260" y="234950"/>
                </a:lnTo>
                <a:lnTo>
                  <a:pt x="304800" y="234950"/>
                </a:lnTo>
                <a:lnTo>
                  <a:pt x="308610" y="233679"/>
                </a:lnTo>
                <a:lnTo>
                  <a:pt x="311150" y="232410"/>
                </a:lnTo>
                <a:lnTo>
                  <a:pt x="648970" y="232410"/>
                </a:lnTo>
                <a:lnTo>
                  <a:pt x="648970" y="48260"/>
                </a:lnTo>
                <a:lnTo>
                  <a:pt x="400050" y="48260"/>
                </a:lnTo>
                <a:lnTo>
                  <a:pt x="384810" y="40639"/>
                </a:lnTo>
                <a:lnTo>
                  <a:pt x="353060" y="22860"/>
                </a:lnTo>
                <a:lnTo>
                  <a:pt x="340360" y="16510"/>
                </a:lnTo>
                <a:lnTo>
                  <a:pt x="326390" y="11429"/>
                </a:lnTo>
                <a:lnTo>
                  <a:pt x="312420" y="7619"/>
                </a:lnTo>
                <a:lnTo>
                  <a:pt x="297179" y="3810"/>
                </a:lnTo>
                <a:lnTo>
                  <a:pt x="281940" y="1269"/>
                </a:lnTo>
                <a:lnTo>
                  <a:pt x="265429" y="0"/>
                </a:lnTo>
                <a:close/>
              </a:path>
              <a:path w="648970" h="976630">
                <a:moveTo>
                  <a:pt x="648970" y="232410"/>
                </a:moveTo>
                <a:lnTo>
                  <a:pt x="330200" y="232410"/>
                </a:lnTo>
                <a:lnTo>
                  <a:pt x="332740" y="233679"/>
                </a:lnTo>
                <a:lnTo>
                  <a:pt x="336550" y="234950"/>
                </a:lnTo>
                <a:lnTo>
                  <a:pt x="339090" y="236219"/>
                </a:lnTo>
                <a:lnTo>
                  <a:pt x="342900" y="237489"/>
                </a:lnTo>
                <a:lnTo>
                  <a:pt x="345440" y="238760"/>
                </a:lnTo>
                <a:lnTo>
                  <a:pt x="349250" y="241300"/>
                </a:lnTo>
                <a:lnTo>
                  <a:pt x="351790" y="242569"/>
                </a:lnTo>
                <a:lnTo>
                  <a:pt x="363220" y="254000"/>
                </a:lnTo>
                <a:lnTo>
                  <a:pt x="368300" y="260350"/>
                </a:lnTo>
                <a:lnTo>
                  <a:pt x="375920" y="271779"/>
                </a:lnTo>
                <a:lnTo>
                  <a:pt x="377190" y="276860"/>
                </a:lnTo>
                <a:lnTo>
                  <a:pt x="381000" y="287019"/>
                </a:lnTo>
                <a:lnTo>
                  <a:pt x="388504" y="335279"/>
                </a:lnTo>
                <a:lnTo>
                  <a:pt x="388620" y="367029"/>
                </a:lnTo>
                <a:lnTo>
                  <a:pt x="387350" y="381000"/>
                </a:lnTo>
                <a:lnTo>
                  <a:pt x="378460" y="424179"/>
                </a:lnTo>
                <a:lnTo>
                  <a:pt x="373379" y="433069"/>
                </a:lnTo>
                <a:lnTo>
                  <a:pt x="372110" y="436879"/>
                </a:lnTo>
                <a:lnTo>
                  <a:pt x="369570" y="439419"/>
                </a:lnTo>
                <a:lnTo>
                  <a:pt x="359410" y="452119"/>
                </a:lnTo>
                <a:lnTo>
                  <a:pt x="356870" y="453389"/>
                </a:lnTo>
                <a:lnTo>
                  <a:pt x="354329" y="455929"/>
                </a:lnTo>
                <a:lnTo>
                  <a:pt x="350520" y="458469"/>
                </a:lnTo>
                <a:lnTo>
                  <a:pt x="342900" y="462279"/>
                </a:lnTo>
                <a:lnTo>
                  <a:pt x="339090" y="463550"/>
                </a:lnTo>
                <a:lnTo>
                  <a:pt x="336550" y="464819"/>
                </a:lnTo>
                <a:lnTo>
                  <a:pt x="334010" y="464819"/>
                </a:lnTo>
                <a:lnTo>
                  <a:pt x="330200" y="466089"/>
                </a:lnTo>
                <a:lnTo>
                  <a:pt x="648970" y="466089"/>
                </a:lnTo>
                <a:lnTo>
                  <a:pt x="648970" y="232410"/>
                </a:lnTo>
                <a:close/>
              </a:path>
              <a:path w="648970" h="976630">
                <a:moveTo>
                  <a:pt x="648970" y="15239"/>
                </a:moveTo>
                <a:lnTo>
                  <a:pt x="402590" y="15239"/>
                </a:lnTo>
                <a:lnTo>
                  <a:pt x="402590" y="44450"/>
                </a:lnTo>
                <a:lnTo>
                  <a:pt x="403860" y="44450"/>
                </a:lnTo>
                <a:lnTo>
                  <a:pt x="403860" y="48260"/>
                </a:lnTo>
                <a:lnTo>
                  <a:pt x="648970" y="48260"/>
                </a:lnTo>
                <a:lnTo>
                  <a:pt x="648970" y="15239"/>
                </a:lnTo>
                <a:close/>
              </a:path>
            </a:pathLst>
          </a:custGeom>
          <a:solidFill>
            <a:srgbClr val="0000FF"/>
          </a:solidFill>
        </p:spPr>
        <p:txBody>
          <a:bodyPr wrap="square" lIns="0" tIns="0" rIns="0" bIns="0" rtlCol="0"/>
          <a:lstStyle/>
          <a:p/>
        </p:txBody>
      </p:sp>
      <p:sp>
        <p:nvSpPr>
          <p:cNvPr id="218" name="object 218"/>
          <p:cNvSpPr/>
          <p:nvPr/>
        </p:nvSpPr>
        <p:spPr>
          <a:xfrm>
            <a:off x="6553200" y="2209800"/>
            <a:ext cx="2143759" cy="3962400"/>
          </a:xfrm>
          <a:prstGeom prst="rect">
            <a:avLst/>
          </a:prstGeom>
          <a:blipFill>
            <a:blip r:embed="rId1" cstate="print"/>
            <a:stretch>
              <a:fillRect/>
            </a:stretch>
          </a:blipFill>
        </p:spPr>
        <p:txBody>
          <a:bodyPr wrap="square" lIns="0" tIns="0" rIns="0" bIns="0" rtlCol="0"/>
          <a:lstStyle/>
          <a:p/>
        </p:txBody>
      </p:sp>
      <p:sp>
        <p:nvSpPr>
          <p:cNvPr id="219" name="object 219"/>
          <p:cNvSpPr txBox="1"/>
          <p:nvPr/>
        </p:nvSpPr>
        <p:spPr>
          <a:xfrm>
            <a:off x="510540" y="2167890"/>
            <a:ext cx="5631180" cy="4079240"/>
          </a:xfrm>
          <a:prstGeom prst="rect">
            <a:avLst/>
          </a:prstGeom>
        </p:spPr>
        <p:txBody>
          <a:bodyPr vert="horz" wrap="square" lIns="0" tIns="12700" rIns="0" bIns="0" rtlCol="0">
            <a:spAutoFit/>
          </a:bodyPr>
          <a:lstStyle/>
          <a:p>
            <a:pPr marL="252730" marR="445135" indent="-240030">
              <a:lnSpc>
                <a:spcPct val="100000"/>
              </a:lnSpc>
              <a:spcBef>
                <a:spcPts val="100"/>
              </a:spcBef>
              <a:buFont typeface="Wingdings" panose="05000000000000000000"/>
              <a:buChar char=""/>
              <a:tabLst>
                <a:tab pos="373380" algn="l"/>
              </a:tabLst>
            </a:pPr>
            <a:r>
              <a:rPr sz="2400" b="1" spc="-5" dirty="0">
                <a:latin typeface="Tahoma" panose="020B0604030504040204"/>
                <a:cs typeface="Tahoma" panose="020B0604030504040204"/>
              </a:rPr>
              <a:t>Listening is the most important  communication</a:t>
            </a:r>
            <a:r>
              <a:rPr sz="2400" b="1" spc="5" dirty="0">
                <a:latin typeface="Tahoma" panose="020B0604030504040204"/>
                <a:cs typeface="Tahoma" panose="020B0604030504040204"/>
              </a:rPr>
              <a:t> </a:t>
            </a:r>
            <a:r>
              <a:rPr sz="2400" b="1" spc="-5" dirty="0">
                <a:latin typeface="Tahoma" panose="020B0604030504040204"/>
                <a:cs typeface="Tahoma" panose="020B0604030504040204"/>
              </a:rPr>
              <a:t>skill</a:t>
            </a:r>
            <a:endParaRPr sz="2400">
              <a:latin typeface="Tahoma" panose="020B0604030504040204"/>
              <a:cs typeface="Tahoma" panose="020B0604030504040204"/>
            </a:endParaRPr>
          </a:p>
          <a:p>
            <a:pPr marL="252730" marR="107950" indent="-240030">
              <a:lnSpc>
                <a:spcPct val="100000"/>
              </a:lnSpc>
              <a:spcBef>
                <a:spcPts val="1500"/>
              </a:spcBef>
              <a:buFont typeface="Wingdings" panose="05000000000000000000"/>
              <a:buChar char=""/>
              <a:tabLst>
                <a:tab pos="373380" algn="l"/>
              </a:tabLst>
            </a:pPr>
            <a:r>
              <a:rPr sz="2400" b="1" spc="5" dirty="0">
                <a:latin typeface="Tahoma" panose="020B0604030504040204"/>
                <a:cs typeface="Tahoma" panose="020B0604030504040204"/>
              </a:rPr>
              <a:t>We </a:t>
            </a:r>
            <a:r>
              <a:rPr sz="2400" b="1" spc="-5" dirty="0">
                <a:latin typeface="Tahoma" panose="020B0604030504040204"/>
                <a:cs typeface="Tahoma" panose="020B0604030504040204"/>
              </a:rPr>
              <a:t>probably spend more time  using our Listening Skills than any  other kind </a:t>
            </a:r>
            <a:r>
              <a:rPr sz="2400" b="1" spc="-10" dirty="0">
                <a:latin typeface="Tahoma" panose="020B0604030504040204"/>
                <a:cs typeface="Tahoma" panose="020B0604030504040204"/>
              </a:rPr>
              <a:t>of</a:t>
            </a:r>
            <a:r>
              <a:rPr sz="2400" b="1" spc="5" dirty="0">
                <a:latin typeface="Tahoma" panose="020B0604030504040204"/>
                <a:cs typeface="Tahoma" panose="020B0604030504040204"/>
              </a:rPr>
              <a:t> </a:t>
            </a:r>
            <a:r>
              <a:rPr sz="2400" b="1" spc="-5" dirty="0">
                <a:latin typeface="Tahoma" panose="020B0604030504040204"/>
                <a:cs typeface="Tahoma" panose="020B0604030504040204"/>
              </a:rPr>
              <a:t>skill</a:t>
            </a:r>
            <a:endParaRPr sz="2400">
              <a:latin typeface="Tahoma" panose="020B0604030504040204"/>
              <a:cs typeface="Tahoma" panose="020B0604030504040204"/>
            </a:endParaRPr>
          </a:p>
          <a:p>
            <a:pPr marL="252730" marR="330200" indent="-240030">
              <a:lnSpc>
                <a:spcPct val="100000"/>
              </a:lnSpc>
              <a:spcBef>
                <a:spcPts val="1500"/>
              </a:spcBef>
              <a:buFont typeface="Wingdings" panose="05000000000000000000"/>
              <a:buChar char=""/>
              <a:tabLst>
                <a:tab pos="373380" algn="l"/>
              </a:tabLst>
            </a:pPr>
            <a:r>
              <a:rPr sz="2400" b="1" dirty="0">
                <a:latin typeface="Tahoma" panose="020B0604030504040204"/>
                <a:cs typeface="Tahoma" panose="020B0604030504040204"/>
              </a:rPr>
              <a:t>Like </a:t>
            </a:r>
            <a:r>
              <a:rPr sz="2400" b="1" spc="-5" dirty="0">
                <a:latin typeface="Tahoma" panose="020B0604030504040204"/>
                <a:cs typeface="Tahoma" panose="020B0604030504040204"/>
              </a:rPr>
              <a:t>other skills, Listening takes  practice</a:t>
            </a:r>
            <a:endParaRPr sz="2400">
              <a:latin typeface="Tahoma" panose="020B0604030504040204"/>
              <a:cs typeface="Tahoma" panose="020B0604030504040204"/>
            </a:endParaRPr>
          </a:p>
          <a:p>
            <a:pPr marL="373380" indent="-360680">
              <a:lnSpc>
                <a:spcPct val="100000"/>
              </a:lnSpc>
              <a:spcBef>
                <a:spcPts val="1500"/>
              </a:spcBef>
              <a:buFont typeface="Wingdings" panose="05000000000000000000"/>
              <a:buChar char=""/>
              <a:tabLst>
                <a:tab pos="373380" algn="l"/>
              </a:tabLst>
            </a:pPr>
            <a:r>
              <a:rPr sz="2400" b="1" dirty="0">
                <a:latin typeface="Tahoma" panose="020B0604030504040204"/>
                <a:cs typeface="Tahoma" panose="020B0604030504040204"/>
              </a:rPr>
              <a:t>Real </a:t>
            </a:r>
            <a:r>
              <a:rPr sz="2400" b="1" spc="-5" dirty="0">
                <a:latin typeface="Tahoma" panose="020B0604030504040204"/>
                <a:cs typeface="Tahoma" panose="020B0604030504040204"/>
              </a:rPr>
              <a:t>Listening is </a:t>
            </a:r>
            <a:r>
              <a:rPr sz="2400" b="1" dirty="0">
                <a:latin typeface="Tahoma" panose="020B0604030504040204"/>
                <a:cs typeface="Tahoma" panose="020B0604030504040204"/>
              </a:rPr>
              <a:t>an </a:t>
            </a:r>
            <a:r>
              <a:rPr sz="2400" b="1" spc="-5" dirty="0">
                <a:latin typeface="Tahoma" panose="020B0604030504040204"/>
                <a:cs typeface="Tahoma" panose="020B0604030504040204"/>
              </a:rPr>
              <a:t>active</a:t>
            </a:r>
            <a:r>
              <a:rPr sz="2400" b="1" spc="-10" dirty="0">
                <a:latin typeface="Tahoma" panose="020B0604030504040204"/>
                <a:cs typeface="Tahoma" panose="020B0604030504040204"/>
              </a:rPr>
              <a:t> </a:t>
            </a:r>
            <a:r>
              <a:rPr sz="2400" b="1" spc="-5" dirty="0">
                <a:latin typeface="Tahoma" panose="020B0604030504040204"/>
                <a:cs typeface="Tahoma" panose="020B0604030504040204"/>
              </a:rPr>
              <a:t>process</a:t>
            </a:r>
            <a:endParaRPr sz="2400">
              <a:latin typeface="Tahoma" panose="020B0604030504040204"/>
              <a:cs typeface="Tahoma" panose="020B0604030504040204"/>
            </a:endParaRPr>
          </a:p>
          <a:p>
            <a:pPr marL="373380" indent="-360680">
              <a:lnSpc>
                <a:spcPct val="100000"/>
              </a:lnSpc>
              <a:spcBef>
                <a:spcPts val="1500"/>
              </a:spcBef>
              <a:buFont typeface="Wingdings" panose="05000000000000000000"/>
              <a:buChar char=""/>
              <a:tabLst>
                <a:tab pos="373380" algn="l"/>
              </a:tabLst>
            </a:pPr>
            <a:r>
              <a:rPr sz="2400" b="1" spc="-5" dirty="0">
                <a:latin typeface="Tahoma" panose="020B0604030504040204"/>
                <a:cs typeface="Tahoma" panose="020B0604030504040204"/>
              </a:rPr>
              <a:t>Listening requires</a:t>
            </a:r>
            <a:r>
              <a:rPr sz="2400" b="1" spc="5" dirty="0">
                <a:latin typeface="Tahoma" panose="020B0604030504040204"/>
                <a:cs typeface="Tahoma" panose="020B0604030504040204"/>
              </a:rPr>
              <a:t> </a:t>
            </a:r>
            <a:r>
              <a:rPr sz="2400" b="1" spc="-5" dirty="0">
                <a:latin typeface="Tahoma" panose="020B0604030504040204"/>
                <a:cs typeface="Tahoma" panose="020B0604030504040204"/>
              </a:rPr>
              <a:t>attention</a:t>
            </a:r>
            <a:endParaRPr sz="24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19">
                                            <p:txEl>
                                              <p:pRg st="0" end="0"/>
                                            </p:txEl>
                                          </p:spTgt>
                                        </p:tgtEl>
                                        <p:attrNameLst>
                                          <p:attrName>style.visibility</p:attrName>
                                        </p:attrNameLst>
                                      </p:cBhvr>
                                      <p:to>
                                        <p:strVal val="visible"/>
                                      </p:to>
                                    </p:set>
                                    <p:anim calcmode="lin" valueType="num">
                                      <p:cBhvr additive="base">
                                        <p:cTn id="7" dur="500" fill="hold"/>
                                        <p:tgtEl>
                                          <p:spTgt spid="21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1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19">
                                            <p:txEl>
                                              <p:pRg st="1" end="1"/>
                                            </p:txEl>
                                          </p:spTgt>
                                        </p:tgtEl>
                                        <p:attrNameLst>
                                          <p:attrName>style.visibility</p:attrName>
                                        </p:attrNameLst>
                                      </p:cBhvr>
                                      <p:to>
                                        <p:strVal val="visible"/>
                                      </p:to>
                                    </p:set>
                                    <p:anim calcmode="lin" valueType="num">
                                      <p:cBhvr additive="base">
                                        <p:cTn id="13" dur="500" fill="hold"/>
                                        <p:tgtEl>
                                          <p:spTgt spid="219">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19">
                                            <p:txEl>
                                              <p:pRg st="2" end="2"/>
                                            </p:txEl>
                                          </p:spTgt>
                                        </p:tgtEl>
                                        <p:attrNameLst>
                                          <p:attrName>style.visibility</p:attrName>
                                        </p:attrNameLst>
                                      </p:cBhvr>
                                      <p:to>
                                        <p:strVal val="visible"/>
                                      </p:to>
                                    </p:set>
                                    <p:anim calcmode="lin" valueType="num">
                                      <p:cBhvr additive="base">
                                        <p:cTn id="19" dur="500" fill="hold"/>
                                        <p:tgtEl>
                                          <p:spTgt spid="219">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1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19">
                                            <p:txEl>
                                              <p:pRg st="3" end="3"/>
                                            </p:txEl>
                                          </p:spTgt>
                                        </p:tgtEl>
                                        <p:attrNameLst>
                                          <p:attrName>style.visibility</p:attrName>
                                        </p:attrNameLst>
                                      </p:cBhvr>
                                      <p:to>
                                        <p:strVal val="visible"/>
                                      </p:to>
                                    </p:set>
                                    <p:anim calcmode="lin" valueType="num">
                                      <p:cBhvr additive="base">
                                        <p:cTn id="25" dur="500" fill="hold"/>
                                        <p:tgtEl>
                                          <p:spTgt spid="219">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1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19">
                                            <p:txEl>
                                              <p:pRg st="4" end="4"/>
                                            </p:txEl>
                                          </p:spTgt>
                                        </p:tgtEl>
                                        <p:attrNameLst>
                                          <p:attrName>style.visibility</p:attrName>
                                        </p:attrNameLst>
                                      </p:cBhvr>
                                      <p:to>
                                        <p:strVal val="visible"/>
                                      </p:to>
                                    </p:set>
                                    <p:anim calcmode="lin" valueType="num">
                                      <p:cBhvr additive="base">
                                        <p:cTn id="31" dur="500" fill="hold"/>
                                        <p:tgtEl>
                                          <p:spTgt spid="219">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19">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441959" y="1780539"/>
            <a:ext cx="7249159" cy="34290"/>
            <a:chOff x="441959" y="1780539"/>
            <a:chExt cx="7249159" cy="34290"/>
          </a:xfrm>
        </p:grpSpPr>
        <p:sp>
          <p:nvSpPr>
            <p:cNvPr id="3" name="object 3"/>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4" name="object 4"/>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5" name="object 5"/>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6" name="object 6"/>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7" name="object 7"/>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8" name="object 8"/>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9" name="object 9"/>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0" name="object 10"/>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1" name="object 11"/>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2" name="object 12"/>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3" name="object 13"/>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4" name="object 14"/>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5" name="object 15"/>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6" name="object 16"/>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7" name="object 17"/>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8" name="object 18"/>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 name="object 19"/>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20" name="object 20"/>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21" name="object 21"/>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22" name="object 22"/>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23" name="object 23"/>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24" name="object 24"/>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25" name="object 25"/>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26" name="object 26"/>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7" name="object 27"/>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8" name="object 28"/>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9" name="object 29"/>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30" name="object 30"/>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31" name="object 31"/>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32" name="object 32"/>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33" name="object 33"/>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34" name="object 34"/>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35" name="object 35"/>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36" name="object 36"/>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37" name="object 37"/>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38" name="object 38"/>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39" name="object 39"/>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40" name="object 40"/>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41" name="object 41"/>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42" name="object 42"/>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43" name="object 43"/>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44" name="object 44"/>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45" name="object 45"/>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46" name="object 46"/>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47" name="object 47"/>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48" name="object 48"/>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49" name="object 49"/>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50" name="object 50"/>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51" name="object 51"/>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52" name="object 52"/>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53" name="object 53"/>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54" name="object 54"/>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55" name="object 55"/>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56" name="object 56"/>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57" name="object 57"/>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58" name="object 58"/>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59" name="object 59"/>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60" name="object 60"/>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61" name="object 61"/>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62" name="object 62"/>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63" name="object 63"/>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64" name="object 64"/>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65" name="object 65"/>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66" name="object 66"/>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67" name="object 67"/>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68" name="object 68"/>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69" name="object 69"/>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70" name="object 70"/>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71" name="object 71"/>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72" name="object 72"/>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73" name="object 73"/>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74" name="object 74"/>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75" name="object 75"/>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76" name="object 76"/>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77" name="object 77"/>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78" name="object 78"/>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79" name="object 79"/>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80" name="object 80"/>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81" name="object 81"/>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82" name="object 82"/>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83" name="object 83"/>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84" name="object 84"/>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85" name="object 85"/>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86" name="object 86"/>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87" name="object 87"/>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88" name="object 88"/>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89" name="object 89"/>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90" name="object 90"/>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91" name="object 91"/>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92" name="object 92"/>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93" name="object 93"/>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94" name="object 94"/>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95" name="object 95"/>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96" name="object 96"/>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97" name="object 97"/>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98" name="object 98"/>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99" name="object 99"/>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100" name="object 100"/>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101" name="object 101"/>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102" name="object 102"/>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103" name="object 103"/>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104" name="object 104"/>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105" name="object 105"/>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106" name="object 106"/>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107" name="object 107"/>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108" name="object 108"/>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109" name="object 109"/>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110" name="object 110"/>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111" name="object 111"/>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112" name="object 112"/>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113" name="object 113"/>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114" name="object 114"/>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115" name="object 115"/>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116" name="object 116"/>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117" name="object 117"/>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118" name="object 118"/>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119" name="object 119"/>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120" name="object 120"/>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121" name="object 121"/>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122" name="object 122"/>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123" name="object 123"/>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124" name="object 124"/>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125" name="object 125"/>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126" name="object 126"/>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127" name="object 127"/>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128" name="object 128"/>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129" name="object 129"/>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130" name="object 130"/>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131" name="object 131"/>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132" name="object 132"/>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133" name="object 133"/>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134" name="object 134"/>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135" name="object 135"/>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136" name="object 136"/>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137" name="object 137"/>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138" name="object 138"/>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139" name="object 139"/>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140" name="object 140"/>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141" name="object 141"/>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142" name="object 142"/>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143" name="object 143"/>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144" name="object 144"/>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145" name="object 145"/>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146" name="object 146"/>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147" name="object 147"/>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148" name="object 148"/>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149" name="object 149"/>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150" name="object 150"/>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151" name="object 151"/>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152" name="object 152"/>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153" name="object 153"/>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154" name="object 154"/>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155" name="object 155"/>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156" name="object 156"/>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157" name="object 157"/>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158" name="object 158"/>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159" name="object 159"/>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160" name="object 160"/>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161" name="object 161"/>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162" name="object 162"/>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163" name="object 163"/>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164" name="object 164"/>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165" name="object 165"/>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166" name="object 166"/>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167" name="object 167"/>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168" name="object 168"/>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169" name="object 169"/>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170" name="object 170"/>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171" name="object 171"/>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172" name="object 172"/>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173" name="object 173"/>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174" name="object 174"/>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175" name="object 175"/>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176" name="object 176"/>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177" name="object 177"/>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178" name="object 178"/>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179" name="object 179"/>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180" name="object 180"/>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181" name="object 181"/>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182" name="object 182"/>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183" name="object 183"/>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184" name="object 184"/>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185" name="object 185"/>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186" name="object 186"/>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187" name="object 187"/>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188" name="object 188"/>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189" name="object 189"/>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190" name="object 190"/>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191" name="object 191"/>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192" name="object 192"/>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193" name="object 193"/>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194" name="object 194"/>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195" name="object 195"/>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196" name="object 196"/>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197" name="object 197"/>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198" name="object 198"/>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199" name="object 199"/>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200" name="object 200"/>
          <p:cNvSpPr/>
          <p:nvPr/>
        </p:nvSpPr>
        <p:spPr>
          <a:xfrm>
            <a:off x="1333500" y="795019"/>
            <a:ext cx="551180" cy="885190"/>
          </a:xfrm>
          <a:custGeom>
            <a:avLst/>
            <a:gdLst/>
            <a:ahLst/>
            <a:cxnLst/>
            <a:rect l="l" t="t" r="r" b="b"/>
            <a:pathLst>
              <a:path w="551180" h="885189">
                <a:moveTo>
                  <a:pt x="506730" y="0"/>
                </a:moveTo>
                <a:lnTo>
                  <a:pt x="0" y="0"/>
                </a:lnTo>
                <a:lnTo>
                  <a:pt x="0" y="24129"/>
                </a:lnTo>
                <a:lnTo>
                  <a:pt x="20319" y="24129"/>
                </a:lnTo>
                <a:lnTo>
                  <a:pt x="26669" y="25400"/>
                </a:lnTo>
                <a:lnTo>
                  <a:pt x="34290" y="25400"/>
                </a:lnTo>
                <a:lnTo>
                  <a:pt x="40640" y="26669"/>
                </a:lnTo>
                <a:lnTo>
                  <a:pt x="45719" y="29209"/>
                </a:lnTo>
                <a:lnTo>
                  <a:pt x="52069" y="31750"/>
                </a:lnTo>
                <a:lnTo>
                  <a:pt x="57150" y="34289"/>
                </a:lnTo>
                <a:lnTo>
                  <a:pt x="66040" y="43179"/>
                </a:lnTo>
                <a:lnTo>
                  <a:pt x="69850" y="45719"/>
                </a:lnTo>
                <a:lnTo>
                  <a:pt x="74930" y="53339"/>
                </a:lnTo>
                <a:lnTo>
                  <a:pt x="76200" y="58419"/>
                </a:lnTo>
                <a:lnTo>
                  <a:pt x="78740" y="62229"/>
                </a:lnTo>
                <a:lnTo>
                  <a:pt x="82550" y="77469"/>
                </a:lnTo>
                <a:lnTo>
                  <a:pt x="82550" y="82550"/>
                </a:lnTo>
                <a:lnTo>
                  <a:pt x="83819" y="87629"/>
                </a:lnTo>
                <a:lnTo>
                  <a:pt x="85090" y="102869"/>
                </a:lnTo>
                <a:lnTo>
                  <a:pt x="85090" y="763269"/>
                </a:lnTo>
                <a:lnTo>
                  <a:pt x="83819" y="787400"/>
                </a:lnTo>
                <a:lnTo>
                  <a:pt x="82550" y="796289"/>
                </a:lnTo>
                <a:lnTo>
                  <a:pt x="82550" y="803909"/>
                </a:lnTo>
                <a:lnTo>
                  <a:pt x="81280" y="811529"/>
                </a:lnTo>
                <a:lnTo>
                  <a:pt x="81280" y="814069"/>
                </a:lnTo>
                <a:lnTo>
                  <a:pt x="80009" y="815339"/>
                </a:lnTo>
                <a:lnTo>
                  <a:pt x="78740" y="820419"/>
                </a:lnTo>
                <a:lnTo>
                  <a:pt x="76200" y="825500"/>
                </a:lnTo>
                <a:lnTo>
                  <a:pt x="74930" y="830579"/>
                </a:lnTo>
                <a:lnTo>
                  <a:pt x="72390" y="834389"/>
                </a:lnTo>
                <a:lnTo>
                  <a:pt x="71119" y="838200"/>
                </a:lnTo>
                <a:lnTo>
                  <a:pt x="68580" y="842009"/>
                </a:lnTo>
                <a:lnTo>
                  <a:pt x="64769" y="844550"/>
                </a:lnTo>
                <a:lnTo>
                  <a:pt x="62230" y="847089"/>
                </a:lnTo>
                <a:lnTo>
                  <a:pt x="58419" y="849629"/>
                </a:lnTo>
                <a:lnTo>
                  <a:pt x="53340" y="853439"/>
                </a:lnTo>
                <a:lnTo>
                  <a:pt x="49530" y="854709"/>
                </a:lnTo>
                <a:lnTo>
                  <a:pt x="44450" y="857250"/>
                </a:lnTo>
                <a:lnTo>
                  <a:pt x="31750" y="859789"/>
                </a:lnTo>
                <a:lnTo>
                  <a:pt x="26669" y="861059"/>
                </a:lnTo>
                <a:lnTo>
                  <a:pt x="0" y="861059"/>
                </a:lnTo>
                <a:lnTo>
                  <a:pt x="0" y="885189"/>
                </a:lnTo>
                <a:lnTo>
                  <a:pt x="523239" y="885189"/>
                </a:lnTo>
                <a:lnTo>
                  <a:pt x="551180" y="603250"/>
                </a:lnTo>
                <a:lnTo>
                  <a:pt x="534669" y="603250"/>
                </a:lnTo>
                <a:lnTo>
                  <a:pt x="528319" y="632459"/>
                </a:lnTo>
                <a:lnTo>
                  <a:pt x="521969" y="659129"/>
                </a:lnTo>
                <a:lnTo>
                  <a:pt x="505460" y="706119"/>
                </a:lnTo>
                <a:lnTo>
                  <a:pt x="485139" y="746759"/>
                </a:lnTo>
                <a:lnTo>
                  <a:pt x="461010" y="778509"/>
                </a:lnTo>
                <a:lnTo>
                  <a:pt x="454660" y="784859"/>
                </a:lnTo>
                <a:lnTo>
                  <a:pt x="448310" y="792479"/>
                </a:lnTo>
                <a:lnTo>
                  <a:pt x="401319" y="821689"/>
                </a:lnTo>
                <a:lnTo>
                  <a:pt x="364489" y="831850"/>
                </a:lnTo>
                <a:lnTo>
                  <a:pt x="325119" y="835659"/>
                </a:lnTo>
                <a:lnTo>
                  <a:pt x="276859" y="835659"/>
                </a:lnTo>
                <a:lnTo>
                  <a:pt x="270509" y="834389"/>
                </a:lnTo>
                <a:lnTo>
                  <a:pt x="266700" y="833119"/>
                </a:lnTo>
                <a:lnTo>
                  <a:pt x="261619" y="831850"/>
                </a:lnTo>
                <a:lnTo>
                  <a:pt x="257809" y="829309"/>
                </a:lnTo>
                <a:lnTo>
                  <a:pt x="254000" y="828039"/>
                </a:lnTo>
                <a:lnTo>
                  <a:pt x="245109" y="819150"/>
                </a:lnTo>
                <a:lnTo>
                  <a:pt x="243840" y="816609"/>
                </a:lnTo>
                <a:lnTo>
                  <a:pt x="241300" y="814069"/>
                </a:lnTo>
                <a:lnTo>
                  <a:pt x="238759" y="810259"/>
                </a:lnTo>
                <a:lnTo>
                  <a:pt x="234950" y="798829"/>
                </a:lnTo>
                <a:lnTo>
                  <a:pt x="234950" y="796289"/>
                </a:lnTo>
                <a:lnTo>
                  <a:pt x="233680" y="793750"/>
                </a:lnTo>
                <a:lnTo>
                  <a:pt x="233680" y="787400"/>
                </a:lnTo>
                <a:lnTo>
                  <a:pt x="232409" y="778509"/>
                </a:lnTo>
                <a:lnTo>
                  <a:pt x="232409" y="768350"/>
                </a:lnTo>
                <a:lnTo>
                  <a:pt x="231140" y="742950"/>
                </a:lnTo>
                <a:lnTo>
                  <a:pt x="231140" y="459739"/>
                </a:lnTo>
                <a:lnTo>
                  <a:pt x="241300" y="461009"/>
                </a:lnTo>
                <a:lnTo>
                  <a:pt x="251459" y="461009"/>
                </a:lnTo>
                <a:lnTo>
                  <a:pt x="290830" y="472439"/>
                </a:lnTo>
                <a:lnTo>
                  <a:pt x="302260" y="481329"/>
                </a:lnTo>
                <a:lnTo>
                  <a:pt x="308610" y="486409"/>
                </a:lnTo>
                <a:lnTo>
                  <a:pt x="318769" y="501650"/>
                </a:lnTo>
                <a:lnTo>
                  <a:pt x="323850" y="510539"/>
                </a:lnTo>
                <a:lnTo>
                  <a:pt x="332739" y="530859"/>
                </a:lnTo>
                <a:lnTo>
                  <a:pt x="336550" y="542289"/>
                </a:lnTo>
                <a:lnTo>
                  <a:pt x="341630" y="554989"/>
                </a:lnTo>
                <a:lnTo>
                  <a:pt x="345439" y="567689"/>
                </a:lnTo>
                <a:lnTo>
                  <a:pt x="347980" y="581659"/>
                </a:lnTo>
                <a:lnTo>
                  <a:pt x="351789" y="596900"/>
                </a:lnTo>
                <a:lnTo>
                  <a:pt x="354330" y="612139"/>
                </a:lnTo>
                <a:lnTo>
                  <a:pt x="356869" y="629919"/>
                </a:lnTo>
                <a:lnTo>
                  <a:pt x="359410" y="665479"/>
                </a:lnTo>
                <a:lnTo>
                  <a:pt x="377189" y="665479"/>
                </a:lnTo>
                <a:lnTo>
                  <a:pt x="377189" y="201929"/>
                </a:lnTo>
                <a:lnTo>
                  <a:pt x="359410" y="201929"/>
                </a:lnTo>
                <a:lnTo>
                  <a:pt x="358139" y="227329"/>
                </a:lnTo>
                <a:lnTo>
                  <a:pt x="354330" y="251459"/>
                </a:lnTo>
                <a:lnTo>
                  <a:pt x="347980" y="293369"/>
                </a:lnTo>
                <a:lnTo>
                  <a:pt x="332739" y="344169"/>
                </a:lnTo>
                <a:lnTo>
                  <a:pt x="311150" y="381000"/>
                </a:lnTo>
                <a:lnTo>
                  <a:pt x="307339" y="386079"/>
                </a:lnTo>
                <a:lnTo>
                  <a:pt x="302260" y="389889"/>
                </a:lnTo>
                <a:lnTo>
                  <a:pt x="297180" y="394969"/>
                </a:lnTo>
                <a:lnTo>
                  <a:pt x="292100" y="397509"/>
                </a:lnTo>
                <a:lnTo>
                  <a:pt x="243840" y="411479"/>
                </a:lnTo>
                <a:lnTo>
                  <a:pt x="231140" y="411479"/>
                </a:lnTo>
                <a:lnTo>
                  <a:pt x="231140" y="50800"/>
                </a:lnTo>
                <a:lnTo>
                  <a:pt x="293369" y="50800"/>
                </a:lnTo>
                <a:lnTo>
                  <a:pt x="351789" y="54609"/>
                </a:lnTo>
                <a:lnTo>
                  <a:pt x="381000" y="60959"/>
                </a:lnTo>
                <a:lnTo>
                  <a:pt x="387350" y="62229"/>
                </a:lnTo>
                <a:lnTo>
                  <a:pt x="397510" y="67309"/>
                </a:lnTo>
                <a:lnTo>
                  <a:pt x="407669" y="73659"/>
                </a:lnTo>
                <a:lnTo>
                  <a:pt x="416560" y="81279"/>
                </a:lnTo>
                <a:lnTo>
                  <a:pt x="425450" y="87629"/>
                </a:lnTo>
                <a:lnTo>
                  <a:pt x="433069" y="96519"/>
                </a:lnTo>
                <a:lnTo>
                  <a:pt x="440689" y="104139"/>
                </a:lnTo>
                <a:lnTo>
                  <a:pt x="453389" y="124459"/>
                </a:lnTo>
                <a:lnTo>
                  <a:pt x="455930" y="129539"/>
                </a:lnTo>
                <a:lnTo>
                  <a:pt x="459739" y="135889"/>
                </a:lnTo>
                <a:lnTo>
                  <a:pt x="464819" y="148589"/>
                </a:lnTo>
                <a:lnTo>
                  <a:pt x="474980" y="179069"/>
                </a:lnTo>
                <a:lnTo>
                  <a:pt x="482600" y="217169"/>
                </a:lnTo>
                <a:lnTo>
                  <a:pt x="490219" y="261619"/>
                </a:lnTo>
                <a:lnTo>
                  <a:pt x="506730" y="261619"/>
                </a:lnTo>
                <a:lnTo>
                  <a:pt x="506730" y="0"/>
                </a:lnTo>
                <a:close/>
              </a:path>
            </a:pathLst>
          </a:custGeom>
          <a:solidFill>
            <a:srgbClr val="B1B1B1">
              <a:alpha val="79998"/>
            </a:srgbClr>
          </a:solidFill>
        </p:spPr>
        <p:txBody>
          <a:bodyPr wrap="square" lIns="0" tIns="0" rIns="0" bIns="0" rtlCol="0"/>
          <a:lstStyle/>
          <a:p/>
        </p:txBody>
      </p:sp>
      <p:sp>
        <p:nvSpPr>
          <p:cNvPr id="201" name="object 201"/>
          <p:cNvSpPr/>
          <p:nvPr/>
        </p:nvSpPr>
        <p:spPr>
          <a:xfrm>
            <a:off x="1954530" y="774699"/>
            <a:ext cx="966469" cy="923290"/>
          </a:xfrm>
          <a:custGeom>
            <a:avLst/>
            <a:gdLst/>
            <a:ahLst/>
            <a:cxnLst/>
            <a:rect l="l" t="t" r="r" b="b"/>
            <a:pathLst>
              <a:path w="966469" h="923289">
                <a:moveTo>
                  <a:pt x="344170" y="87630"/>
                </a:moveTo>
                <a:lnTo>
                  <a:pt x="342900" y="82550"/>
                </a:lnTo>
                <a:lnTo>
                  <a:pt x="342900" y="78740"/>
                </a:lnTo>
                <a:lnTo>
                  <a:pt x="340360" y="71120"/>
                </a:lnTo>
                <a:lnTo>
                  <a:pt x="339090" y="66040"/>
                </a:lnTo>
                <a:lnTo>
                  <a:pt x="337820" y="62230"/>
                </a:lnTo>
                <a:lnTo>
                  <a:pt x="335280" y="58420"/>
                </a:lnTo>
                <a:lnTo>
                  <a:pt x="334010" y="54610"/>
                </a:lnTo>
                <a:lnTo>
                  <a:pt x="309880" y="22860"/>
                </a:lnTo>
                <a:lnTo>
                  <a:pt x="302260" y="17780"/>
                </a:lnTo>
                <a:lnTo>
                  <a:pt x="293370" y="11430"/>
                </a:lnTo>
                <a:lnTo>
                  <a:pt x="273050" y="3810"/>
                </a:lnTo>
                <a:lnTo>
                  <a:pt x="261620" y="2540"/>
                </a:lnTo>
                <a:lnTo>
                  <a:pt x="236220" y="0"/>
                </a:lnTo>
                <a:lnTo>
                  <a:pt x="215900" y="1270"/>
                </a:lnTo>
                <a:lnTo>
                  <a:pt x="163830" y="15240"/>
                </a:lnTo>
                <a:lnTo>
                  <a:pt x="120650" y="48260"/>
                </a:lnTo>
                <a:lnTo>
                  <a:pt x="96520" y="78740"/>
                </a:lnTo>
                <a:lnTo>
                  <a:pt x="87630" y="96520"/>
                </a:lnTo>
                <a:lnTo>
                  <a:pt x="82550" y="105410"/>
                </a:lnTo>
                <a:lnTo>
                  <a:pt x="80010" y="114300"/>
                </a:lnTo>
                <a:lnTo>
                  <a:pt x="76200" y="124460"/>
                </a:lnTo>
                <a:lnTo>
                  <a:pt x="72390" y="133350"/>
                </a:lnTo>
                <a:lnTo>
                  <a:pt x="67310" y="153670"/>
                </a:lnTo>
                <a:lnTo>
                  <a:pt x="66040" y="163830"/>
                </a:lnTo>
                <a:lnTo>
                  <a:pt x="63500" y="173990"/>
                </a:lnTo>
                <a:lnTo>
                  <a:pt x="63500" y="185420"/>
                </a:lnTo>
                <a:lnTo>
                  <a:pt x="62230" y="196850"/>
                </a:lnTo>
                <a:lnTo>
                  <a:pt x="60960" y="219710"/>
                </a:lnTo>
                <a:lnTo>
                  <a:pt x="60960" y="294640"/>
                </a:lnTo>
                <a:lnTo>
                  <a:pt x="0" y="294640"/>
                </a:lnTo>
                <a:lnTo>
                  <a:pt x="0" y="359410"/>
                </a:lnTo>
                <a:lnTo>
                  <a:pt x="60960" y="359410"/>
                </a:lnTo>
                <a:lnTo>
                  <a:pt x="60960" y="824230"/>
                </a:lnTo>
                <a:lnTo>
                  <a:pt x="58420" y="839470"/>
                </a:lnTo>
                <a:lnTo>
                  <a:pt x="58420" y="844550"/>
                </a:lnTo>
                <a:lnTo>
                  <a:pt x="57150" y="847090"/>
                </a:lnTo>
                <a:lnTo>
                  <a:pt x="57150" y="848360"/>
                </a:lnTo>
                <a:lnTo>
                  <a:pt x="54610" y="855980"/>
                </a:lnTo>
                <a:lnTo>
                  <a:pt x="52070" y="859790"/>
                </a:lnTo>
                <a:lnTo>
                  <a:pt x="50800" y="862330"/>
                </a:lnTo>
                <a:lnTo>
                  <a:pt x="38100" y="875030"/>
                </a:lnTo>
                <a:lnTo>
                  <a:pt x="34290" y="877570"/>
                </a:lnTo>
                <a:lnTo>
                  <a:pt x="24130" y="880110"/>
                </a:lnTo>
                <a:lnTo>
                  <a:pt x="19050" y="880110"/>
                </a:lnTo>
                <a:lnTo>
                  <a:pt x="13970" y="881380"/>
                </a:lnTo>
                <a:lnTo>
                  <a:pt x="7620" y="882650"/>
                </a:lnTo>
                <a:lnTo>
                  <a:pt x="0" y="882650"/>
                </a:lnTo>
                <a:lnTo>
                  <a:pt x="0" y="905510"/>
                </a:lnTo>
                <a:lnTo>
                  <a:pt x="246380" y="905510"/>
                </a:lnTo>
                <a:lnTo>
                  <a:pt x="246380" y="882650"/>
                </a:lnTo>
                <a:lnTo>
                  <a:pt x="237490" y="882650"/>
                </a:lnTo>
                <a:lnTo>
                  <a:pt x="228600" y="881380"/>
                </a:lnTo>
                <a:lnTo>
                  <a:pt x="220980" y="880110"/>
                </a:lnTo>
                <a:lnTo>
                  <a:pt x="214630" y="877570"/>
                </a:lnTo>
                <a:lnTo>
                  <a:pt x="210820" y="875030"/>
                </a:lnTo>
                <a:lnTo>
                  <a:pt x="208280" y="873760"/>
                </a:lnTo>
                <a:lnTo>
                  <a:pt x="205740" y="871220"/>
                </a:lnTo>
                <a:lnTo>
                  <a:pt x="203200" y="869950"/>
                </a:lnTo>
                <a:lnTo>
                  <a:pt x="195580" y="862330"/>
                </a:lnTo>
                <a:lnTo>
                  <a:pt x="194310" y="858520"/>
                </a:lnTo>
                <a:lnTo>
                  <a:pt x="193040" y="857250"/>
                </a:lnTo>
                <a:lnTo>
                  <a:pt x="191770" y="854710"/>
                </a:lnTo>
                <a:lnTo>
                  <a:pt x="190500" y="850900"/>
                </a:lnTo>
                <a:lnTo>
                  <a:pt x="190500" y="848360"/>
                </a:lnTo>
                <a:lnTo>
                  <a:pt x="189230" y="844550"/>
                </a:lnTo>
                <a:lnTo>
                  <a:pt x="189230" y="840740"/>
                </a:lnTo>
                <a:lnTo>
                  <a:pt x="187960" y="831850"/>
                </a:lnTo>
                <a:lnTo>
                  <a:pt x="186690" y="821690"/>
                </a:lnTo>
                <a:lnTo>
                  <a:pt x="185420" y="810260"/>
                </a:lnTo>
                <a:lnTo>
                  <a:pt x="185420" y="359410"/>
                </a:lnTo>
                <a:lnTo>
                  <a:pt x="246380" y="359410"/>
                </a:lnTo>
                <a:lnTo>
                  <a:pt x="246380" y="294640"/>
                </a:lnTo>
                <a:lnTo>
                  <a:pt x="185420" y="294640"/>
                </a:lnTo>
                <a:lnTo>
                  <a:pt x="185420" y="217170"/>
                </a:lnTo>
                <a:lnTo>
                  <a:pt x="184188" y="106680"/>
                </a:lnTo>
                <a:lnTo>
                  <a:pt x="184150" y="95250"/>
                </a:lnTo>
                <a:lnTo>
                  <a:pt x="185420" y="87630"/>
                </a:lnTo>
                <a:lnTo>
                  <a:pt x="185420" y="80010"/>
                </a:lnTo>
                <a:lnTo>
                  <a:pt x="186690" y="73660"/>
                </a:lnTo>
                <a:lnTo>
                  <a:pt x="187960" y="68580"/>
                </a:lnTo>
                <a:lnTo>
                  <a:pt x="187960" y="64770"/>
                </a:lnTo>
                <a:lnTo>
                  <a:pt x="190500" y="59690"/>
                </a:lnTo>
                <a:lnTo>
                  <a:pt x="190500" y="57150"/>
                </a:lnTo>
                <a:lnTo>
                  <a:pt x="191770" y="55880"/>
                </a:lnTo>
                <a:lnTo>
                  <a:pt x="193040" y="53340"/>
                </a:lnTo>
                <a:lnTo>
                  <a:pt x="195580" y="49530"/>
                </a:lnTo>
                <a:lnTo>
                  <a:pt x="205740" y="39370"/>
                </a:lnTo>
                <a:lnTo>
                  <a:pt x="207010" y="39370"/>
                </a:lnTo>
                <a:lnTo>
                  <a:pt x="208280" y="38100"/>
                </a:lnTo>
                <a:lnTo>
                  <a:pt x="219710" y="38100"/>
                </a:lnTo>
                <a:lnTo>
                  <a:pt x="224790" y="40640"/>
                </a:lnTo>
                <a:lnTo>
                  <a:pt x="226060" y="41910"/>
                </a:lnTo>
                <a:lnTo>
                  <a:pt x="228600" y="43180"/>
                </a:lnTo>
                <a:lnTo>
                  <a:pt x="232410" y="46990"/>
                </a:lnTo>
                <a:lnTo>
                  <a:pt x="232410" y="48260"/>
                </a:lnTo>
                <a:lnTo>
                  <a:pt x="233680" y="49530"/>
                </a:lnTo>
                <a:lnTo>
                  <a:pt x="234950" y="52070"/>
                </a:lnTo>
                <a:lnTo>
                  <a:pt x="236220" y="53340"/>
                </a:lnTo>
                <a:lnTo>
                  <a:pt x="236220" y="58420"/>
                </a:lnTo>
                <a:lnTo>
                  <a:pt x="237490" y="59690"/>
                </a:lnTo>
                <a:lnTo>
                  <a:pt x="237490" y="77470"/>
                </a:lnTo>
                <a:lnTo>
                  <a:pt x="236220" y="82550"/>
                </a:lnTo>
                <a:lnTo>
                  <a:pt x="236220" y="88900"/>
                </a:lnTo>
                <a:lnTo>
                  <a:pt x="233680" y="104140"/>
                </a:lnTo>
                <a:lnTo>
                  <a:pt x="233680" y="123190"/>
                </a:lnTo>
                <a:lnTo>
                  <a:pt x="234950" y="125730"/>
                </a:lnTo>
                <a:lnTo>
                  <a:pt x="234950" y="128270"/>
                </a:lnTo>
                <a:lnTo>
                  <a:pt x="236220" y="130810"/>
                </a:lnTo>
                <a:lnTo>
                  <a:pt x="236220" y="133350"/>
                </a:lnTo>
                <a:lnTo>
                  <a:pt x="238760" y="138430"/>
                </a:lnTo>
                <a:lnTo>
                  <a:pt x="241300" y="142240"/>
                </a:lnTo>
                <a:lnTo>
                  <a:pt x="246380" y="152400"/>
                </a:lnTo>
                <a:lnTo>
                  <a:pt x="248920" y="153670"/>
                </a:lnTo>
                <a:lnTo>
                  <a:pt x="250190" y="156210"/>
                </a:lnTo>
                <a:lnTo>
                  <a:pt x="252730" y="157480"/>
                </a:lnTo>
                <a:lnTo>
                  <a:pt x="254000" y="160020"/>
                </a:lnTo>
                <a:lnTo>
                  <a:pt x="257810" y="162560"/>
                </a:lnTo>
                <a:lnTo>
                  <a:pt x="267970" y="167640"/>
                </a:lnTo>
                <a:lnTo>
                  <a:pt x="273050" y="168910"/>
                </a:lnTo>
                <a:lnTo>
                  <a:pt x="278130" y="168910"/>
                </a:lnTo>
                <a:lnTo>
                  <a:pt x="283210" y="170180"/>
                </a:lnTo>
                <a:lnTo>
                  <a:pt x="320040" y="154940"/>
                </a:lnTo>
                <a:lnTo>
                  <a:pt x="327660" y="147320"/>
                </a:lnTo>
                <a:lnTo>
                  <a:pt x="335280" y="137160"/>
                </a:lnTo>
                <a:lnTo>
                  <a:pt x="336550" y="133350"/>
                </a:lnTo>
                <a:lnTo>
                  <a:pt x="337820" y="130810"/>
                </a:lnTo>
                <a:lnTo>
                  <a:pt x="339090" y="127000"/>
                </a:lnTo>
                <a:lnTo>
                  <a:pt x="340360" y="124460"/>
                </a:lnTo>
                <a:lnTo>
                  <a:pt x="340360" y="120650"/>
                </a:lnTo>
                <a:lnTo>
                  <a:pt x="341630" y="118110"/>
                </a:lnTo>
                <a:lnTo>
                  <a:pt x="342900" y="114300"/>
                </a:lnTo>
                <a:lnTo>
                  <a:pt x="342900" y="106680"/>
                </a:lnTo>
                <a:lnTo>
                  <a:pt x="344170" y="104140"/>
                </a:lnTo>
                <a:lnTo>
                  <a:pt x="344170" y="87630"/>
                </a:lnTo>
                <a:close/>
              </a:path>
              <a:path w="966469" h="923289">
                <a:moveTo>
                  <a:pt x="648970" y="87630"/>
                </a:moveTo>
                <a:lnTo>
                  <a:pt x="647700" y="82550"/>
                </a:lnTo>
                <a:lnTo>
                  <a:pt x="647700" y="78740"/>
                </a:lnTo>
                <a:lnTo>
                  <a:pt x="645160" y="71120"/>
                </a:lnTo>
                <a:lnTo>
                  <a:pt x="643890" y="66040"/>
                </a:lnTo>
                <a:lnTo>
                  <a:pt x="642620" y="62230"/>
                </a:lnTo>
                <a:lnTo>
                  <a:pt x="640080" y="58420"/>
                </a:lnTo>
                <a:lnTo>
                  <a:pt x="638810" y="54610"/>
                </a:lnTo>
                <a:lnTo>
                  <a:pt x="636270" y="49530"/>
                </a:lnTo>
                <a:lnTo>
                  <a:pt x="628650" y="38100"/>
                </a:lnTo>
                <a:lnTo>
                  <a:pt x="622300" y="30480"/>
                </a:lnTo>
                <a:lnTo>
                  <a:pt x="618490" y="26670"/>
                </a:lnTo>
                <a:lnTo>
                  <a:pt x="615950" y="22860"/>
                </a:lnTo>
                <a:lnTo>
                  <a:pt x="610870" y="20320"/>
                </a:lnTo>
                <a:lnTo>
                  <a:pt x="607060" y="17780"/>
                </a:lnTo>
                <a:lnTo>
                  <a:pt x="598170" y="11430"/>
                </a:lnTo>
                <a:lnTo>
                  <a:pt x="589280" y="7620"/>
                </a:lnTo>
                <a:lnTo>
                  <a:pt x="577850" y="3810"/>
                </a:lnTo>
                <a:lnTo>
                  <a:pt x="566420" y="2540"/>
                </a:lnTo>
                <a:lnTo>
                  <a:pt x="541020" y="0"/>
                </a:lnTo>
                <a:lnTo>
                  <a:pt x="520700" y="1270"/>
                </a:lnTo>
                <a:lnTo>
                  <a:pt x="468630" y="15240"/>
                </a:lnTo>
                <a:lnTo>
                  <a:pt x="425450" y="48260"/>
                </a:lnTo>
                <a:lnTo>
                  <a:pt x="402590" y="78740"/>
                </a:lnTo>
                <a:lnTo>
                  <a:pt x="384810" y="114300"/>
                </a:lnTo>
                <a:lnTo>
                  <a:pt x="378460" y="133350"/>
                </a:lnTo>
                <a:lnTo>
                  <a:pt x="374650" y="143510"/>
                </a:lnTo>
                <a:lnTo>
                  <a:pt x="372110" y="153670"/>
                </a:lnTo>
                <a:lnTo>
                  <a:pt x="370840" y="163830"/>
                </a:lnTo>
                <a:lnTo>
                  <a:pt x="368300" y="173990"/>
                </a:lnTo>
                <a:lnTo>
                  <a:pt x="368300" y="185420"/>
                </a:lnTo>
                <a:lnTo>
                  <a:pt x="367030" y="196850"/>
                </a:lnTo>
                <a:lnTo>
                  <a:pt x="365760" y="219710"/>
                </a:lnTo>
                <a:lnTo>
                  <a:pt x="365760" y="294640"/>
                </a:lnTo>
                <a:lnTo>
                  <a:pt x="306070" y="294640"/>
                </a:lnTo>
                <a:lnTo>
                  <a:pt x="306070" y="359410"/>
                </a:lnTo>
                <a:lnTo>
                  <a:pt x="365760" y="359410"/>
                </a:lnTo>
                <a:lnTo>
                  <a:pt x="365760" y="824230"/>
                </a:lnTo>
                <a:lnTo>
                  <a:pt x="364490" y="831850"/>
                </a:lnTo>
                <a:lnTo>
                  <a:pt x="364490" y="839470"/>
                </a:lnTo>
                <a:lnTo>
                  <a:pt x="363220" y="844550"/>
                </a:lnTo>
                <a:lnTo>
                  <a:pt x="363220" y="847090"/>
                </a:lnTo>
                <a:lnTo>
                  <a:pt x="361950" y="848360"/>
                </a:lnTo>
                <a:lnTo>
                  <a:pt x="359410" y="855980"/>
                </a:lnTo>
                <a:lnTo>
                  <a:pt x="356870" y="859790"/>
                </a:lnTo>
                <a:lnTo>
                  <a:pt x="354330" y="864870"/>
                </a:lnTo>
                <a:lnTo>
                  <a:pt x="351790" y="867410"/>
                </a:lnTo>
                <a:lnTo>
                  <a:pt x="347980" y="869950"/>
                </a:lnTo>
                <a:lnTo>
                  <a:pt x="342900" y="875030"/>
                </a:lnTo>
                <a:lnTo>
                  <a:pt x="339090" y="877570"/>
                </a:lnTo>
                <a:lnTo>
                  <a:pt x="334010" y="878840"/>
                </a:lnTo>
                <a:lnTo>
                  <a:pt x="330200" y="880110"/>
                </a:lnTo>
                <a:lnTo>
                  <a:pt x="323850" y="880110"/>
                </a:lnTo>
                <a:lnTo>
                  <a:pt x="318770" y="881380"/>
                </a:lnTo>
                <a:lnTo>
                  <a:pt x="312420" y="882650"/>
                </a:lnTo>
                <a:lnTo>
                  <a:pt x="306070" y="882650"/>
                </a:lnTo>
                <a:lnTo>
                  <a:pt x="306070" y="905510"/>
                </a:lnTo>
                <a:lnTo>
                  <a:pt x="552450" y="905510"/>
                </a:lnTo>
                <a:lnTo>
                  <a:pt x="552450" y="882650"/>
                </a:lnTo>
                <a:lnTo>
                  <a:pt x="542290" y="882650"/>
                </a:lnTo>
                <a:lnTo>
                  <a:pt x="534670" y="881380"/>
                </a:lnTo>
                <a:lnTo>
                  <a:pt x="525780" y="880110"/>
                </a:lnTo>
                <a:lnTo>
                  <a:pt x="519430" y="877570"/>
                </a:lnTo>
                <a:lnTo>
                  <a:pt x="516890" y="875030"/>
                </a:lnTo>
                <a:lnTo>
                  <a:pt x="513080" y="873760"/>
                </a:lnTo>
                <a:lnTo>
                  <a:pt x="510540" y="871220"/>
                </a:lnTo>
                <a:lnTo>
                  <a:pt x="508000" y="869950"/>
                </a:lnTo>
                <a:lnTo>
                  <a:pt x="502920" y="864870"/>
                </a:lnTo>
                <a:lnTo>
                  <a:pt x="501650" y="862330"/>
                </a:lnTo>
                <a:lnTo>
                  <a:pt x="499110" y="858520"/>
                </a:lnTo>
                <a:lnTo>
                  <a:pt x="497840" y="857250"/>
                </a:lnTo>
                <a:lnTo>
                  <a:pt x="496570" y="854710"/>
                </a:lnTo>
                <a:lnTo>
                  <a:pt x="496570" y="850900"/>
                </a:lnTo>
                <a:lnTo>
                  <a:pt x="495300" y="848360"/>
                </a:lnTo>
                <a:lnTo>
                  <a:pt x="494030" y="844550"/>
                </a:lnTo>
                <a:lnTo>
                  <a:pt x="494030" y="840740"/>
                </a:lnTo>
                <a:lnTo>
                  <a:pt x="492760" y="831850"/>
                </a:lnTo>
                <a:lnTo>
                  <a:pt x="491490" y="821690"/>
                </a:lnTo>
                <a:lnTo>
                  <a:pt x="491490" y="810260"/>
                </a:lnTo>
                <a:lnTo>
                  <a:pt x="490220" y="782320"/>
                </a:lnTo>
                <a:lnTo>
                  <a:pt x="490220" y="359410"/>
                </a:lnTo>
                <a:lnTo>
                  <a:pt x="552450" y="359410"/>
                </a:lnTo>
                <a:lnTo>
                  <a:pt x="552450" y="294640"/>
                </a:lnTo>
                <a:lnTo>
                  <a:pt x="490220" y="294640"/>
                </a:lnTo>
                <a:lnTo>
                  <a:pt x="490220" y="217170"/>
                </a:lnTo>
                <a:lnTo>
                  <a:pt x="489077" y="114300"/>
                </a:lnTo>
                <a:lnTo>
                  <a:pt x="488950" y="95250"/>
                </a:lnTo>
                <a:lnTo>
                  <a:pt x="490220" y="87630"/>
                </a:lnTo>
                <a:lnTo>
                  <a:pt x="490220" y="80010"/>
                </a:lnTo>
                <a:lnTo>
                  <a:pt x="491490" y="73660"/>
                </a:lnTo>
                <a:lnTo>
                  <a:pt x="492760" y="68580"/>
                </a:lnTo>
                <a:lnTo>
                  <a:pt x="494030" y="64770"/>
                </a:lnTo>
                <a:lnTo>
                  <a:pt x="494030" y="62230"/>
                </a:lnTo>
                <a:lnTo>
                  <a:pt x="496570" y="57150"/>
                </a:lnTo>
                <a:lnTo>
                  <a:pt x="496570" y="55880"/>
                </a:lnTo>
                <a:lnTo>
                  <a:pt x="497840" y="53340"/>
                </a:lnTo>
                <a:lnTo>
                  <a:pt x="500380" y="49530"/>
                </a:lnTo>
                <a:lnTo>
                  <a:pt x="510540" y="39370"/>
                </a:lnTo>
                <a:lnTo>
                  <a:pt x="511810" y="39370"/>
                </a:lnTo>
                <a:lnTo>
                  <a:pt x="513080" y="38100"/>
                </a:lnTo>
                <a:lnTo>
                  <a:pt x="524510" y="38100"/>
                </a:lnTo>
                <a:lnTo>
                  <a:pt x="529590" y="40640"/>
                </a:lnTo>
                <a:lnTo>
                  <a:pt x="530860" y="41910"/>
                </a:lnTo>
                <a:lnTo>
                  <a:pt x="533400" y="43180"/>
                </a:lnTo>
                <a:lnTo>
                  <a:pt x="537210" y="46990"/>
                </a:lnTo>
                <a:lnTo>
                  <a:pt x="537210" y="48260"/>
                </a:lnTo>
                <a:lnTo>
                  <a:pt x="538480" y="49530"/>
                </a:lnTo>
                <a:lnTo>
                  <a:pt x="539750" y="49530"/>
                </a:lnTo>
                <a:lnTo>
                  <a:pt x="539750" y="52070"/>
                </a:lnTo>
                <a:lnTo>
                  <a:pt x="541020" y="53340"/>
                </a:lnTo>
                <a:lnTo>
                  <a:pt x="541020" y="55880"/>
                </a:lnTo>
                <a:lnTo>
                  <a:pt x="542290" y="57150"/>
                </a:lnTo>
                <a:lnTo>
                  <a:pt x="542290" y="82550"/>
                </a:lnTo>
                <a:lnTo>
                  <a:pt x="541020" y="88900"/>
                </a:lnTo>
                <a:lnTo>
                  <a:pt x="538480" y="104140"/>
                </a:lnTo>
                <a:lnTo>
                  <a:pt x="538480" y="123190"/>
                </a:lnTo>
                <a:lnTo>
                  <a:pt x="539750" y="125730"/>
                </a:lnTo>
                <a:lnTo>
                  <a:pt x="539750" y="128270"/>
                </a:lnTo>
                <a:lnTo>
                  <a:pt x="542290" y="133350"/>
                </a:lnTo>
                <a:lnTo>
                  <a:pt x="542290" y="135890"/>
                </a:lnTo>
                <a:lnTo>
                  <a:pt x="543560" y="138430"/>
                </a:lnTo>
                <a:lnTo>
                  <a:pt x="546100" y="142240"/>
                </a:lnTo>
                <a:lnTo>
                  <a:pt x="551180" y="152400"/>
                </a:lnTo>
                <a:lnTo>
                  <a:pt x="553720" y="153670"/>
                </a:lnTo>
                <a:lnTo>
                  <a:pt x="554990" y="156210"/>
                </a:lnTo>
                <a:lnTo>
                  <a:pt x="557530" y="157480"/>
                </a:lnTo>
                <a:lnTo>
                  <a:pt x="558800" y="160020"/>
                </a:lnTo>
                <a:lnTo>
                  <a:pt x="562610" y="162560"/>
                </a:lnTo>
                <a:lnTo>
                  <a:pt x="572770" y="167640"/>
                </a:lnTo>
                <a:lnTo>
                  <a:pt x="577850" y="168910"/>
                </a:lnTo>
                <a:lnTo>
                  <a:pt x="582930" y="168910"/>
                </a:lnTo>
                <a:lnTo>
                  <a:pt x="589280" y="170180"/>
                </a:lnTo>
                <a:lnTo>
                  <a:pt x="628650" y="152400"/>
                </a:lnTo>
                <a:lnTo>
                  <a:pt x="629920" y="149860"/>
                </a:lnTo>
                <a:lnTo>
                  <a:pt x="632460" y="147320"/>
                </a:lnTo>
                <a:lnTo>
                  <a:pt x="640080" y="137160"/>
                </a:lnTo>
                <a:lnTo>
                  <a:pt x="641350" y="133350"/>
                </a:lnTo>
                <a:lnTo>
                  <a:pt x="642620" y="130810"/>
                </a:lnTo>
                <a:lnTo>
                  <a:pt x="643890" y="127000"/>
                </a:lnTo>
                <a:lnTo>
                  <a:pt x="645160" y="124460"/>
                </a:lnTo>
                <a:lnTo>
                  <a:pt x="645160" y="120650"/>
                </a:lnTo>
                <a:lnTo>
                  <a:pt x="646430" y="118110"/>
                </a:lnTo>
                <a:lnTo>
                  <a:pt x="647700" y="114300"/>
                </a:lnTo>
                <a:lnTo>
                  <a:pt x="647700" y="106680"/>
                </a:lnTo>
                <a:lnTo>
                  <a:pt x="648970" y="104140"/>
                </a:lnTo>
                <a:lnTo>
                  <a:pt x="648970" y="87630"/>
                </a:lnTo>
                <a:close/>
              </a:path>
              <a:path w="966469" h="923289">
                <a:moveTo>
                  <a:pt x="966470" y="579120"/>
                </a:moveTo>
                <a:lnTo>
                  <a:pt x="963930" y="542290"/>
                </a:lnTo>
                <a:lnTo>
                  <a:pt x="963358" y="534670"/>
                </a:lnTo>
                <a:lnTo>
                  <a:pt x="961390" y="508000"/>
                </a:lnTo>
                <a:lnTo>
                  <a:pt x="951230" y="447040"/>
                </a:lnTo>
                <a:lnTo>
                  <a:pt x="937260" y="396240"/>
                </a:lnTo>
                <a:lnTo>
                  <a:pt x="927100" y="373380"/>
                </a:lnTo>
                <a:lnTo>
                  <a:pt x="922020" y="361950"/>
                </a:lnTo>
                <a:lnTo>
                  <a:pt x="915670" y="353060"/>
                </a:lnTo>
                <a:lnTo>
                  <a:pt x="904240" y="335280"/>
                </a:lnTo>
                <a:lnTo>
                  <a:pt x="891540" y="318770"/>
                </a:lnTo>
                <a:lnTo>
                  <a:pt x="885190" y="312420"/>
                </a:lnTo>
                <a:lnTo>
                  <a:pt x="878840" y="307340"/>
                </a:lnTo>
                <a:lnTo>
                  <a:pt x="871220" y="300990"/>
                </a:lnTo>
                <a:lnTo>
                  <a:pt x="864870" y="295910"/>
                </a:lnTo>
                <a:lnTo>
                  <a:pt x="858520" y="292100"/>
                </a:lnTo>
                <a:lnTo>
                  <a:pt x="855980" y="290830"/>
                </a:lnTo>
                <a:lnTo>
                  <a:pt x="855980" y="486410"/>
                </a:lnTo>
                <a:lnTo>
                  <a:pt x="855980" y="534670"/>
                </a:lnTo>
                <a:lnTo>
                  <a:pt x="734060" y="534670"/>
                </a:lnTo>
                <a:lnTo>
                  <a:pt x="734060" y="487680"/>
                </a:lnTo>
                <a:lnTo>
                  <a:pt x="736600" y="463550"/>
                </a:lnTo>
                <a:lnTo>
                  <a:pt x="737870" y="441960"/>
                </a:lnTo>
                <a:lnTo>
                  <a:pt x="741680" y="421640"/>
                </a:lnTo>
                <a:lnTo>
                  <a:pt x="744220" y="402590"/>
                </a:lnTo>
                <a:lnTo>
                  <a:pt x="749300" y="383540"/>
                </a:lnTo>
                <a:lnTo>
                  <a:pt x="754380" y="368300"/>
                </a:lnTo>
                <a:lnTo>
                  <a:pt x="760730" y="353060"/>
                </a:lnTo>
                <a:lnTo>
                  <a:pt x="764540" y="345440"/>
                </a:lnTo>
                <a:lnTo>
                  <a:pt x="767080" y="341630"/>
                </a:lnTo>
                <a:lnTo>
                  <a:pt x="768350" y="337820"/>
                </a:lnTo>
                <a:lnTo>
                  <a:pt x="775970" y="330200"/>
                </a:lnTo>
                <a:lnTo>
                  <a:pt x="777240" y="327660"/>
                </a:lnTo>
                <a:lnTo>
                  <a:pt x="779780" y="326390"/>
                </a:lnTo>
                <a:lnTo>
                  <a:pt x="782320" y="323850"/>
                </a:lnTo>
                <a:lnTo>
                  <a:pt x="789940" y="320040"/>
                </a:lnTo>
                <a:lnTo>
                  <a:pt x="793750" y="320040"/>
                </a:lnTo>
                <a:lnTo>
                  <a:pt x="796290" y="318770"/>
                </a:lnTo>
                <a:lnTo>
                  <a:pt x="802640" y="318770"/>
                </a:lnTo>
                <a:lnTo>
                  <a:pt x="806450" y="320040"/>
                </a:lnTo>
                <a:lnTo>
                  <a:pt x="808990" y="321310"/>
                </a:lnTo>
                <a:lnTo>
                  <a:pt x="812800" y="322580"/>
                </a:lnTo>
                <a:lnTo>
                  <a:pt x="843280" y="372110"/>
                </a:lnTo>
                <a:lnTo>
                  <a:pt x="849630" y="401320"/>
                </a:lnTo>
                <a:lnTo>
                  <a:pt x="852170" y="414020"/>
                </a:lnTo>
                <a:lnTo>
                  <a:pt x="853440" y="429260"/>
                </a:lnTo>
                <a:lnTo>
                  <a:pt x="854710" y="445770"/>
                </a:lnTo>
                <a:lnTo>
                  <a:pt x="855980" y="486410"/>
                </a:lnTo>
                <a:lnTo>
                  <a:pt x="855980" y="290830"/>
                </a:lnTo>
                <a:lnTo>
                  <a:pt x="843280" y="284480"/>
                </a:lnTo>
                <a:lnTo>
                  <a:pt x="828040" y="279400"/>
                </a:lnTo>
                <a:lnTo>
                  <a:pt x="821690" y="278130"/>
                </a:lnTo>
                <a:lnTo>
                  <a:pt x="814070" y="278130"/>
                </a:lnTo>
                <a:lnTo>
                  <a:pt x="805180" y="276860"/>
                </a:lnTo>
                <a:lnTo>
                  <a:pt x="796290" y="278130"/>
                </a:lnTo>
                <a:lnTo>
                  <a:pt x="787400" y="278130"/>
                </a:lnTo>
                <a:lnTo>
                  <a:pt x="777240" y="280670"/>
                </a:lnTo>
                <a:lnTo>
                  <a:pt x="759460" y="285750"/>
                </a:lnTo>
                <a:lnTo>
                  <a:pt x="751840" y="289560"/>
                </a:lnTo>
                <a:lnTo>
                  <a:pt x="734060" y="299720"/>
                </a:lnTo>
                <a:lnTo>
                  <a:pt x="726440" y="306070"/>
                </a:lnTo>
                <a:lnTo>
                  <a:pt x="717550" y="312420"/>
                </a:lnTo>
                <a:lnTo>
                  <a:pt x="687070" y="346710"/>
                </a:lnTo>
                <a:lnTo>
                  <a:pt x="665480" y="379730"/>
                </a:lnTo>
                <a:lnTo>
                  <a:pt x="660400" y="391160"/>
                </a:lnTo>
                <a:lnTo>
                  <a:pt x="652780" y="402590"/>
                </a:lnTo>
                <a:lnTo>
                  <a:pt x="647700" y="416560"/>
                </a:lnTo>
                <a:lnTo>
                  <a:pt x="642620" y="429260"/>
                </a:lnTo>
                <a:lnTo>
                  <a:pt x="638810" y="443230"/>
                </a:lnTo>
                <a:lnTo>
                  <a:pt x="624840" y="504190"/>
                </a:lnTo>
                <a:lnTo>
                  <a:pt x="617220" y="574040"/>
                </a:lnTo>
                <a:lnTo>
                  <a:pt x="615950" y="609600"/>
                </a:lnTo>
                <a:lnTo>
                  <a:pt x="618490" y="670560"/>
                </a:lnTo>
                <a:lnTo>
                  <a:pt x="626110" y="723900"/>
                </a:lnTo>
                <a:lnTo>
                  <a:pt x="637540" y="774700"/>
                </a:lnTo>
                <a:lnTo>
                  <a:pt x="655320" y="819150"/>
                </a:lnTo>
                <a:lnTo>
                  <a:pt x="674370" y="854710"/>
                </a:lnTo>
                <a:lnTo>
                  <a:pt x="681990" y="864870"/>
                </a:lnTo>
                <a:lnTo>
                  <a:pt x="688340" y="873760"/>
                </a:lnTo>
                <a:lnTo>
                  <a:pt x="722630" y="902970"/>
                </a:lnTo>
                <a:lnTo>
                  <a:pt x="732790" y="908050"/>
                </a:lnTo>
                <a:lnTo>
                  <a:pt x="741680" y="913130"/>
                </a:lnTo>
                <a:lnTo>
                  <a:pt x="751840" y="916940"/>
                </a:lnTo>
                <a:lnTo>
                  <a:pt x="762000" y="919480"/>
                </a:lnTo>
                <a:lnTo>
                  <a:pt x="773430" y="922020"/>
                </a:lnTo>
                <a:lnTo>
                  <a:pt x="784860" y="923290"/>
                </a:lnTo>
                <a:lnTo>
                  <a:pt x="808990" y="923290"/>
                </a:lnTo>
                <a:lnTo>
                  <a:pt x="821690" y="920750"/>
                </a:lnTo>
                <a:lnTo>
                  <a:pt x="847090" y="913130"/>
                </a:lnTo>
                <a:lnTo>
                  <a:pt x="858520" y="906780"/>
                </a:lnTo>
                <a:lnTo>
                  <a:pt x="868680" y="899160"/>
                </a:lnTo>
                <a:lnTo>
                  <a:pt x="880110" y="891540"/>
                </a:lnTo>
                <a:lnTo>
                  <a:pt x="891540" y="881380"/>
                </a:lnTo>
                <a:lnTo>
                  <a:pt x="900430" y="869950"/>
                </a:lnTo>
                <a:lnTo>
                  <a:pt x="910590" y="857250"/>
                </a:lnTo>
                <a:lnTo>
                  <a:pt x="930910" y="824230"/>
                </a:lnTo>
                <a:lnTo>
                  <a:pt x="948690" y="784860"/>
                </a:lnTo>
                <a:lnTo>
                  <a:pt x="966470" y="737870"/>
                </a:lnTo>
                <a:lnTo>
                  <a:pt x="951230" y="723900"/>
                </a:lnTo>
                <a:lnTo>
                  <a:pt x="944880" y="737870"/>
                </a:lnTo>
                <a:lnTo>
                  <a:pt x="938530" y="750570"/>
                </a:lnTo>
                <a:lnTo>
                  <a:pt x="932180" y="762000"/>
                </a:lnTo>
                <a:lnTo>
                  <a:pt x="927100" y="772160"/>
                </a:lnTo>
                <a:lnTo>
                  <a:pt x="920750" y="781050"/>
                </a:lnTo>
                <a:lnTo>
                  <a:pt x="914400" y="788670"/>
                </a:lnTo>
                <a:lnTo>
                  <a:pt x="909320" y="796290"/>
                </a:lnTo>
                <a:lnTo>
                  <a:pt x="904240" y="802640"/>
                </a:lnTo>
                <a:lnTo>
                  <a:pt x="862330" y="824230"/>
                </a:lnTo>
                <a:lnTo>
                  <a:pt x="849630" y="824230"/>
                </a:lnTo>
                <a:lnTo>
                  <a:pt x="829310" y="819150"/>
                </a:lnTo>
                <a:lnTo>
                  <a:pt x="819150" y="814070"/>
                </a:lnTo>
                <a:lnTo>
                  <a:pt x="815340" y="810260"/>
                </a:lnTo>
                <a:lnTo>
                  <a:pt x="810260" y="807720"/>
                </a:lnTo>
                <a:lnTo>
                  <a:pt x="801370" y="798830"/>
                </a:lnTo>
                <a:lnTo>
                  <a:pt x="797560" y="793750"/>
                </a:lnTo>
                <a:lnTo>
                  <a:pt x="788670" y="782320"/>
                </a:lnTo>
                <a:lnTo>
                  <a:pt x="763270" y="731520"/>
                </a:lnTo>
                <a:lnTo>
                  <a:pt x="749300" y="687070"/>
                </a:lnTo>
                <a:lnTo>
                  <a:pt x="741680" y="636270"/>
                </a:lnTo>
                <a:lnTo>
                  <a:pt x="737870" y="608330"/>
                </a:lnTo>
                <a:lnTo>
                  <a:pt x="736600" y="579120"/>
                </a:lnTo>
                <a:lnTo>
                  <a:pt x="966470" y="579120"/>
                </a:lnTo>
                <a:close/>
              </a:path>
            </a:pathLst>
          </a:custGeom>
          <a:solidFill>
            <a:srgbClr val="B1B1B1">
              <a:alpha val="79998"/>
            </a:srgbClr>
          </a:solidFill>
        </p:spPr>
        <p:txBody>
          <a:bodyPr wrap="square" lIns="0" tIns="0" rIns="0" bIns="0" rtlCol="0"/>
          <a:lstStyle/>
          <a:p/>
        </p:txBody>
      </p:sp>
      <p:sp>
        <p:nvSpPr>
          <p:cNvPr id="202" name="object 202"/>
          <p:cNvSpPr/>
          <p:nvPr/>
        </p:nvSpPr>
        <p:spPr>
          <a:xfrm>
            <a:off x="2976880" y="774699"/>
            <a:ext cx="1774189" cy="923290"/>
          </a:xfrm>
          <a:custGeom>
            <a:avLst/>
            <a:gdLst/>
            <a:ahLst/>
            <a:cxnLst/>
            <a:rect l="l" t="t" r="r" b="b"/>
            <a:pathLst>
              <a:path w="1774189" h="923289">
                <a:moveTo>
                  <a:pt x="351790" y="764540"/>
                </a:moveTo>
                <a:lnTo>
                  <a:pt x="337820" y="748030"/>
                </a:lnTo>
                <a:lnTo>
                  <a:pt x="317487" y="775970"/>
                </a:lnTo>
                <a:lnTo>
                  <a:pt x="312420" y="783590"/>
                </a:lnTo>
                <a:lnTo>
                  <a:pt x="290830" y="805180"/>
                </a:lnTo>
                <a:lnTo>
                  <a:pt x="285737" y="807720"/>
                </a:lnTo>
                <a:lnTo>
                  <a:pt x="280670" y="811530"/>
                </a:lnTo>
                <a:lnTo>
                  <a:pt x="270510" y="816610"/>
                </a:lnTo>
                <a:lnTo>
                  <a:pt x="260350" y="819150"/>
                </a:lnTo>
                <a:lnTo>
                  <a:pt x="241300" y="819150"/>
                </a:lnTo>
                <a:lnTo>
                  <a:pt x="196850" y="797560"/>
                </a:lnTo>
                <a:lnTo>
                  <a:pt x="168910" y="756920"/>
                </a:lnTo>
                <a:lnTo>
                  <a:pt x="162560" y="742950"/>
                </a:lnTo>
                <a:lnTo>
                  <a:pt x="154940" y="727710"/>
                </a:lnTo>
                <a:lnTo>
                  <a:pt x="149860" y="711200"/>
                </a:lnTo>
                <a:lnTo>
                  <a:pt x="144780" y="693420"/>
                </a:lnTo>
                <a:lnTo>
                  <a:pt x="139700" y="674370"/>
                </a:lnTo>
                <a:lnTo>
                  <a:pt x="135890" y="655320"/>
                </a:lnTo>
                <a:lnTo>
                  <a:pt x="130810" y="633730"/>
                </a:lnTo>
                <a:lnTo>
                  <a:pt x="123190" y="574040"/>
                </a:lnTo>
                <a:lnTo>
                  <a:pt x="120650" y="530860"/>
                </a:lnTo>
                <a:lnTo>
                  <a:pt x="120650" y="485140"/>
                </a:lnTo>
                <a:lnTo>
                  <a:pt x="127000" y="419100"/>
                </a:lnTo>
                <a:lnTo>
                  <a:pt x="140970" y="361950"/>
                </a:lnTo>
                <a:lnTo>
                  <a:pt x="144780" y="355600"/>
                </a:lnTo>
                <a:lnTo>
                  <a:pt x="147320" y="347980"/>
                </a:lnTo>
                <a:lnTo>
                  <a:pt x="149860" y="344170"/>
                </a:lnTo>
                <a:lnTo>
                  <a:pt x="152400" y="341630"/>
                </a:lnTo>
                <a:lnTo>
                  <a:pt x="153670" y="337820"/>
                </a:lnTo>
                <a:lnTo>
                  <a:pt x="158750" y="332740"/>
                </a:lnTo>
                <a:lnTo>
                  <a:pt x="161290" y="331470"/>
                </a:lnTo>
                <a:lnTo>
                  <a:pt x="162560" y="328930"/>
                </a:lnTo>
                <a:lnTo>
                  <a:pt x="165100" y="326390"/>
                </a:lnTo>
                <a:lnTo>
                  <a:pt x="170180" y="323850"/>
                </a:lnTo>
                <a:lnTo>
                  <a:pt x="172720" y="323850"/>
                </a:lnTo>
                <a:lnTo>
                  <a:pt x="175260" y="322580"/>
                </a:lnTo>
                <a:lnTo>
                  <a:pt x="185420" y="322580"/>
                </a:lnTo>
                <a:lnTo>
                  <a:pt x="187960" y="323850"/>
                </a:lnTo>
                <a:lnTo>
                  <a:pt x="189230" y="323850"/>
                </a:lnTo>
                <a:lnTo>
                  <a:pt x="190500" y="325120"/>
                </a:lnTo>
                <a:lnTo>
                  <a:pt x="191770" y="325120"/>
                </a:lnTo>
                <a:lnTo>
                  <a:pt x="193040" y="326390"/>
                </a:lnTo>
                <a:lnTo>
                  <a:pt x="210820" y="354330"/>
                </a:lnTo>
                <a:lnTo>
                  <a:pt x="213360" y="361950"/>
                </a:lnTo>
                <a:lnTo>
                  <a:pt x="217170" y="386080"/>
                </a:lnTo>
                <a:lnTo>
                  <a:pt x="217170" y="396240"/>
                </a:lnTo>
                <a:lnTo>
                  <a:pt x="218440" y="411480"/>
                </a:lnTo>
                <a:lnTo>
                  <a:pt x="220980" y="426720"/>
                </a:lnTo>
                <a:lnTo>
                  <a:pt x="222250" y="439420"/>
                </a:lnTo>
                <a:lnTo>
                  <a:pt x="224790" y="452120"/>
                </a:lnTo>
                <a:lnTo>
                  <a:pt x="227330" y="462280"/>
                </a:lnTo>
                <a:lnTo>
                  <a:pt x="229870" y="467360"/>
                </a:lnTo>
                <a:lnTo>
                  <a:pt x="231140" y="472440"/>
                </a:lnTo>
                <a:lnTo>
                  <a:pt x="233680" y="476250"/>
                </a:lnTo>
                <a:lnTo>
                  <a:pt x="236220" y="483870"/>
                </a:lnTo>
                <a:lnTo>
                  <a:pt x="238760" y="487680"/>
                </a:lnTo>
                <a:lnTo>
                  <a:pt x="246380" y="495300"/>
                </a:lnTo>
                <a:lnTo>
                  <a:pt x="247650" y="497840"/>
                </a:lnTo>
                <a:lnTo>
                  <a:pt x="251460" y="500380"/>
                </a:lnTo>
                <a:lnTo>
                  <a:pt x="255270" y="504190"/>
                </a:lnTo>
                <a:lnTo>
                  <a:pt x="257810" y="505460"/>
                </a:lnTo>
                <a:lnTo>
                  <a:pt x="261620" y="506730"/>
                </a:lnTo>
                <a:lnTo>
                  <a:pt x="264160" y="509270"/>
                </a:lnTo>
                <a:lnTo>
                  <a:pt x="270510" y="510540"/>
                </a:lnTo>
                <a:lnTo>
                  <a:pt x="275590" y="511810"/>
                </a:lnTo>
                <a:lnTo>
                  <a:pt x="289560" y="511810"/>
                </a:lnTo>
                <a:lnTo>
                  <a:pt x="299720" y="509270"/>
                </a:lnTo>
                <a:lnTo>
                  <a:pt x="309880" y="504190"/>
                </a:lnTo>
                <a:lnTo>
                  <a:pt x="312420" y="501650"/>
                </a:lnTo>
                <a:lnTo>
                  <a:pt x="314960" y="500380"/>
                </a:lnTo>
                <a:lnTo>
                  <a:pt x="316230" y="497840"/>
                </a:lnTo>
                <a:lnTo>
                  <a:pt x="323837" y="490220"/>
                </a:lnTo>
                <a:lnTo>
                  <a:pt x="326390" y="485140"/>
                </a:lnTo>
                <a:lnTo>
                  <a:pt x="327660" y="481330"/>
                </a:lnTo>
                <a:lnTo>
                  <a:pt x="330187" y="477520"/>
                </a:lnTo>
                <a:lnTo>
                  <a:pt x="331470" y="474980"/>
                </a:lnTo>
                <a:lnTo>
                  <a:pt x="332740" y="471170"/>
                </a:lnTo>
                <a:lnTo>
                  <a:pt x="334010" y="468630"/>
                </a:lnTo>
                <a:lnTo>
                  <a:pt x="334010" y="464820"/>
                </a:lnTo>
                <a:lnTo>
                  <a:pt x="336537" y="457200"/>
                </a:lnTo>
                <a:lnTo>
                  <a:pt x="337820" y="448310"/>
                </a:lnTo>
                <a:lnTo>
                  <a:pt x="337820" y="416560"/>
                </a:lnTo>
                <a:lnTo>
                  <a:pt x="323837" y="361950"/>
                </a:lnTo>
                <a:lnTo>
                  <a:pt x="299720" y="323850"/>
                </a:lnTo>
                <a:lnTo>
                  <a:pt x="289560" y="313690"/>
                </a:lnTo>
                <a:lnTo>
                  <a:pt x="279387" y="303530"/>
                </a:lnTo>
                <a:lnTo>
                  <a:pt x="242570" y="283210"/>
                </a:lnTo>
                <a:lnTo>
                  <a:pt x="196850" y="276860"/>
                </a:lnTo>
                <a:lnTo>
                  <a:pt x="162560" y="280670"/>
                </a:lnTo>
                <a:lnTo>
                  <a:pt x="120650" y="298450"/>
                </a:lnTo>
                <a:lnTo>
                  <a:pt x="74930" y="341630"/>
                </a:lnTo>
                <a:lnTo>
                  <a:pt x="52070" y="377190"/>
                </a:lnTo>
                <a:lnTo>
                  <a:pt x="45720" y="391160"/>
                </a:lnTo>
                <a:lnTo>
                  <a:pt x="34290" y="415290"/>
                </a:lnTo>
                <a:lnTo>
                  <a:pt x="17780" y="466090"/>
                </a:lnTo>
                <a:lnTo>
                  <a:pt x="6350" y="520700"/>
                </a:lnTo>
                <a:lnTo>
                  <a:pt x="0" y="609600"/>
                </a:lnTo>
                <a:lnTo>
                  <a:pt x="1270" y="642620"/>
                </a:lnTo>
                <a:lnTo>
                  <a:pt x="7620" y="702310"/>
                </a:lnTo>
                <a:lnTo>
                  <a:pt x="19050" y="756920"/>
                </a:lnTo>
                <a:lnTo>
                  <a:pt x="38100" y="807720"/>
                </a:lnTo>
                <a:lnTo>
                  <a:pt x="55880" y="842010"/>
                </a:lnTo>
                <a:lnTo>
                  <a:pt x="85090" y="880110"/>
                </a:lnTo>
                <a:lnTo>
                  <a:pt x="116840" y="905510"/>
                </a:lnTo>
                <a:lnTo>
                  <a:pt x="153670" y="920750"/>
                </a:lnTo>
                <a:lnTo>
                  <a:pt x="184150" y="923290"/>
                </a:lnTo>
                <a:lnTo>
                  <a:pt x="195580" y="923290"/>
                </a:lnTo>
                <a:lnTo>
                  <a:pt x="232410" y="913130"/>
                </a:lnTo>
                <a:lnTo>
                  <a:pt x="278130" y="883920"/>
                </a:lnTo>
                <a:lnTo>
                  <a:pt x="308610" y="848360"/>
                </a:lnTo>
                <a:lnTo>
                  <a:pt x="335280" y="801370"/>
                </a:lnTo>
                <a:lnTo>
                  <a:pt x="342887" y="783590"/>
                </a:lnTo>
                <a:lnTo>
                  <a:pt x="351790" y="764540"/>
                </a:lnTo>
                <a:close/>
              </a:path>
              <a:path w="1774189" h="923289">
                <a:moveTo>
                  <a:pt x="668020" y="294640"/>
                </a:moveTo>
                <a:lnTo>
                  <a:pt x="568960" y="294640"/>
                </a:lnTo>
                <a:lnTo>
                  <a:pt x="568960" y="72390"/>
                </a:lnTo>
                <a:lnTo>
                  <a:pt x="553720" y="72390"/>
                </a:lnTo>
                <a:lnTo>
                  <a:pt x="538480" y="110490"/>
                </a:lnTo>
                <a:lnTo>
                  <a:pt x="521970" y="147320"/>
                </a:lnTo>
                <a:lnTo>
                  <a:pt x="504190" y="181610"/>
                </a:lnTo>
                <a:lnTo>
                  <a:pt x="485140" y="214630"/>
                </a:lnTo>
                <a:lnTo>
                  <a:pt x="463550" y="246380"/>
                </a:lnTo>
                <a:lnTo>
                  <a:pt x="440690" y="278130"/>
                </a:lnTo>
                <a:lnTo>
                  <a:pt x="415290" y="307340"/>
                </a:lnTo>
                <a:lnTo>
                  <a:pt x="388620" y="336550"/>
                </a:lnTo>
                <a:lnTo>
                  <a:pt x="388620" y="359410"/>
                </a:lnTo>
                <a:lnTo>
                  <a:pt x="443230" y="359410"/>
                </a:lnTo>
                <a:lnTo>
                  <a:pt x="443230" y="732790"/>
                </a:lnTo>
                <a:lnTo>
                  <a:pt x="444500" y="768350"/>
                </a:lnTo>
                <a:lnTo>
                  <a:pt x="444500" y="782320"/>
                </a:lnTo>
                <a:lnTo>
                  <a:pt x="445770" y="793750"/>
                </a:lnTo>
                <a:lnTo>
                  <a:pt x="447040" y="802640"/>
                </a:lnTo>
                <a:lnTo>
                  <a:pt x="447040" y="806450"/>
                </a:lnTo>
                <a:lnTo>
                  <a:pt x="448310" y="808990"/>
                </a:lnTo>
                <a:lnTo>
                  <a:pt x="449580" y="819150"/>
                </a:lnTo>
                <a:lnTo>
                  <a:pt x="452120" y="829310"/>
                </a:lnTo>
                <a:lnTo>
                  <a:pt x="455930" y="838200"/>
                </a:lnTo>
                <a:lnTo>
                  <a:pt x="461010" y="847090"/>
                </a:lnTo>
                <a:lnTo>
                  <a:pt x="464820" y="855980"/>
                </a:lnTo>
                <a:lnTo>
                  <a:pt x="488950" y="889000"/>
                </a:lnTo>
                <a:lnTo>
                  <a:pt x="521970" y="909320"/>
                </a:lnTo>
                <a:lnTo>
                  <a:pt x="539750" y="913130"/>
                </a:lnTo>
                <a:lnTo>
                  <a:pt x="560070" y="913130"/>
                </a:lnTo>
                <a:lnTo>
                  <a:pt x="604520" y="896620"/>
                </a:lnTo>
                <a:lnTo>
                  <a:pt x="612140" y="889000"/>
                </a:lnTo>
                <a:lnTo>
                  <a:pt x="619760" y="882650"/>
                </a:lnTo>
                <a:lnTo>
                  <a:pt x="627380" y="873760"/>
                </a:lnTo>
                <a:lnTo>
                  <a:pt x="633730" y="864870"/>
                </a:lnTo>
                <a:lnTo>
                  <a:pt x="641350" y="854710"/>
                </a:lnTo>
                <a:lnTo>
                  <a:pt x="646430" y="843280"/>
                </a:lnTo>
                <a:lnTo>
                  <a:pt x="652780" y="830580"/>
                </a:lnTo>
                <a:lnTo>
                  <a:pt x="657860" y="817880"/>
                </a:lnTo>
                <a:lnTo>
                  <a:pt x="662940" y="803910"/>
                </a:lnTo>
                <a:lnTo>
                  <a:pt x="668020" y="788670"/>
                </a:lnTo>
                <a:lnTo>
                  <a:pt x="654050" y="774700"/>
                </a:lnTo>
                <a:lnTo>
                  <a:pt x="647700" y="789940"/>
                </a:lnTo>
                <a:lnTo>
                  <a:pt x="641350" y="802640"/>
                </a:lnTo>
                <a:lnTo>
                  <a:pt x="631190" y="817880"/>
                </a:lnTo>
                <a:lnTo>
                  <a:pt x="627380" y="821690"/>
                </a:lnTo>
                <a:lnTo>
                  <a:pt x="623570" y="826770"/>
                </a:lnTo>
                <a:lnTo>
                  <a:pt x="621030" y="829310"/>
                </a:lnTo>
                <a:lnTo>
                  <a:pt x="609600" y="836930"/>
                </a:lnTo>
                <a:lnTo>
                  <a:pt x="605790" y="836930"/>
                </a:lnTo>
                <a:lnTo>
                  <a:pt x="601980" y="838200"/>
                </a:lnTo>
                <a:lnTo>
                  <a:pt x="595630" y="838200"/>
                </a:lnTo>
                <a:lnTo>
                  <a:pt x="593090" y="836930"/>
                </a:lnTo>
                <a:lnTo>
                  <a:pt x="591820" y="836930"/>
                </a:lnTo>
                <a:lnTo>
                  <a:pt x="588010" y="833120"/>
                </a:lnTo>
                <a:lnTo>
                  <a:pt x="585470" y="831850"/>
                </a:lnTo>
                <a:lnTo>
                  <a:pt x="582930" y="829310"/>
                </a:lnTo>
                <a:lnTo>
                  <a:pt x="581660" y="826770"/>
                </a:lnTo>
                <a:lnTo>
                  <a:pt x="579120" y="824230"/>
                </a:lnTo>
                <a:lnTo>
                  <a:pt x="577850" y="821690"/>
                </a:lnTo>
                <a:lnTo>
                  <a:pt x="576580" y="817880"/>
                </a:lnTo>
                <a:lnTo>
                  <a:pt x="575310" y="815340"/>
                </a:lnTo>
                <a:lnTo>
                  <a:pt x="572770" y="807720"/>
                </a:lnTo>
                <a:lnTo>
                  <a:pt x="571500" y="805180"/>
                </a:lnTo>
                <a:lnTo>
                  <a:pt x="571500" y="800100"/>
                </a:lnTo>
                <a:lnTo>
                  <a:pt x="570230" y="795020"/>
                </a:lnTo>
                <a:lnTo>
                  <a:pt x="568960" y="787400"/>
                </a:lnTo>
                <a:lnTo>
                  <a:pt x="568960" y="359410"/>
                </a:lnTo>
                <a:lnTo>
                  <a:pt x="668020" y="359410"/>
                </a:lnTo>
                <a:lnTo>
                  <a:pt x="668020" y="294640"/>
                </a:lnTo>
                <a:close/>
              </a:path>
              <a:path w="1774189" h="923289">
                <a:moveTo>
                  <a:pt x="877570" y="100330"/>
                </a:moveTo>
                <a:lnTo>
                  <a:pt x="876300" y="90170"/>
                </a:lnTo>
                <a:lnTo>
                  <a:pt x="876300" y="81280"/>
                </a:lnTo>
                <a:lnTo>
                  <a:pt x="875030" y="71120"/>
                </a:lnTo>
                <a:lnTo>
                  <a:pt x="873760" y="66040"/>
                </a:lnTo>
                <a:lnTo>
                  <a:pt x="871220" y="58420"/>
                </a:lnTo>
                <a:lnTo>
                  <a:pt x="869950" y="53340"/>
                </a:lnTo>
                <a:lnTo>
                  <a:pt x="867410" y="49530"/>
                </a:lnTo>
                <a:lnTo>
                  <a:pt x="866140" y="45720"/>
                </a:lnTo>
                <a:lnTo>
                  <a:pt x="862330" y="36830"/>
                </a:lnTo>
                <a:lnTo>
                  <a:pt x="857250" y="29210"/>
                </a:lnTo>
                <a:lnTo>
                  <a:pt x="847090" y="16510"/>
                </a:lnTo>
                <a:lnTo>
                  <a:pt x="840740" y="11430"/>
                </a:lnTo>
                <a:lnTo>
                  <a:pt x="838200" y="8890"/>
                </a:lnTo>
                <a:lnTo>
                  <a:pt x="834390" y="7620"/>
                </a:lnTo>
                <a:lnTo>
                  <a:pt x="831850" y="5080"/>
                </a:lnTo>
                <a:lnTo>
                  <a:pt x="829310" y="3810"/>
                </a:lnTo>
                <a:lnTo>
                  <a:pt x="821690" y="1270"/>
                </a:lnTo>
                <a:lnTo>
                  <a:pt x="815340" y="0"/>
                </a:lnTo>
                <a:lnTo>
                  <a:pt x="801370" y="0"/>
                </a:lnTo>
                <a:lnTo>
                  <a:pt x="795020" y="1270"/>
                </a:lnTo>
                <a:lnTo>
                  <a:pt x="787400" y="3810"/>
                </a:lnTo>
                <a:lnTo>
                  <a:pt x="784860" y="5080"/>
                </a:lnTo>
                <a:lnTo>
                  <a:pt x="782320" y="7620"/>
                </a:lnTo>
                <a:lnTo>
                  <a:pt x="778510" y="8890"/>
                </a:lnTo>
                <a:lnTo>
                  <a:pt x="775970" y="11430"/>
                </a:lnTo>
                <a:lnTo>
                  <a:pt x="769620" y="16510"/>
                </a:lnTo>
                <a:lnTo>
                  <a:pt x="759460" y="29210"/>
                </a:lnTo>
                <a:lnTo>
                  <a:pt x="754380" y="36830"/>
                </a:lnTo>
                <a:lnTo>
                  <a:pt x="750570" y="45720"/>
                </a:lnTo>
                <a:lnTo>
                  <a:pt x="749300" y="49530"/>
                </a:lnTo>
                <a:lnTo>
                  <a:pt x="746760" y="53340"/>
                </a:lnTo>
                <a:lnTo>
                  <a:pt x="745490" y="58420"/>
                </a:lnTo>
                <a:lnTo>
                  <a:pt x="742950" y="66040"/>
                </a:lnTo>
                <a:lnTo>
                  <a:pt x="741680" y="71120"/>
                </a:lnTo>
                <a:lnTo>
                  <a:pt x="740410" y="81280"/>
                </a:lnTo>
                <a:lnTo>
                  <a:pt x="739140" y="90170"/>
                </a:lnTo>
                <a:lnTo>
                  <a:pt x="739140" y="110490"/>
                </a:lnTo>
                <a:lnTo>
                  <a:pt x="741680" y="130810"/>
                </a:lnTo>
                <a:lnTo>
                  <a:pt x="742950" y="134620"/>
                </a:lnTo>
                <a:lnTo>
                  <a:pt x="744220" y="139700"/>
                </a:lnTo>
                <a:lnTo>
                  <a:pt x="745490" y="143510"/>
                </a:lnTo>
                <a:lnTo>
                  <a:pt x="746760" y="148590"/>
                </a:lnTo>
                <a:lnTo>
                  <a:pt x="749300" y="152400"/>
                </a:lnTo>
                <a:lnTo>
                  <a:pt x="769620" y="185420"/>
                </a:lnTo>
                <a:lnTo>
                  <a:pt x="775970" y="189230"/>
                </a:lnTo>
                <a:lnTo>
                  <a:pt x="778510" y="191770"/>
                </a:lnTo>
                <a:lnTo>
                  <a:pt x="782320" y="194310"/>
                </a:lnTo>
                <a:lnTo>
                  <a:pt x="787400" y="196850"/>
                </a:lnTo>
                <a:lnTo>
                  <a:pt x="795020" y="199390"/>
                </a:lnTo>
                <a:lnTo>
                  <a:pt x="801370" y="200660"/>
                </a:lnTo>
                <a:lnTo>
                  <a:pt x="815340" y="200660"/>
                </a:lnTo>
                <a:lnTo>
                  <a:pt x="840740" y="189230"/>
                </a:lnTo>
                <a:lnTo>
                  <a:pt x="843280" y="187960"/>
                </a:lnTo>
                <a:lnTo>
                  <a:pt x="852170" y="179070"/>
                </a:lnTo>
                <a:lnTo>
                  <a:pt x="857250" y="172720"/>
                </a:lnTo>
                <a:lnTo>
                  <a:pt x="862330" y="165100"/>
                </a:lnTo>
                <a:lnTo>
                  <a:pt x="866140" y="156210"/>
                </a:lnTo>
                <a:lnTo>
                  <a:pt x="869950" y="148590"/>
                </a:lnTo>
                <a:lnTo>
                  <a:pt x="871220" y="143510"/>
                </a:lnTo>
                <a:lnTo>
                  <a:pt x="872490" y="139700"/>
                </a:lnTo>
                <a:lnTo>
                  <a:pt x="873760" y="134620"/>
                </a:lnTo>
                <a:lnTo>
                  <a:pt x="875030" y="130810"/>
                </a:lnTo>
                <a:lnTo>
                  <a:pt x="875030" y="125730"/>
                </a:lnTo>
                <a:lnTo>
                  <a:pt x="876300" y="120650"/>
                </a:lnTo>
                <a:lnTo>
                  <a:pt x="876300" y="110490"/>
                </a:lnTo>
                <a:lnTo>
                  <a:pt x="877570" y="100330"/>
                </a:lnTo>
                <a:close/>
              </a:path>
              <a:path w="1774189" h="923289">
                <a:moveTo>
                  <a:pt x="920750" y="880110"/>
                </a:moveTo>
                <a:lnTo>
                  <a:pt x="908050" y="880110"/>
                </a:lnTo>
                <a:lnTo>
                  <a:pt x="901700" y="877570"/>
                </a:lnTo>
                <a:lnTo>
                  <a:pt x="896620" y="876300"/>
                </a:lnTo>
                <a:lnTo>
                  <a:pt x="894080" y="875030"/>
                </a:lnTo>
                <a:lnTo>
                  <a:pt x="891540" y="872490"/>
                </a:lnTo>
                <a:lnTo>
                  <a:pt x="889000" y="872490"/>
                </a:lnTo>
                <a:lnTo>
                  <a:pt x="887730" y="869950"/>
                </a:lnTo>
                <a:lnTo>
                  <a:pt x="885190" y="868680"/>
                </a:lnTo>
                <a:lnTo>
                  <a:pt x="883920" y="866140"/>
                </a:lnTo>
                <a:lnTo>
                  <a:pt x="882650" y="864870"/>
                </a:lnTo>
                <a:lnTo>
                  <a:pt x="881380" y="862330"/>
                </a:lnTo>
                <a:lnTo>
                  <a:pt x="878840" y="859790"/>
                </a:lnTo>
                <a:lnTo>
                  <a:pt x="878840" y="857250"/>
                </a:lnTo>
                <a:lnTo>
                  <a:pt x="877570" y="854710"/>
                </a:lnTo>
                <a:lnTo>
                  <a:pt x="875030" y="847090"/>
                </a:lnTo>
                <a:lnTo>
                  <a:pt x="875030" y="842010"/>
                </a:lnTo>
                <a:lnTo>
                  <a:pt x="873760" y="833120"/>
                </a:lnTo>
                <a:lnTo>
                  <a:pt x="872363" y="820420"/>
                </a:lnTo>
                <a:lnTo>
                  <a:pt x="871220" y="808990"/>
                </a:lnTo>
                <a:lnTo>
                  <a:pt x="871220" y="294640"/>
                </a:lnTo>
                <a:lnTo>
                  <a:pt x="695960" y="294640"/>
                </a:lnTo>
                <a:lnTo>
                  <a:pt x="695960" y="320040"/>
                </a:lnTo>
                <a:lnTo>
                  <a:pt x="702310" y="321310"/>
                </a:lnTo>
                <a:lnTo>
                  <a:pt x="708660" y="321310"/>
                </a:lnTo>
                <a:lnTo>
                  <a:pt x="715010" y="322580"/>
                </a:lnTo>
                <a:lnTo>
                  <a:pt x="725170" y="327660"/>
                </a:lnTo>
                <a:lnTo>
                  <a:pt x="726440" y="328930"/>
                </a:lnTo>
                <a:lnTo>
                  <a:pt x="728980" y="330200"/>
                </a:lnTo>
                <a:lnTo>
                  <a:pt x="730250" y="332740"/>
                </a:lnTo>
                <a:lnTo>
                  <a:pt x="732790" y="334010"/>
                </a:lnTo>
                <a:lnTo>
                  <a:pt x="739140" y="346710"/>
                </a:lnTo>
                <a:lnTo>
                  <a:pt x="739140" y="350520"/>
                </a:lnTo>
                <a:lnTo>
                  <a:pt x="740410" y="354330"/>
                </a:lnTo>
                <a:lnTo>
                  <a:pt x="741680" y="359410"/>
                </a:lnTo>
                <a:lnTo>
                  <a:pt x="742950" y="368300"/>
                </a:lnTo>
                <a:lnTo>
                  <a:pt x="744220" y="379730"/>
                </a:lnTo>
                <a:lnTo>
                  <a:pt x="744220" y="391160"/>
                </a:lnTo>
                <a:lnTo>
                  <a:pt x="745490" y="405130"/>
                </a:lnTo>
                <a:lnTo>
                  <a:pt x="745490" y="795020"/>
                </a:lnTo>
                <a:lnTo>
                  <a:pt x="744220" y="807720"/>
                </a:lnTo>
                <a:lnTo>
                  <a:pt x="744220" y="820420"/>
                </a:lnTo>
                <a:lnTo>
                  <a:pt x="742950" y="831850"/>
                </a:lnTo>
                <a:lnTo>
                  <a:pt x="741680" y="840740"/>
                </a:lnTo>
                <a:lnTo>
                  <a:pt x="741680" y="844550"/>
                </a:lnTo>
                <a:lnTo>
                  <a:pt x="740410" y="848360"/>
                </a:lnTo>
                <a:lnTo>
                  <a:pt x="739140" y="850900"/>
                </a:lnTo>
                <a:lnTo>
                  <a:pt x="739140" y="854710"/>
                </a:lnTo>
                <a:lnTo>
                  <a:pt x="737870" y="857250"/>
                </a:lnTo>
                <a:lnTo>
                  <a:pt x="736600" y="858520"/>
                </a:lnTo>
                <a:lnTo>
                  <a:pt x="735330" y="861060"/>
                </a:lnTo>
                <a:lnTo>
                  <a:pt x="732790" y="864870"/>
                </a:lnTo>
                <a:lnTo>
                  <a:pt x="728980" y="868680"/>
                </a:lnTo>
                <a:lnTo>
                  <a:pt x="726440" y="869950"/>
                </a:lnTo>
                <a:lnTo>
                  <a:pt x="722630" y="873760"/>
                </a:lnTo>
                <a:lnTo>
                  <a:pt x="720090" y="875030"/>
                </a:lnTo>
                <a:lnTo>
                  <a:pt x="716280" y="877570"/>
                </a:lnTo>
                <a:lnTo>
                  <a:pt x="713740" y="877570"/>
                </a:lnTo>
                <a:lnTo>
                  <a:pt x="708660" y="880110"/>
                </a:lnTo>
                <a:lnTo>
                  <a:pt x="702310" y="880110"/>
                </a:lnTo>
                <a:lnTo>
                  <a:pt x="695960" y="881380"/>
                </a:lnTo>
                <a:lnTo>
                  <a:pt x="695960" y="905510"/>
                </a:lnTo>
                <a:lnTo>
                  <a:pt x="920750" y="905510"/>
                </a:lnTo>
                <a:lnTo>
                  <a:pt x="920750" y="880110"/>
                </a:lnTo>
                <a:close/>
              </a:path>
              <a:path w="1774189" h="923289">
                <a:moveTo>
                  <a:pt x="1380490" y="294640"/>
                </a:moveTo>
                <a:lnTo>
                  <a:pt x="1244600" y="294640"/>
                </a:lnTo>
                <a:lnTo>
                  <a:pt x="1244600" y="320040"/>
                </a:lnTo>
                <a:lnTo>
                  <a:pt x="1249680" y="320040"/>
                </a:lnTo>
                <a:lnTo>
                  <a:pt x="1256030" y="321310"/>
                </a:lnTo>
                <a:lnTo>
                  <a:pt x="1261110" y="321310"/>
                </a:lnTo>
                <a:lnTo>
                  <a:pt x="1264920" y="322580"/>
                </a:lnTo>
                <a:lnTo>
                  <a:pt x="1270000" y="325120"/>
                </a:lnTo>
                <a:lnTo>
                  <a:pt x="1271270" y="326390"/>
                </a:lnTo>
                <a:lnTo>
                  <a:pt x="1273810" y="326390"/>
                </a:lnTo>
                <a:lnTo>
                  <a:pt x="1280160" y="332740"/>
                </a:lnTo>
                <a:lnTo>
                  <a:pt x="1282700" y="336550"/>
                </a:lnTo>
                <a:lnTo>
                  <a:pt x="1282700" y="337820"/>
                </a:lnTo>
                <a:lnTo>
                  <a:pt x="1283970" y="339090"/>
                </a:lnTo>
                <a:lnTo>
                  <a:pt x="1285240" y="341630"/>
                </a:lnTo>
                <a:lnTo>
                  <a:pt x="1286510" y="342900"/>
                </a:lnTo>
                <a:lnTo>
                  <a:pt x="1286510" y="345440"/>
                </a:lnTo>
                <a:lnTo>
                  <a:pt x="1287780" y="346710"/>
                </a:lnTo>
                <a:lnTo>
                  <a:pt x="1287780" y="351790"/>
                </a:lnTo>
                <a:lnTo>
                  <a:pt x="1289050" y="354330"/>
                </a:lnTo>
                <a:lnTo>
                  <a:pt x="1289050" y="358140"/>
                </a:lnTo>
                <a:lnTo>
                  <a:pt x="1290320" y="360680"/>
                </a:lnTo>
                <a:lnTo>
                  <a:pt x="1290320" y="370840"/>
                </a:lnTo>
                <a:lnTo>
                  <a:pt x="1289050" y="375920"/>
                </a:lnTo>
                <a:lnTo>
                  <a:pt x="1287780" y="386080"/>
                </a:lnTo>
                <a:lnTo>
                  <a:pt x="1286510" y="398780"/>
                </a:lnTo>
                <a:lnTo>
                  <a:pt x="1283970" y="412750"/>
                </a:lnTo>
                <a:lnTo>
                  <a:pt x="1280160" y="429260"/>
                </a:lnTo>
                <a:lnTo>
                  <a:pt x="1276350" y="447040"/>
                </a:lnTo>
                <a:lnTo>
                  <a:pt x="1266190" y="486410"/>
                </a:lnTo>
                <a:lnTo>
                  <a:pt x="1210310" y="684530"/>
                </a:lnTo>
                <a:lnTo>
                  <a:pt x="1141730" y="454660"/>
                </a:lnTo>
                <a:lnTo>
                  <a:pt x="1125220" y="388620"/>
                </a:lnTo>
                <a:lnTo>
                  <a:pt x="1122680" y="370840"/>
                </a:lnTo>
                <a:lnTo>
                  <a:pt x="1122680" y="354330"/>
                </a:lnTo>
                <a:lnTo>
                  <a:pt x="1123950" y="353060"/>
                </a:lnTo>
                <a:lnTo>
                  <a:pt x="1123950" y="350520"/>
                </a:lnTo>
                <a:lnTo>
                  <a:pt x="1125220" y="347980"/>
                </a:lnTo>
                <a:lnTo>
                  <a:pt x="1125220" y="346710"/>
                </a:lnTo>
                <a:lnTo>
                  <a:pt x="1126490" y="344170"/>
                </a:lnTo>
                <a:lnTo>
                  <a:pt x="1126490" y="341630"/>
                </a:lnTo>
                <a:lnTo>
                  <a:pt x="1127760" y="340360"/>
                </a:lnTo>
                <a:lnTo>
                  <a:pt x="1129030" y="337820"/>
                </a:lnTo>
                <a:lnTo>
                  <a:pt x="1130300" y="334010"/>
                </a:lnTo>
                <a:lnTo>
                  <a:pt x="1132840" y="330200"/>
                </a:lnTo>
                <a:lnTo>
                  <a:pt x="1139190" y="323850"/>
                </a:lnTo>
                <a:lnTo>
                  <a:pt x="1140460" y="323850"/>
                </a:lnTo>
                <a:lnTo>
                  <a:pt x="1141730" y="322580"/>
                </a:lnTo>
                <a:lnTo>
                  <a:pt x="1144270" y="321310"/>
                </a:lnTo>
                <a:lnTo>
                  <a:pt x="1148080" y="321310"/>
                </a:lnTo>
                <a:lnTo>
                  <a:pt x="1151890" y="320040"/>
                </a:lnTo>
                <a:lnTo>
                  <a:pt x="1156970" y="318770"/>
                </a:lnTo>
                <a:lnTo>
                  <a:pt x="1162050" y="318770"/>
                </a:lnTo>
                <a:lnTo>
                  <a:pt x="1162050" y="294640"/>
                </a:lnTo>
                <a:lnTo>
                  <a:pt x="939800" y="294640"/>
                </a:lnTo>
                <a:lnTo>
                  <a:pt x="939800" y="318770"/>
                </a:lnTo>
                <a:lnTo>
                  <a:pt x="944880" y="321310"/>
                </a:lnTo>
                <a:lnTo>
                  <a:pt x="948690" y="322580"/>
                </a:lnTo>
                <a:lnTo>
                  <a:pt x="953770" y="325120"/>
                </a:lnTo>
                <a:lnTo>
                  <a:pt x="957580" y="327660"/>
                </a:lnTo>
                <a:lnTo>
                  <a:pt x="963930" y="334010"/>
                </a:lnTo>
                <a:lnTo>
                  <a:pt x="966470" y="337820"/>
                </a:lnTo>
                <a:lnTo>
                  <a:pt x="967740" y="340360"/>
                </a:lnTo>
                <a:lnTo>
                  <a:pt x="970280" y="341630"/>
                </a:lnTo>
                <a:lnTo>
                  <a:pt x="971550" y="345440"/>
                </a:lnTo>
                <a:lnTo>
                  <a:pt x="974090" y="349250"/>
                </a:lnTo>
                <a:lnTo>
                  <a:pt x="977900" y="356870"/>
                </a:lnTo>
                <a:lnTo>
                  <a:pt x="982980" y="368300"/>
                </a:lnTo>
                <a:lnTo>
                  <a:pt x="986790" y="381000"/>
                </a:lnTo>
                <a:lnTo>
                  <a:pt x="996950" y="411480"/>
                </a:lnTo>
                <a:lnTo>
                  <a:pt x="1009650" y="450850"/>
                </a:lnTo>
                <a:lnTo>
                  <a:pt x="1150620" y="923290"/>
                </a:lnTo>
                <a:lnTo>
                  <a:pt x="1172210" y="923290"/>
                </a:lnTo>
                <a:lnTo>
                  <a:pt x="1310640" y="444500"/>
                </a:lnTo>
                <a:lnTo>
                  <a:pt x="1323340" y="405130"/>
                </a:lnTo>
                <a:lnTo>
                  <a:pt x="1333500" y="375920"/>
                </a:lnTo>
                <a:lnTo>
                  <a:pt x="1337310" y="363220"/>
                </a:lnTo>
                <a:lnTo>
                  <a:pt x="1341120" y="354330"/>
                </a:lnTo>
                <a:lnTo>
                  <a:pt x="1344930" y="346710"/>
                </a:lnTo>
                <a:lnTo>
                  <a:pt x="1346200" y="342900"/>
                </a:lnTo>
                <a:lnTo>
                  <a:pt x="1348740" y="340360"/>
                </a:lnTo>
                <a:lnTo>
                  <a:pt x="1351280" y="336550"/>
                </a:lnTo>
                <a:lnTo>
                  <a:pt x="1358900" y="328930"/>
                </a:lnTo>
                <a:lnTo>
                  <a:pt x="1366520" y="323850"/>
                </a:lnTo>
                <a:lnTo>
                  <a:pt x="1371600" y="321310"/>
                </a:lnTo>
                <a:lnTo>
                  <a:pt x="1375410" y="320040"/>
                </a:lnTo>
                <a:lnTo>
                  <a:pt x="1380490" y="318770"/>
                </a:lnTo>
                <a:lnTo>
                  <a:pt x="1380490" y="294640"/>
                </a:lnTo>
                <a:close/>
              </a:path>
              <a:path w="1774189" h="923289">
                <a:moveTo>
                  <a:pt x="1774190" y="579120"/>
                </a:moveTo>
                <a:lnTo>
                  <a:pt x="1771650" y="542290"/>
                </a:lnTo>
                <a:lnTo>
                  <a:pt x="1771078" y="534670"/>
                </a:lnTo>
                <a:lnTo>
                  <a:pt x="1769110" y="508000"/>
                </a:lnTo>
                <a:lnTo>
                  <a:pt x="1760220" y="447040"/>
                </a:lnTo>
                <a:lnTo>
                  <a:pt x="1744980" y="396240"/>
                </a:lnTo>
                <a:lnTo>
                  <a:pt x="1734820" y="373380"/>
                </a:lnTo>
                <a:lnTo>
                  <a:pt x="1729740" y="361950"/>
                </a:lnTo>
                <a:lnTo>
                  <a:pt x="1723390" y="353060"/>
                </a:lnTo>
                <a:lnTo>
                  <a:pt x="1711960" y="335280"/>
                </a:lnTo>
                <a:lnTo>
                  <a:pt x="1699260" y="318770"/>
                </a:lnTo>
                <a:lnTo>
                  <a:pt x="1692910" y="312420"/>
                </a:lnTo>
                <a:lnTo>
                  <a:pt x="1686560" y="307340"/>
                </a:lnTo>
                <a:lnTo>
                  <a:pt x="1680210" y="300990"/>
                </a:lnTo>
                <a:lnTo>
                  <a:pt x="1672590" y="295910"/>
                </a:lnTo>
                <a:lnTo>
                  <a:pt x="1666240" y="292100"/>
                </a:lnTo>
                <a:lnTo>
                  <a:pt x="1663700" y="290830"/>
                </a:lnTo>
                <a:lnTo>
                  <a:pt x="1663700" y="486410"/>
                </a:lnTo>
                <a:lnTo>
                  <a:pt x="1663700" y="534670"/>
                </a:lnTo>
                <a:lnTo>
                  <a:pt x="1543050" y="534670"/>
                </a:lnTo>
                <a:lnTo>
                  <a:pt x="1543113" y="486410"/>
                </a:lnTo>
                <a:lnTo>
                  <a:pt x="1545590" y="441960"/>
                </a:lnTo>
                <a:lnTo>
                  <a:pt x="1557020" y="383540"/>
                </a:lnTo>
                <a:lnTo>
                  <a:pt x="1572260" y="345440"/>
                </a:lnTo>
                <a:lnTo>
                  <a:pt x="1577340" y="337820"/>
                </a:lnTo>
                <a:lnTo>
                  <a:pt x="1578610" y="335280"/>
                </a:lnTo>
                <a:lnTo>
                  <a:pt x="1586230" y="327660"/>
                </a:lnTo>
                <a:lnTo>
                  <a:pt x="1588770" y="326390"/>
                </a:lnTo>
                <a:lnTo>
                  <a:pt x="1590040" y="323850"/>
                </a:lnTo>
                <a:lnTo>
                  <a:pt x="1592580" y="322580"/>
                </a:lnTo>
                <a:lnTo>
                  <a:pt x="1596390" y="321310"/>
                </a:lnTo>
                <a:lnTo>
                  <a:pt x="1598930" y="320040"/>
                </a:lnTo>
                <a:lnTo>
                  <a:pt x="1601470" y="320040"/>
                </a:lnTo>
                <a:lnTo>
                  <a:pt x="1604010" y="318770"/>
                </a:lnTo>
                <a:lnTo>
                  <a:pt x="1610360" y="318770"/>
                </a:lnTo>
                <a:lnTo>
                  <a:pt x="1617980" y="321310"/>
                </a:lnTo>
                <a:lnTo>
                  <a:pt x="1620520" y="322580"/>
                </a:lnTo>
                <a:lnTo>
                  <a:pt x="1624330" y="323850"/>
                </a:lnTo>
                <a:lnTo>
                  <a:pt x="1631950" y="331470"/>
                </a:lnTo>
                <a:lnTo>
                  <a:pt x="1635760" y="336550"/>
                </a:lnTo>
                <a:lnTo>
                  <a:pt x="1643380" y="349250"/>
                </a:lnTo>
                <a:lnTo>
                  <a:pt x="1645920" y="356870"/>
                </a:lnTo>
                <a:lnTo>
                  <a:pt x="1649730" y="364490"/>
                </a:lnTo>
                <a:lnTo>
                  <a:pt x="1652270" y="372110"/>
                </a:lnTo>
                <a:lnTo>
                  <a:pt x="1653540" y="381000"/>
                </a:lnTo>
                <a:lnTo>
                  <a:pt x="1658620" y="401320"/>
                </a:lnTo>
                <a:lnTo>
                  <a:pt x="1659890" y="414020"/>
                </a:lnTo>
                <a:lnTo>
                  <a:pt x="1661160" y="429260"/>
                </a:lnTo>
                <a:lnTo>
                  <a:pt x="1662430" y="445770"/>
                </a:lnTo>
                <a:lnTo>
                  <a:pt x="1663700" y="486410"/>
                </a:lnTo>
                <a:lnTo>
                  <a:pt x="1663700" y="290830"/>
                </a:lnTo>
                <a:lnTo>
                  <a:pt x="1658620" y="288290"/>
                </a:lnTo>
                <a:lnTo>
                  <a:pt x="1652270" y="284480"/>
                </a:lnTo>
                <a:lnTo>
                  <a:pt x="1637030" y="279400"/>
                </a:lnTo>
                <a:lnTo>
                  <a:pt x="1629410" y="278130"/>
                </a:lnTo>
                <a:lnTo>
                  <a:pt x="1621790" y="278130"/>
                </a:lnTo>
                <a:lnTo>
                  <a:pt x="1612900" y="276860"/>
                </a:lnTo>
                <a:lnTo>
                  <a:pt x="1604010" y="278130"/>
                </a:lnTo>
                <a:lnTo>
                  <a:pt x="1595120" y="278130"/>
                </a:lnTo>
                <a:lnTo>
                  <a:pt x="1577340" y="283210"/>
                </a:lnTo>
                <a:lnTo>
                  <a:pt x="1534160" y="306070"/>
                </a:lnTo>
                <a:lnTo>
                  <a:pt x="1494790" y="346710"/>
                </a:lnTo>
                <a:lnTo>
                  <a:pt x="1473200" y="379730"/>
                </a:lnTo>
                <a:lnTo>
                  <a:pt x="1468120" y="391160"/>
                </a:lnTo>
                <a:lnTo>
                  <a:pt x="1461770" y="402590"/>
                </a:lnTo>
                <a:lnTo>
                  <a:pt x="1456690" y="416560"/>
                </a:lnTo>
                <a:lnTo>
                  <a:pt x="1451610" y="429260"/>
                </a:lnTo>
                <a:lnTo>
                  <a:pt x="1446530" y="443230"/>
                </a:lnTo>
                <a:lnTo>
                  <a:pt x="1438910" y="473710"/>
                </a:lnTo>
                <a:lnTo>
                  <a:pt x="1432560" y="504190"/>
                </a:lnTo>
                <a:lnTo>
                  <a:pt x="1427480" y="538480"/>
                </a:lnTo>
                <a:lnTo>
                  <a:pt x="1424940" y="574040"/>
                </a:lnTo>
                <a:lnTo>
                  <a:pt x="1424940" y="640080"/>
                </a:lnTo>
                <a:lnTo>
                  <a:pt x="1430020" y="697230"/>
                </a:lnTo>
                <a:lnTo>
                  <a:pt x="1438910" y="750570"/>
                </a:lnTo>
                <a:lnTo>
                  <a:pt x="1454150" y="797560"/>
                </a:lnTo>
                <a:lnTo>
                  <a:pt x="1482090" y="854710"/>
                </a:lnTo>
                <a:lnTo>
                  <a:pt x="1513840" y="890270"/>
                </a:lnTo>
                <a:lnTo>
                  <a:pt x="1550670" y="913130"/>
                </a:lnTo>
                <a:lnTo>
                  <a:pt x="1592580" y="923290"/>
                </a:lnTo>
                <a:lnTo>
                  <a:pt x="1616710" y="923290"/>
                </a:lnTo>
                <a:lnTo>
                  <a:pt x="1654810" y="913130"/>
                </a:lnTo>
                <a:lnTo>
                  <a:pt x="1689100" y="891540"/>
                </a:lnTo>
                <a:lnTo>
                  <a:pt x="1719580" y="857250"/>
                </a:lnTo>
                <a:lnTo>
                  <a:pt x="1738630" y="824230"/>
                </a:lnTo>
                <a:lnTo>
                  <a:pt x="1756410" y="784860"/>
                </a:lnTo>
                <a:lnTo>
                  <a:pt x="1774190" y="737870"/>
                </a:lnTo>
                <a:lnTo>
                  <a:pt x="1758950" y="723900"/>
                </a:lnTo>
                <a:lnTo>
                  <a:pt x="1752600" y="737870"/>
                </a:lnTo>
                <a:lnTo>
                  <a:pt x="1746250" y="750570"/>
                </a:lnTo>
                <a:lnTo>
                  <a:pt x="1741170" y="762000"/>
                </a:lnTo>
                <a:lnTo>
                  <a:pt x="1734820" y="772160"/>
                </a:lnTo>
                <a:lnTo>
                  <a:pt x="1728470" y="781050"/>
                </a:lnTo>
                <a:lnTo>
                  <a:pt x="1723390" y="788670"/>
                </a:lnTo>
                <a:lnTo>
                  <a:pt x="1717040" y="796290"/>
                </a:lnTo>
                <a:lnTo>
                  <a:pt x="1711960" y="802640"/>
                </a:lnTo>
                <a:lnTo>
                  <a:pt x="1706880" y="807720"/>
                </a:lnTo>
                <a:lnTo>
                  <a:pt x="1700530" y="811530"/>
                </a:lnTo>
                <a:lnTo>
                  <a:pt x="1695450" y="815340"/>
                </a:lnTo>
                <a:lnTo>
                  <a:pt x="1689100" y="819150"/>
                </a:lnTo>
                <a:lnTo>
                  <a:pt x="1682750" y="821690"/>
                </a:lnTo>
                <a:lnTo>
                  <a:pt x="1670050" y="824230"/>
                </a:lnTo>
                <a:lnTo>
                  <a:pt x="1657350" y="824230"/>
                </a:lnTo>
                <a:lnTo>
                  <a:pt x="1637030" y="819150"/>
                </a:lnTo>
                <a:lnTo>
                  <a:pt x="1631950" y="816610"/>
                </a:lnTo>
                <a:lnTo>
                  <a:pt x="1628140" y="814070"/>
                </a:lnTo>
                <a:lnTo>
                  <a:pt x="1623060" y="810260"/>
                </a:lnTo>
                <a:lnTo>
                  <a:pt x="1617980" y="807720"/>
                </a:lnTo>
                <a:lnTo>
                  <a:pt x="1614170" y="802640"/>
                </a:lnTo>
                <a:lnTo>
                  <a:pt x="1609090" y="798830"/>
                </a:lnTo>
                <a:lnTo>
                  <a:pt x="1605280" y="793750"/>
                </a:lnTo>
                <a:lnTo>
                  <a:pt x="1579880" y="751840"/>
                </a:lnTo>
                <a:lnTo>
                  <a:pt x="1563370" y="709930"/>
                </a:lnTo>
                <a:lnTo>
                  <a:pt x="1553210" y="662940"/>
                </a:lnTo>
                <a:lnTo>
                  <a:pt x="1545590" y="608330"/>
                </a:lnTo>
                <a:lnTo>
                  <a:pt x="1544320" y="579120"/>
                </a:lnTo>
                <a:lnTo>
                  <a:pt x="1774190" y="579120"/>
                </a:lnTo>
                <a:close/>
              </a:path>
            </a:pathLst>
          </a:custGeom>
          <a:solidFill>
            <a:srgbClr val="B1B1B1">
              <a:alpha val="79998"/>
            </a:srgbClr>
          </a:solidFill>
        </p:spPr>
        <p:txBody>
          <a:bodyPr wrap="square" lIns="0" tIns="0" rIns="0" bIns="0" rtlCol="0"/>
          <a:lstStyle/>
          <a:p/>
        </p:txBody>
      </p:sp>
      <p:sp>
        <p:nvSpPr>
          <p:cNvPr id="203" name="object 203"/>
          <p:cNvSpPr/>
          <p:nvPr/>
        </p:nvSpPr>
        <p:spPr>
          <a:xfrm>
            <a:off x="5017770" y="795019"/>
            <a:ext cx="561340" cy="885190"/>
          </a:xfrm>
          <a:custGeom>
            <a:avLst/>
            <a:gdLst/>
            <a:ahLst/>
            <a:cxnLst/>
            <a:rect l="l" t="t" r="r" b="b"/>
            <a:pathLst>
              <a:path w="561339" h="885189">
                <a:moveTo>
                  <a:pt x="323850" y="0"/>
                </a:moveTo>
                <a:lnTo>
                  <a:pt x="0" y="0"/>
                </a:lnTo>
                <a:lnTo>
                  <a:pt x="0" y="24129"/>
                </a:lnTo>
                <a:lnTo>
                  <a:pt x="26669" y="24129"/>
                </a:lnTo>
                <a:lnTo>
                  <a:pt x="33019" y="25400"/>
                </a:lnTo>
                <a:lnTo>
                  <a:pt x="48259" y="29209"/>
                </a:lnTo>
                <a:lnTo>
                  <a:pt x="53339" y="31750"/>
                </a:lnTo>
                <a:lnTo>
                  <a:pt x="60959" y="36829"/>
                </a:lnTo>
                <a:lnTo>
                  <a:pt x="64769" y="40639"/>
                </a:lnTo>
                <a:lnTo>
                  <a:pt x="68579" y="43179"/>
                </a:lnTo>
                <a:lnTo>
                  <a:pt x="76200" y="54609"/>
                </a:lnTo>
                <a:lnTo>
                  <a:pt x="77469" y="58419"/>
                </a:lnTo>
                <a:lnTo>
                  <a:pt x="78739" y="60959"/>
                </a:lnTo>
                <a:lnTo>
                  <a:pt x="80009" y="62229"/>
                </a:lnTo>
                <a:lnTo>
                  <a:pt x="80009" y="64769"/>
                </a:lnTo>
                <a:lnTo>
                  <a:pt x="81279" y="67309"/>
                </a:lnTo>
                <a:lnTo>
                  <a:pt x="81279" y="69850"/>
                </a:lnTo>
                <a:lnTo>
                  <a:pt x="82550" y="72389"/>
                </a:lnTo>
                <a:lnTo>
                  <a:pt x="82550" y="78739"/>
                </a:lnTo>
                <a:lnTo>
                  <a:pt x="83819" y="86359"/>
                </a:lnTo>
                <a:lnTo>
                  <a:pt x="85089" y="96519"/>
                </a:lnTo>
                <a:lnTo>
                  <a:pt x="85089" y="120650"/>
                </a:lnTo>
                <a:lnTo>
                  <a:pt x="86359" y="152400"/>
                </a:lnTo>
                <a:lnTo>
                  <a:pt x="86359" y="732789"/>
                </a:lnTo>
                <a:lnTo>
                  <a:pt x="85089" y="763269"/>
                </a:lnTo>
                <a:lnTo>
                  <a:pt x="85089" y="787400"/>
                </a:lnTo>
                <a:lnTo>
                  <a:pt x="82550" y="803909"/>
                </a:lnTo>
                <a:lnTo>
                  <a:pt x="82550" y="811529"/>
                </a:lnTo>
                <a:lnTo>
                  <a:pt x="81279" y="814069"/>
                </a:lnTo>
                <a:lnTo>
                  <a:pt x="81279" y="815339"/>
                </a:lnTo>
                <a:lnTo>
                  <a:pt x="80009" y="820419"/>
                </a:lnTo>
                <a:lnTo>
                  <a:pt x="74929" y="830579"/>
                </a:lnTo>
                <a:lnTo>
                  <a:pt x="73659" y="834389"/>
                </a:lnTo>
                <a:lnTo>
                  <a:pt x="68579" y="842009"/>
                </a:lnTo>
                <a:lnTo>
                  <a:pt x="63500" y="847089"/>
                </a:lnTo>
                <a:lnTo>
                  <a:pt x="58419" y="849629"/>
                </a:lnTo>
                <a:lnTo>
                  <a:pt x="54609" y="853439"/>
                </a:lnTo>
                <a:lnTo>
                  <a:pt x="49529" y="854709"/>
                </a:lnTo>
                <a:lnTo>
                  <a:pt x="44450" y="857250"/>
                </a:lnTo>
                <a:lnTo>
                  <a:pt x="39369" y="858519"/>
                </a:lnTo>
                <a:lnTo>
                  <a:pt x="26669" y="861059"/>
                </a:lnTo>
                <a:lnTo>
                  <a:pt x="0" y="861059"/>
                </a:lnTo>
                <a:lnTo>
                  <a:pt x="0" y="885189"/>
                </a:lnTo>
                <a:lnTo>
                  <a:pt x="538479" y="885189"/>
                </a:lnTo>
                <a:lnTo>
                  <a:pt x="561339" y="574039"/>
                </a:lnTo>
                <a:lnTo>
                  <a:pt x="543559" y="574039"/>
                </a:lnTo>
                <a:lnTo>
                  <a:pt x="521969" y="666750"/>
                </a:lnTo>
                <a:lnTo>
                  <a:pt x="515619" y="684529"/>
                </a:lnTo>
                <a:lnTo>
                  <a:pt x="510539" y="702309"/>
                </a:lnTo>
                <a:lnTo>
                  <a:pt x="504189" y="717550"/>
                </a:lnTo>
                <a:lnTo>
                  <a:pt x="499109" y="732789"/>
                </a:lnTo>
                <a:lnTo>
                  <a:pt x="492759" y="745489"/>
                </a:lnTo>
                <a:lnTo>
                  <a:pt x="480059" y="768350"/>
                </a:lnTo>
                <a:lnTo>
                  <a:pt x="472439" y="778509"/>
                </a:lnTo>
                <a:lnTo>
                  <a:pt x="466089" y="787400"/>
                </a:lnTo>
                <a:lnTo>
                  <a:pt x="434339" y="816609"/>
                </a:lnTo>
                <a:lnTo>
                  <a:pt x="386079" y="834389"/>
                </a:lnTo>
                <a:lnTo>
                  <a:pt x="374650" y="834389"/>
                </a:lnTo>
                <a:lnTo>
                  <a:pt x="361950" y="835659"/>
                </a:lnTo>
                <a:lnTo>
                  <a:pt x="312419" y="835659"/>
                </a:lnTo>
                <a:lnTo>
                  <a:pt x="292100" y="834389"/>
                </a:lnTo>
                <a:lnTo>
                  <a:pt x="276859" y="834389"/>
                </a:lnTo>
                <a:lnTo>
                  <a:pt x="270509" y="833119"/>
                </a:lnTo>
                <a:lnTo>
                  <a:pt x="265429" y="831850"/>
                </a:lnTo>
                <a:lnTo>
                  <a:pt x="261619" y="830579"/>
                </a:lnTo>
                <a:lnTo>
                  <a:pt x="259079" y="829309"/>
                </a:lnTo>
                <a:lnTo>
                  <a:pt x="257809" y="829309"/>
                </a:lnTo>
                <a:lnTo>
                  <a:pt x="254000" y="826769"/>
                </a:lnTo>
                <a:lnTo>
                  <a:pt x="251459" y="824229"/>
                </a:lnTo>
                <a:lnTo>
                  <a:pt x="247650" y="821689"/>
                </a:lnTo>
                <a:lnTo>
                  <a:pt x="245109" y="817879"/>
                </a:lnTo>
                <a:lnTo>
                  <a:pt x="243839" y="815339"/>
                </a:lnTo>
                <a:lnTo>
                  <a:pt x="242569" y="814069"/>
                </a:lnTo>
                <a:lnTo>
                  <a:pt x="241300" y="811529"/>
                </a:lnTo>
                <a:lnTo>
                  <a:pt x="240029" y="810259"/>
                </a:lnTo>
                <a:lnTo>
                  <a:pt x="238759" y="807719"/>
                </a:lnTo>
                <a:lnTo>
                  <a:pt x="238759" y="806450"/>
                </a:lnTo>
                <a:lnTo>
                  <a:pt x="236219" y="801369"/>
                </a:lnTo>
                <a:lnTo>
                  <a:pt x="236219" y="798829"/>
                </a:lnTo>
                <a:lnTo>
                  <a:pt x="234950" y="796289"/>
                </a:lnTo>
                <a:lnTo>
                  <a:pt x="234950" y="789939"/>
                </a:lnTo>
                <a:lnTo>
                  <a:pt x="233679" y="781050"/>
                </a:lnTo>
                <a:lnTo>
                  <a:pt x="233679" y="770889"/>
                </a:lnTo>
                <a:lnTo>
                  <a:pt x="232409" y="746759"/>
                </a:lnTo>
                <a:lnTo>
                  <a:pt x="231139" y="715009"/>
                </a:lnTo>
                <a:lnTo>
                  <a:pt x="231139" y="152400"/>
                </a:lnTo>
                <a:lnTo>
                  <a:pt x="232409" y="121919"/>
                </a:lnTo>
                <a:lnTo>
                  <a:pt x="233679" y="97789"/>
                </a:lnTo>
                <a:lnTo>
                  <a:pt x="233679" y="88900"/>
                </a:lnTo>
                <a:lnTo>
                  <a:pt x="234950" y="80009"/>
                </a:lnTo>
                <a:lnTo>
                  <a:pt x="234950" y="73659"/>
                </a:lnTo>
                <a:lnTo>
                  <a:pt x="236219" y="71119"/>
                </a:lnTo>
                <a:lnTo>
                  <a:pt x="236219" y="69850"/>
                </a:lnTo>
                <a:lnTo>
                  <a:pt x="238759" y="64769"/>
                </a:lnTo>
                <a:lnTo>
                  <a:pt x="240029" y="59689"/>
                </a:lnTo>
                <a:lnTo>
                  <a:pt x="242569" y="54609"/>
                </a:lnTo>
                <a:lnTo>
                  <a:pt x="243839" y="50800"/>
                </a:lnTo>
                <a:lnTo>
                  <a:pt x="248919" y="43179"/>
                </a:lnTo>
                <a:lnTo>
                  <a:pt x="252729" y="40639"/>
                </a:lnTo>
                <a:lnTo>
                  <a:pt x="255269" y="38100"/>
                </a:lnTo>
                <a:lnTo>
                  <a:pt x="259079" y="35559"/>
                </a:lnTo>
                <a:lnTo>
                  <a:pt x="262889" y="31750"/>
                </a:lnTo>
                <a:lnTo>
                  <a:pt x="267969" y="30479"/>
                </a:lnTo>
                <a:lnTo>
                  <a:pt x="273050" y="27939"/>
                </a:lnTo>
                <a:lnTo>
                  <a:pt x="279400" y="26669"/>
                </a:lnTo>
                <a:lnTo>
                  <a:pt x="284479" y="25400"/>
                </a:lnTo>
                <a:lnTo>
                  <a:pt x="290829" y="24129"/>
                </a:lnTo>
                <a:lnTo>
                  <a:pt x="323850" y="24129"/>
                </a:lnTo>
                <a:lnTo>
                  <a:pt x="323850" y="0"/>
                </a:lnTo>
                <a:close/>
              </a:path>
            </a:pathLst>
          </a:custGeom>
          <a:solidFill>
            <a:srgbClr val="B1B1B1">
              <a:alpha val="79998"/>
            </a:srgbClr>
          </a:solidFill>
        </p:spPr>
        <p:txBody>
          <a:bodyPr wrap="square" lIns="0" tIns="0" rIns="0" bIns="0" rtlCol="0"/>
          <a:lstStyle/>
          <a:p/>
        </p:txBody>
      </p:sp>
      <p:sp>
        <p:nvSpPr>
          <p:cNvPr id="204" name="object 204"/>
          <p:cNvSpPr/>
          <p:nvPr/>
        </p:nvSpPr>
        <p:spPr>
          <a:xfrm>
            <a:off x="5631179" y="774700"/>
            <a:ext cx="224790" cy="905510"/>
          </a:xfrm>
          <a:custGeom>
            <a:avLst/>
            <a:gdLst/>
            <a:ahLst/>
            <a:cxnLst/>
            <a:rect l="l" t="t" r="r" b="b"/>
            <a:pathLst>
              <a:path w="224789" h="905510">
                <a:moveTo>
                  <a:pt x="119380" y="0"/>
                </a:moveTo>
                <a:lnTo>
                  <a:pt x="105410" y="0"/>
                </a:lnTo>
                <a:lnTo>
                  <a:pt x="99060" y="1270"/>
                </a:lnTo>
                <a:lnTo>
                  <a:pt x="95250" y="2539"/>
                </a:lnTo>
                <a:lnTo>
                  <a:pt x="92710" y="3810"/>
                </a:lnTo>
                <a:lnTo>
                  <a:pt x="88900" y="5079"/>
                </a:lnTo>
                <a:lnTo>
                  <a:pt x="86360" y="7620"/>
                </a:lnTo>
                <a:lnTo>
                  <a:pt x="82550" y="8889"/>
                </a:lnTo>
                <a:lnTo>
                  <a:pt x="80010" y="11429"/>
                </a:lnTo>
                <a:lnTo>
                  <a:pt x="54610" y="45720"/>
                </a:lnTo>
                <a:lnTo>
                  <a:pt x="53340" y="49529"/>
                </a:lnTo>
                <a:lnTo>
                  <a:pt x="50800" y="53339"/>
                </a:lnTo>
                <a:lnTo>
                  <a:pt x="49530" y="58420"/>
                </a:lnTo>
                <a:lnTo>
                  <a:pt x="46990" y="66039"/>
                </a:lnTo>
                <a:lnTo>
                  <a:pt x="46990" y="71120"/>
                </a:lnTo>
                <a:lnTo>
                  <a:pt x="44450" y="81279"/>
                </a:lnTo>
                <a:lnTo>
                  <a:pt x="44450" y="90170"/>
                </a:lnTo>
                <a:lnTo>
                  <a:pt x="43180" y="100329"/>
                </a:lnTo>
                <a:lnTo>
                  <a:pt x="44450" y="110489"/>
                </a:lnTo>
                <a:lnTo>
                  <a:pt x="44450" y="120650"/>
                </a:lnTo>
                <a:lnTo>
                  <a:pt x="46990" y="130810"/>
                </a:lnTo>
                <a:lnTo>
                  <a:pt x="46990" y="134620"/>
                </a:lnTo>
                <a:lnTo>
                  <a:pt x="48260" y="139700"/>
                </a:lnTo>
                <a:lnTo>
                  <a:pt x="49530" y="143510"/>
                </a:lnTo>
                <a:lnTo>
                  <a:pt x="50800" y="148589"/>
                </a:lnTo>
                <a:lnTo>
                  <a:pt x="53340" y="152400"/>
                </a:lnTo>
                <a:lnTo>
                  <a:pt x="54610" y="156210"/>
                </a:lnTo>
                <a:lnTo>
                  <a:pt x="58420" y="165100"/>
                </a:lnTo>
                <a:lnTo>
                  <a:pt x="63500" y="172720"/>
                </a:lnTo>
                <a:lnTo>
                  <a:pt x="73660" y="185420"/>
                </a:lnTo>
                <a:lnTo>
                  <a:pt x="77470" y="187960"/>
                </a:lnTo>
                <a:lnTo>
                  <a:pt x="80010" y="189229"/>
                </a:lnTo>
                <a:lnTo>
                  <a:pt x="82550" y="191770"/>
                </a:lnTo>
                <a:lnTo>
                  <a:pt x="86360" y="194310"/>
                </a:lnTo>
                <a:lnTo>
                  <a:pt x="88900" y="195579"/>
                </a:lnTo>
                <a:lnTo>
                  <a:pt x="92710" y="196850"/>
                </a:lnTo>
                <a:lnTo>
                  <a:pt x="99060" y="199389"/>
                </a:lnTo>
                <a:lnTo>
                  <a:pt x="105410" y="200660"/>
                </a:lnTo>
                <a:lnTo>
                  <a:pt x="119380" y="200660"/>
                </a:lnTo>
                <a:lnTo>
                  <a:pt x="144780" y="189229"/>
                </a:lnTo>
                <a:lnTo>
                  <a:pt x="147320" y="187960"/>
                </a:lnTo>
                <a:lnTo>
                  <a:pt x="156210" y="179070"/>
                </a:lnTo>
                <a:lnTo>
                  <a:pt x="161290" y="172720"/>
                </a:lnTo>
                <a:lnTo>
                  <a:pt x="166370" y="165100"/>
                </a:lnTo>
                <a:lnTo>
                  <a:pt x="170180" y="156210"/>
                </a:lnTo>
                <a:lnTo>
                  <a:pt x="173990" y="148589"/>
                </a:lnTo>
                <a:lnTo>
                  <a:pt x="175260" y="143510"/>
                </a:lnTo>
                <a:lnTo>
                  <a:pt x="176530" y="139700"/>
                </a:lnTo>
                <a:lnTo>
                  <a:pt x="177800" y="134620"/>
                </a:lnTo>
                <a:lnTo>
                  <a:pt x="179070" y="130810"/>
                </a:lnTo>
                <a:lnTo>
                  <a:pt x="179070" y="125729"/>
                </a:lnTo>
                <a:lnTo>
                  <a:pt x="180340" y="120650"/>
                </a:lnTo>
                <a:lnTo>
                  <a:pt x="181610" y="110489"/>
                </a:lnTo>
                <a:lnTo>
                  <a:pt x="181610" y="90170"/>
                </a:lnTo>
                <a:lnTo>
                  <a:pt x="180340" y="81279"/>
                </a:lnTo>
                <a:lnTo>
                  <a:pt x="179070" y="71120"/>
                </a:lnTo>
                <a:lnTo>
                  <a:pt x="177800" y="66039"/>
                </a:lnTo>
                <a:lnTo>
                  <a:pt x="175260" y="58420"/>
                </a:lnTo>
                <a:lnTo>
                  <a:pt x="173990" y="53339"/>
                </a:lnTo>
                <a:lnTo>
                  <a:pt x="172720" y="49529"/>
                </a:lnTo>
                <a:lnTo>
                  <a:pt x="170180" y="45720"/>
                </a:lnTo>
                <a:lnTo>
                  <a:pt x="166370" y="36829"/>
                </a:lnTo>
                <a:lnTo>
                  <a:pt x="161290" y="29210"/>
                </a:lnTo>
                <a:lnTo>
                  <a:pt x="151130" y="16510"/>
                </a:lnTo>
                <a:lnTo>
                  <a:pt x="144780" y="11429"/>
                </a:lnTo>
                <a:lnTo>
                  <a:pt x="142240" y="8889"/>
                </a:lnTo>
                <a:lnTo>
                  <a:pt x="138430" y="7620"/>
                </a:lnTo>
                <a:lnTo>
                  <a:pt x="135890" y="5079"/>
                </a:lnTo>
                <a:lnTo>
                  <a:pt x="133350" y="3810"/>
                </a:lnTo>
                <a:lnTo>
                  <a:pt x="125730" y="1270"/>
                </a:lnTo>
                <a:lnTo>
                  <a:pt x="119380" y="0"/>
                </a:lnTo>
                <a:close/>
              </a:path>
              <a:path w="224789" h="905510">
                <a:moveTo>
                  <a:pt x="224790" y="880110"/>
                </a:moveTo>
                <a:lnTo>
                  <a:pt x="6350" y="880110"/>
                </a:lnTo>
                <a:lnTo>
                  <a:pt x="0" y="881379"/>
                </a:lnTo>
                <a:lnTo>
                  <a:pt x="0" y="905510"/>
                </a:lnTo>
                <a:lnTo>
                  <a:pt x="224790" y="905510"/>
                </a:lnTo>
                <a:lnTo>
                  <a:pt x="224790" y="880110"/>
                </a:lnTo>
                <a:close/>
              </a:path>
              <a:path w="224789" h="905510">
                <a:moveTo>
                  <a:pt x="175260" y="294639"/>
                </a:moveTo>
                <a:lnTo>
                  <a:pt x="0" y="294639"/>
                </a:lnTo>
                <a:lnTo>
                  <a:pt x="0" y="320039"/>
                </a:lnTo>
                <a:lnTo>
                  <a:pt x="6350" y="321310"/>
                </a:lnTo>
                <a:lnTo>
                  <a:pt x="12700" y="321310"/>
                </a:lnTo>
                <a:lnTo>
                  <a:pt x="19050" y="322579"/>
                </a:lnTo>
                <a:lnTo>
                  <a:pt x="29210" y="327660"/>
                </a:lnTo>
                <a:lnTo>
                  <a:pt x="30480" y="328929"/>
                </a:lnTo>
                <a:lnTo>
                  <a:pt x="33020" y="330200"/>
                </a:lnTo>
                <a:lnTo>
                  <a:pt x="34290" y="332739"/>
                </a:lnTo>
                <a:lnTo>
                  <a:pt x="36830" y="334010"/>
                </a:lnTo>
                <a:lnTo>
                  <a:pt x="43180" y="346710"/>
                </a:lnTo>
                <a:lnTo>
                  <a:pt x="44450" y="350520"/>
                </a:lnTo>
                <a:lnTo>
                  <a:pt x="44450" y="354329"/>
                </a:lnTo>
                <a:lnTo>
                  <a:pt x="45720" y="359410"/>
                </a:lnTo>
                <a:lnTo>
                  <a:pt x="46990" y="368300"/>
                </a:lnTo>
                <a:lnTo>
                  <a:pt x="49530" y="391160"/>
                </a:lnTo>
                <a:lnTo>
                  <a:pt x="49403" y="808989"/>
                </a:lnTo>
                <a:lnTo>
                  <a:pt x="48260" y="820420"/>
                </a:lnTo>
                <a:lnTo>
                  <a:pt x="46990" y="831850"/>
                </a:lnTo>
                <a:lnTo>
                  <a:pt x="46990" y="840739"/>
                </a:lnTo>
                <a:lnTo>
                  <a:pt x="44450" y="848360"/>
                </a:lnTo>
                <a:lnTo>
                  <a:pt x="44450" y="850900"/>
                </a:lnTo>
                <a:lnTo>
                  <a:pt x="43180" y="854710"/>
                </a:lnTo>
                <a:lnTo>
                  <a:pt x="41910" y="857250"/>
                </a:lnTo>
                <a:lnTo>
                  <a:pt x="40640" y="858520"/>
                </a:lnTo>
                <a:lnTo>
                  <a:pt x="39370" y="861060"/>
                </a:lnTo>
                <a:lnTo>
                  <a:pt x="36830" y="864870"/>
                </a:lnTo>
                <a:lnTo>
                  <a:pt x="33020" y="868679"/>
                </a:lnTo>
                <a:lnTo>
                  <a:pt x="30480" y="869950"/>
                </a:lnTo>
                <a:lnTo>
                  <a:pt x="26670" y="873760"/>
                </a:lnTo>
                <a:lnTo>
                  <a:pt x="24130" y="875029"/>
                </a:lnTo>
                <a:lnTo>
                  <a:pt x="20320" y="877570"/>
                </a:lnTo>
                <a:lnTo>
                  <a:pt x="19050" y="877570"/>
                </a:lnTo>
                <a:lnTo>
                  <a:pt x="12700" y="880110"/>
                </a:lnTo>
                <a:lnTo>
                  <a:pt x="212090" y="880110"/>
                </a:lnTo>
                <a:lnTo>
                  <a:pt x="205740" y="877570"/>
                </a:lnTo>
                <a:lnTo>
                  <a:pt x="200660" y="876300"/>
                </a:lnTo>
                <a:lnTo>
                  <a:pt x="198120" y="875029"/>
                </a:lnTo>
                <a:lnTo>
                  <a:pt x="195580" y="872489"/>
                </a:lnTo>
                <a:lnTo>
                  <a:pt x="193040" y="872489"/>
                </a:lnTo>
                <a:lnTo>
                  <a:pt x="191770" y="869950"/>
                </a:lnTo>
                <a:lnTo>
                  <a:pt x="189230" y="868679"/>
                </a:lnTo>
                <a:lnTo>
                  <a:pt x="187960" y="866139"/>
                </a:lnTo>
                <a:lnTo>
                  <a:pt x="186690" y="864870"/>
                </a:lnTo>
                <a:lnTo>
                  <a:pt x="181610" y="854710"/>
                </a:lnTo>
                <a:lnTo>
                  <a:pt x="179070" y="847089"/>
                </a:lnTo>
                <a:lnTo>
                  <a:pt x="179070" y="842010"/>
                </a:lnTo>
                <a:lnTo>
                  <a:pt x="177800" y="833120"/>
                </a:lnTo>
                <a:lnTo>
                  <a:pt x="176403" y="820420"/>
                </a:lnTo>
                <a:lnTo>
                  <a:pt x="175260" y="808989"/>
                </a:lnTo>
                <a:lnTo>
                  <a:pt x="175260" y="294639"/>
                </a:lnTo>
                <a:close/>
              </a:path>
            </a:pathLst>
          </a:custGeom>
          <a:solidFill>
            <a:srgbClr val="B1B1B1">
              <a:alpha val="79998"/>
            </a:srgbClr>
          </a:solidFill>
        </p:spPr>
        <p:txBody>
          <a:bodyPr wrap="square" lIns="0" tIns="0" rIns="0" bIns="0" rtlCol="0"/>
          <a:lstStyle/>
          <a:p/>
        </p:txBody>
      </p:sp>
      <p:sp>
        <p:nvSpPr>
          <p:cNvPr id="205" name="object 205"/>
          <p:cNvSpPr/>
          <p:nvPr/>
        </p:nvSpPr>
        <p:spPr>
          <a:xfrm>
            <a:off x="5902959" y="1051560"/>
            <a:ext cx="287020" cy="646430"/>
          </a:xfrm>
          <a:custGeom>
            <a:avLst/>
            <a:gdLst/>
            <a:ahLst/>
            <a:cxnLst/>
            <a:rect l="l" t="t" r="r" b="b"/>
            <a:pathLst>
              <a:path w="287020" h="646430">
                <a:moveTo>
                  <a:pt x="229658" y="612139"/>
                </a:moveTo>
                <a:lnTo>
                  <a:pt x="54610" y="612139"/>
                </a:lnTo>
                <a:lnTo>
                  <a:pt x="57150" y="613410"/>
                </a:lnTo>
                <a:lnTo>
                  <a:pt x="58419" y="613410"/>
                </a:lnTo>
                <a:lnTo>
                  <a:pt x="93979" y="631189"/>
                </a:lnTo>
                <a:lnTo>
                  <a:pt x="105410" y="636269"/>
                </a:lnTo>
                <a:lnTo>
                  <a:pt x="115569" y="640079"/>
                </a:lnTo>
                <a:lnTo>
                  <a:pt x="125729" y="642619"/>
                </a:lnTo>
                <a:lnTo>
                  <a:pt x="134619" y="645160"/>
                </a:lnTo>
                <a:lnTo>
                  <a:pt x="142239" y="646429"/>
                </a:lnTo>
                <a:lnTo>
                  <a:pt x="160019" y="646429"/>
                </a:lnTo>
                <a:lnTo>
                  <a:pt x="204469" y="631189"/>
                </a:lnTo>
                <a:lnTo>
                  <a:pt x="228600" y="613410"/>
                </a:lnTo>
                <a:lnTo>
                  <a:pt x="229658" y="612139"/>
                </a:lnTo>
                <a:close/>
              </a:path>
              <a:path w="287020" h="646430">
                <a:moveTo>
                  <a:pt x="20319" y="425450"/>
                </a:moveTo>
                <a:lnTo>
                  <a:pt x="5079" y="425450"/>
                </a:lnTo>
                <a:lnTo>
                  <a:pt x="12700" y="643889"/>
                </a:lnTo>
                <a:lnTo>
                  <a:pt x="27939" y="643889"/>
                </a:lnTo>
                <a:lnTo>
                  <a:pt x="29210" y="636269"/>
                </a:lnTo>
                <a:lnTo>
                  <a:pt x="33019" y="629919"/>
                </a:lnTo>
                <a:lnTo>
                  <a:pt x="38100" y="619760"/>
                </a:lnTo>
                <a:lnTo>
                  <a:pt x="39369" y="618489"/>
                </a:lnTo>
                <a:lnTo>
                  <a:pt x="41910" y="617219"/>
                </a:lnTo>
                <a:lnTo>
                  <a:pt x="43179" y="614679"/>
                </a:lnTo>
                <a:lnTo>
                  <a:pt x="44450" y="614679"/>
                </a:lnTo>
                <a:lnTo>
                  <a:pt x="46989" y="613410"/>
                </a:lnTo>
                <a:lnTo>
                  <a:pt x="48260" y="612139"/>
                </a:lnTo>
                <a:lnTo>
                  <a:pt x="229658" y="612139"/>
                </a:lnTo>
                <a:lnTo>
                  <a:pt x="234950" y="605789"/>
                </a:lnTo>
                <a:lnTo>
                  <a:pt x="242569" y="598169"/>
                </a:lnTo>
                <a:lnTo>
                  <a:pt x="138429" y="598169"/>
                </a:lnTo>
                <a:lnTo>
                  <a:pt x="130810" y="595629"/>
                </a:lnTo>
                <a:lnTo>
                  <a:pt x="127000" y="595629"/>
                </a:lnTo>
                <a:lnTo>
                  <a:pt x="121919" y="593089"/>
                </a:lnTo>
                <a:lnTo>
                  <a:pt x="85089" y="565150"/>
                </a:lnTo>
                <a:lnTo>
                  <a:pt x="59689" y="530860"/>
                </a:lnTo>
                <a:lnTo>
                  <a:pt x="38100" y="483869"/>
                </a:lnTo>
                <a:lnTo>
                  <a:pt x="25400" y="445769"/>
                </a:lnTo>
                <a:lnTo>
                  <a:pt x="20319" y="425450"/>
                </a:lnTo>
                <a:close/>
              </a:path>
              <a:path w="287020" h="646430">
                <a:moveTo>
                  <a:pt x="129539" y="0"/>
                </a:moveTo>
                <a:lnTo>
                  <a:pt x="73660" y="13969"/>
                </a:lnTo>
                <a:lnTo>
                  <a:pt x="52069" y="33019"/>
                </a:lnTo>
                <a:lnTo>
                  <a:pt x="46989" y="38100"/>
                </a:lnTo>
                <a:lnTo>
                  <a:pt x="41910" y="44450"/>
                </a:lnTo>
                <a:lnTo>
                  <a:pt x="36829" y="49529"/>
                </a:lnTo>
                <a:lnTo>
                  <a:pt x="25400" y="72389"/>
                </a:lnTo>
                <a:lnTo>
                  <a:pt x="17779" y="86360"/>
                </a:lnTo>
                <a:lnTo>
                  <a:pt x="12700" y="101600"/>
                </a:lnTo>
                <a:lnTo>
                  <a:pt x="7619" y="118110"/>
                </a:lnTo>
                <a:lnTo>
                  <a:pt x="5079" y="133350"/>
                </a:lnTo>
                <a:lnTo>
                  <a:pt x="1269" y="149860"/>
                </a:lnTo>
                <a:lnTo>
                  <a:pt x="90" y="166369"/>
                </a:lnTo>
                <a:lnTo>
                  <a:pt x="0" y="200660"/>
                </a:lnTo>
                <a:lnTo>
                  <a:pt x="1269" y="215900"/>
                </a:lnTo>
                <a:lnTo>
                  <a:pt x="3810" y="232410"/>
                </a:lnTo>
                <a:lnTo>
                  <a:pt x="7619" y="246379"/>
                </a:lnTo>
                <a:lnTo>
                  <a:pt x="11429" y="261619"/>
                </a:lnTo>
                <a:lnTo>
                  <a:pt x="16510" y="275589"/>
                </a:lnTo>
                <a:lnTo>
                  <a:pt x="22860" y="289560"/>
                </a:lnTo>
                <a:lnTo>
                  <a:pt x="29210" y="302260"/>
                </a:lnTo>
                <a:lnTo>
                  <a:pt x="35560" y="312419"/>
                </a:lnTo>
                <a:lnTo>
                  <a:pt x="41910" y="323850"/>
                </a:lnTo>
                <a:lnTo>
                  <a:pt x="50800" y="335279"/>
                </a:lnTo>
                <a:lnTo>
                  <a:pt x="60960" y="347979"/>
                </a:lnTo>
                <a:lnTo>
                  <a:pt x="86360" y="375919"/>
                </a:lnTo>
                <a:lnTo>
                  <a:pt x="118110" y="408939"/>
                </a:lnTo>
                <a:lnTo>
                  <a:pt x="138429" y="430529"/>
                </a:lnTo>
                <a:lnTo>
                  <a:pt x="168910" y="463550"/>
                </a:lnTo>
                <a:lnTo>
                  <a:pt x="182879" y="490219"/>
                </a:lnTo>
                <a:lnTo>
                  <a:pt x="187960" y="502919"/>
                </a:lnTo>
                <a:lnTo>
                  <a:pt x="189229" y="509269"/>
                </a:lnTo>
                <a:lnTo>
                  <a:pt x="190500" y="516889"/>
                </a:lnTo>
                <a:lnTo>
                  <a:pt x="190500" y="544829"/>
                </a:lnTo>
                <a:lnTo>
                  <a:pt x="189229" y="547369"/>
                </a:lnTo>
                <a:lnTo>
                  <a:pt x="189229" y="553719"/>
                </a:lnTo>
                <a:lnTo>
                  <a:pt x="170179" y="586739"/>
                </a:lnTo>
                <a:lnTo>
                  <a:pt x="167639" y="588010"/>
                </a:lnTo>
                <a:lnTo>
                  <a:pt x="166369" y="590550"/>
                </a:lnTo>
                <a:lnTo>
                  <a:pt x="163829" y="591819"/>
                </a:lnTo>
                <a:lnTo>
                  <a:pt x="162560" y="593089"/>
                </a:lnTo>
                <a:lnTo>
                  <a:pt x="157479" y="595629"/>
                </a:lnTo>
                <a:lnTo>
                  <a:pt x="152400" y="596900"/>
                </a:lnTo>
                <a:lnTo>
                  <a:pt x="147319" y="596900"/>
                </a:lnTo>
                <a:lnTo>
                  <a:pt x="142239" y="598169"/>
                </a:lnTo>
                <a:lnTo>
                  <a:pt x="242569" y="598169"/>
                </a:lnTo>
                <a:lnTo>
                  <a:pt x="248919" y="589279"/>
                </a:lnTo>
                <a:lnTo>
                  <a:pt x="270510" y="544829"/>
                </a:lnTo>
                <a:lnTo>
                  <a:pt x="280669" y="508000"/>
                </a:lnTo>
                <a:lnTo>
                  <a:pt x="281939" y="496569"/>
                </a:lnTo>
                <a:lnTo>
                  <a:pt x="284479" y="483869"/>
                </a:lnTo>
                <a:lnTo>
                  <a:pt x="287019" y="458469"/>
                </a:lnTo>
                <a:lnTo>
                  <a:pt x="286904" y="430529"/>
                </a:lnTo>
                <a:lnTo>
                  <a:pt x="285750" y="417829"/>
                </a:lnTo>
                <a:lnTo>
                  <a:pt x="284479" y="405129"/>
                </a:lnTo>
                <a:lnTo>
                  <a:pt x="279400" y="379729"/>
                </a:lnTo>
                <a:lnTo>
                  <a:pt x="275589" y="367029"/>
                </a:lnTo>
                <a:lnTo>
                  <a:pt x="270510" y="355600"/>
                </a:lnTo>
                <a:lnTo>
                  <a:pt x="266700" y="344169"/>
                </a:lnTo>
                <a:lnTo>
                  <a:pt x="234950" y="294639"/>
                </a:lnTo>
                <a:lnTo>
                  <a:pt x="209550" y="265429"/>
                </a:lnTo>
                <a:lnTo>
                  <a:pt x="180339" y="233679"/>
                </a:lnTo>
                <a:lnTo>
                  <a:pt x="149860" y="203200"/>
                </a:lnTo>
                <a:lnTo>
                  <a:pt x="127000" y="179069"/>
                </a:lnTo>
                <a:lnTo>
                  <a:pt x="118110" y="167639"/>
                </a:lnTo>
                <a:lnTo>
                  <a:pt x="110489" y="157479"/>
                </a:lnTo>
                <a:lnTo>
                  <a:pt x="104139" y="149860"/>
                </a:lnTo>
                <a:lnTo>
                  <a:pt x="99060" y="142239"/>
                </a:lnTo>
                <a:lnTo>
                  <a:pt x="97789" y="138429"/>
                </a:lnTo>
                <a:lnTo>
                  <a:pt x="96519" y="133350"/>
                </a:lnTo>
                <a:lnTo>
                  <a:pt x="93979" y="129539"/>
                </a:lnTo>
                <a:lnTo>
                  <a:pt x="92710" y="125729"/>
                </a:lnTo>
                <a:lnTo>
                  <a:pt x="92710" y="121919"/>
                </a:lnTo>
                <a:lnTo>
                  <a:pt x="91439" y="116839"/>
                </a:lnTo>
                <a:lnTo>
                  <a:pt x="90169" y="113029"/>
                </a:lnTo>
                <a:lnTo>
                  <a:pt x="90169" y="105410"/>
                </a:lnTo>
                <a:lnTo>
                  <a:pt x="91439" y="102869"/>
                </a:lnTo>
                <a:lnTo>
                  <a:pt x="91439" y="96519"/>
                </a:lnTo>
                <a:lnTo>
                  <a:pt x="92710" y="93979"/>
                </a:lnTo>
                <a:lnTo>
                  <a:pt x="92710" y="88900"/>
                </a:lnTo>
                <a:lnTo>
                  <a:pt x="99060" y="76200"/>
                </a:lnTo>
                <a:lnTo>
                  <a:pt x="100329" y="71119"/>
                </a:lnTo>
                <a:lnTo>
                  <a:pt x="104139" y="67310"/>
                </a:lnTo>
                <a:lnTo>
                  <a:pt x="107950" y="62229"/>
                </a:lnTo>
                <a:lnTo>
                  <a:pt x="114300" y="55879"/>
                </a:lnTo>
                <a:lnTo>
                  <a:pt x="118110" y="53339"/>
                </a:lnTo>
                <a:lnTo>
                  <a:pt x="121919" y="52069"/>
                </a:lnTo>
                <a:lnTo>
                  <a:pt x="127000" y="49529"/>
                </a:lnTo>
                <a:lnTo>
                  <a:pt x="259575" y="49529"/>
                </a:lnTo>
                <a:lnTo>
                  <a:pt x="259018" y="34289"/>
                </a:lnTo>
                <a:lnTo>
                  <a:pt x="212089" y="34289"/>
                </a:lnTo>
                <a:lnTo>
                  <a:pt x="210819" y="33019"/>
                </a:lnTo>
                <a:lnTo>
                  <a:pt x="208279" y="33019"/>
                </a:lnTo>
                <a:lnTo>
                  <a:pt x="203200" y="30479"/>
                </a:lnTo>
                <a:lnTo>
                  <a:pt x="200660" y="27939"/>
                </a:lnTo>
                <a:lnTo>
                  <a:pt x="198119" y="26669"/>
                </a:lnTo>
                <a:lnTo>
                  <a:pt x="195579" y="24129"/>
                </a:lnTo>
                <a:lnTo>
                  <a:pt x="186689" y="19050"/>
                </a:lnTo>
                <a:lnTo>
                  <a:pt x="179069" y="13969"/>
                </a:lnTo>
                <a:lnTo>
                  <a:pt x="171450" y="10160"/>
                </a:lnTo>
                <a:lnTo>
                  <a:pt x="162560" y="6350"/>
                </a:lnTo>
                <a:lnTo>
                  <a:pt x="154939" y="3810"/>
                </a:lnTo>
                <a:lnTo>
                  <a:pt x="146050" y="1269"/>
                </a:lnTo>
                <a:lnTo>
                  <a:pt x="138429" y="1269"/>
                </a:lnTo>
                <a:lnTo>
                  <a:pt x="129539" y="0"/>
                </a:lnTo>
                <a:close/>
              </a:path>
              <a:path w="287020" h="646430">
                <a:moveTo>
                  <a:pt x="259575" y="49529"/>
                </a:moveTo>
                <a:lnTo>
                  <a:pt x="142239" y="49529"/>
                </a:lnTo>
                <a:lnTo>
                  <a:pt x="149860" y="50800"/>
                </a:lnTo>
                <a:lnTo>
                  <a:pt x="157479" y="53339"/>
                </a:lnTo>
                <a:lnTo>
                  <a:pt x="193039" y="82550"/>
                </a:lnTo>
                <a:lnTo>
                  <a:pt x="214629" y="116839"/>
                </a:lnTo>
                <a:lnTo>
                  <a:pt x="222250" y="130810"/>
                </a:lnTo>
                <a:lnTo>
                  <a:pt x="229869" y="148589"/>
                </a:lnTo>
                <a:lnTo>
                  <a:pt x="236219" y="166369"/>
                </a:lnTo>
                <a:lnTo>
                  <a:pt x="243839" y="186689"/>
                </a:lnTo>
                <a:lnTo>
                  <a:pt x="250189" y="209550"/>
                </a:lnTo>
                <a:lnTo>
                  <a:pt x="265429" y="209550"/>
                </a:lnTo>
                <a:lnTo>
                  <a:pt x="259575" y="49529"/>
                </a:lnTo>
                <a:close/>
              </a:path>
              <a:path w="287020" h="646430">
                <a:moveTo>
                  <a:pt x="257810" y="1269"/>
                </a:moveTo>
                <a:lnTo>
                  <a:pt x="243839" y="1269"/>
                </a:lnTo>
                <a:lnTo>
                  <a:pt x="238760" y="11429"/>
                </a:lnTo>
                <a:lnTo>
                  <a:pt x="234950" y="20319"/>
                </a:lnTo>
                <a:lnTo>
                  <a:pt x="229869" y="25400"/>
                </a:lnTo>
                <a:lnTo>
                  <a:pt x="228600" y="27939"/>
                </a:lnTo>
                <a:lnTo>
                  <a:pt x="224789" y="31750"/>
                </a:lnTo>
                <a:lnTo>
                  <a:pt x="223519" y="31750"/>
                </a:lnTo>
                <a:lnTo>
                  <a:pt x="222250" y="33019"/>
                </a:lnTo>
                <a:lnTo>
                  <a:pt x="218439" y="33019"/>
                </a:lnTo>
                <a:lnTo>
                  <a:pt x="217169" y="34289"/>
                </a:lnTo>
                <a:lnTo>
                  <a:pt x="259018" y="34289"/>
                </a:lnTo>
                <a:lnTo>
                  <a:pt x="257810" y="1269"/>
                </a:lnTo>
                <a:close/>
              </a:path>
            </a:pathLst>
          </a:custGeom>
          <a:solidFill>
            <a:srgbClr val="B1B1B1">
              <a:alpha val="79998"/>
            </a:srgbClr>
          </a:solidFill>
        </p:spPr>
        <p:txBody>
          <a:bodyPr wrap="square" lIns="0" tIns="0" rIns="0" bIns="0" rtlCol="0"/>
          <a:lstStyle/>
          <a:p/>
        </p:txBody>
      </p:sp>
      <p:sp>
        <p:nvSpPr>
          <p:cNvPr id="206" name="object 206"/>
          <p:cNvSpPr/>
          <p:nvPr/>
        </p:nvSpPr>
        <p:spPr>
          <a:xfrm>
            <a:off x="6239510" y="847089"/>
            <a:ext cx="673100" cy="850900"/>
          </a:xfrm>
          <a:custGeom>
            <a:avLst/>
            <a:gdLst/>
            <a:ahLst/>
            <a:cxnLst/>
            <a:rect l="l" t="t" r="r" b="b"/>
            <a:pathLst>
              <a:path w="673100" h="850900">
                <a:moveTo>
                  <a:pt x="279387" y="222250"/>
                </a:moveTo>
                <a:lnTo>
                  <a:pt x="179070" y="222250"/>
                </a:lnTo>
                <a:lnTo>
                  <a:pt x="179070" y="0"/>
                </a:lnTo>
                <a:lnTo>
                  <a:pt x="165100" y="0"/>
                </a:lnTo>
                <a:lnTo>
                  <a:pt x="149860" y="38100"/>
                </a:lnTo>
                <a:lnTo>
                  <a:pt x="133350" y="74930"/>
                </a:lnTo>
                <a:lnTo>
                  <a:pt x="115570" y="109220"/>
                </a:lnTo>
                <a:lnTo>
                  <a:pt x="96520" y="142240"/>
                </a:lnTo>
                <a:lnTo>
                  <a:pt x="74930" y="173990"/>
                </a:lnTo>
                <a:lnTo>
                  <a:pt x="52070" y="205740"/>
                </a:lnTo>
                <a:lnTo>
                  <a:pt x="27940" y="234950"/>
                </a:lnTo>
                <a:lnTo>
                  <a:pt x="0" y="264160"/>
                </a:lnTo>
                <a:lnTo>
                  <a:pt x="0" y="287020"/>
                </a:lnTo>
                <a:lnTo>
                  <a:pt x="54610" y="287020"/>
                </a:lnTo>
                <a:lnTo>
                  <a:pt x="54610" y="660400"/>
                </a:lnTo>
                <a:lnTo>
                  <a:pt x="55880" y="695960"/>
                </a:lnTo>
                <a:lnTo>
                  <a:pt x="57150" y="709930"/>
                </a:lnTo>
                <a:lnTo>
                  <a:pt x="57150" y="721360"/>
                </a:lnTo>
                <a:lnTo>
                  <a:pt x="58420" y="730250"/>
                </a:lnTo>
                <a:lnTo>
                  <a:pt x="58420" y="734060"/>
                </a:lnTo>
                <a:lnTo>
                  <a:pt x="59690" y="736600"/>
                </a:lnTo>
                <a:lnTo>
                  <a:pt x="60960" y="746760"/>
                </a:lnTo>
                <a:lnTo>
                  <a:pt x="81280" y="792480"/>
                </a:lnTo>
                <a:lnTo>
                  <a:pt x="116840" y="829310"/>
                </a:lnTo>
                <a:lnTo>
                  <a:pt x="151130" y="840740"/>
                </a:lnTo>
                <a:lnTo>
                  <a:pt x="171450" y="840740"/>
                </a:lnTo>
                <a:lnTo>
                  <a:pt x="208280" y="829310"/>
                </a:lnTo>
                <a:lnTo>
                  <a:pt x="223520" y="816610"/>
                </a:lnTo>
                <a:lnTo>
                  <a:pt x="232410" y="810260"/>
                </a:lnTo>
                <a:lnTo>
                  <a:pt x="257810" y="770890"/>
                </a:lnTo>
                <a:lnTo>
                  <a:pt x="274320" y="731520"/>
                </a:lnTo>
                <a:lnTo>
                  <a:pt x="279387" y="716280"/>
                </a:lnTo>
                <a:lnTo>
                  <a:pt x="265430" y="702310"/>
                </a:lnTo>
                <a:lnTo>
                  <a:pt x="259080" y="717550"/>
                </a:lnTo>
                <a:lnTo>
                  <a:pt x="252730" y="730250"/>
                </a:lnTo>
                <a:lnTo>
                  <a:pt x="242570" y="745490"/>
                </a:lnTo>
                <a:lnTo>
                  <a:pt x="238760" y="749300"/>
                </a:lnTo>
                <a:lnTo>
                  <a:pt x="234950" y="754380"/>
                </a:lnTo>
                <a:lnTo>
                  <a:pt x="232410" y="756920"/>
                </a:lnTo>
                <a:lnTo>
                  <a:pt x="220980" y="764540"/>
                </a:lnTo>
                <a:lnTo>
                  <a:pt x="218440" y="764540"/>
                </a:lnTo>
                <a:lnTo>
                  <a:pt x="214630" y="765810"/>
                </a:lnTo>
                <a:lnTo>
                  <a:pt x="207010" y="765810"/>
                </a:lnTo>
                <a:lnTo>
                  <a:pt x="205740" y="764540"/>
                </a:lnTo>
                <a:lnTo>
                  <a:pt x="203200" y="764540"/>
                </a:lnTo>
                <a:lnTo>
                  <a:pt x="199390" y="760730"/>
                </a:lnTo>
                <a:lnTo>
                  <a:pt x="196850" y="759460"/>
                </a:lnTo>
                <a:lnTo>
                  <a:pt x="195580" y="756920"/>
                </a:lnTo>
                <a:lnTo>
                  <a:pt x="193040" y="754380"/>
                </a:lnTo>
                <a:lnTo>
                  <a:pt x="191770" y="751840"/>
                </a:lnTo>
                <a:lnTo>
                  <a:pt x="189230" y="749300"/>
                </a:lnTo>
                <a:lnTo>
                  <a:pt x="187960" y="745490"/>
                </a:lnTo>
                <a:lnTo>
                  <a:pt x="186690" y="742950"/>
                </a:lnTo>
                <a:lnTo>
                  <a:pt x="184150" y="735330"/>
                </a:lnTo>
                <a:lnTo>
                  <a:pt x="182880" y="732790"/>
                </a:lnTo>
                <a:lnTo>
                  <a:pt x="182880" y="727710"/>
                </a:lnTo>
                <a:lnTo>
                  <a:pt x="181610" y="722630"/>
                </a:lnTo>
                <a:lnTo>
                  <a:pt x="181610" y="715010"/>
                </a:lnTo>
                <a:lnTo>
                  <a:pt x="180340" y="707390"/>
                </a:lnTo>
                <a:lnTo>
                  <a:pt x="180340" y="688340"/>
                </a:lnTo>
                <a:lnTo>
                  <a:pt x="179070" y="664210"/>
                </a:lnTo>
                <a:lnTo>
                  <a:pt x="179070" y="287020"/>
                </a:lnTo>
                <a:lnTo>
                  <a:pt x="279387" y="287020"/>
                </a:lnTo>
                <a:lnTo>
                  <a:pt x="279387" y="222250"/>
                </a:lnTo>
                <a:close/>
              </a:path>
              <a:path w="673100" h="850900">
                <a:moveTo>
                  <a:pt x="673100" y="506730"/>
                </a:moveTo>
                <a:lnTo>
                  <a:pt x="671830" y="469900"/>
                </a:lnTo>
                <a:lnTo>
                  <a:pt x="670979" y="462280"/>
                </a:lnTo>
                <a:lnTo>
                  <a:pt x="668020" y="435610"/>
                </a:lnTo>
                <a:lnTo>
                  <a:pt x="659130" y="374650"/>
                </a:lnTo>
                <a:lnTo>
                  <a:pt x="643890" y="323850"/>
                </a:lnTo>
                <a:lnTo>
                  <a:pt x="633730" y="300990"/>
                </a:lnTo>
                <a:lnTo>
                  <a:pt x="628650" y="289560"/>
                </a:lnTo>
                <a:lnTo>
                  <a:pt x="622300" y="280670"/>
                </a:lnTo>
                <a:lnTo>
                  <a:pt x="610870" y="262890"/>
                </a:lnTo>
                <a:lnTo>
                  <a:pt x="598170" y="246380"/>
                </a:lnTo>
                <a:lnTo>
                  <a:pt x="591820" y="240030"/>
                </a:lnTo>
                <a:lnTo>
                  <a:pt x="585470" y="234950"/>
                </a:lnTo>
                <a:lnTo>
                  <a:pt x="579120" y="228600"/>
                </a:lnTo>
                <a:lnTo>
                  <a:pt x="571500" y="223520"/>
                </a:lnTo>
                <a:lnTo>
                  <a:pt x="565150" y="219710"/>
                </a:lnTo>
                <a:lnTo>
                  <a:pt x="562610" y="218440"/>
                </a:lnTo>
                <a:lnTo>
                  <a:pt x="562610" y="414020"/>
                </a:lnTo>
                <a:lnTo>
                  <a:pt x="562610" y="462280"/>
                </a:lnTo>
                <a:lnTo>
                  <a:pt x="441960" y="462280"/>
                </a:lnTo>
                <a:lnTo>
                  <a:pt x="442023" y="414020"/>
                </a:lnTo>
                <a:lnTo>
                  <a:pt x="445770" y="369570"/>
                </a:lnTo>
                <a:lnTo>
                  <a:pt x="455930" y="311150"/>
                </a:lnTo>
                <a:lnTo>
                  <a:pt x="471170" y="273050"/>
                </a:lnTo>
                <a:lnTo>
                  <a:pt x="476250" y="265430"/>
                </a:lnTo>
                <a:lnTo>
                  <a:pt x="477520" y="262890"/>
                </a:lnTo>
                <a:lnTo>
                  <a:pt x="485140" y="255270"/>
                </a:lnTo>
                <a:lnTo>
                  <a:pt x="487680" y="254000"/>
                </a:lnTo>
                <a:lnTo>
                  <a:pt x="490220" y="251460"/>
                </a:lnTo>
                <a:lnTo>
                  <a:pt x="492760" y="250190"/>
                </a:lnTo>
                <a:lnTo>
                  <a:pt x="494030" y="248920"/>
                </a:lnTo>
                <a:lnTo>
                  <a:pt x="497840" y="247650"/>
                </a:lnTo>
                <a:lnTo>
                  <a:pt x="500380" y="247650"/>
                </a:lnTo>
                <a:lnTo>
                  <a:pt x="502920" y="246380"/>
                </a:lnTo>
                <a:lnTo>
                  <a:pt x="509270" y="246380"/>
                </a:lnTo>
                <a:lnTo>
                  <a:pt x="542290" y="276860"/>
                </a:lnTo>
                <a:lnTo>
                  <a:pt x="544830" y="284480"/>
                </a:lnTo>
                <a:lnTo>
                  <a:pt x="548640" y="292100"/>
                </a:lnTo>
                <a:lnTo>
                  <a:pt x="551180" y="299720"/>
                </a:lnTo>
                <a:lnTo>
                  <a:pt x="553720" y="308610"/>
                </a:lnTo>
                <a:lnTo>
                  <a:pt x="554990" y="318770"/>
                </a:lnTo>
                <a:lnTo>
                  <a:pt x="557530" y="328930"/>
                </a:lnTo>
                <a:lnTo>
                  <a:pt x="558800" y="341630"/>
                </a:lnTo>
                <a:lnTo>
                  <a:pt x="560070" y="356870"/>
                </a:lnTo>
                <a:lnTo>
                  <a:pt x="561340" y="373380"/>
                </a:lnTo>
                <a:lnTo>
                  <a:pt x="562610" y="414020"/>
                </a:lnTo>
                <a:lnTo>
                  <a:pt x="562610" y="218440"/>
                </a:lnTo>
                <a:lnTo>
                  <a:pt x="549910" y="212090"/>
                </a:lnTo>
                <a:lnTo>
                  <a:pt x="543560" y="209550"/>
                </a:lnTo>
                <a:lnTo>
                  <a:pt x="535940" y="207010"/>
                </a:lnTo>
                <a:lnTo>
                  <a:pt x="528320" y="205740"/>
                </a:lnTo>
                <a:lnTo>
                  <a:pt x="520700" y="205740"/>
                </a:lnTo>
                <a:lnTo>
                  <a:pt x="513080" y="204470"/>
                </a:lnTo>
                <a:lnTo>
                  <a:pt x="502920" y="205740"/>
                </a:lnTo>
                <a:lnTo>
                  <a:pt x="494030" y="205740"/>
                </a:lnTo>
                <a:lnTo>
                  <a:pt x="467360" y="213360"/>
                </a:lnTo>
                <a:lnTo>
                  <a:pt x="433070" y="233680"/>
                </a:lnTo>
                <a:lnTo>
                  <a:pt x="417830" y="247650"/>
                </a:lnTo>
                <a:lnTo>
                  <a:pt x="408940" y="255270"/>
                </a:lnTo>
                <a:lnTo>
                  <a:pt x="394970" y="274320"/>
                </a:lnTo>
                <a:lnTo>
                  <a:pt x="379730" y="294640"/>
                </a:lnTo>
                <a:lnTo>
                  <a:pt x="373380" y="307340"/>
                </a:lnTo>
                <a:lnTo>
                  <a:pt x="360680" y="330200"/>
                </a:lnTo>
                <a:lnTo>
                  <a:pt x="355587" y="344170"/>
                </a:lnTo>
                <a:lnTo>
                  <a:pt x="350520" y="356870"/>
                </a:lnTo>
                <a:lnTo>
                  <a:pt x="337820" y="401320"/>
                </a:lnTo>
                <a:lnTo>
                  <a:pt x="326390" y="466090"/>
                </a:lnTo>
                <a:lnTo>
                  <a:pt x="323837" y="501650"/>
                </a:lnTo>
                <a:lnTo>
                  <a:pt x="323837" y="567690"/>
                </a:lnTo>
                <a:lnTo>
                  <a:pt x="328930" y="624840"/>
                </a:lnTo>
                <a:lnTo>
                  <a:pt x="337820" y="678180"/>
                </a:lnTo>
                <a:lnTo>
                  <a:pt x="353060" y="725170"/>
                </a:lnTo>
                <a:lnTo>
                  <a:pt x="380987" y="782320"/>
                </a:lnTo>
                <a:lnTo>
                  <a:pt x="412737" y="817880"/>
                </a:lnTo>
                <a:lnTo>
                  <a:pt x="449580" y="840740"/>
                </a:lnTo>
                <a:lnTo>
                  <a:pt x="469900" y="847090"/>
                </a:lnTo>
                <a:lnTo>
                  <a:pt x="480060" y="849630"/>
                </a:lnTo>
                <a:lnTo>
                  <a:pt x="491490" y="850900"/>
                </a:lnTo>
                <a:lnTo>
                  <a:pt x="515620" y="850900"/>
                </a:lnTo>
                <a:lnTo>
                  <a:pt x="529590" y="848360"/>
                </a:lnTo>
                <a:lnTo>
                  <a:pt x="541020" y="844550"/>
                </a:lnTo>
                <a:lnTo>
                  <a:pt x="553720" y="840740"/>
                </a:lnTo>
                <a:lnTo>
                  <a:pt x="588010" y="819150"/>
                </a:lnTo>
                <a:lnTo>
                  <a:pt x="618490" y="784860"/>
                </a:lnTo>
                <a:lnTo>
                  <a:pt x="637540" y="751840"/>
                </a:lnTo>
                <a:lnTo>
                  <a:pt x="655320" y="712470"/>
                </a:lnTo>
                <a:lnTo>
                  <a:pt x="673100" y="665480"/>
                </a:lnTo>
                <a:lnTo>
                  <a:pt x="657860" y="651510"/>
                </a:lnTo>
                <a:lnTo>
                  <a:pt x="651510" y="665480"/>
                </a:lnTo>
                <a:lnTo>
                  <a:pt x="645160" y="678180"/>
                </a:lnTo>
                <a:lnTo>
                  <a:pt x="638810" y="689610"/>
                </a:lnTo>
                <a:lnTo>
                  <a:pt x="633730" y="699770"/>
                </a:lnTo>
                <a:lnTo>
                  <a:pt x="627380" y="708660"/>
                </a:lnTo>
                <a:lnTo>
                  <a:pt x="622300" y="716280"/>
                </a:lnTo>
                <a:lnTo>
                  <a:pt x="615950" y="723900"/>
                </a:lnTo>
                <a:lnTo>
                  <a:pt x="610870" y="730250"/>
                </a:lnTo>
                <a:lnTo>
                  <a:pt x="605790" y="735330"/>
                </a:lnTo>
                <a:lnTo>
                  <a:pt x="599440" y="739140"/>
                </a:lnTo>
                <a:lnTo>
                  <a:pt x="594360" y="742950"/>
                </a:lnTo>
                <a:lnTo>
                  <a:pt x="588010" y="746760"/>
                </a:lnTo>
                <a:lnTo>
                  <a:pt x="581660" y="749300"/>
                </a:lnTo>
                <a:lnTo>
                  <a:pt x="568960" y="751840"/>
                </a:lnTo>
                <a:lnTo>
                  <a:pt x="557530" y="751840"/>
                </a:lnTo>
                <a:lnTo>
                  <a:pt x="521970" y="737870"/>
                </a:lnTo>
                <a:lnTo>
                  <a:pt x="516890" y="735330"/>
                </a:lnTo>
                <a:lnTo>
                  <a:pt x="513080" y="730250"/>
                </a:lnTo>
                <a:lnTo>
                  <a:pt x="504190" y="721360"/>
                </a:lnTo>
                <a:lnTo>
                  <a:pt x="495300" y="709930"/>
                </a:lnTo>
                <a:lnTo>
                  <a:pt x="469900" y="659130"/>
                </a:lnTo>
                <a:lnTo>
                  <a:pt x="457200" y="614680"/>
                </a:lnTo>
                <a:lnTo>
                  <a:pt x="448310" y="563880"/>
                </a:lnTo>
                <a:lnTo>
                  <a:pt x="443230" y="506730"/>
                </a:lnTo>
                <a:lnTo>
                  <a:pt x="673100" y="506730"/>
                </a:lnTo>
                <a:close/>
              </a:path>
            </a:pathLst>
          </a:custGeom>
          <a:solidFill>
            <a:srgbClr val="B1B1B1">
              <a:alpha val="79998"/>
            </a:srgbClr>
          </a:solidFill>
        </p:spPr>
        <p:txBody>
          <a:bodyPr wrap="square" lIns="0" tIns="0" rIns="0" bIns="0" rtlCol="0"/>
          <a:lstStyle/>
          <a:p/>
        </p:txBody>
      </p:sp>
      <p:sp>
        <p:nvSpPr>
          <p:cNvPr id="207" name="object 207"/>
          <p:cNvSpPr/>
          <p:nvPr/>
        </p:nvSpPr>
        <p:spPr>
          <a:xfrm>
            <a:off x="6964680" y="1051560"/>
            <a:ext cx="452120" cy="628650"/>
          </a:xfrm>
          <a:custGeom>
            <a:avLst/>
            <a:gdLst/>
            <a:ahLst/>
            <a:cxnLst/>
            <a:rect l="l" t="t" r="r" b="b"/>
            <a:pathLst>
              <a:path w="452120" h="628650">
                <a:moveTo>
                  <a:pt x="295910" y="0"/>
                </a:moveTo>
                <a:lnTo>
                  <a:pt x="288290" y="1269"/>
                </a:lnTo>
                <a:lnTo>
                  <a:pt x="279400" y="1269"/>
                </a:lnTo>
                <a:lnTo>
                  <a:pt x="264160" y="6350"/>
                </a:lnTo>
                <a:lnTo>
                  <a:pt x="224790" y="29210"/>
                </a:lnTo>
                <a:lnTo>
                  <a:pt x="218440" y="36829"/>
                </a:lnTo>
                <a:lnTo>
                  <a:pt x="201929" y="53339"/>
                </a:lnTo>
                <a:lnTo>
                  <a:pt x="194310" y="62229"/>
                </a:lnTo>
                <a:lnTo>
                  <a:pt x="179070" y="85089"/>
                </a:lnTo>
                <a:lnTo>
                  <a:pt x="171450" y="97789"/>
                </a:lnTo>
                <a:lnTo>
                  <a:pt x="171450" y="17779"/>
                </a:lnTo>
                <a:lnTo>
                  <a:pt x="0" y="17779"/>
                </a:lnTo>
                <a:lnTo>
                  <a:pt x="0" y="41910"/>
                </a:lnTo>
                <a:lnTo>
                  <a:pt x="7620" y="44450"/>
                </a:lnTo>
                <a:lnTo>
                  <a:pt x="12700" y="45719"/>
                </a:lnTo>
                <a:lnTo>
                  <a:pt x="19050" y="48260"/>
                </a:lnTo>
                <a:lnTo>
                  <a:pt x="24129" y="50800"/>
                </a:lnTo>
                <a:lnTo>
                  <a:pt x="27940" y="53339"/>
                </a:lnTo>
                <a:lnTo>
                  <a:pt x="30479" y="54610"/>
                </a:lnTo>
                <a:lnTo>
                  <a:pt x="31750" y="57150"/>
                </a:lnTo>
                <a:lnTo>
                  <a:pt x="33020" y="58419"/>
                </a:lnTo>
                <a:lnTo>
                  <a:pt x="34290" y="60960"/>
                </a:lnTo>
                <a:lnTo>
                  <a:pt x="36829" y="62229"/>
                </a:lnTo>
                <a:lnTo>
                  <a:pt x="36829" y="64769"/>
                </a:lnTo>
                <a:lnTo>
                  <a:pt x="40640" y="72389"/>
                </a:lnTo>
                <a:lnTo>
                  <a:pt x="40640" y="76200"/>
                </a:lnTo>
                <a:lnTo>
                  <a:pt x="43179" y="95250"/>
                </a:lnTo>
                <a:lnTo>
                  <a:pt x="45720" y="119379"/>
                </a:lnTo>
                <a:lnTo>
                  <a:pt x="45720" y="527050"/>
                </a:lnTo>
                <a:lnTo>
                  <a:pt x="44450" y="539750"/>
                </a:lnTo>
                <a:lnTo>
                  <a:pt x="44450" y="551179"/>
                </a:lnTo>
                <a:lnTo>
                  <a:pt x="43179" y="561339"/>
                </a:lnTo>
                <a:lnTo>
                  <a:pt x="41910" y="568960"/>
                </a:lnTo>
                <a:lnTo>
                  <a:pt x="40640" y="572769"/>
                </a:lnTo>
                <a:lnTo>
                  <a:pt x="40640" y="575310"/>
                </a:lnTo>
                <a:lnTo>
                  <a:pt x="35560" y="585469"/>
                </a:lnTo>
                <a:lnTo>
                  <a:pt x="33020" y="586739"/>
                </a:lnTo>
                <a:lnTo>
                  <a:pt x="31750" y="589279"/>
                </a:lnTo>
                <a:lnTo>
                  <a:pt x="25400" y="595629"/>
                </a:lnTo>
                <a:lnTo>
                  <a:pt x="12700" y="601979"/>
                </a:lnTo>
                <a:lnTo>
                  <a:pt x="6350" y="603250"/>
                </a:lnTo>
                <a:lnTo>
                  <a:pt x="0" y="605789"/>
                </a:lnTo>
                <a:lnTo>
                  <a:pt x="0" y="628650"/>
                </a:lnTo>
                <a:lnTo>
                  <a:pt x="212090" y="628650"/>
                </a:lnTo>
                <a:lnTo>
                  <a:pt x="212090" y="605789"/>
                </a:lnTo>
                <a:lnTo>
                  <a:pt x="207010" y="603250"/>
                </a:lnTo>
                <a:lnTo>
                  <a:pt x="201929" y="601979"/>
                </a:lnTo>
                <a:lnTo>
                  <a:pt x="196850" y="599439"/>
                </a:lnTo>
                <a:lnTo>
                  <a:pt x="193040" y="596900"/>
                </a:lnTo>
                <a:lnTo>
                  <a:pt x="190500" y="595629"/>
                </a:lnTo>
                <a:lnTo>
                  <a:pt x="185420" y="590550"/>
                </a:lnTo>
                <a:lnTo>
                  <a:pt x="184150" y="588010"/>
                </a:lnTo>
                <a:lnTo>
                  <a:pt x="180340" y="584200"/>
                </a:lnTo>
                <a:lnTo>
                  <a:pt x="180340" y="581660"/>
                </a:lnTo>
                <a:lnTo>
                  <a:pt x="177800" y="576579"/>
                </a:lnTo>
                <a:lnTo>
                  <a:pt x="176529" y="572769"/>
                </a:lnTo>
                <a:lnTo>
                  <a:pt x="176529" y="570229"/>
                </a:lnTo>
                <a:lnTo>
                  <a:pt x="173990" y="561339"/>
                </a:lnTo>
                <a:lnTo>
                  <a:pt x="173990" y="551179"/>
                </a:lnTo>
                <a:lnTo>
                  <a:pt x="171450" y="525779"/>
                </a:lnTo>
                <a:lnTo>
                  <a:pt x="171450" y="168910"/>
                </a:lnTo>
                <a:lnTo>
                  <a:pt x="179070" y="149860"/>
                </a:lnTo>
                <a:lnTo>
                  <a:pt x="187960" y="133350"/>
                </a:lnTo>
                <a:lnTo>
                  <a:pt x="196850" y="119379"/>
                </a:lnTo>
                <a:lnTo>
                  <a:pt x="200660" y="113029"/>
                </a:lnTo>
                <a:lnTo>
                  <a:pt x="205740" y="107950"/>
                </a:lnTo>
                <a:lnTo>
                  <a:pt x="209550" y="102869"/>
                </a:lnTo>
                <a:lnTo>
                  <a:pt x="214629" y="99060"/>
                </a:lnTo>
                <a:lnTo>
                  <a:pt x="219710" y="96519"/>
                </a:lnTo>
                <a:lnTo>
                  <a:pt x="223520" y="92710"/>
                </a:lnTo>
                <a:lnTo>
                  <a:pt x="228600" y="91439"/>
                </a:lnTo>
                <a:lnTo>
                  <a:pt x="232410" y="88900"/>
                </a:lnTo>
                <a:lnTo>
                  <a:pt x="237490" y="88900"/>
                </a:lnTo>
                <a:lnTo>
                  <a:pt x="242570" y="87629"/>
                </a:lnTo>
                <a:lnTo>
                  <a:pt x="245110" y="87629"/>
                </a:lnTo>
                <a:lnTo>
                  <a:pt x="250190" y="90169"/>
                </a:lnTo>
                <a:lnTo>
                  <a:pt x="254000" y="91439"/>
                </a:lnTo>
                <a:lnTo>
                  <a:pt x="256540" y="92710"/>
                </a:lnTo>
                <a:lnTo>
                  <a:pt x="259079" y="95250"/>
                </a:lnTo>
                <a:lnTo>
                  <a:pt x="261620" y="96519"/>
                </a:lnTo>
                <a:lnTo>
                  <a:pt x="264160" y="99060"/>
                </a:lnTo>
                <a:lnTo>
                  <a:pt x="266700" y="102869"/>
                </a:lnTo>
                <a:lnTo>
                  <a:pt x="267970" y="105410"/>
                </a:lnTo>
                <a:lnTo>
                  <a:pt x="270510" y="107950"/>
                </a:lnTo>
                <a:lnTo>
                  <a:pt x="271779" y="111760"/>
                </a:lnTo>
                <a:lnTo>
                  <a:pt x="274320" y="115569"/>
                </a:lnTo>
                <a:lnTo>
                  <a:pt x="275590" y="120650"/>
                </a:lnTo>
                <a:lnTo>
                  <a:pt x="276860" y="124460"/>
                </a:lnTo>
                <a:lnTo>
                  <a:pt x="276860" y="129539"/>
                </a:lnTo>
                <a:lnTo>
                  <a:pt x="278129" y="132079"/>
                </a:lnTo>
                <a:lnTo>
                  <a:pt x="278129" y="134619"/>
                </a:lnTo>
                <a:lnTo>
                  <a:pt x="279400" y="142239"/>
                </a:lnTo>
                <a:lnTo>
                  <a:pt x="279400" y="151129"/>
                </a:lnTo>
                <a:lnTo>
                  <a:pt x="280670" y="162560"/>
                </a:lnTo>
                <a:lnTo>
                  <a:pt x="280670" y="190500"/>
                </a:lnTo>
                <a:lnTo>
                  <a:pt x="281940" y="223519"/>
                </a:lnTo>
                <a:lnTo>
                  <a:pt x="281940" y="495300"/>
                </a:lnTo>
                <a:lnTo>
                  <a:pt x="280670" y="524510"/>
                </a:lnTo>
                <a:lnTo>
                  <a:pt x="280670" y="537210"/>
                </a:lnTo>
                <a:lnTo>
                  <a:pt x="278129" y="557529"/>
                </a:lnTo>
                <a:lnTo>
                  <a:pt x="276860" y="565150"/>
                </a:lnTo>
                <a:lnTo>
                  <a:pt x="276860" y="567689"/>
                </a:lnTo>
                <a:lnTo>
                  <a:pt x="275590" y="571500"/>
                </a:lnTo>
                <a:lnTo>
                  <a:pt x="275590" y="574039"/>
                </a:lnTo>
                <a:lnTo>
                  <a:pt x="271779" y="581660"/>
                </a:lnTo>
                <a:lnTo>
                  <a:pt x="270510" y="585469"/>
                </a:lnTo>
                <a:lnTo>
                  <a:pt x="267970" y="586739"/>
                </a:lnTo>
                <a:lnTo>
                  <a:pt x="265429" y="591819"/>
                </a:lnTo>
                <a:lnTo>
                  <a:pt x="262890" y="593089"/>
                </a:lnTo>
                <a:lnTo>
                  <a:pt x="260350" y="595629"/>
                </a:lnTo>
                <a:lnTo>
                  <a:pt x="257810" y="596900"/>
                </a:lnTo>
                <a:lnTo>
                  <a:pt x="256540" y="598169"/>
                </a:lnTo>
                <a:lnTo>
                  <a:pt x="251460" y="601979"/>
                </a:lnTo>
                <a:lnTo>
                  <a:pt x="246379" y="603250"/>
                </a:lnTo>
                <a:lnTo>
                  <a:pt x="240029" y="605789"/>
                </a:lnTo>
                <a:lnTo>
                  <a:pt x="240029" y="628650"/>
                </a:lnTo>
                <a:lnTo>
                  <a:pt x="452120" y="628650"/>
                </a:lnTo>
                <a:lnTo>
                  <a:pt x="452120" y="605789"/>
                </a:lnTo>
                <a:lnTo>
                  <a:pt x="445770" y="603250"/>
                </a:lnTo>
                <a:lnTo>
                  <a:pt x="439420" y="601979"/>
                </a:lnTo>
                <a:lnTo>
                  <a:pt x="433070" y="599439"/>
                </a:lnTo>
                <a:lnTo>
                  <a:pt x="429260" y="596900"/>
                </a:lnTo>
                <a:lnTo>
                  <a:pt x="424179" y="594360"/>
                </a:lnTo>
                <a:lnTo>
                  <a:pt x="419100" y="589279"/>
                </a:lnTo>
                <a:lnTo>
                  <a:pt x="417829" y="586739"/>
                </a:lnTo>
                <a:lnTo>
                  <a:pt x="416560" y="585469"/>
                </a:lnTo>
                <a:lnTo>
                  <a:pt x="412750" y="577850"/>
                </a:lnTo>
                <a:lnTo>
                  <a:pt x="411479" y="574039"/>
                </a:lnTo>
                <a:lnTo>
                  <a:pt x="411479" y="570229"/>
                </a:lnTo>
                <a:lnTo>
                  <a:pt x="410210" y="562610"/>
                </a:lnTo>
                <a:lnTo>
                  <a:pt x="408940" y="552450"/>
                </a:lnTo>
                <a:lnTo>
                  <a:pt x="407670" y="539750"/>
                </a:lnTo>
                <a:lnTo>
                  <a:pt x="407670" y="527050"/>
                </a:lnTo>
                <a:lnTo>
                  <a:pt x="406400" y="495300"/>
                </a:lnTo>
                <a:lnTo>
                  <a:pt x="406400" y="209550"/>
                </a:lnTo>
                <a:lnTo>
                  <a:pt x="405129" y="168910"/>
                </a:lnTo>
                <a:lnTo>
                  <a:pt x="400050" y="114300"/>
                </a:lnTo>
                <a:lnTo>
                  <a:pt x="386079" y="69850"/>
                </a:lnTo>
                <a:lnTo>
                  <a:pt x="356870" y="25400"/>
                </a:lnTo>
                <a:lnTo>
                  <a:pt x="332740" y="8889"/>
                </a:lnTo>
                <a:lnTo>
                  <a:pt x="325120" y="5079"/>
                </a:lnTo>
                <a:lnTo>
                  <a:pt x="316229" y="2539"/>
                </a:lnTo>
                <a:lnTo>
                  <a:pt x="295910" y="0"/>
                </a:lnTo>
                <a:close/>
              </a:path>
            </a:pathLst>
          </a:custGeom>
          <a:solidFill>
            <a:srgbClr val="B1B1B1">
              <a:alpha val="79998"/>
            </a:srgbClr>
          </a:solidFill>
        </p:spPr>
        <p:txBody>
          <a:bodyPr wrap="square" lIns="0" tIns="0" rIns="0" bIns="0" rtlCol="0"/>
          <a:lstStyle/>
          <a:p/>
        </p:txBody>
      </p:sp>
      <p:sp>
        <p:nvSpPr>
          <p:cNvPr id="208" name="object 208"/>
          <p:cNvSpPr/>
          <p:nvPr/>
        </p:nvSpPr>
        <p:spPr>
          <a:xfrm>
            <a:off x="7462520" y="774699"/>
            <a:ext cx="717550" cy="905510"/>
          </a:xfrm>
          <a:custGeom>
            <a:avLst/>
            <a:gdLst/>
            <a:ahLst/>
            <a:cxnLst/>
            <a:rect l="l" t="t" r="r" b="b"/>
            <a:pathLst>
              <a:path w="717550" h="905510">
                <a:moveTo>
                  <a:pt x="181610" y="90170"/>
                </a:moveTo>
                <a:lnTo>
                  <a:pt x="180340" y="81280"/>
                </a:lnTo>
                <a:lnTo>
                  <a:pt x="179070" y="71120"/>
                </a:lnTo>
                <a:lnTo>
                  <a:pt x="177800" y="66040"/>
                </a:lnTo>
                <a:lnTo>
                  <a:pt x="175260" y="58420"/>
                </a:lnTo>
                <a:lnTo>
                  <a:pt x="173990" y="53340"/>
                </a:lnTo>
                <a:lnTo>
                  <a:pt x="172720" y="49530"/>
                </a:lnTo>
                <a:lnTo>
                  <a:pt x="170180" y="45720"/>
                </a:lnTo>
                <a:lnTo>
                  <a:pt x="166370" y="36830"/>
                </a:lnTo>
                <a:lnTo>
                  <a:pt x="161290" y="29210"/>
                </a:lnTo>
                <a:lnTo>
                  <a:pt x="151130" y="16510"/>
                </a:lnTo>
                <a:lnTo>
                  <a:pt x="144780" y="11430"/>
                </a:lnTo>
                <a:lnTo>
                  <a:pt x="142240" y="8890"/>
                </a:lnTo>
                <a:lnTo>
                  <a:pt x="138430" y="7620"/>
                </a:lnTo>
                <a:lnTo>
                  <a:pt x="135890" y="5080"/>
                </a:lnTo>
                <a:lnTo>
                  <a:pt x="133350" y="3810"/>
                </a:lnTo>
                <a:lnTo>
                  <a:pt x="125730" y="1270"/>
                </a:lnTo>
                <a:lnTo>
                  <a:pt x="119380" y="0"/>
                </a:lnTo>
                <a:lnTo>
                  <a:pt x="105410" y="0"/>
                </a:lnTo>
                <a:lnTo>
                  <a:pt x="99060" y="1270"/>
                </a:lnTo>
                <a:lnTo>
                  <a:pt x="95250" y="2540"/>
                </a:lnTo>
                <a:lnTo>
                  <a:pt x="92710" y="3810"/>
                </a:lnTo>
                <a:lnTo>
                  <a:pt x="88900" y="5080"/>
                </a:lnTo>
                <a:lnTo>
                  <a:pt x="86360" y="7620"/>
                </a:lnTo>
                <a:lnTo>
                  <a:pt x="82550" y="8890"/>
                </a:lnTo>
                <a:lnTo>
                  <a:pt x="68580" y="22860"/>
                </a:lnTo>
                <a:lnTo>
                  <a:pt x="63500" y="29210"/>
                </a:lnTo>
                <a:lnTo>
                  <a:pt x="58420" y="36830"/>
                </a:lnTo>
                <a:lnTo>
                  <a:pt x="54610" y="45720"/>
                </a:lnTo>
                <a:lnTo>
                  <a:pt x="53340" y="49530"/>
                </a:lnTo>
                <a:lnTo>
                  <a:pt x="50800" y="53340"/>
                </a:lnTo>
                <a:lnTo>
                  <a:pt x="49530" y="58420"/>
                </a:lnTo>
                <a:lnTo>
                  <a:pt x="46990" y="66040"/>
                </a:lnTo>
                <a:lnTo>
                  <a:pt x="46990" y="71120"/>
                </a:lnTo>
                <a:lnTo>
                  <a:pt x="44450" y="81280"/>
                </a:lnTo>
                <a:lnTo>
                  <a:pt x="44450" y="90170"/>
                </a:lnTo>
                <a:lnTo>
                  <a:pt x="43180" y="100330"/>
                </a:lnTo>
                <a:lnTo>
                  <a:pt x="44450" y="110490"/>
                </a:lnTo>
                <a:lnTo>
                  <a:pt x="44450" y="120650"/>
                </a:lnTo>
                <a:lnTo>
                  <a:pt x="46990" y="130810"/>
                </a:lnTo>
                <a:lnTo>
                  <a:pt x="46990" y="134620"/>
                </a:lnTo>
                <a:lnTo>
                  <a:pt x="48260" y="139700"/>
                </a:lnTo>
                <a:lnTo>
                  <a:pt x="49530" y="143510"/>
                </a:lnTo>
                <a:lnTo>
                  <a:pt x="50800" y="148590"/>
                </a:lnTo>
                <a:lnTo>
                  <a:pt x="53340" y="152400"/>
                </a:lnTo>
                <a:lnTo>
                  <a:pt x="54610" y="156210"/>
                </a:lnTo>
                <a:lnTo>
                  <a:pt x="58420" y="165100"/>
                </a:lnTo>
                <a:lnTo>
                  <a:pt x="63500" y="172720"/>
                </a:lnTo>
                <a:lnTo>
                  <a:pt x="68580" y="179070"/>
                </a:lnTo>
                <a:lnTo>
                  <a:pt x="77470" y="187960"/>
                </a:lnTo>
                <a:lnTo>
                  <a:pt x="80010" y="189230"/>
                </a:lnTo>
                <a:lnTo>
                  <a:pt x="82550" y="191770"/>
                </a:lnTo>
                <a:lnTo>
                  <a:pt x="86360" y="194310"/>
                </a:lnTo>
                <a:lnTo>
                  <a:pt x="88900" y="195580"/>
                </a:lnTo>
                <a:lnTo>
                  <a:pt x="92710" y="196850"/>
                </a:lnTo>
                <a:lnTo>
                  <a:pt x="99060" y="199390"/>
                </a:lnTo>
                <a:lnTo>
                  <a:pt x="105410" y="200660"/>
                </a:lnTo>
                <a:lnTo>
                  <a:pt x="119380" y="200660"/>
                </a:lnTo>
                <a:lnTo>
                  <a:pt x="144780" y="189230"/>
                </a:lnTo>
                <a:lnTo>
                  <a:pt x="147320" y="187960"/>
                </a:lnTo>
                <a:lnTo>
                  <a:pt x="156210" y="179070"/>
                </a:lnTo>
                <a:lnTo>
                  <a:pt x="161290" y="172720"/>
                </a:lnTo>
                <a:lnTo>
                  <a:pt x="166370" y="165100"/>
                </a:lnTo>
                <a:lnTo>
                  <a:pt x="170180" y="156210"/>
                </a:lnTo>
                <a:lnTo>
                  <a:pt x="173990" y="148590"/>
                </a:lnTo>
                <a:lnTo>
                  <a:pt x="175260" y="143510"/>
                </a:lnTo>
                <a:lnTo>
                  <a:pt x="176530" y="139700"/>
                </a:lnTo>
                <a:lnTo>
                  <a:pt x="177800" y="134620"/>
                </a:lnTo>
                <a:lnTo>
                  <a:pt x="179070" y="130810"/>
                </a:lnTo>
                <a:lnTo>
                  <a:pt x="179070" y="125730"/>
                </a:lnTo>
                <a:lnTo>
                  <a:pt x="180340" y="120650"/>
                </a:lnTo>
                <a:lnTo>
                  <a:pt x="181610" y="110490"/>
                </a:lnTo>
                <a:lnTo>
                  <a:pt x="181610" y="90170"/>
                </a:lnTo>
                <a:close/>
              </a:path>
              <a:path w="717550" h="905510">
                <a:moveTo>
                  <a:pt x="224790" y="880110"/>
                </a:moveTo>
                <a:lnTo>
                  <a:pt x="212090" y="880110"/>
                </a:lnTo>
                <a:lnTo>
                  <a:pt x="205740" y="877570"/>
                </a:lnTo>
                <a:lnTo>
                  <a:pt x="200660" y="876300"/>
                </a:lnTo>
                <a:lnTo>
                  <a:pt x="198120" y="875030"/>
                </a:lnTo>
                <a:lnTo>
                  <a:pt x="195580" y="872490"/>
                </a:lnTo>
                <a:lnTo>
                  <a:pt x="193040" y="872490"/>
                </a:lnTo>
                <a:lnTo>
                  <a:pt x="191770" y="869950"/>
                </a:lnTo>
                <a:lnTo>
                  <a:pt x="189230" y="868680"/>
                </a:lnTo>
                <a:lnTo>
                  <a:pt x="187960" y="866140"/>
                </a:lnTo>
                <a:lnTo>
                  <a:pt x="186690" y="864870"/>
                </a:lnTo>
                <a:lnTo>
                  <a:pt x="181610" y="854710"/>
                </a:lnTo>
                <a:lnTo>
                  <a:pt x="179070" y="847090"/>
                </a:lnTo>
                <a:lnTo>
                  <a:pt x="179070" y="842010"/>
                </a:lnTo>
                <a:lnTo>
                  <a:pt x="177800" y="833120"/>
                </a:lnTo>
                <a:lnTo>
                  <a:pt x="176403" y="820420"/>
                </a:lnTo>
                <a:lnTo>
                  <a:pt x="175260" y="808990"/>
                </a:lnTo>
                <a:lnTo>
                  <a:pt x="175260" y="294640"/>
                </a:lnTo>
                <a:lnTo>
                  <a:pt x="0" y="294640"/>
                </a:lnTo>
                <a:lnTo>
                  <a:pt x="0" y="320040"/>
                </a:lnTo>
                <a:lnTo>
                  <a:pt x="6350" y="321310"/>
                </a:lnTo>
                <a:lnTo>
                  <a:pt x="12700" y="321310"/>
                </a:lnTo>
                <a:lnTo>
                  <a:pt x="19050" y="322580"/>
                </a:lnTo>
                <a:lnTo>
                  <a:pt x="29210" y="327660"/>
                </a:lnTo>
                <a:lnTo>
                  <a:pt x="30480" y="328930"/>
                </a:lnTo>
                <a:lnTo>
                  <a:pt x="33020" y="330200"/>
                </a:lnTo>
                <a:lnTo>
                  <a:pt x="34290" y="332740"/>
                </a:lnTo>
                <a:lnTo>
                  <a:pt x="36830" y="334010"/>
                </a:lnTo>
                <a:lnTo>
                  <a:pt x="43180" y="346710"/>
                </a:lnTo>
                <a:lnTo>
                  <a:pt x="44450" y="350520"/>
                </a:lnTo>
                <a:lnTo>
                  <a:pt x="44450" y="354330"/>
                </a:lnTo>
                <a:lnTo>
                  <a:pt x="45720" y="359410"/>
                </a:lnTo>
                <a:lnTo>
                  <a:pt x="46990" y="368300"/>
                </a:lnTo>
                <a:lnTo>
                  <a:pt x="48260" y="379730"/>
                </a:lnTo>
                <a:lnTo>
                  <a:pt x="48260" y="391160"/>
                </a:lnTo>
                <a:lnTo>
                  <a:pt x="49530" y="405130"/>
                </a:lnTo>
                <a:lnTo>
                  <a:pt x="49530" y="795020"/>
                </a:lnTo>
                <a:lnTo>
                  <a:pt x="48260" y="807720"/>
                </a:lnTo>
                <a:lnTo>
                  <a:pt x="48260" y="820420"/>
                </a:lnTo>
                <a:lnTo>
                  <a:pt x="46990" y="831850"/>
                </a:lnTo>
                <a:lnTo>
                  <a:pt x="46990" y="840740"/>
                </a:lnTo>
                <a:lnTo>
                  <a:pt x="44450" y="848360"/>
                </a:lnTo>
                <a:lnTo>
                  <a:pt x="44450" y="850900"/>
                </a:lnTo>
                <a:lnTo>
                  <a:pt x="43180" y="854710"/>
                </a:lnTo>
                <a:lnTo>
                  <a:pt x="41910" y="857250"/>
                </a:lnTo>
                <a:lnTo>
                  <a:pt x="40640" y="858520"/>
                </a:lnTo>
                <a:lnTo>
                  <a:pt x="39370" y="861060"/>
                </a:lnTo>
                <a:lnTo>
                  <a:pt x="36830" y="864870"/>
                </a:lnTo>
                <a:lnTo>
                  <a:pt x="33020" y="868680"/>
                </a:lnTo>
                <a:lnTo>
                  <a:pt x="30480" y="869950"/>
                </a:lnTo>
                <a:lnTo>
                  <a:pt x="29210" y="872490"/>
                </a:lnTo>
                <a:lnTo>
                  <a:pt x="24130" y="875030"/>
                </a:lnTo>
                <a:lnTo>
                  <a:pt x="21590" y="877570"/>
                </a:lnTo>
                <a:lnTo>
                  <a:pt x="19050" y="877570"/>
                </a:lnTo>
                <a:lnTo>
                  <a:pt x="12700" y="880110"/>
                </a:lnTo>
                <a:lnTo>
                  <a:pt x="6350" y="880110"/>
                </a:lnTo>
                <a:lnTo>
                  <a:pt x="0" y="881380"/>
                </a:lnTo>
                <a:lnTo>
                  <a:pt x="0" y="905510"/>
                </a:lnTo>
                <a:lnTo>
                  <a:pt x="224790" y="905510"/>
                </a:lnTo>
                <a:lnTo>
                  <a:pt x="224790" y="880110"/>
                </a:lnTo>
                <a:close/>
              </a:path>
              <a:path w="717550" h="905510">
                <a:moveTo>
                  <a:pt x="717550" y="882650"/>
                </a:moveTo>
                <a:lnTo>
                  <a:pt x="711200" y="880110"/>
                </a:lnTo>
                <a:lnTo>
                  <a:pt x="704850" y="878840"/>
                </a:lnTo>
                <a:lnTo>
                  <a:pt x="692150" y="872490"/>
                </a:lnTo>
                <a:lnTo>
                  <a:pt x="690880" y="871220"/>
                </a:lnTo>
                <a:lnTo>
                  <a:pt x="688340" y="869950"/>
                </a:lnTo>
                <a:lnTo>
                  <a:pt x="687070" y="867410"/>
                </a:lnTo>
                <a:lnTo>
                  <a:pt x="684530" y="866140"/>
                </a:lnTo>
                <a:lnTo>
                  <a:pt x="683260" y="863600"/>
                </a:lnTo>
                <a:lnTo>
                  <a:pt x="681990" y="862330"/>
                </a:lnTo>
                <a:lnTo>
                  <a:pt x="680720" y="859790"/>
                </a:lnTo>
                <a:lnTo>
                  <a:pt x="680720" y="857250"/>
                </a:lnTo>
                <a:lnTo>
                  <a:pt x="679450" y="854710"/>
                </a:lnTo>
                <a:lnTo>
                  <a:pt x="676910" y="847090"/>
                </a:lnTo>
                <a:lnTo>
                  <a:pt x="675640" y="839470"/>
                </a:lnTo>
                <a:lnTo>
                  <a:pt x="674370" y="829310"/>
                </a:lnTo>
                <a:lnTo>
                  <a:pt x="673100" y="816610"/>
                </a:lnTo>
                <a:lnTo>
                  <a:pt x="673100" y="803910"/>
                </a:lnTo>
                <a:lnTo>
                  <a:pt x="671830" y="772160"/>
                </a:lnTo>
                <a:lnTo>
                  <a:pt x="671830" y="486410"/>
                </a:lnTo>
                <a:lnTo>
                  <a:pt x="670560" y="445770"/>
                </a:lnTo>
                <a:lnTo>
                  <a:pt x="665480" y="391160"/>
                </a:lnTo>
                <a:lnTo>
                  <a:pt x="652780" y="346710"/>
                </a:lnTo>
                <a:lnTo>
                  <a:pt x="629920" y="309880"/>
                </a:lnTo>
                <a:lnTo>
                  <a:pt x="599440" y="285750"/>
                </a:lnTo>
                <a:lnTo>
                  <a:pt x="562610" y="276860"/>
                </a:lnTo>
                <a:lnTo>
                  <a:pt x="553720" y="278130"/>
                </a:lnTo>
                <a:lnTo>
                  <a:pt x="544830" y="278130"/>
                </a:lnTo>
                <a:lnTo>
                  <a:pt x="499110" y="299720"/>
                </a:lnTo>
                <a:lnTo>
                  <a:pt x="461010" y="339090"/>
                </a:lnTo>
                <a:lnTo>
                  <a:pt x="453390" y="350520"/>
                </a:lnTo>
                <a:lnTo>
                  <a:pt x="444500" y="361950"/>
                </a:lnTo>
                <a:lnTo>
                  <a:pt x="436880" y="374650"/>
                </a:lnTo>
                <a:lnTo>
                  <a:pt x="436880" y="294640"/>
                </a:lnTo>
                <a:lnTo>
                  <a:pt x="266700" y="294640"/>
                </a:lnTo>
                <a:lnTo>
                  <a:pt x="266700" y="318770"/>
                </a:lnTo>
                <a:lnTo>
                  <a:pt x="273050" y="321310"/>
                </a:lnTo>
                <a:lnTo>
                  <a:pt x="279400" y="322580"/>
                </a:lnTo>
                <a:lnTo>
                  <a:pt x="289560" y="327660"/>
                </a:lnTo>
                <a:lnTo>
                  <a:pt x="293370" y="330200"/>
                </a:lnTo>
                <a:lnTo>
                  <a:pt x="295910" y="331470"/>
                </a:lnTo>
                <a:lnTo>
                  <a:pt x="297180" y="334010"/>
                </a:lnTo>
                <a:lnTo>
                  <a:pt x="299720" y="335280"/>
                </a:lnTo>
                <a:lnTo>
                  <a:pt x="300990" y="337820"/>
                </a:lnTo>
                <a:lnTo>
                  <a:pt x="302260" y="339090"/>
                </a:lnTo>
                <a:lnTo>
                  <a:pt x="303530" y="341630"/>
                </a:lnTo>
                <a:lnTo>
                  <a:pt x="303530" y="344170"/>
                </a:lnTo>
                <a:lnTo>
                  <a:pt x="306070" y="349250"/>
                </a:lnTo>
                <a:lnTo>
                  <a:pt x="307340" y="353060"/>
                </a:lnTo>
                <a:lnTo>
                  <a:pt x="309880" y="372110"/>
                </a:lnTo>
                <a:lnTo>
                  <a:pt x="309880" y="383540"/>
                </a:lnTo>
                <a:lnTo>
                  <a:pt x="311150" y="396240"/>
                </a:lnTo>
                <a:lnTo>
                  <a:pt x="311150" y="816610"/>
                </a:lnTo>
                <a:lnTo>
                  <a:pt x="308610" y="838200"/>
                </a:lnTo>
                <a:lnTo>
                  <a:pt x="307340" y="845820"/>
                </a:lnTo>
                <a:lnTo>
                  <a:pt x="307340" y="849630"/>
                </a:lnTo>
                <a:lnTo>
                  <a:pt x="300990" y="862330"/>
                </a:lnTo>
                <a:lnTo>
                  <a:pt x="297180" y="866140"/>
                </a:lnTo>
                <a:lnTo>
                  <a:pt x="295910" y="868680"/>
                </a:lnTo>
                <a:lnTo>
                  <a:pt x="293370" y="869950"/>
                </a:lnTo>
                <a:lnTo>
                  <a:pt x="292100" y="872490"/>
                </a:lnTo>
                <a:lnTo>
                  <a:pt x="284480" y="876300"/>
                </a:lnTo>
                <a:lnTo>
                  <a:pt x="278130" y="878840"/>
                </a:lnTo>
                <a:lnTo>
                  <a:pt x="273050" y="880110"/>
                </a:lnTo>
                <a:lnTo>
                  <a:pt x="266700" y="882650"/>
                </a:lnTo>
                <a:lnTo>
                  <a:pt x="266700" y="905510"/>
                </a:lnTo>
                <a:lnTo>
                  <a:pt x="477520" y="905510"/>
                </a:lnTo>
                <a:lnTo>
                  <a:pt x="477520" y="882650"/>
                </a:lnTo>
                <a:lnTo>
                  <a:pt x="472440" y="880110"/>
                </a:lnTo>
                <a:lnTo>
                  <a:pt x="467360" y="878840"/>
                </a:lnTo>
                <a:lnTo>
                  <a:pt x="462280" y="876300"/>
                </a:lnTo>
                <a:lnTo>
                  <a:pt x="458470" y="873760"/>
                </a:lnTo>
                <a:lnTo>
                  <a:pt x="455930" y="872490"/>
                </a:lnTo>
                <a:lnTo>
                  <a:pt x="454660" y="869950"/>
                </a:lnTo>
                <a:lnTo>
                  <a:pt x="453390" y="868680"/>
                </a:lnTo>
                <a:lnTo>
                  <a:pt x="450850" y="867410"/>
                </a:lnTo>
                <a:lnTo>
                  <a:pt x="449580" y="864870"/>
                </a:lnTo>
                <a:lnTo>
                  <a:pt x="448310" y="863600"/>
                </a:lnTo>
                <a:lnTo>
                  <a:pt x="443230" y="853440"/>
                </a:lnTo>
                <a:lnTo>
                  <a:pt x="443230" y="849630"/>
                </a:lnTo>
                <a:lnTo>
                  <a:pt x="441960" y="847090"/>
                </a:lnTo>
                <a:lnTo>
                  <a:pt x="439420" y="828040"/>
                </a:lnTo>
                <a:lnTo>
                  <a:pt x="436880" y="802640"/>
                </a:lnTo>
                <a:lnTo>
                  <a:pt x="436880" y="445770"/>
                </a:lnTo>
                <a:lnTo>
                  <a:pt x="453390" y="410210"/>
                </a:lnTo>
                <a:lnTo>
                  <a:pt x="480060" y="375920"/>
                </a:lnTo>
                <a:lnTo>
                  <a:pt x="485140" y="373380"/>
                </a:lnTo>
                <a:lnTo>
                  <a:pt x="488950" y="369570"/>
                </a:lnTo>
                <a:lnTo>
                  <a:pt x="494030" y="368300"/>
                </a:lnTo>
                <a:lnTo>
                  <a:pt x="499110" y="365760"/>
                </a:lnTo>
                <a:lnTo>
                  <a:pt x="504190" y="365760"/>
                </a:lnTo>
                <a:lnTo>
                  <a:pt x="508000" y="364490"/>
                </a:lnTo>
                <a:lnTo>
                  <a:pt x="510540" y="364490"/>
                </a:lnTo>
                <a:lnTo>
                  <a:pt x="514350" y="365760"/>
                </a:lnTo>
                <a:lnTo>
                  <a:pt x="521970" y="369570"/>
                </a:lnTo>
                <a:lnTo>
                  <a:pt x="524510" y="372110"/>
                </a:lnTo>
                <a:lnTo>
                  <a:pt x="527050" y="373380"/>
                </a:lnTo>
                <a:lnTo>
                  <a:pt x="529590" y="375920"/>
                </a:lnTo>
                <a:lnTo>
                  <a:pt x="532130" y="379730"/>
                </a:lnTo>
                <a:lnTo>
                  <a:pt x="534670" y="382270"/>
                </a:lnTo>
                <a:lnTo>
                  <a:pt x="535940" y="384810"/>
                </a:lnTo>
                <a:lnTo>
                  <a:pt x="537210" y="388620"/>
                </a:lnTo>
                <a:lnTo>
                  <a:pt x="539750" y="392430"/>
                </a:lnTo>
                <a:lnTo>
                  <a:pt x="541020" y="397510"/>
                </a:lnTo>
                <a:lnTo>
                  <a:pt x="542290" y="401320"/>
                </a:lnTo>
                <a:lnTo>
                  <a:pt x="543560" y="406400"/>
                </a:lnTo>
                <a:lnTo>
                  <a:pt x="543560" y="408940"/>
                </a:lnTo>
                <a:lnTo>
                  <a:pt x="544830" y="411480"/>
                </a:lnTo>
                <a:lnTo>
                  <a:pt x="544830" y="419100"/>
                </a:lnTo>
                <a:lnTo>
                  <a:pt x="546100" y="427990"/>
                </a:lnTo>
                <a:lnTo>
                  <a:pt x="546100" y="439420"/>
                </a:lnTo>
                <a:lnTo>
                  <a:pt x="547370" y="467360"/>
                </a:lnTo>
                <a:lnTo>
                  <a:pt x="547370" y="801370"/>
                </a:lnTo>
                <a:lnTo>
                  <a:pt x="546100" y="814070"/>
                </a:lnTo>
                <a:lnTo>
                  <a:pt x="544830" y="824230"/>
                </a:lnTo>
                <a:lnTo>
                  <a:pt x="544830" y="834390"/>
                </a:lnTo>
                <a:lnTo>
                  <a:pt x="543560" y="842010"/>
                </a:lnTo>
                <a:lnTo>
                  <a:pt x="542290" y="844550"/>
                </a:lnTo>
                <a:lnTo>
                  <a:pt x="542290" y="848360"/>
                </a:lnTo>
                <a:lnTo>
                  <a:pt x="537210" y="858520"/>
                </a:lnTo>
                <a:lnTo>
                  <a:pt x="535940" y="862330"/>
                </a:lnTo>
                <a:lnTo>
                  <a:pt x="532130" y="866140"/>
                </a:lnTo>
                <a:lnTo>
                  <a:pt x="530860" y="868680"/>
                </a:lnTo>
                <a:lnTo>
                  <a:pt x="528320" y="869950"/>
                </a:lnTo>
                <a:lnTo>
                  <a:pt x="527050" y="872490"/>
                </a:lnTo>
                <a:lnTo>
                  <a:pt x="521970" y="875030"/>
                </a:lnTo>
                <a:lnTo>
                  <a:pt x="516890" y="878840"/>
                </a:lnTo>
                <a:lnTo>
                  <a:pt x="511810" y="880110"/>
                </a:lnTo>
                <a:lnTo>
                  <a:pt x="506730" y="882650"/>
                </a:lnTo>
                <a:lnTo>
                  <a:pt x="506730" y="905510"/>
                </a:lnTo>
                <a:lnTo>
                  <a:pt x="717550" y="905510"/>
                </a:lnTo>
                <a:lnTo>
                  <a:pt x="717550" y="882650"/>
                </a:lnTo>
                <a:close/>
              </a:path>
            </a:pathLst>
          </a:custGeom>
          <a:solidFill>
            <a:srgbClr val="B1B1B1">
              <a:alpha val="79998"/>
            </a:srgbClr>
          </a:solidFill>
        </p:spPr>
        <p:txBody>
          <a:bodyPr wrap="square" lIns="0" tIns="0" rIns="0" bIns="0" rtlCol="0"/>
          <a:lstStyle/>
          <a:p/>
        </p:txBody>
      </p:sp>
      <p:sp>
        <p:nvSpPr>
          <p:cNvPr id="209" name="object 209"/>
          <p:cNvSpPr/>
          <p:nvPr/>
        </p:nvSpPr>
        <p:spPr>
          <a:xfrm>
            <a:off x="8241030" y="1052830"/>
            <a:ext cx="407670" cy="915669"/>
          </a:xfrm>
          <a:custGeom>
            <a:avLst/>
            <a:gdLst/>
            <a:ahLst/>
            <a:cxnLst/>
            <a:rect l="l" t="t" r="r" b="b"/>
            <a:pathLst>
              <a:path w="407670" h="915669">
                <a:moveTo>
                  <a:pt x="200660" y="0"/>
                </a:moveTo>
                <a:lnTo>
                  <a:pt x="160020" y="0"/>
                </a:lnTo>
                <a:lnTo>
                  <a:pt x="124460" y="7620"/>
                </a:lnTo>
                <a:lnTo>
                  <a:pt x="77470" y="35560"/>
                </a:lnTo>
                <a:lnTo>
                  <a:pt x="38100" y="82550"/>
                </a:lnTo>
                <a:lnTo>
                  <a:pt x="16510" y="127000"/>
                </a:lnTo>
                <a:lnTo>
                  <a:pt x="5079" y="166370"/>
                </a:lnTo>
                <a:lnTo>
                  <a:pt x="3810" y="177800"/>
                </a:lnTo>
                <a:lnTo>
                  <a:pt x="1270" y="187960"/>
                </a:lnTo>
                <a:lnTo>
                  <a:pt x="1270" y="209550"/>
                </a:lnTo>
                <a:lnTo>
                  <a:pt x="0" y="219710"/>
                </a:lnTo>
                <a:lnTo>
                  <a:pt x="1270" y="236220"/>
                </a:lnTo>
                <a:lnTo>
                  <a:pt x="1270" y="254000"/>
                </a:lnTo>
                <a:lnTo>
                  <a:pt x="3810" y="267970"/>
                </a:lnTo>
                <a:lnTo>
                  <a:pt x="7620" y="285750"/>
                </a:lnTo>
                <a:lnTo>
                  <a:pt x="10160" y="298450"/>
                </a:lnTo>
                <a:lnTo>
                  <a:pt x="34290" y="353060"/>
                </a:lnTo>
                <a:lnTo>
                  <a:pt x="62229" y="387350"/>
                </a:lnTo>
                <a:lnTo>
                  <a:pt x="86360" y="406400"/>
                </a:lnTo>
                <a:lnTo>
                  <a:pt x="99060" y="416560"/>
                </a:lnTo>
                <a:lnTo>
                  <a:pt x="114300" y="425450"/>
                </a:lnTo>
                <a:lnTo>
                  <a:pt x="101600" y="431800"/>
                </a:lnTo>
                <a:lnTo>
                  <a:pt x="90170" y="441960"/>
                </a:lnTo>
                <a:lnTo>
                  <a:pt x="52070" y="477520"/>
                </a:lnTo>
                <a:lnTo>
                  <a:pt x="27940" y="520700"/>
                </a:lnTo>
                <a:lnTo>
                  <a:pt x="19050" y="552450"/>
                </a:lnTo>
                <a:lnTo>
                  <a:pt x="16510" y="562610"/>
                </a:lnTo>
                <a:lnTo>
                  <a:pt x="15240" y="575310"/>
                </a:lnTo>
                <a:lnTo>
                  <a:pt x="15240" y="594360"/>
                </a:lnTo>
                <a:lnTo>
                  <a:pt x="19050" y="622300"/>
                </a:lnTo>
                <a:lnTo>
                  <a:pt x="20320" y="628650"/>
                </a:lnTo>
                <a:lnTo>
                  <a:pt x="22860" y="636270"/>
                </a:lnTo>
                <a:lnTo>
                  <a:pt x="26670" y="645160"/>
                </a:lnTo>
                <a:lnTo>
                  <a:pt x="29210" y="651510"/>
                </a:lnTo>
                <a:lnTo>
                  <a:pt x="33020" y="657860"/>
                </a:lnTo>
                <a:lnTo>
                  <a:pt x="38100" y="666750"/>
                </a:lnTo>
                <a:lnTo>
                  <a:pt x="53340" y="685800"/>
                </a:lnTo>
                <a:lnTo>
                  <a:pt x="59690" y="692150"/>
                </a:lnTo>
                <a:lnTo>
                  <a:pt x="73660" y="702310"/>
                </a:lnTo>
                <a:lnTo>
                  <a:pt x="63500" y="704850"/>
                </a:lnTo>
                <a:lnTo>
                  <a:pt x="45720" y="715010"/>
                </a:lnTo>
                <a:lnTo>
                  <a:pt x="38100" y="718820"/>
                </a:lnTo>
                <a:lnTo>
                  <a:pt x="30479" y="723900"/>
                </a:lnTo>
                <a:lnTo>
                  <a:pt x="20320" y="736600"/>
                </a:lnTo>
                <a:lnTo>
                  <a:pt x="17779" y="740410"/>
                </a:lnTo>
                <a:lnTo>
                  <a:pt x="16510" y="742950"/>
                </a:lnTo>
                <a:lnTo>
                  <a:pt x="11429" y="749300"/>
                </a:lnTo>
                <a:lnTo>
                  <a:pt x="8890" y="753110"/>
                </a:lnTo>
                <a:lnTo>
                  <a:pt x="6350" y="762000"/>
                </a:lnTo>
                <a:lnTo>
                  <a:pt x="3810" y="768350"/>
                </a:lnTo>
                <a:lnTo>
                  <a:pt x="3810" y="772160"/>
                </a:lnTo>
                <a:lnTo>
                  <a:pt x="2540" y="774700"/>
                </a:lnTo>
                <a:lnTo>
                  <a:pt x="1270" y="778510"/>
                </a:lnTo>
                <a:lnTo>
                  <a:pt x="1270" y="788670"/>
                </a:lnTo>
                <a:lnTo>
                  <a:pt x="0" y="795020"/>
                </a:lnTo>
                <a:lnTo>
                  <a:pt x="0" y="800100"/>
                </a:lnTo>
                <a:lnTo>
                  <a:pt x="1270" y="803910"/>
                </a:lnTo>
                <a:lnTo>
                  <a:pt x="1270" y="810260"/>
                </a:lnTo>
                <a:lnTo>
                  <a:pt x="2540" y="816610"/>
                </a:lnTo>
                <a:lnTo>
                  <a:pt x="2540" y="819150"/>
                </a:lnTo>
                <a:lnTo>
                  <a:pt x="6350" y="829310"/>
                </a:lnTo>
                <a:lnTo>
                  <a:pt x="8890" y="833120"/>
                </a:lnTo>
                <a:lnTo>
                  <a:pt x="11429" y="842010"/>
                </a:lnTo>
                <a:lnTo>
                  <a:pt x="16510" y="848360"/>
                </a:lnTo>
                <a:lnTo>
                  <a:pt x="20320" y="854710"/>
                </a:lnTo>
                <a:lnTo>
                  <a:pt x="22860" y="858520"/>
                </a:lnTo>
                <a:lnTo>
                  <a:pt x="25400" y="861060"/>
                </a:lnTo>
                <a:lnTo>
                  <a:pt x="31750" y="869950"/>
                </a:lnTo>
                <a:lnTo>
                  <a:pt x="39370" y="873760"/>
                </a:lnTo>
                <a:lnTo>
                  <a:pt x="76200" y="895350"/>
                </a:lnTo>
                <a:lnTo>
                  <a:pt x="137160" y="911860"/>
                </a:lnTo>
                <a:lnTo>
                  <a:pt x="190500" y="915670"/>
                </a:lnTo>
                <a:lnTo>
                  <a:pt x="208279" y="914400"/>
                </a:lnTo>
                <a:lnTo>
                  <a:pt x="227329" y="914400"/>
                </a:lnTo>
                <a:lnTo>
                  <a:pt x="243840" y="911860"/>
                </a:lnTo>
                <a:lnTo>
                  <a:pt x="261620" y="908050"/>
                </a:lnTo>
                <a:lnTo>
                  <a:pt x="276860" y="902970"/>
                </a:lnTo>
                <a:lnTo>
                  <a:pt x="293370" y="899160"/>
                </a:lnTo>
                <a:lnTo>
                  <a:pt x="308610" y="892810"/>
                </a:lnTo>
                <a:lnTo>
                  <a:pt x="322579" y="883920"/>
                </a:lnTo>
                <a:lnTo>
                  <a:pt x="332740" y="877570"/>
                </a:lnTo>
                <a:lnTo>
                  <a:pt x="341629" y="871220"/>
                </a:lnTo>
                <a:lnTo>
                  <a:pt x="343015" y="869950"/>
                </a:lnTo>
                <a:lnTo>
                  <a:pt x="167640" y="869950"/>
                </a:lnTo>
                <a:lnTo>
                  <a:pt x="128270" y="861060"/>
                </a:lnTo>
                <a:lnTo>
                  <a:pt x="113029" y="852170"/>
                </a:lnTo>
                <a:lnTo>
                  <a:pt x="105410" y="848360"/>
                </a:lnTo>
                <a:lnTo>
                  <a:pt x="101600" y="844550"/>
                </a:lnTo>
                <a:lnTo>
                  <a:pt x="95250" y="835660"/>
                </a:lnTo>
                <a:lnTo>
                  <a:pt x="90170" y="829310"/>
                </a:lnTo>
                <a:lnTo>
                  <a:pt x="88900" y="825500"/>
                </a:lnTo>
                <a:lnTo>
                  <a:pt x="83820" y="819150"/>
                </a:lnTo>
                <a:lnTo>
                  <a:pt x="82550" y="816610"/>
                </a:lnTo>
                <a:lnTo>
                  <a:pt x="81279" y="810260"/>
                </a:lnTo>
                <a:lnTo>
                  <a:pt x="78740" y="806450"/>
                </a:lnTo>
                <a:lnTo>
                  <a:pt x="78740" y="803910"/>
                </a:lnTo>
                <a:lnTo>
                  <a:pt x="77470" y="800100"/>
                </a:lnTo>
                <a:lnTo>
                  <a:pt x="76200" y="795020"/>
                </a:lnTo>
                <a:lnTo>
                  <a:pt x="76200" y="791210"/>
                </a:lnTo>
                <a:lnTo>
                  <a:pt x="74929" y="787400"/>
                </a:lnTo>
                <a:lnTo>
                  <a:pt x="74929" y="778510"/>
                </a:lnTo>
                <a:lnTo>
                  <a:pt x="76200" y="774700"/>
                </a:lnTo>
                <a:lnTo>
                  <a:pt x="76200" y="772160"/>
                </a:lnTo>
                <a:lnTo>
                  <a:pt x="77470" y="765810"/>
                </a:lnTo>
                <a:lnTo>
                  <a:pt x="77470" y="763270"/>
                </a:lnTo>
                <a:lnTo>
                  <a:pt x="80010" y="755650"/>
                </a:lnTo>
                <a:lnTo>
                  <a:pt x="82550" y="753110"/>
                </a:lnTo>
                <a:lnTo>
                  <a:pt x="83820" y="749300"/>
                </a:lnTo>
                <a:lnTo>
                  <a:pt x="85090" y="746760"/>
                </a:lnTo>
                <a:lnTo>
                  <a:pt x="87629" y="742950"/>
                </a:lnTo>
                <a:lnTo>
                  <a:pt x="95250" y="734060"/>
                </a:lnTo>
                <a:lnTo>
                  <a:pt x="100329" y="727710"/>
                </a:lnTo>
                <a:lnTo>
                  <a:pt x="105410" y="725170"/>
                </a:lnTo>
                <a:lnTo>
                  <a:pt x="110490" y="723900"/>
                </a:lnTo>
                <a:lnTo>
                  <a:pt x="116840" y="721360"/>
                </a:lnTo>
                <a:lnTo>
                  <a:pt x="123190" y="721360"/>
                </a:lnTo>
                <a:lnTo>
                  <a:pt x="140970" y="717550"/>
                </a:lnTo>
                <a:lnTo>
                  <a:pt x="407670" y="717550"/>
                </a:lnTo>
                <a:lnTo>
                  <a:pt x="407670" y="704850"/>
                </a:lnTo>
                <a:lnTo>
                  <a:pt x="406400" y="695960"/>
                </a:lnTo>
                <a:lnTo>
                  <a:pt x="406400" y="685800"/>
                </a:lnTo>
                <a:lnTo>
                  <a:pt x="403860" y="676910"/>
                </a:lnTo>
                <a:lnTo>
                  <a:pt x="402590" y="666750"/>
                </a:lnTo>
                <a:lnTo>
                  <a:pt x="397510" y="648970"/>
                </a:lnTo>
                <a:lnTo>
                  <a:pt x="394970" y="641350"/>
                </a:lnTo>
                <a:lnTo>
                  <a:pt x="387350" y="626110"/>
                </a:lnTo>
                <a:lnTo>
                  <a:pt x="383540" y="619760"/>
                </a:lnTo>
                <a:lnTo>
                  <a:pt x="379729" y="610870"/>
                </a:lnTo>
                <a:lnTo>
                  <a:pt x="368300" y="600710"/>
                </a:lnTo>
                <a:lnTo>
                  <a:pt x="363220" y="594360"/>
                </a:lnTo>
                <a:lnTo>
                  <a:pt x="353060" y="584200"/>
                </a:lnTo>
                <a:lnTo>
                  <a:pt x="346710" y="581660"/>
                </a:lnTo>
                <a:lnTo>
                  <a:pt x="335279" y="575310"/>
                </a:lnTo>
                <a:lnTo>
                  <a:pt x="322579" y="568960"/>
                </a:lnTo>
                <a:lnTo>
                  <a:pt x="307340" y="565150"/>
                </a:lnTo>
                <a:lnTo>
                  <a:pt x="271779" y="560070"/>
                </a:lnTo>
                <a:lnTo>
                  <a:pt x="250190" y="558800"/>
                </a:lnTo>
                <a:lnTo>
                  <a:pt x="143510" y="558800"/>
                </a:lnTo>
                <a:lnTo>
                  <a:pt x="137160" y="556260"/>
                </a:lnTo>
                <a:lnTo>
                  <a:pt x="132079" y="556260"/>
                </a:lnTo>
                <a:lnTo>
                  <a:pt x="127000" y="553720"/>
                </a:lnTo>
                <a:lnTo>
                  <a:pt x="121920" y="552450"/>
                </a:lnTo>
                <a:lnTo>
                  <a:pt x="118110" y="549910"/>
                </a:lnTo>
                <a:lnTo>
                  <a:pt x="115570" y="549910"/>
                </a:lnTo>
                <a:lnTo>
                  <a:pt x="114300" y="546100"/>
                </a:lnTo>
                <a:lnTo>
                  <a:pt x="111760" y="546100"/>
                </a:lnTo>
                <a:lnTo>
                  <a:pt x="109220" y="541020"/>
                </a:lnTo>
                <a:lnTo>
                  <a:pt x="107950" y="539750"/>
                </a:lnTo>
                <a:lnTo>
                  <a:pt x="106679" y="537210"/>
                </a:lnTo>
                <a:lnTo>
                  <a:pt x="105410" y="537210"/>
                </a:lnTo>
                <a:lnTo>
                  <a:pt x="102870" y="530860"/>
                </a:lnTo>
                <a:lnTo>
                  <a:pt x="101600" y="530860"/>
                </a:lnTo>
                <a:lnTo>
                  <a:pt x="100329" y="527050"/>
                </a:lnTo>
                <a:lnTo>
                  <a:pt x="100329" y="521970"/>
                </a:lnTo>
                <a:lnTo>
                  <a:pt x="99060" y="520700"/>
                </a:lnTo>
                <a:lnTo>
                  <a:pt x="99060" y="518160"/>
                </a:lnTo>
                <a:lnTo>
                  <a:pt x="97790" y="514350"/>
                </a:lnTo>
                <a:lnTo>
                  <a:pt x="97790" y="499110"/>
                </a:lnTo>
                <a:lnTo>
                  <a:pt x="99060" y="492760"/>
                </a:lnTo>
                <a:lnTo>
                  <a:pt x="99060" y="490220"/>
                </a:lnTo>
                <a:lnTo>
                  <a:pt x="100329" y="486410"/>
                </a:lnTo>
                <a:lnTo>
                  <a:pt x="100329" y="482600"/>
                </a:lnTo>
                <a:lnTo>
                  <a:pt x="101600" y="480060"/>
                </a:lnTo>
                <a:lnTo>
                  <a:pt x="102870" y="476250"/>
                </a:lnTo>
                <a:lnTo>
                  <a:pt x="107950" y="464820"/>
                </a:lnTo>
                <a:lnTo>
                  <a:pt x="111760" y="461010"/>
                </a:lnTo>
                <a:lnTo>
                  <a:pt x="114300" y="457200"/>
                </a:lnTo>
                <a:lnTo>
                  <a:pt x="123190" y="448310"/>
                </a:lnTo>
                <a:lnTo>
                  <a:pt x="127000" y="445770"/>
                </a:lnTo>
                <a:lnTo>
                  <a:pt x="130810" y="444500"/>
                </a:lnTo>
                <a:lnTo>
                  <a:pt x="140970" y="441960"/>
                </a:lnTo>
                <a:lnTo>
                  <a:pt x="215900" y="441960"/>
                </a:lnTo>
                <a:lnTo>
                  <a:pt x="226060" y="438150"/>
                </a:lnTo>
                <a:lnTo>
                  <a:pt x="234950" y="435610"/>
                </a:lnTo>
                <a:lnTo>
                  <a:pt x="245110" y="431800"/>
                </a:lnTo>
                <a:lnTo>
                  <a:pt x="254000" y="426720"/>
                </a:lnTo>
                <a:lnTo>
                  <a:pt x="264160" y="422910"/>
                </a:lnTo>
                <a:lnTo>
                  <a:pt x="274320" y="416560"/>
                </a:lnTo>
                <a:lnTo>
                  <a:pt x="285750" y="407670"/>
                </a:lnTo>
                <a:lnTo>
                  <a:pt x="287231" y="406400"/>
                </a:lnTo>
                <a:lnTo>
                  <a:pt x="180340" y="406400"/>
                </a:lnTo>
                <a:lnTo>
                  <a:pt x="176529" y="403860"/>
                </a:lnTo>
                <a:lnTo>
                  <a:pt x="173990" y="403860"/>
                </a:lnTo>
                <a:lnTo>
                  <a:pt x="171450" y="401320"/>
                </a:lnTo>
                <a:lnTo>
                  <a:pt x="167640" y="400050"/>
                </a:lnTo>
                <a:lnTo>
                  <a:pt x="165100" y="400050"/>
                </a:lnTo>
                <a:lnTo>
                  <a:pt x="154940" y="388620"/>
                </a:lnTo>
                <a:lnTo>
                  <a:pt x="153670" y="384810"/>
                </a:lnTo>
                <a:lnTo>
                  <a:pt x="140970" y="365760"/>
                </a:lnTo>
                <a:lnTo>
                  <a:pt x="139700" y="359410"/>
                </a:lnTo>
                <a:lnTo>
                  <a:pt x="137160" y="353060"/>
                </a:lnTo>
                <a:lnTo>
                  <a:pt x="133350" y="334010"/>
                </a:lnTo>
                <a:lnTo>
                  <a:pt x="130810" y="317500"/>
                </a:lnTo>
                <a:lnTo>
                  <a:pt x="128270" y="299720"/>
                </a:lnTo>
                <a:lnTo>
                  <a:pt x="127000" y="280670"/>
                </a:lnTo>
                <a:lnTo>
                  <a:pt x="127000" y="260350"/>
                </a:lnTo>
                <a:lnTo>
                  <a:pt x="125729" y="236220"/>
                </a:lnTo>
                <a:lnTo>
                  <a:pt x="126889" y="209550"/>
                </a:lnTo>
                <a:lnTo>
                  <a:pt x="127000" y="181610"/>
                </a:lnTo>
                <a:lnTo>
                  <a:pt x="128270" y="156210"/>
                </a:lnTo>
                <a:lnTo>
                  <a:pt x="133350" y="118110"/>
                </a:lnTo>
                <a:lnTo>
                  <a:pt x="137160" y="101600"/>
                </a:lnTo>
                <a:lnTo>
                  <a:pt x="139700" y="88900"/>
                </a:lnTo>
                <a:lnTo>
                  <a:pt x="142240" y="82550"/>
                </a:lnTo>
                <a:lnTo>
                  <a:pt x="143510" y="77470"/>
                </a:lnTo>
                <a:lnTo>
                  <a:pt x="148590" y="69850"/>
                </a:lnTo>
                <a:lnTo>
                  <a:pt x="156210" y="57150"/>
                </a:lnTo>
                <a:lnTo>
                  <a:pt x="158750" y="54610"/>
                </a:lnTo>
                <a:lnTo>
                  <a:pt x="161290" y="50800"/>
                </a:lnTo>
                <a:lnTo>
                  <a:pt x="166370" y="45720"/>
                </a:lnTo>
                <a:lnTo>
                  <a:pt x="170179" y="44450"/>
                </a:lnTo>
                <a:lnTo>
                  <a:pt x="175260" y="41910"/>
                </a:lnTo>
                <a:lnTo>
                  <a:pt x="179070" y="41910"/>
                </a:lnTo>
                <a:lnTo>
                  <a:pt x="181610" y="39370"/>
                </a:lnTo>
                <a:lnTo>
                  <a:pt x="406400" y="39370"/>
                </a:lnTo>
                <a:lnTo>
                  <a:pt x="406400" y="25400"/>
                </a:lnTo>
                <a:lnTo>
                  <a:pt x="265429" y="25400"/>
                </a:lnTo>
                <a:lnTo>
                  <a:pt x="254000" y="19050"/>
                </a:lnTo>
                <a:lnTo>
                  <a:pt x="243840" y="12700"/>
                </a:lnTo>
                <a:lnTo>
                  <a:pt x="220979" y="6350"/>
                </a:lnTo>
                <a:lnTo>
                  <a:pt x="200660" y="0"/>
                </a:lnTo>
                <a:close/>
              </a:path>
              <a:path w="407670" h="915669">
                <a:moveTo>
                  <a:pt x="407670" y="717550"/>
                </a:moveTo>
                <a:lnTo>
                  <a:pt x="161290" y="717550"/>
                </a:lnTo>
                <a:lnTo>
                  <a:pt x="246379" y="718820"/>
                </a:lnTo>
                <a:lnTo>
                  <a:pt x="274320" y="721360"/>
                </a:lnTo>
                <a:lnTo>
                  <a:pt x="284479" y="723900"/>
                </a:lnTo>
                <a:lnTo>
                  <a:pt x="290829" y="723900"/>
                </a:lnTo>
                <a:lnTo>
                  <a:pt x="297179" y="727710"/>
                </a:lnTo>
                <a:lnTo>
                  <a:pt x="328929" y="753110"/>
                </a:lnTo>
                <a:lnTo>
                  <a:pt x="330200" y="756920"/>
                </a:lnTo>
                <a:lnTo>
                  <a:pt x="331470" y="759460"/>
                </a:lnTo>
                <a:lnTo>
                  <a:pt x="334010" y="768350"/>
                </a:lnTo>
                <a:lnTo>
                  <a:pt x="334010" y="788670"/>
                </a:lnTo>
                <a:lnTo>
                  <a:pt x="332740" y="793750"/>
                </a:lnTo>
                <a:lnTo>
                  <a:pt x="332740" y="800100"/>
                </a:lnTo>
                <a:lnTo>
                  <a:pt x="331470" y="803910"/>
                </a:lnTo>
                <a:lnTo>
                  <a:pt x="323850" y="822960"/>
                </a:lnTo>
                <a:lnTo>
                  <a:pt x="320040" y="825500"/>
                </a:lnTo>
                <a:lnTo>
                  <a:pt x="314960" y="833120"/>
                </a:lnTo>
                <a:lnTo>
                  <a:pt x="311150" y="838200"/>
                </a:lnTo>
                <a:lnTo>
                  <a:pt x="307340" y="839470"/>
                </a:lnTo>
                <a:lnTo>
                  <a:pt x="299720" y="845820"/>
                </a:lnTo>
                <a:lnTo>
                  <a:pt x="243840" y="867410"/>
                </a:lnTo>
                <a:lnTo>
                  <a:pt x="229870" y="869950"/>
                </a:lnTo>
                <a:lnTo>
                  <a:pt x="343015" y="869950"/>
                </a:lnTo>
                <a:lnTo>
                  <a:pt x="372110" y="838200"/>
                </a:lnTo>
                <a:lnTo>
                  <a:pt x="393700" y="793750"/>
                </a:lnTo>
                <a:lnTo>
                  <a:pt x="398779" y="781050"/>
                </a:lnTo>
                <a:lnTo>
                  <a:pt x="406400" y="742950"/>
                </a:lnTo>
                <a:lnTo>
                  <a:pt x="407670" y="730250"/>
                </a:lnTo>
                <a:lnTo>
                  <a:pt x="407670" y="717550"/>
                </a:lnTo>
                <a:close/>
              </a:path>
              <a:path w="407670" h="915669">
                <a:moveTo>
                  <a:pt x="406400" y="39370"/>
                </a:moveTo>
                <a:lnTo>
                  <a:pt x="194310" y="39370"/>
                </a:lnTo>
                <a:lnTo>
                  <a:pt x="196850" y="41910"/>
                </a:lnTo>
                <a:lnTo>
                  <a:pt x="203200" y="41910"/>
                </a:lnTo>
                <a:lnTo>
                  <a:pt x="205740" y="44450"/>
                </a:lnTo>
                <a:lnTo>
                  <a:pt x="208279" y="45720"/>
                </a:lnTo>
                <a:lnTo>
                  <a:pt x="213360" y="50800"/>
                </a:lnTo>
                <a:lnTo>
                  <a:pt x="215900" y="50800"/>
                </a:lnTo>
                <a:lnTo>
                  <a:pt x="218440" y="54610"/>
                </a:lnTo>
                <a:lnTo>
                  <a:pt x="219710" y="57150"/>
                </a:lnTo>
                <a:lnTo>
                  <a:pt x="222250" y="60960"/>
                </a:lnTo>
                <a:lnTo>
                  <a:pt x="224790" y="63500"/>
                </a:lnTo>
                <a:lnTo>
                  <a:pt x="226060" y="67310"/>
                </a:lnTo>
                <a:lnTo>
                  <a:pt x="228600" y="71120"/>
                </a:lnTo>
                <a:lnTo>
                  <a:pt x="229870" y="76200"/>
                </a:lnTo>
                <a:lnTo>
                  <a:pt x="234950" y="88900"/>
                </a:lnTo>
                <a:lnTo>
                  <a:pt x="237490" y="96520"/>
                </a:lnTo>
                <a:lnTo>
                  <a:pt x="240029" y="114300"/>
                </a:lnTo>
                <a:lnTo>
                  <a:pt x="243840" y="133350"/>
                </a:lnTo>
                <a:lnTo>
                  <a:pt x="245110" y="152400"/>
                </a:lnTo>
                <a:lnTo>
                  <a:pt x="247523" y="200660"/>
                </a:lnTo>
                <a:lnTo>
                  <a:pt x="247650" y="276860"/>
                </a:lnTo>
                <a:lnTo>
                  <a:pt x="245110" y="298450"/>
                </a:lnTo>
                <a:lnTo>
                  <a:pt x="243840" y="317500"/>
                </a:lnTo>
                <a:lnTo>
                  <a:pt x="241300" y="334010"/>
                </a:lnTo>
                <a:lnTo>
                  <a:pt x="237490" y="346710"/>
                </a:lnTo>
                <a:lnTo>
                  <a:pt x="234950" y="359410"/>
                </a:lnTo>
                <a:lnTo>
                  <a:pt x="229870" y="369570"/>
                </a:lnTo>
                <a:lnTo>
                  <a:pt x="226060" y="378460"/>
                </a:lnTo>
                <a:lnTo>
                  <a:pt x="223520" y="382270"/>
                </a:lnTo>
                <a:lnTo>
                  <a:pt x="220979" y="384810"/>
                </a:lnTo>
                <a:lnTo>
                  <a:pt x="218440" y="388620"/>
                </a:lnTo>
                <a:lnTo>
                  <a:pt x="207010" y="400050"/>
                </a:lnTo>
                <a:lnTo>
                  <a:pt x="201929" y="401320"/>
                </a:lnTo>
                <a:lnTo>
                  <a:pt x="198120" y="403860"/>
                </a:lnTo>
                <a:lnTo>
                  <a:pt x="195579" y="403860"/>
                </a:lnTo>
                <a:lnTo>
                  <a:pt x="191770" y="406400"/>
                </a:lnTo>
                <a:lnTo>
                  <a:pt x="287231" y="406400"/>
                </a:lnTo>
                <a:lnTo>
                  <a:pt x="294640" y="400050"/>
                </a:lnTo>
                <a:lnTo>
                  <a:pt x="304800" y="393700"/>
                </a:lnTo>
                <a:lnTo>
                  <a:pt x="312420" y="382270"/>
                </a:lnTo>
                <a:lnTo>
                  <a:pt x="321310" y="374650"/>
                </a:lnTo>
                <a:lnTo>
                  <a:pt x="328929" y="363220"/>
                </a:lnTo>
                <a:lnTo>
                  <a:pt x="358140" y="302260"/>
                </a:lnTo>
                <a:lnTo>
                  <a:pt x="365760" y="257810"/>
                </a:lnTo>
                <a:lnTo>
                  <a:pt x="367029" y="242570"/>
                </a:lnTo>
                <a:lnTo>
                  <a:pt x="367029" y="217170"/>
                </a:lnTo>
                <a:lnTo>
                  <a:pt x="365760" y="209550"/>
                </a:lnTo>
                <a:lnTo>
                  <a:pt x="365760" y="200660"/>
                </a:lnTo>
                <a:lnTo>
                  <a:pt x="364490" y="190500"/>
                </a:lnTo>
                <a:lnTo>
                  <a:pt x="363220" y="181610"/>
                </a:lnTo>
                <a:lnTo>
                  <a:pt x="355600" y="153670"/>
                </a:lnTo>
                <a:lnTo>
                  <a:pt x="353060" y="147320"/>
                </a:lnTo>
                <a:lnTo>
                  <a:pt x="351790" y="139700"/>
                </a:lnTo>
                <a:lnTo>
                  <a:pt x="340360" y="120650"/>
                </a:lnTo>
                <a:lnTo>
                  <a:pt x="336550" y="111760"/>
                </a:lnTo>
                <a:lnTo>
                  <a:pt x="326390" y="96520"/>
                </a:lnTo>
                <a:lnTo>
                  <a:pt x="406400" y="96520"/>
                </a:lnTo>
                <a:lnTo>
                  <a:pt x="406400" y="39370"/>
                </a:lnTo>
                <a:close/>
              </a:path>
            </a:pathLst>
          </a:custGeom>
          <a:solidFill>
            <a:srgbClr val="B1B1B1">
              <a:alpha val="79998"/>
            </a:srgbClr>
          </a:solidFill>
        </p:spPr>
        <p:txBody>
          <a:bodyPr wrap="square" lIns="0" tIns="0" rIns="0" bIns="0" rtlCol="0"/>
          <a:lstStyle/>
          <a:p/>
        </p:txBody>
      </p:sp>
      <p:sp>
        <p:nvSpPr>
          <p:cNvPr id="210" name="object 210"/>
          <p:cNvSpPr/>
          <p:nvPr/>
        </p:nvSpPr>
        <p:spPr>
          <a:xfrm>
            <a:off x="1295400" y="782319"/>
            <a:ext cx="551180" cy="885190"/>
          </a:xfrm>
          <a:custGeom>
            <a:avLst/>
            <a:gdLst/>
            <a:ahLst/>
            <a:cxnLst/>
            <a:rect l="l" t="t" r="r" b="b"/>
            <a:pathLst>
              <a:path w="551180" h="885189">
                <a:moveTo>
                  <a:pt x="506730" y="0"/>
                </a:moveTo>
                <a:lnTo>
                  <a:pt x="0" y="0"/>
                </a:lnTo>
                <a:lnTo>
                  <a:pt x="0" y="24129"/>
                </a:lnTo>
                <a:lnTo>
                  <a:pt x="19050" y="24129"/>
                </a:lnTo>
                <a:lnTo>
                  <a:pt x="26669" y="25400"/>
                </a:lnTo>
                <a:lnTo>
                  <a:pt x="34290" y="25400"/>
                </a:lnTo>
                <a:lnTo>
                  <a:pt x="40640" y="26669"/>
                </a:lnTo>
                <a:lnTo>
                  <a:pt x="45719" y="29209"/>
                </a:lnTo>
                <a:lnTo>
                  <a:pt x="52069" y="31750"/>
                </a:lnTo>
                <a:lnTo>
                  <a:pt x="57150" y="34289"/>
                </a:lnTo>
                <a:lnTo>
                  <a:pt x="72390" y="49529"/>
                </a:lnTo>
                <a:lnTo>
                  <a:pt x="74930" y="53339"/>
                </a:lnTo>
                <a:lnTo>
                  <a:pt x="76200" y="58419"/>
                </a:lnTo>
                <a:lnTo>
                  <a:pt x="78740" y="62229"/>
                </a:lnTo>
                <a:lnTo>
                  <a:pt x="82550" y="77469"/>
                </a:lnTo>
                <a:lnTo>
                  <a:pt x="82550" y="82550"/>
                </a:lnTo>
                <a:lnTo>
                  <a:pt x="83819" y="87629"/>
                </a:lnTo>
                <a:lnTo>
                  <a:pt x="85090" y="102869"/>
                </a:lnTo>
                <a:lnTo>
                  <a:pt x="85090" y="763269"/>
                </a:lnTo>
                <a:lnTo>
                  <a:pt x="83819" y="787400"/>
                </a:lnTo>
                <a:lnTo>
                  <a:pt x="82550" y="796289"/>
                </a:lnTo>
                <a:lnTo>
                  <a:pt x="82550" y="805179"/>
                </a:lnTo>
                <a:lnTo>
                  <a:pt x="81280" y="811529"/>
                </a:lnTo>
                <a:lnTo>
                  <a:pt x="81280" y="814069"/>
                </a:lnTo>
                <a:lnTo>
                  <a:pt x="80009" y="815339"/>
                </a:lnTo>
                <a:lnTo>
                  <a:pt x="78740" y="820419"/>
                </a:lnTo>
                <a:lnTo>
                  <a:pt x="76200" y="825500"/>
                </a:lnTo>
                <a:lnTo>
                  <a:pt x="74930" y="830579"/>
                </a:lnTo>
                <a:lnTo>
                  <a:pt x="67309" y="842009"/>
                </a:lnTo>
                <a:lnTo>
                  <a:pt x="62230" y="847089"/>
                </a:lnTo>
                <a:lnTo>
                  <a:pt x="58419" y="849629"/>
                </a:lnTo>
                <a:lnTo>
                  <a:pt x="53340" y="853439"/>
                </a:lnTo>
                <a:lnTo>
                  <a:pt x="48259" y="854709"/>
                </a:lnTo>
                <a:lnTo>
                  <a:pt x="43180" y="857250"/>
                </a:lnTo>
                <a:lnTo>
                  <a:pt x="38100" y="858519"/>
                </a:lnTo>
                <a:lnTo>
                  <a:pt x="31750" y="859789"/>
                </a:lnTo>
                <a:lnTo>
                  <a:pt x="26669" y="861059"/>
                </a:lnTo>
                <a:lnTo>
                  <a:pt x="0" y="861059"/>
                </a:lnTo>
                <a:lnTo>
                  <a:pt x="0" y="885189"/>
                </a:lnTo>
                <a:lnTo>
                  <a:pt x="523239" y="885189"/>
                </a:lnTo>
                <a:lnTo>
                  <a:pt x="551180" y="603250"/>
                </a:lnTo>
                <a:lnTo>
                  <a:pt x="534669" y="603250"/>
                </a:lnTo>
                <a:lnTo>
                  <a:pt x="528319" y="632459"/>
                </a:lnTo>
                <a:lnTo>
                  <a:pt x="521969" y="659129"/>
                </a:lnTo>
                <a:lnTo>
                  <a:pt x="505460" y="706119"/>
                </a:lnTo>
                <a:lnTo>
                  <a:pt x="485139" y="746759"/>
                </a:lnTo>
                <a:lnTo>
                  <a:pt x="461010" y="778509"/>
                </a:lnTo>
                <a:lnTo>
                  <a:pt x="454660" y="784859"/>
                </a:lnTo>
                <a:lnTo>
                  <a:pt x="448310" y="792479"/>
                </a:lnTo>
                <a:lnTo>
                  <a:pt x="401319" y="821689"/>
                </a:lnTo>
                <a:lnTo>
                  <a:pt x="364489" y="831850"/>
                </a:lnTo>
                <a:lnTo>
                  <a:pt x="325119" y="835659"/>
                </a:lnTo>
                <a:lnTo>
                  <a:pt x="276859" y="835659"/>
                </a:lnTo>
                <a:lnTo>
                  <a:pt x="270509" y="834389"/>
                </a:lnTo>
                <a:lnTo>
                  <a:pt x="266700" y="833119"/>
                </a:lnTo>
                <a:lnTo>
                  <a:pt x="261619" y="831850"/>
                </a:lnTo>
                <a:lnTo>
                  <a:pt x="257809" y="829309"/>
                </a:lnTo>
                <a:lnTo>
                  <a:pt x="254000" y="828039"/>
                </a:lnTo>
                <a:lnTo>
                  <a:pt x="251459" y="825500"/>
                </a:lnTo>
                <a:lnTo>
                  <a:pt x="247650" y="822959"/>
                </a:lnTo>
                <a:lnTo>
                  <a:pt x="245109" y="819150"/>
                </a:lnTo>
                <a:lnTo>
                  <a:pt x="243840" y="816609"/>
                </a:lnTo>
                <a:lnTo>
                  <a:pt x="241300" y="814069"/>
                </a:lnTo>
                <a:lnTo>
                  <a:pt x="238759" y="810259"/>
                </a:lnTo>
                <a:lnTo>
                  <a:pt x="234950" y="798829"/>
                </a:lnTo>
                <a:lnTo>
                  <a:pt x="234950" y="796289"/>
                </a:lnTo>
                <a:lnTo>
                  <a:pt x="233680" y="793750"/>
                </a:lnTo>
                <a:lnTo>
                  <a:pt x="233680" y="787400"/>
                </a:lnTo>
                <a:lnTo>
                  <a:pt x="232409" y="778509"/>
                </a:lnTo>
                <a:lnTo>
                  <a:pt x="232409" y="768350"/>
                </a:lnTo>
                <a:lnTo>
                  <a:pt x="231140" y="742950"/>
                </a:lnTo>
                <a:lnTo>
                  <a:pt x="231140" y="461009"/>
                </a:lnTo>
                <a:lnTo>
                  <a:pt x="251459" y="461009"/>
                </a:lnTo>
                <a:lnTo>
                  <a:pt x="260350" y="463550"/>
                </a:lnTo>
                <a:lnTo>
                  <a:pt x="269240" y="464819"/>
                </a:lnTo>
                <a:lnTo>
                  <a:pt x="284480" y="469900"/>
                </a:lnTo>
                <a:lnTo>
                  <a:pt x="290830" y="472439"/>
                </a:lnTo>
                <a:lnTo>
                  <a:pt x="297180" y="477519"/>
                </a:lnTo>
                <a:lnTo>
                  <a:pt x="299719" y="478789"/>
                </a:lnTo>
                <a:lnTo>
                  <a:pt x="302259" y="481329"/>
                </a:lnTo>
                <a:lnTo>
                  <a:pt x="308609" y="486409"/>
                </a:lnTo>
                <a:lnTo>
                  <a:pt x="318769" y="501650"/>
                </a:lnTo>
                <a:lnTo>
                  <a:pt x="323850" y="510539"/>
                </a:lnTo>
                <a:lnTo>
                  <a:pt x="332739" y="530859"/>
                </a:lnTo>
                <a:lnTo>
                  <a:pt x="336550" y="542289"/>
                </a:lnTo>
                <a:lnTo>
                  <a:pt x="341630" y="554989"/>
                </a:lnTo>
                <a:lnTo>
                  <a:pt x="344169" y="567689"/>
                </a:lnTo>
                <a:lnTo>
                  <a:pt x="347980" y="581659"/>
                </a:lnTo>
                <a:lnTo>
                  <a:pt x="351789" y="596900"/>
                </a:lnTo>
                <a:lnTo>
                  <a:pt x="354330" y="612139"/>
                </a:lnTo>
                <a:lnTo>
                  <a:pt x="356869" y="629919"/>
                </a:lnTo>
                <a:lnTo>
                  <a:pt x="359410" y="665479"/>
                </a:lnTo>
                <a:lnTo>
                  <a:pt x="377189" y="665479"/>
                </a:lnTo>
                <a:lnTo>
                  <a:pt x="377189" y="203200"/>
                </a:lnTo>
                <a:lnTo>
                  <a:pt x="359410" y="203200"/>
                </a:lnTo>
                <a:lnTo>
                  <a:pt x="358139" y="227329"/>
                </a:lnTo>
                <a:lnTo>
                  <a:pt x="354330" y="251459"/>
                </a:lnTo>
                <a:lnTo>
                  <a:pt x="347980" y="293369"/>
                </a:lnTo>
                <a:lnTo>
                  <a:pt x="332739" y="345439"/>
                </a:lnTo>
                <a:lnTo>
                  <a:pt x="322580" y="365759"/>
                </a:lnTo>
                <a:lnTo>
                  <a:pt x="320040" y="370839"/>
                </a:lnTo>
                <a:lnTo>
                  <a:pt x="316230" y="375919"/>
                </a:lnTo>
                <a:lnTo>
                  <a:pt x="311150" y="381000"/>
                </a:lnTo>
                <a:lnTo>
                  <a:pt x="307340" y="386079"/>
                </a:lnTo>
                <a:lnTo>
                  <a:pt x="302259" y="391159"/>
                </a:lnTo>
                <a:lnTo>
                  <a:pt x="297180" y="394969"/>
                </a:lnTo>
                <a:lnTo>
                  <a:pt x="292100" y="397509"/>
                </a:lnTo>
                <a:lnTo>
                  <a:pt x="287019" y="401319"/>
                </a:lnTo>
                <a:lnTo>
                  <a:pt x="243840" y="411479"/>
                </a:lnTo>
                <a:lnTo>
                  <a:pt x="231140" y="411479"/>
                </a:lnTo>
                <a:lnTo>
                  <a:pt x="231140" y="52069"/>
                </a:lnTo>
                <a:lnTo>
                  <a:pt x="325119" y="52069"/>
                </a:lnTo>
                <a:lnTo>
                  <a:pt x="372110" y="58419"/>
                </a:lnTo>
                <a:lnTo>
                  <a:pt x="407669" y="73659"/>
                </a:lnTo>
                <a:lnTo>
                  <a:pt x="416560" y="81279"/>
                </a:lnTo>
                <a:lnTo>
                  <a:pt x="425450" y="87629"/>
                </a:lnTo>
                <a:lnTo>
                  <a:pt x="433069" y="96519"/>
                </a:lnTo>
                <a:lnTo>
                  <a:pt x="440689" y="104139"/>
                </a:lnTo>
                <a:lnTo>
                  <a:pt x="453389" y="124459"/>
                </a:lnTo>
                <a:lnTo>
                  <a:pt x="455930" y="129539"/>
                </a:lnTo>
                <a:lnTo>
                  <a:pt x="459739" y="135889"/>
                </a:lnTo>
                <a:lnTo>
                  <a:pt x="464819" y="148589"/>
                </a:lnTo>
                <a:lnTo>
                  <a:pt x="474980" y="179069"/>
                </a:lnTo>
                <a:lnTo>
                  <a:pt x="482600" y="217169"/>
                </a:lnTo>
                <a:lnTo>
                  <a:pt x="490219" y="261619"/>
                </a:lnTo>
                <a:lnTo>
                  <a:pt x="506730" y="261619"/>
                </a:lnTo>
                <a:lnTo>
                  <a:pt x="506730" y="0"/>
                </a:lnTo>
                <a:close/>
              </a:path>
            </a:pathLst>
          </a:custGeom>
          <a:solidFill>
            <a:srgbClr val="333398"/>
          </a:solidFill>
        </p:spPr>
        <p:txBody>
          <a:bodyPr wrap="square" lIns="0" tIns="0" rIns="0" bIns="0" rtlCol="0"/>
          <a:lstStyle/>
          <a:p/>
        </p:txBody>
      </p:sp>
      <p:sp>
        <p:nvSpPr>
          <p:cNvPr id="211" name="object 211"/>
          <p:cNvSpPr/>
          <p:nvPr/>
        </p:nvSpPr>
        <p:spPr>
          <a:xfrm>
            <a:off x="1916430" y="761999"/>
            <a:ext cx="966469" cy="923290"/>
          </a:xfrm>
          <a:custGeom>
            <a:avLst/>
            <a:gdLst/>
            <a:ahLst/>
            <a:cxnLst/>
            <a:rect l="l" t="t" r="r" b="b"/>
            <a:pathLst>
              <a:path w="966469" h="923289">
                <a:moveTo>
                  <a:pt x="344170" y="87630"/>
                </a:moveTo>
                <a:lnTo>
                  <a:pt x="342900" y="83820"/>
                </a:lnTo>
                <a:lnTo>
                  <a:pt x="341630" y="78740"/>
                </a:lnTo>
                <a:lnTo>
                  <a:pt x="341630" y="74930"/>
                </a:lnTo>
                <a:lnTo>
                  <a:pt x="340360" y="71120"/>
                </a:lnTo>
                <a:lnTo>
                  <a:pt x="339090" y="66040"/>
                </a:lnTo>
                <a:lnTo>
                  <a:pt x="336550" y="62230"/>
                </a:lnTo>
                <a:lnTo>
                  <a:pt x="334010" y="54610"/>
                </a:lnTo>
                <a:lnTo>
                  <a:pt x="309880" y="24130"/>
                </a:lnTo>
                <a:lnTo>
                  <a:pt x="306070" y="20320"/>
                </a:lnTo>
                <a:lnTo>
                  <a:pt x="302260" y="17780"/>
                </a:lnTo>
                <a:lnTo>
                  <a:pt x="293370" y="11430"/>
                </a:lnTo>
                <a:lnTo>
                  <a:pt x="273050" y="3810"/>
                </a:lnTo>
                <a:lnTo>
                  <a:pt x="261620" y="2540"/>
                </a:lnTo>
                <a:lnTo>
                  <a:pt x="236220" y="0"/>
                </a:lnTo>
                <a:lnTo>
                  <a:pt x="215900" y="1270"/>
                </a:lnTo>
                <a:lnTo>
                  <a:pt x="163830" y="16510"/>
                </a:lnTo>
                <a:lnTo>
                  <a:pt x="120650" y="48260"/>
                </a:lnTo>
                <a:lnTo>
                  <a:pt x="96520" y="78740"/>
                </a:lnTo>
                <a:lnTo>
                  <a:pt x="87630" y="96520"/>
                </a:lnTo>
                <a:lnTo>
                  <a:pt x="82550" y="105410"/>
                </a:lnTo>
                <a:lnTo>
                  <a:pt x="80010" y="114300"/>
                </a:lnTo>
                <a:lnTo>
                  <a:pt x="76200" y="124460"/>
                </a:lnTo>
                <a:lnTo>
                  <a:pt x="72390" y="133350"/>
                </a:lnTo>
                <a:lnTo>
                  <a:pt x="64770" y="163830"/>
                </a:lnTo>
                <a:lnTo>
                  <a:pt x="63500" y="175260"/>
                </a:lnTo>
                <a:lnTo>
                  <a:pt x="62230" y="185420"/>
                </a:lnTo>
                <a:lnTo>
                  <a:pt x="62230" y="196850"/>
                </a:lnTo>
                <a:lnTo>
                  <a:pt x="60960" y="219710"/>
                </a:lnTo>
                <a:lnTo>
                  <a:pt x="60960" y="295910"/>
                </a:lnTo>
                <a:lnTo>
                  <a:pt x="0" y="295910"/>
                </a:lnTo>
                <a:lnTo>
                  <a:pt x="0" y="359410"/>
                </a:lnTo>
                <a:lnTo>
                  <a:pt x="60960" y="359410"/>
                </a:lnTo>
                <a:lnTo>
                  <a:pt x="60960" y="824230"/>
                </a:lnTo>
                <a:lnTo>
                  <a:pt x="58420" y="839470"/>
                </a:lnTo>
                <a:lnTo>
                  <a:pt x="58420" y="844550"/>
                </a:lnTo>
                <a:lnTo>
                  <a:pt x="57150" y="847090"/>
                </a:lnTo>
                <a:lnTo>
                  <a:pt x="57150" y="848360"/>
                </a:lnTo>
                <a:lnTo>
                  <a:pt x="54610" y="855980"/>
                </a:lnTo>
                <a:lnTo>
                  <a:pt x="52070" y="859790"/>
                </a:lnTo>
                <a:lnTo>
                  <a:pt x="50800" y="862330"/>
                </a:lnTo>
                <a:lnTo>
                  <a:pt x="38100" y="875030"/>
                </a:lnTo>
                <a:lnTo>
                  <a:pt x="34290" y="877570"/>
                </a:lnTo>
                <a:lnTo>
                  <a:pt x="24130" y="880110"/>
                </a:lnTo>
                <a:lnTo>
                  <a:pt x="19050" y="880110"/>
                </a:lnTo>
                <a:lnTo>
                  <a:pt x="13970" y="881380"/>
                </a:lnTo>
                <a:lnTo>
                  <a:pt x="7620" y="882650"/>
                </a:lnTo>
                <a:lnTo>
                  <a:pt x="0" y="882650"/>
                </a:lnTo>
                <a:lnTo>
                  <a:pt x="0" y="905510"/>
                </a:lnTo>
                <a:lnTo>
                  <a:pt x="246380" y="905510"/>
                </a:lnTo>
                <a:lnTo>
                  <a:pt x="246380" y="882650"/>
                </a:lnTo>
                <a:lnTo>
                  <a:pt x="237490" y="882650"/>
                </a:lnTo>
                <a:lnTo>
                  <a:pt x="228600" y="881380"/>
                </a:lnTo>
                <a:lnTo>
                  <a:pt x="220980" y="880110"/>
                </a:lnTo>
                <a:lnTo>
                  <a:pt x="214630" y="877570"/>
                </a:lnTo>
                <a:lnTo>
                  <a:pt x="210820" y="875030"/>
                </a:lnTo>
                <a:lnTo>
                  <a:pt x="208280" y="873760"/>
                </a:lnTo>
                <a:lnTo>
                  <a:pt x="205740" y="871220"/>
                </a:lnTo>
                <a:lnTo>
                  <a:pt x="201930" y="869950"/>
                </a:lnTo>
                <a:lnTo>
                  <a:pt x="200660" y="867410"/>
                </a:lnTo>
                <a:lnTo>
                  <a:pt x="195580" y="862330"/>
                </a:lnTo>
                <a:lnTo>
                  <a:pt x="194310" y="858520"/>
                </a:lnTo>
                <a:lnTo>
                  <a:pt x="193040" y="857250"/>
                </a:lnTo>
                <a:lnTo>
                  <a:pt x="191770" y="854710"/>
                </a:lnTo>
                <a:lnTo>
                  <a:pt x="190500" y="850900"/>
                </a:lnTo>
                <a:lnTo>
                  <a:pt x="190500" y="848360"/>
                </a:lnTo>
                <a:lnTo>
                  <a:pt x="189230" y="844550"/>
                </a:lnTo>
                <a:lnTo>
                  <a:pt x="189230" y="840740"/>
                </a:lnTo>
                <a:lnTo>
                  <a:pt x="187960" y="831850"/>
                </a:lnTo>
                <a:lnTo>
                  <a:pt x="186690" y="821690"/>
                </a:lnTo>
                <a:lnTo>
                  <a:pt x="185420" y="810260"/>
                </a:lnTo>
                <a:lnTo>
                  <a:pt x="185420" y="359410"/>
                </a:lnTo>
                <a:lnTo>
                  <a:pt x="246380" y="359410"/>
                </a:lnTo>
                <a:lnTo>
                  <a:pt x="246380" y="295910"/>
                </a:lnTo>
                <a:lnTo>
                  <a:pt x="185420" y="295910"/>
                </a:lnTo>
                <a:lnTo>
                  <a:pt x="185420" y="217170"/>
                </a:lnTo>
                <a:lnTo>
                  <a:pt x="184200" y="107950"/>
                </a:lnTo>
                <a:lnTo>
                  <a:pt x="184150" y="95250"/>
                </a:lnTo>
                <a:lnTo>
                  <a:pt x="185420" y="87630"/>
                </a:lnTo>
                <a:lnTo>
                  <a:pt x="185420" y="80010"/>
                </a:lnTo>
                <a:lnTo>
                  <a:pt x="186690" y="73660"/>
                </a:lnTo>
                <a:lnTo>
                  <a:pt x="187960" y="68580"/>
                </a:lnTo>
                <a:lnTo>
                  <a:pt x="187960" y="64770"/>
                </a:lnTo>
                <a:lnTo>
                  <a:pt x="190500" y="59690"/>
                </a:lnTo>
                <a:lnTo>
                  <a:pt x="190500" y="57150"/>
                </a:lnTo>
                <a:lnTo>
                  <a:pt x="191770" y="55880"/>
                </a:lnTo>
                <a:lnTo>
                  <a:pt x="193040" y="53340"/>
                </a:lnTo>
                <a:lnTo>
                  <a:pt x="195580" y="49530"/>
                </a:lnTo>
                <a:lnTo>
                  <a:pt x="205740" y="39370"/>
                </a:lnTo>
                <a:lnTo>
                  <a:pt x="207010" y="39370"/>
                </a:lnTo>
                <a:lnTo>
                  <a:pt x="208280" y="38100"/>
                </a:lnTo>
                <a:lnTo>
                  <a:pt x="219710" y="38100"/>
                </a:lnTo>
                <a:lnTo>
                  <a:pt x="222250" y="39370"/>
                </a:lnTo>
                <a:lnTo>
                  <a:pt x="223520" y="40640"/>
                </a:lnTo>
                <a:lnTo>
                  <a:pt x="224790" y="40640"/>
                </a:lnTo>
                <a:lnTo>
                  <a:pt x="226060" y="41910"/>
                </a:lnTo>
                <a:lnTo>
                  <a:pt x="228600" y="43180"/>
                </a:lnTo>
                <a:lnTo>
                  <a:pt x="232410" y="46990"/>
                </a:lnTo>
                <a:lnTo>
                  <a:pt x="232410" y="48260"/>
                </a:lnTo>
                <a:lnTo>
                  <a:pt x="233680" y="49530"/>
                </a:lnTo>
                <a:lnTo>
                  <a:pt x="234950" y="52070"/>
                </a:lnTo>
                <a:lnTo>
                  <a:pt x="236220" y="53340"/>
                </a:lnTo>
                <a:lnTo>
                  <a:pt x="236220" y="58420"/>
                </a:lnTo>
                <a:lnTo>
                  <a:pt x="237490" y="59690"/>
                </a:lnTo>
                <a:lnTo>
                  <a:pt x="237490" y="77470"/>
                </a:lnTo>
                <a:lnTo>
                  <a:pt x="236220" y="83820"/>
                </a:lnTo>
                <a:lnTo>
                  <a:pt x="236220" y="88900"/>
                </a:lnTo>
                <a:lnTo>
                  <a:pt x="233680" y="104140"/>
                </a:lnTo>
                <a:lnTo>
                  <a:pt x="233680" y="123190"/>
                </a:lnTo>
                <a:lnTo>
                  <a:pt x="234950" y="125730"/>
                </a:lnTo>
                <a:lnTo>
                  <a:pt x="234950" y="128270"/>
                </a:lnTo>
                <a:lnTo>
                  <a:pt x="236220" y="130810"/>
                </a:lnTo>
                <a:lnTo>
                  <a:pt x="236220" y="133350"/>
                </a:lnTo>
                <a:lnTo>
                  <a:pt x="238760" y="138430"/>
                </a:lnTo>
                <a:lnTo>
                  <a:pt x="241300" y="142240"/>
                </a:lnTo>
                <a:lnTo>
                  <a:pt x="246380" y="152400"/>
                </a:lnTo>
                <a:lnTo>
                  <a:pt x="250190" y="156210"/>
                </a:lnTo>
                <a:lnTo>
                  <a:pt x="252730" y="157480"/>
                </a:lnTo>
                <a:lnTo>
                  <a:pt x="254000" y="160020"/>
                </a:lnTo>
                <a:lnTo>
                  <a:pt x="257810" y="162560"/>
                </a:lnTo>
                <a:lnTo>
                  <a:pt x="262890" y="165100"/>
                </a:lnTo>
                <a:lnTo>
                  <a:pt x="266700" y="167640"/>
                </a:lnTo>
                <a:lnTo>
                  <a:pt x="273050" y="168910"/>
                </a:lnTo>
                <a:lnTo>
                  <a:pt x="278130" y="168910"/>
                </a:lnTo>
                <a:lnTo>
                  <a:pt x="283210" y="170180"/>
                </a:lnTo>
                <a:lnTo>
                  <a:pt x="290830" y="168910"/>
                </a:lnTo>
                <a:lnTo>
                  <a:pt x="295910" y="167640"/>
                </a:lnTo>
                <a:lnTo>
                  <a:pt x="302260" y="166370"/>
                </a:lnTo>
                <a:lnTo>
                  <a:pt x="308610" y="163830"/>
                </a:lnTo>
                <a:lnTo>
                  <a:pt x="316230" y="160020"/>
                </a:lnTo>
                <a:lnTo>
                  <a:pt x="317500" y="157480"/>
                </a:lnTo>
                <a:lnTo>
                  <a:pt x="327660" y="147320"/>
                </a:lnTo>
                <a:lnTo>
                  <a:pt x="335280" y="137160"/>
                </a:lnTo>
                <a:lnTo>
                  <a:pt x="336550" y="133350"/>
                </a:lnTo>
                <a:lnTo>
                  <a:pt x="336550" y="130810"/>
                </a:lnTo>
                <a:lnTo>
                  <a:pt x="339090" y="127000"/>
                </a:lnTo>
                <a:lnTo>
                  <a:pt x="339090" y="124460"/>
                </a:lnTo>
                <a:lnTo>
                  <a:pt x="340360" y="120650"/>
                </a:lnTo>
                <a:lnTo>
                  <a:pt x="341630" y="118110"/>
                </a:lnTo>
                <a:lnTo>
                  <a:pt x="341630" y="114300"/>
                </a:lnTo>
                <a:lnTo>
                  <a:pt x="342900" y="110490"/>
                </a:lnTo>
                <a:lnTo>
                  <a:pt x="342900" y="107950"/>
                </a:lnTo>
                <a:lnTo>
                  <a:pt x="344170" y="104140"/>
                </a:lnTo>
                <a:lnTo>
                  <a:pt x="344170" y="87630"/>
                </a:lnTo>
                <a:close/>
              </a:path>
              <a:path w="966469" h="923289">
                <a:moveTo>
                  <a:pt x="648970" y="87630"/>
                </a:moveTo>
                <a:lnTo>
                  <a:pt x="647700" y="83820"/>
                </a:lnTo>
                <a:lnTo>
                  <a:pt x="647700" y="78740"/>
                </a:lnTo>
                <a:lnTo>
                  <a:pt x="645160" y="71120"/>
                </a:lnTo>
                <a:lnTo>
                  <a:pt x="643890" y="66040"/>
                </a:lnTo>
                <a:lnTo>
                  <a:pt x="642620" y="62230"/>
                </a:lnTo>
                <a:lnTo>
                  <a:pt x="640080" y="58420"/>
                </a:lnTo>
                <a:lnTo>
                  <a:pt x="638810" y="54610"/>
                </a:lnTo>
                <a:lnTo>
                  <a:pt x="615950" y="24130"/>
                </a:lnTo>
                <a:lnTo>
                  <a:pt x="607060" y="17780"/>
                </a:lnTo>
                <a:lnTo>
                  <a:pt x="598170" y="11430"/>
                </a:lnTo>
                <a:lnTo>
                  <a:pt x="589280" y="7620"/>
                </a:lnTo>
                <a:lnTo>
                  <a:pt x="577850" y="3810"/>
                </a:lnTo>
                <a:lnTo>
                  <a:pt x="566420" y="2540"/>
                </a:lnTo>
                <a:lnTo>
                  <a:pt x="541020" y="0"/>
                </a:lnTo>
                <a:lnTo>
                  <a:pt x="520700" y="1270"/>
                </a:lnTo>
                <a:lnTo>
                  <a:pt x="468630" y="16510"/>
                </a:lnTo>
                <a:lnTo>
                  <a:pt x="425450" y="48260"/>
                </a:lnTo>
                <a:lnTo>
                  <a:pt x="402590" y="78740"/>
                </a:lnTo>
                <a:lnTo>
                  <a:pt x="384810" y="114300"/>
                </a:lnTo>
                <a:lnTo>
                  <a:pt x="378460" y="133350"/>
                </a:lnTo>
                <a:lnTo>
                  <a:pt x="374650" y="143510"/>
                </a:lnTo>
                <a:lnTo>
                  <a:pt x="372110" y="153670"/>
                </a:lnTo>
                <a:lnTo>
                  <a:pt x="370840" y="163830"/>
                </a:lnTo>
                <a:lnTo>
                  <a:pt x="368300" y="175260"/>
                </a:lnTo>
                <a:lnTo>
                  <a:pt x="368300" y="185420"/>
                </a:lnTo>
                <a:lnTo>
                  <a:pt x="367030" y="196850"/>
                </a:lnTo>
                <a:lnTo>
                  <a:pt x="365760" y="219710"/>
                </a:lnTo>
                <a:lnTo>
                  <a:pt x="365760" y="295910"/>
                </a:lnTo>
                <a:lnTo>
                  <a:pt x="306070" y="295910"/>
                </a:lnTo>
                <a:lnTo>
                  <a:pt x="306070" y="359410"/>
                </a:lnTo>
                <a:lnTo>
                  <a:pt x="365760" y="359410"/>
                </a:lnTo>
                <a:lnTo>
                  <a:pt x="365760" y="824230"/>
                </a:lnTo>
                <a:lnTo>
                  <a:pt x="363220" y="839470"/>
                </a:lnTo>
                <a:lnTo>
                  <a:pt x="363220" y="847090"/>
                </a:lnTo>
                <a:lnTo>
                  <a:pt x="361950" y="848360"/>
                </a:lnTo>
                <a:lnTo>
                  <a:pt x="359410" y="855980"/>
                </a:lnTo>
                <a:lnTo>
                  <a:pt x="356870" y="859790"/>
                </a:lnTo>
                <a:lnTo>
                  <a:pt x="354330" y="864870"/>
                </a:lnTo>
                <a:lnTo>
                  <a:pt x="351790" y="867410"/>
                </a:lnTo>
                <a:lnTo>
                  <a:pt x="347980" y="869950"/>
                </a:lnTo>
                <a:lnTo>
                  <a:pt x="342900" y="875030"/>
                </a:lnTo>
                <a:lnTo>
                  <a:pt x="339090" y="877570"/>
                </a:lnTo>
                <a:lnTo>
                  <a:pt x="334010" y="878840"/>
                </a:lnTo>
                <a:lnTo>
                  <a:pt x="330200" y="880110"/>
                </a:lnTo>
                <a:lnTo>
                  <a:pt x="323850" y="880110"/>
                </a:lnTo>
                <a:lnTo>
                  <a:pt x="318770" y="881380"/>
                </a:lnTo>
                <a:lnTo>
                  <a:pt x="312420" y="882650"/>
                </a:lnTo>
                <a:lnTo>
                  <a:pt x="306070" y="882650"/>
                </a:lnTo>
                <a:lnTo>
                  <a:pt x="306070" y="905510"/>
                </a:lnTo>
                <a:lnTo>
                  <a:pt x="552450" y="905510"/>
                </a:lnTo>
                <a:lnTo>
                  <a:pt x="552450" y="882650"/>
                </a:lnTo>
                <a:lnTo>
                  <a:pt x="542290" y="882650"/>
                </a:lnTo>
                <a:lnTo>
                  <a:pt x="534670" y="881380"/>
                </a:lnTo>
                <a:lnTo>
                  <a:pt x="525780" y="880110"/>
                </a:lnTo>
                <a:lnTo>
                  <a:pt x="519430" y="877570"/>
                </a:lnTo>
                <a:lnTo>
                  <a:pt x="516890" y="875030"/>
                </a:lnTo>
                <a:lnTo>
                  <a:pt x="513080" y="873760"/>
                </a:lnTo>
                <a:lnTo>
                  <a:pt x="510540" y="871220"/>
                </a:lnTo>
                <a:lnTo>
                  <a:pt x="508000" y="869950"/>
                </a:lnTo>
                <a:lnTo>
                  <a:pt x="500380" y="862330"/>
                </a:lnTo>
                <a:lnTo>
                  <a:pt x="499110" y="858520"/>
                </a:lnTo>
                <a:lnTo>
                  <a:pt x="497840" y="857250"/>
                </a:lnTo>
                <a:lnTo>
                  <a:pt x="496570" y="854710"/>
                </a:lnTo>
                <a:lnTo>
                  <a:pt x="495300" y="850900"/>
                </a:lnTo>
                <a:lnTo>
                  <a:pt x="495300" y="848360"/>
                </a:lnTo>
                <a:lnTo>
                  <a:pt x="494030" y="844550"/>
                </a:lnTo>
                <a:lnTo>
                  <a:pt x="494030" y="840740"/>
                </a:lnTo>
                <a:lnTo>
                  <a:pt x="492760" y="831850"/>
                </a:lnTo>
                <a:lnTo>
                  <a:pt x="491490" y="821690"/>
                </a:lnTo>
                <a:lnTo>
                  <a:pt x="491490" y="810260"/>
                </a:lnTo>
                <a:lnTo>
                  <a:pt x="490220" y="782320"/>
                </a:lnTo>
                <a:lnTo>
                  <a:pt x="490220" y="359410"/>
                </a:lnTo>
                <a:lnTo>
                  <a:pt x="552450" y="359410"/>
                </a:lnTo>
                <a:lnTo>
                  <a:pt x="552450" y="295910"/>
                </a:lnTo>
                <a:lnTo>
                  <a:pt x="490220" y="295910"/>
                </a:lnTo>
                <a:lnTo>
                  <a:pt x="490220" y="217170"/>
                </a:lnTo>
                <a:lnTo>
                  <a:pt x="489077" y="114300"/>
                </a:lnTo>
                <a:lnTo>
                  <a:pt x="488950" y="95250"/>
                </a:lnTo>
                <a:lnTo>
                  <a:pt x="490220" y="87630"/>
                </a:lnTo>
                <a:lnTo>
                  <a:pt x="490220" y="80010"/>
                </a:lnTo>
                <a:lnTo>
                  <a:pt x="491490" y="73660"/>
                </a:lnTo>
                <a:lnTo>
                  <a:pt x="492760" y="68580"/>
                </a:lnTo>
                <a:lnTo>
                  <a:pt x="494030" y="64770"/>
                </a:lnTo>
                <a:lnTo>
                  <a:pt x="494030" y="62230"/>
                </a:lnTo>
                <a:lnTo>
                  <a:pt x="495300" y="59690"/>
                </a:lnTo>
                <a:lnTo>
                  <a:pt x="495300" y="57150"/>
                </a:lnTo>
                <a:lnTo>
                  <a:pt x="496570" y="55880"/>
                </a:lnTo>
                <a:lnTo>
                  <a:pt x="497840" y="53340"/>
                </a:lnTo>
                <a:lnTo>
                  <a:pt x="500380" y="49530"/>
                </a:lnTo>
                <a:lnTo>
                  <a:pt x="510540" y="39370"/>
                </a:lnTo>
                <a:lnTo>
                  <a:pt x="511810" y="39370"/>
                </a:lnTo>
                <a:lnTo>
                  <a:pt x="513080" y="38100"/>
                </a:lnTo>
                <a:lnTo>
                  <a:pt x="524510" y="38100"/>
                </a:lnTo>
                <a:lnTo>
                  <a:pt x="529590" y="40640"/>
                </a:lnTo>
                <a:lnTo>
                  <a:pt x="530860" y="41910"/>
                </a:lnTo>
                <a:lnTo>
                  <a:pt x="533400" y="43180"/>
                </a:lnTo>
                <a:lnTo>
                  <a:pt x="537210" y="46990"/>
                </a:lnTo>
                <a:lnTo>
                  <a:pt x="537210" y="48260"/>
                </a:lnTo>
                <a:lnTo>
                  <a:pt x="538480" y="49530"/>
                </a:lnTo>
                <a:lnTo>
                  <a:pt x="539750" y="49530"/>
                </a:lnTo>
                <a:lnTo>
                  <a:pt x="539750" y="52070"/>
                </a:lnTo>
                <a:lnTo>
                  <a:pt x="541020" y="53340"/>
                </a:lnTo>
                <a:lnTo>
                  <a:pt x="541020" y="57150"/>
                </a:lnTo>
                <a:lnTo>
                  <a:pt x="542290" y="58420"/>
                </a:lnTo>
                <a:lnTo>
                  <a:pt x="542290" y="77470"/>
                </a:lnTo>
                <a:lnTo>
                  <a:pt x="541020" y="83820"/>
                </a:lnTo>
                <a:lnTo>
                  <a:pt x="541020" y="88900"/>
                </a:lnTo>
                <a:lnTo>
                  <a:pt x="538480" y="104140"/>
                </a:lnTo>
                <a:lnTo>
                  <a:pt x="538480" y="123190"/>
                </a:lnTo>
                <a:lnTo>
                  <a:pt x="539750" y="125730"/>
                </a:lnTo>
                <a:lnTo>
                  <a:pt x="539750" y="128270"/>
                </a:lnTo>
                <a:lnTo>
                  <a:pt x="541020" y="130810"/>
                </a:lnTo>
                <a:lnTo>
                  <a:pt x="541020" y="133350"/>
                </a:lnTo>
                <a:lnTo>
                  <a:pt x="543560" y="138430"/>
                </a:lnTo>
                <a:lnTo>
                  <a:pt x="546100" y="142240"/>
                </a:lnTo>
                <a:lnTo>
                  <a:pt x="551180" y="152400"/>
                </a:lnTo>
                <a:lnTo>
                  <a:pt x="553720" y="153670"/>
                </a:lnTo>
                <a:lnTo>
                  <a:pt x="554990" y="156210"/>
                </a:lnTo>
                <a:lnTo>
                  <a:pt x="557530" y="157480"/>
                </a:lnTo>
                <a:lnTo>
                  <a:pt x="558800" y="160020"/>
                </a:lnTo>
                <a:lnTo>
                  <a:pt x="562610" y="162560"/>
                </a:lnTo>
                <a:lnTo>
                  <a:pt x="572770" y="167640"/>
                </a:lnTo>
                <a:lnTo>
                  <a:pt x="577850" y="168910"/>
                </a:lnTo>
                <a:lnTo>
                  <a:pt x="582930" y="168910"/>
                </a:lnTo>
                <a:lnTo>
                  <a:pt x="589280" y="170180"/>
                </a:lnTo>
                <a:lnTo>
                  <a:pt x="628650" y="152400"/>
                </a:lnTo>
                <a:lnTo>
                  <a:pt x="629920" y="149860"/>
                </a:lnTo>
                <a:lnTo>
                  <a:pt x="632460" y="147320"/>
                </a:lnTo>
                <a:lnTo>
                  <a:pt x="640080" y="137160"/>
                </a:lnTo>
                <a:lnTo>
                  <a:pt x="641350" y="133350"/>
                </a:lnTo>
                <a:lnTo>
                  <a:pt x="642620" y="130810"/>
                </a:lnTo>
                <a:lnTo>
                  <a:pt x="643890" y="127000"/>
                </a:lnTo>
                <a:lnTo>
                  <a:pt x="645160" y="124460"/>
                </a:lnTo>
                <a:lnTo>
                  <a:pt x="645160" y="120650"/>
                </a:lnTo>
                <a:lnTo>
                  <a:pt x="646430" y="118110"/>
                </a:lnTo>
                <a:lnTo>
                  <a:pt x="647700" y="114300"/>
                </a:lnTo>
                <a:lnTo>
                  <a:pt x="647700" y="107950"/>
                </a:lnTo>
                <a:lnTo>
                  <a:pt x="648970" y="104140"/>
                </a:lnTo>
                <a:lnTo>
                  <a:pt x="648970" y="87630"/>
                </a:lnTo>
                <a:close/>
              </a:path>
              <a:path w="966469" h="923289">
                <a:moveTo>
                  <a:pt x="966470" y="579120"/>
                </a:moveTo>
                <a:lnTo>
                  <a:pt x="963930" y="542290"/>
                </a:lnTo>
                <a:lnTo>
                  <a:pt x="963358" y="534670"/>
                </a:lnTo>
                <a:lnTo>
                  <a:pt x="961390" y="508000"/>
                </a:lnTo>
                <a:lnTo>
                  <a:pt x="957580" y="476250"/>
                </a:lnTo>
                <a:lnTo>
                  <a:pt x="951230" y="447040"/>
                </a:lnTo>
                <a:lnTo>
                  <a:pt x="944880" y="420370"/>
                </a:lnTo>
                <a:lnTo>
                  <a:pt x="935990" y="396240"/>
                </a:lnTo>
                <a:lnTo>
                  <a:pt x="932180" y="384810"/>
                </a:lnTo>
                <a:lnTo>
                  <a:pt x="904240" y="335280"/>
                </a:lnTo>
                <a:lnTo>
                  <a:pt x="891527" y="320040"/>
                </a:lnTo>
                <a:lnTo>
                  <a:pt x="885190" y="312420"/>
                </a:lnTo>
                <a:lnTo>
                  <a:pt x="878840" y="307340"/>
                </a:lnTo>
                <a:lnTo>
                  <a:pt x="871220" y="300990"/>
                </a:lnTo>
                <a:lnTo>
                  <a:pt x="864870" y="295910"/>
                </a:lnTo>
                <a:lnTo>
                  <a:pt x="858520" y="292100"/>
                </a:lnTo>
                <a:lnTo>
                  <a:pt x="855980" y="290830"/>
                </a:lnTo>
                <a:lnTo>
                  <a:pt x="855980" y="486410"/>
                </a:lnTo>
                <a:lnTo>
                  <a:pt x="855980" y="534670"/>
                </a:lnTo>
                <a:lnTo>
                  <a:pt x="734060" y="534670"/>
                </a:lnTo>
                <a:lnTo>
                  <a:pt x="734060" y="487680"/>
                </a:lnTo>
                <a:lnTo>
                  <a:pt x="736600" y="463550"/>
                </a:lnTo>
                <a:lnTo>
                  <a:pt x="737870" y="441960"/>
                </a:lnTo>
                <a:lnTo>
                  <a:pt x="741680" y="421640"/>
                </a:lnTo>
                <a:lnTo>
                  <a:pt x="744220" y="402590"/>
                </a:lnTo>
                <a:lnTo>
                  <a:pt x="749300" y="384810"/>
                </a:lnTo>
                <a:lnTo>
                  <a:pt x="754380" y="368300"/>
                </a:lnTo>
                <a:lnTo>
                  <a:pt x="760730" y="353060"/>
                </a:lnTo>
                <a:lnTo>
                  <a:pt x="764540" y="345440"/>
                </a:lnTo>
                <a:lnTo>
                  <a:pt x="767080" y="341630"/>
                </a:lnTo>
                <a:lnTo>
                  <a:pt x="768350" y="337820"/>
                </a:lnTo>
                <a:lnTo>
                  <a:pt x="773430" y="332740"/>
                </a:lnTo>
                <a:lnTo>
                  <a:pt x="774700" y="330200"/>
                </a:lnTo>
                <a:lnTo>
                  <a:pt x="777240" y="327660"/>
                </a:lnTo>
                <a:lnTo>
                  <a:pt x="779780" y="326390"/>
                </a:lnTo>
                <a:lnTo>
                  <a:pt x="782320" y="323850"/>
                </a:lnTo>
                <a:lnTo>
                  <a:pt x="789940" y="320040"/>
                </a:lnTo>
                <a:lnTo>
                  <a:pt x="806450" y="320040"/>
                </a:lnTo>
                <a:lnTo>
                  <a:pt x="808990" y="321310"/>
                </a:lnTo>
                <a:lnTo>
                  <a:pt x="812800" y="322580"/>
                </a:lnTo>
                <a:lnTo>
                  <a:pt x="815340" y="323850"/>
                </a:lnTo>
                <a:lnTo>
                  <a:pt x="817880" y="326390"/>
                </a:lnTo>
                <a:lnTo>
                  <a:pt x="821690" y="328930"/>
                </a:lnTo>
                <a:lnTo>
                  <a:pt x="843280" y="372110"/>
                </a:lnTo>
                <a:lnTo>
                  <a:pt x="849630" y="401320"/>
                </a:lnTo>
                <a:lnTo>
                  <a:pt x="852170" y="414020"/>
                </a:lnTo>
                <a:lnTo>
                  <a:pt x="853528" y="430530"/>
                </a:lnTo>
                <a:lnTo>
                  <a:pt x="854710" y="445770"/>
                </a:lnTo>
                <a:lnTo>
                  <a:pt x="855980" y="486410"/>
                </a:lnTo>
                <a:lnTo>
                  <a:pt x="855980" y="290830"/>
                </a:lnTo>
                <a:lnTo>
                  <a:pt x="843280" y="284480"/>
                </a:lnTo>
                <a:lnTo>
                  <a:pt x="828040" y="279400"/>
                </a:lnTo>
                <a:lnTo>
                  <a:pt x="820420" y="278130"/>
                </a:lnTo>
                <a:lnTo>
                  <a:pt x="814070" y="278130"/>
                </a:lnTo>
                <a:lnTo>
                  <a:pt x="805180" y="276860"/>
                </a:lnTo>
                <a:lnTo>
                  <a:pt x="796290" y="278130"/>
                </a:lnTo>
                <a:lnTo>
                  <a:pt x="787400" y="278130"/>
                </a:lnTo>
                <a:lnTo>
                  <a:pt x="777240" y="280670"/>
                </a:lnTo>
                <a:lnTo>
                  <a:pt x="759460" y="285750"/>
                </a:lnTo>
                <a:lnTo>
                  <a:pt x="750570" y="289560"/>
                </a:lnTo>
                <a:lnTo>
                  <a:pt x="742950" y="294640"/>
                </a:lnTo>
                <a:lnTo>
                  <a:pt x="734060" y="299720"/>
                </a:lnTo>
                <a:lnTo>
                  <a:pt x="726440" y="306070"/>
                </a:lnTo>
                <a:lnTo>
                  <a:pt x="717550" y="312420"/>
                </a:lnTo>
                <a:lnTo>
                  <a:pt x="702310" y="327660"/>
                </a:lnTo>
                <a:lnTo>
                  <a:pt x="687070" y="346710"/>
                </a:lnTo>
                <a:lnTo>
                  <a:pt x="673100" y="368300"/>
                </a:lnTo>
                <a:lnTo>
                  <a:pt x="665480" y="379730"/>
                </a:lnTo>
                <a:lnTo>
                  <a:pt x="647700" y="416560"/>
                </a:lnTo>
                <a:lnTo>
                  <a:pt x="631190" y="473710"/>
                </a:lnTo>
                <a:lnTo>
                  <a:pt x="619760" y="538480"/>
                </a:lnTo>
                <a:lnTo>
                  <a:pt x="615950" y="610870"/>
                </a:lnTo>
                <a:lnTo>
                  <a:pt x="617220" y="640080"/>
                </a:lnTo>
                <a:lnTo>
                  <a:pt x="618490" y="670560"/>
                </a:lnTo>
                <a:lnTo>
                  <a:pt x="626110" y="723900"/>
                </a:lnTo>
                <a:lnTo>
                  <a:pt x="637540" y="774700"/>
                </a:lnTo>
                <a:lnTo>
                  <a:pt x="655320" y="819150"/>
                </a:lnTo>
                <a:lnTo>
                  <a:pt x="674370" y="854710"/>
                </a:lnTo>
                <a:lnTo>
                  <a:pt x="704850" y="890270"/>
                </a:lnTo>
                <a:lnTo>
                  <a:pt x="741680" y="913130"/>
                </a:lnTo>
                <a:lnTo>
                  <a:pt x="784860" y="923290"/>
                </a:lnTo>
                <a:lnTo>
                  <a:pt x="808990" y="923290"/>
                </a:lnTo>
                <a:lnTo>
                  <a:pt x="821690" y="920750"/>
                </a:lnTo>
                <a:lnTo>
                  <a:pt x="847090" y="913130"/>
                </a:lnTo>
                <a:lnTo>
                  <a:pt x="858520" y="906780"/>
                </a:lnTo>
                <a:lnTo>
                  <a:pt x="868680" y="899160"/>
                </a:lnTo>
                <a:lnTo>
                  <a:pt x="880110" y="891540"/>
                </a:lnTo>
                <a:lnTo>
                  <a:pt x="910590" y="857250"/>
                </a:lnTo>
                <a:lnTo>
                  <a:pt x="930910" y="824230"/>
                </a:lnTo>
                <a:lnTo>
                  <a:pt x="948690" y="784860"/>
                </a:lnTo>
                <a:lnTo>
                  <a:pt x="966470" y="737870"/>
                </a:lnTo>
                <a:lnTo>
                  <a:pt x="951230" y="723900"/>
                </a:lnTo>
                <a:lnTo>
                  <a:pt x="944880" y="737870"/>
                </a:lnTo>
                <a:lnTo>
                  <a:pt x="938530" y="750570"/>
                </a:lnTo>
                <a:lnTo>
                  <a:pt x="932180" y="762000"/>
                </a:lnTo>
                <a:lnTo>
                  <a:pt x="927100" y="772160"/>
                </a:lnTo>
                <a:lnTo>
                  <a:pt x="920750" y="781050"/>
                </a:lnTo>
                <a:lnTo>
                  <a:pt x="914400" y="788670"/>
                </a:lnTo>
                <a:lnTo>
                  <a:pt x="909320" y="796290"/>
                </a:lnTo>
                <a:lnTo>
                  <a:pt x="904240" y="802640"/>
                </a:lnTo>
                <a:lnTo>
                  <a:pt x="868680" y="822960"/>
                </a:lnTo>
                <a:lnTo>
                  <a:pt x="861060" y="824230"/>
                </a:lnTo>
                <a:lnTo>
                  <a:pt x="849630" y="824230"/>
                </a:lnTo>
                <a:lnTo>
                  <a:pt x="844550" y="822960"/>
                </a:lnTo>
                <a:lnTo>
                  <a:pt x="839470" y="822960"/>
                </a:lnTo>
                <a:lnTo>
                  <a:pt x="834390" y="820420"/>
                </a:lnTo>
                <a:lnTo>
                  <a:pt x="829310" y="819150"/>
                </a:lnTo>
                <a:lnTo>
                  <a:pt x="819150" y="814070"/>
                </a:lnTo>
                <a:lnTo>
                  <a:pt x="815340" y="810260"/>
                </a:lnTo>
                <a:lnTo>
                  <a:pt x="810260" y="807720"/>
                </a:lnTo>
                <a:lnTo>
                  <a:pt x="805180" y="803910"/>
                </a:lnTo>
                <a:lnTo>
                  <a:pt x="801370" y="798830"/>
                </a:lnTo>
                <a:lnTo>
                  <a:pt x="796290" y="793750"/>
                </a:lnTo>
                <a:lnTo>
                  <a:pt x="788670" y="782320"/>
                </a:lnTo>
                <a:lnTo>
                  <a:pt x="763270" y="731520"/>
                </a:lnTo>
                <a:lnTo>
                  <a:pt x="749300" y="687070"/>
                </a:lnTo>
                <a:lnTo>
                  <a:pt x="741680" y="636270"/>
                </a:lnTo>
                <a:lnTo>
                  <a:pt x="737870" y="608330"/>
                </a:lnTo>
                <a:lnTo>
                  <a:pt x="736600" y="579120"/>
                </a:lnTo>
                <a:lnTo>
                  <a:pt x="966470" y="579120"/>
                </a:lnTo>
                <a:close/>
              </a:path>
            </a:pathLst>
          </a:custGeom>
          <a:solidFill>
            <a:srgbClr val="333398"/>
          </a:solidFill>
        </p:spPr>
        <p:txBody>
          <a:bodyPr wrap="square" lIns="0" tIns="0" rIns="0" bIns="0" rtlCol="0"/>
          <a:lstStyle/>
          <a:p/>
        </p:txBody>
      </p:sp>
      <p:sp>
        <p:nvSpPr>
          <p:cNvPr id="212" name="object 212"/>
          <p:cNvSpPr/>
          <p:nvPr/>
        </p:nvSpPr>
        <p:spPr>
          <a:xfrm>
            <a:off x="2938780" y="761999"/>
            <a:ext cx="1774189" cy="923290"/>
          </a:xfrm>
          <a:custGeom>
            <a:avLst/>
            <a:gdLst/>
            <a:ahLst/>
            <a:cxnLst/>
            <a:rect l="l" t="t" r="r" b="b"/>
            <a:pathLst>
              <a:path w="1774189" h="923289">
                <a:moveTo>
                  <a:pt x="351790" y="764540"/>
                </a:moveTo>
                <a:lnTo>
                  <a:pt x="337820" y="748030"/>
                </a:lnTo>
                <a:lnTo>
                  <a:pt x="317487" y="775970"/>
                </a:lnTo>
                <a:lnTo>
                  <a:pt x="312420" y="783590"/>
                </a:lnTo>
                <a:lnTo>
                  <a:pt x="306070" y="789940"/>
                </a:lnTo>
                <a:lnTo>
                  <a:pt x="300990" y="796290"/>
                </a:lnTo>
                <a:lnTo>
                  <a:pt x="295910" y="801370"/>
                </a:lnTo>
                <a:lnTo>
                  <a:pt x="290830" y="805180"/>
                </a:lnTo>
                <a:lnTo>
                  <a:pt x="285750" y="807720"/>
                </a:lnTo>
                <a:lnTo>
                  <a:pt x="280670" y="811530"/>
                </a:lnTo>
                <a:lnTo>
                  <a:pt x="270510" y="816610"/>
                </a:lnTo>
                <a:lnTo>
                  <a:pt x="260350" y="819150"/>
                </a:lnTo>
                <a:lnTo>
                  <a:pt x="254000" y="820420"/>
                </a:lnTo>
                <a:lnTo>
                  <a:pt x="248920" y="820420"/>
                </a:lnTo>
                <a:lnTo>
                  <a:pt x="210820" y="808990"/>
                </a:lnTo>
                <a:lnTo>
                  <a:pt x="204470" y="803910"/>
                </a:lnTo>
                <a:lnTo>
                  <a:pt x="196850" y="798830"/>
                </a:lnTo>
                <a:lnTo>
                  <a:pt x="190500" y="791210"/>
                </a:lnTo>
                <a:lnTo>
                  <a:pt x="182880" y="781050"/>
                </a:lnTo>
                <a:lnTo>
                  <a:pt x="175260" y="769620"/>
                </a:lnTo>
                <a:lnTo>
                  <a:pt x="168910" y="756920"/>
                </a:lnTo>
                <a:lnTo>
                  <a:pt x="161290" y="742950"/>
                </a:lnTo>
                <a:lnTo>
                  <a:pt x="144780" y="693420"/>
                </a:lnTo>
                <a:lnTo>
                  <a:pt x="135890" y="655320"/>
                </a:lnTo>
                <a:lnTo>
                  <a:pt x="130810" y="635000"/>
                </a:lnTo>
                <a:lnTo>
                  <a:pt x="123190" y="574040"/>
                </a:lnTo>
                <a:lnTo>
                  <a:pt x="120650" y="530860"/>
                </a:lnTo>
                <a:lnTo>
                  <a:pt x="120650" y="485140"/>
                </a:lnTo>
                <a:lnTo>
                  <a:pt x="127000" y="419100"/>
                </a:lnTo>
                <a:lnTo>
                  <a:pt x="138430" y="369570"/>
                </a:lnTo>
                <a:lnTo>
                  <a:pt x="144780" y="355600"/>
                </a:lnTo>
                <a:lnTo>
                  <a:pt x="147320" y="347980"/>
                </a:lnTo>
                <a:lnTo>
                  <a:pt x="149860" y="344170"/>
                </a:lnTo>
                <a:lnTo>
                  <a:pt x="152400" y="341630"/>
                </a:lnTo>
                <a:lnTo>
                  <a:pt x="153670" y="337820"/>
                </a:lnTo>
                <a:lnTo>
                  <a:pt x="158750" y="332740"/>
                </a:lnTo>
                <a:lnTo>
                  <a:pt x="161290" y="331470"/>
                </a:lnTo>
                <a:lnTo>
                  <a:pt x="162560" y="328930"/>
                </a:lnTo>
                <a:lnTo>
                  <a:pt x="165100" y="326390"/>
                </a:lnTo>
                <a:lnTo>
                  <a:pt x="170180" y="323850"/>
                </a:lnTo>
                <a:lnTo>
                  <a:pt x="172720" y="323850"/>
                </a:lnTo>
                <a:lnTo>
                  <a:pt x="175260" y="322580"/>
                </a:lnTo>
                <a:lnTo>
                  <a:pt x="185420" y="322580"/>
                </a:lnTo>
                <a:lnTo>
                  <a:pt x="187960" y="323850"/>
                </a:lnTo>
                <a:lnTo>
                  <a:pt x="189230" y="323850"/>
                </a:lnTo>
                <a:lnTo>
                  <a:pt x="190500" y="325120"/>
                </a:lnTo>
                <a:lnTo>
                  <a:pt x="191770" y="325120"/>
                </a:lnTo>
                <a:lnTo>
                  <a:pt x="193040" y="326390"/>
                </a:lnTo>
                <a:lnTo>
                  <a:pt x="210820" y="354330"/>
                </a:lnTo>
                <a:lnTo>
                  <a:pt x="213360" y="361950"/>
                </a:lnTo>
                <a:lnTo>
                  <a:pt x="215900" y="377190"/>
                </a:lnTo>
                <a:lnTo>
                  <a:pt x="217170" y="387350"/>
                </a:lnTo>
                <a:lnTo>
                  <a:pt x="217170" y="396240"/>
                </a:lnTo>
                <a:lnTo>
                  <a:pt x="218440" y="411480"/>
                </a:lnTo>
                <a:lnTo>
                  <a:pt x="220980" y="426720"/>
                </a:lnTo>
                <a:lnTo>
                  <a:pt x="222250" y="439420"/>
                </a:lnTo>
                <a:lnTo>
                  <a:pt x="224790" y="452120"/>
                </a:lnTo>
                <a:lnTo>
                  <a:pt x="227330" y="462280"/>
                </a:lnTo>
                <a:lnTo>
                  <a:pt x="229870" y="467360"/>
                </a:lnTo>
                <a:lnTo>
                  <a:pt x="231140" y="472440"/>
                </a:lnTo>
                <a:lnTo>
                  <a:pt x="233680" y="476250"/>
                </a:lnTo>
                <a:lnTo>
                  <a:pt x="236220" y="483870"/>
                </a:lnTo>
                <a:lnTo>
                  <a:pt x="238760" y="487680"/>
                </a:lnTo>
                <a:lnTo>
                  <a:pt x="246380" y="495300"/>
                </a:lnTo>
                <a:lnTo>
                  <a:pt x="247650" y="497840"/>
                </a:lnTo>
                <a:lnTo>
                  <a:pt x="252730" y="502920"/>
                </a:lnTo>
                <a:lnTo>
                  <a:pt x="257810" y="505460"/>
                </a:lnTo>
                <a:lnTo>
                  <a:pt x="261620" y="506730"/>
                </a:lnTo>
                <a:lnTo>
                  <a:pt x="264160" y="509270"/>
                </a:lnTo>
                <a:lnTo>
                  <a:pt x="270510" y="510540"/>
                </a:lnTo>
                <a:lnTo>
                  <a:pt x="275590" y="511810"/>
                </a:lnTo>
                <a:lnTo>
                  <a:pt x="289560" y="511810"/>
                </a:lnTo>
                <a:lnTo>
                  <a:pt x="299720" y="509270"/>
                </a:lnTo>
                <a:lnTo>
                  <a:pt x="309880" y="504190"/>
                </a:lnTo>
                <a:lnTo>
                  <a:pt x="312420" y="501650"/>
                </a:lnTo>
                <a:lnTo>
                  <a:pt x="314960" y="500380"/>
                </a:lnTo>
                <a:lnTo>
                  <a:pt x="316230" y="497840"/>
                </a:lnTo>
                <a:lnTo>
                  <a:pt x="321310" y="492760"/>
                </a:lnTo>
                <a:lnTo>
                  <a:pt x="322580" y="490220"/>
                </a:lnTo>
                <a:lnTo>
                  <a:pt x="325120" y="487680"/>
                </a:lnTo>
                <a:lnTo>
                  <a:pt x="326390" y="485140"/>
                </a:lnTo>
                <a:lnTo>
                  <a:pt x="327660" y="481330"/>
                </a:lnTo>
                <a:lnTo>
                  <a:pt x="330187" y="478790"/>
                </a:lnTo>
                <a:lnTo>
                  <a:pt x="332740" y="471170"/>
                </a:lnTo>
                <a:lnTo>
                  <a:pt x="334010" y="468630"/>
                </a:lnTo>
                <a:lnTo>
                  <a:pt x="334010" y="464820"/>
                </a:lnTo>
                <a:lnTo>
                  <a:pt x="336537" y="457200"/>
                </a:lnTo>
                <a:lnTo>
                  <a:pt x="337820" y="448310"/>
                </a:lnTo>
                <a:lnTo>
                  <a:pt x="337820" y="416560"/>
                </a:lnTo>
                <a:lnTo>
                  <a:pt x="328930" y="374650"/>
                </a:lnTo>
                <a:lnTo>
                  <a:pt x="308610" y="336550"/>
                </a:lnTo>
                <a:lnTo>
                  <a:pt x="289560" y="313690"/>
                </a:lnTo>
                <a:lnTo>
                  <a:pt x="279400" y="303530"/>
                </a:lnTo>
                <a:lnTo>
                  <a:pt x="242570" y="283210"/>
                </a:lnTo>
                <a:lnTo>
                  <a:pt x="196850" y="276860"/>
                </a:lnTo>
                <a:lnTo>
                  <a:pt x="162560" y="280670"/>
                </a:lnTo>
                <a:lnTo>
                  <a:pt x="120650" y="298450"/>
                </a:lnTo>
                <a:lnTo>
                  <a:pt x="74930" y="341630"/>
                </a:lnTo>
                <a:lnTo>
                  <a:pt x="52070" y="377190"/>
                </a:lnTo>
                <a:lnTo>
                  <a:pt x="45720" y="391160"/>
                </a:lnTo>
                <a:lnTo>
                  <a:pt x="34290" y="415290"/>
                </a:lnTo>
                <a:lnTo>
                  <a:pt x="17780" y="466090"/>
                </a:lnTo>
                <a:lnTo>
                  <a:pt x="6350" y="521970"/>
                </a:lnTo>
                <a:lnTo>
                  <a:pt x="0" y="579120"/>
                </a:lnTo>
                <a:lnTo>
                  <a:pt x="0" y="642620"/>
                </a:lnTo>
                <a:lnTo>
                  <a:pt x="12700" y="730250"/>
                </a:lnTo>
                <a:lnTo>
                  <a:pt x="27940" y="783590"/>
                </a:lnTo>
                <a:lnTo>
                  <a:pt x="49530" y="831850"/>
                </a:lnTo>
                <a:lnTo>
                  <a:pt x="85090" y="880110"/>
                </a:lnTo>
                <a:lnTo>
                  <a:pt x="116840" y="905510"/>
                </a:lnTo>
                <a:lnTo>
                  <a:pt x="153670" y="920750"/>
                </a:lnTo>
                <a:lnTo>
                  <a:pt x="184150" y="923290"/>
                </a:lnTo>
                <a:lnTo>
                  <a:pt x="195580" y="923290"/>
                </a:lnTo>
                <a:lnTo>
                  <a:pt x="255270" y="901700"/>
                </a:lnTo>
                <a:lnTo>
                  <a:pt x="288290" y="873760"/>
                </a:lnTo>
                <a:lnTo>
                  <a:pt x="317487" y="834390"/>
                </a:lnTo>
                <a:lnTo>
                  <a:pt x="342887" y="783590"/>
                </a:lnTo>
                <a:lnTo>
                  <a:pt x="351790" y="764540"/>
                </a:lnTo>
                <a:close/>
              </a:path>
              <a:path w="1774189" h="923289">
                <a:moveTo>
                  <a:pt x="668020" y="295910"/>
                </a:moveTo>
                <a:lnTo>
                  <a:pt x="568960" y="295910"/>
                </a:lnTo>
                <a:lnTo>
                  <a:pt x="568960" y="72390"/>
                </a:lnTo>
                <a:lnTo>
                  <a:pt x="553720" y="72390"/>
                </a:lnTo>
                <a:lnTo>
                  <a:pt x="538480" y="110490"/>
                </a:lnTo>
                <a:lnTo>
                  <a:pt x="521970" y="147320"/>
                </a:lnTo>
                <a:lnTo>
                  <a:pt x="502920" y="182880"/>
                </a:lnTo>
                <a:lnTo>
                  <a:pt x="483870" y="214630"/>
                </a:lnTo>
                <a:lnTo>
                  <a:pt x="474980" y="231140"/>
                </a:lnTo>
                <a:lnTo>
                  <a:pt x="463550" y="246380"/>
                </a:lnTo>
                <a:lnTo>
                  <a:pt x="440690" y="278130"/>
                </a:lnTo>
                <a:lnTo>
                  <a:pt x="415290" y="307340"/>
                </a:lnTo>
                <a:lnTo>
                  <a:pt x="388620" y="336550"/>
                </a:lnTo>
                <a:lnTo>
                  <a:pt x="388620" y="360680"/>
                </a:lnTo>
                <a:lnTo>
                  <a:pt x="443230" y="360680"/>
                </a:lnTo>
                <a:lnTo>
                  <a:pt x="443230" y="734060"/>
                </a:lnTo>
                <a:lnTo>
                  <a:pt x="444500" y="768350"/>
                </a:lnTo>
                <a:lnTo>
                  <a:pt x="444500" y="782320"/>
                </a:lnTo>
                <a:lnTo>
                  <a:pt x="445770" y="793750"/>
                </a:lnTo>
                <a:lnTo>
                  <a:pt x="447040" y="802640"/>
                </a:lnTo>
                <a:lnTo>
                  <a:pt x="447040" y="806450"/>
                </a:lnTo>
                <a:lnTo>
                  <a:pt x="448310" y="808990"/>
                </a:lnTo>
                <a:lnTo>
                  <a:pt x="459740" y="847090"/>
                </a:lnTo>
                <a:lnTo>
                  <a:pt x="488950" y="889000"/>
                </a:lnTo>
                <a:lnTo>
                  <a:pt x="521970" y="909320"/>
                </a:lnTo>
                <a:lnTo>
                  <a:pt x="549910" y="914400"/>
                </a:lnTo>
                <a:lnTo>
                  <a:pt x="568960" y="911860"/>
                </a:lnTo>
                <a:lnTo>
                  <a:pt x="604520" y="896620"/>
                </a:lnTo>
                <a:lnTo>
                  <a:pt x="633730" y="864870"/>
                </a:lnTo>
                <a:lnTo>
                  <a:pt x="652780" y="830580"/>
                </a:lnTo>
                <a:lnTo>
                  <a:pt x="668020" y="788670"/>
                </a:lnTo>
                <a:lnTo>
                  <a:pt x="654050" y="774700"/>
                </a:lnTo>
                <a:lnTo>
                  <a:pt x="647700" y="789940"/>
                </a:lnTo>
                <a:lnTo>
                  <a:pt x="641350" y="802640"/>
                </a:lnTo>
                <a:lnTo>
                  <a:pt x="631190" y="817880"/>
                </a:lnTo>
                <a:lnTo>
                  <a:pt x="627380" y="822960"/>
                </a:lnTo>
                <a:lnTo>
                  <a:pt x="621030" y="829310"/>
                </a:lnTo>
                <a:lnTo>
                  <a:pt x="609600" y="836930"/>
                </a:lnTo>
                <a:lnTo>
                  <a:pt x="605790" y="836930"/>
                </a:lnTo>
                <a:lnTo>
                  <a:pt x="601980" y="838200"/>
                </a:lnTo>
                <a:lnTo>
                  <a:pt x="595630" y="838200"/>
                </a:lnTo>
                <a:lnTo>
                  <a:pt x="593090" y="836930"/>
                </a:lnTo>
                <a:lnTo>
                  <a:pt x="591820" y="836930"/>
                </a:lnTo>
                <a:lnTo>
                  <a:pt x="588010" y="833120"/>
                </a:lnTo>
                <a:lnTo>
                  <a:pt x="585470" y="831850"/>
                </a:lnTo>
                <a:lnTo>
                  <a:pt x="582930" y="829310"/>
                </a:lnTo>
                <a:lnTo>
                  <a:pt x="581660" y="826770"/>
                </a:lnTo>
                <a:lnTo>
                  <a:pt x="579120" y="824230"/>
                </a:lnTo>
                <a:lnTo>
                  <a:pt x="577850" y="821690"/>
                </a:lnTo>
                <a:lnTo>
                  <a:pt x="576580" y="817880"/>
                </a:lnTo>
                <a:lnTo>
                  <a:pt x="575310" y="815340"/>
                </a:lnTo>
                <a:lnTo>
                  <a:pt x="572770" y="807720"/>
                </a:lnTo>
                <a:lnTo>
                  <a:pt x="571500" y="805180"/>
                </a:lnTo>
                <a:lnTo>
                  <a:pt x="570230" y="800100"/>
                </a:lnTo>
                <a:lnTo>
                  <a:pt x="570230" y="795020"/>
                </a:lnTo>
                <a:lnTo>
                  <a:pt x="568960" y="787400"/>
                </a:lnTo>
                <a:lnTo>
                  <a:pt x="568960" y="360680"/>
                </a:lnTo>
                <a:lnTo>
                  <a:pt x="668020" y="360680"/>
                </a:lnTo>
                <a:lnTo>
                  <a:pt x="668020" y="295910"/>
                </a:lnTo>
                <a:close/>
              </a:path>
              <a:path w="1774189" h="923289">
                <a:moveTo>
                  <a:pt x="877570" y="100330"/>
                </a:moveTo>
                <a:lnTo>
                  <a:pt x="876300" y="91440"/>
                </a:lnTo>
                <a:lnTo>
                  <a:pt x="876300" y="81280"/>
                </a:lnTo>
                <a:lnTo>
                  <a:pt x="875030" y="72390"/>
                </a:lnTo>
                <a:lnTo>
                  <a:pt x="872490" y="62230"/>
                </a:lnTo>
                <a:lnTo>
                  <a:pt x="871220" y="58420"/>
                </a:lnTo>
                <a:lnTo>
                  <a:pt x="868680" y="53340"/>
                </a:lnTo>
                <a:lnTo>
                  <a:pt x="866140" y="45720"/>
                </a:lnTo>
                <a:lnTo>
                  <a:pt x="862330" y="36830"/>
                </a:lnTo>
                <a:lnTo>
                  <a:pt x="857250" y="29210"/>
                </a:lnTo>
                <a:lnTo>
                  <a:pt x="847090" y="16510"/>
                </a:lnTo>
                <a:lnTo>
                  <a:pt x="840740" y="11430"/>
                </a:lnTo>
                <a:lnTo>
                  <a:pt x="838200" y="8890"/>
                </a:lnTo>
                <a:lnTo>
                  <a:pt x="834390" y="7620"/>
                </a:lnTo>
                <a:lnTo>
                  <a:pt x="831850" y="5080"/>
                </a:lnTo>
                <a:lnTo>
                  <a:pt x="828040" y="3810"/>
                </a:lnTo>
                <a:lnTo>
                  <a:pt x="825500" y="2540"/>
                </a:lnTo>
                <a:lnTo>
                  <a:pt x="821690" y="2540"/>
                </a:lnTo>
                <a:lnTo>
                  <a:pt x="815340" y="0"/>
                </a:lnTo>
                <a:lnTo>
                  <a:pt x="801370" y="0"/>
                </a:lnTo>
                <a:lnTo>
                  <a:pt x="795020" y="2540"/>
                </a:lnTo>
                <a:lnTo>
                  <a:pt x="791210" y="2540"/>
                </a:lnTo>
                <a:lnTo>
                  <a:pt x="787400" y="3810"/>
                </a:lnTo>
                <a:lnTo>
                  <a:pt x="784860" y="5080"/>
                </a:lnTo>
                <a:lnTo>
                  <a:pt x="782320" y="7620"/>
                </a:lnTo>
                <a:lnTo>
                  <a:pt x="778510" y="8890"/>
                </a:lnTo>
                <a:lnTo>
                  <a:pt x="775970" y="11430"/>
                </a:lnTo>
                <a:lnTo>
                  <a:pt x="769620" y="16510"/>
                </a:lnTo>
                <a:lnTo>
                  <a:pt x="759460" y="29210"/>
                </a:lnTo>
                <a:lnTo>
                  <a:pt x="754380" y="36830"/>
                </a:lnTo>
                <a:lnTo>
                  <a:pt x="750570" y="45720"/>
                </a:lnTo>
                <a:lnTo>
                  <a:pt x="749300" y="49530"/>
                </a:lnTo>
                <a:lnTo>
                  <a:pt x="746760" y="53340"/>
                </a:lnTo>
                <a:lnTo>
                  <a:pt x="745490" y="58420"/>
                </a:lnTo>
                <a:lnTo>
                  <a:pt x="744220" y="62230"/>
                </a:lnTo>
                <a:lnTo>
                  <a:pt x="741680" y="72390"/>
                </a:lnTo>
                <a:lnTo>
                  <a:pt x="740410" y="81280"/>
                </a:lnTo>
                <a:lnTo>
                  <a:pt x="739140" y="91440"/>
                </a:lnTo>
                <a:lnTo>
                  <a:pt x="739140" y="110490"/>
                </a:lnTo>
                <a:lnTo>
                  <a:pt x="741680" y="130810"/>
                </a:lnTo>
                <a:lnTo>
                  <a:pt x="742950" y="134620"/>
                </a:lnTo>
                <a:lnTo>
                  <a:pt x="744220" y="139700"/>
                </a:lnTo>
                <a:lnTo>
                  <a:pt x="745490" y="143510"/>
                </a:lnTo>
                <a:lnTo>
                  <a:pt x="746760" y="148590"/>
                </a:lnTo>
                <a:lnTo>
                  <a:pt x="749300" y="152400"/>
                </a:lnTo>
                <a:lnTo>
                  <a:pt x="769620" y="185420"/>
                </a:lnTo>
                <a:lnTo>
                  <a:pt x="775970" y="189230"/>
                </a:lnTo>
                <a:lnTo>
                  <a:pt x="778510" y="191770"/>
                </a:lnTo>
                <a:lnTo>
                  <a:pt x="782320" y="194310"/>
                </a:lnTo>
                <a:lnTo>
                  <a:pt x="787400" y="196850"/>
                </a:lnTo>
                <a:lnTo>
                  <a:pt x="795020" y="199390"/>
                </a:lnTo>
                <a:lnTo>
                  <a:pt x="807720" y="201930"/>
                </a:lnTo>
                <a:lnTo>
                  <a:pt x="815340" y="200660"/>
                </a:lnTo>
                <a:lnTo>
                  <a:pt x="821690" y="199390"/>
                </a:lnTo>
                <a:lnTo>
                  <a:pt x="828040" y="196850"/>
                </a:lnTo>
                <a:lnTo>
                  <a:pt x="831850" y="195580"/>
                </a:lnTo>
                <a:lnTo>
                  <a:pt x="834390" y="194310"/>
                </a:lnTo>
                <a:lnTo>
                  <a:pt x="838200" y="191770"/>
                </a:lnTo>
                <a:lnTo>
                  <a:pt x="840740" y="189230"/>
                </a:lnTo>
                <a:lnTo>
                  <a:pt x="843280" y="187960"/>
                </a:lnTo>
                <a:lnTo>
                  <a:pt x="866140" y="156210"/>
                </a:lnTo>
                <a:lnTo>
                  <a:pt x="868680" y="148590"/>
                </a:lnTo>
                <a:lnTo>
                  <a:pt x="871220" y="143510"/>
                </a:lnTo>
                <a:lnTo>
                  <a:pt x="872490" y="139700"/>
                </a:lnTo>
                <a:lnTo>
                  <a:pt x="873760" y="134620"/>
                </a:lnTo>
                <a:lnTo>
                  <a:pt x="875030" y="130810"/>
                </a:lnTo>
                <a:lnTo>
                  <a:pt x="875030" y="125730"/>
                </a:lnTo>
                <a:lnTo>
                  <a:pt x="876300" y="120650"/>
                </a:lnTo>
                <a:lnTo>
                  <a:pt x="876300" y="110490"/>
                </a:lnTo>
                <a:lnTo>
                  <a:pt x="877570" y="100330"/>
                </a:lnTo>
                <a:close/>
              </a:path>
              <a:path w="1774189" h="923289">
                <a:moveTo>
                  <a:pt x="920750" y="880110"/>
                </a:moveTo>
                <a:lnTo>
                  <a:pt x="908050" y="880110"/>
                </a:lnTo>
                <a:lnTo>
                  <a:pt x="901700" y="877570"/>
                </a:lnTo>
                <a:lnTo>
                  <a:pt x="895350" y="876300"/>
                </a:lnTo>
                <a:lnTo>
                  <a:pt x="891540" y="872490"/>
                </a:lnTo>
                <a:lnTo>
                  <a:pt x="889000" y="872490"/>
                </a:lnTo>
                <a:lnTo>
                  <a:pt x="887730" y="869950"/>
                </a:lnTo>
                <a:lnTo>
                  <a:pt x="885190" y="868680"/>
                </a:lnTo>
                <a:lnTo>
                  <a:pt x="883920" y="866140"/>
                </a:lnTo>
                <a:lnTo>
                  <a:pt x="882650" y="864870"/>
                </a:lnTo>
                <a:lnTo>
                  <a:pt x="881380" y="862330"/>
                </a:lnTo>
                <a:lnTo>
                  <a:pt x="878840" y="859790"/>
                </a:lnTo>
                <a:lnTo>
                  <a:pt x="878840" y="857250"/>
                </a:lnTo>
                <a:lnTo>
                  <a:pt x="877570" y="854710"/>
                </a:lnTo>
                <a:lnTo>
                  <a:pt x="875030" y="847090"/>
                </a:lnTo>
                <a:lnTo>
                  <a:pt x="875030" y="842010"/>
                </a:lnTo>
                <a:lnTo>
                  <a:pt x="873760" y="833120"/>
                </a:lnTo>
                <a:lnTo>
                  <a:pt x="872363" y="820420"/>
                </a:lnTo>
                <a:lnTo>
                  <a:pt x="871220" y="808990"/>
                </a:lnTo>
                <a:lnTo>
                  <a:pt x="871220" y="295910"/>
                </a:lnTo>
                <a:lnTo>
                  <a:pt x="695960" y="295910"/>
                </a:lnTo>
                <a:lnTo>
                  <a:pt x="695960" y="320040"/>
                </a:lnTo>
                <a:lnTo>
                  <a:pt x="702310" y="321310"/>
                </a:lnTo>
                <a:lnTo>
                  <a:pt x="708660" y="321310"/>
                </a:lnTo>
                <a:lnTo>
                  <a:pt x="715010" y="322580"/>
                </a:lnTo>
                <a:lnTo>
                  <a:pt x="725170" y="327660"/>
                </a:lnTo>
                <a:lnTo>
                  <a:pt x="726440" y="328930"/>
                </a:lnTo>
                <a:lnTo>
                  <a:pt x="728980" y="330200"/>
                </a:lnTo>
                <a:lnTo>
                  <a:pt x="730250" y="332740"/>
                </a:lnTo>
                <a:lnTo>
                  <a:pt x="734060" y="336550"/>
                </a:lnTo>
                <a:lnTo>
                  <a:pt x="739140" y="346710"/>
                </a:lnTo>
                <a:lnTo>
                  <a:pt x="739140" y="350520"/>
                </a:lnTo>
                <a:lnTo>
                  <a:pt x="740410" y="354330"/>
                </a:lnTo>
                <a:lnTo>
                  <a:pt x="741680" y="359410"/>
                </a:lnTo>
                <a:lnTo>
                  <a:pt x="742950" y="368300"/>
                </a:lnTo>
                <a:lnTo>
                  <a:pt x="744220" y="379730"/>
                </a:lnTo>
                <a:lnTo>
                  <a:pt x="744220" y="392430"/>
                </a:lnTo>
                <a:lnTo>
                  <a:pt x="745490" y="406400"/>
                </a:lnTo>
                <a:lnTo>
                  <a:pt x="745490" y="795020"/>
                </a:lnTo>
                <a:lnTo>
                  <a:pt x="744220" y="807720"/>
                </a:lnTo>
                <a:lnTo>
                  <a:pt x="744220" y="820420"/>
                </a:lnTo>
                <a:lnTo>
                  <a:pt x="742950" y="831850"/>
                </a:lnTo>
                <a:lnTo>
                  <a:pt x="741680" y="840740"/>
                </a:lnTo>
                <a:lnTo>
                  <a:pt x="741680" y="844550"/>
                </a:lnTo>
                <a:lnTo>
                  <a:pt x="740410" y="848360"/>
                </a:lnTo>
                <a:lnTo>
                  <a:pt x="739140" y="850900"/>
                </a:lnTo>
                <a:lnTo>
                  <a:pt x="739140" y="854710"/>
                </a:lnTo>
                <a:lnTo>
                  <a:pt x="737870" y="857250"/>
                </a:lnTo>
                <a:lnTo>
                  <a:pt x="734060" y="861060"/>
                </a:lnTo>
                <a:lnTo>
                  <a:pt x="732790" y="864870"/>
                </a:lnTo>
                <a:lnTo>
                  <a:pt x="728980" y="868680"/>
                </a:lnTo>
                <a:lnTo>
                  <a:pt x="726440" y="869950"/>
                </a:lnTo>
                <a:lnTo>
                  <a:pt x="722630" y="873760"/>
                </a:lnTo>
                <a:lnTo>
                  <a:pt x="720090" y="875030"/>
                </a:lnTo>
                <a:lnTo>
                  <a:pt x="716280" y="877570"/>
                </a:lnTo>
                <a:lnTo>
                  <a:pt x="713740" y="877570"/>
                </a:lnTo>
                <a:lnTo>
                  <a:pt x="708660" y="880110"/>
                </a:lnTo>
                <a:lnTo>
                  <a:pt x="702310" y="880110"/>
                </a:lnTo>
                <a:lnTo>
                  <a:pt x="695960" y="881380"/>
                </a:lnTo>
                <a:lnTo>
                  <a:pt x="695960" y="905510"/>
                </a:lnTo>
                <a:lnTo>
                  <a:pt x="920750" y="905510"/>
                </a:lnTo>
                <a:lnTo>
                  <a:pt x="920750" y="880110"/>
                </a:lnTo>
                <a:close/>
              </a:path>
              <a:path w="1774189" h="923289">
                <a:moveTo>
                  <a:pt x="1380490" y="295910"/>
                </a:moveTo>
                <a:lnTo>
                  <a:pt x="1244600" y="295910"/>
                </a:lnTo>
                <a:lnTo>
                  <a:pt x="1244600" y="320040"/>
                </a:lnTo>
                <a:lnTo>
                  <a:pt x="1249680" y="320040"/>
                </a:lnTo>
                <a:lnTo>
                  <a:pt x="1256030" y="321310"/>
                </a:lnTo>
                <a:lnTo>
                  <a:pt x="1261110" y="321310"/>
                </a:lnTo>
                <a:lnTo>
                  <a:pt x="1264920" y="322580"/>
                </a:lnTo>
                <a:lnTo>
                  <a:pt x="1270000" y="325120"/>
                </a:lnTo>
                <a:lnTo>
                  <a:pt x="1271270" y="326390"/>
                </a:lnTo>
                <a:lnTo>
                  <a:pt x="1273810" y="326390"/>
                </a:lnTo>
                <a:lnTo>
                  <a:pt x="1280160" y="332740"/>
                </a:lnTo>
                <a:lnTo>
                  <a:pt x="1282700" y="336550"/>
                </a:lnTo>
                <a:lnTo>
                  <a:pt x="1282700" y="337820"/>
                </a:lnTo>
                <a:lnTo>
                  <a:pt x="1283970" y="339090"/>
                </a:lnTo>
                <a:lnTo>
                  <a:pt x="1285240" y="341630"/>
                </a:lnTo>
                <a:lnTo>
                  <a:pt x="1285240" y="342900"/>
                </a:lnTo>
                <a:lnTo>
                  <a:pt x="1286510" y="345440"/>
                </a:lnTo>
                <a:lnTo>
                  <a:pt x="1287780" y="346710"/>
                </a:lnTo>
                <a:lnTo>
                  <a:pt x="1287780" y="351790"/>
                </a:lnTo>
                <a:lnTo>
                  <a:pt x="1289050" y="354330"/>
                </a:lnTo>
                <a:lnTo>
                  <a:pt x="1289050" y="358140"/>
                </a:lnTo>
                <a:lnTo>
                  <a:pt x="1290320" y="360680"/>
                </a:lnTo>
                <a:lnTo>
                  <a:pt x="1290320" y="370840"/>
                </a:lnTo>
                <a:lnTo>
                  <a:pt x="1289050" y="375920"/>
                </a:lnTo>
                <a:lnTo>
                  <a:pt x="1286510" y="398780"/>
                </a:lnTo>
                <a:lnTo>
                  <a:pt x="1283970" y="414020"/>
                </a:lnTo>
                <a:lnTo>
                  <a:pt x="1280160" y="429260"/>
                </a:lnTo>
                <a:lnTo>
                  <a:pt x="1276350" y="447040"/>
                </a:lnTo>
                <a:lnTo>
                  <a:pt x="1266190" y="486410"/>
                </a:lnTo>
                <a:lnTo>
                  <a:pt x="1210310" y="684530"/>
                </a:lnTo>
                <a:lnTo>
                  <a:pt x="1141730" y="454660"/>
                </a:lnTo>
                <a:lnTo>
                  <a:pt x="1125220" y="388620"/>
                </a:lnTo>
                <a:lnTo>
                  <a:pt x="1122680" y="370840"/>
                </a:lnTo>
                <a:lnTo>
                  <a:pt x="1122680" y="354330"/>
                </a:lnTo>
                <a:lnTo>
                  <a:pt x="1123950" y="353060"/>
                </a:lnTo>
                <a:lnTo>
                  <a:pt x="1123950" y="347980"/>
                </a:lnTo>
                <a:lnTo>
                  <a:pt x="1125220" y="346710"/>
                </a:lnTo>
                <a:lnTo>
                  <a:pt x="1126490" y="344170"/>
                </a:lnTo>
                <a:lnTo>
                  <a:pt x="1126490" y="341630"/>
                </a:lnTo>
                <a:lnTo>
                  <a:pt x="1127760" y="340360"/>
                </a:lnTo>
                <a:lnTo>
                  <a:pt x="1129030" y="337820"/>
                </a:lnTo>
                <a:lnTo>
                  <a:pt x="1130300" y="334010"/>
                </a:lnTo>
                <a:lnTo>
                  <a:pt x="1132840" y="330200"/>
                </a:lnTo>
                <a:lnTo>
                  <a:pt x="1139190" y="323850"/>
                </a:lnTo>
                <a:lnTo>
                  <a:pt x="1140460" y="323850"/>
                </a:lnTo>
                <a:lnTo>
                  <a:pt x="1141730" y="322580"/>
                </a:lnTo>
                <a:lnTo>
                  <a:pt x="1144270" y="322580"/>
                </a:lnTo>
                <a:lnTo>
                  <a:pt x="1151890" y="320040"/>
                </a:lnTo>
                <a:lnTo>
                  <a:pt x="1162050" y="320040"/>
                </a:lnTo>
                <a:lnTo>
                  <a:pt x="1162050" y="295910"/>
                </a:lnTo>
                <a:lnTo>
                  <a:pt x="939800" y="295910"/>
                </a:lnTo>
                <a:lnTo>
                  <a:pt x="939800" y="320040"/>
                </a:lnTo>
                <a:lnTo>
                  <a:pt x="944880" y="321310"/>
                </a:lnTo>
                <a:lnTo>
                  <a:pt x="948690" y="322580"/>
                </a:lnTo>
                <a:lnTo>
                  <a:pt x="953770" y="325120"/>
                </a:lnTo>
                <a:lnTo>
                  <a:pt x="957580" y="327660"/>
                </a:lnTo>
                <a:lnTo>
                  <a:pt x="960120" y="331470"/>
                </a:lnTo>
                <a:lnTo>
                  <a:pt x="963930" y="334010"/>
                </a:lnTo>
                <a:lnTo>
                  <a:pt x="966470" y="337820"/>
                </a:lnTo>
                <a:lnTo>
                  <a:pt x="967740" y="340360"/>
                </a:lnTo>
                <a:lnTo>
                  <a:pt x="970280" y="341630"/>
                </a:lnTo>
                <a:lnTo>
                  <a:pt x="971550" y="345440"/>
                </a:lnTo>
                <a:lnTo>
                  <a:pt x="974090" y="349250"/>
                </a:lnTo>
                <a:lnTo>
                  <a:pt x="977900" y="356870"/>
                </a:lnTo>
                <a:lnTo>
                  <a:pt x="981710" y="368300"/>
                </a:lnTo>
                <a:lnTo>
                  <a:pt x="986790" y="381000"/>
                </a:lnTo>
                <a:lnTo>
                  <a:pt x="996950" y="411480"/>
                </a:lnTo>
                <a:lnTo>
                  <a:pt x="1009650" y="450850"/>
                </a:lnTo>
                <a:lnTo>
                  <a:pt x="1150620" y="923290"/>
                </a:lnTo>
                <a:lnTo>
                  <a:pt x="1172210" y="923290"/>
                </a:lnTo>
                <a:lnTo>
                  <a:pt x="1310640" y="444500"/>
                </a:lnTo>
                <a:lnTo>
                  <a:pt x="1333500" y="375920"/>
                </a:lnTo>
                <a:lnTo>
                  <a:pt x="1337310" y="363220"/>
                </a:lnTo>
                <a:lnTo>
                  <a:pt x="1341120" y="354330"/>
                </a:lnTo>
                <a:lnTo>
                  <a:pt x="1344930" y="346710"/>
                </a:lnTo>
                <a:lnTo>
                  <a:pt x="1346200" y="342900"/>
                </a:lnTo>
                <a:lnTo>
                  <a:pt x="1348740" y="340360"/>
                </a:lnTo>
                <a:lnTo>
                  <a:pt x="1351280" y="336550"/>
                </a:lnTo>
                <a:lnTo>
                  <a:pt x="1358900" y="328930"/>
                </a:lnTo>
                <a:lnTo>
                  <a:pt x="1366520" y="323850"/>
                </a:lnTo>
                <a:lnTo>
                  <a:pt x="1371600" y="322580"/>
                </a:lnTo>
                <a:lnTo>
                  <a:pt x="1375410" y="320040"/>
                </a:lnTo>
                <a:lnTo>
                  <a:pt x="1380490" y="320040"/>
                </a:lnTo>
                <a:lnTo>
                  <a:pt x="1380490" y="295910"/>
                </a:lnTo>
                <a:close/>
              </a:path>
              <a:path w="1774189" h="923289">
                <a:moveTo>
                  <a:pt x="1774190" y="579120"/>
                </a:moveTo>
                <a:lnTo>
                  <a:pt x="1771650" y="542290"/>
                </a:lnTo>
                <a:lnTo>
                  <a:pt x="1771078" y="534670"/>
                </a:lnTo>
                <a:lnTo>
                  <a:pt x="1769110" y="508000"/>
                </a:lnTo>
                <a:lnTo>
                  <a:pt x="1760220" y="447040"/>
                </a:lnTo>
                <a:lnTo>
                  <a:pt x="1744980" y="396240"/>
                </a:lnTo>
                <a:lnTo>
                  <a:pt x="1723390" y="353060"/>
                </a:lnTo>
                <a:lnTo>
                  <a:pt x="1699260" y="320040"/>
                </a:lnTo>
                <a:lnTo>
                  <a:pt x="1692910" y="312420"/>
                </a:lnTo>
                <a:lnTo>
                  <a:pt x="1686560" y="307340"/>
                </a:lnTo>
                <a:lnTo>
                  <a:pt x="1680210" y="300990"/>
                </a:lnTo>
                <a:lnTo>
                  <a:pt x="1672590" y="295910"/>
                </a:lnTo>
                <a:lnTo>
                  <a:pt x="1666240" y="292100"/>
                </a:lnTo>
                <a:lnTo>
                  <a:pt x="1663700" y="290830"/>
                </a:lnTo>
                <a:lnTo>
                  <a:pt x="1663700" y="486410"/>
                </a:lnTo>
                <a:lnTo>
                  <a:pt x="1663700" y="534670"/>
                </a:lnTo>
                <a:lnTo>
                  <a:pt x="1543050" y="534670"/>
                </a:lnTo>
                <a:lnTo>
                  <a:pt x="1543113" y="486410"/>
                </a:lnTo>
                <a:lnTo>
                  <a:pt x="1545590" y="441960"/>
                </a:lnTo>
                <a:lnTo>
                  <a:pt x="1553210" y="402590"/>
                </a:lnTo>
                <a:lnTo>
                  <a:pt x="1568450" y="353060"/>
                </a:lnTo>
                <a:lnTo>
                  <a:pt x="1574800" y="341630"/>
                </a:lnTo>
                <a:lnTo>
                  <a:pt x="1576070" y="337820"/>
                </a:lnTo>
                <a:lnTo>
                  <a:pt x="1586230" y="327660"/>
                </a:lnTo>
                <a:lnTo>
                  <a:pt x="1588770" y="326390"/>
                </a:lnTo>
                <a:lnTo>
                  <a:pt x="1590040" y="323850"/>
                </a:lnTo>
                <a:lnTo>
                  <a:pt x="1592580" y="322580"/>
                </a:lnTo>
                <a:lnTo>
                  <a:pt x="1596390" y="321310"/>
                </a:lnTo>
                <a:lnTo>
                  <a:pt x="1598930" y="320040"/>
                </a:lnTo>
                <a:lnTo>
                  <a:pt x="1614170" y="320040"/>
                </a:lnTo>
                <a:lnTo>
                  <a:pt x="1617980" y="321310"/>
                </a:lnTo>
                <a:lnTo>
                  <a:pt x="1620520" y="322580"/>
                </a:lnTo>
                <a:lnTo>
                  <a:pt x="1624330" y="323850"/>
                </a:lnTo>
                <a:lnTo>
                  <a:pt x="1631950" y="331470"/>
                </a:lnTo>
                <a:lnTo>
                  <a:pt x="1635760" y="336550"/>
                </a:lnTo>
                <a:lnTo>
                  <a:pt x="1643380" y="349250"/>
                </a:lnTo>
                <a:lnTo>
                  <a:pt x="1648460" y="364490"/>
                </a:lnTo>
                <a:lnTo>
                  <a:pt x="1652270" y="372110"/>
                </a:lnTo>
                <a:lnTo>
                  <a:pt x="1653540" y="381000"/>
                </a:lnTo>
                <a:lnTo>
                  <a:pt x="1658620" y="401320"/>
                </a:lnTo>
                <a:lnTo>
                  <a:pt x="1659890" y="414020"/>
                </a:lnTo>
                <a:lnTo>
                  <a:pt x="1661248" y="430530"/>
                </a:lnTo>
                <a:lnTo>
                  <a:pt x="1662430" y="445770"/>
                </a:lnTo>
                <a:lnTo>
                  <a:pt x="1663700" y="486410"/>
                </a:lnTo>
                <a:lnTo>
                  <a:pt x="1663700" y="290830"/>
                </a:lnTo>
                <a:lnTo>
                  <a:pt x="1651000" y="284480"/>
                </a:lnTo>
                <a:lnTo>
                  <a:pt x="1644650" y="281940"/>
                </a:lnTo>
                <a:lnTo>
                  <a:pt x="1637030" y="279400"/>
                </a:lnTo>
                <a:lnTo>
                  <a:pt x="1629410" y="278130"/>
                </a:lnTo>
                <a:lnTo>
                  <a:pt x="1621790" y="278130"/>
                </a:lnTo>
                <a:lnTo>
                  <a:pt x="1612900" y="276860"/>
                </a:lnTo>
                <a:lnTo>
                  <a:pt x="1604010" y="278130"/>
                </a:lnTo>
                <a:lnTo>
                  <a:pt x="1595120" y="278130"/>
                </a:lnTo>
                <a:lnTo>
                  <a:pt x="1586230" y="280670"/>
                </a:lnTo>
                <a:lnTo>
                  <a:pt x="1550670" y="294640"/>
                </a:lnTo>
                <a:lnTo>
                  <a:pt x="1517650" y="320040"/>
                </a:lnTo>
                <a:lnTo>
                  <a:pt x="1480820" y="368300"/>
                </a:lnTo>
                <a:lnTo>
                  <a:pt x="1473200" y="379730"/>
                </a:lnTo>
                <a:lnTo>
                  <a:pt x="1468120" y="391160"/>
                </a:lnTo>
                <a:lnTo>
                  <a:pt x="1461770" y="403860"/>
                </a:lnTo>
                <a:lnTo>
                  <a:pt x="1456690" y="416560"/>
                </a:lnTo>
                <a:lnTo>
                  <a:pt x="1451610" y="430530"/>
                </a:lnTo>
                <a:lnTo>
                  <a:pt x="1446530" y="443230"/>
                </a:lnTo>
                <a:lnTo>
                  <a:pt x="1438910" y="473710"/>
                </a:lnTo>
                <a:lnTo>
                  <a:pt x="1432560" y="505460"/>
                </a:lnTo>
                <a:lnTo>
                  <a:pt x="1427480" y="538480"/>
                </a:lnTo>
                <a:lnTo>
                  <a:pt x="1424940" y="574040"/>
                </a:lnTo>
                <a:lnTo>
                  <a:pt x="1424940" y="640080"/>
                </a:lnTo>
                <a:lnTo>
                  <a:pt x="1430020" y="697230"/>
                </a:lnTo>
                <a:lnTo>
                  <a:pt x="1438910" y="750570"/>
                </a:lnTo>
                <a:lnTo>
                  <a:pt x="1454150" y="797560"/>
                </a:lnTo>
                <a:lnTo>
                  <a:pt x="1482090" y="854710"/>
                </a:lnTo>
                <a:lnTo>
                  <a:pt x="1513840" y="890270"/>
                </a:lnTo>
                <a:lnTo>
                  <a:pt x="1550670" y="913130"/>
                </a:lnTo>
                <a:lnTo>
                  <a:pt x="1559560" y="916940"/>
                </a:lnTo>
                <a:lnTo>
                  <a:pt x="1570990" y="919480"/>
                </a:lnTo>
                <a:lnTo>
                  <a:pt x="1581150" y="922020"/>
                </a:lnTo>
                <a:lnTo>
                  <a:pt x="1592580" y="923290"/>
                </a:lnTo>
                <a:lnTo>
                  <a:pt x="1616710" y="923290"/>
                </a:lnTo>
                <a:lnTo>
                  <a:pt x="1629410" y="920750"/>
                </a:lnTo>
                <a:lnTo>
                  <a:pt x="1666240" y="906780"/>
                </a:lnTo>
                <a:lnTo>
                  <a:pt x="1699260" y="881380"/>
                </a:lnTo>
                <a:lnTo>
                  <a:pt x="1728470" y="842010"/>
                </a:lnTo>
                <a:lnTo>
                  <a:pt x="1747520" y="805180"/>
                </a:lnTo>
                <a:lnTo>
                  <a:pt x="1765300" y="762000"/>
                </a:lnTo>
                <a:lnTo>
                  <a:pt x="1774190" y="737870"/>
                </a:lnTo>
                <a:lnTo>
                  <a:pt x="1758950" y="723900"/>
                </a:lnTo>
                <a:lnTo>
                  <a:pt x="1752600" y="737870"/>
                </a:lnTo>
                <a:lnTo>
                  <a:pt x="1746250" y="750570"/>
                </a:lnTo>
                <a:lnTo>
                  <a:pt x="1739900" y="762000"/>
                </a:lnTo>
                <a:lnTo>
                  <a:pt x="1734820" y="772160"/>
                </a:lnTo>
                <a:lnTo>
                  <a:pt x="1728470" y="781050"/>
                </a:lnTo>
                <a:lnTo>
                  <a:pt x="1723390" y="788670"/>
                </a:lnTo>
                <a:lnTo>
                  <a:pt x="1717040" y="796290"/>
                </a:lnTo>
                <a:lnTo>
                  <a:pt x="1711960" y="802640"/>
                </a:lnTo>
                <a:lnTo>
                  <a:pt x="1706880" y="807720"/>
                </a:lnTo>
                <a:lnTo>
                  <a:pt x="1694180" y="815340"/>
                </a:lnTo>
                <a:lnTo>
                  <a:pt x="1689100" y="819150"/>
                </a:lnTo>
                <a:lnTo>
                  <a:pt x="1682750" y="821690"/>
                </a:lnTo>
                <a:lnTo>
                  <a:pt x="1670050" y="824230"/>
                </a:lnTo>
                <a:lnTo>
                  <a:pt x="1657350" y="824230"/>
                </a:lnTo>
                <a:lnTo>
                  <a:pt x="1652270" y="822960"/>
                </a:lnTo>
                <a:lnTo>
                  <a:pt x="1647190" y="822960"/>
                </a:lnTo>
                <a:lnTo>
                  <a:pt x="1642110" y="820420"/>
                </a:lnTo>
                <a:lnTo>
                  <a:pt x="1637030" y="819150"/>
                </a:lnTo>
                <a:lnTo>
                  <a:pt x="1626870" y="814070"/>
                </a:lnTo>
                <a:lnTo>
                  <a:pt x="1623060" y="810260"/>
                </a:lnTo>
                <a:lnTo>
                  <a:pt x="1617980" y="807720"/>
                </a:lnTo>
                <a:lnTo>
                  <a:pt x="1609090" y="798830"/>
                </a:lnTo>
                <a:lnTo>
                  <a:pt x="1605280" y="793750"/>
                </a:lnTo>
                <a:lnTo>
                  <a:pt x="1596390" y="782320"/>
                </a:lnTo>
                <a:lnTo>
                  <a:pt x="1588770" y="769620"/>
                </a:lnTo>
                <a:lnTo>
                  <a:pt x="1570990" y="731520"/>
                </a:lnTo>
                <a:lnTo>
                  <a:pt x="1557020" y="687070"/>
                </a:lnTo>
                <a:lnTo>
                  <a:pt x="1549400" y="636270"/>
                </a:lnTo>
                <a:lnTo>
                  <a:pt x="1544320" y="579120"/>
                </a:lnTo>
                <a:lnTo>
                  <a:pt x="1774190" y="579120"/>
                </a:lnTo>
                <a:close/>
              </a:path>
            </a:pathLst>
          </a:custGeom>
          <a:solidFill>
            <a:srgbClr val="333398"/>
          </a:solidFill>
        </p:spPr>
        <p:txBody>
          <a:bodyPr wrap="square" lIns="0" tIns="0" rIns="0" bIns="0" rtlCol="0"/>
          <a:lstStyle/>
          <a:p/>
        </p:txBody>
      </p:sp>
      <p:sp>
        <p:nvSpPr>
          <p:cNvPr id="213" name="object 213"/>
          <p:cNvSpPr/>
          <p:nvPr/>
        </p:nvSpPr>
        <p:spPr>
          <a:xfrm>
            <a:off x="4979670" y="782319"/>
            <a:ext cx="561340" cy="885190"/>
          </a:xfrm>
          <a:custGeom>
            <a:avLst/>
            <a:gdLst/>
            <a:ahLst/>
            <a:cxnLst/>
            <a:rect l="l" t="t" r="r" b="b"/>
            <a:pathLst>
              <a:path w="561339" h="885189">
                <a:moveTo>
                  <a:pt x="323850" y="0"/>
                </a:moveTo>
                <a:lnTo>
                  <a:pt x="0" y="0"/>
                </a:lnTo>
                <a:lnTo>
                  <a:pt x="0" y="24129"/>
                </a:lnTo>
                <a:lnTo>
                  <a:pt x="26669" y="24129"/>
                </a:lnTo>
                <a:lnTo>
                  <a:pt x="33019" y="25400"/>
                </a:lnTo>
                <a:lnTo>
                  <a:pt x="67309" y="44450"/>
                </a:lnTo>
                <a:lnTo>
                  <a:pt x="71119" y="46989"/>
                </a:lnTo>
                <a:lnTo>
                  <a:pt x="73659" y="52069"/>
                </a:lnTo>
                <a:lnTo>
                  <a:pt x="76200" y="54609"/>
                </a:lnTo>
                <a:lnTo>
                  <a:pt x="77469" y="58419"/>
                </a:lnTo>
                <a:lnTo>
                  <a:pt x="80009" y="63500"/>
                </a:lnTo>
                <a:lnTo>
                  <a:pt x="80009" y="64769"/>
                </a:lnTo>
                <a:lnTo>
                  <a:pt x="81279" y="67309"/>
                </a:lnTo>
                <a:lnTo>
                  <a:pt x="81279" y="69850"/>
                </a:lnTo>
                <a:lnTo>
                  <a:pt x="82550" y="72389"/>
                </a:lnTo>
                <a:lnTo>
                  <a:pt x="82550" y="78739"/>
                </a:lnTo>
                <a:lnTo>
                  <a:pt x="83819" y="86359"/>
                </a:lnTo>
                <a:lnTo>
                  <a:pt x="83819" y="96519"/>
                </a:lnTo>
                <a:lnTo>
                  <a:pt x="85089" y="120650"/>
                </a:lnTo>
                <a:lnTo>
                  <a:pt x="86359" y="152400"/>
                </a:lnTo>
                <a:lnTo>
                  <a:pt x="86359" y="732789"/>
                </a:lnTo>
                <a:lnTo>
                  <a:pt x="85089" y="763269"/>
                </a:lnTo>
                <a:lnTo>
                  <a:pt x="83819" y="787400"/>
                </a:lnTo>
                <a:lnTo>
                  <a:pt x="83819" y="796289"/>
                </a:lnTo>
                <a:lnTo>
                  <a:pt x="82550" y="805179"/>
                </a:lnTo>
                <a:lnTo>
                  <a:pt x="82550" y="811529"/>
                </a:lnTo>
                <a:lnTo>
                  <a:pt x="81279" y="814069"/>
                </a:lnTo>
                <a:lnTo>
                  <a:pt x="81279" y="815339"/>
                </a:lnTo>
                <a:lnTo>
                  <a:pt x="80009" y="820419"/>
                </a:lnTo>
                <a:lnTo>
                  <a:pt x="74929" y="830579"/>
                </a:lnTo>
                <a:lnTo>
                  <a:pt x="73659" y="834389"/>
                </a:lnTo>
                <a:lnTo>
                  <a:pt x="68579" y="842009"/>
                </a:lnTo>
                <a:lnTo>
                  <a:pt x="63500" y="847089"/>
                </a:lnTo>
                <a:lnTo>
                  <a:pt x="58419" y="849629"/>
                </a:lnTo>
                <a:lnTo>
                  <a:pt x="54609" y="853439"/>
                </a:lnTo>
                <a:lnTo>
                  <a:pt x="49529" y="854709"/>
                </a:lnTo>
                <a:lnTo>
                  <a:pt x="44450" y="857250"/>
                </a:lnTo>
                <a:lnTo>
                  <a:pt x="38100" y="858519"/>
                </a:lnTo>
                <a:lnTo>
                  <a:pt x="33019" y="859789"/>
                </a:lnTo>
                <a:lnTo>
                  <a:pt x="26669" y="861059"/>
                </a:lnTo>
                <a:lnTo>
                  <a:pt x="0" y="861059"/>
                </a:lnTo>
                <a:lnTo>
                  <a:pt x="0" y="885189"/>
                </a:lnTo>
                <a:lnTo>
                  <a:pt x="538479" y="885189"/>
                </a:lnTo>
                <a:lnTo>
                  <a:pt x="561339" y="574039"/>
                </a:lnTo>
                <a:lnTo>
                  <a:pt x="543559" y="574039"/>
                </a:lnTo>
                <a:lnTo>
                  <a:pt x="521969" y="666750"/>
                </a:lnTo>
                <a:lnTo>
                  <a:pt x="515619" y="684529"/>
                </a:lnTo>
                <a:lnTo>
                  <a:pt x="510539" y="702309"/>
                </a:lnTo>
                <a:lnTo>
                  <a:pt x="492759" y="745489"/>
                </a:lnTo>
                <a:lnTo>
                  <a:pt x="480059" y="768350"/>
                </a:lnTo>
                <a:lnTo>
                  <a:pt x="472439" y="778509"/>
                </a:lnTo>
                <a:lnTo>
                  <a:pt x="466089" y="787400"/>
                </a:lnTo>
                <a:lnTo>
                  <a:pt x="434339" y="816609"/>
                </a:lnTo>
                <a:lnTo>
                  <a:pt x="386079" y="834389"/>
                </a:lnTo>
                <a:lnTo>
                  <a:pt x="374650" y="834389"/>
                </a:lnTo>
                <a:lnTo>
                  <a:pt x="361950" y="835659"/>
                </a:lnTo>
                <a:lnTo>
                  <a:pt x="312419" y="835659"/>
                </a:lnTo>
                <a:lnTo>
                  <a:pt x="292100" y="834389"/>
                </a:lnTo>
                <a:lnTo>
                  <a:pt x="276859" y="834389"/>
                </a:lnTo>
                <a:lnTo>
                  <a:pt x="270509" y="833119"/>
                </a:lnTo>
                <a:lnTo>
                  <a:pt x="265429" y="831850"/>
                </a:lnTo>
                <a:lnTo>
                  <a:pt x="261619" y="830579"/>
                </a:lnTo>
                <a:lnTo>
                  <a:pt x="259079" y="829309"/>
                </a:lnTo>
                <a:lnTo>
                  <a:pt x="257809" y="829309"/>
                </a:lnTo>
                <a:lnTo>
                  <a:pt x="250189" y="824229"/>
                </a:lnTo>
                <a:lnTo>
                  <a:pt x="247650" y="821689"/>
                </a:lnTo>
                <a:lnTo>
                  <a:pt x="245109" y="817879"/>
                </a:lnTo>
                <a:lnTo>
                  <a:pt x="243839" y="815339"/>
                </a:lnTo>
                <a:lnTo>
                  <a:pt x="242569" y="814069"/>
                </a:lnTo>
                <a:lnTo>
                  <a:pt x="241300" y="811529"/>
                </a:lnTo>
                <a:lnTo>
                  <a:pt x="240029" y="810259"/>
                </a:lnTo>
                <a:lnTo>
                  <a:pt x="238759" y="807719"/>
                </a:lnTo>
                <a:lnTo>
                  <a:pt x="238759" y="806450"/>
                </a:lnTo>
                <a:lnTo>
                  <a:pt x="236219" y="801369"/>
                </a:lnTo>
                <a:lnTo>
                  <a:pt x="236219" y="798829"/>
                </a:lnTo>
                <a:lnTo>
                  <a:pt x="234950" y="796289"/>
                </a:lnTo>
                <a:lnTo>
                  <a:pt x="234950" y="789939"/>
                </a:lnTo>
                <a:lnTo>
                  <a:pt x="233679" y="781050"/>
                </a:lnTo>
                <a:lnTo>
                  <a:pt x="233679" y="770889"/>
                </a:lnTo>
                <a:lnTo>
                  <a:pt x="232409" y="746759"/>
                </a:lnTo>
                <a:lnTo>
                  <a:pt x="231139" y="715009"/>
                </a:lnTo>
                <a:lnTo>
                  <a:pt x="231139" y="152400"/>
                </a:lnTo>
                <a:lnTo>
                  <a:pt x="232409" y="121919"/>
                </a:lnTo>
                <a:lnTo>
                  <a:pt x="233679" y="97789"/>
                </a:lnTo>
                <a:lnTo>
                  <a:pt x="233679" y="88900"/>
                </a:lnTo>
                <a:lnTo>
                  <a:pt x="234950" y="80009"/>
                </a:lnTo>
                <a:lnTo>
                  <a:pt x="234950" y="73659"/>
                </a:lnTo>
                <a:lnTo>
                  <a:pt x="236219" y="71119"/>
                </a:lnTo>
                <a:lnTo>
                  <a:pt x="236219" y="69850"/>
                </a:lnTo>
                <a:lnTo>
                  <a:pt x="238759" y="64769"/>
                </a:lnTo>
                <a:lnTo>
                  <a:pt x="240029" y="59689"/>
                </a:lnTo>
                <a:lnTo>
                  <a:pt x="242569" y="54609"/>
                </a:lnTo>
                <a:lnTo>
                  <a:pt x="243839" y="50800"/>
                </a:lnTo>
                <a:lnTo>
                  <a:pt x="246379" y="46989"/>
                </a:lnTo>
                <a:lnTo>
                  <a:pt x="255269" y="38100"/>
                </a:lnTo>
                <a:lnTo>
                  <a:pt x="259079" y="35559"/>
                </a:lnTo>
                <a:lnTo>
                  <a:pt x="262889" y="31750"/>
                </a:lnTo>
                <a:lnTo>
                  <a:pt x="267969" y="30479"/>
                </a:lnTo>
                <a:lnTo>
                  <a:pt x="273050" y="27939"/>
                </a:lnTo>
                <a:lnTo>
                  <a:pt x="279400" y="26669"/>
                </a:lnTo>
                <a:lnTo>
                  <a:pt x="284479" y="25400"/>
                </a:lnTo>
                <a:lnTo>
                  <a:pt x="290829" y="24129"/>
                </a:lnTo>
                <a:lnTo>
                  <a:pt x="323850" y="24129"/>
                </a:lnTo>
                <a:lnTo>
                  <a:pt x="323850" y="0"/>
                </a:lnTo>
                <a:close/>
              </a:path>
            </a:pathLst>
          </a:custGeom>
          <a:solidFill>
            <a:srgbClr val="333398"/>
          </a:solidFill>
        </p:spPr>
        <p:txBody>
          <a:bodyPr wrap="square" lIns="0" tIns="0" rIns="0" bIns="0" rtlCol="0"/>
          <a:lstStyle/>
          <a:p/>
        </p:txBody>
      </p:sp>
      <p:sp>
        <p:nvSpPr>
          <p:cNvPr id="214" name="object 214"/>
          <p:cNvSpPr/>
          <p:nvPr/>
        </p:nvSpPr>
        <p:spPr>
          <a:xfrm>
            <a:off x="5593079" y="762000"/>
            <a:ext cx="224790" cy="905510"/>
          </a:xfrm>
          <a:custGeom>
            <a:avLst/>
            <a:gdLst/>
            <a:ahLst/>
            <a:cxnLst/>
            <a:rect l="l" t="t" r="r" b="b"/>
            <a:pathLst>
              <a:path w="224789" h="905510">
                <a:moveTo>
                  <a:pt x="129540" y="2539"/>
                </a:moveTo>
                <a:lnTo>
                  <a:pt x="95250" y="2539"/>
                </a:lnTo>
                <a:lnTo>
                  <a:pt x="91440" y="3810"/>
                </a:lnTo>
                <a:lnTo>
                  <a:pt x="88900" y="5079"/>
                </a:lnTo>
                <a:lnTo>
                  <a:pt x="86360" y="7620"/>
                </a:lnTo>
                <a:lnTo>
                  <a:pt x="82550" y="8889"/>
                </a:lnTo>
                <a:lnTo>
                  <a:pt x="80010" y="11429"/>
                </a:lnTo>
                <a:lnTo>
                  <a:pt x="73660" y="16510"/>
                </a:lnTo>
                <a:lnTo>
                  <a:pt x="63500" y="29210"/>
                </a:lnTo>
                <a:lnTo>
                  <a:pt x="58420" y="36829"/>
                </a:lnTo>
                <a:lnTo>
                  <a:pt x="54610" y="45720"/>
                </a:lnTo>
                <a:lnTo>
                  <a:pt x="53340" y="49529"/>
                </a:lnTo>
                <a:lnTo>
                  <a:pt x="50800" y="53339"/>
                </a:lnTo>
                <a:lnTo>
                  <a:pt x="49530" y="58420"/>
                </a:lnTo>
                <a:lnTo>
                  <a:pt x="48260" y="62229"/>
                </a:lnTo>
                <a:lnTo>
                  <a:pt x="45720" y="72389"/>
                </a:lnTo>
                <a:lnTo>
                  <a:pt x="44450" y="81279"/>
                </a:lnTo>
                <a:lnTo>
                  <a:pt x="43180" y="91439"/>
                </a:lnTo>
                <a:lnTo>
                  <a:pt x="43180" y="110489"/>
                </a:lnTo>
                <a:lnTo>
                  <a:pt x="45720" y="130810"/>
                </a:lnTo>
                <a:lnTo>
                  <a:pt x="46990" y="134620"/>
                </a:lnTo>
                <a:lnTo>
                  <a:pt x="48260" y="139700"/>
                </a:lnTo>
                <a:lnTo>
                  <a:pt x="49530" y="143510"/>
                </a:lnTo>
                <a:lnTo>
                  <a:pt x="50800" y="148589"/>
                </a:lnTo>
                <a:lnTo>
                  <a:pt x="53340" y="152400"/>
                </a:lnTo>
                <a:lnTo>
                  <a:pt x="73660" y="185420"/>
                </a:lnTo>
                <a:lnTo>
                  <a:pt x="80010" y="189229"/>
                </a:lnTo>
                <a:lnTo>
                  <a:pt x="82550" y="191770"/>
                </a:lnTo>
                <a:lnTo>
                  <a:pt x="86360" y="194310"/>
                </a:lnTo>
                <a:lnTo>
                  <a:pt x="91440" y="196850"/>
                </a:lnTo>
                <a:lnTo>
                  <a:pt x="99060" y="199389"/>
                </a:lnTo>
                <a:lnTo>
                  <a:pt x="111760" y="201929"/>
                </a:lnTo>
                <a:lnTo>
                  <a:pt x="119380" y="200660"/>
                </a:lnTo>
                <a:lnTo>
                  <a:pt x="144780" y="189229"/>
                </a:lnTo>
                <a:lnTo>
                  <a:pt x="147320" y="187960"/>
                </a:lnTo>
                <a:lnTo>
                  <a:pt x="156210" y="179070"/>
                </a:lnTo>
                <a:lnTo>
                  <a:pt x="161290" y="172720"/>
                </a:lnTo>
                <a:lnTo>
                  <a:pt x="166370" y="165100"/>
                </a:lnTo>
                <a:lnTo>
                  <a:pt x="170180" y="156210"/>
                </a:lnTo>
                <a:lnTo>
                  <a:pt x="173990" y="148589"/>
                </a:lnTo>
                <a:lnTo>
                  <a:pt x="175260" y="143510"/>
                </a:lnTo>
                <a:lnTo>
                  <a:pt x="176530" y="139700"/>
                </a:lnTo>
                <a:lnTo>
                  <a:pt x="177800" y="134620"/>
                </a:lnTo>
                <a:lnTo>
                  <a:pt x="179070" y="130810"/>
                </a:lnTo>
                <a:lnTo>
                  <a:pt x="179070" y="125729"/>
                </a:lnTo>
                <a:lnTo>
                  <a:pt x="180340" y="120650"/>
                </a:lnTo>
                <a:lnTo>
                  <a:pt x="181610" y="110489"/>
                </a:lnTo>
                <a:lnTo>
                  <a:pt x="181610" y="91439"/>
                </a:lnTo>
                <a:lnTo>
                  <a:pt x="180340" y="81279"/>
                </a:lnTo>
                <a:lnTo>
                  <a:pt x="179070" y="72389"/>
                </a:lnTo>
                <a:lnTo>
                  <a:pt x="176530" y="62229"/>
                </a:lnTo>
                <a:lnTo>
                  <a:pt x="175260" y="58420"/>
                </a:lnTo>
                <a:lnTo>
                  <a:pt x="173990" y="53339"/>
                </a:lnTo>
                <a:lnTo>
                  <a:pt x="172720" y="49529"/>
                </a:lnTo>
                <a:lnTo>
                  <a:pt x="170180" y="45720"/>
                </a:lnTo>
                <a:lnTo>
                  <a:pt x="166370" y="36829"/>
                </a:lnTo>
                <a:lnTo>
                  <a:pt x="161290" y="29210"/>
                </a:lnTo>
                <a:lnTo>
                  <a:pt x="151130" y="16510"/>
                </a:lnTo>
                <a:lnTo>
                  <a:pt x="144780" y="11429"/>
                </a:lnTo>
                <a:lnTo>
                  <a:pt x="142240" y="8889"/>
                </a:lnTo>
                <a:lnTo>
                  <a:pt x="138430" y="7620"/>
                </a:lnTo>
                <a:lnTo>
                  <a:pt x="135890" y="5079"/>
                </a:lnTo>
                <a:lnTo>
                  <a:pt x="133350" y="3810"/>
                </a:lnTo>
                <a:lnTo>
                  <a:pt x="129540" y="2539"/>
                </a:lnTo>
                <a:close/>
              </a:path>
              <a:path w="224789" h="905510">
                <a:moveTo>
                  <a:pt x="119380" y="0"/>
                </a:moveTo>
                <a:lnTo>
                  <a:pt x="105410" y="0"/>
                </a:lnTo>
                <a:lnTo>
                  <a:pt x="99060" y="2539"/>
                </a:lnTo>
                <a:lnTo>
                  <a:pt x="125730" y="2539"/>
                </a:lnTo>
                <a:lnTo>
                  <a:pt x="119380" y="0"/>
                </a:lnTo>
                <a:close/>
              </a:path>
              <a:path w="224789" h="905510">
                <a:moveTo>
                  <a:pt x="224790" y="880110"/>
                </a:moveTo>
                <a:lnTo>
                  <a:pt x="6350" y="880110"/>
                </a:lnTo>
                <a:lnTo>
                  <a:pt x="0" y="881379"/>
                </a:lnTo>
                <a:lnTo>
                  <a:pt x="0" y="905510"/>
                </a:lnTo>
                <a:lnTo>
                  <a:pt x="224790" y="905510"/>
                </a:lnTo>
                <a:lnTo>
                  <a:pt x="224790" y="880110"/>
                </a:lnTo>
                <a:close/>
              </a:path>
              <a:path w="224789" h="905510">
                <a:moveTo>
                  <a:pt x="175260" y="295910"/>
                </a:moveTo>
                <a:lnTo>
                  <a:pt x="0" y="295910"/>
                </a:lnTo>
                <a:lnTo>
                  <a:pt x="0" y="320039"/>
                </a:lnTo>
                <a:lnTo>
                  <a:pt x="6350" y="321310"/>
                </a:lnTo>
                <a:lnTo>
                  <a:pt x="12700" y="321310"/>
                </a:lnTo>
                <a:lnTo>
                  <a:pt x="19050" y="322579"/>
                </a:lnTo>
                <a:lnTo>
                  <a:pt x="29210" y="327660"/>
                </a:lnTo>
                <a:lnTo>
                  <a:pt x="30480" y="328929"/>
                </a:lnTo>
                <a:lnTo>
                  <a:pt x="33020" y="330200"/>
                </a:lnTo>
                <a:lnTo>
                  <a:pt x="34290" y="332739"/>
                </a:lnTo>
                <a:lnTo>
                  <a:pt x="36830" y="334010"/>
                </a:lnTo>
                <a:lnTo>
                  <a:pt x="43180" y="346710"/>
                </a:lnTo>
                <a:lnTo>
                  <a:pt x="43180" y="350520"/>
                </a:lnTo>
                <a:lnTo>
                  <a:pt x="44450" y="354329"/>
                </a:lnTo>
                <a:lnTo>
                  <a:pt x="45720" y="359410"/>
                </a:lnTo>
                <a:lnTo>
                  <a:pt x="46990" y="368300"/>
                </a:lnTo>
                <a:lnTo>
                  <a:pt x="48260" y="379729"/>
                </a:lnTo>
                <a:lnTo>
                  <a:pt x="48260" y="392429"/>
                </a:lnTo>
                <a:lnTo>
                  <a:pt x="49530" y="406400"/>
                </a:lnTo>
                <a:lnTo>
                  <a:pt x="49530" y="795020"/>
                </a:lnTo>
                <a:lnTo>
                  <a:pt x="48260" y="807720"/>
                </a:lnTo>
                <a:lnTo>
                  <a:pt x="48260" y="820420"/>
                </a:lnTo>
                <a:lnTo>
                  <a:pt x="46990" y="831850"/>
                </a:lnTo>
                <a:lnTo>
                  <a:pt x="45720" y="840739"/>
                </a:lnTo>
                <a:lnTo>
                  <a:pt x="45720" y="844550"/>
                </a:lnTo>
                <a:lnTo>
                  <a:pt x="44450" y="848360"/>
                </a:lnTo>
                <a:lnTo>
                  <a:pt x="43180" y="850900"/>
                </a:lnTo>
                <a:lnTo>
                  <a:pt x="43180" y="854710"/>
                </a:lnTo>
                <a:lnTo>
                  <a:pt x="41910" y="857250"/>
                </a:lnTo>
                <a:lnTo>
                  <a:pt x="40640" y="858520"/>
                </a:lnTo>
                <a:lnTo>
                  <a:pt x="39370" y="861060"/>
                </a:lnTo>
                <a:lnTo>
                  <a:pt x="36830" y="864870"/>
                </a:lnTo>
                <a:lnTo>
                  <a:pt x="33020" y="868679"/>
                </a:lnTo>
                <a:lnTo>
                  <a:pt x="30480" y="869950"/>
                </a:lnTo>
                <a:lnTo>
                  <a:pt x="26670" y="873760"/>
                </a:lnTo>
                <a:lnTo>
                  <a:pt x="24130" y="875029"/>
                </a:lnTo>
                <a:lnTo>
                  <a:pt x="20320" y="877570"/>
                </a:lnTo>
                <a:lnTo>
                  <a:pt x="19050" y="877570"/>
                </a:lnTo>
                <a:lnTo>
                  <a:pt x="12700" y="880110"/>
                </a:lnTo>
                <a:lnTo>
                  <a:pt x="212090" y="880110"/>
                </a:lnTo>
                <a:lnTo>
                  <a:pt x="205740" y="877570"/>
                </a:lnTo>
                <a:lnTo>
                  <a:pt x="200660" y="876300"/>
                </a:lnTo>
                <a:lnTo>
                  <a:pt x="198120" y="875029"/>
                </a:lnTo>
                <a:lnTo>
                  <a:pt x="195580" y="872489"/>
                </a:lnTo>
                <a:lnTo>
                  <a:pt x="193040" y="872489"/>
                </a:lnTo>
                <a:lnTo>
                  <a:pt x="191770" y="869950"/>
                </a:lnTo>
                <a:lnTo>
                  <a:pt x="189230" y="868679"/>
                </a:lnTo>
                <a:lnTo>
                  <a:pt x="187960" y="866139"/>
                </a:lnTo>
                <a:lnTo>
                  <a:pt x="186690" y="864870"/>
                </a:lnTo>
                <a:lnTo>
                  <a:pt x="185420" y="862329"/>
                </a:lnTo>
                <a:lnTo>
                  <a:pt x="182880" y="859789"/>
                </a:lnTo>
                <a:lnTo>
                  <a:pt x="182880" y="857250"/>
                </a:lnTo>
                <a:lnTo>
                  <a:pt x="181610" y="854710"/>
                </a:lnTo>
                <a:lnTo>
                  <a:pt x="179070" y="847089"/>
                </a:lnTo>
                <a:lnTo>
                  <a:pt x="179070" y="842010"/>
                </a:lnTo>
                <a:lnTo>
                  <a:pt x="177800" y="833120"/>
                </a:lnTo>
                <a:lnTo>
                  <a:pt x="176403" y="820420"/>
                </a:lnTo>
                <a:lnTo>
                  <a:pt x="175260" y="808989"/>
                </a:lnTo>
                <a:lnTo>
                  <a:pt x="175260" y="295910"/>
                </a:lnTo>
                <a:close/>
              </a:path>
            </a:pathLst>
          </a:custGeom>
          <a:solidFill>
            <a:srgbClr val="333398"/>
          </a:solidFill>
        </p:spPr>
        <p:txBody>
          <a:bodyPr wrap="square" lIns="0" tIns="0" rIns="0" bIns="0" rtlCol="0"/>
          <a:lstStyle/>
          <a:p/>
        </p:txBody>
      </p:sp>
      <p:sp>
        <p:nvSpPr>
          <p:cNvPr id="215" name="object 215"/>
          <p:cNvSpPr/>
          <p:nvPr/>
        </p:nvSpPr>
        <p:spPr>
          <a:xfrm>
            <a:off x="5864859" y="1038860"/>
            <a:ext cx="287020" cy="646430"/>
          </a:xfrm>
          <a:custGeom>
            <a:avLst/>
            <a:gdLst/>
            <a:ahLst/>
            <a:cxnLst/>
            <a:rect l="l" t="t" r="r" b="b"/>
            <a:pathLst>
              <a:path w="287020" h="646430">
                <a:moveTo>
                  <a:pt x="229658" y="612139"/>
                </a:moveTo>
                <a:lnTo>
                  <a:pt x="53339" y="612139"/>
                </a:lnTo>
                <a:lnTo>
                  <a:pt x="54610" y="613410"/>
                </a:lnTo>
                <a:lnTo>
                  <a:pt x="58419" y="613410"/>
                </a:lnTo>
                <a:lnTo>
                  <a:pt x="63500" y="615950"/>
                </a:lnTo>
                <a:lnTo>
                  <a:pt x="105410" y="636269"/>
                </a:lnTo>
                <a:lnTo>
                  <a:pt x="125729" y="642619"/>
                </a:lnTo>
                <a:lnTo>
                  <a:pt x="134619" y="645160"/>
                </a:lnTo>
                <a:lnTo>
                  <a:pt x="142239" y="646429"/>
                </a:lnTo>
                <a:lnTo>
                  <a:pt x="160019" y="646429"/>
                </a:lnTo>
                <a:lnTo>
                  <a:pt x="168910" y="645160"/>
                </a:lnTo>
                <a:lnTo>
                  <a:pt x="186689" y="640079"/>
                </a:lnTo>
                <a:lnTo>
                  <a:pt x="204469" y="632460"/>
                </a:lnTo>
                <a:lnTo>
                  <a:pt x="212089" y="626110"/>
                </a:lnTo>
                <a:lnTo>
                  <a:pt x="220979" y="619760"/>
                </a:lnTo>
                <a:lnTo>
                  <a:pt x="228600" y="613410"/>
                </a:lnTo>
                <a:lnTo>
                  <a:pt x="229658" y="612139"/>
                </a:lnTo>
                <a:close/>
              </a:path>
              <a:path w="287020" h="646430">
                <a:moveTo>
                  <a:pt x="20319" y="425450"/>
                </a:moveTo>
                <a:lnTo>
                  <a:pt x="5079" y="425450"/>
                </a:lnTo>
                <a:lnTo>
                  <a:pt x="12700" y="643889"/>
                </a:lnTo>
                <a:lnTo>
                  <a:pt x="26669" y="643889"/>
                </a:lnTo>
                <a:lnTo>
                  <a:pt x="29210" y="637539"/>
                </a:lnTo>
                <a:lnTo>
                  <a:pt x="38100" y="619760"/>
                </a:lnTo>
                <a:lnTo>
                  <a:pt x="39369" y="618489"/>
                </a:lnTo>
                <a:lnTo>
                  <a:pt x="41910" y="617219"/>
                </a:lnTo>
                <a:lnTo>
                  <a:pt x="45719" y="613410"/>
                </a:lnTo>
                <a:lnTo>
                  <a:pt x="48260" y="613410"/>
                </a:lnTo>
                <a:lnTo>
                  <a:pt x="50800" y="612139"/>
                </a:lnTo>
                <a:lnTo>
                  <a:pt x="229658" y="612139"/>
                </a:lnTo>
                <a:lnTo>
                  <a:pt x="234950" y="605789"/>
                </a:lnTo>
                <a:lnTo>
                  <a:pt x="242569" y="598169"/>
                </a:lnTo>
                <a:lnTo>
                  <a:pt x="138429" y="598169"/>
                </a:lnTo>
                <a:lnTo>
                  <a:pt x="130810" y="595629"/>
                </a:lnTo>
                <a:lnTo>
                  <a:pt x="127000" y="595629"/>
                </a:lnTo>
                <a:lnTo>
                  <a:pt x="121919" y="593089"/>
                </a:lnTo>
                <a:lnTo>
                  <a:pt x="85089" y="565150"/>
                </a:lnTo>
                <a:lnTo>
                  <a:pt x="59689" y="530860"/>
                </a:lnTo>
                <a:lnTo>
                  <a:pt x="38100" y="483869"/>
                </a:lnTo>
                <a:lnTo>
                  <a:pt x="25400" y="445769"/>
                </a:lnTo>
                <a:lnTo>
                  <a:pt x="20319" y="425450"/>
                </a:lnTo>
                <a:close/>
              </a:path>
              <a:path w="287020" h="646430">
                <a:moveTo>
                  <a:pt x="129539" y="0"/>
                </a:moveTo>
                <a:lnTo>
                  <a:pt x="114300" y="1269"/>
                </a:lnTo>
                <a:lnTo>
                  <a:pt x="99060" y="3810"/>
                </a:lnTo>
                <a:lnTo>
                  <a:pt x="73660" y="13969"/>
                </a:lnTo>
                <a:lnTo>
                  <a:pt x="67310" y="19050"/>
                </a:lnTo>
                <a:lnTo>
                  <a:pt x="62229" y="22860"/>
                </a:lnTo>
                <a:lnTo>
                  <a:pt x="55879" y="27939"/>
                </a:lnTo>
                <a:lnTo>
                  <a:pt x="45719" y="38100"/>
                </a:lnTo>
                <a:lnTo>
                  <a:pt x="41910" y="44450"/>
                </a:lnTo>
                <a:lnTo>
                  <a:pt x="36829" y="49529"/>
                </a:lnTo>
                <a:lnTo>
                  <a:pt x="25400" y="72389"/>
                </a:lnTo>
                <a:lnTo>
                  <a:pt x="17779" y="86360"/>
                </a:lnTo>
                <a:lnTo>
                  <a:pt x="12700" y="101600"/>
                </a:lnTo>
                <a:lnTo>
                  <a:pt x="7619" y="118110"/>
                </a:lnTo>
                <a:lnTo>
                  <a:pt x="5079" y="134619"/>
                </a:lnTo>
                <a:lnTo>
                  <a:pt x="1269" y="151129"/>
                </a:lnTo>
                <a:lnTo>
                  <a:pt x="97" y="166369"/>
                </a:lnTo>
                <a:lnTo>
                  <a:pt x="0" y="201929"/>
                </a:lnTo>
                <a:lnTo>
                  <a:pt x="1269" y="215900"/>
                </a:lnTo>
                <a:lnTo>
                  <a:pt x="3810" y="232410"/>
                </a:lnTo>
                <a:lnTo>
                  <a:pt x="7619" y="246379"/>
                </a:lnTo>
                <a:lnTo>
                  <a:pt x="11429" y="261619"/>
                </a:lnTo>
                <a:lnTo>
                  <a:pt x="21589" y="289560"/>
                </a:lnTo>
                <a:lnTo>
                  <a:pt x="29210" y="302260"/>
                </a:lnTo>
                <a:lnTo>
                  <a:pt x="35560" y="312419"/>
                </a:lnTo>
                <a:lnTo>
                  <a:pt x="41910" y="323850"/>
                </a:lnTo>
                <a:lnTo>
                  <a:pt x="50800" y="335279"/>
                </a:lnTo>
                <a:lnTo>
                  <a:pt x="60960" y="347979"/>
                </a:lnTo>
                <a:lnTo>
                  <a:pt x="86360" y="375919"/>
                </a:lnTo>
                <a:lnTo>
                  <a:pt x="118110" y="408939"/>
                </a:lnTo>
                <a:lnTo>
                  <a:pt x="138429" y="430529"/>
                </a:lnTo>
                <a:lnTo>
                  <a:pt x="156210" y="448310"/>
                </a:lnTo>
                <a:lnTo>
                  <a:pt x="162560" y="457200"/>
                </a:lnTo>
                <a:lnTo>
                  <a:pt x="168910" y="463550"/>
                </a:lnTo>
                <a:lnTo>
                  <a:pt x="173989" y="471169"/>
                </a:lnTo>
                <a:lnTo>
                  <a:pt x="181610" y="483869"/>
                </a:lnTo>
                <a:lnTo>
                  <a:pt x="182879" y="490219"/>
                </a:lnTo>
                <a:lnTo>
                  <a:pt x="187960" y="502919"/>
                </a:lnTo>
                <a:lnTo>
                  <a:pt x="189229" y="509269"/>
                </a:lnTo>
                <a:lnTo>
                  <a:pt x="190500" y="516889"/>
                </a:lnTo>
                <a:lnTo>
                  <a:pt x="190500" y="544829"/>
                </a:lnTo>
                <a:lnTo>
                  <a:pt x="189229" y="548639"/>
                </a:lnTo>
                <a:lnTo>
                  <a:pt x="189229" y="551179"/>
                </a:lnTo>
                <a:lnTo>
                  <a:pt x="187960" y="553719"/>
                </a:lnTo>
                <a:lnTo>
                  <a:pt x="187960" y="557529"/>
                </a:lnTo>
                <a:lnTo>
                  <a:pt x="177800" y="577850"/>
                </a:lnTo>
                <a:lnTo>
                  <a:pt x="173989" y="582929"/>
                </a:lnTo>
                <a:lnTo>
                  <a:pt x="170179" y="586739"/>
                </a:lnTo>
                <a:lnTo>
                  <a:pt x="167639" y="588010"/>
                </a:lnTo>
                <a:lnTo>
                  <a:pt x="166369" y="590550"/>
                </a:lnTo>
                <a:lnTo>
                  <a:pt x="161289" y="593089"/>
                </a:lnTo>
                <a:lnTo>
                  <a:pt x="157479" y="595629"/>
                </a:lnTo>
                <a:lnTo>
                  <a:pt x="152400" y="596900"/>
                </a:lnTo>
                <a:lnTo>
                  <a:pt x="147319" y="596900"/>
                </a:lnTo>
                <a:lnTo>
                  <a:pt x="142239" y="598169"/>
                </a:lnTo>
                <a:lnTo>
                  <a:pt x="242569" y="598169"/>
                </a:lnTo>
                <a:lnTo>
                  <a:pt x="270510" y="546100"/>
                </a:lnTo>
                <a:lnTo>
                  <a:pt x="276860" y="520700"/>
                </a:lnTo>
                <a:lnTo>
                  <a:pt x="280669" y="508000"/>
                </a:lnTo>
                <a:lnTo>
                  <a:pt x="281939" y="496569"/>
                </a:lnTo>
                <a:lnTo>
                  <a:pt x="284479" y="483869"/>
                </a:lnTo>
                <a:lnTo>
                  <a:pt x="287019" y="458469"/>
                </a:lnTo>
                <a:lnTo>
                  <a:pt x="285750" y="417829"/>
                </a:lnTo>
                <a:lnTo>
                  <a:pt x="279400" y="379729"/>
                </a:lnTo>
                <a:lnTo>
                  <a:pt x="270510" y="355600"/>
                </a:lnTo>
                <a:lnTo>
                  <a:pt x="266700" y="344169"/>
                </a:lnTo>
                <a:lnTo>
                  <a:pt x="234950" y="294639"/>
                </a:lnTo>
                <a:lnTo>
                  <a:pt x="209550" y="265429"/>
                </a:lnTo>
                <a:lnTo>
                  <a:pt x="180339" y="233679"/>
                </a:lnTo>
                <a:lnTo>
                  <a:pt x="149860" y="204469"/>
                </a:lnTo>
                <a:lnTo>
                  <a:pt x="127000" y="179069"/>
                </a:lnTo>
                <a:lnTo>
                  <a:pt x="118110" y="167639"/>
                </a:lnTo>
                <a:lnTo>
                  <a:pt x="110489" y="158750"/>
                </a:lnTo>
                <a:lnTo>
                  <a:pt x="104139" y="149860"/>
                </a:lnTo>
                <a:lnTo>
                  <a:pt x="99060" y="142239"/>
                </a:lnTo>
                <a:lnTo>
                  <a:pt x="96519" y="134619"/>
                </a:lnTo>
                <a:lnTo>
                  <a:pt x="93979" y="129539"/>
                </a:lnTo>
                <a:lnTo>
                  <a:pt x="91439" y="121919"/>
                </a:lnTo>
                <a:lnTo>
                  <a:pt x="91439" y="116839"/>
                </a:lnTo>
                <a:lnTo>
                  <a:pt x="90169" y="113029"/>
                </a:lnTo>
                <a:lnTo>
                  <a:pt x="90169" y="105410"/>
                </a:lnTo>
                <a:lnTo>
                  <a:pt x="91439" y="102869"/>
                </a:lnTo>
                <a:lnTo>
                  <a:pt x="91439" y="93979"/>
                </a:lnTo>
                <a:lnTo>
                  <a:pt x="92710" y="91439"/>
                </a:lnTo>
                <a:lnTo>
                  <a:pt x="92710" y="88900"/>
                </a:lnTo>
                <a:lnTo>
                  <a:pt x="96519" y="81279"/>
                </a:lnTo>
                <a:lnTo>
                  <a:pt x="96519" y="78739"/>
                </a:lnTo>
                <a:lnTo>
                  <a:pt x="99060" y="76200"/>
                </a:lnTo>
                <a:lnTo>
                  <a:pt x="100329" y="71119"/>
                </a:lnTo>
                <a:lnTo>
                  <a:pt x="104139" y="67310"/>
                </a:lnTo>
                <a:lnTo>
                  <a:pt x="107950" y="62229"/>
                </a:lnTo>
                <a:lnTo>
                  <a:pt x="114300" y="55879"/>
                </a:lnTo>
                <a:lnTo>
                  <a:pt x="118110" y="53339"/>
                </a:lnTo>
                <a:lnTo>
                  <a:pt x="121919" y="52069"/>
                </a:lnTo>
                <a:lnTo>
                  <a:pt x="127000" y="49529"/>
                </a:lnTo>
                <a:lnTo>
                  <a:pt x="259575" y="49529"/>
                </a:lnTo>
                <a:lnTo>
                  <a:pt x="259018" y="34289"/>
                </a:lnTo>
                <a:lnTo>
                  <a:pt x="212089" y="34289"/>
                </a:lnTo>
                <a:lnTo>
                  <a:pt x="210819" y="33019"/>
                </a:lnTo>
                <a:lnTo>
                  <a:pt x="208279" y="33019"/>
                </a:lnTo>
                <a:lnTo>
                  <a:pt x="203200" y="30479"/>
                </a:lnTo>
                <a:lnTo>
                  <a:pt x="200660" y="27939"/>
                </a:lnTo>
                <a:lnTo>
                  <a:pt x="198119" y="26669"/>
                </a:lnTo>
                <a:lnTo>
                  <a:pt x="195579" y="24129"/>
                </a:lnTo>
                <a:lnTo>
                  <a:pt x="186689" y="19050"/>
                </a:lnTo>
                <a:lnTo>
                  <a:pt x="179069" y="13969"/>
                </a:lnTo>
                <a:lnTo>
                  <a:pt x="171450" y="10160"/>
                </a:lnTo>
                <a:lnTo>
                  <a:pt x="162560" y="6350"/>
                </a:lnTo>
                <a:lnTo>
                  <a:pt x="154939" y="3810"/>
                </a:lnTo>
                <a:lnTo>
                  <a:pt x="146050" y="1269"/>
                </a:lnTo>
                <a:lnTo>
                  <a:pt x="137160" y="1269"/>
                </a:lnTo>
                <a:lnTo>
                  <a:pt x="129539" y="0"/>
                </a:lnTo>
                <a:close/>
              </a:path>
              <a:path w="287020" h="646430">
                <a:moveTo>
                  <a:pt x="259575" y="49529"/>
                </a:moveTo>
                <a:lnTo>
                  <a:pt x="142239" y="49529"/>
                </a:lnTo>
                <a:lnTo>
                  <a:pt x="149860" y="50800"/>
                </a:lnTo>
                <a:lnTo>
                  <a:pt x="157479" y="53339"/>
                </a:lnTo>
                <a:lnTo>
                  <a:pt x="193039" y="83819"/>
                </a:lnTo>
                <a:lnTo>
                  <a:pt x="196850" y="87629"/>
                </a:lnTo>
                <a:lnTo>
                  <a:pt x="200660" y="92710"/>
                </a:lnTo>
                <a:lnTo>
                  <a:pt x="208279" y="104139"/>
                </a:lnTo>
                <a:lnTo>
                  <a:pt x="222250" y="132079"/>
                </a:lnTo>
                <a:lnTo>
                  <a:pt x="228600" y="148589"/>
                </a:lnTo>
                <a:lnTo>
                  <a:pt x="236219" y="166369"/>
                </a:lnTo>
                <a:lnTo>
                  <a:pt x="243839" y="186689"/>
                </a:lnTo>
                <a:lnTo>
                  <a:pt x="250189" y="209550"/>
                </a:lnTo>
                <a:lnTo>
                  <a:pt x="265429" y="209550"/>
                </a:lnTo>
                <a:lnTo>
                  <a:pt x="259575" y="49529"/>
                </a:lnTo>
                <a:close/>
              </a:path>
              <a:path w="287020" h="646430">
                <a:moveTo>
                  <a:pt x="257810" y="1269"/>
                </a:moveTo>
                <a:lnTo>
                  <a:pt x="243839" y="1269"/>
                </a:lnTo>
                <a:lnTo>
                  <a:pt x="238760" y="11429"/>
                </a:lnTo>
                <a:lnTo>
                  <a:pt x="233679" y="20319"/>
                </a:lnTo>
                <a:lnTo>
                  <a:pt x="232410" y="22860"/>
                </a:lnTo>
                <a:lnTo>
                  <a:pt x="229869" y="25400"/>
                </a:lnTo>
                <a:lnTo>
                  <a:pt x="228600" y="27939"/>
                </a:lnTo>
                <a:lnTo>
                  <a:pt x="224789" y="31750"/>
                </a:lnTo>
                <a:lnTo>
                  <a:pt x="223519" y="31750"/>
                </a:lnTo>
                <a:lnTo>
                  <a:pt x="222250" y="33019"/>
                </a:lnTo>
                <a:lnTo>
                  <a:pt x="218439" y="33019"/>
                </a:lnTo>
                <a:lnTo>
                  <a:pt x="217169" y="34289"/>
                </a:lnTo>
                <a:lnTo>
                  <a:pt x="259018" y="34289"/>
                </a:lnTo>
                <a:lnTo>
                  <a:pt x="257810" y="1269"/>
                </a:lnTo>
                <a:close/>
              </a:path>
            </a:pathLst>
          </a:custGeom>
          <a:solidFill>
            <a:srgbClr val="333398"/>
          </a:solidFill>
        </p:spPr>
        <p:txBody>
          <a:bodyPr wrap="square" lIns="0" tIns="0" rIns="0" bIns="0" rtlCol="0"/>
          <a:lstStyle/>
          <a:p/>
        </p:txBody>
      </p:sp>
      <p:sp>
        <p:nvSpPr>
          <p:cNvPr id="216" name="object 216"/>
          <p:cNvSpPr/>
          <p:nvPr/>
        </p:nvSpPr>
        <p:spPr>
          <a:xfrm>
            <a:off x="6201410" y="834389"/>
            <a:ext cx="673100" cy="850900"/>
          </a:xfrm>
          <a:custGeom>
            <a:avLst/>
            <a:gdLst/>
            <a:ahLst/>
            <a:cxnLst/>
            <a:rect l="l" t="t" r="r" b="b"/>
            <a:pathLst>
              <a:path w="673100" h="850900">
                <a:moveTo>
                  <a:pt x="279400" y="223520"/>
                </a:moveTo>
                <a:lnTo>
                  <a:pt x="179070" y="223520"/>
                </a:lnTo>
                <a:lnTo>
                  <a:pt x="179070" y="0"/>
                </a:lnTo>
                <a:lnTo>
                  <a:pt x="165100" y="0"/>
                </a:lnTo>
                <a:lnTo>
                  <a:pt x="149860" y="38100"/>
                </a:lnTo>
                <a:lnTo>
                  <a:pt x="133350" y="74930"/>
                </a:lnTo>
                <a:lnTo>
                  <a:pt x="115570" y="110490"/>
                </a:lnTo>
                <a:lnTo>
                  <a:pt x="86360" y="158750"/>
                </a:lnTo>
                <a:lnTo>
                  <a:pt x="74930" y="173990"/>
                </a:lnTo>
                <a:lnTo>
                  <a:pt x="52070" y="205740"/>
                </a:lnTo>
                <a:lnTo>
                  <a:pt x="27940" y="234950"/>
                </a:lnTo>
                <a:lnTo>
                  <a:pt x="0" y="264160"/>
                </a:lnTo>
                <a:lnTo>
                  <a:pt x="0" y="288290"/>
                </a:lnTo>
                <a:lnTo>
                  <a:pt x="54610" y="288290"/>
                </a:lnTo>
                <a:lnTo>
                  <a:pt x="54610" y="661670"/>
                </a:lnTo>
                <a:lnTo>
                  <a:pt x="55880" y="695960"/>
                </a:lnTo>
                <a:lnTo>
                  <a:pt x="55880" y="709930"/>
                </a:lnTo>
                <a:lnTo>
                  <a:pt x="57150" y="721360"/>
                </a:lnTo>
                <a:lnTo>
                  <a:pt x="58420" y="730250"/>
                </a:lnTo>
                <a:lnTo>
                  <a:pt x="58420" y="734060"/>
                </a:lnTo>
                <a:lnTo>
                  <a:pt x="59690" y="736600"/>
                </a:lnTo>
                <a:lnTo>
                  <a:pt x="60960" y="746760"/>
                </a:lnTo>
                <a:lnTo>
                  <a:pt x="63500" y="756920"/>
                </a:lnTo>
                <a:lnTo>
                  <a:pt x="81280" y="792480"/>
                </a:lnTo>
                <a:lnTo>
                  <a:pt x="116840" y="829310"/>
                </a:lnTo>
                <a:lnTo>
                  <a:pt x="161290" y="842010"/>
                </a:lnTo>
                <a:lnTo>
                  <a:pt x="181610" y="839470"/>
                </a:lnTo>
                <a:lnTo>
                  <a:pt x="232410" y="810260"/>
                </a:lnTo>
                <a:lnTo>
                  <a:pt x="257810" y="770890"/>
                </a:lnTo>
                <a:lnTo>
                  <a:pt x="274320" y="731520"/>
                </a:lnTo>
                <a:lnTo>
                  <a:pt x="279400" y="716280"/>
                </a:lnTo>
                <a:lnTo>
                  <a:pt x="265430" y="702310"/>
                </a:lnTo>
                <a:lnTo>
                  <a:pt x="259080" y="717550"/>
                </a:lnTo>
                <a:lnTo>
                  <a:pt x="252730" y="730250"/>
                </a:lnTo>
                <a:lnTo>
                  <a:pt x="242570" y="745490"/>
                </a:lnTo>
                <a:lnTo>
                  <a:pt x="238760" y="750570"/>
                </a:lnTo>
                <a:lnTo>
                  <a:pt x="232410" y="756920"/>
                </a:lnTo>
                <a:lnTo>
                  <a:pt x="220980" y="764540"/>
                </a:lnTo>
                <a:lnTo>
                  <a:pt x="217170" y="764540"/>
                </a:lnTo>
                <a:lnTo>
                  <a:pt x="214630" y="765810"/>
                </a:lnTo>
                <a:lnTo>
                  <a:pt x="207010" y="765810"/>
                </a:lnTo>
                <a:lnTo>
                  <a:pt x="205740" y="764540"/>
                </a:lnTo>
                <a:lnTo>
                  <a:pt x="203200" y="764540"/>
                </a:lnTo>
                <a:lnTo>
                  <a:pt x="199390" y="760730"/>
                </a:lnTo>
                <a:lnTo>
                  <a:pt x="196850" y="759460"/>
                </a:lnTo>
                <a:lnTo>
                  <a:pt x="195580" y="756920"/>
                </a:lnTo>
                <a:lnTo>
                  <a:pt x="190500" y="751840"/>
                </a:lnTo>
                <a:lnTo>
                  <a:pt x="189230" y="749300"/>
                </a:lnTo>
                <a:lnTo>
                  <a:pt x="187960" y="745490"/>
                </a:lnTo>
                <a:lnTo>
                  <a:pt x="186690" y="742950"/>
                </a:lnTo>
                <a:lnTo>
                  <a:pt x="184150" y="735330"/>
                </a:lnTo>
                <a:lnTo>
                  <a:pt x="182880" y="732790"/>
                </a:lnTo>
                <a:lnTo>
                  <a:pt x="182880" y="727710"/>
                </a:lnTo>
                <a:lnTo>
                  <a:pt x="181610" y="722630"/>
                </a:lnTo>
                <a:lnTo>
                  <a:pt x="181610" y="715010"/>
                </a:lnTo>
                <a:lnTo>
                  <a:pt x="180340" y="707390"/>
                </a:lnTo>
                <a:lnTo>
                  <a:pt x="180340" y="688340"/>
                </a:lnTo>
                <a:lnTo>
                  <a:pt x="179070" y="664210"/>
                </a:lnTo>
                <a:lnTo>
                  <a:pt x="179070" y="288290"/>
                </a:lnTo>
                <a:lnTo>
                  <a:pt x="279400" y="288290"/>
                </a:lnTo>
                <a:lnTo>
                  <a:pt x="279400" y="223520"/>
                </a:lnTo>
                <a:close/>
              </a:path>
              <a:path w="673100" h="850900">
                <a:moveTo>
                  <a:pt x="673100" y="506730"/>
                </a:moveTo>
                <a:lnTo>
                  <a:pt x="671830" y="469900"/>
                </a:lnTo>
                <a:lnTo>
                  <a:pt x="670979" y="462280"/>
                </a:lnTo>
                <a:lnTo>
                  <a:pt x="668020" y="435610"/>
                </a:lnTo>
                <a:lnTo>
                  <a:pt x="659130" y="374650"/>
                </a:lnTo>
                <a:lnTo>
                  <a:pt x="643890" y="323850"/>
                </a:lnTo>
                <a:lnTo>
                  <a:pt x="622300" y="280670"/>
                </a:lnTo>
                <a:lnTo>
                  <a:pt x="598170" y="247650"/>
                </a:lnTo>
                <a:lnTo>
                  <a:pt x="591820" y="240030"/>
                </a:lnTo>
                <a:lnTo>
                  <a:pt x="585470" y="234950"/>
                </a:lnTo>
                <a:lnTo>
                  <a:pt x="579120" y="228600"/>
                </a:lnTo>
                <a:lnTo>
                  <a:pt x="571500" y="223520"/>
                </a:lnTo>
                <a:lnTo>
                  <a:pt x="565150" y="219710"/>
                </a:lnTo>
                <a:lnTo>
                  <a:pt x="562610" y="218440"/>
                </a:lnTo>
                <a:lnTo>
                  <a:pt x="562610" y="414020"/>
                </a:lnTo>
                <a:lnTo>
                  <a:pt x="562610" y="462280"/>
                </a:lnTo>
                <a:lnTo>
                  <a:pt x="440690" y="462280"/>
                </a:lnTo>
                <a:lnTo>
                  <a:pt x="440690" y="439420"/>
                </a:lnTo>
                <a:lnTo>
                  <a:pt x="443230" y="391160"/>
                </a:lnTo>
                <a:lnTo>
                  <a:pt x="448310" y="349250"/>
                </a:lnTo>
                <a:lnTo>
                  <a:pt x="461010" y="295910"/>
                </a:lnTo>
                <a:lnTo>
                  <a:pt x="476250" y="265430"/>
                </a:lnTo>
                <a:lnTo>
                  <a:pt x="477520" y="262890"/>
                </a:lnTo>
                <a:lnTo>
                  <a:pt x="488950" y="251460"/>
                </a:lnTo>
                <a:lnTo>
                  <a:pt x="494030" y="248920"/>
                </a:lnTo>
                <a:lnTo>
                  <a:pt x="497840" y="247650"/>
                </a:lnTo>
                <a:lnTo>
                  <a:pt x="513080" y="247650"/>
                </a:lnTo>
                <a:lnTo>
                  <a:pt x="542290" y="276860"/>
                </a:lnTo>
                <a:lnTo>
                  <a:pt x="544830" y="284480"/>
                </a:lnTo>
                <a:lnTo>
                  <a:pt x="548640" y="292100"/>
                </a:lnTo>
                <a:lnTo>
                  <a:pt x="551180" y="299720"/>
                </a:lnTo>
                <a:lnTo>
                  <a:pt x="553720" y="308610"/>
                </a:lnTo>
                <a:lnTo>
                  <a:pt x="554990" y="318770"/>
                </a:lnTo>
                <a:lnTo>
                  <a:pt x="557530" y="328930"/>
                </a:lnTo>
                <a:lnTo>
                  <a:pt x="558800" y="341630"/>
                </a:lnTo>
                <a:lnTo>
                  <a:pt x="560158" y="358140"/>
                </a:lnTo>
                <a:lnTo>
                  <a:pt x="561340" y="373380"/>
                </a:lnTo>
                <a:lnTo>
                  <a:pt x="562610" y="414020"/>
                </a:lnTo>
                <a:lnTo>
                  <a:pt x="562610" y="218440"/>
                </a:lnTo>
                <a:lnTo>
                  <a:pt x="549910" y="212090"/>
                </a:lnTo>
                <a:lnTo>
                  <a:pt x="543560" y="209550"/>
                </a:lnTo>
                <a:lnTo>
                  <a:pt x="535940" y="207010"/>
                </a:lnTo>
                <a:lnTo>
                  <a:pt x="528320" y="205740"/>
                </a:lnTo>
                <a:lnTo>
                  <a:pt x="520700" y="205740"/>
                </a:lnTo>
                <a:lnTo>
                  <a:pt x="513080" y="204470"/>
                </a:lnTo>
                <a:lnTo>
                  <a:pt x="502920" y="205740"/>
                </a:lnTo>
                <a:lnTo>
                  <a:pt x="494030" y="205740"/>
                </a:lnTo>
                <a:lnTo>
                  <a:pt x="467360" y="213360"/>
                </a:lnTo>
                <a:lnTo>
                  <a:pt x="425437" y="240030"/>
                </a:lnTo>
                <a:lnTo>
                  <a:pt x="394970" y="274320"/>
                </a:lnTo>
                <a:lnTo>
                  <a:pt x="367030" y="318770"/>
                </a:lnTo>
                <a:lnTo>
                  <a:pt x="350520" y="358140"/>
                </a:lnTo>
                <a:lnTo>
                  <a:pt x="345440" y="370840"/>
                </a:lnTo>
                <a:lnTo>
                  <a:pt x="337820" y="401320"/>
                </a:lnTo>
                <a:lnTo>
                  <a:pt x="331470" y="433070"/>
                </a:lnTo>
                <a:lnTo>
                  <a:pt x="326390" y="466090"/>
                </a:lnTo>
                <a:lnTo>
                  <a:pt x="323837" y="501650"/>
                </a:lnTo>
                <a:lnTo>
                  <a:pt x="323837" y="567690"/>
                </a:lnTo>
                <a:lnTo>
                  <a:pt x="332740" y="651510"/>
                </a:lnTo>
                <a:lnTo>
                  <a:pt x="345440" y="702310"/>
                </a:lnTo>
                <a:lnTo>
                  <a:pt x="361937" y="746760"/>
                </a:lnTo>
                <a:lnTo>
                  <a:pt x="380987" y="782320"/>
                </a:lnTo>
                <a:lnTo>
                  <a:pt x="412737" y="817880"/>
                </a:lnTo>
                <a:lnTo>
                  <a:pt x="449580" y="840740"/>
                </a:lnTo>
                <a:lnTo>
                  <a:pt x="458470" y="844550"/>
                </a:lnTo>
                <a:lnTo>
                  <a:pt x="469900" y="847090"/>
                </a:lnTo>
                <a:lnTo>
                  <a:pt x="480060" y="849630"/>
                </a:lnTo>
                <a:lnTo>
                  <a:pt x="491490" y="850900"/>
                </a:lnTo>
                <a:lnTo>
                  <a:pt x="515620" y="850900"/>
                </a:lnTo>
                <a:lnTo>
                  <a:pt x="529590" y="848360"/>
                </a:lnTo>
                <a:lnTo>
                  <a:pt x="541020" y="844550"/>
                </a:lnTo>
                <a:lnTo>
                  <a:pt x="553720" y="840740"/>
                </a:lnTo>
                <a:lnTo>
                  <a:pt x="588010" y="819150"/>
                </a:lnTo>
                <a:lnTo>
                  <a:pt x="618490" y="784860"/>
                </a:lnTo>
                <a:lnTo>
                  <a:pt x="637540" y="751840"/>
                </a:lnTo>
                <a:lnTo>
                  <a:pt x="655320" y="712470"/>
                </a:lnTo>
                <a:lnTo>
                  <a:pt x="673100" y="665480"/>
                </a:lnTo>
                <a:lnTo>
                  <a:pt x="657860" y="651510"/>
                </a:lnTo>
                <a:lnTo>
                  <a:pt x="651510" y="665480"/>
                </a:lnTo>
                <a:lnTo>
                  <a:pt x="645160" y="678180"/>
                </a:lnTo>
                <a:lnTo>
                  <a:pt x="638810" y="689610"/>
                </a:lnTo>
                <a:lnTo>
                  <a:pt x="633730" y="699770"/>
                </a:lnTo>
                <a:lnTo>
                  <a:pt x="627380" y="708660"/>
                </a:lnTo>
                <a:lnTo>
                  <a:pt x="622300" y="716280"/>
                </a:lnTo>
                <a:lnTo>
                  <a:pt x="615950" y="723900"/>
                </a:lnTo>
                <a:lnTo>
                  <a:pt x="610870" y="730250"/>
                </a:lnTo>
                <a:lnTo>
                  <a:pt x="568960" y="751840"/>
                </a:lnTo>
                <a:lnTo>
                  <a:pt x="556260" y="751840"/>
                </a:lnTo>
                <a:lnTo>
                  <a:pt x="551180" y="750570"/>
                </a:lnTo>
                <a:lnTo>
                  <a:pt x="546100" y="750570"/>
                </a:lnTo>
                <a:lnTo>
                  <a:pt x="541020" y="748030"/>
                </a:lnTo>
                <a:lnTo>
                  <a:pt x="535940" y="746760"/>
                </a:lnTo>
                <a:lnTo>
                  <a:pt x="530860" y="744220"/>
                </a:lnTo>
                <a:lnTo>
                  <a:pt x="527050" y="741680"/>
                </a:lnTo>
                <a:lnTo>
                  <a:pt x="521970" y="737870"/>
                </a:lnTo>
                <a:lnTo>
                  <a:pt x="516890" y="735330"/>
                </a:lnTo>
                <a:lnTo>
                  <a:pt x="508000" y="726440"/>
                </a:lnTo>
                <a:lnTo>
                  <a:pt x="504190" y="721360"/>
                </a:lnTo>
                <a:lnTo>
                  <a:pt x="495300" y="709930"/>
                </a:lnTo>
                <a:lnTo>
                  <a:pt x="469900" y="659130"/>
                </a:lnTo>
                <a:lnTo>
                  <a:pt x="457200" y="614680"/>
                </a:lnTo>
                <a:lnTo>
                  <a:pt x="448310" y="563880"/>
                </a:lnTo>
                <a:lnTo>
                  <a:pt x="443230" y="506730"/>
                </a:lnTo>
                <a:lnTo>
                  <a:pt x="673100" y="506730"/>
                </a:lnTo>
                <a:close/>
              </a:path>
            </a:pathLst>
          </a:custGeom>
          <a:solidFill>
            <a:srgbClr val="333398"/>
          </a:solidFill>
        </p:spPr>
        <p:txBody>
          <a:bodyPr wrap="square" lIns="0" tIns="0" rIns="0" bIns="0" rtlCol="0"/>
          <a:lstStyle/>
          <a:p/>
        </p:txBody>
      </p:sp>
      <p:sp>
        <p:nvSpPr>
          <p:cNvPr id="217" name="object 217"/>
          <p:cNvSpPr/>
          <p:nvPr/>
        </p:nvSpPr>
        <p:spPr>
          <a:xfrm>
            <a:off x="6926580" y="1038860"/>
            <a:ext cx="452120" cy="628650"/>
          </a:xfrm>
          <a:custGeom>
            <a:avLst/>
            <a:gdLst/>
            <a:ahLst/>
            <a:cxnLst/>
            <a:rect l="l" t="t" r="r" b="b"/>
            <a:pathLst>
              <a:path w="452120" h="628650">
                <a:moveTo>
                  <a:pt x="295910" y="0"/>
                </a:moveTo>
                <a:lnTo>
                  <a:pt x="288290" y="1269"/>
                </a:lnTo>
                <a:lnTo>
                  <a:pt x="279400" y="1269"/>
                </a:lnTo>
                <a:lnTo>
                  <a:pt x="264160" y="6350"/>
                </a:lnTo>
                <a:lnTo>
                  <a:pt x="255270" y="8889"/>
                </a:lnTo>
                <a:lnTo>
                  <a:pt x="247650" y="13969"/>
                </a:lnTo>
                <a:lnTo>
                  <a:pt x="240029" y="17779"/>
                </a:lnTo>
                <a:lnTo>
                  <a:pt x="232410" y="24129"/>
                </a:lnTo>
                <a:lnTo>
                  <a:pt x="224790" y="29210"/>
                </a:lnTo>
                <a:lnTo>
                  <a:pt x="218440" y="36829"/>
                </a:lnTo>
                <a:lnTo>
                  <a:pt x="201929" y="53339"/>
                </a:lnTo>
                <a:lnTo>
                  <a:pt x="194310" y="62229"/>
                </a:lnTo>
                <a:lnTo>
                  <a:pt x="179070" y="85089"/>
                </a:lnTo>
                <a:lnTo>
                  <a:pt x="171450" y="97789"/>
                </a:lnTo>
                <a:lnTo>
                  <a:pt x="171450" y="19050"/>
                </a:lnTo>
                <a:lnTo>
                  <a:pt x="0" y="19050"/>
                </a:lnTo>
                <a:lnTo>
                  <a:pt x="0" y="43179"/>
                </a:lnTo>
                <a:lnTo>
                  <a:pt x="7620" y="44450"/>
                </a:lnTo>
                <a:lnTo>
                  <a:pt x="12700" y="45719"/>
                </a:lnTo>
                <a:lnTo>
                  <a:pt x="19050" y="48260"/>
                </a:lnTo>
                <a:lnTo>
                  <a:pt x="24129" y="50800"/>
                </a:lnTo>
                <a:lnTo>
                  <a:pt x="27940" y="53339"/>
                </a:lnTo>
                <a:lnTo>
                  <a:pt x="30479" y="54610"/>
                </a:lnTo>
                <a:lnTo>
                  <a:pt x="31750" y="57150"/>
                </a:lnTo>
                <a:lnTo>
                  <a:pt x="33020" y="58419"/>
                </a:lnTo>
                <a:lnTo>
                  <a:pt x="34290" y="60960"/>
                </a:lnTo>
                <a:lnTo>
                  <a:pt x="35560" y="62229"/>
                </a:lnTo>
                <a:lnTo>
                  <a:pt x="40640" y="72389"/>
                </a:lnTo>
                <a:lnTo>
                  <a:pt x="40640" y="76200"/>
                </a:lnTo>
                <a:lnTo>
                  <a:pt x="43179" y="95250"/>
                </a:lnTo>
                <a:lnTo>
                  <a:pt x="45720" y="119379"/>
                </a:lnTo>
                <a:lnTo>
                  <a:pt x="45720" y="527050"/>
                </a:lnTo>
                <a:lnTo>
                  <a:pt x="44450" y="539750"/>
                </a:lnTo>
                <a:lnTo>
                  <a:pt x="44450" y="551179"/>
                </a:lnTo>
                <a:lnTo>
                  <a:pt x="43179" y="561339"/>
                </a:lnTo>
                <a:lnTo>
                  <a:pt x="41910" y="568960"/>
                </a:lnTo>
                <a:lnTo>
                  <a:pt x="40640" y="572769"/>
                </a:lnTo>
                <a:lnTo>
                  <a:pt x="40640" y="575310"/>
                </a:lnTo>
                <a:lnTo>
                  <a:pt x="35560" y="585469"/>
                </a:lnTo>
                <a:lnTo>
                  <a:pt x="33020" y="586739"/>
                </a:lnTo>
                <a:lnTo>
                  <a:pt x="31750" y="589279"/>
                </a:lnTo>
                <a:lnTo>
                  <a:pt x="25400" y="595629"/>
                </a:lnTo>
                <a:lnTo>
                  <a:pt x="12700" y="601979"/>
                </a:lnTo>
                <a:lnTo>
                  <a:pt x="6350" y="603250"/>
                </a:lnTo>
                <a:lnTo>
                  <a:pt x="0" y="605789"/>
                </a:lnTo>
                <a:lnTo>
                  <a:pt x="0" y="628650"/>
                </a:lnTo>
                <a:lnTo>
                  <a:pt x="212090" y="628650"/>
                </a:lnTo>
                <a:lnTo>
                  <a:pt x="212090" y="605789"/>
                </a:lnTo>
                <a:lnTo>
                  <a:pt x="207010" y="603250"/>
                </a:lnTo>
                <a:lnTo>
                  <a:pt x="201929" y="601979"/>
                </a:lnTo>
                <a:lnTo>
                  <a:pt x="196850" y="599439"/>
                </a:lnTo>
                <a:lnTo>
                  <a:pt x="193040" y="596900"/>
                </a:lnTo>
                <a:lnTo>
                  <a:pt x="190500" y="595629"/>
                </a:lnTo>
                <a:lnTo>
                  <a:pt x="185420" y="590550"/>
                </a:lnTo>
                <a:lnTo>
                  <a:pt x="184150" y="588010"/>
                </a:lnTo>
                <a:lnTo>
                  <a:pt x="180340" y="584200"/>
                </a:lnTo>
                <a:lnTo>
                  <a:pt x="180340" y="581660"/>
                </a:lnTo>
                <a:lnTo>
                  <a:pt x="177800" y="576579"/>
                </a:lnTo>
                <a:lnTo>
                  <a:pt x="176529" y="572769"/>
                </a:lnTo>
                <a:lnTo>
                  <a:pt x="175260" y="570229"/>
                </a:lnTo>
                <a:lnTo>
                  <a:pt x="172720" y="551179"/>
                </a:lnTo>
                <a:lnTo>
                  <a:pt x="172720" y="539750"/>
                </a:lnTo>
                <a:lnTo>
                  <a:pt x="171450" y="527050"/>
                </a:lnTo>
                <a:lnTo>
                  <a:pt x="171450" y="168910"/>
                </a:lnTo>
                <a:lnTo>
                  <a:pt x="179070" y="149860"/>
                </a:lnTo>
                <a:lnTo>
                  <a:pt x="187960" y="133350"/>
                </a:lnTo>
                <a:lnTo>
                  <a:pt x="196850" y="119379"/>
                </a:lnTo>
                <a:lnTo>
                  <a:pt x="200660" y="113029"/>
                </a:lnTo>
                <a:lnTo>
                  <a:pt x="205740" y="107950"/>
                </a:lnTo>
                <a:lnTo>
                  <a:pt x="209550" y="102869"/>
                </a:lnTo>
                <a:lnTo>
                  <a:pt x="214629" y="99060"/>
                </a:lnTo>
                <a:lnTo>
                  <a:pt x="218440" y="96519"/>
                </a:lnTo>
                <a:lnTo>
                  <a:pt x="223520" y="92710"/>
                </a:lnTo>
                <a:lnTo>
                  <a:pt x="228600" y="91439"/>
                </a:lnTo>
                <a:lnTo>
                  <a:pt x="232410" y="88900"/>
                </a:lnTo>
                <a:lnTo>
                  <a:pt x="247650" y="88900"/>
                </a:lnTo>
                <a:lnTo>
                  <a:pt x="250190" y="90169"/>
                </a:lnTo>
                <a:lnTo>
                  <a:pt x="254000" y="91439"/>
                </a:lnTo>
                <a:lnTo>
                  <a:pt x="256540" y="92710"/>
                </a:lnTo>
                <a:lnTo>
                  <a:pt x="259079" y="95250"/>
                </a:lnTo>
                <a:lnTo>
                  <a:pt x="261620" y="96519"/>
                </a:lnTo>
                <a:lnTo>
                  <a:pt x="264160" y="99060"/>
                </a:lnTo>
                <a:lnTo>
                  <a:pt x="266700" y="102869"/>
                </a:lnTo>
                <a:lnTo>
                  <a:pt x="267970" y="105410"/>
                </a:lnTo>
                <a:lnTo>
                  <a:pt x="270510" y="107950"/>
                </a:lnTo>
                <a:lnTo>
                  <a:pt x="271779" y="113029"/>
                </a:lnTo>
                <a:lnTo>
                  <a:pt x="274320" y="115569"/>
                </a:lnTo>
                <a:lnTo>
                  <a:pt x="275590" y="120650"/>
                </a:lnTo>
                <a:lnTo>
                  <a:pt x="276860" y="124460"/>
                </a:lnTo>
                <a:lnTo>
                  <a:pt x="276860" y="129539"/>
                </a:lnTo>
                <a:lnTo>
                  <a:pt x="278129" y="132079"/>
                </a:lnTo>
                <a:lnTo>
                  <a:pt x="278129" y="134619"/>
                </a:lnTo>
                <a:lnTo>
                  <a:pt x="279400" y="142239"/>
                </a:lnTo>
                <a:lnTo>
                  <a:pt x="279400" y="151129"/>
                </a:lnTo>
                <a:lnTo>
                  <a:pt x="280670" y="162560"/>
                </a:lnTo>
                <a:lnTo>
                  <a:pt x="280670" y="190500"/>
                </a:lnTo>
                <a:lnTo>
                  <a:pt x="281940" y="223519"/>
                </a:lnTo>
                <a:lnTo>
                  <a:pt x="281940" y="495300"/>
                </a:lnTo>
                <a:lnTo>
                  <a:pt x="280670" y="524510"/>
                </a:lnTo>
                <a:lnTo>
                  <a:pt x="280670" y="537210"/>
                </a:lnTo>
                <a:lnTo>
                  <a:pt x="279400" y="548639"/>
                </a:lnTo>
                <a:lnTo>
                  <a:pt x="276860" y="565150"/>
                </a:lnTo>
                <a:lnTo>
                  <a:pt x="276860" y="567689"/>
                </a:lnTo>
                <a:lnTo>
                  <a:pt x="275590" y="571500"/>
                </a:lnTo>
                <a:lnTo>
                  <a:pt x="275590" y="574039"/>
                </a:lnTo>
                <a:lnTo>
                  <a:pt x="271779" y="581660"/>
                </a:lnTo>
                <a:lnTo>
                  <a:pt x="269240" y="585469"/>
                </a:lnTo>
                <a:lnTo>
                  <a:pt x="267970" y="586739"/>
                </a:lnTo>
                <a:lnTo>
                  <a:pt x="266700" y="589279"/>
                </a:lnTo>
                <a:lnTo>
                  <a:pt x="260350" y="595629"/>
                </a:lnTo>
                <a:lnTo>
                  <a:pt x="257810" y="596900"/>
                </a:lnTo>
                <a:lnTo>
                  <a:pt x="256540" y="598169"/>
                </a:lnTo>
                <a:lnTo>
                  <a:pt x="251460" y="601979"/>
                </a:lnTo>
                <a:lnTo>
                  <a:pt x="246379" y="603250"/>
                </a:lnTo>
                <a:lnTo>
                  <a:pt x="240029" y="605789"/>
                </a:lnTo>
                <a:lnTo>
                  <a:pt x="240029" y="628650"/>
                </a:lnTo>
                <a:lnTo>
                  <a:pt x="452120" y="628650"/>
                </a:lnTo>
                <a:lnTo>
                  <a:pt x="452120" y="605789"/>
                </a:lnTo>
                <a:lnTo>
                  <a:pt x="445770" y="603250"/>
                </a:lnTo>
                <a:lnTo>
                  <a:pt x="439420" y="601979"/>
                </a:lnTo>
                <a:lnTo>
                  <a:pt x="433070" y="599439"/>
                </a:lnTo>
                <a:lnTo>
                  <a:pt x="427990" y="596900"/>
                </a:lnTo>
                <a:lnTo>
                  <a:pt x="426720" y="595629"/>
                </a:lnTo>
                <a:lnTo>
                  <a:pt x="424179" y="594360"/>
                </a:lnTo>
                <a:lnTo>
                  <a:pt x="419100" y="589279"/>
                </a:lnTo>
                <a:lnTo>
                  <a:pt x="417829" y="586739"/>
                </a:lnTo>
                <a:lnTo>
                  <a:pt x="416560" y="585469"/>
                </a:lnTo>
                <a:lnTo>
                  <a:pt x="412750" y="577850"/>
                </a:lnTo>
                <a:lnTo>
                  <a:pt x="411479" y="574039"/>
                </a:lnTo>
                <a:lnTo>
                  <a:pt x="411479" y="570229"/>
                </a:lnTo>
                <a:lnTo>
                  <a:pt x="410210" y="562610"/>
                </a:lnTo>
                <a:lnTo>
                  <a:pt x="407670" y="541019"/>
                </a:lnTo>
                <a:lnTo>
                  <a:pt x="407670" y="527050"/>
                </a:lnTo>
                <a:lnTo>
                  <a:pt x="406400" y="495300"/>
                </a:lnTo>
                <a:lnTo>
                  <a:pt x="406400" y="209550"/>
                </a:lnTo>
                <a:lnTo>
                  <a:pt x="405129" y="168910"/>
                </a:lnTo>
                <a:lnTo>
                  <a:pt x="400050" y="115569"/>
                </a:lnTo>
                <a:lnTo>
                  <a:pt x="386079" y="69850"/>
                </a:lnTo>
                <a:lnTo>
                  <a:pt x="356870" y="25400"/>
                </a:lnTo>
                <a:lnTo>
                  <a:pt x="314960" y="2539"/>
                </a:lnTo>
                <a:lnTo>
                  <a:pt x="295910" y="0"/>
                </a:lnTo>
                <a:close/>
              </a:path>
            </a:pathLst>
          </a:custGeom>
          <a:solidFill>
            <a:srgbClr val="333398"/>
          </a:solidFill>
        </p:spPr>
        <p:txBody>
          <a:bodyPr wrap="square" lIns="0" tIns="0" rIns="0" bIns="0" rtlCol="0"/>
          <a:lstStyle/>
          <a:p/>
        </p:txBody>
      </p:sp>
      <p:sp>
        <p:nvSpPr>
          <p:cNvPr id="218" name="object 218"/>
          <p:cNvSpPr/>
          <p:nvPr/>
        </p:nvSpPr>
        <p:spPr>
          <a:xfrm>
            <a:off x="7424420" y="761999"/>
            <a:ext cx="717550" cy="905510"/>
          </a:xfrm>
          <a:custGeom>
            <a:avLst/>
            <a:gdLst/>
            <a:ahLst/>
            <a:cxnLst/>
            <a:rect l="l" t="t" r="r" b="b"/>
            <a:pathLst>
              <a:path w="717550" h="905510">
                <a:moveTo>
                  <a:pt x="181610" y="91440"/>
                </a:moveTo>
                <a:lnTo>
                  <a:pt x="180340" y="81280"/>
                </a:lnTo>
                <a:lnTo>
                  <a:pt x="179070" y="72390"/>
                </a:lnTo>
                <a:lnTo>
                  <a:pt x="176530" y="62230"/>
                </a:lnTo>
                <a:lnTo>
                  <a:pt x="175260" y="58420"/>
                </a:lnTo>
                <a:lnTo>
                  <a:pt x="173990" y="53340"/>
                </a:lnTo>
                <a:lnTo>
                  <a:pt x="172720" y="49530"/>
                </a:lnTo>
                <a:lnTo>
                  <a:pt x="170180" y="45720"/>
                </a:lnTo>
                <a:lnTo>
                  <a:pt x="166370" y="36830"/>
                </a:lnTo>
                <a:lnTo>
                  <a:pt x="161290" y="29210"/>
                </a:lnTo>
                <a:lnTo>
                  <a:pt x="151130" y="16510"/>
                </a:lnTo>
                <a:lnTo>
                  <a:pt x="144780" y="11430"/>
                </a:lnTo>
                <a:lnTo>
                  <a:pt x="142240" y="8890"/>
                </a:lnTo>
                <a:lnTo>
                  <a:pt x="138430" y="7620"/>
                </a:lnTo>
                <a:lnTo>
                  <a:pt x="135890" y="5080"/>
                </a:lnTo>
                <a:lnTo>
                  <a:pt x="132080" y="3810"/>
                </a:lnTo>
                <a:lnTo>
                  <a:pt x="129540" y="2540"/>
                </a:lnTo>
                <a:lnTo>
                  <a:pt x="125730" y="2540"/>
                </a:lnTo>
                <a:lnTo>
                  <a:pt x="119380" y="0"/>
                </a:lnTo>
                <a:lnTo>
                  <a:pt x="105410" y="0"/>
                </a:lnTo>
                <a:lnTo>
                  <a:pt x="99060" y="2540"/>
                </a:lnTo>
                <a:lnTo>
                  <a:pt x="95250" y="2540"/>
                </a:lnTo>
                <a:lnTo>
                  <a:pt x="92710" y="3810"/>
                </a:lnTo>
                <a:lnTo>
                  <a:pt x="88900" y="5080"/>
                </a:lnTo>
                <a:lnTo>
                  <a:pt x="86360" y="7620"/>
                </a:lnTo>
                <a:lnTo>
                  <a:pt x="58420" y="36830"/>
                </a:lnTo>
                <a:lnTo>
                  <a:pt x="53340" y="49530"/>
                </a:lnTo>
                <a:lnTo>
                  <a:pt x="50800" y="53340"/>
                </a:lnTo>
                <a:lnTo>
                  <a:pt x="49530" y="58420"/>
                </a:lnTo>
                <a:lnTo>
                  <a:pt x="48260" y="62230"/>
                </a:lnTo>
                <a:lnTo>
                  <a:pt x="45720" y="72390"/>
                </a:lnTo>
                <a:lnTo>
                  <a:pt x="44450" y="81280"/>
                </a:lnTo>
                <a:lnTo>
                  <a:pt x="43180" y="91440"/>
                </a:lnTo>
                <a:lnTo>
                  <a:pt x="43180" y="110490"/>
                </a:lnTo>
                <a:lnTo>
                  <a:pt x="45720" y="130810"/>
                </a:lnTo>
                <a:lnTo>
                  <a:pt x="46990" y="134620"/>
                </a:lnTo>
                <a:lnTo>
                  <a:pt x="48260" y="139700"/>
                </a:lnTo>
                <a:lnTo>
                  <a:pt x="49530" y="143510"/>
                </a:lnTo>
                <a:lnTo>
                  <a:pt x="50800" y="148590"/>
                </a:lnTo>
                <a:lnTo>
                  <a:pt x="53340" y="152400"/>
                </a:lnTo>
                <a:lnTo>
                  <a:pt x="77470" y="187960"/>
                </a:lnTo>
                <a:lnTo>
                  <a:pt x="80010" y="189230"/>
                </a:lnTo>
                <a:lnTo>
                  <a:pt x="82550" y="191770"/>
                </a:lnTo>
                <a:lnTo>
                  <a:pt x="86360" y="194310"/>
                </a:lnTo>
                <a:lnTo>
                  <a:pt x="88900" y="195580"/>
                </a:lnTo>
                <a:lnTo>
                  <a:pt x="92710" y="196850"/>
                </a:lnTo>
                <a:lnTo>
                  <a:pt x="99060" y="199390"/>
                </a:lnTo>
                <a:lnTo>
                  <a:pt x="111760" y="201930"/>
                </a:lnTo>
                <a:lnTo>
                  <a:pt x="119380" y="200660"/>
                </a:lnTo>
                <a:lnTo>
                  <a:pt x="125730" y="199390"/>
                </a:lnTo>
                <a:lnTo>
                  <a:pt x="132080" y="196850"/>
                </a:lnTo>
                <a:lnTo>
                  <a:pt x="135890" y="195580"/>
                </a:lnTo>
                <a:lnTo>
                  <a:pt x="138430" y="194310"/>
                </a:lnTo>
                <a:lnTo>
                  <a:pt x="142240" y="191770"/>
                </a:lnTo>
                <a:lnTo>
                  <a:pt x="144780" y="189230"/>
                </a:lnTo>
                <a:lnTo>
                  <a:pt x="147320" y="187960"/>
                </a:lnTo>
                <a:lnTo>
                  <a:pt x="156210" y="179070"/>
                </a:lnTo>
                <a:lnTo>
                  <a:pt x="161290" y="172720"/>
                </a:lnTo>
                <a:lnTo>
                  <a:pt x="166370" y="165100"/>
                </a:lnTo>
                <a:lnTo>
                  <a:pt x="170180" y="156210"/>
                </a:lnTo>
                <a:lnTo>
                  <a:pt x="173990" y="148590"/>
                </a:lnTo>
                <a:lnTo>
                  <a:pt x="175260" y="143510"/>
                </a:lnTo>
                <a:lnTo>
                  <a:pt x="176530" y="139700"/>
                </a:lnTo>
                <a:lnTo>
                  <a:pt x="177800" y="134620"/>
                </a:lnTo>
                <a:lnTo>
                  <a:pt x="179070" y="130810"/>
                </a:lnTo>
                <a:lnTo>
                  <a:pt x="179070" y="125730"/>
                </a:lnTo>
                <a:lnTo>
                  <a:pt x="180340" y="120650"/>
                </a:lnTo>
                <a:lnTo>
                  <a:pt x="181610" y="110490"/>
                </a:lnTo>
                <a:lnTo>
                  <a:pt x="181610" y="91440"/>
                </a:lnTo>
                <a:close/>
              </a:path>
              <a:path w="717550" h="905510">
                <a:moveTo>
                  <a:pt x="224790" y="880110"/>
                </a:moveTo>
                <a:lnTo>
                  <a:pt x="212090" y="880110"/>
                </a:lnTo>
                <a:lnTo>
                  <a:pt x="205740" y="877570"/>
                </a:lnTo>
                <a:lnTo>
                  <a:pt x="200660" y="876300"/>
                </a:lnTo>
                <a:lnTo>
                  <a:pt x="198120" y="875030"/>
                </a:lnTo>
                <a:lnTo>
                  <a:pt x="195580" y="872490"/>
                </a:lnTo>
                <a:lnTo>
                  <a:pt x="193040" y="872490"/>
                </a:lnTo>
                <a:lnTo>
                  <a:pt x="191770" y="869950"/>
                </a:lnTo>
                <a:lnTo>
                  <a:pt x="189230" y="868680"/>
                </a:lnTo>
                <a:lnTo>
                  <a:pt x="187960" y="866140"/>
                </a:lnTo>
                <a:lnTo>
                  <a:pt x="186690" y="864870"/>
                </a:lnTo>
                <a:lnTo>
                  <a:pt x="181610" y="854710"/>
                </a:lnTo>
                <a:lnTo>
                  <a:pt x="179070" y="847090"/>
                </a:lnTo>
                <a:lnTo>
                  <a:pt x="179070" y="842010"/>
                </a:lnTo>
                <a:lnTo>
                  <a:pt x="177800" y="833120"/>
                </a:lnTo>
                <a:lnTo>
                  <a:pt x="176403" y="820420"/>
                </a:lnTo>
                <a:lnTo>
                  <a:pt x="175260" y="808990"/>
                </a:lnTo>
                <a:lnTo>
                  <a:pt x="175260" y="295910"/>
                </a:lnTo>
                <a:lnTo>
                  <a:pt x="0" y="295910"/>
                </a:lnTo>
                <a:lnTo>
                  <a:pt x="0" y="320040"/>
                </a:lnTo>
                <a:lnTo>
                  <a:pt x="6350" y="321310"/>
                </a:lnTo>
                <a:lnTo>
                  <a:pt x="12700" y="321310"/>
                </a:lnTo>
                <a:lnTo>
                  <a:pt x="19050" y="322580"/>
                </a:lnTo>
                <a:lnTo>
                  <a:pt x="29210" y="327660"/>
                </a:lnTo>
                <a:lnTo>
                  <a:pt x="30480" y="328930"/>
                </a:lnTo>
                <a:lnTo>
                  <a:pt x="33020" y="330200"/>
                </a:lnTo>
                <a:lnTo>
                  <a:pt x="34290" y="332740"/>
                </a:lnTo>
                <a:lnTo>
                  <a:pt x="36830" y="334010"/>
                </a:lnTo>
                <a:lnTo>
                  <a:pt x="43180" y="346710"/>
                </a:lnTo>
                <a:lnTo>
                  <a:pt x="43180" y="350520"/>
                </a:lnTo>
                <a:lnTo>
                  <a:pt x="44450" y="354330"/>
                </a:lnTo>
                <a:lnTo>
                  <a:pt x="45720" y="359410"/>
                </a:lnTo>
                <a:lnTo>
                  <a:pt x="46990" y="368300"/>
                </a:lnTo>
                <a:lnTo>
                  <a:pt x="48260" y="379730"/>
                </a:lnTo>
                <a:lnTo>
                  <a:pt x="48260" y="392430"/>
                </a:lnTo>
                <a:lnTo>
                  <a:pt x="49530" y="406400"/>
                </a:lnTo>
                <a:lnTo>
                  <a:pt x="49530" y="795020"/>
                </a:lnTo>
                <a:lnTo>
                  <a:pt x="48260" y="807720"/>
                </a:lnTo>
                <a:lnTo>
                  <a:pt x="48260" y="820420"/>
                </a:lnTo>
                <a:lnTo>
                  <a:pt x="46990" y="831850"/>
                </a:lnTo>
                <a:lnTo>
                  <a:pt x="45720" y="840740"/>
                </a:lnTo>
                <a:lnTo>
                  <a:pt x="45720" y="844550"/>
                </a:lnTo>
                <a:lnTo>
                  <a:pt x="44450" y="848360"/>
                </a:lnTo>
                <a:lnTo>
                  <a:pt x="43180" y="850900"/>
                </a:lnTo>
                <a:lnTo>
                  <a:pt x="43180" y="854710"/>
                </a:lnTo>
                <a:lnTo>
                  <a:pt x="41910" y="857250"/>
                </a:lnTo>
                <a:lnTo>
                  <a:pt x="40640" y="858520"/>
                </a:lnTo>
                <a:lnTo>
                  <a:pt x="39370" y="861060"/>
                </a:lnTo>
                <a:lnTo>
                  <a:pt x="36830" y="864870"/>
                </a:lnTo>
                <a:lnTo>
                  <a:pt x="33020" y="868680"/>
                </a:lnTo>
                <a:lnTo>
                  <a:pt x="30480" y="869950"/>
                </a:lnTo>
                <a:lnTo>
                  <a:pt x="29210" y="872490"/>
                </a:lnTo>
                <a:lnTo>
                  <a:pt x="24130" y="875030"/>
                </a:lnTo>
                <a:lnTo>
                  <a:pt x="21590" y="877570"/>
                </a:lnTo>
                <a:lnTo>
                  <a:pt x="19050" y="877570"/>
                </a:lnTo>
                <a:lnTo>
                  <a:pt x="12700" y="880110"/>
                </a:lnTo>
                <a:lnTo>
                  <a:pt x="6350" y="880110"/>
                </a:lnTo>
                <a:lnTo>
                  <a:pt x="0" y="881380"/>
                </a:lnTo>
                <a:lnTo>
                  <a:pt x="0" y="905510"/>
                </a:lnTo>
                <a:lnTo>
                  <a:pt x="224790" y="905510"/>
                </a:lnTo>
                <a:lnTo>
                  <a:pt x="224790" y="880110"/>
                </a:lnTo>
                <a:close/>
              </a:path>
              <a:path w="717550" h="905510">
                <a:moveTo>
                  <a:pt x="717550" y="882650"/>
                </a:moveTo>
                <a:lnTo>
                  <a:pt x="711200" y="880110"/>
                </a:lnTo>
                <a:lnTo>
                  <a:pt x="704850" y="878840"/>
                </a:lnTo>
                <a:lnTo>
                  <a:pt x="692150" y="872490"/>
                </a:lnTo>
                <a:lnTo>
                  <a:pt x="690880" y="871220"/>
                </a:lnTo>
                <a:lnTo>
                  <a:pt x="688340" y="869950"/>
                </a:lnTo>
                <a:lnTo>
                  <a:pt x="687070" y="867410"/>
                </a:lnTo>
                <a:lnTo>
                  <a:pt x="684530" y="866140"/>
                </a:lnTo>
                <a:lnTo>
                  <a:pt x="683260" y="863600"/>
                </a:lnTo>
                <a:lnTo>
                  <a:pt x="681990" y="862330"/>
                </a:lnTo>
                <a:lnTo>
                  <a:pt x="680720" y="859790"/>
                </a:lnTo>
                <a:lnTo>
                  <a:pt x="680720" y="857250"/>
                </a:lnTo>
                <a:lnTo>
                  <a:pt x="679450" y="854710"/>
                </a:lnTo>
                <a:lnTo>
                  <a:pt x="676910" y="847090"/>
                </a:lnTo>
                <a:lnTo>
                  <a:pt x="675640" y="839470"/>
                </a:lnTo>
                <a:lnTo>
                  <a:pt x="673100" y="817880"/>
                </a:lnTo>
                <a:lnTo>
                  <a:pt x="673100" y="803910"/>
                </a:lnTo>
                <a:lnTo>
                  <a:pt x="671830" y="772160"/>
                </a:lnTo>
                <a:lnTo>
                  <a:pt x="671830" y="486410"/>
                </a:lnTo>
                <a:lnTo>
                  <a:pt x="670560" y="445770"/>
                </a:lnTo>
                <a:lnTo>
                  <a:pt x="668020" y="414020"/>
                </a:lnTo>
                <a:lnTo>
                  <a:pt x="665480" y="392430"/>
                </a:lnTo>
                <a:lnTo>
                  <a:pt x="662940" y="379730"/>
                </a:lnTo>
                <a:lnTo>
                  <a:pt x="659130" y="368300"/>
                </a:lnTo>
                <a:lnTo>
                  <a:pt x="656590" y="356870"/>
                </a:lnTo>
                <a:lnTo>
                  <a:pt x="629920" y="309880"/>
                </a:lnTo>
                <a:lnTo>
                  <a:pt x="607060" y="290830"/>
                </a:lnTo>
                <a:lnTo>
                  <a:pt x="599440" y="285750"/>
                </a:lnTo>
                <a:lnTo>
                  <a:pt x="590550" y="281940"/>
                </a:lnTo>
                <a:lnTo>
                  <a:pt x="581660" y="279400"/>
                </a:lnTo>
                <a:lnTo>
                  <a:pt x="562610" y="276860"/>
                </a:lnTo>
                <a:lnTo>
                  <a:pt x="553720" y="278130"/>
                </a:lnTo>
                <a:lnTo>
                  <a:pt x="544830" y="278130"/>
                </a:lnTo>
                <a:lnTo>
                  <a:pt x="521970" y="285750"/>
                </a:lnTo>
                <a:lnTo>
                  <a:pt x="514350" y="290830"/>
                </a:lnTo>
                <a:lnTo>
                  <a:pt x="506730" y="294640"/>
                </a:lnTo>
                <a:lnTo>
                  <a:pt x="499110" y="300990"/>
                </a:lnTo>
                <a:lnTo>
                  <a:pt x="491490" y="306070"/>
                </a:lnTo>
                <a:lnTo>
                  <a:pt x="476250" y="321310"/>
                </a:lnTo>
                <a:lnTo>
                  <a:pt x="461010" y="339090"/>
                </a:lnTo>
                <a:lnTo>
                  <a:pt x="452120" y="350520"/>
                </a:lnTo>
                <a:lnTo>
                  <a:pt x="444500" y="361950"/>
                </a:lnTo>
                <a:lnTo>
                  <a:pt x="436880" y="374650"/>
                </a:lnTo>
                <a:lnTo>
                  <a:pt x="436880" y="295910"/>
                </a:lnTo>
                <a:lnTo>
                  <a:pt x="266700" y="295910"/>
                </a:lnTo>
                <a:lnTo>
                  <a:pt x="266700" y="320040"/>
                </a:lnTo>
                <a:lnTo>
                  <a:pt x="279400" y="322580"/>
                </a:lnTo>
                <a:lnTo>
                  <a:pt x="289560" y="327660"/>
                </a:lnTo>
                <a:lnTo>
                  <a:pt x="293370" y="330200"/>
                </a:lnTo>
                <a:lnTo>
                  <a:pt x="295910" y="331470"/>
                </a:lnTo>
                <a:lnTo>
                  <a:pt x="297180" y="334010"/>
                </a:lnTo>
                <a:lnTo>
                  <a:pt x="299720" y="335280"/>
                </a:lnTo>
                <a:lnTo>
                  <a:pt x="300990" y="337820"/>
                </a:lnTo>
                <a:lnTo>
                  <a:pt x="302260" y="339090"/>
                </a:lnTo>
                <a:lnTo>
                  <a:pt x="303530" y="341630"/>
                </a:lnTo>
                <a:lnTo>
                  <a:pt x="303530" y="344170"/>
                </a:lnTo>
                <a:lnTo>
                  <a:pt x="306070" y="349250"/>
                </a:lnTo>
                <a:lnTo>
                  <a:pt x="307340" y="353060"/>
                </a:lnTo>
                <a:lnTo>
                  <a:pt x="309880" y="372110"/>
                </a:lnTo>
                <a:lnTo>
                  <a:pt x="309880" y="383540"/>
                </a:lnTo>
                <a:lnTo>
                  <a:pt x="311150" y="396240"/>
                </a:lnTo>
                <a:lnTo>
                  <a:pt x="311150" y="816610"/>
                </a:lnTo>
                <a:lnTo>
                  <a:pt x="308610" y="838200"/>
                </a:lnTo>
                <a:lnTo>
                  <a:pt x="307340" y="845820"/>
                </a:lnTo>
                <a:lnTo>
                  <a:pt x="307340" y="849630"/>
                </a:lnTo>
                <a:lnTo>
                  <a:pt x="300990" y="862330"/>
                </a:lnTo>
                <a:lnTo>
                  <a:pt x="297180" y="866140"/>
                </a:lnTo>
                <a:lnTo>
                  <a:pt x="295910" y="868680"/>
                </a:lnTo>
                <a:lnTo>
                  <a:pt x="293370" y="869950"/>
                </a:lnTo>
                <a:lnTo>
                  <a:pt x="289560" y="873760"/>
                </a:lnTo>
                <a:lnTo>
                  <a:pt x="284480" y="876300"/>
                </a:lnTo>
                <a:lnTo>
                  <a:pt x="278130" y="878840"/>
                </a:lnTo>
                <a:lnTo>
                  <a:pt x="273050" y="880110"/>
                </a:lnTo>
                <a:lnTo>
                  <a:pt x="266700" y="882650"/>
                </a:lnTo>
                <a:lnTo>
                  <a:pt x="266700" y="905510"/>
                </a:lnTo>
                <a:lnTo>
                  <a:pt x="477520" y="905510"/>
                </a:lnTo>
                <a:lnTo>
                  <a:pt x="477520" y="882650"/>
                </a:lnTo>
                <a:lnTo>
                  <a:pt x="472440" y="880110"/>
                </a:lnTo>
                <a:lnTo>
                  <a:pt x="467360" y="878840"/>
                </a:lnTo>
                <a:lnTo>
                  <a:pt x="462280" y="876300"/>
                </a:lnTo>
                <a:lnTo>
                  <a:pt x="458470" y="873760"/>
                </a:lnTo>
                <a:lnTo>
                  <a:pt x="455930" y="872490"/>
                </a:lnTo>
                <a:lnTo>
                  <a:pt x="454660" y="869950"/>
                </a:lnTo>
                <a:lnTo>
                  <a:pt x="452120" y="868680"/>
                </a:lnTo>
                <a:lnTo>
                  <a:pt x="450850" y="867410"/>
                </a:lnTo>
                <a:lnTo>
                  <a:pt x="449580" y="864870"/>
                </a:lnTo>
                <a:lnTo>
                  <a:pt x="448310" y="863600"/>
                </a:lnTo>
                <a:lnTo>
                  <a:pt x="443230" y="853440"/>
                </a:lnTo>
                <a:lnTo>
                  <a:pt x="443230" y="849630"/>
                </a:lnTo>
                <a:lnTo>
                  <a:pt x="441960" y="847090"/>
                </a:lnTo>
                <a:lnTo>
                  <a:pt x="439420" y="828040"/>
                </a:lnTo>
                <a:lnTo>
                  <a:pt x="436880" y="803910"/>
                </a:lnTo>
                <a:lnTo>
                  <a:pt x="436880" y="445770"/>
                </a:lnTo>
                <a:lnTo>
                  <a:pt x="453390" y="410210"/>
                </a:lnTo>
                <a:lnTo>
                  <a:pt x="480060" y="375920"/>
                </a:lnTo>
                <a:lnTo>
                  <a:pt x="485140" y="373380"/>
                </a:lnTo>
                <a:lnTo>
                  <a:pt x="488950" y="369570"/>
                </a:lnTo>
                <a:lnTo>
                  <a:pt x="494030" y="368300"/>
                </a:lnTo>
                <a:lnTo>
                  <a:pt x="499110" y="365760"/>
                </a:lnTo>
                <a:lnTo>
                  <a:pt x="514350" y="365760"/>
                </a:lnTo>
                <a:lnTo>
                  <a:pt x="521970" y="369570"/>
                </a:lnTo>
                <a:lnTo>
                  <a:pt x="524510" y="372110"/>
                </a:lnTo>
                <a:lnTo>
                  <a:pt x="527050" y="373380"/>
                </a:lnTo>
                <a:lnTo>
                  <a:pt x="529590" y="375920"/>
                </a:lnTo>
                <a:lnTo>
                  <a:pt x="532130" y="379730"/>
                </a:lnTo>
                <a:lnTo>
                  <a:pt x="534670" y="382270"/>
                </a:lnTo>
                <a:lnTo>
                  <a:pt x="535940" y="384810"/>
                </a:lnTo>
                <a:lnTo>
                  <a:pt x="537210" y="389890"/>
                </a:lnTo>
                <a:lnTo>
                  <a:pt x="539750" y="392430"/>
                </a:lnTo>
                <a:lnTo>
                  <a:pt x="541020" y="397510"/>
                </a:lnTo>
                <a:lnTo>
                  <a:pt x="542290" y="401320"/>
                </a:lnTo>
                <a:lnTo>
                  <a:pt x="543560" y="406400"/>
                </a:lnTo>
                <a:lnTo>
                  <a:pt x="543560" y="408940"/>
                </a:lnTo>
                <a:lnTo>
                  <a:pt x="544830" y="411480"/>
                </a:lnTo>
                <a:lnTo>
                  <a:pt x="544830" y="419100"/>
                </a:lnTo>
                <a:lnTo>
                  <a:pt x="546100" y="427990"/>
                </a:lnTo>
                <a:lnTo>
                  <a:pt x="546100" y="467360"/>
                </a:lnTo>
                <a:lnTo>
                  <a:pt x="547370" y="500380"/>
                </a:lnTo>
                <a:lnTo>
                  <a:pt x="547370" y="772160"/>
                </a:lnTo>
                <a:lnTo>
                  <a:pt x="546100" y="801370"/>
                </a:lnTo>
                <a:lnTo>
                  <a:pt x="546100" y="814070"/>
                </a:lnTo>
                <a:lnTo>
                  <a:pt x="544830" y="825500"/>
                </a:lnTo>
                <a:lnTo>
                  <a:pt x="544830" y="834390"/>
                </a:lnTo>
                <a:lnTo>
                  <a:pt x="543560" y="842010"/>
                </a:lnTo>
                <a:lnTo>
                  <a:pt x="542290" y="844550"/>
                </a:lnTo>
                <a:lnTo>
                  <a:pt x="542290" y="848360"/>
                </a:lnTo>
                <a:lnTo>
                  <a:pt x="537210" y="858520"/>
                </a:lnTo>
                <a:lnTo>
                  <a:pt x="535940" y="862330"/>
                </a:lnTo>
                <a:lnTo>
                  <a:pt x="532130" y="866140"/>
                </a:lnTo>
                <a:lnTo>
                  <a:pt x="530860" y="868680"/>
                </a:lnTo>
                <a:lnTo>
                  <a:pt x="528320" y="869950"/>
                </a:lnTo>
                <a:lnTo>
                  <a:pt x="527050" y="872490"/>
                </a:lnTo>
                <a:lnTo>
                  <a:pt x="521970" y="875030"/>
                </a:lnTo>
                <a:lnTo>
                  <a:pt x="516890" y="878840"/>
                </a:lnTo>
                <a:lnTo>
                  <a:pt x="511810" y="880110"/>
                </a:lnTo>
                <a:lnTo>
                  <a:pt x="506730" y="882650"/>
                </a:lnTo>
                <a:lnTo>
                  <a:pt x="506730" y="905510"/>
                </a:lnTo>
                <a:lnTo>
                  <a:pt x="717550" y="905510"/>
                </a:lnTo>
                <a:lnTo>
                  <a:pt x="717550" y="882650"/>
                </a:lnTo>
                <a:close/>
              </a:path>
            </a:pathLst>
          </a:custGeom>
          <a:solidFill>
            <a:srgbClr val="333398"/>
          </a:solidFill>
        </p:spPr>
        <p:txBody>
          <a:bodyPr wrap="square" lIns="0" tIns="0" rIns="0" bIns="0" rtlCol="0"/>
          <a:lstStyle/>
          <a:p/>
        </p:txBody>
      </p:sp>
      <p:sp>
        <p:nvSpPr>
          <p:cNvPr id="219" name="object 219"/>
          <p:cNvSpPr/>
          <p:nvPr/>
        </p:nvSpPr>
        <p:spPr>
          <a:xfrm>
            <a:off x="8202930" y="1040130"/>
            <a:ext cx="407670" cy="915669"/>
          </a:xfrm>
          <a:custGeom>
            <a:avLst/>
            <a:gdLst/>
            <a:ahLst/>
            <a:cxnLst/>
            <a:rect l="l" t="t" r="r" b="b"/>
            <a:pathLst>
              <a:path w="407670" h="915669">
                <a:moveTo>
                  <a:pt x="200660" y="0"/>
                </a:moveTo>
                <a:lnTo>
                  <a:pt x="160020" y="0"/>
                </a:lnTo>
                <a:lnTo>
                  <a:pt x="124460" y="7620"/>
                </a:lnTo>
                <a:lnTo>
                  <a:pt x="77470" y="35560"/>
                </a:lnTo>
                <a:lnTo>
                  <a:pt x="38100" y="82550"/>
                </a:lnTo>
                <a:lnTo>
                  <a:pt x="16510" y="127000"/>
                </a:lnTo>
                <a:lnTo>
                  <a:pt x="5079" y="166370"/>
                </a:lnTo>
                <a:lnTo>
                  <a:pt x="3810" y="177800"/>
                </a:lnTo>
                <a:lnTo>
                  <a:pt x="1270" y="187960"/>
                </a:lnTo>
                <a:lnTo>
                  <a:pt x="1270" y="209550"/>
                </a:lnTo>
                <a:lnTo>
                  <a:pt x="0" y="219710"/>
                </a:lnTo>
                <a:lnTo>
                  <a:pt x="1270" y="236220"/>
                </a:lnTo>
                <a:lnTo>
                  <a:pt x="1270" y="254000"/>
                </a:lnTo>
                <a:lnTo>
                  <a:pt x="3810" y="267970"/>
                </a:lnTo>
                <a:lnTo>
                  <a:pt x="7620" y="285750"/>
                </a:lnTo>
                <a:lnTo>
                  <a:pt x="10160" y="298450"/>
                </a:lnTo>
                <a:lnTo>
                  <a:pt x="15240" y="314960"/>
                </a:lnTo>
                <a:lnTo>
                  <a:pt x="20320" y="327660"/>
                </a:lnTo>
                <a:lnTo>
                  <a:pt x="27940" y="340360"/>
                </a:lnTo>
                <a:lnTo>
                  <a:pt x="34290" y="353060"/>
                </a:lnTo>
                <a:lnTo>
                  <a:pt x="62229" y="387350"/>
                </a:lnTo>
                <a:lnTo>
                  <a:pt x="99060" y="416560"/>
                </a:lnTo>
                <a:lnTo>
                  <a:pt x="114300" y="425450"/>
                </a:lnTo>
                <a:lnTo>
                  <a:pt x="101600" y="431800"/>
                </a:lnTo>
                <a:lnTo>
                  <a:pt x="90170" y="441960"/>
                </a:lnTo>
                <a:lnTo>
                  <a:pt x="78740" y="448310"/>
                </a:lnTo>
                <a:lnTo>
                  <a:pt x="69850" y="457200"/>
                </a:lnTo>
                <a:lnTo>
                  <a:pt x="33020" y="508000"/>
                </a:lnTo>
                <a:lnTo>
                  <a:pt x="19050" y="552450"/>
                </a:lnTo>
                <a:lnTo>
                  <a:pt x="16510" y="562610"/>
                </a:lnTo>
                <a:lnTo>
                  <a:pt x="15240" y="575310"/>
                </a:lnTo>
                <a:lnTo>
                  <a:pt x="15240" y="594360"/>
                </a:lnTo>
                <a:lnTo>
                  <a:pt x="19050" y="622300"/>
                </a:lnTo>
                <a:lnTo>
                  <a:pt x="20320" y="628650"/>
                </a:lnTo>
                <a:lnTo>
                  <a:pt x="22860" y="636270"/>
                </a:lnTo>
                <a:lnTo>
                  <a:pt x="26670" y="645160"/>
                </a:lnTo>
                <a:lnTo>
                  <a:pt x="29210" y="651510"/>
                </a:lnTo>
                <a:lnTo>
                  <a:pt x="33020" y="657860"/>
                </a:lnTo>
                <a:lnTo>
                  <a:pt x="38100" y="666750"/>
                </a:lnTo>
                <a:lnTo>
                  <a:pt x="41910" y="673100"/>
                </a:lnTo>
                <a:lnTo>
                  <a:pt x="48260" y="679450"/>
                </a:lnTo>
                <a:lnTo>
                  <a:pt x="53340" y="685800"/>
                </a:lnTo>
                <a:lnTo>
                  <a:pt x="59690" y="692150"/>
                </a:lnTo>
                <a:lnTo>
                  <a:pt x="73660" y="702310"/>
                </a:lnTo>
                <a:lnTo>
                  <a:pt x="63500" y="706120"/>
                </a:lnTo>
                <a:lnTo>
                  <a:pt x="54610" y="711200"/>
                </a:lnTo>
                <a:lnTo>
                  <a:pt x="45720" y="715010"/>
                </a:lnTo>
                <a:lnTo>
                  <a:pt x="30479" y="725170"/>
                </a:lnTo>
                <a:lnTo>
                  <a:pt x="20320" y="736600"/>
                </a:lnTo>
                <a:lnTo>
                  <a:pt x="17779" y="740410"/>
                </a:lnTo>
                <a:lnTo>
                  <a:pt x="15240" y="742950"/>
                </a:lnTo>
                <a:lnTo>
                  <a:pt x="11429" y="749300"/>
                </a:lnTo>
                <a:lnTo>
                  <a:pt x="3810" y="768350"/>
                </a:lnTo>
                <a:lnTo>
                  <a:pt x="3810" y="772160"/>
                </a:lnTo>
                <a:lnTo>
                  <a:pt x="2540" y="774700"/>
                </a:lnTo>
                <a:lnTo>
                  <a:pt x="1270" y="778510"/>
                </a:lnTo>
                <a:lnTo>
                  <a:pt x="1270" y="788670"/>
                </a:lnTo>
                <a:lnTo>
                  <a:pt x="0" y="795020"/>
                </a:lnTo>
                <a:lnTo>
                  <a:pt x="0" y="800100"/>
                </a:lnTo>
                <a:lnTo>
                  <a:pt x="1270" y="803910"/>
                </a:lnTo>
                <a:lnTo>
                  <a:pt x="1270" y="812800"/>
                </a:lnTo>
                <a:lnTo>
                  <a:pt x="2540" y="816610"/>
                </a:lnTo>
                <a:lnTo>
                  <a:pt x="2540" y="819150"/>
                </a:lnTo>
                <a:lnTo>
                  <a:pt x="3810" y="822960"/>
                </a:lnTo>
                <a:lnTo>
                  <a:pt x="6350" y="829310"/>
                </a:lnTo>
                <a:lnTo>
                  <a:pt x="8890" y="833120"/>
                </a:lnTo>
                <a:lnTo>
                  <a:pt x="11429" y="842010"/>
                </a:lnTo>
                <a:lnTo>
                  <a:pt x="15240" y="848360"/>
                </a:lnTo>
                <a:lnTo>
                  <a:pt x="25400" y="863600"/>
                </a:lnTo>
                <a:lnTo>
                  <a:pt x="31750" y="869950"/>
                </a:lnTo>
                <a:lnTo>
                  <a:pt x="39370" y="873760"/>
                </a:lnTo>
                <a:lnTo>
                  <a:pt x="46990" y="880110"/>
                </a:lnTo>
                <a:lnTo>
                  <a:pt x="110490" y="908050"/>
                </a:lnTo>
                <a:lnTo>
                  <a:pt x="162560" y="914400"/>
                </a:lnTo>
                <a:lnTo>
                  <a:pt x="190500" y="915670"/>
                </a:lnTo>
                <a:lnTo>
                  <a:pt x="208279" y="914400"/>
                </a:lnTo>
                <a:lnTo>
                  <a:pt x="227329" y="914400"/>
                </a:lnTo>
                <a:lnTo>
                  <a:pt x="243840" y="911860"/>
                </a:lnTo>
                <a:lnTo>
                  <a:pt x="261620" y="908050"/>
                </a:lnTo>
                <a:lnTo>
                  <a:pt x="276860" y="902970"/>
                </a:lnTo>
                <a:lnTo>
                  <a:pt x="293370" y="899160"/>
                </a:lnTo>
                <a:lnTo>
                  <a:pt x="308610" y="892810"/>
                </a:lnTo>
                <a:lnTo>
                  <a:pt x="322579" y="883920"/>
                </a:lnTo>
                <a:lnTo>
                  <a:pt x="332740" y="877570"/>
                </a:lnTo>
                <a:lnTo>
                  <a:pt x="340360" y="871220"/>
                </a:lnTo>
                <a:lnTo>
                  <a:pt x="341841" y="869950"/>
                </a:lnTo>
                <a:lnTo>
                  <a:pt x="167640" y="869950"/>
                </a:lnTo>
                <a:lnTo>
                  <a:pt x="152400" y="867410"/>
                </a:lnTo>
                <a:lnTo>
                  <a:pt x="139700" y="863600"/>
                </a:lnTo>
                <a:lnTo>
                  <a:pt x="128270" y="861060"/>
                </a:lnTo>
                <a:lnTo>
                  <a:pt x="113029" y="852170"/>
                </a:lnTo>
                <a:lnTo>
                  <a:pt x="105410" y="848360"/>
                </a:lnTo>
                <a:lnTo>
                  <a:pt x="101600" y="844550"/>
                </a:lnTo>
                <a:lnTo>
                  <a:pt x="95250" y="835660"/>
                </a:lnTo>
                <a:lnTo>
                  <a:pt x="85090" y="822960"/>
                </a:lnTo>
                <a:lnTo>
                  <a:pt x="83820" y="819150"/>
                </a:lnTo>
                <a:lnTo>
                  <a:pt x="78740" y="806450"/>
                </a:lnTo>
                <a:lnTo>
                  <a:pt x="78740" y="803910"/>
                </a:lnTo>
                <a:lnTo>
                  <a:pt x="77470" y="800100"/>
                </a:lnTo>
                <a:lnTo>
                  <a:pt x="76200" y="795020"/>
                </a:lnTo>
                <a:lnTo>
                  <a:pt x="76200" y="791210"/>
                </a:lnTo>
                <a:lnTo>
                  <a:pt x="74929" y="787400"/>
                </a:lnTo>
                <a:lnTo>
                  <a:pt x="74929" y="778510"/>
                </a:lnTo>
                <a:lnTo>
                  <a:pt x="76200" y="774700"/>
                </a:lnTo>
                <a:lnTo>
                  <a:pt x="76200" y="772160"/>
                </a:lnTo>
                <a:lnTo>
                  <a:pt x="77470" y="765810"/>
                </a:lnTo>
                <a:lnTo>
                  <a:pt x="77470" y="763270"/>
                </a:lnTo>
                <a:lnTo>
                  <a:pt x="80010" y="755650"/>
                </a:lnTo>
                <a:lnTo>
                  <a:pt x="82550" y="753110"/>
                </a:lnTo>
                <a:lnTo>
                  <a:pt x="83820" y="749300"/>
                </a:lnTo>
                <a:lnTo>
                  <a:pt x="85090" y="746760"/>
                </a:lnTo>
                <a:lnTo>
                  <a:pt x="87629" y="742950"/>
                </a:lnTo>
                <a:lnTo>
                  <a:pt x="95250" y="734060"/>
                </a:lnTo>
                <a:lnTo>
                  <a:pt x="100329" y="727710"/>
                </a:lnTo>
                <a:lnTo>
                  <a:pt x="105410" y="725170"/>
                </a:lnTo>
                <a:lnTo>
                  <a:pt x="110490" y="723900"/>
                </a:lnTo>
                <a:lnTo>
                  <a:pt x="116840" y="721360"/>
                </a:lnTo>
                <a:lnTo>
                  <a:pt x="123190" y="721360"/>
                </a:lnTo>
                <a:lnTo>
                  <a:pt x="130810" y="718820"/>
                </a:lnTo>
                <a:lnTo>
                  <a:pt x="140970" y="717550"/>
                </a:lnTo>
                <a:lnTo>
                  <a:pt x="407670" y="717550"/>
                </a:lnTo>
                <a:lnTo>
                  <a:pt x="407670" y="706120"/>
                </a:lnTo>
                <a:lnTo>
                  <a:pt x="403860" y="676910"/>
                </a:lnTo>
                <a:lnTo>
                  <a:pt x="402590" y="666750"/>
                </a:lnTo>
                <a:lnTo>
                  <a:pt x="387350" y="626110"/>
                </a:lnTo>
                <a:lnTo>
                  <a:pt x="368300" y="600710"/>
                </a:lnTo>
                <a:lnTo>
                  <a:pt x="363220" y="594360"/>
                </a:lnTo>
                <a:lnTo>
                  <a:pt x="353060" y="584200"/>
                </a:lnTo>
                <a:lnTo>
                  <a:pt x="346710" y="581660"/>
                </a:lnTo>
                <a:lnTo>
                  <a:pt x="335279" y="575310"/>
                </a:lnTo>
                <a:lnTo>
                  <a:pt x="322579" y="568960"/>
                </a:lnTo>
                <a:lnTo>
                  <a:pt x="307340" y="565150"/>
                </a:lnTo>
                <a:lnTo>
                  <a:pt x="270510" y="560070"/>
                </a:lnTo>
                <a:lnTo>
                  <a:pt x="250190" y="558800"/>
                </a:lnTo>
                <a:lnTo>
                  <a:pt x="143510" y="558800"/>
                </a:lnTo>
                <a:lnTo>
                  <a:pt x="137160" y="556260"/>
                </a:lnTo>
                <a:lnTo>
                  <a:pt x="132079" y="556260"/>
                </a:lnTo>
                <a:lnTo>
                  <a:pt x="127000" y="553720"/>
                </a:lnTo>
                <a:lnTo>
                  <a:pt x="121920" y="552450"/>
                </a:lnTo>
                <a:lnTo>
                  <a:pt x="118110" y="549910"/>
                </a:lnTo>
                <a:lnTo>
                  <a:pt x="115570" y="549910"/>
                </a:lnTo>
                <a:lnTo>
                  <a:pt x="110490" y="543560"/>
                </a:lnTo>
                <a:lnTo>
                  <a:pt x="109220" y="541020"/>
                </a:lnTo>
                <a:lnTo>
                  <a:pt x="107950" y="539750"/>
                </a:lnTo>
                <a:lnTo>
                  <a:pt x="106679" y="537210"/>
                </a:lnTo>
                <a:lnTo>
                  <a:pt x="105410" y="537210"/>
                </a:lnTo>
                <a:lnTo>
                  <a:pt x="102870" y="530860"/>
                </a:lnTo>
                <a:lnTo>
                  <a:pt x="101600" y="530860"/>
                </a:lnTo>
                <a:lnTo>
                  <a:pt x="100329" y="527050"/>
                </a:lnTo>
                <a:lnTo>
                  <a:pt x="100329" y="521970"/>
                </a:lnTo>
                <a:lnTo>
                  <a:pt x="99060" y="520700"/>
                </a:lnTo>
                <a:lnTo>
                  <a:pt x="99060" y="518160"/>
                </a:lnTo>
                <a:lnTo>
                  <a:pt x="97790" y="514350"/>
                </a:lnTo>
                <a:lnTo>
                  <a:pt x="97790" y="499110"/>
                </a:lnTo>
                <a:lnTo>
                  <a:pt x="99060" y="492760"/>
                </a:lnTo>
                <a:lnTo>
                  <a:pt x="99060" y="490220"/>
                </a:lnTo>
                <a:lnTo>
                  <a:pt x="100329" y="486410"/>
                </a:lnTo>
                <a:lnTo>
                  <a:pt x="100329" y="482600"/>
                </a:lnTo>
                <a:lnTo>
                  <a:pt x="101600" y="480060"/>
                </a:lnTo>
                <a:lnTo>
                  <a:pt x="102870" y="476250"/>
                </a:lnTo>
                <a:lnTo>
                  <a:pt x="107950" y="464820"/>
                </a:lnTo>
                <a:lnTo>
                  <a:pt x="111760" y="461010"/>
                </a:lnTo>
                <a:lnTo>
                  <a:pt x="114300" y="457200"/>
                </a:lnTo>
                <a:lnTo>
                  <a:pt x="123190" y="448310"/>
                </a:lnTo>
                <a:lnTo>
                  <a:pt x="127000" y="445770"/>
                </a:lnTo>
                <a:lnTo>
                  <a:pt x="130810" y="444500"/>
                </a:lnTo>
                <a:lnTo>
                  <a:pt x="140970" y="441960"/>
                </a:lnTo>
                <a:lnTo>
                  <a:pt x="215900" y="441960"/>
                </a:lnTo>
                <a:lnTo>
                  <a:pt x="224790" y="438150"/>
                </a:lnTo>
                <a:lnTo>
                  <a:pt x="264160" y="422910"/>
                </a:lnTo>
                <a:lnTo>
                  <a:pt x="287231" y="406400"/>
                </a:lnTo>
                <a:lnTo>
                  <a:pt x="179070" y="406400"/>
                </a:lnTo>
                <a:lnTo>
                  <a:pt x="176529" y="403860"/>
                </a:lnTo>
                <a:lnTo>
                  <a:pt x="171450" y="403860"/>
                </a:lnTo>
                <a:lnTo>
                  <a:pt x="167640" y="400050"/>
                </a:lnTo>
                <a:lnTo>
                  <a:pt x="165100" y="400050"/>
                </a:lnTo>
                <a:lnTo>
                  <a:pt x="154940" y="388620"/>
                </a:lnTo>
                <a:lnTo>
                  <a:pt x="152400" y="384810"/>
                </a:lnTo>
                <a:lnTo>
                  <a:pt x="148590" y="378460"/>
                </a:lnTo>
                <a:lnTo>
                  <a:pt x="143510" y="369570"/>
                </a:lnTo>
                <a:lnTo>
                  <a:pt x="140970" y="365760"/>
                </a:lnTo>
                <a:lnTo>
                  <a:pt x="139700" y="359410"/>
                </a:lnTo>
                <a:lnTo>
                  <a:pt x="137160" y="353060"/>
                </a:lnTo>
                <a:lnTo>
                  <a:pt x="133350" y="334010"/>
                </a:lnTo>
                <a:lnTo>
                  <a:pt x="130810" y="317500"/>
                </a:lnTo>
                <a:lnTo>
                  <a:pt x="128270" y="299720"/>
                </a:lnTo>
                <a:lnTo>
                  <a:pt x="127000" y="280670"/>
                </a:lnTo>
                <a:lnTo>
                  <a:pt x="127000" y="260350"/>
                </a:lnTo>
                <a:lnTo>
                  <a:pt x="125729" y="236220"/>
                </a:lnTo>
                <a:lnTo>
                  <a:pt x="126889" y="209550"/>
                </a:lnTo>
                <a:lnTo>
                  <a:pt x="127000" y="181610"/>
                </a:lnTo>
                <a:lnTo>
                  <a:pt x="128270" y="158750"/>
                </a:lnTo>
                <a:lnTo>
                  <a:pt x="130810" y="137160"/>
                </a:lnTo>
                <a:lnTo>
                  <a:pt x="133350" y="118110"/>
                </a:lnTo>
                <a:lnTo>
                  <a:pt x="135890" y="101600"/>
                </a:lnTo>
                <a:lnTo>
                  <a:pt x="138429" y="95250"/>
                </a:lnTo>
                <a:lnTo>
                  <a:pt x="139700" y="88900"/>
                </a:lnTo>
                <a:lnTo>
                  <a:pt x="142240" y="82550"/>
                </a:lnTo>
                <a:lnTo>
                  <a:pt x="143510" y="77470"/>
                </a:lnTo>
                <a:lnTo>
                  <a:pt x="148590" y="69850"/>
                </a:lnTo>
                <a:lnTo>
                  <a:pt x="153670" y="60960"/>
                </a:lnTo>
                <a:lnTo>
                  <a:pt x="154940" y="57150"/>
                </a:lnTo>
                <a:lnTo>
                  <a:pt x="158750" y="54610"/>
                </a:lnTo>
                <a:lnTo>
                  <a:pt x="161290" y="50800"/>
                </a:lnTo>
                <a:lnTo>
                  <a:pt x="166370" y="45720"/>
                </a:lnTo>
                <a:lnTo>
                  <a:pt x="170179" y="44450"/>
                </a:lnTo>
                <a:lnTo>
                  <a:pt x="175260" y="41910"/>
                </a:lnTo>
                <a:lnTo>
                  <a:pt x="179070" y="41910"/>
                </a:lnTo>
                <a:lnTo>
                  <a:pt x="181610" y="39370"/>
                </a:lnTo>
                <a:lnTo>
                  <a:pt x="406400" y="39370"/>
                </a:lnTo>
                <a:lnTo>
                  <a:pt x="406400" y="25400"/>
                </a:lnTo>
                <a:lnTo>
                  <a:pt x="265429" y="25400"/>
                </a:lnTo>
                <a:lnTo>
                  <a:pt x="254000" y="19050"/>
                </a:lnTo>
                <a:lnTo>
                  <a:pt x="243840" y="12700"/>
                </a:lnTo>
                <a:lnTo>
                  <a:pt x="220979" y="6350"/>
                </a:lnTo>
                <a:lnTo>
                  <a:pt x="200660" y="0"/>
                </a:lnTo>
                <a:close/>
              </a:path>
              <a:path w="407670" h="915669">
                <a:moveTo>
                  <a:pt x="407670" y="717550"/>
                </a:moveTo>
                <a:lnTo>
                  <a:pt x="161290" y="717550"/>
                </a:lnTo>
                <a:lnTo>
                  <a:pt x="246379" y="718820"/>
                </a:lnTo>
                <a:lnTo>
                  <a:pt x="274320" y="721360"/>
                </a:lnTo>
                <a:lnTo>
                  <a:pt x="284479" y="723900"/>
                </a:lnTo>
                <a:lnTo>
                  <a:pt x="290829" y="723900"/>
                </a:lnTo>
                <a:lnTo>
                  <a:pt x="297179" y="727710"/>
                </a:lnTo>
                <a:lnTo>
                  <a:pt x="312420" y="734060"/>
                </a:lnTo>
                <a:lnTo>
                  <a:pt x="317500" y="737870"/>
                </a:lnTo>
                <a:lnTo>
                  <a:pt x="321310" y="742950"/>
                </a:lnTo>
                <a:lnTo>
                  <a:pt x="325120" y="746760"/>
                </a:lnTo>
                <a:lnTo>
                  <a:pt x="326390" y="749300"/>
                </a:lnTo>
                <a:lnTo>
                  <a:pt x="327660" y="750570"/>
                </a:lnTo>
                <a:lnTo>
                  <a:pt x="328929" y="755650"/>
                </a:lnTo>
                <a:lnTo>
                  <a:pt x="331470" y="759460"/>
                </a:lnTo>
                <a:lnTo>
                  <a:pt x="334010" y="768350"/>
                </a:lnTo>
                <a:lnTo>
                  <a:pt x="334010" y="788670"/>
                </a:lnTo>
                <a:lnTo>
                  <a:pt x="332740" y="793750"/>
                </a:lnTo>
                <a:lnTo>
                  <a:pt x="332740" y="800100"/>
                </a:lnTo>
                <a:lnTo>
                  <a:pt x="331470" y="803910"/>
                </a:lnTo>
                <a:lnTo>
                  <a:pt x="323850" y="822960"/>
                </a:lnTo>
                <a:lnTo>
                  <a:pt x="320040" y="825500"/>
                </a:lnTo>
                <a:lnTo>
                  <a:pt x="314960" y="833120"/>
                </a:lnTo>
                <a:lnTo>
                  <a:pt x="311150" y="838200"/>
                </a:lnTo>
                <a:lnTo>
                  <a:pt x="307340" y="839470"/>
                </a:lnTo>
                <a:lnTo>
                  <a:pt x="299720" y="845820"/>
                </a:lnTo>
                <a:lnTo>
                  <a:pt x="256540" y="864870"/>
                </a:lnTo>
                <a:lnTo>
                  <a:pt x="215900" y="869950"/>
                </a:lnTo>
                <a:lnTo>
                  <a:pt x="341841" y="869950"/>
                </a:lnTo>
                <a:lnTo>
                  <a:pt x="349250" y="863600"/>
                </a:lnTo>
                <a:lnTo>
                  <a:pt x="356870" y="857250"/>
                </a:lnTo>
                <a:lnTo>
                  <a:pt x="372110" y="838200"/>
                </a:lnTo>
                <a:lnTo>
                  <a:pt x="378460" y="829310"/>
                </a:lnTo>
                <a:lnTo>
                  <a:pt x="383540" y="816610"/>
                </a:lnTo>
                <a:lnTo>
                  <a:pt x="389890" y="806450"/>
                </a:lnTo>
                <a:lnTo>
                  <a:pt x="393700" y="793750"/>
                </a:lnTo>
                <a:lnTo>
                  <a:pt x="398779" y="781050"/>
                </a:lnTo>
                <a:lnTo>
                  <a:pt x="406400" y="742950"/>
                </a:lnTo>
                <a:lnTo>
                  <a:pt x="407670" y="730250"/>
                </a:lnTo>
                <a:lnTo>
                  <a:pt x="407670" y="717550"/>
                </a:lnTo>
                <a:close/>
              </a:path>
              <a:path w="407670" h="915669">
                <a:moveTo>
                  <a:pt x="406400" y="39370"/>
                </a:moveTo>
                <a:lnTo>
                  <a:pt x="194310" y="39370"/>
                </a:lnTo>
                <a:lnTo>
                  <a:pt x="199390" y="41910"/>
                </a:lnTo>
                <a:lnTo>
                  <a:pt x="203200" y="41910"/>
                </a:lnTo>
                <a:lnTo>
                  <a:pt x="205740" y="44450"/>
                </a:lnTo>
                <a:lnTo>
                  <a:pt x="210820" y="48260"/>
                </a:lnTo>
                <a:lnTo>
                  <a:pt x="213360" y="50800"/>
                </a:lnTo>
                <a:lnTo>
                  <a:pt x="215900" y="50800"/>
                </a:lnTo>
                <a:lnTo>
                  <a:pt x="218440" y="54610"/>
                </a:lnTo>
                <a:lnTo>
                  <a:pt x="219710" y="57150"/>
                </a:lnTo>
                <a:lnTo>
                  <a:pt x="222250" y="60960"/>
                </a:lnTo>
                <a:lnTo>
                  <a:pt x="224790" y="63500"/>
                </a:lnTo>
                <a:lnTo>
                  <a:pt x="227329" y="71120"/>
                </a:lnTo>
                <a:lnTo>
                  <a:pt x="229870" y="76200"/>
                </a:lnTo>
                <a:lnTo>
                  <a:pt x="232410" y="82550"/>
                </a:lnTo>
                <a:lnTo>
                  <a:pt x="234950" y="90170"/>
                </a:lnTo>
                <a:lnTo>
                  <a:pt x="237490" y="96520"/>
                </a:lnTo>
                <a:lnTo>
                  <a:pt x="240029" y="114300"/>
                </a:lnTo>
                <a:lnTo>
                  <a:pt x="243840" y="133350"/>
                </a:lnTo>
                <a:lnTo>
                  <a:pt x="245110" y="152400"/>
                </a:lnTo>
                <a:lnTo>
                  <a:pt x="247523" y="200660"/>
                </a:lnTo>
                <a:lnTo>
                  <a:pt x="247650" y="254000"/>
                </a:lnTo>
                <a:lnTo>
                  <a:pt x="246379" y="276860"/>
                </a:lnTo>
                <a:lnTo>
                  <a:pt x="245025" y="299720"/>
                </a:lnTo>
                <a:lnTo>
                  <a:pt x="243840" y="317500"/>
                </a:lnTo>
                <a:lnTo>
                  <a:pt x="241300" y="334010"/>
                </a:lnTo>
                <a:lnTo>
                  <a:pt x="237490" y="346710"/>
                </a:lnTo>
                <a:lnTo>
                  <a:pt x="236220" y="355600"/>
                </a:lnTo>
                <a:lnTo>
                  <a:pt x="234950" y="359410"/>
                </a:lnTo>
                <a:lnTo>
                  <a:pt x="229870" y="369570"/>
                </a:lnTo>
                <a:lnTo>
                  <a:pt x="226060" y="378460"/>
                </a:lnTo>
                <a:lnTo>
                  <a:pt x="223520" y="382270"/>
                </a:lnTo>
                <a:lnTo>
                  <a:pt x="220979" y="384810"/>
                </a:lnTo>
                <a:lnTo>
                  <a:pt x="218440" y="388620"/>
                </a:lnTo>
                <a:lnTo>
                  <a:pt x="207010" y="400050"/>
                </a:lnTo>
                <a:lnTo>
                  <a:pt x="204470" y="400050"/>
                </a:lnTo>
                <a:lnTo>
                  <a:pt x="200660" y="403860"/>
                </a:lnTo>
                <a:lnTo>
                  <a:pt x="195579" y="403860"/>
                </a:lnTo>
                <a:lnTo>
                  <a:pt x="191770" y="406400"/>
                </a:lnTo>
                <a:lnTo>
                  <a:pt x="287231" y="406400"/>
                </a:lnTo>
                <a:lnTo>
                  <a:pt x="294640" y="400050"/>
                </a:lnTo>
                <a:lnTo>
                  <a:pt x="304800" y="393700"/>
                </a:lnTo>
                <a:lnTo>
                  <a:pt x="312420" y="382270"/>
                </a:lnTo>
                <a:lnTo>
                  <a:pt x="321310" y="374650"/>
                </a:lnTo>
                <a:lnTo>
                  <a:pt x="328929" y="363220"/>
                </a:lnTo>
                <a:lnTo>
                  <a:pt x="358140" y="302260"/>
                </a:lnTo>
                <a:lnTo>
                  <a:pt x="365760" y="257810"/>
                </a:lnTo>
                <a:lnTo>
                  <a:pt x="367029" y="245110"/>
                </a:lnTo>
                <a:lnTo>
                  <a:pt x="367029" y="217170"/>
                </a:lnTo>
                <a:lnTo>
                  <a:pt x="365760" y="209550"/>
                </a:lnTo>
                <a:lnTo>
                  <a:pt x="365760" y="200660"/>
                </a:lnTo>
                <a:lnTo>
                  <a:pt x="364490" y="190500"/>
                </a:lnTo>
                <a:lnTo>
                  <a:pt x="361950" y="181610"/>
                </a:lnTo>
                <a:lnTo>
                  <a:pt x="360679" y="171450"/>
                </a:lnTo>
                <a:lnTo>
                  <a:pt x="355600" y="153670"/>
                </a:lnTo>
                <a:lnTo>
                  <a:pt x="353060" y="147320"/>
                </a:lnTo>
                <a:lnTo>
                  <a:pt x="351790" y="139700"/>
                </a:lnTo>
                <a:lnTo>
                  <a:pt x="340360" y="120650"/>
                </a:lnTo>
                <a:lnTo>
                  <a:pt x="335279" y="111760"/>
                </a:lnTo>
                <a:lnTo>
                  <a:pt x="326390" y="96520"/>
                </a:lnTo>
                <a:lnTo>
                  <a:pt x="406400" y="96520"/>
                </a:lnTo>
                <a:lnTo>
                  <a:pt x="406400" y="39370"/>
                </a:lnTo>
                <a:close/>
              </a:path>
            </a:pathLst>
          </a:custGeom>
          <a:solidFill>
            <a:srgbClr val="333398"/>
          </a:solidFill>
        </p:spPr>
        <p:txBody>
          <a:bodyPr wrap="square" lIns="0" tIns="0" rIns="0" bIns="0" rtlCol="0"/>
          <a:lstStyle/>
          <a:p/>
        </p:txBody>
      </p:sp>
      <p:sp>
        <p:nvSpPr>
          <p:cNvPr id="220" name="object 220"/>
          <p:cNvSpPr txBox="1"/>
          <p:nvPr/>
        </p:nvSpPr>
        <p:spPr>
          <a:xfrm>
            <a:off x="610869" y="2167890"/>
            <a:ext cx="7807959" cy="2317750"/>
          </a:xfrm>
          <a:prstGeom prst="rect">
            <a:avLst/>
          </a:prstGeom>
        </p:spPr>
        <p:txBody>
          <a:bodyPr vert="horz" wrap="square" lIns="0" tIns="12700" rIns="0" bIns="0" rtlCol="0">
            <a:spAutoFit/>
          </a:bodyPr>
          <a:lstStyle/>
          <a:p>
            <a:pPr marL="12700" marR="92075">
              <a:lnSpc>
                <a:spcPct val="100000"/>
              </a:lnSpc>
              <a:spcBef>
                <a:spcPts val="100"/>
              </a:spcBef>
            </a:pPr>
            <a:r>
              <a:rPr sz="2000" b="1" dirty="0">
                <a:latin typeface="Tahoma" panose="020B0604030504040204"/>
                <a:cs typeface="Tahoma" panose="020B0604030504040204"/>
              </a:rPr>
              <a:t>Effective </a:t>
            </a:r>
            <a:r>
              <a:rPr sz="2000" b="1" spc="-5" dirty="0">
                <a:latin typeface="Tahoma" panose="020B0604030504040204"/>
                <a:cs typeface="Tahoma" panose="020B0604030504040204"/>
              </a:rPr>
              <a:t>Listening is the process </a:t>
            </a:r>
            <a:r>
              <a:rPr sz="2000" b="1" dirty="0">
                <a:latin typeface="Tahoma" panose="020B0604030504040204"/>
                <a:cs typeface="Tahoma" panose="020B0604030504040204"/>
              </a:rPr>
              <a:t>of analyzing sounds,  organizing </a:t>
            </a:r>
            <a:r>
              <a:rPr sz="2000" b="1" spc="-5" dirty="0">
                <a:latin typeface="Tahoma" panose="020B0604030504040204"/>
                <a:cs typeface="Tahoma" panose="020B0604030504040204"/>
              </a:rPr>
              <a:t>them into </a:t>
            </a:r>
            <a:r>
              <a:rPr sz="2000" b="1" dirty="0">
                <a:latin typeface="Tahoma" panose="020B0604030504040204"/>
                <a:cs typeface="Tahoma" panose="020B0604030504040204"/>
              </a:rPr>
              <a:t>recognizable </a:t>
            </a:r>
            <a:r>
              <a:rPr sz="2000" b="1" spc="-5" dirty="0">
                <a:latin typeface="Tahoma" panose="020B0604030504040204"/>
                <a:cs typeface="Tahoma" panose="020B0604030504040204"/>
              </a:rPr>
              <a:t>patterns, interpreting the  patterns </a:t>
            </a:r>
            <a:r>
              <a:rPr sz="2000" b="1" dirty="0">
                <a:latin typeface="Tahoma" panose="020B0604030504040204"/>
                <a:cs typeface="Tahoma" panose="020B0604030504040204"/>
              </a:rPr>
              <a:t>and </a:t>
            </a:r>
            <a:r>
              <a:rPr sz="2000" b="1" spc="-5" dirty="0">
                <a:latin typeface="Tahoma" panose="020B0604030504040204"/>
                <a:cs typeface="Tahoma" panose="020B0604030504040204"/>
              </a:rPr>
              <a:t>understanding the </a:t>
            </a:r>
            <a:r>
              <a:rPr sz="2000" b="1" dirty="0">
                <a:latin typeface="Tahoma" panose="020B0604030504040204"/>
                <a:cs typeface="Tahoma" panose="020B0604030504040204"/>
              </a:rPr>
              <a:t>message </a:t>
            </a:r>
            <a:r>
              <a:rPr sz="2000" b="1" spc="5" dirty="0">
                <a:latin typeface="Tahoma" panose="020B0604030504040204"/>
                <a:cs typeface="Tahoma" panose="020B0604030504040204"/>
              </a:rPr>
              <a:t>by </a:t>
            </a:r>
            <a:r>
              <a:rPr sz="2000" b="1" spc="-5" dirty="0">
                <a:latin typeface="Tahoma" panose="020B0604030504040204"/>
                <a:cs typeface="Tahoma" panose="020B0604030504040204"/>
              </a:rPr>
              <a:t>inferring the  meaning</a:t>
            </a:r>
            <a:endParaRPr sz="2000">
              <a:latin typeface="Tahoma" panose="020B0604030504040204"/>
              <a:cs typeface="Tahoma" panose="020B0604030504040204"/>
            </a:endParaRPr>
          </a:p>
          <a:p>
            <a:pPr marL="12700" marR="5080" algn="just">
              <a:lnSpc>
                <a:spcPct val="100000"/>
              </a:lnSpc>
              <a:spcBef>
                <a:spcPts val="1250"/>
              </a:spcBef>
            </a:pPr>
            <a:r>
              <a:rPr sz="2000" b="1" spc="-5" dirty="0">
                <a:latin typeface="Tahoma" panose="020B0604030504040204"/>
                <a:cs typeface="Tahoma" panose="020B0604030504040204"/>
              </a:rPr>
              <a:t>Many </a:t>
            </a:r>
            <a:r>
              <a:rPr sz="2000" b="1" dirty="0">
                <a:latin typeface="Tahoma" panose="020B0604030504040204"/>
                <a:cs typeface="Tahoma" panose="020B0604030504040204"/>
              </a:rPr>
              <a:t>of </a:t>
            </a:r>
            <a:r>
              <a:rPr sz="2000" b="1" spc="-5" dirty="0">
                <a:latin typeface="Tahoma" panose="020B0604030504040204"/>
                <a:cs typeface="Tahoma" panose="020B0604030504040204"/>
              </a:rPr>
              <a:t>the problems </a:t>
            </a:r>
            <a:r>
              <a:rPr sz="2000" b="1" spc="5" dirty="0">
                <a:latin typeface="Tahoma" panose="020B0604030504040204"/>
                <a:cs typeface="Tahoma" panose="020B0604030504040204"/>
              </a:rPr>
              <a:t>we </a:t>
            </a:r>
            <a:r>
              <a:rPr sz="2000" b="1" spc="-5" dirty="0">
                <a:latin typeface="Tahoma" panose="020B0604030504040204"/>
                <a:cs typeface="Tahoma" panose="020B0604030504040204"/>
              </a:rPr>
              <a:t>experience </a:t>
            </a:r>
            <a:r>
              <a:rPr sz="2000" b="1" dirty="0">
                <a:latin typeface="Tahoma" panose="020B0604030504040204"/>
                <a:cs typeface="Tahoma" panose="020B0604030504040204"/>
              </a:rPr>
              <a:t>with </a:t>
            </a:r>
            <a:r>
              <a:rPr sz="2000" b="1" spc="-5" dirty="0">
                <a:latin typeface="Tahoma" panose="020B0604030504040204"/>
                <a:cs typeface="Tahoma" panose="020B0604030504040204"/>
              </a:rPr>
              <a:t>people in </a:t>
            </a:r>
            <a:r>
              <a:rPr sz="2000" b="1" dirty="0">
                <a:latin typeface="Tahoma" panose="020B0604030504040204"/>
                <a:cs typeface="Tahoma" panose="020B0604030504040204"/>
              </a:rPr>
              <a:t>our </a:t>
            </a:r>
            <a:r>
              <a:rPr sz="2000" b="1" spc="-5" dirty="0">
                <a:latin typeface="Tahoma" panose="020B0604030504040204"/>
                <a:cs typeface="Tahoma" panose="020B0604030504040204"/>
              </a:rPr>
              <a:t>daily  lives </a:t>
            </a:r>
            <a:r>
              <a:rPr sz="2000" b="1" dirty="0">
                <a:latin typeface="Tahoma" panose="020B0604030504040204"/>
                <a:cs typeface="Tahoma" panose="020B0604030504040204"/>
              </a:rPr>
              <a:t>are </a:t>
            </a:r>
            <a:r>
              <a:rPr sz="2000" b="1" spc="-5" dirty="0">
                <a:latin typeface="Tahoma" panose="020B0604030504040204"/>
                <a:cs typeface="Tahoma" panose="020B0604030504040204"/>
              </a:rPr>
              <a:t>primarily attributable to ineffective listening or </a:t>
            </a:r>
            <a:r>
              <a:rPr sz="2000" b="1" dirty="0">
                <a:latin typeface="Tahoma" panose="020B0604030504040204"/>
                <a:cs typeface="Tahoma" panose="020B0604030504040204"/>
              </a:rPr>
              <a:t>lack  of</a:t>
            </a:r>
            <a:r>
              <a:rPr sz="2000" b="1" spc="-10" dirty="0">
                <a:latin typeface="Tahoma" panose="020B0604030504040204"/>
                <a:cs typeface="Tahoma" panose="020B0604030504040204"/>
              </a:rPr>
              <a:t> </a:t>
            </a:r>
            <a:r>
              <a:rPr sz="2000" b="1" spc="-5" dirty="0">
                <a:latin typeface="Tahoma" panose="020B0604030504040204"/>
                <a:cs typeface="Tahoma" panose="020B0604030504040204"/>
              </a:rPr>
              <a:t>listening</a:t>
            </a:r>
            <a:endParaRPr sz="2000">
              <a:latin typeface="Tahoma" panose="020B0604030504040204"/>
              <a:cs typeface="Tahoma" panose="020B0604030504040204"/>
            </a:endParaRPr>
          </a:p>
        </p:txBody>
      </p:sp>
      <p:sp>
        <p:nvSpPr>
          <p:cNvPr id="221" name="object 221"/>
          <p:cNvSpPr/>
          <p:nvPr/>
        </p:nvSpPr>
        <p:spPr>
          <a:xfrm>
            <a:off x="3352800" y="4648200"/>
            <a:ext cx="2209800" cy="1981200"/>
          </a:xfrm>
          <a:prstGeom prst="rect">
            <a:avLst/>
          </a:prstGeom>
          <a:blipFill>
            <a:blip r:embed="rId1" cstate="print"/>
            <a:stretch>
              <a:fillRect/>
            </a:stretch>
          </a:blipFill>
        </p:spPr>
        <p:txBody>
          <a:bodyPr wrap="square" lIns="0" tIns="0" rIns="0" bIns="0" rtlCol="0"/>
          <a:lstStyle/>
          <a:p/>
        </p:txBody>
      </p:sp>
      <p:sp>
        <p:nvSpPr>
          <p:cNvPr id="222" name="object 222"/>
          <p:cNvSpPr/>
          <p:nvPr/>
        </p:nvSpPr>
        <p:spPr>
          <a:xfrm>
            <a:off x="609600" y="4648200"/>
            <a:ext cx="2209800" cy="1981200"/>
          </a:xfrm>
          <a:prstGeom prst="rect">
            <a:avLst/>
          </a:prstGeom>
          <a:blipFill>
            <a:blip r:embed="rId2" cstate="print"/>
            <a:stretch>
              <a:fillRect/>
            </a:stretch>
          </a:blipFill>
        </p:spPr>
        <p:txBody>
          <a:bodyPr wrap="square" lIns="0" tIns="0" rIns="0" bIns="0" rtlCol="0"/>
          <a:lstStyle/>
          <a:p/>
        </p:txBody>
      </p:sp>
      <p:sp>
        <p:nvSpPr>
          <p:cNvPr id="223" name="object 223"/>
          <p:cNvSpPr/>
          <p:nvPr/>
        </p:nvSpPr>
        <p:spPr>
          <a:xfrm>
            <a:off x="6172200" y="4648200"/>
            <a:ext cx="1937824" cy="1950720"/>
          </a:xfrm>
          <a:prstGeom prst="rect">
            <a:avLst/>
          </a:prstGeom>
          <a:blipFill>
            <a:blip r:embed="rId3" cstate="print"/>
            <a:stretch>
              <a:fillRect/>
            </a:stretch>
          </a:blipFill>
        </p:spPr>
        <p:txBody>
          <a:bodyPr wrap="square" lIns="0" tIns="0" rIns="0" bIns="0" rtlCol="0"/>
          <a:lstStyle/>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0">
                                            <p:txEl>
                                              <p:pRg st="0" end="0"/>
                                            </p:txEl>
                                          </p:spTgt>
                                        </p:tgtEl>
                                        <p:attrNameLst>
                                          <p:attrName>style.visibility</p:attrName>
                                        </p:attrNameLst>
                                      </p:cBhvr>
                                      <p:to>
                                        <p:strVal val="visible"/>
                                      </p:to>
                                    </p:set>
                                    <p:anim calcmode="lin" valueType="num">
                                      <p:cBhvr additive="base">
                                        <p:cTn id="7" dur="500" fill="hold"/>
                                        <p:tgtEl>
                                          <p:spTgt spid="220">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0">
                                            <p:txEl>
                                              <p:pRg st="1" end="1"/>
                                            </p:txEl>
                                          </p:spTgt>
                                        </p:tgtEl>
                                        <p:attrNameLst>
                                          <p:attrName>style.visibility</p:attrName>
                                        </p:attrNameLst>
                                      </p:cBhvr>
                                      <p:to>
                                        <p:strVal val="visible"/>
                                      </p:to>
                                    </p:set>
                                    <p:anim calcmode="lin" valueType="num">
                                      <p:cBhvr additive="base">
                                        <p:cTn id="13" dur="500" fill="hold"/>
                                        <p:tgtEl>
                                          <p:spTgt spid="220">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20">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1384300" y="741679"/>
            <a:ext cx="276860" cy="857250"/>
          </a:xfrm>
          <a:custGeom>
            <a:avLst/>
            <a:gdLst/>
            <a:ahLst/>
            <a:cxnLst/>
            <a:rect l="l" t="t" r="r" b="b"/>
            <a:pathLst>
              <a:path w="276860" h="857250">
                <a:moveTo>
                  <a:pt x="121920" y="0"/>
                </a:moveTo>
                <a:lnTo>
                  <a:pt x="109220" y="0"/>
                </a:lnTo>
                <a:lnTo>
                  <a:pt x="109220" y="572770"/>
                </a:lnTo>
                <a:lnTo>
                  <a:pt x="121920" y="572770"/>
                </a:lnTo>
                <a:lnTo>
                  <a:pt x="121920" y="0"/>
                </a:lnTo>
                <a:close/>
              </a:path>
              <a:path w="276860" h="857250">
                <a:moveTo>
                  <a:pt x="276860" y="612140"/>
                </a:moveTo>
                <a:lnTo>
                  <a:pt x="0" y="612140"/>
                </a:lnTo>
                <a:lnTo>
                  <a:pt x="0" y="819150"/>
                </a:lnTo>
                <a:lnTo>
                  <a:pt x="0" y="857250"/>
                </a:lnTo>
                <a:lnTo>
                  <a:pt x="276860" y="857250"/>
                </a:lnTo>
                <a:lnTo>
                  <a:pt x="276860" y="819150"/>
                </a:lnTo>
                <a:lnTo>
                  <a:pt x="276860" y="612140"/>
                </a:lnTo>
                <a:close/>
              </a:path>
            </a:pathLst>
          </a:custGeom>
          <a:solidFill>
            <a:srgbClr val="4C4C4C">
              <a:alpha val="79998"/>
            </a:srgbClr>
          </a:solidFill>
        </p:spPr>
        <p:txBody>
          <a:bodyPr wrap="square" lIns="0" tIns="0" rIns="0" bIns="0" rtlCol="0"/>
          <a:lstStyle/>
          <a:p/>
        </p:txBody>
      </p:sp>
      <p:sp>
        <p:nvSpPr>
          <p:cNvPr id="3" name="object 3"/>
          <p:cNvSpPr/>
          <p:nvPr/>
        </p:nvSpPr>
        <p:spPr>
          <a:xfrm>
            <a:off x="1786890" y="741679"/>
            <a:ext cx="111760" cy="857250"/>
          </a:xfrm>
          <a:custGeom>
            <a:avLst/>
            <a:gdLst/>
            <a:ahLst/>
            <a:cxnLst/>
            <a:rect l="l" t="t" r="r" b="b"/>
            <a:pathLst>
              <a:path w="111760" h="857250">
                <a:moveTo>
                  <a:pt x="111760" y="223520"/>
                </a:moveTo>
                <a:lnTo>
                  <a:pt x="0" y="223520"/>
                </a:lnTo>
                <a:lnTo>
                  <a:pt x="0" y="819150"/>
                </a:lnTo>
                <a:lnTo>
                  <a:pt x="0" y="857250"/>
                </a:lnTo>
                <a:lnTo>
                  <a:pt x="111760" y="857250"/>
                </a:lnTo>
                <a:lnTo>
                  <a:pt x="111760" y="819150"/>
                </a:lnTo>
                <a:lnTo>
                  <a:pt x="111760" y="223520"/>
                </a:lnTo>
                <a:close/>
              </a:path>
              <a:path w="111760" h="857250">
                <a:moveTo>
                  <a:pt x="111760" y="0"/>
                </a:moveTo>
                <a:lnTo>
                  <a:pt x="0" y="0"/>
                </a:lnTo>
                <a:lnTo>
                  <a:pt x="0" y="162560"/>
                </a:lnTo>
                <a:lnTo>
                  <a:pt x="0" y="185420"/>
                </a:lnTo>
                <a:lnTo>
                  <a:pt x="0" y="200660"/>
                </a:lnTo>
                <a:lnTo>
                  <a:pt x="111760" y="200660"/>
                </a:lnTo>
                <a:lnTo>
                  <a:pt x="111760" y="185420"/>
                </a:lnTo>
                <a:lnTo>
                  <a:pt x="111760" y="162560"/>
                </a:lnTo>
                <a:lnTo>
                  <a:pt x="111760" y="0"/>
                </a:lnTo>
                <a:close/>
              </a:path>
            </a:pathLst>
          </a:custGeom>
          <a:solidFill>
            <a:srgbClr val="4C4C4C">
              <a:alpha val="79998"/>
            </a:srgbClr>
          </a:solidFill>
        </p:spPr>
        <p:txBody>
          <a:bodyPr wrap="square" lIns="0" tIns="0" rIns="0" bIns="0" rtlCol="0"/>
          <a:lstStyle/>
          <a:p/>
        </p:txBody>
      </p:sp>
      <p:sp>
        <p:nvSpPr>
          <p:cNvPr id="4" name="object 4"/>
          <p:cNvSpPr/>
          <p:nvPr/>
        </p:nvSpPr>
        <p:spPr>
          <a:xfrm>
            <a:off x="1985010" y="952500"/>
            <a:ext cx="273050" cy="661670"/>
          </a:xfrm>
          <a:custGeom>
            <a:avLst/>
            <a:gdLst/>
            <a:ahLst/>
            <a:cxnLst/>
            <a:rect l="l" t="t" r="r" b="b"/>
            <a:pathLst>
              <a:path w="273050" h="661669">
                <a:moveTo>
                  <a:pt x="110489" y="415289"/>
                </a:moveTo>
                <a:lnTo>
                  <a:pt x="0" y="440689"/>
                </a:lnTo>
                <a:lnTo>
                  <a:pt x="3809" y="468629"/>
                </a:lnTo>
                <a:lnTo>
                  <a:pt x="6350" y="496570"/>
                </a:lnTo>
                <a:lnTo>
                  <a:pt x="16509" y="542289"/>
                </a:lnTo>
                <a:lnTo>
                  <a:pt x="27939" y="580389"/>
                </a:lnTo>
                <a:lnTo>
                  <a:pt x="30479" y="589279"/>
                </a:lnTo>
                <a:lnTo>
                  <a:pt x="34289" y="595629"/>
                </a:lnTo>
                <a:lnTo>
                  <a:pt x="44450" y="615950"/>
                </a:lnTo>
                <a:lnTo>
                  <a:pt x="49529" y="622300"/>
                </a:lnTo>
                <a:lnTo>
                  <a:pt x="54609" y="627379"/>
                </a:lnTo>
                <a:lnTo>
                  <a:pt x="58419" y="632460"/>
                </a:lnTo>
                <a:lnTo>
                  <a:pt x="63500" y="636270"/>
                </a:lnTo>
                <a:lnTo>
                  <a:pt x="107950" y="657860"/>
                </a:lnTo>
                <a:lnTo>
                  <a:pt x="139700" y="661670"/>
                </a:lnTo>
                <a:lnTo>
                  <a:pt x="162559" y="659129"/>
                </a:lnTo>
                <a:lnTo>
                  <a:pt x="200659" y="642620"/>
                </a:lnTo>
                <a:lnTo>
                  <a:pt x="229869" y="613410"/>
                </a:lnTo>
                <a:lnTo>
                  <a:pt x="246379" y="581660"/>
                </a:lnTo>
                <a:lnTo>
                  <a:pt x="251459" y="570229"/>
                </a:lnTo>
                <a:lnTo>
                  <a:pt x="259079" y="544829"/>
                </a:lnTo>
                <a:lnTo>
                  <a:pt x="262889" y="530860"/>
                </a:lnTo>
                <a:lnTo>
                  <a:pt x="267969" y="502920"/>
                </a:lnTo>
                <a:lnTo>
                  <a:pt x="269124" y="490220"/>
                </a:lnTo>
                <a:lnTo>
                  <a:pt x="138429" y="490220"/>
                </a:lnTo>
                <a:lnTo>
                  <a:pt x="130809" y="486410"/>
                </a:lnTo>
                <a:lnTo>
                  <a:pt x="128269" y="483870"/>
                </a:lnTo>
                <a:lnTo>
                  <a:pt x="127000" y="481329"/>
                </a:lnTo>
                <a:lnTo>
                  <a:pt x="123189" y="477520"/>
                </a:lnTo>
                <a:lnTo>
                  <a:pt x="123189" y="474979"/>
                </a:lnTo>
                <a:lnTo>
                  <a:pt x="120650" y="469900"/>
                </a:lnTo>
                <a:lnTo>
                  <a:pt x="119379" y="463550"/>
                </a:lnTo>
                <a:lnTo>
                  <a:pt x="118109" y="455929"/>
                </a:lnTo>
                <a:lnTo>
                  <a:pt x="115569" y="447039"/>
                </a:lnTo>
                <a:lnTo>
                  <a:pt x="114300" y="438150"/>
                </a:lnTo>
                <a:lnTo>
                  <a:pt x="110489" y="415289"/>
                </a:lnTo>
                <a:close/>
              </a:path>
              <a:path w="273050" h="661669">
                <a:moveTo>
                  <a:pt x="137159" y="0"/>
                </a:moveTo>
                <a:lnTo>
                  <a:pt x="127000" y="0"/>
                </a:lnTo>
                <a:lnTo>
                  <a:pt x="116839" y="1270"/>
                </a:lnTo>
                <a:lnTo>
                  <a:pt x="107950" y="2539"/>
                </a:lnTo>
                <a:lnTo>
                  <a:pt x="99059" y="5079"/>
                </a:lnTo>
                <a:lnTo>
                  <a:pt x="90169" y="8889"/>
                </a:lnTo>
                <a:lnTo>
                  <a:pt x="83819" y="12700"/>
                </a:lnTo>
                <a:lnTo>
                  <a:pt x="76200" y="16510"/>
                </a:lnTo>
                <a:lnTo>
                  <a:pt x="68579" y="22860"/>
                </a:lnTo>
                <a:lnTo>
                  <a:pt x="62229" y="27939"/>
                </a:lnTo>
                <a:lnTo>
                  <a:pt x="57150" y="35560"/>
                </a:lnTo>
                <a:lnTo>
                  <a:pt x="35559" y="71120"/>
                </a:lnTo>
                <a:lnTo>
                  <a:pt x="20319" y="118110"/>
                </a:lnTo>
                <a:lnTo>
                  <a:pt x="16509" y="146050"/>
                </a:lnTo>
                <a:lnTo>
                  <a:pt x="13969" y="160020"/>
                </a:lnTo>
                <a:lnTo>
                  <a:pt x="13969" y="175260"/>
                </a:lnTo>
                <a:lnTo>
                  <a:pt x="12805" y="189229"/>
                </a:lnTo>
                <a:lnTo>
                  <a:pt x="12700" y="220979"/>
                </a:lnTo>
                <a:lnTo>
                  <a:pt x="13969" y="236220"/>
                </a:lnTo>
                <a:lnTo>
                  <a:pt x="13969" y="250189"/>
                </a:lnTo>
                <a:lnTo>
                  <a:pt x="15239" y="264160"/>
                </a:lnTo>
                <a:lnTo>
                  <a:pt x="22859" y="302260"/>
                </a:lnTo>
                <a:lnTo>
                  <a:pt x="34289" y="336550"/>
                </a:lnTo>
                <a:lnTo>
                  <a:pt x="41909" y="354329"/>
                </a:lnTo>
                <a:lnTo>
                  <a:pt x="46989" y="361950"/>
                </a:lnTo>
                <a:lnTo>
                  <a:pt x="50800" y="369570"/>
                </a:lnTo>
                <a:lnTo>
                  <a:pt x="87629" y="401320"/>
                </a:lnTo>
                <a:lnTo>
                  <a:pt x="106679" y="410210"/>
                </a:lnTo>
                <a:lnTo>
                  <a:pt x="152400" y="433070"/>
                </a:lnTo>
                <a:lnTo>
                  <a:pt x="156209" y="435610"/>
                </a:lnTo>
                <a:lnTo>
                  <a:pt x="160019" y="436879"/>
                </a:lnTo>
                <a:lnTo>
                  <a:pt x="162559" y="439420"/>
                </a:lnTo>
                <a:lnTo>
                  <a:pt x="162559" y="440689"/>
                </a:lnTo>
                <a:lnTo>
                  <a:pt x="163829" y="441960"/>
                </a:lnTo>
                <a:lnTo>
                  <a:pt x="165100" y="441960"/>
                </a:lnTo>
                <a:lnTo>
                  <a:pt x="165100" y="444500"/>
                </a:lnTo>
                <a:lnTo>
                  <a:pt x="166369" y="444500"/>
                </a:lnTo>
                <a:lnTo>
                  <a:pt x="166369" y="447039"/>
                </a:lnTo>
                <a:lnTo>
                  <a:pt x="167639" y="448310"/>
                </a:lnTo>
                <a:lnTo>
                  <a:pt x="167639" y="452120"/>
                </a:lnTo>
                <a:lnTo>
                  <a:pt x="168909" y="452120"/>
                </a:lnTo>
                <a:lnTo>
                  <a:pt x="168909" y="466089"/>
                </a:lnTo>
                <a:lnTo>
                  <a:pt x="167639" y="467360"/>
                </a:lnTo>
                <a:lnTo>
                  <a:pt x="167639" y="471170"/>
                </a:lnTo>
                <a:lnTo>
                  <a:pt x="166369" y="472439"/>
                </a:lnTo>
                <a:lnTo>
                  <a:pt x="166369" y="473710"/>
                </a:lnTo>
                <a:lnTo>
                  <a:pt x="165100" y="474979"/>
                </a:lnTo>
                <a:lnTo>
                  <a:pt x="165100" y="477520"/>
                </a:lnTo>
                <a:lnTo>
                  <a:pt x="160019" y="482600"/>
                </a:lnTo>
                <a:lnTo>
                  <a:pt x="160019" y="485139"/>
                </a:lnTo>
                <a:lnTo>
                  <a:pt x="158750" y="485139"/>
                </a:lnTo>
                <a:lnTo>
                  <a:pt x="156209" y="487679"/>
                </a:lnTo>
                <a:lnTo>
                  <a:pt x="151129" y="490220"/>
                </a:lnTo>
                <a:lnTo>
                  <a:pt x="269124" y="490220"/>
                </a:lnTo>
                <a:lnTo>
                  <a:pt x="270509" y="476250"/>
                </a:lnTo>
                <a:lnTo>
                  <a:pt x="271779" y="461010"/>
                </a:lnTo>
                <a:lnTo>
                  <a:pt x="272934" y="448310"/>
                </a:lnTo>
                <a:lnTo>
                  <a:pt x="273050" y="406400"/>
                </a:lnTo>
                <a:lnTo>
                  <a:pt x="270509" y="391160"/>
                </a:lnTo>
                <a:lnTo>
                  <a:pt x="270509" y="379729"/>
                </a:lnTo>
                <a:lnTo>
                  <a:pt x="262889" y="340360"/>
                </a:lnTo>
                <a:lnTo>
                  <a:pt x="248919" y="295910"/>
                </a:lnTo>
                <a:lnTo>
                  <a:pt x="228600" y="262889"/>
                </a:lnTo>
                <a:lnTo>
                  <a:pt x="193039" y="233679"/>
                </a:lnTo>
                <a:lnTo>
                  <a:pt x="184150" y="229870"/>
                </a:lnTo>
                <a:lnTo>
                  <a:pt x="179069" y="227329"/>
                </a:lnTo>
                <a:lnTo>
                  <a:pt x="160019" y="227329"/>
                </a:lnTo>
                <a:lnTo>
                  <a:pt x="159097" y="220409"/>
                </a:lnTo>
                <a:lnTo>
                  <a:pt x="152400" y="218439"/>
                </a:lnTo>
                <a:lnTo>
                  <a:pt x="139700" y="213360"/>
                </a:lnTo>
                <a:lnTo>
                  <a:pt x="129539" y="209550"/>
                </a:lnTo>
                <a:lnTo>
                  <a:pt x="125729" y="207010"/>
                </a:lnTo>
                <a:lnTo>
                  <a:pt x="123189" y="205739"/>
                </a:lnTo>
                <a:lnTo>
                  <a:pt x="119379" y="201929"/>
                </a:lnTo>
                <a:lnTo>
                  <a:pt x="118109" y="201929"/>
                </a:lnTo>
                <a:lnTo>
                  <a:pt x="116839" y="199389"/>
                </a:lnTo>
                <a:lnTo>
                  <a:pt x="116839" y="198120"/>
                </a:lnTo>
                <a:lnTo>
                  <a:pt x="115569" y="196850"/>
                </a:lnTo>
                <a:lnTo>
                  <a:pt x="115569" y="194310"/>
                </a:lnTo>
                <a:lnTo>
                  <a:pt x="114300" y="194310"/>
                </a:lnTo>
                <a:lnTo>
                  <a:pt x="114300" y="182879"/>
                </a:lnTo>
                <a:lnTo>
                  <a:pt x="115569" y="181610"/>
                </a:lnTo>
                <a:lnTo>
                  <a:pt x="115569" y="177800"/>
                </a:lnTo>
                <a:lnTo>
                  <a:pt x="116839" y="175260"/>
                </a:lnTo>
                <a:lnTo>
                  <a:pt x="118109" y="173989"/>
                </a:lnTo>
                <a:lnTo>
                  <a:pt x="118109" y="171450"/>
                </a:lnTo>
                <a:lnTo>
                  <a:pt x="119379" y="171450"/>
                </a:lnTo>
                <a:lnTo>
                  <a:pt x="119379" y="170179"/>
                </a:lnTo>
                <a:lnTo>
                  <a:pt x="123189" y="166370"/>
                </a:lnTo>
                <a:lnTo>
                  <a:pt x="127000" y="166370"/>
                </a:lnTo>
                <a:lnTo>
                  <a:pt x="129539" y="165100"/>
                </a:lnTo>
                <a:lnTo>
                  <a:pt x="262582" y="165100"/>
                </a:lnTo>
                <a:lnTo>
                  <a:pt x="261619" y="158750"/>
                </a:lnTo>
                <a:lnTo>
                  <a:pt x="259079" y="140970"/>
                </a:lnTo>
                <a:lnTo>
                  <a:pt x="247650" y="95250"/>
                </a:lnTo>
                <a:lnTo>
                  <a:pt x="232409" y="55879"/>
                </a:lnTo>
                <a:lnTo>
                  <a:pt x="203200" y="16510"/>
                </a:lnTo>
                <a:lnTo>
                  <a:pt x="190500" y="10160"/>
                </a:lnTo>
                <a:lnTo>
                  <a:pt x="182879" y="6350"/>
                </a:lnTo>
                <a:lnTo>
                  <a:pt x="175259" y="3810"/>
                </a:lnTo>
                <a:lnTo>
                  <a:pt x="157479" y="1270"/>
                </a:lnTo>
                <a:lnTo>
                  <a:pt x="137159" y="0"/>
                </a:lnTo>
                <a:close/>
              </a:path>
              <a:path w="273050" h="661669">
                <a:moveTo>
                  <a:pt x="172305" y="224294"/>
                </a:moveTo>
                <a:lnTo>
                  <a:pt x="160019" y="227329"/>
                </a:lnTo>
                <a:lnTo>
                  <a:pt x="179069" y="227329"/>
                </a:lnTo>
                <a:lnTo>
                  <a:pt x="173989" y="224789"/>
                </a:lnTo>
                <a:lnTo>
                  <a:pt x="172305" y="224294"/>
                </a:lnTo>
                <a:close/>
              </a:path>
              <a:path w="273050" h="661669">
                <a:moveTo>
                  <a:pt x="262582" y="165100"/>
                </a:moveTo>
                <a:lnTo>
                  <a:pt x="134619" y="165100"/>
                </a:lnTo>
                <a:lnTo>
                  <a:pt x="138429" y="166370"/>
                </a:lnTo>
                <a:lnTo>
                  <a:pt x="143509" y="168910"/>
                </a:lnTo>
                <a:lnTo>
                  <a:pt x="148589" y="173989"/>
                </a:lnTo>
                <a:lnTo>
                  <a:pt x="148589" y="175260"/>
                </a:lnTo>
                <a:lnTo>
                  <a:pt x="151129" y="177800"/>
                </a:lnTo>
                <a:lnTo>
                  <a:pt x="151129" y="179070"/>
                </a:lnTo>
                <a:lnTo>
                  <a:pt x="153669" y="184150"/>
                </a:lnTo>
                <a:lnTo>
                  <a:pt x="154939" y="189229"/>
                </a:lnTo>
                <a:lnTo>
                  <a:pt x="154939" y="194310"/>
                </a:lnTo>
                <a:lnTo>
                  <a:pt x="157479" y="201929"/>
                </a:lnTo>
                <a:lnTo>
                  <a:pt x="157479" y="208279"/>
                </a:lnTo>
                <a:lnTo>
                  <a:pt x="159097" y="220409"/>
                </a:lnTo>
                <a:lnTo>
                  <a:pt x="172305" y="224294"/>
                </a:lnTo>
                <a:lnTo>
                  <a:pt x="267969" y="200660"/>
                </a:lnTo>
                <a:lnTo>
                  <a:pt x="262582" y="165100"/>
                </a:lnTo>
                <a:close/>
              </a:path>
            </a:pathLst>
          </a:custGeom>
          <a:solidFill>
            <a:srgbClr val="4C4C4C">
              <a:alpha val="79998"/>
            </a:srgbClr>
          </a:solidFill>
        </p:spPr>
        <p:txBody>
          <a:bodyPr wrap="square" lIns="0" tIns="0" rIns="0" bIns="0" rtlCol="0"/>
          <a:lstStyle/>
          <a:p/>
        </p:txBody>
      </p:sp>
      <p:sp>
        <p:nvSpPr>
          <p:cNvPr id="5" name="object 5"/>
          <p:cNvSpPr/>
          <p:nvPr/>
        </p:nvSpPr>
        <p:spPr>
          <a:xfrm>
            <a:off x="2359660" y="723900"/>
            <a:ext cx="199390" cy="889000"/>
          </a:xfrm>
          <a:custGeom>
            <a:avLst/>
            <a:gdLst/>
            <a:ahLst/>
            <a:cxnLst/>
            <a:rect l="l" t="t" r="r" b="b"/>
            <a:pathLst>
              <a:path w="199389" h="889000">
                <a:moveTo>
                  <a:pt x="146050" y="452120"/>
                </a:moveTo>
                <a:lnTo>
                  <a:pt x="33019" y="452120"/>
                </a:lnTo>
                <a:lnTo>
                  <a:pt x="33019" y="636270"/>
                </a:lnTo>
                <a:lnTo>
                  <a:pt x="34223" y="681989"/>
                </a:lnTo>
                <a:lnTo>
                  <a:pt x="34289" y="706120"/>
                </a:lnTo>
                <a:lnTo>
                  <a:pt x="36829" y="744220"/>
                </a:lnTo>
                <a:lnTo>
                  <a:pt x="38100" y="759460"/>
                </a:lnTo>
                <a:lnTo>
                  <a:pt x="40639" y="774700"/>
                </a:lnTo>
                <a:lnTo>
                  <a:pt x="41909" y="788670"/>
                </a:lnTo>
                <a:lnTo>
                  <a:pt x="46989" y="811529"/>
                </a:lnTo>
                <a:lnTo>
                  <a:pt x="50800" y="821689"/>
                </a:lnTo>
                <a:lnTo>
                  <a:pt x="53339" y="831850"/>
                </a:lnTo>
                <a:lnTo>
                  <a:pt x="57150" y="840739"/>
                </a:lnTo>
                <a:lnTo>
                  <a:pt x="60959" y="848360"/>
                </a:lnTo>
                <a:lnTo>
                  <a:pt x="64769" y="857250"/>
                </a:lnTo>
                <a:lnTo>
                  <a:pt x="107950" y="887729"/>
                </a:lnTo>
                <a:lnTo>
                  <a:pt x="115569" y="889000"/>
                </a:lnTo>
                <a:lnTo>
                  <a:pt x="132079" y="889000"/>
                </a:lnTo>
                <a:lnTo>
                  <a:pt x="140969" y="887729"/>
                </a:lnTo>
                <a:lnTo>
                  <a:pt x="148589" y="885189"/>
                </a:lnTo>
                <a:lnTo>
                  <a:pt x="158750" y="882650"/>
                </a:lnTo>
                <a:lnTo>
                  <a:pt x="177800" y="875029"/>
                </a:lnTo>
                <a:lnTo>
                  <a:pt x="199389" y="864870"/>
                </a:lnTo>
                <a:lnTo>
                  <a:pt x="191542" y="683260"/>
                </a:lnTo>
                <a:lnTo>
                  <a:pt x="151129" y="683260"/>
                </a:lnTo>
                <a:lnTo>
                  <a:pt x="151129" y="681989"/>
                </a:lnTo>
                <a:lnTo>
                  <a:pt x="148589" y="681989"/>
                </a:lnTo>
                <a:lnTo>
                  <a:pt x="148589" y="679450"/>
                </a:lnTo>
                <a:lnTo>
                  <a:pt x="147319" y="679450"/>
                </a:lnTo>
                <a:lnTo>
                  <a:pt x="147319" y="676910"/>
                </a:lnTo>
                <a:lnTo>
                  <a:pt x="146050" y="675639"/>
                </a:lnTo>
                <a:lnTo>
                  <a:pt x="146050" y="452120"/>
                </a:lnTo>
                <a:close/>
              </a:path>
              <a:path w="199389" h="889000">
                <a:moveTo>
                  <a:pt x="190500" y="659129"/>
                </a:moveTo>
                <a:lnTo>
                  <a:pt x="176529" y="669289"/>
                </a:lnTo>
                <a:lnTo>
                  <a:pt x="166369" y="676910"/>
                </a:lnTo>
                <a:lnTo>
                  <a:pt x="161289" y="679450"/>
                </a:lnTo>
                <a:lnTo>
                  <a:pt x="157479" y="681989"/>
                </a:lnTo>
                <a:lnTo>
                  <a:pt x="154939" y="681989"/>
                </a:lnTo>
                <a:lnTo>
                  <a:pt x="153669" y="683260"/>
                </a:lnTo>
                <a:lnTo>
                  <a:pt x="191542" y="683260"/>
                </a:lnTo>
                <a:lnTo>
                  <a:pt x="190500" y="659129"/>
                </a:lnTo>
                <a:close/>
              </a:path>
              <a:path w="199389" h="889000">
                <a:moveTo>
                  <a:pt x="194309" y="241300"/>
                </a:moveTo>
                <a:lnTo>
                  <a:pt x="0" y="241300"/>
                </a:lnTo>
                <a:lnTo>
                  <a:pt x="0" y="452120"/>
                </a:lnTo>
                <a:lnTo>
                  <a:pt x="194309" y="452120"/>
                </a:lnTo>
                <a:lnTo>
                  <a:pt x="194309" y="241300"/>
                </a:lnTo>
                <a:close/>
              </a:path>
              <a:path w="199389" h="889000">
                <a:moveTo>
                  <a:pt x="146050" y="0"/>
                </a:moveTo>
                <a:lnTo>
                  <a:pt x="33019" y="144779"/>
                </a:lnTo>
                <a:lnTo>
                  <a:pt x="33019" y="241300"/>
                </a:lnTo>
                <a:lnTo>
                  <a:pt x="146050" y="241300"/>
                </a:lnTo>
                <a:lnTo>
                  <a:pt x="146050" y="0"/>
                </a:lnTo>
                <a:close/>
              </a:path>
            </a:pathLst>
          </a:custGeom>
          <a:solidFill>
            <a:srgbClr val="4C4C4C">
              <a:alpha val="79998"/>
            </a:srgbClr>
          </a:solidFill>
        </p:spPr>
        <p:txBody>
          <a:bodyPr wrap="square" lIns="0" tIns="0" rIns="0" bIns="0" rtlCol="0"/>
          <a:lstStyle/>
          <a:p/>
        </p:txBody>
      </p:sp>
      <p:sp>
        <p:nvSpPr>
          <p:cNvPr id="6" name="object 6"/>
          <p:cNvSpPr/>
          <p:nvPr/>
        </p:nvSpPr>
        <p:spPr>
          <a:xfrm>
            <a:off x="2642870" y="952500"/>
            <a:ext cx="293370" cy="660400"/>
          </a:xfrm>
          <a:custGeom>
            <a:avLst/>
            <a:gdLst/>
            <a:ahLst/>
            <a:cxnLst/>
            <a:rect l="l" t="t" r="r" b="b"/>
            <a:pathLst>
              <a:path w="293369" h="660400">
                <a:moveTo>
                  <a:pt x="156210" y="0"/>
                </a:moveTo>
                <a:lnTo>
                  <a:pt x="142240" y="0"/>
                </a:lnTo>
                <a:lnTo>
                  <a:pt x="125730" y="1270"/>
                </a:lnTo>
                <a:lnTo>
                  <a:pt x="111760" y="6350"/>
                </a:lnTo>
                <a:lnTo>
                  <a:pt x="104140" y="8889"/>
                </a:lnTo>
                <a:lnTo>
                  <a:pt x="88900" y="16510"/>
                </a:lnTo>
                <a:lnTo>
                  <a:pt x="69850" y="35560"/>
                </a:lnTo>
                <a:lnTo>
                  <a:pt x="63500" y="43179"/>
                </a:lnTo>
                <a:lnTo>
                  <a:pt x="53340" y="60960"/>
                </a:lnTo>
                <a:lnTo>
                  <a:pt x="46990" y="71120"/>
                </a:lnTo>
                <a:lnTo>
                  <a:pt x="41910" y="81279"/>
                </a:lnTo>
                <a:lnTo>
                  <a:pt x="38100" y="92710"/>
                </a:lnTo>
                <a:lnTo>
                  <a:pt x="33019" y="104139"/>
                </a:lnTo>
                <a:lnTo>
                  <a:pt x="29210" y="115570"/>
                </a:lnTo>
                <a:lnTo>
                  <a:pt x="24130" y="128270"/>
                </a:lnTo>
                <a:lnTo>
                  <a:pt x="21590" y="140970"/>
                </a:lnTo>
                <a:lnTo>
                  <a:pt x="8890" y="198120"/>
                </a:lnTo>
                <a:lnTo>
                  <a:pt x="1269" y="261620"/>
                </a:lnTo>
                <a:lnTo>
                  <a:pt x="0" y="295910"/>
                </a:lnTo>
                <a:lnTo>
                  <a:pt x="0" y="355600"/>
                </a:lnTo>
                <a:lnTo>
                  <a:pt x="2540" y="405129"/>
                </a:lnTo>
                <a:lnTo>
                  <a:pt x="6350" y="449579"/>
                </a:lnTo>
                <a:lnTo>
                  <a:pt x="13969" y="491489"/>
                </a:lnTo>
                <a:lnTo>
                  <a:pt x="22860" y="529589"/>
                </a:lnTo>
                <a:lnTo>
                  <a:pt x="34290" y="562610"/>
                </a:lnTo>
                <a:lnTo>
                  <a:pt x="39369" y="577850"/>
                </a:lnTo>
                <a:lnTo>
                  <a:pt x="52069" y="603250"/>
                </a:lnTo>
                <a:lnTo>
                  <a:pt x="59690" y="614679"/>
                </a:lnTo>
                <a:lnTo>
                  <a:pt x="66040" y="624839"/>
                </a:lnTo>
                <a:lnTo>
                  <a:pt x="100330" y="651510"/>
                </a:lnTo>
                <a:lnTo>
                  <a:pt x="111760" y="655320"/>
                </a:lnTo>
                <a:lnTo>
                  <a:pt x="121919" y="659129"/>
                </a:lnTo>
                <a:lnTo>
                  <a:pt x="133350" y="660400"/>
                </a:lnTo>
                <a:lnTo>
                  <a:pt x="158750" y="660400"/>
                </a:lnTo>
                <a:lnTo>
                  <a:pt x="195580" y="650239"/>
                </a:lnTo>
                <a:lnTo>
                  <a:pt x="233680" y="618489"/>
                </a:lnTo>
                <a:lnTo>
                  <a:pt x="256540" y="575310"/>
                </a:lnTo>
                <a:lnTo>
                  <a:pt x="262890" y="556260"/>
                </a:lnTo>
                <a:lnTo>
                  <a:pt x="271780" y="533400"/>
                </a:lnTo>
                <a:lnTo>
                  <a:pt x="278130" y="509270"/>
                </a:lnTo>
                <a:lnTo>
                  <a:pt x="285750" y="481329"/>
                </a:lnTo>
                <a:lnTo>
                  <a:pt x="144780" y="481329"/>
                </a:lnTo>
                <a:lnTo>
                  <a:pt x="143510" y="480060"/>
                </a:lnTo>
                <a:lnTo>
                  <a:pt x="142240" y="480060"/>
                </a:lnTo>
                <a:lnTo>
                  <a:pt x="139700" y="478789"/>
                </a:lnTo>
                <a:lnTo>
                  <a:pt x="138430" y="478789"/>
                </a:lnTo>
                <a:lnTo>
                  <a:pt x="137160" y="477520"/>
                </a:lnTo>
                <a:lnTo>
                  <a:pt x="134619" y="476250"/>
                </a:lnTo>
                <a:lnTo>
                  <a:pt x="133350" y="474979"/>
                </a:lnTo>
                <a:lnTo>
                  <a:pt x="132080" y="472439"/>
                </a:lnTo>
                <a:lnTo>
                  <a:pt x="130810" y="471170"/>
                </a:lnTo>
                <a:lnTo>
                  <a:pt x="128269" y="467360"/>
                </a:lnTo>
                <a:lnTo>
                  <a:pt x="128269" y="464820"/>
                </a:lnTo>
                <a:lnTo>
                  <a:pt x="125730" y="462279"/>
                </a:lnTo>
                <a:lnTo>
                  <a:pt x="125730" y="459739"/>
                </a:lnTo>
                <a:lnTo>
                  <a:pt x="121919" y="453389"/>
                </a:lnTo>
                <a:lnTo>
                  <a:pt x="120650" y="447039"/>
                </a:lnTo>
                <a:lnTo>
                  <a:pt x="115569" y="426720"/>
                </a:lnTo>
                <a:lnTo>
                  <a:pt x="114300" y="420370"/>
                </a:lnTo>
                <a:lnTo>
                  <a:pt x="114300" y="410210"/>
                </a:lnTo>
                <a:lnTo>
                  <a:pt x="292100" y="410210"/>
                </a:lnTo>
                <a:lnTo>
                  <a:pt x="292100" y="303529"/>
                </a:lnTo>
                <a:lnTo>
                  <a:pt x="289560" y="275589"/>
                </a:lnTo>
                <a:lnTo>
                  <a:pt x="288544" y="255270"/>
                </a:lnTo>
                <a:lnTo>
                  <a:pt x="114300" y="255270"/>
                </a:lnTo>
                <a:lnTo>
                  <a:pt x="114300" y="243839"/>
                </a:lnTo>
                <a:lnTo>
                  <a:pt x="116840" y="233679"/>
                </a:lnTo>
                <a:lnTo>
                  <a:pt x="116840" y="227329"/>
                </a:lnTo>
                <a:lnTo>
                  <a:pt x="119380" y="217170"/>
                </a:lnTo>
                <a:lnTo>
                  <a:pt x="121919" y="212089"/>
                </a:lnTo>
                <a:lnTo>
                  <a:pt x="124460" y="204470"/>
                </a:lnTo>
                <a:lnTo>
                  <a:pt x="125730" y="201929"/>
                </a:lnTo>
                <a:lnTo>
                  <a:pt x="127000" y="198120"/>
                </a:lnTo>
                <a:lnTo>
                  <a:pt x="128269" y="195579"/>
                </a:lnTo>
                <a:lnTo>
                  <a:pt x="129540" y="191770"/>
                </a:lnTo>
                <a:lnTo>
                  <a:pt x="130810" y="189229"/>
                </a:lnTo>
                <a:lnTo>
                  <a:pt x="132080" y="187960"/>
                </a:lnTo>
                <a:lnTo>
                  <a:pt x="133350" y="185420"/>
                </a:lnTo>
                <a:lnTo>
                  <a:pt x="135890" y="184150"/>
                </a:lnTo>
                <a:lnTo>
                  <a:pt x="137160" y="182879"/>
                </a:lnTo>
                <a:lnTo>
                  <a:pt x="139700" y="181610"/>
                </a:lnTo>
                <a:lnTo>
                  <a:pt x="140969" y="181610"/>
                </a:lnTo>
                <a:lnTo>
                  <a:pt x="142240" y="180339"/>
                </a:lnTo>
                <a:lnTo>
                  <a:pt x="144780" y="179070"/>
                </a:lnTo>
                <a:lnTo>
                  <a:pt x="278923" y="179070"/>
                </a:lnTo>
                <a:lnTo>
                  <a:pt x="275590" y="161289"/>
                </a:lnTo>
                <a:lnTo>
                  <a:pt x="261619" y="107950"/>
                </a:lnTo>
                <a:lnTo>
                  <a:pt x="242569" y="64770"/>
                </a:lnTo>
                <a:lnTo>
                  <a:pt x="219710" y="31750"/>
                </a:lnTo>
                <a:lnTo>
                  <a:pt x="167640" y="2539"/>
                </a:lnTo>
                <a:lnTo>
                  <a:pt x="156210" y="0"/>
                </a:lnTo>
                <a:close/>
              </a:path>
              <a:path w="293369" h="660400">
                <a:moveTo>
                  <a:pt x="181610" y="426720"/>
                </a:moveTo>
                <a:lnTo>
                  <a:pt x="176530" y="441960"/>
                </a:lnTo>
                <a:lnTo>
                  <a:pt x="172719" y="454660"/>
                </a:lnTo>
                <a:lnTo>
                  <a:pt x="170180" y="458470"/>
                </a:lnTo>
                <a:lnTo>
                  <a:pt x="168910" y="463550"/>
                </a:lnTo>
                <a:lnTo>
                  <a:pt x="167640" y="466089"/>
                </a:lnTo>
                <a:lnTo>
                  <a:pt x="166369" y="467360"/>
                </a:lnTo>
                <a:lnTo>
                  <a:pt x="166369" y="468629"/>
                </a:lnTo>
                <a:lnTo>
                  <a:pt x="158750" y="476250"/>
                </a:lnTo>
                <a:lnTo>
                  <a:pt x="156210" y="477520"/>
                </a:lnTo>
                <a:lnTo>
                  <a:pt x="154940" y="478789"/>
                </a:lnTo>
                <a:lnTo>
                  <a:pt x="149860" y="481329"/>
                </a:lnTo>
                <a:lnTo>
                  <a:pt x="285750" y="481329"/>
                </a:lnTo>
                <a:lnTo>
                  <a:pt x="293369" y="452120"/>
                </a:lnTo>
                <a:lnTo>
                  <a:pt x="181610" y="426720"/>
                </a:lnTo>
                <a:close/>
              </a:path>
              <a:path w="293369" h="660400">
                <a:moveTo>
                  <a:pt x="278923" y="179070"/>
                </a:moveTo>
                <a:lnTo>
                  <a:pt x="147319" y="179070"/>
                </a:lnTo>
                <a:lnTo>
                  <a:pt x="149860" y="180339"/>
                </a:lnTo>
                <a:lnTo>
                  <a:pt x="151130" y="180339"/>
                </a:lnTo>
                <a:lnTo>
                  <a:pt x="152400" y="181610"/>
                </a:lnTo>
                <a:lnTo>
                  <a:pt x="153669" y="181610"/>
                </a:lnTo>
                <a:lnTo>
                  <a:pt x="154940" y="182879"/>
                </a:lnTo>
                <a:lnTo>
                  <a:pt x="157480" y="184150"/>
                </a:lnTo>
                <a:lnTo>
                  <a:pt x="162560" y="189229"/>
                </a:lnTo>
                <a:lnTo>
                  <a:pt x="166369" y="196850"/>
                </a:lnTo>
                <a:lnTo>
                  <a:pt x="167640" y="201929"/>
                </a:lnTo>
                <a:lnTo>
                  <a:pt x="170180" y="205739"/>
                </a:lnTo>
                <a:lnTo>
                  <a:pt x="172719" y="218439"/>
                </a:lnTo>
                <a:lnTo>
                  <a:pt x="175260" y="224789"/>
                </a:lnTo>
                <a:lnTo>
                  <a:pt x="176530" y="232410"/>
                </a:lnTo>
                <a:lnTo>
                  <a:pt x="176530" y="240029"/>
                </a:lnTo>
                <a:lnTo>
                  <a:pt x="177800" y="246379"/>
                </a:lnTo>
                <a:lnTo>
                  <a:pt x="177800" y="255270"/>
                </a:lnTo>
                <a:lnTo>
                  <a:pt x="288544" y="255270"/>
                </a:lnTo>
                <a:lnTo>
                  <a:pt x="288290" y="250189"/>
                </a:lnTo>
                <a:lnTo>
                  <a:pt x="285750" y="226060"/>
                </a:lnTo>
                <a:lnTo>
                  <a:pt x="283210" y="203200"/>
                </a:lnTo>
                <a:lnTo>
                  <a:pt x="279400" y="181610"/>
                </a:lnTo>
                <a:lnTo>
                  <a:pt x="278923" y="179070"/>
                </a:lnTo>
                <a:close/>
              </a:path>
            </a:pathLst>
          </a:custGeom>
          <a:solidFill>
            <a:srgbClr val="4C4C4C">
              <a:alpha val="79998"/>
            </a:srgbClr>
          </a:solidFill>
        </p:spPr>
        <p:txBody>
          <a:bodyPr wrap="square" lIns="0" tIns="0" rIns="0" bIns="0" rtlCol="0"/>
          <a:lstStyle/>
          <a:p/>
        </p:txBody>
      </p:sp>
      <p:sp>
        <p:nvSpPr>
          <p:cNvPr id="7" name="object 7"/>
          <p:cNvSpPr/>
          <p:nvPr/>
        </p:nvSpPr>
        <p:spPr>
          <a:xfrm>
            <a:off x="3059429" y="952500"/>
            <a:ext cx="269240" cy="646430"/>
          </a:xfrm>
          <a:custGeom>
            <a:avLst/>
            <a:gdLst/>
            <a:ahLst/>
            <a:cxnLst/>
            <a:rect l="l" t="t" r="r" b="b"/>
            <a:pathLst>
              <a:path w="269239" h="646430">
                <a:moveTo>
                  <a:pt x="105409" y="12700"/>
                </a:moveTo>
                <a:lnTo>
                  <a:pt x="0" y="12700"/>
                </a:lnTo>
                <a:lnTo>
                  <a:pt x="0" y="646429"/>
                </a:lnTo>
                <a:lnTo>
                  <a:pt x="111759" y="646429"/>
                </a:lnTo>
                <a:lnTo>
                  <a:pt x="111759" y="293370"/>
                </a:lnTo>
                <a:lnTo>
                  <a:pt x="113030" y="280670"/>
                </a:lnTo>
                <a:lnTo>
                  <a:pt x="115569" y="260350"/>
                </a:lnTo>
                <a:lnTo>
                  <a:pt x="115569" y="256539"/>
                </a:lnTo>
                <a:lnTo>
                  <a:pt x="116839" y="251460"/>
                </a:lnTo>
                <a:lnTo>
                  <a:pt x="118109" y="248920"/>
                </a:lnTo>
                <a:lnTo>
                  <a:pt x="118109" y="246379"/>
                </a:lnTo>
                <a:lnTo>
                  <a:pt x="123189" y="236220"/>
                </a:lnTo>
                <a:lnTo>
                  <a:pt x="123189" y="233679"/>
                </a:lnTo>
                <a:lnTo>
                  <a:pt x="125730" y="231139"/>
                </a:lnTo>
                <a:lnTo>
                  <a:pt x="127000" y="228600"/>
                </a:lnTo>
                <a:lnTo>
                  <a:pt x="130809" y="224789"/>
                </a:lnTo>
                <a:lnTo>
                  <a:pt x="132080" y="224789"/>
                </a:lnTo>
                <a:lnTo>
                  <a:pt x="132080" y="223520"/>
                </a:lnTo>
                <a:lnTo>
                  <a:pt x="268128" y="223520"/>
                </a:lnTo>
                <a:lnTo>
                  <a:pt x="266699" y="191770"/>
                </a:lnTo>
                <a:lnTo>
                  <a:pt x="262890" y="140970"/>
                </a:lnTo>
                <a:lnTo>
                  <a:pt x="255269" y="97789"/>
                </a:lnTo>
                <a:lnTo>
                  <a:pt x="241299" y="55879"/>
                </a:lnTo>
                <a:lnTo>
                  <a:pt x="240876" y="54610"/>
                </a:lnTo>
                <a:lnTo>
                  <a:pt x="105409" y="54610"/>
                </a:lnTo>
                <a:lnTo>
                  <a:pt x="105409" y="12700"/>
                </a:lnTo>
                <a:close/>
              </a:path>
              <a:path w="269239" h="646430">
                <a:moveTo>
                  <a:pt x="268128" y="223520"/>
                </a:moveTo>
                <a:lnTo>
                  <a:pt x="140969" y="223520"/>
                </a:lnTo>
                <a:lnTo>
                  <a:pt x="143509" y="226060"/>
                </a:lnTo>
                <a:lnTo>
                  <a:pt x="144780" y="226060"/>
                </a:lnTo>
                <a:lnTo>
                  <a:pt x="147319" y="228600"/>
                </a:lnTo>
                <a:lnTo>
                  <a:pt x="147319" y="229870"/>
                </a:lnTo>
                <a:lnTo>
                  <a:pt x="148589" y="231139"/>
                </a:lnTo>
                <a:lnTo>
                  <a:pt x="148589" y="232410"/>
                </a:lnTo>
                <a:lnTo>
                  <a:pt x="149859" y="234950"/>
                </a:lnTo>
                <a:lnTo>
                  <a:pt x="151130" y="236220"/>
                </a:lnTo>
                <a:lnTo>
                  <a:pt x="151130" y="237489"/>
                </a:lnTo>
                <a:lnTo>
                  <a:pt x="152400" y="240029"/>
                </a:lnTo>
                <a:lnTo>
                  <a:pt x="152400" y="242570"/>
                </a:lnTo>
                <a:lnTo>
                  <a:pt x="153669" y="245110"/>
                </a:lnTo>
                <a:lnTo>
                  <a:pt x="153669" y="254000"/>
                </a:lnTo>
                <a:lnTo>
                  <a:pt x="156209" y="269239"/>
                </a:lnTo>
                <a:lnTo>
                  <a:pt x="156209" y="646429"/>
                </a:lnTo>
                <a:lnTo>
                  <a:pt x="269240" y="646429"/>
                </a:lnTo>
                <a:lnTo>
                  <a:pt x="269187" y="248920"/>
                </a:lnTo>
                <a:lnTo>
                  <a:pt x="268128" y="223520"/>
                </a:lnTo>
                <a:close/>
              </a:path>
              <a:path w="269239" h="646430">
                <a:moveTo>
                  <a:pt x="187959" y="0"/>
                </a:moveTo>
                <a:lnTo>
                  <a:pt x="171450" y="0"/>
                </a:lnTo>
                <a:lnTo>
                  <a:pt x="163830" y="1270"/>
                </a:lnTo>
                <a:lnTo>
                  <a:pt x="125730" y="27939"/>
                </a:lnTo>
                <a:lnTo>
                  <a:pt x="106680" y="53339"/>
                </a:lnTo>
                <a:lnTo>
                  <a:pt x="105409" y="54610"/>
                </a:lnTo>
                <a:lnTo>
                  <a:pt x="240876" y="54610"/>
                </a:lnTo>
                <a:lnTo>
                  <a:pt x="238759" y="48260"/>
                </a:lnTo>
                <a:lnTo>
                  <a:pt x="234949" y="40639"/>
                </a:lnTo>
                <a:lnTo>
                  <a:pt x="231140" y="35560"/>
                </a:lnTo>
                <a:lnTo>
                  <a:pt x="228599" y="29210"/>
                </a:lnTo>
                <a:lnTo>
                  <a:pt x="224790" y="24129"/>
                </a:lnTo>
                <a:lnTo>
                  <a:pt x="219709" y="20320"/>
                </a:lnTo>
                <a:lnTo>
                  <a:pt x="215899" y="15239"/>
                </a:lnTo>
                <a:lnTo>
                  <a:pt x="212090" y="11429"/>
                </a:lnTo>
                <a:lnTo>
                  <a:pt x="207009" y="8889"/>
                </a:lnTo>
                <a:lnTo>
                  <a:pt x="203199" y="6350"/>
                </a:lnTo>
                <a:lnTo>
                  <a:pt x="193040" y="1270"/>
                </a:lnTo>
                <a:lnTo>
                  <a:pt x="187959" y="0"/>
                </a:lnTo>
                <a:close/>
              </a:path>
            </a:pathLst>
          </a:custGeom>
          <a:solidFill>
            <a:srgbClr val="4C4C4C">
              <a:alpha val="79998"/>
            </a:srgbClr>
          </a:solidFill>
        </p:spPr>
        <p:txBody>
          <a:bodyPr wrap="square" lIns="0" tIns="0" rIns="0" bIns="0" rtlCol="0"/>
          <a:lstStyle/>
          <a:p/>
        </p:txBody>
      </p:sp>
      <p:sp>
        <p:nvSpPr>
          <p:cNvPr id="8" name="object 8"/>
          <p:cNvSpPr/>
          <p:nvPr/>
        </p:nvSpPr>
        <p:spPr>
          <a:xfrm>
            <a:off x="3467100" y="741679"/>
            <a:ext cx="111760" cy="857250"/>
          </a:xfrm>
          <a:custGeom>
            <a:avLst/>
            <a:gdLst/>
            <a:ahLst/>
            <a:cxnLst/>
            <a:rect l="l" t="t" r="r" b="b"/>
            <a:pathLst>
              <a:path w="111760" h="857250">
                <a:moveTo>
                  <a:pt x="111760" y="223520"/>
                </a:moveTo>
                <a:lnTo>
                  <a:pt x="0" y="223520"/>
                </a:lnTo>
                <a:lnTo>
                  <a:pt x="0" y="819150"/>
                </a:lnTo>
                <a:lnTo>
                  <a:pt x="0" y="857250"/>
                </a:lnTo>
                <a:lnTo>
                  <a:pt x="111760" y="857250"/>
                </a:lnTo>
                <a:lnTo>
                  <a:pt x="111760" y="819150"/>
                </a:lnTo>
                <a:lnTo>
                  <a:pt x="111760" y="223520"/>
                </a:lnTo>
                <a:close/>
              </a:path>
              <a:path w="111760" h="857250">
                <a:moveTo>
                  <a:pt x="111760" y="0"/>
                </a:moveTo>
                <a:lnTo>
                  <a:pt x="0" y="0"/>
                </a:lnTo>
                <a:lnTo>
                  <a:pt x="0" y="162560"/>
                </a:lnTo>
                <a:lnTo>
                  <a:pt x="0" y="185420"/>
                </a:lnTo>
                <a:lnTo>
                  <a:pt x="0" y="200660"/>
                </a:lnTo>
                <a:lnTo>
                  <a:pt x="111760" y="200660"/>
                </a:lnTo>
                <a:lnTo>
                  <a:pt x="111760" y="185420"/>
                </a:lnTo>
                <a:lnTo>
                  <a:pt x="111760" y="162560"/>
                </a:lnTo>
                <a:lnTo>
                  <a:pt x="111760" y="0"/>
                </a:lnTo>
                <a:close/>
              </a:path>
            </a:pathLst>
          </a:custGeom>
          <a:solidFill>
            <a:srgbClr val="4C4C4C">
              <a:alpha val="79998"/>
            </a:srgbClr>
          </a:solidFill>
        </p:spPr>
        <p:txBody>
          <a:bodyPr wrap="square" lIns="0" tIns="0" rIns="0" bIns="0" rtlCol="0"/>
          <a:lstStyle/>
          <a:p/>
        </p:txBody>
      </p:sp>
      <p:sp>
        <p:nvSpPr>
          <p:cNvPr id="9" name="object 9"/>
          <p:cNvSpPr/>
          <p:nvPr/>
        </p:nvSpPr>
        <p:spPr>
          <a:xfrm>
            <a:off x="3684270" y="952500"/>
            <a:ext cx="269240" cy="646430"/>
          </a:xfrm>
          <a:custGeom>
            <a:avLst/>
            <a:gdLst/>
            <a:ahLst/>
            <a:cxnLst/>
            <a:rect l="l" t="t" r="r" b="b"/>
            <a:pathLst>
              <a:path w="269239" h="646430">
                <a:moveTo>
                  <a:pt x="105409" y="12700"/>
                </a:moveTo>
                <a:lnTo>
                  <a:pt x="0" y="12700"/>
                </a:lnTo>
                <a:lnTo>
                  <a:pt x="0" y="646429"/>
                </a:lnTo>
                <a:lnTo>
                  <a:pt x="111759" y="646429"/>
                </a:lnTo>
                <a:lnTo>
                  <a:pt x="111759" y="308610"/>
                </a:lnTo>
                <a:lnTo>
                  <a:pt x="113029" y="293370"/>
                </a:lnTo>
                <a:lnTo>
                  <a:pt x="113029" y="280670"/>
                </a:lnTo>
                <a:lnTo>
                  <a:pt x="115569" y="260350"/>
                </a:lnTo>
                <a:lnTo>
                  <a:pt x="116839" y="256539"/>
                </a:lnTo>
                <a:lnTo>
                  <a:pt x="116839" y="251460"/>
                </a:lnTo>
                <a:lnTo>
                  <a:pt x="119379" y="246379"/>
                </a:lnTo>
                <a:lnTo>
                  <a:pt x="120650" y="241300"/>
                </a:lnTo>
                <a:lnTo>
                  <a:pt x="124459" y="233679"/>
                </a:lnTo>
                <a:lnTo>
                  <a:pt x="124459" y="232410"/>
                </a:lnTo>
                <a:lnTo>
                  <a:pt x="125729" y="231139"/>
                </a:lnTo>
                <a:lnTo>
                  <a:pt x="127000" y="228600"/>
                </a:lnTo>
                <a:lnTo>
                  <a:pt x="130809" y="224789"/>
                </a:lnTo>
                <a:lnTo>
                  <a:pt x="132079" y="224789"/>
                </a:lnTo>
                <a:lnTo>
                  <a:pt x="133350" y="223520"/>
                </a:lnTo>
                <a:lnTo>
                  <a:pt x="268128" y="223520"/>
                </a:lnTo>
                <a:lnTo>
                  <a:pt x="267969" y="219710"/>
                </a:lnTo>
                <a:lnTo>
                  <a:pt x="267969" y="191770"/>
                </a:lnTo>
                <a:lnTo>
                  <a:pt x="265429" y="165100"/>
                </a:lnTo>
                <a:lnTo>
                  <a:pt x="262889" y="140970"/>
                </a:lnTo>
                <a:lnTo>
                  <a:pt x="255269" y="97789"/>
                </a:lnTo>
                <a:lnTo>
                  <a:pt x="252729" y="88900"/>
                </a:lnTo>
                <a:lnTo>
                  <a:pt x="251459" y="80010"/>
                </a:lnTo>
                <a:lnTo>
                  <a:pt x="247650" y="71120"/>
                </a:lnTo>
                <a:lnTo>
                  <a:pt x="245109" y="62229"/>
                </a:lnTo>
                <a:lnTo>
                  <a:pt x="241300" y="55879"/>
                </a:lnTo>
                <a:lnTo>
                  <a:pt x="240876" y="54610"/>
                </a:lnTo>
                <a:lnTo>
                  <a:pt x="105409" y="54610"/>
                </a:lnTo>
                <a:lnTo>
                  <a:pt x="105409" y="12700"/>
                </a:lnTo>
                <a:close/>
              </a:path>
              <a:path w="269239" h="646430">
                <a:moveTo>
                  <a:pt x="268128" y="223520"/>
                </a:moveTo>
                <a:lnTo>
                  <a:pt x="140969" y="223520"/>
                </a:lnTo>
                <a:lnTo>
                  <a:pt x="142239" y="224789"/>
                </a:lnTo>
                <a:lnTo>
                  <a:pt x="143509" y="224789"/>
                </a:lnTo>
                <a:lnTo>
                  <a:pt x="143509" y="226060"/>
                </a:lnTo>
                <a:lnTo>
                  <a:pt x="144779" y="226060"/>
                </a:lnTo>
                <a:lnTo>
                  <a:pt x="147319" y="228600"/>
                </a:lnTo>
                <a:lnTo>
                  <a:pt x="147319" y="229870"/>
                </a:lnTo>
                <a:lnTo>
                  <a:pt x="149859" y="232410"/>
                </a:lnTo>
                <a:lnTo>
                  <a:pt x="149859" y="234950"/>
                </a:lnTo>
                <a:lnTo>
                  <a:pt x="151129" y="236220"/>
                </a:lnTo>
                <a:lnTo>
                  <a:pt x="151129" y="237489"/>
                </a:lnTo>
                <a:lnTo>
                  <a:pt x="152400" y="240029"/>
                </a:lnTo>
                <a:lnTo>
                  <a:pt x="152400" y="242570"/>
                </a:lnTo>
                <a:lnTo>
                  <a:pt x="153669" y="245110"/>
                </a:lnTo>
                <a:lnTo>
                  <a:pt x="153669" y="247650"/>
                </a:lnTo>
                <a:lnTo>
                  <a:pt x="154939" y="254000"/>
                </a:lnTo>
                <a:lnTo>
                  <a:pt x="154939" y="261620"/>
                </a:lnTo>
                <a:lnTo>
                  <a:pt x="156209" y="269239"/>
                </a:lnTo>
                <a:lnTo>
                  <a:pt x="156209" y="646429"/>
                </a:lnTo>
                <a:lnTo>
                  <a:pt x="269239" y="646429"/>
                </a:lnTo>
                <a:lnTo>
                  <a:pt x="269134" y="247650"/>
                </a:lnTo>
                <a:lnTo>
                  <a:pt x="268128" y="223520"/>
                </a:lnTo>
                <a:close/>
              </a:path>
              <a:path w="269239" h="646430">
                <a:moveTo>
                  <a:pt x="189229" y="0"/>
                </a:moveTo>
                <a:lnTo>
                  <a:pt x="171450" y="0"/>
                </a:lnTo>
                <a:lnTo>
                  <a:pt x="163829" y="1270"/>
                </a:lnTo>
                <a:lnTo>
                  <a:pt x="157479" y="3810"/>
                </a:lnTo>
                <a:lnTo>
                  <a:pt x="149859" y="6350"/>
                </a:lnTo>
                <a:lnTo>
                  <a:pt x="143509" y="10160"/>
                </a:lnTo>
                <a:lnTo>
                  <a:pt x="138429" y="16510"/>
                </a:lnTo>
                <a:lnTo>
                  <a:pt x="132079" y="21589"/>
                </a:lnTo>
                <a:lnTo>
                  <a:pt x="127000" y="27939"/>
                </a:lnTo>
                <a:lnTo>
                  <a:pt x="110489" y="48260"/>
                </a:lnTo>
                <a:lnTo>
                  <a:pt x="106679" y="53339"/>
                </a:lnTo>
                <a:lnTo>
                  <a:pt x="105409" y="54610"/>
                </a:lnTo>
                <a:lnTo>
                  <a:pt x="240876" y="54610"/>
                </a:lnTo>
                <a:lnTo>
                  <a:pt x="219709" y="20320"/>
                </a:lnTo>
                <a:lnTo>
                  <a:pt x="217169" y="15239"/>
                </a:lnTo>
                <a:lnTo>
                  <a:pt x="212089" y="11429"/>
                </a:lnTo>
                <a:lnTo>
                  <a:pt x="208279" y="8889"/>
                </a:lnTo>
                <a:lnTo>
                  <a:pt x="198119" y="3810"/>
                </a:lnTo>
                <a:lnTo>
                  <a:pt x="194309" y="1270"/>
                </a:lnTo>
                <a:lnTo>
                  <a:pt x="189229" y="0"/>
                </a:lnTo>
                <a:close/>
              </a:path>
            </a:pathLst>
          </a:custGeom>
          <a:solidFill>
            <a:srgbClr val="4C4C4C">
              <a:alpha val="79998"/>
            </a:srgbClr>
          </a:solidFill>
        </p:spPr>
        <p:txBody>
          <a:bodyPr wrap="square" lIns="0" tIns="0" rIns="0" bIns="0" rtlCol="0"/>
          <a:lstStyle/>
          <a:p/>
        </p:txBody>
      </p:sp>
      <p:sp>
        <p:nvSpPr>
          <p:cNvPr id="10" name="object 10"/>
          <p:cNvSpPr/>
          <p:nvPr/>
        </p:nvSpPr>
        <p:spPr>
          <a:xfrm>
            <a:off x="4077970" y="952500"/>
            <a:ext cx="280670" cy="885190"/>
          </a:xfrm>
          <a:custGeom>
            <a:avLst/>
            <a:gdLst/>
            <a:ahLst/>
            <a:cxnLst/>
            <a:rect l="l" t="t" r="r" b="b"/>
            <a:pathLst>
              <a:path w="280670" h="885189">
                <a:moveTo>
                  <a:pt x="7619" y="610870"/>
                </a:moveTo>
                <a:lnTo>
                  <a:pt x="6350" y="646429"/>
                </a:lnTo>
                <a:lnTo>
                  <a:pt x="6350" y="690879"/>
                </a:lnTo>
                <a:lnTo>
                  <a:pt x="8889" y="713739"/>
                </a:lnTo>
                <a:lnTo>
                  <a:pt x="11429" y="735329"/>
                </a:lnTo>
                <a:lnTo>
                  <a:pt x="12700" y="745489"/>
                </a:lnTo>
                <a:lnTo>
                  <a:pt x="13969" y="756920"/>
                </a:lnTo>
                <a:lnTo>
                  <a:pt x="16509" y="765810"/>
                </a:lnTo>
                <a:lnTo>
                  <a:pt x="17779" y="775970"/>
                </a:lnTo>
                <a:lnTo>
                  <a:pt x="20319" y="784860"/>
                </a:lnTo>
                <a:lnTo>
                  <a:pt x="24129" y="793750"/>
                </a:lnTo>
                <a:lnTo>
                  <a:pt x="26669" y="802639"/>
                </a:lnTo>
                <a:lnTo>
                  <a:pt x="29209" y="810260"/>
                </a:lnTo>
                <a:lnTo>
                  <a:pt x="54609" y="852170"/>
                </a:lnTo>
                <a:lnTo>
                  <a:pt x="91439" y="876300"/>
                </a:lnTo>
                <a:lnTo>
                  <a:pt x="123189" y="885189"/>
                </a:lnTo>
                <a:lnTo>
                  <a:pt x="156209" y="885189"/>
                </a:lnTo>
                <a:lnTo>
                  <a:pt x="171450" y="882650"/>
                </a:lnTo>
                <a:lnTo>
                  <a:pt x="179069" y="880110"/>
                </a:lnTo>
                <a:lnTo>
                  <a:pt x="185419" y="877570"/>
                </a:lnTo>
                <a:lnTo>
                  <a:pt x="193039" y="873760"/>
                </a:lnTo>
                <a:lnTo>
                  <a:pt x="199389" y="871220"/>
                </a:lnTo>
                <a:lnTo>
                  <a:pt x="205739" y="866139"/>
                </a:lnTo>
                <a:lnTo>
                  <a:pt x="212089" y="862329"/>
                </a:lnTo>
                <a:lnTo>
                  <a:pt x="217169" y="855979"/>
                </a:lnTo>
                <a:lnTo>
                  <a:pt x="223519" y="850900"/>
                </a:lnTo>
                <a:lnTo>
                  <a:pt x="228600" y="843279"/>
                </a:lnTo>
                <a:lnTo>
                  <a:pt x="232409" y="836929"/>
                </a:lnTo>
                <a:lnTo>
                  <a:pt x="237489" y="829310"/>
                </a:lnTo>
                <a:lnTo>
                  <a:pt x="242569" y="820420"/>
                </a:lnTo>
                <a:lnTo>
                  <a:pt x="250189" y="802639"/>
                </a:lnTo>
                <a:lnTo>
                  <a:pt x="254000" y="791210"/>
                </a:lnTo>
                <a:lnTo>
                  <a:pt x="257809" y="781050"/>
                </a:lnTo>
                <a:lnTo>
                  <a:pt x="261619" y="769620"/>
                </a:lnTo>
                <a:lnTo>
                  <a:pt x="264159" y="756920"/>
                </a:lnTo>
                <a:lnTo>
                  <a:pt x="267969" y="744220"/>
                </a:lnTo>
                <a:lnTo>
                  <a:pt x="270509" y="731520"/>
                </a:lnTo>
                <a:lnTo>
                  <a:pt x="271779" y="717550"/>
                </a:lnTo>
                <a:lnTo>
                  <a:pt x="275474" y="697229"/>
                </a:lnTo>
                <a:lnTo>
                  <a:pt x="134619" y="697229"/>
                </a:lnTo>
                <a:lnTo>
                  <a:pt x="132079" y="695960"/>
                </a:lnTo>
                <a:lnTo>
                  <a:pt x="128269" y="692150"/>
                </a:lnTo>
                <a:lnTo>
                  <a:pt x="125729" y="690879"/>
                </a:lnTo>
                <a:lnTo>
                  <a:pt x="124459" y="688339"/>
                </a:lnTo>
                <a:lnTo>
                  <a:pt x="121919" y="685800"/>
                </a:lnTo>
                <a:lnTo>
                  <a:pt x="121919" y="683260"/>
                </a:lnTo>
                <a:lnTo>
                  <a:pt x="120650" y="681989"/>
                </a:lnTo>
                <a:lnTo>
                  <a:pt x="120650" y="680720"/>
                </a:lnTo>
                <a:lnTo>
                  <a:pt x="119379" y="675639"/>
                </a:lnTo>
                <a:lnTo>
                  <a:pt x="119379" y="670560"/>
                </a:lnTo>
                <a:lnTo>
                  <a:pt x="116839" y="664210"/>
                </a:lnTo>
                <a:lnTo>
                  <a:pt x="116839" y="657860"/>
                </a:lnTo>
                <a:lnTo>
                  <a:pt x="114300" y="640079"/>
                </a:lnTo>
                <a:lnTo>
                  <a:pt x="7619" y="610870"/>
                </a:lnTo>
                <a:close/>
              </a:path>
              <a:path w="280670" h="885189">
                <a:moveTo>
                  <a:pt x="280669" y="581660"/>
                </a:moveTo>
                <a:lnTo>
                  <a:pt x="168909" y="581660"/>
                </a:lnTo>
                <a:lnTo>
                  <a:pt x="168909" y="585470"/>
                </a:lnTo>
                <a:lnTo>
                  <a:pt x="167639" y="586739"/>
                </a:lnTo>
                <a:lnTo>
                  <a:pt x="167639" y="629920"/>
                </a:lnTo>
                <a:lnTo>
                  <a:pt x="166369" y="641350"/>
                </a:lnTo>
                <a:lnTo>
                  <a:pt x="166369" y="651510"/>
                </a:lnTo>
                <a:lnTo>
                  <a:pt x="165100" y="660400"/>
                </a:lnTo>
                <a:lnTo>
                  <a:pt x="163829" y="668020"/>
                </a:lnTo>
                <a:lnTo>
                  <a:pt x="162559" y="670560"/>
                </a:lnTo>
                <a:lnTo>
                  <a:pt x="162559" y="674370"/>
                </a:lnTo>
                <a:lnTo>
                  <a:pt x="161289" y="676910"/>
                </a:lnTo>
                <a:lnTo>
                  <a:pt x="161289" y="679450"/>
                </a:lnTo>
                <a:lnTo>
                  <a:pt x="160019" y="680720"/>
                </a:lnTo>
                <a:lnTo>
                  <a:pt x="158750" y="683260"/>
                </a:lnTo>
                <a:lnTo>
                  <a:pt x="158750" y="685800"/>
                </a:lnTo>
                <a:lnTo>
                  <a:pt x="152400" y="692150"/>
                </a:lnTo>
                <a:lnTo>
                  <a:pt x="151129" y="694689"/>
                </a:lnTo>
                <a:lnTo>
                  <a:pt x="149859" y="694689"/>
                </a:lnTo>
                <a:lnTo>
                  <a:pt x="148589" y="695960"/>
                </a:lnTo>
                <a:lnTo>
                  <a:pt x="146050" y="695960"/>
                </a:lnTo>
                <a:lnTo>
                  <a:pt x="143509" y="697229"/>
                </a:lnTo>
                <a:lnTo>
                  <a:pt x="275474" y="697229"/>
                </a:lnTo>
                <a:lnTo>
                  <a:pt x="276859" y="689610"/>
                </a:lnTo>
                <a:lnTo>
                  <a:pt x="278014" y="676910"/>
                </a:lnTo>
                <a:lnTo>
                  <a:pt x="278129" y="660400"/>
                </a:lnTo>
                <a:lnTo>
                  <a:pt x="279400" y="646429"/>
                </a:lnTo>
                <a:lnTo>
                  <a:pt x="280669" y="631189"/>
                </a:lnTo>
                <a:lnTo>
                  <a:pt x="280669" y="581660"/>
                </a:lnTo>
                <a:close/>
              </a:path>
              <a:path w="280670" h="885189">
                <a:moveTo>
                  <a:pt x="114300" y="0"/>
                </a:moveTo>
                <a:lnTo>
                  <a:pt x="100329" y="0"/>
                </a:lnTo>
                <a:lnTo>
                  <a:pt x="90169" y="2539"/>
                </a:lnTo>
                <a:lnTo>
                  <a:pt x="83819" y="3810"/>
                </a:lnTo>
                <a:lnTo>
                  <a:pt x="68579" y="15239"/>
                </a:lnTo>
                <a:lnTo>
                  <a:pt x="58419" y="25400"/>
                </a:lnTo>
                <a:lnTo>
                  <a:pt x="54609" y="31750"/>
                </a:lnTo>
                <a:lnTo>
                  <a:pt x="49529" y="36829"/>
                </a:lnTo>
                <a:lnTo>
                  <a:pt x="45719" y="44450"/>
                </a:lnTo>
                <a:lnTo>
                  <a:pt x="40639" y="52070"/>
                </a:lnTo>
                <a:lnTo>
                  <a:pt x="38100" y="60960"/>
                </a:lnTo>
                <a:lnTo>
                  <a:pt x="33019" y="69850"/>
                </a:lnTo>
                <a:lnTo>
                  <a:pt x="29209" y="80010"/>
                </a:lnTo>
                <a:lnTo>
                  <a:pt x="26669" y="90170"/>
                </a:lnTo>
                <a:lnTo>
                  <a:pt x="22859" y="100329"/>
                </a:lnTo>
                <a:lnTo>
                  <a:pt x="20319" y="111760"/>
                </a:lnTo>
                <a:lnTo>
                  <a:pt x="16509" y="123189"/>
                </a:lnTo>
                <a:lnTo>
                  <a:pt x="11429" y="148589"/>
                </a:lnTo>
                <a:lnTo>
                  <a:pt x="7619" y="175260"/>
                </a:lnTo>
                <a:lnTo>
                  <a:pt x="3809" y="204470"/>
                </a:lnTo>
                <a:lnTo>
                  <a:pt x="2492" y="236220"/>
                </a:lnTo>
                <a:lnTo>
                  <a:pt x="0" y="303529"/>
                </a:lnTo>
                <a:lnTo>
                  <a:pt x="1269" y="335279"/>
                </a:lnTo>
                <a:lnTo>
                  <a:pt x="1269" y="364489"/>
                </a:lnTo>
                <a:lnTo>
                  <a:pt x="3809" y="391160"/>
                </a:lnTo>
                <a:lnTo>
                  <a:pt x="6350" y="419100"/>
                </a:lnTo>
                <a:lnTo>
                  <a:pt x="8889" y="443229"/>
                </a:lnTo>
                <a:lnTo>
                  <a:pt x="17779" y="488950"/>
                </a:lnTo>
                <a:lnTo>
                  <a:pt x="30479" y="535939"/>
                </a:lnTo>
                <a:lnTo>
                  <a:pt x="35559" y="547370"/>
                </a:lnTo>
                <a:lnTo>
                  <a:pt x="39369" y="558800"/>
                </a:lnTo>
                <a:lnTo>
                  <a:pt x="59689" y="594360"/>
                </a:lnTo>
                <a:lnTo>
                  <a:pt x="88900" y="619760"/>
                </a:lnTo>
                <a:lnTo>
                  <a:pt x="107950" y="623570"/>
                </a:lnTo>
                <a:lnTo>
                  <a:pt x="120650" y="621029"/>
                </a:lnTo>
                <a:lnTo>
                  <a:pt x="127000" y="618489"/>
                </a:lnTo>
                <a:lnTo>
                  <a:pt x="134619" y="615950"/>
                </a:lnTo>
                <a:lnTo>
                  <a:pt x="139700" y="610870"/>
                </a:lnTo>
                <a:lnTo>
                  <a:pt x="146050" y="605789"/>
                </a:lnTo>
                <a:lnTo>
                  <a:pt x="152400" y="599439"/>
                </a:lnTo>
                <a:lnTo>
                  <a:pt x="158750" y="591820"/>
                </a:lnTo>
                <a:lnTo>
                  <a:pt x="161289" y="586739"/>
                </a:lnTo>
                <a:lnTo>
                  <a:pt x="165100" y="584200"/>
                </a:lnTo>
                <a:lnTo>
                  <a:pt x="165100" y="582929"/>
                </a:lnTo>
                <a:lnTo>
                  <a:pt x="166369" y="581660"/>
                </a:lnTo>
                <a:lnTo>
                  <a:pt x="280669" y="581660"/>
                </a:lnTo>
                <a:lnTo>
                  <a:pt x="280669" y="422910"/>
                </a:lnTo>
                <a:lnTo>
                  <a:pt x="138429" y="422910"/>
                </a:lnTo>
                <a:lnTo>
                  <a:pt x="137159" y="421639"/>
                </a:lnTo>
                <a:lnTo>
                  <a:pt x="134619" y="421639"/>
                </a:lnTo>
                <a:lnTo>
                  <a:pt x="128269" y="415289"/>
                </a:lnTo>
                <a:lnTo>
                  <a:pt x="127000" y="412750"/>
                </a:lnTo>
                <a:lnTo>
                  <a:pt x="124459" y="410210"/>
                </a:lnTo>
                <a:lnTo>
                  <a:pt x="119379" y="400050"/>
                </a:lnTo>
                <a:lnTo>
                  <a:pt x="119379" y="397510"/>
                </a:lnTo>
                <a:lnTo>
                  <a:pt x="116839" y="389889"/>
                </a:lnTo>
                <a:lnTo>
                  <a:pt x="116839" y="386079"/>
                </a:lnTo>
                <a:lnTo>
                  <a:pt x="115569" y="377189"/>
                </a:lnTo>
                <a:lnTo>
                  <a:pt x="114300" y="369570"/>
                </a:lnTo>
                <a:lnTo>
                  <a:pt x="113029" y="358139"/>
                </a:lnTo>
                <a:lnTo>
                  <a:pt x="113029" y="346710"/>
                </a:lnTo>
                <a:lnTo>
                  <a:pt x="111759" y="335279"/>
                </a:lnTo>
                <a:lnTo>
                  <a:pt x="111759" y="306070"/>
                </a:lnTo>
                <a:lnTo>
                  <a:pt x="113029" y="290829"/>
                </a:lnTo>
                <a:lnTo>
                  <a:pt x="113029" y="278129"/>
                </a:lnTo>
                <a:lnTo>
                  <a:pt x="114300" y="266700"/>
                </a:lnTo>
                <a:lnTo>
                  <a:pt x="116839" y="246379"/>
                </a:lnTo>
                <a:lnTo>
                  <a:pt x="116839" y="242570"/>
                </a:lnTo>
                <a:lnTo>
                  <a:pt x="118109" y="240029"/>
                </a:lnTo>
                <a:lnTo>
                  <a:pt x="119379" y="236220"/>
                </a:lnTo>
                <a:lnTo>
                  <a:pt x="119379" y="232410"/>
                </a:lnTo>
                <a:lnTo>
                  <a:pt x="121919" y="227329"/>
                </a:lnTo>
                <a:lnTo>
                  <a:pt x="121919" y="224789"/>
                </a:lnTo>
                <a:lnTo>
                  <a:pt x="124459" y="222250"/>
                </a:lnTo>
                <a:lnTo>
                  <a:pt x="124459" y="220979"/>
                </a:lnTo>
                <a:lnTo>
                  <a:pt x="125729" y="218439"/>
                </a:lnTo>
                <a:lnTo>
                  <a:pt x="128269" y="215900"/>
                </a:lnTo>
                <a:lnTo>
                  <a:pt x="129539" y="213360"/>
                </a:lnTo>
                <a:lnTo>
                  <a:pt x="130809" y="213360"/>
                </a:lnTo>
                <a:lnTo>
                  <a:pt x="133350" y="210820"/>
                </a:lnTo>
                <a:lnTo>
                  <a:pt x="135889" y="210820"/>
                </a:lnTo>
                <a:lnTo>
                  <a:pt x="137159" y="209550"/>
                </a:lnTo>
                <a:lnTo>
                  <a:pt x="280669" y="209550"/>
                </a:lnTo>
                <a:lnTo>
                  <a:pt x="280669" y="43179"/>
                </a:lnTo>
                <a:lnTo>
                  <a:pt x="172719" y="43179"/>
                </a:lnTo>
                <a:lnTo>
                  <a:pt x="166369" y="36829"/>
                </a:lnTo>
                <a:lnTo>
                  <a:pt x="157479" y="25400"/>
                </a:lnTo>
                <a:lnTo>
                  <a:pt x="152400" y="20320"/>
                </a:lnTo>
                <a:lnTo>
                  <a:pt x="147319" y="13970"/>
                </a:lnTo>
                <a:lnTo>
                  <a:pt x="128269" y="2539"/>
                </a:lnTo>
                <a:lnTo>
                  <a:pt x="121919" y="1270"/>
                </a:lnTo>
                <a:lnTo>
                  <a:pt x="114300" y="0"/>
                </a:lnTo>
                <a:close/>
              </a:path>
              <a:path w="280670" h="885189">
                <a:moveTo>
                  <a:pt x="280669" y="209550"/>
                </a:moveTo>
                <a:lnTo>
                  <a:pt x="139700" y="209550"/>
                </a:lnTo>
                <a:lnTo>
                  <a:pt x="140969" y="210820"/>
                </a:lnTo>
                <a:lnTo>
                  <a:pt x="143509" y="210820"/>
                </a:lnTo>
                <a:lnTo>
                  <a:pt x="146050" y="212089"/>
                </a:lnTo>
                <a:lnTo>
                  <a:pt x="149859" y="215900"/>
                </a:lnTo>
                <a:lnTo>
                  <a:pt x="151129" y="218439"/>
                </a:lnTo>
                <a:lnTo>
                  <a:pt x="152400" y="219710"/>
                </a:lnTo>
                <a:lnTo>
                  <a:pt x="153669" y="222250"/>
                </a:lnTo>
                <a:lnTo>
                  <a:pt x="153669" y="224789"/>
                </a:lnTo>
                <a:lnTo>
                  <a:pt x="156209" y="229870"/>
                </a:lnTo>
                <a:lnTo>
                  <a:pt x="158750" y="236220"/>
                </a:lnTo>
                <a:lnTo>
                  <a:pt x="160019" y="240029"/>
                </a:lnTo>
                <a:lnTo>
                  <a:pt x="161289" y="242570"/>
                </a:lnTo>
                <a:lnTo>
                  <a:pt x="162559" y="246379"/>
                </a:lnTo>
                <a:lnTo>
                  <a:pt x="162559" y="251460"/>
                </a:lnTo>
                <a:lnTo>
                  <a:pt x="165100" y="260350"/>
                </a:lnTo>
                <a:lnTo>
                  <a:pt x="166369" y="269239"/>
                </a:lnTo>
                <a:lnTo>
                  <a:pt x="167639" y="280670"/>
                </a:lnTo>
                <a:lnTo>
                  <a:pt x="167639" y="355600"/>
                </a:lnTo>
                <a:lnTo>
                  <a:pt x="166369" y="367029"/>
                </a:lnTo>
                <a:lnTo>
                  <a:pt x="163829" y="384810"/>
                </a:lnTo>
                <a:lnTo>
                  <a:pt x="162559" y="388620"/>
                </a:lnTo>
                <a:lnTo>
                  <a:pt x="161289" y="391160"/>
                </a:lnTo>
                <a:lnTo>
                  <a:pt x="161289" y="394970"/>
                </a:lnTo>
                <a:lnTo>
                  <a:pt x="160019" y="398779"/>
                </a:lnTo>
                <a:lnTo>
                  <a:pt x="153669" y="411479"/>
                </a:lnTo>
                <a:lnTo>
                  <a:pt x="153669" y="412750"/>
                </a:lnTo>
                <a:lnTo>
                  <a:pt x="151129" y="415289"/>
                </a:lnTo>
                <a:lnTo>
                  <a:pt x="151129" y="416560"/>
                </a:lnTo>
                <a:lnTo>
                  <a:pt x="148589" y="417829"/>
                </a:lnTo>
                <a:lnTo>
                  <a:pt x="144779" y="421639"/>
                </a:lnTo>
                <a:lnTo>
                  <a:pt x="142239" y="421639"/>
                </a:lnTo>
                <a:lnTo>
                  <a:pt x="140969" y="422910"/>
                </a:lnTo>
                <a:lnTo>
                  <a:pt x="280669" y="422910"/>
                </a:lnTo>
                <a:lnTo>
                  <a:pt x="280669" y="209550"/>
                </a:lnTo>
                <a:close/>
              </a:path>
              <a:path w="280670" h="885189">
                <a:moveTo>
                  <a:pt x="280669" y="12700"/>
                </a:moveTo>
                <a:lnTo>
                  <a:pt x="173989" y="12700"/>
                </a:lnTo>
                <a:lnTo>
                  <a:pt x="173989" y="43179"/>
                </a:lnTo>
                <a:lnTo>
                  <a:pt x="280669" y="43179"/>
                </a:lnTo>
                <a:lnTo>
                  <a:pt x="280669" y="12700"/>
                </a:lnTo>
                <a:close/>
              </a:path>
            </a:pathLst>
          </a:custGeom>
          <a:solidFill>
            <a:srgbClr val="4C4C4C">
              <a:alpha val="79998"/>
            </a:srgbClr>
          </a:solidFill>
        </p:spPr>
        <p:txBody>
          <a:bodyPr wrap="square" lIns="0" tIns="0" rIns="0" bIns="0" rtlCol="0"/>
          <a:lstStyle/>
          <a:p/>
        </p:txBody>
      </p:sp>
      <p:sp>
        <p:nvSpPr>
          <p:cNvPr id="11" name="object 11"/>
          <p:cNvSpPr/>
          <p:nvPr/>
        </p:nvSpPr>
        <p:spPr>
          <a:xfrm>
            <a:off x="4709159" y="727709"/>
            <a:ext cx="336550" cy="886460"/>
          </a:xfrm>
          <a:custGeom>
            <a:avLst/>
            <a:gdLst/>
            <a:ahLst/>
            <a:cxnLst/>
            <a:rect l="l" t="t" r="r" b="b"/>
            <a:pathLst>
              <a:path w="336550" h="886460">
                <a:moveTo>
                  <a:pt x="173989" y="0"/>
                </a:moveTo>
                <a:lnTo>
                  <a:pt x="134619" y="7619"/>
                </a:lnTo>
                <a:lnTo>
                  <a:pt x="100329" y="29210"/>
                </a:lnTo>
                <a:lnTo>
                  <a:pt x="91439" y="36829"/>
                </a:lnTo>
                <a:lnTo>
                  <a:pt x="85089" y="45719"/>
                </a:lnTo>
                <a:lnTo>
                  <a:pt x="77469" y="54610"/>
                </a:lnTo>
                <a:lnTo>
                  <a:pt x="69850" y="64769"/>
                </a:lnTo>
                <a:lnTo>
                  <a:pt x="50800" y="101600"/>
                </a:lnTo>
                <a:lnTo>
                  <a:pt x="34289" y="146050"/>
                </a:lnTo>
                <a:lnTo>
                  <a:pt x="17779" y="215900"/>
                </a:lnTo>
                <a:lnTo>
                  <a:pt x="11429" y="255269"/>
                </a:lnTo>
                <a:lnTo>
                  <a:pt x="6350" y="297179"/>
                </a:lnTo>
                <a:lnTo>
                  <a:pt x="2539" y="341629"/>
                </a:lnTo>
                <a:lnTo>
                  <a:pt x="0" y="389889"/>
                </a:lnTo>
                <a:lnTo>
                  <a:pt x="0" y="478789"/>
                </a:lnTo>
                <a:lnTo>
                  <a:pt x="6350" y="584200"/>
                </a:lnTo>
                <a:lnTo>
                  <a:pt x="13969" y="645160"/>
                </a:lnTo>
                <a:lnTo>
                  <a:pt x="25400" y="701039"/>
                </a:lnTo>
                <a:lnTo>
                  <a:pt x="38100" y="748029"/>
                </a:lnTo>
                <a:lnTo>
                  <a:pt x="53339" y="787400"/>
                </a:lnTo>
                <a:lnTo>
                  <a:pt x="69850" y="819150"/>
                </a:lnTo>
                <a:lnTo>
                  <a:pt x="77469" y="833119"/>
                </a:lnTo>
                <a:lnTo>
                  <a:pt x="86360" y="844550"/>
                </a:lnTo>
                <a:lnTo>
                  <a:pt x="96519" y="853439"/>
                </a:lnTo>
                <a:lnTo>
                  <a:pt x="105410" y="862329"/>
                </a:lnTo>
                <a:lnTo>
                  <a:pt x="116839" y="869950"/>
                </a:lnTo>
                <a:lnTo>
                  <a:pt x="139700" y="880110"/>
                </a:lnTo>
                <a:lnTo>
                  <a:pt x="152400" y="883919"/>
                </a:lnTo>
                <a:lnTo>
                  <a:pt x="179069" y="886460"/>
                </a:lnTo>
                <a:lnTo>
                  <a:pt x="200660" y="883919"/>
                </a:lnTo>
                <a:lnTo>
                  <a:pt x="238760" y="866139"/>
                </a:lnTo>
                <a:lnTo>
                  <a:pt x="269239" y="833119"/>
                </a:lnTo>
                <a:lnTo>
                  <a:pt x="276860" y="821689"/>
                </a:lnTo>
                <a:lnTo>
                  <a:pt x="289560" y="796289"/>
                </a:lnTo>
                <a:lnTo>
                  <a:pt x="294639" y="782319"/>
                </a:lnTo>
                <a:lnTo>
                  <a:pt x="300989" y="767079"/>
                </a:lnTo>
                <a:lnTo>
                  <a:pt x="311150" y="734060"/>
                </a:lnTo>
                <a:lnTo>
                  <a:pt x="314960" y="715010"/>
                </a:lnTo>
                <a:lnTo>
                  <a:pt x="320039" y="693419"/>
                </a:lnTo>
                <a:lnTo>
                  <a:pt x="323850" y="671829"/>
                </a:lnTo>
                <a:lnTo>
                  <a:pt x="331469" y="622300"/>
                </a:lnTo>
                <a:lnTo>
                  <a:pt x="336550" y="567689"/>
                </a:lnTo>
                <a:lnTo>
                  <a:pt x="228600" y="485139"/>
                </a:lnTo>
                <a:lnTo>
                  <a:pt x="223519" y="529589"/>
                </a:lnTo>
                <a:lnTo>
                  <a:pt x="220979" y="549910"/>
                </a:lnTo>
                <a:lnTo>
                  <a:pt x="218439" y="567689"/>
                </a:lnTo>
                <a:lnTo>
                  <a:pt x="213360" y="596900"/>
                </a:lnTo>
                <a:lnTo>
                  <a:pt x="210819" y="608329"/>
                </a:lnTo>
                <a:lnTo>
                  <a:pt x="209550" y="612139"/>
                </a:lnTo>
                <a:lnTo>
                  <a:pt x="208279" y="617219"/>
                </a:lnTo>
                <a:lnTo>
                  <a:pt x="205739" y="621029"/>
                </a:lnTo>
                <a:lnTo>
                  <a:pt x="204469" y="626110"/>
                </a:lnTo>
                <a:lnTo>
                  <a:pt x="203200" y="628650"/>
                </a:lnTo>
                <a:lnTo>
                  <a:pt x="200660" y="632460"/>
                </a:lnTo>
                <a:lnTo>
                  <a:pt x="199389" y="635000"/>
                </a:lnTo>
                <a:lnTo>
                  <a:pt x="196850" y="637539"/>
                </a:lnTo>
                <a:lnTo>
                  <a:pt x="195579" y="640079"/>
                </a:lnTo>
                <a:lnTo>
                  <a:pt x="193039" y="642619"/>
                </a:lnTo>
                <a:lnTo>
                  <a:pt x="190500" y="643889"/>
                </a:lnTo>
                <a:lnTo>
                  <a:pt x="186689" y="647700"/>
                </a:lnTo>
                <a:lnTo>
                  <a:pt x="181610" y="650239"/>
                </a:lnTo>
                <a:lnTo>
                  <a:pt x="177800" y="650239"/>
                </a:lnTo>
                <a:lnTo>
                  <a:pt x="172719" y="651510"/>
                </a:lnTo>
                <a:lnTo>
                  <a:pt x="170179" y="651510"/>
                </a:lnTo>
                <a:lnTo>
                  <a:pt x="167639" y="650239"/>
                </a:lnTo>
                <a:lnTo>
                  <a:pt x="163829" y="650239"/>
                </a:lnTo>
                <a:lnTo>
                  <a:pt x="161289" y="647700"/>
                </a:lnTo>
                <a:lnTo>
                  <a:pt x="156210" y="645160"/>
                </a:lnTo>
                <a:lnTo>
                  <a:pt x="148589" y="637539"/>
                </a:lnTo>
                <a:lnTo>
                  <a:pt x="147319" y="633729"/>
                </a:lnTo>
                <a:lnTo>
                  <a:pt x="144779" y="631189"/>
                </a:lnTo>
                <a:lnTo>
                  <a:pt x="142239" y="626110"/>
                </a:lnTo>
                <a:lnTo>
                  <a:pt x="140969" y="622300"/>
                </a:lnTo>
                <a:lnTo>
                  <a:pt x="138429" y="618489"/>
                </a:lnTo>
                <a:lnTo>
                  <a:pt x="135889" y="608329"/>
                </a:lnTo>
                <a:lnTo>
                  <a:pt x="127000" y="565150"/>
                </a:lnTo>
                <a:lnTo>
                  <a:pt x="121919" y="469900"/>
                </a:lnTo>
                <a:lnTo>
                  <a:pt x="121919" y="391160"/>
                </a:lnTo>
                <a:lnTo>
                  <a:pt x="124460" y="350519"/>
                </a:lnTo>
                <a:lnTo>
                  <a:pt x="127000" y="332739"/>
                </a:lnTo>
                <a:lnTo>
                  <a:pt x="128269" y="317500"/>
                </a:lnTo>
                <a:lnTo>
                  <a:pt x="133350" y="290829"/>
                </a:lnTo>
                <a:lnTo>
                  <a:pt x="135889" y="284479"/>
                </a:lnTo>
                <a:lnTo>
                  <a:pt x="138429" y="276860"/>
                </a:lnTo>
                <a:lnTo>
                  <a:pt x="139700" y="271779"/>
                </a:lnTo>
                <a:lnTo>
                  <a:pt x="142239" y="265429"/>
                </a:lnTo>
                <a:lnTo>
                  <a:pt x="144779" y="261619"/>
                </a:lnTo>
                <a:lnTo>
                  <a:pt x="147319" y="256539"/>
                </a:lnTo>
                <a:lnTo>
                  <a:pt x="170179" y="234950"/>
                </a:lnTo>
                <a:lnTo>
                  <a:pt x="181610" y="234950"/>
                </a:lnTo>
                <a:lnTo>
                  <a:pt x="186689" y="237489"/>
                </a:lnTo>
                <a:lnTo>
                  <a:pt x="190500" y="238760"/>
                </a:lnTo>
                <a:lnTo>
                  <a:pt x="198119" y="246379"/>
                </a:lnTo>
                <a:lnTo>
                  <a:pt x="199389" y="250189"/>
                </a:lnTo>
                <a:lnTo>
                  <a:pt x="207010" y="261619"/>
                </a:lnTo>
                <a:lnTo>
                  <a:pt x="208279" y="266700"/>
                </a:lnTo>
                <a:lnTo>
                  <a:pt x="210819" y="271779"/>
                </a:lnTo>
                <a:lnTo>
                  <a:pt x="212089" y="276860"/>
                </a:lnTo>
                <a:lnTo>
                  <a:pt x="213360" y="283210"/>
                </a:lnTo>
                <a:lnTo>
                  <a:pt x="214629" y="284479"/>
                </a:lnTo>
                <a:lnTo>
                  <a:pt x="215900" y="287019"/>
                </a:lnTo>
                <a:lnTo>
                  <a:pt x="215900" y="292100"/>
                </a:lnTo>
                <a:lnTo>
                  <a:pt x="222250" y="327660"/>
                </a:lnTo>
                <a:lnTo>
                  <a:pt x="224789" y="354329"/>
                </a:lnTo>
                <a:lnTo>
                  <a:pt x="335279" y="292100"/>
                </a:lnTo>
                <a:lnTo>
                  <a:pt x="328929" y="254000"/>
                </a:lnTo>
                <a:lnTo>
                  <a:pt x="323850" y="219710"/>
                </a:lnTo>
                <a:lnTo>
                  <a:pt x="309879" y="157479"/>
                </a:lnTo>
                <a:lnTo>
                  <a:pt x="294639" y="106679"/>
                </a:lnTo>
                <a:lnTo>
                  <a:pt x="280669" y="76200"/>
                </a:lnTo>
                <a:lnTo>
                  <a:pt x="276860" y="67310"/>
                </a:lnTo>
                <a:lnTo>
                  <a:pt x="271779" y="59689"/>
                </a:lnTo>
                <a:lnTo>
                  <a:pt x="266700" y="50800"/>
                </a:lnTo>
                <a:lnTo>
                  <a:pt x="261619" y="44450"/>
                </a:lnTo>
                <a:lnTo>
                  <a:pt x="243839" y="26669"/>
                </a:lnTo>
                <a:lnTo>
                  <a:pt x="232410" y="16510"/>
                </a:lnTo>
                <a:lnTo>
                  <a:pt x="204469" y="3810"/>
                </a:lnTo>
                <a:lnTo>
                  <a:pt x="189229" y="1269"/>
                </a:lnTo>
                <a:lnTo>
                  <a:pt x="173989" y="0"/>
                </a:lnTo>
                <a:close/>
              </a:path>
            </a:pathLst>
          </a:custGeom>
          <a:solidFill>
            <a:srgbClr val="4C4C4C">
              <a:alpha val="79998"/>
            </a:srgbClr>
          </a:solidFill>
        </p:spPr>
        <p:txBody>
          <a:bodyPr wrap="square" lIns="0" tIns="0" rIns="0" bIns="0" rtlCol="0"/>
          <a:lstStyle/>
          <a:p/>
        </p:txBody>
      </p:sp>
      <p:sp>
        <p:nvSpPr>
          <p:cNvPr id="12" name="object 12"/>
          <p:cNvSpPr/>
          <p:nvPr/>
        </p:nvSpPr>
        <p:spPr>
          <a:xfrm>
            <a:off x="5167629" y="952500"/>
            <a:ext cx="290830" cy="660400"/>
          </a:xfrm>
          <a:custGeom>
            <a:avLst/>
            <a:gdLst/>
            <a:ahLst/>
            <a:cxnLst/>
            <a:rect l="l" t="t" r="r" b="b"/>
            <a:pathLst>
              <a:path w="290829" h="660400">
                <a:moveTo>
                  <a:pt x="144780" y="0"/>
                </a:moveTo>
                <a:lnTo>
                  <a:pt x="106680" y="8889"/>
                </a:lnTo>
                <a:lnTo>
                  <a:pt x="92710" y="17779"/>
                </a:lnTo>
                <a:lnTo>
                  <a:pt x="85090" y="22860"/>
                </a:lnTo>
                <a:lnTo>
                  <a:pt x="78740" y="29210"/>
                </a:lnTo>
                <a:lnTo>
                  <a:pt x="72390" y="36829"/>
                </a:lnTo>
                <a:lnTo>
                  <a:pt x="67310" y="44450"/>
                </a:lnTo>
                <a:lnTo>
                  <a:pt x="60960" y="52070"/>
                </a:lnTo>
                <a:lnTo>
                  <a:pt x="55880" y="62229"/>
                </a:lnTo>
                <a:lnTo>
                  <a:pt x="49530" y="71120"/>
                </a:lnTo>
                <a:lnTo>
                  <a:pt x="39370" y="93979"/>
                </a:lnTo>
                <a:lnTo>
                  <a:pt x="21590" y="143510"/>
                </a:lnTo>
                <a:lnTo>
                  <a:pt x="10160" y="200660"/>
                </a:lnTo>
                <a:lnTo>
                  <a:pt x="2540" y="262889"/>
                </a:lnTo>
                <a:lnTo>
                  <a:pt x="0" y="331470"/>
                </a:lnTo>
                <a:lnTo>
                  <a:pt x="1270" y="369570"/>
                </a:lnTo>
                <a:lnTo>
                  <a:pt x="6350" y="439420"/>
                </a:lnTo>
                <a:lnTo>
                  <a:pt x="15240" y="486410"/>
                </a:lnTo>
                <a:lnTo>
                  <a:pt x="17780" y="501650"/>
                </a:lnTo>
                <a:lnTo>
                  <a:pt x="21590" y="516889"/>
                </a:lnTo>
                <a:lnTo>
                  <a:pt x="26670" y="530860"/>
                </a:lnTo>
                <a:lnTo>
                  <a:pt x="30480" y="543560"/>
                </a:lnTo>
                <a:lnTo>
                  <a:pt x="35560" y="557529"/>
                </a:lnTo>
                <a:lnTo>
                  <a:pt x="40640" y="570229"/>
                </a:lnTo>
                <a:lnTo>
                  <a:pt x="45720" y="581660"/>
                </a:lnTo>
                <a:lnTo>
                  <a:pt x="50800" y="590550"/>
                </a:lnTo>
                <a:lnTo>
                  <a:pt x="55880" y="600710"/>
                </a:lnTo>
                <a:lnTo>
                  <a:pt x="60960" y="608329"/>
                </a:lnTo>
                <a:lnTo>
                  <a:pt x="67310" y="615950"/>
                </a:lnTo>
                <a:lnTo>
                  <a:pt x="72390" y="623570"/>
                </a:lnTo>
                <a:lnTo>
                  <a:pt x="78740" y="629920"/>
                </a:lnTo>
                <a:lnTo>
                  <a:pt x="83820" y="636270"/>
                </a:lnTo>
                <a:lnTo>
                  <a:pt x="90170" y="641350"/>
                </a:lnTo>
                <a:lnTo>
                  <a:pt x="102870" y="650239"/>
                </a:lnTo>
                <a:lnTo>
                  <a:pt x="115570" y="656589"/>
                </a:lnTo>
                <a:lnTo>
                  <a:pt x="129540" y="659129"/>
                </a:lnTo>
                <a:lnTo>
                  <a:pt x="144780" y="660400"/>
                </a:lnTo>
                <a:lnTo>
                  <a:pt x="161290" y="659129"/>
                </a:lnTo>
                <a:lnTo>
                  <a:pt x="177800" y="654050"/>
                </a:lnTo>
                <a:lnTo>
                  <a:pt x="185420" y="651510"/>
                </a:lnTo>
                <a:lnTo>
                  <a:pt x="191770" y="646429"/>
                </a:lnTo>
                <a:lnTo>
                  <a:pt x="199390" y="642620"/>
                </a:lnTo>
                <a:lnTo>
                  <a:pt x="205740" y="636270"/>
                </a:lnTo>
                <a:lnTo>
                  <a:pt x="212090" y="631189"/>
                </a:lnTo>
                <a:lnTo>
                  <a:pt x="224790" y="615950"/>
                </a:lnTo>
                <a:lnTo>
                  <a:pt x="231140" y="607060"/>
                </a:lnTo>
                <a:lnTo>
                  <a:pt x="236220" y="598170"/>
                </a:lnTo>
                <a:lnTo>
                  <a:pt x="242570" y="589279"/>
                </a:lnTo>
                <a:lnTo>
                  <a:pt x="252730" y="566420"/>
                </a:lnTo>
                <a:lnTo>
                  <a:pt x="261620" y="542289"/>
                </a:lnTo>
                <a:lnTo>
                  <a:pt x="269240" y="516889"/>
                </a:lnTo>
                <a:lnTo>
                  <a:pt x="281940" y="461010"/>
                </a:lnTo>
                <a:lnTo>
                  <a:pt x="140970" y="461010"/>
                </a:lnTo>
                <a:lnTo>
                  <a:pt x="139700" y="458470"/>
                </a:lnTo>
                <a:lnTo>
                  <a:pt x="137160" y="458470"/>
                </a:lnTo>
                <a:lnTo>
                  <a:pt x="134620" y="455929"/>
                </a:lnTo>
                <a:lnTo>
                  <a:pt x="133350" y="453389"/>
                </a:lnTo>
                <a:lnTo>
                  <a:pt x="129540" y="449579"/>
                </a:lnTo>
                <a:lnTo>
                  <a:pt x="129540" y="447039"/>
                </a:lnTo>
                <a:lnTo>
                  <a:pt x="127000" y="444500"/>
                </a:lnTo>
                <a:lnTo>
                  <a:pt x="127000" y="441960"/>
                </a:lnTo>
                <a:lnTo>
                  <a:pt x="124460" y="439420"/>
                </a:lnTo>
                <a:lnTo>
                  <a:pt x="123190" y="431800"/>
                </a:lnTo>
                <a:lnTo>
                  <a:pt x="120650" y="427989"/>
                </a:lnTo>
                <a:lnTo>
                  <a:pt x="120650" y="422910"/>
                </a:lnTo>
                <a:lnTo>
                  <a:pt x="119380" y="419100"/>
                </a:lnTo>
                <a:lnTo>
                  <a:pt x="118110" y="414020"/>
                </a:lnTo>
                <a:lnTo>
                  <a:pt x="116840" y="403860"/>
                </a:lnTo>
                <a:lnTo>
                  <a:pt x="114300" y="378460"/>
                </a:lnTo>
                <a:lnTo>
                  <a:pt x="113030" y="364489"/>
                </a:lnTo>
                <a:lnTo>
                  <a:pt x="112932" y="346710"/>
                </a:lnTo>
                <a:lnTo>
                  <a:pt x="111760" y="331470"/>
                </a:lnTo>
                <a:lnTo>
                  <a:pt x="113030" y="314960"/>
                </a:lnTo>
                <a:lnTo>
                  <a:pt x="113030" y="298450"/>
                </a:lnTo>
                <a:lnTo>
                  <a:pt x="114426" y="283210"/>
                </a:lnTo>
                <a:lnTo>
                  <a:pt x="116840" y="259079"/>
                </a:lnTo>
                <a:lnTo>
                  <a:pt x="118110" y="248920"/>
                </a:lnTo>
                <a:lnTo>
                  <a:pt x="119380" y="243839"/>
                </a:lnTo>
                <a:lnTo>
                  <a:pt x="120650" y="240029"/>
                </a:lnTo>
                <a:lnTo>
                  <a:pt x="120650" y="234950"/>
                </a:lnTo>
                <a:lnTo>
                  <a:pt x="123190" y="231139"/>
                </a:lnTo>
                <a:lnTo>
                  <a:pt x="124460" y="223520"/>
                </a:lnTo>
                <a:lnTo>
                  <a:pt x="127000" y="220979"/>
                </a:lnTo>
                <a:lnTo>
                  <a:pt x="127000" y="218439"/>
                </a:lnTo>
                <a:lnTo>
                  <a:pt x="129540" y="215900"/>
                </a:lnTo>
                <a:lnTo>
                  <a:pt x="132080" y="210820"/>
                </a:lnTo>
                <a:lnTo>
                  <a:pt x="133350" y="209550"/>
                </a:lnTo>
                <a:lnTo>
                  <a:pt x="134620" y="207010"/>
                </a:lnTo>
                <a:lnTo>
                  <a:pt x="137160" y="205739"/>
                </a:lnTo>
                <a:lnTo>
                  <a:pt x="140970" y="201929"/>
                </a:lnTo>
                <a:lnTo>
                  <a:pt x="281758" y="201929"/>
                </a:lnTo>
                <a:lnTo>
                  <a:pt x="278130" y="182879"/>
                </a:lnTo>
                <a:lnTo>
                  <a:pt x="266700" y="133350"/>
                </a:lnTo>
                <a:lnTo>
                  <a:pt x="250190" y="85089"/>
                </a:lnTo>
                <a:lnTo>
                  <a:pt x="224790" y="43179"/>
                </a:lnTo>
                <a:lnTo>
                  <a:pt x="218440" y="34289"/>
                </a:lnTo>
                <a:lnTo>
                  <a:pt x="212090" y="26670"/>
                </a:lnTo>
                <a:lnTo>
                  <a:pt x="204470" y="21589"/>
                </a:lnTo>
                <a:lnTo>
                  <a:pt x="196850" y="15239"/>
                </a:lnTo>
                <a:lnTo>
                  <a:pt x="189230" y="10160"/>
                </a:lnTo>
                <a:lnTo>
                  <a:pt x="180340" y="6350"/>
                </a:lnTo>
                <a:lnTo>
                  <a:pt x="171450" y="3810"/>
                </a:lnTo>
                <a:lnTo>
                  <a:pt x="163830" y="1270"/>
                </a:lnTo>
                <a:lnTo>
                  <a:pt x="144780" y="0"/>
                </a:lnTo>
                <a:close/>
              </a:path>
              <a:path w="290829" h="660400">
                <a:moveTo>
                  <a:pt x="281758" y="201929"/>
                </a:moveTo>
                <a:lnTo>
                  <a:pt x="151130" y="201929"/>
                </a:lnTo>
                <a:lnTo>
                  <a:pt x="154940" y="205739"/>
                </a:lnTo>
                <a:lnTo>
                  <a:pt x="157480" y="207010"/>
                </a:lnTo>
                <a:lnTo>
                  <a:pt x="158750" y="209550"/>
                </a:lnTo>
                <a:lnTo>
                  <a:pt x="160020" y="210820"/>
                </a:lnTo>
                <a:lnTo>
                  <a:pt x="166370" y="223520"/>
                </a:lnTo>
                <a:lnTo>
                  <a:pt x="171450" y="238760"/>
                </a:lnTo>
                <a:lnTo>
                  <a:pt x="171450" y="242570"/>
                </a:lnTo>
                <a:lnTo>
                  <a:pt x="175260" y="257810"/>
                </a:lnTo>
                <a:lnTo>
                  <a:pt x="176530" y="269239"/>
                </a:lnTo>
                <a:lnTo>
                  <a:pt x="177800" y="283210"/>
                </a:lnTo>
                <a:lnTo>
                  <a:pt x="177800" y="312420"/>
                </a:lnTo>
                <a:lnTo>
                  <a:pt x="179070" y="328929"/>
                </a:lnTo>
                <a:lnTo>
                  <a:pt x="177800" y="346710"/>
                </a:lnTo>
                <a:lnTo>
                  <a:pt x="177800" y="378460"/>
                </a:lnTo>
                <a:lnTo>
                  <a:pt x="175260" y="403860"/>
                </a:lnTo>
                <a:lnTo>
                  <a:pt x="172720" y="415289"/>
                </a:lnTo>
                <a:lnTo>
                  <a:pt x="171450" y="419100"/>
                </a:lnTo>
                <a:lnTo>
                  <a:pt x="171450" y="424179"/>
                </a:lnTo>
                <a:lnTo>
                  <a:pt x="166370" y="439420"/>
                </a:lnTo>
                <a:lnTo>
                  <a:pt x="160020" y="452120"/>
                </a:lnTo>
                <a:lnTo>
                  <a:pt x="153670" y="458470"/>
                </a:lnTo>
                <a:lnTo>
                  <a:pt x="152400" y="458470"/>
                </a:lnTo>
                <a:lnTo>
                  <a:pt x="151130" y="461010"/>
                </a:lnTo>
                <a:lnTo>
                  <a:pt x="281940" y="461010"/>
                </a:lnTo>
                <a:lnTo>
                  <a:pt x="285750" y="429260"/>
                </a:lnTo>
                <a:lnTo>
                  <a:pt x="288290" y="397510"/>
                </a:lnTo>
                <a:lnTo>
                  <a:pt x="289560" y="363220"/>
                </a:lnTo>
                <a:lnTo>
                  <a:pt x="290830" y="327660"/>
                </a:lnTo>
                <a:lnTo>
                  <a:pt x="289560" y="295910"/>
                </a:lnTo>
                <a:lnTo>
                  <a:pt x="288290" y="266700"/>
                </a:lnTo>
                <a:lnTo>
                  <a:pt x="285750" y="237489"/>
                </a:lnTo>
                <a:lnTo>
                  <a:pt x="283210" y="209550"/>
                </a:lnTo>
                <a:lnTo>
                  <a:pt x="281758" y="201929"/>
                </a:lnTo>
                <a:close/>
              </a:path>
            </a:pathLst>
          </a:custGeom>
          <a:solidFill>
            <a:srgbClr val="4C4C4C">
              <a:alpha val="79998"/>
            </a:srgbClr>
          </a:solidFill>
        </p:spPr>
        <p:txBody>
          <a:bodyPr wrap="square" lIns="0" tIns="0" rIns="0" bIns="0" rtlCol="0"/>
          <a:lstStyle/>
          <a:p/>
        </p:txBody>
      </p:sp>
      <p:sp>
        <p:nvSpPr>
          <p:cNvPr id="13" name="object 13"/>
          <p:cNvSpPr/>
          <p:nvPr/>
        </p:nvSpPr>
        <p:spPr>
          <a:xfrm>
            <a:off x="5585459" y="952500"/>
            <a:ext cx="417830" cy="646430"/>
          </a:xfrm>
          <a:custGeom>
            <a:avLst/>
            <a:gdLst/>
            <a:ahLst/>
            <a:cxnLst/>
            <a:rect l="l" t="t" r="r" b="b"/>
            <a:pathLst>
              <a:path w="417829" h="646430">
                <a:moveTo>
                  <a:pt x="105410" y="12700"/>
                </a:moveTo>
                <a:lnTo>
                  <a:pt x="0" y="12700"/>
                </a:lnTo>
                <a:lnTo>
                  <a:pt x="0" y="646429"/>
                </a:lnTo>
                <a:lnTo>
                  <a:pt x="111760" y="646429"/>
                </a:lnTo>
                <a:lnTo>
                  <a:pt x="111760" y="295910"/>
                </a:lnTo>
                <a:lnTo>
                  <a:pt x="113029" y="285750"/>
                </a:lnTo>
                <a:lnTo>
                  <a:pt x="113029" y="274320"/>
                </a:lnTo>
                <a:lnTo>
                  <a:pt x="115569" y="256539"/>
                </a:lnTo>
                <a:lnTo>
                  <a:pt x="116839" y="252729"/>
                </a:lnTo>
                <a:lnTo>
                  <a:pt x="116839" y="248920"/>
                </a:lnTo>
                <a:lnTo>
                  <a:pt x="118110" y="246379"/>
                </a:lnTo>
                <a:lnTo>
                  <a:pt x="118110" y="243839"/>
                </a:lnTo>
                <a:lnTo>
                  <a:pt x="123189" y="233679"/>
                </a:lnTo>
                <a:lnTo>
                  <a:pt x="123189" y="232410"/>
                </a:lnTo>
                <a:lnTo>
                  <a:pt x="124460" y="231139"/>
                </a:lnTo>
                <a:lnTo>
                  <a:pt x="125729" y="228600"/>
                </a:lnTo>
                <a:lnTo>
                  <a:pt x="128269" y="226060"/>
                </a:lnTo>
                <a:lnTo>
                  <a:pt x="128269" y="224789"/>
                </a:lnTo>
                <a:lnTo>
                  <a:pt x="129539" y="223520"/>
                </a:lnTo>
                <a:lnTo>
                  <a:pt x="130810" y="223520"/>
                </a:lnTo>
                <a:lnTo>
                  <a:pt x="132079" y="222250"/>
                </a:lnTo>
                <a:lnTo>
                  <a:pt x="417772" y="222250"/>
                </a:lnTo>
                <a:lnTo>
                  <a:pt x="415289" y="167639"/>
                </a:lnTo>
                <a:lnTo>
                  <a:pt x="408939" y="119379"/>
                </a:lnTo>
                <a:lnTo>
                  <a:pt x="402589" y="90170"/>
                </a:lnTo>
                <a:lnTo>
                  <a:pt x="400050" y="80010"/>
                </a:lnTo>
                <a:lnTo>
                  <a:pt x="398417" y="76200"/>
                </a:lnTo>
                <a:lnTo>
                  <a:pt x="248919" y="76200"/>
                </a:lnTo>
                <a:lnTo>
                  <a:pt x="246379" y="71120"/>
                </a:lnTo>
                <a:lnTo>
                  <a:pt x="246379" y="68579"/>
                </a:lnTo>
                <a:lnTo>
                  <a:pt x="245110" y="66039"/>
                </a:lnTo>
                <a:lnTo>
                  <a:pt x="243839" y="60960"/>
                </a:lnTo>
                <a:lnTo>
                  <a:pt x="241300" y="54610"/>
                </a:lnTo>
                <a:lnTo>
                  <a:pt x="237489" y="48260"/>
                </a:lnTo>
                <a:lnTo>
                  <a:pt x="105410" y="48260"/>
                </a:lnTo>
                <a:lnTo>
                  <a:pt x="105410" y="12700"/>
                </a:lnTo>
                <a:close/>
              </a:path>
              <a:path w="417829" h="646430">
                <a:moveTo>
                  <a:pt x="284479" y="223520"/>
                </a:moveTo>
                <a:lnTo>
                  <a:pt x="140969" y="223520"/>
                </a:lnTo>
                <a:lnTo>
                  <a:pt x="142239" y="224789"/>
                </a:lnTo>
                <a:lnTo>
                  <a:pt x="142239" y="226060"/>
                </a:lnTo>
                <a:lnTo>
                  <a:pt x="143510" y="227329"/>
                </a:lnTo>
                <a:lnTo>
                  <a:pt x="147319" y="234950"/>
                </a:lnTo>
                <a:lnTo>
                  <a:pt x="147319" y="237489"/>
                </a:lnTo>
                <a:lnTo>
                  <a:pt x="149860" y="242570"/>
                </a:lnTo>
                <a:lnTo>
                  <a:pt x="149860" y="246379"/>
                </a:lnTo>
                <a:lnTo>
                  <a:pt x="151129" y="250189"/>
                </a:lnTo>
                <a:lnTo>
                  <a:pt x="151129" y="256539"/>
                </a:lnTo>
                <a:lnTo>
                  <a:pt x="152400" y="261620"/>
                </a:lnTo>
                <a:lnTo>
                  <a:pt x="152400" y="646429"/>
                </a:lnTo>
                <a:lnTo>
                  <a:pt x="264160" y="646429"/>
                </a:lnTo>
                <a:lnTo>
                  <a:pt x="264160" y="307339"/>
                </a:lnTo>
                <a:lnTo>
                  <a:pt x="265302" y="295910"/>
                </a:lnTo>
                <a:lnTo>
                  <a:pt x="265429" y="283210"/>
                </a:lnTo>
                <a:lnTo>
                  <a:pt x="266700" y="273050"/>
                </a:lnTo>
                <a:lnTo>
                  <a:pt x="267969" y="264160"/>
                </a:lnTo>
                <a:lnTo>
                  <a:pt x="269239" y="256539"/>
                </a:lnTo>
                <a:lnTo>
                  <a:pt x="269239" y="251460"/>
                </a:lnTo>
                <a:lnTo>
                  <a:pt x="270510" y="248920"/>
                </a:lnTo>
                <a:lnTo>
                  <a:pt x="270510" y="246379"/>
                </a:lnTo>
                <a:lnTo>
                  <a:pt x="271779" y="243839"/>
                </a:lnTo>
                <a:lnTo>
                  <a:pt x="273050" y="238760"/>
                </a:lnTo>
                <a:lnTo>
                  <a:pt x="274319" y="236220"/>
                </a:lnTo>
                <a:lnTo>
                  <a:pt x="275589" y="234950"/>
                </a:lnTo>
                <a:lnTo>
                  <a:pt x="275589" y="232410"/>
                </a:lnTo>
                <a:lnTo>
                  <a:pt x="281939" y="226060"/>
                </a:lnTo>
                <a:lnTo>
                  <a:pt x="281939" y="224789"/>
                </a:lnTo>
                <a:lnTo>
                  <a:pt x="283210" y="224789"/>
                </a:lnTo>
                <a:lnTo>
                  <a:pt x="284479" y="223520"/>
                </a:lnTo>
                <a:close/>
              </a:path>
              <a:path w="417829" h="646430">
                <a:moveTo>
                  <a:pt x="417772" y="222250"/>
                </a:moveTo>
                <a:lnTo>
                  <a:pt x="138429" y="222250"/>
                </a:lnTo>
                <a:lnTo>
                  <a:pt x="139700" y="223520"/>
                </a:lnTo>
                <a:lnTo>
                  <a:pt x="290829" y="223520"/>
                </a:lnTo>
                <a:lnTo>
                  <a:pt x="292100" y="224789"/>
                </a:lnTo>
                <a:lnTo>
                  <a:pt x="293369" y="224789"/>
                </a:lnTo>
                <a:lnTo>
                  <a:pt x="293369" y="226060"/>
                </a:lnTo>
                <a:lnTo>
                  <a:pt x="294639" y="226060"/>
                </a:lnTo>
                <a:lnTo>
                  <a:pt x="295910" y="227329"/>
                </a:lnTo>
                <a:lnTo>
                  <a:pt x="295910" y="229870"/>
                </a:lnTo>
                <a:lnTo>
                  <a:pt x="297179" y="231139"/>
                </a:lnTo>
                <a:lnTo>
                  <a:pt x="297179" y="232410"/>
                </a:lnTo>
                <a:lnTo>
                  <a:pt x="298450" y="233679"/>
                </a:lnTo>
                <a:lnTo>
                  <a:pt x="299719" y="237489"/>
                </a:lnTo>
                <a:lnTo>
                  <a:pt x="300989" y="242570"/>
                </a:lnTo>
                <a:lnTo>
                  <a:pt x="302260" y="245110"/>
                </a:lnTo>
                <a:lnTo>
                  <a:pt x="302260" y="246379"/>
                </a:lnTo>
                <a:lnTo>
                  <a:pt x="303529" y="247650"/>
                </a:lnTo>
                <a:lnTo>
                  <a:pt x="303529" y="255270"/>
                </a:lnTo>
                <a:lnTo>
                  <a:pt x="304800" y="261620"/>
                </a:lnTo>
                <a:lnTo>
                  <a:pt x="304800" y="266700"/>
                </a:lnTo>
                <a:lnTo>
                  <a:pt x="306069" y="273050"/>
                </a:lnTo>
                <a:lnTo>
                  <a:pt x="306069" y="646429"/>
                </a:lnTo>
                <a:lnTo>
                  <a:pt x="417829" y="646429"/>
                </a:lnTo>
                <a:lnTo>
                  <a:pt x="417772" y="222250"/>
                </a:lnTo>
                <a:close/>
              </a:path>
              <a:path w="417829" h="646430">
                <a:moveTo>
                  <a:pt x="337819" y="0"/>
                </a:moveTo>
                <a:lnTo>
                  <a:pt x="320039" y="0"/>
                </a:lnTo>
                <a:lnTo>
                  <a:pt x="307339" y="2539"/>
                </a:lnTo>
                <a:lnTo>
                  <a:pt x="300989" y="6350"/>
                </a:lnTo>
                <a:lnTo>
                  <a:pt x="294639" y="8889"/>
                </a:lnTo>
                <a:lnTo>
                  <a:pt x="265429" y="40639"/>
                </a:lnTo>
                <a:lnTo>
                  <a:pt x="261619" y="48260"/>
                </a:lnTo>
                <a:lnTo>
                  <a:pt x="254000" y="60960"/>
                </a:lnTo>
                <a:lnTo>
                  <a:pt x="248919" y="76200"/>
                </a:lnTo>
                <a:lnTo>
                  <a:pt x="398417" y="76200"/>
                </a:lnTo>
                <a:lnTo>
                  <a:pt x="396239" y="71120"/>
                </a:lnTo>
                <a:lnTo>
                  <a:pt x="391160" y="55879"/>
                </a:lnTo>
                <a:lnTo>
                  <a:pt x="387350" y="48260"/>
                </a:lnTo>
                <a:lnTo>
                  <a:pt x="384810" y="40639"/>
                </a:lnTo>
                <a:lnTo>
                  <a:pt x="377189" y="30479"/>
                </a:lnTo>
                <a:lnTo>
                  <a:pt x="373379" y="24129"/>
                </a:lnTo>
                <a:lnTo>
                  <a:pt x="360679" y="11429"/>
                </a:lnTo>
                <a:lnTo>
                  <a:pt x="356869" y="8889"/>
                </a:lnTo>
                <a:lnTo>
                  <a:pt x="346710" y="3810"/>
                </a:lnTo>
                <a:lnTo>
                  <a:pt x="342900" y="1270"/>
                </a:lnTo>
                <a:lnTo>
                  <a:pt x="337819" y="0"/>
                </a:lnTo>
                <a:close/>
              </a:path>
              <a:path w="417829" h="646430">
                <a:moveTo>
                  <a:pt x="182879" y="0"/>
                </a:moveTo>
                <a:lnTo>
                  <a:pt x="167639" y="0"/>
                </a:lnTo>
                <a:lnTo>
                  <a:pt x="154939" y="2539"/>
                </a:lnTo>
                <a:lnTo>
                  <a:pt x="135889" y="13970"/>
                </a:lnTo>
                <a:lnTo>
                  <a:pt x="130810" y="19050"/>
                </a:lnTo>
                <a:lnTo>
                  <a:pt x="110489" y="44450"/>
                </a:lnTo>
                <a:lnTo>
                  <a:pt x="107950" y="45720"/>
                </a:lnTo>
                <a:lnTo>
                  <a:pt x="106679" y="46989"/>
                </a:lnTo>
                <a:lnTo>
                  <a:pt x="106679" y="48260"/>
                </a:lnTo>
                <a:lnTo>
                  <a:pt x="237489" y="48260"/>
                </a:lnTo>
                <a:lnTo>
                  <a:pt x="233679" y="41910"/>
                </a:lnTo>
                <a:lnTo>
                  <a:pt x="224789" y="27939"/>
                </a:lnTo>
                <a:lnTo>
                  <a:pt x="223519" y="25400"/>
                </a:lnTo>
                <a:lnTo>
                  <a:pt x="220979" y="21589"/>
                </a:lnTo>
                <a:lnTo>
                  <a:pt x="214629" y="16510"/>
                </a:lnTo>
                <a:lnTo>
                  <a:pt x="209550" y="11429"/>
                </a:lnTo>
                <a:lnTo>
                  <a:pt x="203200" y="6350"/>
                </a:lnTo>
                <a:lnTo>
                  <a:pt x="190500" y="1270"/>
                </a:lnTo>
                <a:lnTo>
                  <a:pt x="182879" y="0"/>
                </a:lnTo>
                <a:close/>
              </a:path>
            </a:pathLst>
          </a:custGeom>
          <a:solidFill>
            <a:srgbClr val="4C4C4C">
              <a:alpha val="79998"/>
            </a:srgbClr>
          </a:solidFill>
        </p:spPr>
        <p:txBody>
          <a:bodyPr wrap="square" lIns="0" tIns="0" rIns="0" bIns="0" rtlCol="0"/>
          <a:lstStyle/>
          <a:p/>
        </p:txBody>
      </p:sp>
      <p:sp>
        <p:nvSpPr>
          <p:cNvPr id="14" name="object 14"/>
          <p:cNvSpPr/>
          <p:nvPr/>
        </p:nvSpPr>
        <p:spPr>
          <a:xfrm>
            <a:off x="6156959" y="952500"/>
            <a:ext cx="293370" cy="660400"/>
          </a:xfrm>
          <a:custGeom>
            <a:avLst/>
            <a:gdLst/>
            <a:ahLst/>
            <a:cxnLst/>
            <a:rect l="l" t="t" r="r" b="b"/>
            <a:pathLst>
              <a:path w="293370" h="660400">
                <a:moveTo>
                  <a:pt x="154939" y="0"/>
                </a:moveTo>
                <a:lnTo>
                  <a:pt x="142239" y="0"/>
                </a:lnTo>
                <a:lnTo>
                  <a:pt x="125729" y="1270"/>
                </a:lnTo>
                <a:lnTo>
                  <a:pt x="88900" y="16510"/>
                </a:lnTo>
                <a:lnTo>
                  <a:pt x="58419" y="52070"/>
                </a:lnTo>
                <a:lnTo>
                  <a:pt x="52069" y="60960"/>
                </a:lnTo>
                <a:lnTo>
                  <a:pt x="41910" y="81279"/>
                </a:lnTo>
                <a:lnTo>
                  <a:pt x="36829" y="92710"/>
                </a:lnTo>
                <a:lnTo>
                  <a:pt x="33019" y="104139"/>
                </a:lnTo>
                <a:lnTo>
                  <a:pt x="27939" y="115570"/>
                </a:lnTo>
                <a:lnTo>
                  <a:pt x="13969" y="168910"/>
                </a:lnTo>
                <a:lnTo>
                  <a:pt x="5079" y="228600"/>
                </a:lnTo>
                <a:lnTo>
                  <a:pt x="0" y="295910"/>
                </a:lnTo>
                <a:lnTo>
                  <a:pt x="0" y="381000"/>
                </a:lnTo>
                <a:lnTo>
                  <a:pt x="2539" y="405129"/>
                </a:lnTo>
                <a:lnTo>
                  <a:pt x="3810" y="427989"/>
                </a:lnTo>
                <a:lnTo>
                  <a:pt x="10160" y="471170"/>
                </a:lnTo>
                <a:lnTo>
                  <a:pt x="17779" y="510539"/>
                </a:lnTo>
                <a:lnTo>
                  <a:pt x="27939" y="547370"/>
                </a:lnTo>
                <a:lnTo>
                  <a:pt x="52069" y="603250"/>
                </a:lnTo>
                <a:lnTo>
                  <a:pt x="81279" y="640079"/>
                </a:lnTo>
                <a:lnTo>
                  <a:pt x="121919" y="659129"/>
                </a:lnTo>
                <a:lnTo>
                  <a:pt x="132079" y="660400"/>
                </a:lnTo>
                <a:lnTo>
                  <a:pt x="158750" y="660400"/>
                </a:lnTo>
                <a:lnTo>
                  <a:pt x="195579" y="650239"/>
                </a:lnTo>
                <a:lnTo>
                  <a:pt x="232410" y="618489"/>
                </a:lnTo>
                <a:lnTo>
                  <a:pt x="247650" y="591820"/>
                </a:lnTo>
                <a:lnTo>
                  <a:pt x="256539" y="575310"/>
                </a:lnTo>
                <a:lnTo>
                  <a:pt x="270510" y="533400"/>
                </a:lnTo>
                <a:lnTo>
                  <a:pt x="278129" y="509270"/>
                </a:lnTo>
                <a:lnTo>
                  <a:pt x="285750" y="481329"/>
                </a:lnTo>
                <a:lnTo>
                  <a:pt x="144779" y="481329"/>
                </a:lnTo>
                <a:lnTo>
                  <a:pt x="143510" y="480060"/>
                </a:lnTo>
                <a:lnTo>
                  <a:pt x="140969" y="480060"/>
                </a:lnTo>
                <a:lnTo>
                  <a:pt x="139700" y="478789"/>
                </a:lnTo>
                <a:lnTo>
                  <a:pt x="137160" y="478789"/>
                </a:lnTo>
                <a:lnTo>
                  <a:pt x="133350" y="474979"/>
                </a:lnTo>
                <a:lnTo>
                  <a:pt x="132079" y="472439"/>
                </a:lnTo>
                <a:lnTo>
                  <a:pt x="129539" y="471170"/>
                </a:lnTo>
                <a:lnTo>
                  <a:pt x="128269" y="467360"/>
                </a:lnTo>
                <a:lnTo>
                  <a:pt x="124460" y="459739"/>
                </a:lnTo>
                <a:lnTo>
                  <a:pt x="121919" y="453389"/>
                </a:lnTo>
                <a:lnTo>
                  <a:pt x="120650" y="447039"/>
                </a:lnTo>
                <a:lnTo>
                  <a:pt x="118110" y="441960"/>
                </a:lnTo>
                <a:lnTo>
                  <a:pt x="118110" y="436879"/>
                </a:lnTo>
                <a:lnTo>
                  <a:pt x="115569" y="431800"/>
                </a:lnTo>
                <a:lnTo>
                  <a:pt x="115569" y="426720"/>
                </a:lnTo>
                <a:lnTo>
                  <a:pt x="114300" y="420370"/>
                </a:lnTo>
                <a:lnTo>
                  <a:pt x="114300" y="415289"/>
                </a:lnTo>
                <a:lnTo>
                  <a:pt x="113029" y="410210"/>
                </a:lnTo>
                <a:lnTo>
                  <a:pt x="292100" y="410210"/>
                </a:lnTo>
                <a:lnTo>
                  <a:pt x="292100" y="331470"/>
                </a:lnTo>
                <a:lnTo>
                  <a:pt x="289560" y="275589"/>
                </a:lnTo>
                <a:lnTo>
                  <a:pt x="288543" y="255270"/>
                </a:lnTo>
                <a:lnTo>
                  <a:pt x="114300" y="255270"/>
                </a:lnTo>
                <a:lnTo>
                  <a:pt x="114300" y="243839"/>
                </a:lnTo>
                <a:lnTo>
                  <a:pt x="115569" y="238760"/>
                </a:lnTo>
                <a:lnTo>
                  <a:pt x="115569" y="233679"/>
                </a:lnTo>
                <a:lnTo>
                  <a:pt x="116839" y="227329"/>
                </a:lnTo>
                <a:lnTo>
                  <a:pt x="120650" y="212089"/>
                </a:lnTo>
                <a:lnTo>
                  <a:pt x="123189" y="204470"/>
                </a:lnTo>
                <a:lnTo>
                  <a:pt x="124460" y="201929"/>
                </a:lnTo>
                <a:lnTo>
                  <a:pt x="127000" y="198120"/>
                </a:lnTo>
                <a:lnTo>
                  <a:pt x="127000" y="195579"/>
                </a:lnTo>
                <a:lnTo>
                  <a:pt x="129539" y="191770"/>
                </a:lnTo>
                <a:lnTo>
                  <a:pt x="130810" y="189229"/>
                </a:lnTo>
                <a:lnTo>
                  <a:pt x="132079" y="187960"/>
                </a:lnTo>
                <a:lnTo>
                  <a:pt x="133350" y="185420"/>
                </a:lnTo>
                <a:lnTo>
                  <a:pt x="134619" y="184150"/>
                </a:lnTo>
                <a:lnTo>
                  <a:pt x="137160" y="182879"/>
                </a:lnTo>
                <a:lnTo>
                  <a:pt x="138429" y="181610"/>
                </a:lnTo>
                <a:lnTo>
                  <a:pt x="140969" y="181610"/>
                </a:lnTo>
                <a:lnTo>
                  <a:pt x="143510" y="179070"/>
                </a:lnTo>
                <a:lnTo>
                  <a:pt x="278923" y="179070"/>
                </a:lnTo>
                <a:lnTo>
                  <a:pt x="266700" y="124460"/>
                </a:lnTo>
                <a:lnTo>
                  <a:pt x="242569" y="64770"/>
                </a:lnTo>
                <a:lnTo>
                  <a:pt x="219710" y="31750"/>
                </a:lnTo>
                <a:lnTo>
                  <a:pt x="167639" y="2539"/>
                </a:lnTo>
                <a:lnTo>
                  <a:pt x="154939" y="0"/>
                </a:lnTo>
                <a:close/>
              </a:path>
              <a:path w="293370" h="660400">
                <a:moveTo>
                  <a:pt x="181610" y="426720"/>
                </a:moveTo>
                <a:lnTo>
                  <a:pt x="176529" y="441960"/>
                </a:lnTo>
                <a:lnTo>
                  <a:pt x="172719" y="454660"/>
                </a:lnTo>
                <a:lnTo>
                  <a:pt x="170179" y="458470"/>
                </a:lnTo>
                <a:lnTo>
                  <a:pt x="168910" y="463550"/>
                </a:lnTo>
                <a:lnTo>
                  <a:pt x="166369" y="466089"/>
                </a:lnTo>
                <a:lnTo>
                  <a:pt x="166369" y="467360"/>
                </a:lnTo>
                <a:lnTo>
                  <a:pt x="165100" y="468629"/>
                </a:lnTo>
                <a:lnTo>
                  <a:pt x="163829" y="471170"/>
                </a:lnTo>
                <a:lnTo>
                  <a:pt x="158750" y="476250"/>
                </a:lnTo>
                <a:lnTo>
                  <a:pt x="148589" y="481329"/>
                </a:lnTo>
                <a:lnTo>
                  <a:pt x="285750" y="481329"/>
                </a:lnTo>
                <a:lnTo>
                  <a:pt x="293369" y="452120"/>
                </a:lnTo>
                <a:lnTo>
                  <a:pt x="181610" y="426720"/>
                </a:lnTo>
                <a:close/>
              </a:path>
              <a:path w="293370" h="660400">
                <a:moveTo>
                  <a:pt x="278923" y="179070"/>
                </a:moveTo>
                <a:lnTo>
                  <a:pt x="147319" y="179070"/>
                </a:lnTo>
                <a:lnTo>
                  <a:pt x="148589" y="180339"/>
                </a:lnTo>
                <a:lnTo>
                  <a:pt x="151129" y="180339"/>
                </a:lnTo>
                <a:lnTo>
                  <a:pt x="152400" y="181610"/>
                </a:lnTo>
                <a:lnTo>
                  <a:pt x="153669" y="181610"/>
                </a:lnTo>
                <a:lnTo>
                  <a:pt x="157479" y="185420"/>
                </a:lnTo>
                <a:lnTo>
                  <a:pt x="160019" y="186689"/>
                </a:lnTo>
                <a:lnTo>
                  <a:pt x="162560" y="189229"/>
                </a:lnTo>
                <a:lnTo>
                  <a:pt x="163829" y="191770"/>
                </a:lnTo>
                <a:lnTo>
                  <a:pt x="163829" y="194310"/>
                </a:lnTo>
                <a:lnTo>
                  <a:pt x="167639" y="201929"/>
                </a:lnTo>
                <a:lnTo>
                  <a:pt x="170179" y="205739"/>
                </a:lnTo>
                <a:lnTo>
                  <a:pt x="173989" y="224789"/>
                </a:lnTo>
                <a:lnTo>
                  <a:pt x="176529" y="240029"/>
                </a:lnTo>
                <a:lnTo>
                  <a:pt x="177800" y="246379"/>
                </a:lnTo>
                <a:lnTo>
                  <a:pt x="177800" y="255270"/>
                </a:lnTo>
                <a:lnTo>
                  <a:pt x="288543" y="255270"/>
                </a:lnTo>
                <a:lnTo>
                  <a:pt x="288289" y="250189"/>
                </a:lnTo>
                <a:lnTo>
                  <a:pt x="285750" y="226060"/>
                </a:lnTo>
                <a:lnTo>
                  <a:pt x="281939" y="203200"/>
                </a:lnTo>
                <a:lnTo>
                  <a:pt x="279400" y="181610"/>
                </a:lnTo>
                <a:lnTo>
                  <a:pt x="278923" y="179070"/>
                </a:lnTo>
                <a:close/>
              </a:path>
            </a:pathLst>
          </a:custGeom>
          <a:solidFill>
            <a:srgbClr val="4C4C4C">
              <a:alpha val="79998"/>
            </a:srgbClr>
          </a:solidFill>
        </p:spPr>
        <p:txBody>
          <a:bodyPr wrap="square" lIns="0" tIns="0" rIns="0" bIns="0" rtlCol="0"/>
          <a:lstStyle/>
          <a:p/>
        </p:txBody>
      </p:sp>
      <p:sp>
        <p:nvSpPr>
          <p:cNvPr id="15" name="object 15"/>
          <p:cNvSpPr/>
          <p:nvPr/>
        </p:nvSpPr>
        <p:spPr>
          <a:xfrm>
            <a:off x="6554469" y="952500"/>
            <a:ext cx="273050" cy="661670"/>
          </a:xfrm>
          <a:custGeom>
            <a:avLst/>
            <a:gdLst/>
            <a:ahLst/>
            <a:cxnLst/>
            <a:rect l="l" t="t" r="r" b="b"/>
            <a:pathLst>
              <a:path w="273050" h="661669">
                <a:moveTo>
                  <a:pt x="110489" y="415289"/>
                </a:moveTo>
                <a:lnTo>
                  <a:pt x="0" y="440689"/>
                </a:lnTo>
                <a:lnTo>
                  <a:pt x="3809" y="468629"/>
                </a:lnTo>
                <a:lnTo>
                  <a:pt x="6350" y="496570"/>
                </a:lnTo>
                <a:lnTo>
                  <a:pt x="16509" y="542289"/>
                </a:lnTo>
                <a:lnTo>
                  <a:pt x="27939" y="580389"/>
                </a:lnTo>
                <a:lnTo>
                  <a:pt x="30479" y="589279"/>
                </a:lnTo>
                <a:lnTo>
                  <a:pt x="34289" y="595629"/>
                </a:lnTo>
                <a:lnTo>
                  <a:pt x="44450" y="615950"/>
                </a:lnTo>
                <a:lnTo>
                  <a:pt x="49529" y="622300"/>
                </a:lnTo>
                <a:lnTo>
                  <a:pt x="54609" y="627379"/>
                </a:lnTo>
                <a:lnTo>
                  <a:pt x="58420" y="632460"/>
                </a:lnTo>
                <a:lnTo>
                  <a:pt x="63500" y="636270"/>
                </a:lnTo>
                <a:lnTo>
                  <a:pt x="107950" y="657860"/>
                </a:lnTo>
                <a:lnTo>
                  <a:pt x="139700" y="661670"/>
                </a:lnTo>
                <a:lnTo>
                  <a:pt x="162559" y="659129"/>
                </a:lnTo>
                <a:lnTo>
                  <a:pt x="200659" y="642620"/>
                </a:lnTo>
                <a:lnTo>
                  <a:pt x="208279" y="636270"/>
                </a:lnTo>
                <a:lnTo>
                  <a:pt x="217170" y="629920"/>
                </a:lnTo>
                <a:lnTo>
                  <a:pt x="223520" y="621029"/>
                </a:lnTo>
                <a:lnTo>
                  <a:pt x="229870" y="613410"/>
                </a:lnTo>
                <a:lnTo>
                  <a:pt x="242570" y="593089"/>
                </a:lnTo>
                <a:lnTo>
                  <a:pt x="246379" y="581660"/>
                </a:lnTo>
                <a:lnTo>
                  <a:pt x="251459" y="570229"/>
                </a:lnTo>
                <a:lnTo>
                  <a:pt x="259079" y="544829"/>
                </a:lnTo>
                <a:lnTo>
                  <a:pt x="262889" y="530860"/>
                </a:lnTo>
                <a:lnTo>
                  <a:pt x="267970" y="502920"/>
                </a:lnTo>
                <a:lnTo>
                  <a:pt x="269124" y="490220"/>
                </a:lnTo>
                <a:lnTo>
                  <a:pt x="138429" y="490220"/>
                </a:lnTo>
                <a:lnTo>
                  <a:pt x="130809" y="486410"/>
                </a:lnTo>
                <a:lnTo>
                  <a:pt x="128270" y="483870"/>
                </a:lnTo>
                <a:lnTo>
                  <a:pt x="127000" y="481329"/>
                </a:lnTo>
                <a:lnTo>
                  <a:pt x="123189" y="477520"/>
                </a:lnTo>
                <a:lnTo>
                  <a:pt x="123189" y="474979"/>
                </a:lnTo>
                <a:lnTo>
                  <a:pt x="120650" y="469900"/>
                </a:lnTo>
                <a:lnTo>
                  <a:pt x="119379" y="463550"/>
                </a:lnTo>
                <a:lnTo>
                  <a:pt x="118109" y="455929"/>
                </a:lnTo>
                <a:lnTo>
                  <a:pt x="115570" y="447039"/>
                </a:lnTo>
                <a:lnTo>
                  <a:pt x="114300" y="438150"/>
                </a:lnTo>
                <a:lnTo>
                  <a:pt x="110489" y="415289"/>
                </a:lnTo>
                <a:close/>
              </a:path>
              <a:path w="273050" h="661669">
                <a:moveTo>
                  <a:pt x="137159" y="0"/>
                </a:moveTo>
                <a:lnTo>
                  <a:pt x="127000" y="0"/>
                </a:lnTo>
                <a:lnTo>
                  <a:pt x="116839" y="1270"/>
                </a:lnTo>
                <a:lnTo>
                  <a:pt x="107950" y="2539"/>
                </a:lnTo>
                <a:lnTo>
                  <a:pt x="99059" y="5079"/>
                </a:lnTo>
                <a:lnTo>
                  <a:pt x="90170" y="8889"/>
                </a:lnTo>
                <a:lnTo>
                  <a:pt x="83820" y="12700"/>
                </a:lnTo>
                <a:lnTo>
                  <a:pt x="76200" y="16510"/>
                </a:lnTo>
                <a:lnTo>
                  <a:pt x="68579" y="22860"/>
                </a:lnTo>
                <a:lnTo>
                  <a:pt x="62229" y="27939"/>
                </a:lnTo>
                <a:lnTo>
                  <a:pt x="57150" y="35560"/>
                </a:lnTo>
                <a:lnTo>
                  <a:pt x="35559" y="71120"/>
                </a:lnTo>
                <a:lnTo>
                  <a:pt x="20320" y="118110"/>
                </a:lnTo>
                <a:lnTo>
                  <a:pt x="16509" y="146050"/>
                </a:lnTo>
                <a:lnTo>
                  <a:pt x="13970" y="160020"/>
                </a:lnTo>
                <a:lnTo>
                  <a:pt x="13970" y="175260"/>
                </a:lnTo>
                <a:lnTo>
                  <a:pt x="12805" y="189229"/>
                </a:lnTo>
                <a:lnTo>
                  <a:pt x="12700" y="220979"/>
                </a:lnTo>
                <a:lnTo>
                  <a:pt x="13970" y="236220"/>
                </a:lnTo>
                <a:lnTo>
                  <a:pt x="13970" y="250189"/>
                </a:lnTo>
                <a:lnTo>
                  <a:pt x="16509" y="264160"/>
                </a:lnTo>
                <a:lnTo>
                  <a:pt x="22859" y="302260"/>
                </a:lnTo>
                <a:lnTo>
                  <a:pt x="41909" y="354329"/>
                </a:lnTo>
                <a:lnTo>
                  <a:pt x="46989" y="361950"/>
                </a:lnTo>
                <a:lnTo>
                  <a:pt x="50800" y="369570"/>
                </a:lnTo>
                <a:lnTo>
                  <a:pt x="87629" y="401320"/>
                </a:lnTo>
                <a:lnTo>
                  <a:pt x="106679" y="410210"/>
                </a:lnTo>
                <a:lnTo>
                  <a:pt x="152400" y="433070"/>
                </a:lnTo>
                <a:lnTo>
                  <a:pt x="156209" y="435610"/>
                </a:lnTo>
                <a:lnTo>
                  <a:pt x="160020" y="436879"/>
                </a:lnTo>
                <a:lnTo>
                  <a:pt x="162559" y="439420"/>
                </a:lnTo>
                <a:lnTo>
                  <a:pt x="162559" y="440689"/>
                </a:lnTo>
                <a:lnTo>
                  <a:pt x="163829" y="441960"/>
                </a:lnTo>
                <a:lnTo>
                  <a:pt x="165100" y="441960"/>
                </a:lnTo>
                <a:lnTo>
                  <a:pt x="165100" y="444500"/>
                </a:lnTo>
                <a:lnTo>
                  <a:pt x="166370" y="444500"/>
                </a:lnTo>
                <a:lnTo>
                  <a:pt x="166370" y="447039"/>
                </a:lnTo>
                <a:lnTo>
                  <a:pt x="167639" y="448310"/>
                </a:lnTo>
                <a:lnTo>
                  <a:pt x="167639" y="452120"/>
                </a:lnTo>
                <a:lnTo>
                  <a:pt x="168909" y="452120"/>
                </a:lnTo>
                <a:lnTo>
                  <a:pt x="168909" y="466089"/>
                </a:lnTo>
                <a:lnTo>
                  <a:pt x="167639" y="467360"/>
                </a:lnTo>
                <a:lnTo>
                  <a:pt x="167639" y="471170"/>
                </a:lnTo>
                <a:lnTo>
                  <a:pt x="166370" y="472439"/>
                </a:lnTo>
                <a:lnTo>
                  <a:pt x="166370" y="473710"/>
                </a:lnTo>
                <a:lnTo>
                  <a:pt x="165100" y="474979"/>
                </a:lnTo>
                <a:lnTo>
                  <a:pt x="165100" y="477520"/>
                </a:lnTo>
                <a:lnTo>
                  <a:pt x="160020" y="482600"/>
                </a:lnTo>
                <a:lnTo>
                  <a:pt x="160020" y="485139"/>
                </a:lnTo>
                <a:lnTo>
                  <a:pt x="158750" y="485139"/>
                </a:lnTo>
                <a:lnTo>
                  <a:pt x="156209" y="487679"/>
                </a:lnTo>
                <a:lnTo>
                  <a:pt x="151129" y="490220"/>
                </a:lnTo>
                <a:lnTo>
                  <a:pt x="269124" y="490220"/>
                </a:lnTo>
                <a:lnTo>
                  <a:pt x="270509" y="476250"/>
                </a:lnTo>
                <a:lnTo>
                  <a:pt x="271779" y="461010"/>
                </a:lnTo>
                <a:lnTo>
                  <a:pt x="272934" y="448310"/>
                </a:lnTo>
                <a:lnTo>
                  <a:pt x="273050" y="406400"/>
                </a:lnTo>
                <a:lnTo>
                  <a:pt x="270509" y="391160"/>
                </a:lnTo>
                <a:lnTo>
                  <a:pt x="270509" y="379729"/>
                </a:lnTo>
                <a:lnTo>
                  <a:pt x="262889" y="340360"/>
                </a:lnTo>
                <a:lnTo>
                  <a:pt x="248920" y="295910"/>
                </a:lnTo>
                <a:lnTo>
                  <a:pt x="228600" y="262889"/>
                </a:lnTo>
                <a:lnTo>
                  <a:pt x="193039" y="233679"/>
                </a:lnTo>
                <a:lnTo>
                  <a:pt x="184150" y="229870"/>
                </a:lnTo>
                <a:lnTo>
                  <a:pt x="179069" y="227329"/>
                </a:lnTo>
                <a:lnTo>
                  <a:pt x="160020" y="227329"/>
                </a:lnTo>
                <a:lnTo>
                  <a:pt x="159097" y="220409"/>
                </a:lnTo>
                <a:lnTo>
                  <a:pt x="152400" y="218439"/>
                </a:lnTo>
                <a:lnTo>
                  <a:pt x="139700" y="213360"/>
                </a:lnTo>
                <a:lnTo>
                  <a:pt x="129539" y="209550"/>
                </a:lnTo>
                <a:lnTo>
                  <a:pt x="125729" y="207010"/>
                </a:lnTo>
                <a:lnTo>
                  <a:pt x="123189" y="205739"/>
                </a:lnTo>
                <a:lnTo>
                  <a:pt x="119379" y="201929"/>
                </a:lnTo>
                <a:lnTo>
                  <a:pt x="118109" y="201929"/>
                </a:lnTo>
                <a:lnTo>
                  <a:pt x="116839" y="199389"/>
                </a:lnTo>
                <a:lnTo>
                  <a:pt x="116839" y="198120"/>
                </a:lnTo>
                <a:lnTo>
                  <a:pt x="115570" y="196850"/>
                </a:lnTo>
                <a:lnTo>
                  <a:pt x="115570" y="191770"/>
                </a:lnTo>
                <a:lnTo>
                  <a:pt x="114300" y="191770"/>
                </a:lnTo>
                <a:lnTo>
                  <a:pt x="114300" y="185420"/>
                </a:lnTo>
                <a:lnTo>
                  <a:pt x="115570" y="184150"/>
                </a:lnTo>
                <a:lnTo>
                  <a:pt x="115570" y="177800"/>
                </a:lnTo>
                <a:lnTo>
                  <a:pt x="116839" y="175260"/>
                </a:lnTo>
                <a:lnTo>
                  <a:pt x="118109" y="173989"/>
                </a:lnTo>
                <a:lnTo>
                  <a:pt x="118109" y="171450"/>
                </a:lnTo>
                <a:lnTo>
                  <a:pt x="119379" y="171450"/>
                </a:lnTo>
                <a:lnTo>
                  <a:pt x="119379" y="170179"/>
                </a:lnTo>
                <a:lnTo>
                  <a:pt x="123189" y="166370"/>
                </a:lnTo>
                <a:lnTo>
                  <a:pt x="127000" y="166370"/>
                </a:lnTo>
                <a:lnTo>
                  <a:pt x="129539" y="165100"/>
                </a:lnTo>
                <a:lnTo>
                  <a:pt x="262774" y="165100"/>
                </a:lnTo>
                <a:lnTo>
                  <a:pt x="261620" y="158750"/>
                </a:lnTo>
                <a:lnTo>
                  <a:pt x="259079" y="140970"/>
                </a:lnTo>
                <a:lnTo>
                  <a:pt x="247650" y="95250"/>
                </a:lnTo>
                <a:lnTo>
                  <a:pt x="232409" y="55879"/>
                </a:lnTo>
                <a:lnTo>
                  <a:pt x="203200" y="16510"/>
                </a:lnTo>
                <a:lnTo>
                  <a:pt x="190500" y="10160"/>
                </a:lnTo>
                <a:lnTo>
                  <a:pt x="182879" y="6350"/>
                </a:lnTo>
                <a:lnTo>
                  <a:pt x="175259" y="3810"/>
                </a:lnTo>
                <a:lnTo>
                  <a:pt x="157479" y="1270"/>
                </a:lnTo>
                <a:lnTo>
                  <a:pt x="137159" y="0"/>
                </a:lnTo>
                <a:close/>
              </a:path>
              <a:path w="273050" h="661669">
                <a:moveTo>
                  <a:pt x="172371" y="224313"/>
                </a:moveTo>
                <a:lnTo>
                  <a:pt x="160020" y="227329"/>
                </a:lnTo>
                <a:lnTo>
                  <a:pt x="179069" y="227329"/>
                </a:lnTo>
                <a:lnTo>
                  <a:pt x="173989" y="224789"/>
                </a:lnTo>
                <a:lnTo>
                  <a:pt x="172371" y="224313"/>
                </a:lnTo>
                <a:close/>
              </a:path>
              <a:path w="273050" h="661669">
                <a:moveTo>
                  <a:pt x="262774" y="165100"/>
                </a:moveTo>
                <a:lnTo>
                  <a:pt x="134620" y="165100"/>
                </a:lnTo>
                <a:lnTo>
                  <a:pt x="138429" y="166370"/>
                </a:lnTo>
                <a:lnTo>
                  <a:pt x="143509" y="168910"/>
                </a:lnTo>
                <a:lnTo>
                  <a:pt x="148589" y="173989"/>
                </a:lnTo>
                <a:lnTo>
                  <a:pt x="148589" y="175260"/>
                </a:lnTo>
                <a:lnTo>
                  <a:pt x="151129" y="177800"/>
                </a:lnTo>
                <a:lnTo>
                  <a:pt x="151129" y="179070"/>
                </a:lnTo>
                <a:lnTo>
                  <a:pt x="153670" y="184150"/>
                </a:lnTo>
                <a:lnTo>
                  <a:pt x="154939" y="189229"/>
                </a:lnTo>
                <a:lnTo>
                  <a:pt x="154939" y="194310"/>
                </a:lnTo>
                <a:lnTo>
                  <a:pt x="157479" y="201929"/>
                </a:lnTo>
                <a:lnTo>
                  <a:pt x="157479" y="208279"/>
                </a:lnTo>
                <a:lnTo>
                  <a:pt x="159097" y="220409"/>
                </a:lnTo>
                <a:lnTo>
                  <a:pt x="172371" y="224313"/>
                </a:lnTo>
                <a:lnTo>
                  <a:pt x="269239" y="200660"/>
                </a:lnTo>
                <a:lnTo>
                  <a:pt x="262774" y="165100"/>
                </a:lnTo>
                <a:close/>
              </a:path>
            </a:pathLst>
          </a:custGeom>
          <a:solidFill>
            <a:srgbClr val="4C4C4C">
              <a:alpha val="79998"/>
            </a:srgbClr>
          </a:solidFill>
        </p:spPr>
        <p:txBody>
          <a:bodyPr wrap="square" lIns="0" tIns="0" rIns="0" bIns="0" rtlCol="0"/>
          <a:lstStyle/>
          <a:p/>
        </p:txBody>
      </p:sp>
      <p:sp>
        <p:nvSpPr>
          <p:cNvPr id="16" name="object 16"/>
          <p:cNvSpPr/>
          <p:nvPr/>
        </p:nvSpPr>
        <p:spPr>
          <a:xfrm>
            <a:off x="7170420" y="741679"/>
            <a:ext cx="269240" cy="857250"/>
          </a:xfrm>
          <a:custGeom>
            <a:avLst/>
            <a:gdLst/>
            <a:ahLst/>
            <a:cxnLst/>
            <a:rect l="l" t="t" r="r" b="b"/>
            <a:pathLst>
              <a:path w="269240" h="857250">
                <a:moveTo>
                  <a:pt x="247650" y="316230"/>
                </a:moveTo>
                <a:lnTo>
                  <a:pt x="234950" y="316230"/>
                </a:lnTo>
                <a:lnTo>
                  <a:pt x="234950" y="488950"/>
                </a:lnTo>
                <a:lnTo>
                  <a:pt x="0" y="488950"/>
                </a:lnTo>
                <a:lnTo>
                  <a:pt x="0" y="527050"/>
                </a:lnTo>
                <a:lnTo>
                  <a:pt x="0" y="819150"/>
                </a:lnTo>
                <a:lnTo>
                  <a:pt x="0" y="857250"/>
                </a:lnTo>
                <a:lnTo>
                  <a:pt x="121920" y="857250"/>
                </a:lnTo>
                <a:lnTo>
                  <a:pt x="121920" y="819150"/>
                </a:lnTo>
                <a:lnTo>
                  <a:pt x="121920" y="527050"/>
                </a:lnTo>
                <a:lnTo>
                  <a:pt x="247650" y="527050"/>
                </a:lnTo>
                <a:lnTo>
                  <a:pt x="247650" y="488950"/>
                </a:lnTo>
                <a:lnTo>
                  <a:pt x="247650" y="316230"/>
                </a:lnTo>
                <a:close/>
              </a:path>
              <a:path w="269240" h="857250">
                <a:moveTo>
                  <a:pt x="269240" y="0"/>
                </a:moveTo>
                <a:lnTo>
                  <a:pt x="256540" y="0"/>
                </a:lnTo>
                <a:lnTo>
                  <a:pt x="256540" y="182880"/>
                </a:lnTo>
                <a:lnTo>
                  <a:pt x="0" y="182880"/>
                </a:lnTo>
                <a:lnTo>
                  <a:pt x="0" y="220980"/>
                </a:lnTo>
                <a:lnTo>
                  <a:pt x="109220" y="220980"/>
                </a:lnTo>
                <a:lnTo>
                  <a:pt x="109220" y="278130"/>
                </a:lnTo>
                <a:lnTo>
                  <a:pt x="121920" y="278130"/>
                </a:lnTo>
                <a:lnTo>
                  <a:pt x="121920" y="220980"/>
                </a:lnTo>
                <a:lnTo>
                  <a:pt x="269240" y="220980"/>
                </a:lnTo>
                <a:lnTo>
                  <a:pt x="269240" y="182880"/>
                </a:lnTo>
                <a:lnTo>
                  <a:pt x="269240" y="0"/>
                </a:lnTo>
                <a:close/>
              </a:path>
            </a:pathLst>
          </a:custGeom>
          <a:solidFill>
            <a:srgbClr val="4C4C4C">
              <a:alpha val="79998"/>
            </a:srgbClr>
          </a:solidFill>
        </p:spPr>
        <p:txBody>
          <a:bodyPr wrap="square" lIns="0" tIns="0" rIns="0" bIns="0" rtlCol="0"/>
          <a:lstStyle/>
          <a:p/>
        </p:txBody>
      </p:sp>
      <p:sp>
        <p:nvSpPr>
          <p:cNvPr id="17" name="object 17"/>
          <p:cNvSpPr/>
          <p:nvPr/>
        </p:nvSpPr>
        <p:spPr>
          <a:xfrm>
            <a:off x="7573010" y="741679"/>
            <a:ext cx="111760" cy="857250"/>
          </a:xfrm>
          <a:custGeom>
            <a:avLst/>
            <a:gdLst/>
            <a:ahLst/>
            <a:cxnLst/>
            <a:rect l="l" t="t" r="r" b="b"/>
            <a:pathLst>
              <a:path w="111759" h="857250">
                <a:moveTo>
                  <a:pt x="111760" y="223520"/>
                </a:moveTo>
                <a:lnTo>
                  <a:pt x="0" y="223520"/>
                </a:lnTo>
                <a:lnTo>
                  <a:pt x="0" y="819150"/>
                </a:lnTo>
                <a:lnTo>
                  <a:pt x="0" y="857250"/>
                </a:lnTo>
                <a:lnTo>
                  <a:pt x="111760" y="857250"/>
                </a:lnTo>
                <a:lnTo>
                  <a:pt x="111760" y="819150"/>
                </a:lnTo>
                <a:lnTo>
                  <a:pt x="111760" y="223520"/>
                </a:lnTo>
                <a:close/>
              </a:path>
              <a:path w="111759" h="857250">
                <a:moveTo>
                  <a:pt x="111760" y="0"/>
                </a:moveTo>
                <a:lnTo>
                  <a:pt x="0" y="0"/>
                </a:lnTo>
                <a:lnTo>
                  <a:pt x="0" y="162560"/>
                </a:lnTo>
                <a:lnTo>
                  <a:pt x="0" y="185420"/>
                </a:lnTo>
                <a:lnTo>
                  <a:pt x="0" y="200660"/>
                </a:lnTo>
                <a:lnTo>
                  <a:pt x="111760" y="200660"/>
                </a:lnTo>
                <a:lnTo>
                  <a:pt x="111760" y="185420"/>
                </a:lnTo>
                <a:lnTo>
                  <a:pt x="111760" y="162560"/>
                </a:lnTo>
                <a:lnTo>
                  <a:pt x="111760" y="0"/>
                </a:lnTo>
                <a:close/>
              </a:path>
            </a:pathLst>
          </a:custGeom>
          <a:solidFill>
            <a:srgbClr val="4C4C4C">
              <a:alpha val="79998"/>
            </a:srgbClr>
          </a:solidFill>
        </p:spPr>
        <p:txBody>
          <a:bodyPr wrap="square" lIns="0" tIns="0" rIns="0" bIns="0" rtlCol="0"/>
          <a:lstStyle/>
          <a:p/>
        </p:txBody>
      </p:sp>
      <p:sp>
        <p:nvSpPr>
          <p:cNvPr id="18" name="object 18"/>
          <p:cNvSpPr/>
          <p:nvPr/>
        </p:nvSpPr>
        <p:spPr>
          <a:xfrm>
            <a:off x="7790180" y="952500"/>
            <a:ext cx="208279" cy="646430"/>
          </a:xfrm>
          <a:custGeom>
            <a:avLst/>
            <a:gdLst/>
            <a:ahLst/>
            <a:cxnLst/>
            <a:rect l="l" t="t" r="r" b="b"/>
            <a:pathLst>
              <a:path w="208279" h="646430">
                <a:moveTo>
                  <a:pt x="105410" y="12700"/>
                </a:moveTo>
                <a:lnTo>
                  <a:pt x="0" y="12700"/>
                </a:lnTo>
                <a:lnTo>
                  <a:pt x="0" y="646429"/>
                </a:lnTo>
                <a:lnTo>
                  <a:pt x="111760" y="646429"/>
                </a:lnTo>
                <a:lnTo>
                  <a:pt x="111760" y="426720"/>
                </a:lnTo>
                <a:lnTo>
                  <a:pt x="113029" y="364489"/>
                </a:lnTo>
                <a:lnTo>
                  <a:pt x="113029" y="337820"/>
                </a:lnTo>
                <a:lnTo>
                  <a:pt x="115570" y="313689"/>
                </a:lnTo>
                <a:lnTo>
                  <a:pt x="116840" y="293370"/>
                </a:lnTo>
                <a:lnTo>
                  <a:pt x="119379" y="274320"/>
                </a:lnTo>
                <a:lnTo>
                  <a:pt x="123190" y="251460"/>
                </a:lnTo>
                <a:lnTo>
                  <a:pt x="124460" y="246379"/>
                </a:lnTo>
                <a:lnTo>
                  <a:pt x="125729" y="240029"/>
                </a:lnTo>
                <a:lnTo>
                  <a:pt x="128270" y="234950"/>
                </a:lnTo>
                <a:lnTo>
                  <a:pt x="128270" y="232410"/>
                </a:lnTo>
                <a:lnTo>
                  <a:pt x="130810" y="229870"/>
                </a:lnTo>
                <a:lnTo>
                  <a:pt x="132079" y="227329"/>
                </a:lnTo>
                <a:lnTo>
                  <a:pt x="137160" y="222250"/>
                </a:lnTo>
                <a:lnTo>
                  <a:pt x="139700" y="222250"/>
                </a:lnTo>
                <a:lnTo>
                  <a:pt x="140970" y="220979"/>
                </a:lnTo>
                <a:lnTo>
                  <a:pt x="178490" y="220979"/>
                </a:lnTo>
                <a:lnTo>
                  <a:pt x="193492" y="132079"/>
                </a:lnTo>
                <a:lnTo>
                  <a:pt x="93979" y="132079"/>
                </a:lnTo>
                <a:lnTo>
                  <a:pt x="95250" y="114300"/>
                </a:lnTo>
                <a:lnTo>
                  <a:pt x="96520" y="97789"/>
                </a:lnTo>
                <a:lnTo>
                  <a:pt x="98266" y="87312"/>
                </a:lnTo>
                <a:lnTo>
                  <a:pt x="105410" y="12700"/>
                </a:lnTo>
                <a:close/>
              </a:path>
              <a:path w="208279" h="646430">
                <a:moveTo>
                  <a:pt x="178490" y="220979"/>
                </a:moveTo>
                <a:lnTo>
                  <a:pt x="142240" y="220979"/>
                </a:lnTo>
                <a:lnTo>
                  <a:pt x="143510" y="222250"/>
                </a:lnTo>
                <a:lnTo>
                  <a:pt x="146050" y="222250"/>
                </a:lnTo>
                <a:lnTo>
                  <a:pt x="153670" y="227329"/>
                </a:lnTo>
                <a:lnTo>
                  <a:pt x="173990" y="247650"/>
                </a:lnTo>
                <a:lnTo>
                  <a:pt x="178490" y="220979"/>
                </a:lnTo>
                <a:close/>
              </a:path>
              <a:path w="208279" h="646430">
                <a:moveTo>
                  <a:pt x="157479" y="0"/>
                </a:moveTo>
                <a:lnTo>
                  <a:pt x="146050" y="0"/>
                </a:lnTo>
                <a:lnTo>
                  <a:pt x="139700" y="1270"/>
                </a:lnTo>
                <a:lnTo>
                  <a:pt x="113029" y="27939"/>
                </a:lnTo>
                <a:lnTo>
                  <a:pt x="110490" y="31750"/>
                </a:lnTo>
                <a:lnTo>
                  <a:pt x="109220" y="35560"/>
                </a:lnTo>
                <a:lnTo>
                  <a:pt x="107950" y="40639"/>
                </a:lnTo>
                <a:lnTo>
                  <a:pt x="105410" y="45720"/>
                </a:lnTo>
                <a:lnTo>
                  <a:pt x="104140" y="49529"/>
                </a:lnTo>
                <a:lnTo>
                  <a:pt x="100329" y="68579"/>
                </a:lnTo>
                <a:lnTo>
                  <a:pt x="99060" y="82550"/>
                </a:lnTo>
                <a:lnTo>
                  <a:pt x="98266" y="87312"/>
                </a:lnTo>
                <a:lnTo>
                  <a:pt x="93979" y="132079"/>
                </a:lnTo>
                <a:lnTo>
                  <a:pt x="193492" y="132079"/>
                </a:lnTo>
                <a:lnTo>
                  <a:pt x="208279" y="44450"/>
                </a:lnTo>
                <a:lnTo>
                  <a:pt x="199390" y="34289"/>
                </a:lnTo>
                <a:lnTo>
                  <a:pt x="191770" y="24129"/>
                </a:lnTo>
                <a:lnTo>
                  <a:pt x="184150" y="16510"/>
                </a:lnTo>
                <a:lnTo>
                  <a:pt x="176529" y="11429"/>
                </a:lnTo>
                <a:lnTo>
                  <a:pt x="170179" y="6350"/>
                </a:lnTo>
                <a:lnTo>
                  <a:pt x="163829" y="2539"/>
                </a:lnTo>
                <a:lnTo>
                  <a:pt x="157479" y="0"/>
                </a:lnTo>
                <a:close/>
              </a:path>
            </a:pathLst>
          </a:custGeom>
          <a:solidFill>
            <a:srgbClr val="4C4C4C">
              <a:alpha val="79998"/>
            </a:srgbClr>
          </a:solidFill>
        </p:spPr>
        <p:txBody>
          <a:bodyPr wrap="square" lIns="0" tIns="0" rIns="0" bIns="0" rtlCol="0"/>
          <a:lstStyle/>
          <a:p/>
        </p:txBody>
      </p:sp>
      <p:sp>
        <p:nvSpPr>
          <p:cNvPr id="19" name="object 19"/>
          <p:cNvSpPr/>
          <p:nvPr/>
        </p:nvSpPr>
        <p:spPr>
          <a:xfrm>
            <a:off x="8050530" y="952500"/>
            <a:ext cx="271780" cy="661670"/>
          </a:xfrm>
          <a:custGeom>
            <a:avLst/>
            <a:gdLst/>
            <a:ahLst/>
            <a:cxnLst/>
            <a:rect l="l" t="t" r="r" b="b"/>
            <a:pathLst>
              <a:path w="271779" h="661669">
                <a:moveTo>
                  <a:pt x="109220" y="415289"/>
                </a:moveTo>
                <a:lnTo>
                  <a:pt x="0" y="440689"/>
                </a:lnTo>
                <a:lnTo>
                  <a:pt x="2540" y="468629"/>
                </a:lnTo>
                <a:lnTo>
                  <a:pt x="6350" y="496570"/>
                </a:lnTo>
                <a:lnTo>
                  <a:pt x="15240" y="542289"/>
                </a:lnTo>
                <a:lnTo>
                  <a:pt x="26670" y="580389"/>
                </a:lnTo>
                <a:lnTo>
                  <a:pt x="29210" y="589279"/>
                </a:lnTo>
                <a:lnTo>
                  <a:pt x="33020" y="595629"/>
                </a:lnTo>
                <a:lnTo>
                  <a:pt x="40640" y="610870"/>
                </a:lnTo>
                <a:lnTo>
                  <a:pt x="44450" y="615950"/>
                </a:lnTo>
                <a:lnTo>
                  <a:pt x="48260" y="622300"/>
                </a:lnTo>
                <a:lnTo>
                  <a:pt x="53340" y="627379"/>
                </a:lnTo>
                <a:lnTo>
                  <a:pt x="57150" y="632460"/>
                </a:lnTo>
                <a:lnTo>
                  <a:pt x="62229" y="636270"/>
                </a:lnTo>
                <a:lnTo>
                  <a:pt x="68579" y="641350"/>
                </a:lnTo>
                <a:lnTo>
                  <a:pt x="80010" y="648970"/>
                </a:lnTo>
                <a:lnTo>
                  <a:pt x="92710" y="654050"/>
                </a:lnTo>
                <a:lnTo>
                  <a:pt x="106679" y="657860"/>
                </a:lnTo>
                <a:lnTo>
                  <a:pt x="121920" y="660400"/>
                </a:lnTo>
                <a:lnTo>
                  <a:pt x="138429" y="661670"/>
                </a:lnTo>
                <a:lnTo>
                  <a:pt x="161290" y="659129"/>
                </a:lnTo>
                <a:lnTo>
                  <a:pt x="208279" y="636270"/>
                </a:lnTo>
                <a:lnTo>
                  <a:pt x="222250" y="621029"/>
                </a:lnTo>
                <a:lnTo>
                  <a:pt x="228600" y="613410"/>
                </a:lnTo>
                <a:lnTo>
                  <a:pt x="250190" y="570229"/>
                </a:lnTo>
                <a:lnTo>
                  <a:pt x="261620" y="530860"/>
                </a:lnTo>
                <a:lnTo>
                  <a:pt x="267854" y="490220"/>
                </a:lnTo>
                <a:lnTo>
                  <a:pt x="137160" y="490220"/>
                </a:lnTo>
                <a:lnTo>
                  <a:pt x="129540" y="486410"/>
                </a:lnTo>
                <a:lnTo>
                  <a:pt x="127000" y="483870"/>
                </a:lnTo>
                <a:lnTo>
                  <a:pt x="125729" y="481329"/>
                </a:lnTo>
                <a:lnTo>
                  <a:pt x="121920" y="477520"/>
                </a:lnTo>
                <a:lnTo>
                  <a:pt x="121920" y="474979"/>
                </a:lnTo>
                <a:lnTo>
                  <a:pt x="120650" y="472439"/>
                </a:lnTo>
                <a:lnTo>
                  <a:pt x="120650" y="469900"/>
                </a:lnTo>
                <a:lnTo>
                  <a:pt x="118110" y="463550"/>
                </a:lnTo>
                <a:lnTo>
                  <a:pt x="116840" y="455929"/>
                </a:lnTo>
                <a:lnTo>
                  <a:pt x="115570" y="447039"/>
                </a:lnTo>
                <a:lnTo>
                  <a:pt x="113029" y="438150"/>
                </a:lnTo>
                <a:lnTo>
                  <a:pt x="109220" y="415289"/>
                </a:lnTo>
                <a:close/>
              </a:path>
              <a:path w="271779" h="661669">
                <a:moveTo>
                  <a:pt x="135890" y="0"/>
                </a:moveTo>
                <a:lnTo>
                  <a:pt x="125729" y="0"/>
                </a:lnTo>
                <a:lnTo>
                  <a:pt x="115570" y="1270"/>
                </a:lnTo>
                <a:lnTo>
                  <a:pt x="106679" y="2539"/>
                </a:lnTo>
                <a:lnTo>
                  <a:pt x="97790" y="5079"/>
                </a:lnTo>
                <a:lnTo>
                  <a:pt x="74929" y="16510"/>
                </a:lnTo>
                <a:lnTo>
                  <a:pt x="68579" y="22860"/>
                </a:lnTo>
                <a:lnTo>
                  <a:pt x="62229" y="27939"/>
                </a:lnTo>
                <a:lnTo>
                  <a:pt x="39370" y="60960"/>
                </a:lnTo>
                <a:lnTo>
                  <a:pt x="22860" y="105410"/>
                </a:lnTo>
                <a:lnTo>
                  <a:pt x="15240" y="146050"/>
                </a:lnTo>
                <a:lnTo>
                  <a:pt x="13970" y="160020"/>
                </a:lnTo>
                <a:lnTo>
                  <a:pt x="11429" y="175260"/>
                </a:lnTo>
                <a:lnTo>
                  <a:pt x="11429" y="236220"/>
                </a:lnTo>
                <a:lnTo>
                  <a:pt x="13970" y="264160"/>
                </a:lnTo>
                <a:lnTo>
                  <a:pt x="21590" y="302260"/>
                </a:lnTo>
                <a:lnTo>
                  <a:pt x="33020" y="336550"/>
                </a:lnTo>
                <a:lnTo>
                  <a:pt x="40640" y="354329"/>
                </a:lnTo>
                <a:lnTo>
                  <a:pt x="50800" y="369570"/>
                </a:lnTo>
                <a:lnTo>
                  <a:pt x="54610" y="375920"/>
                </a:lnTo>
                <a:lnTo>
                  <a:pt x="64770" y="386079"/>
                </a:lnTo>
                <a:lnTo>
                  <a:pt x="71120" y="391160"/>
                </a:lnTo>
                <a:lnTo>
                  <a:pt x="86360" y="401320"/>
                </a:lnTo>
                <a:lnTo>
                  <a:pt x="105410" y="410210"/>
                </a:lnTo>
                <a:lnTo>
                  <a:pt x="127000" y="421639"/>
                </a:lnTo>
                <a:lnTo>
                  <a:pt x="140970" y="427989"/>
                </a:lnTo>
                <a:lnTo>
                  <a:pt x="151129" y="433070"/>
                </a:lnTo>
                <a:lnTo>
                  <a:pt x="154940" y="435610"/>
                </a:lnTo>
                <a:lnTo>
                  <a:pt x="158750" y="436879"/>
                </a:lnTo>
                <a:lnTo>
                  <a:pt x="161290" y="439420"/>
                </a:lnTo>
                <a:lnTo>
                  <a:pt x="161290" y="440689"/>
                </a:lnTo>
                <a:lnTo>
                  <a:pt x="162560" y="441960"/>
                </a:lnTo>
                <a:lnTo>
                  <a:pt x="163829" y="441960"/>
                </a:lnTo>
                <a:lnTo>
                  <a:pt x="163829" y="444500"/>
                </a:lnTo>
                <a:lnTo>
                  <a:pt x="165100" y="444500"/>
                </a:lnTo>
                <a:lnTo>
                  <a:pt x="165100" y="445770"/>
                </a:lnTo>
                <a:lnTo>
                  <a:pt x="166370" y="447039"/>
                </a:lnTo>
                <a:lnTo>
                  <a:pt x="166370" y="452120"/>
                </a:lnTo>
                <a:lnTo>
                  <a:pt x="167640" y="452120"/>
                </a:lnTo>
                <a:lnTo>
                  <a:pt x="167640" y="466089"/>
                </a:lnTo>
                <a:lnTo>
                  <a:pt x="166370" y="467360"/>
                </a:lnTo>
                <a:lnTo>
                  <a:pt x="166370" y="472439"/>
                </a:lnTo>
                <a:lnTo>
                  <a:pt x="163829" y="474979"/>
                </a:lnTo>
                <a:lnTo>
                  <a:pt x="163829" y="477520"/>
                </a:lnTo>
                <a:lnTo>
                  <a:pt x="161290" y="480060"/>
                </a:lnTo>
                <a:lnTo>
                  <a:pt x="161290" y="481329"/>
                </a:lnTo>
                <a:lnTo>
                  <a:pt x="160020" y="482600"/>
                </a:lnTo>
                <a:lnTo>
                  <a:pt x="158750" y="485139"/>
                </a:lnTo>
                <a:lnTo>
                  <a:pt x="157479" y="485139"/>
                </a:lnTo>
                <a:lnTo>
                  <a:pt x="154940" y="487679"/>
                </a:lnTo>
                <a:lnTo>
                  <a:pt x="149860" y="490220"/>
                </a:lnTo>
                <a:lnTo>
                  <a:pt x="267854" y="490220"/>
                </a:lnTo>
                <a:lnTo>
                  <a:pt x="267970" y="488950"/>
                </a:lnTo>
                <a:lnTo>
                  <a:pt x="270510" y="476250"/>
                </a:lnTo>
                <a:lnTo>
                  <a:pt x="271779" y="461010"/>
                </a:lnTo>
                <a:lnTo>
                  <a:pt x="271779" y="406400"/>
                </a:lnTo>
                <a:lnTo>
                  <a:pt x="266700" y="365760"/>
                </a:lnTo>
                <a:lnTo>
                  <a:pt x="251460" y="306070"/>
                </a:lnTo>
                <a:lnTo>
                  <a:pt x="227329" y="262889"/>
                </a:lnTo>
                <a:lnTo>
                  <a:pt x="191770" y="233679"/>
                </a:lnTo>
                <a:lnTo>
                  <a:pt x="182879" y="229870"/>
                </a:lnTo>
                <a:lnTo>
                  <a:pt x="177799" y="227329"/>
                </a:lnTo>
                <a:lnTo>
                  <a:pt x="158750" y="227329"/>
                </a:lnTo>
                <a:lnTo>
                  <a:pt x="158297" y="220548"/>
                </a:lnTo>
                <a:lnTo>
                  <a:pt x="151129" y="218439"/>
                </a:lnTo>
                <a:lnTo>
                  <a:pt x="138429" y="213360"/>
                </a:lnTo>
                <a:lnTo>
                  <a:pt x="129540" y="209550"/>
                </a:lnTo>
                <a:lnTo>
                  <a:pt x="121920" y="205739"/>
                </a:lnTo>
                <a:lnTo>
                  <a:pt x="118110" y="201929"/>
                </a:lnTo>
                <a:lnTo>
                  <a:pt x="116840" y="201929"/>
                </a:lnTo>
                <a:lnTo>
                  <a:pt x="115570" y="199389"/>
                </a:lnTo>
                <a:lnTo>
                  <a:pt x="115570" y="196850"/>
                </a:lnTo>
                <a:lnTo>
                  <a:pt x="114300" y="196850"/>
                </a:lnTo>
                <a:lnTo>
                  <a:pt x="114300" y="191770"/>
                </a:lnTo>
                <a:lnTo>
                  <a:pt x="113029" y="191770"/>
                </a:lnTo>
                <a:lnTo>
                  <a:pt x="113029" y="185420"/>
                </a:lnTo>
                <a:lnTo>
                  <a:pt x="114300" y="184150"/>
                </a:lnTo>
                <a:lnTo>
                  <a:pt x="114300" y="179070"/>
                </a:lnTo>
                <a:lnTo>
                  <a:pt x="115570" y="177800"/>
                </a:lnTo>
                <a:lnTo>
                  <a:pt x="115570" y="175260"/>
                </a:lnTo>
                <a:lnTo>
                  <a:pt x="116840" y="173989"/>
                </a:lnTo>
                <a:lnTo>
                  <a:pt x="116840" y="172720"/>
                </a:lnTo>
                <a:lnTo>
                  <a:pt x="119379" y="170179"/>
                </a:lnTo>
                <a:lnTo>
                  <a:pt x="119379" y="168910"/>
                </a:lnTo>
                <a:lnTo>
                  <a:pt x="120650" y="168910"/>
                </a:lnTo>
                <a:lnTo>
                  <a:pt x="120650" y="167639"/>
                </a:lnTo>
                <a:lnTo>
                  <a:pt x="121920" y="166370"/>
                </a:lnTo>
                <a:lnTo>
                  <a:pt x="127000" y="166370"/>
                </a:lnTo>
                <a:lnTo>
                  <a:pt x="129540" y="165100"/>
                </a:lnTo>
                <a:lnTo>
                  <a:pt x="261504" y="165100"/>
                </a:lnTo>
                <a:lnTo>
                  <a:pt x="260350" y="158750"/>
                </a:lnTo>
                <a:lnTo>
                  <a:pt x="257810" y="140970"/>
                </a:lnTo>
                <a:lnTo>
                  <a:pt x="246379" y="95250"/>
                </a:lnTo>
                <a:lnTo>
                  <a:pt x="231140" y="55879"/>
                </a:lnTo>
                <a:lnTo>
                  <a:pt x="201929" y="16510"/>
                </a:lnTo>
                <a:lnTo>
                  <a:pt x="189229" y="10160"/>
                </a:lnTo>
                <a:lnTo>
                  <a:pt x="182879" y="6350"/>
                </a:lnTo>
                <a:lnTo>
                  <a:pt x="173990" y="3810"/>
                </a:lnTo>
                <a:lnTo>
                  <a:pt x="166370" y="2539"/>
                </a:lnTo>
                <a:lnTo>
                  <a:pt x="156210" y="1270"/>
                </a:lnTo>
                <a:lnTo>
                  <a:pt x="135890" y="0"/>
                </a:lnTo>
                <a:close/>
              </a:path>
              <a:path w="271779" h="661669">
                <a:moveTo>
                  <a:pt x="171101" y="224313"/>
                </a:moveTo>
                <a:lnTo>
                  <a:pt x="158750" y="227329"/>
                </a:lnTo>
                <a:lnTo>
                  <a:pt x="177799" y="227329"/>
                </a:lnTo>
                <a:lnTo>
                  <a:pt x="172720" y="224789"/>
                </a:lnTo>
                <a:lnTo>
                  <a:pt x="171101" y="224313"/>
                </a:lnTo>
                <a:close/>
              </a:path>
              <a:path w="271779" h="661669">
                <a:moveTo>
                  <a:pt x="261504" y="165100"/>
                </a:moveTo>
                <a:lnTo>
                  <a:pt x="134620" y="165100"/>
                </a:lnTo>
                <a:lnTo>
                  <a:pt x="142240" y="168910"/>
                </a:lnTo>
                <a:lnTo>
                  <a:pt x="147320" y="173989"/>
                </a:lnTo>
                <a:lnTo>
                  <a:pt x="147320" y="175260"/>
                </a:lnTo>
                <a:lnTo>
                  <a:pt x="149860" y="177800"/>
                </a:lnTo>
                <a:lnTo>
                  <a:pt x="149860" y="179070"/>
                </a:lnTo>
                <a:lnTo>
                  <a:pt x="152400" y="184150"/>
                </a:lnTo>
                <a:lnTo>
                  <a:pt x="154940" y="194310"/>
                </a:lnTo>
                <a:lnTo>
                  <a:pt x="156210" y="201929"/>
                </a:lnTo>
                <a:lnTo>
                  <a:pt x="157479" y="208279"/>
                </a:lnTo>
                <a:lnTo>
                  <a:pt x="158297" y="220548"/>
                </a:lnTo>
                <a:lnTo>
                  <a:pt x="171101" y="224313"/>
                </a:lnTo>
                <a:lnTo>
                  <a:pt x="267970" y="200660"/>
                </a:lnTo>
                <a:lnTo>
                  <a:pt x="261504" y="165100"/>
                </a:lnTo>
                <a:close/>
              </a:path>
            </a:pathLst>
          </a:custGeom>
          <a:solidFill>
            <a:srgbClr val="4C4C4C">
              <a:alpha val="79998"/>
            </a:srgbClr>
          </a:solidFill>
        </p:spPr>
        <p:txBody>
          <a:bodyPr wrap="square" lIns="0" tIns="0" rIns="0" bIns="0" rtlCol="0"/>
          <a:lstStyle/>
          <a:p/>
        </p:txBody>
      </p:sp>
      <p:sp>
        <p:nvSpPr>
          <p:cNvPr id="20" name="object 20"/>
          <p:cNvSpPr/>
          <p:nvPr/>
        </p:nvSpPr>
        <p:spPr>
          <a:xfrm>
            <a:off x="8425180" y="723900"/>
            <a:ext cx="198120" cy="889000"/>
          </a:xfrm>
          <a:custGeom>
            <a:avLst/>
            <a:gdLst/>
            <a:ahLst/>
            <a:cxnLst/>
            <a:rect l="l" t="t" r="r" b="b"/>
            <a:pathLst>
              <a:path w="198120" h="889000">
                <a:moveTo>
                  <a:pt x="144779" y="452120"/>
                </a:moveTo>
                <a:lnTo>
                  <a:pt x="31750" y="452120"/>
                </a:lnTo>
                <a:lnTo>
                  <a:pt x="31750" y="636270"/>
                </a:lnTo>
                <a:lnTo>
                  <a:pt x="33020" y="684529"/>
                </a:lnTo>
                <a:lnTo>
                  <a:pt x="34290" y="706120"/>
                </a:lnTo>
                <a:lnTo>
                  <a:pt x="34290" y="725170"/>
                </a:lnTo>
                <a:lnTo>
                  <a:pt x="35560" y="744220"/>
                </a:lnTo>
                <a:lnTo>
                  <a:pt x="36829" y="759460"/>
                </a:lnTo>
                <a:lnTo>
                  <a:pt x="39370" y="774700"/>
                </a:lnTo>
                <a:lnTo>
                  <a:pt x="40640" y="788670"/>
                </a:lnTo>
                <a:lnTo>
                  <a:pt x="52070" y="831850"/>
                </a:lnTo>
                <a:lnTo>
                  <a:pt x="59690" y="848360"/>
                </a:lnTo>
                <a:lnTo>
                  <a:pt x="63500" y="857250"/>
                </a:lnTo>
                <a:lnTo>
                  <a:pt x="106679" y="887729"/>
                </a:lnTo>
                <a:lnTo>
                  <a:pt x="114300" y="889000"/>
                </a:lnTo>
                <a:lnTo>
                  <a:pt x="130810" y="889000"/>
                </a:lnTo>
                <a:lnTo>
                  <a:pt x="139700" y="887729"/>
                </a:lnTo>
                <a:lnTo>
                  <a:pt x="157479" y="882650"/>
                </a:lnTo>
                <a:lnTo>
                  <a:pt x="176529" y="875029"/>
                </a:lnTo>
                <a:lnTo>
                  <a:pt x="198120" y="864870"/>
                </a:lnTo>
                <a:lnTo>
                  <a:pt x="190272" y="683260"/>
                </a:lnTo>
                <a:lnTo>
                  <a:pt x="149860" y="683260"/>
                </a:lnTo>
                <a:lnTo>
                  <a:pt x="149860" y="681989"/>
                </a:lnTo>
                <a:lnTo>
                  <a:pt x="148590" y="681989"/>
                </a:lnTo>
                <a:lnTo>
                  <a:pt x="147320" y="680720"/>
                </a:lnTo>
                <a:lnTo>
                  <a:pt x="147320" y="679450"/>
                </a:lnTo>
                <a:lnTo>
                  <a:pt x="146050" y="678179"/>
                </a:lnTo>
                <a:lnTo>
                  <a:pt x="146050" y="674370"/>
                </a:lnTo>
                <a:lnTo>
                  <a:pt x="144779" y="671829"/>
                </a:lnTo>
                <a:lnTo>
                  <a:pt x="144779" y="452120"/>
                </a:lnTo>
                <a:close/>
              </a:path>
              <a:path w="198120" h="889000">
                <a:moveTo>
                  <a:pt x="189229" y="659129"/>
                </a:moveTo>
                <a:lnTo>
                  <a:pt x="175260" y="669289"/>
                </a:lnTo>
                <a:lnTo>
                  <a:pt x="165100" y="676910"/>
                </a:lnTo>
                <a:lnTo>
                  <a:pt x="160020" y="679450"/>
                </a:lnTo>
                <a:lnTo>
                  <a:pt x="156210" y="681989"/>
                </a:lnTo>
                <a:lnTo>
                  <a:pt x="153670" y="681989"/>
                </a:lnTo>
                <a:lnTo>
                  <a:pt x="152400" y="683260"/>
                </a:lnTo>
                <a:lnTo>
                  <a:pt x="190272" y="683260"/>
                </a:lnTo>
                <a:lnTo>
                  <a:pt x="189229" y="659129"/>
                </a:lnTo>
                <a:close/>
              </a:path>
              <a:path w="198120" h="889000">
                <a:moveTo>
                  <a:pt x="193040" y="241300"/>
                </a:moveTo>
                <a:lnTo>
                  <a:pt x="0" y="241300"/>
                </a:lnTo>
                <a:lnTo>
                  <a:pt x="0" y="452120"/>
                </a:lnTo>
                <a:lnTo>
                  <a:pt x="193040" y="452120"/>
                </a:lnTo>
                <a:lnTo>
                  <a:pt x="193040" y="241300"/>
                </a:lnTo>
                <a:close/>
              </a:path>
              <a:path w="198120" h="889000">
                <a:moveTo>
                  <a:pt x="144779" y="0"/>
                </a:moveTo>
                <a:lnTo>
                  <a:pt x="31750" y="144779"/>
                </a:lnTo>
                <a:lnTo>
                  <a:pt x="31750" y="241300"/>
                </a:lnTo>
                <a:lnTo>
                  <a:pt x="144779" y="241300"/>
                </a:lnTo>
                <a:lnTo>
                  <a:pt x="144779" y="0"/>
                </a:lnTo>
                <a:close/>
              </a:path>
            </a:pathLst>
          </a:custGeom>
          <a:solidFill>
            <a:srgbClr val="4C4C4C">
              <a:alpha val="79998"/>
            </a:srgbClr>
          </a:solidFill>
        </p:spPr>
        <p:txBody>
          <a:bodyPr wrap="square" lIns="0" tIns="0" rIns="0" bIns="0" rtlCol="0"/>
          <a:lstStyle/>
          <a:p/>
        </p:txBody>
      </p:sp>
      <p:sp>
        <p:nvSpPr>
          <p:cNvPr id="21" name="object 21"/>
          <p:cNvSpPr/>
          <p:nvPr/>
        </p:nvSpPr>
        <p:spPr>
          <a:xfrm>
            <a:off x="1371600" y="703579"/>
            <a:ext cx="276860" cy="857250"/>
          </a:xfrm>
          <a:custGeom>
            <a:avLst/>
            <a:gdLst/>
            <a:ahLst/>
            <a:cxnLst/>
            <a:rect l="l" t="t" r="r" b="b"/>
            <a:pathLst>
              <a:path w="276860" h="857250">
                <a:moveTo>
                  <a:pt x="276860" y="610870"/>
                </a:moveTo>
                <a:lnTo>
                  <a:pt x="121920" y="610870"/>
                </a:lnTo>
                <a:lnTo>
                  <a:pt x="121920" y="0"/>
                </a:lnTo>
                <a:lnTo>
                  <a:pt x="0" y="0"/>
                </a:lnTo>
                <a:lnTo>
                  <a:pt x="0" y="610870"/>
                </a:lnTo>
                <a:lnTo>
                  <a:pt x="0" y="857250"/>
                </a:lnTo>
                <a:lnTo>
                  <a:pt x="276860" y="857250"/>
                </a:lnTo>
                <a:lnTo>
                  <a:pt x="276860" y="610870"/>
                </a:lnTo>
                <a:close/>
              </a:path>
            </a:pathLst>
          </a:custGeom>
          <a:solidFill>
            <a:srgbClr val="003300"/>
          </a:solidFill>
        </p:spPr>
        <p:txBody>
          <a:bodyPr wrap="square" lIns="0" tIns="0" rIns="0" bIns="0" rtlCol="0"/>
          <a:lstStyle/>
          <a:p/>
        </p:txBody>
      </p:sp>
      <p:sp>
        <p:nvSpPr>
          <p:cNvPr id="22" name="object 22"/>
          <p:cNvSpPr/>
          <p:nvPr/>
        </p:nvSpPr>
        <p:spPr>
          <a:xfrm>
            <a:off x="1774190" y="703579"/>
            <a:ext cx="111760" cy="857250"/>
          </a:xfrm>
          <a:custGeom>
            <a:avLst/>
            <a:gdLst/>
            <a:ahLst/>
            <a:cxnLst/>
            <a:rect l="l" t="t" r="r" b="b"/>
            <a:pathLst>
              <a:path w="111760" h="857250">
                <a:moveTo>
                  <a:pt x="111760" y="223520"/>
                </a:moveTo>
                <a:lnTo>
                  <a:pt x="0" y="223520"/>
                </a:lnTo>
                <a:lnTo>
                  <a:pt x="0" y="857250"/>
                </a:lnTo>
                <a:lnTo>
                  <a:pt x="111760" y="857250"/>
                </a:lnTo>
                <a:lnTo>
                  <a:pt x="111760" y="223520"/>
                </a:lnTo>
                <a:close/>
              </a:path>
              <a:path w="111760" h="857250">
                <a:moveTo>
                  <a:pt x="111760" y="0"/>
                </a:moveTo>
                <a:lnTo>
                  <a:pt x="0" y="0"/>
                </a:lnTo>
                <a:lnTo>
                  <a:pt x="0" y="200660"/>
                </a:lnTo>
                <a:lnTo>
                  <a:pt x="111760" y="200660"/>
                </a:lnTo>
                <a:lnTo>
                  <a:pt x="111760" y="0"/>
                </a:lnTo>
                <a:close/>
              </a:path>
            </a:pathLst>
          </a:custGeom>
          <a:solidFill>
            <a:srgbClr val="003300"/>
          </a:solidFill>
        </p:spPr>
        <p:txBody>
          <a:bodyPr wrap="square" lIns="0" tIns="0" rIns="0" bIns="0" rtlCol="0"/>
          <a:lstStyle/>
          <a:p/>
        </p:txBody>
      </p:sp>
      <p:sp>
        <p:nvSpPr>
          <p:cNvPr id="23" name="object 23"/>
          <p:cNvSpPr/>
          <p:nvPr/>
        </p:nvSpPr>
        <p:spPr>
          <a:xfrm>
            <a:off x="1972310" y="914400"/>
            <a:ext cx="273050" cy="661670"/>
          </a:xfrm>
          <a:custGeom>
            <a:avLst/>
            <a:gdLst/>
            <a:ahLst/>
            <a:cxnLst/>
            <a:rect l="l" t="t" r="r" b="b"/>
            <a:pathLst>
              <a:path w="273050" h="661669">
                <a:moveTo>
                  <a:pt x="110489" y="415289"/>
                </a:moveTo>
                <a:lnTo>
                  <a:pt x="0" y="440689"/>
                </a:lnTo>
                <a:lnTo>
                  <a:pt x="3809" y="468629"/>
                </a:lnTo>
                <a:lnTo>
                  <a:pt x="6350" y="496570"/>
                </a:lnTo>
                <a:lnTo>
                  <a:pt x="16509" y="542289"/>
                </a:lnTo>
                <a:lnTo>
                  <a:pt x="27939" y="580389"/>
                </a:lnTo>
                <a:lnTo>
                  <a:pt x="30479" y="588010"/>
                </a:lnTo>
                <a:lnTo>
                  <a:pt x="38100" y="603250"/>
                </a:lnTo>
                <a:lnTo>
                  <a:pt x="49529" y="622300"/>
                </a:lnTo>
                <a:lnTo>
                  <a:pt x="54609" y="627379"/>
                </a:lnTo>
                <a:lnTo>
                  <a:pt x="58419" y="632460"/>
                </a:lnTo>
                <a:lnTo>
                  <a:pt x="64769" y="636270"/>
                </a:lnTo>
                <a:lnTo>
                  <a:pt x="69850" y="641350"/>
                </a:lnTo>
                <a:lnTo>
                  <a:pt x="81279" y="648970"/>
                </a:lnTo>
                <a:lnTo>
                  <a:pt x="93979" y="654050"/>
                </a:lnTo>
                <a:lnTo>
                  <a:pt x="107950" y="657860"/>
                </a:lnTo>
                <a:lnTo>
                  <a:pt x="123189" y="660400"/>
                </a:lnTo>
                <a:lnTo>
                  <a:pt x="139700" y="661670"/>
                </a:lnTo>
                <a:lnTo>
                  <a:pt x="162559" y="659129"/>
                </a:lnTo>
                <a:lnTo>
                  <a:pt x="209550" y="636270"/>
                </a:lnTo>
                <a:lnTo>
                  <a:pt x="236219" y="603250"/>
                </a:lnTo>
                <a:lnTo>
                  <a:pt x="242569" y="593089"/>
                </a:lnTo>
                <a:lnTo>
                  <a:pt x="259079" y="544829"/>
                </a:lnTo>
                <a:lnTo>
                  <a:pt x="267969" y="502920"/>
                </a:lnTo>
                <a:lnTo>
                  <a:pt x="269124" y="490220"/>
                </a:lnTo>
                <a:lnTo>
                  <a:pt x="138429" y="490220"/>
                </a:lnTo>
                <a:lnTo>
                  <a:pt x="130809" y="486410"/>
                </a:lnTo>
                <a:lnTo>
                  <a:pt x="128269" y="483870"/>
                </a:lnTo>
                <a:lnTo>
                  <a:pt x="127000" y="481329"/>
                </a:lnTo>
                <a:lnTo>
                  <a:pt x="123189" y="477520"/>
                </a:lnTo>
                <a:lnTo>
                  <a:pt x="123189" y="474979"/>
                </a:lnTo>
                <a:lnTo>
                  <a:pt x="120650" y="469900"/>
                </a:lnTo>
                <a:lnTo>
                  <a:pt x="119379" y="463550"/>
                </a:lnTo>
                <a:lnTo>
                  <a:pt x="118109" y="455929"/>
                </a:lnTo>
                <a:lnTo>
                  <a:pt x="115569" y="447039"/>
                </a:lnTo>
                <a:lnTo>
                  <a:pt x="114300" y="438150"/>
                </a:lnTo>
                <a:lnTo>
                  <a:pt x="110489" y="415289"/>
                </a:lnTo>
                <a:close/>
              </a:path>
              <a:path w="273050" h="661669">
                <a:moveTo>
                  <a:pt x="137159" y="0"/>
                </a:moveTo>
                <a:lnTo>
                  <a:pt x="127000" y="0"/>
                </a:lnTo>
                <a:lnTo>
                  <a:pt x="116839" y="1270"/>
                </a:lnTo>
                <a:lnTo>
                  <a:pt x="107950" y="2539"/>
                </a:lnTo>
                <a:lnTo>
                  <a:pt x="99059" y="5079"/>
                </a:lnTo>
                <a:lnTo>
                  <a:pt x="76200" y="16510"/>
                </a:lnTo>
                <a:lnTo>
                  <a:pt x="69850" y="22860"/>
                </a:lnTo>
                <a:lnTo>
                  <a:pt x="62229" y="27939"/>
                </a:lnTo>
                <a:lnTo>
                  <a:pt x="57150" y="35560"/>
                </a:lnTo>
                <a:lnTo>
                  <a:pt x="50800" y="43179"/>
                </a:lnTo>
                <a:lnTo>
                  <a:pt x="40639" y="60960"/>
                </a:lnTo>
                <a:lnTo>
                  <a:pt x="35559" y="71120"/>
                </a:lnTo>
                <a:lnTo>
                  <a:pt x="24129" y="105410"/>
                </a:lnTo>
                <a:lnTo>
                  <a:pt x="21589" y="118110"/>
                </a:lnTo>
                <a:lnTo>
                  <a:pt x="13969" y="160020"/>
                </a:lnTo>
                <a:lnTo>
                  <a:pt x="13969" y="175260"/>
                </a:lnTo>
                <a:lnTo>
                  <a:pt x="12700" y="190500"/>
                </a:lnTo>
                <a:lnTo>
                  <a:pt x="12700" y="220979"/>
                </a:lnTo>
                <a:lnTo>
                  <a:pt x="13969" y="236220"/>
                </a:lnTo>
                <a:lnTo>
                  <a:pt x="13969" y="250189"/>
                </a:lnTo>
                <a:lnTo>
                  <a:pt x="16509" y="262889"/>
                </a:lnTo>
                <a:lnTo>
                  <a:pt x="17779" y="276860"/>
                </a:lnTo>
                <a:lnTo>
                  <a:pt x="22859" y="302260"/>
                </a:lnTo>
                <a:lnTo>
                  <a:pt x="34289" y="336550"/>
                </a:lnTo>
                <a:lnTo>
                  <a:pt x="41909" y="354329"/>
                </a:lnTo>
                <a:lnTo>
                  <a:pt x="46989" y="361950"/>
                </a:lnTo>
                <a:lnTo>
                  <a:pt x="50800" y="369570"/>
                </a:lnTo>
                <a:lnTo>
                  <a:pt x="87629" y="400050"/>
                </a:lnTo>
                <a:lnTo>
                  <a:pt x="129539" y="421639"/>
                </a:lnTo>
                <a:lnTo>
                  <a:pt x="142239" y="426720"/>
                </a:lnTo>
                <a:lnTo>
                  <a:pt x="152400" y="433070"/>
                </a:lnTo>
                <a:lnTo>
                  <a:pt x="156209" y="435610"/>
                </a:lnTo>
                <a:lnTo>
                  <a:pt x="160019" y="436879"/>
                </a:lnTo>
                <a:lnTo>
                  <a:pt x="163829" y="440689"/>
                </a:lnTo>
                <a:lnTo>
                  <a:pt x="163829" y="441960"/>
                </a:lnTo>
                <a:lnTo>
                  <a:pt x="165100" y="441960"/>
                </a:lnTo>
                <a:lnTo>
                  <a:pt x="165100" y="444500"/>
                </a:lnTo>
                <a:lnTo>
                  <a:pt x="166369" y="444500"/>
                </a:lnTo>
                <a:lnTo>
                  <a:pt x="166369" y="447039"/>
                </a:lnTo>
                <a:lnTo>
                  <a:pt x="167639" y="448310"/>
                </a:lnTo>
                <a:lnTo>
                  <a:pt x="167639" y="450850"/>
                </a:lnTo>
                <a:lnTo>
                  <a:pt x="168909" y="452120"/>
                </a:lnTo>
                <a:lnTo>
                  <a:pt x="168909" y="466089"/>
                </a:lnTo>
                <a:lnTo>
                  <a:pt x="167639" y="467360"/>
                </a:lnTo>
                <a:lnTo>
                  <a:pt x="167639" y="471170"/>
                </a:lnTo>
                <a:lnTo>
                  <a:pt x="166369" y="472439"/>
                </a:lnTo>
                <a:lnTo>
                  <a:pt x="165100" y="474979"/>
                </a:lnTo>
                <a:lnTo>
                  <a:pt x="165100" y="477520"/>
                </a:lnTo>
                <a:lnTo>
                  <a:pt x="161289" y="481329"/>
                </a:lnTo>
                <a:lnTo>
                  <a:pt x="161289" y="482600"/>
                </a:lnTo>
                <a:lnTo>
                  <a:pt x="160019" y="485139"/>
                </a:lnTo>
                <a:lnTo>
                  <a:pt x="158750" y="485139"/>
                </a:lnTo>
                <a:lnTo>
                  <a:pt x="156209" y="487679"/>
                </a:lnTo>
                <a:lnTo>
                  <a:pt x="151129" y="490220"/>
                </a:lnTo>
                <a:lnTo>
                  <a:pt x="269124" y="490220"/>
                </a:lnTo>
                <a:lnTo>
                  <a:pt x="269239" y="488950"/>
                </a:lnTo>
                <a:lnTo>
                  <a:pt x="271779" y="476250"/>
                </a:lnTo>
                <a:lnTo>
                  <a:pt x="271779" y="461010"/>
                </a:lnTo>
                <a:lnTo>
                  <a:pt x="272934" y="448310"/>
                </a:lnTo>
                <a:lnTo>
                  <a:pt x="273050" y="406400"/>
                </a:lnTo>
                <a:lnTo>
                  <a:pt x="262889" y="340360"/>
                </a:lnTo>
                <a:lnTo>
                  <a:pt x="248919" y="295910"/>
                </a:lnTo>
                <a:lnTo>
                  <a:pt x="228600" y="262889"/>
                </a:lnTo>
                <a:lnTo>
                  <a:pt x="193039" y="233679"/>
                </a:lnTo>
                <a:lnTo>
                  <a:pt x="184150" y="229870"/>
                </a:lnTo>
                <a:lnTo>
                  <a:pt x="179069" y="227329"/>
                </a:lnTo>
                <a:lnTo>
                  <a:pt x="160019" y="227329"/>
                </a:lnTo>
                <a:lnTo>
                  <a:pt x="159509" y="219679"/>
                </a:lnTo>
                <a:lnTo>
                  <a:pt x="152400" y="217170"/>
                </a:lnTo>
                <a:lnTo>
                  <a:pt x="139700" y="213360"/>
                </a:lnTo>
                <a:lnTo>
                  <a:pt x="129539" y="209550"/>
                </a:lnTo>
                <a:lnTo>
                  <a:pt x="125729" y="207010"/>
                </a:lnTo>
                <a:lnTo>
                  <a:pt x="123189" y="205739"/>
                </a:lnTo>
                <a:lnTo>
                  <a:pt x="118109" y="200660"/>
                </a:lnTo>
                <a:lnTo>
                  <a:pt x="118109" y="199389"/>
                </a:lnTo>
                <a:lnTo>
                  <a:pt x="116839" y="199389"/>
                </a:lnTo>
                <a:lnTo>
                  <a:pt x="116839" y="198120"/>
                </a:lnTo>
                <a:lnTo>
                  <a:pt x="115569" y="196850"/>
                </a:lnTo>
                <a:lnTo>
                  <a:pt x="115569" y="177800"/>
                </a:lnTo>
                <a:lnTo>
                  <a:pt x="116839" y="175260"/>
                </a:lnTo>
                <a:lnTo>
                  <a:pt x="118109" y="173989"/>
                </a:lnTo>
                <a:lnTo>
                  <a:pt x="118109" y="171450"/>
                </a:lnTo>
                <a:lnTo>
                  <a:pt x="119379" y="171450"/>
                </a:lnTo>
                <a:lnTo>
                  <a:pt x="119379" y="170179"/>
                </a:lnTo>
                <a:lnTo>
                  <a:pt x="123189" y="166370"/>
                </a:lnTo>
                <a:lnTo>
                  <a:pt x="127000" y="166370"/>
                </a:lnTo>
                <a:lnTo>
                  <a:pt x="129539" y="165100"/>
                </a:lnTo>
                <a:lnTo>
                  <a:pt x="262774" y="165100"/>
                </a:lnTo>
                <a:lnTo>
                  <a:pt x="261619" y="158750"/>
                </a:lnTo>
                <a:lnTo>
                  <a:pt x="259079" y="140970"/>
                </a:lnTo>
                <a:lnTo>
                  <a:pt x="255269" y="124460"/>
                </a:lnTo>
                <a:lnTo>
                  <a:pt x="243839" y="83820"/>
                </a:lnTo>
                <a:lnTo>
                  <a:pt x="232409" y="55879"/>
                </a:lnTo>
                <a:lnTo>
                  <a:pt x="228600" y="46989"/>
                </a:lnTo>
                <a:lnTo>
                  <a:pt x="203200" y="16510"/>
                </a:lnTo>
                <a:lnTo>
                  <a:pt x="190500" y="10160"/>
                </a:lnTo>
                <a:lnTo>
                  <a:pt x="182879" y="6350"/>
                </a:lnTo>
                <a:lnTo>
                  <a:pt x="175259" y="3810"/>
                </a:lnTo>
                <a:lnTo>
                  <a:pt x="157479" y="1270"/>
                </a:lnTo>
                <a:lnTo>
                  <a:pt x="137159" y="0"/>
                </a:lnTo>
                <a:close/>
              </a:path>
              <a:path w="273050" h="661669">
                <a:moveTo>
                  <a:pt x="172530" y="224275"/>
                </a:moveTo>
                <a:lnTo>
                  <a:pt x="160019" y="227329"/>
                </a:lnTo>
                <a:lnTo>
                  <a:pt x="179069" y="227329"/>
                </a:lnTo>
                <a:lnTo>
                  <a:pt x="173989" y="224789"/>
                </a:lnTo>
                <a:lnTo>
                  <a:pt x="172530" y="224275"/>
                </a:lnTo>
                <a:close/>
              </a:path>
              <a:path w="273050" h="661669">
                <a:moveTo>
                  <a:pt x="262774" y="165100"/>
                </a:moveTo>
                <a:lnTo>
                  <a:pt x="134619" y="165100"/>
                </a:lnTo>
                <a:lnTo>
                  <a:pt x="138429" y="166370"/>
                </a:lnTo>
                <a:lnTo>
                  <a:pt x="143509" y="168910"/>
                </a:lnTo>
                <a:lnTo>
                  <a:pt x="148589" y="173989"/>
                </a:lnTo>
                <a:lnTo>
                  <a:pt x="148589" y="175260"/>
                </a:lnTo>
                <a:lnTo>
                  <a:pt x="151129" y="177800"/>
                </a:lnTo>
                <a:lnTo>
                  <a:pt x="151129" y="179070"/>
                </a:lnTo>
                <a:lnTo>
                  <a:pt x="153669" y="184150"/>
                </a:lnTo>
                <a:lnTo>
                  <a:pt x="156209" y="194310"/>
                </a:lnTo>
                <a:lnTo>
                  <a:pt x="157479" y="200660"/>
                </a:lnTo>
                <a:lnTo>
                  <a:pt x="158750" y="208279"/>
                </a:lnTo>
                <a:lnTo>
                  <a:pt x="159509" y="219679"/>
                </a:lnTo>
                <a:lnTo>
                  <a:pt x="172530" y="224275"/>
                </a:lnTo>
                <a:lnTo>
                  <a:pt x="269239" y="200660"/>
                </a:lnTo>
                <a:lnTo>
                  <a:pt x="262774" y="165100"/>
                </a:lnTo>
                <a:close/>
              </a:path>
            </a:pathLst>
          </a:custGeom>
          <a:solidFill>
            <a:srgbClr val="003300"/>
          </a:solidFill>
        </p:spPr>
        <p:txBody>
          <a:bodyPr wrap="square" lIns="0" tIns="0" rIns="0" bIns="0" rtlCol="0"/>
          <a:lstStyle/>
          <a:p/>
        </p:txBody>
      </p:sp>
      <p:sp>
        <p:nvSpPr>
          <p:cNvPr id="24" name="object 24"/>
          <p:cNvSpPr/>
          <p:nvPr/>
        </p:nvSpPr>
        <p:spPr>
          <a:xfrm>
            <a:off x="2346960" y="685800"/>
            <a:ext cx="199390" cy="889000"/>
          </a:xfrm>
          <a:custGeom>
            <a:avLst/>
            <a:gdLst/>
            <a:ahLst/>
            <a:cxnLst/>
            <a:rect l="l" t="t" r="r" b="b"/>
            <a:pathLst>
              <a:path w="199389" h="889000">
                <a:moveTo>
                  <a:pt x="146050" y="452120"/>
                </a:moveTo>
                <a:lnTo>
                  <a:pt x="34289" y="452120"/>
                </a:lnTo>
                <a:lnTo>
                  <a:pt x="34289" y="706120"/>
                </a:lnTo>
                <a:lnTo>
                  <a:pt x="36829" y="744220"/>
                </a:lnTo>
                <a:lnTo>
                  <a:pt x="38100" y="759460"/>
                </a:lnTo>
                <a:lnTo>
                  <a:pt x="40639" y="774700"/>
                </a:lnTo>
                <a:lnTo>
                  <a:pt x="41909" y="788670"/>
                </a:lnTo>
                <a:lnTo>
                  <a:pt x="46989" y="811529"/>
                </a:lnTo>
                <a:lnTo>
                  <a:pt x="50800" y="821689"/>
                </a:lnTo>
                <a:lnTo>
                  <a:pt x="53339" y="831850"/>
                </a:lnTo>
                <a:lnTo>
                  <a:pt x="57150" y="840739"/>
                </a:lnTo>
                <a:lnTo>
                  <a:pt x="60959" y="848360"/>
                </a:lnTo>
                <a:lnTo>
                  <a:pt x="64769" y="857250"/>
                </a:lnTo>
                <a:lnTo>
                  <a:pt x="107950" y="887729"/>
                </a:lnTo>
                <a:lnTo>
                  <a:pt x="115569" y="889000"/>
                </a:lnTo>
                <a:lnTo>
                  <a:pt x="132079" y="889000"/>
                </a:lnTo>
                <a:lnTo>
                  <a:pt x="140969" y="887729"/>
                </a:lnTo>
                <a:lnTo>
                  <a:pt x="158750" y="882650"/>
                </a:lnTo>
                <a:lnTo>
                  <a:pt x="177800" y="875029"/>
                </a:lnTo>
                <a:lnTo>
                  <a:pt x="199389" y="864870"/>
                </a:lnTo>
                <a:lnTo>
                  <a:pt x="191542" y="683260"/>
                </a:lnTo>
                <a:lnTo>
                  <a:pt x="151129" y="683260"/>
                </a:lnTo>
                <a:lnTo>
                  <a:pt x="151129" y="681989"/>
                </a:lnTo>
                <a:lnTo>
                  <a:pt x="149859" y="681989"/>
                </a:lnTo>
                <a:lnTo>
                  <a:pt x="149859" y="680720"/>
                </a:lnTo>
                <a:lnTo>
                  <a:pt x="148589" y="679450"/>
                </a:lnTo>
                <a:lnTo>
                  <a:pt x="147319" y="679450"/>
                </a:lnTo>
                <a:lnTo>
                  <a:pt x="147319" y="674370"/>
                </a:lnTo>
                <a:lnTo>
                  <a:pt x="146050" y="671829"/>
                </a:lnTo>
                <a:lnTo>
                  <a:pt x="146050" y="452120"/>
                </a:lnTo>
                <a:close/>
              </a:path>
              <a:path w="199389" h="889000">
                <a:moveTo>
                  <a:pt x="190500" y="659129"/>
                </a:moveTo>
                <a:lnTo>
                  <a:pt x="176529" y="669289"/>
                </a:lnTo>
                <a:lnTo>
                  <a:pt x="166369" y="676910"/>
                </a:lnTo>
                <a:lnTo>
                  <a:pt x="161289" y="679450"/>
                </a:lnTo>
                <a:lnTo>
                  <a:pt x="157479" y="681989"/>
                </a:lnTo>
                <a:lnTo>
                  <a:pt x="154939" y="681989"/>
                </a:lnTo>
                <a:lnTo>
                  <a:pt x="153669" y="683260"/>
                </a:lnTo>
                <a:lnTo>
                  <a:pt x="191542" y="683260"/>
                </a:lnTo>
                <a:lnTo>
                  <a:pt x="190500" y="659129"/>
                </a:lnTo>
                <a:close/>
              </a:path>
              <a:path w="199389" h="889000">
                <a:moveTo>
                  <a:pt x="194309" y="241300"/>
                </a:moveTo>
                <a:lnTo>
                  <a:pt x="0" y="241300"/>
                </a:lnTo>
                <a:lnTo>
                  <a:pt x="0" y="452120"/>
                </a:lnTo>
                <a:lnTo>
                  <a:pt x="194309" y="452120"/>
                </a:lnTo>
                <a:lnTo>
                  <a:pt x="194309" y="241300"/>
                </a:lnTo>
                <a:close/>
              </a:path>
              <a:path w="199389" h="889000">
                <a:moveTo>
                  <a:pt x="146050" y="0"/>
                </a:moveTo>
                <a:lnTo>
                  <a:pt x="34289" y="144779"/>
                </a:lnTo>
                <a:lnTo>
                  <a:pt x="34289" y="241300"/>
                </a:lnTo>
                <a:lnTo>
                  <a:pt x="146050" y="241300"/>
                </a:lnTo>
                <a:lnTo>
                  <a:pt x="146050" y="0"/>
                </a:lnTo>
                <a:close/>
              </a:path>
            </a:pathLst>
          </a:custGeom>
          <a:solidFill>
            <a:srgbClr val="003300"/>
          </a:solidFill>
        </p:spPr>
        <p:txBody>
          <a:bodyPr wrap="square" lIns="0" tIns="0" rIns="0" bIns="0" rtlCol="0"/>
          <a:lstStyle/>
          <a:p/>
        </p:txBody>
      </p:sp>
      <p:sp>
        <p:nvSpPr>
          <p:cNvPr id="25" name="object 25"/>
          <p:cNvSpPr/>
          <p:nvPr/>
        </p:nvSpPr>
        <p:spPr>
          <a:xfrm>
            <a:off x="2630170" y="914400"/>
            <a:ext cx="293370" cy="660400"/>
          </a:xfrm>
          <a:custGeom>
            <a:avLst/>
            <a:gdLst/>
            <a:ahLst/>
            <a:cxnLst/>
            <a:rect l="l" t="t" r="r" b="b"/>
            <a:pathLst>
              <a:path w="293369" h="660400">
                <a:moveTo>
                  <a:pt x="156210" y="0"/>
                </a:moveTo>
                <a:lnTo>
                  <a:pt x="142240" y="0"/>
                </a:lnTo>
                <a:lnTo>
                  <a:pt x="125730" y="1270"/>
                </a:lnTo>
                <a:lnTo>
                  <a:pt x="111760" y="6350"/>
                </a:lnTo>
                <a:lnTo>
                  <a:pt x="104140" y="8889"/>
                </a:lnTo>
                <a:lnTo>
                  <a:pt x="69850" y="35560"/>
                </a:lnTo>
                <a:lnTo>
                  <a:pt x="53340" y="60960"/>
                </a:lnTo>
                <a:lnTo>
                  <a:pt x="46990" y="71120"/>
                </a:lnTo>
                <a:lnTo>
                  <a:pt x="41910" y="81279"/>
                </a:lnTo>
                <a:lnTo>
                  <a:pt x="38100" y="92710"/>
                </a:lnTo>
                <a:lnTo>
                  <a:pt x="33019" y="104139"/>
                </a:lnTo>
                <a:lnTo>
                  <a:pt x="29210" y="115570"/>
                </a:lnTo>
                <a:lnTo>
                  <a:pt x="24130" y="128270"/>
                </a:lnTo>
                <a:lnTo>
                  <a:pt x="21590" y="140970"/>
                </a:lnTo>
                <a:lnTo>
                  <a:pt x="8890" y="198120"/>
                </a:lnTo>
                <a:lnTo>
                  <a:pt x="1269" y="261620"/>
                </a:lnTo>
                <a:lnTo>
                  <a:pt x="0" y="295910"/>
                </a:lnTo>
                <a:lnTo>
                  <a:pt x="0" y="355600"/>
                </a:lnTo>
                <a:lnTo>
                  <a:pt x="2540" y="405129"/>
                </a:lnTo>
                <a:lnTo>
                  <a:pt x="6350" y="448310"/>
                </a:lnTo>
                <a:lnTo>
                  <a:pt x="13969" y="491489"/>
                </a:lnTo>
                <a:lnTo>
                  <a:pt x="22860" y="529589"/>
                </a:lnTo>
                <a:lnTo>
                  <a:pt x="34290" y="562610"/>
                </a:lnTo>
                <a:lnTo>
                  <a:pt x="39369" y="577850"/>
                </a:lnTo>
                <a:lnTo>
                  <a:pt x="52069" y="603250"/>
                </a:lnTo>
                <a:lnTo>
                  <a:pt x="59690" y="614679"/>
                </a:lnTo>
                <a:lnTo>
                  <a:pt x="66040" y="624839"/>
                </a:lnTo>
                <a:lnTo>
                  <a:pt x="100330" y="651510"/>
                </a:lnTo>
                <a:lnTo>
                  <a:pt x="133350" y="660400"/>
                </a:lnTo>
                <a:lnTo>
                  <a:pt x="158750" y="660400"/>
                </a:lnTo>
                <a:lnTo>
                  <a:pt x="195580" y="650239"/>
                </a:lnTo>
                <a:lnTo>
                  <a:pt x="233680" y="618489"/>
                </a:lnTo>
                <a:lnTo>
                  <a:pt x="237490" y="612139"/>
                </a:lnTo>
                <a:lnTo>
                  <a:pt x="241300" y="607060"/>
                </a:lnTo>
                <a:lnTo>
                  <a:pt x="248919" y="591820"/>
                </a:lnTo>
                <a:lnTo>
                  <a:pt x="256540" y="575310"/>
                </a:lnTo>
                <a:lnTo>
                  <a:pt x="262890" y="556260"/>
                </a:lnTo>
                <a:lnTo>
                  <a:pt x="271780" y="533400"/>
                </a:lnTo>
                <a:lnTo>
                  <a:pt x="278130" y="509270"/>
                </a:lnTo>
                <a:lnTo>
                  <a:pt x="285750" y="481329"/>
                </a:lnTo>
                <a:lnTo>
                  <a:pt x="144780" y="481329"/>
                </a:lnTo>
                <a:lnTo>
                  <a:pt x="143510" y="480060"/>
                </a:lnTo>
                <a:lnTo>
                  <a:pt x="142240" y="480060"/>
                </a:lnTo>
                <a:lnTo>
                  <a:pt x="139700" y="478789"/>
                </a:lnTo>
                <a:lnTo>
                  <a:pt x="138430" y="478789"/>
                </a:lnTo>
                <a:lnTo>
                  <a:pt x="137160" y="477520"/>
                </a:lnTo>
                <a:lnTo>
                  <a:pt x="134619" y="476250"/>
                </a:lnTo>
                <a:lnTo>
                  <a:pt x="133350" y="474979"/>
                </a:lnTo>
                <a:lnTo>
                  <a:pt x="130810" y="469900"/>
                </a:lnTo>
                <a:lnTo>
                  <a:pt x="128269" y="467360"/>
                </a:lnTo>
                <a:lnTo>
                  <a:pt x="128269" y="464820"/>
                </a:lnTo>
                <a:lnTo>
                  <a:pt x="125730" y="462279"/>
                </a:lnTo>
                <a:lnTo>
                  <a:pt x="125730" y="459739"/>
                </a:lnTo>
                <a:lnTo>
                  <a:pt x="121919" y="453389"/>
                </a:lnTo>
                <a:lnTo>
                  <a:pt x="120650" y="447039"/>
                </a:lnTo>
                <a:lnTo>
                  <a:pt x="115569" y="426720"/>
                </a:lnTo>
                <a:lnTo>
                  <a:pt x="114300" y="420370"/>
                </a:lnTo>
                <a:lnTo>
                  <a:pt x="114300" y="410210"/>
                </a:lnTo>
                <a:lnTo>
                  <a:pt x="292100" y="410210"/>
                </a:lnTo>
                <a:lnTo>
                  <a:pt x="292100" y="303529"/>
                </a:lnTo>
                <a:lnTo>
                  <a:pt x="289560" y="275589"/>
                </a:lnTo>
                <a:lnTo>
                  <a:pt x="288544" y="255270"/>
                </a:lnTo>
                <a:lnTo>
                  <a:pt x="114300" y="255270"/>
                </a:lnTo>
                <a:lnTo>
                  <a:pt x="114300" y="243839"/>
                </a:lnTo>
                <a:lnTo>
                  <a:pt x="116840" y="233679"/>
                </a:lnTo>
                <a:lnTo>
                  <a:pt x="116840" y="227329"/>
                </a:lnTo>
                <a:lnTo>
                  <a:pt x="119380" y="222250"/>
                </a:lnTo>
                <a:lnTo>
                  <a:pt x="119380" y="217170"/>
                </a:lnTo>
                <a:lnTo>
                  <a:pt x="121919" y="212089"/>
                </a:lnTo>
                <a:lnTo>
                  <a:pt x="125730" y="200660"/>
                </a:lnTo>
                <a:lnTo>
                  <a:pt x="128269" y="195579"/>
                </a:lnTo>
                <a:lnTo>
                  <a:pt x="129540" y="191770"/>
                </a:lnTo>
                <a:lnTo>
                  <a:pt x="130810" y="189229"/>
                </a:lnTo>
                <a:lnTo>
                  <a:pt x="132080" y="187960"/>
                </a:lnTo>
                <a:lnTo>
                  <a:pt x="133350" y="185420"/>
                </a:lnTo>
                <a:lnTo>
                  <a:pt x="135890" y="184150"/>
                </a:lnTo>
                <a:lnTo>
                  <a:pt x="137160" y="182879"/>
                </a:lnTo>
                <a:lnTo>
                  <a:pt x="139700" y="181610"/>
                </a:lnTo>
                <a:lnTo>
                  <a:pt x="140969" y="181610"/>
                </a:lnTo>
                <a:lnTo>
                  <a:pt x="142240" y="180339"/>
                </a:lnTo>
                <a:lnTo>
                  <a:pt x="144780" y="179070"/>
                </a:lnTo>
                <a:lnTo>
                  <a:pt x="278923" y="179070"/>
                </a:lnTo>
                <a:lnTo>
                  <a:pt x="275590" y="161289"/>
                </a:lnTo>
                <a:lnTo>
                  <a:pt x="261619" y="107950"/>
                </a:lnTo>
                <a:lnTo>
                  <a:pt x="242569" y="64770"/>
                </a:lnTo>
                <a:lnTo>
                  <a:pt x="219710" y="31750"/>
                </a:lnTo>
                <a:lnTo>
                  <a:pt x="167640" y="2539"/>
                </a:lnTo>
                <a:lnTo>
                  <a:pt x="156210" y="0"/>
                </a:lnTo>
                <a:close/>
              </a:path>
              <a:path w="293369" h="660400">
                <a:moveTo>
                  <a:pt x="181610" y="426720"/>
                </a:moveTo>
                <a:lnTo>
                  <a:pt x="176530" y="441960"/>
                </a:lnTo>
                <a:lnTo>
                  <a:pt x="172719" y="454660"/>
                </a:lnTo>
                <a:lnTo>
                  <a:pt x="170180" y="458470"/>
                </a:lnTo>
                <a:lnTo>
                  <a:pt x="168910" y="463550"/>
                </a:lnTo>
                <a:lnTo>
                  <a:pt x="167640" y="466089"/>
                </a:lnTo>
                <a:lnTo>
                  <a:pt x="166369" y="467360"/>
                </a:lnTo>
                <a:lnTo>
                  <a:pt x="166369" y="468629"/>
                </a:lnTo>
                <a:lnTo>
                  <a:pt x="158750" y="476250"/>
                </a:lnTo>
                <a:lnTo>
                  <a:pt x="156210" y="477520"/>
                </a:lnTo>
                <a:lnTo>
                  <a:pt x="154940" y="478789"/>
                </a:lnTo>
                <a:lnTo>
                  <a:pt x="149860" y="481329"/>
                </a:lnTo>
                <a:lnTo>
                  <a:pt x="285750" y="481329"/>
                </a:lnTo>
                <a:lnTo>
                  <a:pt x="293369" y="450850"/>
                </a:lnTo>
                <a:lnTo>
                  <a:pt x="181610" y="426720"/>
                </a:lnTo>
                <a:close/>
              </a:path>
              <a:path w="293369" h="660400">
                <a:moveTo>
                  <a:pt x="278923" y="179070"/>
                </a:moveTo>
                <a:lnTo>
                  <a:pt x="147319" y="179070"/>
                </a:lnTo>
                <a:lnTo>
                  <a:pt x="149860" y="180339"/>
                </a:lnTo>
                <a:lnTo>
                  <a:pt x="151130" y="180339"/>
                </a:lnTo>
                <a:lnTo>
                  <a:pt x="152400" y="181610"/>
                </a:lnTo>
                <a:lnTo>
                  <a:pt x="153669" y="181610"/>
                </a:lnTo>
                <a:lnTo>
                  <a:pt x="154940" y="182879"/>
                </a:lnTo>
                <a:lnTo>
                  <a:pt x="157480" y="184150"/>
                </a:lnTo>
                <a:lnTo>
                  <a:pt x="162560" y="189229"/>
                </a:lnTo>
                <a:lnTo>
                  <a:pt x="165100" y="194310"/>
                </a:lnTo>
                <a:lnTo>
                  <a:pt x="166369" y="195579"/>
                </a:lnTo>
                <a:lnTo>
                  <a:pt x="167640" y="200660"/>
                </a:lnTo>
                <a:lnTo>
                  <a:pt x="170180" y="205739"/>
                </a:lnTo>
                <a:lnTo>
                  <a:pt x="172719" y="218439"/>
                </a:lnTo>
                <a:lnTo>
                  <a:pt x="175260" y="224789"/>
                </a:lnTo>
                <a:lnTo>
                  <a:pt x="176530" y="232410"/>
                </a:lnTo>
                <a:lnTo>
                  <a:pt x="176530" y="240029"/>
                </a:lnTo>
                <a:lnTo>
                  <a:pt x="177800" y="246379"/>
                </a:lnTo>
                <a:lnTo>
                  <a:pt x="177800" y="255270"/>
                </a:lnTo>
                <a:lnTo>
                  <a:pt x="288544" y="255270"/>
                </a:lnTo>
                <a:lnTo>
                  <a:pt x="288290" y="250189"/>
                </a:lnTo>
                <a:lnTo>
                  <a:pt x="285750" y="226060"/>
                </a:lnTo>
                <a:lnTo>
                  <a:pt x="283210" y="203200"/>
                </a:lnTo>
                <a:lnTo>
                  <a:pt x="279400" y="181610"/>
                </a:lnTo>
                <a:lnTo>
                  <a:pt x="278923" y="179070"/>
                </a:lnTo>
                <a:close/>
              </a:path>
            </a:pathLst>
          </a:custGeom>
          <a:solidFill>
            <a:srgbClr val="003300"/>
          </a:solidFill>
        </p:spPr>
        <p:txBody>
          <a:bodyPr wrap="square" lIns="0" tIns="0" rIns="0" bIns="0" rtlCol="0"/>
          <a:lstStyle/>
          <a:p/>
        </p:txBody>
      </p:sp>
      <p:sp>
        <p:nvSpPr>
          <p:cNvPr id="26" name="object 26"/>
          <p:cNvSpPr/>
          <p:nvPr/>
        </p:nvSpPr>
        <p:spPr>
          <a:xfrm>
            <a:off x="3046729" y="914400"/>
            <a:ext cx="269240" cy="646430"/>
          </a:xfrm>
          <a:custGeom>
            <a:avLst/>
            <a:gdLst/>
            <a:ahLst/>
            <a:cxnLst/>
            <a:rect l="l" t="t" r="r" b="b"/>
            <a:pathLst>
              <a:path w="269239" h="646430">
                <a:moveTo>
                  <a:pt x="105409" y="12700"/>
                </a:moveTo>
                <a:lnTo>
                  <a:pt x="0" y="12700"/>
                </a:lnTo>
                <a:lnTo>
                  <a:pt x="0" y="646429"/>
                </a:lnTo>
                <a:lnTo>
                  <a:pt x="111759" y="646429"/>
                </a:lnTo>
                <a:lnTo>
                  <a:pt x="111759" y="293370"/>
                </a:lnTo>
                <a:lnTo>
                  <a:pt x="113030" y="280670"/>
                </a:lnTo>
                <a:lnTo>
                  <a:pt x="115569" y="260350"/>
                </a:lnTo>
                <a:lnTo>
                  <a:pt x="116839" y="256539"/>
                </a:lnTo>
                <a:lnTo>
                  <a:pt x="116839" y="251460"/>
                </a:lnTo>
                <a:lnTo>
                  <a:pt x="119380" y="246379"/>
                </a:lnTo>
                <a:lnTo>
                  <a:pt x="120650" y="241300"/>
                </a:lnTo>
                <a:lnTo>
                  <a:pt x="123189" y="236220"/>
                </a:lnTo>
                <a:lnTo>
                  <a:pt x="123189" y="233679"/>
                </a:lnTo>
                <a:lnTo>
                  <a:pt x="125730" y="231139"/>
                </a:lnTo>
                <a:lnTo>
                  <a:pt x="127000" y="228600"/>
                </a:lnTo>
                <a:lnTo>
                  <a:pt x="130809" y="224789"/>
                </a:lnTo>
                <a:lnTo>
                  <a:pt x="132080" y="224789"/>
                </a:lnTo>
                <a:lnTo>
                  <a:pt x="133350" y="223520"/>
                </a:lnTo>
                <a:lnTo>
                  <a:pt x="268128" y="223520"/>
                </a:lnTo>
                <a:lnTo>
                  <a:pt x="266699" y="191770"/>
                </a:lnTo>
                <a:lnTo>
                  <a:pt x="262890" y="140970"/>
                </a:lnTo>
                <a:lnTo>
                  <a:pt x="255269" y="97789"/>
                </a:lnTo>
                <a:lnTo>
                  <a:pt x="241299" y="55879"/>
                </a:lnTo>
                <a:lnTo>
                  <a:pt x="240876" y="54610"/>
                </a:lnTo>
                <a:lnTo>
                  <a:pt x="105409" y="54610"/>
                </a:lnTo>
                <a:lnTo>
                  <a:pt x="105409" y="12700"/>
                </a:lnTo>
                <a:close/>
              </a:path>
              <a:path w="269239" h="646430">
                <a:moveTo>
                  <a:pt x="268128" y="223520"/>
                </a:moveTo>
                <a:lnTo>
                  <a:pt x="140969" y="223520"/>
                </a:lnTo>
                <a:lnTo>
                  <a:pt x="143509" y="226060"/>
                </a:lnTo>
                <a:lnTo>
                  <a:pt x="144780" y="226060"/>
                </a:lnTo>
                <a:lnTo>
                  <a:pt x="147319" y="228600"/>
                </a:lnTo>
                <a:lnTo>
                  <a:pt x="147319" y="229870"/>
                </a:lnTo>
                <a:lnTo>
                  <a:pt x="148589" y="231139"/>
                </a:lnTo>
                <a:lnTo>
                  <a:pt x="148589" y="232410"/>
                </a:lnTo>
                <a:lnTo>
                  <a:pt x="149859" y="234950"/>
                </a:lnTo>
                <a:lnTo>
                  <a:pt x="151130" y="236220"/>
                </a:lnTo>
                <a:lnTo>
                  <a:pt x="151130" y="237489"/>
                </a:lnTo>
                <a:lnTo>
                  <a:pt x="152400" y="240029"/>
                </a:lnTo>
                <a:lnTo>
                  <a:pt x="152400" y="241300"/>
                </a:lnTo>
                <a:lnTo>
                  <a:pt x="153669" y="245110"/>
                </a:lnTo>
                <a:lnTo>
                  <a:pt x="153669" y="247650"/>
                </a:lnTo>
                <a:lnTo>
                  <a:pt x="154939" y="254000"/>
                </a:lnTo>
                <a:lnTo>
                  <a:pt x="154939" y="261620"/>
                </a:lnTo>
                <a:lnTo>
                  <a:pt x="156209" y="269239"/>
                </a:lnTo>
                <a:lnTo>
                  <a:pt x="156209" y="646429"/>
                </a:lnTo>
                <a:lnTo>
                  <a:pt x="269240" y="646429"/>
                </a:lnTo>
                <a:lnTo>
                  <a:pt x="269134" y="247650"/>
                </a:lnTo>
                <a:lnTo>
                  <a:pt x="268128" y="223520"/>
                </a:lnTo>
                <a:close/>
              </a:path>
              <a:path w="269239" h="646430">
                <a:moveTo>
                  <a:pt x="187959" y="0"/>
                </a:moveTo>
                <a:lnTo>
                  <a:pt x="171450" y="0"/>
                </a:lnTo>
                <a:lnTo>
                  <a:pt x="163830" y="1270"/>
                </a:lnTo>
                <a:lnTo>
                  <a:pt x="157480" y="3810"/>
                </a:lnTo>
                <a:lnTo>
                  <a:pt x="149859" y="6350"/>
                </a:lnTo>
                <a:lnTo>
                  <a:pt x="143509" y="10160"/>
                </a:lnTo>
                <a:lnTo>
                  <a:pt x="137159" y="15239"/>
                </a:lnTo>
                <a:lnTo>
                  <a:pt x="132080" y="21589"/>
                </a:lnTo>
                <a:lnTo>
                  <a:pt x="125730" y="27939"/>
                </a:lnTo>
                <a:lnTo>
                  <a:pt x="106680" y="53339"/>
                </a:lnTo>
                <a:lnTo>
                  <a:pt x="105409" y="54610"/>
                </a:lnTo>
                <a:lnTo>
                  <a:pt x="240876" y="54610"/>
                </a:lnTo>
                <a:lnTo>
                  <a:pt x="219709" y="20320"/>
                </a:lnTo>
                <a:lnTo>
                  <a:pt x="215899" y="15239"/>
                </a:lnTo>
                <a:lnTo>
                  <a:pt x="212090" y="11429"/>
                </a:lnTo>
                <a:lnTo>
                  <a:pt x="208280" y="8889"/>
                </a:lnTo>
                <a:lnTo>
                  <a:pt x="193039" y="1270"/>
                </a:lnTo>
                <a:lnTo>
                  <a:pt x="187959" y="0"/>
                </a:lnTo>
                <a:close/>
              </a:path>
            </a:pathLst>
          </a:custGeom>
          <a:solidFill>
            <a:srgbClr val="003300"/>
          </a:solidFill>
        </p:spPr>
        <p:txBody>
          <a:bodyPr wrap="square" lIns="0" tIns="0" rIns="0" bIns="0" rtlCol="0"/>
          <a:lstStyle/>
          <a:p/>
        </p:txBody>
      </p:sp>
      <p:sp>
        <p:nvSpPr>
          <p:cNvPr id="27" name="object 27"/>
          <p:cNvSpPr/>
          <p:nvPr/>
        </p:nvSpPr>
        <p:spPr>
          <a:xfrm>
            <a:off x="3454400" y="703579"/>
            <a:ext cx="113030" cy="857250"/>
          </a:xfrm>
          <a:custGeom>
            <a:avLst/>
            <a:gdLst/>
            <a:ahLst/>
            <a:cxnLst/>
            <a:rect l="l" t="t" r="r" b="b"/>
            <a:pathLst>
              <a:path w="113029" h="857250">
                <a:moveTo>
                  <a:pt x="113030" y="223520"/>
                </a:moveTo>
                <a:lnTo>
                  <a:pt x="0" y="223520"/>
                </a:lnTo>
                <a:lnTo>
                  <a:pt x="0" y="857250"/>
                </a:lnTo>
                <a:lnTo>
                  <a:pt x="113030" y="857250"/>
                </a:lnTo>
                <a:lnTo>
                  <a:pt x="113030" y="223520"/>
                </a:lnTo>
                <a:close/>
              </a:path>
              <a:path w="113029" h="857250">
                <a:moveTo>
                  <a:pt x="113030" y="0"/>
                </a:moveTo>
                <a:lnTo>
                  <a:pt x="0" y="0"/>
                </a:lnTo>
                <a:lnTo>
                  <a:pt x="0" y="200660"/>
                </a:lnTo>
                <a:lnTo>
                  <a:pt x="113030" y="200660"/>
                </a:lnTo>
                <a:lnTo>
                  <a:pt x="113030" y="0"/>
                </a:lnTo>
                <a:close/>
              </a:path>
            </a:pathLst>
          </a:custGeom>
          <a:solidFill>
            <a:srgbClr val="003300"/>
          </a:solidFill>
        </p:spPr>
        <p:txBody>
          <a:bodyPr wrap="square" lIns="0" tIns="0" rIns="0" bIns="0" rtlCol="0"/>
          <a:lstStyle/>
          <a:p/>
        </p:txBody>
      </p:sp>
      <p:sp>
        <p:nvSpPr>
          <p:cNvPr id="28" name="object 28"/>
          <p:cNvSpPr/>
          <p:nvPr/>
        </p:nvSpPr>
        <p:spPr>
          <a:xfrm>
            <a:off x="3671570" y="914400"/>
            <a:ext cx="269240" cy="646430"/>
          </a:xfrm>
          <a:custGeom>
            <a:avLst/>
            <a:gdLst/>
            <a:ahLst/>
            <a:cxnLst/>
            <a:rect l="l" t="t" r="r" b="b"/>
            <a:pathLst>
              <a:path w="269239" h="646430">
                <a:moveTo>
                  <a:pt x="105409" y="12700"/>
                </a:moveTo>
                <a:lnTo>
                  <a:pt x="0" y="12700"/>
                </a:lnTo>
                <a:lnTo>
                  <a:pt x="0" y="646429"/>
                </a:lnTo>
                <a:lnTo>
                  <a:pt x="111759" y="646429"/>
                </a:lnTo>
                <a:lnTo>
                  <a:pt x="111759" y="308610"/>
                </a:lnTo>
                <a:lnTo>
                  <a:pt x="113029" y="293370"/>
                </a:lnTo>
                <a:lnTo>
                  <a:pt x="113029" y="280670"/>
                </a:lnTo>
                <a:lnTo>
                  <a:pt x="115569" y="260350"/>
                </a:lnTo>
                <a:lnTo>
                  <a:pt x="116839" y="256539"/>
                </a:lnTo>
                <a:lnTo>
                  <a:pt x="116839" y="251460"/>
                </a:lnTo>
                <a:lnTo>
                  <a:pt x="119379" y="246379"/>
                </a:lnTo>
                <a:lnTo>
                  <a:pt x="120650" y="241300"/>
                </a:lnTo>
                <a:lnTo>
                  <a:pt x="124459" y="233679"/>
                </a:lnTo>
                <a:lnTo>
                  <a:pt x="124459" y="232410"/>
                </a:lnTo>
                <a:lnTo>
                  <a:pt x="127000" y="231139"/>
                </a:lnTo>
                <a:lnTo>
                  <a:pt x="127000" y="228600"/>
                </a:lnTo>
                <a:lnTo>
                  <a:pt x="130809" y="224789"/>
                </a:lnTo>
                <a:lnTo>
                  <a:pt x="132079" y="224789"/>
                </a:lnTo>
                <a:lnTo>
                  <a:pt x="133350" y="223520"/>
                </a:lnTo>
                <a:lnTo>
                  <a:pt x="269239" y="223520"/>
                </a:lnTo>
                <a:lnTo>
                  <a:pt x="269239" y="219710"/>
                </a:lnTo>
                <a:lnTo>
                  <a:pt x="265429" y="165100"/>
                </a:lnTo>
                <a:lnTo>
                  <a:pt x="255269" y="97789"/>
                </a:lnTo>
                <a:lnTo>
                  <a:pt x="252729" y="88900"/>
                </a:lnTo>
                <a:lnTo>
                  <a:pt x="251459" y="80010"/>
                </a:lnTo>
                <a:lnTo>
                  <a:pt x="247650" y="71120"/>
                </a:lnTo>
                <a:lnTo>
                  <a:pt x="245109" y="62229"/>
                </a:lnTo>
                <a:lnTo>
                  <a:pt x="242569" y="55879"/>
                </a:lnTo>
                <a:lnTo>
                  <a:pt x="241934" y="54610"/>
                </a:lnTo>
                <a:lnTo>
                  <a:pt x="105409" y="54610"/>
                </a:lnTo>
                <a:lnTo>
                  <a:pt x="105409" y="12700"/>
                </a:lnTo>
                <a:close/>
              </a:path>
              <a:path w="269239" h="646430">
                <a:moveTo>
                  <a:pt x="269239" y="223520"/>
                </a:moveTo>
                <a:lnTo>
                  <a:pt x="140969" y="223520"/>
                </a:lnTo>
                <a:lnTo>
                  <a:pt x="142239" y="224789"/>
                </a:lnTo>
                <a:lnTo>
                  <a:pt x="143509" y="224789"/>
                </a:lnTo>
                <a:lnTo>
                  <a:pt x="143509" y="226060"/>
                </a:lnTo>
                <a:lnTo>
                  <a:pt x="144779" y="226060"/>
                </a:lnTo>
                <a:lnTo>
                  <a:pt x="147319" y="228600"/>
                </a:lnTo>
                <a:lnTo>
                  <a:pt x="147319" y="229870"/>
                </a:lnTo>
                <a:lnTo>
                  <a:pt x="149859" y="232410"/>
                </a:lnTo>
                <a:lnTo>
                  <a:pt x="149859" y="234950"/>
                </a:lnTo>
                <a:lnTo>
                  <a:pt x="151129" y="236220"/>
                </a:lnTo>
                <a:lnTo>
                  <a:pt x="151129" y="237489"/>
                </a:lnTo>
                <a:lnTo>
                  <a:pt x="152400" y="240029"/>
                </a:lnTo>
                <a:lnTo>
                  <a:pt x="152400" y="241300"/>
                </a:lnTo>
                <a:lnTo>
                  <a:pt x="153669" y="245110"/>
                </a:lnTo>
                <a:lnTo>
                  <a:pt x="153669" y="247650"/>
                </a:lnTo>
                <a:lnTo>
                  <a:pt x="154939" y="254000"/>
                </a:lnTo>
                <a:lnTo>
                  <a:pt x="154939" y="261620"/>
                </a:lnTo>
                <a:lnTo>
                  <a:pt x="156209" y="269239"/>
                </a:lnTo>
                <a:lnTo>
                  <a:pt x="156209" y="646429"/>
                </a:lnTo>
                <a:lnTo>
                  <a:pt x="269239" y="646429"/>
                </a:lnTo>
                <a:lnTo>
                  <a:pt x="269239" y="223520"/>
                </a:lnTo>
                <a:close/>
              </a:path>
              <a:path w="269239" h="646430">
                <a:moveTo>
                  <a:pt x="189229" y="0"/>
                </a:moveTo>
                <a:lnTo>
                  <a:pt x="171450" y="0"/>
                </a:lnTo>
                <a:lnTo>
                  <a:pt x="163829" y="1270"/>
                </a:lnTo>
                <a:lnTo>
                  <a:pt x="157479" y="3810"/>
                </a:lnTo>
                <a:lnTo>
                  <a:pt x="149859" y="6350"/>
                </a:lnTo>
                <a:lnTo>
                  <a:pt x="143509" y="10160"/>
                </a:lnTo>
                <a:lnTo>
                  <a:pt x="132079" y="21589"/>
                </a:lnTo>
                <a:lnTo>
                  <a:pt x="127000" y="27939"/>
                </a:lnTo>
                <a:lnTo>
                  <a:pt x="110489" y="48260"/>
                </a:lnTo>
                <a:lnTo>
                  <a:pt x="106679" y="53339"/>
                </a:lnTo>
                <a:lnTo>
                  <a:pt x="105409" y="54610"/>
                </a:lnTo>
                <a:lnTo>
                  <a:pt x="241934" y="54610"/>
                </a:lnTo>
                <a:lnTo>
                  <a:pt x="232409" y="35560"/>
                </a:lnTo>
                <a:lnTo>
                  <a:pt x="228600" y="29210"/>
                </a:lnTo>
                <a:lnTo>
                  <a:pt x="224789" y="24129"/>
                </a:lnTo>
                <a:lnTo>
                  <a:pt x="220979" y="20320"/>
                </a:lnTo>
                <a:lnTo>
                  <a:pt x="217169" y="15239"/>
                </a:lnTo>
                <a:lnTo>
                  <a:pt x="212089" y="11429"/>
                </a:lnTo>
                <a:lnTo>
                  <a:pt x="208279" y="8889"/>
                </a:lnTo>
                <a:lnTo>
                  <a:pt x="203200" y="6350"/>
                </a:lnTo>
                <a:lnTo>
                  <a:pt x="199389" y="3810"/>
                </a:lnTo>
                <a:lnTo>
                  <a:pt x="194309" y="1270"/>
                </a:lnTo>
                <a:lnTo>
                  <a:pt x="189229" y="0"/>
                </a:lnTo>
                <a:close/>
              </a:path>
            </a:pathLst>
          </a:custGeom>
          <a:solidFill>
            <a:srgbClr val="003300"/>
          </a:solidFill>
        </p:spPr>
        <p:txBody>
          <a:bodyPr wrap="square" lIns="0" tIns="0" rIns="0" bIns="0" rtlCol="0"/>
          <a:lstStyle/>
          <a:p/>
        </p:txBody>
      </p:sp>
      <p:sp>
        <p:nvSpPr>
          <p:cNvPr id="29" name="object 29"/>
          <p:cNvSpPr/>
          <p:nvPr/>
        </p:nvSpPr>
        <p:spPr>
          <a:xfrm>
            <a:off x="4065270" y="914400"/>
            <a:ext cx="280670" cy="885190"/>
          </a:xfrm>
          <a:custGeom>
            <a:avLst/>
            <a:gdLst/>
            <a:ahLst/>
            <a:cxnLst/>
            <a:rect l="l" t="t" r="r" b="b"/>
            <a:pathLst>
              <a:path w="280670" h="885189">
                <a:moveTo>
                  <a:pt x="7619" y="609600"/>
                </a:moveTo>
                <a:lnTo>
                  <a:pt x="7619" y="646429"/>
                </a:lnTo>
                <a:lnTo>
                  <a:pt x="6476" y="657860"/>
                </a:lnTo>
                <a:lnTo>
                  <a:pt x="6416" y="668020"/>
                </a:lnTo>
                <a:lnTo>
                  <a:pt x="7972" y="697229"/>
                </a:lnTo>
                <a:lnTo>
                  <a:pt x="8889" y="713739"/>
                </a:lnTo>
                <a:lnTo>
                  <a:pt x="11429" y="735329"/>
                </a:lnTo>
                <a:lnTo>
                  <a:pt x="12700" y="745489"/>
                </a:lnTo>
                <a:lnTo>
                  <a:pt x="13969" y="756920"/>
                </a:lnTo>
                <a:lnTo>
                  <a:pt x="16509" y="765810"/>
                </a:lnTo>
                <a:lnTo>
                  <a:pt x="17779" y="775970"/>
                </a:lnTo>
                <a:lnTo>
                  <a:pt x="20319" y="784860"/>
                </a:lnTo>
                <a:lnTo>
                  <a:pt x="24129" y="793750"/>
                </a:lnTo>
                <a:lnTo>
                  <a:pt x="26669" y="802639"/>
                </a:lnTo>
                <a:lnTo>
                  <a:pt x="29209" y="810260"/>
                </a:lnTo>
                <a:lnTo>
                  <a:pt x="54609" y="852170"/>
                </a:lnTo>
                <a:lnTo>
                  <a:pt x="91439" y="876300"/>
                </a:lnTo>
                <a:lnTo>
                  <a:pt x="123189" y="885189"/>
                </a:lnTo>
                <a:lnTo>
                  <a:pt x="156209" y="885189"/>
                </a:lnTo>
                <a:lnTo>
                  <a:pt x="163829" y="883920"/>
                </a:lnTo>
                <a:lnTo>
                  <a:pt x="171450" y="881379"/>
                </a:lnTo>
                <a:lnTo>
                  <a:pt x="179069" y="880110"/>
                </a:lnTo>
                <a:lnTo>
                  <a:pt x="185419" y="877570"/>
                </a:lnTo>
                <a:lnTo>
                  <a:pt x="193039" y="873760"/>
                </a:lnTo>
                <a:lnTo>
                  <a:pt x="199389" y="871220"/>
                </a:lnTo>
                <a:lnTo>
                  <a:pt x="205739" y="866139"/>
                </a:lnTo>
                <a:lnTo>
                  <a:pt x="212089" y="862329"/>
                </a:lnTo>
                <a:lnTo>
                  <a:pt x="217169" y="855979"/>
                </a:lnTo>
                <a:lnTo>
                  <a:pt x="242569" y="820420"/>
                </a:lnTo>
                <a:lnTo>
                  <a:pt x="250189" y="802639"/>
                </a:lnTo>
                <a:lnTo>
                  <a:pt x="255269" y="791210"/>
                </a:lnTo>
                <a:lnTo>
                  <a:pt x="257809" y="781050"/>
                </a:lnTo>
                <a:lnTo>
                  <a:pt x="261619" y="769620"/>
                </a:lnTo>
                <a:lnTo>
                  <a:pt x="265429" y="756920"/>
                </a:lnTo>
                <a:lnTo>
                  <a:pt x="270509" y="731520"/>
                </a:lnTo>
                <a:lnTo>
                  <a:pt x="271779" y="717550"/>
                </a:lnTo>
                <a:lnTo>
                  <a:pt x="275474" y="697229"/>
                </a:lnTo>
                <a:lnTo>
                  <a:pt x="134619" y="697229"/>
                </a:lnTo>
                <a:lnTo>
                  <a:pt x="132079" y="695960"/>
                </a:lnTo>
                <a:lnTo>
                  <a:pt x="128269" y="692150"/>
                </a:lnTo>
                <a:lnTo>
                  <a:pt x="125729" y="690879"/>
                </a:lnTo>
                <a:lnTo>
                  <a:pt x="123189" y="685800"/>
                </a:lnTo>
                <a:lnTo>
                  <a:pt x="121919" y="684529"/>
                </a:lnTo>
                <a:lnTo>
                  <a:pt x="121919" y="683260"/>
                </a:lnTo>
                <a:lnTo>
                  <a:pt x="120650" y="681989"/>
                </a:lnTo>
                <a:lnTo>
                  <a:pt x="120650" y="679450"/>
                </a:lnTo>
                <a:lnTo>
                  <a:pt x="119379" y="675639"/>
                </a:lnTo>
                <a:lnTo>
                  <a:pt x="119379" y="670560"/>
                </a:lnTo>
                <a:lnTo>
                  <a:pt x="116839" y="657860"/>
                </a:lnTo>
                <a:lnTo>
                  <a:pt x="114300" y="640079"/>
                </a:lnTo>
                <a:lnTo>
                  <a:pt x="7619" y="609600"/>
                </a:lnTo>
                <a:close/>
              </a:path>
              <a:path w="280670" h="885189">
                <a:moveTo>
                  <a:pt x="280669" y="581660"/>
                </a:moveTo>
                <a:lnTo>
                  <a:pt x="168909" y="581660"/>
                </a:lnTo>
                <a:lnTo>
                  <a:pt x="168909" y="586739"/>
                </a:lnTo>
                <a:lnTo>
                  <a:pt x="167639" y="589279"/>
                </a:lnTo>
                <a:lnTo>
                  <a:pt x="167639" y="629920"/>
                </a:lnTo>
                <a:lnTo>
                  <a:pt x="166369" y="641350"/>
                </a:lnTo>
                <a:lnTo>
                  <a:pt x="166369" y="651510"/>
                </a:lnTo>
                <a:lnTo>
                  <a:pt x="165100" y="660400"/>
                </a:lnTo>
                <a:lnTo>
                  <a:pt x="163829" y="668020"/>
                </a:lnTo>
                <a:lnTo>
                  <a:pt x="163829" y="670560"/>
                </a:lnTo>
                <a:lnTo>
                  <a:pt x="162559" y="674370"/>
                </a:lnTo>
                <a:lnTo>
                  <a:pt x="161289" y="676910"/>
                </a:lnTo>
                <a:lnTo>
                  <a:pt x="161289" y="679450"/>
                </a:lnTo>
                <a:lnTo>
                  <a:pt x="160019" y="680720"/>
                </a:lnTo>
                <a:lnTo>
                  <a:pt x="158750" y="683260"/>
                </a:lnTo>
                <a:lnTo>
                  <a:pt x="158750" y="685800"/>
                </a:lnTo>
                <a:lnTo>
                  <a:pt x="152400" y="692150"/>
                </a:lnTo>
                <a:lnTo>
                  <a:pt x="151129" y="694689"/>
                </a:lnTo>
                <a:lnTo>
                  <a:pt x="149859" y="694689"/>
                </a:lnTo>
                <a:lnTo>
                  <a:pt x="148589" y="695960"/>
                </a:lnTo>
                <a:lnTo>
                  <a:pt x="147319" y="695960"/>
                </a:lnTo>
                <a:lnTo>
                  <a:pt x="143509" y="697229"/>
                </a:lnTo>
                <a:lnTo>
                  <a:pt x="275474" y="697229"/>
                </a:lnTo>
                <a:lnTo>
                  <a:pt x="276859" y="689610"/>
                </a:lnTo>
                <a:lnTo>
                  <a:pt x="278235" y="674370"/>
                </a:lnTo>
                <a:lnTo>
                  <a:pt x="279400" y="660400"/>
                </a:lnTo>
                <a:lnTo>
                  <a:pt x="279400" y="646429"/>
                </a:lnTo>
                <a:lnTo>
                  <a:pt x="280669" y="631189"/>
                </a:lnTo>
                <a:lnTo>
                  <a:pt x="280669" y="581660"/>
                </a:lnTo>
                <a:close/>
              </a:path>
              <a:path w="280670" h="885189">
                <a:moveTo>
                  <a:pt x="114300" y="0"/>
                </a:moveTo>
                <a:lnTo>
                  <a:pt x="101600" y="0"/>
                </a:lnTo>
                <a:lnTo>
                  <a:pt x="95250" y="1270"/>
                </a:lnTo>
                <a:lnTo>
                  <a:pt x="90169" y="2539"/>
                </a:lnTo>
                <a:lnTo>
                  <a:pt x="83819" y="3810"/>
                </a:lnTo>
                <a:lnTo>
                  <a:pt x="68579" y="15239"/>
                </a:lnTo>
                <a:lnTo>
                  <a:pt x="58419" y="25400"/>
                </a:lnTo>
                <a:lnTo>
                  <a:pt x="54609" y="31750"/>
                </a:lnTo>
                <a:lnTo>
                  <a:pt x="49529" y="36829"/>
                </a:lnTo>
                <a:lnTo>
                  <a:pt x="45719" y="44450"/>
                </a:lnTo>
                <a:lnTo>
                  <a:pt x="40639" y="52070"/>
                </a:lnTo>
                <a:lnTo>
                  <a:pt x="38100" y="60960"/>
                </a:lnTo>
                <a:lnTo>
                  <a:pt x="34289" y="69850"/>
                </a:lnTo>
                <a:lnTo>
                  <a:pt x="29209" y="80010"/>
                </a:lnTo>
                <a:lnTo>
                  <a:pt x="26669" y="90170"/>
                </a:lnTo>
                <a:lnTo>
                  <a:pt x="22859" y="100329"/>
                </a:lnTo>
                <a:lnTo>
                  <a:pt x="20319" y="111760"/>
                </a:lnTo>
                <a:lnTo>
                  <a:pt x="16509" y="123189"/>
                </a:lnTo>
                <a:lnTo>
                  <a:pt x="12700" y="148589"/>
                </a:lnTo>
                <a:lnTo>
                  <a:pt x="7619" y="175260"/>
                </a:lnTo>
                <a:lnTo>
                  <a:pt x="5079" y="204470"/>
                </a:lnTo>
                <a:lnTo>
                  <a:pt x="2539" y="234950"/>
                </a:lnTo>
                <a:lnTo>
                  <a:pt x="0" y="303529"/>
                </a:lnTo>
                <a:lnTo>
                  <a:pt x="1269" y="335279"/>
                </a:lnTo>
                <a:lnTo>
                  <a:pt x="1269" y="364489"/>
                </a:lnTo>
                <a:lnTo>
                  <a:pt x="3809" y="391160"/>
                </a:lnTo>
                <a:lnTo>
                  <a:pt x="6350" y="419100"/>
                </a:lnTo>
                <a:lnTo>
                  <a:pt x="8889" y="443229"/>
                </a:lnTo>
                <a:lnTo>
                  <a:pt x="17779" y="488950"/>
                </a:lnTo>
                <a:lnTo>
                  <a:pt x="30479" y="535939"/>
                </a:lnTo>
                <a:lnTo>
                  <a:pt x="35559" y="547370"/>
                </a:lnTo>
                <a:lnTo>
                  <a:pt x="39369" y="558800"/>
                </a:lnTo>
                <a:lnTo>
                  <a:pt x="59689" y="594360"/>
                </a:lnTo>
                <a:lnTo>
                  <a:pt x="88900" y="619760"/>
                </a:lnTo>
                <a:lnTo>
                  <a:pt x="101600" y="622300"/>
                </a:lnTo>
                <a:lnTo>
                  <a:pt x="107950" y="623570"/>
                </a:lnTo>
                <a:lnTo>
                  <a:pt x="120650" y="621029"/>
                </a:lnTo>
                <a:lnTo>
                  <a:pt x="128269" y="618489"/>
                </a:lnTo>
                <a:lnTo>
                  <a:pt x="134619" y="615950"/>
                </a:lnTo>
                <a:lnTo>
                  <a:pt x="139700" y="610870"/>
                </a:lnTo>
                <a:lnTo>
                  <a:pt x="147319" y="605789"/>
                </a:lnTo>
                <a:lnTo>
                  <a:pt x="152400" y="599439"/>
                </a:lnTo>
                <a:lnTo>
                  <a:pt x="158750" y="591820"/>
                </a:lnTo>
                <a:lnTo>
                  <a:pt x="161289" y="586739"/>
                </a:lnTo>
                <a:lnTo>
                  <a:pt x="165100" y="584200"/>
                </a:lnTo>
                <a:lnTo>
                  <a:pt x="166369" y="582929"/>
                </a:lnTo>
                <a:lnTo>
                  <a:pt x="166369" y="581660"/>
                </a:lnTo>
                <a:lnTo>
                  <a:pt x="280669" y="581660"/>
                </a:lnTo>
                <a:lnTo>
                  <a:pt x="280669" y="422910"/>
                </a:lnTo>
                <a:lnTo>
                  <a:pt x="138429" y="422910"/>
                </a:lnTo>
                <a:lnTo>
                  <a:pt x="137159" y="421639"/>
                </a:lnTo>
                <a:lnTo>
                  <a:pt x="134619" y="421639"/>
                </a:lnTo>
                <a:lnTo>
                  <a:pt x="128269" y="415289"/>
                </a:lnTo>
                <a:lnTo>
                  <a:pt x="127000" y="412750"/>
                </a:lnTo>
                <a:lnTo>
                  <a:pt x="124459" y="410210"/>
                </a:lnTo>
                <a:lnTo>
                  <a:pt x="121919" y="405129"/>
                </a:lnTo>
                <a:lnTo>
                  <a:pt x="120650" y="400050"/>
                </a:lnTo>
                <a:lnTo>
                  <a:pt x="119379" y="397510"/>
                </a:lnTo>
                <a:lnTo>
                  <a:pt x="116839" y="389889"/>
                </a:lnTo>
                <a:lnTo>
                  <a:pt x="116839" y="386079"/>
                </a:lnTo>
                <a:lnTo>
                  <a:pt x="115569" y="377189"/>
                </a:lnTo>
                <a:lnTo>
                  <a:pt x="114300" y="369570"/>
                </a:lnTo>
                <a:lnTo>
                  <a:pt x="113029" y="358139"/>
                </a:lnTo>
                <a:lnTo>
                  <a:pt x="113029" y="346710"/>
                </a:lnTo>
                <a:lnTo>
                  <a:pt x="111759" y="335279"/>
                </a:lnTo>
                <a:lnTo>
                  <a:pt x="111865" y="304800"/>
                </a:lnTo>
                <a:lnTo>
                  <a:pt x="112924" y="292100"/>
                </a:lnTo>
                <a:lnTo>
                  <a:pt x="113029" y="278129"/>
                </a:lnTo>
                <a:lnTo>
                  <a:pt x="114300" y="265429"/>
                </a:lnTo>
                <a:lnTo>
                  <a:pt x="115569" y="256539"/>
                </a:lnTo>
                <a:lnTo>
                  <a:pt x="116839" y="246379"/>
                </a:lnTo>
                <a:lnTo>
                  <a:pt x="116839" y="242570"/>
                </a:lnTo>
                <a:lnTo>
                  <a:pt x="118109" y="240029"/>
                </a:lnTo>
                <a:lnTo>
                  <a:pt x="119379" y="236220"/>
                </a:lnTo>
                <a:lnTo>
                  <a:pt x="119379" y="232410"/>
                </a:lnTo>
                <a:lnTo>
                  <a:pt x="124459" y="222250"/>
                </a:lnTo>
                <a:lnTo>
                  <a:pt x="125729" y="220979"/>
                </a:lnTo>
                <a:lnTo>
                  <a:pt x="125729" y="218439"/>
                </a:lnTo>
                <a:lnTo>
                  <a:pt x="128269" y="215900"/>
                </a:lnTo>
                <a:lnTo>
                  <a:pt x="129539" y="213360"/>
                </a:lnTo>
                <a:lnTo>
                  <a:pt x="130809" y="213360"/>
                </a:lnTo>
                <a:lnTo>
                  <a:pt x="133350" y="210820"/>
                </a:lnTo>
                <a:lnTo>
                  <a:pt x="135889" y="210820"/>
                </a:lnTo>
                <a:lnTo>
                  <a:pt x="137159" y="209550"/>
                </a:lnTo>
                <a:lnTo>
                  <a:pt x="280669" y="209550"/>
                </a:lnTo>
                <a:lnTo>
                  <a:pt x="280669" y="43179"/>
                </a:lnTo>
                <a:lnTo>
                  <a:pt x="172719" y="43179"/>
                </a:lnTo>
                <a:lnTo>
                  <a:pt x="171450" y="41910"/>
                </a:lnTo>
                <a:lnTo>
                  <a:pt x="171450" y="40639"/>
                </a:lnTo>
                <a:lnTo>
                  <a:pt x="170179" y="40639"/>
                </a:lnTo>
                <a:lnTo>
                  <a:pt x="166369" y="36829"/>
                </a:lnTo>
                <a:lnTo>
                  <a:pt x="157479" y="25400"/>
                </a:lnTo>
                <a:lnTo>
                  <a:pt x="152400" y="20320"/>
                </a:lnTo>
                <a:lnTo>
                  <a:pt x="147319" y="13970"/>
                </a:lnTo>
                <a:lnTo>
                  <a:pt x="128269" y="2539"/>
                </a:lnTo>
                <a:lnTo>
                  <a:pt x="121919" y="1270"/>
                </a:lnTo>
                <a:lnTo>
                  <a:pt x="114300" y="0"/>
                </a:lnTo>
                <a:close/>
              </a:path>
              <a:path w="280670" h="885189">
                <a:moveTo>
                  <a:pt x="280669" y="209550"/>
                </a:moveTo>
                <a:lnTo>
                  <a:pt x="139700" y="209550"/>
                </a:lnTo>
                <a:lnTo>
                  <a:pt x="142239" y="210820"/>
                </a:lnTo>
                <a:lnTo>
                  <a:pt x="144779" y="210820"/>
                </a:lnTo>
                <a:lnTo>
                  <a:pt x="151129" y="217170"/>
                </a:lnTo>
                <a:lnTo>
                  <a:pt x="153669" y="222250"/>
                </a:lnTo>
                <a:lnTo>
                  <a:pt x="153669" y="224789"/>
                </a:lnTo>
                <a:lnTo>
                  <a:pt x="156209" y="229870"/>
                </a:lnTo>
                <a:lnTo>
                  <a:pt x="158750" y="236220"/>
                </a:lnTo>
                <a:lnTo>
                  <a:pt x="160019" y="240029"/>
                </a:lnTo>
                <a:lnTo>
                  <a:pt x="161289" y="242570"/>
                </a:lnTo>
                <a:lnTo>
                  <a:pt x="162559" y="246379"/>
                </a:lnTo>
                <a:lnTo>
                  <a:pt x="163829" y="251460"/>
                </a:lnTo>
                <a:lnTo>
                  <a:pt x="166369" y="269239"/>
                </a:lnTo>
                <a:lnTo>
                  <a:pt x="167639" y="280670"/>
                </a:lnTo>
                <a:lnTo>
                  <a:pt x="167639" y="292100"/>
                </a:lnTo>
                <a:lnTo>
                  <a:pt x="168782" y="303529"/>
                </a:lnTo>
                <a:lnTo>
                  <a:pt x="168909" y="331470"/>
                </a:lnTo>
                <a:lnTo>
                  <a:pt x="167639" y="345439"/>
                </a:lnTo>
                <a:lnTo>
                  <a:pt x="167639" y="355600"/>
                </a:lnTo>
                <a:lnTo>
                  <a:pt x="166369" y="367029"/>
                </a:lnTo>
                <a:lnTo>
                  <a:pt x="163829" y="384810"/>
                </a:lnTo>
                <a:lnTo>
                  <a:pt x="162559" y="388620"/>
                </a:lnTo>
                <a:lnTo>
                  <a:pt x="161289" y="391160"/>
                </a:lnTo>
                <a:lnTo>
                  <a:pt x="161289" y="394970"/>
                </a:lnTo>
                <a:lnTo>
                  <a:pt x="160019" y="398779"/>
                </a:lnTo>
                <a:lnTo>
                  <a:pt x="153669" y="411479"/>
                </a:lnTo>
                <a:lnTo>
                  <a:pt x="153669" y="412750"/>
                </a:lnTo>
                <a:lnTo>
                  <a:pt x="152400" y="415289"/>
                </a:lnTo>
                <a:lnTo>
                  <a:pt x="149859" y="417829"/>
                </a:lnTo>
                <a:lnTo>
                  <a:pt x="147319" y="419100"/>
                </a:lnTo>
                <a:lnTo>
                  <a:pt x="147319" y="420370"/>
                </a:lnTo>
                <a:lnTo>
                  <a:pt x="144779" y="421639"/>
                </a:lnTo>
                <a:lnTo>
                  <a:pt x="142239" y="421639"/>
                </a:lnTo>
                <a:lnTo>
                  <a:pt x="140969" y="422910"/>
                </a:lnTo>
                <a:lnTo>
                  <a:pt x="280669" y="422910"/>
                </a:lnTo>
                <a:lnTo>
                  <a:pt x="280669" y="209550"/>
                </a:lnTo>
                <a:close/>
              </a:path>
              <a:path w="280670" h="885189">
                <a:moveTo>
                  <a:pt x="280669" y="12700"/>
                </a:moveTo>
                <a:lnTo>
                  <a:pt x="173989" y="12700"/>
                </a:lnTo>
                <a:lnTo>
                  <a:pt x="173989" y="43179"/>
                </a:lnTo>
                <a:lnTo>
                  <a:pt x="280669" y="43179"/>
                </a:lnTo>
                <a:lnTo>
                  <a:pt x="280669" y="12700"/>
                </a:lnTo>
                <a:close/>
              </a:path>
            </a:pathLst>
          </a:custGeom>
          <a:solidFill>
            <a:srgbClr val="003300"/>
          </a:solidFill>
        </p:spPr>
        <p:txBody>
          <a:bodyPr wrap="square" lIns="0" tIns="0" rIns="0" bIns="0" rtlCol="0"/>
          <a:lstStyle/>
          <a:p/>
        </p:txBody>
      </p:sp>
      <p:sp>
        <p:nvSpPr>
          <p:cNvPr id="30" name="object 30"/>
          <p:cNvSpPr/>
          <p:nvPr/>
        </p:nvSpPr>
        <p:spPr>
          <a:xfrm>
            <a:off x="4696459" y="689609"/>
            <a:ext cx="336550" cy="886460"/>
          </a:xfrm>
          <a:custGeom>
            <a:avLst/>
            <a:gdLst/>
            <a:ahLst/>
            <a:cxnLst/>
            <a:rect l="l" t="t" r="r" b="b"/>
            <a:pathLst>
              <a:path w="336550" h="886460">
                <a:moveTo>
                  <a:pt x="173989" y="0"/>
                </a:moveTo>
                <a:lnTo>
                  <a:pt x="134619" y="7619"/>
                </a:lnTo>
                <a:lnTo>
                  <a:pt x="100329" y="29210"/>
                </a:lnTo>
                <a:lnTo>
                  <a:pt x="91439" y="35560"/>
                </a:lnTo>
                <a:lnTo>
                  <a:pt x="85089" y="45719"/>
                </a:lnTo>
                <a:lnTo>
                  <a:pt x="77469" y="54610"/>
                </a:lnTo>
                <a:lnTo>
                  <a:pt x="69850" y="64769"/>
                </a:lnTo>
                <a:lnTo>
                  <a:pt x="63500" y="76200"/>
                </a:lnTo>
                <a:lnTo>
                  <a:pt x="50800" y="101600"/>
                </a:lnTo>
                <a:lnTo>
                  <a:pt x="45719" y="115569"/>
                </a:lnTo>
                <a:lnTo>
                  <a:pt x="39369" y="130810"/>
                </a:lnTo>
                <a:lnTo>
                  <a:pt x="25400" y="179069"/>
                </a:lnTo>
                <a:lnTo>
                  <a:pt x="11429" y="255269"/>
                </a:lnTo>
                <a:lnTo>
                  <a:pt x="6350" y="297179"/>
                </a:lnTo>
                <a:lnTo>
                  <a:pt x="2539" y="341629"/>
                </a:lnTo>
                <a:lnTo>
                  <a:pt x="0" y="389889"/>
                </a:lnTo>
                <a:lnTo>
                  <a:pt x="0" y="478789"/>
                </a:lnTo>
                <a:lnTo>
                  <a:pt x="6350" y="584200"/>
                </a:lnTo>
                <a:lnTo>
                  <a:pt x="13969" y="645160"/>
                </a:lnTo>
                <a:lnTo>
                  <a:pt x="25400" y="701039"/>
                </a:lnTo>
                <a:lnTo>
                  <a:pt x="38100" y="748029"/>
                </a:lnTo>
                <a:lnTo>
                  <a:pt x="53339" y="787400"/>
                </a:lnTo>
                <a:lnTo>
                  <a:pt x="69850" y="819150"/>
                </a:lnTo>
                <a:lnTo>
                  <a:pt x="77469" y="833119"/>
                </a:lnTo>
                <a:lnTo>
                  <a:pt x="86360" y="844550"/>
                </a:lnTo>
                <a:lnTo>
                  <a:pt x="96519" y="853439"/>
                </a:lnTo>
                <a:lnTo>
                  <a:pt x="105410" y="862329"/>
                </a:lnTo>
                <a:lnTo>
                  <a:pt x="116839" y="869950"/>
                </a:lnTo>
                <a:lnTo>
                  <a:pt x="139700" y="880110"/>
                </a:lnTo>
                <a:lnTo>
                  <a:pt x="165100" y="885189"/>
                </a:lnTo>
                <a:lnTo>
                  <a:pt x="179069" y="886460"/>
                </a:lnTo>
                <a:lnTo>
                  <a:pt x="200660" y="883919"/>
                </a:lnTo>
                <a:lnTo>
                  <a:pt x="247650" y="859789"/>
                </a:lnTo>
                <a:lnTo>
                  <a:pt x="269239" y="833119"/>
                </a:lnTo>
                <a:lnTo>
                  <a:pt x="276860" y="821689"/>
                </a:lnTo>
                <a:lnTo>
                  <a:pt x="289560" y="796289"/>
                </a:lnTo>
                <a:lnTo>
                  <a:pt x="294639" y="782319"/>
                </a:lnTo>
                <a:lnTo>
                  <a:pt x="300989" y="767079"/>
                </a:lnTo>
                <a:lnTo>
                  <a:pt x="311150" y="734060"/>
                </a:lnTo>
                <a:lnTo>
                  <a:pt x="314960" y="715010"/>
                </a:lnTo>
                <a:lnTo>
                  <a:pt x="320039" y="693419"/>
                </a:lnTo>
                <a:lnTo>
                  <a:pt x="323850" y="671829"/>
                </a:lnTo>
                <a:lnTo>
                  <a:pt x="331469" y="622300"/>
                </a:lnTo>
                <a:lnTo>
                  <a:pt x="336550" y="567689"/>
                </a:lnTo>
                <a:lnTo>
                  <a:pt x="228600" y="485139"/>
                </a:lnTo>
                <a:lnTo>
                  <a:pt x="223519" y="529589"/>
                </a:lnTo>
                <a:lnTo>
                  <a:pt x="220979" y="549910"/>
                </a:lnTo>
                <a:lnTo>
                  <a:pt x="218439" y="567689"/>
                </a:lnTo>
                <a:lnTo>
                  <a:pt x="213360" y="596900"/>
                </a:lnTo>
                <a:lnTo>
                  <a:pt x="210819" y="608329"/>
                </a:lnTo>
                <a:lnTo>
                  <a:pt x="209550" y="612139"/>
                </a:lnTo>
                <a:lnTo>
                  <a:pt x="208279" y="617219"/>
                </a:lnTo>
                <a:lnTo>
                  <a:pt x="207010" y="621029"/>
                </a:lnTo>
                <a:lnTo>
                  <a:pt x="204469" y="624839"/>
                </a:lnTo>
                <a:lnTo>
                  <a:pt x="201929" y="632460"/>
                </a:lnTo>
                <a:lnTo>
                  <a:pt x="196850" y="637539"/>
                </a:lnTo>
                <a:lnTo>
                  <a:pt x="195579" y="640079"/>
                </a:lnTo>
                <a:lnTo>
                  <a:pt x="193039" y="642619"/>
                </a:lnTo>
                <a:lnTo>
                  <a:pt x="190500" y="643889"/>
                </a:lnTo>
                <a:lnTo>
                  <a:pt x="186689" y="647700"/>
                </a:lnTo>
                <a:lnTo>
                  <a:pt x="184150" y="648969"/>
                </a:lnTo>
                <a:lnTo>
                  <a:pt x="181610" y="648969"/>
                </a:lnTo>
                <a:lnTo>
                  <a:pt x="177800" y="650239"/>
                </a:lnTo>
                <a:lnTo>
                  <a:pt x="172719" y="651510"/>
                </a:lnTo>
                <a:lnTo>
                  <a:pt x="170179" y="651510"/>
                </a:lnTo>
                <a:lnTo>
                  <a:pt x="167639" y="650239"/>
                </a:lnTo>
                <a:lnTo>
                  <a:pt x="163829" y="648969"/>
                </a:lnTo>
                <a:lnTo>
                  <a:pt x="156210" y="645160"/>
                </a:lnTo>
                <a:lnTo>
                  <a:pt x="148589" y="637539"/>
                </a:lnTo>
                <a:lnTo>
                  <a:pt x="147319" y="633729"/>
                </a:lnTo>
                <a:lnTo>
                  <a:pt x="144779" y="631189"/>
                </a:lnTo>
                <a:lnTo>
                  <a:pt x="142239" y="626110"/>
                </a:lnTo>
                <a:lnTo>
                  <a:pt x="140969" y="622300"/>
                </a:lnTo>
                <a:lnTo>
                  <a:pt x="138429" y="618489"/>
                </a:lnTo>
                <a:lnTo>
                  <a:pt x="134619" y="603250"/>
                </a:lnTo>
                <a:lnTo>
                  <a:pt x="132079" y="596900"/>
                </a:lnTo>
                <a:lnTo>
                  <a:pt x="127000" y="565150"/>
                </a:lnTo>
                <a:lnTo>
                  <a:pt x="125729" y="546100"/>
                </a:lnTo>
                <a:lnTo>
                  <a:pt x="121919" y="469900"/>
                </a:lnTo>
                <a:lnTo>
                  <a:pt x="121919" y="391160"/>
                </a:lnTo>
                <a:lnTo>
                  <a:pt x="124460" y="350519"/>
                </a:lnTo>
                <a:lnTo>
                  <a:pt x="127000" y="332739"/>
                </a:lnTo>
                <a:lnTo>
                  <a:pt x="128269" y="317500"/>
                </a:lnTo>
                <a:lnTo>
                  <a:pt x="132079" y="297179"/>
                </a:lnTo>
                <a:lnTo>
                  <a:pt x="134619" y="290829"/>
                </a:lnTo>
                <a:lnTo>
                  <a:pt x="135889" y="284479"/>
                </a:lnTo>
                <a:lnTo>
                  <a:pt x="138429" y="276860"/>
                </a:lnTo>
                <a:lnTo>
                  <a:pt x="139700" y="271779"/>
                </a:lnTo>
                <a:lnTo>
                  <a:pt x="142239" y="265429"/>
                </a:lnTo>
                <a:lnTo>
                  <a:pt x="144779" y="261619"/>
                </a:lnTo>
                <a:lnTo>
                  <a:pt x="147319" y="256539"/>
                </a:lnTo>
                <a:lnTo>
                  <a:pt x="154939" y="245110"/>
                </a:lnTo>
                <a:lnTo>
                  <a:pt x="160019" y="240029"/>
                </a:lnTo>
                <a:lnTo>
                  <a:pt x="163829" y="237489"/>
                </a:lnTo>
                <a:lnTo>
                  <a:pt x="166369" y="236219"/>
                </a:lnTo>
                <a:lnTo>
                  <a:pt x="170179" y="234950"/>
                </a:lnTo>
                <a:lnTo>
                  <a:pt x="181610" y="234950"/>
                </a:lnTo>
                <a:lnTo>
                  <a:pt x="186689" y="237489"/>
                </a:lnTo>
                <a:lnTo>
                  <a:pt x="190500" y="238760"/>
                </a:lnTo>
                <a:lnTo>
                  <a:pt x="198119" y="246379"/>
                </a:lnTo>
                <a:lnTo>
                  <a:pt x="199389" y="250189"/>
                </a:lnTo>
                <a:lnTo>
                  <a:pt x="207010" y="261619"/>
                </a:lnTo>
                <a:lnTo>
                  <a:pt x="208279" y="266700"/>
                </a:lnTo>
                <a:lnTo>
                  <a:pt x="210819" y="271779"/>
                </a:lnTo>
                <a:lnTo>
                  <a:pt x="212089" y="276860"/>
                </a:lnTo>
                <a:lnTo>
                  <a:pt x="213360" y="283210"/>
                </a:lnTo>
                <a:lnTo>
                  <a:pt x="214629" y="284479"/>
                </a:lnTo>
                <a:lnTo>
                  <a:pt x="215900" y="287019"/>
                </a:lnTo>
                <a:lnTo>
                  <a:pt x="215900" y="292100"/>
                </a:lnTo>
                <a:lnTo>
                  <a:pt x="222250" y="327660"/>
                </a:lnTo>
                <a:lnTo>
                  <a:pt x="226060" y="354329"/>
                </a:lnTo>
                <a:lnTo>
                  <a:pt x="335279" y="292100"/>
                </a:lnTo>
                <a:lnTo>
                  <a:pt x="328929" y="254000"/>
                </a:lnTo>
                <a:lnTo>
                  <a:pt x="323850" y="218439"/>
                </a:lnTo>
                <a:lnTo>
                  <a:pt x="309879" y="157479"/>
                </a:lnTo>
                <a:lnTo>
                  <a:pt x="294639" y="106679"/>
                </a:lnTo>
                <a:lnTo>
                  <a:pt x="280669" y="76200"/>
                </a:lnTo>
                <a:lnTo>
                  <a:pt x="276860" y="67310"/>
                </a:lnTo>
                <a:lnTo>
                  <a:pt x="271779" y="59689"/>
                </a:lnTo>
                <a:lnTo>
                  <a:pt x="266700" y="50800"/>
                </a:lnTo>
                <a:lnTo>
                  <a:pt x="261619" y="44450"/>
                </a:lnTo>
                <a:lnTo>
                  <a:pt x="232410" y="16510"/>
                </a:lnTo>
                <a:lnTo>
                  <a:pt x="189229" y="1269"/>
                </a:lnTo>
                <a:lnTo>
                  <a:pt x="173989" y="0"/>
                </a:lnTo>
                <a:close/>
              </a:path>
            </a:pathLst>
          </a:custGeom>
          <a:solidFill>
            <a:srgbClr val="003300"/>
          </a:solidFill>
        </p:spPr>
        <p:txBody>
          <a:bodyPr wrap="square" lIns="0" tIns="0" rIns="0" bIns="0" rtlCol="0"/>
          <a:lstStyle/>
          <a:p/>
        </p:txBody>
      </p:sp>
      <p:sp>
        <p:nvSpPr>
          <p:cNvPr id="31" name="object 31"/>
          <p:cNvSpPr/>
          <p:nvPr/>
        </p:nvSpPr>
        <p:spPr>
          <a:xfrm>
            <a:off x="5154929" y="914400"/>
            <a:ext cx="290830" cy="660400"/>
          </a:xfrm>
          <a:custGeom>
            <a:avLst/>
            <a:gdLst/>
            <a:ahLst/>
            <a:cxnLst/>
            <a:rect l="l" t="t" r="r" b="b"/>
            <a:pathLst>
              <a:path w="290829" h="660400">
                <a:moveTo>
                  <a:pt x="144780" y="0"/>
                </a:moveTo>
                <a:lnTo>
                  <a:pt x="129540" y="1270"/>
                </a:lnTo>
                <a:lnTo>
                  <a:pt x="106680" y="8889"/>
                </a:lnTo>
                <a:lnTo>
                  <a:pt x="99060" y="12700"/>
                </a:lnTo>
                <a:lnTo>
                  <a:pt x="92710" y="17779"/>
                </a:lnTo>
                <a:lnTo>
                  <a:pt x="85090" y="22860"/>
                </a:lnTo>
                <a:lnTo>
                  <a:pt x="78740" y="29210"/>
                </a:lnTo>
                <a:lnTo>
                  <a:pt x="72390" y="36829"/>
                </a:lnTo>
                <a:lnTo>
                  <a:pt x="67310" y="44450"/>
                </a:lnTo>
                <a:lnTo>
                  <a:pt x="60960" y="52070"/>
                </a:lnTo>
                <a:lnTo>
                  <a:pt x="55880" y="62229"/>
                </a:lnTo>
                <a:lnTo>
                  <a:pt x="49530" y="71120"/>
                </a:lnTo>
                <a:lnTo>
                  <a:pt x="39370" y="93979"/>
                </a:lnTo>
                <a:lnTo>
                  <a:pt x="22860" y="143510"/>
                </a:lnTo>
                <a:lnTo>
                  <a:pt x="10160" y="200660"/>
                </a:lnTo>
                <a:lnTo>
                  <a:pt x="2540" y="262889"/>
                </a:lnTo>
                <a:lnTo>
                  <a:pt x="0" y="331470"/>
                </a:lnTo>
                <a:lnTo>
                  <a:pt x="1270" y="369570"/>
                </a:lnTo>
                <a:lnTo>
                  <a:pt x="6350" y="439420"/>
                </a:lnTo>
                <a:lnTo>
                  <a:pt x="15240" y="486410"/>
                </a:lnTo>
                <a:lnTo>
                  <a:pt x="17780" y="501650"/>
                </a:lnTo>
                <a:lnTo>
                  <a:pt x="22860" y="515620"/>
                </a:lnTo>
                <a:lnTo>
                  <a:pt x="26670" y="530860"/>
                </a:lnTo>
                <a:lnTo>
                  <a:pt x="30480" y="543560"/>
                </a:lnTo>
                <a:lnTo>
                  <a:pt x="35560" y="557529"/>
                </a:lnTo>
                <a:lnTo>
                  <a:pt x="40640" y="570229"/>
                </a:lnTo>
                <a:lnTo>
                  <a:pt x="45720" y="581660"/>
                </a:lnTo>
                <a:lnTo>
                  <a:pt x="50800" y="590550"/>
                </a:lnTo>
                <a:lnTo>
                  <a:pt x="55880" y="600710"/>
                </a:lnTo>
                <a:lnTo>
                  <a:pt x="60960" y="608329"/>
                </a:lnTo>
                <a:lnTo>
                  <a:pt x="67310" y="615950"/>
                </a:lnTo>
                <a:lnTo>
                  <a:pt x="72390" y="623570"/>
                </a:lnTo>
                <a:lnTo>
                  <a:pt x="78740" y="629920"/>
                </a:lnTo>
                <a:lnTo>
                  <a:pt x="83820" y="636270"/>
                </a:lnTo>
                <a:lnTo>
                  <a:pt x="90170" y="641350"/>
                </a:lnTo>
                <a:lnTo>
                  <a:pt x="102870" y="650239"/>
                </a:lnTo>
                <a:lnTo>
                  <a:pt x="115570" y="655320"/>
                </a:lnTo>
                <a:lnTo>
                  <a:pt x="130810" y="659129"/>
                </a:lnTo>
                <a:lnTo>
                  <a:pt x="144780" y="660400"/>
                </a:lnTo>
                <a:lnTo>
                  <a:pt x="161290" y="659129"/>
                </a:lnTo>
                <a:lnTo>
                  <a:pt x="177800" y="654050"/>
                </a:lnTo>
                <a:lnTo>
                  <a:pt x="185420" y="651510"/>
                </a:lnTo>
                <a:lnTo>
                  <a:pt x="191770" y="646429"/>
                </a:lnTo>
                <a:lnTo>
                  <a:pt x="199390" y="642620"/>
                </a:lnTo>
                <a:lnTo>
                  <a:pt x="205740" y="636270"/>
                </a:lnTo>
                <a:lnTo>
                  <a:pt x="212090" y="631189"/>
                </a:lnTo>
                <a:lnTo>
                  <a:pt x="219710" y="623570"/>
                </a:lnTo>
                <a:lnTo>
                  <a:pt x="224790" y="615950"/>
                </a:lnTo>
                <a:lnTo>
                  <a:pt x="231140" y="607060"/>
                </a:lnTo>
                <a:lnTo>
                  <a:pt x="236220" y="598170"/>
                </a:lnTo>
                <a:lnTo>
                  <a:pt x="261620" y="542289"/>
                </a:lnTo>
                <a:lnTo>
                  <a:pt x="281940" y="461010"/>
                </a:lnTo>
                <a:lnTo>
                  <a:pt x="140970" y="461010"/>
                </a:lnTo>
                <a:lnTo>
                  <a:pt x="139700" y="458470"/>
                </a:lnTo>
                <a:lnTo>
                  <a:pt x="137160" y="458470"/>
                </a:lnTo>
                <a:lnTo>
                  <a:pt x="134620" y="455929"/>
                </a:lnTo>
                <a:lnTo>
                  <a:pt x="132080" y="450850"/>
                </a:lnTo>
                <a:lnTo>
                  <a:pt x="130810" y="449579"/>
                </a:lnTo>
                <a:lnTo>
                  <a:pt x="125730" y="439420"/>
                </a:lnTo>
                <a:lnTo>
                  <a:pt x="123190" y="431800"/>
                </a:lnTo>
                <a:lnTo>
                  <a:pt x="120650" y="426720"/>
                </a:lnTo>
                <a:lnTo>
                  <a:pt x="120650" y="422910"/>
                </a:lnTo>
                <a:lnTo>
                  <a:pt x="119380" y="419100"/>
                </a:lnTo>
                <a:lnTo>
                  <a:pt x="118110" y="414020"/>
                </a:lnTo>
                <a:lnTo>
                  <a:pt x="116840" y="403860"/>
                </a:lnTo>
                <a:lnTo>
                  <a:pt x="114300" y="378460"/>
                </a:lnTo>
                <a:lnTo>
                  <a:pt x="113030" y="364489"/>
                </a:lnTo>
                <a:lnTo>
                  <a:pt x="112932" y="346710"/>
                </a:lnTo>
                <a:lnTo>
                  <a:pt x="111760" y="331470"/>
                </a:lnTo>
                <a:lnTo>
                  <a:pt x="113030" y="314960"/>
                </a:lnTo>
                <a:lnTo>
                  <a:pt x="113145" y="297179"/>
                </a:lnTo>
                <a:lnTo>
                  <a:pt x="114426" y="283210"/>
                </a:lnTo>
                <a:lnTo>
                  <a:pt x="116840" y="259079"/>
                </a:lnTo>
                <a:lnTo>
                  <a:pt x="118110" y="248920"/>
                </a:lnTo>
                <a:lnTo>
                  <a:pt x="119380" y="243839"/>
                </a:lnTo>
                <a:lnTo>
                  <a:pt x="120650" y="240029"/>
                </a:lnTo>
                <a:lnTo>
                  <a:pt x="120650" y="234950"/>
                </a:lnTo>
                <a:lnTo>
                  <a:pt x="123190" y="231139"/>
                </a:lnTo>
                <a:lnTo>
                  <a:pt x="125730" y="223520"/>
                </a:lnTo>
                <a:lnTo>
                  <a:pt x="127000" y="220979"/>
                </a:lnTo>
                <a:lnTo>
                  <a:pt x="128270" y="217170"/>
                </a:lnTo>
                <a:lnTo>
                  <a:pt x="129540" y="215900"/>
                </a:lnTo>
                <a:lnTo>
                  <a:pt x="132080" y="210820"/>
                </a:lnTo>
                <a:lnTo>
                  <a:pt x="133350" y="209550"/>
                </a:lnTo>
                <a:lnTo>
                  <a:pt x="134620" y="207010"/>
                </a:lnTo>
                <a:lnTo>
                  <a:pt x="137160" y="205739"/>
                </a:lnTo>
                <a:lnTo>
                  <a:pt x="140970" y="201929"/>
                </a:lnTo>
                <a:lnTo>
                  <a:pt x="281758" y="201929"/>
                </a:lnTo>
                <a:lnTo>
                  <a:pt x="278130" y="182879"/>
                </a:lnTo>
                <a:lnTo>
                  <a:pt x="267970" y="133350"/>
                </a:lnTo>
                <a:lnTo>
                  <a:pt x="250190" y="85089"/>
                </a:lnTo>
                <a:lnTo>
                  <a:pt x="224790" y="43179"/>
                </a:lnTo>
                <a:lnTo>
                  <a:pt x="218440" y="34289"/>
                </a:lnTo>
                <a:lnTo>
                  <a:pt x="212090" y="26670"/>
                </a:lnTo>
                <a:lnTo>
                  <a:pt x="204470" y="21589"/>
                </a:lnTo>
                <a:lnTo>
                  <a:pt x="196850" y="15239"/>
                </a:lnTo>
                <a:lnTo>
                  <a:pt x="189230" y="10160"/>
                </a:lnTo>
                <a:lnTo>
                  <a:pt x="180340" y="6350"/>
                </a:lnTo>
                <a:lnTo>
                  <a:pt x="171450" y="3810"/>
                </a:lnTo>
                <a:lnTo>
                  <a:pt x="163830" y="1270"/>
                </a:lnTo>
                <a:lnTo>
                  <a:pt x="144780" y="0"/>
                </a:lnTo>
                <a:close/>
              </a:path>
              <a:path w="290829" h="660400">
                <a:moveTo>
                  <a:pt x="281758" y="201929"/>
                </a:moveTo>
                <a:lnTo>
                  <a:pt x="151130" y="201929"/>
                </a:lnTo>
                <a:lnTo>
                  <a:pt x="154940" y="205739"/>
                </a:lnTo>
                <a:lnTo>
                  <a:pt x="157480" y="207010"/>
                </a:lnTo>
                <a:lnTo>
                  <a:pt x="158750" y="209550"/>
                </a:lnTo>
                <a:lnTo>
                  <a:pt x="160020" y="210820"/>
                </a:lnTo>
                <a:lnTo>
                  <a:pt x="162560" y="215900"/>
                </a:lnTo>
                <a:lnTo>
                  <a:pt x="163830" y="217170"/>
                </a:lnTo>
                <a:lnTo>
                  <a:pt x="165100" y="220979"/>
                </a:lnTo>
                <a:lnTo>
                  <a:pt x="166370" y="223520"/>
                </a:lnTo>
                <a:lnTo>
                  <a:pt x="171450" y="238760"/>
                </a:lnTo>
                <a:lnTo>
                  <a:pt x="171450" y="242570"/>
                </a:lnTo>
                <a:lnTo>
                  <a:pt x="175260" y="257810"/>
                </a:lnTo>
                <a:lnTo>
                  <a:pt x="176530" y="269239"/>
                </a:lnTo>
                <a:lnTo>
                  <a:pt x="177800" y="283210"/>
                </a:lnTo>
                <a:lnTo>
                  <a:pt x="177915" y="298450"/>
                </a:lnTo>
                <a:lnTo>
                  <a:pt x="179070" y="311150"/>
                </a:lnTo>
                <a:lnTo>
                  <a:pt x="178972" y="347979"/>
                </a:lnTo>
                <a:lnTo>
                  <a:pt x="177800" y="363220"/>
                </a:lnTo>
                <a:lnTo>
                  <a:pt x="177800" y="378460"/>
                </a:lnTo>
                <a:lnTo>
                  <a:pt x="175260" y="403860"/>
                </a:lnTo>
                <a:lnTo>
                  <a:pt x="172720" y="415289"/>
                </a:lnTo>
                <a:lnTo>
                  <a:pt x="171450" y="419100"/>
                </a:lnTo>
                <a:lnTo>
                  <a:pt x="171450" y="424179"/>
                </a:lnTo>
                <a:lnTo>
                  <a:pt x="166370" y="439420"/>
                </a:lnTo>
                <a:lnTo>
                  <a:pt x="160020" y="452120"/>
                </a:lnTo>
                <a:lnTo>
                  <a:pt x="158750" y="453389"/>
                </a:lnTo>
                <a:lnTo>
                  <a:pt x="157480" y="455929"/>
                </a:lnTo>
                <a:lnTo>
                  <a:pt x="154940" y="457200"/>
                </a:lnTo>
                <a:lnTo>
                  <a:pt x="153670" y="458470"/>
                </a:lnTo>
                <a:lnTo>
                  <a:pt x="152400" y="458470"/>
                </a:lnTo>
                <a:lnTo>
                  <a:pt x="151130" y="461010"/>
                </a:lnTo>
                <a:lnTo>
                  <a:pt x="281940" y="461010"/>
                </a:lnTo>
                <a:lnTo>
                  <a:pt x="285750" y="429260"/>
                </a:lnTo>
                <a:lnTo>
                  <a:pt x="288290" y="397510"/>
                </a:lnTo>
                <a:lnTo>
                  <a:pt x="289560" y="363220"/>
                </a:lnTo>
                <a:lnTo>
                  <a:pt x="290830" y="327660"/>
                </a:lnTo>
                <a:lnTo>
                  <a:pt x="289661" y="298450"/>
                </a:lnTo>
                <a:lnTo>
                  <a:pt x="289560" y="265429"/>
                </a:lnTo>
                <a:lnTo>
                  <a:pt x="287020" y="237489"/>
                </a:lnTo>
                <a:lnTo>
                  <a:pt x="283210" y="209550"/>
                </a:lnTo>
                <a:lnTo>
                  <a:pt x="281758" y="201929"/>
                </a:lnTo>
                <a:close/>
              </a:path>
            </a:pathLst>
          </a:custGeom>
          <a:solidFill>
            <a:srgbClr val="003300"/>
          </a:solidFill>
        </p:spPr>
        <p:txBody>
          <a:bodyPr wrap="square" lIns="0" tIns="0" rIns="0" bIns="0" rtlCol="0"/>
          <a:lstStyle/>
          <a:p/>
        </p:txBody>
      </p:sp>
      <p:sp>
        <p:nvSpPr>
          <p:cNvPr id="32" name="object 32"/>
          <p:cNvSpPr/>
          <p:nvPr/>
        </p:nvSpPr>
        <p:spPr>
          <a:xfrm>
            <a:off x="5572759" y="914400"/>
            <a:ext cx="417830" cy="646430"/>
          </a:xfrm>
          <a:custGeom>
            <a:avLst/>
            <a:gdLst/>
            <a:ahLst/>
            <a:cxnLst/>
            <a:rect l="l" t="t" r="r" b="b"/>
            <a:pathLst>
              <a:path w="417829" h="646430">
                <a:moveTo>
                  <a:pt x="105410" y="12700"/>
                </a:moveTo>
                <a:lnTo>
                  <a:pt x="0" y="12700"/>
                </a:lnTo>
                <a:lnTo>
                  <a:pt x="0" y="646429"/>
                </a:lnTo>
                <a:lnTo>
                  <a:pt x="111760" y="646429"/>
                </a:lnTo>
                <a:lnTo>
                  <a:pt x="111760" y="295910"/>
                </a:lnTo>
                <a:lnTo>
                  <a:pt x="113029" y="285750"/>
                </a:lnTo>
                <a:lnTo>
                  <a:pt x="113029" y="274320"/>
                </a:lnTo>
                <a:lnTo>
                  <a:pt x="115569" y="256539"/>
                </a:lnTo>
                <a:lnTo>
                  <a:pt x="116839" y="252729"/>
                </a:lnTo>
                <a:lnTo>
                  <a:pt x="116839" y="248920"/>
                </a:lnTo>
                <a:lnTo>
                  <a:pt x="119379" y="243839"/>
                </a:lnTo>
                <a:lnTo>
                  <a:pt x="120650" y="238760"/>
                </a:lnTo>
                <a:lnTo>
                  <a:pt x="123189" y="233679"/>
                </a:lnTo>
                <a:lnTo>
                  <a:pt x="123189" y="232410"/>
                </a:lnTo>
                <a:lnTo>
                  <a:pt x="124460" y="231139"/>
                </a:lnTo>
                <a:lnTo>
                  <a:pt x="125729" y="228600"/>
                </a:lnTo>
                <a:lnTo>
                  <a:pt x="128269" y="226060"/>
                </a:lnTo>
                <a:lnTo>
                  <a:pt x="128269" y="224789"/>
                </a:lnTo>
                <a:lnTo>
                  <a:pt x="129539" y="223520"/>
                </a:lnTo>
                <a:lnTo>
                  <a:pt x="130810" y="223520"/>
                </a:lnTo>
                <a:lnTo>
                  <a:pt x="132079" y="222250"/>
                </a:lnTo>
                <a:lnTo>
                  <a:pt x="417772" y="222250"/>
                </a:lnTo>
                <a:lnTo>
                  <a:pt x="415289" y="167639"/>
                </a:lnTo>
                <a:lnTo>
                  <a:pt x="408939" y="119379"/>
                </a:lnTo>
                <a:lnTo>
                  <a:pt x="402589" y="90170"/>
                </a:lnTo>
                <a:lnTo>
                  <a:pt x="400050" y="80010"/>
                </a:lnTo>
                <a:lnTo>
                  <a:pt x="398417" y="76200"/>
                </a:lnTo>
                <a:lnTo>
                  <a:pt x="248919" y="76200"/>
                </a:lnTo>
                <a:lnTo>
                  <a:pt x="246379" y="71120"/>
                </a:lnTo>
                <a:lnTo>
                  <a:pt x="246379" y="68579"/>
                </a:lnTo>
                <a:lnTo>
                  <a:pt x="245110" y="66039"/>
                </a:lnTo>
                <a:lnTo>
                  <a:pt x="243839" y="60960"/>
                </a:lnTo>
                <a:lnTo>
                  <a:pt x="241300" y="54610"/>
                </a:lnTo>
                <a:lnTo>
                  <a:pt x="237489" y="48260"/>
                </a:lnTo>
                <a:lnTo>
                  <a:pt x="105410" y="48260"/>
                </a:lnTo>
                <a:lnTo>
                  <a:pt x="105410" y="12700"/>
                </a:lnTo>
                <a:close/>
              </a:path>
              <a:path w="417829" h="646430">
                <a:moveTo>
                  <a:pt x="285750" y="223520"/>
                </a:moveTo>
                <a:lnTo>
                  <a:pt x="140969" y="223520"/>
                </a:lnTo>
                <a:lnTo>
                  <a:pt x="142239" y="224789"/>
                </a:lnTo>
                <a:lnTo>
                  <a:pt x="142239" y="226060"/>
                </a:lnTo>
                <a:lnTo>
                  <a:pt x="143510" y="227329"/>
                </a:lnTo>
                <a:lnTo>
                  <a:pt x="148589" y="237489"/>
                </a:lnTo>
                <a:lnTo>
                  <a:pt x="148589" y="240029"/>
                </a:lnTo>
                <a:lnTo>
                  <a:pt x="149860" y="242570"/>
                </a:lnTo>
                <a:lnTo>
                  <a:pt x="149860" y="246379"/>
                </a:lnTo>
                <a:lnTo>
                  <a:pt x="151129" y="250189"/>
                </a:lnTo>
                <a:lnTo>
                  <a:pt x="151129" y="256539"/>
                </a:lnTo>
                <a:lnTo>
                  <a:pt x="152400" y="261620"/>
                </a:lnTo>
                <a:lnTo>
                  <a:pt x="152400" y="646429"/>
                </a:lnTo>
                <a:lnTo>
                  <a:pt x="264160" y="646429"/>
                </a:lnTo>
                <a:lnTo>
                  <a:pt x="264160" y="307339"/>
                </a:lnTo>
                <a:lnTo>
                  <a:pt x="265302" y="295910"/>
                </a:lnTo>
                <a:lnTo>
                  <a:pt x="265429" y="283210"/>
                </a:lnTo>
                <a:lnTo>
                  <a:pt x="267969" y="262889"/>
                </a:lnTo>
                <a:lnTo>
                  <a:pt x="269239" y="256539"/>
                </a:lnTo>
                <a:lnTo>
                  <a:pt x="269239" y="251460"/>
                </a:lnTo>
                <a:lnTo>
                  <a:pt x="270510" y="248920"/>
                </a:lnTo>
                <a:lnTo>
                  <a:pt x="270510" y="246379"/>
                </a:lnTo>
                <a:lnTo>
                  <a:pt x="271779" y="243839"/>
                </a:lnTo>
                <a:lnTo>
                  <a:pt x="273050" y="238760"/>
                </a:lnTo>
                <a:lnTo>
                  <a:pt x="274319" y="236220"/>
                </a:lnTo>
                <a:lnTo>
                  <a:pt x="275589" y="234950"/>
                </a:lnTo>
                <a:lnTo>
                  <a:pt x="275589" y="232410"/>
                </a:lnTo>
                <a:lnTo>
                  <a:pt x="283210" y="224789"/>
                </a:lnTo>
                <a:lnTo>
                  <a:pt x="285750" y="223520"/>
                </a:lnTo>
                <a:close/>
              </a:path>
              <a:path w="417829" h="646430">
                <a:moveTo>
                  <a:pt x="417772" y="222250"/>
                </a:moveTo>
                <a:lnTo>
                  <a:pt x="138429" y="222250"/>
                </a:lnTo>
                <a:lnTo>
                  <a:pt x="139700" y="223520"/>
                </a:lnTo>
                <a:lnTo>
                  <a:pt x="290829" y="223520"/>
                </a:lnTo>
                <a:lnTo>
                  <a:pt x="292100" y="224789"/>
                </a:lnTo>
                <a:lnTo>
                  <a:pt x="293369" y="224789"/>
                </a:lnTo>
                <a:lnTo>
                  <a:pt x="293369" y="226060"/>
                </a:lnTo>
                <a:lnTo>
                  <a:pt x="294639" y="226060"/>
                </a:lnTo>
                <a:lnTo>
                  <a:pt x="295910" y="227329"/>
                </a:lnTo>
                <a:lnTo>
                  <a:pt x="295910" y="229870"/>
                </a:lnTo>
                <a:lnTo>
                  <a:pt x="297179" y="231139"/>
                </a:lnTo>
                <a:lnTo>
                  <a:pt x="297179" y="232410"/>
                </a:lnTo>
                <a:lnTo>
                  <a:pt x="298450" y="233679"/>
                </a:lnTo>
                <a:lnTo>
                  <a:pt x="299719" y="237489"/>
                </a:lnTo>
                <a:lnTo>
                  <a:pt x="302260" y="242570"/>
                </a:lnTo>
                <a:lnTo>
                  <a:pt x="302260" y="246379"/>
                </a:lnTo>
                <a:lnTo>
                  <a:pt x="303529" y="247650"/>
                </a:lnTo>
                <a:lnTo>
                  <a:pt x="303529" y="251460"/>
                </a:lnTo>
                <a:lnTo>
                  <a:pt x="304800" y="255270"/>
                </a:lnTo>
                <a:lnTo>
                  <a:pt x="304800" y="266700"/>
                </a:lnTo>
                <a:lnTo>
                  <a:pt x="306069" y="273050"/>
                </a:lnTo>
                <a:lnTo>
                  <a:pt x="306069" y="646429"/>
                </a:lnTo>
                <a:lnTo>
                  <a:pt x="417829" y="646429"/>
                </a:lnTo>
                <a:lnTo>
                  <a:pt x="417772" y="222250"/>
                </a:lnTo>
                <a:close/>
              </a:path>
              <a:path w="417829" h="646430">
                <a:moveTo>
                  <a:pt x="337819" y="0"/>
                </a:moveTo>
                <a:lnTo>
                  <a:pt x="320039" y="0"/>
                </a:lnTo>
                <a:lnTo>
                  <a:pt x="307339" y="2539"/>
                </a:lnTo>
                <a:lnTo>
                  <a:pt x="300989" y="6350"/>
                </a:lnTo>
                <a:lnTo>
                  <a:pt x="294639" y="8889"/>
                </a:lnTo>
                <a:lnTo>
                  <a:pt x="265429" y="40639"/>
                </a:lnTo>
                <a:lnTo>
                  <a:pt x="261619" y="48260"/>
                </a:lnTo>
                <a:lnTo>
                  <a:pt x="254000" y="60960"/>
                </a:lnTo>
                <a:lnTo>
                  <a:pt x="248919" y="76200"/>
                </a:lnTo>
                <a:lnTo>
                  <a:pt x="398417" y="76200"/>
                </a:lnTo>
                <a:lnTo>
                  <a:pt x="396239" y="71120"/>
                </a:lnTo>
                <a:lnTo>
                  <a:pt x="391160" y="55879"/>
                </a:lnTo>
                <a:lnTo>
                  <a:pt x="387350" y="48260"/>
                </a:lnTo>
                <a:lnTo>
                  <a:pt x="384810" y="40639"/>
                </a:lnTo>
                <a:lnTo>
                  <a:pt x="377189" y="30479"/>
                </a:lnTo>
                <a:lnTo>
                  <a:pt x="373379" y="24129"/>
                </a:lnTo>
                <a:lnTo>
                  <a:pt x="369569" y="20320"/>
                </a:lnTo>
                <a:lnTo>
                  <a:pt x="365760" y="15239"/>
                </a:lnTo>
                <a:lnTo>
                  <a:pt x="360679" y="11429"/>
                </a:lnTo>
                <a:lnTo>
                  <a:pt x="356869" y="8889"/>
                </a:lnTo>
                <a:lnTo>
                  <a:pt x="351789" y="6350"/>
                </a:lnTo>
                <a:lnTo>
                  <a:pt x="347979" y="3810"/>
                </a:lnTo>
                <a:lnTo>
                  <a:pt x="342900" y="1270"/>
                </a:lnTo>
                <a:lnTo>
                  <a:pt x="337819" y="0"/>
                </a:lnTo>
                <a:close/>
              </a:path>
              <a:path w="417829" h="646430">
                <a:moveTo>
                  <a:pt x="182879" y="0"/>
                </a:moveTo>
                <a:lnTo>
                  <a:pt x="167639" y="0"/>
                </a:lnTo>
                <a:lnTo>
                  <a:pt x="154939" y="2539"/>
                </a:lnTo>
                <a:lnTo>
                  <a:pt x="135889" y="13970"/>
                </a:lnTo>
                <a:lnTo>
                  <a:pt x="130810" y="19050"/>
                </a:lnTo>
                <a:lnTo>
                  <a:pt x="110489" y="44450"/>
                </a:lnTo>
                <a:lnTo>
                  <a:pt x="107950" y="45720"/>
                </a:lnTo>
                <a:lnTo>
                  <a:pt x="106679" y="46989"/>
                </a:lnTo>
                <a:lnTo>
                  <a:pt x="106679" y="48260"/>
                </a:lnTo>
                <a:lnTo>
                  <a:pt x="237489" y="48260"/>
                </a:lnTo>
                <a:lnTo>
                  <a:pt x="233679" y="41910"/>
                </a:lnTo>
                <a:lnTo>
                  <a:pt x="224789" y="27939"/>
                </a:lnTo>
                <a:lnTo>
                  <a:pt x="223519" y="25400"/>
                </a:lnTo>
                <a:lnTo>
                  <a:pt x="220979" y="21589"/>
                </a:lnTo>
                <a:lnTo>
                  <a:pt x="215900" y="15239"/>
                </a:lnTo>
                <a:lnTo>
                  <a:pt x="209550" y="11429"/>
                </a:lnTo>
                <a:lnTo>
                  <a:pt x="203200" y="6350"/>
                </a:lnTo>
                <a:lnTo>
                  <a:pt x="190500" y="1270"/>
                </a:lnTo>
                <a:lnTo>
                  <a:pt x="182879" y="0"/>
                </a:lnTo>
                <a:close/>
              </a:path>
            </a:pathLst>
          </a:custGeom>
          <a:solidFill>
            <a:srgbClr val="003300"/>
          </a:solidFill>
        </p:spPr>
        <p:txBody>
          <a:bodyPr wrap="square" lIns="0" tIns="0" rIns="0" bIns="0" rtlCol="0"/>
          <a:lstStyle/>
          <a:p/>
        </p:txBody>
      </p:sp>
      <p:sp>
        <p:nvSpPr>
          <p:cNvPr id="33" name="object 33"/>
          <p:cNvSpPr/>
          <p:nvPr/>
        </p:nvSpPr>
        <p:spPr>
          <a:xfrm>
            <a:off x="6144259" y="914400"/>
            <a:ext cx="293370" cy="660400"/>
          </a:xfrm>
          <a:custGeom>
            <a:avLst/>
            <a:gdLst/>
            <a:ahLst/>
            <a:cxnLst/>
            <a:rect l="l" t="t" r="r" b="b"/>
            <a:pathLst>
              <a:path w="293370" h="660400">
                <a:moveTo>
                  <a:pt x="154939" y="0"/>
                </a:moveTo>
                <a:lnTo>
                  <a:pt x="142239" y="0"/>
                </a:lnTo>
                <a:lnTo>
                  <a:pt x="125729" y="1270"/>
                </a:lnTo>
                <a:lnTo>
                  <a:pt x="88900" y="16510"/>
                </a:lnTo>
                <a:lnTo>
                  <a:pt x="53339" y="60960"/>
                </a:lnTo>
                <a:lnTo>
                  <a:pt x="46989" y="71120"/>
                </a:lnTo>
                <a:lnTo>
                  <a:pt x="41910" y="81279"/>
                </a:lnTo>
                <a:lnTo>
                  <a:pt x="36829" y="92710"/>
                </a:lnTo>
                <a:lnTo>
                  <a:pt x="33019" y="104139"/>
                </a:lnTo>
                <a:lnTo>
                  <a:pt x="27939" y="115570"/>
                </a:lnTo>
                <a:lnTo>
                  <a:pt x="13969" y="168910"/>
                </a:lnTo>
                <a:lnTo>
                  <a:pt x="5079" y="228600"/>
                </a:lnTo>
                <a:lnTo>
                  <a:pt x="0" y="295910"/>
                </a:lnTo>
                <a:lnTo>
                  <a:pt x="0" y="381000"/>
                </a:lnTo>
                <a:lnTo>
                  <a:pt x="2539" y="405129"/>
                </a:lnTo>
                <a:lnTo>
                  <a:pt x="3810" y="426720"/>
                </a:lnTo>
                <a:lnTo>
                  <a:pt x="13969" y="491489"/>
                </a:lnTo>
                <a:lnTo>
                  <a:pt x="22860" y="529589"/>
                </a:lnTo>
                <a:lnTo>
                  <a:pt x="34289" y="562610"/>
                </a:lnTo>
                <a:lnTo>
                  <a:pt x="39369" y="577850"/>
                </a:lnTo>
                <a:lnTo>
                  <a:pt x="58419" y="614679"/>
                </a:lnTo>
                <a:lnTo>
                  <a:pt x="91439" y="646429"/>
                </a:lnTo>
                <a:lnTo>
                  <a:pt x="121919" y="657860"/>
                </a:lnTo>
                <a:lnTo>
                  <a:pt x="132079" y="660400"/>
                </a:lnTo>
                <a:lnTo>
                  <a:pt x="158750" y="660400"/>
                </a:lnTo>
                <a:lnTo>
                  <a:pt x="171450" y="657860"/>
                </a:lnTo>
                <a:lnTo>
                  <a:pt x="215900" y="636270"/>
                </a:lnTo>
                <a:lnTo>
                  <a:pt x="236219" y="612139"/>
                </a:lnTo>
                <a:lnTo>
                  <a:pt x="241300" y="607060"/>
                </a:lnTo>
                <a:lnTo>
                  <a:pt x="247650" y="591820"/>
                </a:lnTo>
                <a:lnTo>
                  <a:pt x="256539" y="575310"/>
                </a:lnTo>
                <a:lnTo>
                  <a:pt x="270510" y="533400"/>
                </a:lnTo>
                <a:lnTo>
                  <a:pt x="278129" y="509270"/>
                </a:lnTo>
                <a:lnTo>
                  <a:pt x="285750" y="481329"/>
                </a:lnTo>
                <a:lnTo>
                  <a:pt x="144779" y="481329"/>
                </a:lnTo>
                <a:lnTo>
                  <a:pt x="143510" y="480060"/>
                </a:lnTo>
                <a:lnTo>
                  <a:pt x="140969" y="480060"/>
                </a:lnTo>
                <a:lnTo>
                  <a:pt x="139700" y="478789"/>
                </a:lnTo>
                <a:lnTo>
                  <a:pt x="137160" y="478789"/>
                </a:lnTo>
                <a:lnTo>
                  <a:pt x="133350" y="474979"/>
                </a:lnTo>
                <a:lnTo>
                  <a:pt x="130810" y="469900"/>
                </a:lnTo>
                <a:lnTo>
                  <a:pt x="128269" y="467360"/>
                </a:lnTo>
                <a:lnTo>
                  <a:pt x="124460" y="459739"/>
                </a:lnTo>
                <a:lnTo>
                  <a:pt x="121919" y="453389"/>
                </a:lnTo>
                <a:lnTo>
                  <a:pt x="120650" y="447039"/>
                </a:lnTo>
                <a:lnTo>
                  <a:pt x="118110" y="441960"/>
                </a:lnTo>
                <a:lnTo>
                  <a:pt x="118110" y="436879"/>
                </a:lnTo>
                <a:lnTo>
                  <a:pt x="115569" y="431800"/>
                </a:lnTo>
                <a:lnTo>
                  <a:pt x="115569" y="426720"/>
                </a:lnTo>
                <a:lnTo>
                  <a:pt x="114300" y="420370"/>
                </a:lnTo>
                <a:lnTo>
                  <a:pt x="114300" y="415289"/>
                </a:lnTo>
                <a:lnTo>
                  <a:pt x="113029" y="410210"/>
                </a:lnTo>
                <a:lnTo>
                  <a:pt x="292100" y="410210"/>
                </a:lnTo>
                <a:lnTo>
                  <a:pt x="292100" y="331470"/>
                </a:lnTo>
                <a:lnTo>
                  <a:pt x="289560" y="275589"/>
                </a:lnTo>
                <a:lnTo>
                  <a:pt x="288543" y="255270"/>
                </a:lnTo>
                <a:lnTo>
                  <a:pt x="114300" y="255270"/>
                </a:lnTo>
                <a:lnTo>
                  <a:pt x="114300" y="243839"/>
                </a:lnTo>
                <a:lnTo>
                  <a:pt x="115569" y="238760"/>
                </a:lnTo>
                <a:lnTo>
                  <a:pt x="115569" y="233679"/>
                </a:lnTo>
                <a:lnTo>
                  <a:pt x="116839" y="227329"/>
                </a:lnTo>
                <a:lnTo>
                  <a:pt x="120650" y="212089"/>
                </a:lnTo>
                <a:lnTo>
                  <a:pt x="123189" y="204470"/>
                </a:lnTo>
                <a:lnTo>
                  <a:pt x="125729" y="200660"/>
                </a:lnTo>
                <a:lnTo>
                  <a:pt x="128269" y="195579"/>
                </a:lnTo>
                <a:lnTo>
                  <a:pt x="129539" y="191770"/>
                </a:lnTo>
                <a:lnTo>
                  <a:pt x="130810" y="189229"/>
                </a:lnTo>
                <a:lnTo>
                  <a:pt x="132079" y="187960"/>
                </a:lnTo>
                <a:lnTo>
                  <a:pt x="133350" y="185420"/>
                </a:lnTo>
                <a:lnTo>
                  <a:pt x="134619" y="184150"/>
                </a:lnTo>
                <a:lnTo>
                  <a:pt x="137160" y="182879"/>
                </a:lnTo>
                <a:lnTo>
                  <a:pt x="138429" y="181610"/>
                </a:lnTo>
                <a:lnTo>
                  <a:pt x="140969" y="181610"/>
                </a:lnTo>
                <a:lnTo>
                  <a:pt x="143510" y="179070"/>
                </a:lnTo>
                <a:lnTo>
                  <a:pt x="278923" y="179070"/>
                </a:lnTo>
                <a:lnTo>
                  <a:pt x="266700" y="124460"/>
                </a:lnTo>
                <a:lnTo>
                  <a:pt x="242569" y="64770"/>
                </a:lnTo>
                <a:lnTo>
                  <a:pt x="219710" y="31750"/>
                </a:lnTo>
                <a:lnTo>
                  <a:pt x="167639" y="2539"/>
                </a:lnTo>
                <a:lnTo>
                  <a:pt x="154939" y="0"/>
                </a:lnTo>
                <a:close/>
              </a:path>
              <a:path w="293370" h="660400">
                <a:moveTo>
                  <a:pt x="181610" y="426720"/>
                </a:moveTo>
                <a:lnTo>
                  <a:pt x="176529" y="441960"/>
                </a:lnTo>
                <a:lnTo>
                  <a:pt x="172719" y="454660"/>
                </a:lnTo>
                <a:lnTo>
                  <a:pt x="170179" y="458470"/>
                </a:lnTo>
                <a:lnTo>
                  <a:pt x="168910" y="463550"/>
                </a:lnTo>
                <a:lnTo>
                  <a:pt x="166369" y="466089"/>
                </a:lnTo>
                <a:lnTo>
                  <a:pt x="166369" y="468629"/>
                </a:lnTo>
                <a:lnTo>
                  <a:pt x="158750" y="476250"/>
                </a:lnTo>
                <a:lnTo>
                  <a:pt x="153669" y="478789"/>
                </a:lnTo>
                <a:lnTo>
                  <a:pt x="152400" y="480060"/>
                </a:lnTo>
                <a:lnTo>
                  <a:pt x="149860" y="481329"/>
                </a:lnTo>
                <a:lnTo>
                  <a:pt x="285750" y="481329"/>
                </a:lnTo>
                <a:lnTo>
                  <a:pt x="293369" y="450850"/>
                </a:lnTo>
                <a:lnTo>
                  <a:pt x="181610" y="426720"/>
                </a:lnTo>
                <a:close/>
              </a:path>
              <a:path w="293370" h="660400">
                <a:moveTo>
                  <a:pt x="278923" y="179070"/>
                </a:moveTo>
                <a:lnTo>
                  <a:pt x="147319" y="179070"/>
                </a:lnTo>
                <a:lnTo>
                  <a:pt x="149860" y="180339"/>
                </a:lnTo>
                <a:lnTo>
                  <a:pt x="151129" y="180339"/>
                </a:lnTo>
                <a:lnTo>
                  <a:pt x="152400" y="181610"/>
                </a:lnTo>
                <a:lnTo>
                  <a:pt x="153669" y="181610"/>
                </a:lnTo>
                <a:lnTo>
                  <a:pt x="157479" y="185420"/>
                </a:lnTo>
                <a:lnTo>
                  <a:pt x="160019" y="186689"/>
                </a:lnTo>
                <a:lnTo>
                  <a:pt x="162560" y="189229"/>
                </a:lnTo>
                <a:lnTo>
                  <a:pt x="163829" y="191770"/>
                </a:lnTo>
                <a:lnTo>
                  <a:pt x="163829" y="194310"/>
                </a:lnTo>
                <a:lnTo>
                  <a:pt x="166369" y="195579"/>
                </a:lnTo>
                <a:lnTo>
                  <a:pt x="167639" y="200660"/>
                </a:lnTo>
                <a:lnTo>
                  <a:pt x="170179" y="205739"/>
                </a:lnTo>
                <a:lnTo>
                  <a:pt x="173989" y="224789"/>
                </a:lnTo>
                <a:lnTo>
                  <a:pt x="176529" y="240029"/>
                </a:lnTo>
                <a:lnTo>
                  <a:pt x="177800" y="246379"/>
                </a:lnTo>
                <a:lnTo>
                  <a:pt x="177800" y="255270"/>
                </a:lnTo>
                <a:lnTo>
                  <a:pt x="288543" y="255270"/>
                </a:lnTo>
                <a:lnTo>
                  <a:pt x="288289" y="250189"/>
                </a:lnTo>
                <a:lnTo>
                  <a:pt x="285750" y="226060"/>
                </a:lnTo>
                <a:lnTo>
                  <a:pt x="281939" y="203200"/>
                </a:lnTo>
                <a:lnTo>
                  <a:pt x="279400" y="181610"/>
                </a:lnTo>
                <a:lnTo>
                  <a:pt x="278923" y="179070"/>
                </a:lnTo>
                <a:close/>
              </a:path>
            </a:pathLst>
          </a:custGeom>
          <a:solidFill>
            <a:srgbClr val="003300"/>
          </a:solidFill>
        </p:spPr>
        <p:txBody>
          <a:bodyPr wrap="square" lIns="0" tIns="0" rIns="0" bIns="0" rtlCol="0"/>
          <a:lstStyle/>
          <a:p/>
        </p:txBody>
      </p:sp>
      <p:sp>
        <p:nvSpPr>
          <p:cNvPr id="34" name="object 34"/>
          <p:cNvSpPr/>
          <p:nvPr/>
        </p:nvSpPr>
        <p:spPr>
          <a:xfrm>
            <a:off x="6541769" y="914400"/>
            <a:ext cx="273050" cy="661670"/>
          </a:xfrm>
          <a:custGeom>
            <a:avLst/>
            <a:gdLst/>
            <a:ahLst/>
            <a:cxnLst/>
            <a:rect l="l" t="t" r="r" b="b"/>
            <a:pathLst>
              <a:path w="273050" h="661669">
                <a:moveTo>
                  <a:pt x="110489" y="415289"/>
                </a:moveTo>
                <a:lnTo>
                  <a:pt x="0" y="440689"/>
                </a:lnTo>
                <a:lnTo>
                  <a:pt x="7620" y="496570"/>
                </a:lnTo>
                <a:lnTo>
                  <a:pt x="11429" y="520700"/>
                </a:lnTo>
                <a:lnTo>
                  <a:pt x="16509" y="542289"/>
                </a:lnTo>
                <a:lnTo>
                  <a:pt x="21589" y="562610"/>
                </a:lnTo>
                <a:lnTo>
                  <a:pt x="24129" y="571500"/>
                </a:lnTo>
                <a:lnTo>
                  <a:pt x="27939" y="580389"/>
                </a:lnTo>
                <a:lnTo>
                  <a:pt x="30479" y="588010"/>
                </a:lnTo>
                <a:lnTo>
                  <a:pt x="38100" y="603250"/>
                </a:lnTo>
                <a:lnTo>
                  <a:pt x="49529" y="622300"/>
                </a:lnTo>
                <a:lnTo>
                  <a:pt x="54609" y="627379"/>
                </a:lnTo>
                <a:lnTo>
                  <a:pt x="58420" y="632460"/>
                </a:lnTo>
                <a:lnTo>
                  <a:pt x="64770" y="636270"/>
                </a:lnTo>
                <a:lnTo>
                  <a:pt x="69850" y="641350"/>
                </a:lnTo>
                <a:lnTo>
                  <a:pt x="81279" y="648970"/>
                </a:lnTo>
                <a:lnTo>
                  <a:pt x="93979" y="654050"/>
                </a:lnTo>
                <a:lnTo>
                  <a:pt x="107950" y="657860"/>
                </a:lnTo>
                <a:lnTo>
                  <a:pt x="123189" y="660400"/>
                </a:lnTo>
                <a:lnTo>
                  <a:pt x="139700" y="661670"/>
                </a:lnTo>
                <a:lnTo>
                  <a:pt x="162559" y="659129"/>
                </a:lnTo>
                <a:lnTo>
                  <a:pt x="209550" y="636270"/>
                </a:lnTo>
                <a:lnTo>
                  <a:pt x="223520" y="621029"/>
                </a:lnTo>
                <a:lnTo>
                  <a:pt x="231139" y="612139"/>
                </a:lnTo>
                <a:lnTo>
                  <a:pt x="236220" y="603250"/>
                </a:lnTo>
                <a:lnTo>
                  <a:pt x="242570" y="593089"/>
                </a:lnTo>
                <a:lnTo>
                  <a:pt x="247650" y="581660"/>
                </a:lnTo>
                <a:lnTo>
                  <a:pt x="259079" y="544829"/>
                </a:lnTo>
                <a:lnTo>
                  <a:pt x="267970" y="502920"/>
                </a:lnTo>
                <a:lnTo>
                  <a:pt x="269124" y="490220"/>
                </a:lnTo>
                <a:lnTo>
                  <a:pt x="138429" y="490220"/>
                </a:lnTo>
                <a:lnTo>
                  <a:pt x="130809" y="486410"/>
                </a:lnTo>
                <a:lnTo>
                  <a:pt x="128270" y="483870"/>
                </a:lnTo>
                <a:lnTo>
                  <a:pt x="127000" y="481329"/>
                </a:lnTo>
                <a:lnTo>
                  <a:pt x="123189" y="477520"/>
                </a:lnTo>
                <a:lnTo>
                  <a:pt x="123189" y="474979"/>
                </a:lnTo>
                <a:lnTo>
                  <a:pt x="120650" y="469900"/>
                </a:lnTo>
                <a:lnTo>
                  <a:pt x="119379" y="463550"/>
                </a:lnTo>
                <a:lnTo>
                  <a:pt x="118109" y="455929"/>
                </a:lnTo>
                <a:lnTo>
                  <a:pt x="115570" y="447039"/>
                </a:lnTo>
                <a:lnTo>
                  <a:pt x="114300" y="438150"/>
                </a:lnTo>
                <a:lnTo>
                  <a:pt x="110489" y="415289"/>
                </a:lnTo>
                <a:close/>
              </a:path>
              <a:path w="273050" h="661669">
                <a:moveTo>
                  <a:pt x="137159" y="0"/>
                </a:moveTo>
                <a:lnTo>
                  <a:pt x="127000" y="0"/>
                </a:lnTo>
                <a:lnTo>
                  <a:pt x="116839" y="1270"/>
                </a:lnTo>
                <a:lnTo>
                  <a:pt x="107950" y="2539"/>
                </a:lnTo>
                <a:lnTo>
                  <a:pt x="99059" y="5079"/>
                </a:lnTo>
                <a:lnTo>
                  <a:pt x="76200" y="16510"/>
                </a:lnTo>
                <a:lnTo>
                  <a:pt x="69850" y="22860"/>
                </a:lnTo>
                <a:lnTo>
                  <a:pt x="62229" y="27939"/>
                </a:lnTo>
                <a:lnTo>
                  <a:pt x="57150" y="35560"/>
                </a:lnTo>
                <a:lnTo>
                  <a:pt x="50800" y="43179"/>
                </a:lnTo>
                <a:lnTo>
                  <a:pt x="40639" y="60960"/>
                </a:lnTo>
                <a:lnTo>
                  <a:pt x="35559" y="71120"/>
                </a:lnTo>
                <a:lnTo>
                  <a:pt x="24129" y="105410"/>
                </a:lnTo>
                <a:lnTo>
                  <a:pt x="21589" y="118110"/>
                </a:lnTo>
                <a:lnTo>
                  <a:pt x="13970" y="160020"/>
                </a:lnTo>
                <a:lnTo>
                  <a:pt x="13970" y="175260"/>
                </a:lnTo>
                <a:lnTo>
                  <a:pt x="12700" y="190500"/>
                </a:lnTo>
                <a:lnTo>
                  <a:pt x="12700" y="220979"/>
                </a:lnTo>
                <a:lnTo>
                  <a:pt x="13970" y="236220"/>
                </a:lnTo>
                <a:lnTo>
                  <a:pt x="13970" y="250189"/>
                </a:lnTo>
                <a:lnTo>
                  <a:pt x="16509" y="262889"/>
                </a:lnTo>
                <a:lnTo>
                  <a:pt x="17779" y="276860"/>
                </a:lnTo>
                <a:lnTo>
                  <a:pt x="22859" y="302260"/>
                </a:lnTo>
                <a:lnTo>
                  <a:pt x="34289" y="336550"/>
                </a:lnTo>
                <a:lnTo>
                  <a:pt x="41909" y="354329"/>
                </a:lnTo>
                <a:lnTo>
                  <a:pt x="46989" y="361950"/>
                </a:lnTo>
                <a:lnTo>
                  <a:pt x="50800" y="369570"/>
                </a:lnTo>
                <a:lnTo>
                  <a:pt x="87629" y="400050"/>
                </a:lnTo>
                <a:lnTo>
                  <a:pt x="129539" y="421639"/>
                </a:lnTo>
                <a:lnTo>
                  <a:pt x="142239" y="426720"/>
                </a:lnTo>
                <a:lnTo>
                  <a:pt x="152400" y="433070"/>
                </a:lnTo>
                <a:lnTo>
                  <a:pt x="156209" y="435610"/>
                </a:lnTo>
                <a:lnTo>
                  <a:pt x="160020" y="436879"/>
                </a:lnTo>
                <a:lnTo>
                  <a:pt x="163829" y="440689"/>
                </a:lnTo>
                <a:lnTo>
                  <a:pt x="163829" y="441960"/>
                </a:lnTo>
                <a:lnTo>
                  <a:pt x="165100" y="441960"/>
                </a:lnTo>
                <a:lnTo>
                  <a:pt x="165100" y="443229"/>
                </a:lnTo>
                <a:lnTo>
                  <a:pt x="166370" y="444500"/>
                </a:lnTo>
                <a:lnTo>
                  <a:pt x="166370" y="447039"/>
                </a:lnTo>
                <a:lnTo>
                  <a:pt x="167639" y="448310"/>
                </a:lnTo>
                <a:lnTo>
                  <a:pt x="167639" y="450850"/>
                </a:lnTo>
                <a:lnTo>
                  <a:pt x="168909" y="452120"/>
                </a:lnTo>
                <a:lnTo>
                  <a:pt x="168909" y="466089"/>
                </a:lnTo>
                <a:lnTo>
                  <a:pt x="167639" y="467360"/>
                </a:lnTo>
                <a:lnTo>
                  <a:pt x="167639" y="471170"/>
                </a:lnTo>
                <a:lnTo>
                  <a:pt x="166370" y="472439"/>
                </a:lnTo>
                <a:lnTo>
                  <a:pt x="166370" y="474979"/>
                </a:lnTo>
                <a:lnTo>
                  <a:pt x="165100" y="477520"/>
                </a:lnTo>
                <a:lnTo>
                  <a:pt x="161289" y="481329"/>
                </a:lnTo>
                <a:lnTo>
                  <a:pt x="161289" y="482600"/>
                </a:lnTo>
                <a:lnTo>
                  <a:pt x="160020" y="485139"/>
                </a:lnTo>
                <a:lnTo>
                  <a:pt x="158750" y="485139"/>
                </a:lnTo>
                <a:lnTo>
                  <a:pt x="156209" y="487679"/>
                </a:lnTo>
                <a:lnTo>
                  <a:pt x="151129" y="490220"/>
                </a:lnTo>
                <a:lnTo>
                  <a:pt x="269124" y="490220"/>
                </a:lnTo>
                <a:lnTo>
                  <a:pt x="269239" y="488950"/>
                </a:lnTo>
                <a:lnTo>
                  <a:pt x="271779" y="476250"/>
                </a:lnTo>
                <a:lnTo>
                  <a:pt x="271779" y="461010"/>
                </a:lnTo>
                <a:lnTo>
                  <a:pt x="272934" y="448310"/>
                </a:lnTo>
                <a:lnTo>
                  <a:pt x="273050" y="406400"/>
                </a:lnTo>
                <a:lnTo>
                  <a:pt x="262889" y="340360"/>
                </a:lnTo>
                <a:lnTo>
                  <a:pt x="248920" y="295910"/>
                </a:lnTo>
                <a:lnTo>
                  <a:pt x="228600" y="262889"/>
                </a:lnTo>
                <a:lnTo>
                  <a:pt x="193039" y="233679"/>
                </a:lnTo>
                <a:lnTo>
                  <a:pt x="184150" y="229870"/>
                </a:lnTo>
                <a:lnTo>
                  <a:pt x="179069" y="227329"/>
                </a:lnTo>
                <a:lnTo>
                  <a:pt x="160020" y="227329"/>
                </a:lnTo>
                <a:lnTo>
                  <a:pt x="159509" y="219679"/>
                </a:lnTo>
                <a:lnTo>
                  <a:pt x="152400" y="217170"/>
                </a:lnTo>
                <a:lnTo>
                  <a:pt x="139700" y="213360"/>
                </a:lnTo>
                <a:lnTo>
                  <a:pt x="129539" y="209550"/>
                </a:lnTo>
                <a:lnTo>
                  <a:pt x="125729" y="207010"/>
                </a:lnTo>
                <a:lnTo>
                  <a:pt x="123189" y="205739"/>
                </a:lnTo>
                <a:lnTo>
                  <a:pt x="118109" y="200660"/>
                </a:lnTo>
                <a:lnTo>
                  <a:pt x="118109" y="199389"/>
                </a:lnTo>
                <a:lnTo>
                  <a:pt x="116839" y="199389"/>
                </a:lnTo>
                <a:lnTo>
                  <a:pt x="116839" y="198120"/>
                </a:lnTo>
                <a:lnTo>
                  <a:pt x="115570" y="196850"/>
                </a:lnTo>
                <a:lnTo>
                  <a:pt x="115570" y="177800"/>
                </a:lnTo>
                <a:lnTo>
                  <a:pt x="116839" y="175260"/>
                </a:lnTo>
                <a:lnTo>
                  <a:pt x="118109" y="173989"/>
                </a:lnTo>
                <a:lnTo>
                  <a:pt x="118109" y="171450"/>
                </a:lnTo>
                <a:lnTo>
                  <a:pt x="119379" y="171450"/>
                </a:lnTo>
                <a:lnTo>
                  <a:pt x="120650" y="170179"/>
                </a:lnTo>
                <a:lnTo>
                  <a:pt x="120650" y="168910"/>
                </a:lnTo>
                <a:lnTo>
                  <a:pt x="123189" y="166370"/>
                </a:lnTo>
                <a:lnTo>
                  <a:pt x="127000" y="166370"/>
                </a:lnTo>
                <a:lnTo>
                  <a:pt x="129539" y="165100"/>
                </a:lnTo>
                <a:lnTo>
                  <a:pt x="262774" y="165100"/>
                </a:lnTo>
                <a:lnTo>
                  <a:pt x="261620" y="158750"/>
                </a:lnTo>
                <a:lnTo>
                  <a:pt x="259079" y="140970"/>
                </a:lnTo>
                <a:lnTo>
                  <a:pt x="255270" y="124460"/>
                </a:lnTo>
                <a:lnTo>
                  <a:pt x="243839" y="83820"/>
                </a:lnTo>
                <a:lnTo>
                  <a:pt x="232409" y="55879"/>
                </a:lnTo>
                <a:lnTo>
                  <a:pt x="228600" y="46989"/>
                </a:lnTo>
                <a:lnTo>
                  <a:pt x="203200" y="16510"/>
                </a:lnTo>
                <a:lnTo>
                  <a:pt x="190500" y="10160"/>
                </a:lnTo>
                <a:lnTo>
                  <a:pt x="182879" y="6350"/>
                </a:lnTo>
                <a:lnTo>
                  <a:pt x="175259" y="3810"/>
                </a:lnTo>
                <a:lnTo>
                  <a:pt x="157479" y="1270"/>
                </a:lnTo>
                <a:lnTo>
                  <a:pt x="137159" y="0"/>
                </a:lnTo>
                <a:close/>
              </a:path>
              <a:path w="273050" h="661669">
                <a:moveTo>
                  <a:pt x="172530" y="224275"/>
                </a:moveTo>
                <a:lnTo>
                  <a:pt x="160020" y="227329"/>
                </a:lnTo>
                <a:lnTo>
                  <a:pt x="179069" y="227329"/>
                </a:lnTo>
                <a:lnTo>
                  <a:pt x="173989" y="224789"/>
                </a:lnTo>
                <a:lnTo>
                  <a:pt x="172530" y="224275"/>
                </a:lnTo>
                <a:close/>
              </a:path>
              <a:path w="273050" h="661669">
                <a:moveTo>
                  <a:pt x="262774" y="165100"/>
                </a:moveTo>
                <a:lnTo>
                  <a:pt x="134620" y="165100"/>
                </a:lnTo>
                <a:lnTo>
                  <a:pt x="138429" y="166370"/>
                </a:lnTo>
                <a:lnTo>
                  <a:pt x="143509" y="168910"/>
                </a:lnTo>
                <a:lnTo>
                  <a:pt x="148589" y="173989"/>
                </a:lnTo>
                <a:lnTo>
                  <a:pt x="148589" y="175260"/>
                </a:lnTo>
                <a:lnTo>
                  <a:pt x="151129" y="177800"/>
                </a:lnTo>
                <a:lnTo>
                  <a:pt x="151129" y="179070"/>
                </a:lnTo>
                <a:lnTo>
                  <a:pt x="153670" y="184150"/>
                </a:lnTo>
                <a:lnTo>
                  <a:pt x="156209" y="194310"/>
                </a:lnTo>
                <a:lnTo>
                  <a:pt x="157479" y="200660"/>
                </a:lnTo>
                <a:lnTo>
                  <a:pt x="158750" y="208279"/>
                </a:lnTo>
                <a:lnTo>
                  <a:pt x="159509" y="219679"/>
                </a:lnTo>
                <a:lnTo>
                  <a:pt x="172530" y="224275"/>
                </a:lnTo>
                <a:lnTo>
                  <a:pt x="269239" y="200660"/>
                </a:lnTo>
                <a:lnTo>
                  <a:pt x="262774" y="165100"/>
                </a:lnTo>
                <a:close/>
              </a:path>
            </a:pathLst>
          </a:custGeom>
          <a:solidFill>
            <a:srgbClr val="003300"/>
          </a:solidFill>
        </p:spPr>
        <p:txBody>
          <a:bodyPr wrap="square" lIns="0" tIns="0" rIns="0" bIns="0" rtlCol="0"/>
          <a:lstStyle/>
          <a:p/>
        </p:txBody>
      </p:sp>
      <p:sp>
        <p:nvSpPr>
          <p:cNvPr id="35" name="object 35"/>
          <p:cNvSpPr/>
          <p:nvPr/>
        </p:nvSpPr>
        <p:spPr>
          <a:xfrm>
            <a:off x="7157720" y="703579"/>
            <a:ext cx="269240" cy="857250"/>
          </a:xfrm>
          <a:custGeom>
            <a:avLst/>
            <a:gdLst/>
            <a:ahLst/>
            <a:cxnLst/>
            <a:rect l="l" t="t" r="r" b="b"/>
            <a:pathLst>
              <a:path w="269240" h="857250">
                <a:moveTo>
                  <a:pt x="269240" y="0"/>
                </a:moveTo>
                <a:lnTo>
                  <a:pt x="0" y="0"/>
                </a:lnTo>
                <a:lnTo>
                  <a:pt x="0" y="220980"/>
                </a:lnTo>
                <a:lnTo>
                  <a:pt x="0" y="316230"/>
                </a:lnTo>
                <a:lnTo>
                  <a:pt x="0" y="527050"/>
                </a:lnTo>
                <a:lnTo>
                  <a:pt x="0" y="857250"/>
                </a:lnTo>
                <a:lnTo>
                  <a:pt x="121920" y="857250"/>
                </a:lnTo>
                <a:lnTo>
                  <a:pt x="121920" y="527050"/>
                </a:lnTo>
                <a:lnTo>
                  <a:pt x="247650" y="527050"/>
                </a:lnTo>
                <a:lnTo>
                  <a:pt x="247650" y="316230"/>
                </a:lnTo>
                <a:lnTo>
                  <a:pt x="121920" y="316230"/>
                </a:lnTo>
                <a:lnTo>
                  <a:pt x="121920" y="220980"/>
                </a:lnTo>
                <a:lnTo>
                  <a:pt x="269240" y="220980"/>
                </a:lnTo>
                <a:lnTo>
                  <a:pt x="269240" y="0"/>
                </a:lnTo>
                <a:close/>
              </a:path>
            </a:pathLst>
          </a:custGeom>
          <a:solidFill>
            <a:srgbClr val="003300"/>
          </a:solidFill>
        </p:spPr>
        <p:txBody>
          <a:bodyPr wrap="square" lIns="0" tIns="0" rIns="0" bIns="0" rtlCol="0"/>
          <a:lstStyle/>
          <a:p/>
        </p:txBody>
      </p:sp>
      <p:sp>
        <p:nvSpPr>
          <p:cNvPr id="36" name="object 36"/>
          <p:cNvSpPr/>
          <p:nvPr/>
        </p:nvSpPr>
        <p:spPr>
          <a:xfrm>
            <a:off x="7560310" y="703579"/>
            <a:ext cx="111760" cy="857250"/>
          </a:xfrm>
          <a:custGeom>
            <a:avLst/>
            <a:gdLst/>
            <a:ahLst/>
            <a:cxnLst/>
            <a:rect l="l" t="t" r="r" b="b"/>
            <a:pathLst>
              <a:path w="111759" h="857250">
                <a:moveTo>
                  <a:pt x="111760" y="223520"/>
                </a:moveTo>
                <a:lnTo>
                  <a:pt x="0" y="223520"/>
                </a:lnTo>
                <a:lnTo>
                  <a:pt x="0" y="857250"/>
                </a:lnTo>
                <a:lnTo>
                  <a:pt x="111760" y="857250"/>
                </a:lnTo>
                <a:lnTo>
                  <a:pt x="111760" y="223520"/>
                </a:lnTo>
                <a:close/>
              </a:path>
              <a:path w="111759" h="857250">
                <a:moveTo>
                  <a:pt x="111760" y="0"/>
                </a:moveTo>
                <a:lnTo>
                  <a:pt x="0" y="0"/>
                </a:lnTo>
                <a:lnTo>
                  <a:pt x="0" y="200660"/>
                </a:lnTo>
                <a:lnTo>
                  <a:pt x="111760" y="200660"/>
                </a:lnTo>
                <a:lnTo>
                  <a:pt x="111760" y="0"/>
                </a:lnTo>
                <a:close/>
              </a:path>
            </a:pathLst>
          </a:custGeom>
          <a:solidFill>
            <a:srgbClr val="003300"/>
          </a:solidFill>
        </p:spPr>
        <p:txBody>
          <a:bodyPr wrap="square" lIns="0" tIns="0" rIns="0" bIns="0" rtlCol="0"/>
          <a:lstStyle/>
          <a:p/>
        </p:txBody>
      </p:sp>
      <p:sp>
        <p:nvSpPr>
          <p:cNvPr id="37" name="object 37"/>
          <p:cNvSpPr/>
          <p:nvPr/>
        </p:nvSpPr>
        <p:spPr>
          <a:xfrm>
            <a:off x="7777480" y="914400"/>
            <a:ext cx="208279" cy="646430"/>
          </a:xfrm>
          <a:custGeom>
            <a:avLst/>
            <a:gdLst/>
            <a:ahLst/>
            <a:cxnLst/>
            <a:rect l="l" t="t" r="r" b="b"/>
            <a:pathLst>
              <a:path w="208279" h="646430">
                <a:moveTo>
                  <a:pt x="105410" y="12700"/>
                </a:moveTo>
                <a:lnTo>
                  <a:pt x="0" y="12700"/>
                </a:lnTo>
                <a:lnTo>
                  <a:pt x="0" y="646429"/>
                </a:lnTo>
                <a:lnTo>
                  <a:pt x="111760" y="646429"/>
                </a:lnTo>
                <a:lnTo>
                  <a:pt x="111760" y="426720"/>
                </a:lnTo>
                <a:lnTo>
                  <a:pt x="113029" y="364489"/>
                </a:lnTo>
                <a:lnTo>
                  <a:pt x="115570" y="313689"/>
                </a:lnTo>
                <a:lnTo>
                  <a:pt x="119379" y="274320"/>
                </a:lnTo>
                <a:lnTo>
                  <a:pt x="121920" y="259079"/>
                </a:lnTo>
                <a:lnTo>
                  <a:pt x="123190" y="251460"/>
                </a:lnTo>
                <a:lnTo>
                  <a:pt x="124460" y="246379"/>
                </a:lnTo>
                <a:lnTo>
                  <a:pt x="125729" y="240029"/>
                </a:lnTo>
                <a:lnTo>
                  <a:pt x="128270" y="234950"/>
                </a:lnTo>
                <a:lnTo>
                  <a:pt x="128270" y="232410"/>
                </a:lnTo>
                <a:lnTo>
                  <a:pt x="130810" y="229870"/>
                </a:lnTo>
                <a:lnTo>
                  <a:pt x="132079" y="227329"/>
                </a:lnTo>
                <a:lnTo>
                  <a:pt x="137160" y="222250"/>
                </a:lnTo>
                <a:lnTo>
                  <a:pt x="139700" y="222250"/>
                </a:lnTo>
                <a:lnTo>
                  <a:pt x="140970" y="220979"/>
                </a:lnTo>
                <a:lnTo>
                  <a:pt x="178490" y="220979"/>
                </a:lnTo>
                <a:lnTo>
                  <a:pt x="193492" y="132079"/>
                </a:lnTo>
                <a:lnTo>
                  <a:pt x="95250" y="132079"/>
                </a:lnTo>
                <a:lnTo>
                  <a:pt x="95250" y="114300"/>
                </a:lnTo>
                <a:lnTo>
                  <a:pt x="97790" y="97789"/>
                </a:lnTo>
                <a:lnTo>
                  <a:pt x="99060" y="82550"/>
                </a:lnTo>
                <a:lnTo>
                  <a:pt x="100329" y="68579"/>
                </a:lnTo>
                <a:lnTo>
                  <a:pt x="100894" y="65757"/>
                </a:lnTo>
                <a:lnTo>
                  <a:pt x="105410" y="12700"/>
                </a:lnTo>
                <a:close/>
              </a:path>
              <a:path w="208279" h="646430">
                <a:moveTo>
                  <a:pt x="178490" y="220979"/>
                </a:moveTo>
                <a:lnTo>
                  <a:pt x="143510" y="220979"/>
                </a:lnTo>
                <a:lnTo>
                  <a:pt x="143510" y="222250"/>
                </a:lnTo>
                <a:lnTo>
                  <a:pt x="146050" y="222250"/>
                </a:lnTo>
                <a:lnTo>
                  <a:pt x="153670" y="227329"/>
                </a:lnTo>
                <a:lnTo>
                  <a:pt x="173990" y="247650"/>
                </a:lnTo>
                <a:lnTo>
                  <a:pt x="178490" y="220979"/>
                </a:lnTo>
                <a:close/>
              </a:path>
              <a:path w="208279" h="646430">
                <a:moveTo>
                  <a:pt x="157479" y="0"/>
                </a:moveTo>
                <a:lnTo>
                  <a:pt x="146050" y="0"/>
                </a:lnTo>
                <a:lnTo>
                  <a:pt x="140970" y="1270"/>
                </a:lnTo>
                <a:lnTo>
                  <a:pt x="113029" y="27939"/>
                </a:lnTo>
                <a:lnTo>
                  <a:pt x="111760" y="31750"/>
                </a:lnTo>
                <a:lnTo>
                  <a:pt x="109220" y="35560"/>
                </a:lnTo>
                <a:lnTo>
                  <a:pt x="107950" y="39370"/>
                </a:lnTo>
                <a:lnTo>
                  <a:pt x="105410" y="45720"/>
                </a:lnTo>
                <a:lnTo>
                  <a:pt x="104140" y="49529"/>
                </a:lnTo>
                <a:lnTo>
                  <a:pt x="100894" y="65757"/>
                </a:lnTo>
                <a:lnTo>
                  <a:pt x="95250" y="132079"/>
                </a:lnTo>
                <a:lnTo>
                  <a:pt x="193492" y="132079"/>
                </a:lnTo>
                <a:lnTo>
                  <a:pt x="208279" y="44450"/>
                </a:lnTo>
                <a:lnTo>
                  <a:pt x="200660" y="34289"/>
                </a:lnTo>
                <a:lnTo>
                  <a:pt x="191770" y="24129"/>
                </a:lnTo>
                <a:lnTo>
                  <a:pt x="184150" y="16510"/>
                </a:lnTo>
                <a:lnTo>
                  <a:pt x="176529" y="11429"/>
                </a:lnTo>
                <a:lnTo>
                  <a:pt x="170179" y="6350"/>
                </a:lnTo>
                <a:lnTo>
                  <a:pt x="163829" y="2539"/>
                </a:lnTo>
                <a:lnTo>
                  <a:pt x="157479" y="0"/>
                </a:lnTo>
                <a:close/>
              </a:path>
            </a:pathLst>
          </a:custGeom>
          <a:solidFill>
            <a:srgbClr val="003300"/>
          </a:solidFill>
        </p:spPr>
        <p:txBody>
          <a:bodyPr wrap="square" lIns="0" tIns="0" rIns="0" bIns="0" rtlCol="0"/>
          <a:lstStyle/>
          <a:p/>
        </p:txBody>
      </p:sp>
      <p:sp>
        <p:nvSpPr>
          <p:cNvPr id="38" name="object 38"/>
          <p:cNvSpPr/>
          <p:nvPr/>
        </p:nvSpPr>
        <p:spPr>
          <a:xfrm>
            <a:off x="8037830" y="914400"/>
            <a:ext cx="271780" cy="661670"/>
          </a:xfrm>
          <a:custGeom>
            <a:avLst/>
            <a:gdLst/>
            <a:ahLst/>
            <a:cxnLst/>
            <a:rect l="l" t="t" r="r" b="b"/>
            <a:pathLst>
              <a:path w="271779" h="661669">
                <a:moveTo>
                  <a:pt x="109220" y="415289"/>
                </a:moveTo>
                <a:lnTo>
                  <a:pt x="0" y="440689"/>
                </a:lnTo>
                <a:lnTo>
                  <a:pt x="2540" y="468629"/>
                </a:lnTo>
                <a:lnTo>
                  <a:pt x="6350" y="496570"/>
                </a:lnTo>
                <a:lnTo>
                  <a:pt x="15240" y="542289"/>
                </a:lnTo>
                <a:lnTo>
                  <a:pt x="26670" y="580389"/>
                </a:lnTo>
                <a:lnTo>
                  <a:pt x="29210" y="588010"/>
                </a:lnTo>
                <a:lnTo>
                  <a:pt x="36829" y="603250"/>
                </a:lnTo>
                <a:lnTo>
                  <a:pt x="48260" y="622300"/>
                </a:lnTo>
                <a:lnTo>
                  <a:pt x="58420" y="632460"/>
                </a:lnTo>
                <a:lnTo>
                  <a:pt x="63500" y="636270"/>
                </a:lnTo>
                <a:lnTo>
                  <a:pt x="68579" y="641350"/>
                </a:lnTo>
                <a:lnTo>
                  <a:pt x="106679" y="657860"/>
                </a:lnTo>
                <a:lnTo>
                  <a:pt x="138429" y="661670"/>
                </a:lnTo>
                <a:lnTo>
                  <a:pt x="161290" y="659129"/>
                </a:lnTo>
                <a:lnTo>
                  <a:pt x="200660" y="642620"/>
                </a:lnTo>
                <a:lnTo>
                  <a:pt x="234950" y="603250"/>
                </a:lnTo>
                <a:lnTo>
                  <a:pt x="257810" y="544829"/>
                </a:lnTo>
                <a:lnTo>
                  <a:pt x="266700" y="502920"/>
                </a:lnTo>
                <a:lnTo>
                  <a:pt x="267854" y="490220"/>
                </a:lnTo>
                <a:lnTo>
                  <a:pt x="137160" y="490220"/>
                </a:lnTo>
                <a:lnTo>
                  <a:pt x="129540" y="486410"/>
                </a:lnTo>
                <a:lnTo>
                  <a:pt x="127000" y="483870"/>
                </a:lnTo>
                <a:lnTo>
                  <a:pt x="125729" y="481329"/>
                </a:lnTo>
                <a:lnTo>
                  <a:pt x="123190" y="478789"/>
                </a:lnTo>
                <a:lnTo>
                  <a:pt x="123190" y="477520"/>
                </a:lnTo>
                <a:lnTo>
                  <a:pt x="120650" y="472439"/>
                </a:lnTo>
                <a:lnTo>
                  <a:pt x="120650" y="469900"/>
                </a:lnTo>
                <a:lnTo>
                  <a:pt x="118110" y="463550"/>
                </a:lnTo>
                <a:lnTo>
                  <a:pt x="116840" y="455929"/>
                </a:lnTo>
                <a:lnTo>
                  <a:pt x="115570" y="447039"/>
                </a:lnTo>
                <a:lnTo>
                  <a:pt x="113029" y="438150"/>
                </a:lnTo>
                <a:lnTo>
                  <a:pt x="109220" y="415289"/>
                </a:lnTo>
                <a:close/>
              </a:path>
              <a:path w="271779" h="661669">
                <a:moveTo>
                  <a:pt x="135890" y="0"/>
                </a:moveTo>
                <a:lnTo>
                  <a:pt x="125729" y="0"/>
                </a:lnTo>
                <a:lnTo>
                  <a:pt x="115570" y="1270"/>
                </a:lnTo>
                <a:lnTo>
                  <a:pt x="106679" y="2539"/>
                </a:lnTo>
                <a:lnTo>
                  <a:pt x="97790" y="5079"/>
                </a:lnTo>
                <a:lnTo>
                  <a:pt x="74929" y="16510"/>
                </a:lnTo>
                <a:lnTo>
                  <a:pt x="68579" y="22860"/>
                </a:lnTo>
                <a:lnTo>
                  <a:pt x="62229" y="27939"/>
                </a:lnTo>
                <a:lnTo>
                  <a:pt x="39370" y="60960"/>
                </a:lnTo>
                <a:lnTo>
                  <a:pt x="22860" y="105410"/>
                </a:lnTo>
                <a:lnTo>
                  <a:pt x="15240" y="146050"/>
                </a:lnTo>
                <a:lnTo>
                  <a:pt x="11429" y="190500"/>
                </a:lnTo>
                <a:lnTo>
                  <a:pt x="11429" y="220979"/>
                </a:lnTo>
                <a:lnTo>
                  <a:pt x="12700" y="236220"/>
                </a:lnTo>
                <a:lnTo>
                  <a:pt x="12700" y="250189"/>
                </a:lnTo>
                <a:lnTo>
                  <a:pt x="15240" y="262889"/>
                </a:lnTo>
                <a:lnTo>
                  <a:pt x="16510" y="276860"/>
                </a:lnTo>
                <a:lnTo>
                  <a:pt x="21590" y="302260"/>
                </a:lnTo>
                <a:lnTo>
                  <a:pt x="33020" y="336550"/>
                </a:lnTo>
                <a:lnTo>
                  <a:pt x="36829" y="345439"/>
                </a:lnTo>
                <a:lnTo>
                  <a:pt x="41910" y="354329"/>
                </a:lnTo>
                <a:lnTo>
                  <a:pt x="45720" y="361950"/>
                </a:lnTo>
                <a:lnTo>
                  <a:pt x="50800" y="369570"/>
                </a:lnTo>
                <a:lnTo>
                  <a:pt x="54610" y="375920"/>
                </a:lnTo>
                <a:lnTo>
                  <a:pt x="59690" y="381000"/>
                </a:lnTo>
                <a:lnTo>
                  <a:pt x="66040" y="386079"/>
                </a:lnTo>
                <a:lnTo>
                  <a:pt x="71120" y="391160"/>
                </a:lnTo>
                <a:lnTo>
                  <a:pt x="87629" y="400050"/>
                </a:lnTo>
                <a:lnTo>
                  <a:pt x="105410" y="410210"/>
                </a:lnTo>
                <a:lnTo>
                  <a:pt x="128270" y="421639"/>
                </a:lnTo>
                <a:lnTo>
                  <a:pt x="140970" y="426720"/>
                </a:lnTo>
                <a:lnTo>
                  <a:pt x="151129" y="433070"/>
                </a:lnTo>
                <a:lnTo>
                  <a:pt x="154940" y="435610"/>
                </a:lnTo>
                <a:lnTo>
                  <a:pt x="158750" y="436879"/>
                </a:lnTo>
                <a:lnTo>
                  <a:pt x="161290" y="439420"/>
                </a:lnTo>
                <a:lnTo>
                  <a:pt x="161290" y="440689"/>
                </a:lnTo>
                <a:lnTo>
                  <a:pt x="162560" y="441960"/>
                </a:lnTo>
                <a:lnTo>
                  <a:pt x="163829" y="441960"/>
                </a:lnTo>
                <a:lnTo>
                  <a:pt x="163829" y="444500"/>
                </a:lnTo>
                <a:lnTo>
                  <a:pt x="165100" y="444500"/>
                </a:lnTo>
                <a:lnTo>
                  <a:pt x="165100" y="445770"/>
                </a:lnTo>
                <a:lnTo>
                  <a:pt x="166370" y="447039"/>
                </a:lnTo>
                <a:lnTo>
                  <a:pt x="166370" y="450850"/>
                </a:lnTo>
                <a:lnTo>
                  <a:pt x="167640" y="452120"/>
                </a:lnTo>
                <a:lnTo>
                  <a:pt x="167640" y="466089"/>
                </a:lnTo>
                <a:lnTo>
                  <a:pt x="166370" y="467360"/>
                </a:lnTo>
                <a:lnTo>
                  <a:pt x="166370" y="472439"/>
                </a:lnTo>
                <a:lnTo>
                  <a:pt x="165100" y="472439"/>
                </a:lnTo>
                <a:lnTo>
                  <a:pt x="163829" y="474979"/>
                </a:lnTo>
                <a:lnTo>
                  <a:pt x="163829" y="477520"/>
                </a:lnTo>
                <a:lnTo>
                  <a:pt x="161290" y="480060"/>
                </a:lnTo>
                <a:lnTo>
                  <a:pt x="161290" y="481329"/>
                </a:lnTo>
                <a:lnTo>
                  <a:pt x="160020" y="482600"/>
                </a:lnTo>
                <a:lnTo>
                  <a:pt x="158750" y="485139"/>
                </a:lnTo>
                <a:lnTo>
                  <a:pt x="157479" y="485139"/>
                </a:lnTo>
                <a:lnTo>
                  <a:pt x="154940" y="487679"/>
                </a:lnTo>
                <a:lnTo>
                  <a:pt x="149860" y="490220"/>
                </a:lnTo>
                <a:lnTo>
                  <a:pt x="267854" y="490220"/>
                </a:lnTo>
                <a:lnTo>
                  <a:pt x="267970" y="488950"/>
                </a:lnTo>
                <a:lnTo>
                  <a:pt x="270510" y="476250"/>
                </a:lnTo>
                <a:lnTo>
                  <a:pt x="271779" y="461010"/>
                </a:lnTo>
                <a:lnTo>
                  <a:pt x="271779" y="406400"/>
                </a:lnTo>
                <a:lnTo>
                  <a:pt x="270510" y="391160"/>
                </a:lnTo>
                <a:lnTo>
                  <a:pt x="269240" y="378460"/>
                </a:lnTo>
                <a:lnTo>
                  <a:pt x="266700" y="365760"/>
                </a:lnTo>
                <a:lnTo>
                  <a:pt x="265429" y="353060"/>
                </a:lnTo>
                <a:lnTo>
                  <a:pt x="262890" y="340360"/>
                </a:lnTo>
                <a:lnTo>
                  <a:pt x="251460" y="306070"/>
                </a:lnTo>
                <a:lnTo>
                  <a:pt x="247650" y="295910"/>
                </a:lnTo>
                <a:lnTo>
                  <a:pt x="242570" y="287020"/>
                </a:lnTo>
                <a:lnTo>
                  <a:pt x="238760" y="278129"/>
                </a:lnTo>
                <a:lnTo>
                  <a:pt x="232410" y="270510"/>
                </a:lnTo>
                <a:lnTo>
                  <a:pt x="227329" y="262889"/>
                </a:lnTo>
                <a:lnTo>
                  <a:pt x="222250" y="256539"/>
                </a:lnTo>
                <a:lnTo>
                  <a:pt x="214629" y="250189"/>
                </a:lnTo>
                <a:lnTo>
                  <a:pt x="208279" y="243839"/>
                </a:lnTo>
                <a:lnTo>
                  <a:pt x="200660" y="238760"/>
                </a:lnTo>
                <a:lnTo>
                  <a:pt x="191770" y="233679"/>
                </a:lnTo>
                <a:lnTo>
                  <a:pt x="182879" y="229870"/>
                </a:lnTo>
                <a:lnTo>
                  <a:pt x="177799" y="227329"/>
                </a:lnTo>
                <a:lnTo>
                  <a:pt x="158750" y="227329"/>
                </a:lnTo>
                <a:lnTo>
                  <a:pt x="158239" y="219679"/>
                </a:lnTo>
                <a:lnTo>
                  <a:pt x="151129" y="217170"/>
                </a:lnTo>
                <a:lnTo>
                  <a:pt x="138429" y="213360"/>
                </a:lnTo>
                <a:lnTo>
                  <a:pt x="129540" y="209550"/>
                </a:lnTo>
                <a:lnTo>
                  <a:pt x="121920" y="205739"/>
                </a:lnTo>
                <a:lnTo>
                  <a:pt x="115570" y="199389"/>
                </a:lnTo>
                <a:lnTo>
                  <a:pt x="115570" y="196850"/>
                </a:lnTo>
                <a:lnTo>
                  <a:pt x="114300" y="195579"/>
                </a:lnTo>
                <a:lnTo>
                  <a:pt x="114300" y="191770"/>
                </a:lnTo>
                <a:lnTo>
                  <a:pt x="113029" y="191770"/>
                </a:lnTo>
                <a:lnTo>
                  <a:pt x="113029" y="185420"/>
                </a:lnTo>
                <a:lnTo>
                  <a:pt x="114300" y="184150"/>
                </a:lnTo>
                <a:lnTo>
                  <a:pt x="114300" y="179070"/>
                </a:lnTo>
                <a:lnTo>
                  <a:pt x="115570" y="177800"/>
                </a:lnTo>
                <a:lnTo>
                  <a:pt x="115570" y="175260"/>
                </a:lnTo>
                <a:lnTo>
                  <a:pt x="116840" y="173989"/>
                </a:lnTo>
                <a:lnTo>
                  <a:pt x="116840" y="171450"/>
                </a:lnTo>
                <a:lnTo>
                  <a:pt x="118110" y="171450"/>
                </a:lnTo>
                <a:lnTo>
                  <a:pt x="119379" y="170179"/>
                </a:lnTo>
                <a:lnTo>
                  <a:pt x="119379" y="168910"/>
                </a:lnTo>
                <a:lnTo>
                  <a:pt x="120650" y="168910"/>
                </a:lnTo>
                <a:lnTo>
                  <a:pt x="120650" y="167639"/>
                </a:lnTo>
                <a:lnTo>
                  <a:pt x="123190" y="166370"/>
                </a:lnTo>
                <a:lnTo>
                  <a:pt x="127000" y="166370"/>
                </a:lnTo>
                <a:lnTo>
                  <a:pt x="129540" y="165100"/>
                </a:lnTo>
                <a:lnTo>
                  <a:pt x="261504" y="165100"/>
                </a:lnTo>
                <a:lnTo>
                  <a:pt x="260350" y="158750"/>
                </a:lnTo>
                <a:lnTo>
                  <a:pt x="257810" y="140970"/>
                </a:lnTo>
                <a:lnTo>
                  <a:pt x="246379" y="95250"/>
                </a:lnTo>
                <a:lnTo>
                  <a:pt x="231140" y="55879"/>
                </a:lnTo>
                <a:lnTo>
                  <a:pt x="226060" y="46989"/>
                </a:lnTo>
                <a:lnTo>
                  <a:pt x="222250" y="39370"/>
                </a:lnTo>
                <a:lnTo>
                  <a:pt x="212090" y="26670"/>
                </a:lnTo>
                <a:lnTo>
                  <a:pt x="201929" y="16510"/>
                </a:lnTo>
                <a:lnTo>
                  <a:pt x="195579" y="12700"/>
                </a:lnTo>
                <a:lnTo>
                  <a:pt x="189229" y="10160"/>
                </a:lnTo>
                <a:lnTo>
                  <a:pt x="182879" y="6350"/>
                </a:lnTo>
                <a:lnTo>
                  <a:pt x="173990" y="3810"/>
                </a:lnTo>
                <a:lnTo>
                  <a:pt x="166370" y="2539"/>
                </a:lnTo>
                <a:lnTo>
                  <a:pt x="156210" y="1270"/>
                </a:lnTo>
                <a:lnTo>
                  <a:pt x="135890" y="0"/>
                </a:lnTo>
                <a:close/>
              </a:path>
              <a:path w="271779" h="661669">
                <a:moveTo>
                  <a:pt x="171260" y="224275"/>
                </a:moveTo>
                <a:lnTo>
                  <a:pt x="158750" y="227329"/>
                </a:lnTo>
                <a:lnTo>
                  <a:pt x="177799" y="227329"/>
                </a:lnTo>
                <a:lnTo>
                  <a:pt x="172720" y="224789"/>
                </a:lnTo>
                <a:lnTo>
                  <a:pt x="171260" y="224275"/>
                </a:lnTo>
                <a:close/>
              </a:path>
              <a:path w="271779" h="661669">
                <a:moveTo>
                  <a:pt x="261504" y="165100"/>
                </a:moveTo>
                <a:lnTo>
                  <a:pt x="134620" y="165100"/>
                </a:lnTo>
                <a:lnTo>
                  <a:pt x="142240" y="168910"/>
                </a:lnTo>
                <a:lnTo>
                  <a:pt x="147320" y="173989"/>
                </a:lnTo>
                <a:lnTo>
                  <a:pt x="147320" y="175260"/>
                </a:lnTo>
                <a:lnTo>
                  <a:pt x="149860" y="177800"/>
                </a:lnTo>
                <a:lnTo>
                  <a:pt x="149860" y="179070"/>
                </a:lnTo>
                <a:lnTo>
                  <a:pt x="151129" y="181610"/>
                </a:lnTo>
                <a:lnTo>
                  <a:pt x="152400" y="181610"/>
                </a:lnTo>
                <a:lnTo>
                  <a:pt x="152400" y="184150"/>
                </a:lnTo>
                <a:lnTo>
                  <a:pt x="154940" y="194310"/>
                </a:lnTo>
                <a:lnTo>
                  <a:pt x="156210" y="200660"/>
                </a:lnTo>
                <a:lnTo>
                  <a:pt x="157479" y="208279"/>
                </a:lnTo>
                <a:lnTo>
                  <a:pt x="158239" y="219679"/>
                </a:lnTo>
                <a:lnTo>
                  <a:pt x="171260" y="224275"/>
                </a:lnTo>
                <a:lnTo>
                  <a:pt x="267970" y="200660"/>
                </a:lnTo>
                <a:lnTo>
                  <a:pt x="261504" y="165100"/>
                </a:lnTo>
                <a:close/>
              </a:path>
            </a:pathLst>
          </a:custGeom>
          <a:solidFill>
            <a:srgbClr val="003300"/>
          </a:solidFill>
        </p:spPr>
        <p:txBody>
          <a:bodyPr wrap="square" lIns="0" tIns="0" rIns="0" bIns="0" rtlCol="0"/>
          <a:lstStyle/>
          <a:p/>
        </p:txBody>
      </p:sp>
      <p:sp>
        <p:nvSpPr>
          <p:cNvPr id="39" name="object 39"/>
          <p:cNvSpPr/>
          <p:nvPr/>
        </p:nvSpPr>
        <p:spPr>
          <a:xfrm>
            <a:off x="8412480" y="685800"/>
            <a:ext cx="198120" cy="889000"/>
          </a:xfrm>
          <a:custGeom>
            <a:avLst/>
            <a:gdLst/>
            <a:ahLst/>
            <a:cxnLst/>
            <a:rect l="l" t="t" r="r" b="b"/>
            <a:pathLst>
              <a:path w="198120" h="889000">
                <a:moveTo>
                  <a:pt x="144779" y="452120"/>
                </a:moveTo>
                <a:lnTo>
                  <a:pt x="33020" y="452120"/>
                </a:lnTo>
                <a:lnTo>
                  <a:pt x="33020" y="684529"/>
                </a:lnTo>
                <a:lnTo>
                  <a:pt x="34290" y="706120"/>
                </a:lnTo>
                <a:lnTo>
                  <a:pt x="34290" y="725170"/>
                </a:lnTo>
                <a:lnTo>
                  <a:pt x="35560" y="744220"/>
                </a:lnTo>
                <a:lnTo>
                  <a:pt x="36829" y="759460"/>
                </a:lnTo>
                <a:lnTo>
                  <a:pt x="39370" y="774700"/>
                </a:lnTo>
                <a:lnTo>
                  <a:pt x="40640" y="788670"/>
                </a:lnTo>
                <a:lnTo>
                  <a:pt x="45720" y="811529"/>
                </a:lnTo>
                <a:lnTo>
                  <a:pt x="49529" y="821689"/>
                </a:lnTo>
                <a:lnTo>
                  <a:pt x="52070" y="831850"/>
                </a:lnTo>
                <a:lnTo>
                  <a:pt x="55879" y="840739"/>
                </a:lnTo>
                <a:lnTo>
                  <a:pt x="59690" y="848360"/>
                </a:lnTo>
                <a:lnTo>
                  <a:pt x="63500" y="857250"/>
                </a:lnTo>
                <a:lnTo>
                  <a:pt x="106679" y="887729"/>
                </a:lnTo>
                <a:lnTo>
                  <a:pt x="114300" y="889000"/>
                </a:lnTo>
                <a:lnTo>
                  <a:pt x="130810" y="889000"/>
                </a:lnTo>
                <a:lnTo>
                  <a:pt x="139700" y="887729"/>
                </a:lnTo>
                <a:lnTo>
                  <a:pt x="157479" y="882650"/>
                </a:lnTo>
                <a:lnTo>
                  <a:pt x="176529" y="875029"/>
                </a:lnTo>
                <a:lnTo>
                  <a:pt x="198120" y="864870"/>
                </a:lnTo>
                <a:lnTo>
                  <a:pt x="190272" y="683260"/>
                </a:lnTo>
                <a:lnTo>
                  <a:pt x="149860" y="683260"/>
                </a:lnTo>
                <a:lnTo>
                  <a:pt x="149860" y="681989"/>
                </a:lnTo>
                <a:lnTo>
                  <a:pt x="148590" y="681989"/>
                </a:lnTo>
                <a:lnTo>
                  <a:pt x="148590" y="680720"/>
                </a:lnTo>
                <a:lnTo>
                  <a:pt x="146050" y="678179"/>
                </a:lnTo>
                <a:lnTo>
                  <a:pt x="146050" y="671829"/>
                </a:lnTo>
                <a:lnTo>
                  <a:pt x="144779" y="668020"/>
                </a:lnTo>
                <a:lnTo>
                  <a:pt x="144779" y="452120"/>
                </a:lnTo>
                <a:close/>
              </a:path>
              <a:path w="198120" h="889000">
                <a:moveTo>
                  <a:pt x="189229" y="659129"/>
                </a:moveTo>
                <a:lnTo>
                  <a:pt x="175260" y="669289"/>
                </a:lnTo>
                <a:lnTo>
                  <a:pt x="165100" y="676910"/>
                </a:lnTo>
                <a:lnTo>
                  <a:pt x="160020" y="679450"/>
                </a:lnTo>
                <a:lnTo>
                  <a:pt x="156210" y="681989"/>
                </a:lnTo>
                <a:lnTo>
                  <a:pt x="153670" y="681989"/>
                </a:lnTo>
                <a:lnTo>
                  <a:pt x="152400" y="683260"/>
                </a:lnTo>
                <a:lnTo>
                  <a:pt x="190272" y="683260"/>
                </a:lnTo>
                <a:lnTo>
                  <a:pt x="189229" y="659129"/>
                </a:lnTo>
                <a:close/>
              </a:path>
              <a:path w="198120" h="889000">
                <a:moveTo>
                  <a:pt x="194310" y="241300"/>
                </a:moveTo>
                <a:lnTo>
                  <a:pt x="0" y="241300"/>
                </a:lnTo>
                <a:lnTo>
                  <a:pt x="0" y="452120"/>
                </a:lnTo>
                <a:lnTo>
                  <a:pt x="194310" y="452120"/>
                </a:lnTo>
                <a:lnTo>
                  <a:pt x="194310" y="241300"/>
                </a:lnTo>
                <a:close/>
              </a:path>
              <a:path w="198120" h="889000">
                <a:moveTo>
                  <a:pt x="144779" y="0"/>
                </a:moveTo>
                <a:lnTo>
                  <a:pt x="33020" y="144779"/>
                </a:lnTo>
                <a:lnTo>
                  <a:pt x="33020" y="241300"/>
                </a:lnTo>
                <a:lnTo>
                  <a:pt x="144779" y="241300"/>
                </a:lnTo>
                <a:lnTo>
                  <a:pt x="144779" y="0"/>
                </a:lnTo>
                <a:close/>
              </a:path>
            </a:pathLst>
          </a:custGeom>
          <a:solidFill>
            <a:srgbClr val="003300"/>
          </a:solidFill>
        </p:spPr>
        <p:txBody>
          <a:bodyPr wrap="square" lIns="0" tIns="0" rIns="0" bIns="0" rtlCol="0"/>
          <a:lstStyle/>
          <a:p/>
        </p:txBody>
      </p:sp>
      <p:sp>
        <p:nvSpPr>
          <p:cNvPr id="40" name="object 40"/>
          <p:cNvSpPr txBox="1">
            <a:spLocks noGrp="1"/>
          </p:cNvSpPr>
          <p:nvPr>
            <p:ph type="title"/>
          </p:nvPr>
        </p:nvSpPr>
        <p:spPr>
          <a:prstGeom prst="rect">
            <a:avLst/>
          </a:prstGeom>
        </p:spPr>
        <p:txBody>
          <a:bodyPr vert="horz" wrap="square" lIns="0" tIns="12700" rIns="0" bIns="0" rtlCol="0">
            <a:spAutoFit/>
          </a:bodyPr>
          <a:lstStyle/>
          <a:p>
            <a:pPr marL="77470" marR="5080">
              <a:lnSpc>
                <a:spcPct val="100000"/>
              </a:lnSpc>
              <a:spcBef>
                <a:spcPts val="100"/>
              </a:spcBef>
            </a:pPr>
            <a:r>
              <a:rPr dirty="0"/>
              <a:t>The </a:t>
            </a:r>
            <a:r>
              <a:rPr spc="-5" dirty="0"/>
              <a:t>First and the foremost communication skill that </a:t>
            </a:r>
            <a:r>
              <a:rPr dirty="0"/>
              <a:t>we </a:t>
            </a:r>
            <a:r>
              <a:rPr spc="-5" dirty="0"/>
              <a:t>learn in  </a:t>
            </a:r>
            <a:r>
              <a:rPr dirty="0"/>
              <a:t>our </a:t>
            </a:r>
            <a:r>
              <a:rPr spc="-5" dirty="0"/>
              <a:t>lives is nothing </a:t>
            </a:r>
            <a:r>
              <a:rPr dirty="0"/>
              <a:t>but</a:t>
            </a:r>
            <a:r>
              <a:rPr spc="10" dirty="0"/>
              <a:t> </a:t>
            </a:r>
            <a:r>
              <a:rPr dirty="0"/>
              <a:t>“</a:t>
            </a:r>
            <a:r>
              <a:rPr u="sng" dirty="0">
                <a:uFill>
                  <a:solidFill>
                    <a:srgbClr val="000000"/>
                  </a:solidFill>
                </a:uFill>
              </a:rPr>
              <a:t>LISTENING</a:t>
            </a:r>
            <a:r>
              <a:rPr dirty="0"/>
              <a:t>”</a:t>
            </a:r>
            <a:endParaRPr dirty="0"/>
          </a:p>
        </p:txBody>
      </p:sp>
      <p:sp>
        <p:nvSpPr>
          <p:cNvPr id="41" name="object 41"/>
          <p:cNvSpPr txBox="1"/>
          <p:nvPr/>
        </p:nvSpPr>
        <p:spPr>
          <a:xfrm>
            <a:off x="2590800" y="2971800"/>
            <a:ext cx="3200400" cy="533400"/>
          </a:xfrm>
          <a:prstGeom prst="rect">
            <a:avLst/>
          </a:prstGeom>
          <a:solidFill>
            <a:srgbClr val="CCFFCC"/>
          </a:solidFill>
          <a:ln w="9344">
            <a:solidFill>
              <a:srgbClr val="000000"/>
            </a:solidFill>
          </a:ln>
        </p:spPr>
        <p:txBody>
          <a:bodyPr vert="horz" wrap="square" lIns="0" tIns="53340" rIns="0" bIns="0" rtlCol="0">
            <a:spAutoFit/>
          </a:bodyPr>
          <a:lstStyle/>
          <a:p>
            <a:pPr marL="589280">
              <a:lnSpc>
                <a:spcPct val="100000"/>
              </a:lnSpc>
              <a:spcBef>
                <a:spcPts val="420"/>
              </a:spcBef>
            </a:pPr>
            <a:r>
              <a:rPr sz="2800" b="1" spc="-5" dirty="0">
                <a:latin typeface="Tahoma" panose="020B0604030504040204"/>
                <a:cs typeface="Tahoma" panose="020B0604030504040204"/>
              </a:rPr>
              <a:t>LISTENING</a:t>
            </a:r>
            <a:endParaRPr sz="2800">
              <a:latin typeface="Tahoma" panose="020B0604030504040204"/>
              <a:cs typeface="Tahoma" panose="020B0604030504040204"/>
            </a:endParaRPr>
          </a:p>
        </p:txBody>
      </p:sp>
      <p:sp>
        <p:nvSpPr>
          <p:cNvPr id="42" name="object 42"/>
          <p:cNvSpPr txBox="1"/>
          <p:nvPr/>
        </p:nvSpPr>
        <p:spPr>
          <a:xfrm>
            <a:off x="2590800" y="3962400"/>
            <a:ext cx="3200400" cy="533400"/>
          </a:xfrm>
          <a:prstGeom prst="rect">
            <a:avLst/>
          </a:prstGeom>
          <a:solidFill>
            <a:srgbClr val="CCFFCC"/>
          </a:solidFill>
          <a:ln w="9344">
            <a:solidFill>
              <a:srgbClr val="000000"/>
            </a:solidFill>
          </a:ln>
        </p:spPr>
        <p:txBody>
          <a:bodyPr vert="horz" wrap="square" lIns="0" tIns="53340" rIns="0" bIns="0" rtlCol="0">
            <a:spAutoFit/>
          </a:bodyPr>
          <a:lstStyle/>
          <a:p>
            <a:pPr marL="660400">
              <a:lnSpc>
                <a:spcPct val="100000"/>
              </a:lnSpc>
              <a:spcBef>
                <a:spcPts val="420"/>
              </a:spcBef>
            </a:pPr>
            <a:r>
              <a:rPr sz="2800" b="1" spc="-5" dirty="0">
                <a:latin typeface="Tahoma" panose="020B0604030504040204"/>
                <a:cs typeface="Tahoma" panose="020B0604030504040204"/>
              </a:rPr>
              <a:t>SPEAKING</a:t>
            </a:r>
            <a:endParaRPr sz="2800">
              <a:latin typeface="Tahoma" panose="020B0604030504040204"/>
              <a:cs typeface="Tahoma" panose="020B0604030504040204"/>
            </a:endParaRPr>
          </a:p>
        </p:txBody>
      </p:sp>
      <p:sp>
        <p:nvSpPr>
          <p:cNvPr id="43" name="object 43"/>
          <p:cNvSpPr txBox="1"/>
          <p:nvPr/>
        </p:nvSpPr>
        <p:spPr>
          <a:xfrm>
            <a:off x="2590800" y="6096000"/>
            <a:ext cx="3200400" cy="533400"/>
          </a:xfrm>
          <a:prstGeom prst="rect">
            <a:avLst/>
          </a:prstGeom>
          <a:solidFill>
            <a:srgbClr val="CCFFCC"/>
          </a:solidFill>
          <a:ln w="9344">
            <a:solidFill>
              <a:srgbClr val="000000"/>
            </a:solidFill>
          </a:ln>
        </p:spPr>
        <p:txBody>
          <a:bodyPr vert="horz" wrap="square" lIns="0" tIns="53340" rIns="0" bIns="0" rtlCol="0">
            <a:spAutoFit/>
          </a:bodyPr>
          <a:lstStyle/>
          <a:p>
            <a:pPr marL="737870">
              <a:lnSpc>
                <a:spcPct val="100000"/>
              </a:lnSpc>
              <a:spcBef>
                <a:spcPts val="420"/>
              </a:spcBef>
            </a:pPr>
            <a:r>
              <a:rPr sz="2800" b="1" spc="-5" dirty="0">
                <a:latin typeface="Tahoma" panose="020B0604030504040204"/>
                <a:cs typeface="Tahoma" panose="020B0604030504040204"/>
              </a:rPr>
              <a:t>WRITING</a:t>
            </a:r>
            <a:endParaRPr sz="2800">
              <a:latin typeface="Tahoma" panose="020B0604030504040204"/>
              <a:cs typeface="Tahoma" panose="020B0604030504040204"/>
            </a:endParaRPr>
          </a:p>
        </p:txBody>
      </p:sp>
      <p:sp>
        <p:nvSpPr>
          <p:cNvPr id="44" name="object 44"/>
          <p:cNvSpPr txBox="1"/>
          <p:nvPr/>
        </p:nvSpPr>
        <p:spPr>
          <a:xfrm>
            <a:off x="2590800" y="5029200"/>
            <a:ext cx="3200400" cy="533400"/>
          </a:xfrm>
          <a:prstGeom prst="rect">
            <a:avLst/>
          </a:prstGeom>
          <a:solidFill>
            <a:srgbClr val="CCFFCC"/>
          </a:solidFill>
          <a:ln w="9344">
            <a:solidFill>
              <a:srgbClr val="000000"/>
            </a:solidFill>
          </a:ln>
        </p:spPr>
        <p:txBody>
          <a:bodyPr vert="horz" wrap="square" lIns="0" tIns="53340" rIns="0" bIns="0" rtlCol="0">
            <a:spAutoFit/>
          </a:bodyPr>
          <a:lstStyle/>
          <a:p>
            <a:pPr marL="750570">
              <a:lnSpc>
                <a:spcPct val="100000"/>
              </a:lnSpc>
              <a:spcBef>
                <a:spcPts val="420"/>
              </a:spcBef>
            </a:pPr>
            <a:r>
              <a:rPr sz="2800" b="1" spc="-5" dirty="0">
                <a:latin typeface="Tahoma" panose="020B0604030504040204"/>
                <a:cs typeface="Tahoma" panose="020B0604030504040204"/>
              </a:rPr>
              <a:t>READING</a:t>
            </a:r>
            <a:endParaRPr sz="2800">
              <a:latin typeface="Tahoma" panose="020B0604030504040204"/>
              <a:cs typeface="Tahoma" panose="020B0604030504040204"/>
            </a:endParaRPr>
          </a:p>
        </p:txBody>
      </p:sp>
      <p:sp>
        <p:nvSpPr>
          <p:cNvPr id="45" name="object 45"/>
          <p:cNvSpPr/>
          <p:nvPr/>
        </p:nvSpPr>
        <p:spPr>
          <a:xfrm>
            <a:off x="4076700" y="3505200"/>
            <a:ext cx="76200" cy="457200"/>
          </a:xfrm>
          <a:custGeom>
            <a:avLst/>
            <a:gdLst/>
            <a:ahLst/>
            <a:cxnLst/>
            <a:rect l="l" t="t" r="r" b="b"/>
            <a:pathLst>
              <a:path w="76200" h="457200">
                <a:moveTo>
                  <a:pt x="76200" y="382270"/>
                </a:moveTo>
                <a:lnTo>
                  <a:pt x="43180" y="382270"/>
                </a:lnTo>
                <a:lnTo>
                  <a:pt x="43180" y="0"/>
                </a:lnTo>
                <a:lnTo>
                  <a:pt x="33020" y="0"/>
                </a:lnTo>
                <a:lnTo>
                  <a:pt x="33020" y="382270"/>
                </a:lnTo>
                <a:lnTo>
                  <a:pt x="0" y="382270"/>
                </a:lnTo>
                <a:lnTo>
                  <a:pt x="38100" y="457200"/>
                </a:lnTo>
                <a:lnTo>
                  <a:pt x="76200" y="382270"/>
                </a:lnTo>
                <a:close/>
              </a:path>
            </a:pathLst>
          </a:custGeom>
          <a:solidFill>
            <a:srgbClr val="000000"/>
          </a:solidFill>
        </p:spPr>
        <p:txBody>
          <a:bodyPr wrap="square" lIns="0" tIns="0" rIns="0" bIns="0" rtlCol="0"/>
          <a:lstStyle/>
          <a:p/>
        </p:txBody>
      </p:sp>
      <p:sp>
        <p:nvSpPr>
          <p:cNvPr id="46" name="object 46"/>
          <p:cNvSpPr/>
          <p:nvPr/>
        </p:nvSpPr>
        <p:spPr>
          <a:xfrm>
            <a:off x="4076700" y="4495800"/>
            <a:ext cx="76200" cy="533400"/>
          </a:xfrm>
          <a:custGeom>
            <a:avLst/>
            <a:gdLst/>
            <a:ahLst/>
            <a:cxnLst/>
            <a:rect l="l" t="t" r="r" b="b"/>
            <a:pathLst>
              <a:path w="76200" h="533400">
                <a:moveTo>
                  <a:pt x="76200" y="457200"/>
                </a:moveTo>
                <a:lnTo>
                  <a:pt x="43180" y="457200"/>
                </a:lnTo>
                <a:lnTo>
                  <a:pt x="43180" y="0"/>
                </a:lnTo>
                <a:lnTo>
                  <a:pt x="33020" y="0"/>
                </a:lnTo>
                <a:lnTo>
                  <a:pt x="33020" y="457200"/>
                </a:lnTo>
                <a:lnTo>
                  <a:pt x="0" y="457200"/>
                </a:lnTo>
                <a:lnTo>
                  <a:pt x="38100" y="533400"/>
                </a:lnTo>
                <a:lnTo>
                  <a:pt x="76200" y="457200"/>
                </a:lnTo>
                <a:close/>
              </a:path>
            </a:pathLst>
          </a:custGeom>
          <a:solidFill>
            <a:srgbClr val="000000"/>
          </a:solidFill>
        </p:spPr>
        <p:txBody>
          <a:bodyPr wrap="square" lIns="0" tIns="0" rIns="0" bIns="0" rtlCol="0"/>
          <a:lstStyle/>
          <a:p/>
        </p:txBody>
      </p:sp>
      <p:sp>
        <p:nvSpPr>
          <p:cNvPr id="47" name="object 47"/>
          <p:cNvSpPr/>
          <p:nvPr/>
        </p:nvSpPr>
        <p:spPr>
          <a:xfrm>
            <a:off x="4076700" y="5562600"/>
            <a:ext cx="76200" cy="533400"/>
          </a:xfrm>
          <a:custGeom>
            <a:avLst/>
            <a:gdLst/>
            <a:ahLst/>
            <a:cxnLst/>
            <a:rect l="l" t="t" r="r" b="b"/>
            <a:pathLst>
              <a:path w="76200" h="533400">
                <a:moveTo>
                  <a:pt x="76200" y="457200"/>
                </a:moveTo>
                <a:lnTo>
                  <a:pt x="43180" y="457200"/>
                </a:lnTo>
                <a:lnTo>
                  <a:pt x="43180" y="0"/>
                </a:lnTo>
                <a:lnTo>
                  <a:pt x="33020" y="0"/>
                </a:lnTo>
                <a:lnTo>
                  <a:pt x="33020" y="457200"/>
                </a:lnTo>
                <a:lnTo>
                  <a:pt x="0" y="457200"/>
                </a:lnTo>
                <a:lnTo>
                  <a:pt x="38100" y="533400"/>
                </a:lnTo>
                <a:lnTo>
                  <a:pt x="76200" y="457200"/>
                </a:lnTo>
                <a:close/>
              </a:path>
            </a:pathLst>
          </a:custGeom>
          <a:solidFill>
            <a:srgbClr val="000000"/>
          </a:solidFill>
        </p:spPr>
        <p:txBody>
          <a:bodyPr wrap="square" lIns="0" tIns="0" rIns="0" bIns="0" rtlCol="0"/>
          <a:lstStyle/>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456689" y="1013459"/>
            <a:ext cx="7192009" cy="695960"/>
          </a:xfrm>
          <a:prstGeom prst="rect">
            <a:avLst/>
          </a:prstGeom>
        </p:spPr>
        <p:txBody>
          <a:bodyPr vert="horz" wrap="square" lIns="0" tIns="12700" rIns="0" bIns="0" rtlCol="0">
            <a:spAutoFit/>
          </a:bodyPr>
          <a:lstStyle/>
          <a:p>
            <a:pPr marL="12700">
              <a:lnSpc>
                <a:spcPct val="100000"/>
              </a:lnSpc>
              <a:spcBef>
                <a:spcPts val="100"/>
              </a:spcBef>
            </a:pPr>
            <a:r>
              <a:rPr sz="4400" dirty="0">
                <a:solidFill>
                  <a:srgbClr val="006600"/>
                </a:solidFill>
                <a:latin typeface="Georgia" panose="02040502050405020303"/>
                <a:cs typeface="Georgia" panose="02040502050405020303"/>
              </a:rPr>
              <a:t>Fallacies </a:t>
            </a:r>
            <a:r>
              <a:rPr sz="4400" spc="-5" dirty="0">
                <a:solidFill>
                  <a:srgbClr val="006600"/>
                </a:solidFill>
                <a:latin typeface="Georgia" panose="02040502050405020303"/>
                <a:cs typeface="Georgia" panose="02040502050405020303"/>
              </a:rPr>
              <a:t>about</a:t>
            </a:r>
            <a:r>
              <a:rPr sz="4400" spc="-55" dirty="0">
                <a:solidFill>
                  <a:srgbClr val="006600"/>
                </a:solidFill>
                <a:latin typeface="Georgia" panose="02040502050405020303"/>
                <a:cs typeface="Georgia" panose="02040502050405020303"/>
              </a:rPr>
              <a:t> </a:t>
            </a:r>
            <a:r>
              <a:rPr sz="4400" dirty="0">
                <a:solidFill>
                  <a:srgbClr val="006600"/>
                </a:solidFill>
                <a:latin typeface="Georgia" panose="02040502050405020303"/>
                <a:cs typeface="Georgia" panose="02040502050405020303"/>
              </a:rPr>
              <a:t>Listening</a:t>
            </a:r>
            <a:endParaRPr sz="4400">
              <a:latin typeface="Georgia" panose="02040502050405020303"/>
              <a:cs typeface="Georgia" panose="02040502050405020303"/>
            </a:endParaRPr>
          </a:p>
        </p:txBody>
      </p:sp>
      <p:sp>
        <p:nvSpPr>
          <p:cNvPr id="4" name="object 4"/>
          <p:cNvSpPr txBox="1"/>
          <p:nvPr/>
        </p:nvSpPr>
        <p:spPr>
          <a:xfrm>
            <a:off x="564515" y="2122170"/>
            <a:ext cx="7576185" cy="3827780"/>
          </a:xfrm>
          <a:prstGeom prst="rect">
            <a:avLst/>
          </a:prstGeom>
        </p:spPr>
        <p:txBody>
          <a:bodyPr vert="horz" wrap="square" lIns="0" tIns="12065" rIns="0" bIns="0" rtlCol="0">
            <a:spAutoFit/>
          </a:bodyPr>
          <a:lstStyle/>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Listening </a:t>
            </a:r>
            <a:r>
              <a:rPr sz="3600" b="1" spc="-10" dirty="0">
                <a:latin typeface="Times New Roman" panose="02020603050405020304"/>
                <a:cs typeface="Times New Roman" panose="02020603050405020304"/>
              </a:rPr>
              <a:t>is </a:t>
            </a:r>
            <a:r>
              <a:rPr sz="3600" b="1" spc="-5" dirty="0">
                <a:latin typeface="Times New Roman" panose="02020603050405020304"/>
                <a:cs typeface="Times New Roman" panose="02020603050405020304"/>
              </a:rPr>
              <a:t>not my problem!  </a:t>
            </a:r>
            <a:endParaRPr sz="3600" b="1" spc="-5" dirty="0">
              <a:latin typeface="Times New Roman" panose="02020603050405020304"/>
              <a:cs typeface="Times New Roman" panose="02020603050405020304"/>
            </a:endParaRPr>
          </a:p>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Listening </a:t>
            </a:r>
            <a:r>
              <a:rPr sz="3600" b="1" dirty="0">
                <a:latin typeface="Times New Roman" panose="02020603050405020304"/>
                <a:cs typeface="Times New Roman" panose="02020603050405020304"/>
              </a:rPr>
              <a:t>and </a:t>
            </a:r>
            <a:r>
              <a:rPr sz="3600" b="1" spc="-5" dirty="0">
                <a:latin typeface="Times New Roman" panose="02020603050405020304"/>
                <a:cs typeface="Times New Roman" panose="02020603050405020304"/>
              </a:rPr>
              <a:t>hearing </a:t>
            </a:r>
            <a:r>
              <a:rPr sz="3600" b="1" dirty="0">
                <a:latin typeface="Times New Roman" panose="02020603050405020304"/>
                <a:cs typeface="Times New Roman" panose="02020603050405020304"/>
              </a:rPr>
              <a:t>are the same</a:t>
            </a:r>
            <a:endParaRPr sz="3600" b="1" dirty="0">
              <a:latin typeface="Times New Roman" panose="02020603050405020304"/>
              <a:cs typeface="Times New Roman" panose="02020603050405020304"/>
            </a:endParaRPr>
          </a:p>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Good readers </a:t>
            </a:r>
            <a:r>
              <a:rPr sz="3600" b="1" dirty="0">
                <a:latin typeface="Times New Roman" panose="02020603050405020304"/>
                <a:cs typeface="Times New Roman" panose="02020603050405020304"/>
              </a:rPr>
              <a:t>are good </a:t>
            </a:r>
            <a:r>
              <a:rPr sz="3600" b="1" spc="-5" dirty="0">
                <a:latin typeface="Times New Roman" panose="02020603050405020304"/>
                <a:cs typeface="Times New Roman" panose="02020603050405020304"/>
              </a:rPr>
              <a:t>listeners </a:t>
            </a:r>
            <a:endParaRPr sz="3600" b="1" spc="-5" dirty="0">
              <a:latin typeface="Times New Roman" panose="02020603050405020304"/>
              <a:cs typeface="Times New Roman" panose="02020603050405020304"/>
            </a:endParaRPr>
          </a:p>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Smarter people are better listeners</a:t>
            </a:r>
            <a:endParaRPr sz="3600" b="1" spc="-5" dirty="0">
              <a:latin typeface="Times New Roman" panose="02020603050405020304"/>
              <a:cs typeface="Times New Roman" panose="02020603050405020304"/>
            </a:endParaRPr>
          </a:p>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Listening improves with </a:t>
            </a:r>
            <a:r>
              <a:rPr sz="3600" b="1" dirty="0">
                <a:latin typeface="Times New Roman" panose="02020603050405020304"/>
                <a:cs typeface="Times New Roman" panose="02020603050405020304"/>
              </a:rPr>
              <a:t>age</a:t>
            </a:r>
            <a:endParaRPr sz="3600" b="1" dirty="0">
              <a:latin typeface="Times New Roman" panose="02020603050405020304"/>
              <a:cs typeface="Times New Roman" panose="02020603050405020304"/>
            </a:endParaRPr>
          </a:p>
          <a:p>
            <a:pPr marL="584200" marR="5080" indent="-571500">
              <a:lnSpc>
                <a:spcPct val="113000"/>
              </a:lnSpc>
              <a:spcBef>
                <a:spcPts val="95"/>
              </a:spcBef>
              <a:buFont typeface="Wingdings" panose="05000000000000000000" charset="0"/>
              <a:buChar char="Ø"/>
            </a:pPr>
            <a:r>
              <a:rPr sz="3600" b="1" spc="-5" dirty="0">
                <a:latin typeface="Times New Roman" panose="02020603050405020304"/>
                <a:cs typeface="Times New Roman" panose="02020603050405020304"/>
              </a:rPr>
              <a:t>Listening skills are difficult to</a:t>
            </a:r>
            <a:r>
              <a:rPr sz="3600" b="1" spc="10" dirty="0">
                <a:latin typeface="Times New Roman" panose="02020603050405020304"/>
                <a:cs typeface="Times New Roman" panose="02020603050405020304"/>
              </a:rPr>
              <a:t> </a:t>
            </a:r>
            <a:r>
              <a:rPr sz="3600" b="1" spc="-5" dirty="0">
                <a:latin typeface="Times New Roman" panose="02020603050405020304"/>
                <a:cs typeface="Times New Roman" panose="02020603050405020304"/>
              </a:rPr>
              <a:t>learn</a:t>
            </a:r>
            <a:endParaRPr sz="3600">
              <a:latin typeface="Times New Roman" panose="02020603050405020304"/>
              <a:cs typeface="Times New Roman" panose="020206030504050203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additive="base">
                                        <p:cTn id="25"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 calcmode="lin" valueType="num">
                                      <p:cBhvr additive="base">
                                        <p:cTn id="31"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
                                            <p:txEl>
                                              <p:pRg st="5" end="5"/>
                                            </p:txEl>
                                          </p:spTgt>
                                        </p:tgtEl>
                                        <p:attrNameLst>
                                          <p:attrName>style.visibility</p:attrName>
                                        </p:attrNameLst>
                                      </p:cBhvr>
                                      <p:to>
                                        <p:strVal val="visible"/>
                                      </p:to>
                                    </p:set>
                                    <p:anim calcmode="lin" valueType="num">
                                      <p:cBhvr additive="base">
                                        <p:cTn id="37"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441959" y="1780539"/>
            <a:ext cx="7249159" cy="34290"/>
            <a:chOff x="441959" y="1780539"/>
            <a:chExt cx="7249159" cy="34290"/>
          </a:xfrm>
        </p:grpSpPr>
        <p:sp>
          <p:nvSpPr>
            <p:cNvPr id="3" name="object 3"/>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4" name="object 4"/>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5" name="object 5"/>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6" name="object 6"/>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7" name="object 7"/>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8" name="object 8"/>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9" name="object 9"/>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0" name="object 10"/>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1" name="object 11"/>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2" name="object 12"/>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3" name="object 13"/>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4" name="object 14"/>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5" name="object 15"/>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6" name="object 16"/>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7" name="object 17"/>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8" name="object 18"/>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 name="object 19"/>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20" name="object 20"/>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21" name="object 21"/>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22" name="object 22"/>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23" name="object 23"/>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24" name="object 24"/>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25" name="object 25"/>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26" name="object 26"/>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7" name="object 27"/>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8" name="object 28"/>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9" name="object 29"/>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30" name="object 30"/>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31" name="object 31"/>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32" name="object 32"/>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33" name="object 33"/>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34" name="object 34"/>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35" name="object 35"/>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36" name="object 36"/>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37" name="object 37"/>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38" name="object 38"/>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39" name="object 39"/>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40" name="object 40"/>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41" name="object 41"/>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42" name="object 42"/>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43" name="object 43"/>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44" name="object 44"/>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45" name="object 45"/>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46" name="object 46"/>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47" name="object 47"/>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48" name="object 48"/>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49" name="object 49"/>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50" name="object 50"/>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51" name="object 51"/>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52" name="object 52"/>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53" name="object 53"/>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54" name="object 54"/>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55" name="object 55"/>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56" name="object 56"/>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57" name="object 57"/>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58" name="object 58"/>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59" name="object 59"/>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60" name="object 60"/>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61" name="object 61"/>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62" name="object 62"/>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63" name="object 63"/>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64" name="object 64"/>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65" name="object 65"/>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66" name="object 66"/>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67" name="object 67"/>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68" name="object 68"/>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69" name="object 69"/>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70" name="object 70"/>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71" name="object 71"/>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72" name="object 72"/>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73" name="object 73"/>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74" name="object 74"/>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75" name="object 75"/>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76" name="object 76"/>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77" name="object 77"/>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78" name="object 78"/>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79" name="object 79"/>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80" name="object 80"/>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81" name="object 81"/>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82" name="object 82"/>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83" name="object 83"/>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84" name="object 84"/>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85" name="object 85"/>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86" name="object 86"/>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87" name="object 87"/>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88" name="object 88"/>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89" name="object 89"/>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90" name="object 90"/>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91" name="object 91"/>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92" name="object 92"/>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93" name="object 93"/>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94" name="object 94"/>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95" name="object 95"/>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96" name="object 96"/>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97" name="object 97"/>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98" name="object 98"/>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99" name="object 99"/>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100" name="object 100"/>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101" name="object 101"/>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102" name="object 102"/>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103" name="object 103"/>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104" name="object 104"/>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105" name="object 105"/>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106" name="object 106"/>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107" name="object 107"/>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108" name="object 108"/>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109" name="object 109"/>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110" name="object 110"/>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111" name="object 111"/>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112" name="object 112"/>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113" name="object 113"/>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114" name="object 114"/>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115" name="object 115"/>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116" name="object 116"/>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117" name="object 117"/>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118" name="object 118"/>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119" name="object 119"/>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120" name="object 120"/>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121" name="object 121"/>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122" name="object 122"/>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123" name="object 123"/>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124" name="object 124"/>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125" name="object 125"/>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126" name="object 126"/>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127" name="object 127"/>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128" name="object 128"/>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129" name="object 129"/>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130" name="object 130"/>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131" name="object 131"/>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132" name="object 132"/>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133" name="object 133"/>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134" name="object 134"/>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135" name="object 135"/>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136" name="object 136"/>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137" name="object 137"/>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138" name="object 138"/>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139" name="object 139"/>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140" name="object 140"/>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141" name="object 141"/>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142" name="object 142"/>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143" name="object 143"/>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144" name="object 144"/>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145" name="object 145"/>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146" name="object 146"/>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147" name="object 147"/>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148" name="object 148"/>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149" name="object 149"/>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150" name="object 150"/>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151" name="object 151"/>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152" name="object 152"/>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153" name="object 153"/>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154" name="object 154"/>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155" name="object 155"/>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156" name="object 156"/>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157" name="object 157"/>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158" name="object 158"/>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159" name="object 159"/>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160" name="object 160"/>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161" name="object 161"/>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162" name="object 162"/>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163" name="object 163"/>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164" name="object 164"/>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165" name="object 165"/>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166" name="object 166"/>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167" name="object 167"/>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168" name="object 168"/>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169" name="object 169"/>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170" name="object 170"/>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171" name="object 171"/>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172" name="object 172"/>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173" name="object 173"/>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174" name="object 174"/>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175" name="object 175"/>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176" name="object 176"/>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177" name="object 177"/>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178" name="object 178"/>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179" name="object 179"/>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180" name="object 180"/>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181" name="object 181"/>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182" name="object 182"/>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183" name="object 183"/>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184" name="object 184"/>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185" name="object 185"/>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186" name="object 186"/>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187" name="object 187"/>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188" name="object 188"/>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189" name="object 189"/>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190" name="object 190"/>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191" name="object 191"/>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192" name="object 192"/>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193" name="object 193"/>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194" name="object 194"/>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195" name="object 195"/>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196" name="object 196"/>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197" name="object 197"/>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198" name="object 198"/>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199" name="object 199"/>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200" name="object 200"/>
          <p:cNvSpPr/>
          <p:nvPr/>
        </p:nvSpPr>
        <p:spPr>
          <a:xfrm>
            <a:off x="1308100" y="861060"/>
            <a:ext cx="346710" cy="862330"/>
          </a:xfrm>
          <a:prstGeom prst="rect">
            <a:avLst/>
          </a:prstGeom>
          <a:blipFill>
            <a:blip r:embed="rId1" cstate="print"/>
            <a:stretch>
              <a:fillRect/>
            </a:stretch>
          </a:blipFill>
        </p:spPr>
        <p:txBody>
          <a:bodyPr wrap="square" lIns="0" tIns="0" rIns="0" bIns="0" rtlCol="0"/>
          <a:lstStyle/>
          <a:p/>
        </p:txBody>
      </p:sp>
      <p:sp>
        <p:nvSpPr>
          <p:cNvPr id="201" name="object 201"/>
          <p:cNvSpPr/>
          <p:nvPr/>
        </p:nvSpPr>
        <p:spPr>
          <a:xfrm>
            <a:off x="1797050" y="875030"/>
            <a:ext cx="271780" cy="848360"/>
          </a:xfrm>
          <a:prstGeom prst="rect">
            <a:avLst/>
          </a:prstGeom>
          <a:blipFill>
            <a:blip r:embed="rId2" cstate="print"/>
            <a:stretch>
              <a:fillRect/>
            </a:stretch>
          </a:blipFill>
        </p:spPr>
        <p:txBody>
          <a:bodyPr wrap="square" lIns="0" tIns="0" rIns="0" bIns="0" rtlCol="0"/>
          <a:lstStyle/>
          <a:p/>
        </p:txBody>
      </p:sp>
      <p:sp>
        <p:nvSpPr>
          <p:cNvPr id="202" name="object 202"/>
          <p:cNvSpPr/>
          <p:nvPr/>
        </p:nvSpPr>
        <p:spPr>
          <a:xfrm>
            <a:off x="2136139" y="876300"/>
            <a:ext cx="162560" cy="1066800"/>
          </a:xfrm>
          <a:prstGeom prst="rect">
            <a:avLst/>
          </a:prstGeom>
          <a:blipFill>
            <a:blip r:embed="rId3" cstate="print"/>
            <a:stretch>
              <a:fillRect/>
            </a:stretch>
          </a:blipFill>
        </p:spPr>
        <p:txBody>
          <a:bodyPr wrap="square" lIns="0" tIns="0" rIns="0" bIns="0" rtlCol="0"/>
          <a:lstStyle/>
          <a:p/>
        </p:txBody>
      </p:sp>
      <p:sp>
        <p:nvSpPr>
          <p:cNvPr id="203" name="object 203"/>
          <p:cNvSpPr/>
          <p:nvPr/>
        </p:nvSpPr>
        <p:spPr>
          <a:xfrm>
            <a:off x="2395220" y="1079500"/>
            <a:ext cx="285750" cy="643889"/>
          </a:xfrm>
          <a:prstGeom prst="rect">
            <a:avLst/>
          </a:prstGeom>
          <a:blipFill>
            <a:blip r:embed="rId4" cstate="print"/>
            <a:stretch>
              <a:fillRect/>
            </a:stretch>
          </a:blipFill>
        </p:spPr>
        <p:txBody>
          <a:bodyPr wrap="square" lIns="0" tIns="0" rIns="0" bIns="0" rtlCol="0"/>
          <a:lstStyle/>
          <a:p/>
        </p:txBody>
      </p:sp>
      <p:sp>
        <p:nvSpPr>
          <p:cNvPr id="204" name="object 204"/>
          <p:cNvSpPr/>
          <p:nvPr/>
        </p:nvSpPr>
        <p:spPr>
          <a:xfrm>
            <a:off x="2783839" y="1078230"/>
            <a:ext cx="287019" cy="645160"/>
          </a:xfrm>
          <a:prstGeom prst="rect">
            <a:avLst/>
          </a:prstGeom>
          <a:blipFill>
            <a:blip r:embed="rId5" cstate="print"/>
            <a:stretch>
              <a:fillRect/>
            </a:stretch>
          </a:blipFill>
        </p:spPr>
        <p:txBody>
          <a:bodyPr wrap="square" lIns="0" tIns="0" rIns="0" bIns="0" rtlCol="0"/>
          <a:lstStyle/>
          <a:p/>
        </p:txBody>
      </p:sp>
      <p:sp>
        <p:nvSpPr>
          <p:cNvPr id="205" name="object 205"/>
          <p:cNvSpPr/>
          <p:nvPr/>
        </p:nvSpPr>
        <p:spPr>
          <a:xfrm>
            <a:off x="3169920" y="857250"/>
            <a:ext cx="193040" cy="866139"/>
          </a:xfrm>
          <a:prstGeom prst="rect">
            <a:avLst/>
          </a:prstGeom>
          <a:blipFill>
            <a:blip r:embed="rId6" cstate="print"/>
            <a:stretch>
              <a:fillRect/>
            </a:stretch>
          </a:blipFill>
        </p:spPr>
        <p:txBody>
          <a:bodyPr wrap="square" lIns="0" tIns="0" rIns="0" bIns="0" rtlCol="0"/>
          <a:lstStyle/>
          <a:p/>
        </p:txBody>
      </p:sp>
      <p:sp>
        <p:nvSpPr>
          <p:cNvPr id="206" name="object 206"/>
          <p:cNvSpPr/>
          <p:nvPr/>
        </p:nvSpPr>
        <p:spPr>
          <a:xfrm>
            <a:off x="3465829" y="875030"/>
            <a:ext cx="109220" cy="835660"/>
          </a:xfrm>
          <a:prstGeom prst="rect">
            <a:avLst/>
          </a:prstGeom>
          <a:blipFill>
            <a:blip r:embed="rId7" cstate="print"/>
            <a:stretch>
              <a:fillRect/>
            </a:stretch>
          </a:blipFill>
        </p:spPr>
        <p:txBody>
          <a:bodyPr wrap="square" lIns="0" tIns="0" rIns="0" bIns="0" rtlCol="0"/>
          <a:lstStyle/>
          <a:p/>
        </p:txBody>
      </p:sp>
      <p:sp>
        <p:nvSpPr>
          <p:cNvPr id="207" name="object 207"/>
          <p:cNvSpPr/>
          <p:nvPr/>
        </p:nvSpPr>
        <p:spPr>
          <a:xfrm>
            <a:off x="3652520" y="1092200"/>
            <a:ext cx="298450" cy="618489"/>
          </a:xfrm>
          <a:prstGeom prst="rect">
            <a:avLst/>
          </a:prstGeom>
          <a:blipFill>
            <a:blip r:embed="rId8" cstate="print"/>
            <a:stretch>
              <a:fillRect/>
            </a:stretch>
          </a:blipFill>
        </p:spPr>
        <p:txBody>
          <a:bodyPr wrap="square" lIns="0" tIns="0" rIns="0" bIns="0" rtlCol="0"/>
          <a:lstStyle/>
          <a:p/>
        </p:txBody>
      </p:sp>
      <p:sp>
        <p:nvSpPr>
          <p:cNvPr id="208" name="object 208"/>
          <p:cNvSpPr/>
          <p:nvPr/>
        </p:nvSpPr>
        <p:spPr>
          <a:xfrm>
            <a:off x="4036059" y="1079500"/>
            <a:ext cx="285750" cy="643889"/>
          </a:xfrm>
          <a:prstGeom prst="rect">
            <a:avLst/>
          </a:prstGeom>
          <a:blipFill>
            <a:blip r:embed="rId4" cstate="print"/>
            <a:stretch>
              <a:fillRect/>
            </a:stretch>
          </a:blipFill>
        </p:spPr>
        <p:txBody>
          <a:bodyPr wrap="square" lIns="0" tIns="0" rIns="0" bIns="0" rtlCol="0"/>
          <a:lstStyle/>
          <a:p/>
        </p:txBody>
      </p:sp>
      <p:sp>
        <p:nvSpPr>
          <p:cNvPr id="209" name="object 209"/>
          <p:cNvSpPr/>
          <p:nvPr/>
        </p:nvSpPr>
        <p:spPr>
          <a:xfrm>
            <a:off x="4419600" y="1079500"/>
            <a:ext cx="265429" cy="643889"/>
          </a:xfrm>
          <a:prstGeom prst="rect">
            <a:avLst/>
          </a:prstGeom>
          <a:blipFill>
            <a:blip r:embed="rId9" cstate="print"/>
            <a:stretch>
              <a:fillRect/>
            </a:stretch>
          </a:blipFill>
        </p:spPr>
        <p:txBody>
          <a:bodyPr wrap="square" lIns="0" tIns="0" rIns="0" bIns="0" rtlCol="0"/>
          <a:lstStyle/>
          <a:p/>
        </p:txBody>
      </p:sp>
      <p:sp>
        <p:nvSpPr>
          <p:cNvPr id="210" name="object 210"/>
          <p:cNvSpPr/>
          <p:nvPr/>
        </p:nvSpPr>
        <p:spPr>
          <a:xfrm>
            <a:off x="5010150" y="1079500"/>
            <a:ext cx="281939" cy="643889"/>
          </a:xfrm>
          <a:prstGeom prst="rect">
            <a:avLst/>
          </a:prstGeom>
          <a:blipFill>
            <a:blip r:embed="rId10" cstate="print"/>
            <a:stretch>
              <a:fillRect/>
            </a:stretch>
          </a:blipFill>
        </p:spPr>
        <p:txBody>
          <a:bodyPr wrap="square" lIns="0" tIns="0" rIns="0" bIns="0" rtlCol="0"/>
          <a:lstStyle/>
          <a:p/>
        </p:txBody>
      </p:sp>
      <p:sp>
        <p:nvSpPr>
          <p:cNvPr id="211" name="object 211"/>
          <p:cNvSpPr/>
          <p:nvPr/>
        </p:nvSpPr>
        <p:spPr>
          <a:xfrm>
            <a:off x="5386070" y="861060"/>
            <a:ext cx="203200" cy="849630"/>
          </a:xfrm>
          <a:prstGeom prst="rect">
            <a:avLst/>
          </a:prstGeom>
          <a:blipFill>
            <a:blip r:embed="rId11" cstate="print"/>
            <a:stretch>
              <a:fillRect/>
            </a:stretch>
          </a:blipFill>
        </p:spPr>
        <p:txBody>
          <a:bodyPr wrap="square" lIns="0" tIns="0" rIns="0" bIns="0" rtlCol="0"/>
          <a:lstStyle/>
          <a:p/>
        </p:txBody>
      </p:sp>
      <p:sp>
        <p:nvSpPr>
          <p:cNvPr id="212" name="object 212"/>
          <p:cNvSpPr/>
          <p:nvPr/>
        </p:nvSpPr>
        <p:spPr>
          <a:xfrm>
            <a:off x="5880100" y="875030"/>
            <a:ext cx="269239" cy="835660"/>
          </a:xfrm>
          <a:prstGeom prst="rect">
            <a:avLst/>
          </a:prstGeom>
          <a:blipFill>
            <a:blip r:embed="rId12" cstate="print"/>
            <a:stretch>
              <a:fillRect/>
            </a:stretch>
          </a:blipFill>
        </p:spPr>
        <p:txBody>
          <a:bodyPr wrap="square" lIns="0" tIns="0" rIns="0" bIns="0" rtlCol="0"/>
          <a:lstStyle/>
          <a:p/>
        </p:txBody>
      </p:sp>
      <p:sp>
        <p:nvSpPr>
          <p:cNvPr id="213" name="object 213"/>
          <p:cNvSpPr/>
          <p:nvPr/>
        </p:nvSpPr>
        <p:spPr>
          <a:xfrm>
            <a:off x="6267450" y="875030"/>
            <a:ext cx="109220" cy="835660"/>
          </a:xfrm>
          <a:prstGeom prst="rect">
            <a:avLst/>
          </a:prstGeom>
          <a:blipFill>
            <a:blip r:embed="rId7" cstate="print"/>
            <a:stretch>
              <a:fillRect/>
            </a:stretch>
          </a:blipFill>
        </p:spPr>
        <p:txBody>
          <a:bodyPr wrap="square" lIns="0" tIns="0" rIns="0" bIns="0" rtlCol="0"/>
          <a:lstStyle/>
          <a:p/>
        </p:txBody>
      </p:sp>
      <p:sp>
        <p:nvSpPr>
          <p:cNvPr id="214" name="object 214"/>
          <p:cNvSpPr/>
          <p:nvPr/>
        </p:nvSpPr>
        <p:spPr>
          <a:xfrm>
            <a:off x="6466840" y="1079500"/>
            <a:ext cx="265430" cy="643889"/>
          </a:xfrm>
          <a:prstGeom prst="rect">
            <a:avLst/>
          </a:prstGeom>
          <a:blipFill>
            <a:blip r:embed="rId9" cstate="print"/>
            <a:stretch>
              <a:fillRect/>
            </a:stretch>
          </a:blipFill>
        </p:spPr>
        <p:txBody>
          <a:bodyPr wrap="square" lIns="0" tIns="0" rIns="0" bIns="0" rtlCol="0"/>
          <a:lstStyle/>
          <a:p/>
        </p:txBody>
      </p:sp>
      <p:sp>
        <p:nvSpPr>
          <p:cNvPr id="215" name="object 215"/>
          <p:cNvSpPr/>
          <p:nvPr/>
        </p:nvSpPr>
        <p:spPr>
          <a:xfrm>
            <a:off x="6833869" y="857250"/>
            <a:ext cx="193040" cy="866139"/>
          </a:xfrm>
          <a:prstGeom prst="rect">
            <a:avLst/>
          </a:prstGeom>
          <a:blipFill>
            <a:blip r:embed="rId13" cstate="print"/>
            <a:stretch>
              <a:fillRect/>
            </a:stretch>
          </a:blipFill>
        </p:spPr>
        <p:txBody>
          <a:bodyPr wrap="square" lIns="0" tIns="0" rIns="0" bIns="0" rtlCol="0"/>
          <a:lstStyle/>
          <a:p/>
        </p:txBody>
      </p:sp>
      <p:sp>
        <p:nvSpPr>
          <p:cNvPr id="216" name="object 216"/>
          <p:cNvSpPr/>
          <p:nvPr/>
        </p:nvSpPr>
        <p:spPr>
          <a:xfrm>
            <a:off x="7115809" y="1079500"/>
            <a:ext cx="285750" cy="643889"/>
          </a:xfrm>
          <a:prstGeom prst="rect">
            <a:avLst/>
          </a:prstGeom>
          <a:blipFill>
            <a:blip r:embed="rId4" cstate="print"/>
            <a:stretch>
              <a:fillRect/>
            </a:stretch>
          </a:blipFill>
        </p:spPr>
        <p:txBody>
          <a:bodyPr wrap="square" lIns="0" tIns="0" rIns="0" bIns="0" rtlCol="0"/>
          <a:lstStyle/>
          <a:p/>
        </p:txBody>
      </p:sp>
      <p:sp>
        <p:nvSpPr>
          <p:cNvPr id="217" name="object 217"/>
          <p:cNvSpPr/>
          <p:nvPr/>
        </p:nvSpPr>
        <p:spPr>
          <a:xfrm>
            <a:off x="7515859" y="1079500"/>
            <a:ext cx="261620" cy="631189"/>
          </a:xfrm>
          <a:prstGeom prst="rect">
            <a:avLst/>
          </a:prstGeom>
          <a:blipFill>
            <a:blip r:embed="rId14" cstate="print"/>
            <a:stretch>
              <a:fillRect/>
            </a:stretch>
          </a:blipFill>
        </p:spPr>
        <p:txBody>
          <a:bodyPr wrap="square" lIns="0" tIns="0" rIns="0" bIns="0" rtlCol="0"/>
          <a:lstStyle/>
          <a:p/>
        </p:txBody>
      </p:sp>
      <p:sp>
        <p:nvSpPr>
          <p:cNvPr id="218" name="object 218"/>
          <p:cNvSpPr/>
          <p:nvPr/>
        </p:nvSpPr>
        <p:spPr>
          <a:xfrm>
            <a:off x="7908290" y="875030"/>
            <a:ext cx="109220" cy="835660"/>
          </a:xfrm>
          <a:prstGeom prst="rect">
            <a:avLst/>
          </a:prstGeom>
          <a:blipFill>
            <a:blip r:embed="rId15" cstate="print"/>
            <a:stretch>
              <a:fillRect/>
            </a:stretch>
          </a:blipFill>
        </p:spPr>
        <p:txBody>
          <a:bodyPr wrap="square" lIns="0" tIns="0" rIns="0" bIns="0" rtlCol="0"/>
          <a:lstStyle/>
          <a:p/>
        </p:txBody>
      </p:sp>
      <p:sp>
        <p:nvSpPr>
          <p:cNvPr id="219" name="object 219"/>
          <p:cNvSpPr/>
          <p:nvPr/>
        </p:nvSpPr>
        <p:spPr>
          <a:xfrm>
            <a:off x="8125459" y="1079500"/>
            <a:ext cx="261620" cy="631189"/>
          </a:xfrm>
          <a:prstGeom prst="rect">
            <a:avLst/>
          </a:prstGeom>
          <a:blipFill>
            <a:blip r:embed="rId16" cstate="print"/>
            <a:stretch>
              <a:fillRect/>
            </a:stretch>
          </a:blipFill>
        </p:spPr>
        <p:txBody>
          <a:bodyPr wrap="square" lIns="0" tIns="0" rIns="0" bIns="0" rtlCol="0"/>
          <a:lstStyle/>
          <a:p/>
        </p:txBody>
      </p:sp>
      <p:sp>
        <p:nvSpPr>
          <p:cNvPr id="220" name="object 220"/>
          <p:cNvSpPr/>
          <p:nvPr/>
        </p:nvSpPr>
        <p:spPr>
          <a:xfrm>
            <a:off x="8503919" y="1080769"/>
            <a:ext cx="271779" cy="862329"/>
          </a:xfrm>
          <a:prstGeom prst="rect">
            <a:avLst/>
          </a:prstGeom>
          <a:blipFill>
            <a:blip r:embed="rId17" cstate="print"/>
            <a:stretch>
              <a:fillRect/>
            </a:stretch>
          </a:blipFill>
        </p:spPr>
        <p:txBody>
          <a:bodyPr wrap="square" lIns="0" tIns="0" rIns="0" bIns="0" rtlCol="0"/>
          <a:lstStyle/>
          <a:p/>
        </p:txBody>
      </p:sp>
      <p:sp>
        <p:nvSpPr>
          <p:cNvPr id="221" name="object 221"/>
          <p:cNvSpPr/>
          <p:nvPr/>
        </p:nvSpPr>
        <p:spPr>
          <a:xfrm>
            <a:off x="1295400" y="822960"/>
            <a:ext cx="345439" cy="862330"/>
          </a:xfrm>
          <a:prstGeom prst="rect">
            <a:avLst/>
          </a:prstGeom>
          <a:blipFill>
            <a:blip r:embed="rId18" cstate="print"/>
            <a:stretch>
              <a:fillRect/>
            </a:stretch>
          </a:blipFill>
        </p:spPr>
        <p:txBody>
          <a:bodyPr wrap="square" lIns="0" tIns="0" rIns="0" bIns="0" rtlCol="0"/>
          <a:lstStyle/>
          <a:p/>
        </p:txBody>
      </p:sp>
      <p:sp>
        <p:nvSpPr>
          <p:cNvPr id="222" name="object 222"/>
          <p:cNvSpPr/>
          <p:nvPr/>
        </p:nvSpPr>
        <p:spPr>
          <a:xfrm>
            <a:off x="1784350" y="836930"/>
            <a:ext cx="271780" cy="848360"/>
          </a:xfrm>
          <a:prstGeom prst="rect">
            <a:avLst/>
          </a:prstGeom>
          <a:blipFill>
            <a:blip r:embed="rId19" cstate="print"/>
            <a:stretch>
              <a:fillRect/>
            </a:stretch>
          </a:blipFill>
        </p:spPr>
        <p:txBody>
          <a:bodyPr wrap="square" lIns="0" tIns="0" rIns="0" bIns="0" rtlCol="0"/>
          <a:lstStyle/>
          <a:p/>
        </p:txBody>
      </p:sp>
      <p:sp>
        <p:nvSpPr>
          <p:cNvPr id="223" name="object 223"/>
          <p:cNvSpPr/>
          <p:nvPr/>
        </p:nvSpPr>
        <p:spPr>
          <a:xfrm>
            <a:off x="2123439" y="838200"/>
            <a:ext cx="161289" cy="1066800"/>
          </a:xfrm>
          <a:prstGeom prst="rect">
            <a:avLst/>
          </a:prstGeom>
          <a:blipFill>
            <a:blip r:embed="rId20" cstate="print"/>
            <a:stretch>
              <a:fillRect/>
            </a:stretch>
          </a:blipFill>
        </p:spPr>
        <p:txBody>
          <a:bodyPr wrap="square" lIns="0" tIns="0" rIns="0" bIns="0" rtlCol="0"/>
          <a:lstStyle/>
          <a:p/>
        </p:txBody>
      </p:sp>
      <p:sp>
        <p:nvSpPr>
          <p:cNvPr id="224" name="object 224"/>
          <p:cNvSpPr/>
          <p:nvPr/>
        </p:nvSpPr>
        <p:spPr>
          <a:xfrm>
            <a:off x="2382520" y="1041400"/>
            <a:ext cx="284480" cy="643889"/>
          </a:xfrm>
          <a:prstGeom prst="rect">
            <a:avLst/>
          </a:prstGeom>
          <a:blipFill>
            <a:blip r:embed="rId21" cstate="print"/>
            <a:stretch>
              <a:fillRect/>
            </a:stretch>
          </a:blipFill>
        </p:spPr>
        <p:txBody>
          <a:bodyPr wrap="square" lIns="0" tIns="0" rIns="0" bIns="0" rtlCol="0"/>
          <a:lstStyle/>
          <a:p/>
        </p:txBody>
      </p:sp>
      <p:sp>
        <p:nvSpPr>
          <p:cNvPr id="225" name="object 225"/>
          <p:cNvSpPr/>
          <p:nvPr/>
        </p:nvSpPr>
        <p:spPr>
          <a:xfrm>
            <a:off x="2771139" y="1041400"/>
            <a:ext cx="285750" cy="643889"/>
          </a:xfrm>
          <a:prstGeom prst="rect">
            <a:avLst/>
          </a:prstGeom>
          <a:blipFill>
            <a:blip r:embed="rId22" cstate="print"/>
            <a:stretch>
              <a:fillRect/>
            </a:stretch>
          </a:blipFill>
        </p:spPr>
        <p:txBody>
          <a:bodyPr wrap="square" lIns="0" tIns="0" rIns="0" bIns="0" rtlCol="0"/>
          <a:lstStyle/>
          <a:p/>
        </p:txBody>
      </p:sp>
      <p:sp>
        <p:nvSpPr>
          <p:cNvPr id="226" name="object 226"/>
          <p:cNvSpPr/>
          <p:nvPr/>
        </p:nvSpPr>
        <p:spPr>
          <a:xfrm>
            <a:off x="3157220" y="819150"/>
            <a:ext cx="193040" cy="866139"/>
          </a:xfrm>
          <a:prstGeom prst="rect">
            <a:avLst/>
          </a:prstGeom>
          <a:blipFill>
            <a:blip r:embed="rId23" cstate="print"/>
            <a:stretch>
              <a:fillRect/>
            </a:stretch>
          </a:blipFill>
        </p:spPr>
        <p:txBody>
          <a:bodyPr wrap="square" lIns="0" tIns="0" rIns="0" bIns="0" rtlCol="0"/>
          <a:lstStyle/>
          <a:p/>
        </p:txBody>
      </p:sp>
      <p:grpSp>
        <p:nvGrpSpPr>
          <p:cNvPr id="227" name="object 227"/>
          <p:cNvGrpSpPr/>
          <p:nvPr/>
        </p:nvGrpSpPr>
        <p:grpSpPr>
          <a:xfrm>
            <a:off x="3454400" y="838200"/>
            <a:ext cx="109220" cy="834390"/>
            <a:chOff x="3454400" y="838200"/>
            <a:chExt cx="109220" cy="834390"/>
          </a:xfrm>
        </p:grpSpPr>
        <p:sp>
          <p:nvSpPr>
            <p:cNvPr id="228" name="object 228"/>
            <p:cNvSpPr/>
            <p:nvPr/>
          </p:nvSpPr>
          <p:spPr>
            <a:xfrm>
              <a:off x="3454400" y="838200"/>
              <a:ext cx="109220" cy="194310"/>
            </a:xfrm>
            <a:prstGeom prst="rect">
              <a:avLst/>
            </a:prstGeom>
            <a:blipFill>
              <a:blip r:embed="rId24" cstate="print"/>
              <a:stretch>
                <a:fillRect/>
              </a:stretch>
            </a:blipFill>
          </p:spPr>
          <p:txBody>
            <a:bodyPr wrap="square" lIns="0" tIns="0" rIns="0" bIns="0" rtlCol="0"/>
            <a:lstStyle/>
            <a:p/>
          </p:txBody>
        </p:sp>
        <p:sp>
          <p:nvSpPr>
            <p:cNvPr id="229" name="object 229"/>
            <p:cNvSpPr/>
            <p:nvPr/>
          </p:nvSpPr>
          <p:spPr>
            <a:xfrm>
              <a:off x="3454400" y="1055370"/>
              <a:ext cx="109220" cy="617220"/>
            </a:xfrm>
            <a:prstGeom prst="rect">
              <a:avLst/>
            </a:prstGeom>
            <a:blipFill>
              <a:blip r:embed="rId25" cstate="print"/>
              <a:stretch>
                <a:fillRect/>
              </a:stretch>
            </a:blipFill>
          </p:spPr>
          <p:txBody>
            <a:bodyPr wrap="square" lIns="0" tIns="0" rIns="0" bIns="0" rtlCol="0"/>
            <a:lstStyle/>
            <a:p/>
          </p:txBody>
        </p:sp>
      </p:grpSp>
      <p:sp>
        <p:nvSpPr>
          <p:cNvPr id="230" name="object 230"/>
          <p:cNvSpPr/>
          <p:nvPr/>
        </p:nvSpPr>
        <p:spPr>
          <a:xfrm>
            <a:off x="3639820" y="1055369"/>
            <a:ext cx="298450" cy="617220"/>
          </a:xfrm>
          <a:prstGeom prst="rect">
            <a:avLst/>
          </a:prstGeom>
          <a:blipFill>
            <a:blip r:embed="rId26" cstate="print"/>
            <a:stretch>
              <a:fillRect/>
            </a:stretch>
          </a:blipFill>
        </p:spPr>
        <p:txBody>
          <a:bodyPr wrap="square" lIns="0" tIns="0" rIns="0" bIns="0" rtlCol="0"/>
          <a:lstStyle/>
          <a:p/>
        </p:txBody>
      </p:sp>
      <p:sp>
        <p:nvSpPr>
          <p:cNvPr id="231" name="object 231"/>
          <p:cNvSpPr/>
          <p:nvPr/>
        </p:nvSpPr>
        <p:spPr>
          <a:xfrm>
            <a:off x="4023359" y="1041400"/>
            <a:ext cx="284479" cy="643889"/>
          </a:xfrm>
          <a:prstGeom prst="rect">
            <a:avLst/>
          </a:prstGeom>
          <a:blipFill>
            <a:blip r:embed="rId27" cstate="print"/>
            <a:stretch>
              <a:fillRect/>
            </a:stretch>
          </a:blipFill>
        </p:spPr>
        <p:txBody>
          <a:bodyPr wrap="square" lIns="0" tIns="0" rIns="0" bIns="0" rtlCol="0"/>
          <a:lstStyle/>
          <a:p/>
        </p:txBody>
      </p:sp>
      <p:sp>
        <p:nvSpPr>
          <p:cNvPr id="232" name="object 232"/>
          <p:cNvSpPr/>
          <p:nvPr/>
        </p:nvSpPr>
        <p:spPr>
          <a:xfrm>
            <a:off x="4406900" y="1041400"/>
            <a:ext cx="265429" cy="643889"/>
          </a:xfrm>
          <a:prstGeom prst="rect">
            <a:avLst/>
          </a:prstGeom>
          <a:blipFill>
            <a:blip r:embed="rId28" cstate="print"/>
            <a:stretch>
              <a:fillRect/>
            </a:stretch>
          </a:blipFill>
        </p:spPr>
        <p:txBody>
          <a:bodyPr wrap="square" lIns="0" tIns="0" rIns="0" bIns="0" rtlCol="0"/>
          <a:lstStyle/>
          <a:p/>
        </p:txBody>
      </p:sp>
      <p:sp>
        <p:nvSpPr>
          <p:cNvPr id="233" name="object 233"/>
          <p:cNvSpPr/>
          <p:nvPr/>
        </p:nvSpPr>
        <p:spPr>
          <a:xfrm>
            <a:off x="4997450" y="1042669"/>
            <a:ext cx="281939" cy="642620"/>
          </a:xfrm>
          <a:prstGeom prst="rect">
            <a:avLst/>
          </a:prstGeom>
          <a:blipFill>
            <a:blip r:embed="rId29" cstate="print"/>
            <a:stretch>
              <a:fillRect/>
            </a:stretch>
          </a:blipFill>
        </p:spPr>
        <p:txBody>
          <a:bodyPr wrap="square" lIns="0" tIns="0" rIns="0" bIns="0" rtlCol="0"/>
          <a:lstStyle/>
          <a:p/>
        </p:txBody>
      </p:sp>
      <p:sp>
        <p:nvSpPr>
          <p:cNvPr id="234" name="object 234"/>
          <p:cNvSpPr/>
          <p:nvPr/>
        </p:nvSpPr>
        <p:spPr>
          <a:xfrm>
            <a:off x="5374640" y="822960"/>
            <a:ext cx="203200" cy="849630"/>
          </a:xfrm>
          <a:prstGeom prst="rect">
            <a:avLst/>
          </a:prstGeom>
          <a:blipFill>
            <a:blip r:embed="rId30" cstate="print"/>
            <a:stretch>
              <a:fillRect/>
            </a:stretch>
          </a:blipFill>
        </p:spPr>
        <p:txBody>
          <a:bodyPr wrap="square" lIns="0" tIns="0" rIns="0" bIns="0" rtlCol="0"/>
          <a:lstStyle/>
          <a:p/>
        </p:txBody>
      </p:sp>
      <p:sp>
        <p:nvSpPr>
          <p:cNvPr id="235" name="object 235"/>
          <p:cNvSpPr/>
          <p:nvPr/>
        </p:nvSpPr>
        <p:spPr>
          <a:xfrm>
            <a:off x="5867400" y="838200"/>
            <a:ext cx="269239" cy="834389"/>
          </a:xfrm>
          <a:prstGeom prst="rect">
            <a:avLst/>
          </a:prstGeom>
          <a:blipFill>
            <a:blip r:embed="rId31" cstate="print"/>
            <a:stretch>
              <a:fillRect/>
            </a:stretch>
          </a:blipFill>
        </p:spPr>
        <p:txBody>
          <a:bodyPr wrap="square" lIns="0" tIns="0" rIns="0" bIns="0" rtlCol="0"/>
          <a:lstStyle/>
          <a:p/>
        </p:txBody>
      </p:sp>
      <p:grpSp>
        <p:nvGrpSpPr>
          <p:cNvPr id="236" name="object 236"/>
          <p:cNvGrpSpPr/>
          <p:nvPr/>
        </p:nvGrpSpPr>
        <p:grpSpPr>
          <a:xfrm>
            <a:off x="6254750" y="838200"/>
            <a:ext cx="109220" cy="834390"/>
            <a:chOff x="6254750" y="838200"/>
            <a:chExt cx="109220" cy="834390"/>
          </a:xfrm>
        </p:grpSpPr>
        <p:sp>
          <p:nvSpPr>
            <p:cNvPr id="237" name="object 237"/>
            <p:cNvSpPr/>
            <p:nvPr/>
          </p:nvSpPr>
          <p:spPr>
            <a:xfrm>
              <a:off x="6254750" y="838200"/>
              <a:ext cx="109220" cy="194310"/>
            </a:xfrm>
            <a:prstGeom prst="rect">
              <a:avLst/>
            </a:prstGeom>
            <a:blipFill>
              <a:blip r:embed="rId32" cstate="print"/>
              <a:stretch>
                <a:fillRect/>
              </a:stretch>
            </a:blipFill>
          </p:spPr>
          <p:txBody>
            <a:bodyPr wrap="square" lIns="0" tIns="0" rIns="0" bIns="0" rtlCol="0"/>
            <a:lstStyle/>
            <a:p/>
          </p:txBody>
        </p:sp>
        <p:sp>
          <p:nvSpPr>
            <p:cNvPr id="238" name="object 238"/>
            <p:cNvSpPr/>
            <p:nvPr/>
          </p:nvSpPr>
          <p:spPr>
            <a:xfrm>
              <a:off x="6254750" y="1055370"/>
              <a:ext cx="109220" cy="617220"/>
            </a:xfrm>
            <a:prstGeom prst="rect">
              <a:avLst/>
            </a:prstGeom>
            <a:blipFill>
              <a:blip r:embed="rId33" cstate="print"/>
              <a:stretch>
                <a:fillRect/>
              </a:stretch>
            </a:blipFill>
          </p:spPr>
          <p:txBody>
            <a:bodyPr wrap="square" lIns="0" tIns="0" rIns="0" bIns="0" rtlCol="0"/>
            <a:lstStyle/>
            <a:p/>
          </p:txBody>
        </p:sp>
      </p:grpSp>
      <p:sp>
        <p:nvSpPr>
          <p:cNvPr id="239" name="object 239"/>
          <p:cNvSpPr/>
          <p:nvPr/>
        </p:nvSpPr>
        <p:spPr>
          <a:xfrm>
            <a:off x="6454140" y="1041400"/>
            <a:ext cx="264160" cy="643889"/>
          </a:xfrm>
          <a:prstGeom prst="rect">
            <a:avLst/>
          </a:prstGeom>
          <a:blipFill>
            <a:blip r:embed="rId34" cstate="print"/>
            <a:stretch>
              <a:fillRect/>
            </a:stretch>
          </a:blipFill>
        </p:spPr>
        <p:txBody>
          <a:bodyPr wrap="square" lIns="0" tIns="0" rIns="0" bIns="0" rtlCol="0"/>
          <a:lstStyle/>
          <a:p/>
        </p:txBody>
      </p:sp>
      <p:sp>
        <p:nvSpPr>
          <p:cNvPr id="240" name="object 240"/>
          <p:cNvSpPr/>
          <p:nvPr/>
        </p:nvSpPr>
        <p:spPr>
          <a:xfrm>
            <a:off x="6821169" y="819150"/>
            <a:ext cx="193040" cy="866139"/>
          </a:xfrm>
          <a:prstGeom prst="rect">
            <a:avLst/>
          </a:prstGeom>
          <a:blipFill>
            <a:blip r:embed="rId35" cstate="print"/>
            <a:stretch>
              <a:fillRect/>
            </a:stretch>
          </a:blipFill>
        </p:spPr>
        <p:txBody>
          <a:bodyPr wrap="square" lIns="0" tIns="0" rIns="0" bIns="0" rtlCol="0"/>
          <a:lstStyle/>
          <a:p/>
        </p:txBody>
      </p:sp>
      <p:sp>
        <p:nvSpPr>
          <p:cNvPr id="241" name="object 241"/>
          <p:cNvSpPr/>
          <p:nvPr/>
        </p:nvSpPr>
        <p:spPr>
          <a:xfrm>
            <a:off x="7103109" y="1041400"/>
            <a:ext cx="285750" cy="643889"/>
          </a:xfrm>
          <a:prstGeom prst="rect">
            <a:avLst/>
          </a:prstGeom>
          <a:blipFill>
            <a:blip r:embed="rId36" cstate="print"/>
            <a:stretch>
              <a:fillRect/>
            </a:stretch>
          </a:blipFill>
        </p:spPr>
        <p:txBody>
          <a:bodyPr wrap="square" lIns="0" tIns="0" rIns="0" bIns="0" rtlCol="0"/>
          <a:lstStyle/>
          <a:p/>
        </p:txBody>
      </p:sp>
      <p:sp>
        <p:nvSpPr>
          <p:cNvPr id="242" name="object 242"/>
          <p:cNvSpPr/>
          <p:nvPr/>
        </p:nvSpPr>
        <p:spPr>
          <a:xfrm>
            <a:off x="7503159" y="1042669"/>
            <a:ext cx="261620" cy="629920"/>
          </a:xfrm>
          <a:prstGeom prst="rect">
            <a:avLst/>
          </a:prstGeom>
          <a:blipFill>
            <a:blip r:embed="rId37" cstate="print"/>
            <a:stretch>
              <a:fillRect/>
            </a:stretch>
          </a:blipFill>
        </p:spPr>
        <p:txBody>
          <a:bodyPr wrap="square" lIns="0" tIns="0" rIns="0" bIns="0" rtlCol="0"/>
          <a:lstStyle/>
          <a:p/>
        </p:txBody>
      </p:sp>
      <p:grpSp>
        <p:nvGrpSpPr>
          <p:cNvPr id="243" name="object 243"/>
          <p:cNvGrpSpPr/>
          <p:nvPr/>
        </p:nvGrpSpPr>
        <p:grpSpPr>
          <a:xfrm>
            <a:off x="7895590" y="838200"/>
            <a:ext cx="109220" cy="834390"/>
            <a:chOff x="7895590" y="838200"/>
            <a:chExt cx="109220" cy="834390"/>
          </a:xfrm>
        </p:grpSpPr>
        <p:sp>
          <p:nvSpPr>
            <p:cNvPr id="244" name="object 244"/>
            <p:cNvSpPr/>
            <p:nvPr/>
          </p:nvSpPr>
          <p:spPr>
            <a:xfrm>
              <a:off x="7895590" y="838200"/>
              <a:ext cx="109220" cy="194310"/>
            </a:xfrm>
            <a:prstGeom prst="rect">
              <a:avLst/>
            </a:prstGeom>
            <a:blipFill>
              <a:blip r:embed="rId38" cstate="print"/>
              <a:stretch>
                <a:fillRect/>
              </a:stretch>
            </a:blipFill>
          </p:spPr>
          <p:txBody>
            <a:bodyPr wrap="square" lIns="0" tIns="0" rIns="0" bIns="0" rtlCol="0"/>
            <a:lstStyle/>
            <a:p/>
          </p:txBody>
        </p:sp>
        <p:sp>
          <p:nvSpPr>
            <p:cNvPr id="245" name="object 245"/>
            <p:cNvSpPr/>
            <p:nvPr/>
          </p:nvSpPr>
          <p:spPr>
            <a:xfrm>
              <a:off x="7895590" y="1055370"/>
              <a:ext cx="109220" cy="617220"/>
            </a:xfrm>
            <a:prstGeom prst="rect">
              <a:avLst/>
            </a:prstGeom>
            <a:blipFill>
              <a:blip r:embed="rId39" cstate="print"/>
              <a:stretch>
                <a:fillRect/>
              </a:stretch>
            </a:blipFill>
          </p:spPr>
          <p:txBody>
            <a:bodyPr wrap="square" lIns="0" tIns="0" rIns="0" bIns="0" rtlCol="0"/>
            <a:lstStyle/>
            <a:p/>
          </p:txBody>
        </p:sp>
      </p:grpSp>
      <p:sp>
        <p:nvSpPr>
          <p:cNvPr id="246" name="object 246"/>
          <p:cNvSpPr/>
          <p:nvPr/>
        </p:nvSpPr>
        <p:spPr>
          <a:xfrm>
            <a:off x="8112759" y="1042669"/>
            <a:ext cx="261620" cy="629920"/>
          </a:xfrm>
          <a:prstGeom prst="rect">
            <a:avLst/>
          </a:prstGeom>
          <a:blipFill>
            <a:blip r:embed="rId40" cstate="print"/>
            <a:stretch>
              <a:fillRect/>
            </a:stretch>
          </a:blipFill>
        </p:spPr>
        <p:txBody>
          <a:bodyPr wrap="square" lIns="0" tIns="0" rIns="0" bIns="0" rtlCol="0"/>
          <a:lstStyle/>
          <a:p/>
        </p:txBody>
      </p:sp>
      <p:sp>
        <p:nvSpPr>
          <p:cNvPr id="247" name="object 247"/>
          <p:cNvSpPr/>
          <p:nvPr/>
        </p:nvSpPr>
        <p:spPr>
          <a:xfrm>
            <a:off x="8491219" y="1042669"/>
            <a:ext cx="271779" cy="862329"/>
          </a:xfrm>
          <a:prstGeom prst="rect">
            <a:avLst/>
          </a:prstGeom>
          <a:blipFill>
            <a:blip r:embed="rId41" cstate="print"/>
            <a:stretch>
              <a:fillRect/>
            </a:stretch>
          </a:blipFill>
        </p:spPr>
        <p:txBody>
          <a:bodyPr wrap="square" lIns="0" tIns="0" rIns="0" bIns="0" rtlCol="0"/>
          <a:lstStyle/>
          <a:p/>
        </p:txBody>
      </p:sp>
      <p:sp>
        <p:nvSpPr>
          <p:cNvPr id="248" name="object 248"/>
          <p:cNvSpPr txBox="1"/>
          <p:nvPr/>
        </p:nvSpPr>
        <p:spPr>
          <a:xfrm>
            <a:off x="610869" y="1957070"/>
            <a:ext cx="8002270" cy="4196080"/>
          </a:xfrm>
          <a:prstGeom prst="rect">
            <a:avLst/>
          </a:prstGeom>
        </p:spPr>
        <p:txBody>
          <a:bodyPr vert="horz" wrap="square" lIns="0" tIns="298450" rIns="0" bIns="0" rtlCol="0">
            <a:spAutoFit/>
          </a:bodyPr>
          <a:lstStyle/>
          <a:p>
            <a:pPr marL="562610" indent="-549910">
              <a:lnSpc>
                <a:spcPct val="100000"/>
              </a:lnSpc>
              <a:spcBef>
                <a:spcPts val="2350"/>
              </a:spcBef>
              <a:buFont typeface="Wingdings" panose="05000000000000000000"/>
              <a:buChar char=""/>
              <a:tabLst>
                <a:tab pos="562610" algn="l"/>
              </a:tabLst>
            </a:pPr>
            <a:r>
              <a:rPr sz="3600" b="1" dirty="0">
                <a:latin typeface="Tahoma" panose="020B0604030504040204"/>
                <a:cs typeface="Tahoma" panose="020B0604030504040204"/>
              </a:rPr>
              <a:t>To</a:t>
            </a:r>
            <a:r>
              <a:rPr sz="3600" b="1" spc="-10" dirty="0">
                <a:latin typeface="Tahoma" panose="020B0604030504040204"/>
                <a:cs typeface="Tahoma" panose="020B0604030504040204"/>
              </a:rPr>
              <a:t> </a:t>
            </a:r>
            <a:r>
              <a:rPr sz="3600" b="1" spc="-5" dirty="0">
                <a:latin typeface="Tahoma" panose="020B0604030504040204"/>
                <a:cs typeface="Tahoma" panose="020B0604030504040204"/>
              </a:rPr>
              <a:t>learn</a:t>
            </a:r>
            <a:endParaRPr sz="3600">
              <a:latin typeface="Tahoma" panose="020B0604030504040204"/>
              <a:cs typeface="Tahoma" panose="020B0604030504040204"/>
            </a:endParaRPr>
          </a:p>
          <a:p>
            <a:pPr marL="553720" indent="-541020">
              <a:lnSpc>
                <a:spcPct val="100000"/>
              </a:lnSpc>
              <a:spcBef>
                <a:spcPts val="2250"/>
              </a:spcBef>
              <a:buFont typeface="Wingdings" panose="05000000000000000000"/>
              <a:buChar char=""/>
              <a:tabLst>
                <a:tab pos="553720" algn="l"/>
              </a:tabLst>
            </a:pPr>
            <a:r>
              <a:rPr sz="3600" b="1" dirty="0">
                <a:latin typeface="Tahoma" panose="020B0604030504040204"/>
                <a:cs typeface="Tahoma" panose="020B0604030504040204"/>
              </a:rPr>
              <a:t>To </a:t>
            </a:r>
            <a:r>
              <a:rPr sz="3600" b="1" spc="-5" dirty="0">
                <a:latin typeface="Tahoma" panose="020B0604030504040204"/>
                <a:cs typeface="Tahoma" panose="020B0604030504040204"/>
              </a:rPr>
              <a:t>increase one’s</a:t>
            </a:r>
            <a:r>
              <a:rPr sz="3600" b="1" spc="-10" dirty="0">
                <a:latin typeface="Tahoma" panose="020B0604030504040204"/>
                <a:cs typeface="Tahoma" panose="020B0604030504040204"/>
              </a:rPr>
              <a:t> </a:t>
            </a:r>
            <a:r>
              <a:rPr sz="3600" b="1" spc="-5" dirty="0">
                <a:latin typeface="Tahoma" panose="020B0604030504040204"/>
                <a:cs typeface="Tahoma" panose="020B0604030504040204"/>
              </a:rPr>
              <a:t>understanding</a:t>
            </a:r>
            <a:endParaRPr sz="3600">
              <a:latin typeface="Tahoma" panose="020B0604030504040204"/>
              <a:cs typeface="Tahoma" panose="020B0604030504040204"/>
            </a:endParaRPr>
          </a:p>
          <a:p>
            <a:pPr marL="553720" indent="-541020">
              <a:lnSpc>
                <a:spcPct val="100000"/>
              </a:lnSpc>
              <a:spcBef>
                <a:spcPts val="2240"/>
              </a:spcBef>
              <a:buFont typeface="Wingdings" panose="05000000000000000000"/>
              <a:buChar char=""/>
              <a:tabLst>
                <a:tab pos="553720" algn="l"/>
              </a:tabLst>
            </a:pPr>
            <a:r>
              <a:rPr sz="3600" b="1" dirty="0">
                <a:latin typeface="Tahoma" panose="020B0604030504040204"/>
                <a:cs typeface="Tahoma" panose="020B0604030504040204"/>
              </a:rPr>
              <a:t>To advise </a:t>
            </a:r>
            <a:r>
              <a:rPr sz="3600" b="1" spc="-5" dirty="0">
                <a:latin typeface="Tahoma" panose="020B0604030504040204"/>
                <a:cs typeface="Tahoma" panose="020B0604030504040204"/>
              </a:rPr>
              <a:t>or</a:t>
            </a:r>
            <a:r>
              <a:rPr sz="3600" b="1" spc="-25" dirty="0">
                <a:latin typeface="Tahoma" panose="020B0604030504040204"/>
                <a:cs typeface="Tahoma" panose="020B0604030504040204"/>
              </a:rPr>
              <a:t> </a:t>
            </a:r>
            <a:r>
              <a:rPr sz="3600" b="1" spc="-5" dirty="0">
                <a:latin typeface="Tahoma" panose="020B0604030504040204"/>
                <a:cs typeface="Tahoma" panose="020B0604030504040204"/>
              </a:rPr>
              <a:t>counsel</a:t>
            </a:r>
            <a:endParaRPr sz="3600">
              <a:latin typeface="Tahoma" panose="020B0604030504040204"/>
              <a:cs typeface="Tahoma" panose="020B0604030504040204"/>
            </a:endParaRPr>
          </a:p>
          <a:p>
            <a:pPr marL="548005" marR="1668145" indent="-535940">
              <a:lnSpc>
                <a:spcPct val="152000"/>
              </a:lnSpc>
              <a:buFont typeface="Wingdings" panose="05000000000000000000"/>
              <a:buChar char=""/>
              <a:tabLst>
                <a:tab pos="553720" algn="l"/>
              </a:tabLst>
            </a:pPr>
            <a:r>
              <a:rPr sz="3600" b="1" dirty="0">
                <a:latin typeface="Tahoma" panose="020B0604030504040204"/>
                <a:cs typeface="Tahoma" panose="020B0604030504040204"/>
              </a:rPr>
              <a:t>To </a:t>
            </a:r>
            <a:r>
              <a:rPr sz="3600" b="1" spc="-5" dirty="0">
                <a:latin typeface="Tahoma" panose="020B0604030504040204"/>
                <a:cs typeface="Tahoma" panose="020B0604030504040204"/>
              </a:rPr>
              <a:t>relieve one’s boredom  (listening </a:t>
            </a:r>
            <a:r>
              <a:rPr sz="3600" b="1" dirty="0">
                <a:latin typeface="Tahoma" panose="020B0604030504040204"/>
                <a:cs typeface="Tahoma" panose="020B0604030504040204"/>
              </a:rPr>
              <a:t>to</a:t>
            </a:r>
            <a:r>
              <a:rPr sz="3600" b="1" spc="-5" dirty="0">
                <a:latin typeface="Tahoma" panose="020B0604030504040204"/>
                <a:cs typeface="Tahoma" panose="020B0604030504040204"/>
              </a:rPr>
              <a:t> music)</a:t>
            </a:r>
            <a:endParaRPr sz="3600">
              <a:latin typeface="Tahoma" panose="020B0604030504040204"/>
              <a:cs typeface="Tahoma" panose="020B0604030504040204"/>
            </a:endParaRPr>
          </a:p>
        </p:txBody>
      </p:sp>
      <p:sp>
        <p:nvSpPr>
          <p:cNvPr id="249" name="object 249"/>
          <p:cNvSpPr/>
          <p:nvPr/>
        </p:nvSpPr>
        <p:spPr>
          <a:xfrm>
            <a:off x="7086600" y="4191000"/>
            <a:ext cx="1828800" cy="2057400"/>
          </a:xfrm>
          <a:prstGeom prst="rect">
            <a:avLst/>
          </a:prstGeom>
          <a:blipFill>
            <a:blip r:embed="rId42" cstate="print"/>
            <a:stretch>
              <a:fillRect/>
            </a:stretch>
          </a:blipFill>
        </p:spPr>
        <p:txBody>
          <a:bodyPr wrap="square" lIns="0" tIns="0" rIns="0" bIns="0" rtlCol="0"/>
          <a:lstStyle/>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48">
                                            <p:txEl>
                                              <p:pRg st="0" end="0"/>
                                            </p:txEl>
                                          </p:spTgt>
                                        </p:tgtEl>
                                        <p:attrNameLst>
                                          <p:attrName>style.visibility</p:attrName>
                                        </p:attrNameLst>
                                      </p:cBhvr>
                                      <p:to>
                                        <p:strVal val="visible"/>
                                      </p:to>
                                    </p:set>
                                    <p:anim calcmode="lin" valueType="num">
                                      <p:cBhvr additive="base">
                                        <p:cTn id="7" dur="500" fill="hold"/>
                                        <p:tgtEl>
                                          <p:spTgt spid="24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8">
                                            <p:txEl>
                                              <p:pRg st="1" end="1"/>
                                            </p:txEl>
                                          </p:spTgt>
                                        </p:tgtEl>
                                        <p:attrNameLst>
                                          <p:attrName>style.visibility</p:attrName>
                                        </p:attrNameLst>
                                      </p:cBhvr>
                                      <p:to>
                                        <p:strVal val="visible"/>
                                      </p:to>
                                    </p:set>
                                    <p:anim calcmode="lin" valueType="num">
                                      <p:cBhvr additive="base">
                                        <p:cTn id="13" dur="500" fill="hold"/>
                                        <p:tgtEl>
                                          <p:spTgt spid="24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4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48">
                                            <p:txEl>
                                              <p:pRg st="2" end="2"/>
                                            </p:txEl>
                                          </p:spTgt>
                                        </p:tgtEl>
                                        <p:attrNameLst>
                                          <p:attrName>style.visibility</p:attrName>
                                        </p:attrNameLst>
                                      </p:cBhvr>
                                      <p:to>
                                        <p:strVal val="visible"/>
                                      </p:to>
                                    </p:set>
                                    <p:anim calcmode="lin" valueType="num">
                                      <p:cBhvr additive="base">
                                        <p:cTn id="19" dur="500" fill="hold"/>
                                        <p:tgtEl>
                                          <p:spTgt spid="248">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48">
                                            <p:txEl>
                                              <p:pRg st="3" end="3"/>
                                            </p:txEl>
                                          </p:spTgt>
                                        </p:tgtEl>
                                        <p:attrNameLst>
                                          <p:attrName>style.visibility</p:attrName>
                                        </p:attrNameLst>
                                      </p:cBhvr>
                                      <p:to>
                                        <p:strVal val="visible"/>
                                      </p:to>
                                    </p:set>
                                    <p:anim calcmode="lin" valueType="num">
                                      <p:cBhvr additive="base">
                                        <p:cTn id="25" dur="500" fill="hold"/>
                                        <p:tgtEl>
                                          <p:spTgt spid="248">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48">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441959" y="1066800"/>
            <a:ext cx="8359140" cy="869950"/>
            <a:chOff x="441959" y="1066800"/>
            <a:chExt cx="8359140" cy="869950"/>
          </a:xfrm>
        </p:grpSpPr>
        <p:sp>
          <p:nvSpPr>
            <p:cNvPr id="3" name="object 3"/>
            <p:cNvSpPr/>
            <p:nvPr/>
          </p:nvSpPr>
          <p:spPr>
            <a:xfrm>
              <a:off x="765429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4" name="object 4"/>
            <p:cNvSpPr/>
            <p:nvPr/>
          </p:nvSpPr>
          <p:spPr>
            <a:xfrm>
              <a:off x="761745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5" name="object 5"/>
            <p:cNvSpPr/>
            <p:nvPr/>
          </p:nvSpPr>
          <p:spPr>
            <a:xfrm>
              <a:off x="758190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6" name="object 6"/>
            <p:cNvSpPr/>
            <p:nvPr/>
          </p:nvSpPr>
          <p:spPr>
            <a:xfrm>
              <a:off x="754506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7" name="object 7"/>
            <p:cNvSpPr/>
            <p:nvPr/>
          </p:nvSpPr>
          <p:spPr>
            <a:xfrm>
              <a:off x="750950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8" name="object 8"/>
            <p:cNvSpPr/>
            <p:nvPr/>
          </p:nvSpPr>
          <p:spPr>
            <a:xfrm>
              <a:off x="747267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9" name="object 9"/>
            <p:cNvSpPr/>
            <p:nvPr/>
          </p:nvSpPr>
          <p:spPr>
            <a:xfrm>
              <a:off x="743711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0" name="object 10"/>
            <p:cNvSpPr/>
            <p:nvPr/>
          </p:nvSpPr>
          <p:spPr>
            <a:xfrm>
              <a:off x="740029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1" name="object 11"/>
            <p:cNvSpPr/>
            <p:nvPr/>
          </p:nvSpPr>
          <p:spPr>
            <a:xfrm>
              <a:off x="736472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2" name="object 12"/>
            <p:cNvSpPr/>
            <p:nvPr/>
          </p:nvSpPr>
          <p:spPr>
            <a:xfrm>
              <a:off x="73279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3" name="object 13"/>
            <p:cNvSpPr/>
            <p:nvPr/>
          </p:nvSpPr>
          <p:spPr>
            <a:xfrm>
              <a:off x="729234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4" name="object 14"/>
            <p:cNvSpPr/>
            <p:nvPr/>
          </p:nvSpPr>
          <p:spPr>
            <a:xfrm>
              <a:off x="725550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5" name="object 15"/>
            <p:cNvSpPr/>
            <p:nvPr/>
          </p:nvSpPr>
          <p:spPr>
            <a:xfrm>
              <a:off x="721995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6" name="object 16"/>
            <p:cNvSpPr/>
            <p:nvPr/>
          </p:nvSpPr>
          <p:spPr>
            <a:xfrm>
              <a:off x="71831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7" name="object 17"/>
            <p:cNvSpPr/>
            <p:nvPr/>
          </p:nvSpPr>
          <p:spPr>
            <a:xfrm>
              <a:off x="714629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8" name="object 18"/>
            <p:cNvSpPr/>
            <p:nvPr/>
          </p:nvSpPr>
          <p:spPr>
            <a:xfrm>
              <a:off x="711072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 name="object 19"/>
            <p:cNvSpPr/>
            <p:nvPr/>
          </p:nvSpPr>
          <p:spPr>
            <a:xfrm>
              <a:off x="70739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20" name="object 20"/>
            <p:cNvSpPr/>
            <p:nvPr/>
          </p:nvSpPr>
          <p:spPr>
            <a:xfrm>
              <a:off x="703834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21" name="object 21"/>
            <p:cNvSpPr/>
            <p:nvPr/>
          </p:nvSpPr>
          <p:spPr>
            <a:xfrm>
              <a:off x="700150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22" name="object 22"/>
            <p:cNvSpPr/>
            <p:nvPr/>
          </p:nvSpPr>
          <p:spPr>
            <a:xfrm>
              <a:off x="696595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23" name="object 23"/>
            <p:cNvSpPr/>
            <p:nvPr/>
          </p:nvSpPr>
          <p:spPr>
            <a:xfrm>
              <a:off x="69291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24" name="object 24"/>
            <p:cNvSpPr/>
            <p:nvPr/>
          </p:nvSpPr>
          <p:spPr>
            <a:xfrm>
              <a:off x="689355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25" name="object 25"/>
            <p:cNvSpPr/>
            <p:nvPr/>
          </p:nvSpPr>
          <p:spPr>
            <a:xfrm>
              <a:off x="685673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26" name="object 26"/>
            <p:cNvSpPr/>
            <p:nvPr/>
          </p:nvSpPr>
          <p:spPr>
            <a:xfrm>
              <a:off x="682116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7" name="object 27"/>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8" name="object 28"/>
            <p:cNvSpPr/>
            <p:nvPr/>
          </p:nvSpPr>
          <p:spPr>
            <a:xfrm>
              <a:off x="671195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9" name="object 29"/>
            <p:cNvSpPr/>
            <p:nvPr/>
          </p:nvSpPr>
          <p:spPr>
            <a:xfrm>
              <a:off x="66751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30" name="object 30"/>
            <p:cNvSpPr/>
            <p:nvPr/>
          </p:nvSpPr>
          <p:spPr>
            <a:xfrm>
              <a:off x="663955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31" name="object 31"/>
            <p:cNvSpPr/>
            <p:nvPr/>
          </p:nvSpPr>
          <p:spPr>
            <a:xfrm>
              <a:off x="660273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32" name="object 32"/>
            <p:cNvSpPr/>
            <p:nvPr/>
          </p:nvSpPr>
          <p:spPr>
            <a:xfrm>
              <a:off x="656716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33" name="object 33"/>
            <p:cNvSpPr/>
            <p:nvPr/>
          </p:nvSpPr>
          <p:spPr>
            <a:xfrm>
              <a:off x="653033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34" name="object 34"/>
            <p:cNvSpPr/>
            <p:nvPr/>
          </p:nvSpPr>
          <p:spPr>
            <a:xfrm>
              <a:off x="6494780"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35" name="object 35"/>
            <p:cNvSpPr/>
            <p:nvPr/>
          </p:nvSpPr>
          <p:spPr>
            <a:xfrm>
              <a:off x="645795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36" name="object 36"/>
            <p:cNvSpPr/>
            <p:nvPr/>
          </p:nvSpPr>
          <p:spPr>
            <a:xfrm>
              <a:off x="642238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37" name="object 37"/>
            <p:cNvSpPr/>
            <p:nvPr/>
          </p:nvSpPr>
          <p:spPr>
            <a:xfrm>
              <a:off x="638555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38" name="object 38"/>
            <p:cNvSpPr/>
            <p:nvPr/>
          </p:nvSpPr>
          <p:spPr>
            <a:xfrm>
              <a:off x="635000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39" name="object 39"/>
            <p:cNvSpPr/>
            <p:nvPr/>
          </p:nvSpPr>
          <p:spPr>
            <a:xfrm>
              <a:off x="631316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40" name="object 40"/>
            <p:cNvSpPr/>
            <p:nvPr/>
          </p:nvSpPr>
          <p:spPr>
            <a:xfrm>
              <a:off x="627760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41" name="object 41"/>
            <p:cNvSpPr/>
            <p:nvPr/>
          </p:nvSpPr>
          <p:spPr>
            <a:xfrm>
              <a:off x="62407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42" name="object 42"/>
            <p:cNvSpPr/>
            <p:nvPr/>
          </p:nvSpPr>
          <p:spPr>
            <a:xfrm>
              <a:off x="62052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43" name="object 43"/>
            <p:cNvSpPr/>
            <p:nvPr/>
          </p:nvSpPr>
          <p:spPr>
            <a:xfrm>
              <a:off x="61683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44" name="object 44"/>
            <p:cNvSpPr/>
            <p:nvPr/>
          </p:nvSpPr>
          <p:spPr>
            <a:xfrm>
              <a:off x="61328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45" name="object 45"/>
            <p:cNvSpPr/>
            <p:nvPr/>
          </p:nvSpPr>
          <p:spPr>
            <a:xfrm>
              <a:off x="60960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46" name="object 46"/>
            <p:cNvSpPr/>
            <p:nvPr/>
          </p:nvSpPr>
          <p:spPr>
            <a:xfrm>
              <a:off x="606043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47" name="object 47"/>
            <p:cNvSpPr/>
            <p:nvPr/>
          </p:nvSpPr>
          <p:spPr>
            <a:xfrm>
              <a:off x="60236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48" name="object 48"/>
            <p:cNvSpPr/>
            <p:nvPr/>
          </p:nvSpPr>
          <p:spPr>
            <a:xfrm>
              <a:off x="59867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49" name="object 49"/>
            <p:cNvSpPr/>
            <p:nvPr/>
          </p:nvSpPr>
          <p:spPr>
            <a:xfrm>
              <a:off x="59512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50" name="object 50"/>
            <p:cNvSpPr/>
            <p:nvPr/>
          </p:nvSpPr>
          <p:spPr>
            <a:xfrm>
              <a:off x="59143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51" name="object 51"/>
            <p:cNvSpPr/>
            <p:nvPr/>
          </p:nvSpPr>
          <p:spPr>
            <a:xfrm>
              <a:off x="58788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52" name="object 52"/>
            <p:cNvSpPr/>
            <p:nvPr/>
          </p:nvSpPr>
          <p:spPr>
            <a:xfrm>
              <a:off x="58420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53" name="object 53"/>
            <p:cNvSpPr/>
            <p:nvPr/>
          </p:nvSpPr>
          <p:spPr>
            <a:xfrm>
              <a:off x="580643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54" name="object 54"/>
            <p:cNvSpPr/>
            <p:nvPr/>
          </p:nvSpPr>
          <p:spPr>
            <a:xfrm>
              <a:off x="57696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55" name="object 55"/>
            <p:cNvSpPr/>
            <p:nvPr/>
          </p:nvSpPr>
          <p:spPr>
            <a:xfrm>
              <a:off x="57327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56" name="object 56"/>
            <p:cNvSpPr/>
            <p:nvPr/>
          </p:nvSpPr>
          <p:spPr>
            <a:xfrm>
              <a:off x="56972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57" name="object 57"/>
            <p:cNvSpPr/>
            <p:nvPr/>
          </p:nvSpPr>
          <p:spPr>
            <a:xfrm>
              <a:off x="56603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58" name="object 58"/>
            <p:cNvSpPr/>
            <p:nvPr/>
          </p:nvSpPr>
          <p:spPr>
            <a:xfrm>
              <a:off x="56248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59" name="object 59"/>
            <p:cNvSpPr/>
            <p:nvPr/>
          </p:nvSpPr>
          <p:spPr>
            <a:xfrm>
              <a:off x="558926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60" name="object 60"/>
            <p:cNvSpPr/>
            <p:nvPr/>
          </p:nvSpPr>
          <p:spPr>
            <a:xfrm>
              <a:off x="55524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61" name="object 61"/>
            <p:cNvSpPr/>
            <p:nvPr/>
          </p:nvSpPr>
          <p:spPr>
            <a:xfrm>
              <a:off x="55156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62" name="object 62"/>
            <p:cNvSpPr/>
            <p:nvPr/>
          </p:nvSpPr>
          <p:spPr>
            <a:xfrm>
              <a:off x="548005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63" name="object 63"/>
            <p:cNvSpPr/>
            <p:nvPr/>
          </p:nvSpPr>
          <p:spPr>
            <a:xfrm>
              <a:off x="54432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64" name="object 64"/>
            <p:cNvSpPr/>
            <p:nvPr/>
          </p:nvSpPr>
          <p:spPr>
            <a:xfrm>
              <a:off x="540765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65" name="object 65"/>
            <p:cNvSpPr/>
            <p:nvPr/>
          </p:nvSpPr>
          <p:spPr>
            <a:xfrm>
              <a:off x="537083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66" name="object 66"/>
            <p:cNvSpPr/>
            <p:nvPr/>
          </p:nvSpPr>
          <p:spPr>
            <a:xfrm>
              <a:off x="533526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67" name="object 67"/>
            <p:cNvSpPr/>
            <p:nvPr/>
          </p:nvSpPr>
          <p:spPr>
            <a:xfrm>
              <a:off x="52984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68" name="object 68"/>
            <p:cNvSpPr/>
            <p:nvPr/>
          </p:nvSpPr>
          <p:spPr>
            <a:xfrm>
              <a:off x="52616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69" name="object 69"/>
            <p:cNvSpPr/>
            <p:nvPr/>
          </p:nvSpPr>
          <p:spPr>
            <a:xfrm>
              <a:off x="522605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70" name="object 70"/>
            <p:cNvSpPr/>
            <p:nvPr/>
          </p:nvSpPr>
          <p:spPr>
            <a:xfrm>
              <a:off x="51892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71" name="object 71"/>
            <p:cNvSpPr/>
            <p:nvPr/>
          </p:nvSpPr>
          <p:spPr>
            <a:xfrm>
              <a:off x="515365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72" name="object 72"/>
            <p:cNvSpPr/>
            <p:nvPr/>
          </p:nvSpPr>
          <p:spPr>
            <a:xfrm>
              <a:off x="511683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73" name="object 73"/>
            <p:cNvSpPr/>
            <p:nvPr/>
          </p:nvSpPr>
          <p:spPr>
            <a:xfrm>
              <a:off x="508126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74" name="object 74"/>
            <p:cNvSpPr/>
            <p:nvPr/>
          </p:nvSpPr>
          <p:spPr>
            <a:xfrm>
              <a:off x="50444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75" name="object 75"/>
            <p:cNvSpPr/>
            <p:nvPr/>
          </p:nvSpPr>
          <p:spPr>
            <a:xfrm>
              <a:off x="500888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76" name="object 76"/>
            <p:cNvSpPr/>
            <p:nvPr/>
          </p:nvSpPr>
          <p:spPr>
            <a:xfrm>
              <a:off x="497205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77" name="object 77"/>
            <p:cNvSpPr/>
            <p:nvPr/>
          </p:nvSpPr>
          <p:spPr>
            <a:xfrm>
              <a:off x="493648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78" name="object 78"/>
            <p:cNvSpPr/>
            <p:nvPr/>
          </p:nvSpPr>
          <p:spPr>
            <a:xfrm>
              <a:off x="489965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79" name="object 79"/>
            <p:cNvSpPr/>
            <p:nvPr/>
          </p:nvSpPr>
          <p:spPr>
            <a:xfrm>
              <a:off x="486410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80" name="object 80"/>
            <p:cNvSpPr/>
            <p:nvPr/>
          </p:nvSpPr>
          <p:spPr>
            <a:xfrm>
              <a:off x="482726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81" name="object 81"/>
            <p:cNvSpPr/>
            <p:nvPr/>
          </p:nvSpPr>
          <p:spPr>
            <a:xfrm>
              <a:off x="47904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82" name="object 82"/>
            <p:cNvSpPr/>
            <p:nvPr/>
          </p:nvSpPr>
          <p:spPr>
            <a:xfrm>
              <a:off x="475488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83" name="object 83"/>
            <p:cNvSpPr/>
            <p:nvPr/>
          </p:nvSpPr>
          <p:spPr>
            <a:xfrm>
              <a:off x="471805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84" name="object 84"/>
            <p:cNvSpPr/>
            <p:nvPr/>
          </p:nvSpPr>
          <p:spPr>
            <a:xfrm>
              <a:off x="468248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85" name="object 85"/>
            <p:cNvSpPr/>
            <p:nvPr/>
          </p:nvSpPr>
          <p:spPr>
            <a:xfrm>
              <a:off x="464565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86" name="object 86"/>
            <p:cNvSpPr/>
            <p:nvPr/>
          </p:nvSpPr>
          <p:spPr>
            <a:xfrm>
              <a:off x="461010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87" name="object 87"/>
            <p:cNvSpPr/>
            <p:nvPr/>
          </p:nvSpPr>
          <p:spPr>
            <a:xfrm>
              <a:off x="457326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88" name="object 88"/>
            <p:cNvSpPr/>
            <p:nvPr/>
          </p:nvSpPr>
          <p:spPr>
            <a:xfrm>
              <a:off x="453770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89" name="object 89"/>
            <p:cNvSpPr/>
            <p:nvPr/>
          </p:nvSpPr>
          <p:spPr>
            <a:xfrm>
              <a:off x="45008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90" name="object 90"/>
            <p:cNvSpPr/>
            <p:nvPr/>
          </p:nvSpPr>
          <p:spPr>
            <a:xfrm>
              <a:off x="44653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91" name="object 91"/>
            <p:cNvSpPr/>
            <p:nvPr/>
          </p:nvSpPr>
          <p:spPr>
            <a:xfrm>
              <a:off x="44284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92" name="object 92"/>
            <p:cNvSpPr/>
            <p:nvPr/>
          </p:nvSpPr>
          <p:spPr>
            <a:xfrm>
              <a:off x="43929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93" name="object 93"/>
            <p:cNvSpPr/>
            <p:nvPr/>
          </p:nvSpPr>
          <p:spPr>
            <a:xfrm>
              <a:off x="43561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94" name="object 94"/>
            <p:cNvSpPr/>
            <p:nvPr/>
          </p:nvSpPr>
          <p:spPr>
            <a:xfrm>
              <a:off x="432053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95" name="object 95"/>
            <p:cNvSpPr/>
            <p:nvPr/>
          </p:nvSpPr>
          <p:spPr>
            <a:xfrm>
              <a:off x="42837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96" name="object 96"/>
            <p:cNvSpPr/>
            <p:nvPr/>
          </p:nvSpPr>
          <p:spPr>
            <a:xfrm>
              <a:off x="42468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97" name="object 97"/>
            <p:cNvSpPr/>
            <p:nvPr/>
          </p:nvSpPr>
          <p:spPr>
            <a:xfrm>
              <a:off x="42113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98" name="object 98"/>
            <p:cNvSpPr/>
            <p:nvPr/>
          </p:nvSpPr>
          <p:spPr>
            <a:xfrm>
              <a:off x="41744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99" name="object 99"/>
            <p:cNvSpPr/>
            <p:nvPr/>
          </p:nvSpPr>
          <p:spPr>
            <a:xfrm>
              <a:off x="41389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100" name="object 100"/>
            <p:cNvSpPr/>
            <p:nvPr/>
          </p:nvSpPr>
          <p:spPr>
            <a:xfrm>
              <a:off x="410210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101" name="object 101"/>
            <p:cNvSpPr/>
            <p:nvPr/>
          </p:nvSpPr>
          <p:spPr>
            <a:xfrm>
              <a:off x="406653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102" name="object 102"/>
            <p:cNvSpPr/>
            <p:nvPr/>
          </p:nvSpPr>
          <p:spPr>
            <a:xfrm>
              <a:off x="40297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103" name="object 103"/>
            <p:cNvSpPr/>
            <p:nvPr/>
          </p:nvSpPr>
          <p:spPr>
            <a:xfrm>
              <a:off x="399288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104" name="object 104"/>
            <p:cNvSpPr/>
            <p:nvPr/>
          </p:nvSpPr>
          <p:spPr>
            <a:xfrm>
              <a:off x="395731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105" name="object 105"/>
            <p:cNvSpPr/>
            <p:nvPr/>
          </p:nvSpPr>
          <p:spPr>
            <a:xfrm>
              <a:off x="392048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106" name="object 106"/>
            <p:cNvSpPr/>
            <p:nvPr/>
          </p:nvSpPr>
          <p:spPr>
            <a:xfrm>
              <a:off x="388493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107" name="object 107"/>
            <p:cNvSpPr/>
            <p:nvPr/>
          </p:nvSpPr>
          <p:spPr>
            <a:xfrm>
              <a:off x="384936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108" name="object 108"/>
            <p:cNvSpPr/>
            <p:nvPr/>
          </p:nvSpPr>
          <p:spPr>
            <a:xfrm>
              <a:off x="38125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109" name="object 109"/>
            <p:cNvSpPr/>
            <p:nvPr/>
          </p:nvSpPr>
          <p:spPr>
            <a:xfrm>
              <a:off x="37757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110" name="object 110"/>
            <p:cNvSpPr/>
            <p:nvPr/>
          </p:nvSpPr>
          <p:spPr>
            <a:xfrm>
              <a:off x="374015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111" name="object 111"/>
            <p:cNvSpPr/>
            <p:nvPr/>
          </p:nvSpPr>
          <p:spPr>
            <a:xfrm>
              <a:off x="37033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112" name="object 112"/>
            <p:cNvSpPr/>
            <p:nvPr/>
          </p:nvSpPr>
          <p:spPr>
            <a:xfrm>
              <a:off x="366775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113" name="object 113"/>
            <p:cNvSpPr/>
            <p:nvPr/>
          </p:nvSpPr>
          <p:spPr>
            <a:xfrm>
              <a:off x="363093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114" name="object 114"/>
            <p:cNvSpPr/>
            <p:nvPr/>
          </p:nvSpPr>
          <p:spPr>
            <a:xfrm>
              <a:off x="3595370"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115" name="object 115"/>
            <p:cNvSpPr/>
            <p:nvPr/>
          </p:nvSpPr>
          <p:spPr>
            <a:xfrm>
              <a:off x="35585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116" name="object 116"/>
            <p:cNvSpPr/>
            <p:nvPr/>
          </p:nvSpPr>
          <p:spPr>
            <a:xfrm>
              <a:off x="352170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117" name="object 117"/>
            <p:cNvSpPr/>
            <p:nvPr/>
          </p:nvSpPr>
          <p:spPr>
            <a:xfrm>
              <a:off x="348614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118" name="object 118"/>
            <p:cNvSpPr/>
            <p:nvPr/>
          </p:nvSpPr>
          <p:spPr>
            <a:xfrm>
              <a:off x="3449320"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119" name="object 119"/>
            <p:cNvSpPr/>
            <p:nvPr/>
          </p:nvSpPr>
          <p:spPr>
            <a:xfrm>
              <a:off x="341375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120" name="object 120"/>
            <p:cNvSpPr/>
            <p:nvPr/>
          </p:nvSpPr>
          <p:spPr>
            <a:xfrm>
              <a:off x="3376930"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121" name="object 121"/>
            <p:cNvSpPr/>
            <p:nvPr/>
          </p:nvSpPr>
          <p:spPr>
            <a:xfrm>
              <a:off x="3341370"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122" name="object 122"/>
            <p:cNvSpPr/>
            <p:nvPr/>
          </p:nvSpPr>
          <p:spPr>
            <a:xfrm>
              <a:off x="3304539" y="1780540"/>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123" name="object 123"/>
            <p:cNvSpPr/>
            <p:nvPr/>
          </p:nvSpPr>
          <p:spPr>
            <a:xfrm>
              <a:off x="326898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124" name="object 124"/>
            <p:cNvSpPr/>
            <p:nvPr/>
          </p:nvSpPr>
          <p:spPr>
            <a:xfrm>
              <a:off x="323214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125" name="object 125"/>
            <p:cNvSpPr/>
            <p:nvPr/>
          </p:nvSpPr>
          <p:spPr>
            <a:xfrm>
              <a:off x="319658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126" name="object 126"/>
            <p:cNvSpPr/>
            <p:nvPr/>
          </p:nvSpPr>
          <p:spPr>
            <a:xfrm>
              <a:off x="315975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127" name="object 127"/>
            <p:cNvSpPr/>
            <p:nvPr/>
          </p:nvSpPr>
          <p:spPr>
            <a:xfrm>
              <a:off x="312419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128" name="object 128"/>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129" name="object 129"/>
            <p:cNvSpPr/>
            <p:nvPr/>
          </p:nvSpPr>
          <p:spPr>
            <a:xfrm>
              <a:off x="3014980"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130" name="object 130"/>
            <p:cNvSpPr/>
            <p:nvPr/>
          </p:nvSpPr>
          <p:spPr>
            <a:xfrm>
              <a:off x="297814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131" name="object 131"/>
            <p:cNvSpPr/>
            <p:nvPr/>
          </p:nvSpPr>
          <p:spPr>
            <a:xfrm>
              <a:off x="294258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132" name="object 132"/>
            <p:cNvSpPr/>
            <p:nvPr/>
          </p:nvSpPr>
          <p:spPr>
            <a:xfrm>
              <a:off x="290575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133" name="object 133"/>
            <p:cNvSpPr/>
            <p:nvPr/>
          </p:nvSpPr>
          <p:spPr>
            <a:xfrm>
              <a:off x="287019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134" name="object 134"/>
            <p:cNvSpPr/>
            <p:nvPr/>
          </p:nvSpPr>
          <p:spPr>
            <a:xfrm>
              <a:off x="283337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135" name="object 135"/>
            <p:cNvSpPr/>
            <p:nvPr/>
          </p:nvSpPr>
          <p:spPr>
            <a:xfrm>
              <a:off x="279780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136" name="object 136"/>
            <p:cNvSpPr/>
            <p:nvPr/>
          </p:nvSpPr>
          <p:spPr>
            <a:xfrm>
              <a:off x="276098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137" name="object 137"/>
            <p:cNvSpPr/>
            <p:nvPr/>
          </p:nvSpPr>
          <p:spPr>
            <a:xfrm>
              <a:off x="272542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138" name="object 138"/>
            <p:cNvSpPr/>
            <p:nvPr/>
          </p:nvSpPr>
          <p:spPr>
            <a:xfrm>
              <a:off x="268858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139" name="object 139"/>
            <p:cNvSpPr/>
            <p:nvPr/>
          </p:nvSpPr>
          <p:spPr>
            <a:xfrm>
              <a:off x="2653030"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140" name="object 140"/>
            <p:cNvSpPr/>
            <p:nvPr/>
          </p:nvSpPr>
          <p:spPr>
            <a:xfrm>
              <a:off x="261619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141" name="object 141"/>
            <p:cNvSpPr/>
            <p:nvPr/>
          </p:nvSpPr>
          <p:spPr>
            <a:xfrm>
              <a:off x="257937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142" name="object 142"/>
            <p:cNvSpPr/>
            <p:nvPr/>
          </p:nvSpPr>
          <p:spPr>
            <a:xfrm>
              <a:off x="254380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143" name="object 143"/>
            <p:cNvSpPr/>
            <p:nvPr/>
          </p:nvSpPr>
          <p:spPr>
            <a:xfrm>
              <a:off x="250698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144" name="object 144"/>
            <p:cNvSpPr/>
            <p:nvPr/>
          </p:nvSpPr>
          <p:spPr>
            <a:xfrm>
              <a:off x="247142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145" name="object 145"/>
            <p:cNvSpPr/>
            <p:nvPr/>
          </p:nvSpPr>
          <p:spPr>
            <a:xfrm>
              <a:off x="243458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146" name="object 146"/>
            <p:cNvSpPr/>
            <p:nvPr/>
          </p:nvSpPr>
          <p:spPr>
            <a:xfrm>
              <a:off x="2399030"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147" name="object 147"/>
            <p:cNvSpPr/>
            <p:nvPr/>
          </p:nvSpPr>
          <p:spPr>
            <a:xfrm>
              <a:off x="236219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148" name="object 148"/>
            <p:cNvSpPr/>
            <p:nvPr/>
          </p:nvSpPr>
          <p:spPr>
            <a:xfrm>
              <a:off x="232537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149" name="object 149"/>
            <p:cNvSpPr/>
            <p:nvPr/>
          </p:nvSpPr>
          <p:spPr>
            <a:xfrm>
              <a:off x="228980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150" name="object 150"/>
            <p:cNvSpPr/>
            <p:nvPr/>
          </p:nvSpPr>
          <p:spPr>
            <a:xfrm>
              <a:off x="225298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151" name="object 151"/>
            <p:cNvSpPr/>
            <p:nvPr/>
          </p:nvSpPr>
          <p:spPr>
            <a:xfrm>
              <a:off x="221742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152" name="object 152"/>
            <p:cNvSpPr/>
            <p:nvPr/>
          </p:nvSpPr>
          <p:spPr>
            <a:xfrm>
              <a:off x="218185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153" name="object 153"/>
            <p:cNvSpPr/>
            <p:nvPr/>
          </p:nvSpPr>
          <p:spPr>
            <a:xfrm>
              <a:off x="214503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154" name="object 154"/>
            <p:cNvSpPr/>
            <p:nvPr/>
          </p:nvSpPr>
          <p:spPr>
            <a:xfrm>
              <a:off x="210819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155" name="object 155"/>
            <p:cNvSpPr/>
            <p:nvPr/>
          </p:nvSpPr>
          <p:spPr>
            <a:xfrm>
              <a:off x="207263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156" name="object 156"/>
            <p:cNvSpPr/>
            <p:nvPr/>
          </p:nvSpPr>
          <p:spPr>
            <a:xfrm>
              <a:off x="203580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157" name="object 157"/>
            <p:cNvSpPr/>
            <p:nvPr/>
          </p:nvSpPr>
          <p:spPr>
            <a:xfrm>
              <a:off x="200024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158" name="object 158"/>
            <p:cNvSpPr/>
            <p:nvPr/>
          </p:nvSpPr>
          <p:spPr>
            <a:xfrm>
              <a:off x="196342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159" name="object 159"/>
            <p:cNvSpPr/>
            <p:nvPr/>
          </p:nvSpPr>
          <p:spPr>
            <a:xfrm>
              <a:off x="192785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160" name="object 160"/>
            <p:cNvSpPr/>
            <p:nvPr/>
          </p:nvSpPr>
          <p:spPr>
            <a:xfrm>
              <a:off x="189102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161" name="object 161"/>
            <p:cNvSpPr/>
            <p:nvPr/>
          </p:nvSpPr>
          <p:spPr>
            <a:xfrm>
              <a:off x="185419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162" name="object 162"/>
            <p:cNvSpPr/>
            <p:nvPr/>
          </p:nvSpPr>
          <p:spPr>
            <a:xfrm>
              <a:off x="181864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163" name="object 163"/>
            <p:cNvSpPr/>
            <p:nvPr/>
          </p:nvSpPr>
          <p:spPr>
            <a:xfrm>
              <a:off x="178180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164" name="object 164"/>
            <p:cNvSpPr/>
            <p:nvPr/>
          </p:nvSpPr>
          <p:spPr>
            <a:xfrm>
              <a:off x="1746249"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165" name="object 165"/>
            <p:cNvSpPr/>
            <p:nvPr/>
          </p:nvSpPr>
          <p:spPr>
            <a:xfrm>
              <a:off x="1709420"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166" name="object 166"/>
            <p:cNvSpPr/>
            <p:nvPr/>
          </p:nvSpPr>
          <p:spPr>
            <a:xfrm>
              <a:off x="1673859" y="1780540"/>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167" name="object 167"/>
            <p:cNvSpPr/>
            <p:nvPr/>
          </p:nvSpPr>
          <p:spPr>
            <a:xfrm>
              <a:off x="163702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168" name="object 168"/>
            <p:cNvSpPr/>
            <p:nvPr/>
          </p:nvSpPr>
          <p:spPr>
            <a:xfrm>
              <a:off x="1601470" y="1780540"/>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169" name="object 169"/>
            <p:cNvSpPr/>
            <p:nvPr/>
          </p:nvSpPr>
          <p:spPr>
            <a:xfrm>
              <a:off x="1564640"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170" name="object 170"/>
            <p:cNvSpPr/>
            <p:nvPr/>
          </p:nvSpPr>
          <p:spPr>
            <a:xfrm>
              <a:off x="152907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171" name="object 171"/>
            <p:cNvSpPr/>
            <p:nvPr/>
          </p:nvSpPr>
          <p:spPr>
            <a:xfrm>
              <a:off x="149224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172" name="object 172"/>
            <p:cNvSpPr/>
            <p:nvPr/>
          </p:nvSpPr>
          <p:spPr>
            <a:xfrm>
              <a:off x="145669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173" name="object 173"/>
            <p:cNvSpPr/>
            <p:nvPr/>
          </p:nvSpPr>
          <p:spPr>
            <a:xfrm>
              <a:off x="141985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174" name="object 174"/>
            <p:cNvSpPr/>
            <p:nvPr/>
          </p:nvSpPr>
          <p:spPr>
            <a:xfrm>
              <a:off x="138302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175" name="object 175"/>
            <p:cNvSpPr/>
            <p:nvPr/>
          </p:nvSpPr>
          <p:spPr>
            <a:xfrm>
              <a:off x="1347470"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176" name="object 176"/>
            <p:cNvSpPr/>
            <p:nvPr/>
          </p:nvSpPr>
          <p:spPr>
            <a:xfrm>
              <a:off x="1310640"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177" name="object 177"/>
            <p:cNvSpPr/>
            <p:nvPr/>
          </p:nvSpPr>
          <p:spPr>
            <a:xfrm>
              <a:off x="127507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178" name="object 178"/>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179" name="object 179"/>
            <p:cNvSpPr/>
            <p:nvPr/>
          </p:nvSpPr>
          <p:spPr>
            <a:xfrm>
              <a:off x="116585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180" name="object 180"/>
            <p:cNvSpPr/>
            <p:nvPr/>
          </p:nvSpPr>
          <p:spPr>
            <a:xfrm>
              <a:off x="113030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181" name="object 181"/>
            <p:cNvSpPr/>
            <p:nvPr/>
          </p:nvSpPr>
          <p:spPr>
            <a:xfrm>
              <a:off x="109346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182" name="object 182"/>
            <p:cNvSpPr/>
            <p:nvPr/>
          </p:nvSpPr>
          <p:spPr>
            <a:xfrm>
              <a:off x="105790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183" name="object 183"/>
            <p:cNvSpPr/>
            <p:nvPr/>
          </p:nvSpPr>
          <p:spPr>
            <a:xfrm>
              <a:off x="1021079"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184" name="object 184"/>
            <p:cNvSpPr/>
            <p:nvPr/>
          </p:nvSpPr>
          <p:spPr>
            <a:xfrm>
              <a:off x="98551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185" name="object 185"/>
            <p:cNvSpPr/>
            <p:nvPr/>
          </p:nvSpPr>
          <p:spPr>
            <a:xfrm>
              <a:off x="948690" y="1780540"/>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186" name="object 186"/>
            <p:cNvSpPr/>
            <p:nvPr/>
          </p:nvSpPr>
          <p:spPr>
            <a:xfrm>
              <a:off x="91185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187" name="object 187"/>
            <p:cNvSpPr/>
            <p:nvPr/>
          </p:nvSpPr>
          <p:spPr>
            <a:xfrm>
              <a:off x="876300"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188" name="object 188"/>
            <p:cNvSpPr/>
            <p:nvPr/>
          </p:nvSpPr>
          <p:spPr>
            <a:xfrm>
              <a:off x="839469" y="1780540"/>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189" name="object 189"/>
            <p:cNvSpPr/>
            <p:nvPr/>
          </p:nvSpPr>
          <p:spPr>
            <a:xfrm>
              <a:off x="80390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190" name="object 190"/>
            <p:cNvSpPr/>
            <p:nvPr/>
          </p:nvSpPr>
          <p:spPr>
            <a:xfrm>
              <a:off x="76707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191" name="object 191"/>
            <p:cNvSpPr/>
            <p:nvPr/>
          </p:nvSpPr>
          <p:spPr>
            <a:xfrm>
              <a:off x="73151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192" name="object 192"/>
            <p:cNvSpPr/>
            <p:nvPr/>
          </p:nvSpPr>
          <p:spPr>
            <a:xfrm>
              <a:off x="69468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193" name="object 193"/>
            <p:cNvSpPr/>
            <p:nvPr/>
          </p:nvSpPr>
          <p:spPr>
            <a:xfrm>
              <a:off x="65912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194" name="object 194"/>
            <p:cNvSpPr/>
            <p:nvPr/>
          </p:nvSpPr>
          <p:spPr>
            <a:xfrm>
              <a:off x="62229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195" name="object 195"/>
            <p:cNvSpPr/>
            <p:nvPr/>
          </p:nvSpPr>
          <p:spPr>
            <a:xfrm>
              <a:off x="58546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196" name="object 196"/>
            <p:cNvSpPr/>
            <p:nvPr/>
          </p:nvSpPr>
          <p:spPr>
            <a:xfrm>
              <a:off x="54990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197" name="object 197"/>
            <p:cNvSpPr/>
            <p:nvPr/>
          </p:nvSpPr>
          <p:spPr>
            <a:xfrm>
              <a:off x="514349" y="1780540"/>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198" name="object 198"/>
            <p:cNvSpPr/>
            <p:nvPr/>
          </p:nvSpPr>
          <p:spPr>
            <a:xfrm>
              <a:off x="477519" y="1780540"/>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199" name="object 199"/>
            <p:cNvSpPr/>
            <p:nvPr/>
          </p:nvSpPr>
          <p:spPr>
            <a:xfrm>
              <a:off x="441959" y="1780540"/>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sp>
          <p:nvSpPr>
            <p:cNvPr id="200" name="object 200"/>
            <p:cNvSpPr/>
            <p:nvPr/>
          </p:nvSpPr>
          <p:spPr>
            <a:xfrm>
              <a:off x="1409700" y="1079499"/>
              <a:ext cx="7024370" cy="854710"/>
            </a:xfrm>
            <a:custGeom>
              <a:avLst/>
              <a:gdLst/>
              <a:ahLst/>
              <a:cxnLst/>
              <a:rect l="l" t="t" r="r" b="b"/>
              <a:pathLst>
                <a:path w="7024370" h="854710">
                  <a:moveTo>
                    <a:pt x="247650" y="13970"/>
                  </a:moveTo>
                  <a:lnTo>
                    <a:pt x="0" y="13970"/>
                  </a:lnTo>
                  <a:lnTo>
                    <a:pt x="0" y="31750"/>
                  </a:lnTo>
                  <a:lnTo>
                    <a:pt x="25400" y="31750"/>
                  </a:lnTo>
                  <a:lnTo>
                    <a:pt x="33020" y="34290"/>
                  </a:lnTo>
                  <a:lnTo>
                    <a:pt x="38100" y="35560"/>
                  </a:lnTo>
                  <a:lnTo>
                    <a:pt x="40640" y="36830"/>
                  </a:lnTo>
                  <a:lnTo>
                    <a:pt x="44450" y="38100"/>
                  </a:lnTo>
                  <a:lnTo>
                    <a:pt x="57150" y="50800"/>
                  </a:lnTo>
                  <a:lnTo>
                    <a:pt x="58420" y="53340"/>
                  </a:lnTo>
                  <a:lnTo>
                    <a:pt x="60960" y="55880"/>
                  </a:lnTo>
                  <a:lnTo>
                    <a:pt x="62230" y="58420"/>
                  </a:lnTo>
                  <a:lnTo>
                    <a:pt x="62230" y="62230"/>
                  </a:lnTo>
                  <a:lnTo>
                    <a:pt x="63500" y="63500"/>
                  </a:lnTo>
                  <a:lnTo>
                    <a:pt x="63500" y="66040"/>
                  </a:lnTo>
                  <a:lnTo>
                    <a:pt x="64770" y="71120"/>
                  </a:lnTo>
                  <a:lnTo>
                    <a:pt x="64770" y="76200"/>
                  </a:lnTo>
                  <a:lnTo>
                    <a:pt x="66040" y="83820"/>
                  </a:lnTo>
                  <a:lnTo>
                    <a:pt x="66040" y="579120"/>
                  </a:lnTo>
                  <a:lnTo>
                    <a:pt x="64770" y="586740"/>
                  </a:lnTo>
                  <a:lnTo>
                    <a:pt x="64770" y="591820"/>
                  </a:lnTo>
                  <a:lnTo>
                    <a:pt x="63500" y="596900"/>
                  </a:lnTo>
                  <a:lnTo>
                    <a:pt x="63500" y="599440"/>
                  </a:lnTo>
                  <a:lnTo>
                    <a:pt x="62230" y="600710"/>
                  </a:lnTo>
                  <a:lnTo>
                    <a:pt x="59690" y="608330"/>
                  </a:lnTo>
                  <a:lnTo>
                    <a:pt x="57150" y="613410"/>
                  </a:lnTo>
                  <a:lnTo>
                    <a:pt x="54610" y="615950"/>
                  </a:lnTo>
                  <a:lnTo>
                    <a:pt x="53340" y="618490"/>
                  </a:lnTo>
                  <a:lnTo>
                    <a:pt x="50800" y="621030"/>
                  </a:lnTo>
                  <a:lnTo>
                    <a:pt x="49530" y="623570"/>
                  </a:lnTo>
                  <a:lnTo>
                    <a:pt x="45720" y="624840"/>
                  </a:lnTo>
                  <a:lnTo>
                    <a:pt x="41910" y="627380"/>
                  </a:lnTo>
                  <a:lnTo>
                    <a:pt x="30480" y="631190"/>
                  </a:lnTo>
                  <a:lnTo>
                    <a:pt x="25400" y="632460"/>
                  </a:lnTo>
                  <a:lnTo>
                    <a:pt x="0" y="632460"/>
                  </a:lnTo>
                  <a:lnTo>
                    <a:pt x="0" y="650240"/>
                  </a:lnTo>
                  <a:lnTo>
                    <a:pt x="247650" y="650240"/>
                  </a:lnTo>
                  <a:lnTo>
                    <a:pt x="247650" y="632460"/>
                  </a:lnTo>
                  <a:lnTo>
                    <a:pt x="223520" y="632460"/>
                  </a:lnTo>
                  <a:lnTo>
                    <a:pt x="218427" y="631190"/>
                  </a:lnTo>
                  <a:lnTo>
                    <a:pt x="207010" y="627380"/>
                  </a:lnTo>
                  <a:lnTo>
                    <a:pt x="203200" y="624840"/>
                  </a:lnTo>
                  <a:lnTo>
                    <a:pt x="200660" y="623570"/>
                  </a:lnTo>
                  <a:lnTo>
                    <a:pt x="190500" y="613410"/>
                  </a:lnTo>
                  <a:lnTo>
                    <a:pt x="189230" y="610870"/>
                  </a:lnTo>
                  <a:lnTo>
                    <a:pt x="186690" y="608330"/>
                  </a:lnTo>
                  <a:lnTo>
                    <a:pt x="185420" y="605790"/>
                  </a:lnTo>
                  <a:lnTo>
                    <a:pt x="185420" y="603250"/>
                  </a:lnTo>
                  <a:lnTo>
                    <a:pt x="184150" y="601980"/>
                  </a:lnTo>
                  <a:lnTo>
                    <a:pt x="184150" y="598170"/>
                  </a:lnTo>
                  <a:lnTo>
                    <a:pt x="182880" y="593090"/>
                  </a:lnTo>
                  <a:lnTo>
                    <a:pt x="182880" y="588010"/>
                  </a:lnTo>
                  <a:lnTo>
                    <a:pt x="181610" y="580390"/>
                  </a:lnTo>
                  <a:lnTo>
                    <a:pt x="181610" y="562610"/>
                  </a:lnTo>
                  <a:lnTo>
                    <a:pt x="180340" y="541020"/>
                  </a:lnTo>
                  <a:lnTo>
                    <a:pt x="180340" y="123190"/>
                  </a:lnTo>
                  <a:lnTo>
                    <a:pt x="181610" y="101600"/>
                  </a:lnTo>
                  <a:lnTo>
                    <a:pt x="181610" y="85090"/>
                  </a:lnTo>
                  <a:lnTo>
                    <a:pt x="182880" y="77470"/>
                  </a:lnTo>
                  <a:lnTo>
                    <a:pt x="182880" y="72390"/>
                  </a:lnTo>
                  <a:lnTo>
                    <a:pt x="184150" y="67310"/>
                  </a:lnTo>
                  <a:lnTo>
                    <a:pt x="184150" y="64770"/>
                  </a:lnTo>
                  <a:lnTo>
                    <a:pt x="187960" y="57150"/>
                  </a:lnTo>
                  <a:lnTo>
                    <a:pt x="189230" y="53340"/>
                  </a:lnTo>
                  <a:lnTo>
                    <a:pt x="190500" y="50800"/>
                  </a:lnTo>
                  <a:lnTo>
                    <a:pt x="194310" y="46990"/>
                  </a:lnTo>
                  <a:lnTo>
                    <a:pt x="194310" y="45720"/>
                  </a:lnTo>
                  <a:lnTo>
                    <a:pt x="196850" y="43180"/>
                  </a:lnTo>
                  <a:lnTo>
                    <a:pt x="198120" y="43180"/>
                  </a:lnTo>
                  <a:lnTo>
                    <a:pt x="201930" y="39370"/>
                  </a:lnTo>
                  <a:lnTo>
                    <a:pt x="205740" y="36830"/>
                  </a:lnTo>
                  <a:lnTo>
                    <a:pt x="213360" y="34290"/>
                  </a:lnTo>
                  <a:lnTo>
                    <a:pt x="223520" y="31750"/>
                  </a:lnTo>
                  <a:lnTo>
                    <a:pt x="247650" y="31750"/>
                  </a:lnTo>
                  <a:lnTo>
                    <a:pt x="247650" y="13970"/>
                  </a:lnTo>
                  <a:close/>
                </a:path>
                <a:path w="7024370" h="854710">
                  <a:moveTo>
                    <a:pt x="844550" y="632460"/>
                  </a:moveTo>
                  <a:lnTo>
                    <a:pt x="839470" y="632460"/>
                  </a:lnTo>
                  <a:lnTo>
                    <a:pt x="834390" y="629920"/>
                  </a:lnTo>
                  <a:lnTo>
                    <a:pt x="826770" y="627380"/>
                  </a:lnTo>
                  <a:lnTo>
                    <a:pt x="822960" y="624840"/>
                  </a:lnTo>
                  <a:lnTo>
                    <a:pt x="815340" y="617220"/>
                  </a:lnTo>
                  <a:lnTo>
                    <a:pt x="815340" y="614680"/>
                  </a:lnTo>
                  <a:lnTo>
                    <a:pt x="814070" y="613410"/>
                  </a:lnTo>
                  <a:lnTo>
                    <a:pt x="812800" y="610870"/>
                  </a:lnTo>
                  <a:lnTo>
                    <a:pt x="812800" y="608330"/>
                  </a:lnTo>
                  <a:lnTo>
                    <a:pt x="810260" y="595630"/>
                  </a:lnTo>
                  <a:lnTo>
                    <a:pt x="810260" y="586740"/>
                  </a:lnTo>
                  <a:lnTo>
                    <a:pt x="808990" y="577850"/>
                  </a:lnTo>
                  <a:lnTo>
                    <a:pt x="808990" y="341630"/>
                  </a:lnTo>
                  <a:lnTo>
                    <a:pt x="807720" y="313690"/>
                  </a:lnTo>
                  <a:lnTo>
                    <a:pt x="805180" y="302260"/>
                  </a:lnTo>
                  <a:lnTo>
                    <a:pt x="803910" y="290830"/>
                  </a:lnTo>
                  <a:lnTo>
                    <a:pt x="801370" y="271780"/>
                  </a:lnTo>
                  <a:lnTo>
                    <a:pt x="796290" y="256540"/>
                  </a:lnTo>
                  <a:lnTo>
                    <a:pt x="793750" y="250190"/>
                  </a:lnTo>
                  <a:lnTo>
                    <a:pt x="789940" y="243840"/>
                  </a:lnTo>
                  <a:lnTo>
                    <a:pt x="786130" y="236220"/>
                  </a:lnTo>
                  <a:lnTo>
                    <a:pt x="773430" y="219710"/>
                  </a:lnTo>
                  <a:lnTo>
                    <a:pt x="769620" y="215900"/>
                  </a:lnTo>
                  <a:lnTo>
                    <a:pt x="767080" y="214630"/>
                  </a:lnTo>
                  <a:lnTo>
                    <a:pt x="762000" y="210820"/>
                  </a:lnTo>
                  <a:lnTo>
                    <a:pt x="749300" y="203200"/>
                  </a:lnTo>
                  <a:lnTo>
                    <a:pt x="741680" y="201930"/>
                  </a:lnTo>
                  <a:lnTo>
                    <a:pt x="735330" y="199390"/>
                  </a:lnTo>
                  <a:lnTo>
                    <a:pt x="726440" y="199390"/>
                  </a:lnTo>
                  <a:lnTo>
                    <a:pt x="718820" y="198120"/>
                  </a:lnTo>
                  <a:lnTo>
                    <a:pt x="711200" y="199390"/>
                  </a:lnTo>
                  <a:lnTo>
                    <a:pt x="704850" y="199390"/>
                  </a:lnTo>
                  <a:lnTo>
                    <a:pt x="697230" y="201930"/>
                  </a:lnTo>
                  <a:lnTo>
                    <a:pt x="690880" y="203200"/>
                  </a:lnTo>
                  <a:lnTo>
                    <a:pt x="684530" y="205740"/>
                  </a:lnTo>
                  <a:lnTo>
                    <a:pt x="678180" y="209550"/>
                  </a:lnTo>
                  <a:lnTo>
                    <a:pt x="670560" y="212090"/>
                  </a:lnTo>
                  <a:lnTo>
                    <a:pt x="657860" y="222250"/>
                  </a:lnTo>
                  <a:lnTo>
                    <a:pt x="645160" y="234950"/>
                  </a:lnTo>
                  <a:lnTo>
                    <a:pt x="638810" y="242570"/>
                  </a:lnTo>
                  <a:lnTo>
                    <a:pt x="631190" y="250190"/>
                  </a:lnTo>
                  <a:lnTo>
                    <a:pt x="618490" y="267970"/>
                  </a:lnTo>
                  <a:lnTo>
                    <a:pt x="610870" y="278130"/>
                  </a:lnTo>
                  <a:lnTo>
                    <a:pt x="608330" y="269240"/>
                  </a:lnTo>
                  <a:lnTo>
                    <a:pt x="604520" y="259080"/>
                  </a:lnTo>
                  <a:lnTo>
                    <a:pt x="582930" y="223520"/>
                  </a:lnTo>
                  <a:lnTo>
                    <a:pt x="560070" y="207010"/>
                  </a:lnTo>
                  <a:lnTo>
                    <a:pt x="553720" y="203200"/>
                  </a:lnTo>
                  <a:lnTo>
                    <a:pt x="547370" y="201930"/>
                  </a:lnTo>
                  <a:lnTo>
                    <a:pt x="541020" y="199390"/>
                  </a:lnTo>
                  <a:lnTo>
                    <a:pt x="533400" y="199390"/>
                  </a:lnTo>
                  <a:lnTo>
                    <a:pt x="524510" y="198120"/>
                  </a:lnTo>
                  <a:lnTo>
                    <a:pt x="518160" y="199390"/>
                  </a:lnTo>
                  <a:lnTo>
                    <a:pt x="511810" y="199390"/>
                  </a:lnTo>
                  <a:lnTo>
                    <a:pt x="505460" y="200660"/>
                  </a:lnTo>
                  <a:lnTo>
                    <a:pt x="499110" y="203200"/>
                  </a:lnTo>
                  <a:lnTo>
                    <a:pt x="492760" y="204470"/>
                  </a:lnTo>
                  <a:lnTo>
                    <a:pt x="486410" y="207010"/>
                  </a:lnTo>
                  <a:lnTo>
                    <a:pt x="480060" y="210820"/>
                  </a:lnTo>
                  <a:lnTo>
                    <a:pt x="474980" y="214630"/>
                  </a:lnTo>
                  <a:lnTo>
                    <a:pt x="468630" y="218440"/>
                  </a:lnTo>
                  <a:lnTo>
                    <a:pt x="450850" y="236220"/>
                  </a:lnTo>
                  <a:lnTo>
                    <a:pt x="438150" y="251460"/>
                  </a:lnTo>
                  <a:lnTo>
                    <a:pt x="425450" y="269240"/>
                  </a:lnTo>
                  <a:lnTo>
                    <a:pt x="425450" y="212090"/>
                  </a:lnTo>
                  <a:lnTo>
                    <a:pt x="290830" y="212090"/>
                  </a:lnTo>
                  <a:lnTo>
                    <a:pt x="290830" y="228600"/>
                  </a:lnTo>
                  <a:lnTo>
                    <a:pt x="300990" y="231140"/>
                  </a:lnTo>
                  <a:lnTo>
                    <a:pt x="306070" y="233680"/>
                  </a:lnTo>
                  <a:lnTo>
                    <a:pt x="309880" y="234950"/>
                  </a:lnTo>
                  <a:lnTo>
                    <a:pt x="320040" y="245110"/>
                  </a:lnTo>
                  <a:lnTo>
                    <a:pt x="321310" y="247650"/>
                  </a:lnTo>
                  <a:lnTo>
                    <a:pt x="321310" y="248920"/>
                  </a:lnTo>
                  <a:lnTo>
                    <a:pt x="322580" y="251460"/>
                  </a:lnTo>
                  <a:lnTo>
                    <a:pt x="322580" y="254000"/>
                  </a:lnTo>
                  <a:lnTo>
                    <a:pt x="323850" y="259080"/>
                  </a:lnTo>
                  <a:lnTo>
                    <a:pt x="325120" y="266700"/>
                  </a:lnTo>
                  <a:lnTo>
                    <a:pt x="325120" y="275590"/>
                  </a:lnTo>
                  <a:lnTo>
                    <a:pt x="326390" y="284480"/>
                  </a:lnTo>
                  <a:lnTo>
                    <a:pt x="326390" y="586740"/>
                  </a:lnTo>
                  <a:lnTo>
                    <a:pt x="323850" y="601980"/>
                  </a:lnTo>
                  <a:lnTo>
                    <a:pt x="323850" y="607060"/>
                  </a:lnTo>
                  <a:lnTo>
                    <a:pt x="322580" y="609600"/>
                  </a:lnTo>
                  <a:lnTo>
                    <a:pt x="322580" y="612140"/>
                  </a:lnTo>
                  <a:lnTo>
                    <a:pt x="321310" y="613410"/>
                  </a:lnTo>
                  <a:lnTo>
                    <a:pt x="321310" y="614680"/>
                  </a:lnTo>
                  <a:lnTo>
                    <a:pt x="320040" y="617220"/>
                  </a:lnTo>
                  <a:lnTo>
                    <a:pt x="318770" y="618490"/>
                  </a:lnTo>
                  <a:lnTo>
                    <a:pt x="317500" y="621030"/>
                  </a:lnTo>
                  <a:lnTo>
                    <a:pt x="314960" y="623570"/>
                  </a:lnTo>
                  <a:lnTo>
                    <a:pt x="312420" y="624840"/>
                  </a:lnTo>
                  <a:lnTo>
                    <a:pt x="309880" y="627380"/>
                  </a:lnTo>
                  <a:lnTo>
                    <a:pt x="304800" y="628650"/>
                  </a:lnTo>
                  <a:lnTo>
                    <a:pt x="300990" y="631190"/>
                  </a:lnTo>
                  <a:lnTo>
                    <a:pt x="295910" y="632460"/>
                  </a:lnTo>
                  <a:lnTo>
                    <a:pt x="290830" y="632460"/>
                  </a:lnTo>
                  <a:lnTo>
                    <a:pt x="290830" y="650240"/>
                  </a:lnTo>
                  <a:lnTo>
                    <a:pt x="459740" y="650240"/>
                  </a:lnTo>
                  <a:lnTo>
                    <a:pt x="459740" y="632460"/>
                  </a:lnTo>
                  <a:lnTo>
                    <a:pt x="454660" y="632460"/>
                  </a:lnTo>
                  <a:lnTo>
                    <a:pt x="450850" y="631190"/>
                  </a:lnTo>
                  <a:lnTo>
                    <a:pt x="445770" y="629920"/>
                  </a:lnTo>
                  <a:lnTo>
                    <a:pt x="444500" y="628650"/>
                  </a:lnTo>
                  <a:lnTo>
                    <a:pt x="441960" y="627380"/>
                  </a:lnTo>
                  <a:lnTo>
                    <a:pt x="439420" y="624840"/>
                  </a:lnTo>
                  <a:lnTo>
                    <a:pt x="436880" y="623570"/>
                  </a:lnTo>
                  <a:lnTo>
                    <a:pt x="434340" y="621030"/>
                  </a:lnTo>
                  <a:lnTo>
                    <a:pt x="434340" y="618490"/>
                  </a:lnTo>
                  <a:lnTo>
                    <a:pt x="431800" y="615950"/>
                  </a:lnTo>
                  <a:lnTo>
                    <a:pt x="430530" y="613410"/>
                  </a:lnTo>
                  <a:lnTo>
                    <a:pt x="430530" y="610870"/>
                  </a:lnTo>
                  <a:lnTo>
                    <a:pt x="429260" y="608330"/>
                  </a:lnTo>
                  <a:lnTo>
                    <a:pt x="429260" y="605790"/>
                  </a:lnTo>
                  <a:lnTo>
                    <a:pt x="427990" y="600710"/>
                  </a:lnTo>
                  <a:lnTo>
                    <a:pt x="425450" y="584200"/>
                  </a:lnTo>
                  <a:lnTo>
                    <a:pt x="425450" y="318770"/>
                  </a:lnTo>
                  <a:lnTo>
                    <a:pt x="447040" y="283210"/>
                  </a:lnTo>
                  <a:lnTo>
                    <a:pt x="452120" y="278130"/>
                  </a:lnTo>
                  <a:lnTo>
                    <a:pt x="455930" y="273050"/>
                  </a:lnTo>
                  <a:lnTo>
                    <a:pt x="459740" y="269240"/>
                  </a:lnTo>
                  <a:lnTo>
                    <a:pt x="463550" y="266700"/>
                  </a:lnTo>
                  <a:lnTo>
                    <a:pt x="466090" y="265430"/>
                  </a:lnTo>
                  <a:lnTo>
                    <a:pt x="468630" y="262890"/>
                  </a:lnTo>
                  <a:lnTo>
                    <a:pt x="472440" y="261620"/>
                  </a:lnTo>
                  <a:lnTo>
                    <a:pt x="474980" y="261620"/>
                  </a:lnTo>
                  <a:lnTo>
                    <a:pt x="482600" y="259080"/>
                  </a:lnTo>
                  <a:lnTo>
                    <a:pt x="487680" y="259080"/>
                  </a:lnTo>
                  <a:lnTo>
                    <a:pt x="490220" y="260350"/>
                  </a:lnTo>
                  <a:lnTo>
                    <a:pt x="492760" y="260350"/>
                  </a:lnTo>
                  <a:lnTo>
                    <a:pt x="495300" y="261620"/>
                  </a:lnTo>
                  <a:lnTo>
                    <a:pt x="496570" y="262890"/>
                  </a:lnTo>
                  <a:lnTo>
                    <a:pt x="501650" y="265430"/>
                  </a:lnTo>
                  <a:lnTo>
                    <a:pt x="502920" y="267970"/>
                  </a:lnTo>
                  <a:lnTo>
                    <a:pt x="505460" y="270510"/>
                  </a:lnTo>
                  <a:lnTo>
                    <a:pt x="506730" y="273050"/>
                  </a:lnTo>
                  <a:lnTo>
                    <a:pt x="509270" y="275590"/>
                  </a:lnTo>
                  <a:lnTo>
                    <a:pt x="511810" y="280670"/>
                  </a:lnTo>
                  <a:lnTo>
                    <a:pt x="514350" y="288290"/>
                  </a:lnTo>
                  <a:lnTo>
                    <a:pt x="514350" y="290830"/>
                  </a:lnTo>
                  <a:lnTo>
                    <a:pt x="515620" y="293370"/>
                  </a:lnTo>
                  <a:lnTo>
                    <a:pt x="515620" y="295910"/>
                  </a:lnTo>
                  <a:lnTo>
                    <a:pt x="516890" y="302260"/>
                  </a:lnTo>
                  <a:lnTo>
                    <a:pt x="516890" y="308610"/>
                  </a:lnTo>
                  <a:lnTo>
                    <a:pt x="518160" y="317500"/>
                  </a:lnTo>
                  <a:lnTo>
                    <a:pt x="518160" y="339090"/>
                  </a:lnTo>
                  <a:lnTo>
                    <a:pt x="519430" y="365760"/>
                  </a:lnTo>
                  <a:lnTo>
                    <a:pt x="519430" y="554990"/>
                  </a:lnTo>
                  <a:lnTo>
                    <a:pt x="518160" y="572770"/>
                  </a:lnTo>
                  <a:lnTo>
                    <a:pt x="518160" y="591820"/>
                  </a:lnTo>
                  <a:lnTo>
                    <a:pt x="516890" y="596900"/>
                  </a:lnTo>
                  <a:lnTo>
                    <a:pt x="516890" y="600710"/>
                  </a:lnTo>
                  <a:lnTo>
                    <a:pt x="515620" y="604520"/>
                  </a:lnTo>
                  <a:lnTo>
                    <a:pt x="515620" y="607060"/>
                  </a:lnTo>
                  <a:lnTo>
                    <a:pt x="514350" y="609600"/>
                  </a:lnTo>
                  <a:lnTo>
                    <a:pt x="513080" y="613410"/>
                  </a:lnTo>
                  <a:lnTo>
                    <a:pt x="510540" y="618490"/>
                  </a:lnTo>
                  <a:lnTo>
                    <a:pt x="509270" y="619760"/>
                  </a:lnTo>
                  <a:lnTo>
                    <a:pt x="508000" y="622300"/>
                  </a:lnTo>
                  <a:lnTo>
                    <a:pt x="505460" y="624840"/>
                  </a:lnTo>
                  <a:lnTo>
                    <a:pt x="502920" y="626110"/>
                  </a:lnTo>
                  <a:lnTo>
                    <a:pt x="501650" y="628650"/>
                  </a:lnTo>
                  <a:lnTo>
                    <a:pt x="496570" y="631190"/>
                  </a:lnTo>
                  <a:lnTo>
                    <a:pt x="492760" y="631190"/>
                  </a:lnTo>
                  <a:lnTo>
                    <a:pt x="490220" y="632460"/>
                  </a:lnTo>
                  <a:lnTo>
                    <a:pt x="483870" y="632460"/>
                  </a:lnTo>
                  <a:lnTo>
                    <a:pt x="483870" y="650240"/>
                  </a:lnTo>
                  <a:lnTo>
                    <a:pt x="654050" y="650240"/>
                  </a:lnTo>
                  <a:lnTo>
                    <a:pt x="654050" y="632460"/>
                  </a:lnTo>
                  <a:lnTo>
                    <a:pt x="647700" y="632460"/>
                  </a:lnTo>
                  <a:lnTo>
                    <a:pt x="642620" y="631190"/>
                  </a:lnTo>
                  <a:lnTo>
                    <a:pt x="641350" y="629920"/>
                  </a:lnTo>
                  <a:lnTo>
                    <a:pt x="638810" y="629920"/>
                  </a:lnTo>
                  <a:lnTo>
                    <a:pt x="636270" y="628650"/>
                  </a:lnTo>
                  <a:lnTo>
                    <a:pt x="635000" y="627380"/>
                  </a:lnTo>
                  <a:lnTo>
                    <a:pt x="632460" y="627380"/>
                  </a:lnTo>
                  <a:lnTo>
                    <a:pt x="626110" y="621030"/>
                  </a:lnTo>
                  <a:lnTo>
                    <a:pt x="624840" y="618490"/>
                  </a:lnTo>
                  <a:lnTo>
                    <a:pt x="623570" y="617220"/>
                  </a:lnTo>
                  <a:lnTo>
                    <a:pt x="622300" y="614680"/>
                  </a:lnTo>
                  <a:lnTo>
                    <a:pt x="622300" y="613410"/>
                  </a:lnTo>
                  <a:lnTo>
                    <a:pt x="619760" y="608330"/>
                  </a:lnTo>
                  <a:lnTo>
                    <a:pt x="619760" y="600710"/>
                  </a:lnTo>
                  <a:lnTo>
                    <a:pt x="618490" y="594360"/>
                  </a:lnTo>
                  <a:lnTo>
                    <a:pt x="617220" y="585470"/>
                  </a:lnTo>
                  <a:lnTo>
                    <a:pt x="617220" y="318770"/>
                  </a:lnTo>
                  <a:lnTo>
                    <a:pt x="643890" y="278130"/>
                  </a:lnTo>
                  <a:lnTo>
                    <a:pt x="651510" y="271780"/>
                  </a:lnTo>
                  <a:lnTo>
                    <a:pt x="655320" y="267970"/>
                  </a:lnTo>
                  <a:lnTo>
                    <a:pt x="659130" y="265430"/>
                  </a:lnTo>
                  <a:lnTo>
                    <a:pt x="662940" y="264160"/>
                  </a:lnTo>
                  <a:lnTo>
                    <a:pt x="666750" y="261620"/>
                  </a:lnTo>
                  <a:lnTo>
                    <a:pt x="670560" y="261620"/>
                  </a:lnTo>
                  <a:lnTo>
                    <a:pt x="674370" y="260350"/>
                  </a:lnTo>
                  <a:lnTo>
                    <a:pt x="683260" y="260350"/>
                  </a:lnTo>
                  <a:lnTo>
                    <a:pt x="685800" y="261620"/>
                  </a:lnTo>
                  <a:lnTo>
                    <a:pt x="688340" y="261620"/>
                  </a:lnTo>
                  <a:lnTo>
                    <a:pt x="689610" y="262890"/>
                  </a:lnTo>
                  <a:lnTo>
                    <a:pt x="694690" y="265430"/>
                  </a:lnTo>
                  <a:lnTo>
                    <a:pt x="695960" y="267970"/>
                  </a:lnTo>
                  <a:lnTo>
                    <a:pt x="699770" y="271780"/>
                  </a:lnTo>
                  <a:lnTo>
                    <a:pt x="701040" y="274320"/>
                  </a:lnTo>
                  <a:lnTo>
                    <a:pt x="702310" y="278130"/>
                  </a:lnTo>
                  <a:lnTo>
                    <a:pt x="703580" y="280670"/>
                  </a:lnTo>
                  <a:lnTo>
                    <a:pt x="706120" y="288290"/>
                  </a:lnTo>
                  <a:lnTo>
                    <a:pt x="707390" y="290830"/>
                  </a:lnTo>
                  <a:lnTo>
                    <a:pt x="707390" y="295910"/>
                  </a:lnTo>
                  <a:lnTo>
                    <a:pt x="708660" y="302260"/>
                  </a:lnTo>
                  <a:lnTo>
                    <a:pt x="708660" y="309880"/>
                  </a:lnTo>
                  <a:lnTo>
                    <a:pt x="709930" y="317500"/>
                  </a:lnTo>
                  <a:lnTo>
                    <a:pt x="709930" y="339090"/>
                  </a:lnTo>
                  <a:lnTo>
                    <a:pt x="711200" y="365760"/>
                  </a:lnTo>
                  <a:lnTo>
                    <a:pt x="711200" y="554990"/>
                  </a:lnTo>
                  <a:lnTo>
                    <a:pt x="709930" y="575310"/>
                  </a:lnTo>
                  <a:lnTo>
                    <a:pt x="709930" y="584200"/>
                  </a:lnTo>
                  <a:lnTo>
                    <a:pt x="708660" y="591820"/>
                  </a:lnTo>
                  <a:lnTo>
                    <a:pt x="708660" y="598170"/>
                  </a:lnTo>
                  <a:lnTo>
                    <a:pt x="707390" y="603250"/>
                  </a:lnTo>
                  <a:lnTo>
                    <a:pt x="706120" y="605790"/>
                  </a:lnTo>
                  <a:lnTo>
                    <a:pt x="706120" y="608330"/>
                  </a:lnTo>
                  <a:lnTo>
                    <a:pt x="704850" y="610870"/>
                  </a:lnTo>
                  <a:lnTo>
                    <a:pt x="704850" y="612140"/>
                  </a:lnTo>
                  <a:lnTo>
                    <a:pt x="702310" y="614680"/>
                  </a:lnTo>
                  <a:lnTo>
                    <a:pt x="702310" y="617220"/>
                  </a:lnTo>
                  <a:lnTo>
                    <a:pt x="699770" y="618490"/>
                  </a:lnTo>
                  <a:lnTo>
                    <a:pt x="698500" y="621030"/>
                  </a:lnTo>
                  <a:lnTo>
                    <a:pt x="695960" y="623570"/>
                  </a:lnTo>
                  <a:lnTo>
                    <a:pt x="693420" y="624840"/>
                  </a:lnTo>
                  <a:lnTo>
                    <a:pt x="692150" y="627380"/>
                  </a:lnTo>
                  <a:lnTo>
                    <a:pt x="689610" y="627380"/>
                  </a:lnTo>
                  <a:lnTo>
                    <a:pt x="688340" y="628650"/>
                  </a:lnTo>
                  <a:lnTo>
                    <a:pt x="685800" y="629920"/>
                  </a:lnTo>
                  <a:lnTo>
                    <a:pt x="684530" y="631190"/>
                  </a:lnTo>
                  <a:lnTo>
                    <a:pt x="679450" y="632460"/>
                  </a:lnTo>
                  <a:lnTo>
                    <a:pt x="675640" y="632460"/>
                  </a:lnTo>
                  <a:lnTo>
                    <a:pt x="675640" y="650240"/>
                  </a:lnTo>
                  <a:lnTo>
                    <a:pt x="844550" y="650240"/>
                  </a:lnTo>
                  <a:lnTo>
                    <a:pt x="844550" y="632460"/>
                  </a:lnTo>
                  <a:close/>
                </a:path>
                <a:path w="7024370" h="854710">
                  <a:moveTo>
                    <a:pt x="1230630" y="414020"/>
                  </a:moveTo>
                  <a:lnTo>
                    <a:pt x="1226820" y="369570"/>
                  </a:lnTo>
                  <a:lnTo>
                    <a:pt x="1219200" y="326390"/>
                  </a:lnTo>
                  <a:lnTo>
                    <a:pt x="1206500" y="288290"/>
                  </a:lnTo>
                  <a:lnTo>
                    <a:pt x="1201420" y="275590"/>
                  </a:lnTo>
                  <a:lnTo>
                    <a:pt x="1196340" y="265430"/>
                  </a:lnTo>
                  <a:lnTo>
                    <a:pt x="1189990" y="255270"/>
                  </a:lnTo>
                  <a:lnTo>
                    <a:pt x="1183640" y="245110"/>
                  </a:lnTo>
                  <a:lnTo>
                    <a:pt x="1177290" y="237490"/>
                  </a:lnTo>
                  <a:lnTo>
                    <a:pt x="1170940" y="228600"/>
                  </a:lnTo>
                  <a:lnTo>
                    <a:pt x="1163320" y="220980"/>
                  </a:lnTo>
                  <a:lnTo>
                    <a:pt x="1154430" y="215900"/>
                  </a:lnTo>
                  <a:lnTo>
                    <a:pt x="1146810" y="210820"/>
                  </a:lnTo>
                  <a:lnTo>
                    <a:pt x="1139190" y="207010"/>
                  </a:lnTo>
                  <a:lnTo>
                    <a:pt x="1130300" y="203200"/>
                  </a:lnTo>
                  <a:lnTo>
                    <a:pt x="1127760" y="202476"/>
                  </a:lnTo>
                  <a:lnTo>
                    <a:pt x="1127760" y="411480"/>
                  </a:lnTo>
                  <a:lnTo>
                    <a:pt x="1127760" y="464820"/>
                  </a:lnTo>
                  <a:lnTo>
                    <a:pt x="1125220" y="511810"/>
                  </a:lnTo>
                  <a:lnTo>
                    <a:pt x="1116330" y="571500"/>
                  </a:lnTo>
                  <a:lnTo>
                    <a:pt x="1111250" y="582930"/>
                  </a:lnTo>
                  <a:lnTo>
                    <a:pt x="1109980" y="588010"/>
                  </a:lnTo>
                  <a:lnTo>
                    <a:pt x="1106170" y="594360"/>
                  </a:lnTo>
                  <a:lnTo>
                    <a:pt x="1104900" y="596900"/>
                  </a:lnTo>
                  <a:lnTo>
                    <a:pt x="1103630" y="600710"/>
                  </a:lnTo>
                  <a:lnTo>
                    <a:pt x="1101090" y="601980"/>
                  </a:lnTo>
                  <a:lnTo>
                    <a:pt x="1098550" y="604520"/>
                  </a:lnTo>
                  <a:lnTo>
                    <a:pt x="1097280" y="607060"/>
                  </a:lnTo>
                  <a:lnTo>
                    <a:pt x="1096010" y="608330"/>
                  </a:lnTo>
                  <a:lnTo>
                    <a:pt x="1093470" y="609600"/>
                  </a:lnTo>
                  <a:lnTo>
                    <a:pt x="1092200" y="610870"/>
                  </a:lnTo>
                  <a:lnTo>
                    <a:pt x="1084580" y="614680"/>
                  </a:lnTo>
                  <a:lnTo>
                    <a:pt x="1070610" y="614680"/>
                  </a:lnTo>
                  <a:lnTo>
                    <a:pt x="1065530" y="613410"/>
                  </a:lnTo>
                  <a:lnTo>
                    <a:pt x="1061720" y="610870"/>
                  </a:lnTo>
                  <a:lnTo>
                    <a:pt x="1056640" y="609600"/>
                  </a:lnTo>
                  <a:lnTo>
                    <a:pt x="1050912" y="605790"/>
                  </a:lnTo>
                  <a:lnTo>
                    <a:pt x="1049020" y="604520"/>
                  </a:lnTo>
                  <a:lnTo>
                    <a:pt x="1041400" y="596900"/>
                  </a:lnTo>
                  <a:lnTo>
                    <a:pt x="1036320" y="593090"/>
                  </a:lnTo>
                  <a:lnTo>
                    <a:pt x="1028700" y="582930"/>
                  </a:lnTo>
                  <a:lnTo>
                    <a:pt x="1021080" y="571500"/>
                  </a:lnTo>
                  <a:lnTo>
                    <a:pt x="1013460" y="557530"/>
                  </a:lnTo>
                  <a:lnTo>
                    <a:pt x="1013460" y="323850"/>
                  </a:lnTo>
                  <a:lnTo>
                    <a:pt x="1019810" y="307340"/>
                  </a:lnTo>
                  <a:lnTo>
                    <a:pt x="1026160" y="294640"/>
                  </a:lnTo>
                  <a:lnTo>
                    <a:pt x="1028700" y="288290"/>
                  </a:lnTo>
                  <a:lnTo>
                    <a:pt x="1032510" y="283210"/>
                  </a:lnTo>
                  <a:lnTo>
                    <a:pt x="1036320" y="276860"/>
                  </a:lnTo>
                  <a:lnTo>
                    <a:pt x="1043940" y="269240"/>
                  </a:lnTo>
                  <a:lnTo>
                    <a:pt x="1047750" y="265430"/>
                  </a:lnTo>
                  <a:lnTo>
                    <a:pt x="1050290" y="261620"/>
                  </a:lnTo>
                  <a:lnTo>
                    <a:pt x="1055370" y="260350"/>
                  </a:lnTo>
                  <a:lnTo>
                    <a:pt x="1059180" y="257810"/>
                  </a:lnTo>
                  <a:lnTo>
                    <a:pt x="1062990" y="256540"/>
                  </a:lnTo>
                  <a:lnTo>
                    <a:pt x="1068070" y="256540"/>
                  </a:lnTo>
                  <a:lnTo>
                    <a:pt x="1071880" y="255270"/>
                  </a:lnTo>
                  <a:lnTo>
                    <a:pt x="1074420" y="255270"/>
                  </a:lnTo>
                  <a:lnTo>
                    <a:pt x="1076960" y="256540"/>
                  </a:lnTo>
                  <a:lnTo>
                    <a:pt x="1079500" y="256540"/>
                  </a:lnTo>
                  <a:lnTo>
                    <a:pt x="1082040" y="257810"/>
                  </a:lnTo>
                  <a:lnTo>
                    <a:pt x="1084580" y="257810"/>
                  </a:lnTo>
                  <a:lnTo>
                    <a:pt x="1087120" y="259080"/>
                  </a:lnTo>
                  <a:lnTo>
                    <a:pt x="1089660" y="261620"/>
                  </a:lnTo>
                  <a:lnTo>
                    <a:pt x="1092200" y="262890"/>
                  </a:lnTo>
                  <a:lnTo>
                    <a:pt x="1098550" y="269240"/>
                  </a:lnTo>
                  <a:lnTo>
                    <a:pt x="1099820" y="271780"/>
                  </a:lnTo>
                  <a:lnTo>
                    <a:pt x="1102360" y="274320"/>
                  </a:lnTo>
                  <a:lnTo>
                    <a:pt x="1103630" y="276860"/>
                  </a:lnTo>
                  <a:lnTo>
                    <a:pt x="1116330" y="308610"/>
                  </a:lnTo>
                  <a:lnTo>
                    <a:pt x="1120140" y="325120"/>
                  </a:lnTo>
                  <a:lnTo>
                    <a:pt x="1122680" y="342900"/>
                  </a:lnTo>
                  <a:lnTo>
                    <a:pt x="1125220" y="363220"/>
                  </a:lnTo>
                  <a:lnTo>
                    <a:pt x="1126490" y="386080"/>
                  </a:lnTo>
                  <a:lnTo>
                    <a:pt x="1127760" y="411480"/>
                  </a:lnTo>
                  <a:lnTo>
                    <a:pt x="1127760" y="202476"/>
                  </a:lnTo>
                  <a:lnTo>
                    <a:pt x="1121410" y="200660"/>
                  </a:lnTo>
                  <a:lnTo>
                    <a:pt x="1113790" y="199390"/>
                  </a:lnTo>
                  <a:lnTo>
                    <a:pt x="1104900" y="198120"/>
                  </a:lnTo>
                  <a:lnTo>
                    <a:pt x="1097280" y="199390"/>
                  </a:lnTo>
                  <a:lnTo>
                    <a:pt x="1089660" y="199390"/>
                  </a:lnTo>
                  <a:lnTo>
                    <a:pt x="1082040" y="201930"/>
                  </a:lnTo>
                  <a:lnTo>
                    <a:pt x="1075690" y="204470"/>
                  </a:lnTo>
                  <a:lnTo>
                    <a:pt x="1068070" y="207010"/>
                  </a:lnTo>
                  <a:lnTo>
                    <a:pt x="1061720" y="210820"/>
                  </a:lnTo>
                  <a:lnTo>
                    <a:pt x="1049020" y="220980"/>
                  </a:lnTo>
                  <a:lnTo>
                    <a:pt x="1043940" y="224790"/>
                  </a:lnTo>
                  <a:lnTo>
                    <a:pt x="1040130" y="229870"/>
                  </a:lnTo>
                  <a:lnTo>
                    <a:pt x="1035050" y="234950"/>
                  </a:lnTo>
                  <a:lnTo>
                    <a:pt x="1031240" y="240030"/>
                  </a:lnTo>
                  <a:lnTo>
                    <a:pt x="1026160" y="246380"/>
                  </a:lnTo>
                  <a:lnTo>
                    <a:pt x="1018540" y="261620"/>
                  </a:lnTo>
                  <a:lnTo>
                    <a:pt x="1013460" y="269240"/>
                  </a:lnTo>
                  <a:lnTo>
                    <a:pt x="1013460" y="212090"/>
                  </a:lnTo>
                  <a:lnTo>
                    <a:pt x="876300" y="212090"/>
                  </a:lnTo>
                  <a:lnTo>
                    <a:pt x="876300" y="229870"/>
                  </a:lnTo>
                  <a:lnTo>
                    <a:pt x="881380" y="229870"/>
                  </a:lnTo>
                  <a:lnTo>
                    <a:pt x="886460" y="231140"/>
                  </a:lnTo>
                  <a:lnTo>
                    <a:pt x="891540" y="231140"/>
                  </a:lnTo>
                  <a:lnTo>
                    <a:pt x="895350" y="233680"/>
                  </a:lnTo>
                  <a:lnTo>
                    <a:pt x="897890" y="233680"/>
                  </a:lnTo>
                  <a:lnTo>
                    <a:pt x="899160" y="234950"/>
                  </a:lnTo>
                  <a:lnTo>
                    <a:pt x="901700" y="236220"/>
                  </a:lnTo>
                  <a:lnTo>
                    <a:pt x="908050" y="242570"/>
                  </a:lnTo>
                  <a:lnTo>
                    <a:pt x="909320" y="245110"/>
                  </a:lnTo>
                  <a:lnTo>
                    <a:pt x="909320" y="246380"/>
                  </a:lnTo>
                  <a:lnTo>
                    <a:pt x="910590" y="248920"/>
                  </a:lnTo>
                  <a:lnTo>
                    <a:pt x="910590" y="251460"/>
                  </a:lnTo>
                  <a:lnTo>
                    <a:pt x="911860" y="254000"/>
                  </a:lnTo>
                  <a:lnTo>
                    <a:pt x="913130" y="257810"/>
                  </a:lnTo>
                  <a:lnTo>
                    <a:pt x="913130" y="264160"/>
                  </a:lnTo>
                  <a:lnTo>
                    <a:pt x="914400" y="271780"/>
                  </a:lnTo>
                  <a:lnTo>
                    <a:pt x="915670" y="280670"/>
                  </a:lnTo>
                  <a:lnTo>
                    <a:pt x="915670" y="786130"/>
                  </a:lnTo>
                  <a:lnTo>
                    <a:pt x="914400" y="795020"/>
                  </a:lnTo>
                  <a:lnTo>
                    <a:pt x="914400" y="802640"/>
                  </a:lnTo>
                  <a:lnTo>
                    <a:pt x="913130" y="808990"/>
                  </a:lnTo>
                  <a:lnTo>
                    <a:pt x="911860" y="811530"/>
                  </a:lnTo>
                  <a:lnTo>
                    <a:pt x="911860" y="814070"/>
                  </a:lnTo>
                  <a:lnTo>
                    <a:pt x="910590" y="816610"/>
                  </a:lnTo>
                  <a:lnTo>
                    <a:pt x="910590" y="817880"/>
                  </a:lnTo>
                  <a:lnTo>
                    <a:pt x="909320" y="820420"/>
                  </a:lnTo>
                  <a:lnTo>
                    <a:pt x="909320" y="821690"/>
                  </a:lnTo>
                  <a:lnTo>
                    <a:pt x="906780" y="822960"/>
                  </a:lnTo>
                  <a:lnTo>
                    <a:pt x="905510" y="825500"/>
                  </a:lnTo>
                  <a:lnTo>
                    <a:pt x="902970" y="828040"/>
                  </a:lnTo>
                  <a:lnTo>
                    <a:pt x="900430" y="829310"/>
                  </a:lnTo>
                  <a:lnTo>
                    <a:pt x="899160" y="831850"/>
                  </a:lnTo>
                  <a:lnTo>
                    <a:pt x="896620" y="831850"/>
                  </a:lnTo>
                  <a:lnTo>
                    <a:pt x="895350" y="833120"/>
                  </a:lnTo>
                  <a:lnTo>
                    <a:pt x="892810" y="834390"/>
                  </a:lnTo>
                  <a:lnTo>
                    <a:pt x="891540" y="835660"/>
                  </a:lnTo>
                  <a:lnTo>
                    <a:pt x="886460" y="836930"/>
                  </a:lnTo>
                  <a:lnTo>
                    <a:pt x="876300" y="836930"/>
                  </a:lnTo>
                  <a:lnTo>
                    <a:pt x="876300" y="854710"/>
                  </a:lnTo>
                  <a:lnTo>
                    <a:pt x="1062990" y="854710"/>
                  </a:lnTo>
                  <a:lnTo>
                    <a:pt x="1062990" y="838200"/>
                  </a:lnTo>
                  <a:lnTo>
                    <a:pt x="1051560" y="836930"/>
                  </a:lnTo>
                  <a:lnTo>
                    <a:pt x="1042670" y="836930"/>
                  </a:lnTo>
                  <a:lnTo>
                    <a:pt x="1035050" y="834390"/>
                  </a:lnTo>
                  <a:lnTo>
                    <a:pt x="1033780" y="834390"/>
                  </a:lnTo>
                  <a:lnTo>
                    <a:pt x="1032510" y="833120"/>
                  </a:lnTo>
                  <a:lnTo>
                    <a:pt x="1031240" y="833120"/>
                  </a:lnTo>
                  <a:lnTo>
                    <a:pt x="1028700" y="830580"/>
                  </a:lnTo>
                  <a:lnTo>
                    <a:pt x="1026160" y="829310"/>
                  </a:lnTo>
                  <a:lnTo>
                    <a:pt x="1024890" y="826770"/>
                  </a:lnTo>
                  <a:lnTo>
                    <a:pt x="1022350" y="825500"/>
                  </a:lnTo>
                  <a:lnTo>
                    <a:pt x="1018540" y="817880"/>
                  </a:lnTo>
                  <a:lnTo>
                    <a:pt x="1017270" y="814070"/>
                  </a:lnTo>
                  <a:lnTo>
                    <a:pt x="1017270" y="811530"/>
                  </a:lnTo>
                  <a:lnTo>
                    <a:pt x="1016000" y="807720"/>
                  </a:lnTo>
                  <a:lnTo>
                    <a:pt x="1014730" y="802640"/>
                  </a:lnTo>
                  <a:lnTo>
                    <a:pt x="1014730" y="783590"/>
                  </a:lnTo>
                  <a:lnTo>
                    <a:pt x="1013460" y="768350"/>
                  </a:lnTo>
                  <a:lnTo>
                    <a:pt x="1013460" y="605790"/>
                  </a:lnTo>
                  <a:lnTo>
                    <a:pt x="1018540" y="613410"/>
                  </a:lnTo>
                  <a:lnTo>
                    <a:pt x="1023620" y="618490"/>
                  </a:lnTo>
                  <a:lnTo>
                    <a:pt x="1027430" y="624840"/>
                  </a:lnTo>
                  <a:lnTo>
                    <a:pt x="1037590" y="635000"/>
                  </a:lnTo>
                  <a:lnTo>
                    <a:pt x="1041400" y="640080"/>
                  </a:lnTo>
                  <a:lnTo>
                    <a:pt x="1074420" y="659130"/>
                  </a:lnTo>
                  <a:lnTo>
                    <a:pt x="1082040" y="660400"/>
                  </a:lnTo>
                  <a:lnTo>
                    <a:pt x="1087120" y="661670"/>
                  </a:lnTo>
                  <a:lnTo>
                    <a:pt x="1093470" y="662940"/>
                  </a:lnTo>
                  <a:lnTo>
                    <a:pt x="1109980" y="662940"/>
                  </a:lnTo>
                  <a:lnTo>
                    <a:pt x="1153160" y="646430"/>
                  </a:lnTo>
                  <a:lnTo>
                    <a:pt x="1182370" y="618490"/>
                  </a:lnTo>
                  <a:lnTo>
                    <a:pt x="1184744" y="614680"/>
                  </a:lnTo>
                  <a:lnTo>
                    <a:pt x="1188720" y="608330"/>
                  </a:lnTo>
                  <a:lnTo>
                    <a:pt x="1210310" y="563880"/>
                  </a:lnTo>
                  <a:lnTo>
                    <a:pt x="1217930" y="535940"/>
                  </a:lnTo>
                  <a:lnTo>
                    <a:pt x="1221740" y="521970"/>
                  </a:lnTo>
                  <a:lnTo>
                    <a:pt x="1224280" y="508000"/>
                  </a:lnTo>
                  <a:lnTo>
                    <a:pt x="1226820" y="492760"/>
                  </a:lnTo>
                  <a:lnTo>
                    <a:pt x="1228090" y="477520"/>
                  </a:lnTo>
                  <a:lnTo>
                    <a:pt x="1230630" y="444500"/>
                  </a:lnTo>
                  <a:lnTo>
                    <a:pt x="1230630" y="414020"/>
                  </a:lnTo>
                  <a:close/>
                </a:path>
                <a:path w="7024370" h="854710">
                  <a:moveTo>
                    <a:pt x="1595120" y="415290"/>
                  </a:moveTo>
                  <a:lnTo>
                    <a:pt x="1593850" y="398780"/>
                  </a:lnTo>
                  <a:lnTo>
                    <a:pt x="1592580" y="383540"/>
                  </a:lnTo>
                  <a:lnTo>
                    <a:pt x="1590040" y="369570"/>
                  </a:lnTo>
                  <a:lnTo>
                    <a:pt x="1584960" y="339090"/>
                  </a:lnTo>
                  <a:lnTo>
                    <a:pt x="1579880" y="325120"/>
                  </a:lnTo>
                  <a:lnTo>
                    <a:pt x="1576070" y="312420"/>
                  </a:lnTo>
                  <a:lnTo>
                    <a:pt x="1570990" y="298450"/>
                  </a:lnTo>
                  <a:lnTo>
                    <a:pt x="1565910" y="285750"/>
                  </a:lnTo>
                  <a:lnTo>
                    <a:pt x="1559560" y="275590"/>
                  </a:lnTo>
                  <a:lnTo>
                    <a:pt x="1553210" y="264160"/>
                  </a:lnTo>
                  <a:lnTo>
                    <a:pt x="1537970" y="243840"/>
                  </a:lnTo>
                  <a:lnTo>
                    <a:pt x="1529080" y="234950"/>
                  </a:lnTo>
                  <a:lnTo>
                    <a:pt x="1525524" y="232410"/>
                  </a:lnTo>
                  <a:lnTo>
                    <a:pt x="1520190" y="228600"/>
                  </a:lnTo>
                  <a:lnTo>
                    <a:pt x="1511300" y="220980"/>
                  </a:lnTo>
                  <a:lnTo>
                    <a:pt x="1501140" y="215900"/>
                  </a:lnTo>
                  <a:lnTo>
                    <a:pt x="1492250" y="210820"/>
                  </a:lnTo>
                  <a:lnTo>
                    <a:pt x="1492250" y="358140"/>
                  </a:lnTo>
                  <a:lnTo>
                    <a:pt x="1492250" y="455930"/>
                  </a:lnTo>
                  <a:lnTo>
                    <a:pt x="1490980" y="508000"/>
                  </a:lnTo>
                  <a:lnTo>
                    <a:pt x="1488440" y="546100"/>
                  </a:lnTo>
                  <a:lnTo>
                    <a:pt x="1487170" y="561340"/>
                  </a:lnTo>
                  <a:lnTo>
                    <a:pt x="1484630" y="574040"/>
                  </a:lnTo>
                  <a:lnTo>
                    <a:pt x="1483360" y="581660"/>
                  </a:lnTo>
                  <a:lnTo>
                    <a:pt x="1480820" y="594360"/>
                  </a:lnTo>
                  <a:lnTo>
                    <a:pt x="1478280" y="599440"/>
                  </a:lnTo>
                  <a:lnTo>
                    <a:pt x="1475740" y="605790"/>
                  </a:lnTo>
                  <a:lnTo>
                    <a:pt x="1473200" y="609600"/>
                  </a:lnTo>
                  <a:lnTo>
                    <a:pt x="1470660" y="614680"/>
                  </a:lnTo>
                  <a:lnTo>
                    <a:pt x="1466850" y="618490"/>
                  </a:lnTo>
                  <a:lnTo>
                    <a:pt x="1464310" y="622300"/>
                  </a:lnTo>
                  <a:lnTo>
                    <a:pt x="1461770" y="623570"/>
                  </a:lnTo>
                  <a:lnTo>
                    <a:pt x="1457960" y="626110"/>
                  </a:lnTo>
                  <a:lnTo>
                    <a:pt x="1455420" y="627380"/>
                  </a:lnTo>
                  <a:lnTo>
                    <a:pt x="1447800" y="629920"/>
                  </a:lnTo>
                  <a:lnTo>
                    <a:pt x="1445260" y="631190"/>
                  </a:lnTo>
                  <a:lnTo>
                    <a:pt x="1438910" y="631190"/>
                  </a:lnTo>
                  <a:lnTo>
                    <a:pt x="1436370" y="629920"/>
                  </a:lnTo>
                  <a:lnTo>
                    <a:pt x="1433830" y="629920"/>
                  </a:lnTo>
                  <a:lnTo>
                    <a:pt x="1431290" y="628650"/>
                  </a:lnTo>
                  <a:lnTo>
                    <a:pt x="1428750" y="628650"/>
                  </a:lnTo>
                  <a:lnTo>
                    <a:pt x="1426210" y="626110"/>
                  </a:lnTo>
                  <a:lnTo>
                    <a:pt x="1423670" y="624840"/>
                  </a:lnTo>
                  <a:lnTo>
                    <a:pt x="1422400" y="623570"/>
                  </a:lnTo>
                  <a:lnTo>
                    <a:pt x="1418590" y="621030"/>
                  </a:lnTo>
                  <a:lnTo>
                    <a:pt x="1416050" y="617220"/>
                  </a:lnTo>
                  <a:lnTo>
                    <a:pt x="1412240" y="613410"/>
                  </a:lnTo>
                  <a:lnTo>
                    <a:pt x="1409700" y="608330"/>
                  </a:lnTo>
                  <a:lnTo>
                    <a:pt x="1405890" y="603250"/>
                  </a:lnTo>
                  <a:lnTo>
                    <a:pt x="1404620" y="598170"/>
                  </a:lnTo>
                  <a:lnTo>
                    <a:pt x="1399540" y="585470"/>
                  </a:lnTo>
                  <a:lnTo>
                    <a:pt x="1395730" y="562610"/>
                  </a:lnTo>
                  <a:lnTo>
                    <a:pt x="1393190" y="541020"/>
                  </a:lnTo>
                  <a:lnTo>
                    <a:pt x="1391920" y="516890"/>
                  </a:lnTo>
                  <a:lnTo>
                    <a:pt x="1390650" y="494030"/>
                  </a:lnTo>
                  <a:lnTo>
                    <a:pt x="1390650" y="468630"/>
                  </a:lnTo>
                  <a:lnTo>
                    <a:pt x="1391869" y="387350"/>
                  </a:lnTo>
                  <a:lnTo>
                    <a:pt x="1394460" y="321310"/>
                  </a:lnTo>
                  <a:lnTo>
                    <a:pt x="1399540" y="285750"/>
                  </a:lnTo>
                  <a:lnTo>
                    <a:pt x="1400810" y="276860"/>
                  </a:lnTo>
                  <a:lnTo>
                    <a:pt x="1403350" y="267970"/>
                  </a:lnTo>
                  <a:lnTo>
                    <a:pt x="1405890" y="261620"/>
                  </a:lnTo>
                  <a:lnTo>
                    <a:pt x="1407160" y="257810"/>
                  </a:lnTo>
                  <a:lnTo>
                    <a:pt x="1408430" y="255270"/>
                  </a:lnTo>
                  <a:lnTo>
                    <a:pt x="1409700" y="251460"/>
                  </a:lnTo>
                  <a:lnTo>
                    <a:pt x="1410970" y="250190"/>
                  </a:lnTo>
                  <a:lnTo>
                    <a:pt x="1414780" y="245110"/>
                  </a:lnTo>
                  <a:lnTo>
                    <a:pt x="1418590" y="242570"/>
                  </a:lnTo>
                  <a:lnTo>
                    <a:pt x="1419860" y="240030"/>
                  </a:lnTo>
                  <a:lnTo>
                    <a:pt x="1422400" y="238760"/>
                  </a:lnTo>
                  <a:lnTo>
                    <a:pt x="1423670" y="237490"/>
                  </a:lnTo>
                  <a:lnTo>
                    <a:pt x="1426210" y="236220"/>
                  </a:lnTo>
                  <a:lnTo>
                    <a:pt x="1428750" y="233680"/>
                  </a:lnTo>
                  <a:lnTo>
                    <a:pt x="1433830" y="233680"/>
                  </a:lnTo>
                  <a:lnTo>
                    <a:pt x="1437640" y="232410"/>
                  </a:lnTo>
                  <a:lnTo>
                    <a:pt x="1449070" y="232410"/>
                  </a:lnTo>
                  <a:lnTo>
                    <a:pt x="1452880" y="233680"/>
                  </a:lnTo>
                  <a:lnTo>
                    <a:pt x="1455420" y="233680"/>
                  </a:lnTo>
                  <a:lnTo>
                    <a:pt x="1457960" y="234950"/>
                  </a:lnTo>
                  <a:lnTo>
                    <a:pt x="1461770" y="237490"/>
                  </a:lnTo>
                  <a:lnTo>
                    <a:pt x="1465580" y="241300"/>
                  </a:lnTo>
                  <a:lnTo>
                    <a:pt x="1466850" y="243840"/>
                  </a:lnTo>
                  <a:lnTo>
                    <a:pt x="1469390" y="245110"/>
                  </a:lnTo>
                  <a:lnTo>
                    <a:pt x="1471930" y="248920"/>
                  </a:lnTo>
                  <a:lnTo>
                    <a:pt x="1477010" y="259080"/>
                  </a:lnTo>
                  <a:lnTo>
                    <a:pt x="1479550" y="265430"/>
                  </a:lnTo>
                  <a:lnTo>
                    <a:pt x="1482090" y="270510"/>
                  </a:lnTo>
                  <a:lnTo>
                    <a:pt x="1483360" y="278130"/>
                  </a:lnTo>
                  <a:lnTo>
                    <a:pt x="1485900" y="284480"/>
                  </a:lnTo>
                  <a:lnTo>
                    <a:pt x="1487170" y="293370"/>
                  </a:lnTo>
                  <a:lnTo>
                    <a:pt x="1488440" y="303530"/>
                  </a:lnTo>
                  <a:lnTo>
                    <a:pt x="1489710" y="314960"/>
                  </a:lnTo>
                  <a:lnTo>
                    <a:pt x="1490980" y="327660"/>
                  </a:lnTo>
                  <a:lnTo>
                    <a:pt x="1492250" y="358140"/>
                  </a:lnTo>
                  <a:lnTo>
                    <a:pt x="1492250" y="210820"/>
                  </a:lnTo>
                  <a:lnTo>
                    <a:pt x="1482090" y="205740"/>
                  </a:lnTo>
                  <a:lnTo>
                    <a:pt x="1461770" y="200660"/>
                  </a:lnTo>
                  <a:lnTo>
                    <a:pt x="1451610" y="199390"/>
                  </a:lnTo>
                  <a:lnTo>
                    <a:pt x="1440180" y="198120"/>
                  </a:lnTo>
                  <a:lnTo>
                    <a:pt x="1423670" y="199390"/>
                  </a:lnTo>
                  <a:lnTo>
                    <a:pt x="1384300" y="212090"/>
                  </a:lnTo>
                  <a:lnTo>
                    <a:pt x="1363980" y="226060"/>
                  </a:lnTo>
                  <a:lnTo>
                    <a:pt x="1356360" y="231140"/>
                  </a:lnTo>
                  <a:lnTo>
                    <a:pt x="1351280" y="237490"/>
                  </a:lnTo>
                  <a:lnTo>
                    <a:pt x="1344930" y="245110"/>
                  </a:lnTo>
                  <a:lnTo>
                    <a:pt x="1339850" y="252730"/>
                  </a:lnTo>
                  <a:lnTo>
                    <a:pt x="1319530" y="285750"/>
                  </a:lnTo>
                  <a:lnTo>
                    <a:pt x="1304290" y="323850"/>
                  </a:lnTo>
                  <a:lnTo>
                    <a:pt x="1290320" y="387350"/>
                  </a:lnTo>
                  <a:lnTo>
                    <a:pt x="1287780" y="433070"/>
                  </a:lnTo>
                  <a:lnTo>
                    <a:pt x="1289050" y="455930"/>
                  </a:lnTo>
                  <a:lnTo>
                    <a:pt x="1290320" y="477520"/>
                  </a:lnTo>
                  <a:lnTo>
                    <a:pt x="1294130" y="497840"/>
                  </a:lnTo>
                  <a:lnTo>
                    <a:pt x="1297940" y="519430"/>
                  </a:lnTo>
                  <a:lnTo>
                    <a:pt x="1303020" y="538480"/>
                  </a:lnTo>
                  <a:lnTo>
                    <a:pt x="1318260" y="576580"/>
                  </a:lnTo>
                  <a:lnTo>
                    <a:pt x="1327150" y="594360"/>
                  </a:lnTo>
                  <a:lnTo>
                    <a:pt x="1333500" y="601980"/>
                  </a:lnTo>
                  <a:lnTo>
                    <a:pt x="1338580" y="609600"/>
                  </a:lnTo>
                  <a:lnTo>
                    <a:pt x="1344930" y="617220"/>
                  </a:lnTo>
                  <a:lnTo>
                    <a:pt x="1350010" y="623570"/>
                  </a:lnTo>
                  <a:lnTo>
                    <a:pt x="1362710" y="636270"/>
                  </a:lnTo>
                  <a:lnTo>
                    <a:pt x="1369060" y="641350"/>
                  </a:lnTo>
                  <a:lnTo>
                    <a:pt x="1376680" y="646430"/>
                  </a:lnTo>
                  <a:lnTo>
                    <a:pt x="1383030" y="650240"/>
                  </a:lnTo>
                  <a:lnTo>
                    <a:pt x="1390650" y="652780"/>
                  </a:lnTo>
                  <a:lnTo>
                    <a:pt x="1399540" y="656590"/>
                  </a:lnTo>
                  <a:lnTo>
                    <a:pt x="1407160" y="659130"/>
                  </a:lnTo>
                  <a:lnTo>
                    <a:pt x="1414780" y="660400"/>
                  </a:lnTo>
                  <a:lnTo>
                    <a:pt x="1423670" y="661670"/>
                  </a:lnTo>
                  <a:lnTo>
                    <a:pt x="1441450" y="662940"/>
                  </a:lnTo>
                  <a:lnTo>
                    <a:pt x="1460500" y="661670"/>
                  </a:lnTo>
                  <a:lnTo>
                    <a:pt x="1469390" y="660400"/>
                  </a:lnTo>
                  <a:lnTo>
                    <a:pt x="1477010" y="659130"/>
                  </a:lnTo>
                  <a:lnTo>
                    <a:pt x="1485900" y="655320"/>
                  </a:lnTo>
                  <a:lnTo>
                    <a:pt x="1493520" y="651510"/>
                  </a:lnTo>
                  <a:lnTo>
                    <a:pt x="1501140" y="648970"/>
                  </a:lnTo>
                  <a:lnTo>
                    <a:pt x="1516380" y="638810"/>
                  </a:lnTo>
                  <a:lnTo>
                    <a:pt x="1522730" y="632460"/>
                  </a:lnTo>
                  <a:lnTo>
                    <a:pt x="1524635" y="631190"/>
                  </a:lnTo>
                  <a:lnTo>
                    <a:pt x="1559560" y="586740"/>
                  </a:lnTo>
                  <a:lnTo>
                    <a:pt x="1581150" y="535940"/>
                  </a:lnTo>
                  <a:lnTo>
                    <a:pt x="1590040" y="496570"/>
                  </a:lnTo>
                  <a:lnTo>
                    <a:pt x="1595120" y="454660"/>
                  </a:lnTo>
                  <a:lnTo>
                    <a:pt x="1595120" y="415290"/>
                  </a:lnTo>
                  <a:close/>
                </a:path>
                <a:path w="7024370" h="854710">
                  <a:moveTo>
                    <a:pt x="1929130" y="252730"/>
                  </a:moveTo>
                  <a:lnTo>
                    <a:pt x="1926590" y="240030"/>
                  </a:lnTo>
                  <a:lnTo>
                    <a:pt x="1926590" y="233680"/>
                  </a:lnTo>
                  <a:lnTo>
                    <a:pt x="1924050" y="228600"/>
                  </a:lnTo>
                  <a:lnTo>
                    <a:pt x="1924050" y="226060"/>
                  </a:lnTo>
                  <a:lnTo>
                    <a:pt x="1921510" y="220980"/>
                  </a:lnTo>
                  <a:lnTo>
                    <a:pt x="1918970" y="218440"/>
                  </a:lnTo>
                  <a:lnTo>
                    <a:pt x="1918970" y="217170"/>
                  </a:lnTo>
                  <a:lnTo>
                    <a:pt x="1915160" y="213360"/>
                  </a:lnTo>
                  <a:lnTo>
                    <a:pt x="1913890" y="210820"/>
                  </a:lnTo>
                  <a:lnTo>
                    <a:pt x="1910067" y="207010"/>
                  </a:lnTo>
                  <a:lnTo>
                    <a:pt x="1908810" y="207010"/>
                  </a:lnTo>
                  <a:lnTo>
                    <a:pt x="1907540" y="204470"/>
                  </a:lnTo>
                  <a:lnTo>
                    <a:pt x="1905000" y="203200"/>
                  </a:lnTo>
                  <a:lnTo>
                    <a:pt x="1903717" y="203200"/>
                  </a:lnTo>
                  <a:lnTo>
                    <a:pt x="1901190" y="201930"/>
                  </a:lnTo>
                  <a:lnTo>
                    <a:pt x="1899920" y="200660"/>
                  </a:lnTo>
                  <a:lnTo>
                    <a:pt x="1894840" y="199390"/>
                  </a:lnTo>
                  <a:lnTo>
                    <a:pt x="1891017" y="199390"/>
                  </a:lnTo>
                  <a:lnTo>
                    <a:pt x="1885950" y="198120"/>
                  </a:lnTo>
                  <a:lnTo>
                    <a:pt x="1879600" y="199390"/>
                  </a:lnTo>
                  <a:lnTo>
                    <a:pt x="1874520" y="199390"/>
                  </a:lnTo>
                  <a:lnTo>
                    <a:pt x="1869440" y="201930"/>
                  </a:lnTo>
                  <a:lnTo>
                    <a:pt x="1856740" y="207010"/>
                  </a:lnTo>
                  <a:lnTo>
                    <a:pt x="1850390" y="210820"/>
                  </a:lnTo>
                  <a:lnTo>
                    <a:pt x="1845310" y="215900"/>
                  </a:lnTo>
                  <a:lnTo>
                    <a:pt x="1838960" y="220980"/>
                  </a:lnTo>
                  <a:lnTo>
                    <a:pt x="1824990" y="234950"/>
                  </a:lnTo>
                  <a:lnTo>
                    <a:pt x="1818640" y="243840"/>
                  </a:lnTo>
                  <a:lnTo>
                    <a:pt x="1812290" y="255270"/>
                  </a:lnTo>
                  <a:lnTo>
                    <a:pt x="1804670" y="266700"/>
                  </a:lnTo>
                  <a:lnTo>
                    <a:pt x="1797050" y="279400"/>
                  </a:lnTo>
                  <a:lnTo>
                    <a:pt x="1781810" y="311150"/>
                  </a:lnTo>
                  <a:lnTo>
                    <a:pt x="1781810" y="212090"/>
                  </a:lnTo>
                  <a:lnTo>
                    <a:pt x="1647190" y="212090"/>
                  </a:lnTo>
                  <a:lnTo>
                    <a:pt x="1647190" y="228600"/>
                  </a:lnTo>
                  <a:lnTo>
                    <a:pt x="1654810" y="229870"/>
                  </a:lnTo>
                  <a:lnTo>
                    <a:pt x="1662430" y="232410"/>
                  </a:lnTo>
                  <a:lnTo>
                    <a:pt x="1664970" y="233680"/>
                  </a:lnTo>
                  <a:lnTo>
                    <a:pt x="1666240" y="234950"/>
                  </a:lnTo>
                  <a:lnTo>
                    <a:pt x="1668780" y="236220"/>
                  </a:lnTo>
                  <a:lnTo>
                    <a:pt x="1670050" y="236220"/>
                  </a:lnTo>
                  <a:lnTo>
                    <a:pt x="1672590" y="238760"/>
                  </a:lnTo>
                  <a:lnTo>
                    <a:pt x="1673860" y="241300"/>
                  </a:lnTo>
                  <a:lnTo>
                    <a:pt x="1675130" y="242570"/>
                  </a:lnTo>
                  <a:lnTo>
                    <a:pt x="1678940" y="250190"/>
                  </a:lnTo>
                  <a:lnTo>
                    <a:pt x="1680210" y="254000"/>
                  </a:lnTo>
                  <a:lnTo>
                    <a:pt x="1681480" y="256540"/>
                  </a:lnTo>
                  <a:lnTo>
                    <a:pt x="1681480" y="260350"/>
                  </a:lnTo>
                  <a:lnTo>
                    <a:pt x="1682750" y="264160"/>
                  </a:lnTo>
                  <a:lnTo>
                    <a:pt x="1682750" y="267970"/>
                  </a:lnTo>
                  <a:lnTo>
                    <a:pt x="1684020" y="274320"/>
                  </a:lnTo>
                  <a:lnTo>
                    <a:pt x="1684020" y="572770"/>
                  </a:lnTo>
                  <a:lnTo>
                    <a:pt x="1681480" y="593090"/>
                  </a:lnTo>
                  <a:lnTo>
                    <a:pt x="1681480" y="600710"/>
                  </a:lnTo>
                  <a:lnTo>
                    <a:pt x="1678940" y="608330"/>
                  </a:lnTo>
                  <a:lnTo>
                    <a:pt x="1678940" y="610870"/>
                  </a:lnTo>
                  <a:lnTo>
                    <a:pt x="1677670" y="613410"/>
                  </a:lnTo>
                  <a:lnTo>
                    <a:pt x="1677670" y="615950"/>
                  </a:lnTo>
                  <a:lnTo>
                    <a:pt x="1675130" y="618490"/>
                  </a:lnTo>
                  <a:lnTo>
                    <a:pt x="1673860" y="621030"/>
                  </a:lnTo>
                  <a:lnTo>
                    <a:pt x="1667510" y="627380"/>
                  </a:lnTo>
                  <a:lnTo>
                    <a:pt x="1664970" y="628650"/>
                  </a:lnTo>
                  <a:lnTo>
                    <a:pt x="1657350" y="631190"/>
                  </a:lnTo>
                  <a:lnTo>
                    <a:pt x="1652270" y="632460"/>
                  </a:lnTo>
                  <a:lnTo>
                    <a:pt x="1647190" y="632460"/>
                  </a:lnTo>
                  <a:lnTo>
                    <a:pt x="1647190" y="650240"/>
                  </a:lnTo>
                  <a:lnTo>
                    <a:pt x="1823720" y="650240"/>
                  </a:lnTo>
                  <a:lnTo>
                    <a:pt x="1823720" y="632460"/>
                  </a:lnTo>
                  <a:lnTo>
                    <a:pt x="1811020" y="632460"/>
                  </a:lnTo>
                  <a:lnTo>
                    <a:pt x="1807210" y="631190"/>
                  </a:lnTo>
                  <a:lnTo>
                    <a:pt x="1802130" y="628650"/>
                  </a:lnTo>
                  <a:lnTo>
                    <a:pt x="1799590" y="628650"/>
                  </a:lnTo>
                  <a:lnTo>
                    <a:pt x="1797050" y="627380"/>
                  </a:lnTo>
                  <a:lnTo>
                    <a:pt x="1790700" y="621030"/>
                  </a:lnTo>
                  <a:lnTo>
                    <a:pt x="1789430" y="618490"/>
                  </a:lnTo>
                  <a:lnTo>
                    <a:pt x="1788160" y="617220"/>
                  </a:lnTo>
                  <a:lnTo>
                    <a:pt x="1786890" y="614680"/>
                  </a:lnTo>
                  <a:lnTo>
                    <a:pt x="1784350" y="610870"/>
                  </a:lnTo>
                  <a:lnTo>
                    <a:pt x="1784350" y="607060"/>
                  </a:lnTo>
                  <a:lnTo>
                    <a:pt x="1783080" y="605790"/>
                  </a:lnTo>
                  <a:lnTo>
                    <a:pt x="1783080" y="599440"/>
                  </a:lnTo>
                  <a:lnTo>
                    <a:pt x="1781810" y="595630"/>
                  </a:lnTo>
                  <a:lnTo>
                    <a:pt x="1781810" y="420370"/>
                  </a:lnTo>
                  <a:lnTo>
                    <a:pt x="1783080" y="406400"/>
                  </a:lnTo>
                  <a:lnTo>
                    <a:pt x="1785620" y="381000"/>
                  </a:lnTo>
                  <a:lnTo>
                    <a:pt x="1788160" y="369570"/>
                  </a:lnTo>
                  <a:lnTo>
                    <a:pt x="1789430" y="356870"/>
                  </a:lnTo>
                  <a:lnTo>
                    <a:pt x="1791970" y="346710"/>
                  </a:lnTo>
                  <a:lnTo>
                    <a:pt x="1797050" y="331470"/>
                  </a:lnTo>
                  <a:lnTo>
                    <a:pt x="1799590" y="325120"/>
                  </a:lnTo>
                  <a:lnTo>
                    <a:pt x="1806575" y="311150"/>
                  </a:lnTo>
                  <a:lnTo>
                    <a:pt x="1807210" y="309880"/>
                  </a:lnTo>
                  <a:lnTo>
                    <a:pt x="1811020" y="304800"/>
                  </a:lnTo>
                  <a:lnTo>
                    <a:pt x="1813560" y="300990"/>
                  </a:lnTo>
                  <a:lnTo>
                    <a:pt x="1821180" y="293370"/>
                  </a:lnTo>
                  <a:lnTo>
                    <a:pt x="1823720" y="293370"/>
                  </a:lnTo>
                  <a:lnTo>
                    <a:pt x="1826260" y="290830"/>
                  </a:lnTo>
                  <a:lnTo>
                    <a:pt x="1828800" y="290830"/>
                  </a:lnTo>
                  <a:lnTo>
                    <a:pt x="1831340" y="289560"/>
                  </a:lnTo>
                  <a:lnTo>
                    <a:pt x="1835150" y="289560"/>
                  </a:lnTo>
                  <a:lnTo>
                    <a:pt x="1836420" y="290830"/>
                  </a:lnTo>
                  <a:lnTo>
                    <a:pt x="1840230" y="290830"/>
                  </a:lnTo>
                  <a:lnTo>
                    <a:pt x="1840230" y="292100"/>
                  </a:lnTo>
                  <a:lnTo>
                    <a:pt x="1841500" y="293370"/>
                  </a:lnTo>
                  <a:lnTo>
                    <a:pt x="1842770" y="293370"/>
                  </a:lnTo>
                  <a:lnTo>
                    <a:pt x="1844040" y="294640"/>
                  </a:lnTo>
                  <a:lnTo>
                    <a:pt x="1846567" y="298450"/>
                  </a:lnTo>
                  <a:lnTo>
                    <a:pt x="1858010" y="311150"/>
                  </a:lnTo>
                  <a:lnTo>
                    <a:pt x="1864360" y="317500"/>
                  </a:lnTo>
                  <a:lnTo>
                    <a:pt x="1869440" y="320040"/>
                  </a:lnTo>
                  <a:lnTo>
                    <a:pt x="1873250" y="322580"/>
                  </a:lnTo>
                  <a:lnTo>
                    <a:pt x="1880870" y="325120"/>
                  </a:lnTo>
                  <a:lnTo>
                    <a:pt x="1885950" y="326390"/>
                  </a:lnTo>
                  <a:lnTo>
                    <a:pt x="1896110" y="326390"/>
                  </a:lnTo>
                  <a:lnTo>
                    <a:pt x="1897367" y="325120"/>
                  </a:lnTo>
                  <a:lnTo>
                    <a:pt x="1899920" y="325120"/>
                  </a:lnTo>
                  <a:lnTo>
                    <a:pt x="1901190" y="323850"/>
                  </a:lnTo>
                  <a:lnTo>
                    <a:pt x="1902460" y="323850"/>
                  </a:lnTo>
                  <a:lnTo>
                    <a:pt x="1905000" y="322580"/>
                  </a:lnTo>
                  <a:lnTo>
                    <a:pt x="1907540" y="320040"/>
                  </a:lnTo>
                  <a:lnTo>
                    <a:pt x="1910067" y="318770"/>
                  </a:lnTo>
                  <a:lnTo>
                    <a:pt x="1911350" y="316230"/>
                  </a:lnTo>
                  <a:lnTo>
                    <a:pt x="1915160" y="313690"/>
                  </a:lnTo>
                  <a:lnTo>
                    <a:pt x="1917700" y="309880"/>
                  </a:lnTo>
                  <a:lnTo>
                    <a:pt x="1924050" y="297180"/>
                  </a:lnTo>
                  <a:lnTo>
                    <a:pt x="1924050" y="294640"/>
                  </a:lnTo>
                  <a:lnTo>
                    <a:pt x="1926069" y="289560"/>
                  </a:lnTo>
                  <a:lnTo>
                    <a:pt x="1926590" y="288290"/>
                  </a:lnTo>
                  <a:lnTo>
                    <a:pt x="1926590" y="281940"/>
                  </a:lnTo>
                  <a:lnTo>
                    <a:pt x="1927860" y="275590"/>
                  </a:lnTo>
                  <a:lnTo>
                    <a:pt x="1929130" y="267970"/>
                  </a:lnTo>
                  <a:lnTo>
                    <a:pt x="1929130" y="252730"/>
                  </a:lnTo>
                  <a:close/>
                </a:path>
                <a:path w="7024370" h="854710">
                  <a:moveTo>
                    <a:pt x="2171700" y="210820"/>
                  </a:moveTo>
                  <a:lnTo>
                    <a:pt x="2094230" y="210820"/>
                  </a:lnTo>
                  <a:lnTo>
                    <a:pt x="2094230" y="50800"/>
                  </a:lnTo>
                  <a:lnTo>
                    <a:pt x="2082800" y="50800"/>
                  </a:lnTo>
                  <a:lnTo>
                    <a:pt x="2057400" y="105410"/>
                  </a:lnTo>
                  <a:lnTo>
                    <a:pt x="2020570" y="165100"/>
                  </a:lnTo>
                  <a:lnTo>
                    <a:pt x="1993900" y="198120"/>
                  </a:lnTo>
                  <a:lnTo>
                    <a:pt x="1953260" y="241300"/>
                  </a:lnTo>
                  <a:lnTo>
                    <a:pt x="1953260" y="257810"/>
                  </a:lnTo>
                  <a:lnTo>
                    <a:pt x="1996440" y="257810"/>
                  </a:lnTo>
                  <a:lnTo>
                    <a:pt x="1996440" y="561340"/>
                  </a:lnTo>
                  <a:lnTo>
                    <a:pt x="1997710" y="568960"/>
                  </a:lnTo>
                  <a:lnTo>
                    <a:pt x="1998980" y="575310"/>
                  </a:lnTo>
                  <a:lnTo>
                    <a:pt x="1998980" y="580390"/>
                  </a:lnTo>
                  <a:lnTo>
                    <a:pt x="2001520" y="588010"/>
                  </a:lnTo>
                  <a:lnTo>
                    <a:pt x="2002790" y="594360"/>
                  </a:lnTo>
                  <a:lnTo>
                    <a:pt x="2006600" y="600710"/>
                  </a:lnTo>
                  <a:lnTo>
                    <a:pt x="2009140" y="608330"/>
                  </a:lnTo>
                  <a:lnTo>
                    <a:pt x="2038350" y="642620"/>
                  </a:lnTo>
                  <a:lnTo>
                    <a:pt x="2071370" y="655320"/>
                  </a:lnTo>
                  <a:lnTo>
                    <a:pt x="2087880" y="655320"/>
                  </a:lnTo>
                  <a:lnTo>
                    <a:pt x="2128520" y="638810"/>
                  </a:lnTo>
                  <a:lnTo>
                    <a:pt x="2155190" y="605790"/>
                  </a:lnTo>
                  <a:lnTo>
                    <a:pt x="2157361" y="601980"/>
                  </a:lnTo>
                  <a:lnTo>
                    <a:pt x="2160270" y="596900"/>
                  </a:lnTo>
                  <a:lnTo>
                    <a:pt x="2167890" y="576580"/>
                  </a:lnTo>
                  <a:lnTo>
                    <a:pt x="2171700" y="565150"/>
                  </a:lnTo>
                  <a:lnTo>
                    <a:pt x="2161540" y="554990"/>
                  </a:lnTo>
                  <a:lnTo>
                    <a:pt x="2156460" y="566420"/>
                  </a:lnTo>
                  <a:lnTo>
                    <a:pt x="2151380" y="575310"/>
                  </a:lnTo>
                  <a:lnTo>
                    <a:pt x="2145030" y="584200"/>
                  </a:lnTo>
                  <a:lnTo>
                    <a:pt x="2142490" y="588010"/>
                  </a:lnTo>
                  <a:lnTo>
                    <a:pt x="2134870" y="595630"/>
                  </a:lnTo>
                  <a:lnTo>
                    <a:pt x="2132330" y="596900"/>
                  </a:lnTo>
                  <a:lnTo>
                    <a:pt x="2129790" y="599440"/>
                  </a:lnTo>
                  <a:lnTo>
                    <a:pt x="2125980" y="600710"/>
                  </a:lnTo>
                  <a:lnTo>
                    <a:pt x="2123440" y="600710"/>
                  </a:lnTo>
                  <a:lnTo>
                    <a:pt x="2120900" y="601980"/>
                  </a:lnTo>
                  <a:lnTo>
                    <a:pt x="2117090" y="601980"/>
                  </a:lnTo>
                  <a:lnTo>
                    <a:pt x="2114550" y="600710"/>
                  </a:lnTo>
                  <a:lnTo>
                    <a:pt x="2112010" y="600710"/>
                  </a:lnTo>
                  <a:lnTo>
                    <a:pt x="2109470" y="598170"/>
                  </a:lnTo>
                  <a:lnTo>
                    <a:pt x="2106930" y="596900"/>
                  </a:lnTo>
                  <a:lnTo>
                    <a:pt x="2105660" y="595630"/>
                  </a:lnTo>
                  <a:lnTo>
                    <a:pt x="2104390" y="593090"/>
                  </a:lnTo>
                  <a:lnTo>
                    <a:pt x="2103120" y="591820"/>
                  </a:lnTo>
                  <a:lnTo>
                    <a:pt x="2101850" y="589280"/>
                  </a:lnTo>
                  <a:lnTo>
                    <a:pt x="2100580" y="588010"/>
                  </a:lnTo>
                  <a:lnTo>
                    <a:pt x="2099310" y="584200"/>
                  </a:lnTo>
                  <a:lnTo>
                    <a:pt x="2098040" y="582930"/>
                  </a:lnTo>
                  <a:lnTo>
                    <a:pt x="2098040" y="579120"/>
                  </a:lnTo>
                  <a:lnTo>
                    <a:pt x="2096770" y="577850"/>
                  </a:lnTo>
                  <a:lnTo>
                    <a:pt x="2095500" y="574040"/>
                  </a:lnTo>
                  <a:lnTo>
                    <a:pt x="2095500" y="565150"/>
                  </a:lnTo>
                  <a:lnTo>
                    <a:pt x="2094230" y="560070"/>
                  </a:lnTo>
                  <a:lnTo>
                    <a:pt x="2094230" y="257810"/>
                  </a:lnTo>
                  <a:lnTo>
                    <a:pt x="2171700" y="257810"/>
                  </a:lnTo>
                  <a:lnTo>
                    <a:pt x="2171700" y="210820"/>
                  </a:lnTo>
                  <a:close/>
                </a:path>
                <a:path w="7024370" h="854710">
                  <a:moveTo>
                    <a:pt x="2526030" y="589280"/>
                  </a:moveTo>
                  <a:lnTo>
                    <a:pt x="2515870" y="580390"/>
                  </a:lnTo>
                  <a:lnTo>
                    <a:pt x="2510790" y="586740"/>
                  </a:lnTo>
                  <a:lnTo>
                    <a:pt x="2504440" y="593090"/>
                  </a:lnTo>
                  <a:lnTo>
                    <a:pt x="2504440" y="595630"/>
                  </a:lnTo>
                  <a:lnTo>
                    <a:pt x="2490470" y="595630"/>
                  </a:lnTo>
                  <a:lnTo>
                    <a:pt x="2486660" y="591820"/>
                  </a:lnTo>
                  <a:lnTo>
                    <a:pt x="2486660" y="589280"/>
                  </a:lnTo>
                  <a:lnTo>
                    <a:pt x="2485390" y="589280"/>
                  </a:lnTo>
                  <a:lnTo>
                    <a:pt x="2485390" y="586740"/>
                  </a:lnTo>
                  <a:lnTo>
                    <a:pt x="2484120" y="585470"/>
                  </a:lnTo>
                  <a:lnTo>
                    <a:pt x="2482850" y="580390"/>
                  </a:lnTo>
                  <a:lnTo>
                    <a:pt x="2482850" y="579120"/>
                  </a:lnTo>
                  <a:lnTo>
                    <a:pt x="2482850" y="567690"/>
                  </a:lnTo>
                  <a:lnTo>
                    <a:pt x="2481580" y="557530"/>
                  </a:lnTo>
                  <a:lnTo>
                    <a:pt x="2481580" y="405130"/>
                  </a:lnTo>
                  <a:lnTo>
                    <a:pt x="2481580" y="341630"/>
                  </a:lnTo>
                  <a:lnTo>
                    <a:pt x="2480437" y="318770"/>
                  </a:lnTo>
                  <a:lnTo>
                    <a:pt x="2480310" y="306070"/>
                  </a:lnTo>
                  <a:lnTo>
                    <a:pt x="2477770" y="288290"/>
                  </a:lnTo>
                  <a:lnTo>
                    <a:pt x="2477770" y="287020"/>
                  </a:lnTo>
                  <a:lnTo>
                    <a:pt x="2476500" y="284480"/>
                  </a:lnTo>
                  <a:lnTo>
                    <a:pt x="2473960" y="275590"/>
                  </a:lnTo>
                  <a:lnTo>
                    <a:pt x="2471420" y="267970"/>
                  </a:lnTo>
                  <a:lnTo>
                    <a:pt x="2467610" y="261620"/>
                  </a:lnTo>
                  <a:lnTo>
                    <a:pt x="2463800" y="252730"/>
                  </a:lnTo>
                  <a:lnTo>
                    <a:pt x="2448560" y="233680"/>
                  </a:lnTo>
                  <a:lnTo>
                    <a:pt x="2442210" y="224790"/>
                  </a:lnTo>
                  <a:lnTo>
                    <a:pt x="2434590" y="218440"/>
                  </a:lnTo>
                  <a:lnTo>
                    <a:pt x="2426970" y="214630"/>
                  </a:lnTo>
                  <a:lnTo>
                    <a:pt x="2400300" y="201930"/>
                  </a:lnTo>
                  <a:lnTo>
                    <a:pt x="2390140" y="201930"/>
                  </a:lnTo>
                  <a:lnTo>
                    <a:pt x="2367280" y="199390"/>
                  </a:lnTo>
                  <a:lnTo>
                    <a:pt x="2348230" y="199390"/>
                  </a:lnTo>
                  <a:lnTo>
                    <a:pt x="2330450" y="204470"/>
                  </a:lnTo>
                  <a:lnTo>
                    <a:pt x="2320290" y="205740"/>
                  </a:lnTo>
                  <a:lnTo>
                    <a:pt x="2311400" y="208280"/>
                  </a:lnTo>
                  <a:lnTo>
                    <a:pt x="2284730" y="220980"/>
                  </a:lnTo>
                  <a:lnTo>
                    <a:pt x="2275840" y="224790"/>
                  </a:lnTo>
                  <a:lnTo>
                    <a:pt x="2268220" y="231140"/>
                  </a:lnTo>
                  <a:lnTo>
                    <a:pt x="2261870" y="236220"/>
                  </a:lnTo>
                  <a:lnTo>
                    <a:pt x="2254250" y="242570"/>
                  </a:lnTo>
                  <a:lnTo>
                    <a:pt x="2247900" y="248920"/>
                  </a:lnTo>
                  <a:lnTo>
                    <a:pt x="2242820" y="256540"/>
                  </a:lnTo>
                  <a:lnTo>
                    <a:pt x="2237740" y="262890"/>
                  </a:lnTo>
                  <a:lnTo>
                    <a:pt x="2219960" y="303530"/>
                  </a:lnTo>
                  <a:lnTo>
                    <a:pt x="2218690" y="309880"/>
                  </a:lnTo>
                  <a:lnTo>
                    <a:pt x="2218690" y="313690"/>
                  </a:lnTo>
                  <a:lnTo>
                    <a:pt x="2217420" y="318770"/>
                  </a:lnTo>
                  <a:lnTo>
                    <a:pt x="2217420" y="332740"/>
                  </a:lnTo>
                  <a:lnTo>
                    <a:pt x="2218690" y="335280"/>
                  </a:lnTo>
                  <a:lnTo>
                    <a:pt x="2218690" y="341630"/>
                  </a:lnTo>
                  <a:lnTo>
                    <a:pt x="2219960" y="345440"/>
                  </a:lnTo>
                  <a:lnTo>
                    <a:pt x="2219960" y="347980"/>
                  </a:lnTo>
                  <a:lnTo>
                    <a:pt x="2226310" y="360680"/>
                  </a:lnTo>
                  <a:lnTo>
                    <a:pt x="2228850" y="364490"/>
                  </a:lnTo>
                  <a:lnTo>
                    <a:pt x="2232660" y="369570"/>
                  </a:lnTo>
                  <a:lnTo>
                    <a:pt x="2236470" y="373380"/>
                  </a:lnTo>
                  <a:lnTo>
                    <a:pt x="2237740" y="375920"/>
                  </a:lnTo>
                  <a:lnTo>
                    <a:pt x="2242820" y="377190"/>
                  </a:lnTo>
                  <a:lnTo>
                    <a:pt x="2244090" y="379730"/>
                  </a:lnTo>
                  <a:lnTo>
                    <a:pt x="2249170" y="383540"/>
                  </a:lnTo>
                  <a:lnTo>
                    <a:pt x="2264410" y="386080"/>
                  </a:lnTo>
                  <a:lnTo>
                    <a:pt x="2279650" y="386080"/>
                  </a:lnTo>
                  <a:lnTo>
                    <a:pt x="2283460" y="383540"/>
                  </a:lnTo>
                  <a:lnTo>
                    <a:pt x="2288540" y="383540"/>
                  </a:lnTo>
                  <a:lnTo>
                    <a:pt x="2292350" y="379730"/>
                  </a:lnTo>
                  <a:lnTo>
                    <a:pt x="2293620" y="379730"/>
                  </a:lnTo>
                  <a:lnTo>
                    <a:pt x="2299970" y="373380"/>
                  </a:lnTo>
                  <a:lnTo>
                    <a:pt x="2301240" y="373380"/>
                  </a:lnTo>
                  <a:lnTo>
                    <a:pt x="2302510" y="370840"/>
                  </a:lnTo>
                  <a:lnTo>
                    <a:pt x="2306320" y="367030"/>
                  </a:lnTo>
                  <a:lnTo>
                    <a:pt x="2308860" y="360680"/>
                  </a:lnTo>
                  <a:lnTo>
                    <a:pt x="2313940" y="350520"/>
                  </a:lnTo>
                  <a:lnTo>
                    <a:pt x="2313940" y="345440"/>
                  </a:lnTo>
                  <a:lnTo>
                    <a:pt x="2315210" y="341630"/>
                  </a:lnTo>
                  <a:lnTo>
                    <a:pt x="2315210" y="322580"/>
                  </a:lnTo>
                  <a:lnTo>
                    <a:pt x="2313940" y="320040"/>
                  </a:lnTo>
                  <a:lnTo>
                    <a:pt x="2313940" y="316230"/>
                  </a:lnTo>
                  <a:lnTo>
                    <a:pt x="2312670" y="312420"/>
                  </a:lnTo>
                  <a:lnTo>
                    <a:pt x="2310130" y="307340"/>
                  </a:lnTo>
                  <a:lnTo>
                    <a:pt x="2308860" y="303530"/>
                  </a:lnTo>
                  <a:lnTo>
                    <a:pt x="2305050" y="297180"/>
                  </a:lnTo>
                  <a:lnTo>
                    <a:pt x="2302510" y="293370"/>
                  </a:lnTo>
                  <a:lnTo>
                    <a:pt x="2299970" y="288290"/>
                  </a:lnTo>
                  <a:lnTo>
                    <a:pt x="2298700" y="284480"/>
                  </a:lnTo>
                  <a:lnTo>
                    <a:pt x="2294890" y="280670"/>
                  </a:lnTo>
                  <a:lnTo>
                    <a:pt x="2293620" y="275590"/>
                  </a:lnTo>
                  <a:lnTo>
                    <a:pt x="2293620" y="274320"/>
                  </a:lnTo>
                  <a:lnTo>
                    <a:pt x="2292350" y="271780"/>
                  </a:lnTo>
                  <a:lnTo>
                    <a:pt x="2292350" y="265430"/>
                  </a:lnTo>
                  <a:lnTo>
                    <a:pt x="2293620" y="262890"/>
                  </a:lnTo>
                  <a:lnTo>
                    <a:pt x="2293620" y="259080"/>
                  </a:lnTo>
                  <a:lnTo>
                    <a:pt x="2294890" y="259080"/>
                  </a:lnTo>
                  <a:lnTo>
                    <a:pt x="2294890" y="256540"/>
                  </a:lnTo>
                  <a:lnTo>
                    <a:pt x="2296160" y="256540"/>
                  </a:lnTo>
                  <a:lnTo>
                    <a:pt x="2297430" y="252730"/>
                  </a:lnTo>
                  <a:lnTo>
                    <a:pt x="2305050" y="246380"/>
                  </a:lnTo>
                  <a:lnTo>
                    <a:pt x="2308860" y="243840"/>
                  </a:lnTo>
                  <a:lnTo>
                    <a:pt x="2319020" y="237490"/>
                  </a:lnTo>
                  <a:lnTo>
                    <a:pt x="2324100" y="237490"/>
                  </a:lnTo>
                  <a:lnTo>
                    <a:pt x="2327910" y="236220"/>
                  </a:lnTo>
                  <a:lnTo>
                    <a:pt x="2334260" y="233680"/>
                  </a:lnTo>
                  <a:lnTo>
                    <a:pt x="2343150" y="233680"/>
                  </a:lnTo>
                  <a:lnTo>
                    <a:pt x="2345690" y="236220"/>
                  </a:lnTo>
                  <a:lnTo>
                    <a:pt x="2349500" y="236220"/>
                  </a:lnTo>
                  <a:lnTo>
                    <a:pt x="2352040" y="237490"/>
                  </a:lnTo>
                  <a:lnTo>
                    <a:pt x="2355850" y="237490"/>
                  </a:lnTo>
                  <a:lnTo>
                    <a:pt x="2360930" y="242570"/>
                  </a:lnTo>
                  <a:lnTo>
                    <a:pt x="2364740" y="243840"/>
                  </a:lnTo>
                  <a:lnTo>
                    <a:pt x="2372360" y="252730"/>
                  </a:lnTo>
                  <a:lnTo>
                    <a:pt x="2373630" y="255270"/>
                  </a:lnTo>
                  <a:lnTo>
                    <a:pt x="2376170" y="259080"/>
                  </a:lnTo>
                  <a:lnTo>
                    <a:pt x="2377440" y="261620"/>
                  </a:lnTo>
                  <a:lnTo>
                    <a:pt x="2378710" y="262890"/>
                  </a:lnTo>
                  <a:lnTo>
                    <a:pt x="2379980" y="265430"/>
                  </a:lnTo>
                  <a:lnTo>
                    <a:pt x="2379980" y="269240"/>
                  </a:lnTo>
                  <a:lnTo>
                    <a:pt x="2381250" y="271780"/>
                  </a:lnTo>
                  <a:lnTo>
                    <a:pt x="2381250" y="275590"/>
                  </a:lnTo>
                  <a:lnTo>
                    <a:pt x="2382520" y="281940"/>
                  </a:lnTo>
                  <a:lnTo>
                    <a:pt x="2382520" y="288290"/>
                  </a:lnTo>
                  <a:lnTo>
                    <a:pt x="2383701" y="306070"/>
                  </a:lnTo>
                  <a:lnTo>
                    <a:pt x="2383790" y="373380"/>
                  </a:lnTo>
                  <a:lnTo>
                    <a:pt x="2383790" y="405130"/>
                  </a:lnTo>
                  <a:lnTo>
                    <a:pt x="2383790" y="551180"/>
                  </a:lnTo>
                  <a:lnTo>
                    <a:pt x="2372360" y="563880"/>
                  </a:lnTo>
                  <a:lnTo>
                    <a:pt x="2357120" y="574040"/>
                  </a:lnTo>
                  <a:lnTo>
                    <a:pt x="2354580" y="574040"/>
                  </a:lnTo>
                  <a:lnTo>
                    <a:pt x="2349500" y="576580"/>
                  </a:lnTo>
                  <a:lnTo>
                    <a:pt x="2348230" y="576580"/>
                  </a:lnTo>
                  <a:lnTo>
                    <a:pt x="2345690" y="579120"/>
                  </a:lnTo>
                  <a:lnTo>
                    <a:pt x="2339340" y="579120"/>
                  </a:lnTo>
                  <a:lnTo>
                    <a:pt x="2331720" y="576580"/>
                  </a:lnTo>
                  <a:lnTo>
                    <a:pt x="2330450" y="576580"/>
                  </a:lnTo>
                  <a:lnTo>
                    <a:pt x="2327910" y="574040"/>
                  </a:lnTo>
                  <a:lnTo>
                    <a:pt x="2326640" y="574040"/>
                  </a:lnTo>
                  <a:lnTo>
                    <a:pt x="2324100" y="570230"/>
                  </a:lnTo>
                  <a:lnTo>
                    <a:pt x="2321560" y="570230"/>
                  </a:lnTo>
                  <a:lnTo>
                    <a:pt x="2321560" y="567690"/>
                  </a:lnTo>
                  <a:lnTo>
                    <a:pt x="2320290" y="566420"/>
                  </a:lnTo>
                  <a:lnTo>
                    <a:pt x="2319020" y="563880"/>
                  </a:lnTo>
                  <a:lnTo>
                    <a:pt x="2313940" y="557530"/>
                  </a:lnTo>
                  <a:lnTo>
                    <a:pt x="2311400" y="551180"/>
                  </a:lnTo>
                  <a:lnTo>
                    <a:pt x="2310130" y="547370"/>
                  </a:lnTo>
                  <a:lnTo>
                    <a:pt x="2308860" y="542290"/>
                  </a:lnTo>
                  <a:lnTo>
                    <a:pt x="2307590" y="541020"/>
                  </a:lnTo>
                  <a:lnTo>
                    <a:pt x="2307590" y="532130"/>
                  </a:lnTo>
                  <a:lnTo>
                    <a:pt x="2306320" y="528320"/>
                  </a:lnTo>
                  <a:lnTo>
                    <a:pt x="2307590" y="521970"/>
                  </a:lnTo>
                  <a:lnTo>
                    <a:pt x="2307590" y="515620"/>
                  </a:lnTo>
                  <a:lnTo>
                    <a:pt x="2310130" y="502920"/>
                  </a:lnTo>
                  <a:lnTo>
                    <a:pt x="2312670" y="496570"/>
                  </a:lnTo>
                  <a:lnTo>
                    <a:pt x="2315210" y="487680"/>
                  </a:lnTo>
                  <a:lnTo>
                    <a:pt x="2317750" y="483870"/>
                  </a:lnTo>
                  <a:lnTo>
                    <a:pt x="2320290" y="477520"/>
                  </a:lnTo>
                  <a:lnTo>
                    <a:pt x="2326640" y="466090"/>
                  </a:lnTo>
                  <a:lnTo>
                    <a:pt x="2332990" y="458470"/>
                  </a:lnTo>
                  <a:lnTo>
                    <a:pt x="2339340" y="447040"/>
                  </a:lnTo>
                  <a:lnTo>
                    <a:pt x="2364740" y="421640"/>
                  </a:lnTo>
                  <a:lnTo>
                    <a:pt x="2373630" y="414020"/>
                  </a:lnTo>
                  <a:lnTo>
                    <a:pt x="2383790" y="405130"/>
                  </a:lnTo>
                  <a:lnTo>
                    <a:pt x="2383790" y="373380"/>
                  </a:lnTo>
                  <a:lnTo>
                    <a:pt x="2334260" y="405130"/>
                  </a:lnTo>
                  <a:lnTo>
                    <a:pt x="2294890" y="434340"/>
                  </a:lnTo>
                  <a:lnTo>
                    <a:pt x="2264410" y="458470"/>
                  </a:lnTo>
                  <a:lnTo>
                    <a:pt x="2236470" y="490220"/>
                  </a:lnTo>
                  <a:lnTo>
                    <a:pt x="2228850" y="500380"/>
                  </a:lnTo>
                  <a:lnTo>
                    <a:pt x="2223770" y="510540"/>
                  </a:lnTo>
                  <a:lnTo>
                    <a:pt x="2218690" y="523240"/>
                  </a:lnTo>
                  <a:lnTo>
                    <a:pt x="2217420" y="529590"/>
                  </a:lnTo>
                  <a:lnTo>
                    <a:pt x="2214880" y="534670"/>
                  </a:lnTo>
                  <a:lnTo>
                    <a:pt x="2213610" y="541020"/>
                  </a:lnTo>
                  <a:lnTo>
                    <a:pt x="2213610" y="547370"/>
                  </a:lnTo>
                  <a:lnTo>
                    <a:pt x="2212340" y="551180"/>
                  </a:lnTo>
                  <a:lnTo>
                    <a:pt x="2211070" y="557530"/>
                  </a:lnTo>
                  <a:lnTo>
                    <a:pt x="2211070" y="580390"/>
                  </a:lnTo>
                  <a:lnTo>
                    <a:pt x="2212340" y="589280"/>
                  </a:lnTo>
                  <a:lnTo>
                    <a:pt x="2213610" y="595630"/>
                  </a:lnTo>
                  <a:lnTo>
                    <a:pt x="2214880" y="599440"/>
                  </a:lnTo>
                  <a:lnTo>
                    <a:pt x="2214880" y="604520"/>
                  </a:lnTo>
                  <a:lnTo>
                    <a:pt x="2217420" y="612140"/>
                  </a:lnTo>
                  <a:lnTo>
                    <a:pt x="2219960" y="614680"/>
                  </a:lnTo>
                  <a:lnTo>
                    <a:pt x="2222500" y="623570"/>
                  </a:lnTo>
                  <a:lnTo>
                    <a:pt x="2225040" y="624840"/>
                  </a:lnTo>
                  <a:lnTo>
                    <a:pt x="2227580" y="629920"/>
                  </a:lnTo>
                  <a:lnTo>
                    <a:pt x="2230120" y="631190"/>
                  </a:lnTo>
                  <a:lnTo>
                    <a:pt x="2233930" y="637540"/>
                  </a:lnTo>
                  <a:lnTo>
                    <a:pt x="2239010" y="643890"/>
                  </a:lnTo>
                  <a:lnTo>
                    <a:pt x="2244090" y="646430"/>
                  </a:lnTo>
                  <a:lnTo>
                    <a:pt x="2250440" y="650240"/>
                  </a:lnTo>
                  <a:lnTo>
                    <a:pt x="2256790" y="652780"/>
                  </a:lnTo>
                  <a:lnTo>
                    <a:pt x="2275840" y="656590"/>
                  </a:lnTo>
                  <a:lnTo>
                    <a:pt x="2288540" y="656590"/>
                  </a:lnTo>
                  <a:lnTo>
                    <a:pt x="2294890" y="655320"/>
                  </a:lnTo>
                  <a:lnTo>
                    <a:pt x="2313940" y="646430"/>
                  </a:lnTo>
                  <a:lnTo>
                    <a:pt x="2326640" y="637540"/>
                  </a:lnTo>
                  <a:lnTo>
                    <a:pt x="2340610" y="629920"/>
                  </a:lnTo>
                  <a:lnTo>
                    <a:pt x="2354580" y="617220"/>
                  </a:lnTo>
                  <a:lnTo>
                    <a:pt x="2368550" y="601980"/>
                  </a:lnTo>
                  <a:lnTo>
                    <a:pt x="2383790" y="586740"/>
                  </a:lnTo>
                  <a:lnTo>
                    <a:pt x="2385060" y="595630"/>
                  </a:lnTo>
                  <a:lnTo>
                    <a:pt x="2387600" y="610870"/>
                  </a:lnTo>
                  <a:lnTo>
                    <a:pt x="2390140" y="617220"/>
                  </a:lnTo>
                  <a:lnTo>
                    <a:pt x="2392680" y="624840"/>
                  </a:lnTo>
                  <a:lnTo>
                    <a:pt x="2393950" y="627380"/>
                  </a:lnTo>
                  <a:lnTo>
                    <a:pt x="2396490" y="629920"/>
                  </a:lnTo>
                  <a:lnTo>
                    <a:pt x="2400300" y="637540"/>
                  </a:lnTo>
                  <a:lnTo>
                    <a:pt x="2405380" y="642620"/>
                  </a:lnTo>
                  <a:lnTo>
                    <a:pt x="2407920" y="643890"/>
                  </a:lnTo>
                  <a:lnTo>
                    <a:pt x="2409190" y="646430"/>
                  </a:lnTo>
                  <a:lnTo>
                    <a:pt x="2426970" y="655320"/>
                  </a:lnTo>
                  <a:lnTo>
                    <a:pt x="2433320" y="656590"/>
                  </a:lnTo>
                  <a:lnTo>
                    <a:pt x="2458720" y="656590"/>
                  </a:lnTo>
                  <a:lnTo>
                    <a:pt x="2463800" y="655320"/>
                  </a:lnTo>
                  <a:lnTo>
                    <a:pt x="2470150" y="652780"/>
                  </a:lnTo>
                  <a:lnTo>
                    <a:pt x="2475230" y="650240"/>
                  </a:lnTo>
                  <a:lnTo>
                    <a:pt x="2480310" y="646430"/>
                  </a:lnTo>
                  <a:lnTo>
                    <a:pt x="2485390" y="643890"/>
                  </a:lnTo>
                  <a:lnTo>
                    <a:pt x="2489200" y="640080"/>
                  </a:lnTo>
                  <a:lnTo>
                    <a:pt x="2494280" y="637540"/>
                  </a:lnTo>
                  <a:lnTo>
                    <a:pt x="2499360" y="631190"/>
                  </a:lnTo>
                  <a:lnTo>
                    <a:pt x="2503170" y="627380"/>
                  </a:lnTo>
                  <a:lnTo>
                    <a:pt x="2508250" y="621030"/>
                  </a:lnTo>
                  <a:lnTo>
                    <a:pt x="2512060" y="614680"/>
                  </a:lnTo>
                  <a:lnTo>
                    <a:pt x="2517140" y="605790"/>
                  </a:lnTo>
                  <a:lnTo>
                    <a:pt x="2520950" y="599440"/>
                  </a:lnTo>
                  <a:lnTo>
                    <a:pt x="2522855" y="595630"/>
                  </a:lnTo>
                  <a:lnTo>
                    <a:pt x="2526030" y="589280"/>
                  </a:lnTo>
                  <a:close/>
                </a:path>
                <a:path w="7024370" h="854710">
                  <a:moveTo>
                    <a:pt x="2915920" y="632460"/>
                  </a:moveTo>
                  <a:lnTo>
                    <a:pt x="2910840" y="632460"/>
                  </a:lnTo>
                  <a:lnTo>
                    <a:pt x="2905760" y="631190"/>
                  </a:lnTo>
                  <a:lnTo>
                    <a:pt x="2901950" y="628650"/>
                  </a:lnTo>
                  <a:lnTo>
                    <a:pt x="2898140" y="627380"/>
                  </a:lnTo>
                  <a:lnTo>
                    <a:pt x="2895600" y="624840"/>
                  </a:lnTo>
                  <a:lnTo>
                    <a:pt x="2893060" y="623570"/>
                  </a:lnTo>
                  <a:lnTo>
                    <a:pt x="2891790" y="623570"/>
                  </a:lnTo>
                  <a:lnTo>
                    <a:pt x="2890520" y="621030"/>
                  </a:lnTo>
                  <a:lnTo>
                    <a:pt x="2889250" y="619760"/>
                  </a:lnTo>
                  <a:lnTo>
                    <a:pt x="2889250" y="618490"/>
                  </a:lnTo>
                  <a:lnTo>
                    <a:pt x="2886710" y="615950"/>
                  </a:lnTo>
                  <a:lnTo>
                    <a:pt x="2885440" y="613410"/>
                  </a:lnTo>
                  <a:lnTo>
                    <a:pt x="2885440" y="610870"/>
                  </a:lnTo>
                  <a:lnTo>
                    <a:pt x="2884170" y="608330"/>
                  </a:lnTo>
                  <a:lnTo>
                    <a:pt x="2884170" y="603250"/>
                  </a:lnTo>
                  <a:lnTo>
                    <a:pt x="2881630" y="586740"/>
                  </a:lnTo>
                  <a:lnTo>
                    <a:pt x="2881630" y="577850"/>
                  </a:lnTo>
                  <a:lnTo>
                    <a:pt x="2880360" y="554990"/>
                  </a:lnTo>
                  <a:lnTo>
                    <a:pt x="2880360" y="349250"/>
                  </a:lnTo>
                  <a:lnTo>
                    <a:pt x="2879090" y="320040"/>
                  </a:lnTo>
                  <a:lnTo>
                    <a:pt x="2879090" y="307340"/>
                  </a:lnTo>
                  <a:lnTo>
                    <a:pt x="2877820" y="297180"/>
                  </a:lnTo>
                  <a:lnTo>
                    <a:pt x="2865120" y="248920"/>
                  </a:lnTo>
                  <a:lnTo>
                    <a:pt x="2856230" y="234950"/>
                  </a:lnTo>
                  <a:lnTo>
                    <a:pt x="2852420" y="228600"/>
                  </a:lnTo>
                  <a:lnTo>
                    <a:pt x="2816860" y="201930"/>
                  </a:lnTo>
                  <a:lnTo>
                    <a:pt x="2809240" y="199390"/>
                  </a:lnTo>
                  <a:lnTo>
                    <a:pt x="2801620" y="199390"/>
                  </a:lnTo>
                  <a:lnTo>
                    <a:pt x="2794000" y="198120"/>
                  </a:lnTo>
                  <a:lnTo>
                    <a:pt x="2787650" y="199390"/>
                  </a:lnTo>
                  <a:lnTo>
                    <a:pt x="2781300" y="199390"/>
                  </a:lnTo>
                  <a:lnTo>
                    <a:pt x="2774950" y="200660"/>
                  </a:lnTo>
                  <a:lnTo>
                    <a:pt x="2768600" y="203200"/>
                  </a:lnTo>
                  <a:lnTo>
                    <a:pt x="2762250" y="204470"/>
                  </a:lnTo>
                  <a:lnTo>
                    <a:pt x="2755900" y="208280"/>
                  </a:lnTo>
                  <a:lnTo>
                    <a:pt x="2749550" y="210820"/>
                  </a:lnTo>
                  <a:lnTo>
                    <a:pt x="2744470" y="215900"/>
                  </a:lnTo>
                  <a:lnTo>
                    <a:pt x="2733040" y="224790"/>
                  </a:lnTo>
                  <a:lnTo>
                    <a:pt x="2720340" y="237490"/>
                  </a:lnTo>
                  <a:lnTo>
                    <a:pt x="2708910" y="251460"/>
                  </a:lnTo>
                  <a:lnTo>
                    <a:pt x="2696210" y="267970"/>
                  </a:lnTo>
                  <a:lnTo>
                    <a:pt x="2696210" y="212090"/>
                  </a:lnTo>
                  <a:lnTo>
                    <a:pt x="2562860" y="212090"/>
                  </a:lnTo>
                  <a:lnTo>
                    <a:pt x="2562860" y="228600"/>
                  </a:lnTo>
                  <a:lnTo>
                    <a:pt x="2567940" y="229870"/>
                  </a:lnTo>
                  <a:lnTo>
                    <a:pt x="2571750" y="231140"/>
                  </a:lnTo>
                  <a:lnTo>
                    <a:pt x="2576830" y="233680"/>
                  </a:lnTo>
                  <a:lnTo>
                    <a:pt x="2580640" y="234950"/>
                  </a:lnTo>
                  <a:lnTo>
                    <a:pt x="2583180" y="237490"/>
                  </a:lnTo>
                  <a:lnTo>
                    <a:pt x="2585720" y="238760"/>
                  </a:lnTo>
                  <a:lnTo>
                    <a:pt x="2588260" y="241300"/>
                  </a:lnTo>
                  <a:lnTo>
                    <a:pt x="2588260" y="242570"/>
                  </a:lnTo>
                  <a:lnTo>
                    <a:pt x="2590800" y="245110"/>
                  </a:lnTo>
                  <a:lnTo>
                    <a:pt x="2592070" y="247650"/>
                  </a:lnTo>
                  <a:lnTo>
                    <a:pt x="2593340" y="248920"/>
                  </a:lnTo>
                  <a:lnTo>
                    <a:pt x="2593340" y="254000"/>
                  </a:lnTo>
                  <a:lnTo>
                    <a:pt x="2594610" y="259080"/>
                  </a:lnTo>
                  <a:lnTo>
                    <a:pt x="2597150" y="275590"/>
                  </a:lnTo>
                  <a:lnTo>
                    <a:pt x="2597150" y="284480"/>
                  </a:lnTo>
                  <a:lnTo>
                    <a:pt x="2598420" y="306070"/>
                  </a:lnTo>
                  <a:lnTo>
                    <a:pt x="2598420" y="554990"/>
                  </a:lnTo>
                  <a:lnTo>
                    <a:pt x="2597150" y="577850"/>
                  </a:lnTo>
                  <a:lnTo>
                    <a:pt x="2597150" y="586740"/>
                  </a:lnTo>
                  <a:lnTo>
                    <a:pt x="2595880" y="594360"/>
                  </a:lnTo>
                  <a:lnTo>
                    <a:pt x="2595880" y="601980"/>
                  </a:lnTo>
                  <a:lnTo>
                    <a:pt x="2594610" y="607060"/>
                  </a:lnTo>
                  <a:lnTo>
                    <a:pt x="2593340" y="609600"/>
                  </a:lnTo>
                  <a:lnTo>
                    <a:pt x="2593340" y="613410"/>
                  </a:lnTo>
                  <a:lnTo>
                    <a:pt x="2592070" y="614680"/>
                  </a:lnTo>
                  <a:lnTo>
                    <a:pt x="2590800" y="617220"/>
                  </a:lnTo>
                  <a:lnTo>
                    <a:pt x="2589530" y="618490"/>
                  </a:lnTo>
                  <a:lnTo>
                    <a:pt x="2588260" y="621030"/>
                  </a:lnTo>
                  <a:lnTo>
                    <a:pt x="2585720" y="623570"/>
                  </a:lnTo>
                  <a:lnTo>
                    <a:pt x="2583180" y="624840"/>
                  </a:lnTo>
                  <a:lnTo>
                    <a:pt x="2580640" y="627380"/>
                  </a:lnTo>
                  <a:lnTo>
                    <a:pt x="2576830" y="628650"/>
                  </a:lnTo>
                  <a:lnTo>
                    <a:pt x="2571750" y="631190"/>
                  </a:lnTo>
                  <a:lnTo>
                    <a:pt x="2566670" y="632460"/>
                  </a:lnTo>
                  <a:lnTo>
                    <a:pt x="2562860" y="632460"/>
                  </a:lnTo>
                  <a:lnTo>
                    <a:pt x="2562860" y="650240"/>
                  </a:lnTo>
                  <a:lnTo>
                    <a:pt x="2727960" y="650240"/>
                  </a:lnTo>
                  <a:lnTo>
                    <a:pt x="2727960" y="632460"/>
                  </a:lnTo>
                  <a:lnTo>
                    <a:pt x="2724150" y="632460"/>
                  </a:lnTo>
                  <a:lnTo>
                    <a:pt x="2720340" y="631190"/>
                  </a:lnTo>
                  <a:lnTo>
                    <a:pt x="2716530" y="628650"/>
                  </a:lnTo>
                  <a:lnTo>
                    <a:pt x="2712720" y="627380"/>
                  </a:lnTo>
                  <a:lnTo>
                    <a:pt x="2708910" y="623570"/>
                  </a:lnTo>
                  <a:lnTo>
                    <a:pt x="2706370" y="623570"/>
                  </a:lnTo>
                  <a:lnTo>
                    <a:pt x="2706370" y="621030"/>
                  </a:lnTo>
                  <a:lnTo>
                    <a:pt x="2703830" y="618490"/>
                  </a:lnTo>
                  <a:lnTo>
                    <a:pt x="2702560" y="615950"/>
                  </a:lnTo>
                  <a:lnTo>
                    <a:pt x="2701290" y="614680"/>
                  </a:lnTo>
                  <a:lnTo>
                    <a:pt x="2701290" y="613410"/>
                  </a:lnTo>
                  <a:lnTo>
                    <a:pt x="2700020" y="609600"/>
                  </a:lnTo>
                  <a:lnTo>
                    <a:pt x="2700020" y="608330"/>
                  </a:lnTo>
                  <a:lnTo>
                    <a:pt x="2697480" y="594360"/>
                  </a:lnTo>
                  <a:lnTo>
                    <a:pt x="2697480" y="586740"/>
                  </a:lnTo>
                  <a:lnTo>
                    <a:pt x="2696210" y="576580"/>
                  </a:lnTo>
                  <a:lnTo>
                    <a:pt x="2696210" y="320040"/>
                  </a:lnTo>
                  <a:lnTo>
                    <a:pt x="2702560" y="306070"/>
                  </a:lnTo>
                  <a:lnTo>
                    <a:pt x="2708910" y="293370"/>
                  </a:lnTo>
                  <a:lnTo>
                    <a:pt x="2712720" y="288290"/>
                  </a:lnTo>
                  <a:lnTo>
                    <a:pt x="2716530" y="284480"/>
                  </a:lnTo>
                  <a:lnTo>
                    <a:pt x="2719070" y="279400"/>
                  </a:lnTo>
                  <a:lnTo>
                    <a:pt x="2722880" y="276860"/>
                  </a:lnTo>
                  <a:lnTo>
                    <a:pt x="2726690" y="273050"/>
                  </a:lnTo>
                  <a:lnTo>
                    <a:pt x="2730500" y="270510"/>
                  </a:lnTo>
                  <a:lnTo>
                    <a:pt x="2733040" y="266700"/>
                  </a:lnTo>
                  <a:lnTo>
                    <a:pt x="2738120" y="265430"/>
                  </a:lnTo>
                  <a:lnTo>
                    <a:pt x="2740660" y="264160"/>
                  </a:lnTo>
                  <a:lnTo>
                    <a:pt x="2748280" y="261620"/>
                  </a:lnTo>
                  <a:lnTo>
                    <a:pt x="2755900" y="261620"/>
                  </a:lnTo>
                  <a:lnTo>
                    <a:pt x="2760980" y="264160"/>
                  </a:lnTo>
                  <a:lnTo>
                    <a:pt x="2762250" y="265430"/>
                  </a:lnTo>
                  <a:lnTo>
                    <a:pt x="2767330" y="267970"/>
                  </a:lnTo>
                  <a:lnTo>
                    <a:pt x="2771140" y="271780"/>
                  </a:lnTo>
                  <a:lnTo>
                    <a:pt x="2772410" y="274320"/>
                  </a:lnTo>
                  <a:lnTo>
                    <a:pt x="2773680" y="275590"/>
                  </a:lnTo>
                  <a:lnTo>
                    <a:pt x="2774950" y="279400"/>
                  </a:lnTo>
                  <a:lnTo>
                    <a:pt x="2776220" y="280670"/>
                  </a:lnTo>
                  <a:lnTo>
                    <a:pt x="2778760" y="288290"/>
                  </a:lnTo>
                  <a:lnTo>
                    <a:pt x="2778760" y="290830"/>
                  </a:lnTo>
                  <a:lnTo>
                    <a:pt x="2781300" y="300990"/>
                  </a:lnTo>
                  <a:lnTo>
                    <a:pt x="2781300" y="314960"/>
                  </a:lnTo>
                  <a:lnTo>
                    <a:pt x="2782570" y="334010"/>
                  </a:lnTo>
                  <a:lnTo>
                    <a:pt x="2782570" y="584200"/>
                  </a:lnTo>
                  <a:lnTo>
                    <a:pt x="2780030" y="599440"/>
                  </a:lnTo>
                  <a:lnTo>
                    <a:pt x="2778760" y="604520"/>
                  </a:lnTo>
                  <a:lnTo>
                    <a:pt x="2778760" y="608330"/>
                  </a:lnTo>
                  <a:lnTo>
                    <a:pt x="2777490" y="610870"/>
                  </a:lnTo>
                  <a:lnTo>
                    <a:pt x="2777490" y="612140"/>
                  </a:lnTo>
                  <a:lnTo>
                    <a:pt x="2776220" y="614680"/>
                  </a:lnTo>
                  <a:lnTo>
                    <a:pt x="2774950" y="615950"/>
                  </a:lnTo>
                  <a:lnTo>
                    <a:pt x="2773680" y="618490"/>
                  </a:lnTo>
                  <a:lnTo>
                    <a:pt x="2772410" y="619760"/>
                  </a:lnTo>
                  <a:lnTo>
                    <a:pt x="2771140" y="622300"/>
                  </a:lnTo>
                  <a:lnTo>
                    <a:pt x="2769870" y="623570"/>
                  </a:lnTo>
                  <a:lnTo>
                    <a:pt x="2767330" y="624840"/>
                  </a:lnTo>
                  <a:lnTo>
                    <a:pt x="2764790" y="627380"/>
                  </a:lnTo>
                  <a:lnTo>
                    <a:pt x="2762250" y="628650"/>
                  </a:lnTo>
                  <a:lnTo>
                    <a:pt x="2760980" y="629920"/>
                  </a:lnTo>
                  <a:lnTo>
                    <a:pt x="2759710" y="629920"/>
                  </a:lnTo>
                  <a:lnTo>
                    <a:pt x="2754630" y="632460"/>
                  </a:lnTo>
                  <a:lnTo>
                    <a:pt x="2749550" y="632460"/>
                  </a:lnTo>
                  <a:lnTo>
                    <a:pt x="2749550" y="650240"/>
                  </a:lnTo>
                  <a:lnTo>
                    <a:pt x="2915920" y="650240"/>
                  </a:lnTo>
                  <a:lnTo>
                    <a:pt x="2915920" y="632460"/>
                  </a:lnTo>
                  <a:close/>
                </a:path>
                <a:path w="7024370" h="854710">
                  <a:moveTo>
                    <a:pt x="3239770" y="548640"/>
                  </a:moveTo>
                  <a:lnTo>
                    <a:pt x="3228340" y="537210"/>
                  </a:lnTo>
                  <a:lnTo>
                    <a:pt x="3219450" y="551180"/>
                  </a:lnTo>
                  <a:lnTo>
                    <a:pt x="3214370" y="556260"/>
                  </a:lnTo>
                  <a:lnTo>
                    <a:pt x="3209290" y="562610"/>
                  </a:lnTo>
                  <a:lnTo>
                    <a:pt x="3205480" y="566420"/>
                  </a:lnTo>
                  <a:lnTo>
                    <a:pt x="3200400" y="570230"/>
                  </a:lnTo>
                  <a:lnTo>
                    <a:pt x="3192780" y="577850"/>
                  </a:lnTo>
                  <a:lnTo>
                    <a:pt x="3185160" y="582930"/>
                  </a:lnTo>
                  <a:lnTo>
                    <a:pt x="3180080" y="584200"/>
                  </a:lnTo>
                  <a:lnTo>
                    <a:pt x="3168650" y="588010"/>
                  </a:lnTo>
                  <a:lnTo>
                    <a:pt x="3153410" y="588010"/>
                  </a:lnTo>
                  <a:lnTo>
                    <a:pt x="3140710" y="585470"/>
                  </a:lnTo>
                  <a:lnTo>
                    <a:pt x="3135630" y="582930"/>
                  </a:lnTo>
                  <a:lnTo>
                    <a:pt x="3129280" y="580390"/>
                  </a:lnTo>
                  <a:lnTo>
                    <a:pt x="3124200" y="577850"/>
                  </a:lnTo>
                  <a:lnTo>
                    <a:pt x="3119120" y="572770"/>
                  </a:lnTo>
                  <a:lnTo>
                    <a:pt x="3114040" y="568960"/>
                  </a:lnTo>
                  <a:lnTo>
                    <a:pt x="3107690" y="561340"/>
                  </a:lnTo>
                  <a:lnTo>
                    <a:pt x="3102610" y="552450"/>
                  </a:lnTo>
                  <a:lnTo>
                    <a:pt x="3096260" y="543560"/>
                  </a:lnTo>
                  <a:lnTo>
                    <a:pt x="3086100" y="523240"/>
                  </a:lnTo>
                  <a:lnTo>
                    <a:pt x="3082290" y="510540"/>
                  </a:lnTo>
                  <a:lnTo>
                    <a:pt x="3077210" y="497840"/>
                  </a:lnTo>
                  <a:lnTo>
                    <a:pt x="3073400" y="483870"/>
                  </a:lnTo>
                  <a:lnTo>
                    <a:pt x="3070860" y="469900"/>
                  </a:lnTo>
                  <a:lnTo>
                    <a:pt x="3067050" y="455930"/>
                  </a:lnTo>
                  <a:lnTo>
                    <a:pt x="3064510" y="440690"/>
                  </a:lnTo>
                  <a:lnTo>
                    <a:pt x="3059430" y="381000"/>
                  </a:lnTo>
                  <a:lnTo>
                    <a:pt x="3059430" y="347980"/>
                  </a:lnTo>
                  <a:lnTo>
                    <a:pt x="3061970" y="314960"/>
                  </a:lnTo>
                  <a:lnTo>
                    <a:pt x="3064510" y="300990"/>
                  </a:lnTo>
                  <a:lnTo>
                    <a:pt x="3069590" y="275590"/>
                  </a:lnTo>
                  <a:lnTo>
                    <a:pt x="3073400" y="265430"/>
                  </a:lnTo>
                  <a:lnTo>
                    <a:pt x="3074670" y="259080"/>
                  </a:lnTo>
                  <a:lnTo>
                    <a:pt x="3077210" y="255270"/>
                  </a:lnTo>
                  <a:lnTo>
                    <a:pt x="3081020" y="250190"/>
                  </a:lnTo>
                  <a:lnTo>
                    <a:pt x="3084830" y="242570"/>
                  </a:lnTo>
                  <a:lnTo>
                    <a:pt x="3088640" y="238760"/>
                  </a:lnTo>
                  <a:lnTo>
                    <a:pt x="3091180" y="237490"/>
                  </a:lnTo>
                  <a:lnTo>
                    <a:pt x="3093720" y="234950"/>
                  </a:lnTo>
                  <a:lnTo>
                    <a:pt x="3096260" y="233680"/>
                  </a:lnTo>
                  <a:lnTo>
                    <a:pt x="3098800" y="233680"/>
                  </a:lnTo>
                  <a:lnTo>
                    <a:pt x="3100070" y="232410"/>
                  </a:lnTo>
                  <a:lnTo>
                    <a:pt x="3102610" y="232410"/>
                  </a:lnTo>
                  <a:lnTo>
                    <a:pt x="3103880" y="231140"/>
                  </a:lnTo>
                  <a:lnTo>
                    <a:pt x="3108960" y="231140"/>
                  </a:lnTo>
                  <a:lnTo>
                    <a:pt x="3111500" y="232410"/>
                  </a:lnTo>
                  <a:lnTo>
                    <a:pt x="3112770" y="232410"/>
                  </a:lnTo>
                  <a:lnTo>
                    <a:pt x="3114040" y="233680"/>
                  </a:lnTo>
                  <a:lnTo>
                    <a:pt x="3116580" y="233680"/>
                  </a:lnTo>
                  <a:lnTo>
                    <a:pt x="3117850" y="234950"/>
                  </a:lnTo>
                  <a:lnTo>
                    <a:pt x="3119120" y="234950"/>
                  </a:lnTo>
                  <a:lnTo>
                    <a:pt x="3120390" y="236220"/>
                  </a:lnTo>
                  <a:lnTo>
                    <a:pt x="3120390" y="237490"/>
                  </a:lnTo>
                  <a:lnTo>
                    <a:pt x="3122930" y="238760"/>
                  </a:lnTo>
                  <a:lnTo>
                    <a:pt x="3122930" y="240030"/>
                  </a:lnTo>
                  <a:lnTo>
                    <a:pt x="3125470" y="242570"/>
                  </a:lnTo>
                  <a:lnTo>
                    <a:pt x="3126740" y="245110"/>
                  </a:lnTo>
                  <a:lnTo>
                    <a:pt x="3128010" y="246380"/>
                  </a:lnTo>
                  <a:lnTo>
                    <a:pt x="3128010" y="247650"/>
                  </a:lnTo>
                  <a:lnTo>
                    <a:pt x="3129280" y="250190"/>
                  </a:lnTo>
                  <a:lnTo>
                    <a:pt x="3130550" y="254000"/>
                  </a:lnTo>
                  <a:lnTo>
                    <a:pt x="3133090" y="264160"/>
                  </a:lnTo>
                  <a:lnTo>
                    <a:pt x="3134360" y="270510"/>
                  </a:lnTo>
                  <a:lnTo>
                    <a:pt x="3134360" y="276860"/>
                  </a:lnTo>
                  <a:lnTo>
                    <a:pt x="3135630" y="284480"/>
                  </a:lnTo>
                  <a:lnTo>
                    <a:pt x="3136900" y="295910"/>
                  </a:lnTo>
                  <a:lnTo>
                    <a:pt x="3136900" y="306070"/>
                  </a:lnTo>
                  <a:lnTo>
                    <a:pt x="3139440" y="316230"/>
                  </a:lnTo>
                  <a:lnTo>
                    <a:pt x="3155950" y="353060"/>
                  </a:lnTo>
                  <a:lnTo>
                    <a:pt x="3158490" y="358140"/>
                  </a:lnTo>
                  <a:lnTo>
                    <a:pt x="3163570" y="360680"/>
                  </a:lnTo>
                  <a:lnTo>
                    <a:pt x="3164840" y="361950"/>
                  </a:lnTo>
                  <a:lnTo>
                    <a:pt x="3169920" y="364490"/>
                  </a:lnTo>
                  <a:lnTo>
                    <a:pt x="3171190" y="365760"/>
                  </a:lnTo>
                  <a:lnTo>
                    <a:pt x="3176270" y="367030"/>
                  </a:lnTo>
                  <a:lnTo>
                    <a:pt x="3181350" y="367030"/>
                  </a:lnTo>
                  <a:lnTo>
                    <a:pt x="3186430" y="368300"/>
                  </a:lnTo>
                  <a:lnTo>
                    <a:pt x="3191510" y="367030"/>
                  </a:lnTo>
                  <a:lnTo>
                    <a:pt x="3195320" y="367030"/>
                  </a:lnTo>
                  <a:lnTo>
                    <a:pt x="3200400" y="365760"/>
                  </a:lnTo>
                  <a:lnTo>
                    <a:pt x="3201670" y="365760"/>
                  </a:lnTo>
                  <a:lnTo>
                    <a:pt x="3204210" y="364490"/>
                  </a:lnTo>
                  <a:lnTo>
                    <a:pt x="3205480" y="363220"/>
                  </a:lnTo>
                  <a:lnTo>
                    <a:pt x="3208020" y="361950"/>
                  </a:lnTo>
                  <a:lnTo>
                    <a:pt x="3209290" y="360680"/>
                  </a:lnTo>
                  <a:lnTo>
                    <a:pt x="3211830" y="359410"/>
                  </a:lnTo>
                  <a:lnTo>
                    <a:pt x="3213100" y="356870"/>
                  </a:lnTo>
                  <a:lnTo>
                    <a:pt x="3218180" y="351790"/>
                  </a:lnTo>
                  <a:lnTo>
                    <a:pt x="3219450" y="349250"/>
                  </a:lnTo>
                  <a:lnTo>
                    <a:pt x="3220720" y="347980"/>
                  </a:lnTo>
                  <a:lnTo>
                    <a:pt x="3225800" y="337820"/>
                  </a:lnTo>
                  <a:lnTo>
                    <a:pt x="3225800" y="335280"/>
                  </a:lnTo>
                  <a:lnTo>
                    <a:pt x="3227070" y="334010"/>
                  </a:lnTo>
                  <a:lnTo>
                    <a:pt x="3228340" y="330200"/>
                  </a:lnTo>
                  <a:lnTo>
                    <a:pt x="3228340" y="327660"/>
                  </a:lnTo>
                  <a:lnTo>
                    <a:pt x="3229610" y="322580"/>
                  </a:lnTo>
                  <a:lnTo>
                    <a:pt x="3229610" y="293370"/>
                  </a:lnTo>
                  <a:lnTo>
                    <a:pt x="3227070" y="283210"/>
                  </a:lnTo>
                  <a:lnTo>
                    <a:pt x="3225800" y="279400"/>
                  </a:lnTo>
                  <a:lnTo>
                    <a:pt x="3223260" y="269240"/>
                  </a:lnTo>
                  <a:lnTo>
                    <a:pt x="3218180" y="259080"/>
                  </a:lnTo>
                  <a:lnTo>
                    <a:pt x="3215640" y="255270"/>
                  </a:lnTo>
                  <a:lnTo>
                    <a:pt x="3213100" y="250190"/>
                  </a:lnTo>
                  <a:lnTo>
                    <a:pt x="3206750" y="241300"/>
                  </a:lnTo>
                  <a:lnTo>
                    <a:pt x="3200400" y="233680"/>
                  </a:lnTo>
                  <a:lnTo>
                    <a:pt x="3196590" y="228600"/>
                  </a:lnTo>
                  <a:lnTo>
                    <a:pt x="3164840" y="207010"/>
                  </a:lnTo>
                  <a:lnTo>
                    <a:pt x="3119120" y="198120"/>
                  </a:lnTo>
                  <a:lnTo>
                    <a:pt x="3110230" y="199390"/>
                  </a:lnTo>
                  <a:lnTo>
                    <a:pt x="3101340" y="199390"/>
                  </a:lnTo>
                  <a:lnTo>
                    <a:pt x="3092450" y="201930"/>
                  </a:lnTo>
                  <a:lnTo>
                    <a:pt x="3083560" y="203200"/>
                  </a:lnTo>
                  <a:lnTo>
                    <a:pt x="3074670" y="207010"/>
                  </a:lnTo>
                  <a:lnTo>
                    <a:pt x="3067050" y="209550"/>
                  </a:lnTo>
                  <a:lnTo>
                    <a:pt x="3059430" y="214630"/>
                  </a:lnTo>
                  <a:lnTo>
                    <a:pt x="3051810" y="218440"/>
                  </a:lnTo>
                  <a:lnTo>
                    <a:pt x="3044190" y="224790"/>
                  </a:lnTo>
                  <a:lnTo>
                    <a:pt x="3037840" y="231140"/>
                  </a:lnTo>
                  <a:lnTo>
                    <a:pt x="3030220" y="237490"/>
                  </a:lnTo>
                  <a:lnTo>
                    <a:pt x="3017520" y="252730"/>
                  </a:lnTo>
                  <a:lnTo>
                    <a:pt x="3012440" y="261620"/>
                  </a:lnTo>
                  <a:lnTo>
                    <a:pt x="3006090" y="270510"/>
                  </a:lnTo>
                  <a:lnTo>
                    <a:pt x="2984500" y="316230"/>
                  </a:lnTo>
                  <a:lnTo>
                    <a:pt x="2973070" y="354330"/>
                  </a:lnTo>
                  <a:lnTo>
                    <a:pt x="2966720" y="394970"/>
                  </a:lnTo>
                  <a:lnTo>
                    <a:pt x="2964180" y="438150"/>
                  </a:lnTo>
                  <a:lnTo>
                    <a:pt x="2966720" y="482600"/>
                  </a:lnTo>
                  <a:lnTo>
                    <a:pt x="2974340" y="524510"/>
                  </a:lnTo>
                  <a:lnTo>
                    <a:pt x="2987040" y="562610"/>
                  </a:lnTo>
                  <a:lnTo>
                    <a:pt x="3008630" y="605790"/>
                  </a:lnTo>
                  <a:lnTo>
                    <a:pt x="3036570" y="637540"/>
                  </a:lnTo>
                  <a:lnTo>
                    <a:pt x="3050540" y="646430"/>
                  </a:lnTo>
                  <a:lnTo>
                    <a:pt x="3063240" y="654050"/>
                  </a:lnTo>
                  <a:lnTo>
                    <a:pt x="3069590" y="656590"/>
                  </a:lnTo>
                  <a:lnTo>
                    <a:pt x="3077210" y="659130"/>
                  </a:lnTo>
                  <a:lnTo>
                    <a:pt x="3092450" y="661670"/>
                  </a:lnTo>
                  <a:lnTo>
                    <a:pt x="3108960" y="662940"/>
                  </a:lnTo>
                  <a:lnTo>
                    <a:pt x="3117850" y="662940"/>
                  </a:lnTo>
                  <a:lnTo>
                    <a:pt x="3155950" y="651510"/>
                  </a:lnTo>
                  <a:lnTo>
                    <a:pt x="3199130" y="618490"/>
                  </a:lnTo>
                  <a:lnTo>
                    <a:pt x="3233420" y="562610"/>
                  </a:lnTo>
                  <a:lnTo>
                    <a:pt x="3239770" y="548640"/>
                  </a:lnTo>
                  <a:close/>
                </a:path>
                <a:path w="7024370" h="854710">
                  <a:moveTo>
                    <a:pt x="3558540" y="415290"/>
                  </a:moveTo>
                  <a:lnTo>
                    <a:pt x="3556000" y="389890"/>
                  </a:lnTo>
                  <a:lnTo>
                    <a:pt x="3555327" y="383540"/>
                  </a:lnTo>
                  <a:lnTo>
                    <a:pt x="3550920" y="341630"/>
                  </a:lnTo>
                  <a:lnTo>
                    <a:pt x="3540760" y="302260"/>
                  </a:lnTo>
                  <a:lnTo>
                    <a:pt x="3522980" y="260350"/>
                  </a:lnTo>
                  <a:lnTo>
                    <a:pt x="3497580" y="228600"/>
                  </a:lnTo>
                  <a:lnTo>
                    <a:pt x="3488690" y="219710"/>
                  </a:lnTo>
                  <a:lnTo>
                    <a:pt x="3478530" y="212090"/>
                  </a:lnTo>
                  <a:lnTo>
                    <a:pt x="3473450" y="209550"/>
                  </a:lnTo>
                  <a:lnTo>
                    <a:pt x="3470910" y="208534"/>
                  </a:lnTo>
                  <a:lnTo>
                    <a:pt x="3470910" y="349250"/>
                  </a:lnTo>
                  <a:lnTo>
                    <a:pt x="3470910" y="383540"/>
                  </a:lnTo>
                  <a:lnTo>
                    <a:pt x="3375660" y="383540"/>
                  </a:lnTo>
                  <a:lnTo>
                    <a:pt x="3375660" y="367030"/>
                  </a:lnTo>
                  <a:lnTo>
                    <a:pt x="3376930" y="349250"/>
                  </a:lnTo>
                  <a:lnTo>
                    <a:pt x="3378200" y="332740"/>
                  </a:lnTo>
                  <a:lnTo>
                    <a:pt x="3380740" y="302260"/>
                  </a:lnTo>
                  <a:lnTo>
                    <a:pt x="3384550" y="288290"/>
                  </a:lnTo>
                  <a:lnTo>
                    <a:pt x="3387090" y="275590"/>
                  </a:lnTo>
                  <a:lnTo>
                    <a:pt x="3397250" y="252730"/>
                  </a:lnTo>
                  <a:lnTo>
                    <a:pt x="3399790" y="247650"/>
                  </a:lnTo>
                  <a:lnTo>
                    <a:pt x="3402330" y="245110"/>
                  </a:lnTo>
                  <a:lnTo>
                    <a:pt x="3402330" y="242570"/>
                  </a:lnTo>
                  <a:lnTo>
                    <a:pt x="3409950" y="234950"/>
                  </a:lnTo>
                  <a:lnTo>
                    <a:pt x="3412490" y="233680"/>
                  </a:lnTo>
                  <a:lnTo>
                    <a:pt x="3413760" y="232410"/>
                  </a:lnTo>
                  <a:lnTo>
                    <a:pt x="3416300" y="231140"/>
                  </a:lnTo>
                  <a:lnTo>
                    <a:pt x="3417570" y="229870"/>
                  </a:lnTo>
                  <a:lnTo>
                    <a:pt x="3422650" y="229870"/>
                  </a:lnTo>
                  <a:lnTo>
                    <a:pt x="3423920" y="228600"/>
                  </a:lnTo>
                  <a:lnTo>
                    <a:pt x="3430270" y="228600"/>
                  </a:lnTo>
                  <a:lnTo>
                    <a:pt x="3432810" y="229870"/>
                  </a:lnTo>
                  <a:lnTo>
                    <a:pt x="3435350" y="229870"/>
                  </a:lnTo>
                  <a:lnTo>
                    <a:pt x="3440430" y="232410"/>
                  </a:lnTo>
                  <a:lnTo>
                    <a:pt x="3441700" y="233680"/>
                  </a:lnTo>
                  <a:lnTo>
                    <a:pt x="3444240" y="234950"/>
                  </a:lnTo>
                  <a:lnTo>
                    <a:pt x="3464560" y="279400"/>
                  </a:lnTo>
                  <a:lnTo>
                    <a:pt x="3467100" y="288290"/>
                  </a:lnTo>
                  <a:lnTo>
                    <a:pt x="3468370" y="297180"/>
                  </a:lnTo>
                  <a:lnTo>
                    <a:pt x="3469640" y="307340"/>
                  </a:lnTo>
                  <a:lnTo>
                    <a:pt x="3469690" y="321310"/>
                  </a:lnTo>
                  <a:lnTo>
                    <a:pt x="3470910" y="349250"/>
                  </a:lnTo>
                  <a:lnTo>
                    <a:pt x="3470910" y="208534"/>
                  </a:lnTo>
                  <a:lnTo>
                    <a:pt x="3467100" y="207010"/>
                  </a:lnTo>
                  <a:lnTo>
                    <a:pt x="3462020" y="204470"/>
                  </a:lnTo>
                  <a:lnTo>
                    <a:pt x="3455670" y="201930"/>
                  </a:lnTo>
                  <a:lnTo>
                    <a:pt x="3449320" y="200660"/>
                  </a:lnTo>
                  <a:lnTo>
                    <a:pt x="3444240" y="199390"/>
                  </a:lnTo>
                  <a:lnTo>
                    <a:pt x="3437890" y="198120"/>
                  </a:lnTo>
                  <a:lnTo>
                    <a:pt x="3431540" y="198120"/>
                  </a:lnTo>
                  <a:lnTo>
                    <a:pt x="3423920" y="199390"/>
                  </a:lnTo>
                  <a:lnTo>
                    <a:pt x="3417570" y="199390"/>
                  </a:lnTo>
                  <a:lnTo>
                    <a:pt x="3409950" y="200660"/>
                  </a:lnTo>
                  <a:lnTo>
                    <a:pt x="3402330" y="203200"/>
                  </a:lnTo>
                  <a:lnTo>
                    <a:pt x="3395980" y="204470"/>
                  </a:lnTo>
                  <a:lnTo>
                    <a:pt x="3389630" y="208280"/>
                  </a:lnTo>
                  <a:lnTo>
                    <a:pt x="3382010" y="210820"/>
                  </a:lnTo>
                  <a:lnTo>
                    <a:pt x="3375660" y="214630"/>
                  </a:lnTo>
                  <a:lnTo>
                    <a:pt x="3338830" y="248920"/>
                  </a:lnTo>
                  <a:lnTo>
                    <a:pt x="3317240" y="280670"/>
                  </a:lnTo>
                  <a:lnTo>
                    <a:pt x="3313430" y="289560"/>
                  </a:lnTo>
                  <a:lnTo>
                    <a:pt x="3308350" y="298450"/>
                  </a:lnTo>
                  <a:lnTo>
                    <a:pt x="3294380" y="339090"/>
                  </a:lnTo>
                  <a:lnTo>
                    <a:pt x="3286760" y="386080"/>
                  </a:lnTo>
                  <a:lnTo>
                    <a:pt x="3284220" y="411480"/>
                  </a:lnTo>
                  <a:lnTo>
                    <a:pt x="3284220" y="459740"/>
                  </a:lnTo>
                  <a:lnTo>
                    <a:pt x="3288030" y="501650"/>
                  </a:lnTo>
                  <a:lnTo>
                    <a:pt x="3300730" y="556260"/>
                  </a:lnTo>
                  <a:lnTo>
                    <a:pt x="3323590" y="605790"/>
                  </a:lnTo>
                  <a:lnTo>
                    <a:pt x="3341370" y="627380"/>
                  </a:lnTo>
                  <a:lnTo>
                    <a:pt x="3346450" y="633730"/>
                  </a:lnTo>
                  <a:lnTo>
                    <a:pt x="3382010" y="655320"/>
                  </a:lnTo>
                  <a:lnTo>
                    <a:pt x="3389630" y="659130"/>
                  </a:lnTo>
                  <a:lnTo>
                    <a:pt x="3398520" y="660400"/>
                  </a:lnTo>
                  <a:lnTo>
                    <a:pt x="3406140" y="661670"/>
                  </a:lnTo>
                  <a:lnTo>
                    <a:pt x="3415030" y="662940"/>
                  </a:lnTo>
                  <a:lnTo>
                    <a:pt x="3435350" y="662940"/>
                  </a:lnTo>
                  <a:lnTo>
                    <a:pt x="3445510" y="661670"/>
                  </a:lnTo>
                  <a:lnTo>
                    <a:pt x="3482340" y="646430"/>
                  </a:lnTo>
                  <a:lnTo>
                    <a:pt x="3521710" y="604520"/>
                  </a:lnTo>
                  <a:lnTo>
                    <a:pt x="3543300" y="563880"/>
                  </a:lnTo>
                  <a:lnTo>
                    <a:pt x="3550920" y="547370"/>
                  </a:lnTo>
                  <a:lnTo>
                    <a:pt x="3558540" y="529590"/>
                  </a:lnTo>
                  <a:lnTo>
                    <a:pt x="3545840" y="519430"/>
                  </a:lnTo>
                  <a:lnTo>
                    <a:pt x="3540760" y="529590"/>
                  </a:lnTo>
                  <a:lnTo>
                    <a:pt x="3536950" y="538480"/>
                  </a:lnTo>
                  <a:lnTo>
                    <a:pt x="3526790" y="553720"/>
                  </a:lnTo>
                  <a:lnTo>
                    <a:pt x="3521710" y="560070"/>
                  </a:lnTo>
                  <a:lnTo>
                    <a:pt x="3517900" y="566420"/>
                  </a:lnTo>
                  <a:lnTo>
                    <a:pt x="3512820" y="571500"/>
                  </a:lnTo>
                  <a:lnTo>
                    <a:pt x="3509010" y="576580"/>
                  </a:lnTo>
                  <a:lnTo>
                    <a:pt x="3503930" y="579120"/>
                  </a:lnTo>
                  <a:lnTo>
                    <a:pt x="3500120" y="582930"/>
                  </a:lnTo>
                  <a:lnTo>
                    <a:pt x="3495040" y="585470"/>
                  </a:lnTo>
                  <a:lnTo>
                    <a:pt x="3491230" y="588010"/>
                  </a:lnTo>
                  <a:lnTo>
                    <a:pt x="3475990" y="591820"/>
                  </a:lnTo>
                  <a:lnTo>
                    <a:pt x="3462020" y="591820"/>
                  </a:lnTo>
                  <a:lnTo>
                    <a:pt x="3446780" y="586740"/>
                  </a:lnTo>
                  <a:lnTo>
                    <a:pt x="3412490" y="553720"/>
                  </a:lnTo>
                  <a:lnTo>
                    <a:pt x="3392170" y="509270"/>
                  </a:lnTo>
                  <a:lnTo>
                    <a:pt x="3380740" y="455930"/>
                  </a:lnTo>
                  <a:lnTo>
                    <a:pt x="3378200" y="415290"/>
                  </a:lnTo>
                  <a:lnTo>
                    <a:pt x="3558540" y="415290"/>
                  </a:lnTo>
                  <a:close/>
                </a:path>
                <a:path w="7024370" h="854710">
                  <a:moveTo>
                    <a:pt x="4088130" y="430530"/>
                  </a:moveTo>
                  <a:lnTo>
                    <a:pt x="4086860" y="415290"/>
                  </a:lnTo>
                  <a:lnTo>
                    <a:pt x="4085590" y="398780"/>
                  </a:lnTo>
                  <a:lnTo>
                    <a:pt x="4084320" y="383540"/>
                  </a:lnTo>
                  <a:lnTo>
                    <a:pt x="4083050" y="369570"/>
                  </a:lnTo>
                  <a:lnTo>
                    <a:pt x="4079240" y="354330"/>
                  </a:lnTo>
                  <a:lnTo>
                    <a:pt x="4076700" y="339090"/>
                  </a:lnTo>
                  <a:lnTo>
                    <a:pt x="4072890" y="325120"/>
                  </a:lnTo>
                  <a:lnTo>
                    <a:pt x="4067810" y="312420"/>
                  </a:lnTo>
                  <a:lnTo>
                    <a:pt x="4062730" y="298450"/>
                  </a:lnTo>
                  <a:lnTo>
                    <a:pt x="4057650" y="285750"/>
                  </a:lnTo>
                  <a:lnTo>
                    <a:pt x="4051300" y="275590"/>
                  </a:lnTo>
                  <a:lnTo>
                    <a:pt x="4044950" y="264160"/>
                  </a:lnTo>
                  <a:lnTo>
                    <a:pt x="4029710" y="243840"/>
                  </a:lnTo>
                  <a:lnTo>
                    <a:pt x="4022090" y="234950"/>
                  </a:lnTo>
                  <a:lnTo>
                    <a:pt x="4018026" y="232410"/>
                  </a:lnTo>
                  <a:lnTo>
                    <a:pt x="4011930" y="228600"/>
                  </a:lnTo>
                  <a:lnTo>
                    <a:pt x="4003040" y="220980"/>
                  </a:lnTo>
                  <a:lnTo>
                    <a:pt x="3994150" y="215900"/>
                  </a:lnTo>
                  <a:lnTo>
                    <a:pt x="3983990" y="210820"/>
                  </a:lnTo>
                  <a:lnTo>
                    <a:pt x="3983990" y="358140"/>
                  </a:lnTo>
                  <a:lnTo>
                    <a:pt x="3983990" y="455930"/>
                  </a:lnTo>
                  <a:lnTo>
                    <a:pt x="3982720" y="508000"/>
                  </a:lnTo>
                  <a:lnTo>
                    <a:pt x="3980180" y="546100"/>
                  </a:lnTo>
                  <a:lnTo>
                    <a:pt x="3973830" y="588010"/>
                  </a:lnTo>
                  <a:lnTo>
                    <a:pt x="3972560" y="594360"/>
                  </a:lnTo>
                  <a:lnTo>
                    <a:pt x="3970020" y="599440"/>
                  </a:lnTo>
                  <a:lnTo>
                    <a:pt x="3967480" y="605790"/>
                  </a:lnTo>
                  <a:lnTo>
                    <a:pt x="3964940" y="609600"/>
                  </a:lnTo>
                  <a:lnTo>
                    <a:pt x="3962400" y="614680"/>
                  </a:lnTo>
                  <a:lnTo>
                    <a:pt x="3958590" y="618490"/>
                  </a:lnTo>
                  <a:lnTo>
                    <a:pt x="3956050" y="622300"/>
                  </a:lnTo>
                  <a:lnTo>
                    <a:pt x="3953510" y="623570"/>
                  </a:lnTo>
                  <a:lnTo>
                    <a:pt x="3950970" y="626110"/>
                  </a:lnTo>
                  <a:lnTo>
                    <a:pt x="3947160" y="627380"/>
                  </a:lnTo>
                  <a:lnTo>
                    <a:pt x="3944620" y="628650"/>
                  </a:lnTo>
                  <a:lnTo>
                    <a:pt x="3937000" y="631190"/>
                  </a:lnTo>
                  <a:lnTo>
                    <a:pt x="3930650" y="631190"/>
                  </a:lnTo>
                  <a:lnTo>
                    <a:pt x="3928110" y="629920"/>
                  </a:lnTo>
                  <a:lnTo>
                    <a:pt x="3925570" y="629920"/>
                  </a:lnTo>
                  <a:lnTo>
                    <a:pt x="3923030" y="628650"/>
                  </a:lnTo>
                  <a:lnTo>
                    <a:pt x="3921760" y="628650"/>
                  </a:lnTo>
                  <a:lnTo>
                    <a:pt x="3919220" y="627380"/>
                  </a:lnTo>
                  <a:lnTo>
                    <a:pt x="3916680" y="624840"/>
                  </a:lnTo>
                  <a:lnTo>
                    <a:pt x="3914140" y="623570"/>
                  </a:lnTo>
                  <a:lnTo>
                    <a:pt x="3910330" y="621030"/>
                  </a:lnTo>
                  <a:lnTo>
                    <a:pt x="3907790" y="617220"/>
                  </a:lnTo>
                  <a:lnTo>
                    <a:pt x="3903980" y="613410"/>
                  </a:lnTo>
                  <a:lnTo>
                    <a:pt x="3896360" y="598170"/>
                  </a:lnTo>
                  <a:lnTo>
                    <a:pt x="3891280" y="585470"/>
                  </a:lnTo>
                  <a:lnTo>
                    <a:pt x="3887470" y="562610"/>
                  </a:lnTo>
                  <a:lnTo>
                    <a:pt x="3884930" y="541020"/>
                  </a:lnTo>
                  <a:lnTo>
                    <a:pt x="3883660" y="516890"/>
                  </a:lnTo>
                  <a:lnTo>
                    <a:pt x="3882390" y="494030"/>
                  </a:lnTo>
                  <a:lnTo>
                    <a:pt x="3882390" y="468630"/>
                  </a:lnTo>
                  <a:lnTo>
                    <a:pt x="3883609" y="387350"/>
                  </a:lnTo>
                  <a:lnTo>
                    <a:pt x="3886200" y="321310"/>
                  </a:lnTo>
                  <a:lnTo>
                    <a:pt x="3891280" y="285750"/>
                  </a:lnTo>
                  <a:lnTo>
                    <a:pt x="3892550" y="276860"/>
                  </a:lnTo>
                  <a:lnTo>
                    <a:pt x="3895090" y="267970"/>
                  </a:lnTo>
                  <a:lnTo>
                    <a:pt x="3897630" y="261620"/>
                  </a:lnTo>
                  <a:lnTo>
                    <a:pt x="3898900" y="257810"/>
                  </a:lnTo>
                  <a:lnTo>
                    <a:pt x="3900170" y="255270"/>
                  </a:lnTo>
                  <a:lnTo>
                    <a:pt x="3901440" y="251460"/>
                  </a:lnTo>
                  <a:lnTo>
                    <a:pt x="3903980" y="250190"/>
                  </a:lnTo>
                  <a:lnTo>
                    <a:pt x="3906520" y="245110"/>
                  </a:lnTo>
                  <a:lnTo>
                    <a:pt x="3910330" y="242570"/>
                  </a:lnTo>
                  <a:lnTo>
                    <a:pt x="3911600" y="240030"/>
                  </a:lnTo>
                  <a:lnTo>
                    <a:pt x="3914140" y="238760"/>
                  </a:lnTo>
                  <a:lnTo>
                    <a:pt x="3915410" y="237490"/>
                  </a:lnTo>
                  <a:lnTo>
                    <a:pt x="3917950" y="236220"/>
                  </a:lnTo>
                  <a:lnTo>
                    <a:pt x="3919220" y="234950"/>
                  </a:lnTo>
                  <a:lnTo>
                    <a:pt x="3921760" y="233680"/>
                  </a:lnTo>
                  <a:lnTo>
                    <a:pt x="3925570" y="233680"/>
                  </a:lnTo>
                  <a:lnTo>
                    <a:pt x="3929380" y="232410"/>
                  </a:lnTo>
                  <a:lnTo>
                    <a:pt x="3940810" y="232410"/>
                  </a:lnTo>
                  <a:lnTo>
                    <a:pt x="3944620" y="233680"/>
                  </a:lnTo>
                  <a:lnTo>
                    <a:pt x="3947160" y="233680"/>
                  </a:lnTo>
                  <a:lnTo>
                    <a:pt x="3950970" y="234950"/>
                  </a:lnTo>
                  <a:lnTo>
                    <a:pt x="3961130" y="245110"/>
                  </a:lnTo>
                  <a:lnTo>
                    <a:pt x="3963670" y="248920"/>
                  </a:lnTo>
                  <a:lnTo>
                    <a:pt x="3966210" y="254000"/>
                  </a:lnTo>
                  <a:lnTo>
                    <a:pt x="3970020" y="259080"/>
                  </a:lnTo>
                  <a:lnTo>
                    <a:pt x="3972560" y="265430"/>
                  </a:lnTo>
                  <a:lnTo>
                    <a:pt x="3973830" y="270510"/>
                  </a:lnTo>
                  <a:lnTo>
                    <a:pt x="3976370" y="278130"/>
                  </a:lnTo>
                  <a:lnTo>
                    <a:pt x="3982720" y="327660"/>
                  </a:lnTo>
                  <a:lnTo>
                    <a:pt x="3983990" y="358140"/>
                  </a:lnTo>
                  <a:lnTo>
                    <a:pt x="3983990" y="210820"/>
                  </a:lnTo>
                  <a:lnTo>
                    <a:pt x="3973830" y="205740"/>
                  </a:lnTo>
                  <a:lnTo>
                    <a:pt x="3953510" y="200660"/>
                  </a:lnTo>
                  <a:lnTo>
                    <a:pt x="3933190" y="198120"/>
                  </a:lnTo>
                  <a:lnTo>
                    <a:pt x="3915410" y="199390"/>
                  </a:lnTo>
                  <a:lnTo>
                    <a:pt x="3876040" y="212090"/>
                  </a:lnTo>
                  <a:lnTo>
                    <a:pt x="3843020" y="237490"/>
                  </a:lnTo>
                  <a:lnTo>
                    <a:pt x="3826510" y="260350"/>
                  </a:lnTo>
                  <a:lnTo>
                    <a:pt x="3820160" y="269240"/>
                  </a:lnTo>
                  <a:lnTo>
                    <a:pt x="3796030" y="323850"/>
                  </a:lnTo>
                  <a:lnTo>
                    <a:pt x="3782060" y="387350"/>
                  </a:lnTo>
                  <a:lnTo>
                    <a:pt x="3779520" y="433070"/>
                  </a:lnTo>
                  <a:lnTo>
                    <a:pt x="3780790" y="455930"/>
                  </a:lnTo>
                  <a:lnTo>
                    <a:pt x="3782060" y="477520"/>
                  </a:lnTo>
                  <a:lnTo>
                    <a:pt x="3785870" y="497840"/>
                  </a:lnTo>
                  <a:lnTo>
                    <a:pt x="3789680" y="519430"/>
                  </a:lnTo>
                  <a:lnTo>
                    <a:pt x="3802380" y="557530"/>
                  </a:lnTo>
                  <a:lnTo>
                    <a:pt x="3820160" y="594360"/>
                  </a:lnTo>
                  <a:lnTo>
                    <a:pt x="3836670" y="617220"/>
                  </a:lnTo>
                  <a:lnTo>
                    <a:pt x="3841750" y="623570"/>
                  </a:lnTo>
                  <a:lnTo>
                    <a:pt x="3876040" y="650240"/>
                  </a:lnTo>
                  <a:lnTo>
                    <a:pt x="3882390" y="652780"/>
                  </a:lnTo>
                  <a:lnTo>
                    <a:pt x="3891280" y="656590"/>
                  </a:lnTo>
                  <a:lnTo>
                    <a:pt x="3898900" y="659130"/>
                  </a:lnTo>
                  <a:lnTo>
                    <a:pt x="3906520" y="660400"/>
                  </a:lnTo>
                  <a:lnTo>
                    <a:pt x="3916680" y="661670"/>
                  </a:lnTo>
                  <a:lnTo>
                    <a:pt x="3933190" y="662940"/>
                  </a:lnTo>
                  <a:lnTo>
                    <a:pt x="3952240" y="661670"/>
                  </a:lnTo>
                  <a:lnTo>
                    <a:pt x="3970020" y="659130"/>
                  </a:lnTo>
                  <a:lnTo>
                    <a:pt x="3985260" y="651510"/>
                  </a:lnTo>
                  <a:lnTo>
                    <a:pt x="3994150" y="648970"/>
                  </a:lnTo>
                  <a:lnTo>
                    <a:pt x="4000500" y="643890"/>
                  </a:lnTo>
                  <a:lnTo>
                    <a:pt x="4008120" y="638810"/>
                  </a:lnTo>
                  <a:lnTo>
                    <a:pt x="4015740" y="632460"/>
                  </a:lnTo>
                  <a:lnTo>
                    <a:pt x="4017327" y="631190"/>
                  </a:lnTo>
                  <a:lnTo>
                    <a:pt x="4022090" y="627380"/>
                  </a:lnTo>
                  <a:lnTo>
                    <a:pt x="4028440" y="621030"/>
                  </a:lnTo>
                  <a:lnTo>
                    <a:pt x="4051300" y="586740"/>
                  </a:lnTo>
                  <a:lnTo>
                    <a:pt x="4072890" y="535940"/>
                  </a:lnTo>
                  <a:lnTo>
                    <a:pt x="4083050" y="496570"/>
                  </a:lnTo>
                  <a:lnTo>
                    <a:pt x="4086860" y="454660"/>
                  </a:lnTo>
                  <a:lnTo>
                    <a:pt x="4088130" y="430530"/>
                  </a:lnTo>
                  <a:close/>
                </a:path>
                <a:path w="7024370" h="854710">
                  <a:moveTo>
                    <a:pt x="4405630" y="59690"/>
                  </a:moveTo>
                  <a:lnTo>
                    <a:pt x="4404360" y="57150"/>
                  </a:lnTo>
                  <a:lnTo>
                    <a:pt x="4403090" y="53340"/>
                  </a:lnTo>
                  <a:lnTo>
                    <a:pt x="4403090" y="50800"/>
                  </a:lnTo>
                  <a:lnTo>
                    <a:pt x="4401820" y="48260"/>
                  </a:lnTo>
                  <a:lnTo>
                    <a:pt x="4399280" y="40640"/>
                  </a:lnTo>
                  <a:lnTo>
                    <a:pt x="4398010" y="38100"/>
                  </a:lnTo>
                  <a:lnTo>
                    <a:pt x="4395470" y="35560"/>
                  </a:lnTo>
                  <a:lnTo>
                    <a:pt x="4394200" y="33020"/>
                  </a:lnTo>
                  <a:lnTo>
                    <a:pt x="4389120" y="26670"/>
                  </a:lnTo>
                  <a:lnTo>
                    <a:pt x="4385310" y="21590"/>
                  </a:lnTo>
                  <a:lnTo>
                    <a:pt x="4381500" y="19050"/>
                  </a:lnTo>
                  <a:lnTo>
                    <a:pt x="4376420" y="13970"/>
                  </a:lnTo>
                  <a:lnTo>
                    <a:pt x="4372610" y="12700"/>
                  </a:lnTo>
                  <a:lnTo>
                    <a:pt x="4366260" y="8890"/>
                  </a:lnTo>
                  <a:lnTo>
                    <a:pt x="4358640" y="5080"/>
                  </a:lnTo>
                  <a:lnTo>
                    <a:pt x="4349750" y="3810"/>
                  </a:lnTo>
                  <a:lnTo>
                    <a:pt x="4340860" y="1270"/>
                  </a:lnTo>
                  <a:lnTo>
                    <a:pt x="4330700" y="0"/>
                  </a:lnTo>
                  <a:lnTo>
                    <a:pt x="4320540" y="0"/>
                  </a:lnTo>
                  <a:lnTo>
                    <a:pt x="4277360" y="6350"/>
                  </a:lnTo>
                  <a:lnTo>
                    <a:pt x="4246880" y="21590"/>
                  </a:lnTo>
                  <a:lnTo>
                    <a:pt x="4240530" y="25400"/>
                  </a:lnTo>
                  <a:lnTo>
                    <a:pt x="4235450" y="29210"/>
                  </a:lnTo>
                  <a:lnTo>
                    <a:pt x="4220210" y="44450"/>
                  </a:lnTo>
                  <a:lnTo>
                    <a:pt x="4211320" y="57150"/>
                  </a:lnTo>
                  <a:lnTo>
                    <a:pt x="4207510" y="62230"/>
                  </a:lnTo>
                  <a:lnTo>
                    <a:pt x="4204970" y="68580"/>
                  </a:lnTo>
                  <a:lnTo>
                    <a:pt x="4201160" y="74930"/>
                  </a:lnTo>
                  <a:lnTo>
                    <a:pt x="4198620" y="81280"/>
                  </a:lnTo>
                  <a:lnTo>
                    <a:pt x="4194810" y="88900"/>
                  </a:lnTo>
                  <a:lnTo>
                    <a:pt x="4193540" y="95250"/>
                  </a:lnTo>
                  <a:lnTo>
                    <a:pt x="4188460" y="110490"/>
                  </a:lnTo>
                  <a:lnTo>
                    <a:pt x="4187190" y="116840"/>
                  </a:lnTo>
                  <a:lnTo>
                    <a:pt x="4185920" y="124460"/>
                  </a:lnTo>
                  <a:lnTo>
                    <a:pt x="4184650" y="133350"/>
                  </a:lnTo>
                  <a:lnTo>
                    <a:pt x="4183380" y="140970"/>
                  </a:lnTo>
                  <a:lnTo>
                    <a:pt x="4183380" y="212090"/>
                  </a:lnTo>
                  <a:lnTo>
                    <a:pt x="4136390" y="212090"/>
                  </a:lnTo>
                  <a:lnTo>
                    <a:pt x="4136390" y="257810"/>
                  </a:lnTo>
                  <a:lnTo>
                    <a:pt x="4183380" y="257810"/>
                  </a:lnTo>
                  <a:lnTo>
                    <a:pt x="4183380" y="591820"/>
                  </a:lnTo>
                  <a:lnTo>
                    <a:pt x="4182110" y="596900"/>
                  </a:lnTo>
                  <a:lnTo>
                    <a:pt x="4182110" y="601980"/>
                  </a:lnTo>
                  <a:lnTo>
                    <a:pt x="4180840" y="605790"/>
                  </a:lnTo>
                  <a:lnTo>
                    <a:pt x="4180840" y="609600"/>
                  </a:lnTo>
                  <a:lnTo>
                    <a:pt x="4177030" y="617220"/>
                  </a:lnTo>
                  <a:lnTo>
                    <a:pt x="4175760" y="618490"/>
                  </a:lnTo>
                  <a:lnTo>
                    <a:pt x="4174490" y="621030"/>
                  </a:lnTo>
                  <a:lnTo>
                    <a:pt x="4171950" y="623570"/>
                  </a:lnTo>
                  <a:lnTo>
                    <a:pt x="4169410" y="624840"/>
                  </a:lnTo>
                  <a:lnTo>
                    <a:pt x="4165600" y="628650"/>
                  </a:lnTo>
                  <a:lnTo>
                    <a:pt x="4161790" y="629920"/>
                  </a:lnTo>
                  <a:lnTo>
                    <a:pt x="4159250" y="629920"/>
                  </a:lnTo>
                  <a:lnTo>
                    <a:pt x="4155440" y="631190"/>
                  </a:lnTo>
                  <a:lnTo>
                    <a:pt x="4150360" y="632460"/>
                  </a:lnTo>
                  <a:lnTo>
                    <a:pt x="4136390" y="632460"/>
                  </a:lnTo>
                  <a:lnTo>
                    <a:pt x="4136390" y="650240"/>
                  </a:lnTo>
                  <a:lnTo>
                    <a:pt x="4329430" y="650240"/>
                  </a:lnTo>
                  <a:lnTo>
                    <a:pt x="4329430" y="633730"/>
                  </a:lnTo>
                  <a:lnTo>
                    <a:pt x="4321810" y="633730"/>
                  </a:lnTo>
                  <a:lnTo>
                    <a:pt x="4315460" y="632460"/>
                  </a:lnTo>
                  <a:lnTo>
                    <a:pt x="4309110" y="632460"/>
                  </a:lnTo>
                  <a:lnTo>
                    <a:pt x="4296410" y="626110"/>
                  </a:lnTo>
                  <a:lnTo>
                    <a:pt x="4295140" y="623570"/>
                  </a:lnTo>
                  <a:lnTo>
                    <a:pt x="4292600" y="622300"/>
                  </a:lnTo>
                  <a:lnTo>
                    <a:pt x="4291330" y="621030"/>
                  </a:lnTo>
                  <a:lnTo>
                    <a:pt x="4290060" y="618490"/>
                  </a:lnTo>
                  <a:lnTo>
                    <a:pt x="4287520" y="615950"/>
                  </a:lnTo>
                  <a:lnTo>
                    <a:pt x="4287520" y="614680"/>
                  </a:lnTo>
                  <a:lnTo>
                    <a:pt x="4286250" y="613410"/>
                  </a:lnTo>
                  <a:lnTo>
                    <a:pt x="4284980" y="610870"/>
                  </a:lnTo>
                  <a:lnTo>
                    <a:pt x="4284980" y="605790"/>
                  </a:lnTo>
                  <a:lnTo>
                    <a:pt x="4283710" y="603250"/>
                  </a:lnTo>
                  <a:lnTo>
                    <a:pt x="4282440" y="596900"/>
                  </a:lnTo>
                  <a:lnTo>
                    <a:pt x="4282440" y="589280"/>
                  </a:lnTo>
                  <a:lnTo>
                    <a:pt x="4281170" y="581660"/>
                  </a:lnTo>
                  <a:lnTo>
                    <a:pt x="4281170" y="257810"/>
                  </a:lnTo>
                  <a:lnTo>
                    <a:pt x="4329430" y="257810"/>
                  </a:lnTo>
                  <a:lnTo>
                    <a:pt x="4329430" y="212090"/>
                  </a:lnTo>
                  <a:lnTo>
                    <a:pt x="4281170" y="212090"/>
                  </a:lnTo>
                  <a:lnTo>
                    <a:pt x="4281170" y="156210"/>
                  </a:lnTo>
                  <a:lnTo>
                    <a:pt x="4279989" y="81280"/>
                  </a:lnTo>
                  <a:lnTo>
                    <a:pt x="4279900" y="62230"/>
                  </a:lnTo>
                  <a:lnTo>
                    <a:pt x="4282440" y="52070"/>
                  </a:lnTo>
                  <a:lnTo>
                    <a:pt x="4282440" y="48260"/>
                  </a:lnTo>
                  <a:lnTo>
                    <a:pt x="4283710" y="45720"/>
                  </a:lnTo>
                  <a:lnTo>
                    <a:pt x="4284980" y="44450"/>
                  </a:lnTo>
                  <a:lnTo>
                    <a:pt x="4284980" y="40640"/>
                  </a:lnTo>
                  <a:lnTo>
                    <a:pt x="4287520" y="38100"/>
                  </a:lnTo>
                  <a:lnTo>
                    <a:pt x="4287520" y="36830"/>
                  </a:lnTo>
                  <a:lnTo>
                    <a:pt x="4290060" y="34290"/>
                  </a:lnTo>
                  <a:lnTo>
                    <a:pt x="4290060" y="33020"/>
                  </a:lnTo>
                  <a:lnTo>
                    <a:pt x="4292600" y="30480"/>
                  </a:lnTo>
                  <a:lnTo>
                    <a:pt x="4293870" y="30480"/>
                  </a:lnTo>
                  <a:lnTo>
                    <a:pt x="4295140" y="29210"/>
                  </a:lnTo>
                  <a:lnTo>
                    <a:pt x="4296410" y="29210"/>
                  </a:lnTo>
                  <a:lnTo>
                    <a:pt x="4296410" y="27940"/>
                  </a:lnTo>
                  <a:lnTo>
                    <a:pt x="4298950" y="27940"/>
                  </a:lnTo>
                  <a:lnTo>
                    <a:pt x="4300220" y="26670"/>
                  </a:lnTo>
                  <a:lnTo>
                    <a:pt x="4307840" y="26670"/>
                  </a:lnTo>
                  <a:lnTo>
                    <a:pt x="4310380" y="27940"/>
                  </a:lnTo>
                  <a:lnTo>
                    <a:pt x="4311650" y="29210"/>
                  </a:lnTo>
                  <a:lnTo>
                    <a:pt x="4312920" y="29210"/>
                  </a:lnTo>
                  <a:lnTo>
                    <a:pt x="4314190" y="30480"/>
                  </a:lnTo>
                  <a:lnTo>
                    <a:pt x="4315460" y="30480"/>
                  </a:lnTo>
                  <a:lnTo>
                    <a:pt x="4316730" y="31750"/>
                  </a:lnTo>
                  <a:lnTo>
                    <a:pt x="4318000" y="34290"/>
                  </a:lnTo>
                  <a:lnTo>
                    <a:pt x="4320540" y="36830"/>
                  </a:lnTo>
                  <a:lnTo>
                    <a:pt x="4320540" y="39370"/>
                  </a:lnTo>
                  <a:lnTo>
                    <a:pt x="4321810" y="40640"/>
                  </a:lnTo>
                  <a:lnTo>
                    <a:pt x="4321810" y="55880"/>
                  </a:lnTo>
                  <a:lnTo>
                    <a:pt x="4320540" y="63500"/>
                  </a:lnTo>
                  <a:lnTo>
                    <a:pt x="4319270" y="74930"/>
                  </a:lnTo>
                  <a:lnTo>
                    <a:pt x="4318000" y="77470"/>
                  </a:lnTo>
                  <a:lnTo>
                    <a:pt x="4318000" y="86360"/>
                  </a:lnTo>
                  <a:lnTo>
                    <a:pt x="4319270" y="88900"/>
                  </a:lnTo>
                  <a:lnTo>
                    <a:pt x="4319270" y="90170"/>
                  </a:lnTo>
                  <a:lnTo>
                    <a:pt x="4320540" y="91440"/>
                  </a:lnTo>
                  <a:lnTo>
                    <a:pt x="4320540" y="95250"/>
                  </a:lnTo>
                  <a:lnTo>
                    <a:pt x="4321810" y="96520"/>
                  </a:lnTo>
                  <a:lnTo>
                    <a:pt x="4323080" y="99060"/>
                  </a:lnTo>
                  <a:lnTo>
                    <a:pt x="4324350" y="102870"/>
                  </a:lnTo>
                  <a:lnTo>
                    <a:pt x="4329430" y="107950"/>
                  </a:lnTo>
                  <a:lnTo>
                    <a:pt x="4330700" y="110490"/>
                  </a:lnTo>
                  <a:lnTo>
                    <a:pt x="4334510" y="114300"/>
                  </a:lnTo>
                  <a:lnTo>
                    <a:pt x="4337050" y="115570"/>
                  </a:lnTo>
                  <a:lnTo>
                    <a:pt x="4338320" y="116840"/>
                  </a:lnTo>
                  <a:lnTo>
                    <a:pt x="4349750" y="120650"/>
                  </a:lnTo>
                  <a:lnTo>
                    <a:pt x="4368800" y="120650"/>
                  </a:lnTo>
                  <a:lnTo>
                    <a:pt x="4373880" y="119380"/>
                  </a:lnTo>
                  <a:lnTo>
                    <a:pt x="4377690" y="118110"/>
                  </a:lnTo>
                  <a:lnTo>
                    <a:pt x="4381500" y="115570"/>
                  </a:lnTo>
                  <a:lnTo>
                    <a:pt x="4384040" y="114300"/>
                  </a:lnTo>
                  <a:lnTo>
                    <a:pt x="4385310" y="113030"/>
                  </a:lnTo>
                  <a:lnTo>
                    <a:pt x="4387850" y="111760"/>
                  </a:lnTo>
                  <a:lnTo>
                    <a:pt x="4389120" y="109220"/>
                  </a:lnTo>
                  <a:lnTo>
                    <a:pt x="4392930" y="105410"/>
                  </a:lnTo>
                  <a:lnTo>
                    <a:pt x="4398010" y="97790"/>
                  </a:lnTo>
                  <a:lnTo>
                    <a:pt x="4399280" y="95250"/>
                  </a:lnTo>
                  <a:lnTo>
                    <a:pt x="4400550" y="93980"/>
                  </a:lnTo>
                  <a:lnTo>
                    <a:pt x="4401820" y="91440"/>
                  </a:lnTo>
                  <a:lnTo>
                    <a:pt x="4401820" y="88900"/>
                  </a:lnTo>
                  <a:lnTo>
                    <a:pt x="4404360" y="83820"/>
                  </a:lnTo>
                  <a:lnTo>
                    <a:pt x="4404360" y="81280"/>
                  </a:lnTo>
                  <a:lnTo>
                    <a:pt x="4405630" y="80010"/>
                  </a:lnTo>
                  <a:lnTo>
                    <a:pt x="4405630" y="59690"/>
                  </a:lnTo>
                  <a:close/>
                </a:path>
                <a:path w="7024370" h="854710">
                  <a:moveTo>
                    <a:pt x="4984750" y="426720"/>
                  </a:moveTo>
                  <a:lnTo>
                    <a:pt x="4970780" y="426720"/>
                  </a:lnTo>
                  <a:lnTo>
                    <a:pt x="4954270" y="492760"/>
                  </a:lnTo>
                  <a:lnTo>
                    <a:pt x="4949190" y="505460"/>
                  </a:lnTo>
                  <a:lnTo>
                    <a:pt x="4945380" y="518160"/>
                  </a:lnTo>
                  <a:lnTo>
                    <a:pt x="4940300" y="529590"/>
                  </a:lnTo>
                  <a:lnTo>
                    <a:pt x="4936490" y="539750"/>
                  </a:lnTo>
                  <a:lnTo>
                    <a:pt x="4931410" y="549910"/>
                  </a:lnTo>
                  <a:lnTo>
                    <a:pt x="4926330" y="557530"/>
                  </a:lnTo>
                  <a:lnTo>
                    <a:pt x="4921250" y="566420"/>
                  </a:lnTo>
                  <a:lnTo>
                    <a:pt x="4892040" y="596900"/>
                  </a:lnTo>
                  <a:lnTo>
                    <a:pt x="4855210" y="612140"/>
                  </a:lnTo>
                  <a:lnTo>
                    <a:pt x="4847590" y="613410"/>
                  </a:lnTo>
                  <a:lnTo>
                    <a:pt x="4838700" y="613410"/>
                  </a:lnTo>
                  <a:lnTo>
                    <a:pt x="4828540" y="614680"/>
                  </a:lnTo>
                  <a:lnTo>
                    <a:pt x="4789170" y="614680"/>
                  </a:lnTo>
                  <a:lnTo>
                    <a:pt x="4773930" y="613410"/>
                  </a:lnTo>
                  <a:lnTo>
                    <a:pt x="4762500" y="613410"/>
                  </a:lnTo>
                  <a:lnTo>
                    <a:pt x="4757420" y="612140"/>
                  </a:lnTo>
                  <a:lnTo>
                    <a:pt x="4753610" y="612140"/>
                  </a:lnTo>
                  <a:lnTo>
                    <a:pt x="4749800" y="610870"/>
                  </a:lnTo>
                  <a:lnTo>
                    <a:pt x="4748530" y="610870"/>
                  </a:lnTo>
                  <a:lnTo>
                    <a:pt x="4747260" y="609600"/>
                  </a:lnTo>
                  <a:lnTo>
                    <a:pt x="4743450" y="608330"/>
                  </a:lnTo>
                  <a:lnTo>
                    <a:pt x="4742180" y="605790"/>
                  </a:lnTo>
                  <a:lnTo>
                    <a:pt x="4738370" y="604520"/>
                  </a:lnTo>
                  <a:lnTo>
                    <a:pt x="4737100" y="603250"/>
                  </a:lnTo>
                  <a:lnTo>
                    <a:pt x="4737100" y="601980"/>
                  </a:lnTo>
                  <a:lnTo>
                    <a:pt x="4734560" y="599440"/>
                  </a:lnTo>
                  <a:lnTo>
                    <a:pt x="4734560" y="598170"/>
                  </a:lnTo>
                  <a:lnTo>
                    <a:pt x="4732020" y="595630"/>
                  </a:lnTo>
                  <a:lnTo>
                    <a:pt x="4732020" y="593090"/>
                  </a:lnTo>
                  <a:lnTo>
                    <a:pt x="4730750" y="591820"/>
                  </a:lnTo>
                  <a:lnTo>
                    <a:pt x="4730750" y="590550"/>
                  </a:lnTo>
                  <a:lnTo>
                    <a:pt x="4729480" y="588010"/>
                  </a:lnTo>
                  <a:lnTo>
                    <a:pt x="4729480" y="586740"/>
                  </a:lnTo>
                  <a:lnTo>
                    <a:pt x="4728210" y="581660"/>
                  </a:lnTo>
                  <a:lnTo>
                    <a:pt x="4728210" y="575310"/>
                  </a:lnTo>
                  <a:lnTo>
                    <a:pt x="4726940" y="567690"/>
                  </a:lnTo>
                  <a:lnTo>
                    <a:pt x="4726940" y="551180"/>
                  </a:lnTo>
                  <a:lnTo>
                    <a:pt x="4725670" y="528320"/>
                  </a:lnTo>
                  <a:lnTo>
                    <a:pt x="4725670" y="123190"/>
                  </a:lnTo>
                  <a:lnTo>
                    <a:pt x="4726940" y="101600"/>
                  </a:lnTo>
                  <a:lnTo>
                    <a:pt x="4726940" y="85090"/>
                  </a:lnTo>
                  <a:lnTo>
                    <a:pt x="4728210" y="77470"/>
                  </a:lnTo>
                  <a:lnTo>
                    <a:pt x="4728210" y="72390"/>
                  </a:lnTo>
                  <a:lnTo>
                    <a:pt x="4729480" y="67310"/>
                  </a:lnTo>
                  <a:lnTo>
                    <a:pt x="4729480" y="66040"/>
                  </a:lnTo>
                  <a:lnTo>
                    <a:pt x="4730750" y="64770"/>
                  </a:lnTo>
                  <a:lnTo>
                    <a:pt x="4732020" y="59690"/>
                  </a:lnTo>
                  <a:lnTo>
                    <a:pt x="4733290" y="57150"/>
                  </a:lnTo>
                  <a:lnTo>
                    <a:pt x="4734560" y="53340"/>
                  </a:lnTo>
                  <a:lnTo>
                    <a:pt x="4735830" y="50800"/>
                  </a:lnTo>
                  <a:lnTo>
                    <a:pt x="4739640" y="46990"/>
                  </a:lnTo>
                  <a:lnTo>
                    <a:pt x="4739640" y="45720"/>
                  </a:lnTo>
                  <a:lnTo>
                    <a:pt x="4742180" y="43180"/>
                  </a:lnTo>
                  <a:lnTo>
                    <a:pt x="4743450" y="43180"/>
                  </a:lnTo>
                  <a:lnTo>
                    <a:pt x="4747260" y="39370"/>
                  </a:lnTo>
                  <a:lnTo>
                    <a:pt x="4751070" y="36830"/>
                  </a:lnTo>
                  <a:lnTo>
                    <a:pt x="4758690" y="34290"/>
                  </a:lnTo>
                  <a:lnTo>
                    <a:pt x="4768850" y="31750"/>
                  </a:lnTo>
                  <a:lnTo>
                    <a:pt x="4798060" y="31750"/>
                  </a:lnTo>
                  <a:lnTo>
                    <a:pt x="4798060" y="13970"/>
                  </a:lnTo>
                  <a:lnTo>
                    <a:pt x="4545330" y="13970"/>
                  </a:lnTo>
                  <a:lnTo>
                    <a:pt x="4545330" y="31750"/>
                  </a:lnTo>
                  <a:lnTo>
                    <a:pt x="4570730" y="31750"/>
                  </a:lnTo>
                  <a:lnTo>
                    <a:pt x="4589780" y="38100"/>
                  </a:lnTo>
                  <a:lnTo>
                    <a:pt x="4602480" y="50800"/>
                  </a:lnTo>
                  <a:lnTo>
                    <a:pt x="4603750" y="53340"/>
                  </a:lnTo>
                  <a:lnTo>
                    <a:pt x="4606290" y="55880"/>
                  </a:lnTo>
                  <a:lnTo>
                    <a:pt x="4607560" y="58420"/>
                  </a:lnTo>
                  <a:lnTo>
                    <a:pt x="4607560" y="62230"/>
                  </a:lnTo>
                  <a:lnTo>
                    <a:pt x="4608830" y="63500"/>
                  </a:lnTo>
                  <a:lnTo>
                    <a:pt x="4608830" y="66040"/>
                  </a:lnTo>
                  <a:lnTo>
                    <a:pt x="4610100" y="71120"/>
                  </a:lnTo>
                  <a:lnTo>
                    <a:pt x="4610100" y="76200"/>
                  </a:lnTo>
                  <a:lnTo>
                    <a:pt x="4611370" y="83820"/>
                  </a:lnTo>
                  <a:lnTo>
                    <a:pt x="4611370" y="100330"/>
                  </a:lnTo>
                  <a:lnTo>
                    <a:pt x="4612640" y="123190"/>
                  </a:lnTo>
                  <a:lnTo>
                    <a:pt x="4612640" y="541020"/>
                  </a:lnTo>
                  <a:lnTo>
                    <a:pt x="4611370" y="562610"/>
                  </a:lnTo>
                  <a:lnTo>
                    <a:pt x="4611370" y="579120"/>
                  </a:lnTo>
                  <a:lnTo>
                    <a:pt x="4610100" y="586740"/>
                  </a:lnTo>
                  <a:lnTo>
                    <a:pt x="4610100" y="594360"/>
                  </a:lnTo>
                  <a:lnTo>
                    <a:pt x="4608830" y="596900"/>
                  </a:lnTo>
                  <a:lnTo>
                    <a:pt x="4608830" y="599440"/>
                  </a:lnTo>
                  <a:lnTo>
                    <a:pt x="4607560" y="600710"/>
                  </a:lnTo>
                  <a:lnTo>
                    <a:pt x="4607560" y="604520"/>
                  </a:lnTo>
                  <a:lnTo>
                    <a:pt x="4605020" y="608330"/>
                  </a:lnTo>
                  <a:lnTo>
                    <a:pt x="4602480" y="613410"/>
                  </a:lnTo>
                  <a:lnTo>
                    <a:pt x="4599940" y="615950"/>
                  </a:lnTo>
                  <a:lnTo>
                    <a:pt x="4598670" y="618490"/>
                  </a:lnTo>
                  <a:lnTo>
                    <a:pt x="4596130" y="621030"/>
                  </a:lnTo>
                  <a:lnTo>
                    <a:pt x="4594860" y="623570"/>
                  </a:lnTo>
                  <a:lnTo>
                    <a:pt x="4591050" y="624840"/>
                  </a:lnTo>
                  <a:lnTo>
                    <a:pt x="4587240" y="627380"/>
                  </a:lnTo>
                  <a:lnTo>
                    <a:pt x="4575810" y="631190"/>
                  </a:lnTo>
                  <a:lnTo>
                    <a:pt x="4570730" y="632460"/>
                  </a:lnTo>
                  <a:lnTo>
                    <a:pt x="4545330" y="632460"/>
                  </a:lnTo>
                  <a:lnTo>
                    <a:pt x="4545330" y="650240"/>
                  </a:lnTo>
                  <a:lnTo>
                    <a:pt x="4966970" y="650240"/>
                  </a:lnTo>
                  <a:lnTo>
                    <a:pt x="4984750" y="426720"/>
                  </a:lnTo>
                  <a:close/>
                </a:path>
                <a:path w="7024370" h="854710">
                  <a:moveTo>
                    <a:pt x="5167630" y="64770"/>
                  </a:moveTo>
                  <a:lnTo>
                    <a:pt x="5166347" y="57150"/>
                  </a:lnTo>
                  <a:lnTo>
                    <a:pt x="5165090" y="50800"/>
                  </a:lnTo>
                  <a:lnTo>
                    <a:pt x="5165090" y="48260"/>
                  </a:lnTo>
                  <a:lnTo>
                    <a:pt x="5162550" y="40640"/>
                  </a:lnTo>
                  <a:lnTo>
                    <a:pt x="5161280" y="38100"/>
                  </a:lnTo>
                  <a:lnTo>
                    <a:pt x="5159997" y="34290"/>
                  </a:lnTo>
                  <a:lnTo>
                    <a:pt x="5156200" y="26670"/>
                  </a:lnTo>
                  <a:lnTo>
                    <a:pt x="5148580" y="16510"/>
                  </a:lnTo>
                  <a:lnTo>
                    <a:pt x="5143500" y="11430"/>
                  </a:lnTo>
                  <a:lnTo>
                    <a:pt x="5142230" y="8890"/>
                  </a:lnTo>
                  <a:lnTo>
                    <a:pt x="5126990" y="1270"/>
                  </a:lnTo>
                  <a:lnTo>
                    <a:pt x="5124450" y="1270"/>
                  </a:lnTo>
                  <a:lnTo>
                    <a:pt x="5119370" y="0"/>
                  </a:lnTo>
                  <a:lnTo>
                    <a:pt x="5107940" y="0"/>
                  </a:lnTo>
                  <a:lnTo>
                    <a:pt x="5102847" y="1270"/>
                  </a:lnTo>
                  <a:lnTo>
                    <a:pt x="5100320" y="1270"/>
                  </a:lnTo>
                  <a:lnTo>
                    <a:pt x="5095240" y="3810"/>
                  </a:lnTo>
                  <a:lnTo>
                    <a:pt x="5093970" y="5080"/>
                  </a:lnTo>
                  <a:lnTo>
                    <a:pt x="5086350" y="8890"/>
                  </a:lnTo>
                  <a:lnTo>
                    <a:pt x="5081270" y="13970"/>
                  </a:lnTo>
                  <a:lnTo>
                    <a:pt x="5080000" y="16510"/>
                  </a:lnTo>
                  <a:lnTo>
                    <a:pt x="5076190" y="21590"/>
                  </a:lnTo>
                  <a:lnTo>
                    <a:pt x="5071110" y="26670"/>
                  </a:lnTo>
                  <a:lnTo>
                    <a:pt x="5068570" y="31750"/>
                  </a:lnTo>
                  <a:lnTo>
                    <a:pt x="5066030" y="38100"/>
                  </a:lnTo>
                  <a:lnTo>
                    <a:pt x="5064760" y="40640"/>
                  </a:lnTo>
                  <a:lnTo>
                    <a:pt x="5063490" y="44450"/>
                  </a:lnTo>
                  <a:lnTo>
                    <a:pt x="5062220" y="46990"/>
                  </a:lnTo>
                  <a:lnTo>
                    <a:pt x="5062220" y="50800"/>
                  </a:lnTo>
                  <a:lnTo>
                    <a:pt x="5060950" y="53340"/>
                  </a:lnTo>
                  <a:lnTo>
                    <a:pt x="5060950" y="57150"/>
                  </a:lnTo>
                  <a:lnTo>
                    <a:pt x="5059680" y="64770"/>
                  </a:lnTo>
                  <a:lnTo>
                    <a:pt x="5059680" y="80010"/>
                  </a:lnTo>
                  <a:lnTo>
                    <a:pt x="5060950" y="86360"/>
                  </a:lnTo>
                  <a:lnTo>
                    <a:pt x="5060950" y="90170"/>
                  </a:lnTo>
                  <a:lnTo>
                    <a:pt x="5062220" y="93980"/>
                  </a:lnTo>
                  <a:lnTo>
                    <a:pt x="5062220" y="96520"/>
                  </a:lnTo>
                  <a:lnTo>
                    <a:pt x="5063490" y="100330"/>
                  </a:lnTo>
                  <a:lnTo>
                    <a:pt x="5066030" y="105410"/>
                  </a:lnTo>
                  <a:lnTo>
                    <a:pt x="5071110" y="118110"/>
                  </a:lnTo>
                  <a:lnTo>
                    <a:pt x="5076190" y="123190"/>
                  </a:lnTo>
                  <a:lnTo>
                    <a:pt x="5080000" y="128270"/>
                  </a:lnTo>
                  <a:lnTo>
                    <a:pt x="5083810" y="132080"/>
                  </a:lnTo>
                  <a:lnTo>
                    <a:pt x="5088890" y="135890"/>
                  </a:lnTo>
                  <a:lnTo>
                    <a:pt x="5093970" y="138430"/>
                  </a:lnTo>
                  <a:lnTo>
                    <a:pt x="5095240" y="139700"/>
                  </a:lnTo>
                  <a:lnTo>
                    <a:pt x="5102847" y="143510"/>
                  </a:lnTo>
                  <a:lnTo>
                    <a:pt x="5124450" y="143510"/>
                  </a:lnTo>
                  <a:lnTo>
                    <a:pt x="5139690" y="135890"/>
                  </a:lnTo>
                  <a:lnTo>
                    <a:pt x="5143500" y="132080"/>
                  </a:lnTo>
                  <a:lnTo>
                    <a:pt x="5148580" y="128270"/>
                  </a:lnTo>
                  <a:lnTo>
                    <a:pt x="5156200" y="118110"/>
                  </a:lnTo>
                  <a:lnTo>
                    <a:pt x="5157470" y="115570"/>
                  </a:lnTo>
                  <a:lnTo>
                    <a:pt x="5158740" y="111760"/>
                  </a:lnTo>
                  <a:lnTo>
                    <a:pt x="5159997" y="109220"/>
                  </a:lnTo>
                  <a:lnTo>
                    <a:pt x="5161280" y="105410"/>
                  </a:lnTo>
                  <a:lnTo>
                    <a:pt x="5162550" y="102870"/>
                  </a:lnTo>
                  <a:lnTo>
                    <a:pt x="5163820" y="99060"/>
                  </a:lnTo>
                  <a:lnTo>
                    <a:pt x="5165090" y="96520"/>
                  </a:lnTo>
                  <a:lnTo>
                    <a:pt x="5165090" y="93980"/>
                  </a:lnTo>
                  <a:lnTo>
                    <a:pt x="5166347" y="88900"/>
                  </a:lnTo>
                  <a:lnTo>
                    <a:pt x="5166347" y="86360"/>
                  </a:lnTo>
                  <a:lnTo>
                    <a:pt x="5167630" y="78740"/>
                  </a:lnTo>
                  <a:lnTo>
                    <a:pt x="5167630" y="64770"/>
                  </a:lnTo>
                  <a:close/>
                </a:path>
                <a:path w="7024370" h="854710">
                  <a:moveTo>
                    <a:pt x="5201920" y="632460"/>
                  </a:moveTo>
                  <a:lnTo>
                    <a:pt x="5196840" y="632460"/>
                  </a:lnTo>
                  <a:lnTo>
                    <a:pt x="5186680" y="629920"/>
                  </a:lnTo>
                  <a:lnTo>
                    <a:pt x="5182870" y="628650"/>
                  </a:lnTo>
                  <a:lnTo>
                    <a:pt x="5181600" y="628650"/>
                  </a:lnTo>
                  <a:lnTo>
                    <a:pt x="5179047" y="627380"/>
                  </a:lnTo>
                  <a:lnTo>
                    <a:pt x="5175250" y="623570"/>
                  </a:lnTo>
                  <a:lnTo>
                    <a:pt x="5172697" y="622300"/>
                  </a:lnTo>
                  <a:lnTo>
                    <a:pt x="5171440" y="621030"/>
                  </a:lnTo>
                  <a:lnTo>
                    <a:pt x="5171440" y="618490"/>
                  </a:lnTo>
                  <a:lnTo>
                    <a:pt x="5168900" y="615950"/>
                  </a:lnTo>
                  <a:lnTo>
                    <a:pt x="5167630" y="613410"/>
                  </a:lnTo>
                  <a:lnTo>
                    <a:pt x="5167630" y="610870"/>
                  </a:lnTo>
                  <a:lnTo>
                    <a:pt x="5166347" y="608330"/>
                  </a:lnTo>
                  <a:lnTo>
                    <a:pt x="5165090" y="604520"/>
                  </a:lnTo>
                  <a:lnTo>
                    <a:pt x="5165090" y="598170"/>
                  </a:lnTo>
                  <a:lnTo>
                    <a:pt x="5163820" y="589280"/>
                  </a:lnTo>
                  <a:lnTo>
                    <a:pt x="5163820" y="580390"/>
                  </a:lnTo>
                  <a:lnTo>
                    <a:pt x="5162550" y="570230"/>
                  </a:lnTo>
                  <a:lnTo>
                    <a:pt x="5162550" y="212090"/>
                  </a:lnTo>
                  <a:lnTo>
                    <a:pt x="5025390" y="212090"/>
                  </a:lnTo>
                  <a:lnTo>
                    <a:pt x="5025390" y="229870"/>
                  </a:lnTo>
                  <a:lnTo>
                    <a:pt x="5030470" y="229870"/>
                  </a:lnTo>
                  <a:lnTo>
                    <a:pt x="5035550" y="231140"/>
                  </a:lnTo>
                  <a:lnTo>
                    <a:pt x="5040630" y="231140"/>
                  </a:lnTo>
                  <a:lnTo>
                    <a:pt x="5044440" y="233680"/>
                  </a:lnTo>
                  <a:lnTo>
                    <a:pt x="5046980" y="233680"/>
                  </a:lnTo>
                  <a:lnTo>
                    <a:pt x="5049520" y="236220"/>
                  </a:lnTo>
                  <a:lnTo>
                    <a:pt x="5052060" y="237490"/>
                  </a:lnTo>
                  <a:lnTo>
                    <a:pt x="5057140" y="242570"/>
                  </a:lnTo>
                  <a:lnTo>
                    <a:pt x="5057140" y="245110"/>
                  </a:lnTo>
                  <a:lnTo>
                    <a:pt x="5058410" y="246380"/>
                  </a:lnTo>
                  <a:lnTo>
                    <a:pt x="5059680" y="248920"/>
                  </a:lnTo>
                  <a:lnTo>
                    <a:pt x="5059680" y="251460"/>
                  </a:lnTo>
                  <a:lnTo>
                    <a:pt x="5060950" y="254000"/>
                  </a:lnTo>
                  <a:lnTo>
                    <a:pt x="5062220" y="257810"/>
                  </a:lnTo>
                  <a:lnTo>
                    <a:pt x="5062220" y="264160"/>
                  </a:lnTo>
                  <a:lnTo>
                    <a:pt x="5063490" y="271780"/>
                  </a:lnTo>
                  <a:lnTo>
                    <a:pt x="5064760" y="280670"/>
                  </a:lnTo>
                  <a:lnTo>
                    <a:pt x="5064760" y="580390"/>
                  </a:lnTo>
                  <a:lnTo>
                    <a:pt x="5063490" y="589280"/>
                  </a:lnTo>
                  <a:lnTo>
                    <a:pt x="5063490" y="596900"/>
                  </a:lnTo>
                  <a:lnTo>
                    <a:pt x="5062220" y="603250"/>
                  </a:lnTo>
                  <a:lnTo>
                    <a:pt x="5060950" y="605790"/>
                  </a:lnTo>
                  <a:lnTo>
                    <a:pt x="5060950" y="608330"/>
                  </a:lnTo>
                  <a:lnTo>
                    <a:pt x="5059680" y="610870"/>
                  </a:lnTo>
                  <a:lnTo>
                    <a:pt x="5059680" y="613410"/>
                  </a:lnTo>
                  <a:lnTo>
                    <a:pt x="5057140" y="615950"/>
                  </a:lnTo>
                  <a:lnTo>
                    <a:pt x="5055870" y="618490"/>
                  </a:lnTo>
                  <a:lnTo>
                    <a:pt x="5054600" y="619760"/>
                  </a:lnTo>
                  <a:lnTo>
                    <a:pt x="5053330" y="622300"/>
                  </a:lnTo>
                  <a:lnTo>
                    <a:pt x="5052060" y="623570"/>
                  </a:lnTo>
                  <a:lnTo>
                    <a:pt x="5049520" y="624840"/>
                  </a:lnTo>
                  <a:lnTo>
                    <a:pt x="5048250" y="626110"/>
                  </a:lnTo>
                  <a:lnTo>
                    <a:pt x="5045710" y="627380"/>
                  </a:lnTo>
                  <a:lnTo>
                    <a:pt x="5044440" y="628650"/>
                  </a:lnTo>
                  <a:lnTo>
                    <a:pt x="5041900" y="629920"/>
                  </a:lnTo>
                  <a:lnTo>
                    <a:pt x="5040630" y="629920"/>
                  </a:lnTo>
                  <a:lnTo>
                    <a:pt x="5035550" y="632460"/>
                  </a:lnTo>
                  <a:lnTo>
                    <a:pt x="5025390" y="632460"/>
                  </a:lnTo>
                  <a:lnTo>
                    <a:pt x="5025390" y="650240"/>
                  </a:lnTo>
                  <a:lnTo>
                    <a:pt x="5201920" y="650240"/>
                  </a:lnTo>
                  <a:lnTo>
                    <a:pt x="5201920" y="632460"/>
                  </a:lnTo>
                  <a:close/>
                </a:path>
                <a:path w="7024370" h="854710">
                  <a:moveTo>
                    <a:pt x="5463540" y="499110"/>
                  </a:moveTo>
                  <a:lnTo>
                    <a:pt x="5461000" y="488950"/>
                  </a:lnTo>
                  <a:lnTo>
                    <a:pt x="5459730" y="480060"/>
                  </a:lnTo>
                  <a:lnTo>
                    <a:pt x="5454650" y="462280"/>
                  </a:lnTo>
                  <a:lnTo>
                    <a:pt x="5450840" y="454660"/>
                  </a:lnTo>
                  <a:lnTo>
                    <a:pt x="5443220" y="436880"/>
                  </a:lnTo>
                  <a:lnTo>
                    <a:pt x="5436870" y="429260"/>
                  </a:lnTo>
                  <a:lnTo>
                    <a:pt x="5403850" y="388620"/>
                  </a:lnTo>
                  <a:lnTo>
                    <a:pt x="5379720" y="367030"/>
                  </a:lnTo>
                  <a:lnTo>
                    <a:pt x="5356860" y="345440"/>
                  </a:lnTo>
                  <a:lnTo>
                    <a:pt x="5339080" y="326390"/>
                  </a:lnTo>
                  <a:lnTo>
                    <a:pt x="5325110" y="312420"/>
                  </a:lnTo>
                  <a:lnTo>
                    <a:pt x="5320030" y="306070"/>
                  </a:lnTo>
                  <a:lnTo>
                    <a:pt x="5317490" y="300990"/>
                  </a:lnTo>
                  <a:lnTo>
                    <a:pt x="5314950" y="298450"/>
                  </a:lnTo>
                  <a:lnTo>
                    <a:pt x="5313680" y="294640"/>
                  </a:lnTo>
                  <a:lnTo>
                    <a:pt x="5312410" y="292100"/>
                  </a:lnTo>
                  <a:lnTo>
                    <a:pt x="5311140" y="288290"/>
                  </a:lnTo>
                  <a:lnTo>
                    <a:pt x="5311140" y="285750"/>
                  </a:lnTo>
                  <a:lnTo>
                    <a:pt x="5309870" y="283210"/>
                  </a:lnTo>
                  <a:lnTo>
                    <a:pt x="5309870" y="270510"/>
                  </a:lnTo>
                  <a:lnTo>
                    <a:pt x="5311140" y="267970"/>
                  </a:lnTo>
                  <a:lnTo>
                    <a:pt x="5311140" y="264160"/>
                  </a:lnTo>
                  <a:lnTo>
                    <a:pt x="5312410" y="261620"/>
                  </a:lnTo>
                  <a:lnTo>
                    <a:pt x="5312410" y="260350"/>
                  </a:lnTo>
                  <a:lnTo>
                    <a:pt x="5313680" y="259080"/>
                  </a:lnTo>
                  <a:lnTo>
                    <a:pt x="5313680" y="256540"/>
                  </a:lnTo>
                  <a:lnTo>
                    <a:pt x="5316220" y="252730"/>
                  </a:lnTo>
                  <a:lnTo>
                    <a:pt x="5317490" y="250190"/>
                  </a:lnTo>
                  <a:lnTo>
                    <a:pt x="5320030" y="246380"/>
                  </a:lnTo>
                  <a:lnTo>
                    <a:pt x="5322570" y="243840"/>
                  </a:lnTo>
                  <a:lnTo>
                    <a:pt x="5326380" y="241300"/>
                  </a:lnTo>
                  <a:lnTo>
                    <a:pt x="5330190" y="237490"/>
                  </a:lnTo>
                  <a:lnTo>
                    <a:pt x="5331460" y="237490"/>
                  </a:lnTo>
                  <a:lnTo>
                    <a:pt x="5334000" y="234950"/>
                  </a:lnTo>
                  <a:lnTo>
                    <a:pt x="5337810" y="234950"/>
                  </a:lnTo>
                  <a:lnTo>
                    <a:pt x="5341620" y="233680"/>
                  </a:lnTo>
                  <a:lnTo>
                    <a:pt x="5350510" y="233680"/>
                  </a:lnTo>
                  <a:lnTo>
                    <a:pt x="5384800" y="252730"/>
                  </a:lnTo>
                  <a:lnTo>
                    <a:pt x="5407660" y="283210"/>
                  </a:lnTo>
                  <a:lnTo>
                    <a:pt x="5417820" y="304800"/>
                  </a:lnTo>
                  <a:lnTo>
                    <a:pt x="5424170" y="318770"/>
                  </a:lnTo>
                  <a:lnTo>
                    <a:pt x="5434330" y="349250"/>
                  </a:lnTo>
                  <a:lnTo>
                    <a:pt x="5447030" y="349250"/>
                  </a:lnTo>
                  <a:lnTo>
                    <a:pt x="5443105" y="233680"/>
                  </a:lnTo>
                  <a:lnTo>
                    <a:pt x="5442763" y="223520"/>
                  </a:lnTo>
                  <a:lnTo>
                    <a:pt x="5441950" y="199390"/>
                  </a:lnTo>
                  <a:lnTo>
                    <a:pt x="5429250" y="199390"/>
                  </a:lnTo>
                  <a:lnTo>
                    <a:pt x="5422900" y="212090"/>
                  </a:lnTo>
                  <a:lnTo>
                    <a:pt x="5420360" y="214630"/>
                  </a:lnTo>
                  <a:lnTo>
                    <a:pt x="5420360" y="215900"/>
                  </a:lnTo>
                  <a:lnTo>
                    <a:pt x="5417820" y="218440"/>
                  </a:lnTo>
                  <a:lnTo>
                    <a:pt x="5417820" y="219710"/>
                  </a:lnTo>
                  <a:lnTo>
                    <a:pt x="5416550" y="220980"/>
                  </a:lnTo>
                  <a:lnTo>
                    <a:pt x="5414010" y="220980"/>
                  </a:lnTo>
                  <a:lnTo>
                    <a:pt x="5412740" y="222250"/>
                  </a:lnTo>
                  <a:lnTo>
                    <a:pt x="5410200" y="222250"/>
                  </a:lnTo>
                  <a:lnTo>
                    <a:pt x="5408930" y="223520"/>
                  </a:lnTo>
                  <a:lnTo>
                    <a:pt x="5406390" y="223520"/>
                  </a:lnTo>
                  <a:lnTo>
                    <a:pt x="5403850" y="222250"/>
                  </a:lnTo>
                  <a:lnTo>
                    <a:pt x="5402580" y="222250"/>
                  </a:lnTo>
                  <a:lnTo>
                    <a:pt x="5400040" y="220980"/>
                  </a:lnTo>
                  <a:lnTo>
                    <a:pt x="5398770" y="220980"/>
                  </a:lnTo>
                  <a:lnTo>
                    <a:pt x="5396230" y="218440"/>
                  </a:lnTo>
                  <a:lnTo>
                    <a:pt x="5391150" y="215900"/>
                  </a:lnTo>
                  <a:lnTo>
                    <a:pt x="5386070" y="212090"/>
                  </a:lnTo>
                  <a:lnTo>
                    <a:pt x="5379720" y="208280"/>
                  </a:lnTo>
                  <a:lnTo>
                    <a:pt x="5372100" y="205740"/>
                  </a:lnTo>
                  <a:lnTo>
                    <a:pt x="5367020" y="203200"/>
                  </a:lnTo>
                  <a:lnTo>
                    <a:pt x="5360670" y="200660"/>
                  </a:lnTo>
                  <a:lnTo>
                    <a:pt x="5353050" y="199390"/>
                  </a:lnTo>
                  <a:lnTo>
                    <a:pt x="5346700" y="199390"/>
                  </a:lnTo>
                  <a:lnTo>
                    <a:pt x="5340350" y="198120"/>
                  </a:lnTo>
                  <a:lnTo>
                    <a:pt x="5327650" y="199390"/>
                  </a:lnTo>
                  <a:lnTo>
                    <a:pt x="5317490" y="201930"/>
                  </a:lnTo>
                  <a:lnTo>
                    <a:pt x="5311140" y="203200"/>
                  </a:lnTo>
                  <a:lnTo>
                    <a:pt x="5306060" y="204470"/>
                  </a:lnTo>
                  <a:lnTo>
                    <a:pt x="5295900" y="209550"/>
                  </a:lnTo>
                  <a:lnTo>
                    <a:pt x="5292090" y="212090"/>
                  </a:lnTo>
                  <a:lnTo>
                    <a:pt x="5287010" y="214630"/>
                  </a:lnTo>
                  <a:lnTo>
                    <a:pt x="5283200" y="218440"/>
                  </a:lnTo>
                  <a:lnTo>
                    <a:pt x="5279390" y="220980"/>
                  </a:lnTo>
                  <a:lnTo>
                    <a:pt x="5275580" y="226060"/>
                  </a:lnTo>
                  <a:lnTo>
                    <a:pt x="5271770" y="229870"/>
                  </a:lnTo>
                  <a:lnTo>
                    <a:pt x="5264150" y="240030"/>
                  </a:lnTo>
                  <a:lnTo>
                    <a:pt x="5259070" y="250190"/>
                  </a:lnTo>
                  <a:lnTo>
                    <a:pt x="5252720" y="260350"/>
                  </a:lnTo>
                  <a:lnTo>
                    <a:pt x="5245100" y="283210"/>
                  </a:lnTo>
                  <a:lnTo>
                    <a:pt x="5240020" y="306070"/>
                  </a:lnTo>
                  <a:lnTo>
                    <a:pt x="5238750" y="318770"/>
                  </a:lnTo>
                  <a:lnTo>
                    <a:pt x="5238750" y="342900"/>
                  </a:lnTo>
                  <a:lnTo>
                    <a:pt x="5240020" y="353060"/>
                  </a:lnTo>
                  <a:lnTo>
                    <a:pt x="5242547" y="365760"/>
                  </a:lnTo>
                  <a:lnTo>
                    <a:pt x="5243830" y="375920"/>
                  </a:lnTo>
                  <a:lnTo>
                    <a:pt x="5251450" y="396240"/>
                  </a:lnTo>
                  <a:lnTo>
                    <a:pt x="5261610" y="416560"/>
                  </a:lnTo>
                  <a:lnTo>
                    <a:pt x="5266690" y="422910"/>
                  </a:lnTo>
                  <a:lnTo>
                    <a:pt x="5271770" y="430530"/>
                  </a:lnTo>
                  <a:lnTo>
                    <a:pt x="5278120" y="439420"/>
                  </a:lnTo>
                  <a:lnTo>
                    <a:pt x="5287010" y="448310"/>
                  </a:lnTo>
                  <a:lnTo>
                    <a:pt x="5306060" y="468630"/>
                  </a:lnTo>
                  <a:lnTo>
                    <a:pt x="5331460" y="491490"/>
                  </a:lnTo>
                  <a:lnTo>
                    <a:pt x="5372100" y="532130"/>
                  </a:lnTo>
                  <a:lnTo>
                    <a:pt x="5374640" y="537210"/>
                  </a:lnTo>
                  <a:lnTo>
                    <a:pt x="5378450" y="542290"/>
                  </a:lnTo>
                  <a:lnTo>
                    <a:pt x="5380990" y="546100"/>
                  </a:lnTo>
                  <a:lnTo>
                    <a:pt x="5382260" y="551180"/>
                  </a:lnTo>
                  <a:lnTo>
                    <a:pt x="5384800" y="554990"/>
                  </a:lnTo>
                  <a:lnTo>
                    <a:pt x="5386070" y="560070"/>
                  </a:lnTo>
                  <a:lnTo>
                    <a:pt x="5387340" y="563880"/>
                  </a:lnTo>
                  <a:lnTo>
                    <a:pt x="5388610" y="570230"/>
                  </a:lnTo>
                  <a:lnTo>
                    <a:pt x="5388610" y="590550"/>
                  </a:lnTo>
                  <a:lnTo>
                    <a:pt x="5387340" y="591820"/>
                  </a:lnTo>
                  <a:lnTo>
                    <a:pt x="5387340" y="596900"/>
                  </a:lnTo>
                  <a:lnTo>
                    <a:pt x="5386070" y="599440"/>
                  </a:lnTo>
                  <a:lnTo>
                    <a:pt x="5384800" y="600710"/>
                  </a:lnTo>
                  <a:lnTo>
                    <a:pt x="5384800" y="603250"/>
                  </a:lnTo>
                  <a:lnTo>
                    <a:pt x="5383530" y="605790"/>
                  </a:lnTo>
                  <a:lnTo>
                    <a:pt x="5382260" y="607060"/>
                  </a:lnTo>
                  <a:lnTo>
                    <a:pt x="5377180" y="614680"/>
                  </a:lnTo>
                  <a:lnTo>
                    <a:pt x="5369560" y="622300"/>
                  </a:lnTo>
                  <a:lnTo>
                    <a:pt x="5367020" y="623570"/>
                  </a:lnTo>
                  <a:lnTo>
                    <a:pt x="5365750" y="624840"/>
                  </a:lnTo>
                  <a:lnTo>
                    <a:pt x="5358130" y="627380"/>
                  </a:lnTo>
                  <a:lnTo>
                    <a:pt x="5341620" y="627380"/>
                  </a:lnTo>
                  <a:lnTo>
                    <a:pt x="5337810" y="626110"/>
                  </a:lnTo>
                  <a:lnTo>
                    <a:pt x="5335270" y="624840"/>
                  </a:lnTo>
                  <a:lnTo>
                    <a:pt x="5331460" y="623570"/>
                  </a:lnTo>
                  <a:lnTo>
                    <a:pt x="5292090" y="589280"/>
                  </a:lnTo>
                  <a:lnTo>
                    <a:pt x="5269230" y="546100"/>
                  </a:lnTo>
                  <a:lnTo>
                    <a:pt x="5255260" y="504190"/>
                  </a:lnTo>
                  <a:lnTo>
                    <a:pt x="5242547" y="504190"/>
                  </a:lnTo>
                  <a:lnTo>
                    <a:pt x="5248910" y="661670"/>
                  </a:lnTo>
                  <a:lnTo>
                    <a:pt x="5260340" y="661670"/>
                  </a:lnTo>
                  <a:lnTo>
                    <a:pt x="5261610" y="656590"/>
                  </a:lnTo>
                  <a:lnTo>
                    <a:pt x="5266690" y="646430"/>
                  </a:lnTo>
                  <a:lnTo>
                    <a:pt x="5273040" y="640080"/>
                  </a:lnTo>
                  <a:lnTo>
                    <a:pt x="5274310" y="640080"/>
                  </a:lnTo>
                  <a:lnTo>
                    <a:pt x="5275580" y="638810"/>
                  </a:lnTo>
                  <a:lnTo>
                    <a:pt x="5276850" y="638810"/>
                  </a:lnTo>
                  <a:lnTo>
                    <a:pt x="5278120" y="637540"/>
                  </a:lnTo>
                  <a:lnTo>
                    <a:pt x="5280660" y="637540"/>
                  </a:lnTo>
                  <a:lnTo>
                    <a:pt x="5281930" y="638810"/>
                  </a:lnTo>
                  <a:lnTo>
                    <a:pt x="5283200" y="638810"/>
                  </a:lnTo>
                  <a:lnTo>
                    <a:pt x="5285740" y="640080"/>
                  </a:lnTo>
                  <a:lnTo>
                    <a:pt x="5289550" y="641350"/>
                  </a:lnTo>
                  <a:lnTo>
                    <a:pt x="5294630" y="643890"/>
                  </a:lnTo>
                  <a:lnTo>
                    <a:pt x="5321300" y="655320"/>
                  </a:lnTo>
                  <a:lnTo>
                    <a:pt x="5336540" y="660400"/>
                  </a:lnTo>
                  <a:lnTo>
                    <a:pt x="5344160" y="661670"/>
                  </a:lnTo>
                  <a:lnTo>
                    <a:pt x="5350510" y="662940"/>
                  </a:lnTo>
                  <a:lnTo>
                    <a:pt x="5364480" y="662940"/>
                  </a:lnTo>
                  <a:lnTo>
                    <a:pt x="5372100" y="661670"/>
                  </a:lnTo>
                  <a:lnTo>
                    <a:pt x="5378450" y="660400"/>
                  </a:lnTo>
                  <a:lnTo>
                    <a:pt x="5386070" y="659130"/>
                  </a:lnTo>
                  <a:lnTo>
                    <a:pt x="5392420" y="655320"/>
                  </a:lnTo>
                  <a:lnTo>
                    <a:pt x="5398770" y="652780"/>
                  </a:lnTo>
                  <a:lnTo>
                    <a:pt x="5411470" y="645160"/>
                  </a:lnTo>
                  <a:lnTo>
                    <a:pt x="5417820" y="640080"/>
                  </a:lnTo>
                  <a:lnTo>
                    <a:pt x="5419852" y="637540"/>
                  </a:lnTo>
                  <a:lnTo>
                    <a:pt x="5427980" y="627380"/>
                  </a:lnTo>
                  <a:lnTo>
                    <a:pt x="5450840" y="590550"/>
                  </a:lnTo>
                  <a:lnTo>
                    <a:pt x="5463540" y="537210"/>
                  </a:lnTo>
                  <a:lnTo>
                    <a:pt x="5463540" y="499110"/>
                  </a:lnTo>
                  <a:close/>
                </a:path>
                <a:path w="7024370" h="854710">
                  <a:moveTo>
                    <a:pt x="5721350" y="210820"/>
                  </a:moveTo>
                  <a:lnTo>
                    <a:pt x="5643880" y="210820"/>
                  </a:lnTo>
                  <a:lnTo>
                    <a:pt x="5643880" y="50800"/>
                  </a:lnTo>
                  <a:lnTo>
                    <a:pt x="5632450" y="50800"/>
                  </a:lnTo>
                  <a:lnTo>
                    <a:pt x="5607050" y="105410"/>
                  </a:lnTo>
                  <a:lnTo>
                    <a:pt x="5562600" y="176530"/>
                  </a:lnTo>
                  <a:lnTo>
                    <a:pt x="5543550" y="198120"/>
                  </a:lnTo>
                  <a:lnTo>
                    <a:pt x="5524500" y="220980"/>
                  </a:lnTo>
                  <a:lnTo>
                    <a:pt x="5502910" y="241300"/>
                  </a:lnTo>
                  <a:lnTo>
                    <a:pt x="5502910" y="257810"/>
                  </a:lnTo>
                  <a:lnTo>
                    <a:pt x="5546090" y="257810"/>
                  </a:lnTo>
                  <a:lnTo>
                    <a:pt x="5546090" y="551180"/>
                  </a:lnTo>
                  <a:lnTo>
                    <a:pt x="5547360" y="561340"/>
                  </a:lnTo>
                  <a:lnTo>
                    <a:pt x="5547360" y="568960"/>
                  </a:lnTo>
                  <a:lnTo>
                    <a:pt x="5548630" y="575310"/>
                  </a:lnTo>
                  <a:lnTo>
                    <a:pt x="5548630" y="580390"/>
                  </a:lnTo>
                  <a:lnTo>
                    <a:pt x="5551170" y="588010"/>
                  </a:lnTo>
                  <a:lnTo>
                    <a:pt x="5552440" y="594360"/>
                  </a:lnTo>
                  <a:lnTo>
                    <a:pt x="5556250" y="600710"/>
                  </a:lnTo>
                  <a:lnTo>
                    <a:pt x="5558790" y="608330"/>
                  </a:lnTo>
                  <a:lnTo>
                    <a:pt x="5562600" y="614680"/>
                  </a:lnTo>
                  <a:lnTo>
                    <a:pt x="5567680" y="621030"/>
                  </a:lnTo>
                  <a:lnTo>
                    <a:pt x="5571490" y="627380"/>
                  </a:lnTo>
                  <a:lnTo>
                    <a:pt x="5581650" y="637540"/>
                  </a:lnTo>
                  <a:lnTo>
                    <a:pt x="5588000" y="642620"/>
                  </a:lnTo>
                  <a:lnTo>
                    <a:pt x="5600700" y="650240"/>
                  </a:lnTo>
                  <a:lnTo>
                    <a:pt x="5607050" y="652780"/>
                  </a:lnTo>
                  <a:lnTo>
                    <a:pt x="5622290" y="655320"/>
                  </a:lnTo>
                  <a:lnTo>
                    <a:pt x="5637530" y="655320"/>
                  </a:lnTo>
                  <a:lnTo>
                    <a:pt x="5678170" y="638810"/>
                  </a:lnTo>
                  <a:lnTo>
                    <a:pt x="5704840" y="605790"/>
                  </a:lnTo>
                  <a:lnTo>
                    <a:pt x="5721350" y="565150"/>
                  </a:lnTo>
                  <a:lnTo>
                    <a:pt x="5711190" y="554990"/>
                  </a:lnTo>
                  <a:lnTo>
                    <a:pt x="5706110" y="566420"/>
                  </a:lnTo>
                  <a:lnTo>
                    <a:pt x="5695950" y="584200"/>
                  </a:lnTo>
                  <a:lnTo>
                    <a:pt x="5684520" y="595630"/>
                  </a:lnTo>
                  <a:lnTo>
                    <a:pt x="5681980" y="596900"/>
                  </a:lnTo>
                  <a:lnTo>
                    <a:pt x="5679440" y="599440"/>
                  </a:lnTo>
                  <a:lnTo>
                    <a:pt x="5676900" y="600710"/>
                  </a:lnTo>
                  <a:lnTo>
                    <a:pt x="5673090" y="600710"/>
                  </a:lnTo>
                  <a:lnTo>
                    <a:pt x="5670550" y="601980"/>
                  </a:lnTo>
                  <a:lnTo>
                    <a:pt x="5666740" y="601980"/>
                  </a:lnTo>
                  <a:lnTo>
                    <a:pt x="5665470" y="600710"/>
                  </a:lnTo>
                  <a:lnTo>
                    <a:pt x="5661660" y="600710"/>
                  </a:lnTo>
                  <a:lnTo>
                    <a:pt x="5659120" y="598170"/>
                  </a:lnTo>
                  <a:lnTo>
                    <a:pt x="5656580" y="596900"/>
                  </a:lnTo>
                  <a:lnTo>
                    <a:pt x="5655310" y="595630"/>
                  </a:lnTo>
                  <a:lnTo>
                    <a:pt x="5654040" y="593090"/>
                  </a:lnTo>
                  <a:lnTo>
                    <a:pt x="5652770" y="591820"/>
                  </a:lnTo>
                  <a:lnTo>
                    <a:pt x="5651500" y="589280"/>
                  </a:lnTo>
                  <a:lnTo>
                    <a:pt x="5650230" y="588010"/>
                  </a:lnTo>
                  <a:lnTo>
                    <a:pt x="5648960" y="584200"/>
                  </a:lnTo>
                  <a:lnTo>
                    <a:pt x="5647690" y="582930"/>
                  </a:lnTo>
                  <a:lnTo>
                    <a:pt x="5646420" y="579120"/>
                  </a:lnTo>
                  <a:lnTo>
                    <a:pt x="5646420" y="577850"/>
                  </a:lnTo>
                  <a:lnTo>
                    <a:pt x="5645150" y="574040"/>
                  </a:lnTo>
                  <a:lnTo>
                    <a:pt x="5645150" y="565150"/>
                  </a:lnTo>
                  <a:lnTo>
                    <a:pt x="5643880" y="560070"/>
                  </a:lnTo>
                  <a:lnTo>
                    <a:pt x="5643880" y="257810"/>
                  </a:lnTo>
                  <a:lnTo>
                    <a:pt x="5721350" y="257810"/>
                  </a:lnTo>
                  <a:lnTo>
                    <a:pt x="5721350" y="210820"/>
                  </a:lnTo>
                  <a:close/>
                </a:path>
                <a:path w="7024370" h="854710">
                  <a:moveTo>
                    <a:pt x="6029960" y="389890"/>
                  </a:moveTo>
                  <a:lnTo>
                    <a:pt x="6029287" y="383540"/>
                  </a:lnTo>
                  <a:lnTo>
                    <a:pt x="6027420" y="365760"/>
                  </a:lnTo>
                  <a:lnTo>
                    <a:pt x="6023610" y="341630"/>
                  </a:lnTo>
                  <a:lnTo>
                    <a:pt x="6019800" y="321310"/>
                  </a:lnTo>
                  <a:lnTo>
                    <a:pt x="6013450" y="302260"/>
                  </a:lnTo>
                  <a:lnTo>
                    <a:pt x="6010910" y="293370"/>
                  </a:lnTo>
                  <a:lnTo>
                    <a:pt x="5990590" y="252730"/>
                  </a:lnTo>
                  <a:lnTo>
                    <a:pt x="5970270" y="228600"/>
                  </a:lnTo>
                  <a:lnTo>
                    <a:pt x="5961380" y="219710"/>
                  </a:lnTo>
                  <a:lnTo>
                    <a:pt x="5951220" y="212090"/>
                  </a:lnTo>
                  <a:lnTo>
                    <a:pt x="5946140" y="209550"/>
                  </a:lnTo>
                  <a:lnTo>
                    <a:pt x="5944870" y="209042"/>
                  </a:lnTo>
                  <a:lnTo>
                    <a:pt x="5944870" y="383540"/>
                  </a:lnTo>
                  <a:lnTo>
                    <a:pt x="5848350" y="383540"/>
                  </a:lnTo>
                  <a:lnTo>
                    <a:pt x="5850890" y="332740"/>
                  </a:lnTo>
                  <a:lnTo>
                    <a:pt x="5857240" y="288290"/>
                  </a:lnTo>
                  <a:lnTo>
                    <a:pt x="5875020" y="242570"/>
                  </a:lnTo>
                  <a:lnTo>
                    <a:pt x="5885180" y="233680"/>
                  </a:lnTo>
                  <a:lnTo>
                    <a:pt x="5886450" y="232410"/>
                  </a:lnTo>
                  <a:lnTo>
                    <a:pt x="5888990" y="231140"/>
                  </a:lnTo>
                  <a:lnTo>
                    <a:pt x="5890260" y="229870"/>
                  </a:lnTo>
                  <a:lnTo>
                    <a:pt x="5895340" y="229870"/>
                  </a:lnTo>
                  <a:lnTo>
                    <a:pt x="5896610" y="228600"/>
                  </a:lnTo>
                  <a:lnTo>
                    <a:pt x="5901690" y="228600"/>
                  </a:lnTo>
                  <a:lnTo>
                    <a:pt x="5905500" y="229870"/>
                  </a:lnTo>
                  <a:lnTo>
                    <a:pt x="5908040" y="229870"/>
                  </a:lnTo>
                  <a:lnTo>
                    <a:pt x="5913120" y="232410"/>
                  </a:lnTo>
                  <a:lnTo>
                    <a:pt x="5914390" y="233680"/>
                  </a:lnTo>
                  <a:lnTo>
                    <a:pt x="5916930" y="234950"/>
                  </a:lnTo>
                  <a:lnTo>
                    <a:pt x="5918200" y="237490"/>
                  </a:lnTo>
                  <a:lnTo>
                    <a:pt x="5922010" y="241300"/>
                  </a:lnTo>
                  <a:lnTo>
                    <a:pt x="5924550" y="245110"/>
                  </a:lnTo>
                  <a:lnTo>
                    <a:pt x="5928360" y="250190"/>
                  </a:lnTo>
                  <a:lnTo>
                    <a:pt x="5929630" y="255270"/>
                  </a:lnTo>
                  <a:lnTo>
                    <a:pt x="5932170" y="260350"/>
                  </a:lnTo>
                  <a:lnTo>
                    <a:pt x="5934710" y="266700"/>
                  </a:lnTo>
                  <a:lnTo>
                    <a:pt x="5935980" y="273050"/>
                  </a:lnTo>
                  <a:lnTo>
                    <a:pt x="5938520" y="279400"/>
                  </a:lnTo>
                  <a:lnTo>
                    <a:pt x="5941060" y="297180"/>
                  </a:lnTo>
                  <a:lnTo>
                    <a:pt x="5941060" y="307340"/>
                  </a:lnTo>
                  <a:lnTo>
                    <a:pt x="5942330" y="320040"/>
                  </a:lnTo>
                  <a:lnTo>
                    <a:pt x="5943600" y="349250"/>
                  </a:lnTo>
                  <a:lnTo>
                    <a:pt x="5944870" y="383540"/>
                  </a:lnTo>
                  <a:lnTo>
                    <a:pt x="5944870" y="209042"/>
                  </a:lnTo>
                  <a:lnTo>
                    <a:pt x="5939790" y="207010"/>
                  </a:lnTo>
                  <a:lnTo>
                    <a:pt x="5934710" y="204470"/>
                  </a:lnTo>
                  <a:lnTo>
                    <a:pt x="5928360" y="201930"/>
                  </a:lnTo>
                  <a:lnTo>
                    <a:pt x="5923280" y="200660"/>
                  </a:lnTo>
                  <a:lnTo>
                    <a:pt x="5910580" y="198120"/>
                  </a:lnTo>
                  <a:lnTo>
                    <a:pt x="5904230" y="198120"/>
                  </a:lnTo>
                  <a:lnTo>
                    <a:pt x="5896610" y="199390"/>
                  </a:lnTo>
                  <a:lnTo>
                    <a:pt x="5890260" y="199390"/>
                  </a:lnTo>
                  <a:lnTo>
                    <a:pt x="5882640" y="200660"/>
                  </a:lnTo>
                  <a:lnTo>
                    <a:pt x="5875020" y="203200"/>
                  </a:lnTo>
                  <a:lnTo>
                    <a:pt x="5868670" y="204470"/>
                  </a:lnTo>
                  <a:lnTo>
                    <a:pt x="5862320" y="208280"/>
                  </a:lnTo>
                  <a:lnTo>
                    <a:pt x="5855970" y="210820"/>
                  </a:lnTo>
                  <a:lnTo>
                    <a:pt x="5848350" y="214630"/>
                  </a:lnTo>
                  <a:lnTo>
                    <a:pt x="5829300" y="229870"/>
                  </a:lnTo>
                  <a:lnTo>
                    <a:pt x="5824220" y="234950"/>
                  </a:lnTo>
                  <a:lnTo>
                    <a:pt x="5811520" y="248920"/>
                  </a:lnTo>
                  <a:lnTo>
                    <a:pt x="5801360" y="264160"/>
                  </a:lnTo>
                  <a:lnTo>
                    <a:pt x="5795010" y="271780"/>
                  </a:lnTo>
                  <a:lnTo>
                    <a:pt x="5789930" y="280670"/>
                  </a:lnTo>
                  <a:lnTo>
                    <a:pt x="5786120" y="289560"/>
                  </a:lnTo>
                  <a:lnTo>
                    <a:pt x="5781040" y="298450"/>
                  </a:lnTo>
                  <a:lnTo>
                    <a:pt x="5767070" y="339090"/>
                  </a:lnTo>
                  <a:lnTo>
                    <a:pt x="5759450" y="386080"/>
                  </a:lnTo>
                  <a:lnTo>
                    <a:pt x="5756910" y="411480"/>
                  </a:lnTo>
                  <a:lnTo>
                    <a:pt x="5756910" y="459740"/>
                  </a:lnTo>
                  <a:lnTo>
                    <a:pt x="5760720" y="501650"/>
                  </a:lnTo>
                  <a:lnTo>
                    <a:pt x="5773420" y="556260"/>
                  </a:lnTo>
                  <a:lnTo>
                    <a:pt x="5796280" y="605790"/>
                  </a:lnTo>
                  <a:lnTo>
                    <a:pt x="5807710" y="621030"/>
                  </a:lnTo>
                  <a:lnTo>
                    <a:pt x="5812790" y="627380"/>
                  </a:lnTo>
                  <a:lnTo>
                    <a:pt x="5847080" y="652780"/>
                  </a:lnTo>
                  <a:lnTo>
                    <a:pt x="5854700" y="655320"/>
                  </a:lnTo>
                  <a:lnTo>
                    <a:pt x="5863590" y="659130"/>
                  </a:lnTo>
                  <a:lnTo>
                    <a:pt x="5871210" y="660400"/>
                  </a:lnTo>
                  <a:lnTo>
                    <a:pt x="5880100" y="661670"/>
                  </a:lnTo>
                  <a:lnTo>
                    <a:pt x="5887720" y="662940"/>
                  </a:lnTo>
                  <a:lnTo>
                    <a:pt x="5908040" y="662940"/>
                  </a:lnTo>
                  <a:lnTo>
                    <a:pt x="5918200" y="661670"/>
                  </a:lnTo>
                  <a:lnTo>
                    <a:pt x="5955030" y="646430"/>
                  </a:lnTo>
                  <a:lnTo>
                    <a:pt x="5986780" y="614680"/>
                  </a:lnTo>
                  <a:lnTo>
                    <a:pt x="5995670" y="604520"/>
                  </a:lnTo>
                  <a:lnTo>
                    <a:pt x="6003290" y="591820"/>
                  </a:lnTo>
                  <a:lnTo>
                    <a:pt x="6009640" y="577850"/>
                  </a:lnTo>
                  <a:lnTo>
                    <a:pt x="6017260" y="563880"/>
                  </a:lnTo>
                  <a:lnTo>
                    <a:pt x="6023610" y="547370"/>
                  </a:lnTo>
                  <a:lnTo>
                    <a:pt x="6029960" y="529590"/>
                  </a:lnTo>
                  <a:lnTo>
                    <a:pt x="6018530" y="519430"/>
                  </a:lnTo>
                  <a:lnTo>
                    <a:pt x="6013450" y="529590"/>
                  </a:lnTo>
                  <a:lnTo>
                    <a:pt x="6008370" y="538480"/>
                  </a:lnTo>
                  <a:lnTo>
                    <a:pt x="6004560" y="546100"/>
                  </a:lnTo>
                  <a:lnTo>
                    <a:pt x="5999480" y="553720"/>
                  </a:lnTo>
                  <a:lnTo>
                    <a:pt x="5994400" y="560070"/>
                  </a:lnTo>
                  <a:lnTo>
                    <a:pt x="5990590" y="566420"/>
                  </a:lnTo>
                  <a:lnTo>
                    <a:pt x="5985510" y="571500"/>
                  </a:lnTo>
                  <a:lnTo>
                    <a:pt x="5981700" y="576580"/>
                  </a:lnTo>
                  <a:lnTo>
                    <a:pt x="5976620" y="579120"/>
                  </a:lnTo>
                  <a:lnTo>
                    <a:pt x="5972810" y="582930"/>
                  </a:lnTo>
                  <a:lnTo>
                    <a:pt x="5969000" y="585470"/>
                  </a:lnTo>
                  <a:lnTo>
                    <a:pt x="5963920" y="588010"/>
                  </a:lnTo>
                  <a:lnTo>
                    <a:pt x="5948680" y="591820"/>
                  </a:lnTo>
                  <a:lnTo>
                    <a:pt x="5934710" y="591820"/>
                  </a:lnTo>
                  <a:lnTo>
                    <a:pt x="5897880" y="570230"/>
                  </a:lnTo>
                  <a:lnTo>
                    <a:pt x="5871210" y="525780"/>
                  </a:lnTo>
                  <a:lnTo>
                    <a:pt x="5857240" y="474980"/>
                  </a:lnTo>
                  <a:lnTo>
                    <a:pt x="5852160" y="436880"/>
                  </a:lnTo>
                  <a:lnTo>
                    <a:pt x="5850890" y="415290"/>
                  </a:lnTo>
                  <a:lnTo>
                    <a:pt x="6029960" y="415290"/>
                  </a:lnTo>
                  <a:lnTo>
                    <a:pt x="6029960" y="389890"/>
                  </a:lnTo>
                  <a:close/>
                </a:path>
                <a:path w="7024370" h="854710">
                  <a:moveTo>
                    <a:pt x="6426200" y="632460"/>
                  </a:moveTo>
                  <a:lnTo>
                    <a:pt x="6421120" y="632460"/>
                  </a:lnTo>
                  <a:lnTo>
                    <a:pt x="6416040" y="631190"/>
                  </a:lnTo>
                  <a:lnTo>
                    <a:pt x="6410960" y="628650"/>
                  </a:lnTo>
                  <a:lnTo>
                    <a:pt x="6407150" y="627380"/>
                  </a:lnTo>
                  <a:lnTo>
                    <a:pt x="6404610" y="624840"/>
                  </a:lnTo>
                  <a:lnTo>
                    <a:pt x="6402070" y="623570"/>
                  </a:lnTo>
                  <a:lnTo>
                    <a:pt x="6400800" y="623570"/>
                  </a:lnTo>
                  <a:lnTo>
                    <a:pt x="6399530" y="621030"/>
                  </a:lnTo>
                  <a:lnTo>
                    <a:pt x="6398260" y="619760"/>
                  </a:lnTo>
                  <a:lnTo>
                    <a:pt x="6398260" y="618490"/>
                  </a:lnTo>
                  <a:lnTo>
                    <a:pt x="6395720" y="615950"/>
                  </a:lnTo>
                  <a:lnTo>
                    <a:pt x="6395720" y="613410"/>
                  </a:lnTo>
                  <a:lnTo>
                    <a:pt x="6393180" y="608330"/>
                  </a:lnTo>
                  <a:lnTo>
                    <a:pt x="6393180" y="603250"/>
                  </a:lnTo>
                  <a:lnTo>
                    <a:pt x="6390640" y="586740"/>
                  </a:lnTo>
                  <a:lnTo>
                    <a:pt x="6390640" y="383540"/>
                  </a:lnTo>
                  <a:lnTo>
                    <a:pt x="6388100" y="320040"/>
                  </a:lnTo>
                  <a:lnTo>
                    <a:pt x="6388100" y="307340"/>
                  </a:lnTo>
                  <a:lnTo>
                    <a:pt x="6386830" y="297180"/>
                  </a:lnTo>
                  <a:lnTo>
                    <a:pt x="6384290" y="280670"/>
                  </a:lnTo>
                  <a:lnTo>
                    <a:pt x="6381750" y="271780"/>
                  </a:lnTo>
                  <a:lnTo>
                    <a:pt x="6380480" y="264160"/>
                  </a:lnTo>
                  <a:lnTo>
                    <a:pt x="6376670" y="256540"/>
                  </a:lnTo>
                  <a:lnTo>
                    <a:pt x="6374130" y="248920"/>
                  </a:lnTo>
                  <a:lnTo>
                    <a:pt x="6370320" y="241300"/>
                  </a:lnTo>
                  <a:lnTo>
                    <a:pt x="6366510" y="234950"/>
                  </a:lnTo>
                  <a:lnTo>
                    <a:pt x="6351270" y="215900"/>
                  </a:lnTo>
                  <a:lnTo>
                    <a:pt x="6344920" y="212090"/>
                  </a:lnTo>
                  <a:lnTo>
                    <a:pt x="6338570" y="207010"/>
                  </a:lnTo>
                  <a:lnTo>
                    <a:pt x="6325870" y="201930"/>
                  </a:lnTo>
                  <a:lnTo>
                    <a:pt x="6318250" y="199390"/>
                  </a:lnTo>
                  <a:lnTo>
                    <a:pt x="6310630" y="199390"/>
                  </a:lnTo>
                  <a:lnTo>
                    <a:pt x="6304280" y="198120"/>
                  </a:lnTo>
                  <a:lnTo>
                    <a:pt x="6296660" y="199390"/>
                  </a:lnTo>
                  <a:lnTo>
                    <a:pt x="6290310" y="199390"/>
                  </a:lnTo>
                  <a:lnTo>
                    <a:pt x="6283960" y="200660"/>
                  </a:lnTo>
                  <a:lnTo>
                    <a:pt x="6277610" y="203200"/>
                  </a:lnTo>
                  <a:lnTo>
                    <a:pt x="6271260" y="204470"/>
                  </a:lnTo>
                  <a:lnTo>
                    <a:pt x="6264910" y="208280"/>
                  </a:lnTo>
                  <a:lnTo>
                    <a:pt x="6259830" y="210820"/>
                  </a:lnTo>
                  <a:lnTo>
                    <a:pt x="6242050" y="224790"/>
                  </a:lnTo>
                  <a:lnTo>
                    <a:pt x="6235700" y="231140"/>
                  </a:lnTo>
                  <a:lnTo>
                    <a:pt x="6230620" y="237490"/>
                  </a:lnTo>
                  <a:lnTo>
                    <a:pt x="6224270" y="243840"/>
                  </a:lnTo>
                  <a:lnTo>
                    <a:pt x="6217920" y="251460"/>
                  </a:lnTo>
                  <a:lnTo>
                    <a:pt x="6205220" y="267970"/>
                  </a:lnTo>
                  <a:lnTo>
                    <a:pt x="6205220" y="212090"/>
                  </a:lnTo>
                  <a:lnTo>
                    <a:pt x="6071870" y="212090"/>
                  </a:lnTo>
                  <a:lnTo>
                    <a:pt x="6071870" y="228600"/>
                  </a:lnTo>
                  <a:lnTo>
                    <a:pt x="6082030" y="231140"/>
                  </a:lnTo>
                  <a:lnTo>
                    <a:pt x="6085840" y="233680"/>
                  </a:lnTo>
                  <a:lnTo>
                    <a:pt x="6089650" y="234950"/>
                  </a:lnTo>
                  <a:lnTo>
                    <a:pt x="6092190" y="236220"/>
                  </a:lnTo>
                  <a:lnTo>
                    <a:pt x="6099810" y="243840"/>
                  </a:lnTo>
                  <a:lnTo>
                    <a:pt x="6099810" y="245110"/>
                  </a:lnTo>
                  <a:lnTo>
                    <a:pt x="6101080" y="247650"/>
                  </a:lnTo>
                  <a:lnTo>
                    <a:pt x="6102350" y="248920"/>
                  </a:lnTo>
                  <a:lnTo>
                    <a:pt x="6102350" y="251460"/>
                  </a:lnTo>
                  <a:lnTo>
                    <a:pt x="6103620" y="254000"/>
                  </a:lnTo>
                  <a:lnTo>
                    <a:pt x="6103620" y="259080"/>
                  </a:lnTo>
                  <a:lnTo>
                    <a:pt x="6106160" y="275590"/>
                  </a:lnTo>
                  <a:lnTo>
                    <a:pt x="6106160" y="284480"/>
                  </a:lnTo>
                  <a:lnTo>
                    <a:pt x="6107430" y="306070"/>
                  </a:lnTo>
                  <a:lnTo>
                    <a:pt x="6107430" y="554990"/>
                  </a:lnTo>
                  <a:lnTo>
                    <a:pt x="6106160" y="577850"/>
                  </a:lnTo>
                  <a:lnTo>
                    <a:pt x="6106160" y="594360"/>
                  </a:lnTo>
                  <a:lnTo>
                    <a:pt x="6104890" y="601980"/>
                  </a:lnTo>
                  <a:lnTo>
                    <a:pt x="6103620" y="607060"/>
                  </a:lnTo>
                  <a:lnTo>
                    <a:pt x="6103620" y="609600"/>
                  </a:lnTo>
                  <a:lnTo>
                    <a:pt x="6102350" y="612140"/>
                  </a:lnTo>
                  <a:lnTo>
                    <a:pt x="6102350" y="613410"/>
                  </a:lnTo>
                  <a:lnTo>
                    <a:pt x="6101080" y="614680"/>
                  </a:lnTo>
                  <a:lnTo>
                    <a:pt x="6099810" y="617220"/>
                  </a:lnTo>
                  <a:lnTo>
                    <a:pt x="6098540" y="618490"/>
                  </a:lnTo>
                  <a:lnTo>
                    <a:pt x="6097270" y="621030"/>
                  </a:lnTo>
                  <a:lnTo>
                    <a:pt x="6094730" y="623570"/>
                  </a:lnTo>
                  <a:lnTo>
                    <a:pt x="6092190" y="624840"/>
                  </a:lnTo>
                  <a:lnTo>
                    <a:pt x="6089650" y="627380"/>
                  </a:lnTo>
                  <a:lnTo>
                    <a:pt x="6085840" y="628650"/>
                  </a:lnTo>
                  <a:lnTo>
                    <a:pt x="6080760" y="631190"/>
                  </a:lnTo>
                  <a:lnTo>
                    <a:pt x="6076950" y="632460"/>
                  </a:lnTo>
                  <a:lnTo>
                    <a:pt x="6071870" y="632460"/>
                  </a:lnTo>
                  <a:lnTo>
                    <a:pt x="6071870" y="650240"/>
                  </a:lnTo>
                  <a:lnTo>
                    <a:pt x="6236970" y="650240"/>
                  </a:lnTo>
                  <a:lnTo>
                    <a:pt x="6236970" y="632460"/>
                  </a:lnTo>
                  <a:lnTo>
                    <a:pt x="6233160" y="632460"/>
                  </a:lnTo>
                  <a:lnTo>
                    <a:pt x="6229350" y="631190"/>
                  </a:lnTo>
                  <a:lnTo>
                    <a:pt x="6225540" y="628650"/>
                  </a:lnTo>
                  <a:lnTo>
                    <a:pt x="6221730" y="627380"/>
                  </a:lnTo>
                  <a:lnTo>
                    <a:pt x="6217920" y="623570"/>
                  </a:lnTo>
                  <a:lnTo>
                    <a:pt x="6216650" y="623570"/>
                  </a:lnTo>
                  <a:lnTo>
                    <a:pt x="6215380" y="621030"/>
                  </a:lnTo>
                  <a:lnTo>
                    <a:pt x="6212840" y="618490"/>
                  </a:lnTo>
                  <a:lnTo>
                    <a:pt x="6212840" y="615950"/>
                  </a:lnTo>
                  <a:lnTo>
                    <a:pt x="6210300" y="613410"/>
                  </a:lnTo>
                  <a:lnTo>
                    <a:pt x="6210300" y="609600"/>
                  </a:lnTo>
                  <a:lnTo>
                    <a:pt x="6209030" y="608330"/>
                  </a:lnTo>
                  <a:lnTo>
                    <a:pt x="6207760" y="600710"/>
                  </a:lnTo>
                  <a:lnTo>
                    <a:pt x="6207760" y="594360"/>
                  </a:lnTo>
                  <a:lnTo>
                    <a:pt x="6206490" y="586740"/>
                  </a:lnTo>
                  <a:lnTo>
                    <a:pt x="6205220" y="576580"/>
                  </a:lnTo>
                  <a:lnTo>
                    <a:pt x="6205220" y="320040"/>
                  </a:lnTo>
                  <a:lnTo>
                    <a:pt x="6211570" y="306070"/>
                  </a:lnTo>
                  <a:lnTo>
                    <a:pt x="6219190" y="293370"/>
                  </a:lnTo>
                  <a:lnTo>
                    <a:pt x="6221730" y="288290"/>
                  </a:lnTo>
                  <a:lnTo>
                    <a:pt x="6225540" y="284480"/>
                  </a:lnTo>
                  <a:lnTo>
                    <a:pt x="6229350" y="279400"/>
                  </a:lnTo>
                  <a:lnTo>
                    <a:pt x="6235700" y="273050"/>
                  </a:lnTo>
                  <a:lnTo>
                    <a:pt x="6239510" y="270510"/>
                  </a:lnTo>
                  <a:lnTo>
                    <a:pt x="6243320" y="266700"/>
                  </a:lnTo>
                  <a:lnTo>
                    <a:pt x="6247130" y="265430"/>
                  </a:lnTo>
                  <a:lnTo>
                    <a:pt x="6249670" y="264160"/>
                  </a:lnTo>
                  <a:lnTo>
                    <a:pt x="6257290" y="261620"/>
                  </a:lnTo>
                  <a:lnTo>
                    <a:pt x="6264910" y="261620"/>
                  </a:lnTo>
                  <a:lnTo>
                    <a:pt x="6272530" y="265430"/>
                  </a:lnTo>
                  <a:lnTo>
                    <a:pt x="6273800" y="266700"/>
                  </a:lnTo>
                  <a:lnTo>
                    <a:pt x="6276340" y="267970"/>
                  </a:lnTo>
                  <a:lnTo>
                    <a:pt x="6280150" y="271780"/>
                  </a:lnTo>
                  <a:lnTo>
                    <a:pt x="6281420" y="274320"/>
                  </a:lnTo>
                  <a:lnTo>
                    <a:pt x="6282690" y="275590"/>
                  </a:lnTo>
                  <a:lnTo>
                    <a:pt x="6283960" y="279400"/>
                  </a:lnTo>
                  <a:lnTo>
                    <a:pt x="6285230" y="280670"/>
                  </a:lnTo>
                  <a:lnTo>
                    <a:pt x="6287770" y="288290"/>
                  </a:lnTo>
                  <a:lnTo>
                    <a:pt x="6289040" y="290830"/>
                  </a:lnTo>
                  <a:lnTo>
                    <a:pt x="6289040" y="295910"/>
                  </a:lnTo>
                  <a:lnTo>
                    <a:pt x="6290310" y="300990"/>
                  </a:lnTo>
                  <a:lnTo>
                    <a:pt x="6290310" y="307340"/>
                  </a:lnTo>
                  <a:lnTo>
                    <a:pt x="6291580" y="314960"/>
                  </a:lnTo>
                  <a:lnTo>
                    <a:pt x="6291580" y="584200"/>
                  </a:lnTo>
                  <a:lnTo>
                    <a:pt x="6289040" y="599440"/>
                  </a:lnTo>
                  <a:lnTo>
                    <a:pt x="6289040" y="604520"/>
                  </a:lnTo>
                  <a:lnTo>
                    <a:pt x="6287770" y="607060"/>
                  </a:lnTo>
                  <a:lnTo>
                    <a:pt x="6287770" y="608330"/>
                  </a:lnTo>
                  <a:lnTo>
                    <a:pt x="6286500" y="610870"/>
                  </a:lnTo>
                  <a:lnTo>
                    <a:pt x="6286500" y="612140"/>
                  </a:lnTo>
                  <a:lnTo>
                    <a:pt x="6285230" y="614680"/>
                  </a:lnTo>
                  <a:lnTo>
                    <a:pt x="6283960" y="615950"/>
                  </a:lnTo>
                  <a:lnTo>
                    <a:pt x="6282690" y="618490"/>
                  </a:lnTo>
                  <a:lnTo>
                    <a:pt x="6281420" y="619760"/>
                  </a:lnTo>
                  <a:lnTo>
                    <a:pt x="6280150" y="622300"/>
                  </a:lnTo>
                  <a:lnTo>
                    <a:pt x="6277610" y="624840"/>
                  </a:lnTo>
                  <a:lnTo>
                    <a:pt x="6275070" y="626110"/>
                  </a:lnTo>
                  <a:lnTo>
                    <a:pt x="6272530" y="628650"/>
                  </a:lnTo>
                  <a:lnTo>
                    <a:pt x="6269990" y="629920"/>
                  </a:lnTo>
                  <a:lnTo>
                    <a:pt x="6268720" y="629920"/>
                  </a:lnTo>
                  <a:lnTo>
                    <a:pt x="6263640" y="632460"/>
                  </a:lnTo>
                  <a:lnTo>
                    <a:pt x="6259830" y="632460"/>
                  </a:lnTo>
                  <a:lnTo>
                    <a:pt x="6259830" y="650240"/>
                  </a:lnTo>
                  <a:lnTo>
                    <a:pt x="6426200" y="650240"/>
                  </a:lnTo>
                  <a:lnTo>
                    <a:pt x="6426200" y="632460"/>
                  </a:lnTo>
                  <a:close/>
                </a:path>
                <a:path w="7024370" h="854710">
                  <a:moveTo>
                    <a:pt x="6604000" y="64770"/>
                  </a:moveTo>
                  <a:lnTo>
                    <a:pt x="6602730" y="57150"/>
                  </a:lnTo>
                  <a:lnTo>
                    <a:pt x="6601460" y="50800"/>
                  </a:lnTo>
                  <a:lnTo>
                    <a:pt x="6600190" y="48260"/>
                  </a:lnTo>
                  <a:lnTo>
                    <a:pt x="6600190" y="44450"/>
                  </a:lnTo>
                  <a:lnTo>
                    <a:pt x="6598920" y="40640"/>
                  </a:lnTo>
                  <a:lnTo>
                    <a:pt x="6597650" y="38100"/>
                  </a:lnTo>
                  <a:lnTo>
                    <a:pt x="6596380" y="34290"/>
                  </a:lnTo>
                  <a:lnTo>
                    <a:pt x="6592570" y="26670"/>
                  </a:lnTo>
                  <a:lnTo>
                    <a:pt x="6588760" y="21590"/>
                  </a:lnTo>
                  <a:lnTo>
                    <a:pt x="6583680" y="16510"/>
                  </a:lnTo>
                  <a:lnTo>
                    <a:pt x="6582410" y="13970"/>
                  </a:lnTo>
                  <a:lnTo>
                    <a:pt x="6576060" y="7620"/>
                  </a:lnTo>
                  <a:lnTo>
                    <a:pt x="6563360" y="1270"/>
                  </a:lnTo>
                  <a:lnTo>
                    <a:pt x="6560820" y="1270"/>
                  </a:lnTo>
                  <a:lnTo>
                    <a:pt x="6555740" y="0"/>
                  </a:lnTo>
                  <a:lnTo>
                    <a:pt x="6544310" y="0"/>
                  </a:lnTo>
                  <a:lnTo>
                    <a:pt x="6539230" y="1270"/>
                  </a:lnTo>
                  <a:lnTo>
                    <a:pt x="6536690" y="1270"/>
                  </a:lnTo>
                  <a:lnTo>
                    <a:pt x="6521450" y="8890"/>
                  </a:lnTo>
                  <a:lnTo>
                    <a:pt x="6520180" y="11430"/>
                  </a:lnTo>
                  <a:lnTo>
                    <a:pt x="6515100" y="16510"/>
                  </a:lnTo>
                  <a:lnTo>
                    <a:pt x="6507480" y="26670"/>
                  </a:lnTo>
                  <a:lnTo>
                    <a:pt x="6504940" y="31750"/>
                  </a:lnTo>
                  <a:lnTo>
                    <a:pt x="6502400" y="38100"/>
                  </a:lnTo>
                  <a:lnTo>
                    <a:pt x="6501130" y="40640"/>
                  </a:lnTo>
                  <a:lnTo>
                    <a:pt x="6499860" y="44450"/>
                  </a:lnTo>
                  <a:lnTo>
                    <a:pt x="6498590" y="46990"/>
                  </a:lnTo>
                  <a:lnTo>
                    <a:pt x="6498590" y="50800"/>
                  </a:lnTo>
                  <a:lnTo>
                    <a:pt x="6497320" y="53340"/>
                  </a:lnTo>
                  <a:lnTo>
                    <a:pt x="6496050" y="57150"/>
                  </a:lnTo>
                  <a:lnTo>
                    <a:pt x="6496050" y="86360"/>
                  </a:lnTo>
                  <a:lnTo>
                    <a:pt x="6498590" y="93980"/>
                  </a:lnTo>
                  <a:lnTo>
                    <a:pt x="6498590" y="96520"/>
                  </a:lnTo>
                  <a:lnTo>
                    <a:pt x="6499860" y="100330"/>
                  </a:lnTo>
                  <a:lnTo>
                    <a:pt x="6502400" y="105410"/>
                  </a:lnTo>
                  <a:lnTo>
                    <a:pt x="6507480" y="118110"/>
                  </a:lnTo>
                  <a:lnTo>
                    <a:pt x="6515100" y="128270"/>
                  </a:lnTo>
                  <a:lnTo>
                    <a:pt x="6520180" y="132080"/>
                  </a:lnTo>
                  <a:lnTo>
                    <a:pt x="6523990" y="135890"/>
                  </a:lnTo>
                  <a:lnTo>
                    <a:pt x="6539230" y="143510"/>
                  </a:lnTo>
                  <a:lnTo>
                    <a:pt x="6560820" y="143510"/>
                  </a:lnTo>
                  <a:lnTo>
                    <a:pt x="6570980" y="138430"/>
                  </a:lnTo>
                  <a:lnTo>
                    <a:pt x="6572250" y="137160"/>
                  </a:lnTo>
                  <a:lnTo>
                    <a:pt x="6574790" y="135890"/>
                  </a:lnTo>
                  <a:lnTo>
                    <a:pt x="6579870" y="132080"/>
                  </a:lnTo>
                  <a:lnTo>
                    <a:pt x="6583680" y="128270"/>
                  </a:lnTo>
                  <a:lnTo>
                    <a:pt x="6591300" y="118110"/>
                  </a:lnTo>
                  <a:lnTo>
                    <a:pt x="6593840" y="115570"/>
                  </a:lnTo>
                  <a:lnTo>
                    <a:pt x="6595110" y="111760"/>
                  </a:lnTo>
                  <a:lnTo>
                    <a:pt x="6596380" y="109220"/>
                  </a:lnTo>
                  <a:lnTo>
                    <a:pt x="6597650" y="105410"/>
                  </a:lnTo>
                  <a:lnTo>
                    <a:pt x="6598920" y="102870"/>
                  </a:lnTo>
                  <a:lnTo>
                    <a:pt x="6600190" y="99060"/>
                  </a:lnTo>
                  <a:lnTo>
                    <a:pt x="6600190" y="96520"/>
                  </a:lnTo>
                  <a:lnTo>
                    <a:pt x="6601460" y="93980"/>
                  </a:lnTo>
                  <a:lnTo>
                    <a:pt x="6602730" y="88900"/>
                  </a:lnTo>
                  <a:lnTo>
                    <a:pt x="6602730" y="86360"/>
                  </a:lnTo>
                  <a:lnTo>
                    <a:pt x="6604000" y="78740"/>
                  </a:lnTo>
                  <a:lnTo>
                    <a:pt x="6604000" y="64770"/>
                  </a:lnTo>
                  <a:close/>
                </a:path>
                <a:path w="7024370" h="854710">
                  <a:moveTo>
                    <a:pt x="6638290" y="632460"/>
                  </a:moveTo>
                  <a:lnTo>
                    <a:pt x="6633210" y="632460"/>
                  </a:lnTo>
                  <a:lnTo>
                    <a:pt x="6626860" y="631190"/>
                  </a:lnTo>
                  <a:lnTo>
                    <a:pt x="6619240" y="628650"/>
                  </a:lnTo>
                  <a:lnTo>
                    <a:pt x="6616700" y="628650"/>
                  </a:lnTo>
                  <a:lnTo>
                    <a:pt x="6615430" y="627380"/>
                  </a:lnTo>
                  <a:lnTo>
                    <a:pt x="6612890" y="626110"/>
                  </a:lnTo>
                  <a:lnTo>
                    <a:pt x="6607810" y="621030"/>
                  </a:lnTo>
                  <a:lnTo>
                    <a:pt x="6606540" y="618490"/>
                  </a:lnTo>
                  <a:lnTo>
                    <a:pt x="6605270" y="617220"/>
                  </a:lnTo>
                  <a:lnTo>
                    <a:pt x="6605270" y="615950"/>
                  </a:lnTo>
                  <a:lnTo>
                    <a:pt x="6604000" y="613410"/>
                  </a:lnTo>
                  <a:lnTo>
                    <a:pt x="6604000" y="610870"/>
                  </a:lnTo>
                  <a:lnTo>
                    <a:pt x="6602730" y="608330"/>
                  </a:lnTo>
                  <a:lnTo>
                    <a:pt x="6601460" y="604520"/>
                  </a:lnTo>
                  <a:lnTo>
                    <a:pt x="6600190" y="598170"/>
                  </a:lnTo>
                  <a:lnTo>
                    <a:pt x="6600190" y="580390"/>
                  </a:lnTo>
                  <a:lnTo>
                    <a:pt x="6598920" y="570230"/>
                  </a:lnTo>
                  <a:lnTo>
                    <a:pt x="6598920" y="212090"/>
                  </a:lnTo>
                  <a:lnTo>
                    <a:pt x="6461760" y="212090"/>
                  </a:lnTo>
                  <a:lnTo>
                    <a:pt x="6461760" y="229870"/>
                  </a:lnTo>
                  <a:lnTo>
                    <a:pt x="6466840" y="229870"/>
                  </a:lnTo>
                  <a:lnTo>
                    <a:pt x="6471920" y="231140"/>
                  </a:lnTo>
                  <a:lnTo>
                    <a:pt x="6477000" y="231140"/>
                  </a:lnTo>
                  <a:lnTo>
                    <a:pt x="6480810" y="233680"/>
                  </a:lnTo>
                  <a:lnTo>
                    <a:pt x="6482080" y="233680"/>
                  </a:lnTo>
                  <a:lnTo>
                    <a:pt x="6484620" y="234950"/>
                  </a:lnTo>
                  <a:lnTo>
                    <a:pt x="6492240" y="242570"/>
                  </a:lnTo>
                  <a:lnTo>
                    <a:pt x="6493510" y="245110"/>
                  </a:lnTo>
                  <a:lnTo>
                    <a:pt x="6494780" y="246380"/>
                  </a:lnTo>
                  <a:lnTo>
                    <a:pt x="6494780" y="248920"/>
                  </a:lnTo>
                  <a:lnTo>
                    <a:pt x="6497320" y="254000"/>
                  </a:lnTo>
                  <a:lnTo>
                    <a:pt x="6497320" y="257810"/>
                  </a:lnTo>
                  <a:lnTo>
                    <a:pt x="6498590" y="264160"/>
                  </a:lnTo>
                  <a:lnTo>
                    <a:pt x="6499860" y="271780"/>
                  </a:lnTo>
                  <a:lnTo>
                    <a:pt x="6499860" y="280670"/>
                  </a:lnTo>
                  <a:lnTo>
                    <a:pt x="6501130" y="290830"/>
                  </a:lnTo>
                  <a:lnTo>
                    <a:pt x="6501130" y="570230"/>
                  </a:lnTo>
                  <a:lnTo>
                    <a:pt x="6499860" y="580390"/>
                  </a:lnTo>
                  <a:lnTo>
                    <a:pt x="6499860" y="589280"/>
                  </a:lnTo>
                  <a:lnTo>
                    <a:pt x="6498590" y="596900"/>
                  </a:lnTo>
                  <a:lnTo>
                    <a:pt x="6498590" y="603250"/>
                  </a:lnTo>
                  <a:lnTo>
                    <a:pt x="6496050" y="608330"/>
                  </a:lnTo>
                  <a:lnTo>
                    <a:pt x="6496050" y="610870"/>
                  </a:lnTo>
                  <a:lnTo>
                    <a:pt x="6494780" y="613410"/>
                  </a:lnTo>
                  <a:lnTo>
                    <a:pt x="6494780" y="614680"/>
                  </a:lnTo>
                  <a:lnTo>
                    <a:pt x="6493510" y="615950"/>
                  </a:lnTo>
                  <a:lnTo>
                    <a:pt x="6492240" y="618490"/>
                  </a:lnTo>
                  <a:lnTo>
                    <a:pt x="6484620" y="626110"/>
                  </a:lnTo>
                  <a:lnTo>
                    <a:pt x="6479540" y="628650"/>
                  </a:lnTo>
                  <a:lnTo>
                    <a:pt x="6478270" y="629920"/>
                  </a:lnTo>
                  <a:lnTo>
                    <a:pt x="6475730" y="629920"/>
                  </a:lnTo>
                  <a:lnTo>
                    <a:pt x="6471920" y="632460"/>
                  </a:lnTo>
                  <a:lnTo>
                    <a:pt x="6461760" y="632460"/>
                  </a:lnTo>
                  <a:lnTo>
                    <a:pt x="6461760" y="650240"/>
                  </a:lnTo>
                  <a:lnTo>
                    <a:pt x="6638290" y="650240"/>
                  </a:lnTo>
                  <a:lnTo>
                    <a:pt x="6638290" y="632460"/>
                  </a:lnTo>
                  <a:close/>
                </a:path>
                <a:path w="7024370" h="854710">
                  <a:moveTo>
                    <a:pt x="7024370" y="632460"/>
                  </a:moveTo>
                  <a:lnTo>
                    <a:pt x="7019290" y="632460"/>
                  </a:lnTo>
                  <a:lnTo>
                    <a:pt x="7014210" y="631190"/>
                  </a:lnTo>
                  <a:lnTo>
                    <a:pt x="7010400" y="628650"/>
                  </a:lnTo>
                  <a:lnTo>
                    <a:pt x="7006590" y="627380"/>
                  </a:lnTo>
                  <a:lnTo>
                    <a:pt x="7004050" y="626110"/>
                  </a:lnTo>
                  <a:lnTo>
                    <a:pt x="7001510" y="623570"/>
                  </a:lnTo>
                  <a:lnTo>
                    <a:pt x="7000240" y="623570"/>
                  </a:lnTo>
                  <a:lnTo>
                    <a:pt x="6998970" y="621030"/>
                  </a:lnTo>
                  <a:lnTo>
                    <a:pt x="6995160" y="617220"/>
                  </a:lnTo>
                  <a:lnTo>
                    <a:pt x="6995160" y="615950"/>
                  </a:lnTo>
                  <a:lnTo>
                    <a:pt x="6993890" y="613410"/>
                  </a:lnTo>
                  <a:lnTo>
                    <a:pt x="6993890" y="610870"/>
                  </a:lnTo>
                  <a:lnTo>
                    <a:pt x="6992620" y="608330"/>
                  </a:lnTo>
                  <a:lnTo>
                    <a:pt x="6991350" y="603250"/>
                  </a:lnTo>
                  <a:lnTo>
                    <a:pt x="6990080" y="595630"/>
                  </a:lnTo>
                  <a:lnTo>
                    <a:pt x="6990080" y="577850"/>
                  </a:lnTo>
                  <a:lnTo>
                    <a:pt x="6988810" y="554990"/>
                  </a:lnTo>
                  <a:lnTo>
                    <a:pt x="6988810" y="349250"/>
                  </a:lnTo>
                  <a:lnTo>
                    <a:pt x="6987540" y="320040"/>
                  </a:lnTo>
                  <a:lnTo>
                    <a:pt x="6986270" y="307340"/>
                  </a:lnTo>
                  <a:lnTo>
                    <a:pt x="6985000" y="297180"/>
                  </a:lnTo>
                  <a:lnTo>
                    <a:pt x="6985000" y="288290"/>
                  </a:lnTo>
                  <a:lnTo>
                    <a:pt x="6968490" y="241300"/>
                  </a:lnTo>
                  <a:lnTo>
                    <a:pt x="6938010" y="207010"/>
                  </a:lnTo>
                  <a:lnTo>
                    <a:pt x="6924040" y="201930"/>
                  </a:lnTo>
                  <a:lnTo>
                    <a:pt x="6917690" y="199390"/>
                  </a:lnTo>
                  <a:lnTo>
                    <a:pt x="6910070" y="199390"/>
                  </a:lnTo>
                  <a:lnTo>
                    <a:pt x="6902450" y="198120"/>
                  </a:lnTo>
                  <a:lnTo>
                    <a:pt x="6896100" y="199390"/>
                  </a:lnTo>
                  <a:lnTo>
                    <a:pt x="6889750" y="199390"/>
                  </a:lnTo>
                  <a:lnTo>
                    <a:pt x="6883400" y="200660"/>
                  </a:lnTo>
                  <a:lnTo>
                    <a:pt x="6877050" y="203200"/>
                  </a:lnTo>
                  <a:lnTo>
                    <a:pt x="6870700" y="204470"/>
                  </a:lnTo>
                  <a:lnTo>
                    <a:pt x="6864350" y="208280"/>
                  </a:lnTo>
                  <a:lnTo>
                    <a:pt x="6858000" y="210820"/>
                  </a:lnTo>
                  <a:lnTo>
                    <a:pt x="6852920" y="215900"/>
                  </a:lnTo>
                  <a:lnTo>
                    <a:pt x="6846570" y="219710"/>
                  </a:lnTo>
                  <a:lnTo>
                    <a:pt x="6840220" y="224790"/>
                  </a:lnTo>
                  <a:lnTo>
                    <a:pt x="6835140" y="231140"/>
                  </a:lnTo>
                  <a:lnTo>
                    <a:pt x="6822440" y="243840"/>
                  </a:lnTo>
                  <a:lnTo>
                    <a:pt x="6817360" y="251460"/>
                  </a:lnTo>
                  <a:lnTo>
                    <a:pt x="6804660" y="267970"/>
                  </a:lnTo>
                  <a:lnTo>
                    <a:pt x="6804660" y="212090"/>
                  </a:lnTo>
                  <a:lnTo>
                    <a:pt x="6671310" y="212090"/>
                  </a:lnTo>
                  <a:lnTo>
                    <a:pt x="6671310" y="228600"/>
                  </a:lnTo>
                  <a:lnTo>
                    <a:pt x="6676390" y="229870"/>
                  </a:lnTo>
                  <a:lnTo>
                    <a:pt x="6680200" y="231140"/>
                  </a:lnTo>
                  <a:lnTo>
                    <a:pt x="6685280" y="233680"/>
                  </a:lnTo>
                  <a:lnTo>
                    <a:pt x="6689090" y="234950"/>
                  </a:lnTo>
                  <a:lnTo>
                    <a:pt x="6691630" y="237490"/>
                  </a:lnTo>
                  <a:lnTo>
                    <a:pt x="6694170" y="238760"/>
                  </a:lnTo>
                  <a:lnTo>
                    <a:pt x="6694170" y="240030"/>
                  </a:lnTo>
                  <a:lnTo>
                    <a:pt x="6699250" y="245110"/>
                  </a:lnTo>
                  <a:lnTo>
                    <a:pt x="6700520" y="247650"/>
                  </a:lnTo>
                  <a:lnTo>
                    <a:pt x="6700520" y="248920"/>
                  </a:lnTo>
                  <a:lnTo>
                    <a:pt x="6701790" y="251460"/>
                  </a:lnTo>
                  <a:lnTo>
                    <a:pt x="6701790" y="254000"/>
                  </a:lnTo>
                  <a:lnTo>
                    <a:pt x="6703060" y="259080"/>
                  </a:lnTo>
                  <a:lnTo>
                    <a:pt x="6705600" y="275590"/>
                  </a:lnTo>
                  <a:lnTo>
                    <a:pt x="6705600" y="586740"/>
                  </a:lnTo>
                  <a:lnTo>
                    <a:pt x="6703060" y="601980"/>
                  </a:lnTo>
                  <a:lnTo>
                    <a:pt x="6703060" y="607060"/>
                  </a:lnTo>
                  <a:lnTo>
                    <a:pt x="6701790" y="609600"/>
                  </a:lnTo>
                  <a:lnTo>
                    <a:pt x="6701790" y="612140"/>
                  </a:lnTo>
                  <a:lnTo>
                    <a:pt x="6700520" y="613410"/>
                  </a:lnTo>
                  <a:lnTo>
                    <a:pt x="6700520" y="614680"/>
                  </a:lnTo>
                  <a:lnTo>
                    <a:pt x="6699250" y="617220"/>
                  </a:lnTo>
                  <a:lnTo>
                    <a:pt x="6697980" y="618490"/>
                  </a:lnTo>
                  <a:lnTo>
                    <a:pt x="6696710" y="621030"/>
                  </a:lnTo>
                  <a:lnTo>
                    <a:pt x="6694170" y="622300"/>
                  </a:lnTo>
                  <a:lnTo>
                    <a:pt x="6694170" y="623570"/>
                  </a:lnTo>
                  <a:lnTo>
                    <a:pt x="6691630" y="624840"/>
                  </a:lnTo>
                  <a:lnTo>
                    <a:pt x="6689090" y="627380"/>
                  </a:lnTo>
                  <a:lnTo>
                    <a:pt x="6684010" y="628650"/>
                  </a:lnTo>
                  <a:lnTo>
                    <a:pt x="6680200" y="631190"/>
                  </a:lnTo>
                  <a:lnTo>
                    <a:pt x="6675120" y="632460"/>
                  </a:lnTo>
                  <a:lnTo>
                    <a:pt x="6671310" y="632460"/>
                  </a:lnTo>
                  <a:lnTo>
                    <a:pt x="6671310" y="650240"/>
                  </a:lnTo>
                  <a:lnTo>
                    <a:pt x="6836410" y="650240"/>
                  </a:lnTo>
                  <a:lnTo>
                    <a:pt x="6836410" y="632460"/>
                  </a:lnTo>
                  <a:lnTo>
                    <a:pt x="6832600" y="632460"/>
                  </a:lnTo>
                  <a:lnTo>
                    <a:pt x="6828790" y="631190"/>
                  </a:lnTo>
                  <a:lnTo>
                    <a:pt x="6818630" y="626110"/>
                  </a:lnTo>
                  <a:lnTo>
                    <a:pt x="6816090" y="623570"/>
                  </a:lnTo>
                  <a:lnTo>
                    <a:pt x="6814820" y="623570"/>
                  </a:lnTo>
                  <a:lnTo>
                    <a:pt x="6813550" y="621030"/>
                  </a:lnTo>
                  <a:lnTo>
                    <a:pt x="6812280" y="619760"/>
                  </a:lnTo>
                  <a:lnTo>
                    <a:pt x="6812280" y="618490"/>
                  </a:lnTo>
                  <a:lnTo>
                    <a:pt x="6811010" y="615950"/>
                  </a:lnTo>
                  <a:lnTo>
                    <a:pt x="6809740" y="614680"/>
                  </a:lnTo>
                  <a:lnTo>
                    <a:pt x="6809740" y="613410"/>
                  </a:lnTo>
                  <a:lnTo>
                    <a:pt x="6808470" y="609600"/>
                  </a:lnTo>
                  <a:lnTo>
                    <a:pt x="6808470" y="608330"/>
                  </a:lnTo>
                  <a:lnTo>
                    <a:pt x="6805930" y="594360"/>
                  </a:lnTo>
                  <a:lnTo>
                    <a:pt x="6805930" y="586740"/>
                  </a:lnTo>
                  <a:lnTo>
                    <a:pt x="6804660" y="576580"/>
                  </a:lnTo>
                  <a:lnTo>
                    <a:pt x="6804660" y="320040"/>
                  </a:lnTo>
                  <a:lnTo>
                    <a:pt x="6811010" y="306070"/>
                  </a:lnTo>
                  <a:lnTo>
                    <a:pt x="6817360" y="293370"/>
                  </a:lnTo>
                  <a:lnTo>
                    <a:pt x="6821170" y="288290"/>
                  </a:lnTo>
                  <a:lnTo>
                    <a:pt x="6823710" y="284480"/>
                  </a:lnTo>
                  <a:lnTo>
                    <a:pt x="6827520" y="279400"/>
                  </a:lnTo>
                  <a:lnTo>
                    <a:pt x="6831330" y="276860"/>
                  </a:lnTo>
                  <a:lnTo>
                    <a:pt x="6841490" y="266700"/>
                  </a:lnTo>
                  <a:lnTo>
                    <a:pt x="6856730" y="261620"/>
                  </a:lnTo>
                  <a:lnTo>
                    <a:pt x="6864350" y="261620"/>
                  </a:lnTo>
                  <a:lnTo>
                    <a:pt x="6869430" y="264160"/>
                  </a:lnTo>
                  <a:lnTo>
                    <a:pt x="6870700" y="265430"/>
                  </a:lnTo>
                  <a:lnTo>
                    <a:pt x="6873240" y="266700"/>
                  </a:lnTo>
                  <a:lnTo>
                    <a:pt x="6874510" y="267970"/>
                  </a:lnTo>
                  <a:lnTo>
                    <a:pt x="6877050" y="269240"/>
                  </a:lnTo>
                  <a:lnTo>
                    <a:pt x="6878320" y="271780"/>
                  </a:lnTo>
                  <a:lnTo>
                    <a:pt x="6882130" y="275590"/>
                  </a:lnTo>
                  <a:lnTo>
                    <a:pt x="6883400" y="279400"/>
                  </a:lnTo>
                  <a:lnTo>
                    <a:pt x="6884670" y="280670"/>
                  </a:lnTo>
                  <a:lnTo>
                    <a:pt x="6887210" y="288290"/>
                  </a:lnTo>
                  <a:lnTo>
                    <a:pt x="6887210" y="290830"/>
                  </a:lnTo>
                  <a:lnTo>
                    <a:pt x="6888480" y="295910"/>
                  </a:lnTo>
                  <a:lnTo>
                    <a:pt x="6888480" y="300990"/>
                  </a:lnTo>
                  <a:lnTo>
                    <a:pt x="6889750" y="307340"/>
                  </a:lnTo>
                  <a:lnTo>
                    <a:pt x="6889750" y="314960"/>
                  </a:lnTo>
                  <a:lnTo>
                    <a:pt x="6891020" y="334010"/>
                  </a:lnTo>
                  <a:lnTo>
                    <a:pt x="6891020" y="575310"/>
                  </a:lnTo>
                  <a:lnTo>
                    <a:pt x="6889750" y="584200"/>
                  </a:lnTo>
                  <a:lnTo>
                    <a:pt x="6889750" y="591820"/>
                  </a:lnTo>
                  <a:lnTo>
                    <a:pt x="6888480" y="599440"/>
                  </a:lnTo>
                  <a:lnTo>
                    <a:pt x="6887210" y="604520"/>
                  </a:lnTo>
                  <a:lnTo>
                    <a:pt x="6887210" y="607060"/>
                  </a:lnTo>
                  <a:lnTo>
                    <a:pt x="6885940" y="608330"/>
                  </a:lnTo>
                  <a:lnTo>
                    <a:pt x="6885940" y="610870"/>
                  </a:lnTo>
                  <a:lnTo>
                    <a:pt x="6884670" y="612140"/>
                  </a:lnTo>
                  <a:lnTo>
                    <a:pt x="6883400" y="614680"/>
                  </a:lnTo>
                  <a:lnTo>
                    <a:pt x="6883400" y="615950"/>
                  </a:lnTo>
                  <a:lnTo>
                    <a:pt x="6882130" y="618490"/>
                  </a:lnTo>
                  <a:lnTo>
                    <a:pt x="6878320" y="622300"/>
                  </a:lnTo>
                  <a:lnTo>
                    <a:pt x="6878320" y="623570"/>
                  </a:lnTo>
                  <a:lnTo>
                    <a:pt x="6875780" y="624840"/>
                  </a:lnTo>
                  <a:lnTo>
                    <a:pt x="6873240" y="627380"/>
                  </a:lnTo>
                  <a:lnTo>
                    <a:pt x="6870700" y="628650"/>
                  </a:lnTo>
                  <a:lnTo>
                    <a:pt x="6869430" y="629920"/>
                  </a:lnTo>
                  <a:lnTo>
                    <a:pt x="6866890" y="629920"/>
                  </a:lnTo>
                  <a:lnTo>
                    <a:pt x="6863080" y="632460"/>
                  </a:lnTo>
                  <a:lnTo>
                    <a:pt x="6858000" y="632460"/>
                  </a:lnTo>
                  <a:lnTo>
                    <a:pt x="6858000" y="650240"/>
                  </a:lnTo>
                  <a:lnTo>
                    <a:pt x="7024370" y="650240"/>
                  </a:lnTo>
                  <a:lnTo>
                    <a:pt x="7024370" y="632460"/>
                  </a:lnTo>
                  <a:close/>
                </a:path>
              </a:pathLst>
            </a:custGeom>
            <a:solidFill>
              <a:srgbClr val="B1B1B1">
                <a:alpha val="79998"/>
              </a:srgbClr>
            </a:solidFill>
          </p:spPr>
          <p:txBody>
            <a:bodyPr wrap="square" lIns="0" tIns="0" rIns="0" bIns="0" rtlCol="0"/>
            <a:lstStyle/>
            <a:p/>
          </p:txBody>
        </p:sp>
        <p:sp>
          <p:nvSpPr>
            <p:cNvPr id="201" name="object 201"/>
            <p:cNvSpPr/>
            <p:nvPr/>
          </p:nvSpPr>
          <p:spPr>
            <a:xfrm>
              <a:off x="1371600" y="1066799"/>
              <a:ext cx="7024370" cy="854710"/>
            </a:xfrm>
            <a:custGeom>
              <a:avLst/>
              <a:gdLst/>
              <a:ahLst/>
              <a:cxnLst/>
              <a:rect l="l" t="t" r="r" b="b"/>
              <a:pathLst>
                <a:path w="7024370" h="854710">
                  <a:moveTo>
                    <a:pt x="247650" y="15240"/>
                  </a:moveTo>
                  <a:lnTo>
                    <a:pt x="0" y="15240"/>
                  </a:lnTo>
                  <a:lnTo>
                    <a:pt x="0" y="31750"/>
                  </a:lnTo>
                  <a:lnTo>
                    <a:pt x="25400" y="31750"/>
                  </a:lnTo>
                  <a:lnTo>
                    <a:pt x="40640" y="36830"/>
                  </a:lnTo>
                  <a:lnTo>
                    <a:pt x="44450" y="39370"/>
                  </a:lnTo>
                  <a:lnTo>
                    <a:pt x="46990" y="40640"/>
                  </a:lnTo>
                  <a:lnTo>
                    <a:pt x="57150" y="50800"/>
                  </a:lnTo>
                  <a:lnTo>
                    <a:pt x="58420" y="53340"/>
                  </a:lnTo>
                  <a:lnTo>
                    <a:pt x="60960" y="55880"/>
                  </a:lnTo>
                  <a:lnTo>
                    <a:pt x="60960" y="58420"/>
                  </a:lnTo>
                  <a:lnTo>
                    <a:pt x="62230" y="62230"/>
                  </a:lnTo>
                  <a:lnTo>
                    <a:pt x="63500" y="63500"/>
                  </a:lnTo>
                  <a:lnTo>
                    <a:pt x="63500" y="66040"/>
                  </a:lnTo>
                  <a:lnTo>
                    <a:pt x="64770" y="71120"/>
                  </a:lnTo>
                  <a:lnTo>
                    <a:pt x="64770" y="76200"/>
                  </a:lnTo>
                  <a:lnTo>
                    <a:pt x="66040" y="83820"/>
                  </a:lnTo>
                  <a:lnTo>
                    <a:pt x="66040" y="580390"/>
                  </a:lnTo>
                  <a:lnTo>
                    <a:pt x="64770" y="586740"/>
                  </a:lnTo>
                  <a:lnTo>
                    <a:pt x="64770" y="591820"/>
                  </a:lnTo>
                  <a:lnTo>
                    <a:pt x="63500" y="596900"/>
                  </a:lnTo>
                  <a:lnTo>
                    <a:pt x="63500" y="599440"/>
                  </a:lnTo>
                  <a:lnTo>
                    <a:pt x="62230" y="600710"/>
                  </a:lnTo>
                  <a:lnTo>
                    <a:pt x="59690" y="608330"/>
                  </a:lnTo>
                  <a:lnTo>
                    <a:pt x="57150" y="613410"/>
                  </a:lnTo>
                  <a:lnTo>
                    <a:pt x="54610" y="615950"/>
                  </a:lnTo>
                  <a:lnTo>
                    <a:pt x="53340" y="618490"/>
                  </a:lnTo>
                  <a:lnTo>
                    <a:pt x="50800" y="621030"/>
                  </a:lnTo>
                  <a:lnTo>
                    <a:pt x="49530" y="623570"/>
                  </a:lnTo>
                  <a:lnTo>
                    <a:pt x="45720" y="624840"/>
                  </a:lnTo>
                  <a:lnTo>
                    <a:pt x="41910" y="627380"/>
                  </a:lnTo>
                  <a:lnTo>
                    <a:pt x="30480" y="631190"/>
                  </a:lnTo>
                  <a:lnTo>
                    <a:pt x="25400" y="632460"/>
                  </a:lnTo>
                  <a:lnTo>
                    <a:pt x="0" y="632460"/>
                  </a:lnTo>
                  <a:lnTo>
                    <a:pt x="0" y="650240"/>
                  </a:lnTo>
                  <a:lnTo>
                    <a:pt x="247650" y="650240"/>
                  </a:lnTo>
                  <a:lnTo>
                    <a:pt x="247650" y="632460"/>
                  </a:lnTo>
                  <a:lnTo>
                    <a:pt x="222250" y="632460"/>
                  </a:lnTo>
                  <a:lnTo>
                    <a:pt x="218440" y="631190"/>
                  </a:lnTo>
                  <a:lnTo>
                    <a:pt x="214630" y="631190"/>
                  </a:lnTo>
                  <a:lnTo>
                    <a:pt x="210820" y="628650"/>
                  </a:lnTo>
                  <a:lnTo>
                    <a:pt x="203200" y="626110"/>
                  </a:lnTo>
                  <a:lnTo>
                    <a:pt x="190500" y="613410"/>
                  </a:lnTo>
                  <a:lnTo>
                    <a:pt x="189230" y="610870"/>
                  </a:lnTo>
                  <a:lnTo>
                    <a:pt x="186690" y="608330"/>
                  </a:lnTo>
                  <a:lnTo>
                    <a:pt x="185420" y="605790"/>
                  </a:lnTo>
                  <a:lnTo>
                    <a:pt x="185420" y="603250"/>
                  </a:lnTo>
                  <a:lnTo>
                    <a:pt x="184150" y="601980"/>
                  </a:lnTo>
                  <a:lnTo>
                    <a:pt x="184150" y="598170"/>
                  </a:lnTo>
                  <a:lnTo>
                    <a:pt x="182880" y="593090"/>
                  </a:lnTo>
                  <a:lnTo>
                    <a:pt x="182880" y="588010"/>
                  </a:lnTo>
                  <a:lnTo>
                    <a:pt x="181610" y="580390"/>
                  </a:lnTo>
                  <a:lnTo>
                    <a:pt x="181610" y="563880"/>
                  </a:lnTo>
                  <a:lnTo>
                    <a:pt x="180340" y="541020"/>
                  </a:lnTo>
                  <a:lnTo>
                    <a:pt x="180340" y="123190"/>
                  </a:lnTo>
                  <a:lnTo>
                    <a:pt x="181610" y="101600"/>
                  </a:lnTo>
                  <a:lnTo>
                    <a:pt x="181610" y="85090"/>
                  </a:lnTo>
                  <a:lnTo>
                    <a:pt x="182880" y="77470"/>
                  </a:lnTo>
                  <a:lnTo>
                    <a:pt x="182880" y="72390"/>
                  </a:lnTo>
                  <a:lnTo>
                    <a:pt x="184150" y="67310"/>
                  </a:lnTo>
                  <a:lnTo>
                    <a:pt x="184150" y="64770"/>
                  </a:lnTo>
                  <a:lnTo>
                    <a:pt x="186690" y="60960"/>
                  </a:lnTo>
                  <a:lnTo>
                    <a:pt x="189230" y="53340"/>
                  </a:lnTo>
                  <a:lnTo>
                    <a:pt x="190500" y="50800"/>
                  </a:lnTo>
                  <a:lnTo>
                    <a:pt x="194310" y="46990"/>
                  </a:lnTo>
                  <a:lnTo>
                    <a:pt x="194310" y="45720"/>
                  </a:lnTo>
                  <a:lnTo>
                    <a:pt x="196850" y="43180"/>
                  </a:lnTo>
                  <a:lnTo>
                    <a:pt x="198120" y="43180"/>
                  </a:lnTo>
                  <a:lnTo>
                    <a:pt x="201930" y="39370"/>
                  </a:lnTo>
                  <a:lnTo>
                    <a:pt x="205740" y="36830"/>
                  </a:lnTo>
                  <a:lnTo>
                    <a:pt x="217170" y="33020"/>
                  </a:lnTo>
                  <a:lnTo>
                    <a:pt x="222250" y="31750"/>
                  </a:lnTo>
                  <a:lnTo>
                    <a:pt x="247650" y="31750"/>
                  </a:lnTo>
                  <a:lnTo>
                    <a:pt x="247650" y="15240"/>
                  </a:lnTo>
                  <a:close/>
                </a:path>
                <a:path w="7024370" h="854710">
                  <a:moveTo>
                    <a:pt x="844550" y="633730"/>
                  </a:moveTo>
                  <a:lnTo>
                    <a:pt x="834390" y="631190"/>
                  </a:lnTo>
                  <a:lnTo>
                    <a:pt x="830580" y="628650"/>
                  </a:lnTo>
                  <a:lnTo>
                    <a:pt x="826770" y="627380"/>
                  </a:lnTo>
                  <a:lnTo>
                    <a:pt x="822960" y="624840"/>
                  </a:lnTo>
                  <a:lnTo>
                    <a:pt x="815340" y="617220"/>
                  </a:lnTo>
                  <a:lnTo>
                    <a:pt x="814070" y="614680"/>
                  </a:lnTo>
                  <a:lnTo>
                    <a:pt x="814070" y="613410"/>
                  </a:lnTo>
                  <a:lnTo>
                    <a:pt x="812800" y="610870"/>
                  </a:lnTo>
                  <a:lnTo>
                    <a:pt x="812800" y="609600"/>
                  </a:lnTo>
                  <a:lnTo>
                    <a:pt x="810260" y="595630"/>
                  </a:lnTo>
                  <a:lnTo>
                    <a:pt x="810260" y="586740"/>
                  </a:lnTo>
                  <a:lnTo>
                    <a:pt x="808990" y="577850"/>
                  </a:lnTo>
                  <a:lnTo>
                    <a:pt x="808990" y="341630"/>
                  </a:lnTo>
                  <a:lnTo>
                    <a:pt x="807720" y="313690"/>
                  </a:lnTo>
                  <a:lnTo>
                    <a:pt x="805180" y="302260"/>
                  </a:lnTo>
                  <a:lnTo>
                    <a:pt x="803910" y="290830"/>
                  </a:lnTo>
                  <a:lnTo>
                    <a:pt x="801370" y="271780"/>
                  </a:lnTo>
                  <a:lnTo>
                    <a:pt x="798830" y="265430"/>
                  </a:lnTo>
                  <a:lnTo>
                    <a:pt x="796290" y="256540"/>
                  </a:lnTo>
                  <a:lnTo>
                    <a:pt x="792480" y="250190"/>
                  </a:lnTo>
                  <a:lnTo>
                    <a:pt x="789940" y="243840"/>
                  </a:lnTo>
                  <a:lnTo>
                    <a:pt x="786130" y="236220"/>
                  </a:lnTo>
                  <a:lnTo>
                    <a:pt x="773430" y="219710"/>
                  </a:lnTo>
                  <a:lnTo>
                    <a:pt x="769620" y="217170"/>
                  </a:lnTo>
                  <a:lnTo>
                    <a:pt x="767080" y="214630"/>
                  </a:lnTo>
                  <a:lnTo>
                    <a:pt x="762000" y="210820"/>
                  </a:lnTo>
                  <a:lnTo>
                    <a:pt x="749300" y="203200"/>
                  </a:lnTo>
                  <a:lnTo>
                    <a:pt x="735330" y="200660"/>
                  </a:lnTo>
                  <a:lnTo>
                    <a:pt x="718820" y="198120"/>
                  </a:lnTo>
                  <a:lnTo>
                    <a:pt x="711200" y="199390"/>
                  </a:lnTo>
                  <a:lnTo>
                    <a:pt x="704850" y="199390"/>
                  </a:lnTo>
                  <a:lnTo>
                    <a:pt x="697230" y="201930"/>
                  </a:lnTo>
                  <a:lnTo>
                    <a:pt x="690880" y="203200"/>
                  </a:lnTo>
                  <a:lnTo>
                    <a:pt x="684530" y="205740"/>
                  </a:lnTo>
                  <a:lnTo>
                    <a:pt x="676910" y="209550"/>
                  </a:lnTo>
                  <a:lnTo>
                    <a:pt x="670560" y="212090"/>
                  </a:lnTo>
                  <a:lnTo>
                    <a:pt x="657860" y="222250"/>
                  </a:lnTo>
                  <a:lnTo>
                    <a:pt x="645160" y="234950"/>
                  </a:lnTo>
                  <a:lnTo>
                    <a:pt x="638810" y="242570"/>
                  </a:lnTo>
                  <a:lnTo>
                    <a:pt x="631190" y="250190"/>
                  </a:lnTo>
                  <a:lnTo>
                    <a:pt x="618490" y="267970"/>
                  </a:lnTo>
                  <a:lnTo>
                    <a:pt x="610870" y="278130"/>
                  </a:lnTo>
                  <a:lnTo>
                    <a:pt x="608330" y="269240"/>
                  </a:lnTo>
                  <a:lnTo>
                    <a:pt x="600710" y="251460"/>
                  </a:lnTo>
                  <a:lnTo>
                    <a:pt x="593090" y="236220"/>
                  </a:lnTo>
                  <a:lnTo>
                    <a:pt x="588010" y="229870"/>
                  </a:lnTo>
                  <a:lnTo>
                    <a:pt x="582930" y="224790"/>
                  </a:lnTo>
                  <a:lnTo>
                    <a:pt x="577850" y="218440"/>
                  </a:lnTo>
                  <a:lnTo>
                    <a:pt x="566420" y="209550"/>
                  </a:lnTo>
                  <a:lnTo>
                    <a:pt x="560070" y="207010"/>
                  </a:lnTo>
                  <a:lnTo>
                    <a:pt x="553720" y="203200"/>
                  </a:lnTo>
                  <a:lnTo>
                    <a:pt x="533400" y="199390"/>
                  </a:lnTo>
                  <a:lnTo>
                    <a:pt x="524510" y="198120"/>
                  </a:lnTo>
                  <a:lnTo>
                    <a:pt x="518160" y="199390"/>
                  </a:lnTo>
                  <a:lnTo>
                    <a:pt x="511810" y="199390"/>
                  </a:lnTo>
                  <a:lnTo>
                    <a:pt x="505460" y="200660"/>
                  </a:lnTo>
                  <a:lnTo>
                    <a:pt x="499110" y="203200"/>
                  </a:lnTo>
                  <a:lnTo>
                    <a:pt x="492760" y="204470"/>
                  </a:lnTo>
                  <a:lnTo>
                    <a:pt x="486410" y="207010"/>
                  </a:lnTo>
                  <a:lnTo>
                    <a:pt x="480060" y="210820"/>
                  </a:lnTo>
                  <a:lnTo>
                    <a:pt x="474980" y="214630"/>
                  </a:lnTo>
                  <a:lnTo>
                    <a:pt x="468630" y="218440"/>
                  </a:lnTo>
                  <a:lnTo>
                    <a:pt x="450850" y="236220"/>
                  </a:lnTo>
                  <a:lnTo>
                    <a:pt x="438150" y="251460"/>
                  </a:lnTo>
                  <a:lnTo>
                    <a:pt x="431800" y="260350"/>
                  </a:lnTo>
                  <a:lnTo>
                    <a:pt x="424180" y="269240"/>
                  </a:lnTo>
                  <a:lnTo>
                    <a:pt x="424180" y="212090"/>
                  </a:lnTo>
                  <a:lnTo>
                    <a:pt x="290830" y="212090"/>
                  </a:lnTo>
                  <a:lnTo>
                    <a:pt x="290830" y="228600"/>
                  </a:lnTo>
                  <a:lnTo>
                    <a:pt x="300990" y="231140"/>
                  </a:lnTo>
                  <a:lnTo>
                    <a:pt x="311150" y="236220"/>
                  </a:lnTo>
                  <a:lnTo>
                    <a:pt x="320040" y="245110"/>
                  </a:lnTo>
                  <a:lnTo>
                    <a:pt x="321310" y="247650"/>
                  </a:lnTo>
                  <a:lnTo>
                    <a:pt x="321310" y="248920"/>
                  </a:lnTo>
                  <a:lnTo>
                    <a:pt x="322580" y="251460"/>
                  </a:lnTo>
                  <a:lnTo>
                    <a:pt x="322580" y="254000"/>
                  </a:lnTo>
                  <a:lnTo>
                    <a:pt x="325120" y="266700"/>
                  </a:lnTo>
                  <a:lnTo>
                    <a:pt x="325120" y="275590"/>
                  </a:lnTo>
                  <a:lnTo>
                    <a:pt x="326390" y="284480"/>
                  </a:lnTo>
                  <a:lnTo>
                    <a:pt x="326390" y="586740"/>
                  </a:lnTo>
                  <a:lnTo>
                    <a:pt x="323850" y="601980"/>
                  </a:lnTo>
                  <a:lnTo>
                    <a:pt x="323850" y="607060"/>
                  </a:lnTo>
                  <a:lnTo>
                    <a:pt x="322580" y="609600"/>
                  </a:lnTo>
                  <a:lnTo>
                    <a:pt x="322580" y="612140"/>
                  </a:lnTo>
                  <a:lnTo>
                    <a:pt x="321310" y="613410"/>
                  </a:lnTo>
                  <a:lnTo>
                    <a:pt x="321310" y="614680"/>
                  </a:lnTo>
                  <a:lnTo>
                    <a:pt x="320040" y="617220"/>
                  </a:lnTo>
                  <a:lnTo>
                    <a:pt x="318770" y="618490"/>
                  </a:lnTo>
                  <a:lnTo>
                    <a:pt x="317500" y="621030"/>
                  </a:lnTo>
                  <a:lnTo>
                    <a:pt x="316230" y="622300"/>
                  </a:lnTo>
                  <a:lnTo>
                    <a:pt x="313690" y="623570"/>
                  </a:lnTo>
                  <a:lnTo>
                    <a:pt x="311150" y="626110"/>
                  </a:lnTo>
                  <a:lnTo>
                    <a:pt x="308610" y="627380"/>
                  </a:lnTo>
                  <a:lnTo>
                    <a:pt x="304800" y="628650"/>
                  </a:lnTo>
                  <a:lnTo>
                    <a:pt x="300990" y="631190"/>
                  </a:lnTo>
                  <a:lnTo>
                    <a:pt x="290830" y="633730"/>
                  </a:lnTo>
                  <a:lnTo>
                    <a:pt x="290830" y="650240"/>
                  </a:lnTo>
                  <a:lnTo>
                    <a:pt x="459740" y="650240"/>
                  </a:lnTo>
                  <a:lnTo>
                    <a:pt x="459740" y="633730"/>
                  </a:lnTo>
                  <a:lnTo>
                    <a:pt x="454660" y="632460"/>
                  </a:lnTo>
                  <a:lnTo>
                    <a:pt x="450850" y="631190"/>
                  </a:lnTo>
                  <a:lnTo>
                    <a:pt x="445770" y="629920"/>
                  </a:lnTo>
                  <a:lnTo>
                    <a:pt x="444500" y="628650"/>
                  </a:lnTo>
                  <a:lnTo>
                    <a:pt x="441960" y="627380"/>
                  </a:lnTo>
                  <a:lnTo>
                    <a:pt x="439420" y="624840"/>
                  </a:lnTo>
                  <a:lnTo>
                    <a:pt x="436880" y="623570"/>
                  </a:lnTo>
                  <a:lnTo>
                    <a:pt x="434340" y="621030"/>
                  </a:lnTo>
                  <a:lnTo>
                    <a:pt x="434340" y="618490"/>
                  </a:lnTo>
                  <a:lnTo>
                    <a:pt x="431800" y="615950"/>
                  </a:lnTo>
                  <a:lnTo>
                    <a:pt x="430530" y="613410"/>
                  </a:lnTo>
                  <a:lnTo>
                    <a:pt x="429260" y="612140"/>
                  </a:lnTo>
                  <a:lnTo>
                    <a:pt x="429260" y="605790"/>
                  </a:lnTo>
                  <a:lnTo>
                    <a:pt x="427990" y="600710"/>
                  </a:lnTo>
                  <a:lnTo>
                    <a:pt x="425450" y="585470"/>
                  </a:lnTo>
                  <a:lnTo>
                    <a:pt x="425450" y="575310"/>
                  </a:lnTo>
                  <a:lnTo>
                    <a:pt x="424180" y="554990"/>
                  </a:lnTo>
                  <a:lnTo>
                    <a:pt x="424180" y="318770"/>
                  </a:lnTo>
                  <a:lnTo>
                    <a:pt x="429260" y="311150"/>
                  </a:lnTo>
                  <a:lnTo>
                    <a:pt x="438150" y="295910"/>
                  </a:lnTo>
                  <a:lnTo>
                    <a:pt x="443230" y="289560"/>
                  </a:lnTo>
                  <a:lnTo>
                    <a:pt x="447040" y="283210"/>
                  </a:lnTo>
                  <a:lnTo>
                    <a:pt x="450850" y="278130"/>
                  </a:lnTo>
                  <a:lnTo>
                    <a:pt x="459740" y="269240"/>
                  </a:lnTo>
                  <a:lnTo>
                    <a:pt x="463550" y="266700"/>
                  </a:lnTo>
                  <a:lnTo>
                    <a:pt x="466090" y="265430"/>
                  </a:lnTo>
                  <a:lnTo>
                    <a:pt x="468630" y="262890"/>
                  </a:lnTo>
                  <a:lnTo>
                    <a:pt x="472440" y="261620"/>
                  </a:lnTo>
                  <a:lnTo>
                    <a:pt x="474980" y="261620"/>
                  </a:lnTo>
                  <a:lnTo>
                    <a:pt x="478790" y="260350"/>
                  </a:lnTo>
                  <a:lnTo>
                    <a:pt x="491490" y="260350"/>
                  </a:lnTo>
                  <a:lnTo>
                    <a:pt x="501650" y="265430"/>
                  </a:lnTo>
                  <a:lnTo>
                    <a:pt x="502920" y="267970"/>
                  </a:lnTo>
                  <a:lnTo>
                    <a:pt x="505460" y="270510"/>
                  </a:lnTo>
                  <a:lnTo>
                    <a:pt x="506730" y="273050"/>
                  </a:lnTo>
                  <a:lnTo>
                    <a:pt x="509270" y="275590"/>
                  </a:lnTo>
                  <a:lnTo>
                    <a:pt x="511810" y="280670"/>
                  </a:lnTo>
                  <a:lnTo>
                    <a:pt x="514350" y="288290"/>
                  </a:lnTo>
                  <a:lnTo>
                    <a:pt x="514350" y="292100"/>
                  </a:lnTo>
                  <a:lnTo>
                    <a:pt x="515620" y="293370"/>
                  </a:lnTo>
                  <a:lnTo>
                    <a:pt x="515620" y="295910"/>
                  </a:lnTo>
                  <a:lnTo>
                    <a:pt x="516890" y="302260"/>
                  </a:lnTo>
                  <a:lnTo>
                    <a:pt x="516890" y="308610"/>
                  </a:lnTo>
                  <a:lnTo>
                    <a:pt x="518160" y="317500"/>
                  </a:lnTo>
                  <a:lnTo>
                    <a:pt x="518160" y="591820"/>
                  </a:lnTo>
                  <a:lnTo>
                    <a:pt x="516890" y="596900"/>
                  </a:lnTo>
                  <a:lnTo>
                    <a:pt x="516890" y="601980"/>
                  </a:lnTo>
                  <a:lnTo>
                    <a:pt x="515620" y="604520"/>
                  </a:lnTo>
                  <a:lnTo>
                    <a:pt x="515620" y="607060"/>
                  </a:lnTo>
                  <a:lnTo>
                    <a:pt x="514350" y="609600"/>
                  </a:lnTo>
                  <a:lnTo>
                    <a:pt x="513080" y="613410"/>
                  </a:lnTo>
                  <a:lnTo>
                    <a:pt x="510540" y="618490"/>
                  </a:lnTo>
                  <a:lnTo>
                    <a:pt x="509270" y="619760"/>
                  </a:lnTo>
                  <a:lnTo>
                    <a:pt x="508000" y="622300"/>
                  </a:lnTo>
                  <a:lnTo>
                    <a:pt x="505460" y="624840"/>
                  </a:lnTo>
                  <a:lnTo>
                    <a:pt x="502920" y="626110"/>
                  </a:lnTo>
                  <a:lnTo>
                    <a:pt x="501650" y="628650"/>
                  </a:lnTo>
                  <a:lnTo>
                    <a:pt x="496570" y="631190"/>
                  </a:lnTo>
                  <a:lnTo>
                    <a:pt x="492760" y="631190"/>
                  </a:lnTo>
                  <a:lnTo>
                    <a:pt x="490220" y="632460"/>
                  </a:lnTo>
                  <a:lnTo>
                    <a:pt x="483870" y="632460"/>
                  </a:lnTo>
                  <a:lnTo>
                    <a:pt x="483870" y="650240"/>
                  </a:lnTo>
                  <a:lnTo>
                    <a:pt x="652780" y="650240"/>
                  </a:lnTo>
                  <a:lnTo>
                    <a:pt x="652780" y="632460"/>
                  </a:lnTo>
                  <a:lnTo>
                    <a:pt x="647700" y="632460"/>
                  </a:lnTo>
                  <a:lnTo>
                    <a:pt x="642620" y="631190"/>
                  </a:lnTo>
                  <a:lnTo>
                    <a:pt x="641350" y="631190"/>
                  </a:lnTo>
                  <a:lnTo>
                    <a:pt x="633730" y="627380"/>
                  </a:lnTo>
                  <a:lnTo>
                    <a:pt x="632460" y="627380"/>
                  </a:lnTo>
                  <a:lnTo>
                    <a:pt x="629920" y="626110"/>
                  </a:lnTo>
                  <a:lnTo>
                    <a:pt x="628650" y="623570"/>
                  </a:lnTo>
                  <a:lnTo>
                    <a:pt x="626110" y="621030"/>
                  </a:lnTo>
                  <a:lnTo>
                    <a:pt x="624840" y="618490"/>
                  </a:lnTo>
                  <a:lnTo>
                    <a:pt x="623570" y="617220"/>
                  </a:lnTo>
                  <a:lnTo>
                    <a:pt x="622300" y="614680"/>
                  </a:lnTo>
                  <a:lnTo>
                    <a:pt x="622300" y="613410"/>
                  </a:lnTo>
                  <a:lnTo>
                    <a:pt x="621030" y="610870"/>
                  </a:lnTo>
                  <a:lnTo>
                    <a:pt x="619760" y="609600"/>
                  </a:lnTo>
                  <a:lnTo>
                    <a:pt x="619760" y="600710"/>
                  </a:lnTo>
                  <a:lnTo>
                    <a:pt x="618490" y="594360"/>
                  </a:lnTo>
                  <a:lnTo>
                    <a:pt x="617220" y="585470"/>
                  </a:lnTo>
                  <a:lnTo>
                    <a:pt x="617220" y="318770"/>
                  </a:lnTo>
                  <a:lnTo>
                    <a:pt x="624840" y="306070"/>
                  </a:lnTo>
                  <a:lnTo>
                    <a:pt x="628650" y="298450"/>
                  </a:lnTo>
                  <a:lnTo>
                    <a:pt x="643890" y="278130"/>
                  </a:lnTo>
                  <a:lnTo>
                    <a:pt x="647700" y="274320"/>
                  </a:lnTo>
                  <a:lnTo>
                    <a:pt x="651510" y="271780"/>
                  </a:lnTo>
                  <a:lnTo>
                    <a:pt x="655320" y="267970"/>
                  </a:lnTo>
                  <a:lnTo>
                    <a:pt x="659130" y="265430"/>
                  </a:lnTo>
                  <a:lnTo>
                    <a:pt x="674370" y="260350"/>
                  </a:lnTo>
                  <a:lnTo>
                    <a:pt x="683260" y="260350"/>
                  </a:lnTo>
                  <a:lnTo>
                    <a:pt x="685800" y="261620"/>
                  </a:lnTo>
                  <a:lnTo>
                    <a:pt x="688340" y="261620"/>
                  </a:lnTo>
                  <a:lnTo>
                    <a:pt x="692150" y="265430"/>
                  </a:lnTo>
                  <a:lnTo>
                    <a:pt x="694690" y="265430"/>
                  </a:lnTo>
                  <a:lnTo>
                    <a:pt x="695960" y="267970"/>
                  </a:lnTo>
                  <a:lnTo>
                    <a:pt x="699770" y="271780"/>
                  </a:lnTo>
                  <a:lnTo>
                    <a:pt x="701040" y="274320"/>
                  </a:lnTo>
                  <a:lnTo>
                    <a:pt x="702310" y="278130"/>
                  </a:lnTo>
                  <a:lnTo>
                    <a:pt x="703580" y="280670"/>
                  </a:lnTo>
                  <a:lnTo>
                    <a:pt x="707390" y="292100"/>
                  </a:lnTo>
                  <a:lnTo>
                    <a:pt x="707390" y="295910"/>
                  </a:lnTo>
                  <a:lnTo>
                    <a:pt x="708660" y="302260"/>
                  </a:lnTo>
                  <a:lnTo>
                    <a:pt x="708660" y="309880"/>
                  </a:lnTo>
                  <a:lnTo>
                    <a:pt x="709930" y="317500"/>
                  </a:lnTo>
                  <a:lnTo>
                    <a:pt x="709930" y="339090"/>
                  </a:lnTo>
                  <a:lnTo>
                    <a:pt x="711200" y="365760"/>
                  </a:lnTo>
                  <a:lnTo>
                    <a:pt x="711200" y="554990"/>
                  </a:lnTo>
                  <a:lnTo>
                    <a:pt x="709930" y="575310"/>
                  </a:lnTo>
                  <a:lnTo>
                    <a:pt x="709930" y="584200"/>
                  </a:lnTo>
                  <a:lnTo>
                    <a:pt x="708660" y="591820"/>
                  </a:lnTo>
                  <a:lnTo>
                    <a:pt x="708660" y="598170"/>
                  </a:lnTo>
                  <a:lnTo>
                    <a:pt x="707390" y="604520"/>
                  </a:lnTo>
                  <a:lnTo>
                    <a:pt x="706120" y="607060"/>
                  </a:lnTo>
                  <a:lnTo>
                    <a:pt x="706120" y="609600"/>
                  </a:lnTo>
                  <a:lnTo>
                    <a:pt x="703580" y="612140"/>
                  </a:lnTo>
                  <a:lnTo>
                    <a:pt x="701040" y="617220"/>
                  </a:lnTo>
                  <a:lnTo>
                    <a:pt x="699770" y="618490"/>
                  </a:lnTo>
                  <a:lnTo>
                    <a:pt x="698500" y="621030"/>
                  </a:lnTo>
                  <a:lnTo>
                    <a:pt x="692150" y="627380"/>
                  </a:lnTo>
                  <a:lnTo>
                    <a:pt x="689610" y="627380"/>
                  </a:lnTo>
                  <a:lnTo>
                    <a:pt x="688340" y="628650"/>
                  </a:lnTo>
                  <a:lnTo>
                    <a:pt x="685800" y="629920"/>
                  </a:lnTo>
                  <a:lnTo>
                    <a:pt x="684530" y="631190"/>
                  </a:lnTo>
                  <a:lnTo>
                    <a:pt x="674370" y="633730"/>
                  </a:lnTo>
                  <a:lnTo>
                    <a:pt x="674370" y="650240"/>
                  </a:lnTo>
                  <a:lnTo>
                    <a:pt x="844550" y="650240"/>
                  </a:lnTo>
                  <a:lnTo>
                    <a:pt x="844550" y="633730"/>
                  </a:lnTo>
                  <a:close/>
                </a:path>
                <a:path w="7024370" h="854710">
                  <a:moveTo>
                    <a:pt x="1230630" y="414020"/>
                  </a:moveTo>
                  <a:lnTo>
                    <a:pt x="1226820" y="369570"/>
                  </a:lnTo>
                  <a:lnTo>
                    <a:pt x="1219200" y="326390"/>
                  </a:lnTo>
                  <a:lnTo>
                    <a:pt x="1215390" y="313690"/>
                  </a:lnTo>
                  <a:lnTo>
                    <a:pt x="1211580" y="299720"/>
                  </a:lnTo>
                  <a:lnTo>
                    <a:pt x="1206500" y="288290"/>
                  </a:lnTo>
                  <a:lnTo>
                    <a:pt x="1201420" y="275590"/>
                  </a:lnTo>
                  <a:lnTo>
                    <a:pt x="1196340" y="265430"/>
                  </a:lnTo>
                  <a:lnTo>
                    <a:pt x="1170940" y="228600"/>
                  </a:lnTo>
                  <a:lnTo>
                    <a:pt x="1139190" y="207010"/>
                  </a:lnTo>
                  <a:lnTo>
                    <a:pt x="1127760" y="202476"/>
                  </a:lnTo>
                  <a:lnTo>
                    <a:pt x="1127760" y="411480"/>
                  </a:lnTo>
                  <a:lnTo>
                    <a:pt x="1127760" y="464820"/>
                  </a:lnTo>
                  <a:lnTo>
                    <a:pt x="1125220" y="511810"/>
                  </a:lnTo>
                  <a:lnTo>
                    <a:pt x="1117600" y="563880"/>
                  </a:lnTo>
                  <a:lnTo>
                    <a:pt x="1115060" y="571500"/>
                  </a:lnTo>
                  <a:lnTo>
                    <a:pt x="1113790" y="577850"/>
                  </a:lnTo>
                  <a:lnTo>
                    <a:pt x="1111250" y="582930"/>
                  </a:lnTo>
                  <a:lnTo>
                    <a:pt x="1109980" y="588010"/>
                  </a:lnTo>
                  <a:lnTo>
                    <a:pt x="1106170" y="594360"/>
                  </a:lnTo>
                  <a:lnTo>
                    <a:pt x="1104900" y="596900"/>
                  </a:lnTo>
                  <a:lnTo>
                    <a:pt x="1103630" y="600710"/>
                  </a:lnTo>
                  <a:lnTo>
                    <a:pt x="1101090" y="601980"/>
                  </a:lnTo>
                  <a:lnTo>
                    <a:pt x="1098550" y="604520"/>
                  </a:lnTo>
                  <a:lnTo>
                    <a:pt x="1096010" y="609600"/>
                  </a:lnTo>
                  <a:lnTo>
                    <a:pt x="1093470" y="609600"/>
                  </a:lnTo>
                  <a:lnTo>
                    <a:pt x="1090930" y="612140"/>
                  </a:lnTo>
                  <a:lnTo>
                    <a:pt x="1089660" y="612140"/>
                  </a:lnTo>
                  <a:lnTo>
                    <a:pt x="1084580" y="614680"/>
                  </a:lnTo>
                  <a:lnTo>
                    <a:pt x="1069340" y="614680"/>
                  </a:lnTo>
                  <a:lnTo>
                    <a:pt x="1061720" y="612140"/>
                  </a:lnTo>
                  <a:lnTo>
                    <a:pt x="1056640" y="609600"/>
                  </a:lnTo>
                  <a:lnTo>
                    <a:pt x="1050912" y="605790"/>
                  </a:lnTo>
                  <a:lnTo>
                    <a:pt x="1049020" y="604520"/>
                  </a:lnTo>
                  <a:lnTo>
                    <a:pt x="1045210" y="600710"/>
                  </a:lnTo>
                  <a:lnTo>
                    <a:pt x="1040130" y="596900"/>
                  </a:lnTo>
                  <a:lnTo>
                    <a:pt x="1036320" y="593090"/>
                  </a:lnTo>
                  <a:lnTo>
                    <a:pt x="1028700" y="582930"/>
                  </a:lnTo>
                  <a:lnTo>
                    <a:pt x="1021080" y="571500"/>
                  </a:lnTo>
                  <a:lnTo>
                    <a:pt x="1013460" y="558800"/>
                  </a:lnTo>
                  <a:lnTo>
                    <a:pt x="1013460" y="323850"/>
                  </a:lnTo>
                  <a:lnTo>
                    <a:pt x="1019810" y="308610"/>
                  </a:lnTo>
                  <a:lnTo>
                    <a:pt x="1026160" y="294640"/>
                  </a:lnTo>
                  <a:lnTo>
                    <a:pt x="1028700" y="288290"/>
                  </a:lnTo>
                  <a:lnTo>
                    <a:pt x="1032510" y="283210"/>
                  </a:lnTo>
                  <a:lnTo>
                    <a:pt x="1036320" y="276860"/>
                  </a:lnTo>
                  <a:lnTo>
                    <a:pt x="1040130" y="273050"/>
                  </a:lnTo>
                  <a:lnTo>
                    <a:pt x="1042670" y="269240"/>
                  </a:lnTo>
                  <a:lnTo>
                    <a:pt x="1047750" y="265430"/>
                  </a:lnTo>
                  <a:lnTo>
                    <a:pt x="1050290" y="262890"/>
                  </a:lnTo>
                  <a:lnTo>
                    <a:pt x="1055370" y="260350"/>
                  </a:lnTo>
                  <a:lnTo>
                    <a:pt x="1059180" y="257810"/>
                  </a:lnTo>
                  <a:lnTo>
                    <a:pt x="1062990" y="256540"/>
                  </a:lnTo>
                  <a:lnTo>
                    <a:pt x="1066800" y="256540"/>
                  </a:lnTo>
                  <a:lnTo>
                    <a:pt x="1071880" y="255270"/>
                  </a:lnTo>
                  <a:lnTo>
                    <a:pt x="1074420" y="255270"/>
                  </a:lnTo>
                  <a:lnTo>
                    <a:pt x="1076960" y="256540"/>
                  </a:lnTo>
                  <a:lnTo>
                    <a:pt x="1079500" y="256540"/>
                  </a:lnTo>
                  <a:lnTo>
                    <a:pt x="1082040" y="257810"/>
                  </a:lnTo>
                  <a:lnTo>
                    <a:pt x="1084580" y="257810"/>
                  </a:lnTo>
                  <a:lnTo>
                    <a:pt x="1087120" y="260350"/>
                  </a:lnTo>
                  <a:lnTo>
                    <a:pt x="1092200" y="262890"/>
                  </a:lnTo>
                  <a:lnTo>
                    <a:pt x="1093470" y="265430"/>
                  </a:lnTo>
                  <a:lnTo>
                    <a:pt x="1096010" y="266700"/>
                  </a:lnTo>
                  <a:lnTo>
                    <a:pt x="1098550" y="269240"/>
                  </a:lnTo>
                  <a:lnTo>
                    <a:pt x="1099820" y="271780"/>
                  </a:lnTo>
                  <a:lnTo>
                    <a:pt x="1102360" y="274320"/>
                  </a:lnTo>
                  <a:lnTo>
                    <a:pt x="1103630" y="276860"/>
                  </a:lnTo>
                  <a:lnTo>
                    <a:pt x="1107440" y="283210"/>
                  </a:lnTo>
                  <a:lnTo>
                    <a:pt x="1109980" y="289560"/>
                  </a:lnTo>
                  <a:lnTo>
                    <a:pt x="1112520" y="294640"/>
                  </a:lnTo>
                  <a:lnTo>
                    <a:pt x="1115060" y="302260"/>
                  </a:lnTo>
                  <a:lnTo>
                    <a:pt x="1116330" y="308610"/>
                  </a:lnTo>
                  <a:lnTo>
                    <a:pt x="1120140" y="325120"/>
                  </a:lnTo>
                  <a:lnTo>
                    <a:pt x="1122680" y="342900"/>
                  </a:lnTo>
                  <a:lnTo>
                    <a:pt x="1125220" y="363220"/>
                  </a:lnTo>
                  <a:lnTo>
                    <a:pt x="1126490" y="386080"/>
                  </a:lnTo>
                  <a:lnTo>
                    <a:pt x="1127760" y="411480"/>
                  </a:lnTo>
                  <a:lnTo>
                    <a:pt x="1127760" y="202476"/>
                  </a:lnTo>
                  <a:lnTo>
                    <a:pt x="1121410" y="200660"/>
                  </a:lnTo>
                  <a:lnTo>
                    <a:pt x="1112520" y="199390"/>
                  </a:lnTo>
                  <a:lnTo>
                    <a:pt x="1104900" y="198120"/>
                  </a:lnTo>
                  <a:lnTo>
                    <a:pt x="1082040" y="201930"/>
                  </a:lnTo>
                  <a:lnTo>
                    <a:pt x="1075690" y="204470"/>
                  </a:lnTo>
                  <a:lnTo>
                    <a:pt x="1068070" y="207010"/>
                  </a:lnTo>
                  <a:lnTo>
                    <a:pt x="1061720" y="210820"/>
                  </a:lnTo>
                  <a:lnTo>
                    <a:pt x="1049020" y="220980"/>
                  </a:lnTo>
                  <a:lnTo>
                    <a:pt x="1043940" y="224790"/>
                  </a:lnTo>
                  <a:lnTo>
                    <a:pt x="1040130" y="229870"/>
                  </a:lnTo>
                  <a:lnTo>
                    <a:pt x="1035050" y="234950"/>
                  </a:lnTo>
                  <a:lnTo>
                    <a:pt x="1031240" y="240030"/>
                  </a:lnTo>
                  <a:lnTo>
                    <a:pt x="1026160" y="246380"/>
                  </a:lnTo>
                  <a:lnTo>
                    <a:pt x="1018540" y="261620"/>
                  </a:lnTo>
                  <a:lnTo>
                    <a:pt x="1013460" y="269240"/>
                  </a:lnTo>
                  <a:lnTo>
                    <a:pt x="1013460" y="212090"/>
                  </a:lnTo>
                  <a:lnTo>
                    <a:pt x="876300" y="212090"/>
                  </a:lnTo>
                  <a:lnTo>
                    <a:pt x="876300" y="229870"/>
                  </a:lnTo>
                  <a:lnTo>
                    <a:pt x="881380" y="229870"/>
                  </a:lnTo>
                  <a:lnTo>
                    <a:pt x="886460" y="231140"/>
                  </a:lnTo>
                  <a:lnTo>
                    <a:pt x="891540" y="231140"/>
                  </a:lnTo>
                  <a:lnTo>
                    <a:pt x="895350" y="233680"/>
                  </a:lnTo>
                  <a:lnTo>
                    <a:pt x="897890" y="233680"/>
                  </a:lnTo>
                  <a:lnTo>
                    <a:pt x="899160" y="234950"/>
                  </a:lnTo>
                  <a:lnTo>
                    <a:pt x="901700" y="236220"/>
                  </a:lnTo>
                  <a:lnTo>
                    <a:pt x="902970" y="237490"/>
                  </a:lnTo>
                  <a:lnTo>
                    <a:pt x="902970" y="238760"/>
                  </a:lnTo>
                  <a:lnTo>
                    <a:pt x="905510" y="240030"/>
                  </a:lnTo>
                  <a:lnTo>
                    <a:pt x="908050" y="242570"/>
                  </a:lnTo>
                  <a:lnTo>
                    <a:pt x="908050" y="245110"/>
                  </a:lnTo>
                  <a:lnTo>
                    <a:pt x="909320" y="246380"/>
                  </a:lnTo>
                  <a:lnTo>
                    <a:pt x="910590" y="248920"/>
                  </a:lnTo>
                  <a:lnTo>
                    <a:pt x="910590" y="251460"/>
                  </a:lnTo>
                  <a:lnTo>
                    <a:pt x="911860" y="254000"/>
                  </a:lnTo>
                  <a:lnTo>
                    <a:pt x="913130" y="257810"/>
                  </a:lnTo>
                  <a:lnTo>
                    <a:pt x="913130" y="264160"/>
                  </a:lnTo>
                  <a:lnTo>
                    <a:pt x="914400" y="271780"/>
                  </a:lnTo>
                  <a:lnTo>
                    <a:pt x="915670" y="281940"/>
                  </a:lnTo>
                  <a:lnTo>
                    <a:pt x="915670" y="786130"/>
                  </a:lnTo>
                  <a:lnTo>
                    <a:pt x="914400" y="795020"/>
                  </a:lnTo>
                  <a:lnTo>
                    <a:pt x="914400" y="802640"/>
                  </a:lnTo>
                  <a:lnTo>
                    <a:pt x="913130" y="808990"/>
                  </a:lnTo>
                  <a:lnTo>
                    <a:pt x="911860" y="811530"/>
                  </a:lnTo>
                  <a:lnTo>
                    <a:pt x="911860" y="814070"/>
                  </a:lnTo>
                  <a:lnTo>
                    <a:pt x="910590" y="816610"/>
                  </a:lnTo>
                  <a:lnTo>
                    <a:pt x="910590" y="819150"/>
                  </a:lnTo>
                  <a:lnTo>
                    <a:pt x="906780" y="822960"/>
                  </a:lnTo>
                  <a:lnTo>
                    <a:pt x="905510" y="825500"/>
                  </a:lnTo>
                  <a:lnTo>
                    <a:pt x="899160" y="831850"/>
                  </a:lnTo>
                  <a:lnTo>
                    <a:pt x="896620" y="833120"/>
                  </a:lnTo>
                  <a:lnTo>
                    <a:pt x="895350" y="833120"/>
                  </a:lnTo>
                  <a:lnTo>
                    <a:pt x="892810" y="834390"/>
                  </a:lnTo>
                  <a:lnTo>
                    <a:pt x="891540" y="835660"/>
                  </a:lnTo>
                  <a:lnTo>
                    <a:pt x="886460" y="836930"/>
                  </a:lnTo>
                  <a:lnTo>
                    <a:pt x="881380" y="836930"/>
                  </a:lnTo>
                  <a:lnTo>
                    <a:pt x="876300" y="838200"/>
                  </a:lnTo>
                  <a:lnTo>
                    <a:pt x="876300" y="854710"/>
                  </a:lnTo>
                  <a:lnTo>
                    <a:pt x="1062990" y="854710"/>
                  </a:lnTo>
                  <a:lnTo>
                    <a:pt x="1062990" y="838200"/>
                  </a:lnTo>
                  <a:lnTo>
                    <a:pt x="1051560" y="838200"/>
                  </a:lnTo>
                  <a:lnTo>
                    <a:pt x="1046480" y="836930"/>
                  </a:lnTo>
                  <a:lnTo>
                    <a:pt x="1042670" y="836930"/>
                  </a:lnTo>
                  <a:lnTo>
                    <a:pt x="1038860" y="835660"/>
                  </a:lnTo>
                  <a:lnTo>
                    <a:pt x="1035050" y="835660"/>
                  </a:lnTo>
                  <a:lnTo>
                    <a:pt x="1032510" y="833120"/>
                  </a:lnTo>
                  <a:lnTo>
                    <a:pt x="1031240" y="833120"/>
                  </a:lnTo>
                  <a:lnTo>
                    <a:pt x="1028700" y="830580"/>
                  </a:lnTo>
                  <a:lnTo>
                    <a:pt x="1026160" y="829310"/>
                  </a:lnTo>
                  <a:lnTo>
                    <a:pt x="1024890" y="826770"/>
                  </a:lnTo>
                  <a:lnTo>
                    <a:pt x="1022350" y="825500"/>
                  </a:lnTo>
                  <a:lnTo>
                    <a:pt x="1018540" y="817880"/>
                  </a:lnTo>
                  <a:lnTo>
                    <a:pt x="1017270" y="814070"/>
                  </a:lnTo>
                  <a:lnTo>
                    <a:pt x="1017270" y="811530"/>
                  </a:lnTo>
                  <a:lnTo>
                    <a:pt x="1016000" y="807720"/>
                  </a:lnTo>
                  <a:lnTo>
                    <a:pt x="1014730" y="802640"/>
                  </a:lnTo>
                  <a:lnTo>
                    <a:pt x="1014730" y="784860"/>
                  </a:lnTo>
                  <a:lnTo>
                    <a:pt x="1013460" y="768350"/>
                  </a:lnTo>
                  <a:lnTo>
                    <a:pt x="1013460" y="605790"/>
                  </a:lnTo>
                  <a:lnTo>
                    <a:pt x="1018540" y="613410"/>
                  </a:lnTo>
                  <a:lnTo>
                    <a:pt x="1023620" y="618490"/>
                  </a:lnTo>
                  <a:lnTo>
                    <a:pt x="1027430" y="624840"/>
                  </a:lnTo>
                  <a:lnTo>
                    <a:pt x="1032510" y="631190"/>
                  </a:lnTo>
                  <a:lnTo>
                    <a:pt x="1041400" y="640080"/>
                  </a:lnTo>
                  <a:lnTo>
                    <a:pt x="1046480" y="643890"/>
                  </a:lnTo>
                  <a:lnTo>
                    <a:pt x="1050290" y="647700"/>
                  </a:lnTo>
                  <a:lnTo>
                    <a:pt x="1056640" y="650240"/>
                  </a:lnTo>
                  <a:lnTo>
                    <a:pt x="1062990" y="654050"/>
                  </a:lnTo>
                  <a:lnTo>
                    <a:pt x="1068070" y="656590"/>
                  </a:lnTo>
                  <a:lnTo>
                    <a:pt x="1074420" y="659130"/>
                  </a:lnTo>
                  <a:lnTo>
                    <a:pt x="1082040" y="660400"/>
                  </a:lnTo>
                  <a:lnTo>
                    <a:pt x="1087120" y="661670"/>
                  </a:lnTo>
                  <a:lnTo>
                    <a:pt x="1093470" y="662940"/>
                  </a:lnTo>
                  <a:lnTo>
                    <a:pt x="1109980" y="662940"/>
                  </a:lnTo>
                  <a:lnTo>
                    <a:pt x="1153160" y="646430"/>
                  </a:lnTo>
                  <a:lnTo>
                    <a:pt x="1182370" y="618490"/>
                  </a:lnTo>
                  <a:lnTo>
                    <a:pt x="1185087" y="614680"/>
                  </a:lnTo>
                  <a:lnTo>
                    <a:pt x="1188720" y="609600"/>
                  </a:lnTo>
                  <a:lnTo>
                    <a:pt x="1210310" y="563880"/>
                  </a:lnTo>
                  <a:lnTo>
                    <a:pt x="1221740" y="521970"/>
                  </a:lnTo>
                  <a:lnTo>
                    <a:pt x="1228090" y="477520"/>
                  </a:lnTo>
                  <a:lnTo>
                    <a:pt x="1229360" y="461010"/>
                  </a:lnTo>
                  <a:lnTo>
                    <a:pt x="1230630" y="445770"/>
                  </a:lnTo>
                  <a:lnTo>
                    <a:pt x="1230630" y="414020"/>
                  </a:lnTo>
                  <a:close/>
                </a:path>
                <a:path w="7024370" h="854710">
                  <a:moveTo>
                    <a:pt x="1595120" y="415290"/>
                  </a:moveTo>
                  <a:lnTo>
                    <a:pt x="1593850" y="400050"/>
                  </a:lnTo>
                  <a:lnTo>
                    <a:pt x="1592580" y="383540"/>
                  </a:lnTo>
                  <a:lnTo>
                    <a:pt x="1590040" y="369570"/>
                  </a:lnTo>
                  <a:lnTo>
                    <a:pt x="1584960" y="339090"/>
                  </a:lnTo>
                  <a:lnTo>
                    <a:pt x="1579880" y="325120"/>
                  </a:lnTo>
                  <a:lnTo>
                    <a:pt x="1576070" y="312420"/>
                  </a:lnTo>
                  <a:lnTo>
                    <a:pt x="1553210" y="264160"/>
                  </a:lnTo>
                  <a:lnTo>
                    <a:pt x="1524635" y="232410"/>
                  </a:lnTo>
                  <a:lnTo>
                    <a:pt x="1511300" y="220980"/>
                  </a:lnTo>
                  <a:lnTo>
                    <a:pt x="1501140" y="215900"/>
                  </a:lnTo>
                  <a:lnTo>
                    <a:pt x="1492250" y="210820"/>
                  </a:lnTo>
                  <a:lnTo>
                    <a:pt x="1492250" y="358140"/>
                  </a:lnTo>
                  <a:lnTo>
                    <a:pt x="1492250" y="455930"/>
                  </a:lnTo>
                  <a:lnTo>
                    <a:pt x="1490980" y="508000"/>
                  </a:lnTo>
                  <a:lnTo>
                    <a:pt x="1488440" y="546100"/>
                  </a:lnTo>
                  <a:lnTo>
                    <a:pt x="1487170" y="561340"/>
                  </a:lnTo>
                  <a:lnTo>
                    <a:pt x="1484630" y="574040"/>
                  </a:lnTo>
                  <a:lnTo>
                    <a:pt x="1483360" y="581660"/>
                  </a:lnTo>
                  <a:lnTo>
                    <a:pt x="1480820" y="594360"/>
                  </a:lnTo>
                  <a:lnTo>
                    <a:pt x="1478280" y="599440"/>
                  </a:lnTo>
                  <a:lnTo>
                    <a:pt x="1475740" y="605790"/>
                  </a:lnTo>
                  <a:lnTo>
                    <a:pt x="1473200" y="609600"/>
                  </a:lnTo>
                  <a:lnTo>
                    <a:pt x="1470660" y="614680"/>
                  </a:lnTo>
                  <a:lnTo>
                    <a:pt x="1466850" y="618490"/>
                  </a:lnTo>
                  <a:lnTo>
                    <a:pt x="1464310" y="622300"/>
                  </a:lnTo>
                  <a:lnTo>
                    <a:pt x="1461770" y="623570"/>
                  </a:lnTo>
                  <a:lnTo>
                    <a:pt x="1457960" y="626110"/>
                  </a:lnTo>
                  <a:lnTo>
                    <a:pt x="1455420" y="627380"/>
                  </a:lnTo>
                  <a:lnTo>
                    <a:pt x="1447800" y="629920"/>
                  </a:lnTo>
                  <a:lnTo>
                    <a:pt x="1445260" y="631190"/>
                  </a:lnTo>
                  <a:lnTo>
                    <a:pt x="1435100" y="631190"/>
                  </a:lnTo>
                  <a:lnTo>
                    <a:pt x="1432560" y="629920"/>
                  </a:lnTo>
                  <a:lnTo>
                    <a:pt x="1431290" y="628650"/>
                  </a:lnTo>
                  <a:lnTo>
                    <a:pt x="1428750" y="628650"/>
                  </a:lnTo>
                  <a:lnTo>
                    <a:pt x="1426210" y="626110"/>
                  </a:lnTo>
                  <a:lnTo>
                    <a:pt x="1423670" y="626110"/>
                  </a:lnTo>
                  <a:lnTo>
                    <a:pt x="1422400" y="623570"/>
                  </a:lnTo>
                  <a:lnTo>
                    <a:pt x="1418590" y="621030"/>
                  </a:lnTo>
                  <a:lnTo>
                    <a:pt x="1416050" y="617220"/>
                  </a:lnTo>
                  <a:lnTo>
                    <a:pt x="1412240" y="613410"/>
                  </a:lnTo>
                  <a:lnTo>
                    <a:pt x="1410970" y="610870"/>
                  </a:lnTo>
                  <a:lnTo>
                    <a:pt x="1408430" y="609600"/>
                  </a:lnTo>
                  <a:lnTo>
                    <a:pt x="1405890" y="604520"/>
                  </a:lnTo>
                  <a:lnTo>
                    <a:pt x="1404620" y="598170"/>
                  </a:lnTo>
                  <a:lnTo>
                    <a:pt x="1399540" y="585470"/>
                  </a:lnTo>
                  <a:lnTo>
                    <a:pt x="1395730" y="562610"/>
                  </a:lnTo>
                  <a:lnTo>
                    <a:pt x="1393190" y="541020"/>
                  </a:lnTo>
                  <a:lnTo>
                    <a:pt x="1391843" y="516890"/>
                  </a:lnTo>
                  <a:lnTo>
                    <a:pt x="1390650" y="494030"/>
                  </a:lnTo>
                  <a:lnTo>
                    <a:pt x="1390650" y="468630"/>
                  </a:lnTo>
                  <a:lnTo>
                    <a:pt x="1391869" y="387350"/>
                  </a:lnTo>
                  <a:lnTo>
                    <a:pt x="1394460" y="321310"/>
                  </a:lnTo>
                  <a:lnTo>
                    <a:pt x="1399540" y="287020"/>
                  </a:lnTo>
                  <a:lnTo>
                    <a:pt x="1400810" y="276860"/>
                  </a:lnTo>
                  <a:lnTo>
                    <a:pt x="1403350" y="267970"/>
                  </a:lnTo>
                  <a:lnTo>
                    <a:pt x="1405890" y="261620"/>
                  </a:lnTo>
                  <a:lnTo>
                    <a:pt x="1407160" y="257810"/>
                  </a:lnTo>
                  <a:lnTo>
                    <a:pt x="1408430" y="255270"/>
                  </a:lnTo>
                  <a:lnTo>
                    <a:pt x="1409700" y="251460"/>
                  </a:lnTo>
                  <a:lnTo>
                    <a:pt x="1418590" y="242570"/>
                  </a:lnTo>
                  <a:lnTo>
                    <a:pt x="1419860" y="240030"/>
                  </a:lnTo>
                  <a:lnTo>
                    <a:pt x="1422400" y="238760"/>
                  </a:lnTo>
                  <a:lnTo>
                    <a:pt x="1423670" y="237490"/>
                  </a:lnTo>
                  <a:lnTo>
                    <a:pt x="1426210" y="236220"/>
                  </a:lnTo>
                  <a:lnTo>
                    <a:pt x="1428750" y="233680"/>
                  </a:lnTo>
                  <a:lnTo>
                    <a:pt x="1433830" y="233680"/>
                  </a:lnTo>
                  <a:lnTo>
                    <a:pt x="1437640" y="232410"/>
                  </a:lnTo>
                  <a:lnTo>
                    <a:pt x="1449070" y="232410"/>
                  </a:lnTo>
                  <a:lnTo>
                    <a:pt x="1451610" y="233680"/>
                  </a:lnTo>
                  <a:lnTo>
                    <a:pt x="1455420" y="233680"/>
                  </a:lnTo>
                  <a:lnTo>
                    <a:pt x="1457960" y="236220"/>
                  </a:lnTo>
                  <a:lnTo>
                    <a:pt x="1461770" y="237490"/>
                  </a:lnTo>
                  <a:lnTo>
                    <a:pt x="1465580" y="241300"/>
                  </a:lnTo>
                  <a:lnTo>
                    <a:pt x="1466850" y="243840"/>
                  </a:lnTo>
                  <a:lnTo>
                    <a:pt x="1469390" y="245110"/>
                  </a:lnTo>
                  <a:lnTo>
                    <a:pt x="1471930" y="248920"/>
                  </a:lnTo>
                  <a:lnTo>
                    <a:pt x="1477010" y="259080"/>
                  </a:lnTo>
                  <a:lnTo>
                    <a:pt x="1479550" y="265430"/>
                  </a:lnTo>
                  <a:lnTo>
                    <a:pt x="1482090" y="270510"/>
                  </a:lnTo>
                  <a:lnTo>
                    <a:pt x="1483360" y="278130"/>
                  </a:lnTo>
                  <a:lnTo>
                    <a:pt x="1485900" y="284480"/>
                  </a:lnTo>
                  <a:lnTo>
                    <a:pt x="1487170" y="293370"/>
                  </a:lnTo>
                  <a:lnTo>
                    <a:pt x="1488440" y="303530"/>
                  </a:lnTo>
                  <a:lnTo>
                    <a:pt x="1489710" y="314960"/>
                  </a:lnTo>
                  <a:lnTo>
                    <a:pt x="1490980" y="327660"/>
                  </a:lnTo>
                  <a:lnTo>
                    <a:pt x="1492250" y="358140"/>
                  </a:lnTo>
                  <a:lnTo>
                    <a:pt x="1492250" y="210820"/>
                  </a:lnTo>
                  <a:lnTo>
                    <a:pt x="1482090" y="205740"/>
                  </a:lnTo>
                  <a:lnTo>
                    <a:pt x="1461770" y="200660"/>
                  </a:lnTo>
                  <a:lnTo>
                    <a:pt x="1451610" y="199390"/>
                  </a:lnTo>
                  <a:lnTo>
                    <a:pt x="1440180" y="198120"/>
                  </a:lnTo>
                  <a:lnTo>
                    <a:pt x="1423670" y="199390"/>
                  </a:lnTo>
                  <a:lnTo>
                    <a:pt x="1384300" y="212090"/>
                  </a:lnTo>
                  <a:lnTo>
                    <a:pt x="1351280" y="238760"/>
                  </a:lnTo>
                  <a:lnTo>
                    <a:pt x="1344930" y="245110"/>
                  </a:lnTo>
                  <a:lnTo>
                    <a:pt x="1319530" y="287020"/>
                  </a:lnTo>
                  <a:lnTo>
                    <a:pt x="1304290" y="323850"/>
                  </a:lnTo>
                  <a:lnTo>
                    <a:pt x="1290320" y="387350"/>
                  </a:lnTo>
                  <a:lnTo>
                    <a:pt x="1287780" y="433070"/>
                  </a:lnTo>
                  <a:lnTo>
                    <a:pt x="1289050" y="455930"/>
                  </a:lnTo>
                  <a:lnTo>
                    <a:pt x="1294130" y="499110"/>
                  </a:lnTo>
                  <a:lnTo>
                    <a:pt x="1303020" y="538480"/>
                  </a:lnTo>
                  <a:lnTo>
                    <a:pt x="1318260" y="576580"/>
                  </a:lnTo>
                  <a:lnTo>
                    <a:pt x="1333500" y="601980"/>
                  </a:lnTo>
                  <a:lnTo>
                    <a:pt x="1343660" y="617220"/>
                  </a:lnTo>
                  <a:lnTo>
                    <a:pt x="1350010" y="623570"/>
                  </a:lnTo>
                  <a:lnTo>
                    <a:pt x="1356360" y="631190"/>
                  </a:lnTo>
                  <a:lnTo>
                    <a:pt x="1369060" y="641350"/>
                  </a:lnTo>
                  <a:lnTo>
                    <a:pt x="1376680" y="646430"/>
                  </a:lnTo>
                  <a:lnTo>
                    <a:pt x="1383030" y="650240"/>
                  </a:lnTo>
                  <a:lnTo>
                    <a:pt x="1390650" y="652780"/>
                  </a:lnTo>
                  <a:lnTo>
                    <a:pt x="1399540" y="656590"/>
                  </a:lnTo>
                  <a:lnTo>
                    <a:pt x="1407160" y="659130"/>
                  </a:lnTo>
                  <a:lnTo>
                    <a:pt x="1414780" y="660400"/>
                  </a:lnTo>
                  <a:lnTo>
                    <a:pt x="1423670" y="661670"/>
                  </a:lnTo>
                  <a:lnTo>
                    <a:pt x="1441450" y="662940"/>
                  </a:lnTo>
                  <a:lnTo>
                    <a:pt x="1460500" y="661670"/>
                  </a:lnTo>
                  <a:lnTo>
                    <a:pt x="1469390" y="660400"/>
                  </a:lnTo>
                  <a:lnTo>
                    <a:pt x="1477010" y="659130"/>
                  </a:lnTo>
                  <a:lnTo>
                    <a:pt x="1485900" y="655320"/>
                  </a:lnTo>
                  <a:lnTo>
                    <a:pt x="1493520" y="652780"/>
                  </a:lnTo>
                  <a:lnTo>
                    <a:pt x="1501140" y="648970"/>
                  </a:lnTo>
                  <a:lnTo>
                    <a:pt x="1516380" y="638810"/>
                  </a:lnTo>
                  <a:lnTo>
                    <a:pt x="1522730" y="633730"/>
                  </a:lnTo>
                  <a:lnTo>
                    <a:pt x="1525778" y="631190"/>
                  </a:lnTo>
                  <a:lnTo>
                    <a:pt x="1530350" y="627380"/>
                  </a:lnTo>
                  <a:lnTo>
                    <a:pt x="1536700" y="621030"/>
                  </a:lnTo>
                  <a:lnTo>
                    <a:pt x="1543050" y="613410"/>
                  </a:lnTo>
                  <a:lnTo>
                    <a:pt x="1548130" y="604520"/>
                  </a:lnTo>
                  <a:lnTo>
                    <a:pt x="1554480" y="595630"/>
                  </a:lnTo>
                  <a:lnTo>
                    <a:pt x="1574800" y="553720"/>
                  </a:lnTo>
                  <a:lnTo>
                    <a:pt x="1586230" y="516890"/>
                  </a:lnTo>
                  <a:lnTo>
                    <a:pt x="1592580" y="476250"/>
                  </a:lnTo>
                  <a:lnTo>
                    <a:pt x="1595120" y="454660"/>
                  </a:lnTo>
                  <a:lnTo>
                    <a:pt x="1595120" y="415290"/>
                  </a:lnTo>
                  <a:close/>
                </a:path>
                <a:path w="7024370" h="854710">
                  <a:moveTo>
                    <a:pt x="1929117" y="252730"/>
                  </a:moveTo>
                  <a:lnTo>
                    <a:pt x="1926590" y="240030"/>
                  </a:lnTo>
                  <a:lnTo>
                    <a:pt x="1926590" y="233680"/>
                  </a:lnTo>
                  <a:lnTo>
                    <a:pt x="1924050" y="228600"/>
                  </a:lnTo>
                  <a:lnTo>
                    <a:pt x="1924050" y="226060"/>
                  </a:lnTo>
                  <a:lnTo>
                    <a:pt x="1922767" y="224790"/>
                  </a:lnTo>
                  <a:lnTo>
                    <a:pt x="1921510" y="220980"/>
                  </a:lnTo>
                  <a:lnTo>
                    <a:pt x="1918970" y="219710"/>
                  </a:lnTo>
                  <a:lnTo>
                    <a:pt x="1918970" y="217170"/>
                  </a:lnTo>
                  <a:lnTo>
                    <a:pt x="1915160" y="213360"/>
                  </a:lnTo>
                  <a:lnTo>
                    <a:pt x="1913890" y="210820"/>
                  </a:lnTo>
                  <a:lnTo>
                    <a:pt x="1910067" y="207010"/>
                  </a:lnTo>
                  <a:lnTo>
                    <a:pt x="1908810" y="207010"/>
                  </a:lnTo>
                  <a:lnTo>
                    <a:pt x="1907540" y="204470"/>
                  </a:lnTo>
                  <a:lnTo>
                    <a:pt x="1905000" y="203200"/>
                  </a:lnTo>
                  <a:lnTo>
                    <a:pt x="1903717" y="203200"/>
                  </a:lnTo>
                  <a:lnTo>
                    <a:pt x="1901190" y="201930"/>
                  </a:lnTo>
                  <a:lnTo>
                    <a:pt x="1899920" y="200660"/>
                  </a:lnTo>
                  <a:lnTo>
                    <a:pt x="1894840" y="199390"/>
                  </a:lnTo>
                  <a:lnTo>
                    <a:pt x="1891017" y="199390"/>
                  </a:lnTo>
                  <a:lnTo>
                    <a:pt x="1885950" y="198120"/>
                  </a:lnTo>
                  <a:lnTo>
                    <a:pt x="1879600" y="199390"/>
                  </a:lnTo>
                  <a:lnTo>
                    <a:pt x="1874520" y="200660"/>
                  </a:lnTo>
                  <a:lnTo>
                    <a:pt x="1868170" y="201930"/>
                  </a:lnTo>
                  <a:lnTo>
                    <a:pt x="1863090" y="204470"/>
                  </a:lnTo>
                  <a:lnTo>
                    <a:pt x="1856740" y="207010"/>
                  </a:lnTo>
                  <a:lnTo>
                    <a:pt x="1850390" y="210820"/>
                  </a:lnTo>
                  <a:lnTo>
                    <a:pt x="1844040" y="215900"/>
                  </a:lnTo>
                  <a:lnTo>
                    <a:pt x="1824990" y="234950"/>
                  </a:lnTo>
                  <a:lnTo>
                    <a:pt x="1818640" y="243840"/>
                  </a:lnTo>
                  <a:lnTo>
                    <a:pt x="1812290" y="255270"/>
                  </a:lnTo>
                  <a:lnTo>
                    <a:pt x="1804670" y="266700"/>
                  </a:lnTo>
                  <a:lnTo>
                    <a:pt x="1797050" y="279400"/>
                  </a:lnTo>
                  <a:lnTo>
                    <a:pt x="1781810" y="311150"/>
                  </a:lnTo>
                  <a:lnTo>
                    <a:pt x="1781810" y="212090"/>
                  </a:lnTo>
                  <a:lnTo>
                    <a:pt x="1647190" y="212090"/>
                  </a:lnTo>
                  <a:lnTo>
                    <a:pt x="1647190" y="228600"/>
                  </a:lnTo>
                  <a:lnTo>
                    <a:pt x="1654810" y="229870"/>
                  </a:lnTo>
                  <a:lnTo>
                    <a:pt x="1658620" y="231140"/>
                  </a:lnTo>
                  <a:lnTo>
                    <a:pt x="1668780" y="236220"/>
                  </a:lnTo>
                  <a:lnTo>
                    <a:pt x="1670050" y="236220"/>
                  </a:lnTo>
                  <a:lnTo>
                    <a:pt x="1672590" y="238760"/>
                  </a:lnTo>
                  <a:lnTo>
                    <a:pt x="1673860" y="241300"/>
                  </a:lnTo>
                  <a:lnTo>
                    <a:pt x="1675130" y="242570"/>
                  </a:lnTo>
                  <a:lnTo>
                    <a:pt x="1678940" y="250190"/>
                  </a:lnTo>
                  <a:lnTo>
                    <a:pt x="1680210" y="254000"/>
                  </a:lnTo>
                  <a:lnTo>
                    <a:pt x="1680210" y="256540"/>
                  </a:lnTo>
                  <a:lnTo>
                    <a:pt x="1681480" y="257810"/>
                  </a:lnTo>
                  <a:lnTo>
                    <a:pt x="1681480" y="260350"/>
                  </a:lnTo>
                  <a:lnTo>
                    <a:pt x="1682750" y="264160"/>
                  </a:lnTo>
                  <a:lnTo>
                    <a:pt x="1682864" y="275590"/>
                  </a:lnTo>
                  <a:lnTo>
                    <a:pt x="1684020" y="288290"/>
                  </a:lnTo>
                  <a:lnTo>
                    <a:pt x="1684020" y="572770"/>
                  </a:lnTo>
                  <a:lnTo>
                    <a:pt x="1681480" y="593090"/>
                  </a:lnTo>
                  <a:lnTo>
                    <a:pt x="1678940" y="608330"/>
                  </a:lnTo>
                  <a:lnTo>
                    <a:pt x="1678940" y="610870"/>
                  </a:lnTo>
                  <a:lnTo>
                    <a:pt x="1677670" y="613410"/>
                  </a:lnTo>
                  <a:lnTo>
                    <a:pt x="1677670" y="615950"/>
                  </a:lnTo>
                  <a:lnTo>
                    <a:pt x="1675130" y="618490"/>
                  </a:lnTo>
                  <a:lnTo>
                    <a:pt x="1647190" y="633730"/>
                  </a:lnTo>
                  <a:lnTo>
                    <a:pt x="1647190" y="650240"/>
                  </a:lnTo>
                  <a:lnTo>
                    <a:pt x="1823720" y="650240"/>
                  </a:lnTo>
                  <a:lnTo>
                    <a:pt x="1823720" y="632460"/>
                  </a:lnTo>
                  <a:lnTo>
                    <a:pt x="1811020" y="632460"/>
                  </a:lnTo>
                  <a:lnTo>
                    <a:pt x="1807210" y="631190"/>
                  </a:lnTo>
                  <a:lnTo>
                    <a:pt x="1804670" y="631190"/>
                  </a:lnTo>
                  <a:lnTo>
                    <a:pt x="1800860" y="628650"/>
                  </a:lnTo>
                  <a:lnTo>
                    <a:pt x="1798320" y="628650"/>
                  </a:lnTo>
                  <a:lnTo>
                    <a:pt x="1795780" y="627380"/>
                  </a:lnTo>
                  <a:lnTo>
                    <a:pt x="1794510" y="624840"/>
                  </a:lnTo>
                  <a:lnTo>
                    <a:pt x="1790700" y="621030"/>
                  </a:lnTo>
                  <a:lnTo>
                    <a:pt x="1789430" y="618490"/>
                  </a:lnTo>
                  <a:lnTo>
                    <a:pt x="1788160" y="617220"/>
                  </a:lnTo>
                  <a:lnTo>
                    <a:pt x="1786890" y="614680"/>
                  </a:lnTo>
                  <a:lnTo>
                    <a:pt x="1784350" y="612140"/>
                  </a:lnTo>
                  <a:lnTo>
                    <a:pt x="1784350" y="607060"/>
                  </a:lnTo>
                  <a:lnTo>
                    <a:pt x="1783080" y="605790"/>
                  </a:lnTo>
                  <a:lnTo>
                    <a:pt x="1783080" y="599440"/>
                  </a:lnTo>
                  <a:lnTo>
                    <a:pt x="1781810" y="595630"/>
                  </a:lnTo>
                  <a:lnTo>
                    <a:pt x="1781810" y="420370"/>
                  </a:lnTo>
                  <a:lnTo>
                    <a:pt x="1783080" y="406400"/>
                  </a:lnTo>
                  <a:lnTo>
                    <a:pt x="1785620" y="381000"/>
                  </a:lnTo>
                  <a:lnTo>
                    <a:pt x="1788160" y="369570"/>
                  </a:lnTo>
                  <a:lnTo>
                    <a:pt x="1789430" y="356870"/>
                  </a:lnTo>
                  <a:lnTo>
                    <a:pt x="1791970" y="346710"/>
                  </a:lnTo>
                  <a:lnTo>
                    <a:pt x="1794510" y="339090"/>
                  </a:lnTo>
                  <a:lnTo>
                    <a:pt x="1795780" y="332740"/>
                  </a:lnTo>
                  <a:lnTo>
                    <a:pt x="1798320" y="325120"/>
                  </a:lnTo>
                  <a:lnTo>
                    <a:pt x="1802130" y="320040"/>
                  </a:lnTo>
                  <a:lnTo>
                    <a:pt x="1806575" y="311150"/>
                  </a:lnTo>
                  <a:lnTo>
                    <a:pt x="1807210" y="309880"/>
                  </a:lnTo>
                  <a:lnTo>
                    <a:pt x="1811020" y="304800"/>
                  </a:lnTo>
                  <a:lnTo>
                    <a:pt x="1813560" y="300990"/>
                  </a:lnTo>
                  <a:lnTo>
                    <a:pt x="1821180" y="293370"/>
                  </a:lnTo>
                  <a:lnTo>
                    <a:pt x="1823720" y="293370"/>
                  </a:lnTo>
                  <a:lnTo>
                    <a:pt x="1831340" y="289560"/>
                  </a:lnTo>
                  <a:lnTo>
                    <a:pt x="1835150" y="289560"/>
                  </a:lnTo>
                  <a:lnTo>
                    <a:pt x="1836420" y="290830"/>
                  </a:lnTo>
                  <a:lnTo>
                    <a:pt x="1838960" y="290830"/>
                  </a:lnTo>
                  <a:lnTo>
                    <a:pt x="1841500" y="293370"/>
                  </a:lnTo>
                  <a:lnTo>
                    <a:pt x="1844040" y="294640"/>
                  </a:lnTo>
                  <a:lnTo>
                    <a:pt x="1846580" y="298450"/>
                  </a:lnTo>
                  <a:lnTo>
                    <a:pt x="1880870" y="325120"/>
                  </a:lnTo>
                  <a:lnTo>
                    <a:pt x="1885950" y="326390"/>
                  </a:lnTo>
                  <a:lnTo>
                    <a:pt x="1896110" y="326390"/>
                  </a:lnTo>
                  <a:lnTo>
                    <a:pt x="1897367" y="325120"/>
                  </a:lnTo>
                  <a:lnTo>
                    <a:pt x="1899920" y="325120"/>
                  </a:lnTo>
                  <a:lnTo>
                    <a:pt x="1901190" y="323850"/>
                  </a:lnTo>
                  <a:lnTo>
                    <a:pt x="1902460" y="323850"/>
                  </a:lnTo>
                  <a:lnTo>
                    <a:pt x="1905000" y="322580"/>
                  </a:lnTo>
                  <a:lnTo>
                    <a:pt x="1907540" y="320040"/>
                  </a:lnTo>
                  <a:lnTo>
                    <a:pt x="1910067" y="318770"/>
                  </a:lnTo>
                  <a:lnTo>
                    <a:pt x="1911350" y="316230"/>
                  </a:lnTo>
                  <a:lnTo>
                    <a:pt x="1917700" y="309880"/>
                  </a:lnTo>
                  <a:lnTo>
                    <a:pt x="1924050" y="297180"/>
                  </a:lnTo>
                  <a:lnTo>
                    <a:pt x="1924050" y="294640"/>
                  </a:lnTo>
                  <a:lnTo>
                    <a:pt x="1926069" y="289560"/>
                  </a:lnTo>
                  <a:lnTo>
                    <a:pt x="1926590" y="288290"/>
                  </a:lnTo>
                  <a:lnTo>
                    <a:pt x="1926590" y="281940"/>
                  </a:lnTo>
                  <a:lnTo>
                    <a:pt x="1927860" y="275590"/>
                  </a:lnTo>
                  <a:lnTo>
                    <a:pt x="1929117" y="267970"/>
                  </a:lnTo>
                  <a:lnTo>
                    <a:pt x="1929117" y="252730"/>
                  </a:lnTo>
                  <a:close/>
                </a:path>
                <a:path w="7024370" h="854710">
                  <a:moveTo>
                    <a:pt x="2171700" y="210820"/>
                  </a:moveTo>
                  <a:lnTo>
                    <a:pt x="2094230" y="210820"/>
                  </a:lnTo>
                  <a:lnTo>
                    <a:pt x="2094230" y="50800"/>
                  </a:lnTo>
                  <a:lnTo>
                    <a:pt x="2082800" y="50800"/>
                  </a:lnTo>
                  <a:lnTo>
                    <a:pt x="2057400" y="105410"/>
                  </a:lnTo>
                  <a:lnTo>
                    <a:pt x="2020570" y="165100"/>
                  </a:lnTo>
                  <a:lnTo>
                    <a:pt x="1974850" y="220980"/>
                  </a:lnTo>
                  <a:lnTo>
                    <a:pt x="1953260" y="241300"/>
                  </a:lnTo>
                  <a:lnTo>
                    <a:pt x="1953260" y="257810"/>
                  </a:lnTo>
                  <a:lnTo>
                    <a:pt x="1996440" y="257810"/>
                  </a:lnTo>
                  <a:lnTo>
                    <a:pt x="1996440" y="561340"/>
                  </a:lnTo>
                  <a:lnTo>
                    <a:pt x="1998980" y="575310"/>
                  </a:lnTo>
                  <a:lnTo>
                    <a:pt x="1998980" y="580390"/>
                  </a:lnTo>
                  <a:lnTo>
                    <a:pt x="2000250" y="588010"/>
                  </a:lnTo>
                  <a:lnTo>
                    <a:pt x="2002790" y="594360"/>
                  </a:lnTo>
                  <a:lnTo>
                    <a:pt x="2005330" y="601980"/>
                  </a:lnTo>
                  <a:lnTo>
                    <a:pt x="2032000" y="637540"/>
                  </a:lnTo>
                  <a:lnTo>
                    <a:pt x="2071370" y="655320"/>
                  </a:lnTo>
                  <a:lnTo>
                    <a:pt x="2087880" y="655320"/>
                  </a:lnTo>
                  <a:lnTo>
                    <a:pt x="2101850" y="652780"/>
                  </a:lnTo>
                  <a:lnTo>
                    <a:pt x="2109470" y="650240"/>
                  </a:lnTo>
                  <a:lnTo>
                    <a:pt x="2115820" y="647700"/>
                  </a:lnTo>
                  <a:lnTo>
                    <a:pt x="2122170" y="642620"/>
                  </a:lnTo>
                  <a:lnTo>
                    <a:pt x="2128520" y="638810"/>
                  </a:lnTo>
                  <a:lnTo>
                    <a:pt x="2155190" y="605790"/>
                  </a:lnTo>
                  <a:lnTo>
                    <a:pt x="2171700" y="566420"/>
                  </a:lnTo>
                  <a:lnTo>
                    <a:pt x="2161540" y="554990"/>
                  </a:lnTo>
                  <a:lnTo>
                    <a:pt x="2156460" y="566420"/>
                  </a:lnTo>
                  <a:lnTo>
                    <a:pt x="2151380" y="575310"/>
                  </a:lnTo>
                  <a:lnTo>
                    <a:pt x="2142490" y="588010"/>
                  </a:lnTo>
                  <a:lnTo>
                    <a:pt x="2134870" y="595630"/>
                  </a:lnTo>
                  <a:lnTo>
                    <a:pt x="2132330" y="596900"/>
                  </a:lnTo>
                  <a:lnTo>
                    <a:pt x="2129790" y="599440"/>
                  </a:lnTo>
                  <a:lnTo>
                    <a:pt x="2125980" y="600710"/>
                  </a:lnTo>
                  <a:lnTo>
                    <a:pt x="2123440" y="600710"/>
                  </a:lnTo>
                  <a:lnTo>
                    <a:pt x="2120900" y="601980"/>
                  </a:lnTo>
                  <a:lnTo>
                    <a:pt x="2114550" y="601980"/>
                  </a:lnTo>
                  <a:lnTo>
                    <a:pt x="2114550" y="600710"/>
                  </a:lnTo>
                  <a:lnTo>
                    <a:pt x="2112010" y="600710"/>
                  </a:lnTo>
                  <a:lnTo>
                    <a:pt x="2109470" y="598170"/>
                  </a:lnTo>
                  <a:lnTo>
                    <a:pt x="2106930" y="596900"/>
                  </a:lnTo>
                  <a:lnTo>
                    <a:pt x="2105660" y="595630"/>
                  </a:lnTo>
                  <a:lnTo>
                    <a:pt x="2104390" y="593090"/>
                  </a:lnTo>
                  <a:lnTo>
                    <a:pt x="2103120" y="591820"/>
                  </a:lnTo>
                  <a:lnTo>
                    <a:pt x="2101850" y="589280"/>
                  </a:lnTo>
                  <a:lnTo>
                    <a:pt x="2100580" y="588010"/>
                  </a:lnTo>
                  <a:lnTo>
                    <a:pt x="2096770" y="580390"/>
                  </a:lnTo>
                  <a:lnTo>
                    <a:pt x="2096770" y="577850"/>
                  </a:lnTo>
                  <a:lnTo>
                    <a:pt x="2095500" y="574040"/>
                  </a:lnTo>
                  <a:lnTo>
                    <a:pt x="2095500" y="570230"/>
                  </a:lnTo>
                  <a:lnTo>
                    <a:pt x="2094230" y="565150"/>
                  </a:lnTo>
                  <a:lnTo>
                    <a:pt x="2094230" y="257810"/>
                  </a:lnTo>
                  <a:lnTo>
                    <a:pt x="2171700" y="257810"/>
                  </a:lnTo>
                  <a:lnTo>
                    <a:pt x="2171700" y="210820"/>
                  </a:lnTo>
                  <a:close/>
                </a:path>
                <a:path w="7024370" h="854710">
                  <a:moveTo>
                    <a:pt x="2526030" y="590550"/>
                  </a:moveTo>
                  <a:lnTo>
                    <a:pt x="2515870" y="579120"/>
                  </a:lnTo>
                  <a:lnTo>
                    <a:pt x="2510790" y="586740"/>
                  </a:lnTo>
                  <a:lnTo>
                    <a:pt x="2503170" y="594360"/>
                  </a:lnTo>
                  <a:lnTo>
                    <a:pt x="2501900" y="594360"/>
                  </a:lnTo>
                  <a:lnTo>
                    <a:pt x="2501900" y="595630"/>
                  </a:lnTo>
                  <a:lnTo>
                    <a:pt x="2491740" y="595630"/>
                  </a:lnTo>
                  <a:lnTo>
                    <a:pt x="2491740" y="594360"/>
                  </a:lnTo>
                  <a:lnTo>
                    <a:pt x="2490470" y="594360"/>
                  </a:lnTo>
                  <a:lnTo>
                    <a:pt x="2486660" y="590550"/>
                  </a:lnTo>
                  <a:lnTo>
                    <a:pt x="2486660" y="589280"/>
                  </a:lnTo>
                  <a:lnTo>
                    <a:pt x="2485390" y="588010"/>
                  </a:lnTo>
                  <a:lnTo>
                    <a:pt x="2485390" y="585470"/>
                  </a:lnTo>
                  <a:lnTo>
                    <a:pt x="2484120" y="584200"/>
                  </a:lnTo>
                  <a:lnTo>
                    <a:pt x="2482850" y="580390"/>
                  </a:lnTo>
                  <a:lnTo>
                    <a:pt x="2482850" y="577850"/>
                  </a:lnTo>
                  <a:lnTo>
                    <a:pt x="2482850" y="575310"/>
                  </a:lnTo>
                  <a:lnTo>
                    <a:pt x="2481580" y="572770"/>
                  </a:lnTo>
                  <a:lnTo>
                    <a:pt x="2481580" y="405130"/>
                  </a:lnTo>
                  <a:lnTo>
                    <a:pt x="2481580" y="341630"/>
                  </a:lnTo>
                  <a:lnTo>
                    <a:pt x="2480360" y="316230"/>
                  </a:lnTo>
                  <a:lnTo>
                    <a:pt x="2480310" y="304800"/>
                  </a:lnTo>
                  <a:lnTo>
                    <a:pt x="2479040" y="295910"/>
                  </a:lnTo>
                  <a:lnTo>
                    <a:pt x="2477770" y="288290"/>
                  </a:lnTo>
                  <a:lnTo>
                    <a:pt x="2477770" y="285750"/>
                  </a:lnTo>
                  <a:lnTo>
                    <a:pt x="2476500" y="283210"/>
                  </a:lnTo>
                  <a:lnTo>
                    <a:pt x="2471420" y="267970"/>
                  </a:lnTo>
                  <a:lnTo>
                    <a:pt x="2463800" y="252730"/>
                  </a:lnTo>
                  <a:lnTo>
                    <a:pt x="2458720" y="246380"/>
                  </a:lnTo>
                  <a:lnTo>
                    <a:pt x="2453640" y="238760"/>
                  </a:lnTo>
                  <a:lnTo>
                    <a:pt x="2449576" y="233680"/>
                  </a:lnTo>
                  <a:lnTo>
                    <a:pt x="2448560" y="232410"/>
                  </a:lnTo>
                  <a:lnTo>
                    <a:pt x="2440940" y="224790"/>
                  </a:lnTo>
                  <a:lnTo>
                    <a:pt x="2434590" y="219710"/>
                  </a:lnTo>
                  <a:lnTo>
                    <a:pt x="2426970" y="213360"/>
                  </a:lnTo>
                  <a:lnTo>
                    <a:pt x="2400300" y="201930"/>
                  </a:lnTo>
                  <a:lnTo>
                    <a:pt x="2390140" y="200660"/>
                  </a:lnTo>
                  <a:lnTo>
                    <a:pt x="2367280" y="198120"/>
                  </a:lnTo>
                  <a:lnTo>
                    <a:pt x="2358390" y="199390"/>
                  </a:lnTo>
                  <a:lnTo>
                    <a:pt x="2348230" y="199390"/>
                  </a:lnTo>
                  <a:lnTo>
                    <a:pt x="2339340" y="200660"/>
                  </a:lnTo>
                  <a:lnTo>
                    <a:pt x="2330450" y="203200"/>
                  </a:lnTo>
                  <a:lnTo>
                    <a:pt x="2320290" y="205740"/>
                  </a:lnTo>
                  <a:lnTo>
                    <a:pt x="2284730" y="219710"/>
                  </a:lnTo>
                  <a:lnTo>
                    <a:pt x="2247900" y="247650"/>
                  </a:lnTo>
                  <a:lnTo>
                    <a:pt x="2225040" y="285750"/>
                  </a:lnTo>
                  <a:lnTo>
                    <a:pt x="2218690" y="309880"/>
                  </a:lnTo>
                  <a:lnTo>
                    <a:pt x="2218690" y="313690"/>
                  </a:lnTo>
                  <a:lnTo>
                    <a:pt x="2217420" y="317500"/>
                  </a:lnTo>
                  <a:lnTo>
                    <a:pt x="2217420" y="332740"/>
                  </a:lnTo>
                  <a:lnTo>
                    <a:pt x="2218690" y="335280"/>
                  </a:lnTo>
                  <a:lnTo>
                    <a:pt x="2218690" y="341630"/>
                  </a:lnTo>
                  <a:lnTo>
                    <a:pt x="2219960" y="344170"/>
                  </a:lnTo>
                  <a:lnTo>
                    <a:pt x="2219960" y="346710"/>
                  </a:lnTo>
                  <a:lnTo>
                    <a:pt x="2226310" y="359410"/>
                  </a:lnTo>
                  <a:lnTo>
                    <a:pt x="2228850" y="363220"/>
                  </a:lnTo>
                  <a:lnTo>
                    <a:pt x="2232660" y="368300"/>
                  </a:lnTo>
                  <a:lnTo>
                    <a:pt x="2236470" y="372110"/>
                  </a:lnTo>
                  <a:lnTo>
                    <a:pt x="2237740" y="374650"/>
                  </a:lnTo>
                  <a:lnTo>
                    <a:pt x="2240280" y="375920"/>
                  </a:lnTo>
                  <a:lnTo>
                    <a:pt x="2244090" y="379730"/>
                  </a:lnTo>
                  <a:lnTo>
                    <a:pt x="2249170" y="382270"/>
                  </a:lnTo>
                  <a:lnTo>
                    <a:pt x="2252980" y="383540"/>
                  </a:lnTo>
                  <a:lnTo>
                    <a:pt x="2259330" y="384810"/>
                  </a:lnTo>
                  <a:lnTo>
                    <a:pt x="2264410" y="386080"/>
                  </a:lnTo>
                  <a:lnTo>
                    <a:pt x="2274570" y="386080"/>
                  </a:lnTo>
                  <a:lnTo>
                    <a:pt x="2279650" y="384810"/>
                  </a:lnTo>
                  <a:lnTo>
                    <a:pt x="2283460" y="383540"/>
                  </a:lnTo>
                  <a:lnTo>
                    <a:pt x="2288540" y="382270"/>
                  </a:lnTo>
                  <a:lnTo>
                    <a:pt x="2289810" y="381000"/>
                  </a:lnTo>
                  <a:lnTo>
                    <a:pt x="2292350" y="379730"/>
                  </a:lnTo>
                  <a:lnTo>
                    <a:pt x="2293620" y="378460"/>
                  </a:lnTo>
                  <a:lnTo>
                    <a:pt x="2296160" y="377190"/>
                  </a:lnTo>
                  <a:lnTo>
                    <a:pt x="2297430" y="375920"/>
                  </a:lnTo>
                  <a:lnTo>
                    <a:pt x="2298700" y="373380"/>
                  </a:lnTo>
                  <a:lnTo>
                    <a:pt x="2301240" y="372110"/>
                  </a:lnTo>
                  <a:lnTo>
                    <a:pt x="2302510" y="369570"/>
                  </a:lnTo>
                  <a:lnTo>
                    <a:pt x="2306320" y="365760"/>
                  </a:lnTo>
                  <a:lnTo>
                    <a:pt x="2307590" y="363220"/>
                  </a:lnTo>
                  <a:lnTo>
                    <a:pt x="2308860" y="361950"/>
                  </a:lnTo>
                  <a:lnTo>
                    <a:pt x="2308860" y="359410"/>
                  </a:lnTo>
                  <a:lnTo>
                    <a:pt x="2313940" y="349250"/>
                  </a:lnTo>
                  <a:lnTo>
                    <a:pt x="2313940" y="344170"/>
                  </a:lnTo>
                  <a:lnTo>
                    <a:pt x="2315210" y="341630"/>
                  </a:lnTo>
                  <a:lnTo>
                    <a:pt x="2315210" y="321310"/>
                  </a:lnTo>
                  <a:lnTo>
                    <a:pt x="2313940" y="318770"/>
                  </a:lnTo>
                  <a:lnTo>
                    <a:pt x="2313940" y="316230"/>
                  </a:lnTo>
                  <a:lnTo>
                    <a:pt x="2312670" y="311150"/>
                  </a:lnTo>
                  <a:lnTo>
                    <a:pt x="2310130" y="306070"/>
                  </a:lnTo>
                  <a:lnTo>
                    <a:pt x="2308860" y="302260"/>
                  </a:lnTo>
                  <a:lnTo>
                    <a:pt x="2305050" y="297180"/>
                  </a:lnTo>
                  <a:lnTo>
                    <a:pt x="2302510" y="292100"/>
                  </a:lnTo>
                  <a:lnTo>
                    <a:pt x="2299970" y="288290"/>
                  </a:lnTo>
                  <a:lnTo>
                    <a:pt x="2298700" y="284480"/>
                  </a:lnTo>
                  <a:lnTo>
                    <a:pt x="2296160" y="281940"/>
                  </a:lnTo>
                  <a:lnTo>
                    <a:pt x="2294890" y="279400"/>
                  </a:lnTo>
                  <a:lnTo>
                    <a:pt x="2293620" y="275590"/>
                  </a:lnTo>
                  <a:lnTo>
                    <a:pt x="2293620" y="273050"/>
                  </a:lnTo>
                  <a:lnTo>
                    <a:pt x="2292350" y="271780"/>
                  </a:lnTo>
                  <a:lnTo>
                    <a:pt x="2292350" y="264160"/>
                  </a:lnTo>
                  <a:lnTo>
                    <a:pt x="2293620" y="262890"/>
                  </a:lnTo>
                  <a:lnTo>
                    <a:pt x="2293620" y="260350"/>
                  </a:lnTo>
                  <a:lnTo>
                    <a:pt x="2294890" y="257810"/>
                  </a:lnTo>
                  <a:lnTo>
                    <a:pt x="2294890" y="256540"/>
                  </a:lnTo>
                  <a:lnTo>
                    <a:pt x="2296160" y="255270"/>
                  </a:lnTo>
                  <a:lnTo>
                    <a:pt x="2297430" y="252730"/>
                  </a:lnTo>
                  <a:lnTo>
                    <a:pt x="2299970" y="250190"/>
                  </a:lnTo>
                  <a:lnTo>
                    <a:pt x="2301240" y="247650"/>
                  </a:lnTo>
                  <a:lnTo>
                    <a:pt x="2308860" y="242570"/>
                  </a:lnTo>
                  <a:lnTo>
                    <a:pt x="2313940" y="240030"/>
                  </a:lnTo>
                  <a:lnTo>
                    <a:pt x="2319020" y="238760"/>
                  </a:lnTo>
                  <a:lnTo>
                    <a:pt x="2322830" y="236220"/>
                  </a:lnTo>
                  <a:lnTo>
                    <a:pt x="2327910" y="234950"/>
                  </a:lnTo>
                  <a:lnTo>
                    <a:pt x="2334260" y="233680"/>
                  </a:lnTo>
                  <a:lnTo>
                    <a:pt x="2343150" y="233680"/>
                  </a:lnTo>
                  <a:lnTo>
                    <a:pt x="2345690" y="234950"/>
                  </a:lnTo>
                  <a:lnTo>
                    <a:pt x="2349500" y="236220"/>
                  </a:lnTo>
                  <a:lnTo>
                    <a:pt x="2352040" y="236220"/>
                  </a:lnTo>
                  <a:lnTo>
                    <a:pt x="2355850" y="238760"/>
                  </a:lnTo>
                  <a:lnTo>
                    <a:pt x="2360930" y="241300"/>
                  </a:lnTo>
                  <a:lnTo>
                    <a:pt x="2364740" y="243840"/>
                  </a:lnTo>
                  <a:lnTo>
                    <a:pt x="2372360" y="251460"/>
                  </a:lnTo>
                  <a:lnTo>
                    <a:pt x="2373630" y="254000"/>
                  </a:lnTo>
                  <a:lnTo>
                    <a:pt x="2376170" y="257810"/>
                  </a:lnTo>
                  <a:lnTo>
                    <a:pt x="2377440" y="260350"/>
                  </a:lnTo>
                  <a:lnTo>
                    <a:pt x="2378710" y="261620"/>
                  </a:lnTo>
                  <a:lnTo>
                    <a:pt x="2378710" y="262890"/>
                  </a:lnTo>
                  <a:lnTo>
                    <a:pt x="2379980" y="265430"/>
                  </a:lnTo>
                  <a:lnTo>
                    <a:pt x="2379980" y="267970"/>
                  </a:lnTo>
                  <a:lnTo>
                    <a:pt x="2381250" y="270510"/>
                  </a:lnTo>
                  <a:lnTo>
                    <a:pt x="2381250" y="275590"/>
                  </a:lnTo>
                  <a:lnTo>
                    <a:pt x="2382520" y="281940"/>
                  </a:lnTo>
                  <a:lnTo>
                    <a:pt x="2382520" y="288290"/>
                  </a:lnTo>
                  <a:lnTo>
                    <a:pt x="2383688" y="304800"/>
                  </a:lnTo>
                  <a:lnTo>
                    <a:pt x="2383790" y="373380"/>
                  </a:lnTo>
                  <a:lnTo>
                    <a:pt x="2383790" y="405130"/>
                  </a:lnTo>
                  <a:lnTo>
                    <a:pt x="2383790" y="551180"/>
                  </a:lnTo>
                  <a:lnTo>
                    <a:pt x="2372360" y="562610"/>
                  </a:lnTo>
                  <a:lnTo>
                    <a:pt x="2357120" y="574040"/>
                  </a:lnTo>
                  <a:lnTo>
                    <a:pt x="2354580" y="574040"/>
                  </a:lnTo>
                  <a:lnTo>
                    <a:pt x="2349500" y="576580"/>
                  </a:lnTo>
                  <a:lnTo>
                    <a:pt x="2346960" y="576580"/>
                  </a:lnTo>
                  <a:lnTo>
                    <a:pt x="2345690" y="577850"/>
                  </a:lnTo>
                  <a:lnTo>
                    <a:pt x="2339340" y="577850"/>
                  </a:lnTo>
                  <a:lnTo>
                    <a:pt x="2331720" y="575310"/>
                  </a:lnTo>
                  <a:lnTo>
                    <a:pt x="2330450" y="575310"/>
                  </a:lnTo>
                  <a:lnTo>
                    <a:pt x="2327910" y="572770"/>
                  </a:lnTo>
                  <a:lnTo>
                    <a:pt x="2326640" y="572770"/>
                  </a:lnTo>
                  <a:lnTo>
                    <a:pt x="2325370" y="571500"/>
                  </a:lnTo>
                  <a:lnTo>
                    <a:pt x="2322830" y="570230"/>
                  </a:lnTo>
                  <a:lnTo>
                    <a:pt x="2320290" y="567690"/>
                  </a:lnTo>
                  <a:lnTo>
                    <a:pt x="2320290" y="566420"/>
                  </a:lnTo>
                  <a:lnTo>
                    <a:pt x="2319020" y="563880"/>
                  </a:lnTo>
                  <a:lnTo>
                    <a:pt x="2313940" y="556260"/>
                  </a:lnTo>
                  <a:lnTo>
                    <a:pt x="2311400" y="551180"/>
                  </a:lnTo>
                  <a:lnTo>
                    <a:pt x="2310130" y="546100"/>
                  </a:lnTo>
                  <a:lnTo>
                    <a:pt x="2308860" y="542290"/>
                  </a:lnTo>
                  <a:lnTo>
                    <a:pt x="2307590" y="539750"/>
                  </a:lnTo>
                  <a:lnTo>
                    <a:pt x="2307590" y="532130"/>
                  </a:lnTo>
                  <a:lnTo>
                    <a:pt x="2306320" y="527050"/>
                  </a:lnTo>
                  <a:lnTo>
                    <a:pt x="2307590" y="520700"/>
                  </a:lnTo>
                  <a:lnTo>
                    <a:pt x="2307590" y="514350"/>
                  </a:lnTo>
                  <a:lnTo>
                    <a:pt x="2310130" y="501650"/>
                  </a:lnTo>
                  <a:lnTo>
                    <a:pt x="2326640" y="466090"/>
                  </a:lnTo>
                  <a:lnTo>
                    <a:pt x="2354580" y="430530"/>
                  </a:lnTo>
                  <a:lnTo>
                    <a:pt x="2364740" y="421640"/>
                  </a:lnTo>
                  <a:lnTo>
                    <a:pt x="2373630" y="412750"/>
                  </a:lnTo>
                  <a:lnTo>
                    <a:pt x="2383790" y="405130"/>
                  </a:lnTo>
                  <a:lnTo>
                    <a:pt x="2383790" y="373380"/>
                  </a:lnTo>
                  <a:lnTo>
                    <a:pt x="2334260" y="405130"/>
                  </a:lnTo>
                  <a:lnTo>
                    <a:pt x="2294890" y="433070"/>
                  </a:lnTo>
                  <a:lnTo>
                    <a:pt x="2264410" y="457200"/>
                  </a:lnTo>
                  <a:lnTo>
                    <a:pt x="2236470" y="488950"/>
                  </a:lnTo>
                  <a:lnTo>
                    <a:pt x="2228850" y="500380"/>
                  </a:lnTo>
                  <a:lnTo>
                    <a:pt x="2223770" y="510540"/>
                  </a:lnTo>
                  <a:lnTo>
                    <a:pt x="2221230" y="516890"/>
                  </a:lnTo>
                  <a:lnTo>
                    <a:pt x="2218690" y="521970"/>
                  </a:lnTo>
                  <a:lnTo>
                    <a:pt x="2217420" y="528320"/>
                  </a:lnTo>
                  <a:lnTo>
                    <a:pt x="2214880" y="533400"/>
                  </a:lnTo>
                  <a:lnTo>
                    <a:pt x="2212340" y="546100"/>
                  </a:lnTo>
                  <a:lnTo>
                    <a:pt x="2212340" y="551180"/>
                  </a:lnTo>
                  <a:lnTo>
                    <a:pt x="2211070" y="557530"/>
                  </a:lnTo>
                  <a:lnTo>
                    <a:pt x="2211070" y="579120"/>
                  </a:lnTo>
                  <a:lnTo>
                    <a:pt x="2212340" y="588010"/>
                  </a:lnTo>
                  <a:lnTo>
                    <a:pt x="2213610" y="595630"/>
                  </a:lnTo>
                  <a:lnTo>
                    <a:pt x="2214880" y="599440"/>
                  </a:lnTo>
                  <a:lnTo>
                    <a:pt x="2214880" y="604520"/>
                  </a:lnTo>
                  <a:lnTo>
                    <a:pt x="2216150" y="607060"/>
                  </a:lnTo>
                  <a:lnTo>
                    <a:pt x="2217420" y="610870"/>
                  </a:lnTo>
                  <a:lnTo>
                    <a:pt x="2219960" y="614680"/>
                  </a:lnTo>
                  <a:lnTo>
                    <a:pt x="2222500" y="622300"/>
                  </a:lnTo>
                  <a:lnTo>
                    <a:pt x="2225040" y="624840"/>
                  </a:lnTo>
                  <a:lnTo>
                    <a:pt x="2227580" y="628650"/>
                  </a:lnTo>
                  <a:lnTo>
                    <a:pt x="2275840" y="656590"/>
                  </a:lnTo>
                  <a:lnTo>
                    <a:pt x="2282190" y="655320"/>
                  </a:lnTo>
                  <a:lnTo>
                    <a:pt x="2288540" y="655320"/>
                  </a:lnTo>
                  <a:lnTo>
                    <a:pt x="2294890" y="654050"/>
                  </a:lnTo>
                  <a:lnTo>
                    <a:pt x="2313940" y="646430"/>
                  </a:lnTo>
                  <a:lnTo>
                    <a:pt x="2326640" y="637540"/>
                  </a:lnTo>
                  <a:lnTo>
                    <a:pt x="2340610" y="628650"/>
                  </a:lnTo>
                  <a:lnTo>
                    <a:pt x="2354580" y="615950"/>
                  </a:lnTo>
                  <a:lnTo>
                    <a:pt x="2368550" y="601980"/>
                  </a:lnTo>
                  <a:lnTo>
                    <a:pt x="2383790" y="585470"/>
                  </a:lnTo>
                  <a:lnTo>
                    <a:pt x="2385060" y="594360"/>
                  </a:lnTo>
                  <a:lnTo>
                    <a:pt x="2387600" y="609600"/>
                  </a:lnTo>
                  <a:lnTo>
                    <a:pt x="2390140" y="615950"/>
                  </a:lnTo>
                  <a:lnTo>
                    <a:pt x="2392680" y="623570"/>
                  </a:lnTo>
                  <a:lnTo>
                    <a:pt x="2395220" y="628650"/>
                  </a:lnTo>
                  <a:lnTo>
                    <a:pt x="2397760" y="631190"/>
                  </a:lnTo>
                  <a:lnTo>
                    <a:pt x="2400300" y="636270"/>
                  </a:lnTo>
                  <a:lnTo>
                    <a:pt x="2405380" y="641350"/>
                  </a:lnTo>
                  <a:lnTo>
                    <a:pt x="2407920" y="642620"/>
                  </a:lnTo>
                  <a:lnTo>
                    <a:pt x="2409190" y="645160"/>
                  </a:lnTo>
                  <a:lnTo>
                    <a:pt x="2411730" y="646430"/>
                  </a:lnTo>
                  <a:lnTo>
                    <a:pt x="2416810" y="650240"/>
                  </a:lnTo>
                  <a:lnTo>
                    <a:pt x="2421890" y="651510"/>
                  </a:lnTo>
                  <a:lnTo>
                    <a:pt x="2426970" y="654050"/>
                  </a:lnTo>
                  <a:lnTo>
                    <a:pt x="2433320" y="655320"/>
                  </a:lnTo>
                  <a:lnTo>
                    <a:pt x="2439670" y="655320"/>
                  </a:lnTo>
                  <a:lnTo>
                    <a:pt x="2447290" y="656590"/>
                  </a:lnTo>
                  <a:lnTo>
                    <a:pt x="2452370" y="655320"/>
                  </a:lnTo>
                  <a:lnTo>
                    <a:pt x="2458720" y="655320"/>
                  </a:lnTo>
                  <a:lnTo>
                    <a:pt x="2463800" y="654050"/>
                  </a:lnTo>
                  <a:lnTo>
                    <a:pt x="2470150" y="652780"/>
                  </a:lnTo>
                  <a:lnTo>
                    <a:pt x="2480310" y="647700"/>
                  </a:lnTo>
                  <a:lnTo>
                    <a:pt x="2484120" y="643890"/>
                  </a:lnTo>
                  <a:lnTo>
                    <a:pt x="2494280" y="636270"/>
                  </a:lnTo>
                  <a:lnTo>
                    <a:pt x="2499360" y="631190"/>
                  </a:lnTo>
                  <a:lnTo>
                    <a:pt x="2503170" y="626110"/>
                  </a:lnTo>
                  <a:lnTo>
                    <a:pt x="2508250" y="619760"/>
                  </a:lnTo>
                  <a:lnTo>
                    <a:pt x="2512060" y="613410"/>
                  </a:lnTo>
                  <a:lnTo>
                    <a:pt x="2517140" y="605790"/>
                  </a:lnTo>
                  <a:lnTo>
                    <a:pt x="2520950" y="598170"/>
                  </a:lnTo>
                  <a:lnTo>
                    <a:pt x="2522639" y="595630"/>
                  </a:lnTo>
                  <a:lnTo>
                    <a:pt x="2526030" y="590550"/>
                  </a:lnTo>
                  <a:close/>
                </a:path>
                <a:path w="7024370" h="854710">
                  <a:moveTo>
                    <a:pt x="2915920" y="633730"/>
                  </a:moveTo>
                  <a:lnTo>
                    <a:pt x="2905760" y="631190"/>
                  </a:lnTo>
                  <a:lnTo>
                    <a:pt x="2901950" y="628650"/>
                  </a:lnTo>
                  <a:lnTo>
                    <a:pt x="2898140" y="627380"/>
                  </a:lnTo>
                  <a:lnTo>
                    <a:pt x="2895600" y="626110"/>
                  </a:lnTo>
                  <a:lnTo>
                    <a:pt x="2893060" y="623570"/>
                  </a:lnTo>
                  <a:lnTo>
                    <a:pt x="2891790" y="623570"/>
                  </a:lnTo>
                  <a:lnTo>
                    <a:pt x="2890520" y="621030"/>
                  </a:lnTo>
                  <a:lnTo>
                    <a:pt x="2889250" y="619760"/>
                  </a:lnTo>
                  <a:lnTo>
                    <a:pt x="2889250" y="618490"/>
                  </a:lnTo>
                  <a:lnTo>
                    <a:pt x="2886710" y="615950"/>
                  </a:lnTo>
                  <a:lnTo>
                    <a:pt x="2885440" y="613410"/>
                  </a:lnTo>
                  <a:lnTo>
                    <a:pt x="2885440" y="612140"/>
                  </a:lnTo>
                  <a:lnTo>
                    <a:pt x="2884170" y="609600"/>
                  </a:lnTo>
                  <a:lnTo>
                    <a:pt x="2884170" y="603250"/>
                  </a:lnTo>
                  <a:lnTo>
                    <a:pt x="2882900" y="595630"/>
                  </a:lnTo>
                  <a:lnTo>
                    <a:pt x="2881630" y="586740"/>
                  </a:lnTo>
                  <a:lnTo>
                    <a:pt x="2881553" y="576580"/>
                  </a:lnTo>
                  <a:lnTo>
                    <a:pt x="2880360" y="554990"/>
                  </a:lnTo>
                  <a:lnTo>
                    <a:pt x="2880360" y="349250"/>
                  </a:lnTo>
                  <a:lnTo>
                    <a:pt x="2879090" y="320040"/>
                  </a:lnTo>
                  <a:lnTo>
                    <a:pt x="2879090" y="308610"/>
                  </a:lnTo>
                  <a:lnTo>
                    <a:pt x="2877820" y="297180"/>
                  </a:lnTo>
                  <a:lnTo>
                    <a:pt x="2876550" y="288290"/>
                  </a:lnTo>
                  <a:lnTo>
                    <a:pt x="2875280" y="280670"/>
                  </a:lnTo>
                  <a:lnTo>
                    <a:pt x="2872740" y="271780"/>
                  </a:lnTo>
                  <a:lnTo>
                    <a:pt x="2869349" y="261620"/>
                  </a:lnTo>
                  <a:lnTo>
                    <a:pt x="2865120" y="248920"/>
                  </a:lnTo>
                  <a:lnTo>
                    <a:pt x="2861310" y="241300"/>
                  </a:lnTo>
                  <a:lnTo>
                    <a:pt x="2856230" y="234950"/>
                  </a:lnTo>
                  <a:lnTo>
                    <a:pt x="2852420" y="228600"/>
                  </a:lnTo>
                  <a:lnTo>
                    <a:pt x="2847340" y="222250"/>
                  </a:lnTo>
                  <a:lnTo>
                    <a:pt x="2840990" y="217170"/>
                  </a:lnTo>
                  <a:lnTo>
                    <a:pt x="2835910" y="212090"/>
                  </a:lnTo>
                  <a:lnTo>
                    <a:pt x="2829560" y="207010"/>
                  </a:lnTo>
                  <a:lnTo>
                    <a:pt x="2816860" y="201930"/>
                  </a:lnTo>
                  <a:lnTo>
                    <a:pt x="2794000" y="198120"/>
                  </a:lnTo>
                  <a:lnTo>
                    <a:pt x="2787650" y="199390"/>
                  </a:lnTo>
                  <a:lnTo>
                    <a:pt x="2781300" y="199390"/>
                  </a:lnTo>
                  <a:lnTo>
                    <a:pt x="2774950" y="200660"/>
                  </a:lnTo>
                  <a:lnTo>
                    <a:pt x="2768600" y="203200"/>
                  </a:lnTo>
                  <a:lnTo>
                    <a:pt x="2762250" y="204470"/>
                  </a:lnTo>
                  <a:lnTo>
                    <a:pt x="2755900" y="208280"/>
                  </a:lnTo>
                  <a:lnTo>
                    <a:pt x="2749550" y="210820"/>
                  </a:lnTo>
                  <a:lnTo>
                    <a:pt x="2744470" y="215900"/>
                  </a:lnTo>
                  <a:lnTo>
                    <a:pt x="2739390" y="219710"/>
                  </a:lnTo>
                  <a:lnTo>
                    <a:pt x="2733040" y="224790"/>
                  </a:lnTo>
                  <a:lnTo>
                    <a:pt x="2720340" y="237490"/>
                  </a:lnTo>
                  <a:lnTo>
                    <a:pt x="2715260" y="243840"/>
                  </a:lnTo>
                  <a:lnTo>
                    <a:pt x="2708910" y="251460"/>
                  </a:lnTo>
                  <a:lnTo>
                    <a:pt x="2696210" y="267970"/>
                  </a:lnTo>
                  <a:lnTo>
                    <a:pt x="2696210" y="212090"/>
                  </a:lnTo>
                  <a:lnTo>
                    <a:pt x="2562860" y="212090"/>
                  </a:lnTo>
                  <a:lnTo>
                    <a:pt x="2562860" y="228600"/>
                  </a:lnTo>
                  <a:lnTo>
                    <a:pt x="2567940" y="229870"/>
                  </a:lnTo>
                  <a:lnTo>
                    <a:pt x="2571750" y="231140"/>
                  </a:lnTo>
                  <a:lnTo>
                    <a:pt x="2576830" y="233680"/>
                  </a:lnTo>
                  <a:lnTo>
                    <a:pt x="2580640" y="234950"/>
                  </a:lnTo>
                  <a:lnTo>
                    <a:pt x="2583180" y="237490"/>
                  </a:lnTo>
                  <a:lnTo>
                    <a:pt x="2585720" y="238760"/>
                  </a:lnTo>
                  <a:lnTo>
                    <a:pt x="2588260" y="241300"/>
                  </a:lnTo>
                  <a:lnTo>
                    <a:pt x="2588260" y="242570"/>
                  </a:lnTo>
                  <a:lnTo>
                    <a:pt x="2590800" y="245110"/>
                  </a:lnTo>
                  <a:lnTo>
                    <a:pt x="2592070" y="247650"/>
                  </a:lnTo>
                  <a:lnTo>
                    <a:pt x="2593340" y="248920"/>
                  </a:lnTo>
                  <a:lnTo>
                    <a:pt x="2593340" y="254000"/>
                  </a:lnTo>
                  <a:lnTo>
                    <a:pt x="2595880" y="266700"/>
                  </a:lnTo>
                  <a:lnTo>
                    <a:pt x="2597150" y="275590"/>
                  </a:lnTo>
                  <a:lnTo>
                    <a:pt x="2597150" y="586740"/>
                  </a:lnTo>
                  <a:lnTo>
                    <a:pt x="2594610" y="601980"/>
                  </a:lnTo>
                  <a:lnTo>
                    <a:pt x="2594610" y="607060"/>
                  </a:lnTo>
                  <a:lnTo>
                    <a:pt x="2593340" y="609600"/>
                  </a:lnTo>
                  <a:lnTo>
                    <a:pt x="2593340" y="613410"/>
                  </a:lnTo>
                  <a:lnTo>
                    <a:pt x="2592070" y="614680"/>
                  </a:lnTo>
                  <a:lnTo>
                    <a:pt x="2590800" y="617220"/>
                  </a:lnTo>
                  <a:lnTo>
                    <a:pt x="2589530" y="618490"/>
                  </a:lnTo>
                  <a:lnTo>
                    <a:pt x="2588260" y="621030"/>
                  </a:lnTo>
                  <a:lnTo>
                    <a:pt x="2585720" y="623570"/>
                  </a:lnTo>
                  <a:lnTo>
                    <a:pt x="2583180" y="624840"/>
                  </a:lnTo>
                  <a:lnTo>
                    <a:pt x="2580640" y="627380"/>
                  </a:lnTo>
                  <a:lnTo>
                    <a:pt x="2575560" y="628650"/>
                  </a:lnTo>
                  <a:lnTo>
                    <a:pt x="2571750" y="631190"/>
                  </a:lnTo>
                  <a:lnTo>
                    <a:pt x="2566670" y="632460"/>
                  </a:lnTo>
                  <a:lnTo>
                    <a:pt x="2562860" y="633730"/>
                  </a:lnTo>
                  <a:lnTo>
                    <a:pt x="2562860" y="650240"/>
                  </a:lnTo>
                  <a:lnTo>
                    <a:pt x="2727960" y="650240"/>
                  </a:lnTo>
                  <a:lnTo>
                    <a:pt x="2727960" y="633730"/>
                  </a:lnTo>
                  <a:lnTo>
                    <a:pt x="2720340" y="631190"/>
                  </a:lnTo>
                  <a:lnTo>
                    <a:pt x="2712720" y="627380"/>
                  </a:lnTo>
                  <a:lnTo>
                    <a:pt x="2708910" y="623570"/>
                  </a:lnTo>
                  <a:lnTo>
                    <a:pt x="2706370" y="623570"/>
                  </a:lnTo>
                  <a:lnTo>
                    <a:pt x="2706370" y="621030"/>
                  </a:lnTo>
                  <a:lnTo>
                    <a:pt x="2703830" y="618490"/>
                  </a:lnTo>
                  <a:lnTo>
                    <a:pt x="2702560" y="615950"/>
                  </a:lnTo>
                  <a:lnTo>
                    <a:pt x="2701290" y="614680"/>
                  </a:lnTo>
                  <a:lnTo>
                    <a:pt x="2701290" y="613410"/>
                  </a:lnTo>
                  <a:lnTo>
                    <a:pt x="2700020" y="609600"/>
                  </a:lnTo>
                  <a:lnTo>
                    <a:pt x="2700020" y="608330"/>
                  </a:lnTo>
                  <a:lnTo>
                    <a:pt x="2698750" y="601980"/>
                  </a:lnTo>
                  <a:lnTo>
                    <a:pt x="2697480" y="594360"/>
                  </a:lnTo>
                  <a:lnTo>
                    <a:pt x="2697480" y="586740"/>
                  </a:lnTo>
                  <a:lnTo>
                    <a:pt x="2696210" y="576580"/>
                  </a:lnTo>
                  <a:lnTo>
                    <a:pt x="2696210" y="320040"/>
                  </a:lnTo>
                  <a:lnTo>
                    <a:pt x="2702560" y="306070"/>
                  </a:lnTo>
                  <a:lnTo>
                    <a:pt x="2708910" y="293370"/>
                  </a:lnTo>
                  <a:lnTo>
                    <a:pt x="2712720" y="289560"/>
                  </a:lnTo>
                  <a:lnTo>
                    <a:pt x="2716530" y="284480"/>
                  </a:lnTo>
                  <a:lnTo>
                    <a:pt x="2719070" y="279400"/>
                  </a:lnTo>
                  <a:lnTo>
                    <a:pt x="2722880" y="276860"/>
                  </a:lnTo>
                  <a:lnTo>
                    <a:pt x="2726690" y="273050"/>
                  </a:lnTo>
                  <a:lnTo>
                    <a:pt x="2730500" y="270510"/>
                  </a:lnTo>
                  <a:lnTo>
                    <a:pt x="2733040" y="267970"/>
                  </a:lnTo>
                  <a:lnTo>
                    <a:pt x="2736850" y="265430"/>
                  </a:lnTo>
                  <a:lnTo>
                    <a:pt x="2748280" y="261620"/>
                  </a:lnTo>
                  <a:lnTo>
                    <a:pt x="2754630" y="261620"/>
                  </a:lnTo>
                  <a:lnTo>
                    <a:pt x="2755900" y="262890"/>
                  </a:lnTo>
                  <a:lnTo>
                    <a:pt x="2758440" y="262890"/>
                  </a:lnTo>
                  <a:lnTo>
                    <a:pt x="2760980" y="264160"/>
                  </a:lnTo>
                  <a:lnTo>
                    <a:pt x="2762250" y="265430"/>
                  </a:lnTo>
                  <a:lnTo>
                    <a:pt x="2767330" y="267970"/>
                  </a:lnTo>
                  <a:lnTo>
                    <a:pt x="2771140" y="271780"/>
                  </a:lnTo>
                  <a:lnTo>
                    <a:pt x="2772410" y="274320"/>
                  </a:lnTo>
                  <a:lnTo>
                    <a:pt x="2773680" y="275590"/>
                  </a:lnTo>
                  <a:lnTo>
                    <a:pt x="2774950" y="279400"/>
                  </a:lnTo>
                  <a:lnTo>
                    <a:pt x="2777490" y="284480"/>
                  </a:lnTo>
                  <a:lnTo>
                    <a:pt x="2778760" y="288290"/>
                  </a:lnTo>
                  <a:lnTo>
                    <a:pt x="2778760" y="292100"/>
                  </a:lnTo>
                  <a:lnTo>
                    <a:pt x="2780030" y="295910"/>
                  </a:lnTo>
                  <a:lnTo>
                    <a:pt x="2780030" y="300990"/>
                  </a:lnTo>
                  <a:lnTo>
                    <a:pt x="2781300" y="307340"/>
                  </a:lnTo>
                  <a:lnTo>
                    <a:pt x="2781300" y="314960"/>
                  </a:lnTo>
                  <a:lnTo>
                    <a:pt x="2782570" y="335280"/>
                  </a:lnTo>
                  <a:lnTo>
                    <a:pt x="2782570" y="584200"/>
                  </a:lnTo>
                  <a:lnTo>
                    <a:pt x="2780030" y="599440"/>
                  </a:lnTo>
                  <a:lnTo>
                    <a:pt x="2778760" y="604520"/>
                  </a:lnTo>
                  <a:lnTo>
                    <a:pt x="2778760" y="607060"/>
                  </a:lnTo>
                  <a:lnTo>
                    <a:pt x="2777490" y="609600"/>
                  </a:lnTo>
                  <a:lnTo>
                    <a:pt x="2777490" y="612140"/>
                  </a:lnTo>
                  <a:lnTo>
                    <a:pt x="2776220" y="614680"/>
                  </a:lnTo>
                  <a:lnTo>
                    <a:pt x="2774950" y="615950"/>
                  </a:lnTo>
                  <a:lnTo>
                    <a:pt x="2773680" y="618490"/>
                  </a:lnTo>
                  <a:lnTo>
                    <a:pt x="2772410" y="619760"/>
                  </a:lnTo>
                  <a:lnTo>
                    <a:pt x="2771140" y="622300"/>
                  </a:lnTo>
                  <a:lnTo>
                    <a:pt x="2769870" y="623570"/>
                  </a:lnTo>
                  <a:lnTo>
                    <a:pt x="2767330" y="624840"/>
                  </a:lnTo>
                  <a:lnTo>
                    <a:pt x="2764790" y="627380"/>
                  </a:lnTo>
                  <a:lnTo>
                    <a:pt x="2762250" y="628650"/>
                  </a:lnTo>
                  <a:lnTo>
                    <a:pt x="2760980" y="629920"/>
                  </a:lnTo>
                  <a:lnTo>
                    <a:pt x="2758440" y="631190"/>
                  </a:lnTo>
                  <a:lnTo>
                    <a:pt x="2754630" y="632460"/>
                  </a:lnTo>
                  <a:lnTo>
                    <a:pt x="2749550" y="633730"/>
                  </a:lnTo>
                  <a:lnTo>
                    <a:pt x="2749550" y="650240"/>
                  </a:lnTo>
                  <a:lnTo>
                    <a:pt x="2915920" y="650240"/>
                  </a:lnTo>
                  <a:lnTo>
                    <a:pt x="2915920" y="633730"/>
                  </a:lnTo>
                  <a:close/>
                </a:path>
                <a:path w="7024370" h="854710">
                  <a:moveTo>
                    <a:pt x="3239770" y="548640"/>
                  </a:moveTo>
                  <a:lnTo>
                    <a:pt x="3228340" y="537210"/>
                  </a:lnTo>
                  <a:lnTo>
                    <a:pt x="3218180" y="551180"/>
                  </a:lnTo>
                  <a:lnTo>
                    <a:pt x="3213100" y="556260"/>
                  </a:lnTo>
                  <a:lnTo>
                    <a:pt x="3209290" y="562610"/>
                  </a:lnTo>
                  <a:lnTo>
                    <a:pt x="3205480" y="566420"/>
                  </a:lnTo>
                  <a:lnTo>
                    <a:pt x="3200400" y="570230"/>
                  </a:lnTo>
                  <a:lnTo>
                    <a:pt x="3192780" y="577850"/>
                  </a:lnTo>
                  <a:lnTo>
                    <a:pt x="3185160" y="582930"/>
                  </a:lnTo>
                  <a:lnTo>
                    <a:pt x="3180080" y="584200"/>
                  </a:lnTo>
                  <a:lnTo>
                    <a:pt x="3168650" y="588010"/>
                  </a:lnTo>
                  <a:lnTo>
                    <a:pt x="3153410" y="588010"/>
                  </a:lnTo>
                  <a:lnTo>
                    <a:pt x="3140710" y="585470"/>
                  </a:lnTo>
                  <a:lnTo>
                    <a:pt x="3135630" y="582930"/>
                  </a:lnTo>
                  <a:lnTo>
                    <a:pt x="3129280" y="580390"/>
                  </a:lnTo>
                  <a:lnTo>
                    <a:pt x="3124200" y="577850"/>
                  </a:lnTo>
                  <a:lnTo>
                    <a:pt x="3119120" y="572770"/>
                  </a:lnTo>
                  <a:lnTo>
                    <a:pt x="3114040" y="568960"/>
                  </a:lnTo>
                  <a:lnTo>
                    <a:pt x="3107690" y="561340"/>
                  </a:lnTo>
                  <a:lnTo>
                    <a:pt x="3102610" y="552450"/>
                  </a:lnTo>
                  <a:lnTo>
                    <a:pt x="3096260" y="543560"/>
                  </a:lnTo>
                  <a:lnTo>
                    <a:pt x="3086100" y="523240"/>
                  </a:lnTo>
                  <a:lnTo>
                    <a:pt x="3082290" y="510540"/>
                  </a:lnTo>
                  <a:lnTo>
                    <a:pt x="3077210" y="497840"/>
                  </a:lnTo>
                  <a:lnTo>
                    <a:pt x="3073400" y="483870"/>
                  </a:lnTo>
                  <a:lnTo>
                    <a:pt x="3070860" y="469900"/>
                  </a:lnTo>
                  <a:lnTo>
                    <a:pt x="3067050" y="455930"/>
                  </a:lnTo>
                  <a:lnTo>
                    <a:pt x="3064510" y="440690"/>
                  </a:lnTo>
                  <a:lnTo>
                    <a:pt x="3059430" y="381000"/>
                  </a:lnTo>
                  <a:lnTo>
                    <a:pt x="3059430" y="347980"/>
                  </a:lnTo>
                  <a:lnTo>
                    <a:pt x="3061970" y="314960"/>
                  </a:lnTo>
                  <a:lnTo>
                    <a:pt x="3064510" y="300990"/>
                  </a:lnTo>
                  <a:lnTo>
                    <a:pt x="3069590" y="275590"/>
                  </a:lnTo>
                  <a:lnTo>
                    <a:pt x="3073400" y="265430"/>
                  </a:lnTo>
                  <a:lnTo>
                    <a:pt x="3074670" y="260350"/>
                  </a:lnTo>
                  <a:lnTo>
                    <a:pt x="3077210" y="255270"/>
                  </a:lnTo>
                  <a:lnTo>
                    <a:pt x="3081020" y="250190"/>
                  </a:lnTo>
                  <a:lnTo>
                    <a:pt x="3084830" y="242570"/>
                  </a:lnTo>
                  <a:lnTo>
                    <a:pt x="3087370" y="241300"/>
                  </a:lnTo>
                  <a:lnTo>
                    <a:pt x="3088640" y="238760"/>
                  </a:lnTo>
                  <a:lnTo>
                    <a:pt x="3091180" y="237490"/>
                  </a:lnTo>
                  <a:lnTo>
                    <a:pt x="3093720" y="234950"/>
                  </a:lnTo>
                  <a:lnTo>
                    <a:pt x="3096260" y="233680"/>
                  </a:lnTo>
                  <a:lnTo>
                    <a:pt x="3097530" y="233680"/>
                  </a:lnTo>
                  <a:lnTo>
                    <a:pt x="3100070" y="232410"/>
                  </a:lnTo>
                  <a:lnTo>
                    <a:pt x="3102610" y="232410"/>
                  </a:lnTo>
                  <a:lnTo>
                    <a:pt x="3103880" y="231140"/>
                  </a:lnTo>
                  <a:lnTo>
                    <a:pt x="3108960" y="231140"/>
                  </a:lnTo>
                  <a:lnTo>
                    <a:pt x="3111500" y="232410"/>
                  </a:lnTo>
                  <a:lnTo>
                    <a:pt x="3112770" y="232410"/>
                  </a:lnTo>
                  <a:lnTo>
                    <a:pt x="3114040" y="233680"/>
                  </a:lnTo>
                  <a:lnTo>
                    <a:pt x="3116580" y="233680"/>
                  </a:lnTo>
                  <a:lnTo>
                    <a:pt x="3119120" y="236220"/>
                  </a:lnTo>
                  <a:lnTo>
                    <a:pt x="3120390" y="236220"/>
                  </a:lnTo>
                  <a:lnTo>
                    <a:pt x="3120390" y="238760"/>
                  </a:lnTo>
                  <a:lnTo>
                    <a:pt x="3121660" y="238760"/>
                  </a:lnTo>
                  <a:lnTo>
                    <a:pt x="3125470" y="242570"/>
                  </a:lnTo>
                  <a:lnTo>
                    <a:pt x="3126740" y="245110"/>
                  </a:lnTo>
                  <a:lnTo>
                    <a:pt x="3126740" y="246380"/>
                  </a:lnTo>
                  <a:lnTo>
                    <a:pt x="3128010" y="247650"/>
                  </a:lnTo>
                  <a:lnTo>
                    <a:pt x="3129280" y="250190"/>
                  </a:lnTo>
                  <a:lnTo>
                    <a:pt x="3130550" y="254000"/>
                  </a:lnTo>
                  <a:lnTo>
                    <a:pt x="3131820" y="259080"/>
                  </a:lnTo>
                  <a:lnTo>
                    <a:pt x="3133090" y="265430"/>
                  </a:lnTo>
                  <a:lnTo>
                    <a:pt x="3134360" y="270510"/>
                  </a:lnTo>
                  <a:lnTo>
                    <a:pt x="3134360" y="276860"/>
                  </a:lnTo>
                  <a:lnTo>
                    <a:pt x="3135630" y="284480"/>
                  </a:lnTo>
                  <a:lnTo>
                    <a:pt x="3136900" y="295910"/>
                  </a:lnTo>
                  <a:lnTo>
                    <a:pt x="3136900" y="306070"/>
                  </a:lnTo>
                  <a:lnTo>
                    <a:pt x="3139440" y="316230"/>
                  </a:lnTo>
                  <a:lnTo>
                    <a:pt x="3140710" y="323850"/>
                  </a:lnTo>
                  <a:lnTo>
                    <a:pt x="3143250" y="332740"/>
                  </a:lnTo>
                  <a:lnTo>
                    <a:pt x="3144520" y="335280"/>
                  </a:lnTo>
                  <a:lnTo>
                    <a:pt x="3145790" y="339090"/>
                  </a:lnTo>
                  <a:lnTo>
                    <a:pt x="3148330" y="344170"/>
                  </a:lnTo>
                  <a:lnTo>
                    <a:pt x="3150870" y="347980"/>
                  </a:lnTo>
                  <a:lnTo>
                    <a:pt x="3152140" y="349250"/>
                  </a:lnTo>
                  <a:lnTo>
                    <a:pt x="3155950" y="354330"/>
                  </a:lnTo>
                  <a:lnTo>
                    <a:pt x="3157220" y="355600"/>
                  </a:lnTo>
                  <a:lnTo>
                    <a:pt x="3158490" y="358140"/>
                  </a:lnTo>
                  <a:lnTo>
                    <a:pt x="3163570" y="360680"/>
                  </a:lnTo>
                  <a:lnTo>
                    <a:pt x="3164840" y="361950"/>
                  </a:lnTo>
                  <a:lnTo>
                    <a:pt x="3169920" y="364490"/>
                  </a:lnTo>
                  <a:lnTo>
                    <a:pt x="3171190" y="365760"/>
                  </a:lnTo>
                  <a:lnTo>
                    <a:pt x="3176270" y="367030"/>
                  </a:lnTo>
                  <a:lnTo>
                    <a:pt x="3181350" y="367030"/>
                  </a:lnTo>
                  <a:lnTo>
                    <a:pt x="3186430" y="368300"/>
                  </a:lnTo>
                  <a:lnTo>
                    <a:pt x="3191510" y="367030"/>
                  </a:lnTo>
                  <a:lnTo>
                    <a:pt x="3195320" y="367030"/>
                  </a:lnTo>
                  <a:lnTo>
                    <a:pt x="3200400" y="365760"/>
                  </a:lnTo>
                  <a:lnTo>
                    <a:pt x="3201670" y="365760"/>
                  </a:lnTo>
                  <a:lnTo>
                    <a:pt x="3204210" y="364490"/>
                  </a:lnTo>
                  <a:lnTo>
                    <a:pt x="3205480" y="363220"/>
                  </a:lnTo>
                  <a:lnTo>
                    <a:pt x="3208020" y="361950"/>
                  </a:lnTo>
                  <a:lnTo>
                    <a:pt x="3209290" y="360680"/>
                  </a:lnTo>
                  <a:lnTo>
                    <a:pt x="3211830" y="359410"/>
                  </a:lnTo>
                  <a:lnTo>
                    <a:pt x="3213100" y="356870"/>
                  </a:lnTo>
                  <a:lnTo>
                    <a:pt x="3218180" y="351790"/>
                  </a:lnTo>
                  <a:lnTo>
                    <a:pt x="3219450" y="349250"/>
                  </a:lnTo>
                  <a:lnTo>
                    <a:pt x="3220720" y="347980"/>
                  </a:lnTo>
                  <a:lnTo>
                    <a:pt x="3225800" y="337820"/>
                  </a:lnTo>
                  <a:lnTo>
                    <a:pt x="3225800" y="335280"/>
                  </a:lnTo>
                  <a:lnTo>
                    <a:pt x="3227070" y="334010"/>
                  </a:lnTo>
                  <a:lnTo>
                    <a:pt x="3228340" y="330200"/>
                  </a:lnTo>
                  <a:lnTo>
                    <a:pt x="3228340" y="327660"/>
                  </a:lnTo>
                  <a:lnTo>
                    <a:pt x="3229610" y="322580"/>
                  </a:lnTo>
                  <a:lnTo>
                    <a:pt x="3229610" y="293370"/>
                  </a:lnTo>
                  <a:lnTo>
                    <a:pt x="3227070" y="283210"/>
                  </a:lnTo>
                  <a:lnTo>
                    <a:pt x="3225800" y="279400"/>
                  </a:lnTo>
                  <a:lnTo>
                    <a:pt x="3223260" y="269240"/>
                  </a:lnTo>
                  <a:lnTo>
                    <a:pt x="3220720" y="264160"/>
                  </a:lnTo>
                  <a:lnTo>
                    <a:pt x="3218180" y="260350"/>
                  </a:lnTo>
                  <a:lnTo>
                    <a:pt x="3213100" y="250190"/>
                  </a:lnTo>
                  <a:lnTo>
                    <a:pt x="3206750" y="241300"/>
                  </a:lnTo>
                  <a:lnTo>
                    <a:pt x="3200400" y="233680"/>
                  </a:lnTo>
                  <a:lnTo>
                    <a:pt x="3196590" y="228600"/>
                  </a:lnTo>
                  <a:lnTo>
                    <a:pt x="3191510" y="224790"/>
                  </a:lnTo>
                  <a:lnTo>
                    <a:pt x="3187700" y="220980"/>
                  </a:lnTo>
                  <a:lnTo>
                    <a:pt x="3175000" y="212090"/>
                  </a:lnTo>
                  <a:lnTo>
                    <a:pt x="3164840" y="207010"/>
                  </a:lnTo>
                  <a:lnTo>
                    <a:pt x="3154680" y="203200"/>
                  </a:lnTo>
                  <a:lnTo>
                    <a:pt x="3143250" y="200660"/>
                  </a:lnTo>
                  <a:lnTo>
                    <a:pt x="3119120" y="198120"/>
                  </a:lnTo>
                  <a:lnTo>
                    <a:pt x="3083560" y="203200"/>
                  </a:lnTo>
                  <a:lnTo>
                    <a:pt x="3074670" y="207010"/>
                  </a:lnTo>
                  <a:lnTo>
                    <a:pt x="3067050" y="209550"/>
                  </a:lnTo>
                  <a:lnTo>
                    <a:pt x="3044190" y="224790"/>
                  </a:lnTo>
                  <a:lnTo>
                    <a:pt x="3037840" y="231140"/>
                  </a:lnTo>
                  <a:lnTo>
                    <a:pt x="3030220" y="237490"/>
                  </a:lnTo>
                  <a:lnTo>
                    <a:pt x="3006090" y="270510"/>
                  </a:lnTo>
                  <a:lnTo>
                    <a:pt x="2984500" y="316230"/>
                  </a:lnTo>
                  <a:lnTo>
                    <a:pt x="2973070" y="354330"/>
                  </a:lnTo>
                  <a:lnTo>
                    <a:pt x="2966720" y="394970"/>
                  </a:lnTo>
                  <a:lnTo>
                    <a:pt x="2964180" y="438150"/>
                  </a:lnTo>
                  <a:lnTo>
                    <a:pt x="2966720" y="482600"/>
                  </a:lnTo>
                  <a:lnTo>
                    <a:pt x="2974340" y="524510"/>
                  </a:lnTo>
                  <a:lnTo>
                    <a:pt x="2987040" y="562610"/>
                  </a:lnTo>
                  <a:lnTo>
                    <a:pt x="3008630" y="605790"/>
                  </a:lnTo>
                  <a:lnTo>
                    <a:pt x="3042920" y="642620"/>
                  </a:lnTo>
                  <a:lnTo>
                    <a:pt x="3050540" y="646430"/>
                  </a:lnTo>
                  <a:lnTo>
                    <a:pt x="3063240" y="654050"/>
                  </a:lnTo>
                  <a:lnTo>
                    <a:pt x="3069590" y="656590"/>
                  </a:lnTo>
                  <a:lnTo>
                    <a:pt x="3077210" y="659130"/>
                  </a:lnTo>
                  <a:lnTo>
                    <a:pt x="3092450" y="661670"/>
                  </a:lnTo>
                  <a:lnTo>
                    <a:pt x="3108960" y="662940"/>
                  </a:lnTo>
                  <a:lnTo>
                    <a:pt x="3117850" y="662940"/>
                  </a:lnTo>
                  <a:lnTo>
                    <a:pt x="3128010" y="661670"/>
                  </a:lnTo>
                  <a:lnTo>
                    <a:pt x="3136900" y="659130"/>
                  </a:lnTo>
                  <a:lnTo>
                    <a:pt x="3145790" y="655320"/>
                  </a:lnTo>
                  <a:lnTo>
                    <a:pt x="3155950" y="651510"/>
                  </a:lnTo>
                  <a:lnTo>
                    <a:pt x="3199130" y="618490"/>
                  </a:lnTo>
                  <a:lnTo>
                    <a:pt x="3213100" y="599440"/>
                  </a:lnTo>
                  <a:lnTo>
                    <a:pt x="3220720" y="588010"/>
                  </a:lnTo>
                  <a:lnTo>
                    <a:pt x="3233420" y="562610"/>
                  </a:lnTo>
                  <a:lnTo>
                    <a:pt x="3239770" y="548640"/>
                  </a:lnTo>
                  <a:close/>
                </a:path>
                <a:path w="7024370" h="854710">
                  <a:moveTo>
                    <a:pt x="3557270" y="415290"/>
                  </a:moveTo>
                  <a:lnTo>
                    <a:pt x="3556000" y="389890"/>
                  </a:lnTo>
                  <a:lnTo>
                    <a:pt x="3555327" y="383540"/>
                  </a:lnTo>
                  <a:lnTo>
                    <a:pt x="3550920" y="341630"/>
                  </a:lnTo>
                  <a:lnTo>
                    <a:pt x="3540760" y="302260"/>
                  </a:lnTo>
                  <a:lnTo>
                    <a:pt x="3522980" y="260350"/>
                  </a:lnTo>
                  <a:lnTo>
                    <a:pt x="3498850" y="229870"/>
                  </a:lnTo>
                  <a:lnTo>
                    <a:pt x="3497580" y="228600"/>
                  </a:lnTo>
                  <a:lnTo>
                    <a:pt x="3488690" y="219710"/>
                  </a:lnTo>
                  <a:lnTo>
                    <a:pt x="3478530" y="212090"/>
                  </a:lnTo>
                  <a:lnTo>
                    <a:pt x="3473450" y="209550"/>
                  </a:lnTo>
                  <a:lnTo>
                    <a:pt x="3470910" y="208534"/>
                  </a:lnTo>
                  <a:lnTo>
                    <a:pt x="3470910" y="349250"/>
                  </a:lnTo>
                  <a:lnTo>
                    <a:pt x="3470910" y="383540"/>
                  </a:lnTo>
                  <a:lnTo>
                    <a:pt x="3375660" y="383540"/>
                  </a:lnTo>
                  <a:lnTo>
                    <a:pt x="3375660" y="367030"/>
                  </a:lnTo>
                  <a:lnTo>
                    <a:pt x="3376930" y="349250"/>
                  </a:lnTo>
                  <a:lnTo>
                    <a:pt x="3376930" y="332740"/>
                  </a:lnTo>
                  <a:lnTo>
                    <a:pt x="3379470" y="317500"/>
                  </a:lnTo>
                  <a:lnTo>
                    <a:pt x="3380740" y="302260"/>
                  </a:lnTo>
                  <a:lnTo>
                    <a:pt x="3384550" y="288290"/>
                  </a:lnTo>
                  <a:lnTo>
                    <a:pt x="3402330" y="242570"/>
                  </a:lnTo>
                  <a:lnTo>
                    <a:pt x="3412490" y="233680"/>
                  </a:lnTo>
                  <a:lnTo>
                    <a:pt x="3413760" y="232410"/>
                  </a:lnTo>
                  <a:lnTo>
                    <a:pt x="3416300" y="231140"/>
                  </a:lnTo>
                  <a:lnTo>
                    <a:pt x="3417570" y="229870"/>
                  </a:lnTo>
                  <a:lnTo>
                    <a:pt x="3422650" y="229870"/>
                  </a:lnTo>
                  <a:lnTo>
                    <a:pt x="3423920" y="228600"/>
                  </a:lnTo>
                  <a:lnTo>
                    <a:pt x="3430270" y="228600"/>
                  </a:lnTo>
                  <a:lnTo>
                    <a:pt x="3432810" y="229870"/>
                  </a:lnTo>
                  <a:lnTo>
                    <a:pt x="3435350" y="229870"/>
                  </a:lnTo>
                  <a:lnTo>
                    <a:pt x="3440430" y="232410"/>
                  </a:lnTo>
                  <a:lnTo>
                    <a:pt x="3444240" y="236220"/>
                  </a:lnTo>
                  <a:lnTo>
                    <a:pt x="3446780" y="237490"/>
                  </a:lnTo>
                  <a:lnTo>
                    <a:pt x="3449320" y="241300"/>
                  </a:lnTo>
                  <a:lnTo>
                    <a:pt x="3451860" y="246380"/>
                  </a:lnTo>
                  <a:lnTo>
                    <a:pt x="3454400" y="250190"/>
                  </a:lnTo>
                  <a:lnTo>
                    <a:pt x="3459480" y="260350"/>
                  </a:lnTo>
                  <a:lnTo>
                    <a:pt x="3462020" y="266700"/>
                  </a:lnTo>
                  <a:lnTo>
                    <a:pt x="3464560" y="279400"/>
                  </a:lnTo>
                  <a:lnTo>
                    <a:pt x="3465830" y="288290"/>
                  </a:lnTo>
                  <a:lnTo>
                    <a:pt x="3468370" y="297180"/>
                  </a:lnTo>
                  <a:lnTo>
                    <a:pt x="3468370" y="308610"/>
                  </a:lnTo>
                  <a:lnTo>
                    <a:pt x="3469640" y="320040"/>
                  </a:lnTo>
                  <a:lnTo>
                    <a:pt x="3470910" y="349250"/>
                  </a:lnTo>
                  <a:lnTo>
                    <a:pt x="3470910" y="208534"/>
                  </a:lnTo>
                  <a:lnTo>
                    <a:pt x="3467100" y="207010"/>
                  </a:lnTo>
                  <a:lnTo>
                    <a:pt x="3462020" y="204470"/>
                  </a:lnTo>
                  <a:lnTo>
                    <a:pt x="3455670" y="201930"/>
                  </a:lnTo>
                  <a:lnTo>
                    <a:pt x="3449320" y="200660"/>
                  </a:lnTo>
                  <a:lnTo>
                    <a:pt x="3444240" y="199390"/>
                  </a:lnTo>
                  <a:lnTo>
                    <a:pt x="3437890" y="198120"/>
                  </a:lnTo>
                  <a:lnTo>
                    <a:pt x="3431540" y="198120"/>
                  </a:lnTo>
                  <a:lnTo>
                    <a:pt x="3423920" y="199390"/>
                  </a:lnTo>
                  <a:lnTo>
                    <a:pt x="3417570" y="199390"/>
                  </a:lnTo>
                  <a:lnTo>
                    <a:pt x="3409950" y="200660"/>
                  </a:lnTo>
                  <a:lnTo>
                    <a:pt x="3402330" y="203200"/>
                  </a:lnTo>
                  <a:lnTo>
                    <a:pt x="3395980" y="204470"/>
                  </a:lnTo>
                  <a:lnTo>
                    <a:pt x="3389630" y="208280"/>
                  </a:lnTo>
                  <a:lnTo>
                    <a:pt x="3382010" y="210820"/>
                  </a:lnTo>
                  <a:lnTo>
                    <a:pt x="3375660" y="214630"/>
                  </a:lnTo>
                  <a:lnTo>
                    <a:pt x="3338830" y="248920"/>
                  </a:lnTo>
                  <a:lnTo>
                    <a:pt x="3317240" y="280670"/>
                  </a:lnTo>
                  <a:lnTo>
                    <a:pt x="3313430" y="289560"/>
                  </a:lnTo>
                  <a:lnTo>
                    <a:pt x="3308350" y="298450"/>
                  </a:lnTo>
                  <a:lnTo>
                    <a:pt x="3300730" y="318770"/>
                  </a:lnTo>
                  <a:lnTo>
                    <a:pt x="3294380" y="339090"/>
                  </a:lnTo>
                  <a:lnTo>
                    <a:pt x="3290570" y="361950"/>
                  </a:lnTo>
                  <a:lnTo>
                    <a:pt x="3285490" y="386080"/>
                  </a:lnTo>
                  <a:lnTo>
                    <a:pt x="3284220" y="411480"/>
                  </a:lnTo>
                  <a:lnTo>
                    <a:pt x="3282950" y="438150"/>
                  </a:lnTo>
                  <a:lnTo>
                    <a:pt x="3285490" y="481330"/>
                  </a:lnTo>
                  <a:lnTo>
                    <a:pt x="3290570" y="520700"/>
                  </a:lnTo>
                  <a:lnTo>
                    <a:pt x="3307080" y="572770"/>
                  </a:lnTo>
                  <a:lnTo>
                    <a:pt x="3328670" y="613410"/>
                  </a:lnTo>
                  <a:lnTo>
                    <a:pt x="3341370" y="627380"/>
                  </a:lnTo>
                  <a:lnTo>
                    <a:pt x="3346450" y="633730"/>
                  </a:lnTo>
                  <a:lnTo>
                    <a:pt x="3382010" y="655320"/>
                  </a:lnTo>
                  <a:lnTo>
                    <a:pt x="3389630" y="659130"/>
                  </a:lnTo>
                  <a:lnTo>
                    <a:pt x="3398520" y="660400"/>
                  </a:lnTo>
                  <a:lnTo>
                    <a:pt x="3406140" y="661670"/>
                  </a:lnTo>
                  <a:lnTo>
                    <a:pt x="3415030" y="662940"/>
                  </a:lnTo>
                  <a:lnTo>
                    <a:pt x="3435350" y="662940"/>
                  </a:lnTo>
                  <a:lnTo>
                    <a:pt x="3444240" y="661670"/>
                  </a:lnTo>
                  <a:lnTo>
                    <a:pt x="3482340" y="646430"/>
                  </a:lnTo>
                  <a:lnTo>
                    <a:pt x="3521710" y="604520"/>
                  </a:lnTo>
                  <a:lnTo>
                    <a:pt x="3543300" y="563880"/>
                  </a:lnTo>
                  <a:lnTo>
                    <a:pt x="3550920" y="547370"/>
                  </a:lnTo>
                  <a:lnTo>
                    <a:pt x="3557270" y="529590"/>
                  </a:lnTo>
                  <a:lnTo>
                    <a:pt x="3545840" y="519430"/>
                  </a:lnTo>
                  <a:lnTo>
                    <a:pt x="3540760" y="529590"/>
                  </a:lnTo>
                  <a:lnTo>
                    <a:pt x="3535680" y="538480"/>
                  </a:lnTo>
                  <a:lnTo>
                    <a:pt x="3531870" y="546100"/>
                  </a:lnTo>
                  <a:lnTo>
                    <a:pt x="3521710" y="561340"/>
                  </a:lnTo>
                  <a:lnTo>
                    <a:pt x="3517900" y="566420"/>
                  </a:lnTo>
                  <a:lnTo>
                    <a:pt x="3512820" y="571500"/>
                  </a:lnTo>
                  <a:lnTo>
                    <a:pt x="3509010" y="576580"/>
                  </a:lnTo>
                  <a:lnTo>
                    <a:pt x="3503930" y="580390"/>
                  </a:lnTo>
                  <a:lnTo>
                    <a:pt x="3500120" y="582930"/>
                  </a:lnTo>
                  <a:lnTo>
                    <a:pt x="3495040" y="585470"/>
                  </a:lnTo>
                  <a:lnTo>
                    <a:pt x="3491230" y="588010"/>
                  </a:lnTo>
                  <a:lnTo>
                    <a:pt x="3475990" y="591820"/>
                  </a:lnTo>
                  <a:lnTo>
                    <a:pt x="3462020" y="591820"/>
                  </a:lnTo>
                  <a:lnTo>
                    <a:pt x="3425190" y="570230"/>
                  </a:lnTo>
                  <a:lnTo>
                    <a:pt x="3398520" y="525780"/>
                  </a:lnTo>
                  <a:lnTo>
                    <a:pt x="3384550" y="474980"/>
                  </a:lnTo>
                  <a:lnTo>
                    <a:pt x="3379470" y="436880"/>
                  </a:lnTo>
                  <a:lnTo>
                    <a:pt x="3378200" y="415290"/>
                  </a:lnTo>
                  <a:lnTo>
                    <a:pt x="3557270" y="415290"/>
                  </a:lnTo>
                  <a:close/>
                </a:path>
                <a:path w="7024370" h="854710">
                  <a:moveTo>
                    <a:pt x="4086860" y="415290"/>
                  </a:moveTo>
                  <a:lnTo>
                    <a:pt x="4085590" y="400050"/>
                  </a:lnTo>
                  <a:lnTo>
                    <a:pt x="4084320" y="383540"/>
                  </a:lnTo>
                  <a:lnTo>
                    <a:pt x="4081780" y="369570"/>
                  </a:lnTo>
                  <a:lnTo>
                    <a:pt x="4076700" y="339090"/>
                  </a:lnTo>
                  <a:lnTo>
                    <a:pt x="4072890" y="325120"/>
                  </a:lnTo>
                  <a:lnTo>
                    <a:pt x="4067810" y="312420"/>
                  </a:lnTo>
                  <a:lnTo>
                    <a:pt x="4062730" y="298450"/>
                  </a:lnTo>
                  <a:lnTo>
                    <a:pt x="4044950" y="264160"/>
                  </a:lnTo>
                  <a:lnTo>
                    <a:pt x="4016997" y="232410"/>
                  </a:lnTo>
                  <a:lnTo>
                    <a:pt x="4011930" y="228600"/>
                  </a:lnTo>
                  <a:lnTo>
                    <a:pt x="4003040" y="220980"/>
                  </a:lnTo>
                  <a:lnTo>
                    <a:pt x="3992880" y="215900"/>
                  </a:lnTo>
                  <a:lnTo>
                    <a:pt x="3983990" y="210820"/>
                  </a:lnTo>
                  <a:lnTo>
                    <a:pt x="3983990" y="358140"/>
                  </a:lnTo>
                  <a:lnTo>
                    <a:pt x="3983990" y="455930"/>
                  </a:lnTo>
                  <a:lnTo>
                    <a:pt x="3982720" y="508000"/>
                  </a:lnTo>
                  <a:lnTo>
                    <a:pt x="3980180" y="546100"/>
                  </a:lnTo>
                  <a:lnTo>
                    <a:pt x="3973830" y="588010"/>
                  </a:lnTo>
                  <a:lnTo>
                    <a:pt x="3972560" y="594360"/>
                  </a:lnTo>
                  <a:lnTo>
                    <a:pt x="3970020" y="599440"/>
                  </a:lnTo>
                  <a:lnTo>
                    <a:pt x="3967480" y="605790"/>
                  </a:lnTo>
                  <a:lnTo>
                    <a:pt x="3964940" y="609600"/>
                  </a:lnTo>
                  <a:lnTo>
                    <a:pt x="3962400" y="614680"/>
                  </a:lnTo>
                  <a:lnTo>
                    <a:pt x="3958590" y="618490"/>
                  </a:lnTo>
                  <a:lnTo>
                    <a:pt x="3956050" y="622300"/>
                  </a:lnTo>
                  <a:lnTo>
                    <a:pt x="3953510" y="623570"/>
                  </a:lnTo>
                  <a:lnTo>
                    <a:pt x="3949700" y="626110"/>
                  </a:lnTo>
                  <a:lnTo>
                    <a:pt x="3944620" y="628650"/>
                  </a:lnTo>
                  <a:lnTo>
                    <a:pt x="3937000" y="631190"/>
                  </a:lnTo>
                  <a:lnTo>
                    <a:pt x="3926840" y="631190"/>
                  </a:lnTo>
                  <a:lnTo>
                    <a:pt x="3925570" y="629920"/>
                  </a:lnTo>
                  <a:lnTo>
                    <a:pt x="3923030" y="628650"/>
                  </a:lnTo>
                  <a:lnTo>
                    <a:pt x="3921760" y="628650"/>
                  </a:lnTo>
                  <a:lnTo>
                    <a:pt x="3919220" y="627380"/>
                  </a:lnTo>
                  <a:lnTo>
                    <a:pt x="3917950" y="626110"/>
                  </a:lnTo>
                  <a:lnTo>
                    <a:pt x="3916680" y="626110"/>
                  </a:lnTo>
                  <a:lnTo>
                    <a:pt x="3914140" y="623570"/>
                  </a:lnTo>
                  <a:lnTo>
                    <a:pt x="3910330" y="621030"/>
                  </a:lnTo>
                  <a:lnTo>
                    <a:pt x="3907790" y="617220"/>
                  </a:lnTo>
                  <a:lnTo>
                    <a:pt x="3903980" y="613410"/>
                  </a:lnTo>
                  <a:lnTo>
                    <a:pt x="3902710" y="610870"/>
                  </a:lnTo>
                  <a:lnTo>
                    <a:pt x="3901440" y="609600"/>
                  </a:lnTo>
                  <a:lnTo>
                    <a:pt x="3887470" y="562610"/>
                  </a:lnTo>
                  <a:lnTo>
                    <a:pt x="3883583" y="516890"/>
                  </a:lnTo>
                  <a:lnTo>
                    <a:pt x="3882390" y="494030"/>
                  </a:lnTo>
                  <a:lnTo>
                    <a:pt x="3882390" y="468630"/>
                  </a:lnTo>
                  <a:lnTo>
                    <a:pt x="3883609" y="387350"/>
                  </a:lnTo>
                  <a:lnTo>
                    <a:pt x="3886200" y="321310"/>
                  </a:lnTo>
                  <a:lnTo>
                    <a:pt x="3891280" y="287020"/>
                  </a:lnTo>
                  <a:lnTo>
                    <a:pt x="3892550" y="276860"/>
                  </a:lnTo>
                  <a:lnTo>
                    <a:pt x="3895090" y="267970"/>
                  </a:lnTo>
                  <a:lnTo>
                    <a:pt x="3897630" y="261620"/>
                  </a:lnTo>
                  <a:lnTo>
                    <a:pt x="3898900" y="257810"/>
                  </a:lnTo>
                  <a:lnTo>
                    <a:pt x="3900170" y="255270"/>
                  </a:lnTo>
                  <a:lnTo>
                    <a:pt x="3901440" y="251460"/>
                  </a:lnTo>
                  <a:lnTo>
                    <a:pt x="3903980" y="250190"/>
                  </a:lnTo>
                  <a:lnTo>
                    <a:pt x="3906520" y="246380"/>
                  </a:lnTo>
                  <a:lnTo>
                    <a:pt x="3910330" y="242570"/>
                  </a:lnTo>
                  <a:lnTo>
                    <a:pt x="3911600" y="240030"/>
                  </a:lnTo>
                  <a:lnTo>
                    <a:pt x="3914140" y="238760"/>
                  </a:lnTo>
                  <a:lnTo>
                    <a:pt x="3915410" y="237490"/>
                  </a:lnTo>
                  <a:lnTo>
                    <a:pt x="3917950" y="236220"/>
                  </a:lnTo>
                  <a:lnTo>
                    <a:pt x="3919220" y="234950"/>
                  </a:lnTo>
                  <a:lnTo>
                    <a:pt x="3921760" y="233680"/>
                  </a:lnTo>
                  <a:lnTo>
                    <a:pt x="3925570" y="233680"/>
                  </a:lnTo>
                  <a:lnTo>
                    <a:pt x="3929380" y="232410"/>
                  </a:lnTo>
                  <a:lnTo>
                    <a:pt x="3940810" y="232410"/>
                  </a:lnTo>
                  <a:lnTo>
                    <a:pt x="3944620" y="233680"/>
                  </a:lnTo>
                  <a:lnTo>
                    <a:pt x="3947160" y="233680"/>
                  </a:lnTo>
                  <a:lnTo>
                    <a:pt x="3949700" y="236220"/>
                  </a:lnTo>
                  <a:lnTo>
                    <a:pt x="3953510" y="237490"/>
                  </a:lnTo>
                  <a:lnTo>
                    <a:pt x="3961130" y="245110"/>
                  </a:lnTo>
                  <a:lnTo>
                    <a:pt x="3963670" y="248920"/>
                  </a:lnTo>
                  <a:lnTo>
                    <a:pt x="3968750" y="259080"/>
                  </a:lnTo>
                  <a:lnTo>
                    <a:pt x="3971290" y="265430"/>
                  </a:lnTo>
                  <a:lnTo>
                    <a:pt x="3973830" y="270510"/>
                  </a:lnTo>
                  <a:lnTo>
                    <a:pt x="3981450" y="314960"/>
                  </a:lnTo>
                  <a:lnTo>
                    <a:pt x="3983990" y="358140"/>
                  </a:lnTo>
                  <a:lnTo>
                    <a:pt x="3983990" y="210820"/>
                  </a:lnTo>
                  <a:lnTo>
                    <a:pt x="3973830" y="205740"/>
                  </a:lnTo>
                  <a:lnTo>
                    <a:pt x="3953510" y="200660"/>
                  </a:lnTo>
                  <a:lnTo>
                    <a:pt x="3933190" y="198120"/>
                  </a:lnTo>
                  <a:lnTo>
                    <a:pt x="3915410" y="199390"/>
                  </a:lnTo>
                  <a:lnTo>
                    <a:pt x="3876040" y="212090"/>
                  </a:lnTo>
                  <a:lnTo>
                    <a:pt x="3843020" y="238760"/>
                  </a:lnTo>
                  <a:lnTo>
                    <a:pt x="3836670" y="245110"/>
                  </a:lnTo>
                  <a:lnTo>
                    <a:pt x="3826510" y="260350"/>
                  </a:lnTo>
                  <a:lnTo>
                    <a:pt x="3820160" y="269240"/>
                  </a:lnTo>
                  <a:lnTo>
                    <a:pt x="3811270" y="287020"/>
                  </a:lnTo>
                  <a:lnTo>
                    <a:pt x="3803650" y="306070"/>
                  </a:lnTo>
                  <a:lnTo>
                    <a:pt x="3796030" y="323850"/>
                  </a:lnTo>
                  <a:lnTo>
                    <a:pt x="3789680" y="344170"/>
                  </a:lnTo>
                  <a:lnTo>
                    <a:pt x="3782060" y="387350"/>
                  </a:lnTo>
                  <a:lnTo>
                    <a:pt x="3779520" y="433070"/>
                  </a:lnTo>
                  <a:lnTo>
                    <a:pt x="3780790" y="455930"/>
                  </a:lnTo>
                  <a:lnTo>
                    <a:pt x="3785870" y="499110"/>
                  </a:lnTo>
                  <a:lnTo>
                    <a:pt x="3802380" y="557530"/>
                  </a:lnTo>
                  <a:lnTo>
                    <a:pt x="3820160" y="594360"/>
                  </a:lnTo>
                  <a:lnTo>
                    <a:pt x="3836670" y="617220"/>
                  </a:lnTo>
                  <a:lnTo>
                    <a:pt x="3841750" y="623570"/>
                  </a:lnTo>
                  <a:lnTo>
                    <a:pt x="3876040" y="650240"/>
                  </a:lnTo>
                  <a:lnTo>
                    <a:pt x="3882390" y="652780"/>
                  </a:lnTo>
                  <a:lnTo>
                    <a:pt x="3891280" y="656590"/>
                  </a:lnTo>
                  <a:lnTo>
                    <a:pt x="3898900" y="659130"/>
                  </a:lnTo>
                  <a:lnTo>
                    <a:pt x="3906520" y="660400"/>
                  </a:lnTo>
                  <a:lnTo>
                    <a:pt x="3916680" y="661670"/>
                  </a:lnTo>
                  <a:lnTo>
                    <a:pt x="3933190" y="662940"/>
                  </a:lnTo>
                  <a:lnTo>
                    <a:pt x="3952240" y="661670"/>
                  </a:lnTo>
                  <a:lnTo>
                    <a:pt x="3961130" y="660400"/>
                  </a:lnTo>
                  <a:lnTo>
                    <a:pt x="3968750" y="659130"/>
                  </a:lnTo>
                  <a:lnTo>
                    <a:pt x="3977640" y="655320"/>
                  </a:lnTo>
                  <a:lnTo>
                    <a:pt x="3985260" y="652780"/>
                  </a:lnTo>
                  <a:lnTo>
                    <a:pt x="3992880" y="648970"/>
                  </a:lnTo>
                  <a:lnTo>
                    <a:pt x="4015740" y="633730"/>
                  </a:lnTo>
                  <a:lnTo>
                    <a:pt x="4018280" y="631190"/>
                  </a:lnTo>
                  <a:lnTo>
                    <a:pt x="4028440" y="621030"/>
                  </a:lnTo>
                  <a:lnTo>
                    <a:pt x="4051300" y="586740"/>
                  </a:lnTo>
                  <a:lnTo>
                    <a:pt x="4072890" y="535940"/>
                  </a:lnTo>
                  <a:lnTo>
                    <a:pt x="4081780" y="496570"/>
                  </a:lnTo>
                  <a:lnTo>
                    <a:pt x="4086860" y="454660"/>
                  </a:lnTo>
                  <a:lnTo>
                    <a:pt x="4086860" y="415290"/>
                  </a:lnTo>
                  <a:close/>
                </a:path>
                <a:path w="7024370" h="854710">
                  <a:moveTo>
                    <a:pt x="4405630" y="63500"/>
                  </a:moveTo>
                  <a:lnTo>
                    <a:pt x="4404360" y="59690"/>
                  </a:lnTo>
                  <a:lnTo>
                    <a:pt x="4404360" y="57150"/>
                  </a:lnTo>
                  <a:lnTo>
                    <a:pt x="4403090" y="53340"/>
                  </a:lnTo>
                  <a:lnTo>
                    <a:pt x="4401820" y="50800"/>
                  </a:lnTo>
                  <a:lnTo>
                    <a:pt x="4401820" y="48260"/>
                  </a:lnTo>
                  <a:lnTo>
                    <a:pt x="4400550" y="44450"/>
                  </a:lnTo>
                  <a:lnTo>
                    <a:pt x="4398010" y="39370"/>
                  </a:lnTo>
                  <a:lnTo>
                    <a:pt x="4395470" y="35560"/>
                  </a:lnTo>
                  <a:lnTo>
                    <a:pt x="4394200" y="33020"/>
                  </a:lnTo>
                  <a:lnTo>
                    <a:pt x="4389120" y="26670"/>
                  </a:lnTo>
                  <a:lnTo>
                    <a:pt x="4385310" y="21590"/>
                  </a:lnTo>
                  <a:lnTo>
                    <a:pt x="4381500" y="19050"/>
                  </a:lnTo>
                  <a:lnTo>
                    <a:pt x="4378960" y="16510"/>
                  </a:lnTo>
                  <a:lnTo>
                    <a:pt x="4376420" y="15240"/>
                  </a:lnTo>
                  <a:lnTo>
                    <a:pt x="4372610" y="12700"/>
                  </a:lnTo>
                  <a:lnTo>
                    <a:pt x="4366260" y="8890"/>
                  </a:lnTo>
                  <a:lnTo>
                    <a:pt x="4358640" y="5080"/>
                  </a:lnTo>
                  <a:lnTo>
                    <a:pt x="4349750" y="3810"/>
                  </a:lnTo>
                  <a:lnTo>
                    <a:pt x="4340860" y="1270"/>
                  </a:lnTo>
                  <a:lnTo>
                    <a:pt x="4330700" y="0"/>
                  </a:lnTo>
                  <a:lnTo>
                    <a:pt x="4320540" y="0"/>
                  </a:lnTo>
                  <a:lnTo>
                    <a:pt x="4277360" y="6350"/>
                  </a:lnTo>
                  <a:lnTo>
                    <a:pt x="4235450" y="29210"/>
                  </a:lnTo>
                  <a:lnTo>
                    <a:pt x="4211320" y="57150"/>
                  </a:lnTo>
                  <a:lnTo>
                    <a:pt x="4207510" y="62230"/>
                  </a:lnTo>
                  <a:lnTo>
                    <a:pt x="4204970" y="68580"/>
                  </a:lnTo>
                  <a:lnTo>
                    <a:pt x="4201160" y="74930"/>
                  </a:lnTo>
                  <a:lnTo>
                    <a:pt x="4197350" y="82550"/>
                  </a:lnTo>
                  <a:lnTo>
                    <a:pt x="4194810" y="88900"/>
                  </a:lnTo>
                  <a:lnTo>
                    <a:pt x="4193540" y="95250"/>
                  </a:lnTo>
                  <a:lnTo>
                    <a:pt x="4188460" y="110490"/>
                  </a:lnTo>
                  <a:lnTo>
                    <a:pt x="4187190" y="116840"/>
                  </a:lnTo>
                  <a:lnTo>
                    <a:pt x="4185920" y="124460"/>
                  </a:lnTo>
                  <a:lnTo>
                    <a:pt x="4184650" y="133350"/>
                  </a:lnTo>
                  <a:lnTo>
                    <a:pt x="4183380" y="140970"/>
                  </a:lnTo>
                  <a:lnTo>
                    <a:pt x="4183380" y="212090"/>
                  </a:lnTo>
                  <a:lnTo>
                    <a:pt x="4136390" y="212090"/>
                  </a:lnTo>
                  <a:lnTo>
                    <a:pt x="4136390" y="257810"/>
                  </a:lnTo>
                  <a:lnTo>
                    <a:pt x="4183380" y="257810"/>
                  </a:lnTo>
                  <a:lnTo>
                    <a:pt x="4183380" y="591820"/>
                  </a:lnTo>
                  <a:lnTo>
                    <a:pt x="4182110" y="596900"/>
                  </a:lnTo>
                  <a:lnTo>
                    <a:pt x="4182110" y="601980"/>
                  </a:lnTo>
                  <a:lnTo>
                    <a:pt x="4180840" y="605790"/>
                  </a:lnTo>
                  <a:lnTo>
                    <a:pt x="4180840" y="609600"/>
                  </a:lnTo>
                  <a:lnTo>
                    <a:pt x="4177030" y="617220"/>
                  </a:lnTo>
                  <a:lnTo>
                    <a:pt x="4173220" y="621030"/>
                  </a:lnTo>
                  <a:lnTo>
                    <a:pt x="4171950" y="623570"/>
                  </a:lnTo>
                  <a:lnTo>
                    <a:pt x="4169410" y="624840"/>
                  </a:lnTo>
                  <a:lnTo>
                    <a:pt x="4165600" y="628650"/>
                  </a:lnTo>
                  <a:lnTo>
                    <a:pt x="4161790" y="629920"/>
                  </a:lnTo>
                  <a:lnTo>
                    <a:pt x="4159250" y="631190"/>
                  </a:lnTo>
                  <a:lnTo>
                    <a:pt x="4155440" y="631190"/>
                  </a:lnTo>
                  <a:lnTo>
                    <a:pt x="4150360" y="632460"/>
                  </a:lnTo>
                  <a:lnTo>
                    <a:pt x="4146550" y="632460"/>
                  </a:lnTo>
                  <a:lnTo>
                    <a:pt x="4141470" y="633730"/>
                  </a:lnTo>
                  <a:lnTo>
                    <a:pt x="4136390" y="633730"/>
                  </a:lnTo>
                  <a:lnTo>
                    <a:pt x="4136390" y="650240"/>
                  </a:lnTo>
                  <a:lnTo>
                    <a:pt x="4329430" y="650240"/>
                  </a:lnTo>
                  <a:lnTo>
                    <a:pt x="4329430" y="633730"/>
                  </a:lnTo>
                  <a:lnTo>
                    <a:pt x="4315460" y="633730"/>
                  </a:lnTo>
                  <a:lnTo>
                    <a:pt x="4309110" y="632460"/>
                  </a:lnTo>
                  <a:lnTo>
                    <a:pt x="4296410" y="626110"/>
                  </a:lnTo>
                  <a:lnTo>
                    <a:pt x="4295140" y="623570"/>
                  </a:lnTo>
                  <a:lnTo>
                    <a:pt x="4292600" y="622300"/>
                  </a:lnTo>
                  <a:lnTo>
                    <a:pt x="4288790" y="618490"/>
                  </a:lnTo>
                  <a:lnTo>
                    <a:pt x="4287520" y="615950"/>
                  </a:lnTo>
                  <a:lnTo>
                    <a:pt x="4286250" y="614680"/>
                  </a:lnTo>
                  <a:lnTo>
                    <a:pt x="4286250" y="613410"/>
                  </a:lnTo>
                  <a:lnTo>
                    <a:pt x="4284980" y="610870"/>
                  </a:lnTo>
                  <a:lnTo>
                    <a:pt x="4284980" y="607060"/>
                  </a:lnTo>
                  <a:lnTo>
                    <a:pt x="4283710" y="604520"/>
                  </a:lnTo>
                  <a:lnTo>
                    <a:pt x="4282440" y="596900"/>
                  </a:lnTo>
                  <a:lnTo>
                    <a:pt x="4282440" y="590550"/>
                  </a:lnTo>
                  <a:lnTo>
                    <a:pt x="4281170" y="581660"/>
                  </a:lnTo>
                  <a:lnTo>
                    <a:pt x="4281170" y="257810"/>
                  </a:lnTo>
                  <a:lnTo>
                    <a:pt x="4329430" y="257810"/>
                  </a:lnTo>
                  <a:lnTo>
                    <a:pt x="4329430" y="212090"/>
                  </a:lnTo>
                  <a:lnTo>
                    <a:pt x="4281170" y="212090"/>
                  </a:lnTo>
                  <a:lnTo>
                    <a:pt x="4281170" y="156210"/>
                  </a:lnTo>
                  <a:lnTo>
                    <a:pt x="4279976" y="80010"/>
                  </a:lnTo>
                  <a:lnTo>
                    <a:pt x="4279900" y="62230"/>
                  </a:lnTo>
                  <a:lnTo>
                    <a:pt x="4282440" y="52070"/>
                  </a:lnTo>
                  <a:lnTo>
                    <a:pt x="4282440" y="48260"/>
                  </a:lnTo>
                  <a:lnTo>
                    <a:pt x="4283710" y="45720"/>
                  </a:lnTo>
                  <a:lnTo>
                    <a:pt x="4284980" y="44450"/>
                  </a:lnTo>
                  <a:lnTo>
                    <a:pt x="4284980" y="41910"/>
                  </a:lnTo>
                  <a:lnTo>
                    <a:pt x="4286250" y="39370"/>
                  </a:lnTo>
                  <a:lnTo>
                    <a:pt x="4287520" y="38100"/>
                  </a:lnTo>
                  <a:lnTo>
                    <a:pt x="4287520" y="36830"/>
                  </a:lnTo>
                  <a:lnTo>
                    <a:pt x="4290060" y="34290"/>
                  </a:lnTo>
                  <a:lnTo>
                    <a:pt x="4290060" y="33020"/>
                  </a:lnTo>
                  <a:lnTo>
                    <a:pt x="4291330" y="31750"/>
                  </a:lnTo>
                  <a:lnTo>
                    <a:pt x="4292600" y="31750"/>
                  </a:lnTo>
                  <a:lnTo>
                    <a:pt x="4295140" y="29210"/>
                  </a:lnTo>
                  <a:lnTo>
                    <a:pt x="4296410" y="29210"/>
                  </a:lnTo>
                  <a:lnTo>
                    <a:pt x="4296410" y="27940"/>
                  </a:lnTo>
                  <a:lnTo>
                    <a:pt x="4298950" y="27940"/>
                  </a:lnTo>
                  <a:lnTo>
                    <a:pt x="4300220" y="26670"/>
                  </a:lnTo>
                  <a:lnTo>
                    <a:pt x="4307840" y="26670"/>
                  </a:lnTo>
                  <a:lnTo>
                    <a:pt x="4310380" y="27940"/>
                  </a:lnTo>
                  <a:lnTo>
                    <a:pt x="4311650" y="29210"/>
                  </a:lnTo>
                  <a:lnTo>
                    <a:pt x="4312920" y="29210"/>
                  </a:lnTo>
                  <a:lnTo>
                    <a:pt x="4315460" y="31750"/>
                  </a:lnTo>
                  <a:lnTo>
                    <a:pt x="4316730" y="31750"/>
                  </a:lnTo>
                  <a:lnTo>
                    <a:pt x="4318000" y="34290"/>
                  </a:lnTo>
                  <a:lnTo>
                    <a:pt x="4319270" y="35560"/>
                  </a:lnTo>
                  <a:lnTo>
                    <a:pt x="4319270" y="36830"/>
                  </a:lnTo>
                  <a:lnTo>
                    <a:pt x="4320540" y="36830"/>
                  </a:lnTo>
                  <a:lnTo>
                    <a:pt x="4320540" y="39370"/>
                  </a:lnTo>
                  <a:lnTo>
                    <a:pt x="4321810" y="40640"/>
                  </a:lnTo>
                  <a:lnTo>
                    <a:pt x="4321810" y="55880"/>
                  </a:lnTo>
                  <a:lnTo>
                    <a:pt x="4320540" y="63500"/>
                  </a:lnTo>
                  <a:lnTo>
                    <a:pt x="4319270" y="74930"/>
                  </a:lnTo>
                  <a:lnTo>
                    <a:pt x="4318000" y="77470"/>
                  </a:lnTo>
                  <a:lnTo>
                    <a:pt x="4318000" y="86360"/>
                  </a:lnTo>
                  <a:lnTo>
                    <a:pt x="4319270" y="88900"/>
                  </a:lnTo>
                  <a:lnTo>
                    <a:pt x="4319270" y="90170"/>
                  </a:lnTo>
                  <a:lnTo>
                    <a:pt x="4320540" y="91440"/>
                  </a:lnTo>
                  <a:lnTo>
                    <a:pt x="4320540" y="95250"/>
                  </a:lnTo>
                  <a:lnTo>
                    <a:pt x="4321810" y="96520"/>
                  </a:lnTo>
                  <a:lnTo>
                    <a:pt x="4323080" y="99060"/>
                  </a:lnTo>
                  <a:lnTo>
                    <a:pt x="4324350" y="102870"/>
                  </a:lnTo>
                  <a:lnTo>
                    <a:pt x="4326890" y="105410"/>
                  </a:lnTo>
                  <a:lnTo>
                    <a:pt x="4329430" y="109220"/>
                  </a:lnTo>
                  <a:lnTo>
                    <a:pt x="4334510" y="114300"/>
                  </a:lnTo>
                  <a:lnTo>
                    <a:pt x="4337050" y="115570"/>
                  </a:lnTo>
                  <a:lnTo>
                    <a:pt x="4338320" y="116840"/>
                  </a:lnTo>
                  <a:lnTo>
                    <a:pt x="4349750" y="120650"/>
                  </a:lnTo>
                  <a:lnTo>
                    <a:pt x="4368800" y="120650"/>
                  </a:lnTo>
                  <a:lnTo>
                    <a:pt x="4373880" y="119380"/>
                  </a:lnTo>
                  <a:lnTo>
                    <a:pt x="4377690" y="118110"/>
                  </a:lnTo>
                  <a:lnTo>
                    <a:pt x="4381500" y="115570"/>
                  </a:lnTo>
                  <a:lnTo>
                    <a:pt x="4384040" y="114300"/>
                  </a:lnTo>
                  <a:lnTo>
                    <a:pt x="4385310" y="113030"/>
                  </a:lnTo>
                  <a:lnTo>
                    <a:pt x="4387850" y="111760"/>
                  </a:lnTo>
                  <a:lnTo>
                    <a:pt x="4389120" y="109220"/>
                  </a:lnTo>
                  <a:lnTo>
                    <a:pt x="4392930" y="106680"/>
                  </a:lnTo>
                  <a:lnTo>
                    <a:pt x="4395470" y="101600"/>
                  </a:lnTo>
                  <a:lnTo>
                    <a:pt x="4398010" y="97790"/>
                  </a:lnTo>
                  <a:lnTo>
                    <a:pt x="4399280" y="95250"/>
                  </a:lnTo>
                  <a:lnTo>
                    <a:pt x="4400550" y="93980"/>
                  </a:lnTo>
                  <a:lnTo>
                    <a:pt x="4401820" y="91440"/>
                  </a:lnTo>
                  <a:lnTo>
                    <a:pt x="4401820" y="88900"/>
                  </a:lnTo>
                  <a:lnTo>
                    <a:pt x="4404360" y="83820"/>
                  </a:lnTo>
                  <a:lnTo>
                    <a:pt x="4404360" y="80010"/>
                  </a:lnTo>
                  <a:lnTo>
                    <a:pt x="4405630" y="77470"/>
                  </a:lnTo>
                  <a:lnTo>
                    <a:pt x="4405630" y="63500"/>
                  </a:lnTo>
                  <a:close/>
                </a:path>
                <a:path w="7024370" h="854710">
                  <a:moveTo>
                    <a:pt x="4984750" y="426720"/>
                  </a:moveTo>
                  <a:lnTo>
                    <a:pt x="4970780" y="426720"/>
                  </a:lnTo>
                  <a:lnTo>
                    <a:pt x="4961890" y="462280"/>
                  </a:lnTo>
                  <a:lnTo>
                    <a:pt x="4945380" y="518160"/>
                  </a:lnTo>
                  <a:lnTo>
                    <a:pt x="4940300" y="529590"/>
                  </a:lnTo>
                  <a:lnTo>
                    <a:pt x="4936490" y="539750"/>
                  </a:lnTo>
                  <a:lnTo>
                    <a:pt x="4931410" y="549910"/>
                  </a:lnTo>
                  <a:lnTo>
                    <a:pt x="4904740" y="586740"/>
                  </a:lnTo>
                  <a:lnTo>
                    <a:pt x="4864100" y="609600"/>
                  </a:lnTo>
                  <a:lnTo>
                    <a:pt x="4847590" y="613410"/>
                  </a:lnTo>
                  <a:lnTo>
                    <a:pt x="4838700" y="613410"/>
                  </a:lnTo>
                  <a:lnTo>
                    <a:pt x="4828540" y="614680"/>
                  </a:lnTo>
                  <a:lnTo>
                    <a:pt x="4789170" y="614680"/>
                  </a:lnTo>
                  <a:lnTo>
                    <a:pt x="4773930" y="613410"/>
                  </a:lnTo>
                  <a:lnTo>
                    <a:pt x="4762500" y="613410"/>
                  </a:lnTo>
                  <a:lnTo>
                    <a:pt x="4757420" y="612140"/>
                  </a:lnTo>
                  <a:lnTo>
                    <a:pt x="4753610" y="612140"/>
                  </a:lnTo>
                  <a:lnTo>
                    <a:pt x="4749800" y="610870"/>
                  </a:lnTo>
                  <a:lnTo>
                    <a:pt x="4748530" y="610870"/>
                  </a:lnTo>
                  <a:lnTo>
                    <a:pt x="4747260" y="609600"/>
                  </a:lnTo>
                  <a:lnTo>
                    <a:pt x="4743450" y="608330"/>
                  </a:lnTo>
                  <a:lnTo>
                    <a:pt x="4742180" y="607060"/>
                  </a:lnTo>
                  <a:lnTo>
                    <a:pt x="4738370" y="604520"/>
                  </a:lnTo>
                  <a:lnTo>
                    <a:pt x="4737100" y="603250"/>
                  </a:lnTo>
                  <a:lnTo>
                    <a:pt x="4737100" y="601980"/>
                  </a:lnTo>
                  <a:lnTo>
                    <a:pt x="4734560" y="599440"/>
                  </a:lnTo>
                  <a:lnTo>
                    <a:pt x="4734560" y="598170"/>
                  </a:lnTo>
                  <a:lnTo>
                    <a:pt x="4732020" y="595630"/>
                  </a:lnTo>
                  <a:lnTo>
                    <a:pt x="4732020" y="593090"/>
                  </a:lnTo>
                  <a:lnTo>
                    <a:pt x="4730750" y="591820"/>
                  </a:lnTo>
                  <a:lnTo>
                    <a:pt x="4730750" y="590550"/>
                  </a:lnTo>
                  <a:lnTo>
                    <a:pt x="4729480" y="588010"/>
                  </a:lnTo>
                  <a:lnTo>
                    <a:pt x="4729480" y="586740"/>
                  </a:lnTo>
                  <a:lnTo>
                    <a:pt x="4728210" y="581660"/>
                  </a:lnTo>
                  <a:lnTo>
                    <a:pt x="4728210" y="575310"/>
                  </a:lnTo>
                  <a:lnTo>
                    <a:pt x="4726940" y="567690"/>
                  </a:lnTo>
                  <a:lnTo>
                    <a:pt x="4726940" y="551180"/>
                  </a:lnTo>
                  <a:lnTo>
                    <a:pt x="4725670" y="528320"/>
                  </a:lnTo>
                  <a:lnTo>
                    <a:pt x="4725670" y="123190"/>
                  </a:lnTo>
                  <a:lnTo>
                    <a:pt x="4726940" y="101600"/>
                  </a:lnTo>
                  <a:lnTo>
                    <a:pt x="4726940" y="85090"/>
                  </a:lnTo>
                  <a:lnTo>
                    <a:pt x="4728210" y="77470"/>
                  </a:lnTo>
                  <a:lnTo>
                    <a:pt x="4728210" y="72390"/>
                  </a:lnTo>
                  <a:lnTo>
                    <a:pt x="4729480" y="67310"/>
                  </a:lnTo>
                  <a:lnTo>
                    <a:pt x="4729480" y="66040"/>
                  </a:lnTo>
                  <a:lnTo>
                    <a:pt x="4730750" y="64770"/>
                  </a:lnTo>
                  <a:lnTo>
                    <a:pt x="4734560" y="53340"/>
                  </a:lnTo>
                  <a:lnTo>
                    <a:pt x="4735830" y="50800"/>
                  </a:lnTo>
                  <a:lnTo>
                    <a:pt x="4739640" y="46990"/>
                  </a:lnTo>
                  <a:lnTo>
                    <a:pt x="4739640" y="45720"/>
                  </a:lnTo>
                  <a:lnTo>
                    <a:pt x="4742180" y="43180"/>
                  </a:lnTo>
                  <a:lnTo>
                    <a:pt x="4743450" y="43180"/>
                  </a:lnTo>
                  <a:lnTo>
                    <a:pt x="4747260" y="39370"/>
                  </a:lnTo>
                  <a:lnTo>
                    <a:pt x="4751070" y="36830"/>
                  </a:lnTo>
                  <a:lnTo>
                    <a:pt x="4758690" y="34290"/>
                  </a:lnTo>
                  <a:lnTo>
                    <a:pt x="4763770" y="33020"/>
                  </a:lnTo>
                  <a:lnTo>
                    <a:pt x="4767580" y="31750"/>
                  </a:lnTo>
                  <a:lnTo>
                    <a:pt x="4798060" y="31750"/>
                  </a:lnTo>
                  <a:lnTo>
                    <a:pt x="4798060" y="15240"/>
                  </a:lnTo>
                  <a:lnTo>
                    <a:pt x="4545330" y="15240"/>
                  </a:lnTo>
                  <a:lnTo>
                    <a:pt x="4545330" y="31750"/>
                  </a:lnTo>
                  <a:lnTo>
                    <a:pt x="4570730" y="31750"/>
                  </a:lnTo>
                  <a:lnTo>
                    <a:pt x="4585970" y="36830"/>
                  </a:lnTo>
                  <a:lnTo>
                    <a:pt x="4589780" y="39370"/>
                  </a:lnTo>
                  <a:lnTo>
                    <a:pt x="4592320" y="40640"/>
                  </a:lnTo>
                  <a:lnTo>
                    <a:pt x="4602480" y="50800"/>
                  </a:lnTo>
                  <a:lnTo>
                    <a:pt x="4603750" y="53340"/>
                  </a:lnTo>
                  <a:lnTo>
                    <a:pt x="4606290" y="55880"/>
                  </a:lnTo>
                  <a:lnTo>
                    <a:pt x="4607560" y="58420"/>
                  </a:lnTo>
                  <a:lnTo>
                    <a:pt x="4607560" y="62230"/>
                  </a:lnTo>
                  <a:lnTo>
                    <a:pt x="4608830" y="63500"/>
                  </a:lnTo>
                  <a:lnTo>
                    <a:pt x="4608830" y="66040"/>
                  </a:lnTo>
                  <a:lnTo>
                    <a:pt x="4610100" y="71120"/>
                  </a:lnTo>
                  <a:lnTo>
                    <a:pt x="4610100" y="76200"/>
                  </a:lnTo>
                  <a:lnTo>
                    <a:pt x="4611370" y="83820"/>
                  </a:lnTo>
                  <a:lnTo>
                    <a:pt x="4611370" y="580390"/>
                  </a:lnTo>
                  <a:lnTo>
                    <a:pt x="4610100" y="586740"/>
                  </a:lnTo>
                  <a:lnTo>
                    <a:pt x="4610100" y="591820"/>
                  </a:lnTo>
                  <a:lnTo>
                    <a:pt x="4608830" y="594360"/>
                  </a:lnTo>
                  <a:lnTo>
                    <a:pt x="4608830" y="599440"/>
                  </a:lnTo>
                  <a:lnTo>
                    <a:pt x="4607560" y="600710"/>
                  </a:lnTo>
                  <a:lnTo>
                    <a:pt x="4605020" y="608330"/>
                  </a:lnTo>
                  <a:lnTo>
                    <a:pt x="4602480" y="613410"/>
                  </a:lnTo>
                  <a:lnTo>
                    <a:pt x="4599940" y="615950"/>
                  </a:lnTo>
                  <a:lnTo>
                    <a:pt x="4598670" y="618490"/>
                  </a:lnTo>
                  <a:lnTo>
                    <a:pt x="4596130" y="621030"/>
                  </a:lnTo>
                  <a:lnTo>
                    <a:pt x="4594860" y="623570"/>
                  </a:lnTo>
                  <a:lnTo>
                    <a:pt x="4591050" y="624840"/>
                  </a:lnTo>
                  <a:lnTo>
                    <a:pt x="4587240" y="627380"/>
                  </a:lnTo>
                  <a:lnTo>
                    <a:pt x="4575810" y="631190"/>
                  </a:lnTo>
                  <a:lnTo>
                    <a:pt x="4570730" y="632460"/>
                  </a:lnTo>
                  <a:lnTo>
                    <a:pt x="4545330" y="632460"/>
                  </a:lnTo>
                  <a:lnTo>
                    <a:pt x="4545330" y="650240"/>
                  </a:lnTo>
                  <a:lnTo>
                    <a:pt x="4966970" y="650240"/>
                  </a:lnTo>
                  <a:lnTo>
                    <a:pt x="4984750" y="426720"/>
                  </a:lnTo>
                  <a:close/>
                </a:path>
                <a:path w="7024370" h="854710">
                  <a:moveTo>
                    <a:pt x="5167630" y="64770"/>
                  </a:moveTo>
                  <a:lnTo>
                    <a:pt x="5166347" y="57150"/>
                  </a:lnTo>
                  <a:lnTo>
                    <a:pt x="5165090" y="50800"/>
                  </a:lnTo>
                  <a:lnTo>
                    <a:pt x="5165090" y="48260"/>
                  </a:lnTo>
                  <a:lnTo>
                    <a:pt x="5163820" y="44450"/>
                  </a:lnTo>
                  <a:lnTo>
                    <a:pt x="5162550" y="41910"/>
                  </a:lnTo>
                  <a:lnTo>
                    <a:pt x="5159997" y="34290"/>
                  </a:lnTo>
                  <a:lnTo>
                    <a:pt x="5156200" y="26670"/>
                  </a:lnTo>
                  <a:lnTo>
                    <a:pt x="5148580" y="16510"/>
                  </a:lnTo>
                  <a:lnTo>
                    <a:pt x="5139690" y="7620"/>
                  </a:lnTo>
                  <a:lnTo>
                    <a:pt x="5126990" y="1270"/>
                  </a:lnTo>
                  <a:lnTo>
                    <a:pt x="5124450" y="1270"/>
                  </a:lnTo>
                  <a:lnTo>
                    <a:pt x="5119370" y="0"/>
                  </a:lnTo>
                  <a:lnTo>
                    <a:pt x="5107940" y="0"/>
                  </a:lnTo>
                  <a:lnTo>
                    <a:pt x="5102860" y="1270"/>
                  </a:lnTo>
                  <a:lnTo>
                    <a:pt x="5100320" y="1270"/>
                  </a:lnTo>
                  <a:lnTo>
                    <a:pt x="5087620" y="7620"/>
                  </a:lnTo>
                  <a:lnTo>
                    <a:pt x="5086350" y="10160"/>
                  </a:lnTo>
                  <a:lnTo>
                    <a:pt x="5083810" y="11430"/>
                  </a:lnTo>
                  <a:lnTo>
                    <a:pt x="5081270" y="13970"/>
                  </a:lnTo>
                  <a:lnTo>
                    <a:pt x="5080000" y="16510"/>
                  </a:lnTo>
                  <a:lnTo>
                    <a:pt x="5076190" y="21590"/>
                  </a:lnTo>
                  <a:lnTo>
                    <a:pt x="5071110" y="26670"/>
                  </a:lnTo>
                  <a:lnTo>
                    <a:pt x="5068570" y="31750"/>
                  </a:lnTo>
                  <a:lnTo>
                    <a:pt x="5066030" y="38100"/>
                  </a:lnTo>
                  <a:lnTo>
                    <a:pt x="5064760" y="40640"/>
                  </a:lnTo>
                  <a:lnTo>
                    <a:pt x="5063490" y="44450"/>
                  </a:lnTo>
                  <a:lnTo>
                    <a:pt x="5062220" y="46990"/>
                  </a:lnTo>
                  <a:lnTo>
                    <a:pt x="5062220" y="50800"/>
                  </a:lnTo>
                  <a:lnTo>
                    <a:pt x="5060950" y="53340"/>
                  </a:lnTo>
                  <a:lnTo>
                    <a:pt x="5060950" y="57150"/>
                  </a:lnTo>
                  <a:lnTo>
                    <a:pt x="5059680" y="64770"/>
                  </a:lnTo>
                  <a:lnTo>
                    <a:pt x="5059680" y="80010"/>
                  </a:lnTo>
                  <a:lnTo>
                    <a:pt x="5060950" y="86360"/>
                  </a:lnTo>
                  <a:lnTo>
                    <a:pt x="5060950" y="90170"/>
                  </a:lnTo>
                  <a:lnTo>
                    <a:pt x="5062220" y="93980"/>
                  </a:lnTo>
                  <a:lnTo>
                    <a:pt x="5062220" y="96520"/>
                  </a:lnTo>
                  <a:lnTo>
                    <a:pt x="5063490" y="100330"/>
                  </a:lnTo>
                  <a:lnTo>
                    <a:pt x="5064760" y="102870"/>
                  </a:lnTo>
                  <a:lnTo>
                    <a:pt x="5066030" y="106680"/>
                  </a:lnTo>
                  <a:lnTo>
                    <a:pt x="5068570" y="111760"/>
                  </a:lnTo>
                  <a:lnTo>
                    <a:pt x="5071110" y="118110"/>
                  </a:lnTo>
                  <a:lnTo>
                    <a:pt x="5076190" y="123190"/>
                  </a:lnTo>
                  <a:lnTo>
                    <a:pt x="5080000" y="128270"/>
                  </a:lnTo>
                  <a:lnTo>
                    <a:pt x="5087620" y="135890"/>
                  </a:lnTo>
                  <a:lnTo>
                    <a:pt x="5102860" y="143510"/>
                  </a:lnTo>
                  <a:lnTo>
                    <a:pt x="5107940" y="143510"/>
                  </a:lnTo>
                  <a:lnTo>
                    <a:pt x="5114290" y="144780"/>
                  </a:lnTo>
                  <a:lnTo>
                    <a:pt x="5119370" y="143510"/>
                  </a:lnTo>
                  <a:lnTo>
                    <a:pt x="5124450" y="143510"/>
                  </a:lnTo>
                  <a:lnTo>
                    <a:pt x="5137150" y="137160"/>
                  </a:lnTo>
                  <a:lnTo>
                    <a:pt x="5138420" y="135890"/>
                  </a:lnTo>
                  <a:lnTo>
                    <a:pt x="5148580" y="128270"/>
                  </a:lnTo>
                  <a:lnTo>
                    <a:pt x="5152390" y="123190"/>
                  </a:lnTo>
                  <a:lnTo>
                    <a:pt x="5154930" y="118110"/>
                  </a:lnTo>
                  <a:lnTo>
                    <a:pt x="5157470" y="115570"/>
                  </a:lnTo>
                  <a:lnTo>
                    <a:pt x="5158740" y="111760"/>
                  </a:lnTo>
                  <a:lnTo>
                    <a:pt x="5161280" y="106680"/>
                  </a:lnTo>
                  <a:lnTo>
                    <a:pt x="5163820" y="99060"/>
                  </a:lnTo>
                  <a:lnTo>
                    <a:pt x="5165090" y="96520"/>
                  </a:lnTo>
                  <a:lnTo>
                    <a:pt x="5165090" y="93980"/>
                  </a:lnTo>
                  <a:lnTo>
                    <a:pt x="5166347" y="88900"/>
                  </a:lnTo>
                  <a:lnTo>
                    <a:pt x="5166347" y="86360"/>
                  </a:lnTo>
                  <a:lnTo>
                    <a:pt x="5167630" y="80010"/>
                  </a:lnTo>
                  <a:lnTo>
                    <a:pt x="5167630" y="64770"/>
                  </a:lnTo>
                  <a:close/>
                </a:path>
                <a:path w="7024370" h="854710">
                  <a:moveTo>
                    <a:pt x="5201920" y="632460"/>
                  </a:moveTo>
                  <a:lnTo>
                    <a:pt x="5196840" y="632460"/>
                  </a:lnTo>
                  <a:lnTo>
                    <a:pt x="5191747" y="631190"/>
                  </a:lnTo>
                  <a:lnTo>
                    <a:pt x="5186680" y="631190"/>
                  </a:lnTo>
                  <a:lnTo>
                    <a:pt x="5182870" y="628650"/>
                  </a:lnTo>
                  <a:lnTo>
                    <a:pt x="5181600" y="628650"/>
                  </a:lnTo>
                  <a:lnTo>
                    <a:pt x="5179047" y="627380"/>
                  </a:lnTo>
                  <a:lnTo>
                    <a:pt x="5175250" y="623570"/>
                  </a:lnTo>
                  <a:lnTo>
                    <a:pt x="5172697" y="622300"/>
                  </a:lnTo>
                  <a:lnTo>
                    <a:pt x="5171440" y="621030"/>
                  </a:lnTo>
                  <a:lnTo>
                    <a:pt x="5171440" y="618490"/>
                  </a:lnTo>
                  <a:lnTo>
                    <a:pt x="5168900" y="615950"/>
                  </a:lnTo>
                  <a:lnTo>
                    <a:pt x="5167630" y="613410"/>
                  </a:lnTo>
                  <a:lnTo>
                    <a:pt x="5167630" y="610870"/>
                  </a:lnTo>
                  <a:lnTo>
                    <a:pt x="5166347" y="608330"/>
                  </a:lnTo>
                  <a:lnTo>
                    <a:pt x="5165090" y="604520"/>
                  </a:lnTo>
                  <a:lnTo>
                    <a:pt x="5165090" y="598170"/>
                  </a:lnTo>
                  <a:lnTo>
                    <a:pt x="5163820" y="590550"/>
                  </a:lnTo>
                  <a:lnTo>
                    <a:pt x="5163820" y="580390"/>
                  </a:lnTo>
                  <a:lnTo>
                    <a:pt x="5162550" y="570230"/>
                  </a:lnTo>
                  <a:lnTo>
                    <a:pt x="5162550" y="212090"/>
                  </a:lnTo>
                  <a:lnTo>
                    <a:pt x="5025390" y="212090"/>
                  </a:lnTo>
                  <a:lnTo>
                    <a:pt x="5025390" y="229870"/>
                  </a:lnTo>
                  <a:lnTo>
                    <a:pt x="5030470" y="229870"/>
                  </a:lnTo>
                  <a:lnTo>
                    <a:pt x="5035550" y="231140"/>
                  </a:lnTo>
                  <a:lnTo>
                    <a:pt x="5040630" y="231140"/>
                  </a:lnTo>
                  <a:lnTo>
                    <a:pt x="5044440" y="233680"/>
                  </a:lnTo>
                  <a:lnTo>
                    <a:pt x="5046980" y="233680"/>
                  </a:lnTo>
                  <a:lnTo>
                    <a:pt x="5049520" y="236220"/>
                  </a:lnTo>
                  <a:lnTo>
                    <a:pt x="5052060" y="237490"/>
                  </a:lnTo>
                  <a:lnTo>
                    <a:pt x="5057140" y="242570"/>
                  </a:lnTo>
                  <a:lnTo>
                    <a:pt x="5057140" y="245110"/>
                  </a:lnTo>
                  <a:lnTo>
                    <a:pt x="5058410" y="246380"/>
                  </a:lnTo>
                  <a:lnTo>
                    <a:pt x="5059680" y="248920"/>
                  </a:lnTo>
                  <a:lnTo>
                    <a:pt x="5059680" y="251460"/>
                  </a:lnTo>
                  <a:lnTo>
                    <a:pt x="5060950" y="254000"/>
                  </a:lnTo>
                  <a:lnTo>
                    <a:pt x="5062220" y="257810"/>
                  </a:lnTo>
                  <a:lnTo>
                    <a:pt x="5062220" y="264160"/>
                  </a:lnTo>
                  <a:lnTo>
                    <a:pt x="5063490" y="271780"/>
                  </a:lnTo>
                  <a:lnTo>
                    <a:pt x="5064760" y="281940"/>
                  </a:lnTo>
                  <a:lnTo>
                    <a:pt x="5064760" y="580390"/>
                  </a:lnTo>
                  <a:lnTo>
                    <a:pt x="5063490" y="589280"/>
                  </a:lnTo>
                  <a:lnTo>
                    <a:pt x="5063490" y="596900"/>
                  </a:lnTo>
                  <a:lnTo>
                    <a:pt x="5062220" y="603250"/>
                  </a:lnTo>
                  <a:lnTo>
                    <a:pt x="5060950" y="605790"/>
                  </a:lnTo>
                  <a:lnTo>
                    <a:pt x="5060950" y="609600"/>
                  </a:lnTo>
                  <a:lnTo>
                    <a:pt x="5059680" y="610870"/>
                  </a:lnTo>
                  <a:lnTo>
                    <a:pt x="5059680" y="613410"/>
                  </a:lnTo>
                  <a:lnTo>
                    <a:pt x="5057140" y="615950"/>
                  </a:lnTo>
                  <a:lnTo>
                    <a:pt x="5055870" y="618490"/>
                  </a:lnTo>
                  <a:lnTo>
                    <a:pt x="5054600" y="619760"/>
                  </a:lnTo>
                  <a:lnTo>
                    <a:pt x="5053330" y="622300"/>
                  </a:lnTo>
                  <a:lnTo>
                    <a:pt x="5052060" y="623570"/>
                  </a:lnTo>
                  <a:lnTo>
                    <a:pt x="5049520" y="624840"/>
                  </a:lnTo>
                  <a:lnTo>
                    <a:pt x="5048250" y="626110"/>
                  </a:lnTo>
                  <a:lnTo>
                    <a:pt x="5045710" y="627380"/>
                  </a:lnTo>
                  <a:lnTo>
                    <a:pt x="5044440" y="628650"/>
                  </a:lnTo>
                  <a:lnTo>
                    <a:pt x="5041900" y="629920"/>
                  </a:lnTo>
                  <a:lnTo>
                    <a:pt x="5040630" y="631190"/>
                  </a:lnTo>
                  <a:lnTo>
                    <a:pt x="5035550" y="632460"/>
                  </a:lnTo>
                  <a:lnTo>
                    <a:pt x="5025390" y="632460"/>
                  </a:lnTo>
                  <a:lnTo>
                    <a:pt x="5025390" y="650240"/>
                  </a:lnTo>
                  <a:lnTo>
                    <a:pt x="5201920" y="650240"/>
                  </a:lnTo>
                  <a:lnTo>
                    <a:pt x="5201920" y="632460"/>
                  </a:lnTo>
                  <a:close/>
                </a:path>
                <a:path w="7024370" h="854710">
                  <a:moveTo>
                    <a:pt x="5463540" y="499110"/>
                  </a:moveTo>
                  <a:lnTo>
                    <a:pt x="5461000" y="488950"/>
                  </a:lnTo>
                  <a:lnTo>
                    <a:pt x="5459730" y="480060"/>
                  </a:lnTo>
                  <a:lnTo>
                    <a:pt x="5454650" y="462280"/>
                  </a:lnTo>
                  <a:lnTo>
                    <a:pt x="5450840" y="454660"/>
                  </a:lnTo>
                  <a:lnTo>
                    <a:pt x="5443220" y="436880"/>
                  </a:lnTo>
                  <a:lnTo>
                    <a:pt x="5436870" y="429260"/>
                  </a:lnTo>
                  <a:lnTo>
                    <a:pt x="5430520" y="419100"/>
                  </a:lnTo>
                  <a:lnTo>
                    <a:pt x="5422900" y="410210"/>
                  </a:lnTo>
                  <a:lnTo>
                    <a:pt x="5412740" y="400050"/>
                  </a:lnTo>
                  <a:lnTo>
                    <a:pt x="5403850" y="388620"/>
                  </a:lnTo>
                  <a:lnTo>
                    <a:pt x="5379720" y="367030"/>
                  </a:lnTo>
                  <a:lnTo>
                    <a:pt x="5356860" y="345440"/>
                  </a:lnTo>
                  <a:lnTo>
                    <a:pt x="5337810" y="327660"/>
                  </a:lnTo>
                  <a:lnTo>
                    <a:pt x="5331460" y="318770"/>
                  </a:lnTo>
                  <a:lnTo>
                    <a:pt x="5325110" y="312420"/>
                  </a:lnTo>
                  <a:lnTo>
                    <a:pt x="5320030" y="306070"/>
                  </a:lnTo>
                  <a:lnTo>
                    <a:pt x="5316220" y="300990"/>
                  </a:lnTo>
                  <a:lnTo>
                    <a:pt x="5314950" y="298450"/>
                  </a:lnTo>
                  <a:lnTo>
                    <a:pt x="5313680" y="294640"/>
                  </a:lnTo>
                  <a:lnTo>
                    <a:pt x="5311140" y="289560"/>
                  </a:lnTo>
                  <a:lnTo>
                    <a:pt x="5311140" y="285750"/>
                  </a:lnTo>
                  <a:lnTo>
                    <a:pt x="5309870" y="283210"/>
                  </a:lnTo>
                  <a:lnTo>
                    <a:pt x="5309870" y="270510"/>
                  </a:lnTo>
                  <a:lnTo>
                    <a:pt x="5311140" y="267970"/>
                  </a:lnTo>
                  <a:lnTo>
                    <a:pt x="5311140" y="264160"/>
                  </a:lnTo>
                  <a:lnTo>
                    <a:pt x="5312410" y="262890"/>
                  </a:lnTo>
                  <a:lnTo>
                    <a:pt x="5312410" y="260350"/>
                  </a:lnTo>
                  <a:lnTo>
                    <a:pt x="5313680" y="259080"/>
                  </a:lnTo>
                  <a:lnTo>
                    <a:pt x="5313680" y="256540"/>
                  </a:lnTo>
                  <a:lnTo>
                    <a:pt x="5316220" y="252730"/>
                  </a:lnTo>
                  <a:lnTo>
                    <a:pt x="5317490" y="250190"/>
                  </a:lnTo>
                  <a:lnTo>
                    <a:pt x="5320030" y="246380"/>
                  </a:lnTo>
                  <a:lnTo>
                    <a:pt x="5322570" y="243840"/>
                  </a:lnTo>
                  <a:lnTo>
                    <a:pt x="5326380" y="241300"/>
                  </a:lnTo>
                  <a:lnTo>
                    <a:pt x="5328920" y="238760"/>
                  </a:lnTo>
                  <a:lnTo>
                    <a:pt x="5330190" y="238760"/>
                  </a:lnTo>
                  <a:lnTo>
                    <a:pt x="5331460" y="237490"/>
                  </a:lnTo>
                  <a:lnTo>
                    <a:pt x="5334000" y="236220"/>
                  </a:lnTo>
                  <a:lnTo>
                    <a:pt x="5341620" y="233680"/>
                  </a:lnTo>
                  <a:lnTo>
                    <a:pt x="5350510" y="233680"/>
                  </a:lnTo>
                  <a:lnTo>
                    <a:pt x="5384800" y="252730"/>
                  </a:lnTo>
                  <a:lnTo>
                    <a:pt x="5407660" y="283210"/>
                  </a:lnTo>
                  <a:lnTo>
                    <a:pt x="5417820" y="306070"/>
                  </a:lnTo>
                  <a:lnTo>
                    <a:pt x="5424170" y="318770"/>
                  </a:lnTo>
                  <a:lnTo>
                    <a:pt x="5434330" y="349250"/>
                  </a:lnTo>
                  <a:lnTo>
                    <a:pt x="5447030" y="349250"/>
                  </a:lnTo>
                  <a:lnTo>
                    <a:pt x="5443105" y="233680"/>
                  </a:lnTo>
                  <a:lnTo>
                    <a:pt x="5442763" y="223520"/>
                  </a:lnTo>
                  <a:lnTo>
                    <a:pt x="5441950" y="199390"/>
                  </a:lnTo>
                  <a:lnTo>
                    <a:pt x="5429250" y="199390"/>
                  </a:lnTo>
                  <a:lnTo>
                    <a:pt x="5422900" y="212090"/>
                  </a:lnTo>
                  <a:lnTo>
                    <a:pt x="5420360" y="214630"/>
                  </a:lnTo>
                  <a:lnTo>
                    <a:pt x="5420360" y="217170"/>
                  </a:lnTo>
                  <a:lnTo>
                    <a:pt x="5417820" y="218440"/>
                  </a:lnTo>
                  <a:lnTo>
                    <a:pt x="5417820" y="219710"/>
                  </a:lnTo>
                  <a:lnTo>
                    <a:pt x="5416550" y="220980"/>
                  </a:lnTo>
                  <a:lnTo>
                    <a:pt x="5415280" y="220980"/>
                  </a:lnTo>
                  <a:lnTo>
                    <a:pt x="5414010" y="222250"/>
                  </a:lnTo>
                  <a:lnTo>
                    <a:pt x="5410200" y="222250"/>
                  </a:lnTo>
                  <a:lnTo>
                    <a:pt x="5408930" y="223520"/>
                  </a:lnTo>
                  <a:lnTo>
                    <a:pt x="5406390" y="223520"/>
                  </a:lnTo>
                  <a:lnTo>
                    <a:pt x="5403850" y="222250"/>
                  </a:lnTo>
                  <a:lnTo>
                    <a:pt x="5402580" y="222250"/>
                  </a:lnTo>
                  <a:lnTo>
                    <a:pt x="5400040" y="220980"/>
                  </a:lnTo>
                  <a:lnTo>
                    <a:pt x="5398770" y="220980"/>
                  </a:lnTo>
                  <a:lnTo>
                    <a:pt x="5396230" y="219710"/>
                  </a:lnTo>
                  <a:lnTo>
                    <a:pt x="5393690" y="217170"/>
                  </a:lnTo>
                  <a:lnTo>
                    <a:pt x="5391150" y="215900"/>
                  </a:lnTo>
                  <a:lnTo>
                    <a:pt x="5386070" y="212090"/>
                  </a:lnTo>
                  <a:lnTo>
                    <a:pt x="5379720" y="208280"/>
                  </a:lnTo>
                  <a:lnTo>
                    <a:pt x="5372100" y="205740"/>
                  </a:lnTo>
                  <a:lnTo>
                    <a:pt x="5367020" y="203200"/>
                  </a:lnTo>
                  <a:lnTo>
                    <a:pt x="5360670" y="200660"/>
                  </a:lnTo>
                  <a:lnTo>
                    <a:pt x="5353050" y="199390"/>
                  </a:lnTo>
                  <a:lnTo>
                    <a:pt x="5346700" y="199390"/>
                  </a:lnTo>
                  <a:lnTo>
                    <a:pt x="5340350" y="198120"/>
                  </a:lnTo>
                  <a:lnTo>
                    <a:pt x="5295900" y="209550"/>
                  </a:lnTo>
                  <a:lnTo>
                    <a:pt x="5292090" y="212090"/>
                  </a:lnTo>
                  <a:lnTo>
                    <a:pt x="5287010" y="214630"/>
                  </a:lnTo>
                  <a:lnTo>
                    <a:pt x="5271770" y="229870"/>
                  </a:lnTo>
                  <a:lnTo>
                    <a:pt x="5264150" y="240030"/>
                  </a:lnTo>
                  <a:lnTo>
                    <a:pt x="5259070" y="250190"/>
                  </a:lnTo>
                  <a:lnTo>
                    <a:pt x="5252720" y="260350"/>
                  </a:lnTo>
                  <a:lnTo>
                    <a:pt x="5245100" y="283210"/>
                  </a:lnTo>
                  <a:lnTo>
                    <a:pt x="5240020" y="306070"/>
                  </a:lnTo>
                  <a:lnTo>
                    <a:pt x="5238750" y="318770"/>
                  </a:lnTo>
                  <a:lnTo>
                    <a:pt x="5238750" y="342900"/>
                  </a:lnTo>
                  <a:lnTo>
                    <a:pt x="5240020" y="354330"/>
                  </a:lnTo>
                  <a:lnTo>
                    <a:pt x="5242547" y="365760"/>
                  </a:lnTo>
                  <a:lnTo>
                    <a:pt x="5243830" y="375920"/>
                  </a:lnTo>
                  <a:lnTo>
                    <a:pt x="5251450" y="396240"/>
                  </a:lnTo>
                  <a:lnTo>
                    <a:pt x="5261597" y="416560"/>
                  </a:lnTo>
                  <a:lnTo>
                    <a:pt x="5266690" y="422910"/>
                  </a:lnTo>
                  <a:lnTo>
                    <a:pt x="5271770" y="430530"/>
                  </a:lnTo>
                  <a:lnTo>
                    <a:pt x="5278120" y="439420"/>
                  </a:lnTo>
                  <a:lnTo>
                    <a:pt x="5287010" y="448310"/>
                  </a:lnTo>
                  <a:lnTo>
                    <a:pt x="5306060" y="468630"/>
                  </a:lnTo>
                  <a:lnTo>
                    <a:pt x="5331460" y="491490"/>
                  </a:lnTo>
                  <a:lnTo>
                    <a:pt x="5372100" y="532130"/>
                  </a:lnTo>
                  <a:lnTo>
                    <a:pt x="5374640" y="537210"/>
                  </a:lnTo>
                  <a:lnTo>
                    <a:pt x="5378450" y="542290"/>
                  </a:lnTo>
                  <a:lnTo>
                    <a:pt x="5380990" y="546100"/>
                  </a:lnTo>
                  <a:lnTo>
                    <a:pt x="5382260" y="551180"/>
                  </a:lnTo>
                  <a:lnTo>
                    <a:pt x="5384800" y="554990"/>
                  </a:lnTo>
                  <a:lnTo>
                    <a:pt x="5386070" y="560070"/>
                  </a:lnTo>
                  <a:lnTo>
                    <a:pt x="5387340" y="563880"/>
                  </a:lnTo>
                  <a:lnTo>
                    <a:pt x="5388610" y="570230"/>
                  </a:lnTo>
                  <a:lnTo>
                    <a:pt x="5388610" y="590550"/>
                  </a:lnTo>
                  <a:lnTo>
                    <a:pt x="5387340" y="591820"/>
                  </a:lnTo>
                  <a:lnTo>
                    <a:pt x="5387340" y="594360"/>
                  </a:lnTo>
                  <a:lnTo>
                    <a:pt x="5386070" y="596900"/>
                  </a:lnTo>
                  <a:lnTo>
                    <a:pt x="5386070" y="599440"/>
                  </a:lnTo>
                  <a:lnTo>
                    <a:pt x="5384800" y="600710"/>
                  </a:lnTo>
                  <a:lnTo>
                    <a:pt x="5383530" y="603250"/>
                  </a:lnTo>
                  <a:lnTo>
                    <a:pt x="5383530" y="605790"/>
                  </a:lnTo>
                  <a:lnTo>
                    <a:pt x="5382260" y="607060"/>
                  </a:lnTo>
                  <a:lnTo>
                    <a:pt x="5377180" y="614680"/>
                  </a:lnTo>
                  <a:lnTo>
                    <a:pt x="5369560" y="622300"/>
                  </a:lnTo>
                  <a:lnTo>
                    <a:pt x="5367020" y="623570"/>
                  </a:lnTo>
                  <a:lnTo>
                    <a:pt x="5365750" y="624840"/>
                  </a:lnTo>
                  <a:lnTo>
                    <a:pt x="5358130" y="627380"/>
                  </a:lnTo>
                  <a:lnTo>
                    <a:pt x="5340350" y="627380"/>
                  </a:lnTo>
                  <a:lnTo>
                    <a:pt x="5335270" y="624840"/>
                  </a:lnTo>
                  <a:lnTo>
                    <a:pt x="5331460" y="623570"/>
                  </a:lnTo>
                  <a:lnTo>
                    <a:pt x="5292090" y="589280"/>
                  </a:lnTo>
                  <a:lnTo>
                    <a:pt x="5269230" y="546100"/>
                  </a:lnTo>
                  <a:lnTo>
                    <a:pt x="5264150" y="533400"/>
                  </a:lnTo>
                  <a:lnTo>
                    <a:pt x="5259070" y="519430"/>
                  </a:lnTo>
                  <a:lnTo>
                    <a:pt x="5255247" y="504190"/>
                  </a:lnTo>
                  <a:lnTo>
                    <a:pt x="5242547" y="504190"/>
                  </a:lnTo>
                  <a:lnTo>
                    <a:pt x="5248897" y="661670"/>
                  </a:lnTo>
                  <a:lnTo>
                    <a:pt x="5260340" y="661670"/>
                  </a:lnTo>
                  <a:lnTo>
                    <a:pt x="5261597" y="656590"/>
                  </a:lnTo>
                  <a:lnTo>
                    <a:pt x="5265420" y="648970"/>
                  </a:lnTo>
                  <a:lnTo>
                    <a:pt x="5266690" y="647700"/>
                  </a:lnTo>
                  <a:lnTo>
                    <a:pt x="5267947" y="645160"/>
                  </a:lnTo>
                  <a:lnTo>
                    <a:pt x="5273040" y="640080"/>
                  </a:lnTo>
                  <a:lnTo>
                    <a:pt x="5274297" y="640080"/>
                  </a:lnTo>
                  <a:lnTo>
                    <a:pt x="5275580" y="638810"/>
                  </a:lnTo>
                  <a:lnTo>
                    <a:pt x="5276850" y="638810"/>
                  </a:lnTo>
                  <a:lnTo>
                    <a:pt x="5278120" y="637540"/>
                  </a:lnTo>
                  <a:lnTo>
                    <a:pt x="5280647" y="637540"/>
                  </a:lnTo>
                  <a:lnTo>
                    <a:pt x="5281930" y="638810"/>
                  </a:lnTo>
                  <a:lnTo>
                    <a:pt x="5283200" y="638810"/>
                  </a:lnTo>
                  <a:lnTo>
                    <a:pt x="5285740" y="640080"/>
                  </a:lnTo>
                  <a:lnTo>
                    <a:pt x="5289550" y="641350"/>
                  </a:lnTo>
                  <a:lnTo>
                    <a:pt x="5312410" y="652780"/>
                  </a:lnTo>
                  <a:lnTo>
                    <a:pt x="5321300" y="655320"/>
                  </a:lnTo>
                  <a:lnTo>
                    <a:pt x="5336540" y="660400"/>
                  </a:lnTo>
                  <a:lnTo>
                    <a:pt x="5344160" y="661670"/>
                  </a:lnTo>
                  <a:lnTo>
                    <a:pt x="5350510" y="662940"/>
                  </a:lnTo>
                  <a:lnTo>
                    <a:pt x="5364480" y="662940"/>
                  </a:lnTo>
                  <a:lnTo>
                    <a:pt x="5372100" y="661670"/>
                  </a:lnTo>
                  <a:lnTo>
                    <a:pt x="5378450" y="660400"/>
                  </a:lnTo>
                  <a:lnTo>
                    <a:pt x="5386070" y="659130"/>
                  </a:lnTo>
                  <a:lnTo>
                    <a:pt x="5392420" y="655320"/>
                  </a:lnTo>
                  <a:lnTo>
                    <a:pt x="5398770" y="652780"/>
                  </a:lnTo>
                  <a:lnTo>
                    <a:pt x="5411470" y="645160"/>
                  </a:lnTo>
                  <a:lnTo>
                    <a:pt x="5417820" y="640080"/>
                  </a:lnTo>
                  <a:lnTo>
                    <a:pt x="5419852" y="637540"/>
                  </a:lnTo>
                  <a:lnTo>
                    <a:pt x="5427980" y="627380"/>
                  </a:lnTo>
                  <a:lnTo>
                    <a:pt x="5450840" y="590550"/>
                  </a:lnTo>
                  <a:lnTo>
                    <a:pt x="5463540" y="537210"/>
                  </a:lnTo>
                  <a:lnTo>
                    <a:pt x="5463540" y="499110"/>
                  </a:lnTo>
                  <a:close/>
                </a:path>
                <a:path w="7024370" h="854710">
                  <a:moveTo>
                    <a:pt x="5721350" y="210820"/>
                  </a:moveTo>
                  <a:lnTo>
                    <a:pt x="5643880" y="210820"/>
                  </a:lnTo>
                  <a:lnTo>
                    <a:pt x="5643880" y="50800"/>
                  </a:lnTo>
                  <a:lnTo>
                    <a:pt x="5632450" y="50800"/>
                  </a:lnTo>
                  <a:lnTo>
                    <a:pt x="5607050" y="105410"/>
                  </a:lnTo>
                  <a:lnTo>
                    <a:pt x="5562600" y="176530"/>
                  </a:lnTo>
                  <a:lnTo>
                    <a:pt x="5523230" y="220980"/>
                  </a:lnTo>
                  <a:lnTo>
                    <a:pt x="5502910" y="241300"/>
                  </a:lnTo>
                  <a:lnTo>
                    <a:pt x="5502910" y="257810"/>
                  </a:lnTo>
                  <a:lnTo>
                    <a:pt x="5544820" y="257810"/>
                  </a:lnTo>
                  <a:lnTo>
                    <a:pt x="5544820" y="494030"/>
                  </a:lnTo>
                  <a:lnTo>
                    <a:pt x="5546090" y="525780"/>
                  </a:lnTo>
                  <a:lnTo>
                    <a:pt x="5546090" y="551180"/>
                  </a:lnTo>
                  <a:lnTo>
                    <a:pt x="5547360" y="561340"/>
                  </a:lnTo>
                  <a:lnTo>
                    <a:pt x="5547360" y="568960"/>
                  </a:lnTo>
                  <a:lnTo>
                    <a:pt x="5548630" y="575310"/>
                  </a:lnTo>
                  <a:lnTo>
                    <a:pt x="5548630" y="580390"/>
                  </a:lnTo>
                  <a:lnTo>
                    <a:pt x="5551170" y="588010"/>
                  </a:lnTo>
                  <a:lnTo>
                    <a:pt x="5552440" y="594360"/>
                  </a:lnTo>
                  <a:lnTo>
                    <a:pt x="5556250" y="601980"/>
                  </a:lnTo>
                  <a:lnTo>
                    <a:pt x="5558790" y="608330"/>
                  </a:lnTo>
                  <a:lnTo>
                    <a:pt x="5588000" y="642620"/>
                  </a:lnTo>
                  <a:lnTo>
                    <a:pt x="5622290" y="655320"/>
                  </a:lnTo>
                  <a:lnTo>
                    <a:pt x="5637530" y="655320"/>
                  </a:lnTo>
                  <a:lnTo>
                    <a:pt x="5651500" y="652780"/>
                  </a:lnTo>
                  <a:lnTo>
                    <a:pt x="5659120" y="650240"/>
                  </a:lnTo>
                  <a:lnTo>
                    <a:pt x="5665470" y="647700"/>
                  </a:lnTo>
                  <a:lnTo>
                    <a:pt x="5671820" y="642620"/>
                  </a:lnTo>
                  <a:lnTo>
                    <a:pt x="5678170" y="638810"/>
                  </a:lnTo>
                  <a:lnTo>
                    <a:pt x="5704840" y="605790"/>
                  </a:lnTo>
                  <a:lnTo>
                    <a:pt x="5721350" y="566420"/>
                  </a:lnTo>
                  <a:lnTo>
                    <a:pt x="5711190" y="554990"/>
                  </a:lnTo>
                  <a:lnTo>
                    <a:pt x="5706110" y="566420"/>
                  </a:lnTo>
                  <a:lnTo>
                    <a:pt x="5695950" y="584200"/>
                  </a:lnTo>
                  <a:lnTo>
                    <a:pt x="5684520" y="595630"/>
                  </a:lnTo>
                  <a:lnTo>
                    <a:pt x="5681980" y="596900"/>
                  </a:lnTo>
                  <a:lnTo>
                    <a:pt x="5679440" y="599440"/>
                  </a:lnTo>
                  <a:lnTo>
                    <a:pt x="5676900" y="600710"/>
                  </a:lnTo>
                  <a:lnTo>
                    <a:pt x="5673090" y="600710"/>
                  </a:lnTo>
                  <a:lnTo>
                    <a:pt x="5670550" y="601980"/>
                  </a:lnTo>
                  <a:lnTo>
                    <a:pt x="5665470" y="601980"/>
                  </a:lnTo>
                  <a:lnTo>
                    <a:pt x="5662930" y="600710"/>
                  </a:lnTo>
                  <a:lnTo>
                    <a:pt x="5661660" y="600710"/>
                  </a:lnTo>
                  <a:lnTo>
                    <a:pt x="5659120" y="598170"/>
                  </a:lnTo>
                  <a:lnTo>
                    <a:pt x="5656580" y="596900"/>
                  </a:lnTo>
                  <a:lnTo>
                    <a:pt x="5655310" y="595630"/>
                  </a:lnTo>
                  <a:lnTo>
                    <a:pt x="5654040" y="593090"/>
                  </a:lnTo>
                  <a:lnTo>
                    <a:pt x="5652770" y="591820"/>
                  </a:lnTo>
                  <a:lnTo>
                    <a:pt x="5651500" y="589280"/>
                  </a:lnTo>
                  <a:lnTo>
                    <a:pt x="5650230" y="588010"/>
                  </a:lnTo>
                  <a:lnTo>
                    <a:pt x="5646420" y="580390"/>
                  </a:lnTo>
                  <a:lnTo>
                    <a:pt x="5646420" y="577850"/>
                  </a:lnTo>
                  <a:lnTo>
                    <a:pt x="5645150" y="574040"/>
                  </a:lnTo>
                  <a:lnTo>
                    <a:pt x="5645150" y="565150"/>
                  </a:lnTo>
                  <a:lnTo>
                    <a:pt x="5643880" y="560070"/>
                  </a:lnTo>
                  <a:lnTo>
                    <a:pt x="5643880" y="257810"/>
                  </a:lnTo>
                  <a:lnTo>
                    <a:pt x="5721350" y="257810"/>
                  </a:lnTo>
                  <a:lnTo>
                    <a:pt x="5721350" y="210820"/>
                  </a:lnTo>
                  <a:close/>
                </a:path>
                <a:path w="7024370" h="854710">
                  <a:moveTo>
                    <a:pt x="6029960" y="415290"/>
                  </a:moveTo>
                  <a:lnTo>
                    <a:pt x="6028690" y="389890"/>
                  </a:lnTo>
                  <a:lnTo>
                    <a:pt x="6028017" y="383540"/>
                  </a:lnTo>
                  <a:lnTo>
                    <a:pt x="6023610" y="341630"/>
                  </a:lnTo>
                  <a:lnTo>
                    <a:pt x="6019800" y="321310"/>
                  </a:lnTo>
                  <a:lnTo>
                    <a:pt x="6013450" y="302260"/>
                  </a:lnTo>
                  <a:lnTo>
                    <a:pt x="6010910" y="293370"/>
                  </a:lnTo>
                  <a:lnTo>
                    <a:pt x="5990590" y="252730"/>
                  </a:lnTo>
                  <a:lnTo>
                    <a:pt x="5970270" y="228600"/>
                  </a:lnTo>
                  <a:lnTo>
                    <a:pt x="5961380" y="219710"/>
                  </a:lnTo>
                  <a:lnTo>
                    <a:pt x="5951220" y="212090"/>
                  </a:lnTo>
                  <a:lnTo>
                    <a:pt x="5946140" y="209550"/>
                  </a:lnTo>
                  <a:lnTo>
                    <a:pt x="5944870" y="209042"/>
                  </a:lnTo>
                  <a:lnTo>
                    <a:pt x="5944870" y="383540"/>
                  </a:lnTo>
                  <a:lnTo>
                    <a:pt x="5848350" y="383540"/>
                  </a:lnTo>
                  <a:lnTo>
                    <a:pt x="5848350" y="367030"/>
                  </a:lnTo>
                  <a:lnTo>
                    <a:pt x="5849620" y="349250"/>
                  </a:lnTo>
                  <a:lnTo>
                    <a:pt x="5853430" y="302260"/>
                  </a:lnTo>
                  <a:lnTo>
                    <a:pt x="5864860" y="264160"/>
                  </a:lnTo>
                  <a:lnTo>
                    <a:pt x="5885180" y="233680"/>
                  </a:lnTo>
                  <a:lnTo>
                    <a:pt x="5886450" y="232410"/>
                  </a:lnTo>
                  <a:lnTo>
                    <a:pt x="5888990" y="231140"/>
                  </a:lnTo>
                  <a:lnTo>
                    <a:pt x="5890260" y="229870"/>
                  </a:lnTo>
                  <a:lnTo>
                    <a:pt x="5895340" y="229870"/>
                  </a:lnTo>
                  <a:lnTo>
                    <a:pt x="5896610" y="228600"/>
                  </a:lnTo>
                  <a:lnTo>
                    <a:pt x="5901690" y="228600"/>
                  </a:lnTo>
                  <a:lnTo>
                    <a:pt x="5905500" y="229870"/>
                  </a:lnTo>
                  <a:lnTo>
                    <a:pt x="5908040" y="229870"/>
                  </a:lnTo>
                  <a:lnTo>
                    <a:pt x="5913120" y="232410"/>
                  </a:lnTo>
                  <a:lnTo>
                    <a:pt x="5922010" y="241300"/>
                  </a:lnTo>
                  <a:lnTo>
                    <a:pt x="5924550" y="246380"/>
                  </a:lnTo>
                  <a:lnTo>
                    <a:pt x="5928360" y="250190"/>
                  </a:lnTo>
                  <a:lnTo>
                    <a:pt x="5929630" y="255270"/>
                  </a:lnTo>
                  <a:lnTo>
                    <a:pt x="5932170" y="260350"/>
                  </a:lnTo>
                  <a:lnTo>
                    <a:pt x="5934710" y="266700"/>
                  </a:lnTo>
                  <a:lnTo>
                    <a:pt x="5937250" y="279400"/>
                  </a:lnTo>
                  <a:lnTo>
                    <a:pt x="5939790" y="288290"/>
                  </a:lnTo>
                  <a:lnTo>
                    <a:pt x="5941060" y="297180"/>
                  </a:lnTo>
                  <a:lnTo>
                    <a:pt x="5941060" y="308610"/>
                  </a:lnTo>
                  <a:lnTo>
                    <a:pt x="5942330" y="320040"/>
                  </a:lnTo>
                  <a:lnTo>
                    <a:pt x="5943600" y="349250"/>
                  </a:lnTo>
                  <a:lnTo>
                    <a:pt x="5944870" y="383540"/>
                  </a:lnTo>
                  <a:lnTo>
                    <a:pt x="5944870" y="209042"/>
                  </a:lnTo>
                  <a:lnTo>
                    <a:pt x="5939790" y="207010"/>
                  </a:lnTo>
                  <a:lnTo>
                    <a:pt x="5934710" y="204470"/>
                  </a:lnTo>
                  <a:lnTo>
                    <a:pt x="5928360" y="201930"/>
                  </a:lnTo>
                  <a:lnTo>
                    <a:pt x="5923280" y="200660"/>
                  </a:lnTo>
                  <a:lnTo>
                    <a:pt x="5910580" y="198120"/>
                  </a:lnTo>
                  <a:lnTo>
                    <a:pt x="5904230" y="198120"/>
                  </a:lnTo>
                  <a:lnTo>
                    <a:pt x="5896610" y="199390"/>
                  </a:lnTo>
                  <a:lnTo>
                    <a:pt x="5890260" y="199390"/>
                  </a:lnTo>
                  <a:lnTo>
                    <a:pt x="5882640" y="200660"/>
                  </a:lnTo>
                  <a:lnTo>
                    <a:pt x="5875020" y="203200"/>
                  </a:lnTo>
                  <a:lnTo>
                    <a:pt x="5868670" y="204470"/>
                  </a:lnTo>
                  <a:lnTo>
                    <a:pt x="5862320" y="208280"/>
                  </a:lnTo>
                  <a:lnTo>
                    <a:pt x="5855970" y="210820"/>
                  </a:lnTo>
                  <a:lnTo>
                    <a:pt x="5848350" y="214630"/>
                  </a:lnTo>
                  <a:lnTo>
                    <a:pt x="5811520" y="248920"/>
                  </a:lnTo>
                  <a:lnTo>
                    <a:pt x="5789930" y="280670"/>
                  </a:lnTo>
                  <a:lnTo>
                    <a:pt x="5786120" y="289560"/>
                  </a:lnTo>
                  <a:lnTo>
                    <a:pt x="5781040" y="298450"/>
                  </a:lnTo>
                  <a:lnTo>
                    <a:pt x="5767070" y="339090"/>
                  </a:lnTo>
                  <a:lnTo>
                    <a:pt x="5759450" y="386080"/>
                  </a:lnTo>
                  <a:lnTo>
                    <a:pt x="5756910" y="411480"/>
                  </a:lnTo>
                  <a:lnTo>
                    <a:pt x="5756910" y="459740"/>
                  </a:lnTo>
                  <a:lnTo>
                    <a:pt x="5760720" y="501650"/>
                  </a:lnTo>
                  <a:lnTo>
                    <a:pt x="5773420" y="556260"/>
                  </a:lnTo>
                  <a:lnTo>
                    <a:pt x="5796280" y="605790"/>
                  </a:lnTo>
                  <a:lnTo>
                    <a:pt x="5807710" y="621030"/>
                  </a:lnTo>
                  <a:lnTo>
                    <a:pt x="5812790" y="627380"/>
                  </a:lnTo>
                  <a:lnTo>
                    <a:pt x="5847080" y="652780"/>
                  </a:lnTo>
                  <a:lnTo>
                    <a:pt x="5854700" y="655320"/>
                  </a:lnTo>
                  <a:lnTo>
                    <a:pt x="5863590" y="659130"/>
                  </a:lnTo>
                  <a:lnTo>
                    <a:pt x="5871210" y="660400"/>
                  </a:lnTo>
                  <a:lnTo>
                    <a:pt x="5880100" y="661670"/>
                  </a:lnTo>
                  <a:lnTo>
                    <a:pt x="5887720" y="662940"/>
                  </a:lnTo>
                  <a:lnTo>
                    <a:pt x="5908040" y="662940"/>
                  </a:lnTo>
                  <a:lnTo>
                    <a:pt x="5918200" y="661670"/>
                  </a:lnTo>
                  <a:lnTo>
                    <a:pt x="5955030" y="646430"/>
                  </a:lnTo>
                  <a:lnTo>
                    <a:pt x="5986780" y="614680"/>
                  </a:lnTo>
                  <a:lnTo>
                    <a:pt x="5995670" y="604520"/>
                  </a:lnTo>
                  <a:lnTo>
                    <a:pt x="6002020" y="591820"/>
                  </a:lnTo>
                  <a:lnTo>
                    <a:pt x="6017260" y="563880"/>
                  </a:lnTo>
                  <a:lnTo>
                    <a:pt x="6023610" y="547370"/>
                  </a:lnTo>
                  <a:lnTo>
                    <a:pt x="6029960" y="529590"/>
                  </a:lnTo>
                  <a:lnTo>
                    <a:pt x="6018530" y="519430"/>
                  </a:lnTo>
                  <a:lnTo>
                    <a:pt x="6013450" y="529590"/>
                  </a:lnTo>
                  <a:lnTo>
                    <a:pt x="6008370" y="538480"/>
                  </a:lnTo>
                  <a:lnTo>
                    <a:pt x="6004560" y="546100"/>
                  </a:lnTo>
                  <a:lnTo>
                    <a:pt x="5994400" y="561340"/>
                  </a:lnTo>
                  <a:lnTo>
                    <a:pt x="5990590" y="566420"/>
                  </a:lnTo>
                  <a:lnTo>
                    <a:pt x="5985510" y="571500"/>
                  </a:lnTo>
                  <a:lnTo>
                    <a:pt x="5981700" y="576580"/>
                  </a:lnTo>
                  <a:lnTo>
                    <a:pt x="5976620" y="580390"/>
                  </a:lnTo>
                  <a:lnTo>
                    <a:pt x="5969000" y="585470"/>
                  </a:lnTo>
                  <a:lnTo>
                    <a:pt x="5963920" y="588010"/>
                  </a:lnTo>
                  <a:lnTo>
                    <a:pt x="5948680" y="591820"/>
                  </a:lnTo>
                  <a:lnTo>
                    <a:pt x="5934710" y="591820"/>
                  </a:lnTo>
                  <a:lnTo>
                    <a:pt x="5897880" y="570230"/>
                  </a:lnTo>
                  <a:lnTo>
                    <a:pt x="5871210" y="525780"/>
                  </a:lnTo>
                  <a:lnTo>
                    <a:pt x="5857240" y="474980"/>
                  </a:lnTo>
                  <a:lnTo>
                    <a:pt x="5852160" y="436880"/>
                  </a:lnTo>
                  <a:lnTo>
                    <a:pt x="5850890" y="415290"/>
                  </a:lnTo>
                  <a:lnTo>
                    <a:pt x="6029960" y="415290"/>
                  </a:lnTo>
                  <a:close/>
                </a:path>
                <a:path w="7024370" h="854710">
                  <a:moveTo>
                    <a:pt x="6426200" y="633730"/>
                  </a:moveTo>
                  <a:lnTo>
                    <a:pt x="6416040" y="631190"/>
                  </a:lnTo>
                  <a:lnTo>
                    <a:pt x="6410960" y="628650"/>
                  </a:lnTo>
                  <a:lnTo>
                    <a:pt x="6407150" y="627380"/>
                  </a:lnTo>
                  <a:lnTo>
                    <a:pt x="6405880" y="626110"/>
                  </a:lnTo>
                  <a:lnTo>
                    <a:pt x="6404610" y="626110"/>
                  </a:lnTo>
                  <a:lnTo>
                    <a:pt x="6402070" y="623570"/>
                  </a:lnTo>
                  <a:lnTo>
                    <a:pt x="6400800" y="623570"/>
                  </a:lnTo>
                  <a:lnTo>
                    <a:pt x="6399530" y="621030"/>
                  </a:lnTo>
                  <a:lnTo>
                    <a:pt x="6398260" y="619760"/>
                  </a:lnTo>
                  <a:lnTo>
                    <a:pt x="6398260" y="618490"/>
                  </a:lnTo>
                  <a:lnTo>
                    <a:pt x="6395720" y="615950"/>
                  </a:lnTo>
                  <a:lnTo>
                    <a:pt x="6394450" y="613410"/>
                  </a:lnTo>
                  <a:lnTo>
                    <a:pt x="6394450" y="612140"/>
                  </a:lnTo>
                  <a:lnTo>
                    <a:pt x="6393180" y="609600"/>
                  </a:lnTo>
                  <a:lnTo>
                    <a:pt x="6393180" y="603250"/>
                  </a:lnTo>
                  <a:lnTo>
                    <a:pt x="6390640" y="586740"/>
                  </a:lnTo>
                  <a:lnTo>
                    <a:pt x="6390640" y="577850"/>
                  </a:lnTo>
                  <a:lnTo>
                    <a:pt x="6389370" y="554990"/>
                  </a:lnTo>
                  <a:lnTo>
                    <a:pt x="6389370" y="349250"/>
                  </a:lnTo>
                  <a:lnTo>
                    <a:pt x="6388100" y="320040"/>
                  </a:lnTo>
                  <a:lnTo>
                    <a:pt x="6388100" y="308610"/>
                  </a:lnTo>
                  <a:lnTo>
                    <a:pt x="6386830" y="297180"/>
                  </a:lnTo>
                  <a:lnTo>
                    <a:pt x="6384290" y="280670"/>
                  </a:lnTo>
                  <a:lnTo>
                    <a:pt x="6381750" y="271780"/>
                  </a:lnTo>
                  <a:lnTo>
                    <a:pt x="6380480" y="264160"/>
                  </a:lnTo>
                  <a:lnTo>
                    <a:pt x="6376670" y="256540"/>
                  </a:lnTo>
                  <a:lnTo>
                    <a:pt x="6374130" y="248920"/>
                  </a:lnTo>
                  <a:lnTo>
                    <a:pt x="6370320" y="241300"/>
                  </a:lnTo>
                  <a:lnTo>
                    <a:pt x="6338570" y="207010"/>
                  </a:lnTo>
                  <a:lnTo>
                    <a:pt x="6303010" y="198120"/>
                  </a:lnTo>
                  <a:lnTo>
                    <a:pt x="6296660" y="199390"/>
                  </a:lnTo>
                  <a:lnTo>
                    <a:pt x="6290310" y="199390"/>
                  </a:lnTo>
                  <a:lnTo>
                    <a:pt x="6283960" y="200660"/>
                  </a:lnTo>
                  <a:lnTo>
                    <a:pt x="6277610" y="203200"/>
                  </a:lnTo>
                  <a:lnTo>
                    <a:pt x="6271260" y="204470"/>
                  </a:lnTo>
                  <a:lnTo>
                    <a:pt x="6264910" y="208280"/>
                  </a:lnTo>
                  <a:lnTo>
                    <a:pt x="6259830" y="210820"/>
                  </a:lnTo>
                  <a:lnTo>
                    <a:pt x="6242050" y="224790"/>
                  </a:lnTo>
                  <a:lnTo>
                    <a:pt x="6235700" y="231140"/>
                  </a:lnTo>
                  <a:lnTo>
                    <a:pt x="6230620" y="237490"/>
                  </a:lnTo>
                  <a:lnTo>
                    <a:pt x="6224270" y="243840"/>
                  </a:lnTo>
                  <a:lnTo>
                    <a:pt x="6217920" y="251460"/>
                  </a:lnTo>
                  <a:lnTo>
                    <a:pt x="6205220" y="267970"/>
                  </a:lnTo>
                  <a:lnTo>
                    <a:pt x="6205220" y="212090"/>
                  </a:lnTo>
                  <a:lnTo>
                    <a:pt x="6071870" y="212090"/>
                  </a:lnTo>
                  <a:lnTo>
                    <a:pt x="6071870" y="228600"/>
                  </a:lnTo>
                  <a:lnTo>
                    <a:pt x="6082030" y="231140"/>
                  </a:lnTo>
                  <a:lnTo>
                    <a:pt x="6085840" y="233680"/>
                  </a:lnTo>
                  <a:lnTo>
                    <a:pt x="6089650" y="234950"/>
                  </a:lnTo>
                  <a:lnTo>
                    <a:pt x="6092190" y="236220"/>
                  </a:lnTo>
                  <a:lnTo>
                    <a:pt x="6098540" y="242570"/>
                  </a:lnTo>
                  <a:lnTo>
                    <a:pt x="6098540" y="243840"/>
                  </a:lnTo>
                  <a:lnTo>
                    <a:pt x="6099810" y="245110"/>
                  </a:lnTo>
                  <a:lnTo>
                    <a:pt x="6101080" y="247650"/>
                  </a:lnTo>
                  <a:lnTo>
                    <a:pt x="6102350" y="248920"/>
                  </a:lnTo>
                  <a:lnTo>
                    <a:pt x="6102350" y="251460"/>
                  </a:lnTo>
                  <a:lnTo>
                    <a:pt x="6103620" y="254000"/>
                  </a:lnTo>
                  <a:lnTo>
                    <a:pt x="6103620" y="260350"/>
                  </a:lnTo>
                  <a:lnTo>
                    <a:pt x="6104890" y="266700"/>
                  </a:lnTo>
                  <a:lnTo>
                    <a:pt x="6106160" y="275590"/>
                  </a:lnTo>
                  <a:lnTo>
                    <a:pt x="6106160" y="284480"/>
                  </a:lnTo>
                  <a:lnTo>
                    <a:pt x="6107430" y="306070"/>
                  </a:lnTo>
                  <a:lnTo>
                    <a:pt x="6107430" y="554990"/>
                  </a:lnTo>
                  <a:lnTo>
                    <a:pt x="6106160" y="577850"/>
                  </a:lnTo>
                  <a:lnTo>
                    <a:pt x="6106160" y="594360"/>
                  </a:lnTo>
                  <a:lnTo>
                    <a:pt x="6104890" y="601980"/>
                  </a:lnTo>
                  <a:lnTo>
                    <a:pt x="6103620" y="607060"/>
                  </a:lnTo>
                  <a:lnTo>
                    <a:pt x="6103620" y="609600"/>
                  </a:lnTo>
                  <a:lnTo>
                    <a:pt x="6102350" y="612140"/>
                  </a:lnTo>
                  <a:lnTo>
                    <a:pt x="6102350" y="613410"/>
                  </a:lnTo>
                  <a:lnTo>
                    <a:pt x="6101080" y="614680"/>
                  </a:lnTo>
                  <a:lnTo>
                    <a:pt x="6099810" y="617220"/>
                  </a:lnTo>
                  <a:lnTo>
                    <a:pt x="6098540" y="618490"/>
                  </a:lnTo>
                  <a:lnTo>
                    <a:pt x="6097270" y="621030"/>
                  </a:lnTo>
                  <a:lnTo>
                    <a:pt x="6094730" y="623570"/>
                  </a:lnTo>
                  <a:lnTo>
                    <a:pt x="6092190" y="624840"/>
                  </a:lnTo>
                  <a:lnTo>
                    <a:pt x="6089650" y="627380"/>
                  </a:lnTo>
                  <a:lnTo>
                    <a:pt x="6085840" y="628650"/>
                  </a:lnTo>
                  <a:lnTo>
                    <a:pt x="6080760" y="631190"/>
                  </a:lnTo>
                  <a:lnTo>
                    <a:pt x="6076950" y="632460"/>
                  </a:lnTo>
                  <a:lnTo>
                    <a:pt x="6071870" y="633730"/>
                  </a:lnTo>
                  <a:lnTo>
                    <a:pt x="6071870" y="650240"/>
                  </a:lnTo>
                  <a:lnTo>
                    <a:pt x="6236970" y="650240"/>
                  </a:lnTo>
                  <a:lnTo>
                    <a:pt x="6236970" y="633730"/>
                  </a:lnTo>
                  <a:lnTo>
                    <a:pt x="6229350" y="631190"/>
                  </a:lnTo>
                  <a:lnTo>
                    <a:pt x="6225540" y="628650"/>
                  </a:lnTo>
                  <a:lnTo>
                    <a:pt x="6221730" y="627380"/>
                  </a:lnTo>
                  <a:lnTo>
                    <a:pt x="6217920" y="623570"/>
                  </a:lnTo>
                  <a:lnTo>
                    <a:pt x="6216650" y="623570"/>
                  </a:lnTo>
                  <a:lnTo>
                    <a:pt x="6215380" y="621030"/>
                  </a:lnTo>
                  <a:lnTo>
                    <a:pt x="6212840" y="618490"/>
                  </a:lnTo>
                  <a:lnTo>
                    <a:pt x="6211570" y="615950"/>
                  </a:lnTo>
                  <a:lnTo>
                    <a:pt x="6211570" y="614680"/>
                  </a:lnTo>
                  <a:lnTo>
                    <a:pt x="6210300" y="613410"/>
                  </a:lnTo>
                  <a:lnTo>
                    <a:pt x="6209030" y="609600"/>
                  </a:lnTo>
                  <a:lnTo>
                    <a:pt x="6209030" y="608330"/>
                  </a:lnTo>
                  <a:lnTo>
                    <a:pt x="6206490" y="594360"/>
                  </a:lnTo>
                  <a:lnTo>
                    <a:pt x="6206490" y="586740"/>
                  </a:lnTo>
                  <a:lnTo>
                    <a:pt x="6205220" y="576580"/>
                  </a:lnTo>
                  <a:lnTo>
                    <a:pt x="6205220" y="320040"/>
                  </a:lnTo>
                  <a:lnTo>
                    <a:pt x="6229350" y="279400"/>
                  </a:lnTo>
                  <a:lnTo>
                    <a:pt x="6257290" y="261620"/>
                  </a:lnTo>
                  <a:lnTo>
                    <a:pt x="6263640" y="261620"/>
                  </a:lnTo>
                  <a:lnTo>
                    <a:pt x="6264910" y="262890"/>
                  </a:lnTo>
                  <a:lnTo>
                    <a:pt x="6267450" y="262890"/>
                  </a:lnTo>
                  <a:lnTo>
                    <a:pt x="6272530" y="265430"/>
                  </a:lnTo>
                  <a:lnTo>
                    <a:pt x="6273800" y="266700"/>
                  </a:lnTo>
                  <a:lnTo>
                    <a:pt x="6276340" y="267970"/>
                  </a:lnTo>
                  <a:lnTo>
                    <a:pt x="6280150" y="271780"/>
                  </a:lnTo>
                  <a:lnTo>
                    <a:pt x="6281420" y="274320"/>
                  </a:lnTo>
                  <a:lnTo>
                    <a:pt x="6282690" y="275590"/>
                  </a:lnTo>
                  <a:lnTo>
                    <a:pt x="6283960" y="279400"/>
                  </a:lnTo>
                  <a:lnTo>
                    <a:pt x="6286500" y="284480"/>
                  </a:lnTo>
                  <a:lnTo>
                    <a:pt x="6289040" y="292100"/>
                  </a:lnTo>
                  <a:lnTo>
                    <a:pt x="6289040" y="295910"/>
                  </a:lnTo>
                  <a:lnTo>
                    <a:pt x="6290310" y="300990"/>
                  </a:lnTo>
                  <a:lnTo>
                    <a:pt x="6290310" y="307340"/>
                  </a:lnTo>
                  <a:lnTo>
                    <a:pt x="6291580" y="314960"/>
                  </a:lnTo>
                  <a:lnTo>
                    <a:pt x="6291580" y="584200"/>
                  </a:lnTo>
                  <a:lnTo>
                    <a:pt x="6289040" y="599440"/>
                  </a:lnTo>
                  <a:lnTo>
                    <a:pt x="6289040" y="604520"/>
                  </a:lnTo>
                  <a:lnTo>
                    <a:pt x="6287770" y="607060"/>
                  </a:lnTo>
                  <a:lnTo>
                    <a:pt x="6287770" y="609600"/>
                  </a:lnTo>
                  <a:lnTo>
                    <a:pt x="6286500" y="610870"/>
                  </a:lnTo>
                  <a:lnTo>
                    <a:pt x="6286500" y="612140"/>
                  </a:lnTo>
                  <a:lnTo>
                    <a:pt x="6285230" y="614680"/>
                  </a:lnTo>
                  <a:lnTo>
                    <a:pt x="6283960" y="615950"/>
                  </a:lnTo>
                  <a:lnTo>
                    <a:pt x="6282690" y="618490"/>
                  </a:lnTo>
                  <a:lnTo>
                    <a:pt x="6281420" y="619760"/>
                  </a:lnTo>
                  <a:lnTo>
                    <a:pt x="6280150" y="622300"/>
                  </a:lnTo>
                  <a:lnTo>
                    <a:pt x="6278880" y="623570"/>
                  </a:lnTo>
                  <a:lnTo>
                    <a:pt x="6276340" y="624840"/>
                  </a:lnTo>
                  <a:lnTo>
                    <a:pt x="6272530" y="628650"/>
                  </a:lnTo>
                  <a:lnTo>
                    <a:pt x="6269990" y="629920"/>
                  </a:lnTo>
                  <a:lnTo>
                    <a:pt x="6268720" y="631190"/>
                  </a:lnTo>
                  <a:lnTo>
                    <a:pt x="6263640" y="632460"/>
                  </a:lnTo>
                  <a:lnTo>
                    <a:pt x="6259830" y="633730"/>
                  </a:lnTo>
                  <a:lnTo>
                    <a:pt x="6259830" y="650240"/>
                  </a:lnTo>
                  <a:lnTo>
                    <a:pt x="6426200" y="650240"/>
                  </a:lnTo>
                  <a:lnTo>
                    <a:pt x="6426200" y="633730"/>
                  </a:lnTo>
                  <a:close/>
                </a:path>
                <a:path w="7024370" h="854710">
                  <a:moveTo>
                    <a:pt x="6604000" y="64770"/>
                  </a:moveTo>
                  <a:lnTo>
                    <a:pt x="6602730" y="57150"/>
                  </a:lnTo>
                  <a:lnTo>
                    <a:pt x="6601460" y="50800"/>
                  </a:lnTo>
                  <a:lnTo>
                    <a:pt x="6600190" y="48260"/>
                  </a:lnTo>
                  <a:lnTo>
                    <a:pt x="6600190" y="44450"/>
                  </a:lnTo>
                  <a:lnTo>
                    <a:pt x="6598920" y="41910"/>
                  </a:lnTo>
                  <a:lnTo>
                    <a:pt x="6596380" y="34290"/>
                  </a:lnTo>
                  <a:lnTo>
                    <a:pt x="6592570" y="26670"/>
                  </a:lnTo>
                  <a:lnTo>
                    <a:pt x="6588760" y="21590"/>
                  </a:lnTo>
                  <a:lnTo>
                    <a:pt x="6583680" y="16510"/>
                  </a:lnTo>
                  <a:lnTo>
                    <a:pt x="6582410" y="13970"/>
                  </a:lnTo>
                  <a:lnTo>
                    <a:pt x="6579870" y="11430"/>
                  </a:lnTo>
                  <a:lnTo>
                    <a:pt x="6577330" y="10160"/>
                  </a:lnTo>
                  <a:lnTo>
                    <a:pt x="6574790" y="7620"/>
                  </a:lnTo>
                  <a:lnTo>
                    <a:pt x="6572250" y="6350"/>
                  </a:lnTo>
                  <a:lnTo>
                    <a:pt x="6570980" y="5080"/>
                  </a:lnTo>
                  <a:lnTo>
                    <a:pt x="6563360" y="1270"/>
                  </a:lnTo>
                  <a:lnTo>
                    <a:pt x="6560820" y="1270"/>
                  </a:lnTo>
                  <a:lnTo>
                    <a:pt x="6555740" y="0"/>
                  </a:lnTo>
                  <a:lnTo>
                    <a:pt x="6544310" y="0"/>
                  </a:lnTo>
                  <a:lnTo>
                    <a:pt x="6539230" y="1270"/>
                  </a:lnTo>
                  <a:lnTo>
                    <a:pt x="6536690" y="1270"/>
                  </a:lnTo>
                  <a:lnTo>
                    <a:pt x="6523990" y="7620"/>
                  </a:lnTo>
                  <a:lnTo>
                    <a:pt x="6515100" y="16510"/>
                  </a:lnTo>
                  <a:lnTo>
                    <a:pt x="6507480" y="26670"/>
                  </a:lnTo>
                  <a:lnTo>
                    <a:pt x="6504940" y="31750"/>
                  </a:lnTo>
                  <a:lnTo>
                    <a:pt x="6502400" y="38100"/>
                  </a:lnTo>
                  <a:lnTo>
                    <a:pt x="6501130" y="40640"/>
                  </a:lnTo>
                  <a:lnTo>
                    <a:pt x="6499860" y="44450"/>
                  </a:lnTo>
                  <a:lnTo>
                    <a:pt x="6498590" y="46990"/>
                  </a:lnTo>
                  <a:lnTo>
                    <a:pt x="6498590" y="50800"/>
                  </a:lnTo>
                  <a:lnTo>
                    <a:pt x="6497320" y="53340"/>
                  </a:lnTo>
                  <a:lnTo>
                    <a:pt x="6496050" y="57150"/>
                  </a:lnTo>
                  <a:lnTo>
                    <a:pt x="6496050" y="86360"/>
                  </a:lnTo>
                  <a:lnTo>
                    <a:pt x="6498590" y="93980"/>
                  </a:lnTo>
                  <a:lnTo>
                    <a:pt x="6498590" y="96520"/>
                  </a:lnTo>
                  <a:lnTo>
                    <a:pt x="6499860" y="100330"/>
                  </a:lnTo>
                  <a:lnTo>
                    <a:pt x="6501130" y="102870"/>
                  </a:lnTo>
                  <a:lnTo>
                    <a:pt x="6502400" y="106680"/>
                  </a:lnTo>
                  <a:lnTo>
                    <a:pt x="6504940" y="111760"/>
                  </a:lnTo>
                  <a:lnTo>
                    <a:pt x="6507480" y="118110"/>
                  </a:lnTo>
                  <a:lnTo>
                    <a:pt x="6515100" y="128270"/>
                  </a:lnTo>
                  <a:lnTo>
                    <a:pt x="6520180" y="132080"/>
                  </a:lnTo>
                  <a:lnTo>
                    <a:pt x="6523990" y="135890"/>
                  </a:lnTo>
                  <a:lnTo>
                    <a:pt x="6539230" y="143510"/>
                  </a:lnTo>
                  <a:lnTo>
                    <a:pt x="6544310" y="143510"/>
                  </a:lnTo>
                  <a:lnTo>
                    <a:pt x="6549390" y="144780"/>
                  </a:lnTo>
                  <a:lnTo>
                    <a:pt x="6554470" y="143510"/>
                  </a:lnTo>
                  <a:lnTo>
                    <a:pt x="6560820" y="143510"/>
                  </a:lnTo>
                  <a:lnTo>
                    <a:pt x="6570980" y="138430"/>
                  </a:lnTo>
                  <a:lnTo>
                    <a:pt x="6572250" y="137160"/>
                  </a:lnTo>
                  <a:lnTo>
                    <a:pt x="6574790" y="135890"/>
                  </a:lnTo>
                  <a:lnTo>
                    <a:pt x="6579870" y="132080"/>
                  </a:lnTo>
                  <a:lnTo>
                    <a:pt x="6583680" y="128270"/>
                  </a:lnTo>
                  <a:lnTo>
                    <a:pt x="6591300" y="118110"/>
                  </a:lnTo>
                  <a:lnTo>
                    <a:pt x="6593840" y="115570"/>
                  </a:lnTo>
                  <a:lnTo>
                    <a:pt x="6595110" y="111760"/>
                  </a:lnTo>
                  <a:lnTo>
                    <a:pt x="6597650" y="106680"/>
                  </a:lnTo>
                  <a:lnTo>
                    <a:pt x="6600190" y="99060"/>
                  </a:lnTo>
                  <a:lnTo>
                    <a:pt x="6600190" y="96520"/>
                  </a:lnTo>
                  <a:lnTo>
                    <a:pt x="6601460" y="93980"/>
                  </a:lnTo>
                  <a:lnTo>
                    <a:pt x="6602730" y="88900"/>
                  </a:lnTo>
                  <a:lnTo>
                    <a:pt x="6602730" y="86360"/>
                  </a:lnTo>
                  <a:lnTo>
                    <a:pt x="6604000" y="80010"/>
                  </a:lnTo>
                  <a:lnTo>
                    <a:pt x="6604000" y="64770"/>
                  </a:lnTo>
                  <a:close/>
                </a:path>
                <a:path w="7024370" h="854710">
                  <a:moveTo>
                    <a:pt x="6638290" y="632460"/>
                  </a:moveTo>
                  <a:lnTo>
                    <a:pt x="6633210" y="632460"/>
                  </a:lnTo>
                  <a:lnTo>
                    <a:pt x="6626860" y="631190"/>
                  </a:lnTo>
                  <a:lnTo>
                    <a:pt x="6623050" y="631190"/>
                  </a:lnTo>
                  <a:lnTo>
                    <a:pt x="6617970" y="628650"/>
                  </a:lnTo>
                  <a:lnTo>
                    <a:pt x="6616700" y="628650"/>
                  </a:lnTo>
                  <a:lnTo>
                    <a:pt x="6615430" y="627380"/>
                  </a:lnTo>
                  <a:lnTo>
                    <a:pt x="6612890" y="626110"/>
                  </a:lnTo>
                  <a:lnTo>
                    <a:pt x="6607810" y="621030"/>
                  </a:lnTo>
                  <a:lnTo>
                    <a:pt x="6606540" y="618490"/>
                  </a:lnTo>
                  <a:lnTo>
                    <a:pt x="6605270" y="617220"/>
                  </a:lnTo>
                  <a:lnTo>
                    <a:pt x="6605270" y="615950"/>
                  </a:lnTo>
                  <a:lnTo>
                    <a:pt x="6604000" y="613410"/>
                  </a:lnTo>
                  <a:lnTo>
                    <a:pt x="6604000" y="610870"/>
                  </a:lnTo>
                  <a:lnTo>
                    <a:pt x="6602730" y="608330"/>
                  </a:lnTo>
                  <a:lnTo>
                    <a:pt x="6601460" y="604520"/>
                  </a:lnTo>
                  <a:lnTo>
                    <a:pt x="6600190" y="598170"/>
                  </a:lnTo>
                  <a:lnTo>
                    <a:pt x="6598920" y="590550"/>
                  </a:lnTo>
                  <a:lnTo>
                    <a:pt x="6598920" y="212090"/>
                  </a:lnTo>
                  <a:lnTo>
                    <a:pt x="6461760" y="212090"/>
                  </a:lnTo>
                  <a:lnTo>
                    <a:pt x="6461760" y="229870"/>
                  </a:lnTo>
                  <a:lnTo>
                    <a:pt x="6466840" y="229870"/>
                  </a:lnTo>
                  <a:lnTo>
                    <a:pt x="6471920" y="231140"/>
                  </a:lnTo>
                  <a:lnTo>
                    <a:pt x="6477000" y="231140"/>
                  </a:lnTo>
                  <a:lnTo>
                    <a:pt x="6480810" y="233680"/>
                  </a:lnTo>
                  <a:lnTo>
                    <a:pt x="6482080" y="233680"/>
                  </a:lnTo>
                  <a:lnTo>
                    <a:pt x="6484620" y="234950"/>
                  </a:lnTo>
                  <a:lnTo>
                    <a:pt x="6492240" y="242570"/>
                  </a:lnTo>
                  <a:lnTo>
                    <a:pt x="6493510" y="245110"/>
                  </a:lnTo>
                  <a:lnTo>
                    <a:pt x="6494780" y="246380"/>
                  </a:lnTo>
                  <a:lnTo>
                    <a:pt x="6494780" y="248920"/>
                  </a:lnTo>
                  <a:lnTo>
                    <a:pt x="6497320" y="254000"/>
                  </a:lnTo>
                  <a:lnTo>
                    <a:pt x="6497320" y="257810"/>
                  </a:lnTo>
                  <a:lnTo>
                    <a:pt x="6498590" y="264160"/>
                  </a:lnTo>
                  <a:lnTo>
                    <a:pt x="6499860" y="271780"/>
                  </a:lnTo>
                  <a:lnTo>
                    <a:pt x="6499860" y="281940"/>
                  </a:lnTo>
                  <a:lnTo>
                    <a:pt x="6501130" y="292100"/>
                  </a:lnTo>
                  <a:lnTo>
                    <a:pt x="6501130" y="570230"/>
                  </a:lnTo>
                  <a:lnTo>
                    <a:pt x="6499860" y="580390"/>
                  </a:lnTo>
                  <a:lnTo>
                    <a:pt x="6499860" y="589280"/>
                  </a:lnTo>
                  <a:lnTo>
                    <a:pt x="6498590" y="596900"/>
                  </a:lnTo>
                  <a:lnTo>
                    <a:pt x="6498590" y="603250"/>
                  </a:lnTo>
                  <a:lnTo>
                    <a:pt x="6497320" y="605790"/>
                  </a:lnTo>
                  <a:lnTo>
                    <a:pt x="6496050" y="609600"/>
                  </a:lnTo>
                  <a:lnTo>
                    <a:pt x="6496050" y="610870"/>
                  </a:lnTo>
                  <a:lnTo>
                    <a:pt x="6494780" y="613410"/>
                  </a:lnTo>
                  <a:lnTo>
                    <a:pt x="6494780" y="614680"/>
                  </a:lnTo>
                  <a:lnTo>
                    <a:pt x="6493510" y="615950"/>
                  </a:lnTo>
                  <a:lnTo>
                    <a:pt x="6492240" y="618490"/>
                  </a:lnTo>
                  <a:lnTo>
                    <a:pt x="6485890" y="624840"/>
                  </a:lnTo>
                  <a:lnTo>
                    <a:pt x="6483350" y="626110"/>
                  </a:lnTo>
                  <a:lnTo>
                    <a:pt x="6482080" y="627380"/>
                  </a:lnTo>
                  <a:lnTo>
                    <a:pt x="6479540" y="628650"/>
                  </a:lnTo>
                  <a:lnTo>
                    <a:pt x="6478270" y="629920"/>
                  </a:lnTo>
                  <a:lnTo>
                    <a:pt x="6475730" y="631190"/>
                  </a:lnTo>
                  <a:lnTo>
                    <a:pt x="6471920" y="632460"/>
                  </a:lnTo>
                  <a:lnTo>
                    <a:pt x="6461760" y="632460"/>
                  </a:lnTo>
                  <a:lnTo>
                    <a:pt x="6461760" y="650240"/>
                  </a:lnTo>
                  <a:lnTo>
                    <a:pt x="6638290" y="650240"/>
                  </a:lnTo>
                  <a:lnTo>
                    <a:pt x="6638290" y="632460"/>
                  </a:lnTo>
                  <a:close/>
                </a:path>
                <a:path w="7024370" h="854710">
                  <a:moveTo>
                    <a:pt x="7024370" y="633730"/>
                  </a:moveTo>
                  <a:lnTo>
                    <a:pt x="7014210" y="631190"/>
                  </a:lnTo>
                  <a:lnTo>
                    <a:pt x="7010400" y="628650"/>
                  </a:lnTo>
                  <a:lnTo>
                    <a:pt x="7006590" y="627380"/>
                  </a:lnTo>
                  <a:lnTo>
                    <a:pt x="7004050" y="626110"/>
                  </a:lnTo>
                  <a:lnTo>
                    <a:pt x="7002780" y="626110"/>
                  </a:lnTo>
                  <a:lnTo>
                    <a:pt x="7001510" y="623570"/>
                  </a:lnTo>
                  <a:lnTo>
                    <a:pt x="7000240" y="623570"/>
                  </a:lnTo>
                  <a:lnTo>
                    <a:pt x="6998970" y="621030"/>
                  </a:lnTo>
                  <a:lnTo>
                    <a:pt x="6995160" y="617220"/>
                  </a:lnTo>
                  <a:lnTo>
                    <a:pt x="6995160" y="615950"/>
                  </a:lnTo>
                  <a:lnTo>
                    <a:pt x="6993890" y="613410"/>
                  </a:lnTo>
                  <a:lnTo>
                    <a:pt x="6993890" y="612140"/>
                  </a:lnTo>
                  <a:lnTo>
                    <a:pt x="6992620" y="609600"/>
                  </a:lnTo>
                  <a:lnTo>
                    <a:pt x="6990080" y="595630"/>
                  </a:lnTo>
                  <a:lnTo>
                    <a:pt x="6990080" y="586740"/>
                  </a:lnTo>
                  <a:lnTo>
                    <a:pt x="6988810" y="577850"/>
                  </a:lnTo>
                  <a:lnTo>
                    <a:pt x="6988810" y="349250"/>
                  </a:lnTo>
                  <a:lnTo>
                    <a:pt x="6987540" y="320040"/>
                  </a:lnTo>
                  <a:lnTo>
                    <a:pt x="6985000" y="297180"/>
                  </a:lnTo>
                  <a:lnTo>
                    <a:pt x="6983730" y="288290"/>
                  </a:lnTo>
                  <a:lnTo>
                    <a:pt x="6983730" y="280670"/>
                  </a:lnTo>
                  <a:lnTo>
                    <a:pt x="6968490" y="241300"/>
                  </a:lnTo>
                  <a:lnTo>
                    <a:pt x="6949440" y="217170"/>
                  </a:lnTo>
                  <a:lnTo>
                    <a:pt x="6944360" y="212090"/>
                  </a:lnTo>
                  <a:lnTo>
                    <a:pt x="6902450" y="198120"/>
                  </a:lnTo>
                  <a:lnTo>
                    <a:pt x="6894830" y="199390"/>
                  </a:lnTo>
                  <a:lnTo>
                    <a:pt x="6889750" y="199390"/>
                  </a:lnTo>
                  <a:lnTo>
                    <a:pt x="6883400" y="200660"/>
                  </a:lnTo>
                  <a:lnTo>
                    <a:pt x="6877050" y="203200"/>
                  </a:lnTo>
                  <a:lnTo>
                    <a:pt x="6870700" y="204470"/>
                  </a:lnTo>
                  <a:lnTo>
                    <a:pt x="6864350" y="208280"/>
                  </a:lnTo>
                  <a:lnTo>
                    <a:pt x="6858000" y="210820"/>
                  </a:lnTo>
                  <a:lnTo>
                    <a:pt x="6852920" y="215900"/>
                  </a:lnTo>
                  <a:lnTo>
                    <a:pt x="6846570" y="219710"/>
                  </a:lnTo>
                  <a:lnTo>
                    <a:pt x="6840220" y="224790"/>
                  </a:lnTo>
                  <a:lnTo>
                    <a:pt x="6835140" y="231140"/>
                  </a:lnTo>
                  <a:lnTo>
                    <a:pt x="6822440" y="243840"/>
                  </a:lnTo>
                  <a:lnTo>
                    <a:pt x="6817360" y="251460"/>
                  </a:lnTo>
                  <a:lnTo>
                    <a:pt x="6804660" y="267970"/>
                  </a:lnTo>
                  <a:lnTo>
                    <a:pt x="6804660" y="212090"/>
                  </a:lnTo>
                  <a:lnTo>
                    <a:pt x="6671310" y="212090"/>
                  </a:lnTo>
                  <a:lnTo>
                    <a:pt x="6671310" y="228600"/>
                  </a:lnTo>
                  <a:lnTo>
                    <a:pt x="6676390" y="229870"/>
                  </a:lnTo>
                  <a:lnTo>
                    <a:pt x="6680200" y="231140"/>
                  </a:lnTo>
                  <a:lnTo>
                    <a:pt x="6685280" y="233680"/>
                  </a:lnTo>
                  <a:lnTo>
                    <a:pt x="6689090" y="234950"/>
                  </a:lnTo>
                  <a:lnTo>
                    <a:pt x="6699250" y="245110"/>
                  </a:lnTo>
                  <a:lnTo>
                    <a:pt x="6700520" y="247650"/>
                  </a:lnTo>
                  <a:lnTo>
                    <a:pt x="6700520" y="248920"/>
                  </a:lnTo>
                  <a:lnTo>
                    <a:pt x="6701790" y="251460"/>
                  </a:lnTo>
                  <a:lnTo>
                    <a:pt x="6701790" y="254000"/>
                  </a:lnTo>
                  <a:lnTo>
                    <a:pt x="6704330" y="266700"/>
                  </a:lnTo>
                  <a:lnTo>
                    <a:pt x="6705600" y="275590"/>
                  </a:lnTo>
                  <a:lnTo>
                    <a:pt x="6705600" y="586740"/>
                  </a:lnTo>
                  <a:lnTo>
                    <a:pt x="6703060" y="601980"/>
                  </a:lnTo>
                  <a:lnTo>
                    <a:pt x="6703060" y="607060"/>
                  </a:lnTo>
                  <a:lnTo>
                    <a:pt x="6701790" y="609600"/>
                  </a:lnTo>
                  <a:lnTo>
                    <a:pt x="6701790" y="612140"/>
                  </a:lnTo>
                  <a:lnTo>
                    <a:pt x="6700520" y="613410"/>
                  </a:lnTo>
                  <a:lnTo>
                    <a:pt x="6700520" y="614680"/>
                  </a:lnTo>
                  <a:lnTo>
                    <a:pt x="6699250" y="617220"/>
                  </a:lnTo>
                  <a:lnTo>
                    <a:pt x="6697980" y="618490"/>
                  </a:lnTo>
                  <a:lnTo>
                    <a:pt x="6696710" y="621030"/>
                  </a:lnTo>
                  <a:lnTo>
                    <a:pt x="6694170" y="622300"/>
                  </a:lnTo>
                  <a:lnTo>
                    <a:pt x="6690360" y="626110"/>
                  </a:lnTo>
                  <a:lnTo>
                    <a:pt x="6687820" y="627380"/>
                  </a:lnTo>
                  <a:lnTo>
                    <a:pt x="6684010" y="628650"/>
                  </a:lnTo>
                  <a:lnTo>
                    <a:pt x="6680200" y="631190"/>
                  </a:lnTo>
                  <a:lnTo>
                    <a:pt x="6675120" y="632460"/>
                  </a:lnTo>
                  <a:lnTo>
                    <a:pt x="6671310" y="633730"/>
                  </a:lnTo>
                  <a:lnTo>
                    <a:pt x="6671310" y="650240"/>
                  </a:lnTo>
                  <a:lnTo>
                    <a:pt x="6836410" y="650240"/>
                  </a:lnTo>
                  <a:lnTo>
                    <a:pt x="6836410" y="633730"/>
                  </a:lnTo>
                  <a:lnTo>
                    <a:pt x="6832600" y="632460"/>
                  </a:lnTo>
                  <a:lnTo>
                    <a:pt x="6827520" y="631190"/>
                  </a:lnTo>
                  <a:lnTo>
                    <a:pt x="6823710" y="628650"/>
                  </a:lnTo>
                  <a:lnTo>
                    <a:pt x="6818630" y="626110"/>
                  </a:lnTo>
                  <a:lnTo>
                    <a:pt x="6816090" y="623570"/>
                  </a:lnTo>
                  <a:lnTo>
                    <a:pt x="6814820" y="623570"/>
                  </a:lnTo>
                  <a:lnTo>
                    <a:pt x="6813550" y="621030"/>
                  </a:lnTo>
                  <a:lnTo>
                    <a:pt x="6812280" y="619760"/>
                  </a:lnTo>
                  <a:lnTo>
                    <a:pt x="6812280" y="618490"/>
                  </a:lnTo>
                  <a:lnTo>
                    <a:pt x="6811010" y="615950"/>
                  </a:lnTo>
                  <a:lnTo>
                    <a:pt x="6809740" y="614680"/>
                  </a:lnTo>
                  <a:lnTo>
                    <a:pt x="6809740" y="613410"/>
                  </a:lnTo>
                  <a:lnTo>
                    <a:pt x="6808470" y="609600"/>
                  </a:lnTo>
                  <a:lnTo>
                    <a:pt x="6808470" y="608330"/>
                  </a:lnTo>
                  <a:lnTo>
                    <a:pt x="6805930" y="594360"/>
                  </a:lnTo>
                  <a:lnTo>
                    <a:pt x="6805930" y="586740"/>
                  </a:lnTo>
                  <a:lnTo>
                    <a:pt x="6804660" y="576580"/>
                  </a:lnTo>
                  <a:lnTo>
                    <a:pt x="6804660" y="320040"/>
                  </a:lnTo>
                  <a:lnTo>
                    <a:pt x="6811010" y="306070"/>
                  </a:lnTo>
                  <a:lnTo>
                    <a:pt x="6817360" y="293370"/>
                  </a:lnTo>
                  <a:lnTo>
                    <a:pt x="6821170" y="289560"/>
                  </a:lnTo>
                  <a:lnTo>
                    <a:pt x="6823710" y="284480"/>
                  </a:lnTo>
                  <a:lnTo>
                    <a:pt x="6827520" y="279400"/>
                  </a:lnTo>
                  <a:lnTo>
                    <a:pt x="6831330" y="276860"/>
                  </a:lnTo>
                  <a:lnTo>
                    <a:pt x="6837680" y="270510"/>
                  </a:lnTo>
                  <a:lnTo>
                    <a:pt x="6845300" y="265430"/>
                  </a:lnTo>
                  <a:lnTo>
                    <a:pt x="6856730" y="261620"/>
                  </a:lnTo>
                  <a:lnTo>
                    <a:pt x="6861810" y="261620"/>
                  </a:lnTo>
                  <a:lnTo>
                    <a:pt x="6864350" y="262890"/>
                  </a:lnTo>
                  <a:lnTo>
                    <a:pt x="6866890" y="262890"/>
                  </a:lnTo>
                  <a:lnTo>
                    <a:pt x="6869430" y="264160"/>
                  </a:lnTo>
                  <a:lnTo>
                    <a:pt x="6870700" y="265430"/>
                  </a:lnTo>
                  <a:lnTo>
                    <a:pt x="6873240" y="266700"/>
                  </a:lnTo>
                  <a:lnTo>
                    <a:pt x="6874510" y="267970"/>
                  </a:lnTo>
                  <a:lnTo>
                    <a:pt x="6877050" y="269240"/>
                  </a:lnTo>
                  <a:lnTo>
                    <a:pt x="6878320" y="271780"/>
                  </a:lnTo>
                  <a:lnTo>
                    <a:pt x="6882130" y="275590"/>
                  </a:lnTo>
                  <a:lnTo>
                    <a:pt x="6883400" y="279400"/>
                  </a:lnTo>
                  <a:lnTo>
                    <a:pt x="6885940" y="284480"/>
                  </a:lnTo>
                  <a:lnTo>
                    <a:pt x="6887210" y="288290"/>
                  </a:lnTo>
                  <a:lnTo>
                    <a:pt x="6887210" y="292100"/>
                  </a:lnTo>
                  <a:lnTo>
                    <a:pt x="6888480" y="295910"/>
                  </a:lnTo>
                  <a:lnTo>
                    <a:pt x="6888480" y="300990"/>
                  </a:lnTo>
                  <a:lnTo>
                    <a:pt x="6889750" y="307340"/>
                  </a:lnTo>
                  <a:lnTo>
                    <a:pt x="6889750" y="314960"/>
                  </a:lnTo>
                  <a:lnTo>
                    <a:pt x="6891020" y="335280"/>
                  </a:lnTo>
                  <a:lnTo>
                    <a:pt x="6891020" y="575310"/>
                  </a:lnTo>
                  <a:lnTo>
                    <a:pt x="6889750" y="584200"/>
                  </a:lnTo>
                  <a:lnTo>
                    <a:pt x="6889750" y="591820"/>
                  </a:lnTo>
                  <a:lnTo>
                    <a:pt x="6888480" y="599440"/>
                  </a:lnTo>
                  <a:lnTo>
                    <a:pt x="6887210" y="604520"/>
                  </a:lnTo>
                  <a:lnTo>
                    <a:pt x="6887210" y="607060"/>
                  </a:lnTo>
                  <a:lnTo>
                    <a:pt x="6885940" y="609600"/>
                  </a:lnTo>
                  <a:lnTo>
                    <a:pt x="6885940" y="610870"/>
                  </a:lnTo>
                  <a:lnTo>
                    <a:pt x="6884670" y="612140"/>
                  </a:lnTo>
                  <a:lnTo>
                    <a:pt x="6883400" y="614680"/>
                  </a:lnTo>
                  <a:lnTo>
                    <a:pt x="6883400" y="615950"/>
                  </a:lnTo>
                  <a:lnTo>
                    <a:pt x="6882130" y="618490"/>
                  </a:lnTo>
                  <a:lnTo>
                    <a:pt x="6878320" y="622300"/>
                  </a:lnTo>
                  <a:lnTo>
                    <a:pt x="6878320" y="623570"/>
                  </a:lnTo>
                  <a:lnTo>
                    <a:pt x="6875780" y="624840"/>
                  </a:lnTo>
                  <a:lnTo>
                    <a:pt x="6873240" y="627380"/>
                  </a:lnTo>
                  <a:lnTo>
                    <a:pt x="6870700" y="628650"/>
                  </a:lnTo>
                  <a:lnTo>
                    <a:pt x="6869430" y="629920"/>
                  </a:lnTo>
                  <a:lnTo>
                    <a:pt x="6866890" y="631190"/>
                  </a:lnTo>
                  <a:lnTo>
                    <a:pt x="6863080" y="632460"/>
                  </a:lnTo>
                  <a:lnTo>
                    <a:pt x="6858000" y="633730"/>
                  </a:lnTo>
                  <a:lnTo>
                    <a:pt x="6858000" y="650240"/>
                  </a:lnTo>
                  <a:lnTo>
                    <a:pt x="7024370" y="650240"/>
                  </a:lnTo>
                  <a:lnTo>
                    <a:pt x="7024370" y="633730"/>
                  </a:lnTo>
                  <a:close/>
                </a:path>
              </a:pathLst>
            </a:custGeom>
            <a:solidFill>
              <a:srgbClr val="000000"/>
            </a:solidFill>
          </p:spPr>
          <p:txBody>
            <a:bodyPr wrap="square" lIns="0" tIns="0" rIns="0" bIns="0" rtlCol="0"/>
            <a:lstStyle/>
            <a:p/>
          </p:txBody>
        </p:sp>
        <p:sp>
          <p:nvSpPr>
            <p:cNvPr id="202" name="object 202"/>
            <p:cNvSpPr/>
            <p:nvPr/>
          </p:nvSpPr>
          <p:spPr>
            <a:xfrm>
              <a:off x="8482329" y="1278890"/>
              <a:ext cx="318770" cy="657860"/>
            </a:xfrm>
            <a:custGeom>
              <a:avLst/>
              <a:gdLst/>
              <a:ahLst/>
              <a:cxnLst/>
              <a:rect l="l" t="t" r="r" b="b"/>
              <a:pathLst>
                <a:path w="318770" h="657860">
                  <a:moveTo>
                    <a:pt x="162560" y="656589"/>
                  </a:moveTo>
                  <a:lnTo>
                    <a:pt x="127000" y="656589"/>
                  </a:lnTo>
                  <a:lnTo>
                    <a:pt x="148590" y="657860"/>
                  </a:lnTo>
                  <a:lnTo>
                    <a:pt x="162560" y="656589"/>
                  </a:lnTo>
                  <a:close/>
                </a:path>
                <a:path w="318770" h="657860">
                  <a:moveTo>
                    <a:pt x="156210" y="0"/>
                  </a:moveTo>
                  <a:lnTo>
                    <a:pt x="124460" y="0"/>
                  </a:lnTo>
                  <a:lnTo>
                    <a:pt x="110490" y="2539"/>
                  </a:lnTo>
                  <a:lnTo>
                    <a:pt x="71120" y="19050"/>
                  </a:lnTo>
                  <a:lnTo>
                    <a:pt x="39370" y="46989"/>
                  </a:lnTo>
                  <a:lnTo>
                    <a:pt x="17779" y="78739"/>
                  </a:lnTo>
                  <a:lnTo>
                    <a:pt x="7620" y="105410"/>
                  </a:lnTo>
                  <a:lnTo>
                    <a:pt x="5079" y="111760"/>
                  </a:lnTo>
                  <a:lnTo>
                    <a:pt x="1270" y="135889"/>
                  </a:lnTo>
                  <a:lnTo>
                    <a:pt x="1270" y="142239"/>
                  </a:lnTo>
                  <a:lnTo>
                    <a:pt x="0" y="149860"/>
                  </a:lnTo>
                  <a:lnTo>
                    <a:pt x="0" y="171450"/>
                  </a:lnTo>
                  <a:lnTo>
                    <a:pt x="2540" y="193039"/>
                  </a:lnTo>
                  <a:lnTo>
                    <a:pt x="5079" y="203200"/>
                  </a:lnTo>
                  <a:lnTo>
                    <a:pt x="7620" y="215900"/>
                  </a:lnTo>
                  <a:lnTo>
                    <a:pt x="11429" y="224789"/>
                  </a:lnTo>
                  <a:lnTo>
                    <a:pt x="16510" y="234950"/>
                  </a:lnTo>
                  <a:lnTo>
                    <a:pt x="20320" y="243839"/>
                  </a:lnTo>
                  <a:lnTo>
                    <a:pt x="22860" y="250189"/>
                  </a:lnTo>
                  <a:lnTo>
                    <a:pt x="26670" y="254000"/>
                  </a:lnTo>
                  <a:lnTo>
                    <a:pt x="33020" y="262889"/>
                  </a:lnTo>
                  <a:lnTo>
                    <a:pt x="48260" y="279400"/>
                  </a:lnTo>
                  <a:lnTo>
                    <a:pt x="57150" y="285750"/>
                  </a:lnTo>
                  <a:lnTo>
                    <a:pt x="77470" y="298450"/>
                  </a:lnTo>
                  <a:lnTo>
                    <a:pt x="88900" y="304800"/>
                  </a:lnTo>
                  <a:lnTo>
                    <a:pt x="78740" y="311150"/>
                  </a:lnTo>
                  <a:lnTo>
                    <a:pt x="40640" y="342900"/>
                  </a:lnTo>
                  <a:lnTo>
                    <a:pt x="30479" y="358139"/>
                  </a:lnTo>
                  <a:lnTo>
                    <a:pt x="25400" y="365760"/>
                  </a:lnTo>
                  <a:lnTo>
                    <a:pt x="17779" y="381000"/>
                  </a:lnTo>
                  <a:lnTo>
                    <a:pt x="16510" y="389889"/>
                  </a:lnTo>
                  <a:lnTo>
                    <a:pt x="13970" y="396239"/>
                  </a:lnTo>
                  <a:lnTo>
                    <a:pt x="12700" y="403860"/>
                  </a:lnTo>
                  <a:lnTo>
                    <a:pt x="11429" y="412750"/>
                  </a:lnTo>
                  <a:lnTo>
                    <a:pt x="11429" y="427989"/>
                  </a:lnTo>
                  <a:lnTo>
                    <a:pt x="12700" y="434339"/>
                  </a:lnTo>
                  <a:lnTo>
                    <a:pt x="12700" y="440689"/>
                  </a:lnTo>
                  <a:lnTo>
                    <a:pt x="29210" y="478789"/>
                  </a:lnTo>
                  <a:lnTo>
                    <a:pt x="33020" y="482600"/>
                  </a:lnTo>
                  <a:lnTo>
                    <a:pt x="36829" y="488950"/>
                  </a:lnTo>
                  <a:lnTo>
                    <a:pt x="41910" y="491489"/>
                  </a:lnTo>
                  <a:lnTo>
                    <a:pt x="45720" y="497839"/>
                  </a:lnTo>
                  <a:lnTo>
                    <a:pt x="57150" y="504189"/>
                  </a:lnTo>
                  <a:lnTo>
                    <a:pt x="49529" y="508000"/>
                  </a:lnTo>
                  <a:lnTo>
                    <a:pt x="41910" y="510539"/>
                  </a:lnTo>
                  <a:lnTo>
                    <a:pt x="34290" y="514350"/>
                  </a:lnTo>
                  <a:lnTo>
                    <a:pt x="19050" y="524510"/>
                  </a:lnTo>
                  <a:lnTo>
                    <a:pt x="17779" y="527050"/>
                  </a:lnTo>
                  <a:lnTo>
                    <a:pt x="15240" y="529589"/>
                  </a:lnTo>
                  <a:lnTo>
                    <a:pt x="12700" y="533400"/>
                  </a:lnTo>
                  <a:lnTo>
                    <a:pt x="8890" y="537210"/>
                  </a:lnTo>
                  <a:lnTo>
                    <a:pt x="6350" y="542289"/>
                  </a:lnTo>
                  <a:lnTo>
                    <a:pt x="5079" y="546100"/>
                  </a:lnTo>
                  <a:lnTo>
                    <a:pt x="2540" y="552450"/>
                  </a:lnTo>
                  <a:lnTo>
                    <a:pt x="1270" y="556260"/>
                  </a:lnTo>
                  <a:lnTo>
                    <a:pt x="1270" y="561339"/>
                  </a:lnTo>
                  <a:lnTo>
                    <a:pt x="0" y="565150"/>
                  </a:lnTo>
                  <a:lnTo>
                    <a:pt x="0" y="577850"/>
                  </a:lnTo>
                  <a:lnTo>
                    <a:pt x="1270" y="580389"/>
                  </a:lnTo>
                  <a:lnTo>
                    <a:pt x="1270" y="588010"/>
                  </a:lnTo>
                  <a:lnTo>
                    <a:pt x="6350" y="599439"/>
                  </a:lnTo>
                  <a:lnTo>
                    <a:pt x="8890" y="605789"/>
                  </a:lnTo>
                  <a:lnTo>
                    <a:pt x="11429" y="609600"/>
                  </a:lnTo>
                  <a:lnTo>
                    <a:pt x="15240" y="615950"/>
                  </a:lnTo>
                  <a:lnTo>
                    <a:pt x="20320" y="618489"/>
                  </a:lnTo>
                  <a:lnTo>
                    <a:pt x="30479" y="628650"/>
                  </a:lnTo>
                  <a:lnTo>
                    <a:pt x="43179" y="637539"/>
                  </a:lnTo>
                  <a:lnTo>
                    <a:pt x="50800" y="641350"/>
                  </a:lnTo>
                  <a:lnTo>
                    <a:pt x="58420" y="643889"/>
                  </a:lnTo>
                  <a:lnTo>
                    <a:pt x="68579" y="647700"/>
                  </a:lnTo>
                  <a:lnTo>
                    <a:pt x="86360" y="651510"/>
                  </a:lnTo>
                  <a:lnTo>
                    <a:pt x="106679" y="656589"/>
                  </a:lnTo>
                  <a:lnTo>
                    <a:pt x="176529" y="656589"/>
                  </a:lnTo>
                  <a:lnTo>
                    <a:pt x="190500" y="654050"/>
                  </a:lnTo>
                  <a:lnTo>
                    <a:pt x="203200" y="651510"/>
                  </a:lnTo>
                  <a:lnTo>
                    <a:pt x="217170" y="650239"/>
                  </a:lnTo>
                  <a:lnTo>
                    <a:pt x="229870" y="645160"/>
                  </a:lnTo>
                  <a:lnTo>
                    <a:pt x="252729" y="635000"/>
                  </a:lnTo>
                  <a:lnTo>
                    <a:pt x="260350" y="631189"/>
                  </a:lnTo>
                  <a:lnTo>
                    <a:pt x="266700" y="626110"/>
                  </a:lnTo>
                  <a:lnTo>
                    <a:pt x="157479" y="626110"/>
                  </a:lnTo>
                  <a:lnTo>
                    <a:pt x="143510" y="624839"/>
                  </a:lnTo>
                  <a:lnTo>
                    <a:pt x="130810" y="624839"/>
                  </a:lnTo>
                  <a:lnTo>
                    <a:pt x="119379" y="622300"/>
                  </a:lnTo>
                  <a:lnTo>
                    <a:pt x="109220" y="622300"/>
                  </a:lnTo>
                  <a:lnTo>
                    <a:pt x="100329" y="618489"/>
                  </a:lnTo>
                  <a:lnTo>
                    <a:pt x="91440" y="615950"/>
                  </a:lnTo>
                  <a:lnTo>
                    <a:pt x="88900" y="612139"/>
                  </a:lnTo>
                  <a:lnTo>
                    <a:pt x="85090" y="612139"/>
                  </a:lnTo>
                  <a:lnTo>
                    <a:pt x="78740" y="605789"/>
                  </a:lnTo>
                  <a:lnTo>
                    <a:pt x="74929" y="600710"/>
                  </a:lnTo>
                  <a:lnTo>
                    <a:pt x="69850" y="596900"/>
                  </a:lnTo>
                  <a:lnTo>
                    <a:pt x="67310" y="590550"/>
                  </a:lnTo>
                  <a:lnTo>
                    <a:pt x="64770" y="588010"/>
                  </a:lnTo>
                  <a:lnTo>
                    <a:pt x="60960" y="580389"/>
                  </a:lnTo>
                  <a:lnTo>
                    <a:pt x="60960" y="577850"/>
                  </a:lnTo>
                  <a:lnTo>
                    <a:pt x="59690" y="574039"/>
                  </a:lnTo>
                  <a:lnTo>
                    <a:pt x="59690" y="571500"/>
                  </a:lnTo>
                  <a:lnTo>
                    <a:pt x="58420" y="568960"/>
                  </a:lnTo>
                  <a:lnTo>
                    <a:pt x="58420" y="556260"/>
                  </a:lnTo>
                  <a:lnTo>
                    <a:pt x="59690" y="554989"/>
                  </a:lnTo>
                  <a:lnTo>
                    <a:pt x="59690" y="552450"/>
                  </a:lnTo>
                  <a:lnTo>
                    <a:pt x="60960" y="548639"/>
                  </a:lnTo>
                  <a:lnTo>
                    <a:pt x="60960" y="546100"/>
                  </a:lnTo>
                  <a:lnTo>
                    <a:pt x="62229" y="542289"/>
                  </a:lnTo>
                  <a:lnTo>
                    <a:pt x="63500" y="542289"/>
                  </a:lnTo>
                  <a:lnTo>
                    <a:pt x="64770" y="537210"/>
                  </a:lnTo>
                  <a:lnTo>
                    <a:pt x="68579" y="533400"/>
                  </a:lnTo>
                  <a:lnTo>
                    <a:pt x="69850" y="530860"/>
                  </a:lnTo>
                  <a:lnTo>
                    <a:pt x="72390" y="529589"/>
                  </a:lnTo>
                  <a:lnTo>
                    <a:pt x="73660" y="527050"/>
                  </a:lnTo>
                  <a:lnTo>
                    <a:pt x="78740" y="523239"/>
                  </a:lnTo>
                  <a:lnTo>
                    <a:pt x="82550" y="523239"/>
                  </a:lnTo>
                  <a:lnTo>
                    <a:pt x="90170" y="518160"/>
                  </a:lnTo>
                  <a:lnTo>
                    <a:pt x="96520" y="516889"/>
                  </a:lnTo>
                  <a:lnTo>
                    <a:pt x="318770" y="516889"/>
                  </a:lnTo>
                  <a:lnTo>
                    <a:pt x="318770" y="499110"/>
                  </a:lnTo>
                  <a:lnTo>
                    <a:pt x="317500" y="491489"/>
                  </a:lnTo>
                  <a:lnTo>
                    <a:pt x="313690" y="472439"/>
                  </a:lnTo>
                  <a:lnTo>
                    <a:pt x="311150" y="466089"/>
                  </a:lnTo>
                  <a:lnTo>
                    <a:pt x="308610" y="461010"/>
                  </a:lnTo>
                  <a:lnTo>
                    <a:pt x="306070" y="454660"/>
                  </a:lnTo>
                  <a:lnTo>
                    <a:pt x="303529" y="450850"/>
                  </a:lnTo>
                  <a:lnTo>
                    <a:pt x="299720" y="444500"/>
                  </a:lnTo>
                  <a:lnTo>
                    <a:pt x="297179" y="440689"/>
                  </a:lnTo>
                  <a:lnTo>
                    <a:pt x="275590" y="419100"/>
                  </a:lnTo>
                  <a:lnTo>
                    <a:pt x="271779" y="419100"/>
                  </a:lnTo>
                  <a:lnTo>
                    <a:pt x="262890" y="412750"/>
                  </a:lnTo>
                  <a:lnTo>
                    <a:pt x="251460" y="408939"/>
                  </a:lnTo>
                  <a:lnTo>
                    <a:pt x="240029" y="406400"/>
                  </a:lnTo>
                  <a:lnTo>
                    <a:pt x="227329" y="403860"/>
                  </a:lnTo>
                  <a:lnTo>
                    <a:pt x="212090" y="402589"/>
                  </a:lnTo>
                  <a:lnTo>
                    <a:pt x="111760" y="402589"/>
                  </a:lnTo>
                  <a:lnTo>
                    <a:pt x="106679" y="400050"/>
                  </a:lnTo>
                  <a:lnTo>
                    <a:pt x="102870" y="400050"/>
                  </a:lnTo>
                  <a:lnTo>
                    <a:pt x="99060" y="397510"/>
                  </a:lnTo>
                  <a:lnTo>
                    <a:pt x="91440" y="396239"/>
                  </a:lnTo>
                  <a:lnTo>
                    <a:pt x="88900" y="393700"/>
                  </a:lnTo>
                  <a:lnTo>
                    <a:pt x="87629" y="393700"/>
                  </a:lnTo>
                  <a:lnTo>
                    <a:pt x="85090" y="389889"/>
                  </a:lnTo>
                  <a:lnTo>
                    <a:pt x="83820" y="387350"/>
                  </a:lnTo>
                  <a:lnTo>
                    <a:pt x="80010" y="383539"/>
                  </a:lnTo>
                  <a:lnTo>
                    <a:pt x="80010" y="381000"/>
                  </a:lnTo>
                  <a:lnTo>
                    <a:pt x="78740" y="381000"/>
                  </a:lnTo>
                  <a:lnTo>
                    <a:pt x="78740" y="377189"/>
                  </a:lnTo>
                  <a:lnTo>
                    <a:pt x="77470" y="374650"/>
                  </a:lnTo>
                  <a:lnTo>
                    <a:pt x="77470" y="370839"/>
                  </a:lnTo>
                  <a:lnTo>
                    <a:pt x="76200" y="370839"/>
                  </a:lnTo>
                  <a:lnTo>
                    <a:pt x="76200" y="358139"/>
                  </a:lnTo>
                  <a:lnTo>
                    <a:pt x="77470" y="355600"/>
                  </a:lnTo>
                  <a:lnTo>
                    <a:pt x="77470" y="351789"/>
                  </a:lnTo>
                  <a:lnTo>
                    <a:pt x="78740" y="349250"/>
                  </a:lnTo>
                  <a:lnTo>
                    <a:pt x="78740" y="346710"/>
                  </a:lnTo>
                  <a:lnTo>
                    <a:pt x="80010" y="345439"/>
                  </a:lnTo>
                  <a:lnTo>
                    <a:pt x="80010" y="342900"/>
                  </a:lnTo>
                  <a:lnTo>
                    <a:pt x="81279" y="340360"/>
                  </a:lnTo>
                  <a:lnTo>
                    <a:pt x="82550" y="339089"/>
                  </a:lnTo>
                  <a:lnTo>
                    <a:pt x="85090" y="334010"/>
                  </a:lnTo>
                  <a:lnTo>
                    <a:pt x="86360" y="332739"/>
                  </a:lnTo>
                  <a:lnTo>
                    <a:pt x="90170" y="327660"/>
                  </a:lnTo>
                  <a:lnTo>
                    <a:pt x="90170" y="326389"/>
                  </a:lnTo>
                  <a:lnTo>
                    <a:pt x="92710" y="326389"/>
                  </a:lnTo>
                  <a:lnTo>
                    <a:pt x="95250" y="323850"/>
                  </a:lnTo>
                  <a:lnTo>
                    <a:pt x="99060" y="321310"/>
                  </a:lnTo>
                  <a:lnTo>
                    <a:pt x="101600" y="320039"/>
                  </a:lnTo>
                  <a:lnTo>
                    <a:pt x="106679" y="320039"/>
                  </a:lnTo>
                  <a:lnTo>
                    <a:pt x="109220" y="317500"/>
                  </a:lnTo>
                  <a:lnTo>
                    <a:pt x="168910" y="317500"/>
                  </a:lnTo>
                  <a:lnTo>
                    <a:pt x="176529" y="314960"/>
                  </a:lnTo>
                  <a:lnTo>
                    <a:pt x="182879" y="313689"/>
                  </a:lnTo>
                  <a:lnTo>
                    <a:pt x="190500" y="311150"/>
                  </a:lnTo>
                  <a:lnTo>
                    <a:pt x="198120" y="307339"/>
                  </a:lnTo>
                  <a:lnTo>
                    <a:pt x="207010" y="302260"/>
                  </a:lnTo>
                  <a:lnTo>
                    <a:pt x="214629" y="298450"/>
                  </a:lnTo>
                  <a:lnTo>
                    <a:pt x="223520" y="294639"/>
                  </a:lnTo>
                  <a:lnTo>
                    <a:pt x="226568" y="292100"/>
                  </a:lnTo>
                  <a:lnTo>
                    <a:pt x="138429" y="292100"/>
                  </a:lnTo>
                  <a:lnTo>
                    <a:pt x="133350" y="288289"/>
                  </a:lnTo>
                  <a:lnTo>
                    <a:pt x="130810" y="288289"/>
                  </a:lnTo>
                  <a:lnTo>
                    <a:pt x="119379" y="276860"/>
                  </a:lnTo>
                  <a:lnTo>
                    <a:pt x="115570" y="270510"/>
                  </a:lnTo>
                  <a:lnTo>
                    <a:pt x="111760" y="266700"/>
                  </a:lnTo>
                  <a:lnTo>
                    <a:pt x="109220" y="257810"/>
                  </a:lnTo>
                  <a:lnTo>
                    <a:pt x="106679" y="254000"/>
                  </a:lnTo>
                  <a:lnTo>
                    <a:pt x="106679" y="250189"/>
                  </a:lnTo>
                  <a:lnTo>
                    <a:pt x="101600" y="228600"/>
                  </a:lnTo>
                  <a:lnTo>
                    <a:pt x="99060" y="203200"/>
                  </a:lnTo>
                  <a:lnTo>
                    <a:pt x="99060" y="186689"/>
                  </a:lnTo>
                  <a:lnTo>
                    <a:pt x="97790" y="168910"/>
                  </a:lnTo>
                  <a:lnTo>
                    <a:pt x="98980" y="149860"/>
                  </a:lnTo>
                  <a:lnTo>
                    <a:pt x="99060" y="129539"/>
                  </a:lnTo>
                  <a:lnTo>
                    <a:pt x="100329" y="114300"/>
                  </a:lnTo>
                  <a:lnTo>
                    <a:pt x="106679" y="73660"/>
                  </a:lnTo>
                  <a:lnTo>
                    <a:pt x="113029" y="57150"/>
                  </a:lnTo>
                  <a:lnTo>
                    <a:pt x="115570" y="50800"/>
                  </a:lnTo>
                  <a:lnTo>
                    <a:pt x="118110" y="46989"/>
                  </a:lnTo>
                  <a:lnTo>
                    <a:pt x="119379" y="44450"/>
                  </a:lnTo>
                  <a:lnTo>
                    <a:pt x="121920" y="40639"/>
                  </a:lnTo>
                  <a:lnTo>
                    <a:pt x="124460" y="40639"/>
                  </a:lnTo>
                  <a:lnTo>
                    <a:pt x="125729" y="38100"/>
                  </a:lnTo>
                  <a:lnTo>
                    <a:pt x="128270" y="34289"/>
                  </a:lnTo>
                  <a:lnTo>
                    <a:pt x="129540" y="34289"/>
                  </a:lnTo>
                  <a:lnTo>
                    <a:pt x="132079" y="31750"/>
                  </a:lnTo>
                  <a:lnTo>
                    <a:pt x="137160" y="31750"/>
                  </a:lnTo>
                  <a:lnTo>
                    <a:pt x="139700" y="29210"/>
                  </a:lnTo>
                  <a:lnTo>
                    <a:pt x="140970" y="29210"/>
                  </a:lnTo>
                  <a:lnTo>
                    <a:pt x="144779" y="27939"/>
                  </a:lnTo>
                  <a:lnTo>
                    <a:pt x="317500" y="27939"/>
                  </a:lnTo>
                  <a:lnTo>
                    <a:pt x="317500" y="16510"/>
                  </a:lnTo>
                  <a:lnTo>
                    <a:pt x="208279" y="16510"/>
                  </a:lnTo>
                  <a:lnTo>
                    <a:pt x="198120" y="12700"/>
                  </a:lnTo>
                  <a:lnTo>
                    <a:pt x="190500" y="8889"/>
                  </a:lnTo>
                  <a:lnTo>
                    <a:pt x="181610" y="6350"/>
                  </a:lnTo>
                  <a:lnTo>
                    <a:pt x="173990" y="3810"/>
                  </a:lnTo>
                  <a:lnTo>
                    <a:pt x="165100" y="2539"/>
                  </a:lnTo>
                  <a:lnTo>
                    <a:pt x="156210" y="0"/>
                  </a:lnTo>
                  <a:close/>
                </a:path>
                <a:path w="318770" h="657860">
                  <a:moveTo>
                    <a:pt x="318770" y="516889"/>
                  </a:moveTo>
                  <a:lnTo>
                    <a:pt x="193040" y="516889"/>
                  </a:lnTo>
                  <a:lnTo>
                    <a:pt x="214629" y="518160"/>
                  </a:lnTo>
                  <a:lnTo>
                    <a:pt x="222250" y="520700"/>
                  </a:lnTo>
                  <a:lnTo>
                    <a:pt x="227329" y="520700"/>
                  </a:lnTo>
                  <a:lnTo>
                    <a:pt x="232410" y="523239"/>
                  </a:lnTo>
                  <a:lnTo>
                    <a:pt x="237490" y="523239"/>
                  </a:lnTo>
                  <a:lnTo>
                    <a:pt x="245110" y="529589"/>
                  </a:lnTo>
                  <a:lnTo>
                    <a:pt x="247650" y="529589"/>
                  </a:lnTo>
                  <a:lnTo>
                    <a:pt x="254000" y="535939"/>
                  </a:lnTo>
                  <a:lnTo>
                    <a:pt x="256540" y="539750"/>
                  </a:lnTo>
                  <a:lnTo>
                    <a:pt x="257810" y="542289"/>
                  </a:lnTo>
                  <a:lnTo>
                    <a:pt x="259079" y="543560"/>
                  </a:lnTo>
                  <a:lnTo>
                    <a:pt x="259079" y="546100"/>
                  </a:lnTo>
                  <a:lnTo>
                    <a:pt x="261620" y="552450"/>
                  </a:lnTo>
                  <a:lnTo>
                    <a:pt x="261620" y="567689"/>
                  </a:lnTo>
                  <a:lnTo>
                    <a:pt x="260350" y="571500"/>
                  </a:lnTo>
                  <a:lnTo>
                    <a:pt x="260350" y="574039"/>
                  </a:lnTo>
                  <a:lnTo>
                    <a:pt x="259079" y="577850"/>
                  </a:lnTo>
                  <a:lnTo>
                    <a:pt x="257810" y="580389"/>
                  </a:lnTo>
                  <a:lnTo>
                    <a:pt x="256540" y="584200"/>
                  </a:lnTo>
                  <a:lnTo>
                    <a:pt x="255270" y="586739"/>
                  </a:lnTo>
                  <a:lnTo>
                    <a:pt x="252729" y="590550"/>
                  </a:lnTo>
                  <a:lnTo>
                    <a:pt x="251460" y="593089"/>
                  </a:lnTo>
                  <a:lnTo>
                    <a:pt x="243840" y="600710"/>
                  </a:lnTo>
                  <a:lnTo>
                    <a:pt x="240029" y="603250"/>
                  </a:lnTo>
                  <a:lnTo>
                    <a:pt x="233679" y="609600"/>
                  </a:lnTo>
                  <a:lnTo>
                    <a:pt x="218440" y="615950"/>
                  </a:lnTo>
                  <a:lnTo>
                    <a:pt x="200660" y="622300"/>
                  </a:lnTo>
                  <a:lnTo>
                    <a:pt x="190500" y="624839"/>
                  </a:lnTo>
                  <a:lnTo>
                    <a:pt x="180340" y="624839"/>
                  </a:lnTo>
                  <a:lnTo>
                    <a:pt x="157479" y="626110"/>
                  </a:lnTo>
                  <a:lnTo>
                    <a:pt x="266700" y="626110"/>
                  </a:lnTo>
                  <a:lnTo>
                    <a:pt x="273050" y="622300"/>
                  </a:lnTo>
                  <a:lnTo>
                    <a:pt x="285750" y="609600"/>
                  </a:lnTo>
                  <a:lnTo>
                    <a:pt x="290829" y="603250"/>
                  </a:lnTo>
                  <a:lnTo>
                    <a:pt x="300990" y="586739"/>
                  </a:lnTo>
                  <a:lnTo>
                    <a:pt x="304800" y="577850"/>
                  </a:lnTo>
                  <a:lnTo>
                    <a:pt x="308610" y="571500"/>
                  </a:lnTo>
                  <a:lnTo>
                    <a:pt x="316229" y="543560"/>
                  </a:lnTo>
                  <a:lnTo>
                    <a:pt x="317500" y="533400"/>
                  </a:lnTo>
                  <a:lnTo>
                    <a:pt x="318770" y="524510"/>
                  </a:lnTo>
                  <a:lnTo>
                    <a:pt x="318770" y="516889"/>
                  </a:lnTo>
                  <a:close/>
                </a:path>
                <a:path w="318770" h="657860">
                  <a:moveTo>
                    <a:pt x="317500" y="27939"/>
                  </a:moveTo>
                  <a:lnTo>
                    <a:pt x="148590" y="27939"/>
                  </a:lnTo>
                  <a:lnTo>
                    <a:pt x="152400" y="29210"/>
                  </a:lnTo>
                  <a:lnTo>
                    <a:pt x="156210" y="29210"/>
                  </a:lnTo>
                  <a:lnTo>
                    <a:pt x="158750" y="31750"/>
                  </a:lnTo>
                  <a:lnTo>
                    <a:pt x="160020" y="31750"/>
                  </a:lnTo>
                  <a:lnTo>
                    <a:pt x="165100" y="34289"/>
                  </a:lnTo>
                  <a:lnTo>
                    <a:pt x="168910" y="38100"/>
                  </a:lnTo>
                  <a:lnTo>
                    <a:pt x="170179" y="40639"/>
                  </a:lnTo>
                  <a:lnTo>
                    <a:pt x="173990" y="44450"/>
                  </a:lnTo>
                  <a:lnTo>
                    <a:pt x="177800" y="50800"/>
                  </a:lnTo>
                  <a:lnTo>
                    <a:pt x="180340" y="54610"/>
                  </a:lnTo>
                  <a:lnTo>
                    <a:pt x="181610" y="59689"/>
                  </a:lnTo>
                  <a:lnTo>
                    <a:pt x="184150" y="63500"/>
                  </a:lnTo>
                  <a:lnTo>
                    <a:pt x="190500" y="95250"/>
                  </a:lnTo>
                  <a:lnTo>
                    <a:pt x="191867" y="111760"/>
                  </a:lnTo>
                  <a:lnTo>
                    <a:pt x="193040" y="127000"/>
                  </a:lnTo>
                  <a:lnTo>
                    <a:pt x="193040" y="146050"/>
                  </a:lnTo>
                  <a:lnTo>
                    <a:pt x="194310" y="165100"/>
                  </a:lnTo>
                  <a:lnTo>
                    <a:pt x="193040" y="184150"/>
                  </a:lnTo>
                  <a:lnTo>
                    <a:pt x="193040" y="199389"/>
                  </a:lnTo>
                  <a:lnTo>
                    <a:pt x="191770" y="215900"/>
                  </a:lnTo>
                  <a:lnTo>
                    <a:pt x="184150" y="257810"/>
                  </a:lnTo>
                  <a:lnTo>
                    <a:pt x="181610" y="262889"/>
                  </a:lnTo>
                  <a:lnTo>
                    <a:pt x="180340" y="266700"/>
                  </a:lnTo>
                  <a:lnTo>
                    <a:pt x="176529" y="273050"/>
                  </a:lnTo>
                  <a:lnTo>
                    <a:pt x="170179" y="279400"/>
                  </a:lnTo>
                  <a:lnTo>
                    <a:pt x="168910" y="281939"/>
                  </a:lnTo>
                  <a:lnTo>
                    <a:pt x="163829" y="285750"/>
                  </a:lnTo>
                  <a:lnTo>
                    <a:pt x="162560" y="288289"/>
                  </a:lnTo>
                  <a:lnTo>
                    <a:pt x="157479" y="288289"/>
                  </a:lnTo>
                  <a:lnTo>
                    <a:pt x="152400" y="292100"/>
                  </a:lnTo>
                  <a:lnTo>
                    <a:pt x="226568" y="292100"/>
                  </a:lnTo>
                  <a:lnTo>
                    <a:pt x="231140" y="288289"/>
                  </a:lnTo>
                  <a:lnTo>
                    <a:pt x="237490" y="281939"/>
                  </a:lnTo>
                  <a:lnTo>
                    <a:pt x="251460" y="269239"/>
                  </a:lnTo>
                  <a:lnTo>
                    <a:pt x="256540" y="260350"/>
                  </a:lnTo>
                  <a:lnTo>
                    <a:pt x="262890" y="254000"/>
                  </a:lnTo>
                  <a:lnTo>
                    <a:pt x="267970" y="243839"/>
                  </a:lnTo>
                  <a:lnTo>
                    <a:pt x="273050" y="237489"/>
                  </a:lnTo>
                  <a:lnTo>
                    <a:pt x="283210" y="207010"/>
                  </a:lnTo>
                  <a:lnTo>
                    <a:pt x="285750" y="186689"/>
                  </a:lnTo>
                  <a:lnTo>
                    <a:pt x="287020" y="175260"/>
                  </a:lnTo>
                  <a:lnTo>
                    <a:pt x="287020" y="149860"/>
                  </a:lnTo>
                  <a:lnTo>
                    <a:pt x="285750" y="143510"/>
                  </a:lnTo>
                  <a:lnTo>
                    <a:pt x="285750" y="135889"/>
                  </a:lnTo>
                  <a:lnTo>
                    <a:pt x="283210" y="123189"/>
                  </a:lnTo>
                  <a:lnTo>
                    <a:pt x="280670" y="116839"/>
                  </a:lnTo>
                  <a:lnTo>
                    <a:pt x="279400" y="110489"/>
                  </a:lnTo>
                  <a:lnTo>
                    <a:pt x="276860" y="105410"/>
                  </a:lnTo>
                  <a:lnTo>
                    <a:pt x="274320" y="101600"/>
                  </a:lnTo>
                  <a:lnTo>
                    <a:pt x="273050" y="97789"/>
                  </a:lnTo>
                  <a:lnTo>
                    <a:pt x="269240" y="91439"/>
                  </a:lnTo>
                  <a:lnTo>
                    <a:pt x="266700" y="85089"/>
                  </a:lnTo>
                  <a:lnTo>
                    <a:pt x="255270" y="69850"/>
                  </a:lnTo>
                  <a:lnTo>
                    <a:pt x="317500" y="69850"/>
                  </a:lnTo>
                  <a:lnTo>
                    <a:pt x="317500" y="27939"/>
                  </a:lnTo>
                  <a:close/>
                </a:path>
              </a:pathLst>
            </a:custGeom>
            <a:solidFill>
              <a:srgbClr val="B1B1B1">
                <a:alpha val="79998"/>
              </a:srgbClr>
            </a:solidFill>
          </p:spPr>
          <p:txBody>
            <a:bodyPr wrap="square" lIns="0" tIns="0" rIns="0" bIns="0" rtlCol="0"/>
            <a:lstStyle/>
            <a:p/>
          </p:txBody>
        </p:sp>
        <p:sp>
          <p:nvSpPr>
            <p:cNvPr id="203" name="object 203"/>
            <p:cNvSpPr/>
            <p:nvPr/>
          </p:nvSpPr>
          <p:spPr>
            <a:xfrm>
              <a:off x="8444229" y="1266189"/>
              <a:ext cx="318770" cy="657860"/>
            </a:xfrm>
            <a:custGeom>
              <a:avLst/>
              <a:gdLst/>
              <a:ahLst/>
              <a:cxnLst/>
              <a:rect l="l" t="t" r="r" b="b"/>
              <a:pathLst>
                <a:path w="318770" h="657860">
                  <a:moveTo>
                    <a:pt x="156210" y="0"/>
                  </a:moveTo>
                  <a:lnTo>
                    <a:pt x="124460" y="0"/>
                  </a:lnTo>
                  <a:lnTo>
                    <a:pt x="110490" y="2539"/>
                  </a:lnTo>
                  <a:lnTo>
                    <a:pt x="71120" y="19050"/>
                  </a:lnTo>
                  <a:lnTo>
                    <a:pt x="29210" y="59689"/>
                  </a:lnTo>
                  <a:lnTo>
                    <a:pt x="10160" y="97789"/>
                  </a:lnTo>
                  <a:lnTo>
                    <a:pt x="7620" y="105410"/>
                  </a:lnTo>
                  <a:lnTo>
                    <a:pt x="5079" y="111760"/>
                  </a:lnTo>
                  <a:lnTo>
                    <a:pt x="1270" y="135889"/>
                  </a:lnTo>
                  <a:lnTo>
                    <a:pt x="1270" y="142239"/>
                  </a:lnTo>
                  <a:lnTo>
                    <a:pt x="0" y="149860"/>
                  </a:lnTo>
                  <a:lnTo>
                    <a:pt x="0" y="171450"/>
                  </a:lnTo>
                  <a:lnTo>
                    <a:pt x="2540" y="193039"/>
                  </a:lnTo>
                  <a:lnTo>
                    <a:pt x="5079" y="203200"/>
                  </a:lnTo>
                  <a:lnTo>
                    <a:pt x="7620" y="215900"/>
                  </a:lnTo>
                  <a:lnTo>
                    <a:pt x="11429" y="224789"/>
                  </a:lnTo>
                  <a:lnTo>
                    <a:pt x="16510" y="234950"/>
                  </a:lnTo>
                  <a:lnTo>
                    <a:pt x="20320" y="243839"/>
                  </a:lnTo>
                  <a:lnTo>
                    <a:pt x="22860" y="250189"/>
                  </a:lnTo>
                  <a:lnTo>
                    <a:pt x="26670" y="254000"/>
                  </a:lnTo>
                  <a:lnTo>
                    <a:pt x="33020" y="262889"/>
                  </a:lnTo>
                  <a:lnTo>
                    <a:pt x="48260" y="279400"/>
                  </a:lnTo>
                  <a:lnTo>
                    <a:pt x="57150" y="285750"/>
                  </a:lnTo>
                  <a:lnTo>
                    <a:pt x="67310" y="292100"/>
                  </a:lnTo>
                  <a:lnTo>
                    <a:pt x="77470" y="300989"/>
                  </a:lnTo>
                  <a:lnTo>
                    <a:pt x="88900" y="304800"/>
                  </a:lnTo>
                  <a:lnTo>
                    <a:pt x="78740" y="311150"/>
                  </a:lnTo>
                  <a:lnTo>
                    <a:pt x="69850" y="317500"/>
                  </a:lnTo>
                  <a:lnTo>
                    <a:pt x="62229" y="323850"/>
                  </a:lnTo>
                  <a:lnTo>
                    <a:pt x="53340" y="330200"/>
                  </a:lnTo>
                  <a:lnTo>
                    <a:pt x="40640" y="342900"/>
                  </a:lnTo>
                  <a:lnTo>
                    <a:pt x="34290" y="351789"/>
                  </a:lnTo>
                  <a:lnTo>
                    <a:pt x="29210" y="358139"/>
                  </a:lnTo>
                  <a:lnTo>
                    <a:pt x="17779" y="381000"/>
                  </a:lnTo>
                  <a:lnTo>
                    <a:pt x="16510" y="389889"/>
                  </a:lnTo>
                  <a:lnTo>
                    <a:pt x="13970" y="396239"/>
                  </a:lnTo>
                  <a:lnTo>
                    <a:pt x="12700" y="406400"/>
                  </a:lnTo>
                  <a:lnTo>
                    <a:pt x="11429" y="412750"/>
                  </a:lnTo>
                  <a:lnTo>
                    <a:pt x="11429" y="427989"/>
                  </a:lnTo>
                  <a:lnTo>
                    <a:pt x="12700" y="434339"/>
                  </a:lnTo>
                  <a:lnTo>
                    <a:pt x="12700" y="440689"/>
                  </a:lnTo>
                  <a:lnTo>
                    <a:pt x="29210" y="478789"/>
                  </a:lnTo>
                  <a:lnTo>
                    <a:pt x="33020" y="482600"/>
                  </a:lnTo>
                  <a:lnTo>
                    <a:pt x="36829" y="488950"/>
                  </a:lnTo>
                  <a:lnTo>
                    <a:pt x="41910" y="491489"/>
                  </a:lnTo>
                  <a:lnTo>
                    <a:pt x="45720" y="497839"/>
                  </a:lnTo>
                  <a:lnTo>
                    <a:pt x="57150" y="504189"/>
                  </a:lnTo>
                  <a:lnTo>
                    <a:pt x="49529" y="508000"/>
                  </a:lnTo>
                  <a:lnTo>
                    <a:pt x="41910" y="510539"/>
                  </a:lnTo>
                  <a:lnTo>
                    <a:pt x="34290" y="514350"/>
                  </a:lnTo>
                  <a:lnTo>
                    <a:pt x="19050" y="524510"/>
                  </a:lnTo>
                  <a:lnTo>
                    <a:pt x="17779" y="527050"/>
                  </a:lnTo>
                  <a:lnTo>
                    <a:pt x="15240" y="529589"/>
                  </a:lnTo>
                  <a:lnTo>
                    <a:pt x="12700" y="533400"/>
                  </a:lnTo>
                  <a:lnTo>
                    <a:pt x="8890" y="537210"/>
                  </a:lnTo>
                  <a:lnTo>
                    <a:pt x="6350" y="542289"/>
                  </a:lnTo>
                  <a:lnTo>
                    <a:pt x="5079" y="546100"/>
                  </a:lnTo>
                  <a:lnTo>
                    <a:pt x="2540" y="552450"/>
                  </a:lnTo>
                  <a:lnTo>
                    <a:pt x="1270" y="556260"/>
                  </a:lnTo>
                  <a:lnTo>
                    <a:pt x="1270" y="561339"/>
                  </a:lnTo>
                  <a:lnTo>
                    <a:pt x="0" y="567689"/>
                  </a:lnTo>
                  <a:lnTo>
                    <a:pt x="0" y="577850"/>
                  </a:lnTo>
                  <a:lnTo>
                    <a:pt x="1270" y="580389"/>
                  </a:lnTo>
                  <a:lnTo>
                    <a:pt x="1270" y="588010"/>
                  </a:lnTo>
                  <a:lnTo>
                    <a:pt x="6350" y="599439"/>
                  </a:lnTo>
                  <a:lnTo>
                    <a:pt x="8890" y="605789"/>
                  </a:lnTo>
                  <a:lnTo>
                    <a:pt x="11429" y="609600"/>
                  </a:lnTo>
                  <a:lnTo>
                    <a:pt x="15240" y="615950"/>
                  </a:lnTo>
                  <a:lnTo>
                    <a:pt x="20320" y="619760"/>
                  </a:lnTo>
                  <a:lnTo>
                    <a:pt x="25400" y="624839"/>
                  </a:lnTo>
                  <a:lnTo>
                    <a:pt x="30479" y="628650"/>
                  </a:lnTo>
                  <a:lnTo>
                    <a:pt x="43179" y="637539"/>
                  </a:lnTo>
                  <a:lnTo>
                    <a:pt x="50800" y="641350"/>
                  </a:lnTo>
                  <a:lnTo>
                    <a:pt x="58420" y="643889"/>
                  </a:lnTo>
                  <a:lnTo>
                    <a:pt x="68579" y="647700"/>
                  </a:lnTo>
                  <a:lnTo>
                    <a:pt x="86360" y="651510"/>
                  </a:lnTo>
                  <a:lnTo>
                    <a:pt x="106679" y="656589"/>
                  </a:lnTo>
                  <a:lnTo>
                    <a:pt x="127000" y="656589"/>
                  </a:lnTo>
                  <a:lnTo>
                    <a:pt x="148590" y="657860"/>
                  </a:lnTo>
                  <a:lnTo>
                    <a:pt x="162560" y="657860"/>
                  </a:lnTo>
                  <a:lnTo>
                    <a:pt x="176529" y="656589"/>
                  </a:lnTo>
                  <a:lnTo>
                    <a:pt x="190500" y="654050"/>
                  </a:lnTo>
                  <a:lnTo>
                    <a:pt x="203200" y="651510"/>
                  </a:lnTo>
                  <a:lnTo>
                    <a:pt x="217170" y="650239"/>
                  </a:lnTo>
                  <a:lnTo>
                    <a:pt x="229870" y="645160"/>
                  </a:lnTo>
                  <a:lnTo>
                    <a:pt x="252729" y="635000"/>
                  </a:lnTo>
                  <a:lnTo>
                    <a:pt x="260350" y="631189"/>
                  </a:lnTo>
                  <a:lnTo>
                    <a:pt x="267607" y="626110"/>
                  </a:lnTo>
                  <a:lnTo>
                    <a:pt x="157479" y="626110"/>
                  </a:lnTo>
                  <a:lnTo>
                    <a:pt x="143510" y="624839"/>
                  </a:lnTo>
                  <a:lnTo>
                    <a:pt x="130810" y="624839"/>
                  </a:lnTo>
                  <a:lnTo>
                    <a:pt x="119379" y="622300"/>
                  </a:lnTo>
                  <a:lnTo>
                    <a:pt x="109220" y="622300"/>
                  </a:lnTo>
                  <a:lnTo>
                    <a:pt x="100329" y="618489"/>
                  </a:lnTo>
                  <a:lnTo>
                    <a:pt x="91440" y="615950"/>
                  </a:lnTo>
                  <a:lnTo>
                    <a:pt x="88900" y="612139"/>
                  </a:lnTo>
                  <a:lnTo>
                    <a:pt x="85090" y="612139"/>
                  </a:lnTo>
                  <a:lnTo>
                    <a:pt x="78740" y="605789"/>
                  </a:lnTo>
                  <a:lnTo>
                    <a:pt x="74929" y="600710"/>
                  </a:lnTo>
                  <a:lnTo>
                    <a:pt x="69850" y="596900"/>
                  </a:lnTo>
                  <a:lnTo>
                    <a:pt x="67310" y="590550"/>
                  </a:lnTo>
                  <a:lnTo>
                    <a:pt x="64770" y="588010"/>
                  </a:lnTo>
                  <a:lnTo>
                    <a:pt x="60960" y="580389"/>
                  </a:lnTo>
                  <a:lnTo>
                    <a:pt x="60960" y="577850"/>
                  </a:lnTo>
                  <a:lnTo>
                    <a:pt x="59690" y="574039"/>
                  </a:lnTo>
                  <a:lnTo>
                    <a:pt x="59690" y="571500"/>
                  </a:lnTo>
                  <a:lnTo>
                    <a:pt x="58420" y="568960"/>
                  </a:lnTo>
                  <a:lnTo>
                    <a:pt x="58420" y="556260"/>
                  </a:lnTo>
                  <a:lnTo>
                    <a:pt x="59690" y="554989"/>
                  </a:lnTo>
                  <a:lnTo>
                    <a:pt x="59690" y="552450"/>
                  </a:lnTo>
                  <a:lnTo>
                    <a:pt x="60960" y="548639"/>
                  </a:lnTo>
                  <a:lnTo>
                    <a:pt x="60960" y="546100"/>
                  </a:lnTo>
                  <a:lnTo>
                    <a:pt x="62229" y="542289"/>
                  </a:lnTo>
                  <a:lnTo>
                    <a:pt x="63500" y="542289"/>
                  </a:lnTo>
                  <a:lnTo>
                    <a:pt x="64770" y="537210"/>
                  </a:lnTo>
                  <a:lnTo>
                    <a:pt x="68579" y="533400"/>
                  </a:lnTo>
                  <a:lnTo>
                    <a:pt x="69850" y="530860"/>
                  </a:lnTo>
                  <a:lnTo>
                    <a:pt x="72390" y="529589"/>
                  </a:lnTo>
                  <a:lnTo>
                    <a:pt x="73660" y="527050"/>
                  </a:lnTo>
                  <a:lnTo>
                    <a:pt x="78740" y="523239"/>
                  </a:lnTo>
                  <a:lnTo>
                    <a:pt x="82550" y="523239"/>
                  </a:lnTo>
                  <a:lnTo>
                    <a:pt x="90170" y="518160"/>
                  </a:lnTo>
                  <a:lnTo>
                    <a:pt x="96520" y="518160"/>
                  </a:lnTo>
                  <a:lnTo>
                    <a:pt x="109220" y="516889"/>
                  </a:lnTo>
                  <a:lnTo>
                    <a:pt x="318770" y="516889"/>
                  </a:lnTo>
                  <a:lnTo>
                    <a:pt x="318770" y="499110"/>
                  </a:lnTo>
                  <a:lnTo>
                    <a:pt x="317500" y="491489"/>
                  </a:lnTo>
                  <a:lnTo>
                    <a:pt x="313690" y="472439"/>
                  </a:lnTo>
                  <a:lnTo>
                    <a:pt x="311150" y="466089"/>
                  </a:lnTo>
                  <a:lnTo>
                    <a:pt x="308610" y="461010"/>
                  </a:lnTo>
                  <a:lnTo>
                    <a:pt x="306070" y="454660"/>
                  </a:lnTo>
                  <a:lnTo>
                    <a:pt x="303529" y="450850"/>
                  </a:lnTo>
                  <a:lnTo>
                    <a:pt x="299720" y="444500"/>
                  </a:lnTo>
                  <a:lnTo>
                    <a:pt x="297179" y="440689"/>
                  </a:lnTo>
                  <a:lnTo>
                    <a:pt x="275590" y="419100"/>
                  </a:lnTo>
                  <a:lnTo>
                    <a:pt x="271779" y="419100"/>
                  </a:lnTo>
                  <a:lnTo>
                    <a:pt x="262890" y="412750"/>
                  </a:lnTo>
                  <a:lnTo>
                    <a:pt x="251460" y="410210"/>
                  </a:lnTo>
                  <a:lnTo>
                    <a:pt x="240029" y="406400"/>
                  </a:lnTo>
                  <a:lnTo>
                    <a:pt x="227329" y="403860"/>
                  </a:lnTo>
                  <a:lnTo>
                    <a:pt x="212090" y="402589"/>
                  </a:lnTo>
                  <a:lnTo>
                    <a:pt x="111760" y="402589"/>
                  </a:lnTo>
                  <a:lnTo>
                    <a:pt x="106679" y="400050"/>
                  </a:lnTo>
                  <a:lnTo>
                    <a:pt x="102870" y="400050"/>
                  </a:lnTo>
                  <a:lnTo>
                    <a:pt x="99060" y="397510"/>
                  </a:lnTo>
                  <a:lnTo>
                    <a:pt x="93979" y="396239"/>
                  </a:lnTo>
                  <a:lnTo>
                    <a:pt x="91440" y="396239"/>
                  </a:lnTo>
                  <a:lnTo>
                    <a:pt x="88900" y="393700"/>
                  </a:lnTo>
                  <a:lnTo>
                    <a:pt x="87629" y="393700"/>
                  </a:lnTo>
                  <a:lnTo>
                    <a:pt x="85090" y="391160"/>
                  </a:lnTo>
                  <a:lnTo>
                    <a:pt x="83820" y="387350"/>
                  </a:lnTo>
                  <a:lnTo>
                    <a:pt x="80010" y="383539"/>
                  </a:lnTo>
                  <a:lnTo>
                    <a:pt x="80010" y="381000"/>
                  </a:lnTo>
                  <a:lnTo>
                    <a:pt x="78740" y="381000"/>
                  </a:lnTo>
                  <a:lnTo>
                    <a:pt x="78740" y="378460"/>
                  </a:lnTo>
                  <a:lnTo>
                    <a:pt x="77470" y="377189"/>
                  </a:lnTo>
                  <a:lnTo>
                    <a:pt x="77470" y="370839"/>
                  </a:lnTo>
                  <a:lnTo>
                    <a:pt x="76200" y="370839"/>
                  </a:lnTo>
                  <a:lnTo>
                    <a:pt x="76200" y="358139"/>
                  </a:lnTo>
                  <a:lnTo>
                    <a:pt x="77470" y="355600"/>
                  </a:lnTo>
                  <a:lnTo>
                    <a:pt x="77470" y="351789"/>
                  </a:lnTo>
                  <a:lnTo>
                    <a:pt x="78740" y="349250"/>
                  </a:lnTo>
                  <a:lnTo>
                    <a:pt x="78740" y="346710"/>
                  </a:lnTo>
                  <a:lnTo>
                    <a:pt x="80010" y="345439"/>
                  </a:lnTo>
                  <a:lnTo>
                    <a:pt x="80010" y="342900"/>
                  </a:lnTo>
                  <a:lnTo>
                    <a:pt x="81279" y="340360"/>
                  </a:lnTo>
                  <a:lnTo>
                    <a:pt x="85090" y="336550"/>
                  </a:lnTo>
                  <a:lnTo>
                    <a:pt x="86360" y="332739"/>
                  </a:lnTo>
                  <a:lnTo>
                    <a:pt x="90170" y="327660"/>
                  </a:lnTo>
                  <a:lnTo>
                    <a:pt x="90170" y="326389"/>
                  </a:lnTo>
                  <a:lnTo>
                    <a:pt x="92710" y="326389"/>
                  </a:lnTo>
                  <a:lnTo>
                    <a:pt x="95250" y="323850"/>
                  </a:lnTo>
                  <a:lnTo>
                    <a:pt x="99060" y="321310"/>
                  </a:lnTo>
                  <a:lnTo>
                    <a:pt x="101600" y="320039"/>
                  </a:lnTo>
                  <a:lnTo>
                    <a:pt x="106679" y="320039"/>
                  </a:lnTo>
                  <a:lnTo>
                    <a:pt x="109220" y="317500"/>
                  </a:lnTo>
                  <a:lnTo>
                    <a:pt x="168910" y="317500"/>
                  </a:lnTo>
                  <a:lnTo>
                    <a:pt x="176529" y="314960"/>
                  </a:lnTo>
                  <a:lnTo>
                    <a:pt x="182879" y="313689"/>
                  </a:lnTo>
                  <a:lnTo>
                    <a:pt x="190500" y="311150"/>
                  </a:lnTo>
                  <a:lnTo>
                    <a:pt x="198120" y="307339"/>
                  </a:lnTo>
                  <a:lnTo>
                    <a:pt x="207010" y="302260"/>
                  </a:lnTo>
                  <a:lnTo>
                    <a:pt x="214629" y="298450"/>
                  </a:lnTo>
                  <a:lnTo>
                    <a:pt x="223520" y="294639"/>
                  </a:lnTo>
                  <a:lnTo>
                    <a:pt x="226568" y="292100"/>
                  </a:lnTo>
                  <a:lnTo>
                    <a:pt x="138429" y="292100"/>
                  </a:lnTo>
                  <a:lnTo>
                    <a:pt x="133350" y="288289"/>
                  </a:lnTo>
                  <a:lnTo>
                    <a:pt x="130810" y="288289"/>
                  </a:lnTo>
                  <a:lnTo>
                    <a:pt x="123190" y="281939"/>
                  </a:lnTo>
                  <a:lnTo>
                    <a:pt x="120650" y="279400"/>
                  </a:lnTo>
                  <a:lnTo>
                    <a:pt x="119379" y="276860"/>
                  </a:lnTo>
                  <a:lnTo>
                    <a:pt x="115570" y="270510"/>
                  </a:lnTo>
                  <a:lnTo>
                    <a:pt x="111760" y="266700"/>
                  </a:lnTo>
                  <a:lnTo>
                    <a:pt x="109220" y="257810"/>
                  </a:lnTo>
                  <a:lnTo>
                    <a:pt x="106679" y="254000"/>
                  </a:lnTo>
                  <a:lnTo>
                    <a:pt x="106679" y="250189"/>
                  </a:lnTo>
                  <a:lnTo>
                    <a:pt x="101600" y="228600"/>
                  </a:lnTo>
                  <a:lnTo>
                    <a:pt x="99060" y="203200"/>
                  </a:lnTo>
                  <a:lnTo>
                    <a:pt x="99060" y="186689"/>
                  </a:lnTo>
                  <a:lnTo>
                    <a:pt x="97790" y="168910"/>
                  </a:lnTo>
                  <a:lnTo>
                    <a:pt x="98980" y="149860"/>
                  </a:lnTo>
                  <a:lnTo>
                    <a:pt x="99060" y="129539"/>
                  </a:lnTo>
                  <a:lnTo>
                    <a:pt x="100329" y="114300"/>
                  </a:lnTo>
                  <a:lnTo>
                    <a:pt x="101600" y="97789"/>
                  </a:lnTo>
                  <a:lnTo>
                    <a:pt x="110490" y="59689"/>
                  </a:lnTo>
                  <a:lnTo>
                    <a:pt x="113029" y="57150"/>
                  </a:lnTo>
                  <a:lnTo>
                    <a:pt x="115570" y="50800"/>
                  </a:lnTo>
                  <a:lnTo>
                    <a:pt x="118110" y="46989"/>
                  </a:lnTo>
                  <a:lnTo>
                    <a:pt x="119379" y="44450"/>
                  </a:lnTo>
                  <a:lnTo>
                    <a:pt x="123190" y="40639"/>
                  </a:lnTo>
                  <a:lnTo>
                    <a:pt x="128270" y="34289"/>
                  </a:lnTo>
                  <a:lnTo>
                    <a:pt x="129540" y="34289"/>
                  </a:lnTo>
                  <a:lnTo>
                    <a:pt x="132079" y="31750"/>
                  </a:lnTo>
                  <a:lnTo>
                    <a:pt x="137160" y="31750"/>
                  </a:lnTo>
                  <a:lnTo>
                    <a:pt x="139700" y="29210"/>
                  </a:lnTo>
                  <a:lnTo>
                    <a:pt x="140970" y="29210"/>
                  </a:lnTo>
                  <a:lnTo>
                    <a:pt x="144779" y="27939"/>
                  </a:lnTo>
                  <a:lnTo>
                    <a:pt x="317500" y="27939"/>
                  </a:lnTo>
                  <a:lnTo>
                    <a:pt x="317500" y="19050"/>
                  </a:lnTo>
                  <a:lnTo>
                    <a:pt x="208279" y="19050"/>
                  </a:lnTo>
                  <a:lnTo>
                    <a:pt x="190500" y="8889"/>
                  </a:lnTo>
                  <a:lnTo>
                    <a:pt x="181610" y="6350"/>
                  </a:lnTo>
                  <a:lnTo>
                    <a:pt x="173990" y="3810"/>
                  </a:lnTo>
                  <a:lnTo>
                    <a:pt x="165100" y="2539"/>
                  </a:lnTo>
                  <a:lnTo>
                    <a:pt x="156210" y="0"/>
                  </a:lnTo>
                  <a:close/>
                </a:path>
                <a:path w="318770" h="657860">
                  <a:moveTo>
                    <a:pt x="318770" y="516889"/>
                  </a:moveTo>
                  <a:lnTo>
                    <a:pt x="193040" y="516889"/>
                  </a:lnTo>
                  <a:lnTo>
                    <a:pt x="214629" y="518160"/>
                  </a:lnTo>
                  <a:lnTo>
                    <a:pt x="222250" y="520700"/>
                  </a:lnTo>
                  <a:lnTo>
                    <a:pt x="232410" y="523239"/>
                  </a:lnTo>
                  <a:lnTo>
                    <a:pt x="236220" y="523239"/>
                  </a:lnTo>
                  <a:lnTo>
                    <a:pt x="241300" y="527050"/>
                  </a:lnTo>
                  <a:lnTo>
                    <a:pt x="245110" y="529589"/>
                  </a:lnTo>
                  <a:lnTo>
                    <a:pt x="247650" y="529589"/>
                  </a:lnTo>
                  <a:lnTo>
                    <a:pt x="254000" y="535939"/>
                  </a:lnTo>
                  <a:lnTo>
                    <a:pt x="256540" y="539750"/>
                  </a:lnTo>
                  <a:lnTo>
                    <a:pt x="257810" y="542289"/>
                  </a:lnTo>
                  <a:lnTo>
                    <a:pt x="259079" y="543560"/>
                  </a:lnTo>
                  <a:lnTo>
                    <a:pt x="259079" y="546100"/>
                  </a:lnTo>
                  <a:lnTo>
                    <a:pt x="260350" y="548639"/>
                  </a:lnTo>
                  <a:lnTo>
                    <a:pt x="260350" y="552450"/>
                  </a:lnTo>
                  <a:lnTo>
                    <a:pt x="261620" y="554989"/>
                  </a:lnTo>
                  <a:lnTo>
                    <a:pt x="261620" y="567689"/>
                  </a:lnTo>
                  <a:lnTo>
                    <a:pt x="260350" y="571500"/>
                  </a:lnTo>
                  <a:lnTo>
                    <a:pt x="260350" y="574039"/>
                  </a:lnTo>
                  <a:lnTo>
                    <a:pt x="259079" y="577850"/>
                  </a:lnTo>
                  <a:lnTo>
                    <a:pt x="257810" y="580389"/>
                  </a:lnTo>
                  <a:lnTo>
                    <a:pt x="256540" y="584200"/>
                  </a:lnTo>
                  <a:lnTo>
                    <a:pt x="255270" y="586739"/>
                  </a:lnTo>
                  <a:lnTo>
                    <a:pt x="252729" y="590550"/>
                  </a:lnTo>
                  <a:lnTo>
                    <a:pt x="251460" y="593089"/>
                  </a:lnTo>
                  <a:lnTo>
                    <a:pt x="243840" y="600710"/>
                  </a:lnTo>
                  <a:lnTo>
                    <a:pt x="240029" y="603250"/>
                  </a:lnTo>
                  <a:lnTo>
                    <a:pt x="233679" y="609600"/>
                  </a:lnTo>
                  <a:lnTo>
                    <a:pt x="218440" y="615950"/>
                  </a:lnTo>
                  <a:lnTo>
                    <a:pt x="200660" y="622300"/>
                  </a:lnTo>
                  <a:lnTo>
                    <a:pt x="190500" y="624839"/>
                  </a:lnTo>
                  <a:lnTo>
                    <a:pt x="180340" y="624839"/>
                  </a:lnTo>
                  <a:lnTo>
                    <a:pt x="157479" y="626110"/>
                  </a:lnTo>
                  <a:lnTo>
                    <a:pt x="267607" y="626110"/>
                  </a:lnTo>
                  <a:lnTo>
                    <a:pt x="273050" y="622300"/>
                  </a:lnTo>
                  <a:lnTo>
                    <a:pt x="285750" y="609600"/>
                  </a:lnTo>
                  <a:lnTo>
                    <a:pt x="300990" y="586739"/>
                  </a:lnTo>
                  <a:lnTo>
                    <a:pt x="304800" y="577850"/>
                  </a:lnTo>
                  <a:lnTo>
                    <a:pt x="308610" y="571500"/>
                  </a:lnTo>
                  <a:lnTo>
                    <a:pt x="316229" y="543560"/>
                  </a:lnTo>
                  <a:lnTo>
                    <a:pt x="317500" y="533400"/>
                  </a:lnTo>
                  <a:lnTo>
                    <a:pt x="318770" y="524510"/>
                  </a:lnTo>
                  <a:lnTo>
                    <a:pt x="318770" y="516889"/>
                  </a:lnTo>
                  <a:close/>
                </a:path>
                <a:path w="318770" h="657860">
                  <a:moveTo>
                    <a:pt x="317500" y="27939"/>
                  </a:moveTo>
                  <a:lnTo>
                    <a:pt x="148590" y="27939"/>
                  </a:lnTo>
                  <a:lnTo>
                    <a:pt x="152400" y="29210"/>
                  </a:lnTo>
                  <a:lnTo>
                    <a:pt x="156210" y="29210"/>
                  </a:lnTo>
                  <a:lnTo>
                    <a:pt x="158750" y="31750"/>
                  </a:lnTo>
                  <a:lnTo>
                    <a:pt x="160020" y="31750"/>
                  </a:lnTo>
                  <a:lnTo>
                    <a:pt x="162560" y="34289"/>
                  </a:lnTo>
                  <a:lnTo>
                    <a:pt x="163829" y="34289"/>
                  </a:lnTo>
                  <a:lnTo>
                    <a:pt x="168910" y="38100"/>
                  </a:lnTo>
                  <a:lnTo>
                    <a:pt x="170179" y="40639"/>
                  </a:lnTo>
                  <a:lnTo>
                    <a:pt x="173990" y="44450"/>
                  </a:lnTo>
                  <a:lnTo>
                    <a:pt x="177800" y="50800"/>
                  </a:lnTo>
                  <a:lnTo>
                    <a:pt x="180340" y="54610"/>
                  </a:lnTo>
                  <a:lnTo>
                    <a:pt x="181610" y="59689"/>
                  </a:lnTo>
                  <a:lnTo>
                    <a:pt x="184150" y="63500"/>
                  </a:lnTo>
                  <a:lnTo>
                    <a:pt x="190500" y="95250"/>
                  </a:lnTo>
                  <a:lnTo>
                    <a:pt x="191867" y="111760"/>
                  </a:lnTo>
                  <a:lnTo>
                    <a:pt x="193040" y="127000"/>
                  </a:lnTo>
                  <a:lnTo>
                    <a:pt x="193040" y="146050"/>
                  </a:lnTo>
                  <a:lnTo>
                    <a:pt x="194310" y="165100"/>
                  </a:lnTo>
                  <a:lnTo>
                    <a:pt x="193040" y="184150"/>
                  </a:lnTo>
                  <a:lnTo>
                    <a:pt x="193040" y="199389"/>
                  </a:lnTo>
                  <a:lnTo>
                    <a:pt x="191770" y="215900"/>
                  </a:lnTo>
                  <a:lnTo>
                    <a:pt x="190500" y="228600"/>
                  </a:lnTo>
                  <a:lnTo>
                    <a:pt x="185420" y="250189"/>
                  </a:lnTo>
                  <a:lnTo>
                    <a:pt x="185420" y="254000"/>
                  </a:lnTo>
                  <a:lnTo>
                    <a:pt x="184150" y="257810"/>
                  </a:lnTo>
                  <a:lnTo>
                    <a:pt x="181610" y="262889"/>
                  </a:lnTo>
                  <a:lnTo>
                    <a:pt x="180340" y="266700"/>
                  </a:lnTo>
                  <a:lnTo>
                    <a:pt x="176529" y="273050"/>
                  </a:lnTo>
                  <a:lnTo>
                    <a:pt x="170179" y="279400"/>
                  </a:lnTo>
                  <a:lnTo>
                    <a:pt x="168910" y="281939"/>
                  </a:lnTo>
                  <a:lnTo>
                    <a:pt x="163829" y="285750"/>
                  </a:lnTo>
                  <a:lnTo>
                    <a:pt x="162560" y="288289"/>
                  </a:lnTo>
                  <a:lnTo>
                    <a:pt x="157479" y="288289"/>
                  </a:lnTo>
                  <a:lnTo>
                    <a:pt x="152400" y="292100"/>
                  </a:lnTo>
                  <a:lnTo>
                    <a:pt x="226568" y="292100"/>
                  </a:lnTo>
                  <a:lnTo>
                    <a:pt x="231140" y="288289"/>
                  </a:lnTo>
                  <a:lnTo>
                    <a:pt x="237490" y="281939"/>
                  </a:lnTo>
                  <a:lnTo>
                    <a:pt x="251460" y="269239"/>
                  </a:lnTo>
                  <a:lnTo>
                    <a:pt x="256540" y="260350"/>
                  </a:lnTo>
                  <a:lnTo>
                    <a:pt x="262890" y="254000"/>
                  </a:lnTo>
                  <a:lnTo>
                    <a:pt x="267970" y="243839"/>
                  </a:lnTo>
                  <a:lnTo>
                    <a:pt x="284479" y="196850"/>
                  </a:lnTo>
                  <a:lnTo>
                    <a:pt x="287020" y="175260"/>
                  </a:lnTo>
                  <a:lnTo>
                    <a:pt x="287020" y="149860"/>
                  </a:lnTo>
                  <a:lnTo>
                    <a:pt x="285750" y="143510"/>
                  </a:lnTo>
                  <a:lnTo>
                    <a:pt x="285750" y="135889"/>
                  </a:lnTo>
                  <a:lnTo>
                    <a:pt x="284479" y="129539"/>
                  </a:lnTo>
                  <a:lnTo>
                    <a:pt x="281940" y="123189"/>
                  </a:lnTo>
                  <a:lnTo>
                    <a:pt x="279400" y="110489"/>
                  </a:lnTo>
                  <a:lnTo>
                    <a:pt x="276860" y="105410"/>
                  </a:lnTo>
                  <a:lnTo>
                    <a:pt x="274320" y="101600"/>
                  </a:lnTo>
                  <a:lnTo>
                    <a:pt x="273050" y="97789"/>
                  </a:lnTo>
                  <a:lnTo>
                    <a:pt x="269240" y="91439"/>
                  </a:lnTo>
                  <a:lnTo>
                    <a:pt x="266700" y="85089"/>
                  </a:lnTo>
                  <a:lnTo>
                    <a:pt x="255270" y="69850"/>
                  </a:lnTo>
                  <a:lnTo>
                    <a:pt x="317500" y="69850"/>
                  </a:lnTo>
                  <a:lnTo>
                    <a:pt x="317500" y="27939"/>
                  </a:lnTo>
                  <a:close/>
                </a:path>
              </a:pathLst>
            </a:custGeom>
            <a:solidFill>
              <a:srgbClr val="000000"/>
            </a:solidFill>
          </p:spPr>
          <p:txBody>
            <a:bodyPr wrap="square" lIns="0" tIns="0" rIns="0" bIns="0" rtlCol="0"/>
            <a:lstStyle/>
            <a:p/>
          </p:txBody>
        </p:sp>
      </p:grpSp>
      <p:sp>
        <p:nvSpPr>
          <p:cNvPr id="204" name="object 204"/>
          <p:cNvSpPr txBox="1"/>
          <p:nvPr/>
        </p:nvSpPr>
        <p:spPr>
          <a:xfrm>
            <a:off x="8649969" y="6426200"/>
            <a:ext cx="220345" cy="238760"/>
          </a:xfrm>
          <a:prstGeom prst="rect">
            <a:avLst/>
          </a:prstGeom>
        </p:spPr>
        <p:txBody>
          <a:bodyPr vert="horz" wrap="square" lIns="0" tIns="12700" rIns="0" bIns="0" rtlCol="0">
            <a:spAutoFit/>
          </a:bodyPr>
          <a:lstStyle/>
          <a:p>
            <a:pPr marL="12700">
              <a:lnSpc>
                <a:spcPct val="100000"/>
              </a:lnSpc>
              <a:spcBef>
                <a:spcPts val="100"/>
              </a:spcBef>
            </a:pPr>
            <a:r>
              <a:rPr sz="1400" spc="5" dirty="0">
                <a:latin typeface="Tahoma" panose="020B0604030504040204"/>
                <a:cs typeface="Tahoma" panose="020B0604030504040204"/>
              </a:rPr>
              <a:t>1</a:t>
            </a:r>
            <a:r>
              <a:rPr sz="1400" dirty="0">
                <a:latin typeface="Tahoma" panose="020B0604030504040204"/>
                <a:cs typeface="Tahoma" panose="020B0604030504040204"/>
              </a:rPr>
              <a:t>0</a:t>
            </a:r>
            <a:endParaRPr sz="1400">
              <a:latin typeface="Tahoma" panose="020B0604030504040204"/>
              <a:cs typeface="Tahoma" panose="020B0604030504040204"/>
            </a:endParaRPr>
          </a:p>
        </p:txBody>
      </p:sp>
      <p:sp>
        <p:nvSpPr>
          <p:cNvPr id="205" name="object 205"/>
          <p:cNvSpPr txBox="1"/>
          <p:nvPr/>
        </p:nvSpPr>
        <p:spPr>
          <a:xfrm>
            <a:off x="213360" y="2167890"/>
            <a:ext cx="8841105" cy="4475480"/>
          </a:xfrm>
          <a:prstGeom prst="rect">
            <a:avLst/>
          </a:prstGeom>
        </p:spPr>
        <p:txBody>
          <a:bodyPr vert="horz" wrap="square" lIns="0" tIns="12700" rIns="0" bIns="0" rtlCol="0">
            <a:spAutoFit/>
          </a:bodyPr>
          <a:lstStyle/>
          <a:p>
            <a:pPr marL="238125" marR="339090" indent="-226060">
              <a:lnSpc>
                <a:spcPct val="100000"/>
              </a:lnSpc>
              <a:spcBef>
                <a:spcPts val="100"/>
              </a:spcBef>
              <a:buFont typeface="Tahoma" panose="020B0604030504040204"/>
              <a:buChar char="•"/>
              <a:tabLst>
                <a:tab pos="327025" algn="l"/>
                <a:tab pos="327660" algn="l"/>
              </a:tabLst>
            </a:pPr>
            <a:r>
              <a:rPr dirty="0"/>
              <a:t>	</a:t>
            </a:r>
            <a:r>
              <a:rPr sz="2400" b="1" spc="-5" dirty="0">
                <a:solidFill>
                  <a:srgbClr val="FF0000"/>
                </a:solidFill>
                <a:latin typeface="Tahoma" panose="020B0604030504040204"/>
                <a:cs typeface="Tahoma" panose="020B0604030504040204"/>
              </a:rPr>
              <a:t>Communication is not complete without effective  listening</a:t>
            </a:r>
            <a:endParaRPr sz="2400">
              <a:latin typeface="Tahoma" panose="020B0604030504040204"/>
              <a:cs typeface="Tahoma" panose="020B0604030504040204"/>
            </a:endParaRPr>
          </a:p>
          <a:p>
            <a:pPr marL="238125" marR="109220" indent="-226060">
              <a:lnSpc>
                <a:spcPct val="100000"/>
              </a:lnSpc>
              <a:spcBef>
                <a:spcPts val="1500"/>
              </a:spcBef>
              <a:buFont typeface="Tahoma" panose="020B0604030504040204"/>
              <a:buChar char="•"/>
              <a:tabLst>
                <a:tab pos="327025" algn="l"/>
                <a:tab pos="327660" algn="l"/>
              </a:tabLst>
            </a:pPr>
            <a:r>
              <a:rPr dirty="0"/>
              <a:t>	</a:t>
            </a:r>
            <a:r>
              <a:rPr sz="2400" b="1" dirty="0">
                <a:solidFill>
                  <a:srgbClr val="0000FF"/>
                </a:solidFill>
                <a:latin typeface="Tahoma" panose="020B0604030504040204"/>
                <a:cs typeface="Tahoma" panose="020B0604030504040204"/>
              </a:rPr>
              <a:t>An </a:t>
            </a:r>
            <a:r>
              <a:rPr sz="2400" b="1" spc="-5" dirty="0">
                <a:solidFill>
                  <a:srgbClr val="0000FF"/>
                </a:solidFill>
                <a:latin typeface="Tahoma" panose="020B0604030504040204"/>
                <a:cs typeface="Tahoma" panose="020B0604030504040204"/>
              </a:rPr>
              <a:t>attentive listener stimulates better speaking by  the </a:t>
            </a:r>
            <a:r>
              <a:rPr sz="2400" b="1" dirty="0">
                <a:solidFill>
                  <a:srgbClr val="0000FF"/>
                </a:solidFill>
                <a:latin typeface="Tahoma" panose="020B0604030504040204"/>
                <a:cs typeface="Tahoma" panose="020B0604030504040204"/>
              </a:rPr>
              <a:t>speaker</a:t>
            </a:r>
            <a:endParaRPr sz="2400">
              <a:latin typeface="Tahoma" panose="020B0604030504040204"/>
              <a:cs typeface="Tahoma" panose="020B0604030504040204"/>
            </a:endParaRPr>
          </a:p>
          <a:p>
            <a:pPr marL="238125" marR="697230" indent="-226060">
              <a:lnSpc>
                <a:spcPct val="100000"/>
              </a:lnSpc>
              <a:spcBef>
                <a:spcPts val="1500"/>
              </a:spcBef>
              <a:buFont typeface="Tahoma" panose="020B0604030504040204"/>
              <a:buChar char="•"/>
              <a:tabLst>
                <a:tab pos="327025" algn="l"/>
                <a:tab pos="327660" algn="l"/>
              </a:tabLst>
            </a:pPr>
            <a:r>
              <a:rPr dirty="0"/>
              <a:t>	</a:t>
            </a:r>
            <a:r>
              <a:rPr sz="2400" b="1" dirty="0">
                <a:solidFill>
                  <a:srgbClr val="FF0000"/>
                </a:solidFill>
                <a:latin typeface="Tahoma" panose="020B0604030504040204"/>
                <a:cs typeface="Tahoma" panose="020B0604030504040204"/>
              </a:rPr>
              <a:t>A </a:t>
            </a:r>
            <a:r>
              <a:rPr sz="2400" b="1" spc="-10" dirty="0">
                <a:solidFill>
                  <a:srgbClr val="FF0000"/>
                </a:solidFill>
                <a:latin typeface="Tahoma" panose="020B0604030504040204"/>
                <a:cs typeface="Tahoma" panose="020B0604030504040204"/>
              </a:rPr>
              <a:t>good </a:t>
            </a:r>
            <a:r>
              <a:rPr sz="2400" b="1" spc="-5" dirty="0">
                <a:solidFill>
                  <a:srgbClr val="FF0000"/>
                </a:solidFill>
                <a:latin typeface="Tahoma" panose="020B0604030504040204"/>
                <a:cs typeface="Tahoma" panose="020B0604030504040204"/>
              </a:rPr>
              <a:t>listener </a:t>
            </a:r>
            <a:r>
              <a:rPr sz="2400" b="1" dirty="0">
                <a:solidFill>
                  <a:srgbClr val="FF0000"/>
                </a:solidFill>
                <a:latin typeface="Tahoma" panose="020B0604030504040204"/>
                <a:cs typeface="Tahoma" panose="020B0604030504040204"/>
              </a:rPr>
              <a:t>learns </a:t>
            </a:r>
            <a:r>
              <a:rPr sz="2400" b="1" spc="-5" dirty="0">
                <a:solidFill>
                  <a:srgbClr val="FF0000"/>
                </a:solidFill>
                <a:latin typeface="Tahoma" panose="020B0604030504040204"/>
                <a:cs typeface="Tahoma" panose="020B0604030504040204"/>
              </a:rPr>
              <a:t>more </a:t>
            </a:r>
            <a:r>
              <a:rPr sz="2400" b="1" dirty="0">
                <a:solidFill>
                  <a:srgbClr val="FF0000"/>
                </a:solidFill>
                <a:latin typeface="Tahoma" panose="020B0604030504040204"/>
                <a:cs typeface="Tahoma" panose="020B0604030504040204"/>
              </a:rPr>
              <a:t>than an </a:t>
            </a:r>
            <a:r>
              <a:rPr sz="2400" b="1" spc="-5" dirty="0">
                <a:solidFill>
                  <a:srgbClr val="FF0000"/>
                </a:solidFill>
                <a:latin typeface="Tahoma" panose="020B0604030504040204"/>
                <a:cs typeface="Tahoma" panose="020B0604030504040204"/>
              </a:rPr>
              <a:t>indifferent  listener</a:t>
            </a:r>
            <a:endParaRPr sz="2400">
              <a:latin typeface="Tahoma" panose="020B0604030504040204"/>
              <a:cs typeface="Tahoma" panose="020B0604030504040204"/>
            </a:endParaRPr>
          </a:p>
          <a:p>
            <a:pPr marL="238125" marR="5080" indent="-226060">
              <a:lnSpc>
                <a:spcPct val="100000"/>
              </a:lnSpc>
              <a:spcBef>
                <a:spcPts val="1500"/>
              </a:spcBef>
              <a:buFont typeface="Tahoma" panose="020B0604030504040204"/>
              <a:buChar char="•"/>
              <a:tabLst>
                <a:tab pos="327025" algn="l"/>
                <a:tab pos="327660" algn="l"/>
              </a:tabLst>
            </a:pPr>
            <a:r>
              <a:rPr dirty="0"/>
              <a:t>	</a:t>
            </a:r>
            <a:r>
              <a:rPr sz="2400" b="1" dirty="0">
                <a:solidFill>
                  <a:srgbClr val="0000FF"/>
                </a:solidFill>
                <a:latin typeface="Tahoma" panose="020B0604030504040204"/>
                <a:cs typeface="Tahoma" panose="020B0604030504040204"/>
              </a:rPr>
              <a:t>A </a:t>
            </a:r>
            <a:r>
              <a:rPr sz="2400" b="1" spc="-10" dirty="0">
                <a:solidFill>
                  <a:srgbClr val="0000FF"/>
                </a:solidFill>
                <a:latin typeface="Tahoma" panose="020B0604030504040204"/>
                <a:cs typeface="Tahoma" panose="020B0604030504040204"/>
              </a:rPr>
              <a:t>good </a:t>
            </a:r>
            <a:r>
              <a:rPr sz="2400" b="1" spc="-5" dirty="0">
                <a:solidFill>
                  <a:srgbClr val="0000FF"/>
                </a:solidFill>
                <a:latin typeface="Tahoma" panose="020B0604030504040204"/>
                <a:cs typeface="Tahoma" panose="020B0604030504040204"/>
              </a:rPr>
              <a:t>listener can restructure vague </a:t>
            </a:r>
            <a:r>
              <a:rPr sz="2400" b="1" dirty="0">
                <a:solidFill>
                  <a:srgbClr val="0000FF"/>
                </a:solidFill>
                <a:latin typeface="Tahoma" panose="020B0604030504040204"/>
                <a:cs typeface="Tahoma" panose="020B0604030504040204"/>
              </a:rPr>
              <a:t>speaking </a:t>
            </a:r>
            <a:r>
              <a:rPr sz="2400" b="1" spc="-5" dirty="0">
                <a:solidFill>
                  <a:srgbClr val="0000FF"/>
                </a:solidFill>
                <a:latin typeface="Tahoma" panose="020B0604030504040204"/>
                <a:cs typeface="Tahoma" panose="020B0604030504040204"/>
              </a:rPr>
              <a:t>in </a:t>
            </a:r>
            <a:r>
              <a:rPr sz="2400" b="1" dirty="0">
                <a:solidFill>
                  <a:srgbClr val="0000FF"/>
                </a:solidFill>
                <a:latin typeface="Tahoma" panose="020B0604030504040204"/>
                <a:cs typeface="Tahoma" panose="020B0604030504040204"/>
              </a:rPr>
              <a:t>a  </a:t>
            </a:r>
            <a:r>
              <a:rPr sz="2400" b="1" spc="-5" dirty="0">
                <a:solidFill>
                  <a:srgbClr val="0000FF"/>
                </a:solidFill>
                <a:latin typeface="Tahoma" panose="020B0604030504040204"/>
                <a:cs typeface="Tahoma" panose="020B0604030504040204"/>
              </a:rPr>
              <a:t>way that produces clearer</a:t>
            </a:r>
            <a:r>
              <a:rPr sz="2400" b="1" spc="30" dirty="0">
                <a:solidFill>
                  <a:srgbClr val="0000FF"/>
                </a:solidFill>
                <a:latin typeface="Tahoma" panose="020B0604030504040204"/>
                <a:cs typeface="Tahoma" panose="020B0604030504040204"/>
              </a:rPr>
              <a:t> </a:t>
            </a:r>
            <a:r>
              <a:rPr sz="2400" b="1" spc="-5" dirty="0">
                <a:solidFill>
                  <a:srgbClr val="0000FF"/>
                </a:solidFill>
                <a:latin typeface="Tahoma" panose="020B0604030504040204"/>
                <a:cs typeface="Tahoma" panose="020B0604030504040204"/>
              </a:rPr>
              <a:t>meaning</a:t>
            </a:r>
            <a:endParaRPr sz="2400">
              <a:latin typeface="Tahoma" panose="020B0604030504040204"/>
              <a:cs typeface="Tahoma" panose="020B0604030504040204"/>
            </a:endParaRPr>
          </a:p>
          <a:p>
            <a:pPr marL="327660" indent="-314960">
              <a:lnSpc>
                <a:spcPct val="100000"/>
              </a:lnSpc>
              <a:spcBef>
                <a:spcPts val="1500"/>
              </a:spcBef>
              <a:buClr>
                <a:srgbClr val="000000"/>
              </a:buClr>
              <a:buFont typeface="Tahoma" panose="020B0604030504040204"/>
              <a:buChar char="•"/>
              <a:tabLst>
                <a:tab pos="327025" algn="l"/>
                <a:tab pos="327660" algn="l"/>
              </a:tabLst>
            </a:pPr>
            <a:r>
              <a:rPr sz="2400" b="1" dirty="0">
                <a:solidFill>
                  <a:srgbClr val="FF0000"/>
                </a:solidFill>
                <a:latin typeface="Tahoma" panose="020B0604030504040204"/>
                <a:cs typeface="Tahoma" panose="020B0604030504040204"/>
              </a:rPr>
              <a:t>A </a:t>
            </a:r>
            <a:r>
              <a:rPr sz="2400" b="1" spc="-10" dirty="0">
                <a:solidFill>
                  <a:srgbClr val="FF0000"/>
                </a:solidFill>
                <a:latin typeface="Tahoma" panose="020B0604030504040204"/>
                <a:cs typeface="Tahoma" panose="020B0604030504040204"/>
              </a:rPr>
              <a:t>good </a:t>
            </a:r>
            <a:r>
              <a:rPr sz="2400" b="1" spc="-5" dirty="0">
                <a:solidFill>
                  <a:srgbClr val="FF0000"/>
                </a:solidFill>
                <a:latin typeface="Tahoma" panose="020B0604030504040204"/>
                <a:cs typeface="Tahoma" panose="020B0604030504040204"/>
              </a:rPr>
              <a:t>listener </a:t>
            </a:r>
            <a:r>
              <a:rPr sz="2400" b="1" dirty="0">
                <a:solidFill>
                  <a:srgbClr val="FF0000"/>
                </a:solidFill>
                <a:latin typeface="Tahoma" panose="020B0604030504040204"/>
                <a:cs typeface="Tahoma" panose="020B0604030504040204"/>
              </a:rPr>
              <a:t>learns </a:t>
            </a:r>
            <a:r>
              <a:rPr sz="2400" b="1" spc="-5" dirty="0">
                <a:solidFill>
                  <a:srgbClr val="FF0000"/>
                </a:solidFill>
                <a:latin typeface="Tahoma" panose="020B0604030504040204"/>
                <a:cs typeface="Tahoma" panose="020B0604030504040204"/>
              </a:rPr>
              <a:t>to detect</a:t>
            </a:r>
            <a:r>
              <a:rPr sz="2400" b="1" spc="55" dirty="0">
                <a:solidFill>
                  <a:srgbClr val="FF0000"/>
                </a:solidFill>
                <a:latin typeface="Tahoma" panose="020B0604030504040204"/>
                <a:cs typeface="Tahoma" panose="020B0604030504040204"/>
              </a:rPr>
              <a:t> </a:t>
            </a:r>
            <a:r>
              <a:rPr sz="2400" b="1" spc="-5" dirty="0">
                <a:solidFill>
                  <a:srgbClr val="FF0000"/>
                </a:solidFill>
                <a:latin typeface="Tahoma" panose="020B0604030504040204"/>
                <a:cs typeface="Tahoma" panose="020B0604030504040204"/>
              </a:rPr>
              <a:t>prejudices,</a:t>
            </a:r>
            <a:r>
              <a:rPr sz="2400" b="1" spc="-5" dirty="0">
                <a:solidFill>
                  <a:srgbClr val="FF0000"/>
                </a:solidFill>
                <a:latin typeface="Tahoma" panose="020B0604030504040204"/>
                <a:cs typeface="Tahoma" panose="020B0604030504040204"/>
                <a:sym typeface="+mn-ea"/>
              </a:rPr>
              <a:t>assumptions </a:t>
            </a:r>
            <a:r>
              <a:rPr sz="2400" b="1" dirty="0">
                <a:solidFill>
                  <a:srgbClr val="FF0000"/>
                </a:solidFill>
                <a:latin typeface="Tahoma" panose="020B0604030504040204"/>
                <a:cs typeface="Tahoma" panose="020B0604030504040204"/>
                <a:sym typeface="+mn-ea"/>
              </a:rPr>
              <a:t>and</a:t>
            </a:r>
            <a:r>
              <a:rPr sz="2400" b="1" spc="-35" dirty="0">
                <a:solidFill>
                  <a:srgbClr val="FF0000"/>
                </a:solidFill>
                <a:latin typeface="Tahoma" panose="020B0604030504040204"/>
                <a:cs typeface="Tahoma" panose="020B0604030504040204"/>
                <a:sym typeface="+mn-ea"/>
              </a:rPr>
              <a:t> </a:t>
            </a:r>
            <a:r>
              <a:rPr sz="2400" b="1" spc="-5" dirty="0">
                <a:solidFill>
                  <a:srgbClr val="FF0000"/>
                </a:solidFill>
                <a:latin typeface="Tahoma" panose="020B0604030504040204"/>
                <a:cs typeface="Tahoma" panose="020B0604030504040204"/>
                <a:sym typeface="+mn-ea"/>
              </a:rPr>
              <a:t>attitudes</a:t>
            </a:r>
            <a:endParaRPr sz="2400">
              <a:latin typeface="Tahoma" panose="020B0604030504040204"/>
              <a:cs typeface="Tahoma" panose="020B0604030504040204"/>
            </a:endParaRPr>
          </a:p>
        </p:txBody>
      </p:sp>
      <p:sp>
        <p:nvSpPr>
          <p:cNvPr id="206" name="object 206"/>
          <p:cNvSpPr txBox="1"/>
          <p:nvPr/>
        </p:nvSpPr>
        <p:spPr>
          <a:xfrm>
            <a:off x="684530" y="6221729"/>
            <a:ext cx="4088129" cy="381635"/>
          </a:xfrm>
          <a:prstGeom prst="rect">
            <a:avLst/>
          </a:prstGeom>
        </p:spPr>
        <p:txBody>
          <a:bodyPr vert="horz" wrap="square" lIns="0" tIns="12700" rIns="0" bIns="0" rtlCol="0">
            <a:spAutoFit/>
          </a:bodyPr>
          <a:lstStyle/>
          <a:p>
            <a:pPr marL="12700">
              <a:lnSpc>
                <a:spcPct val="100000"/>
              </a:lnSpc>
              <a:spcBef>
                <a:spcPts val="100"/>
              </a:spcBef>
            </a:pPr>
            <a:endParaRPr sz="24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05">
                                            <p:txEl>
                                              <p:pRg st="0" end="0"/>
                                            </p:txEl>
                                          </p:spTgt>
                                        </p:tgtEl>
                                        <p:attrNameLst>
                                          <p:attrName>style.visibility</p:attrName>
                                        </p:attrNameLst>
                                      </p:cBhvr>
                                      <p:to>
                                        <p:strVal val="visible"/>
                                      </p:to>
                                    </p:set>
                                    <p:anim calcmode="lin" valueType="num">
                                      <p:cBhvr additive="base">
                                        <p:cTn id="7" dur="500" fill="hold"/>
                                        <p:tgtEl>
                                          <p:spTgt spid="20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0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05">
                                            <p:txEl>
                                              <p:pRg st="1" end="1"/>
                                            </p:txEl>
                                          </p:spTgt>
                                        </p:tgtEl>
                                        <p:attrNameLst>
                                          <p:attrName>style.visibility</p:attrName>
                                        </p:attrNameLst>
                                      </p:cBhvr>
                                      <p:to>
                                        <p:strVal val="visible"/>
                                      </p:to>
                                    </p:set>
                                    <p:anim calcmode="lin" valueType="num">
                                      <p:cBhvr additive="base">
                                        <p:cTn id="13" dur="500" fill="hold"/>
                                        <p:tgtEl>
                                          <p:spTgt spid="20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0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05">
                                            <p:txEl>
                                              <p:pRg st="2" end="2"/>
                                            </p:txEl>
                                          </p:spTgt>
                                        </p:tgtEl>
                                        <p:attrNameLst>
                                          <p:attrName>style.visibility</p:attrName>
                                        </p:attrNameLst>
                                      </p:cBhvr>
                                      <p:to>
                                        <p:strVal val="visible"/>
                                      </p:to>
                                    </p:set>
                                    <p:anim calcmode="lin" valueType="num">
                                      <p:cBhvr additive="base">
                                        <p:cTn id="19" dur="500" fill="hold"/>
                                        <p:tgtEl>
                                          <p:spTgt spid="20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0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05">
                                            <p:txEl>
                                              <p:pRg st="3" end="3"/>
                                            </p:txEl>
                                          </p:spTgt>
                                        </p:tgtEl>
                                        <p:attrNameLst>
                                          <p:attrName>style.visibility</p:attrName>
                                        </p:attrNameLst>
                                      </p:cBhvr>
                                      <p:to>
                                        <p:strVal val="visible"/>
                                      </p:to>
                                    </p:set>
                                    <p:anim calcmode="lin" valueType="num">
                                      <p:cBhvr additive="base">
                                        <p:cTn id="25" dur="500" fill="hold"/>
                                        <p:tgtEl>
                                          <p:spTgt spid="20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0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05">
                                            <p:txEl>
                                              <p:pRg st="4" end="4"/>
                                            </p:txEl>
                                          </p:spTgt>
                                        </p:tgtEl>
                                        <p:attrNameLst>
                                          <p:attrName>style.visibility</p:attrName>
                                        </p:attrNameLst>
                                      </p:cBhvr>
                                      <p:to>
                                        <p:strVal val="visible"/>
                                      </p:to>
                                    </p:set>
                                    <p:anim calcmode="lin" valueType="num">
                                      <p:cBhvr additive="base">
                                        <p:cTn id="31" dur="500" fill="hold"/>
                                        <p:tgtEl>
                                          <p:spTgt spid="20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05">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 name="Text Placeholder 1945"/>
          <p:cNvSpPr>
            <a:spLocks noGrp="1"/>
          </p:cNvSpPr>
          <p:nvPr>
            <p:ph type="body" idx="1"/>
          </p:nvPr>
        </p:nvSpPr>
        <p:spPr>
          <a:xfrm>
            <a:off x="534669" y="2457450"/>
            <a:ext cx="8153400" cy="3016250"/>
          </a:xfrm>
        </p:spPr>
        <p:txBody>
          <a:bodyPr/>
          <a:p>
            <a:pPr marL="342900" indent="-342900">
              <a:buFont typeface="Wingdings" panose="05000000000000000000" charset="0"/>
              <a:buChar char="Ø"/>
            </a:pPr>
            <a:r>
              <a:rPr lang="en-IN" altLang="en-US" sz="2800"/>
              <a:t> The receiver receives the sounds</a:t>
            </a:r>
            <a:endParaRPr lang="en-IN" altLang="en-US" sz="2800"/>
          </a:p>
          <a:p>
            <a:pPr marL="342900" indent="-342900">
              <a:buFont typeface="Wingdings" panose="05000000000000000000" charset="0"/>
              <a:buChar char="Ø"/>
            </a:pPr>
            <a:r>
              <a:rPr lang="en-IN" altLang="en-US" sz="2800"/>
              <a:t> The receiver recognizes them</a:t>
            </a:r>
            <a:endParaRPr lang="en-IN" altLang="en-US" sz="2800"/>
          </a:p>
          <a:p>
            <a:pPr marL="342900" indent="-342900">
              <a:buFont typeface="Wingdings" panose="05000000000000000000" charset="0"/>
              <a:buChar char="Ø"/>
            </a:pPr>
            <a:r>
              <a:rPr lang="en-IN" altLang="en-US" sz="2800"/>
              <a:t> The receiver understands them</a:t>
            </a:r>
            <a:endParaRPr lang="en-IN" altLang="en-US" sz="2800"/>
          </a:p>
          <a:p>
            <a:pPr marL="342900" indent="-342900">
              <a:buFont typeface="Wingdings" panose="05000000000000000000" charset="0"/>
              <a:buChar char="Ø"/>
            </a:pPr>
            <a:r>
              <a:rPr lang="en-IN" altLang="en-US" sz="2800"/>
              <a:t> The receiver interprets them in the context</a:t>
            </a:r>
            <a:endParaRPr lang="en-IN" altLang="en-US" sz="2800"/>
          </a:p>
          <a:p>
            <a:pPr marL="342900" indent="-342900">
              <a:buFont typeface="Wingdings" panose="05000000000000000000" charset="0"/>
              <a:buChar char="Ø"/>
            </a:pPr>
            <a:r>
              <a:rPr lang="en-IN" altLang="en-US" sz="2800"/>
              <a:t> The receiver derives the meaning</a:t>
            </a:r>
            <a:endParaRPr lang="en-IN" altLang="en-US" sz="2800"/>
          </a:p>
          <a:p>
            <a:pPr marL="342900" indent="-342900">
              <a:buFont typeface="Wingdings" panose="05000000000000000000" charset="0"/>
              <a:buChar char="Ø"/>
            </a:pPr>
            <a:r>
              <a:rPr lang="en-IN" altLang="en-US" sz="2800"/>
              <a:t> The receiver responds to the message</a:t>
            </a:r>
            <a:endParaRPr lang="en-IN" altLang="en-US" sz="2800"/>
          </a:p>
          <a:p>
            <a:pPr marL="342900" indent="-342900">
              <a:buFont typeface="Wingdings" panose="05000000000000000000" charset="0"/>
              <a:buChar char="Ø"/>
            </a:pPr>
            <a:endParaRPr lang="en-IN" altLang="en-US" sz="2800"/>
          </a:p>
        </p:txBody>
      </p:sp>
      <p:sp>
        <p:nvSpPr>
          <p:cNvPr id="2" name="object 2"/>
          <p:cNvSpPr/>
          <p:nvPr/>
        </p:nvSpPr>
        <p:spPr>
          <a:xfrm>
            <a:off x="1384300" y="916032"/>
            <a:ext cx="417830" cy="769257"/>
          </a:xfrm>
          <a:prstGeom prst="rect">
            <a:avLst/>
          </a:prstGeom>
          <a:blipFill>
            <a:blip r:embed="rId1" cstate="print"/>
            <a:stretch>
              <a:fillRect/>
            </a:stretch>
          </a:blipFill>
        </p:spPr>
        <p:txBody>
          <a:bodyPr wrap="square" lIns="0" tIns="0" rIns="0" bIns="0" rtlCol="0"/>
          <a:lstStyle/>
          <a:p/>
        </p:txBody>
      </p:sp>
      <p:sp>
        <p:nvSpPr>
          <p:cNvPr id="3" name="object 3"/>
          <p:cNvSpPr/>
          <p:nvPr/>
        </p:nvSpPr>
        <p:spPr>
          <a:xfrm>
            <a:off x="1913889" y="1123950"/>
            <a:ext cx="227330" cy="577850"/>
          </a:xfrm>
          <a:prstGeom prst="rect">
            <a:avLst/>
          </a:prstGeom>
          <a:blipFill>
            <a:blip r:embed="rId2" cstate="print"/>
            <a:stretch>
              <a:fillRect/>
            </a:stretch>
          </a:blipFill>
        </p:spPr>
        <p:txBody>
          <a:bodyPr wrap="square" lIns="0" tIns="0" rIns="0" bIns="0" rtlCol="0"/>
          <a:lstStyle/>
          <a:p/>
        </p:txBody>
      </p:sp>
      <p:sp>
        <p:nvSpPr>
          <p:cNvPr id="4" name="object 4"/>
          <p:cNvSpPr/>
          <p:nvPr/>
        </p:nvSpPr>
        <p:spPr>
          <a:xfrm>
            <a:off x="2221229" y="941069"/>
            <a:ext cx="181610" cy="751839"/>
          </a:xfrm>
          <a:prstGeom prst="rect">
            <a:avLst/>
          </a:prstGeom>
          <a:blipFill>
            <a:blip r:embed="rId3" cstate="print"/>
            <a:stretch>
              <a:fillRect/>
            </a:stretch>
          </a:blipFill>
        </p:spPr>
        <p:txBody>
          <a:bodyPr wrap="square" lIns="0" tIns="0" rIns="0" bIns="0" rtlCol="0"/>
          <a:lstStyle/>
          <a:p/>
        </p:txBody>
      </p:sp>
      <p:sp>
        <p:nvSpPr>
          <p:cNvPr id="5" name="object 5"/>
          <p:cNvSpPr/>
          <p:nvPr/>
        </p:nvSpPr>
        <p:spPr>
          <a:xfrm>
            <a:off x="2459989" y="876300"/>
            <a:ext cx="146050" cy="808989"/>
          </a:xfrm>
          <a:prstGeom prst="rect">
            <a:avLst/>
          </a:prstGeom>
          <a:blipFill>
            <a:blip r:embed="rId4" cstate="print"/>
            <a:stretch>
              <a:fillRect/>
            </a:stretch>
          </a:blipFill>
        </p:spPr>
        <p:txBody>
          <a:bodyPr wrap="square" lIns="0" tIns="0" rIns="0" bIns="0" rtlCol="0"/>
          <a:lstStyle/>
          <a:p/>
        </p:txBody>
      </p:sp>
      <p:sp>
        <p:nvSpPr>
          <p:cNvPr id="6" name="object 6"/>
          <p:cNvSpPr/>
          <p:nvPr/>
        </p:nvSpPr>
        <p:spPr>
          <a:xfrm>
            <a:off x="2654300" y="1140460"/>
            <a:ext cx="287019" cy="561339"/>
          </a:xfrm>
          <a:prstGeom prst="rect">
            <a:avLst/>
          </a:prstGeom>
          <a:blipFill>
            <a:blip r:embed="rId5" cstate="print"/>
            <a:stretch>
              <a:fillRect/>
            </a:stretch>
          </a:blipFill>
        </p:spPr>
        <p:txBody>
          <a:bodyPr wrap="square" lIns="0" tIns="0" rIns="0" bIns="0" rtlCol="0"/>
          <a:lstStyle/>
          <a:p/>
        </p:txBody>
      </p:sp>
      <p:sp>
        <p:nvSpPr>
          <p:cNvPr id="7" name="object 7"/>
          <p:cNvSpPr/>
          <p:nvPr/>
        </p:nvSpPr>
        <p:spPr>
          <a:xfrm>
            <a:off x="3027679" y="1123950"/>
            <a:ext cx="227330" cy="577850"/>
          </a:xfrm>
          <a:prstGeom prst="rect">
            <a:avLst/>
          </a:prstGeom>
          <a:blipFill>
            <a:blip r:embed="rId6" cstate="print"/>
            <a:stretch>
              <a:fillRect/>
            </a:stretch>
          </a:blipFill>
        </p:spPr>
        <p:txBody>
          <a:bodyPr wrap="square" lIns="0" tIns="0" rIns="0" bIns="0" rtlCol="0"/>
          <a:lstStyle/>
          <a:p/>
        </p:txBody>
      </p:sp>
      <p:sp>
        <p:nvSpPr>
          <p:cNvPr id="8" name="object 8"/>
          <p:cNvSpPr/>
          <p:nvPr/>
        </p:nvSpPr>
        <p:spPr>
          <a:xfrm>
            <a:off x="3517900" y="894080"/>
            <a:ext cx="364489" cy="791210"/>
          </a:xfrm>
          <a:prstGeom prst="rect">
            <a:avLst/>
          </a:prstGeom>
          <a:blipFill>
            <a:blip r:embed="rId7" cstate="print"/>
            <a:stretch>
              <a:fillRect/>
            </a:stretch>
          </a:blipFill>
        </p:spPr>
        <p:txBody>
          <a:bodyPr wrap="square" lIns="0" tIns="0" rIns="0" bIns="0" rtlCol="0"/>
          <a:lstStyle/>
          <a:p/>
        </p:txBody>
      </p:sp>
      <p:sp>
        <p:nvSpPr>
          <p:cNvPr id="9" name="object 9"/>
          <p:cNvSpPr/>
          <p:nvPr/>
        </p:nvSpPr>
        <p:spPr>
          <a:xfrm>
            <a:off x="3994150" y="876300"/>
            <a:ext cx="146050" cy="808989"/>
          </a:xfrm>
          <a:prstGeom prst="rect">
            <a:avLst/>
          </a:prstGeom>
          <a:blipFill>
            <a:blip r:embed="rId4" cstate="print"/>
            <a:stretch>
              <a:fillRect/>
            </a:stretch>
          </a:blipFill>
        </p:spPr>
        <p:txBody>
          <a:bodyPr wrap="square" lIns="0" tIns="0" rIns="0" bIns="0" rtlCol="0"/>
          <a:lstStyle/>
          <a:p/>
        </p:txBody>
      </p:sp>
      <p:sp>
        <p:nvSpPr>
          <p:cNvPr id="10" name="object 10"/>
          <p:cNvSpPr/>
          <p:nvPr/>
        </p:nvSpPr>
        <p:spPr>
          <a:xfrm>
            <a:off x="4206240" y="1123950"/>
            <a:ext cx="186689" cy="577850"/>
          </a:xfrm>
          <a:prstGeom prst="rect">
            <a:avLst/>
          </a:prstGeom>
          <a:blipFill>
            <a:blip r:embed="rId8" cstate="print"/>
            <a:stretch>
              <a:fillRect/>
            </a:stretch>
          </a:blipFill>
        </p:spPr>
        <p:txBody>
          <a:bodyPr wrap="square" lIns="0" tIns="0" rIns="0" bIns="0" rtlCol="0"/>
          <a:lstStyle/>
          <a:p/>
        </p:txBody>
      </p:sp>
      <p:sp>
        <p:nvSpPr>
          <p:cNvPr id="11" name="object 11"/>
          <p:cNvSpPr/>
          <p:nvPr/>
        </p:nvSpPr>
        <p:spPr>
          <a:xfrm>
            <a:off x="4467859" y="941069"/>
            <a:ext cx="181610" cy="751839"/>
          </a:xfrm>
          <a:prstGeom prst="rect">
            <a:avLst/>
          </a:prstGeom>
          <a:blipFill>
            <a:blip r:embed="rId3" cstate="print"/>
            <a:stretch>
              <a:fillRect/>
            </a:stretch>
          </a:blipFill>
        </p:spPr>
        <p:txBody>
          <a:bodyPr wrap="square" lIns="0" tIns="0" rIns="0" bIns="0" rtlCol="0"/>
          <a:lstStyle/>
          <a:p/>
        </p:txBody>
      </p:sp>
      <p:sp>
        <p:nvSpPr>
          <p:cNvPr id="12" name="object 12"/>
          <p:cNvSpPr/>
          <p:nvPr/>
        </p:nvSpPr>
        <p:spPr>
          <a:xfrm>
            <a:off x="4716779" y="1123950"/>
            <a:ext cx="227329" cy="577850"/>
          </a:xfrm>
          <a:prstGeom prst="rect">
            <a:avLst/>
          </a:prstGeom>
          <a:blipFill>
            <a:blip r:embed="rId9" cstate="print"/>
            <a:stretch>
              <a:fillRect/>
            </a:stretch>
          </a:blipFill>
        </p:spPr>
        <p:txBody>
          <a:bodyPr wrap="square" lIns="0" tIns="0" rIns="0" bIns="0" rtlCol="0"/>
          <a:lstStyle/>
          <a:p/>
        </p:txBody>
      </p:sp>
      <p:sp>
        <p:nvSpPr>
          <p:cNvPr id="13" name="object 13"/>
          <p:cNvSpPr/>
          <p:nvPr/>
        </p:nvSpPr>
        <p:spPr>
          <a:xfrm>
            <a:off x="5034279" y="1123950"/>
            <a:ext cx="292100" cy="561339"/>
          </a:xfrm>
          <a:prstGeom prst="rect">
            <a:avLst/>
          </a:prstGeom>
          <a:blipFill>
            <a:blip r:embed="rId10" cstate="print"/>
            <a:stretch>
              <a:fillRect/>
            </a:stretch>
          </a:blipFill>
        </p:spPr>
        <p:txBody>
          <a:bodyPr wrap="square" lIns="0" tIns="0" rIns="0" bIns="0" rtlCol="0"/>
          <a:lstStyle/>
          <a:p/>
        </p:txBody>
      </p:sp>
      <p:sp>
        <p:nvSpPr>
          <p:cNvPr id="14" name="object 14"/>
          <p:cNvSpPr/>
          <p:nvPr/>
        </p:nvSpPr>
        <p:spPr>
          <a:xfrm>
            <a:off x="5417820" y="876300"/>
            <a:ext cx="146050" cy="808989"/>
          </a:xfrm>
          <a:prstGeom prst="rect">
            <a:avLst/>
          </a:prstGeom>
          <a:blipFill>
            <a:blip r:embed="rId4" cstate="print"/>
            <a:stretch>
              <a:fillRect/>
            </a:stretch>
          </a:blipFill>
        </p:spPr>
        <p:txBody>
          <a:bodyPr wrap="square" lIns="0" tIns="0" rIns="0" bIns="0" rtlCol="0"/>
          <a:lstStyle/>
          <a:p/>
        </p:txBody>
      </p:sp>
      <p:sp>
        <p:nvSpPr>
          <p:cNvPr id="15" name="object 15"/>
          <p:cNvSpPr/>
          <p:nvPr/>
        </p:nvSpPr>
        <p:spPr>
          <a:xfrm>
            <a:off x="5627370" y="1123950"/>
            <a:ext cx="292100" cy="561339"/>
          </a:xfrm>
          <a:prstGeom prst="rect">
            <a:avLst/>
          </a:prstGeom>
          <a:blipFill>
            <a:blip r:embed="rId11" cstate="print"/>
            <a:stretch>
              <a:fillRect/>
            </a:stretch>
          </a:blipFill>
        </p:spPr>
        <p:txBody>
          <a:bodyPr wrap="square" lIns="0" tIns="0" rIns="0" bIns="0" rtlCol="0"/>
          <a:lstStyle/>
          <a:p/>
        </p:txBody>
      </p:sp>
      <p:sp>
        <p:nvSpPr>
          <p:cNvPr id="16" name="object 16"/>
          <p:cNvSpPr/>
          <p:nvPr/>
        </p:nvSpPr>
        <p:spPr>
          <a:xfrm>
            <a:off x="6022340" y="1123950"/>
            <a:ext cx="264160" cy="819150"/>
          </a:xfrm>
          <a:prstGeom prst="rect">
            <a:avLst/>
          </a:prstGeom>
          <a:blipFill>
            <a:blip r:embed="rId12" cstate="print"/>
            <a:stretch>
              <a:fillRect/>
            </a:stretch>
          </a:blipFill>
        </p:spPr>
        <p:txBody>
          <a:bodyPr wrap="square" lIns="0" tIns="0" rIns="0" bIns="0" rtlCol="0"/>
          <a:lstStyle/>
          <a:p/>
        </p:txBody>
      </p:sp>
      <p:sp>
        <p:nvSpPr>
          <p:cNvPr id="17" name="object 17"/>
          <p:cNvSpPr/>
          <p:nvPr/>
        </p:nvSpPr>
        <p:spPr>
          <a:xfrm>
            <a:off x="6553200" y="894080"/>
            <a:ext cx="330200" cy="791210"/>
          </a:xfrm>
          <a:prstGeom prst="rect">
            <a:avLst/>
          </a:prstGeom>
          <a:blipFill>
            <a:blip r:embed="rId13" cstate="print"/>
            <a:stretch>
              <a:fillRect/>
            </a:stretch>
          </a:blipFill>
        </p:spPr>
        <p:txBody>
          <a:bodyPr wrap="square" lIns="0" tIns="0" rIns="0" bIns="0" rtlCol="0"/>
          <a:lstStyle/>
          <a:p/>
        </p:txBody>
      </p:sp>
      <p:sp>
        <p:nvSpPr>
          <p:cNvPr id="18" name="object 18"/>
          <p:cNvSpPr/>
          <p:nvPr/>
        </p:nvSpPr>
        <p:spPr>
          <a:xfrm>
            <a:off x="6998969" y="1123950"/>
            <a:ext cx="232409" cy="561339"/>
          </a:xfrm>
          <a:prstGeom prst="rect">
            <a:avLst/>
          </a:prstGeom>
          <a:blipFill>
            <a:blip r:embed="rId14" cstate="print"/>
            <a:stretch>
              <a:fillRect/>
            </a:stretch>
          </a:blipFill>
        </p:spPr>
        <p:txBody>
          <a:bodyPr wrap="square" lIns="0" tIns="0" rIns="0" bIns="0" rtlCol="0"/>
          <a:lstStyle/>
          <a:p/>
        </p:txBody>
      </p:sp>
      <p:sp>
        <p:nvSpPr>
          <p:cNvPr id="19" name="object 19"/>
          <p:cNvSpPr/>
          <p:nvPr/>
        </p:nvSpPr>
        <p:spPr>
          <a:xfrm>
            <a:off x="7317740" y="1123950"/>
            <a:ext cx="255270" cy="577850"/>
          </a:xfrm>
          <a:prstGeom prst="rect">
            <a:avLst/>
          </a:prstGeom>
          <a:blipFill>
            <a:blip r:embed="rId15" cstate="print"/>
            <a:stretch>
              <a:fillRect/>
            </a:stretch>
          </a:blipFill>
        </p:spPr>
        <p:txBody>
          <a:bodyPr wrap="square" lIns="0" tIns="0" rIns="0" bIns="0" rtlCol="0"/>
          <a:lstStyle/>
          <a:p/>
        </p:txBody>
      </p:sp>
      <p:sp>
        <p:nvSpPr>
          <p:cNvPr id="20" name="object 20"/>
          <p:cNvSpPr/>
          <p:nvPr/>
        </p:nvSpPr>
        <p:spPr>
          <a:xfrm>
            <a:off x="7674609" y="1123950"/>
            <a:ext cx="227329" cy="577850"/>
          </a:xfrm>
          <a:prstGeom prst="rect">
            <a:avLst/>
          </a:prstGeom>
          <a:blipFill>
            <a:blip r:embed="rId2" cstate="print"/>
            <a:stretch>
              <a:fillRect/>
            </a:stretch>
          </a:blipFill>
        </p:spPr>
        <p:txBody>
          <a:bodyPr wrap="square" lIns="0" tIns="0" rIns="0" bIns="0" rtlCol="0"/>
          <a:lstStyle/>
          <a:p/>
        </p:txBody>
      </p:sp>
      <p:sp>
        <p:nvSpPr>
          <p:cNvPr id="21" name="object 21"/>
          <p:cNvSpPr/>
          <p:nvPr/>
        </p:nvSpPr>
        <p:spPr>
          <a:xfrm>
            <a:off x="7994650" y="1123950"/>
            <a:ext cx="227329" cy="577850"/>
          </a:xfrm>
          <a:prstGeom prst="rect">
            <a:avLst/>
          </a:prstGeom>
          <a:blipFill>
            <a:blip r:embed="rId9" cstate="print"/>
            <a:stretch>
              <a:fillRect/>
            </a:stretch>
          </a:blipFill>
        </p:spPr>
        <p:txBody>
          <a:bodyPr wrap="square" lIns="0" tIns="0" rIns="0" bIns="0" rtlCol="0"/>
          <a:lstStyle/>
          <a:p/>
        </p:txBody>
      </p:sp>
      <p:sp>
        <p:nvSpPr>
          <p:cNvPr id="22" name="object 22"/>
          <p:cNvSpPr/>
          <p:nvPr/>
        </p:nvSpPr>
        <p:spPr>
          <a:xfrm>
            <a:off x="8314690" y="1123950"/>
            <a:ext cx="186690" cy="577850"/>
          </a:xfrm>
          <a:prstGeom prst="rect">
            <a:avLst/>
          </a:prstGeom>
          <a:blipFill>
            <a:blip r:embed="rId16" cstate="print"/>
            <a:stretch>
              <a:fillRect/>
            </a:stretch>
          </a:blipFill>
        </p:spPr>
        <p:txBody>
          <a:bodyPr wrap="square" lIns="0" tIns="0" rIns="0" bIns="0" rtlCol="0"/>
          <a:lstStyle/>
          <a:p/>
        </p:txBody>
      </p:sp>
      <p:sp>
        <p:nvSpPr>
          <p:cNvPr id="23" name="object 23"/>
          <p:cNvSpPr/>
          <p:nvPr/>
        </p:nvSpPr>
        <p:spPr>
          <a:xfrm>
            <a:off x="8589009" y="1123950"/>
            <a:ext cx="186690" cy="577850"/>
          </a:xfrm>
          <a:prstGeom prst="rect">
            <a:avLst/>
          </a:prstGeom>
          <a:blipFill>
            <a:blip r:embed="rId17" cstate="print"/>
            <a:stretch>
              <a:fillRect/>
            </a:stretch>
          </a:blipFill>
        </p:spPr>
        <p:txBody>
          <a:bodyPr wrap="square" lIns="0" tIns="0" rIns="0" bIns="0" rtlCol="0"/>
          <a:lstStyle/>
          <a:p/>
        </p:txBody>
      </p:sp>
      <p:grpSp>
        <p:nvGrpSpPr>
          <p:cNvPr id="24" name="object 24"/>
          <p:cNvGrpSpPr/>
          <p:nvPr/>
        </p:nvGrpSpPr>
        <p:grpSpPr>
          <a:xfrm>
            <a:off x="1371600" y="840739"/>
            <a:ext cx="417830" cy="807720"/>
            <a:chOff x="1371600" y="840739"/>
            <a:chExt cx="417830" cy="807720"/>
          </a:xfrm>
        </p:grpSpPr>
        <p:sp>
          <p:nvSpPr>
            <p:cNvPr id="25" name="object 25"/>
            <p:cNvSpPr/>
            <p:nvPr/>
          </p:nvSpPr>
          <p:spPr>
            <a:xfrm>
              <a:off x="1578609" y="840739"/>
              <a:ext cx="10160" cy="6350"/>
            </a:xfrm>
            <a:custGeom>
              <a:avLst/>
              <a:gdLst/>
              <a:ahLst/>
              <a:cxnLst/>
              <a:rect l="l" t="t" r="r" b="b"/>
              <a:pathLst>
                <a:path w="10159" h="6350">
                  <a:moveTo>
                    <a:pt x="10159" y="3810"/>
                  </a:moveTo>
                  <a:lnTo>
                    <a:pt x="0" y="3810"/>
                  </a:lnTo>
                  <a:lnTo>
                    <a:pt x="0" y="6350"/>
                  </a:lnTo>
                  <a:lnTo>
                    <a:pt x="10159" y="6350"/>
                  </a:lnTo>
                  <a:lnTo>
                    <a:pt x="10159" y="3810"/>
                  </a:lnTo>
                  <a:close/>
                </a:path>
                <a:path w="10159" h="6350">
                  <a:moveTo>
                    <a:pt x="8890" y="0"/>
                  </a:moveTo>
                  <a:lnTo>
                    <a:pt x="1270" y="0"/>
                  </a:lnTo>
                  <a:lnTo>
                    <a:pt x="1270" y="3810"/>
                  </a:lnTo>
                  <a:lnTo>
                    <a:pt x="8890" y="3810"/>
                  </a:lnTo>
                  <a:lnTo>
                    <a:pt x="8890" y="0"/>
                  </a:lnTo>
                  <a:close/>
                </a:path>
              </a:pathLst>
            </a:custGeom>
            <a:solidFill>
              <a:srgbClr val="003300"/>
            </a:solidFill>
          </p:spPr>
          <p:txBody>
            <a:bodyPr wrap="square" lIns="0" tIns="0" rIns="0" bIns="0" rtlCol="0"/>
            <a:lstStyle/>
            <a:p/>
          </p:txBody>
        </p:sp>
        <p:sp>
          <p:nvSpPr>
            <p:cNvPr id="26" name="object 26"/>
            <p:cNvSpPr/>
            <p:nvPr/>
          </p:nvSpPr>
          <p:spPr>
            <a:xfrm>
              <a:off x="1577340" y="847089"/>
              <a:ext cx="12700" cy="6350"/>
            </a:xfrm>
            <a:custGeom>
              <a:avLst/>
              <a:gdLst/>
              <a:ahLst/>
              <a:cxnLst/>
              <a:rect l="l" t="t" r="r" b="b"/>
              <a:pathLst>
                <a:path w="12700" h="6350">
                  <a:moveTo>
                    <a:pt x="12700" y="2539"/>
                  </a:moveTo>
                  <a:lnTo>
                    <a:pt x="0" y="2539"/>
                  </a:lnTo>
                  <a:lnTo>
                    <a:pt x="0" y="6350"/>
                  </a:lnTo>
                  <a:lnTo>
                    <a:pt x="12700" y="6350"/>
                  </a:lnTo>
                  <a:lnTo>
                    <a:pt x="12700" y="2539"/>
                  </a:lnTo>
                  <a:close/>
                </a:path>
                <a:path w="12700" h="6350">
                  <a:moveTo>
                    <a:pt x="11429" y="0"/>
                  </a:moveTo>
                  <a:lnTo>
                    <a:pt x="1269" y="0"/>
                  </a:lnTo>
                  <a:lnTo>
                    <a:pt x="1269" y="2539"/>
                  </a:lnTo>
                  <a:lnTo>
                    <a:pt x="11429" y="2539"/>
                  </a:lnTo>
                  <a:lnTo>
                    <a:pt x="11429" y="0"/>
                  </a:lnTo>
                  <a:close/>
                </a:path>
              </a:pathLst>
            </a:custGeom>
            <a:solidFill>
              <a:srgbClr val="013300"/>
            </a:solidFill>
          </p:spPr>
          <p:txBody>
            <a:bodyPr wrap="square" lIns="0" tIns="0" rIns="0" bIns="0" rtlCol="0"/>
            <a:lstStyle/>
            <a:p/>
          </p:txBody>
        </p:sp>
        <p:sp>
          <p:nvSpPr>
            <p:cNvPr id="27" name="object 27"/>
            <p:cNvSpPr/>
            <p:nvPr/>
          </p:nvSpPr>
          <p:spPr>
            <a:xfrm>
              <a:off x="1576070" y="853439"/>
              <a:ext cx="15240" cy="7620"/>
            </a:xfrm>
            <a:custGeom>
              <a:avLst/>
              <a:gdLst/>
              <a:ahLst/>
              <a:cxnLst/>
              <a:rect l="l" t="t" r="r" b="b"/>
              <a:pathLst>
                <a:path w="15240" h="7619">
                  <a:moveTo>
                    <a:pt x="13970" y="0"/>
                  </a:moveTo>
                  <a:lnTo>
                    <a:pt x="1270" y="0"/>
                  </a:lnTo>
                  <a:lnTo>
                    <a:pt x="1270" y="2539"/>
                  </a:lnTo>
                  <a:lnTo>
                    <a:pt x="13970" y="2539"/>
                  </a:lnTo>
                  <a:lnTo>
                    <a:pt x="13970" y="0"/>
                  </a:lnTo>
                  <a:close/>
                </a:path>
                <a:path w="15240" h="7619">
                  <a:moveTo>
                    <a:pt x="15240" y="2540"/>
                  </a:moveTo>
                  <a:lnTo>
                    <a:pt x="0" y="2540"/>
                  </a:lnTo>
                  <a:lnTo>
                    <a:pt x="0" y="7620"/>
                  </a:lnTo>
                  <a:lnTo>
                    <a:pt x="15240" y="7620"/>
                  </a:lnTo>
                  <a:lnTo>
                    <a:pt x="15240" y="2540"/>
                  </a:lnTo>
                  <a:close/>
                </a:path>
              </a:pathLst>
            </a:custGeom>
            <a:solidFill>
              <a:srgbClr val="033300"/>
            </a:solidFill>
          </p:spPr>
          <p:txBody>
            <a:bodyPr wrap="square" lIns="0" tIns="0" rIns="0" bIns="0" rtlCol="0"/>
            <a:lstStyle/>
            <a:p/>
          </p:txBody>
        </p:sp>
        <p:sp>
          <p:nvSpPr>
            <p:cNvPr id="28" name="object 28"/>
            <p:cNvSpPr/>
            <p:nvPr/>
          </p:nvSpPr>
          <p:spPr>
            <a:xfrm>
              <a:off x="1573529" y="861059"/>
              <a:ext cx="20320" cy="7620"/>
            </a:xfrm>
            <a:custGeom>
              <a:avLst/>
              <a:gdLst/>
              <a:ahLst/>
              <a:cxnLst/>
              <a:rect l="l" t="t" r="r" b="b"/>
              <a:pathLst>
                <a:path w="20319" h="7619">
                  <a:moveTo>
                    <a:pt x="20319" y="6350"/>
                  </a:moveTo>
                  <a:lnTo>
                    <a:pt x="0" y="6350"/>
                  </a:lnTo>
                  <a:lnTo>
                    <a:pt x="0" y="7619"/>
                  </a:lnTo>
                  <a:lnTo>
                    <a:pt x="20319" y="7619"/>
                  </a:lnTo>
                  <a:lnTo>
                    <a:pt x="20319" y="6350"/>
                  </a:lnTo>
                  <a:close/>
                </a:path>
                <a:path w="20319" h="7619">
                  <a:moveTo>
                    <a:pt x="19050" y="0"/>
                  </a:moveTo>
                  <a:lnTo>
                    <a:pt x="1269" y="0"/>
                  </a:lnTo>
                  <a:lnTo>
                    <a:pt x="1269" y="6350"/>
                  </a:lnTo>
                  <a:lnTo>
                    <a:pt x="19050" y="6350"/>
                  </a:lnTo>
                  <a:lnTo>
                    <a:pt x="19050" y="0"/>
                  </a:lnTo>
                  <a:close/>
                </a:path>
              </a:pathLst>
            </a:custGeom>
            <a:solidFill>
              <a:srgbClr val="053100"/>
            </a:solidFill>
          </p:spPr>
          <p:txBody>
            <a:bodyPr wrap="square" lIns="0" tIns="0" rIns="0" bIns="0" rtlCol="0"/>
            <a:lstStyle/>
            <a:p/>
          </p:txBody>
        </p:sp>
        <p:sp>
          <p:nvSpPr>
            <p:cNvPr id="29" name="object 29"/>
            <p:cNvSpPr/>
            <p:nvPr/>
          </p:nvSpPr>
          <p:spPr>
            <a:xfrm>
              <a:off x="1572260" y="868679"/>
              <a:ext cx="22860" cy="6350"/>
            </a:xfrm>
            <a:custGeom>
              <a:avLst/>
              <a:gdLst/>
              <a:ahLst/>
              <a:cxnLst/>
              <a:rect l="l" t="t" r="r" b="b"/>
              <a:pathLst>
                <a:path w="22859" h="6350">
                  <a:moveTo>
                    <a:pt x="21590" y="0"/>
                  </a:moveTo>
                  <a:lnTo>
                    <a:pt x="1270" y="0"/>
                  </a:lnTo>
                  <a:lnTo>
                    <a:pt x="1270" y="3810"/>
                  </a:lnTo>
                  <a:lnTo>
                    <a:pt x="0" y="3810"/>
                  </a:lnTo>
                  <a:lnTo>
                    <a:pt x="0" y="6350"/>
                  </a:lnTo>
                  <a:lnTo>
                    <a:pt x="22859" y="6350"/>
                  </a:lnTo>
                  <a:lnTo>
                    <a:pt x="22859" y="5080"/>
                  </a:lnTo>
                  <a:lnTo>
                    <a:pt x="21590" y="5080"/>
                  </a:lnTo>
                  <a:lnTo>
                    <a:pt x="21590" y="0"/>
                  </a:lnTo>
                  <a:close/>
                </a:path>
              </a:pathLst>
            </a:custGeom>
            <a:solidFill>
              <a:srgbClr val="083100"/>
            </a:solidFill>
          </p:spPr>
          <p:txBody>
            <a:bodyPr wrap="square" lIns="0" tIns="0" rIns="0" bIns="0" rtlCol="0"/>
            <a:lstStyle/>
            <a:p/>
          </p:txBody>
        </p:sp>
        <p:sp>
          <p:nvSpPr>
            <p:cNvPr id="30" name="object 30"/>
            <p:cNvSpPr/>
            <p:nvPr/>
          </p:nvSpPr>
          <p:spPr>
            <a:xfrm>
              <a:off x="1570989" y="875029"/>
              <a:ext cx="25400" cy="7620"/>
            </a:xfrm>
            <a:custGeom>
              <a:avLst/>
              <a:gdLst/>
              <a:ahLst/>
              <a:cxnLst/>
              <a:rect l="l" t="t" r="r" b="b"/>
              <a:pathLst>
                <a:path w="25400" h="7619">
                  <a:moveTo>
                    <a:pt x="24129" y="0"/>
                  </a:moveTo>
                  <a:lnTo>
                    <a:pt x="1269" y="0"/>
                  </a:lnTo>
                  <a:lnTo>
                    <a:pt x="1269" y="3810"/>
                  </a:lnTo>
                  <a:lnTo>
                    <a:pt x="24129" y="3810"/>
                  </a:lnTo>
                  <a:lnTo>
                    <a:pt x="24129" y="0"/>
                  </a:lnTo>
                  <a:close/>
                </a:path>
                <a:path w="25400" h="7619">
                  <a:moveTo>
                    <a:pt x="25400" y="3810"/>
                  </a:moveTo>
                  <a:lnTo>
                    <a:pt x="0" y="3810"/>
                  </a:lnTo>
                  <a:lnTo>
                    <a:pt x="0" y="7620"/>
                  </a:lnTo>
                  <a:lnTo>
                    <a:pt x="25399" y="7620"/>
                  </a:lnTo>
                  <a:lnTo>
                    <a:pt x="25400" y="3810"/>
                  </a:lnTo>
                  <a:close/>
                </a:path>
              </a:pathLst>
            </a:custGeom>
            <a:solidFill>
              <a:srgbClr val="0A3000"/>
            </a:solidFill>
          </p:spPr>
          <p:txBody>
            <a:bodyPr wrap="square" lIns="0" tIns="0" rIns="0" bIns="0" rtlCol="0"/>
            <a:lstStyle/>
            <a:p/>
          </p:txBody>
        </p:sp>
        <p:sp>
          <p:nvSpPr>
            <p:cNvPr id="31" name="object 31"/>
            <p:cNvSpPr/>
            <p:nvPr/>
          </p:nvSpPr>
          <p:spPr>
            <a:xfrm>
              <a:off x="1569720" y="882649"/>
              <a:ext cx="27940" cy="7620"/>
            </a:xfrm>
            <a:custGeom>
              <a:avLst/>
              <a:gdLst/>
              <a:ahLst/>
              <a:cxnLst/>
              <a:rect l="l" t="t" r="r" b="b"/>
              <a:pathLst>
                <a:path w="27940" h="7619">
                  <a:moveTo>
                    <a:pt x="26669" y="0"/>
                  </a:moveTo>
                  <a:lnTo>
                    <a:pt x="1270" y="0"/>
                  </a:lnTo>
                  <a:lnTo>
                    <a:pt x="1270" y="1270"/>
                  </a:lnTo>
                  <a:lnTo>
                    <a:pt x="0" y="1270"/>
                  </a:lnTo>
                  <a:lnTo>
                    <a:pt x="0" y="2539"/>
                  </a:lnTo>
                  <a:lnTo>
                    <a:pt x="26669" y="2539"/>
                  </a:lnTo>
                  <a:lnTo>
                    <a:pt x="26669" y="0"/>
                  </a:lnTo>
                  <a:close/>
                </a:path>
                <a:path w="27940" h="7619">
                  <a:moveTo>
                    <a:pt x="27940" y="2540"/>
                  </a:moveTo>
                  <a:lnTo>
                    <a:pt x="0" y="2540"/>
                  </a:lnTo>
                  <a:lnTo>
                    <a:pt x="0" y="7620"/>
                  </a:lnTo>
                  <a:lnTo>
                    <a:pt x="27940" y="7620"/>
                  </a:lnTo>
                  <a:lnTo>
                    <a:pt x="27940" y="2540"/>
                  </a:lnTo>
                  <a:close/>
                </a:path>
              </a:pathLst>
            </a:custGeom>
            <a:solidFill>
              <a:srgbClr val="0C3000"/>
            </a:solidFill>
          </p:spPr>
          <p:txBody>
            <a:bodyPr wrap="square" lIns="0" tIns="0" rIns="0" bIns="0" rtlCol="0"/>
            <a:lstStyle/>
            <a:p/>
          </p:txBody>
        </p:sp>
        <p:sp>
          <p:nvSpPr>
            <p:cNvPr id="32" name="object 32"/>
            <p:cNvSpPr/>
            <p:nvPr/>
          </p:nvSpPr>
          <p:spPr>
            <a:xfrm>
              <a:off x="1567179" y="890269"/>
              <a:ext cx="31750" cy="6350"/>
            </a:xfrm>
            <a:custGeom>
              <a:avLst/>
              <a:gdLst/>
              <a:ahLst/>
              <a:cxnLst/>
              <a:rect l="l" t="t" r="r" b="b"/>
              <a:pathLst>
                <a:path w="31750" h="6350">
                  <a:moveTo>
                    <a:pt x="31750" y="0"/>
                  </a:moveTo>
                  <a:lnTo>
                    <a:pt x="1269" y="0"/>
                  </a:lnTo>
                  <a:lnTo>
                    <a:pt x="1269" y="5079"/>
                  </a:lnTo>
                  <a:lnTo>
                    <a:pt x="0" y="5079"/>
                  </a:lnTo>
                  <a:lnTo>
                    <a:pt x="0" y="6350"/>
                  </a:lnTo>
                  <a:lnTo>
                    <a:pt x="31750" y="6350"/>
                  </a:lnTo>
                  <a:lnTo>
                    <a:pt x="31750" y="0"/>
                  </a:lnTo>
                  <a:close/>
                </a:path>
              </a:pathLst>
            </a:custGeom>
            <a:solidFill>
              <a:srgbClr val="0E2F00"/>
            </a:solidFill>
          </p:spPr>
          <p:txBody>
            <a:bodyPr wrap="square" lIns="0" tIns="0" rIns="0" bIns="0" rtlCol="0"/>
            <a:lstStyle/>
            <a:p/>
          </p:txBody>
        </p:sp>
        <p:sp>
          <p:nvSpPr>
            <p:cNvPr id="33" name="object 33"/>
            <p:cNvSpPr/>
            <p:nvPr/>
          </p:nvSpPr>
          <p:spPr>
            <a:xfrm>
              <a:off x="1565910" y="896619"/>
              <a:ext cx="35560" cy="7620"/>
            </a:xfrm>
            <a:custGeom>
              <a:avLst/>
              <a:gdLst/>
              <a:ahLst/>
              <a:cxnLst/>
              <a:rect l="l" t="t" r="r" b="b"/>
              <a:pathLst>
                <a:path w="35559" h="7619">
                  <a:moveTo>
                    <a:pt x="35559" y="5079"/>
                  </a:moveTo>
                  <a:lnTo>
                    <a:pt x="0" y="5079"/>
                  </a:lnTo>
                  <a:lnTo>
                    <a:pt x="0" y="7619"/>
                  </a:lnTo>
                  <a:lnTo>
                    <a:pt x="35559" y="7619"/>
                  </a:lnTo>
                  <a:lnTo>
                    <a:pt x="35559" y="5079"/>
                  </a:lnTo>
                  <a:close/>
                </a:path>
                <a:path w="35559" h="7619">
                  <a:moveTo>
                    <a:pt x="34290" y="0"/>
                  </a:moveTo>
                  <a:lnTo>
                    <a:pt x="1270" y="0"/>
                  </a:lnTo>
                  <a:lnTo>
                    <a:pt x="1270" y="5079"/>
                  </a:lnTo>
                  <a:lnTo>
                    <a:pt x="34290" y="5079"/>
                  </a:lnTo>
                  <a:lnTo>
                    <a:pt x="34290" y="0"/>
                  </a:lnTo>
                  <a:close/>
                </a:path>
              </a:pathLst>
            </a:custGeom>
            <a:solidFill>
              <a:srgbClr val="112F00"/>
            </a:solidFill>
          </p:spPr>
          <p:txBody>
            <a:bodyPr wrap="square" lIns="0" tIns="0" rIns="0" bIns="0" rtlCol="0"/>
            <a:lstStyle/>
            <a:p/>
          </p:txBody>
        </p:sp>
        <p:sp>
          <p:nvSpPr>
            <p:cNvPr id="34" name="object 34"/>
            <p:cNvSpPr/>
            <p:nvPr/>
          </p:nvSpPr>
          <p:spPr>
            <a:xfrm>
              <a:off x="1564639" y="904239"/>
              <a:ext cx="38100" cy="7620"/>
            </a:xfrm>
            <a:custGeom>
              <a:avLst/>
              <a:gdLst/>
              <a:ahLst/>
              <a:cxnLst/>
              <a:rect l="l" t="t" r="r" b="b"/>
              <a:pathLst>
                <a:path w="38100" h="7619">
                  <a:moveTo>
                    <a:pt x="36829" y="0"/>
                  </a:moveTo>
                  <a:lnTo>
                    <a:pt x="1269" y="0"/>
                  </a:lnTo>
                  <a:lnTo>
                    <a:pt x="1269" y="2539"/>
                  </a:lnTo>
                  <a:lnTo>
                    <a:pt x="0" y="2539"/>
                  </a:lnTo>
                  <a:lnTo>
                    <a:pt x="0" y="7620"/>
                  </a:lnTo>
                  <a:lnTo>
                    <a:pt x="38100" y="7620"/>
                  </a:lnTo>
                  <a:lnTo>
                    <a:pt x="38100" y="3810"/>
                  </a:lnTo>
                  <a:lnTo>
                    <a:pt x="36830" y="3810"/>
                  </a:lnTo>
                  <a:lnTo>
                    <a:pt x="36829" y="0"/>
                  </a:lnTo>
                  <a:close/>
                </a:path>
              </a:pathLst>
            </a:custGeom>
            <a:solidFill>
              <a:srgbClr val="132E00"/>
            </a:solidFill>
          </p:spPr>
          <p:txBody>
            <a:bodyPr wrap="square" lIns="0" tIns="0" rIns="0" bIns="0" rtlCol="0"/>
            <a:lstStyle/>
            <a:p/>
          </p:txBody>
        </p:sp>
        <p:sp>
          <p:nvSpPr>
            <p:cNvPr id="35" name="object 35"/>
            <p:cNvSpPr/>
            <p:nvPr/>
          </p:nvSpPr>
          <p:spPr>
            <a:xfrm>
              <a:off x="1563370" y="911859"/>
              <a:ext cx="40640" cy="6350"/>
            </a:xfrm>
            <a:custGeom>
              <a:avLst/>
              <a:gdLst/>
              <a:ahLst/>
              <a:cxnLst/>
              <a:rect l="l" t="t" r="r" b="b"/>
              <a:pathLst>
                <a:path w="40640" h="6350">
                  <a:moveTo>
                    <a:pt x="39370" y="0"/>
                  </a:moveTo>
                  <a:lnTo>
                    <a:pt x="1270" y="0"/>
                  </a:lnTo>
                  <a:lnTo>
                    <a:pt x="1270" y="1269"/>
                  </a:lnTo>
                  <a:lnTo>
                    <a:pt x="39370" y="1269"/>
                  </a:lnTo>
                  <a:lnTo>
                    <a:pt x="39370" y="0"/>
                  </a:lnTo>
                  <a:close/>
                </a:path>
                <a:path w="40640" h="6350">
                  <a:moveTo>
                    <a:pt x="40640" y="1270"/>
                  </a:moveTo>
                  <a:lnTo>
                    <a:pt x="0" y="1270"/>
                  </a:lnTo>
                  <a:lnTo>
                    <a:pt x="0" y="6350"/>
                  </a:lnTo>
                  <a:lnTo>
                    <a:pt x="40640" y="6350"/>
                  </a:lnTo>
                  <a:lnTo>
                    <a:pt x="40640" y="1270"/>
                  </a:lnTo>
                  <a:close/>
                </a:path>
              </a:pathLst>
            </a:custGeom>
            <a:solidFill>
              <a:srgbClr val="152E00"/>
            </a:solidFill>
          </p:spPr>
          <p:txBody>
            <a:bodyPr wrap="square" lIns="0" tIns="0" rIns="0" bIns="0" rtlCol="0"/>
            <a:lstStyle/>
            <a:p/>
          </p:txBody>
        </p:sp>
        <p:sp>
          <p:nvSpPr>
            <p:cNvPr id="36" name="object 36"/>
            <p:cNvSpPr/>
            <p:nvPr/>
          </p:nvSpPr>
          <p:spPr>
            <a:xfrm>
              <a:off x="1560829" y="918209"/>
              <a:ext cx="44450" cy="7620"/>
            </a:xfrm>
            <a:custGeom>
              <a:avLst/>
              <a:gdLst/>
              <a:ahLst/>
              <a:cxnLst/>
              <a:rect l="l" t="t" r="r" b="b"/>
              <a:pathLst>
                <a:path w="44450" h="7619">
                  <a:moveTo>
                    <a:pt x="43179" y="0"/>
                  </a:moveTo>
                  <a:lnTo>
                    <a:pt x="1269" y="0"/>
                  </a:lnTo>
                  <a:lnTo>
                    <a:pt x="1269" y="1269"/>
                  </a:lnTo>
                  <a:lnTo>
                    <a:pt x="43179" y="1269"/>
                  </a:lnTo>
                  <a:lnTo>
                    <a:pt x="43179" y="0"/>
                  </a:lnTo>
                  <a:close/>
                </a:path>
                <a:path w="44450" h="7619">
                  <a:moveTo>
                    <a:pt x="44450" y="1270"/>
                  </a:moveTo>
                  <a:lnTo>
                    <a:pt x="1269" y="1270"/>
                  </a:lnTo>
                  <a:lnTo>
                    <a:pt x="1269" y="6350"/>
                  </a:lnTo>
                  <a:lnTo>
                    <a:pt x="0" y="6350"/>
                  </a:lnTo>
                  <a:lnTo>
                    <a:pt x="0" y="7619"/>
                  </a:lnTo>
                  <a:lnTo>
                    <a:pt x="44450" y="7619"/>
                  </a:lnTo>
                  <a:lnTo>
                    <a:pt x="44450" y="1270"/>
                  </a:lnTo>
                  <a:close/>
                </a:path>
              </a:pathLst>
            </a:custGeom>
            <a:solidFill>
              <a:srgbClr val="172E00"/>
            </a:solidFill>
          </p:spPr>
          <p:txBody>
            <a:bodyPr wrap="square" lIns="0" tIns="0" rIns="0" bIns="0" rtlCol="0"/>
            <a:lstStyle/>
            <a:p/>
          </p:txBody>
        </p:sp>
        <p:sp>
          <p:nvSpPr>
            <p:cNvPr id="37" name="object 37"/>
            <p:cNvSpPr/>
            <p:nvPr/>
          </p:nvSpPr>
          <p:spPr>
            <a:xfrm>
              <a:off x="1559560" y="925829"/>
              <a:ext cx="48260" cy="7620"/>
            </a:xfrm>
            <a:custGeom>
              <a:avLst/>
              <a:gdLst/>
              <a:ahLst/>
              <a:cxnLst/>
              <a:rect l="l" t="t" r="r" b="b"/>
              <a:pathLst>
                <a:path w="48259" h="7619">
                  <a:moveTo>
                    <a:pt x="46990" y="0"/>
                  </a:moveTo>
                  <a:lnTo>
                    <a:pt x="1270" y="0"/>
                  </a:lnTo>
                  <a:lnTo>
                    <a:pt x="1270" y="3810"/>
                  </a:lnTo>
                  <a:lnTo>
                    <a:pt x="0" y="3810"/>
                  </a:lnTo>
                  <a:lnTo>
                    <a:pt x="0" y="7620"/>
                  </a:lnTo>
                  <a:lnTo>
                    <a:pt x="48259" y="7620"/>
                  </a:lnTo>
                  <a:lnTo>
                    <a:pt x="48259" y="5080"/>
                  </a:lnTo>
                  <a:lnTo>
                    <a:pt x="46990" y="5080"/>
                  </a:lnTo>
                  <a:lnTo>
                    <a:pt x="46990" y="0"/>
                  </a:lnTo>
                  <a:close/>
                </a:path>
              </a:pathLst>
            </a:custGeom>
            <a:solidFill>
              <a:srgbClr val="1A2D00"/>
            </a:solidFill>
          </p:spPr>
          <p:txBody>
            <a:bodyPr wrap="square" lIns="0" tIns="0" rIns="0" bIns="0" rtlCol="0"/>
            <a:lstStyle/>
            <a:p/>
          </p:txBody>
        </p:sp>
        <p:sp>
          <p:nvSpPr>
            <p:cNvPr id="38" name="object 38"/>
            <p:cNvSpPr/>
            <p:nvPr/>
          </p:nvSpPr>
          <p:spPr>
            <a:xfrm>
              <a:off x="1558289" y="933449"/>
              <a:ext cx="50800" cy="6350"/>
            </a:xfrm>
            <a:custGeom>
              <a:avLst/>
              <a:gdLst/>
              <a:ahLst/>
              <a:cxnLst/>
              <a:rect l="l" t="t" r="r" b="b"/>
              <a:pathLst>
                <a:path w="50800" h="6350">
                  <a:moveTo>
                    <a:pt x="49529" y="0"/>
                  </a:moveTo>
                  <a:lnTo>
                    <a:pt x="1269" y="0"/>
                  </a:lnTo>
                  <a:lnTo>
                    <a:pt x="1269" y="2539"/>
                  </a:lnTo>
                  <a:lnTo>
                    <a:pt x="0" y="2539"/>
                  </a:lnTo>
                  <a:lnTo>
                    <a:pt x="0" y="6350"/>
                  </a:lnTo>
                  <a:lnTo>
                    <a:pt x="50800" y="6350"/>
                  </a:lnTo>
                  <a:lnTo>
                    <a:pt x="50800" y="3810"/>
                  </a:lnTo>
                  <a:lnTo>
                    <a:pt x="49530" y="3810"/>
                  </a:lnTo>
                  <a:lnTo>
                    <a:pt x="49529" y="0"/>
                  </a:lnTo>
                  <a:close/>
                </a:path>
              </a:pathLst>
            </a:custGeom>
            <a:solidFill>
              <a:srgbClr val="1C2D00"/>
            </a:solidFill>
          </p:spPr>
          <p:txBody>
            <a:bodyPr wrap="square" lIns="0" tIns="0" rIns="0" bIns="0" rtlCol="0"/>
            <a:lstStyle/>
            <a:p/>
          </p:txBody>
        </p:sp>
        <p:sp>
          <p:nvSpPr>
            <p:cNvPr id="39" name="object 39"/>
            <p:cNvSpPr/>
            <p:nvPr/>
          </p:nvSpPr>
          <p:spPr>
            <a:xfrm>
              <a:off x="1557020" y="939799"/>
              <a:ext cx="53340" cy="7620"/>
            </a:xfrm>
            <a:custGeom>
              <a:avLst/>
              <a:gdLst/>
              <a:ahLst/>
              <a:cxnLst/>
              <a:rect l="l" t="t" r="r" b="b"/>
              <a:pathLst>
                <a:path w="53340" h="7619">
                  <a:moveTo>
                    <a:pt x="52069" y="0"/>
                  </a:moveTo>
                  <a:lnTo>
                    <a:pt x="1270" y="0"/>
                  </a:lnTo>
                  <a:lnTo>
                    <a:pt x="1270" y="1270"/>
                  </a:lnTo>
                  <a:lnTo>
                    <a:pt x="0" y="1270"/>
                  </a:lnTo>
                  <a:lnTo>
                    <a:pt x="0" y="2539"/>
                  </a:lnTo>
                  <a:lnTo>
                    <a:pt x="52069" y="2539"/>
                  </a:lnTo>
                  <a:lnTo>
                    <a:pt x="52069" y="0"/>
                  </a:lnTo>
                  <a:close/>
                </a:path>
                <a:path w="53340" h="7619">
                  <a:moveTo>
                    <a:pt x="53340" y="2540"/>
                  </a:moveTo>
                  <a:lnTo>
                    <a:pt x="0" y="2540"/>
                  </a:lnTo>
                  <a:lnTo>
                    <a:pt x="0" y="7620"/>
                  </a:lnTo>
                  <a:lnTo>
                    <a:pt x="53340" y="7620"/>
                  </a:lnTo>
                  <a:lnTo>
                    <a:pt x="53340" y="2540"/>
                  </a:lnTo>
                  <a:close/>
                </a:path>
              </a:pathLst>
            </a:custGeom>
            <a:solidFill>
              <a:srgbClr val="1E2C00"/>
            </a:solidFill>
          </p:spPr>
          <p:txBody>
            <a:bodyPr wrap="square" lIns="0" tIns="0" rIns="0" bIns="0" rtlCol="0"/>
            <a:lstStyle/>
            <a:p/>
          </p:txBody>
        </p:sp>
        <p:sp>
          <p:nvSpPr>
            <p:cNvPr id="40" name="object 40"/>
            <p:cNvSpPr/>
            <p:nvPr/>
          </p:nvSpPr>
          <p:spPr>
            <a:xfrm>
              <a:off x="1554479" y="947419"/>
              <a:ext cx="58419" cy="7620"/>
            </a:xfrm>
            <a:custGeom>
              <a:avLst/>
              <a:gdLst/>
              <a:ahLst/>
              <a:cxnLst/>
              <a:rect l="l" t="t" r="r" b="b"/>
              <a:pathLst>
                <a:path w="58419" h="7619">
                  <a:moveTo>
                    <a:pt x="55879" y="0"/>
                  </a:moveTo>
                  <a:lnTo>
                    <a:pt x="1269" y="0"/>
                  </a:lnTo>
                  <a:lnTo>
                    <a:pt x="1269" y="5079"/>
                  </a:lnTo>
                  <a:lnTo>
                    <a:pt x="0" y="5079"/>
                  </a:lnTo>
                  <a:lnTo>
                    <a:pt x="0" y="7619"/>
                  </a:lnTo>
                  <a:lnTo>
                    <a:pt x="58419" y="7619"/>
                  </a:lnTo>
                  <a:lnTo>
                    <a:pt x="58419" y="6350"/>
                  </a:lnTo>
                  <a:lnTo>
                    <a:pt x="57150" y="6350"/>
                  </a:lnTo>
                  <a:lnTo>
                    <a:pt x="57150" y="1269"/>
                  </a:lnTo>
                  <a:lnTo>
                    <a:pt x="55879" y="1269"/>
                  </a:lnTo>
                  <a:lnTo>
                    <a:pt x="55879" y="0"/>
                  </a:lnTo>
                  <a:close/>
                </a:path>
              </a:pathLst>
            </a:custGeom>
            <a:solidFill>
              <a:srgbClr val="202C00"/>
            </a:solidFill>
          </p:spPr>
          <p:txBody>
            <a:bodyPr wrap="square" lIns="0" tIns="0" rIns="0" bIns="0" rtlCol="0"/>
            <a:lstStyle/>
            <a:p/>
          </p:txBody>
        </p:sp>
        <p:sp>
          <p:nvSpPr>
            <p:cNvPr id="41" name="object 41"/>
            <p:cNvSpPr/>
            <p:nvPr/>
          </p:nvSpPr>
          <p:spPr>
            <a:xfrm>
              <a:off x="1553210" y="955039"/>
              <a:ext cx="60960" cy="6350"/>
            </a:xfrm>
            <a:custGeom>
              <a:avLst/>
              <a:gdLst/>
              <a:ahLst/>
              <a:cxnLst/>
              <a:rect l="l" t="t" r="r" b="b"/>
              <a:pathLst>
                <a:path w="60959" h="6350">
                  <a:moveTo>
                    <a:pt x="59690" y="0"/>
                  </a:moveTo>
                  <a:lnTo>
                    <a:pt x="1270" y="0"/>
                  </a:lnTo>
                  <a:lnTo>
                    <a:pt x="1270" y="3810"/>
                  </a:lnTo>
                  <a:lnTo>
                    <a:pt x="0" y="3810"/>
                  </a:lnTo>
                  <a:lnTo>
                    <a:pt x="0" y="6350"/>
                  </a:lnTo>
                  <a:lnTo>
                    <a:pt x="60959" y="6350"/>
                  </a:lnTo>
                  <a:lnTo>
                    <a:pt x="60959" y="5080"/>
                  </a:lnTo>
                  <a:lnTo>
                    <a:pt x="59690" y="5080"/>
                  </a:lnTo>
                  <a:lnTo>
                    <a:pt x="59690" y="0"/>
                  </a:lnTo>
                  <a:close/>
                </a:path>
              </a:pathLst>
            </a:custGeom>
            <a:solidFill>
              <a:srgbClr val="232B00"/>
            </a:solidFill>
          </p:spPr>
          <p:txBody>
            <a:bodyPr wrap="square" lIns="0" tIns="0" rIns="0" bIns="0" rtlCol="0"/>
            <a:lstStyle/>
            <a:p/>
          </p:txBody>
        </p:sp>
        <p:sp>
          <p:nvSpPr>
            <p:cNvPr id="42" name="object 42"/>
            <p:cNvSpPr/>
            <p:nvPr/>
          </p:nvSpPr>
          <p:spPr>
            <a:xfrm>
              <a:off x="1551939" y="961389"/>
              <a:ext cx="63500" cy="7620"/>
            </a:xfrm>
            <a:custGeom>
              <a:avLst/>
              <a:gdLst/>
              <a:ahLst/>
              <a:cxnLst/>
              <a:rect l="l" t="t" r="r" b="b"/>
              <a:pathLst>
                <a:path w="63500" h="7619">
                  <a:moveTo>
                    <a:pt x="62229" y="0"/>
                  </a:moveTo>
                  <a:lnTo>
                    <a:pt x="1269" y="0"/>
                  </a:lnTo>
                  <a:lnTo>
                    <a:pt x="1269" y="2539"/>
                  </a:lnTo>
                  <a:lnTo>
                    <a:pt x="0" y="2539"/>
                  </a:lnTo>
                  <a:lnTo>
                    <a:pt x="0" y="7620"/>
                  </a:lnTo>
                  <a:lnTo>
                    <a:pt x="63499" y="7620"/>
                  </a:lnTo>
                  <a:lnTo>
                    <a:pt x="63500" y="3810"/>
                  </a:lnTo>
                  <a:lnTo>
                    <a:pt x="62230" y="3810"/>
                  </a:lnTo>
                  <a:lnTo>
                    <a:pt x="62229" y="0"/>
                  </a:lnTo>
                  <a:close/>
                </a:path>
              </a:pathLst>
            </a:custGeom>
            <a:solidFill>
              <a:srgbClr val="252B00"/>
            </a:solidFill>
          </p:spPr>
          <p:txBody>
            <a:bodyPr wrap="square" lIns="0" tIns="0" rIns="0" bIns="0" rtlCol="0"/>
            <a:lstStyle/>
            <a:p/>
          </p:txBody>
        </p:sp>
        <p:sp>
          <p:nvSpPr>
            <p:cNvPr id="43" name="object 43"/>
            <p:cNvSpPr/>
            <p:nvPr/>
          </p:nvSpPr>
          <p:spPr>
            <a:xfrm>
              <a:off x="1549400" y="969009"/>
              <a:ext cx="67310" cy="7620"/>
            </a:xfrm>
            <a:custGeom>
              <a:avLst/>
              <a:gdLst/>
              <a:ahLst/>
              <a:cxnLst/>
              <a:rect l="l" t="t" r="r" b="b"/>
              <a:pathLst>
                <a:path w="67309" h="7619">
                  <a:moveTo>
                    <a:pt x="66039" y="0"/>
                  </a:moveTo>
                  <a:lnTo>
                    <a:pt x="2540" y="0"/>
                  </a:lnTo>
                  <a:lnTo>
                    <a:pt x="2540" y="1269"/>
                  </a:lnTo>
                  <a:lnTo>
                    <a:pt x="1269" y="1269"/>
                  </a:lnTo>
                  <a:lnTo>
                    <a:pt x="1269" y="6350"/>
                  </a:lnTo>
                  <a:lnTo>
                    <a:pt x="0" y="6350"/>
                  </a:lnTo>
                  <a:lnTo>
                    <a:pt x="0" y="7619"/>
                  </a:lnTo>
                  <a:lnTo>
                    <a:pt x="67309" y="7619"/>
                  </a:lnTo>
                  <a:lnTo>
                    <a:pt x="67309" y="2539"/>
                  </a:lnTo>
                  <a:lnTo>
                    <a:pt x="66039" y="2539"/>
                  </a:lnTo>
                  <a:lnTo>
                    <a:pt x="66039" y="0"/>
                  </a:lnTo>
                  <a:close/>
                </a:path>
              </a:pathLst>
            </a:custGeom>
            <a:solidFill>
              <a:srgbClr val="272A00"/>
            </a:solidFill>
          </p:spPr>
          <p:txBody>
            <a:bodyPr wrap="square" lIns="0" tIns="0" rIns="0" bIns="0" rtlCol="0"/>
            <a:lstStyle/>
            <a:p/>
          </p:txBody>
        </p:sp>
        <p:sp>
          <p:nvSpPr>
            <p:cNvPr id="44" name="object 44"/>
            <p:cNvSpPr/>
            <p:nvPr/>
          </p:nvSpPr>
          <p:spPr>
            <a:xfrm>
              <a:off x="1548129" y="976629"/>
              <a:ext cx="71120" cy="7620"/>
            </a:xfrm>
            <a:custGeom>
              <a:avLst/>
              <a:gdLst/>
              <a:ahLst/>
              <a:cxnLst/>
              <a:rect l="l" t="t" r="r" b="b"/>
              <a:pathLst>
                <a:path w="71119" h="7619">
                  <a:moveTo>
                    <a:pt x="68579" y="0"/>
                  </a:moveTo>
                  <a:lnTo>
                    <a:pt x="1269" y="0"/>
                  </a:lnTo>
                  <a:lnTo>
                    <a:pt x="1269" y="5080"/>
                  </a:lnTo>
                  <a:lnTo>
                    <a:pt x="0" y="5080"/>
                  </a:lnTo>
                  <a:lnTo>
                    <a:pt x="0" y="7620"/>
                  </a:lnTo>
                  <a:lnTo>
                    <a:pt x="71119" y="7620"/>
                  </a:lnTo>
                  <a:lnTo>
                    <a:pt x="71119" y="6350"/>
                  </a:lnTo>
                  <a:lnTo>
                    <a:pt x="69850" y="6350"/>
                  </a:lnTo>
                  <a:lnTo>
                    <a:pt x="69850" y="1270"/>
                  </a:lnTo>
                  <a:lnTo>
                    <a:pt x="68579" y="1270"/>
                  </a:lnTo>
                  <a:lnTo>
                    <a:pt x="68579" y="0"/>
                  </a:lnTo>
                  <a:close/>
                </a:path>
              </a:pathLst>
            </a:custGeom>
            <a:solidFill>
              <a:srgbClr val="292A00"/>
            </a:solidFill>
          </p:spPr>
          <p:txBody>
            <a:bodyPr wrap="square" lIns="0" tIns="0" rIns="0" bIns="0" rtlCol="0"/>
            <a:lstStyle/>
            <a:p/>
          </p:txBody>
        </p:sp>
        <p:sp>
          <p:nvSpPr>
            <p:cNvPr id="45" name="object 45"/>
            <p:cNvSpPr/>
            <p:nvPr/>
          </p:nvSpPr>
          <p:spPr>
            <a:xfrm>
              <a:off x="1546860" y="984249"/>
              <a:ext cx="73660" cy="6350"/>
            </a:xfrm>
            <a:custGeom>
              <a:avLst/>
              <a:gdLst/>
              <a:ahLst/>
              <a:cxnLst/>
              <a:rect l="l" t="t" r="r" b="b"/>
              <a:pathLst>
                <a:path w="73659" h="6350">
                  <a:moveTo>
                    <a:pt x="72390" y="0"/>
                  </a:moveTo>
                  <a:lnTo>
                    <a:pt x="1270" y="0"/>
                  </a:lnTo>
                  <a:lnTo>
                    <a:pt x="1270" y="2539"/>
                  </a:lnTo>
                  <a:lnTo>
                    <a:pt x="0" y="2539"/>
                  </a:lnTo>
                  <a:lnTo>
                    <a:pt x="0" y="6350"/>
                  </a:lnTo>
                  <a:lnTo>
                    <a:pt x="73659" y="6350"/>
                  </a:lnTo>
                  <a:lnTo>
                    <a:pt x="73659" y="5079"/>
                  </a:lnTo>
                  <a:lnTo>
                    <a:pt x="72390" y="5079"/>
                  </a:lnTo>
                  <a:lnTo>
                    <a:pt x="72390" y="0"/>
                  </a:lnTo>
                  <a:close/>
                </a:path>
              </a:pathLst>
            </a:custGeom>
            <a:solidFill>
              <a:srgbClr val="2C2900"/>
            </a:solidFill>
          </p:spPr>
          <p:txBody>
            <a:bodyPr wrap="square" lIns="0" tIns="0" rIns="0" bIns="0" rtlCol="0"/>
            <a:lstStyle/>
            <a:p/>
          </p:txBody>
        </p:sp>
        <p:sp>
          <p:nvSpPr>
            <p:cNvPr id="46" name="object 46"/>
            <p:cNvSpPr/>
            <p:nvPr/>
          </p:nvSpPr>
          <p:spPr>
            <a:xfrm>
              <a:off x="1545589" y="990599"/>
              <a:ext cx="76200" cy="7620"/>
            </a:xfrm>
            <a:custGeom>
              <a:avLst/>
              <a:gdLst/>
              <a:ahLst/>
              <a:cxnLst/>
              <a:rect l="l" t="t" r="r" b="b"/>
              <a:pathLst>
                <a:path w="76200" h="7619">
                  <a:moveTo>
                    <a:pt x="74929" y="0"/>
                  </a:moveTo>
                  <a:lnTo>
                    <a:pt x="1269" y="0"/>
                  </a:lnTo>
                  <a:lnTo>
                    <a:pt x="1269" y="2539"/>
                  </a:lnTo>
                  <a:lnTo>
                    <a:pt x="0" y="2539"/>
                  </a:lnTo>
                  <a:lnTo>
                    <a:pt x="0" y="7620"/>
                  </a:lnTo>
                  <a:lnTo>
                    <a:pt x="76199" y="7620"/>
                  </a:lnTo>
                  <a:lnTo>
                    <a:pt x="76200" y="3810"/>
                  </a:lnTo>
                  <a:lnTo>
                    <a:pt x="74930" y="3810"/>
                  </a:lnTo>
                  <a:lnTo>
                    <a:pt x="74929" y="0"/>
                  </a:lnTo>
                  <a:close/>
                </a:path>
              </a:pathLst>
            </a:custGeom>
            <a:solidFill>
              <a:srgbClr val="2E2900"/>
            </a:solidFill>
          </p:spPr>
          <p:txBody>
            <a:bodyPr wrap="square" lIns="0" tIns="0" rIns="0" bIns="0" rtlCol="0"/>
            <a:lstStyle/>
            <a:p/>
          </p:txBody>
        </p:sp>
        <p:sp>
          <p:nvSpPr>
            <p:cNvPr id="47" name="object 47"/>
            <p:cNvSpPr/>
            <p:nvPr/>
          </p:nvSpPr>
          <p:spPr>
            <a:xfrm>
              <a:off x="1543050" y="998219"/>
              <a:ext cx="80010" cy="7620"/>
            </a:xfrm>
            <a:custGeom>
              <a:avLst/>
              <a:gdLst/>
              <a:ahLst/>
              <a:cxnLst/>
              <a:rect l="l" t="t" r="r" b="b"/>
              <a:pathLst>
                <a:path w="80009" h="7619">
                  <a:moveTo>
                    <a:pt x="78739" y="0"/>
                  </a:moveTo>
                  <a:lnTo>
                    <a:pt x="2540" y="0"/>
                  </a:lnTo>
                  <a:lnTo>
                    <a:pt x="2540" y="1269"/>
                  </a:lnTo>
                  <a:lnTo>
                    <a:pt x="1269" y="1269"/>
                  </a:lnTo>
                  <a:lnTo>
                    <a:pt x="1269" y="6350"/>
                  </a:lnTo>
                  <a:lnTo>
                    <a:pt x="0" y="6350"/>
                  </a:lnTo>
                  <a:lnTo>
                    <a:pt x="0" y="7619"/>
                  </a:lnTo>
                  <a:lnTo>
                    <a:pt x="80009" y="7619"/>
                  </a:lnTo>
                  <a:lnTo>
                    <a:pt x="80009" y="2539"/>
                  </a:lnTo>
                  <a:lnTo>
                    <a:pt x="78739" y="2539"/>
                  </a:lnTo>
                  <a:lnTo>
                    <a:pt x="78739" y="0"/>
                  </a:lnTo>
                  <a:close/>
                </a:path>
              </a:pathLst>
            </a:custGeom>
            <a:solidFill>
              <a:srgbClr val="302900"/>
            </a:solidFill>
          </p:spPr>
          <p:txBody>
            <a:bodyPr wrap="square" lIns="0" tIns="0" rIns="0" bIns="0" rtlCol="0"/>
            <a:lstStyle/>
            <a:p/>
          </p:txBody>
        </p:sp>
        <p:sp>
          <p:nvSpPr>
            <p:cNvPr id="48" name="object 48"/>
            <p:cNvSpPr/>
            <p:nvPr/>
          </p:nvSpPr>
          <p:spPr>
            <a:xfrm>
              <a:off x="1541779" y="1005839"/>
              <a:ext cx="82550" cy="6350"/>
            </a:xfrm>
            <a:custGeom>
              <a:avLst/>
              <a:gdLst/>
              <a:ahLst/>
              <a:cxnLst/>
              <a:rect l="l" t="t" r="r" b="b"/>
              <a:pathLst>
                <a:path w="82550" h="6350">
                  <a:moveTo>
                    <a:pt x="82549" y="0"/>
                  </a:moveTo>
                  <a:lnTo>
                    <a:pt x="1269" y="0"/>
                  </a:lnTo>
                  <a:lnTo>
                    <a:pt x="1269" y="5080"/>
                  </a:lnTo>
                  <a:lnTo>
                    <a:pt x="0" y="5080"/>
                  </a:lnTo>
                  <a:lnTo>
                    <a:pt x="0" y="6350"/>
                  </a:lnTo>
                  <a:lnTo>
                    <a:pt x="82550" y="6350"/>
                  </a:lnTo>
                  <a:lnTo>
                    <a:pt x="82549" y="0"/>
                  </a:lnTo>
                  <a:close/>
                </a:path>
              </a:pathLst>
            </a:custGeom>
            <a:solidFill>
              <a:srgbClr val="332800"/>
            </a:solidFill>
          </p:spPr>
          <p:txBody>
            <a:bodyPr wrap="square" lIns="0" tIns="0" rIns="0" bIns="0" rtlCol="0"/>
            <a:lstStyle/>
            <a:p/>
          </p:txBody>
        </p:sp>
        <p:sp>
          <p:nvSpPr>
            <p:cNvPr id="49" name="object 49"/>
            <p:cNvSpPr/>
            <p:nvPr/>
          </p:nvSpPr>
          <p:spPr>
            <a:xfrm>
              <a:off x="1540510" y="1012189"/>
              <a:ext cx="86360" cy="7620"/>
            </a:xfrm>
            <a:custGeom>
              <a:avLst/>
              <a:gdLst/>
              <a:ahLst/>
              <a:cxnLst/>
              <a:rect l="l" t="t" r="r" b="b"/>
              <a:pathLst>
                <a:path w="86360" h="7619">
                  <a:moveTo>
                    <a:pt x="85090" y="0"/>
                  </a:moveTo>
                  <a:lnTo>
                    <a:pt x="1270" y="0"/>
                  </a:lnTo>
                  <a:lnTo>
                    <a:pt x="1270" y="3810"/>
                  </a:lnTo>
                  <a:lnTo>
                    <a:pt x="0" y="3810"/>
                  </a:lnTo>
                  <a:lnTo>
                    <a:pt x="0" y="7620"/>
                  </a:lnTo>
                  <a:lnTo>
                    <a:pt x="86359" y="7620"/>
                  </a:lnTo>
                  <a:lnTo>
                    <a:pt x="86359" y="5080"/>
                  </a:lnTo>
                  <a:lnTo>
                    <a:pt x="85090" y="5080"/>
                  </a:lnTo>
                  <a:lnTo>
                    <a:pt x="85090" y="0"/>
                  </a:lnTo>
                  <a:close/>
                </a:path>
              </a:pathLst>
            </a:custGeom>
            <a:solidFill>
              <a:srgbClr val="352800"/>
            </a:solidFill>
          </p:spPr>
          <p:txBody>
            <a:bodyPr wrap="square" lIns="0" tIns="0" rIns="0" bIns="0" rtlCol="0"/>
            <a:lstStyle/>
            <a:p/>
          </p:txBody>
        </p:sp>
        <p:sp>
          <p:nvSpPr>
            <p:cNvPr id="50" name="object 50"/>
            <p:cNvSpPr/>
            <p:nvPr/>
          </p:nvSpPr>
          <p:spPr>
            <a:xfrm>
              <a:off x="1539239" y="1019809"/>
              <a:ext cx="88900" cy="7620"/>
            </a:xfrm>
            <a:custGeom>
              <a:avLst/>
              <a:gdLst/>
              <a:ahLst/>
              <a:cxnLst/>
              <a:rect l="l" t="t" r="r" b="b"/>
              <a:pathLst>
                <a:path w="88900" h="7619">
                  <a:moveTo>
                    <a:pt x="87629" y="0"/>
                  </a:moveTo>
                  <a:lnTo>
                    <a:pt x="1269" y="0"/>
                  </a:lnTo>
                  <a:lnTo>
                    <a:pt x="1269" y="2539"/>
                  </a:lnTo>
                  <a:lnTo>
                    <a:pt x="0" y="2539"/>
                  </a:lnTo>
                  <a:lnTo>
                    <a:pt x="0" y="7619"/>
                  </a:lnTo>
                  <a:lnTo>
                    <a:pt x="88899" y="7619"/>
                  </a:lnTo>
                  <a:lnTo>
                    <a:pt x="88899" y="3810"/>
                  </a:lnTo>
                  <a:lnTo>
                    <a:pt x="87629" y="3810"/>
                  </a:lnTo>
                  <a:lnTo>
                    <a:pt x="87629" y="0"/>
                  </a:lnTo>
                  <a:close/>
                </a:path>
              </a:pathLst>
            </a:custGeom>
            <a:solidFill>
              <a:srgbClr val="372700"/>
            </a:solidFill>
          </p:spPr>
          <p:txBody>
            <a:bodyPr wrap="square" lIns="0" tIns="0" rIns="0" bIns="0" rtlCol="0"/>
            <a:lstStyle/>
            <a:p/>
          </p:txBody>
        </p:sp>
        <p:sp>
          <p:nvSpPr>
            <p:cNvPr id="51" name="object 51"/>
            <p:cNvSpPr/>
            <p:nvPr/>
          </p:nvSpPr>
          <p:spPr>
            <a:xfrm>
              <a:off x="1537970" y="1027429"/>
              <a:ext cx="91440" cy="6350"/>
            </a:xfrm>
            <a:custGeom>
              <a:avLst/>
              <a:gdLst/>
              <a:ahLst/>
              <a:cxnLst/>
              <a:rect l="l" t="t" r="r" b="b"/>
              <a:pathLst>
                <a:path w="91439" h="6350">
                  <a:moveTo>
                    <a:pt x="91440" y="1270"/>
                  </a:moveTo>
                  <a:lnTo>
                    <a:pt x="90157" y="1270"/>
                  </a:lnTo>
                  <a:lnTo>
                    <a:pt x="90157" y="0"/>
                  </a:lnTo>
                  <a:lnTo>
                    <a:pt x="0" y="0"/>
                  </a:lnTo>
                  <a:lnTo>
                    <a:pt x="0" y="1270"/>
                  </a:lnTo>
                  <a:lnTo>
                    <a:pt x="0" y="6350"/>
                  </a:lnTo>
                  <a:lnTo>
                    <a:pt x="91440" y="6350"/>
                  </a:lnTo>
                  <a:lnTo>
                    <a:pt x="91440" y="1270"/>
                  </a:lnTo>
                  <a:close/>
                </a:path>
              </a:pathLst>
            </a:custGeom>
            <a:solidFill>
              <a:srgbClr val="392700"/>
            </a:solidFill>
          </p:spPr>
          <p:txBody>
            <a:bodyPr wrap="square" lIns="0" tIns="0" rIns="0" bIns="0" rtlCol="0"/>
            <a:lstStyle/>
            <a:p/>
          </p:txBody>
        </p:sp>
        <p:sp>
          <p:nvSpPr>
            <p:cNvPr id="52" name="object 52"/>
            <p:cNvSpPr/>
            <p:nvPr/>
          </p:nvSpPr>
          <p:spPr>
            <a:xfrm>
              <a:off x="1535430" y="1033779"/>
              <a:ext cx="95250" cy="7620"/>
            </a:xfrm>
            <a:custGeom>
              <a:avLst/>
              <a:gdLst/>
              <a:ahLst/>
              <a:cxnLst/>
              <a:rect l="l" t="t" r="r" b="b"/>
              <a:pathLst>
                <a:path w="95250" h="7619">
                  <a:moveTo>
                    <a:pt x="95250" y="1270"/>
                  </a:moveTo>
                  <a:lnTo>
                    <a:pt x="93980" y="1270"/>
                  </a:lnTo>
                  <a:lnTo>
                    <a:pt x="93980" y="0"/>
                  </a:lnTo>
                  <a:lnTo>
                    <a:pt x="1270" y="0"/>
                  </a:lnTo>
                  <a:lnTo>
                    <a:pt x="1270" y="1270"/>
                  </a:lnTo>
                  <a:lnTo>
                    <a:pt x="1270" y="5080"/>
                  </a:lnTo>
                  <a:lnTo>
                    <a:pt x="0" y="5080"/>
                  </a:lnTo>
                  <a:lnTo>
                    <a:pt x="0" y="7620"/>
                  </a:lnTo>
                  <a:lnTo>
                    <a:pt x="95250" y="7620"/>
                  </a:lnTo>
                  <a:lnTo>
                    <a:pt x="95250" y="5080"/>
                  </a:lnTo>
                  <a:lnTo>
                    <a:pt x="95250" y="1270"/>
                  </a:lnTo>
                  <a:close/>
                </a:path>
              </a:pathLst>
            </a:custGeom>
            <a:solidFill>
              <a:srgbClr val="3B2600"/>
            </a:solidFill>
          </p:spPr>
          <p:txBody>
            <a:bodyPr wrap="square" lIns="0" tIns="0" rIns="0" bIns="0" rtlCol="0"/>
            <a:lstStyle/>
            <a:p/>
          </p:txBody>
        </p:sp>
        <p:sp>
          <p:nvSpPr>
            <p:cNvPr id="53" name="object 53"/>
            <p:cNvSpPr/>
            <p:nvPr/>
          </p:nvSpPr>
          <p:spPr>
            <a:xfrm>
              <a:off x="1534160" y="1041399"/>
              <a:ext cx="99060" cy="7620"/>
            </a:xfrm>
            <a:custGeom>
              <a:avLst/>
              <a:gdLst/>
              <a:ahLst/>
              <a:cxnLst/>
              <a:rect l="l" t="t" r="r" b="b"/>
              <a:pathLst>
                <a:path w="99060" h="7619">
                  <a:moveTo>
                    <a:pt x="99060" y="5080"/>
                  </a:moveTo>
                  <a:lnTo>
                    <a:pt x="97790" y="5080"/>
                  </a:lnTo>
                  <a:lnTo>
                    <a:pt x="97790" y="3810"/>
                  </a:lnTo>
                  <a:lnTo>
                    <a:pt x="97790" y="0"/>
                  </a:lnTo>
                  <a:lnTo>
                    <a:pt x="1270" y="0"/>
                  </a:lnTo>
                  <a:lnTo>
                    <a:pt x="1270" y="3810"/>
                  </a:lnTo>
                  <a:lnTo>
                    <a:pt x="0" y="3810"/>
                  </a:lnTo>
                  <a:lnTo>
                    <a:pt x="0" y="5080"/>
                  </a:lnTo>
                  <a:lnTo>
                    <a:pt x="0" y="7620"/>
                  </a:lnTo>
                  <a:lnTo>
                    <a:pt x="99060" y="7620"/>
                  </a:lnTo>
                  <a:lnTo>
                    <a:pt x="99060" y="5080"/>
                  </a:lnTo>
                  <a:close/>
                </a:path>
              </a:pathLst>
            </a:custGeom>
            <a:solidFill>
              <a:srgbClr val="3E2600"/>
            </a:solidFill>
          </p:spPr>
          <p:txBody>
            <a:bodyPr wrap="square" lIns="0" tIns="0" rIns="0" bIns="0" rtlCol="0"/>
            <a:lstStyle/>
            <a:p/>
          </p:txBody>
        </p:sp>
        <p:sp>
          <p:nvSpPr>
            <p:cNvPr id="54" name="object 54"/>
            <p:cNvSpPr/>
            <p:nvPr/>
          </p:nvSpPr>
          <p:spPr>
            <a:xfrm>
              <a:off x="1532890" y="1049019"/>
              <a:ext cx="101600" cy="6350"/>
            </a:xfrm>
            <a:custGeom>
              <a:avLst/>
              <a:gdLst/>
              <a:ahLst/>
              <a:cxnLst/>
              <a:rect l="l" t="t" r="r" b="b"/>
              <a:pathLst>
                <a:path w="101600" h="6350">
                  <a:moveTo>
                    <a:pt x="101587" y="3810"/>
                  </a:moveTo>
                  <a:lnTo>
                    <a:pt x="100330" y="3810"/>
                  </a:lnTo>
                  <a:lnTo>
                    <a:pt x="100330" y="1270"/>
                  </a:lnTo>
                  <a:lnTo>
                    <a:pt x="100330" y="0"/>
                  </a:lnTo>
                  <a:lnTo>
                    <a:pt x="1270" y="0"/>
                  </a:lnTo>
                  <a:lnTo>
                    <a:pt x="1270" y="1270"/>
                  </a:lnTo>
                  <a:lnTo>
                    <a:pt x="0" y="1270"/>
                  </a:lnTo>
                  <a:lnTo>
                    <a:pt x="0" y="3810"/>
                  </a:lnTo>
                  <a:lnTo>
                    <a:pt x="0" y="6350"/>
                  </a:lnTo>
                  <a:lnTo>
                    <a:pt x="101587" y="6350"/>
                  </a:lnTo>
                  <a:lnTo>
                    <a:pt x="101587" y="3810"/>
                  </a:lnTo>
                  <a:close/>
                </a:path>
              </a:pathLst>
            </a:custGeom>
            <a:solidFill>
              <a:srgbClr val="402500"/>
            </a:solidFill>
          </p:spPr>
          <p:txBody>
            <a:bodyPr wrap="square" lIns="0" tIns="0" rIns="0" bIns="0" rtlCol="0"/>
            <a:lstStyle/>
            <a:p/>
          </p:txBody>
        </p:sp>
        <p:sp>
          <p:nvSpPr>
            <p:cNvPr id="55" name="object 55"/>
            <p:cNvSpPr/>
            <p:nvPr/>
          </p:nvSpPr>
          <p:spPr>
            <a:xfrm>
              <a:off x="1530350" y="1055369"/>
              <a:ext cx="105410" cy="7620"/>
            </a:xfrm>
            <a:custGeom>
              <a:avLst/>
              <a:gdLst/>
              <a:ahLst/>
              <a:cxnLst/>
              <a:rect l="l" t="t" r="r" b="b"/>
              <a:pathLst>
                <a:path w="105410" h="7619">
                  <a:moveTo>
                    <a:pt x="105410" y="6350"/>
                  </a:moveTo>
                  <a:lnTo>
                    <a:pt x="105397" y="2540"/>
                  </a:lnTo>
                  <a:lnTo>
                    <a:pt x="104127" y="2540"/>
                  </a:lnTo>
                  <a:lnTo>
                    <a:pt x="104127" y="1270"/>
                  </a:lnTo>
                  <a:lnTo>
                    <a:pt x="104127" y="0"/>
                  </a:lnTo>
                  <a:lnTo>
                    <a:pt x="2540" y="0"/>
                  </a:lnTo>
                  <a:lnTo>
                    <a:pt x="2540" y="1270"/>
                  </a:lnTo>
                  <a:lnTo>
                    <a:pt x="1270" y="1270"/>
                  </a:lnTo>
                  <a:lnTo>
                    <a:pt x="1270" y="2540"/>
                  </a:lnTo>
                  <a:lnTo>
                    <a:pt x="1270" y="6350"/>
                  </a:lnTo>
                  <a:lnTo>
                    <a:pt x="0" y="6350"/>
                  </a:lnTo>
                  <a:lnTo>
                    <a:pt x="0" y="7620"/>
                  </a:lnTo>
                  <a:lnTo>
                    <a:pt x="105410" y="7620"/>
                  </a:lnTo>
                  <a:lnTo>
                    <a:pt x="105410" y="6350"/>
                  </a:lnTo>
                  <a:close/>
                </a:path>
              </a:pathLst>
            </a:custGeom>
            <a:solidFill>
              <a:srgbClr val="422500"/>
            </a:solidFill>
          </p:spPr>
          <p:txBody>
            <a:bodyPr wrap="square" lIns="0" tIns="0" rIns="0" bIns="0" rtlCol="0"/>
            <a:lstStyle/>
            <a:p/>
          </p:txBody>
        </p:sp>
        <p:sp>
          <p:nvSpPr>
            <p:cNvPr id="56" name="object 56"/>
            <p:cNvSpPr/>
            <p:nvPr/>
          </p:nvSpPr>
          <p:spPr>
            <a:xfrm>
              <a:off x="1529080" y="1062989"/>
              <a:ext cx="109220" cy="7620"/>
            </a:xfrm>
            <a:custGeom>
              <a:avLst/>
              <a:gdLst/>
              <a:ahLst/>
              <a:cxnLst/>
              <a:rect l="l" t="t" r="r" b="b"/>
              <a:pathLst>
                <a:path w="109219" h="7619">
                  <a:moveTo>
                    <a:pt x="109220" y="6350"/>
                  </a:moveTo>
                  <a:lnTo>
                    <a:pt x="107950" y="6350"/>
                  </a:lnTo>
                  <a:lnTo>
                    <a:pt x="107950" y="5080"/>
                  </a:lnTo>
                  <a:lnTo>
                    <a:pt x="107950" y="1270"/>
                  </a:lnTo>
                  <a:lnTo>
                    <a:pt x="106680" y="1270"/>
                  </a:lnTo>
                  <a:lnTo>
                    <a:pt x="106680" y="0"/>
                  </a:lnTo>
                  <a:lnTo>
                    <a:pt x="1270" y="0"/>
                  </a:lnTo>
                  <a:lnTo>
                    <a:pt x="1270" y="1270"/>
                  </a:lnTo>
                  <a:lnTo>
                    <a:pt x="1270" y="5080"/>
                  </a:lnTo>
                  <a:lnTo>
                    <a:pt x="0" y="5080"/>
                  </a:lnTo>
                  <a:lnTo>
                    <a:pt x="0" y="6350"/>
                  </a:lnTo>
                  <a:lnTo>
                    <a:pt x="0" y="7620"/>
                  </a:lnTo>
                  <a:lnTo>
                    <a:pt x="109220" y="7620"/>
                  </a:lnTo>
                  <a:lnTo>
                    <a:pt x="109220" y="6350"/>
                  </a:lnTo>
                  <a:close/>
                </a:path>
              </a:pathLst>
            </a:custGeom>
            <a:solidFill>
              <a:srgbClr val="442500"/>
            </a:solidFill>
          </p:spPr>
          <p:txBody>
            <a:bodyPr wrap="square" lIns="0" tIns="0" rIns="0" bIns="0" rtlCol="0"/>
            <a:lstStyle/>
            <a:p/>
          </p:txBody>
        </p:sp>
        <p:sp>
          <p:nvSpPr>
            <p:cNvPr id="57" name="object 57"/>
            <p:cNvSpPr/>
            <p:nvPr/>
          </p:nvSpPr>
          <p:spPr>
            <a:xfrm>
              <a:off x="1527810" y="1070609"/>
              <a:ext cx="111760" cy="6350"/>
            </a:xfrm>
            <a:custGeom>
              <a:avLst/>
              <a:gdLst/>
              <a:ahLst/>
              <a:cxnLst/>
              <a:rect l="l" t="t" r="r" b="b"/>
              <a:pathLst>
                <a:path w="111760" h="6350">
                  <a:moveTo>
                    <a:pt x="111760" y="5080"/>
                  </a:moveTo>
                  <a:lnTo>
                    <a:pt x="110490" y="5080"/>
                  </a:lnTo>
                  <a:lnTo>
                    <a:pt x="110490" y="2540"/>
                  </a:lnTo>
                  <a:lnTo>
                    <a:pt x="110490" y="0"/>
                  </a:lnTo>
                  <a:lnTo>
                    <a:pt x="1270" y="0"/>
                  </a:lnTo>
                  <a:lnTo>
                    <a:pt x="1270" y="2540"/>
                  </a:lnTo>
                  <a:lnTo>
                    <a:pt x="0" y="2540"/>
                  </a:lnTo>
                  <a:lnTo>
                    <a:pt x="0" y="5080"/>
                  </a:lnTo>
                  <a:lnTo>
                    <a:pt x="0" y="6350"/>
                  </a:lnTo>
                  <a:lnTo>
                    <a:pt x="111760" y="6350"/>
                  </a:lnTo>
                  <a:lnTo>
                    <a:pt x="111760" y="5080"/>
                  </a:lnTo>
                  <a:close/>
                </a:path>
              </a:pathLst>
            </a:custGeom>
            <a:solidFill>
              <a:srgbClr val="472400"/>
            </a:solidFill>
          </p:spPr>
          <p:txBody>
            <a:bodyPr wrap="square" lIns="0" tIns="0" rIns="0" bIns="0" rtlCol="0"/>
            <a:lstStyle/>
            <a:p/>
          </p:txBody>
        </p:sp>
        <p:sp>
          <p:nvSpPr>
            <p:cNvPr id="58" name="object 58"/>
            <p:cNvSpPr/>
            <p:nvPr/>
          </p:nvSpPr>
          <p:spPr>
            <a:xfrm>
              <a:off x="1526540" y="1076959"/>
              <a:ext cx="114300" cy="7620"/>
            </a:xfrm>
            <a:custGeom>
              <a:avLst/>
              <a:gdLst/>
              <a:ahLst/>
              <a:cxnLst/>
              <a:rect l="l" t="t" r="r" b="b"/>
              <a:pathLst>
                <a:path w="114300" h="7619">
                  <a:moveTo>
                    <a:pt x="114287" y="3810"/>
                  </a:moveTo>
                  <a:lnTo>
                    <a:pt x="113030" y="3810"/>
                  </a:lnTo>
                  <a:lnTo>
                    <a:pt x="113030" y="2540"/>
                  </a:lnTo>
                  <a:lnTo>
                    <a:pt x="113030" y="0"/>
                  </a:lnTo>
                  <a:lnTo>
                    <a:pt x="1270" y="0"/>
                  </a:lnTo>
                  <a:lnTo>
                    <a:pt x="1270" y="2540"/>
                  </a:lnTo>
                  <a:lnTo>
                    <a:pt x="0" y="2540"/>
                  </a:lnTo>
                  <a:lnTo>
                    <a:pt x="0" y="3810"/>
                  </a:lnTo>
                  <a:lnTo>
                    <a:pt x="0" y="7620"/>
                  </a:lnTo>
                  <a:lnTo>
                    <a:pt x="114287" y="7620"/>
                  </a:lnTo>
                  <a:lnTo>
                    <a:pt x="114287" y="3810"/>
                  </a:lnTo>
                  <a:close/>
                </a:path>
              </a:pathLst>
            </a:custGeom>
            <a:solidFill>
              <a:srgbClr val="492400"/>
            </a:solidFill>
          </p:spPr>
          <p:txBody>
            <a:bodyPr wrap="square" lIns="0" tIns="0" rIns="0" bIns="0" rtlCol="0"/>
            <a:lstStyle/>
            <a:p/>
          </p:txBody>
        </p:sp>
        <p:sp>
          <p:nvSpPr>
            <p:cNvPr id="59" name="object 59"/>
            <p:cNvSpPr/>
            <p:nvPr/>
          </p:nvSpPr>
          <p:spPr>
            <a:xfrm>
              <a:off x="1524000" y="1084579"/>
              <a:ext cx="118110" cy="7620"/>
            </a:xfrm>
            <a:custGeom>
              <a:avLst/>
              <a:gdLst/>
              <a:ahLst/>
              <a:cxnLst/>
              <a:rect l="l" t="t" r="r" b="b"/>
              <a:pathLst>
                <a:path w="118110" h="7619">
                  <a:moveTo>
                    <a:pt x="118097" y="2540"/>
                  </a:moveTo>
                  <a:lnTo>
                    <a:pt x="116827" y="2540"/>
                  </a:lnTo>
                  <a:lnTo>
                    <a:pt x="116827" y="0"/>
                  </a:lnTo>
                  <a:lnTo>
                    <a:pt x="1270" y="0"/>
                  </a:lnTo>
                  <a:lnTo>
                    <a:pt x="1270" y="2540"/>
                  </a:lnTo>
                  <a:lnTo>
                    <a:pt x="1270" y="6350"/>
                  </a:lnTo>
                  <a:lnTo>
                    <a:pt x="118097" y="6350"/>
                  </a:lnTo>
                  <a:lnTo>
                    <a:pt x="118097" y="2540"/>
                  </a:lnTo>
                  <a:close/>
                </a:path>
                <a:path w="118110" h="7619">
                  <a:moveTo>
                    <a:pt x="118110" y="6362"/>
                  </a:moveTo>
                  <a:lnTo>
                    <a:pt x="0" y="6362"/>
                  </a:lnTo>
                  <a:lnTo>
                    <a:pt x="0" y="7620"/>
                  </a:lnTo>
                  <a:lnTo>
                    <a:pt x="118110" y="7620"/>
                  </a:lnTo>
                  <a:lnTo>
                    <a:pt x="118110" y="6362"/>
                  </a:lnTo>
                  <a:close/>
                </a:path>
              </a:pathLst>
            </a:custGeom>
            <a:solidFill>
              <a:srgbClr val="4B2300"/>
            </a:solidFill>
          </p:spPr>
          <p:txBody>
            <a:bodyPr wrap="square" lIns="0" tIns="0" rIns="0" bIns="0" rtlCol="0"/>
            <a:lstStyle/>
            <a:p/>
          </p:txBody>
        </p:sp>
        <p:sp>
          <p:nvSpPr>
            <p:cNvPr id="60" name="object 60"/>
            <p:cNvSpPr/>
            <p:nvPr/>
          </p:nvSpPr>
          <p:spPr>
            <a:xfrm>
              <a:off x="1522730" y="1092199"/>
              <a:ext cx="120650" cy="6350"/>
            </a:xfrm>
            <a:custGeom>
              <a:avLst/>
              <a:gdLst/>
              <a:ahLst/>
              <a:cxnLst/>
              <a:rect l="l" t="t" r="r" b="b"/>
              <a:pathLst>
                <a:path w="120650" h="6350">
                  <a:moveTo>
                    <a:pt x="120650" y="1270"/>
                  </a:moveTo>
                  <a:lnTo>
                    <a:pt x="119380" y="1270"/>
                  </a:lnTo>
                  <a:lnTo>
                    <a:pt x="119380" y="0"/>
                  </a:lnTo>
                  <a:lnTo>
                    <a:pt x="1270" y="0"/>
                  </a:lnTo>
                  <a:lnTo>
                    <a:pt x="1270" y="1270"/>
                  </a:lnTo>
                  <a:lnTo>
                    <a:pt x="1270" y="3810"/>
                  </a:lnTo>
                  <a:lnTo>
                    <a:pt x="0" y="3810"/>
                  </a:lnTo>
                  <a:lnTo>
                    <a:pt x="0" y="6350"/>
                  </a:lnTo>
                  <a:lnTo>
                    <a:pt x="120650" y="6350"/>
                  </a:lnTo>
                  <a:lnTo>
                    <a:pt x="120650" y="3810"/>
                  </a:lnTo>
                  <a:lnTo>
                    <a:pt x="120650" y="1270"/>
                  </a:lnTo>
                  <a:close/>
                </a:path>
              </a:pathLst>
            </a:custGeom>
            <a:solidFill>
              <a:srgbClr val="4D2300"/>
            </a:solidFill>
          </p:spPr>
          <p:txBody>
            <a:bodyPr wrap="square" lIns="0" tIns="0" rIns="0" bIns="0" rtlCol="0"/>
            <a:lstStyle/>
            <a:p/>
          </p:txBody>
        </p:sp>
        <p:sp>
          <p:nvSpPr>
            <p:cNvPr id="61" name="object 61"/>
            <p:cNvSpPr/>
            <p:nvPr/>
          </p:nvSpPr>
          <p:spPr>
            <a:xfrm>
              <a:off x="1521460" y="1098549"/>
              <a:ext cx="124460" cy="7620"/>
            </a:xfrm>
            <a:custGeom>
              <a:avLst/>
              <a:gdLst/>
              <a:ahLst/>
              <a:cxnLst/>
              <a:rect l="l" t="t" r="r" b="b"/>
              <a:pathLst>
                <a:path w="124460" h="7619">
                  <a:moveTo>
                    <a:pt x="124460" y="6350"/>
                  </a:moveTo>
                  <a:lnTo>
                    <a:pt x="123190" y="6350"/>
                  </a:lnTo>
                  <a:lnTo>
                    <a:pt x="123190" y="3810"/>
                  </a:lnTo>
                  <a:lnTo>
                    <a:pt x="123190" y="0"/>
                  </a:lnTo>
                  <a:lnTo>
                    <a:pt x="1270" y="0"/>
                  </a:lnTo>
                  <a:lnTo>
                    <a:pt x="1270" y="3810"/>
                  </a:lnTo>
                  <a:lnTo>
                    <a:pt x="0" y="3810"/>
                  </a:lnTo>
                  <a:lnTo>
                    <a:pt x="0" y="6350"/>
                  </a:lnTo>
                  <a:lnTo>
                    <a:pt x="0" y="7620"/>
                  </a:lnTo>
                  <a:lnTo>
                    <a:pt x="124460" y="7620"/>
                  </a:lnTo>
                  <a:lnTo>
                    <a:pt x="124460" y="6350"/>
                  </a:lnTo>
                  <a:close/>
                </a:path>
              </a:pathLst>
            </a:custGeom>
            <a:solidFill>
              <a:srgbClr val="502200"/>
            </a:solidFill>
          </p:spPr>
          <p:txBody>
            <a:bodyPr wrap="square" lIns="0" tIns="0" rIns="0" bIns="0" rtlCol="0"/>
            <a:lstStyle/>
            <a:p/>
          </p:txBody>
        </p:sp>
        <p:sp>
          <p:nvSpPr>
            <p:cNvPr id="62" name="object 62"/>
            <p:cNvSpPr/>
            <p:nvPr/>
          </p:nvSpPr>
          <p:spPr>
            <a:xfrm>
              <a:off x="1520190" y="1106169"/>
              <a:ext cx="127000" cy="7620"/>
            </a:xfrm>
            <a:custGeom>
              <a:avLst/>
              <a:gdLst/>
              <a:ahLst/>
              <a:cxnLst/>
              <a:rect l="l" t="t" r="r" b="b"/>
              <a:pathLst>
                <a:path w="127000" h="7619">
                  <a:moveTo>
                    <a:pt x="126987" y="3810"/>
                  </a:moveTo>
                  <a:lnTo>
                    <a:pt x="125730" y="3810"/>
                  </a:lnTo>
                  <a:lnTo>
                    <a:pt x="125730" y="1270"/>
                  </a:lnTo>
                  <a:lnTo>
                    <a:pt x="125730" y="0"/>
                  </a:lnTo>
                  <a:lnTo>
                    <a:pt x="1270" y="0"/>
                  </a:lnTo>
                  <a:lnTo>
                    <a:pt x="1270" y="1270"/>
                  </a:lnTo>
                  <a:lnTo>
                    <a:pt x="0" y="1270"/>
                  </a:lnTo>
                  <a:lnTo>
                    <a:pt x="0" y="3810"/>
                  </a:lnTo>
                  <a:lnTo>
                    <a:pt x="0" y="7620"/>
                  </a:lnTo>
                  <a:lnTo>
                    <a:pt x="25400" y="7620"/>
                  </a:lnTo>
                  <a:lnTo>
                    <a:pt x="25400" y="3810"/>
                  </a:lnTo>
                  <a:lnTo>
                    <a:pt x="26670" y="3810"/>
                  </a:lnTo>
                  <a:lnTo>
                    <a:pt x="26670" y="7620"/>
                  </a:lnTo>
                  <a:lnTo>
                    <a:pt x="126987" y="7620"/>
                  </a:lnTo>
                  <a:lnTo>
                    <a:pt x="126987" y="3810"/>
                  </a:lnTo>
                  <a:close/>
                </a:path>
              </a:pathLst>
            </a:custGeom>
            <a:solidFill>
              <a:srgbClr val="522200"/>
            </a:solidFill>
          </p:spPr>
          <p:txBody>
            <a:bodyPr wrap="square" lIns="0" tIns="0" rIns="0" bIns="0" rtlCol="0"/>
            <a:lstStyle/>
            <a:p/>
          </p:txBody>
        </p:sp>
        <p:sp>
          <p:nvSpPr>
            <p:cNvPr id="63" name="object 63"/>
            <p:cNvSpPr/>
            <p:nvPr/>
          </p:nvSpPr>
          <p:spPr>
            <a:xfrm>
              <a:off x="1517650" y="1113789"/>
              <a:ext cx="130810" cy="7620"/>
            </a:xfrm>
            <a:custGeom>
              <a:avLst/>
              <a:gdLst/>
              <a:ahLst/>
              <a:cxnLst/>
              <a:rect l="l" t="t" r="r" b="b"/>
              <a:pathLst>
                <a:path w="130810" h="7619">
                  <a:moveTo>
                    <a:pt x="27927" y="0"/>
                  </a:moveTo>
                  <a:lnTo>
                    <a:pt x="1270" y="0"/>
                  </a:lnTo>
                  <a:lnTo>
                    <a:pt x="1270" y="1270"/>
                  </a:lnTo>
                  <a:lnTo>
                    <a:pt x="1270" y="2540"/>
                  </a:lnTo>
                  <a:lnTo>
                    <a:pt x="1270" y="5080"/>
                  </a:lnTo>
                  <a:lnTo>
                    <a:pt x="0" y="5080"/>
                  </a:lnTo>
                  <a:lnTo>
                    <a:pt x="0" y="7620"/>
                  </a:lnTo>
                  <a:lnTo>
                    <a:pt x="26670" y="7620"/>
                  </a:lnTo>
                  <a:lnTo>
                    <a:pt x="26670" y="5080"/>
                  </a:lnTo>
                  <a:lnTo>
                    <a:pt x="26670" y="2540"/>
                  </a:lnTo>
                  <a:lnTo>
                    <a:pt x="26670" y="1270"/>
                  </a:lnTo>
                  <a:lnTo>
                    <a:pt x="27927" y="1270"/>
                  </a:lnTo>
                  <a:lnTo>
                    <a:pt x="27927" y="0"/>
                  </a:lnTo>
                  <a:close/>
                </a:path>
                <a:path w="130810" h="7619">
                  <a:moveTo>
                    <a:pt x="129527" y="0"/>
                  </a:moveTo>
                  <a:lnTo>
                    <a:pt x="29210" y="0"/>
                  </a:lnTo>
                  <a:lnTo>
                    <a:pt x="29210" y="2540"/>
                  </a:lnTo>
                  <a:lnTo>
                    <a:pt x="129527" y="2540"/>
                  </a:lnTo>
                  <a:lnTo>
                    <a:pt x="129527" y="0"/>
                  </a:lnTo>
                  <a:close/>
                </a:path>
                <a:path w="130810" h="7619">
                  <a:moveTo>
                    <a:pt x="130810" y="2552"/>
                  </a:moveTo>
                  <a:lnTo>
                    <a:pt x="30480" y="2552"/>
                  </a:lnTo>
                  <a:lnTo>
                    <a:pt x="30480" y="7620"/>
                  </a:lnTo>
                  <a:lnTo>
                    <a:pt x="130810" y="7620"/>
                  </a:lnTo>
                  <a:lnTo>
                    <a:pt x="130810" y="2552"/>
                  </a:lnTo>
                  <a:close/>
                </a:path>
              </a:pathLst>
            </a:custGeom>
            <a:solidFill>
              <a:srgbClr val="542100"/>
            </a:solidFill>
          </p:spPr>
          <p:txBody>
            <a:bodyPr wrap="square" lIns="0" tIns="0" rIns="0" bIns="0" rtlCol="0"/>
            <a:lstStyle/>
            <a:p/>
          </p:txBody>
        </p:sp>
        <p:sp>
          <p:nvSpPr>
            <p:cNvPr id="64" name="object 64"/>
            <p:cNvSpPr/>
            <p:nvPr/>
          </p:nvSpPr>
          <p:spPr>
            <a:xfrm>
              <a:off x="1516380" y="1121409"/>
              <a:ext cx="133350" cy="6350"/>
            </a:xfrm>
            <a:custGeom>
              <a:avLst/>
              <a:gdLst/>
              <a:ahLst/>
              <a:cxnLst/>
              <a:rect l="l" t="t" r="r" b="b"/>
              <a:pathLst>
                <a:path w="133350" h="6350">
                  <a:moveTo>
                    <a:pt x="26670" y="0"/>
                  </a:moveTo>
                  <a:lnTo>
                    <a:pt x="1270" y="0"/>
                  </a:lnTo>
                  <a:lnTo>
                    <a:pt x="1270" y="3810"/>
                  </a:lnTo>
                  <a:lnTo>
                    <a:pt x="0" y="3810"/>
                  </a:lnTo>
                  <a:lnTo>
                    <a:pt x="0" y="6350"/>
                  </a:lnTo>
                  <a:lnTo>
                    <a:pt x="26670" y="6350"/>
                  </a:lnTo>
                  <a:lnTo>
                    <a:pt x="26670" y="3810"/>
                  </a:lnTo>
                  <a:lnTo>
                    <a:pt x="26670" y="0"/>
                  </a:lnTo>
                  <a:close/>
                </a:path>
                <a:path w="133350" h="6350">
                  <a:moveTo>
                    <a:pt x="133350" y="0"/>
                  </a:moveTo>
                  <a:lnTo>
                    <a:pt x="33020" y="0"/>
                  </a:lnTo>
                  <a:lnTo>
                    <a:pt x="33020" y="6350"/>
                  </a:lnTo>
                  <a:lnTo>
                    <a:pt x="133350" y="6350"/>
                  </a:lnTo>
                  <a:lnTo>
                    <a:pt x="133350" y="0"/>
                  </a:lnTo>
                  <a:close/>
                </a:path>
              </a:pathLst>
            </a:custGeom>
            <a:solidFill>
              <a:srgbClr val="572100"/>
            </a:solidFill>
          </p:spPr>
          <p:txBody>
            <a:bodyPr wrap="square" lIns="0" tIns="0" rIns="0" bIns="0" rtlCol="0"/>
            <a:lstStyle/>
            <a:p/>
          </p:txBody>
        </p:sp>
        <p:sp>
          <p:nvSpPr>
            <p:cNvPr id="65" name="object 65"/>
            <p:cNvSpPr/>
            <p:nvPr/>
          </p:nvSpPr>
          <p:spPr>
            <a:xfrm>
              <a:off x="1515110" y="1127759"/>
              <a:ext cx="137160" cy="7620"/>
            </a:xfrm>
            <a:custGeom>
              <a:avLst/>
              <a:gdLst/>
              <a:ahLst/>
              <a:cxnLst/>
              <a:rect l="l" t="t" r="r" b="b"/>
              <a:pathLst>
                <a:path w="137160" h="7619">
                  <a:moveTo>
                    <a:pt x="26670" y="0"/>
                  </a:moveTo>
                  <a:lnTo>
                    <a:pt x="1270" y="0"/>
                  </a:lnTo>
                  <a:lnTo>
                    <a:pt x="1270" y="2540"/>
                  </a:lnTo>
                  <a:lnTo>
                    <a:pt x="0" y="2540"/>
                  </a:lnTo>
                  <a:lnTo>
                    <a:pt x="0" y="5080"/>
                  </a:lnTo>
                  <a:lnTo>
                    <a:pt x="0" y="7620"/>
                  </a:lnTo>
                  <a:lnTo>
                    <a:pt x="25400" y="7620"/>
                  </a:lnTo>
                  <a:lnTo>
                    <a:pt x="25400" y="5080"/>
                  </a:lnTo>
                  <a:lnTo>
                    <a:pt x="26657" y="5080"/>
                  </a:lnTo>
                  <a:lnTo>
                    <a:pt x="26657" y="2540"/>
                  </a:lnTo>
                  <a:lnTo>
                    <a:pt x="26670" y="0"/>
                  </a:lnTo>
                  <a:close/>
                </a:path>
                <a:path w="137160" h="7619">
                  <a:moveTo>
                    <a:pt x="137160" y="5080"/>
                  </a:moveTo>
                  <a:lnTo>
                    <a:pt x="135890" y="5080"/>
                  </a:lnTo>
                  <a:lnTo>
                    <a:pt x="135890" y="0"/>
                  </a:lnTo>
                  <a:lnTo>
                    <a:pt x="35560" y="0"/>
                  </a:lnTo>
                  <a:lnTo>
                    <a:pt x="35560" y="5080"/>
                  </a:lnTo>
                  <a:lnTo>
                    <a:pt x="35560" y="6350"/>
                  </a:lnTo>
                  <a:lnTo>
                    <a:pt x="36830" y="6350"/>
                  </a:lnTo>
                  <a:lnTo>
                    <a:pt x="36830" y="7620"/>
                  </a:lnTo>
                  <a:lnTo>
                    <a:pt x="137160" y="7620"/>
                  </a:lnTo>
                  <a:lnTo>
                    <a:pt x="137160" y="6350"/>
                  </a:lnTo>
                  <a:lnTo>
                    <a:pt x="137160" y="5080"/>
                  </a:lnTo>
                  <a:close/>
                </a:path>
              </a:pathLst>
            </a:custGeom>
            <a:solidFill>
              <a:srgbClr val="592000"/>
            </a:solidFill>
          </p:spPr>
          <p:txBody>
            <a:bodyPr wrap="square" lIns="0" tIns="0" rIns="0" bIns="0" rtlCol="0"/>
            <a:lstStyle/>
            <a:p/>
          </p:txBody>
        </p:sp>
        <p:sp>
          <p:nvSpPr>
            <p:cNvPr id="66" name="object 66"/>
            <p:cNvSpPr/>
            <p:nvPr/>
          </p:nvSpPr>
          <p:spPr>
            <a:xfrm>
              <a:off x="1512570" y="1135379"/>
              <a:ext cx="140970" cy="7620"/>
            </a:xfrm>
            <a:custGeom>
              <a:avLst/>
              <a:gdLst/>
              <a:ahLst/>
              <a:cxnLst/>
              <a:rect l="l" t="t" r="r" b="b"/>
              <a:pathLst>
                <a:path w="140969" h="7619">
                  <a:moveTo>
                    <a:pt x="26657" y="6362"/>
                  </a:moveTo>
                  <a:lnTo>
                    <a:pt x="0" y="6362"/>
                  </a:lnTo>
                  <a:lnTo>
                    <a:pt x="0" y="7620"/>
                  </a:lnTo>
                  <a:lnTo>
                    <a:pt x="26657" y="7620"/>
                  </a:lnTo>
                  <a:lnTo>
                    <a:pt x="26657" y="6362"/>
                  </a:lnTo>
                  <a:close/>
                </a:path>
                <a:path w="140969" h="7619">
                  <a:moveTo>
                    <a:pt x="27940" y="0"/>
                  </a:moveTo>
                  <a:lnTo>
                    <a:pt x="2540" y="0"/>
                  </a:lnTo>
                  <a:lnTo>
                    <a:pt x="2540" y="1270"/>
                  </a:lnTo>
                  <a:lnTo>
                    <a:pt x="1270" y="1270"/>
                  </a:lnTo>
                  <a:lnTo>
                    <a:pt x="1270" y="3810"/>
                  </a:lnTo>
                  <a:lnTo>
                    <a:pt x="1270" y="6350"/>
                  </a:lnTo>
                  <a:lnTo>
                    <a:pt x="26670" y="6350"/>
                  </a:lnTo>
                  <a:lnTo>
                    <a:pt x="26670" y="3810"/>
                  </a:lnTo>
                  <a:lnTo>
                    <a:pt x="27940" y="3810"/>
                  </a:lnTo>
                  <a:lnTo>
                    <a:pt x="27940" y="1270"/>
                  </a:lnTo>
                  <a:lnTo>
                    <a:pt x="27940" y="0"/>
                  </a:lnTo>
                  <a:close/>
                </a:path>
                <a:path w="140969" h="7619">
                  <a:moveTo>
                    <a:pt x="140957" y="6362"/>
                  </a:moveTo>
                  <a:lnTo>
                    <a:pt x="40640" y="6362"/>
                  </a:lnTo>
                  <a:lnTo>
                    <a:pt x="40640" y="7620"/>
                  </a:lnTo>
                  <a:lnTo>
                    <a:pt x="140957" y="7620"/>
                  </a:lnTo>
                  <a:lnTo>
                    <a:pt x="140957" y="6362"/>
                  </a:lnTo>
                  <a:close/>
                </a:path>
                <a:path w="140969" h="7619">
                  <a:moveTo>
                    <a:pt x="140957" y="3810"/>
                  </a:moveTo>
                  <a:lnTo>
                    <a:pt x="139700" y="3810"/>
                  </a:lnTo>
                  <a:lnTo>
                    <a:pt x="139700" y="0"/>
                  </a:lnTo>
                  <a:lnTo>
                    <a:pt x="39370" y="0"/>
                  </a:lnTo>
                  <a:lnTo>
                    <a:pt x="39370" y="3810"/>
                  </a:lnTo>
                  <a:lnTo>
                    <a:pt x="40640" y="3810"/>
                  </a:lnTo>
                  <a:lnTo>
                    <a:pt x="40640" y="6350"/>
                  </a:lnTo>
                  <a:lnTo>
                    <a:pt x="140957" y="6350"/>
                  </a:lnTo>
                  <a:lnTo>
                    <a:pt x="140957" y="3810"/>
                  </a:lnTo>
                  <a:close/>
                </a:path>
              </a:pathLst>
            </a:custGeom>
            <a:solidFill>
              <a:srgbClr val="5B2000"/>
            </a:solidFill>
          </p:spPr>
          <p:txBody>
            <a:bodyPr wrap="square" lIns="0" tIns="0" rIns="0" bIns="0" rtlCol="0"/>
            <a:lstStyle/>
            <a:p/>
          </p:txBody>
        </p:sp>
        <p:sp>
          <p:nvSpPr>
            <p:cNvPr id="67" name="object 67"/>
            <p:cNvSpPr/>
            <p:nvPr/>
          </p:nvSpPr>
          <p:spPr>
            <a:xfrm>
              <a:off x="1511300" y="1142999"/>
              <a:ext cx="143510" cy="6350"/>
            </a:xfrm>
            <a:custGeom>
              <a:avLst/>
              <a:gdLst/>
              <a:ahLst/>
              <a:cxnLst/>
              <a:rect l="l" t="t" r="r" b="b"/>
              <a:pathLst>
                <a:path w="143510" h="6350">
                  <a:moveTo>
                    <a:pt x="26670" y="5092"/>
                  </a:moveTo>
                  <a:lnTo>
                    <a:pt x="0" y="5092"/>
                  </a:lnTo>
                  <a:lnTo>
                    <a:pt x="0" y="6350"/>
                  </a:lnTo>
                  <a:lnTo>
                    <a:pt x="26670" y="6350"/>
                  </a:lnTo>
                  <a:lnTo>
                    <a:pt x="26670" y="5092"/>
                  </a:lnTo>
                  <a:close/>
                </a:path>
                <a:path w="143510" h="6350">
                  <a:moveTo>
                    <a:pt x="27927" y="0"/>
                  </a:moveTo>
                  <a:lnTo>
                    <a:pt x="1270" y="0"/>
                  </a:lnTo>
                  <a:lnTo>
                    <a:pt x="1270" y="1270"/>
                  </a:lnTo>
                  <a:lnTo>
                    <a:pt x="1270" y="5080"/>
                  </a:lnTo>
                  <a:lnTo>
                    <a:pt x="26670" y="5080"/>
                  </a:lnTo>
                  <a:lnTo>
                    <a:pt x="26670" y="1270"/>
                  </a:lnTo>
                  <a:lnTo>
                    <a:pt x="27927" y="1270"/>
                  </a:lnTo>
                  <a:lnTo>
                    <a:pt x="27927" y="0"/>
                  </a:lnTo>
                  <a:close/>
                </a:path>
                <a:path w="143510" h="6350">
                  <a:moveTo>
                    <a:pt x="143510" y="5092"/>
                  </a:moveTo>
                  <a:lnTo>
                    <a:pt x="43180" y="5092"/>
                  </a:lnTo>
                  <a:lnTo>
                    <a:pt x="43180" y="6350"/>
                  </a:lnTo>
                  <a:lnTo>
                    <a:pt x="143510" y="6350"/>
                  </a:lnTo>
                  <a:lnTo>
                    <a:pt x="143510" y="5092"/>
                  </a:lnTo>
                  <a:close/>
                </a:path>
                <a:path w="143510" h="6350">
                  <a:moveTo>
                    <a:pt x="143510" y="2540"/>
                  </a:moveTo>
                  <a:lnTo>
                    <a:pt x="142227" y="2540"/>
                  </a:lnTo>
                  <a:lnTo>
                    <a:pt x="142227" y="0"/>
                  </a:lnTo>
                  <a:lnTo>
                    <a:pt x="41910" y="0"/>
                  </a:lnTo>
                  <a:lnTo>
                    <a:pt x="41910" y="2540"/>
                  </a:lnTo>
                  <a:lnTo>
                    <a:pt x="43180" y="2540"/>
                  </a:lnTo>
                  <a:lnTo>
                    <a:pt x="43180" y="5080"/>
                  </a:lnTo>
                  <a:lnTo>
                    <a:pt x="143510" y="5080"/>
                  </a:lnTo>
                  <a:lnTo>
                    <a:pt x="143510" y="2540"/>
                  </a:lnTo>
                  <a:close/>
                </a:path>
              </a:pathLst>
            </a:custGeom>
            <a:solidFill>
              <a:srgbClr val="5D2000"/>
            </a:solidFill>
          </p:spPr>
          <p:txBody>
            <a:bodyPr wrap="square" lIns="0" tIns="0" rIns="0" bIns="0" rtlCol="0"/>
            <a:lstStyle/>
            <a:p/>
          </p:txBody>
        </p:sp>
        <p:sp>
          <p:nvSpPr>
            <p:cNvPr id="68" name="object 68"/>
            <p:cNvSpPr/>
            <p:nvPr/>
          </p:nvSpPr>
          <p:spPr>
            <a:xfrm>
              <a:off x="1510030" y="1149349"/>
              <a:ext cx="146050" cy="7620"/>
            </a:xfrm>
            <a:custGeom>
              <a:avLst/>
              <a:gdLst/>
              <a:ahLst/>
              <a:cxnLst/>
              <a:rect l="l" t="t" r="r" b="b"/>
              <a:pathLst>
                <a:path w="146050" h="7619">
                  <a:moveTo>
                    <a:pt x="27940" y="0"/>
                  </a:moveTo>
                  <a:lnTo>
                    <a:pt x="1270" y="0"/>
                  </a:lnTo>
                  <a:lnTo>
                    <a:pt x="1270" y="1270"/>
                  </a:lnTo>
                  <a:lnTo>
                    <a:pt x="1270" y="3810"/>
                  </a:lnTo>
                  <a:lnTo>
                    <a:pt x="0" y="3810"/>
                  </a:lnTo>
                  <a:lnTo>
                    <a:pt x="0" y="6350"/>
                  </a:lnTo>
                  <a:lnTo>
                    <a:pt x="0" y="7620"/>
                  </a:lnTo>
                  <a:lnTo>
                    <a:pt x="25400" y="7620"/>
                  </a:lnTo>
                  <a:lnTo>
                    <a:pt x="25400" y="6350"/>
                  </a:lnTo>
                  <a:lnTo>
                    <a:pt x="26670" y="6350"/>
                  </a:lnTo>
                  <a:lnTo>
                    <a:pt x="26670" y="3810"/>
                  </a:lnTo>
                  <a:lnTo>
                    <a:pt x="26670" y="1270"/>
                  </a:lnTo>
                  <a:lnTo>
                    <a:pt x="27940" y="1270"/>
                  </a:lnTo>
                  <a:lnTo>
                    <a:pt x="27940" y="0"/>
                  </a:lnTo>
                  <a:close/>
                </a:path>
                <a:path w="146050" h="7619">
                  <a:moveTo>
                    <a:pt x="146050" y="1270"/>
                  </a:moveTo>
                  <a:lnTo>
                    <a:pt x="144780" y="1270"/>
                  </a:lnTo>
                  <a:lnTo>
                    <a:pt x="144780" y="0"/>
                  </a:lnTo>
                  <a:lnTo>
                    <a:pt x="44450" y="0"/>
                  </a:lnTo>
                  <a:lnTo>
                    <a:pt x="44450" y="1270"/>
                  </a:lnTo>
                  <a:lnTo>
                    <a:pt x="44450" y="2540"/>
                  </a:lnTo>
                  <a:lnTo>
                    <a:pt x="45720" y="2540"/>
                  </a:lnTo>
                  <a:lnTo>
                    <a:pt x="45720" y="7620"/>
                  </a:lnTo>
                  <a:lnTo>
                    <a:pt x="146050" y="7620"/>
                  </a:lnTo>
                  <a:lnTo>
                    <a:pt x="146050" y="2540"/>
                  </a:lnTo>
                  <a:lnTo>
                    <a:pt x="146050" y="1270"/>
                  </a:lnTo>
                  <a:close/>
                </a:path>
              </a:pathLst>
            </a:custGeom>
            <a:solidFill>
              <a:srgbClr val="601F00"/>
            </a:solidFill>
          </p:spPr>
          <p:txBody>
            <a:bodyPr wrap="square" lIns="0" tIns="0" rIns="0" bIns="0" rtlCol="0"/>
            <a:lstStyle/>
            <a:p/>
          </p:txBody>
        </p:sp>
        <p:sp>
          <p:nvSpPr>
            <p:cNvPr id="69" name="object 69"/>
            <p:cNvSpPr/>
            <p:nvPr/>
          </p:nvSpPr>
          <p:spPr>
            <a:xfrm>
              <a:off x="1508760" y="1156969"/>
              <a:ext cx="149860" cy="7620"/>
            </a:xfrm>
            <a:custGeom>
              <a:avLst/>
              <a:gdLst/>
              <a:ahLst/>
              <a:cxnLst/>
              <a:rect l="l" t="t" r="r" b="b"/>
              <a:pathLst>
                <a:path w="149860" h="7619">
                  <a:moveTo>
                    <a:pt x="26670" y="0"/>
                  </a:moveTo>
                  <a:lnTo>
                    <a:pt x="1270" y="0"/>
                  </a:lnTo>
                  <a:lnTo>
                    <a:pt x="1270" y="2540"/>
                  </a:lnTo>
                  <a:lnTo>
                    <a:pt x="0" y="2540"/>
                  </a:lnTo>
                  <a:lnTo>
                    <a:pt x="0" y="5080"/>
                  </a:lnTo>
                  <a:lnTo>
                    <a:pt x="0" y="7620"/>
                  </a:lnTo>
                  <a:lnTo>
                    <a:pt x="25400" y="7620"/>
                  </a:lnTo>
                  <a:lnTo>
                    <a:pt x="25400" y="5080"/>
                  </a:lnTo>
                  <a:lnTo>
                    <a:pt x="26657" y="5080"/>
                  </a:lnTo>
                  <a:lnTo>
                    <a:pt x="26657" y="2540"/>
                  </a:lnTo>
                  <a:lnTo>
                    <a:pt x="26670" y="0"/>
                  </a:lnTo>
                  <a:close/>
                </a:path>
                <a:path w="149860" h="7619">
                  <a:moveTo>
                    <a:pt x="149860" y="5080"/>
                  </a:moveTo>
                  <a:lnTo>
                    <a:pt x="148590" y="5080"/>
                  </a:lnTo>
                  <a:lnTo>
                    <a:pt x="148590" y="0"/>
                  </a:lnTo>
                  <a:lnTo>
                    <a:pt x="48260" y="0"/>
                  </a:lnTo>
                  <a:lnTo>
                    <a:pt x="48260" y="5080"/>
                  </a:lnTo>
                  <a:lnTo>
                    <a:pt x="48260" y="6350"/>
                  </a:lnTo>
                  <a:lnTo>
                    <a:pt x="49530" y="6350"/>
                  </a:lnTo>
                  <a:lnTo>
                    <a:pt x="49530" y="7620"/>
                  </a:lnTo>
                  <a:lnTo>
                    <a:pt x="149860" y="7620"/>
                  </a:lnTo>
                  <a:lnTo>
                    <a:pt x="149860" y="6350"/>
                  </a:lnTo>
                  <a:lnTo>
                    <a:pt x="149860" y="5080"/>
                  </a:lnTo>
                  <a:close/>
                </a:path>
              </a:pathLst>
            </a:custGeom>
            <a:solidFill>
              <a:srgbClr val="621F00"/>
            </a:solidFill>
          </p:spPr>
          <p:txBody>
            <a:bodyPr wrap="square" lIns="0" tIns="0" rIns="0" bIns="0" rtlCol="0"/>
            <a:lstStyle/>
            <a:p/>
          </p:txBody>
        </p:sp>
        <p:sp>
          <p:nvSpPr>
            <p:cNvPr id="70" name="object 70"/>
            <p:cNvSpPr/>
            <p:nvPr/>
          </p:nvSpPr>
          <p:spPr>
            <a:xfrm>
              <a:off x="1507490" y="1164589"/>
              <a:ext cx="152400" cy="6350"/>
            </a:xfrm>
            <a:custGeom>
              <a:avLst/>
              <a:gdLst/>
              <a:ahLst/>
              <a:cxnLst/>
              <a:rect l="l" t="t" r="r" b="b"/>
              <a:pathLst>
                <a:path w="152400" h="6350">
                  <a:moveTo>
                    <a:pt x="26670" y="0"/>
                  </a:moveTo>
                  <a:lnTo>
                    <a:pt x="0" y="0"/>
                  </a:lnTo>
                  <a:lnTo>
                    <a:pt x="0" y="3810"/>
                  </a:lnTo>
                  <a:lnTo>
                    <a:pt x="0" y="6350"/>
                  </a:lnTo>
                  <a:lnTo>
                    <a:pt x="25400" y="6350"/>
                  </a:lnTo>
                  <a:lnTo>
                    <a:pt x="25400" y="3810"/>
                  </a:lnTo>
                  <a:lnTo>
                    <a:pt x="26670" y="3810"/>
                  </a:lnTo>
                  <a:lnTo>
                    <a:pt x="26670" y="0"/>
                  </a:lnTo>
                  <a:close/>
                </a:path>
                <a:path w="152400" h="6350">
                  <a:moveTo>
                    <a:pt x="152387" y="3810"/>
                  </a:moveTo>
                  <a:lnTo>
                    <a:pt x="151130" y="3810"/>
                  </a:lnTo>
                  <a:lnTo>
                    <a:pt x="151130" y="0"/>
                  </a:lnTo>
                  <a:lnTo>
                    <a:pt x="50800" y="0"/>
                  </a:lnTo>
                  <a:lnTo>
                    <a:pt x="50800" y="3810"/>
                  </a:lnTo>
                  <a:lnTo>
                    <a:pt x="50800" y="5080"/>
                  </a:lnTo>
                  <a:lnTo>
                    <a:pt x="52070" y="5080"/>
                  </a:lnTo>
                  <a:lnTo>
                    <a:pt x="52070" y="6350"/>
                  </a:lnTo>
                  <a:lnTo>
                    <a:pt x="152387" y="6350"/>
                  </a:lnTo>
                  <a:lnTo>
                    <a:pt x="152387" y="5080"/>
                  </a:lnTo>
                  <a:lnTo>
                    <a:pt x="152387" y="3810"/>
                  </a:lnTo>
                  <a:close/>
                </a:path>
              </a:pathLst>
            </a:custGeom>
            <a:solidFill>
              <a:srgbClr val="641E00"/>
            </a:solidFill>
          </p:spPr>
          <p:txBody>
            <a:bodyPr wrap="square" lIns="0" tIns="0" rIns="0" bIns="0" rtlCol="0"/>
            <a:lstStyle/>
            <a:p/>
          </p:txBody>
        </p:sp>
        <p:sp>
          <p:nvSpPr>
            <p:cNvPr id="71" name="object 71"/>
            <p:cNvSpPr/>
            <p:nvPr/>
          </p:nvSpPr>
          <p:spPr>
            <a:xfrm>
              <a:off x="1504950" y="1170939"/>
              <a:ext cx="156210" cy="7620"/>
            </a:xfrm>
            <a:custGeom>
              <a:avLst/>
              <a:gdLst/>
              <a:ahLst/>
              <a:cxnLst/>
              <a:rect l="l" t="t" r="r" b="b"/>
              <a:pathLst>
                <a:path w="156210" h="7619">
                  <a:moveTo>
                    <a:pt x="27927" y="0"/>
                  </a:moveTo>
                  <a:lnTo>
                    <a:pt x="1270" y="0"/>
                  </a:lnTo>
                  <a:lnTo>
                    <a:pt x="1270" y="2540"/>
                  </a:lnTo>
                  <a:lnTo>
                    <a:pt x="1270" y="5080"/>
                  </a:lnTo>
                  <a:lnTo>
                    <a:pt x="0" y="5080"/>
                  </a:lnTo>
                  <a:lnTo>
                    <a:pt x="0" y="7620"/>
                  </a:lnTo>
                  <a:lnTo>
                    <a:pt x="26670" y="7620"/>
                  </a:lnTo>
                  <a:lnTo>
                    <a:pt x="26670" y="5080"/>
                  </a:lnTo>
                  <a:lnTo>
                    <a:pt x="26670" y="2540"/>
                  </a:lnTo>
                  <a:lnTo>
                    <a:pt x="27927" y="2540"/>
                  </a:lnTo>
                  <a:lnTo>
                    <a:pt x="27927" y="0"/>
                  </a:lnTo>
                  <a:close/>
                </a:path>
                <a:path w="156210" h="7619">
                  <a:moveTo>
                    <a:pt x="156210" y="2540"/>
                  </a:moveTo>
                  <a:lnTo>
                    <a:pt x="154927" y="2540"/>
                  </a:lnTo>
                  <a:lnTo>
                    <a:pt x="154927" y="0"/>
                  </a:lnTo>
                  <a:lnTo>
                    <a:pt x="54610" y="0"/>
                  </a:lnTo>
                  <a:lnTo>
                    <a:pt x="54610" y="2540"/>
                  </a:lnTo>
                  <a:lnTo>
                    <a:pt x="54610" y="3810"/>
                  </a:lnTo>
                  <a:lnTo>
                    <a:pt x="55880" y="3810"/>
                  </a:lnTo>
                  <a:lnTo>
                    <a:pt x="55880" y="7620"/>
                  </a:lnTo>
                  <a:lnTo>
                    <a:pt x="156210" y="7620"/>
                  </a:lnTo>
                  <a:lnTo>
                    <a:pt x="156210" y="3810"/>
                  </a:lnTo>
                  <a:lnTo>
                    <a:pt x="156210" y="2540"/>
                  </a:lnTo>
                  <a:close/>
                </a:path>
              </a:pathLst>
            </a:custGeom>
            <a:solidFill>
              <a:srgbClr val="661E00"/>
            </a:solidFill>
          </p:spPr>
          <p:txBody>
            <a:bodyPr wrap="square" lIns="0" tIns="0" rIns="0" bIns="0" rtlCol="0"/>
            <a:lstStyle/>
            <a:p/>
          </p:txBody>
        </p:sp>
        <p:sp>
          <p:nvSpPr>
            <p:cNvPr id="72" name="object 72"/>
            <p:cNvSpPr/>
            <p:nvPr/>
          </p:nvSpPr>
          <p:spPr>
            <a:xfrm>
              <a:off x="1503680" y="1178559"/>
              <a:ext cx="160020" cy="7620"/>
            </a:xfrm>
            <a:custGeom>
              <a:avLst/>
              <a:gdLst/>
              <a:ahLst/>
              <a:cxnLst/>
              <a:rect l="l" t="t" r="r" b="b"/>
              <a:pathLst>
                <a:path w="160019" h="7619">
                  <a:moveTo>
                    <a:pt x="27940" y="0"/>
                  </a:moveTo>
                  <a:lnTo>
                    <a:pt x="1270" y="0"/>
                  </a:lnTo>
                  <a:lnTo>
                    <a:pt x="1270" y="1270"/>
                  </a:lnTo>
                  <a:lnTo>
                    <a:pt x="1270" y="3810"/>
                  </a:lnTo>
                  <a:lnTo>
                    <a:pt x="0" y="3810"/>
                  </a:lnTo>
                  <a:lnTo>
                    <a:pt x="0" y="6350"/>
                  </a:lnTo>
                  <a:lnTo>
                    <a:pt x="0" y="7620"/>
                  </a:lnTo>
                  <a:lnTo>
                    <a:pt x="25400" y="7620"/>
                  </a:lnTo>
                  <a:lnTo>
                    <a:pt x="25400" y="6350"/>
                  </a:lnTo>
                  <a:lnTo>
                    <a:pt x="26670" y="6350"/>
                  </a:lnTo>
                  <a:lnTo>
                    <a:pt x="26670" y="3810"/>
                  </a:lnTo>
                  <a:lnTo>
                    <a:pt x="26670" y="1270"/>
                  </a:lnTo>
                  <a:lnTo>
                    <a:pt x="27940" y="1270"/>
                  </a:lnTo>
                  <a:lnTo>
                    <a:pt x="27940" y="0"/>
                  </a:lnTo>
                  <a:close/>
                </a:path>
                <a:path w="160019" h="7619">
                  <a:moveTo>
                    <a:pt x="160020" y="6350"/>
                  </a:moveTo>
                  <a:lnTo>
                    <a:pt x="158750" y="6350"/>
                  </a:lnTo>
                  <a:lnTo>
                    <a:pt x="158750" y="2540"/>
                  </a:lnTo>
                  <a:lnTo>
                    <a:pt x="158750" y="1270"/>
                  </a:lnTo>
                  <a:lnTo>
                    <a:pt x="157480" y="1270"/>
                  </a:lnTo>
                  <a:lnTo>
                    <a:pt x="157480" y="0"/>
                  </a:lnTo>
                  <a:lnTo>
                    <a:pt x="57150" y="0"/>
                  </a:lnTo>
                  <a:lnTo>
                    <a:pt x="57150" y="1270"/>
                  </a:lnTo>
                  <a:lnTo>
                    <a:pt x="57150" y="2540"/>
                  </a:lnTo>
                  <a:lnTo>
                    <a:pt x="58420" y="2540"/>
                  </a:lnTo>
                  <a:lnTo>
                    <a:pt x="58420" y="6350"/>
                  </a:lnTo>
                  <a:lnTo>
                    <a:pt x="58420" y="7620"/>
                  </a:lnTo>
                  <a:lnTo>
                    <a:pt x="160020" y="7620"/>
                  </a:lnTo>
                  <a:lnTo>
                    <a:pt x="160020" y="6350"/>
                  </a:lnTo>
                  <a:close/>
                </a:path>
              </a:pathLst>
            </a:custGeom>
            <a:solidFill>
              <a:srgbClr val="691D00"/>
            </a:solidFill>
          </p:spPr>
          <p:txBody>
            <a:bodyPr wrap="square" lIns="0" tIns="0" rIns="0" bIns="0" rtlCol="0"/>
            <a:lstStyle/>
            <a:p/>
          </p:txBody>
        </p:sp>
        <p:sp>
          <p:nvSpPr>
            <p:cNvPr id="73" name="object 73"/>
            <p:cNvSpPr/>
            <p:nvPr/>
          </p:nvSpPr>
          <p:spPr>
            <a:xfrm>
              <a:off x="1502410" y="1186179"/>
              <a:ext cx="162560" cy="6350"/>
            </a:xfrm>
            <a:custGeom>
              <a:avLst/>
              <a:gdLst/>
              <a:ahLst/>
              <a:cxnLst/>
              <a:rect l="l" t="t" r="r" b="b"/>
              <a:pathLst>
                <a:path w="162560" h="6350">
                  <a:moveTo>
                    <a:pt x="26670" y="0"/>
                  </a:moveTo>
                  <a:lnTo>
                    <a:pt x="1270" y="0"/>
                  </a:lnTo>
                  <a:lnTo>
                    <a:pt x="1270" y="1270"/>
                  </a:lnTo>
                  <a:lnTo>
                    <a:pt x="0" y="1270"/>
                  </a:lnTo>
                  <a:lnTo>
                    <a:pt x="0" y="5080"/>
                  </a:lnTo>
                  <a:lnTo>
                    <a:pt x="0" y="6350"/>
                  </a:lnTo>
                  <a:lnTo>
                    <a:pt x="25400" y="6350"/>
                  </a:lnTo>
                  <a:lnTo>
                    <a:pt x="25400" y="5080"/>
                  </a:lnTo>
                  <a:lnTo>
                    <a:pt x="26657" y="5080"/>
                  </a:lnTo>
                  <a:lnTo>
                    <a:pt x="26657" y="1270"/>
                  </a:lnTo>
                  <a:lnTo>
                    <a:pt x="26670" y="0"/>
                  </a:lnTo>
                  <a:close/>
                </a:path>
                <a:path w="162560" h="6350">
                  <a:moveTo>
                    <a:pt x="162560" y="5080"/>
                  </a:moveTo>
                  <a:lnTo>
                    <a:pt x="161290" y="5080"/>
                  </a:lnTo>
                  <a:lnTo>
                    <a:pt x="161290" y="1270"/>
                  </a:lnTo>
                  <a:lnTo>
                    <a:pt x="161290" y="0"/>
                  </a:lnTo>
                  <a:lnTo>
                    <a:pt x="59690" y="0"/>
                  </a:lnTo>
                  <a:lnTo>
                    <a:pt x="59690" y="1270"/>
                  </a:lnTo>
                  <a:lnTo>
                    <a:pt x="60960" y="1270"/>
                  </a:lnTo>
                  <a:lnTo>
                    <a:pt x="60960" y="5080"/>
                  </a:lnTo>
                  <a:lnTo>
                    <a:pt x="60960" y="6350"/>
                  </a:lnTo>
                  <a:lnTo>
                    <a:pt x="162560" y="6350"/>
                  </a:lnTo>
                  <a:lnTo>
                    <a:pt x="162560" y="5080"/>
                  </a:lnTo>
                  <a:close/>
                </a:path>
              </a:pathLst>
            </a:custGeom>
            <a:solidFill>
              <a:srgbClr val="6B1D00"/>
            </a:solidFill>
          </p:spPr>
          <p:txBody>
            <a:bodyPr wrap="square" lIns="0" tIns="0" rIns="0" bIns="0" rtlCol="0"/>
            <a:lstStyle/>
            <a:p/>
          </p:txBody>
        </p:sp>
        <p:sp>
          <p:nvSpPr>
            <p:cNvPr id="74" name="object 74"/>
            <p:cNvSpPr/>
            <p:nvPr/>
          </p:nvSpPr>
          <p:spPr>
            <a:xfrm>
              <a:off x="1499870" y="1192529"/>
              <a:ext cx="166370" cy="7620"/>
            </a:xfrm>
            <a:custGeom>
              <a:avLst/>
              <a:gdLst/>
              <a:ahLst/>
              <a:cxnLst/>
              <a:rect l="l" t="t" r="r" b="b"/>
              <a:pathLst>
                <a:path w="166369" h="7619">
                  <a:moveTo>
                    <a:pt x="27940" y="0"/>
                  </a:moveTo>
                  <a:lnTo>
                    <a:pt x="2540" y="0"/>
                  </a:lnTo>
                  <a:lnTo>
                    <a:pt x="2540" y="1270"/>
                  </a:lnTo>
                  <a:lnTo>
                    <a:pt x="1270" y="1270"/>
                  </a:lnTo>
                  <a:lnTo>
                    <a:pt x="1270" y="3810"/>
                  </a:lnTo>
                  <a:lnTo>
                    <a:pt x="1270" y="6350"/>
                  </a:lnTo>
                  <a:lnTo>
                    <a:pt x="0" y="6350"/>
                  </a:lnTo>
                  <a:lnTo>
                    <a:pt x="0" y="7620"/>
                  </a:lnTo>
                  <a:lnTo>
                    <a:pt x="26657" y="7620"/>
                  </a:lnTo>
                  <a:lnTo>
                    <a:pt x="26657" y="6350"/>
                  </a:lnTo>
                  <a:lnTo>
                    <a:pt x="26670" y="3810"/>
                  </a:lnTo>
                  <a:lnTo>
                    <a:pt x="27940" y="3810"/>
                  </a:lnTo>
                  <a:lnTo>
                    <a:pt x="27940" y="1270"/>
                  </a:lnTo>
                  <a:lnTo>
                    <a:pt x="27940" y="0"/>
                  </a:lnTo>
                  <a:close/>
                </a:path>
                <a:path w="166369" h="7619">
                  <a:moveTo>
                    <a:pt x="166370" y="5080"/>
                  </a:moveTo>
                  <a:lnTo>
                    <a:pt x="165100" y="5080"/>
                  </a:lnTo>
                  <a:lnTo>
                    <a:pt x="165100" y="0"/>
                  </a:lnTo>
                  <a:lnTo>
                    <a:pt x="64770" y="0"/>
                  </a:lnTo>
                  <a:lnTo>
                    <a:pt x="64770" y="5080"/>
                  </a:lnTo>
                  <a:lnTo>
                    <a:pt x="64770" y="6350"/>
                  </a:lnTo>
                  <a:lnTo>
                    <a:pt x="66040" y="6350"/>
                  </a:lnTo>
                  <a:lnTo>
                    <a:pt x="66040" y="7620"/>
                  </a:lnTo>
                  <a:lnTo>
                    <a:pt x="166370" y="7620"/>
                  </a:lnTo>
                  <a:lnTo>
                    <a:pt x="166370" y="6350"/>
                  </a:lnTo>
                  <a:lnTo>
                    <a:pt x="166370" y="5080"/>
                  </a:lnTo>
                  <a:close/>
                </a:path>
              </a:pathLst>
            </a:custGeom>
            <a:solidFill>
              <a:srgbClr val="6D1C00"/>
            </a:solidFill>
          </p:spPr>
          <p:txBody>
            <a:bodyPr wrap="square" lIns="0" tIns="0" rIns="0" bIns="0" rtlCol="0"/>
            <a:lstStyle/>
            <a:p/>
          </p:txBody>
        </p:sp>
        <p:sp>
          <p:nvSpPr>
            <p:cNvPr id="75" name="object 75"/>
            <p:cNvSpPr/>
            <p:nvPr/>
          </p:nvSpPr>
          <p:spPr>
            <a:xfrm>
              <a:off x="1498600" y="1200149"/>
              <a:ext cx="168910" cy="7620"/>
            </a:xfrm>
            <a:custGeom>
              <a:avLst/>
              <a:gdLst/>
              <a:ahLst/>
              <a:cxnLst/>
              <a:rect l="l" t="t" r="r" b="b"/>
              <a:pathLst>
                <a:path w="168910" h="7619">
                  <a:moveTo>
                    <a:pt x="27927" y="0"/>
                  </a:moveTo>
                  <a:lnTo>
                    <a:pt x="1270" y="0"/>
                  </a:lnTo>
                  <a:lnTo>
                    <a:pt x="1270" y="2540"/>
                  </a:lnTo>
                  <a:lnTo>
                    <a:pt x="1270" y="5080"/>
                  </a:lnTo>
                  <a:lnTo>
                    <a:pt x="0" y="5080"/>
                  </a:lnTo>
                  <a:lnTo>
                    <a:pt x="0" y="7620"/>
                  </a:lnTo>
                  <a:lnTo>
                    <a:pt x="26670" y="7620"/>
                  </a:lnTo>
                  <a:lnTo>
                    <a:pt x="26670" y="5080"/>
                  </a:lnTo>
                  <a:lnTo>
                    <a:pt x="26670" y="2540"/>
                  </a:lnTo>
                  <a:lnTo>
                    <a:pt x="27927" y="2540"/>
                  </a:lnTo>
                  <a:lnTo>
                    <a:pt x="27927" y="0"/>
                  </a:lnTo>
                  <a:close/>
                </a:path>
                <a:path w="168910" h="7619">
                  <a:moveTo>
                    <a:pt x="168910" y="2540"/>
                  </a:moveTo>
                  <a:lnTo>
                    <a:pt x="167640" y="2540"/>
                  </a:lnTo>
                  <a:lnTo>
                    <a:pt x="167640" y="0"/>
                  </a:lnTo>
                  <a:lnTo>
                    <a:pt x="67310" y="0"/>
                  </a:lnTo>
                  <a:lnTo>
                    <a:pt x="67310" y="2540"/>
                  </a:lnTo>
                  <a:lnTo>
                    <a:pt x="67310" y="5080"/>
                  </a:lnTo>
                  <a:lnTo>
                    <a:pt x="68580" y="5080"/>
                  </a:lnTo>
                  <a:lnTo>
                    <a:pt x="68580" y="7620"/>
                  </a:lnTo>
                  <a:lnTo>
                    <a:pt x="168910" y="7620"/>
                  </a:lnTo>
                  <a:lnTo>
                    <a:pt x="168910" y="5080"/>
                  </a:lnTo>
                  <a:lnTo>
                    <a:pt x="168910" y="2540"/>
                  </a:lnTo>
                  <a:close/>
                </a:path>
              </a:pathLst>
            </a:custGeom>
            <a:solidFill>
              <a:srgbClr val="6F1C00"/>
            </a:solidFill>
          </p:spPr>
          <p:txBody>
            <a:bodyPr wrap="square" lIns="0" tIns="0" rIns="0" bIns="0" rtlCol="0"/>
            <a:lstStyle/>
            <a:p/>
          </p:txBody>
        </p:sp>
        <p:sp>
          <p:nvSpPr>
            <p:cNvPr id="76" name="object 76"/>
            <p:cNvSpPr/>
            <p:nvPr/>
          </p:nvSpPr>
          <p:spPr>
            <a:xfrm>
              <a:off x="1497330" y="1207769"/>
              <a:ext cx="171450" cy="6350"/>
            </a:xfrm>
            <a:custGeom>
              <a:avLst/>
              <a:gdLst/>
              <a:ahLst/>
              <a:cxnLst/>
              <a:rect l="l" t="t" r="r" b="b"/>
              <a:pathLst>
                <a:path w="171450" h="6350">
                  <a:moveTo>
                    <a:pt x="27940" y="0"/>
                  </a:moveTo>
                  <a:lnTo>
                    <a:pt x="1270" y="0"/>
                  </a:lnTo>
                  <a:lnTo>
                    <a:pt x="1270" y="1270"/>
                  </a:lnTo>
                  <a:lnTo>
                    <a:pt x="1270" y="2540"/>
                  </a:lnTo>
                  <a:lnTo>
                    <a:pt x="0" y="2540"/>
                  </a:lnTo>
                  <a:lnTo>
                    <a:pt x="0" y="6350"/>
                  </a:lnTo>
                  <a:lnTo>
                    <a:pt x="26670" y="6350"/>
                  </a:lnTo>
                  <a:lnTo>
                    <a:pt x="26670" y="2540"/>
                  </a:lnTo>
                  <a:lnTo>
                    <a:pt x="26670" y="1270"/>
                  </a:lnTo>
                  <a:lnTo>
                    <a:pt x="27940" y="1270"/>
                  </a:lnTo>
                  <a:lnTo>
                    <a:pt x="27940" y="0"/>
                  </a:lnTo>
                  <a:close/>
                </a:path>
                <a:path w="171450" h="6350">
                  <a:moveTo>
                    <a:pt x="171450" y="1270"/>
                  </a:moveTo>
                  <a:lnTo>
                    <a:pt x="170180" y="1270"/>
                  </a:lnTo>
                  <a:lnTo>
                    <a:pt x="170180" y="0"/>
                  </a:lnTo>
                  <a:lnTo>
                    <a:pt x="69850" y="0"/>
                  </a:lnTo>
                  <a:lnTo>
                    <a:pt x="69850" y="1270"/>
                  </a:lnTo>
                  <a:lnTo>
                    <a:pt x="69850" y="2540"/>
                  </a:lnTo>
                  <a:lnTo>
                    <a:pt x="71120" y="2540"/>
                  </a:lnTo>
                  <a:lnTo>
                    <a:pt x="71120" y="6350"/>
                  </a:lnTo>
                  <a:lnTo>
                    <a:pt x="171450" y="6350"/>
                  </a:lnTo>
                  <a:lnTo>
                    <a:pt x="171450" y="2540"/>
                  </a:lnTo>
                  <a:lnTo>
                    <a:pt x="171450" y="1270"/>
                  </a:lnTo>
                  <a:close/>
                </a:path>
              </a:pathLst>
            </a:custGeom>
            <a:solidFill>
              <a:srgbClr val="721B00"/>
            </a:solidFill>
          </p:spPr>
          <p:txBody>
            <a:bodyPr wrap="square" lIns="0" tIns="0" rIns="0" bIns="0" rtlCol="0"/>
            <a:lstStyle/>
            <a:p/>
          </p:txBody>
        </p:sp>
        <p:sp>
          <p:nvSpPr>
            <p:cNvPr id="77" name="object 77"/>
            <p:cNvSpPr/>
            <p:nvPr/>
          </p:nvSpPr>
          <p:spPr>
            <a:xfrm>
              <a:off x="1494790" y="1214119"/>
              <a:ext cx="176530" cy="7620"/>
            </a:xfrm>
            <a:custGeom>
              <a:avLst/>
              <a:gdLst/>
              <a:ahLst/>
              <a:cxnLst/>
              <a:rect l="l" t="t" r="r" b="b"/>
              <a:pathLst>
                <a:path w="176530" h="7619">
                  <a:moveTo>
                    <a:pt x="29210" y="0"/>
                  </a:moveTo>
                  <a:lnTo>
                    <a:pt x="27940" y="0"/>
                  </a:lnTo>
                  <a:lnTo>
                    <a:pt x="23279" y="0"/>
                  </a:lnTo>
                  <a:lnTo>
                    <a:pt x="17564" y="0"/>
                  </a:lnTo>
                  <a:lnTo>
                    <a:pt x="17564" y="2540"/>
                  </a:lnTo>
                  <a:lnTo>
                    <a:pt x="17564" y="6350"/>
                  </a:lnTo>
                  <a:lnTo>
                    <a:pt x="9309" y="6350"/>
                  </a:lnTo>
                  <a:lnTo>
                    <a:pt x="9309" y="2540"/>
                  </a:lnTo>
                  <a:lnTo>
                    <a:pt x="17564" y="2540"/>
                  </a:lnTo>
                  <a:lnTo>
                    <a:pt x="17564" y="0"/>
                  </a:lnTo>
                  <a:lnTo>
                    <a:pt x="2540" y="0"/>
                  </a:lnTo>
                  <a:lnTo>
                    <a:pt x="2540" y="2540"/>
                  </a:lnTo>
                  <a:lnTo>
                    <a:pt x="1270" y="2540"/>
                  </a:lnTo>
                  <a:lnTo>
                    <a:pt x="1270" y="7277"/>
                  </a:lnTo>
                  <a:lnTo>
                    <a:pt x="0" y="7620"/>
                  </a:lnTo>
                  <a:lnTo>
                    <a:pt x="1270" y="7620"/>
                  </a:lnTo>
                  <a:lnTo>
                    <a:pt x="3594" y="7620"/>
                  </a:lnTo>
                  <a:lnTo>
                    <a:pt x="9309" y="7620"/>
                  </a:lnTo>
                  <a:lnTo>
                    <a:pt x="26670" y="7620"/>
                  </a:lnTo>
                  <a:lnTo>
                    <a:pt x="26670" y="6350"/>
                  </a:lnTo>
                  <a:lnTo>
                    <a:pt x="27940" y="6350"/>
                  </a:lnTo>
                  <a:lnTo>
                    <a:pt x="27940" y="355"/>
                  </a:lnTo>
                  <a:lnTo>
                    <a:pt x="29210" y="0"/>
                  </a:lnTo>
                  <a:close/>
                </a:path>
                <a:path w="176530" h="7619">
                  <a:moveTo>
                    <a:pt x="176530" y="6350"/>
                  </a:moveTo>
                  <a:lnTo>
                    <a:pt x="175260" y="6350"/>
                  </a:lnTo>
                  <a:lnTo>
                    <a:pt x="175260" y="2540"/>
                  </a:lnTo>
                  <a:lnTo>
                    <a:pt x="175260" y="0"/>
                  </a:lnTo>
                  <a:lnTo>
                    <a:pt x="73660" y="0"/>
                  </a:lnTo>
                  <a:lnTo>
                    <a:pt x="73660" y="2540"/>
                  </a:lnTo>
                  <a:lnTo>
                    <a:pt x="74930" y="2540"/>
                  </a:lnTo>
                  <a:lnTo>
                    <a:pt x="74930" y="6350"/>
                  </a:lnTo>
                  <a:lnTo>
                    <a:pt x="74930" y="7620"/>
                  </a:lnTo>
                  <a:lnTo>
                    <a:pt x="176530" y="7620"/>
                  </a:lnTo>
                  <a:lnTo>
                    <a:pt x="176530" y="6350"/>
                  </a:lnTo>
                  <a:close/>
                </a:path>
              </a:pathLst>
            </a:custGeom>
            <a:solidFill>
              <a:srgbClr val="741B00"/>
            </a:solidFill>
          </p:spPr>
          <p:txBody>
            <a:bodyPr wrap="square" lIns="0" tIns="0" rIns="0" bIns="0" rtlCol="0"/>
            <a:lstStyle/>
            <a:p/>
          </p:txBody>
        </p:sp>
        <p:sp>
          <p:nvSpPr>
            <p:cNvPr id="78" name="object 78"/>
            <p:cNvSpPr/>
            <p:nvPr/>
          </p:nvSpPr>
          <p:spPr>
            <a:xfrm>
              <a:off x="1493520" y="1221739"/>
              <a:ext cx="179070" cy="7620"/>
            </a:xfrm>
            <a:custGeom>
              <a:avLst/>
              <a:gdLst/>
              <a:ahLst/>
              <a:cxnLst/>
              <a:rect l="l" t="t" r="r" b="b"/>
              <a:pathLst>
                <a:path w="179069" h="7619">
                  <a:moveTo>
                    <a:pt x="27940" y="0"/>
                  </a:moveTo>
                  <a:lnTo>
                    <a:pt x="1270" y="0"/>
                  </a:lnTo>
                  <a:lnTo>
                    <a:pt x="1270" y="3810"/>
                  </a:lnTo>
                  <a:lnTo>
                    <a:pt x="1270" y="6350"/>
                  </a:lnTo>
                  <a:lnTo>
                    <a:pt x="0" y="6350"/>
                  </a:lnTo>
                  <a:lnTo>
                    <a:pt x="0" y="7620"/>
                  </a:lnTo>
                  <a:lnTo>
                    <a:pt x="26657" y="7620"/>
                  </a:lnTo>
                  <a:lnTo>
                    <a:pt x="26657" y="6350"/>
                  </a:lnTo>
                  <a:lnTo>
                    <a:pt x="26670" y="3810"/>
                  </a:lnTo>
                  <a:lnTo>
                    <a:pt x="27940" y="3810"/>
                  </a:lnTo>
                  <a:lnTo>
                    <a:pt x="27940" y="0"/>
                  </a:lnTo>
                  <a:close/>
                </a:path>
                <a:path w="179069" h="7619">
                  <a:moveTo>
                    <a:pt x="179070" y="3810"/>
                  </a:moveTo>
                  <a:lnTo>
                    <a:pt x="177800" y="3810"/>
                  </a:lnTo>
                  <a:lnTo>
                    <a:pt x="177800" y="1270"/>
                  </a:lnTo>
                  <a:lnTo>
                    <a:pt x="177800" y="0"/>
                  </a:lnTo>
                  <a:lnTo>
                    <a:pt x="76200" y="0"/>
                  </a:lnTo>
                  <a:lnTo>
                    <a:pt x="76200" y="1270"/>
                  </a:lnTo>
                  <a:lnTo>
                    <a:pt x="77470" y="1270"/>
                  </a:lnTo>
                  <a:lnTo>
                    <a:pt x="77470" y="3810"/>
                  </a:lnTo>
                  <a:lnTo>
                    <a:pt x="77470" y="6350"/>
                  </a:lnTo>
                  <a:lnTo>
                    <a:pt x="78740" y="6350"/>
                  </a:lnTo>
                  <a:lnTo>
                    <a:pt x="78740" y="7620"/>
                  </a:lnTo>
                  <a:lnTo>
                    <a:pt x="179070" y="7620"/>
                  </a:lnTo>
                  <a:lnTo>
                    <a:pt x="179070" y="6350"/>
                  </a:lnTo>
                  <a:lnTo>
                    <a:pt x="179070" y="3810"/>
                  </a:lnTo>
                  <a:close/>
                </a:path>
              </a:pathLst>
            </a:custGeom>
            <a:solidFill>
              <a:srgbClr val="761B00"/>
            </a:solidFill>
          </p:spPr>
          <p:txBody>
            <a:bodyPr wrap="square" lIns="0" tIns="0" rIns="0" bIns="0" rtlCol="0"/>
            <a:lstStyle/>
            <a:p/>
          </p:txBody>
        </p:sp>
        <p:sp>
          <p:nvSpPr>
            <p:cNvPr id="79" name="object 79"/>
            <p:cNvSpPr/>
            <p:nvPr/>
          </p:nvSpPr>
          <p:spPr>
            <a:xfrm>
              <a:off x="1492250" y="1229359"/>
              <a:ext cx="181610" cy="6350"/>
            </a:xfrm>
            <a:custGeom>
              <a:avLst/>
              <a:gdLst/>
              <a:ahLst/>
              <a:cxnLst/>
              <a:rect l="l" t="t" r="r" b="b"/>
              <a:pathLst>
                <a:path w="181610" h="6350">
                  <a:moveTo>
                    <a:pt x="27927" y="0"/>
                  </a:moveTo>
                  <a:lnTo>
                    <a:pt x="1270" y="0"/>
                  </a:lnTo>
                  <a:lnTo>
                    <a:pt x="1270" y="2540"/>
                  </a:lnTo>
                  <a:lnTo>
                    <a:pt x="1270" y="3810"/>
                  </a:lnTo>
                  <a:lnTo>
                    <a:pt x="0" y="3810"/>
                  </a:lnTo>
                  <a:lnTo>
                    <a:pt x="0" y="6350"/>
                  </a:lnTo>
                  <a:lnTo>
                    <a:pt x="26670" y="6350"/>
                  </a:lnTo>
                  <a:lnTo>
                    <a:pt x="26670" y="3810"/>
                  </a:lnTo>
                  <a:lnTo>
                    <a:pt x="26670" y="2540"/>
                  </a:lnTo>
                  <a:lnTo>
                    <a:pt x="27927" y="2540"/>
                  </a:lnTo>
                  <a:lnTo>
                    <a:pt x="27927" y="0"/>
                  </a:lnTo>
                  <a:close/>
                </a:path>
                <a:path w="181610" h="6350">
                  <a:moveTo>
                    <a:pt x="181610" y="2540"/>
                  </a:moveTo>
                  <a:lnTo>
                    <a:pt x="180340" y="2540"/>
                  </a:lnTo>
                  <a:lnTo>
                    <a:pt x="180340" y="0"/>
                  </a:lnTo>
                  <a:lnTo>
                    <a:pt x="80010" y="0"/>
                  </a:lnTo>
                  <a:lnTo>
                    <a:pt x="80010" y="2540"/>
                  </a:lnTo>
                  <a:lnTo>
                    <a:pt x="80010" y="5080"/>
                  </a:lnTo>
                  <a:lnTo>
                    <a:pt x="81280" y="5080"/>
                  </a:lnTo>
                  <a:lnTo>
                    <a:pt x="81280" y="6350"/>
                  </a:lnTo>
                  <a:lnTo>
                    <a:pt x="181610" y="6350"/>
                  </a:lnTo>
                  <a:lnTo>
                    <a:pt x="181610" y="5080"/>
                  </a:lnTo>
                  <a:lnTo>
                    <a:pt x="181610" y="2540"/>
                  </a:lnTo>
                  <a:close/>
                </a:path>
              </a:pathLst>
            </a:custGeom>
            <a:solidFill>
              <a:srgbClr val="781A00"/>
            </a:solidFill>
          </p:spPr>
          <p:txBody>
            <a:bodyPr wrap="square" lIns="0" tIns="0" rIns="0" bIns="0" rtlCol="0"/>
            <a:lstStyle/>
            <a:p/>
          </p:txBody>
        </p:sp>
        <p:sp>
          <p:nvSpPr>
            <p:cNvPr id="80" name="object 80"/>
            <p:cNvSpPr/>
            <p:nvPr/>
          </p:nvSpPr>
          <p:spPr>
            <a:xfrm>
              <a:off x="1490980" y="1235709"/>
              <a:ext cx="184150" cy="7620"/>
            </a:xfrm>
            <a:custGeom>
              <a:avLst/>
              <a:gdLst/>
              <a:ahLst/>
              <a:cxnLst/>
              <a:rect l="l" t="t" r="r" b="b"/>
              <a:pathLst>
                <a:path w="184150" h="7619">
                  <a:moveTo>
                    <a:pt x="27940" y="0"/>
                  </a:moveTo>
                  <a:lnTo>
                    <a:pt x="1270" y="0"/>
                  </a:lnTo>
                  <a:lnTo>
                    <a:pt x="1270" y="1270"/>
                  </a:lnTo>
                  <a:lnTo>
                    <a:pt x="1270" y="3810"/>
                  </a:lnTo>
                  <a:lnTo>
                    <a:pt x="0" y="3810"/>
                  </a:lnTo>
                  <a:lnTo>
                    <a:pt x="0" y="7620"/>
                  </a:lnTo>
                  <a:lnTo>
                    <a:pt x="26670" y="7620"/>
                  </a:lnTo>
                  <a:lnTo>
                    <a:pt x="26670" y="3810"/>
                  </a:lnTo>
                  <a:lnTo>
                    <a:pt x="26670" y="1270"/>
                  </a:lnTo>
                  <a:lnTo>
                    <a:pt x="27940" y="1270"/>
                  </a:lnTo>
                  <a:lnTo>
                    <a:pt x="27940" y="0"/>
                  </a:lnTo>
                  <a:close/>
                </a:path>
                <a:path w="184150" h="7619">
                  <a:moveTo>
                    <a:pt x="184150" y="1270"/>
                  </a:moveTo>
                  <a:lnTo>
                    <a:pt x="182880" y="1270"/>
                  </a:lnTo>
                  <a:lnTo>
                    <a:pt x="182880" y="0"/>
                  </a:lnTo>
                  <a:lnTo>
                    <a:pt x="82550" y="0"/>
                  </a:lnTo>
                  <a:lnTo>
                    <a:pt x="82550" y="1270"/>
                  </a:lnTo>
                  <a:lnTo>
                    <a:pt x="82550" y="5080"/>
                  </a:lnTo>
                  <a:lnTo>
                    <a:pt x="83820" y="5080"/>
                  </a:lnTo>
                  <a:lnTo>
                    <a:pt x="83820" y="7620"/>
                  </a:lnTo>
                  <a:lnTo>
                    <a:pt x="184150" y="7620"/>
                  </a:lnTo>
                  <a:lnTo>
                    <a:pt x="184150" y="5080"/>
                  </a:lnTo>
                  <a:lnTo>
                    <a:pt x="184150" y="1270"/>
                  </a:lnTo>
                  <a:close/>
                </a:path>
              </a:pathLst>
            </a:custGeom>
            <a:solidFill>
              <a:srgbClr val="7B1A00"/>
            </a:solidFill>
          </p:spPr>
          <p:txBody>
            <a:bodyPr wrap="square" lIns="0" tIns="0" rIns="0" bIns="0" rtlCol="0"/>
            <a:lstStyle/>
            <a:p/>
          </p:txBody>
        </p:sp>
        <p:sp>
          <p:nvSpPr>
            <p:cNvPr id="81" name="object 81"/>
            <p:cNvSpPr/>
            <p:nvPr/>
          </p:nvSpPr>
          <p:spPr>
            <a:xfrm>
              <a:off x="1488440" y="1243329"/>
              <a:ext cx="189230" cy="7620"/>
            </a:xfrm>
            <a:custGeom>
              <a:avLst/>
              <a:gdLst/>
              <a:ahLst/>
              <a:cxnLst/>
              <a:rect l="l" t="t" r="r" b="b"/>
              <a:pathLst>
                <a:path w="189230" h="7619">
                  <a:moveTo>
                    <a:pt x="29210" y="0"/>
                  </a:moveTo>
                  <a:lnTo>
                    <a:pt x="27940" y="0"/>
                  </a:lnTo>
                  <a:lnTo>
                    <a:pt x="25603" y="0"/>
                  </a:lnTo>
                  <a:lnTo>
                    <a:pt x="17564" y="0"/>
                  </a:lnTo>
                  <a:lnTo>
                    <a:pt x="17564" y="1270"/>
                  </a:lnTo>
                  <a:lnTo>
                    <a:pt x="17564" y="6350"/>
                  </a:lnTo>
                  <a:lnTo>
                    <a:pt x="11633" y="6350"/>
                  </a:lnTo>
                  <a:lnTo>
                    <a:pt x="11633" y="1270"/>
                  </a:lnTo>
                  <a:lnTo>
                    <a:pt x="17564" y="1270"/>
                  </a:lnTo>
                  <a:lnTo>
                    <a:pt x="17564" y="0"/>
                  </a:lnTo>
                  <a:lnTo>
                    <a:pt x="2540" y="0"/>
                  </a:lnTo>
                  <a:lnTo>
                    <a:pt x="2540" y="1270"/>
                  </a:lnTo>
                  <a:lnTo>
                    <a:pt x="1270" y="1270"/>
                  </a:lnTo>
                  <a:lnTo>
                    <a:pt x="1270" y="7277"/>
                  </a:lnTo>
                  <a:lnTo>
                    <a:pt x="0" y="7620"/>
                  </a:lnTo>
                  <a:lnTo>
                    <a:pt x="1270" y="7620"/>
                  </a:lnTo>
                  <a:lnTo>
                    <a:pt x="3594" y="7620"/>
                  </a:lnTo>
                  <a:lnTo>
                    <a:pt x="11633" y="7620"/>
                  </a:lnTo>
                  <a:lnTo>
                    <a:pt x="26670" y="7620"/>
                  </a:lnTo>
                  <a:lnTo>
                    <a:pt x="26670" y="6350"/>
                  </a:lnTo>
                  <a:lnTo>
                    <a:pt x="27940" y="6350"/>
                  </a:lnTo>
                  <a:lnTo>
                    <a:pt x="27940" y="355"/>
                  </a:lnTo>
                  <a:lnTo>
                    <a:pt x="29210" y="0"/>
                  </a:lnTo>
                  <a:close/>
                </a:path>
                <a:path w="189230" h="7619">
                  <a:moveTo>
                    <a:pt x="189230" y="6350"/>
                  </a:moveTo>
                  <a:lnTo>
                    <a:pt x="187960" y="6350"/>
                  </a:lnTo>
                  <a:lnTo>
                    <a:pt x="187960" y="2540"/>
                  </a:lnTo>
                  <a:lnTo>
                    <a:pt x="187960" y="0"/>
                  </a:lnTo>
                  <a:lnTo>
                    <a:pt x="86360" y="0"/>
                  </a:lnTo>
                  <a:lnTo>
                    <a:pt x="86360" y="2540"/>
                  </a:lnTo>
                  <a:lnTo>
                    <a:pt x="87630" y="2540"/>
                  </a:lnTo>
                  <a:lnTo>
                    <a:pt x="87630" y="6350"/>
                  </a:lnTo>
                  <a:lnTo>
                    <a:pt x="87630" y="7620"/>
                  </a:lnTo>
                  <a:lnTo>
                    <a:pt x="189230" y="7620"/>
                  </a:lnTo>
                  <a:lnTo>
                    <a:pt x="189230" y="6350"/>
                  </a:lnTo>
                  <a:close/>
                </a:path>
              </a:pathLst>
            </a:custGeom>
            <a:solidFill>
              <a:srgbClr val="7D1900"/>
            </a:solidFill>
          </p:spPr>
          <p:txBody>
            <a:bodyPr wrap="square" lIns="0" tIns="0" rIns="0" bIns="0" rtlCol="0"/>
            <a:lstStyle/>
            <a:p/>
          </p:txBody>
        </p:sp>
        <p:sp>
          <p:nvSpPr>
            <p:cNvPr id="82" name="object 82"/>
            <p:cNvSpPr/>
            <p:nvPr/>
          </p:nvSpPr>
          <p:spPr>
            <a:xfrm>
              <a:off x="1487170" y="1250949"/>
              <a:ext cx="191770" cy="7620"/>
            </a:xfrm>
            <a:custGeom>
              <a:avLst/>
              <a:gdLst/>
              <a:ahLst/>
              <a:cxnLst/>
              <a:rect l="l" t="t" r="r" b="b"/>
              <a:pathLst>
                <a:path w="191769" h="7619">
                  <a:moveTo>
                    <a:pt x="26657" y="5092"/>
                  </a:moveTo>
                  <a:lnTo>
                    <a:pt x="0" y="5092"/>
                  </a:lnTo>
                  <a:lnTo>
                    <a:pt x="0" y="7620"/>
                  </a:lnTo>
                  <a:lnTo>
                    <a:pt x="26657" y="7620"/>
                  </a:lnTo>
                  <a:lnTo>
                    <a:pt x="26657" y="5092"/>
                  </a:lnTo>
                  <a:close/>
                </a:path>
                <a:path w="191769" h="7619">
                  <a:moveTo>
                    <a:pt x="27940" y="0"/>
                  </a:moveTo>
                  <a:lnTo>
                    <a:pt x="1270" y="0"/>
                  </a:lnTo>
                  <a:lnTo>
                    <a:pt x="1270" y="3810"/>
                  </a:lnTo>
                  <a:lnTo>
                    <a:pt x="1270" y="5080"/>
                  </a:lnTo>
                  <a:lnTo>
                    <a:pt x="26670" y="5080"/>
                  </a:lnTo>
                  <a:lnTo>
                    <a:pt x="26670" y="3810"/>
                  </a:lnTo>
                  <a:lnTo>
                    <a:pt x="27940" y="3810"/>
                  </a:lnTo>
                  <a:lnTo>
                    <a:pt x="27940" y="0"/>
                  </a:lnTo>
                  <a:close/>
                </a:path>
                <a:path w="191769" h="7619">
                  <a:moveTo>
                    <a:pt x="191770" y="5092"/>
                  </a:moveTo>
                  <a:lnTo>
                    <a:pt x="90170" y="5092"/>
                  </a:lnTo>
                  <a:lnTo>
                    <a:pt x="90170" y="7620"/>
                  </a:lnTo>
                  <a:lnTo>
                    <a:pt x="191770" y="7620"/>
                  </a:lnTo>
                  <a:lnTo>
                    <a:pt x="191770" y="5092"/>
                  </a:lnTo>
                  <a:close/>
                </a:path>
                <a:path w="191769" h="7619">
                  <a:moveTo>
                    <a:pt x="191770" y="3810"/>
                  </a:moveTo>
                  <a:lnTo>
                    <a:pt x="190500" y="3810"/>
                  </a:lnTo>
                  <a:lnTo>
                    <a:pt x="190500" y="1270"/>
                  </a:lnTo>
                  <a:lnTo>
                    <a:pt x="190500" y="0"/>
                  </a:lnTo>
                  <a:lnTo>
                    <a:pt x="88900" y="0"/>
                  </a:lnTo>
                  <a:lnTo>
                    <a:pt x="88900" y="1270"/>
                  </a:lnTo>
                  <a:lnTo>
                    <a:pt x="90170" y="1270"/>
                  </a:lnTo>
                  <a:lnTo>
                    <a:pt x="90170" y="3810"/>
                  </a:lnTo>
                  <a:lnTo>
                    <a:pt x="90170" y="5080"/>
                  </a:lnTo>
                  <a:lnTo>
                    <a:pt x="191770" y="5080"/>
                  </a:lnTo>
                  <a:lnTo>
                    <a:pt x="191770" y="3810"/>
                  </a:lnTo>
                  <a:close/>
                </a:path>
              </a:pathLst>
            </a:custGeom>
            <a:solidFill>
              <a:srgbClr val="7F1900"/>
            </a:solidFill>
          </p:spPr>
          <p:txBody>
            <a:bodyPr wrap="square" lIns="0" tIns="0" rIns="0" bIns="0" rtlCol="0"/>
            <a:lstStyle/>
            <a:p/>
          </p:txBody>
        </p:sp>
        <p:sp>
          <p:nvSpPr>
            <p:cNvPr id="83" name="object 83"/>
            <p:cNvSpPr/>
            <p:nvPr/>
          </p:nvSpPr>
          <p:spPr>
            <a:xfrm>
              <a:off x="1485900" y="1258569"/>
              <a:ext cx="194310" cy="6350"/>
            </a:xfrm>
            <a:custGeom>
              <a:avLst/>
              <a:gdLst/>
              <a:ahLst/>
              <a:cxnLst/>
              <a:rect l="l" t="t" r="r" b="b"/>
              <a:pathLst>
                <a:path w="194310" h="6350">
                  <a:moveTo>
                    <a:pt x="27927" y="0"/>
                  </a:moveTo>
                  <a:lnTo>
                    <a:pt x="1270" y="0"/>
                  </a:lnTo>
                  <a:lnTo>
                    <a:pt x="1270" y="2540"/>
                  </a:lnTo>
                  <a:lnTo>
                    <a:pt x="1270" y="3810"/>
                  </a:lnTo>
                  <a:lnTo>
                    <a:pt x="0" y="3810"/>
                  </a:lnTo>
                  <a:lnTo>
                    <a:pt x="0" y="6350"/>
                  </a:lnTo>
                  <a:lnTo>
                    <a:pt x="26670" y="6350"/>
                  </a:lnTo>
                  <a:lnTo>
                    <a:pt x="26670" y="3810"/>
                  </a:lnTo>
                  <a:lnTo>
                    <a:pt x="26670" y="2540"/>
                  </a:lnTo>
                  <a:lnTo>
                    <a:pt x="27927" y="2540"/>
                  </a:lnTo>
                  <a:lnTo>
                    <a:pt x="27927" y="0"/>
                  </a:lnTo>
                  <a:close/>
                </a:path>
                <a:path w="194310" h="6350">
                  <a:moveTo>
                    <a:pt x="194310" y="2540"/>
                  </a:moveTo>
                  <a:lnTo>
                    <a:pt x="193040" y="2540"/>
                  </a:lnTo>
                  <a:lnTo>
                    <a:pt x="193040" y="0"/>
                  </a:lnTo>
                  <a:lnTo>
                    <a:pt x="92710" y="0"/>
                  </a:lnTo>
                  <a:lnTo>
                    <a:pt x="92710" y="2540"/>
                  </a:lnTo>
                  <a:lnTo>
                    <a:pt x="92710" y="5080"/>
                  </a:lnTo>
                  <a:lnTo>
                    <a:pt x="93980" y="5080"/>
                  </a:lnTo>
                  <a:lnTo>
                    <a:pt x="93980" y="6350"/>
                  </a:lnTo>
                  <a:lnTo>
                    <a:pt x="194310" y="6350"/>
                  </a:lnTo>
                  <a:lnTo>
                    <a:pt x="194310" y="5080"/>
                  </a:lnTo>
                  <a:lnTo>
                    <a:pt x="194310" y="2540"/>
                  </a:lnTo>
                  <a:close/>
                </a:path>
              </a:pathLst>
            </a:custGeom>
            <a:solidFill>
              <a:srgbClr val="811800"/>
            </a:solidFill>
          </p:spPr>
          <p:txBody>
            <a:bodyPr wrap="square" lIns="0" tIns="0" rIns="0" bIns="0" rtlCol="0"/>
            <a:lstStyle/>
            <a:p/>
          </p:txBody>
        </p:sp>
        <p:sp>
          <p:nvSpPr>
            <p:cNvPr id="84" name="object 84"/>
            <p:cNvSpPr/>
            <p:nvPr/>
          </p:nvSpPr>
          <p:spPr>
            <a:xfrm>
              <a:off x="1484630" y="1264919"/>
              <a:ext cx="196850" cy="7620"/>
            </a:xfrm>
            <a:custGeom>
              <a:avLst/>
              <a:gdLst/>
              <a:ahLst/>
              <a:cxnLst/>
              <a:rect l="l" t="t" r="r" b="b"/>
              <a:pathLst>
                <a:path w="196850" h="7619">
                  <a:moveTo>
                    <a:pt x="27940" y="0"/>
                  </a:moveTo>
                  <a:lnTo>
                    <a:pt x="1270" y="0"/>
                  </a:lnTo>
                  <a:lnTo>
                    <a:pt x="1270" y="1270"/>
                  </a:lnTo>
                  <a:lnTo>
                    <a:pt x="1270" y="2540"/>
                  </a:lnTo>
                  <a:lnTo>
                    <a:pt x="0" y="2540"/>
                  </a:lnTo>
                  <a:lnTo>
                    <a:pt x="0" y="7620"/>
                  </a:lnTo>
                  <a:lnTo>
                    <a:pt x="26670" y="7620"/>
                  </a:lnTo>
                  <a:lnTo>
                    <a:pt x="26670" y="2540"/>
                  </a:lnTo>
                  <a:lnTo>
                    <a:pt x="26670" y="1270"/>
                  </a:lnTo>
                  <a:lnTo>
                    <a:pt x="27940" y="1270"/>
                  </a:lnTo>
                  <a:lnTo>
                    <a:pt x="27940" y="0"/>
                  </a:lnTo>
                  <a:close/>
                </a:path>
                <a:path w="196850" h="7619">
                  <a:moveTo>
                    <a:pt x="196850" y="1270"/>
                  </a:moveTo>
                  <a:lnTo>
                    <a:pt x="195580" y="1270"/>
                  </a:lnTo>
                  <a:lnTo>
                    <a:pt x="195580" y="0"/>
                  </a:lnTo>
                  <a:lnTo>
                    <a:pt x="95250" y="0"/>
                  </a:lnTo>
                  <a:lnTo>
                    <a:pt x="95250" y="1270"/>
                  </a:lnTo>
                  <a:lnTo>
                    <a:pt x="95250" y="5080"/>
                  </a:lnTo>
                  <a:lnTo>
                    <a:pt x="96520" y="5080"/>
                  </a:lnTo>
                  <a:lnTo>
                    <a:pt x="96520" y="7620"/>
                  </a:lnTo>
                  <a:lnTo>
                    <a:pt x="196850" y="7620"/>
                  </a:lnTo>
                  <a:lnTo>
                    <a:pt x="196850" y="5080"/>
                  </a:lnTo>
                  <a:lnTo>
                    <a:pt x="196850" y="1270"/>
                  </a:lnTo>
                  <a:close/>
                </a:path>
              </a:pathLst>
            </a:custGeom>
            <a:solidFill>
              <a:srgbClr val="841800"/>
            </a:solidFill>
          </p:spPr>
          <p:txBody>
            <a:bodyPr wrap="square" lIns="0" tIns="0" rIns="0" bIns="0" rtlCol="0"/>
            <a:lstStyle/>
            <a:p/>
          </p:txBody>
        </p:sp>
        <p:sp>
          <p:nvSpPr>
            <p:cNvPr id="85" name="object 85"/>
            <p:cNvSpPr/>
            <p:nvPr/>
          </p:nvSpPr>
          <p:spPr>
            <a:xfrm>
              <a:off x="1482090" y="1272539"/>
              <a:ext cx="201930" cy="7620"/>
            </a:xfrm>
            <a:custGeom>
              <a:avLst/>
              <a:gdLst/>
              <a:ahLst/>
              <a:cxnLst/>
              <a:rect l="l" t="t" r="r" b="b"/>
              <a:pathLst>
                <a:path w="201930" h="7619">
                  <a:moveTo>
                    <a:pt x="27940" y="0"/>
                  </a:moveTo>
                  <a:lnTo>
                    <a:pt x="2540" y="0"/>
                  </a:lnTo>
                  <a:lnTo>
                    <a:pt x="2540" y="1270"/>
                  </a:lnTo>
                  <a:lnTo>
                    <a:pt x="1270" y="1270"/>
                  </a:lnTo>
                  <a:lnTo>
                    <a:pt x="1270" y="5080"/>
                  </a:lnTo>
                  <a:lnTo>
                    <a:pt x="1270" y="6350"/>
                  </a:lnTo>
                  <a:lnTo>
                    <a:pt x="0" y="6350"/>
                  </a:lnTo>
                  <a:lnTo>
                    <a:pt x="0" y="7620"/>
                  </a:lnTo>
                  <a:lnTo>
                    <a:pt x="26670" y="7620"/>
                  </a:lnTo>
                  <a:lnTo>
                    <a:pt x="26670" y="6350"/>
                  </a:lnTo>
                  <a:lnTo>
                    <a:pt x="26670" y="5080"/>
                  </a:lnTo>
                  <a:lnTo>
                    <a:pt x="27927" y="5080"/>
                  </a:lnTo>
                  <a:lnTo>
                    <a:pt x="27927" y="1270"/>
                  </a:lnTo>
                  <a:lnTo>
                    <a:pt x="27940" y="0"/>
                  </a:lnTo>
                  <a:close/>
                </a:path>
                <a:path w="201930" h="7619">
                  <a:moveTo>
                    <a:pt x="201930" y="5080"/>
                  </a:moveTo>
                  <a:lnTo>
                    <a:pt x="200660" y="5080"/>
                  </a:lnTo>
                  <a:lnTo>
                    <a:pt x="200660" y="3810"/>
                  </a:lnTo>
                  <a:lnTo>
                    <a:pt x="200660" y="0"/>
                  </a:lnTo>
                  <a:lnTo>
                    <a:pt x="99060" y="0"/>
                  </a:lnTo>
                  <a:lnTo>
                    <a:pt x="99060" y="3810"/>
                  </a:lnTo>
                  <a:lnTo>
                    <a:pt x="100330" y="3810"/>
                  </a:lnTo>
                  <a:lnTo>
                    <a:pt x="100330" y="5080"/>
                  </a:lnTo>
                  <a:lnTo>
                    <a:pt x="100330" y="7620"/>
                  </a:lnTo>
                  <a:lnTo>
                    <a:pt x="201930" y="7620"/>
                  </a:lnTo>
                  <a:lnTo>
                    <a:pt x="201930" y="5080"/>
                  </a:lnTo>
                  <a:close/>
                </a:path>
              </a:pathLst>
            </a:custGeom>
            <a:solidFill>
              <a:srgbClr val="861700"/>
            </a:solidFill>
          </p:spPr>
          <p:txBody>
            <a:bodyPr wrap="square" lIns="0" tIns="0" rIns="0" bIns="0" rtlCol="0"/>
            <a:lstStyle/>
            <a:p/>
          </p:txBody>
        </p:sp>
        <p:sp>
          <p:nvSpPr>
            <p:cNvPr id="86" name="object 86"/>
            <p:cNvSpPr/>
            <p:nvPr/>
          </p:nvSpPr>
          <p:spPr>
            <a:xfrm>
              <a:off x="1480820" y="1280159"/>
              <a:ext cx="204470" cy="6350"/>
            </a:xfrm>
            <a:custGeom>
              <a:avLst/>
              <a:gdLst/>
              <a:ahLst/>
              <a:cxnLst/>
              <a:rect l="l" t="t" r="r" b="b"/>
              <a:pathLst>
                <a:path w="204469" h="6350">
                  <a:moveTo>
                    <a:pt x="27940" y="0"/>
                  </a:moveTo>
                  <a:lnTo>
                    <a:pt x="1270" y="0"/>
                  </a:lnTo>
                  <a:lnTo>
                    <a:pt x="1270" y="1270"/>
                  </a:lnTo>
                  <a:lnTo>
                    <a:pt x="1270" y="3810"/>
                  </a:lnTo>
                  <a:lnTo>
                    <a:pt x="1270" y="5080"/>
                  </a:lnTo>
                  <a:lnTo>
                    <a:pt x="0" y="5080"/>
                  </a:lnTo>
                  <a:lnTo>
                    <a:pt x="0" y="6350"/>
                  </a:lnTo>
                  <a:lnTo>
                    <a:pt x="26657" y="6350"/>
                  </a:lnTo>
                  <a:lnTo>
                    <a:pt x="26657" y="5080"/>
                  </a:lnTo>
                  <a:lnTo>
                    <a:pt x="26670" y="3810"/>
                  </a:lnTo>
                  <a:lnTo>
                    <a:pt x="27940" y="3810"/>
                  </a:lnTo>
                  <a:lnTo>
                    <a:pt x="27940" y="1270"/>
                  </a:lnTo>
                  <a:lnTo>
                    <a:pt x="27940" y="0"/>
                  </a:lnTo>
                  <a:close/>
                </a:path>
                <a:path w="204469" h="6350">
                  <a:moveTo>
                    <a:pt x="204470" y="3810"/>
                  </a:moveTo>
                  <a:lnTo>
                    <a:pt x="203200" y="3810"/>
                  </a:lnTo>
                  <a:lnTo>
                    <a:pt x="203200" y="1270"/>
                  </a:lnTo>
                  <a:lnTo>
                    <a:pt x="203200" y="0"/>
                  </a:lnTo>
                  <a:lnTo>
                    <a:pt x="101600" y="0"/>
                  </a:lnTo>
                  <a:lnTo>
                    <a:pt x="101600" y="1270"/>
                  </a:lnTo>
                  <a:lnTo>
                    <a:pt x="102870" y="1270"/>
                  </a:lnTo>
                  <a:lnTo>
                    <a:pt x="102870" y="3810"/>
                  </a:lnTo>
                  <a:lnTo>
                    <a:pt x="102870" y="6350"/>
                  </a:lnTo>
                  <a:lnTo>
                    <a:pt x="204470" y="6350"/>
                  </a:lnTo>
                  <a:lnTo>
                    <a:pt x="204470" y="3810"/>
                  </a:lnTo>
                  <a:close/>
                </a:path>
              </a:pathLst>
            </a:custGeom>
            <a:solidFill>
              <a:srgbClr val="881700"/>
            </a:solidFill>
          </p:spPr>
          <p:txBody>
            <a:bodyPr wrap="square" lIns="0" tIns="0" rIns="0" bIns="0" rtlCol="0"/>
            <a:lstStyle/>
            <a:p/>
          </p:txBody>
        </p:sp>
        <p:sp>
          <p:nvSpPr>
            <p:cNvPr id="87" name="object 87"/>
            <p:cNvSpPr/>
            <p:nvPr/>
          </p:nvSpPr>
          <p:spPr>
            <a:xfrm>
              <a:off x="1479550" y="1286509"/>
              <a:ext cx="207010" cy="7620"/>
            </a:xfrm>
            <a:custGeom>
              <a:avLst/>
              <a:gdLst/>
              <a:ahLst/>
              <a:cxnLst/>
              <a:rect l="l" t="t" r="r" b="b"/>
              <a:pathLst>
                <a:path w="207010" h="7619">
                  <a:moveTo>
                    <a:pt x="27940" y="0"/>
                  </a:moveTo>
                  <a:lnTo>
                    <a:pt x="1270" y="0"/>
                  </a:lnTo>
                  <a:lnTo>
                    <a:pt x="1270" y="3810"/>
                  </a:lnTo>
                  <a:lnTo>
                    <a:pt x="0" y="3810"/>
                  </a:lnTo>
                  <a:lnTo>
                    <a:pt x="0" y="7620"/>
                  </a:lnTo>
                  <a:lnTo>
                    <a:pt x="26670" y="7620"/>
                  </a:lnTo>
                  <a:lnTo>
                    <a:pt x="26670" y="3810"/>
                  </a:lnTo>
                  <a:lnTo>
                    <a:pt x="27927" y="3810"/>
                  </a:lnTo>
                  <a:lnTo>
                    <a:pt x="27940" y="0"/>
                  </a:lnTo>
                  <a:close/>
                </a:path>
                <a:path w="207010" h="7619">
                  <a:moveTo>
                    <a:pt x="207010" y="2540"/>
                  </a:moveTo>
                  <a:lnTo>
                    <a:pt x="205740" y="2540"/>
                  </a:lnTo>
                  <a:lnTo>
                    <a:pt x="205740" y="1270"/>
                  </a:lnTo>
                  <a:lnTo>
                    <a:pt x="205740" y="0"/>
                  </a:lnTo>
                  <a:lnTo>
                    <a:pt x="104140" y="0"/>
                  </a:lnTo>
                  <a:lnTo>
                    <a:pt x="104140" y="1270"/>
                  </a:lnTo>
                  <a:lnTo>
                    <a:pt x="105410" y="1270"/>
                  </a:lnTo>
                  <a:lnTo>
                    <a:pt x="105410" y="2540"/>
                  </a:lnTo>
                  <a:lnTo>
                    <a:pt x="105410" y="7620"/>
                  </a:lnTo>
                  <a:lnTo>
                    <a:pt x="207010" y="7620"/>
                  </a:lnTo>
                  <a:lnTo>
                    <a:pt x="207010" y="2540"/>
                  </a:lnTo>
                  <a:close/>
                </a:path>
              </a:pathLst>
            </a:custGeom>
            <a:solidFill>
              <a:srgbClr val="8A1700"/>
            </a:solidFill>
          </p:spPr>
          <p:txBody>
            <a:bodyPr wrap="square" lIns="0" tIns="0" rIns="0" bIns="0" rtlCol="0"/>
            <a:lstStyle/>
            <a:p/>
          </p:txBody>
        </p:sp>
        <p:sp>
          <p:nvSpPr>
            <p:cNvPr id="88" name="object 88"/>
            <p:cNvSpPr/>
            <p:nvPr/>
          </p:nvSpPr>
          <p:spPr>
            <a:xfrm>
              <a:off x="1478279" y="1294129"/>
              <a:ext cx="210820" cy="7620"/>
            </a:xfrm>
            <a:custGeom>
              <a:avLst/>
              <a:gdLst/>
              <a:ahLst/>
              <a:cxnLst/>
              <a:rect l="l" t="t" r="r" b="b"/>
              <a:pathLst>
                <a:path w="210819" h="7619">
                  <a:moveTo>
                    <a:pt x="27939" y="0"/>
                  </a:moveTo>
                  <a:lnTo>
                    <a:pt x="1269" y="0"/>
                  </a:lnTo>
                  <a:lnTo>
                    <a:pt x="1269" y="2540"/>
                  </a:lnTo>
                  <a:lnTo>
                    <a:pt x="0" y="2540"/>
                  </a:lnTo>
                  <a:lnTo>
                    <a:pt x="0" y="7620"/>
                  </a:lnTo>
                  <a:lnTo>
                    <a:pt x="26669" y="7620"/>
                  </a:lnTo>
                  <a:lnTo>
                    <a:pt x="26669" y="1270"/>
                  </a:lnTo>
                  <a:lnTo>
                    <a:pt x="27939" y="1270"/>
                  </a:lnTo>
                  <a:lnTo>
                    <a:pt x="27939" y="0"/>
                  </a:lnTo>
                  <a:close/>
                </a:path>
                <a:path w="210819" h="7619">
                  <a:moveTo>
                    <a:pt x="107950" y="94"/>
                  </a:moveTo>
                  <a:lnTo>
                    <a:pt x="107950" y="5080"/>
                  </a:lnTo>
                  <a:lnTo>
                    <a:pt x="109219" y="5080"/>
                  </a:lnTo>
                  <a:lnTo>
                    <a:pt x="109219" y="7620"/>
                  </a:lnTo>
                  <a:lnTo>
                    <a:pt x="209550" y="7620"/>
                  </a:lnTo>
                  <a:lnTo>
                    <a:pt x="107950" y="94"/>
                  </a:lnTo>
                  <a:close/>
                </a:path>
                <a:path w="210819" h="7619">
                  <a:moveTo>
                    <a:pt x="209550" y="7525"/>
                  </a:moveTo>
                  <a:lnTo>
                    <a:pt x="210819" y="7620"/>
                  </a:lnTo>
                  <a:lnTo>
                    <a:pt x="209550" y="7525"/>
                  </a:lnTo>
                  <a:close/>
                </a:path>
                <a:path w="210819" h="7619">
                  <a:moveTo>
                    <a:pt x="208280" y="0"/>
                  </a:moveTo>
                  <a:lnTo>
                    <a:pt x="107950" y="0"/>
                  </a:lnTo>
                  <a:lnTo>
                    <a:pt x="209550" y="7525"/>
                  </a:lnTo>
                  <a:lnTo>
                    <a:pt x="209550" y="1270"/>
                  </a:lnTo>
                  <a:lnTo>
                    <a:pt x="208280" y="1270"/>
                  </a:lnTo>
                  <a:lnTo>
                    <a:pt x="208280" y="0"/>
                  </a:lnTo>
                  <a:close/>
                </a:path>
                <a:path w="210819" h="7619">
                  <a:moveTo>
                    <a:pt x="107950" y="0"/>
                  </a:moveTo>
                  <a:lnTo>
                    <a:pt x="106679" y="0"/>
                  </a:lnTo>
                  <a:lnTo>
                    <a:pt x="107950" y="94"/>
                  </a:lnTo>
                  <a:close/>
                </a:path>
              </a:pathLst>
            </a:custGeom>
            <a:solidFill>
              <a:srgbClr val="8D1600"/>
            </a:solidFill>
          </p:spPr>
          <p:txBody>
            <a:bodyPr wrap="square" lIns="0" tIns="0" rIns="0" bIns="0" rtlCol="0"/>
            <a:lstStyle/>
            <a:p/>
          </p:txBody>
        </p:sp>
        <p:sp>
          <p:nvSpPr>
            <p:cNvPr id="89" name="object 89"/>
            <p:cNvSpPr/>
            <p:nvPr/>
          </p:nvSpPr>
          <p:spPr>
            <a:xfrm>
              <a:off x="1477010" y="1301749"/>
              <a:ext cx="213360" cy="6350"/>
            </a:xfrm>
            <a:custGeom>
              <a:avLst/>
              <a:gdLst/>
              <a:ahLst/>
              <a:cxnLst/>
              <a:rect l="l" t="t" r="r" b="b"/>
              <a:pathLst>
                <a:path w="213360" h="6350">
                  <a:moveTo>
                    <a:pt x="26657" y="0"/>
                  </a:moveTo>
                  <a:lnTo>
                    <a:pt x="0" y="0"/>
                  </a:lnTo>
                  <a:lnTo>
                    <a:pt x="0" y="5080"/>
                  </a:lnTo>
                  <a:lnTo>
                    <a:pt x="0" y="6350"/>
                  </a:lnTo>
                  <a:lnTo>
                    <a:pt x="25400" y="6350"/>
                  </a:lnTo>
                  <a:lnTo>
                    <a:pt x="25400" y="5080"/>
                  </a:lnTo>
                  <a:lnTo>
                    <a:pt x="26657" y="5080"/>
                  </a:lnTo>
                  <a:lnTo>
                    <a:pt x="26657" y="0"/>
                  </a:lnTo>
                  <a:close/>
                </a:path>
                <a:path w="213360" h="6350">
                  <a:moveTo>
                    <a:pt x="213360" y="5080"/>
                  </a:moveTo>
                  <a:lnTo>
                    <a:pt x="212090" y="5080"/>
                  </a:lnTo>
                  <a:lnTo>
                    <a:pt x="212090" y="3810"/>
                  </a:lnTo>
                  <a:lnTo>
                    <a:pt x="212090" y="0"/>
                  </a:lnTo>
                  <a:lnTo>
                    <a:pt x="110490" y="0"/>
                  </a:lnTo>
                  <a:lnTo>
                    <a:pt x="110490" y="3810"/>
                  </a:lnTo>
                  <a:lnTo>
                    <a:pt x="111760" y="3810"/>
                  </a:lnTo>
                  <a:lnTo>
                    <a:pt x="111760" y="5080"/>
                  </a:lnTo>
                  <a:lnTo>
                    <a:pt x="111760" y="6350"/>
                  </a:lnTo>
                  <a:lnTo>
                    <a:pt x="213360" y="6350"/>
                  </a:lnTo>
                  <a:lnTo>
                    <a:pt x="213360" y="5080"/>
                  </a:lnTo>
                  <a:close/>
                </a:path>
              </a:pathLst>
            </a:custGeom>
            <a:solidFill>
              <a:srgbClr val="8F1600"/>
            </a:solidFill>
          </p:spPr>
          <p:txBody>
            <a:bodyPr wrap="square" lIns="0" tIns="0" rIns="0" bIns="0" rtlCol="0"/>
            <a:lstStyle/>
            <a:p/>
          </p:txBody>
        </p:sp>
        <p:sp>
          <p:nvSpPr>
            <p:cNvPr id="90" name="object 90"/>
            <p:cNvSpPr/>
            <p:nvPr/>
          </p:nvSpPr>
          <p:spPr>
            <a:xfrm>
              <a:off x="1474470" y="1308099"/>
              <a:ext cx="217170" cy="7620"/>
            </a:xfrm>
            <a:custGeom>
              <a:avLst/>
              <a:gdLst/>
              <a:ahLst/>
              <a:cxnLst/>
              <a:rect l="l" t="t" r="r" b="b"/>
              <a:pathLst>
                <a:path w="217169" h="7619">
                  <a:moveTo>
                    <a:pt x="27940" y="0"/>
                  </a:moveTo>
                  <a:lnTo>
                    <a:pt x="1270" y="0"/>
                  </a:lnTo>
                  <a:lnTo>
                    <a:pt x="1270" y="5080"/>
                  </a:lnTo>
                  <a:lnTo>
                    <a:pt x="1270" y="6350"/>
                  </a:lnTo>
                  <a:lnTo>
                    <a:pt x="0" y="6350"/>
                  </a:lnTo>
                  <a:lnTo>
                    <a:pt x="0" y="7620"/>
                  </a:lnTo>
                  <a:lnTo>
                    <a:pt x="26657" y="7620"/>
                  </a:lnTo>
                  <a:lnTo>
                    <a:pt x="26657" y="6350"/>
                  </a:lnTo>
                  <a:lnTo>
                    <a:pt x="26670" y="5080"/>
                  </a:lnTo>
                  <a:lnTo>
                    <a:pt x="27940" y="5080"/>
                  </a:lnTo>
                  <a:lnTo>
                    <a:pt x="27940" y="0"/>
                  </a:lnTo>
                  <a:close/>
                </a:path>
                <a:path w="217169" h="7619">
                  <a:moveTo>
                    <a:pt x="217170" y="5080"/>
                  </a:moveTo>
                  <a:lnTo>
                    <a:pt x="215900" y="5080"/>
                  </a:lnTo>
                  <a:lnTo>
                    <a:pt x="215900" y="3810"/>
                  </a:lnTo>
                  <a:lnTo>
                    <a:pt x="215900" y="0"/>
                  </a:lnTo>
                  <a:lnTo>
                    <a:pt x="114300" y="0"/>
                  </a:lnTo>
                  <a:lnTo>
                    <a:pt x="114300" y="3810"/>
                  </a:lnTo>
                  <a:lnTo>
                    <a:pt x="115570" y="3810"/>
                  </a:lnTo>
                  <a:lnTo>
                    <a:pt x="115570" y="5080"/>
                  </a:lnTo>
                  <a:lnTo>
                    <a:pt x="115570" y="7620"/>
                  </a:lnTo>
                  <a:lnTo>
                    <a:pt x="217170" y="7620"/>
                  </a:lnTo>
                  <a:lnTo>
                    <a:pt x="217170" y="5080"/>
                  </a:lnTo>
                  <a:close/>
                </a:path>
              </a:pathLst>
            </a:custGeom>
            <a:solidFill>
              <a:srgbClr val="911500"/>
            </a:solidFill>
          </p:spPr>
          <p:txBody>
            <a:bodyPr wrap="square" lIns="0" tIns="0" rIns="0" bIns="0" rtlCol="0"/>
            <a:lstStyle/>
            <a:p/>
          </p:txBody>
        </p:sp>
        <p:sp>
          <p:nvSpPr>
            <p:cNvPr id="91" name="object 91"/>
            <p:cNvSpPr/>
            <p:nvPr/>
          </p:nvSpPr>
          <p:spPr>
            <a:xfrm>
              <a:off x="1473200" y="1315719"/>
              <a:ext cx="219710" cy="7620"/>
            </a:xfrm>
            <a:custGeom>
              <a:avLst/>
              <a:gdLst/>
              <a:ahLst/>
              <a:cxnLst/>
              <a:rect l="l" t="t" r="r" b="b"/>
              <a:pathLst>
                <a:path w="219710" h="7619">
                  <a:moveTo>
                    <a:pt x="27927" y="0"/>
                  </a:moveTo>
                  <a:lnTo>
                    <a:pt x="1270" y="0"/>
                  </a:lnTo>
                  <a:lnTo>
                    <a:pt x="1270" y="2540"/>
                  </a:lnTo>
                  <a:lnTo>
                    <a:pt x="1270" y="3810"/>
                  </a:lnTo>
                  <a:lnTo>
                    <a:pt x="0" y="3810"/>
                  </a:lnTo>
                  <a:lnTo>
                    <a:pt x="0" y="7620"/>
                  </a:lnTo>
                  <a:lnTo>
                    <a:pt x="26670" y="7620"/>
                  </a:lnTo>
                  <a:lnTo>
                    <a:pt x="26670" y="3810"/>
                  </a:lnTo>
                  <a:lnTo>
                    <a:pt x="26670" y="2540"/>
                  </a:lnTo>
                  <a:lnTo>
                    <a:pt x="27927" y="2540"/>
                  </a:lnTo>
                  <a:lnTo>
                    <a:pt x="27927" y="0"/>
                  </a:lnTo>
                  <a:close/>
                </a:path>
                <a:path w="219710" h="7619">
                  <a:moveTo>
                    <a:pt x="219710" y="2540"/>
                  </a:moveTo>
                  <a:lnTo>
                    <a:pt x="218440" y="2540"/>
                  </a:lnTo>
                  <a:lnTo>
                    <a:pt x="218440" y="1270"/>
                  </a:lnTo>
                  <a:lnTo>
                    <a:pt x="218440" y="0"/>
                  </a:lnTo>
                  <a:lnTo>
                    <a:pt x="116840" y="0"/>
                  </a:lnTo>
                  <a:lnTo>
                    <a:pt x="116840" y="1270"/>
                  </a:lnTo>
                  <a:lnTo>
                    <a:pt x="118110" y="1270"/>
                  </a:lnTo>
                  <a:lnTo>
                    <a:pt x="118110" y="2540"/>
                  </a:lnTo>
                  <a:lnTo>
                    <a:pt x="118110" y="7620"/>
                  </a:lnTo>
                  <a:lnTo>
                    <a:pt x="219710" y="7620"/>
                  </a:lnTo>
                  <a:lnTo>
                    <a:pt x="219710" y="2540"/>
                  </a:lnTo>
                  <a:close/>
                </a:path>
              </a:pathLst>
            </a:custGeom>
            <a:solidFill>
              <a:srgbClr val="931500"/>
            </a:solidFill>
          </p:spPr>
          <p:txBody>
            <a:bodyPr wrap="square" lIns="0" tIns="0" rIns="0" bIns="0" rtlCol="0"/>
            <a:lstStyle/>
            <a:p/>
          </p:txBody>
        </p:sp>
        <p:sp>
          <p:nvSpPr>
            <p:cNvPr id="92" name="object 92"/>
            <p:cNvSpPr/>
            <p:nvPr/>
          </p:nvSpPr>
          <p:spPr>
            <a:xfrm>
              <a:off x="1471930" y="1323339"/>
              <a:ext cx="222250" cy="6350"/>
            </a:xfrm>
            <a:custGeom>
              <a:avLst/>
              <a:gdLst/>
              <a:ahLst/>
              <a:cxnLst/>
              <a:rect l="l" t="t" r="r" b="b"/>
              <a:pathLst>
                <a:path w="222250" h="6350">
                  <a:moveTo>
                    <a:pt x="27940" y="0"/>
                  </a:moveTo>
                  <a:lnTo>
                    <a:pt x="1270" y="0"/>
                  </a:lnTo>
                  <a:lnTo>
                    <a:pt x="1270" y="1270"/>
                  </a:lnTo>
                  <a:lnTo>
                    <a:pt x="1270" y="2540"/>
                  </a:lnTo>
                  <a:lnTo>
                    <a:pt x="0" y="2540"/>
                  </a:lnTo>
                  <a:lnTo>
                    <a:pt x="0" y="6350"/>
                  </a:lnTo>
                  <a:lnTo>
                    <a:pt x="26670" y="6350"/>
                  </a:lnTo>
                  <a:lnTo>
                    <a:pt x="26670" y="2540"/>
                  </a:lnTo>
                  <a:lnTo>
                    <a:pt x="26670" y="1270"/>
                  </a:lnTo>
                  <a:lnTo>
                    <a:pt x="27940" y="1270"/>
                  </a:lnTo>
                  <a:lnTo>
                    <a:pt x="27940" y="0"/>
                  </a:lnTo>
                  <a:close/>
                </a:path>
                <a:path w="222250" h="6350">
                  <a:moveTo>
                    <a:pt x="222250" y="1270"/>
                  </a:moveTo>
                  <a:lnTo>
                    <a:pt x="220980" y="1270"/>
                  </a:lnTo>
                  <a:lnTo>
                    <a:pt x="220980" y="0"/>
                  </a:lnTo>
                  <a:lnTo>
                    <a:pt x="120650" y="0"/>
                  </a:lnTo>
                  <a:lnTo>
                    <a:pt x="120650" y="1270"/>
                  </a:lnTo>
                  <a:lnTo>
                    <a:pt x="120650" y="6350"/>
                  </a:lnTo>
                  <a:lnTo>
                    <a:pt x="222250" y="6350"/>
                  </a:lnTo>
                  <a:lnTo>
                    <a:pt x="222250" y="1270"/>
                  </a:lnTo>
                  <a:close/>
                </a:path>
              </a:pathLst>
            </a:custGeom>
            <a:solidFill>
              <a:srgbClr val="961400"/>
            </a:solidFill>
          </p:spPr>
          <p:txBody>
            <a:bodyPr wrap="square" lIns="0" tIns="0" rIns="0" bIns="0" rtlCol="0"/>
            <a:lstStyle/>
            <a:p/>
          </p:txBody>
        </p:sp>
        <p:sp>
          <p:nvSpPr>
            <p:cNvPr id="93" name="object 93"/>
            <p:cNvSpPr/>
            <p:nvPr/>
          </p:nvSpPr>
          <p:spPr>
            <a:xfrm>
              <a:off x="1470660" y="1329689"/>
              <a:ext cx="226060" cy="7620"/>
            </a:xfrm>
            <a:custGeom>
              <a:avLst/>
              <a:gdLst/>
              <a:ahLst/>
              <a:cxnLst/>
              <a:rect l="l" t="t" r="r" b="b"/>
              <a:pathLst>
                <a:path w="226060" h="7619">
                  <a:moveTo>
                    <a:pt x="27940" y="0"/>
                  </a:moveTo>
                  <a:lnTo>
                    <a:pt x="1270" y="0"/>
                  </a:lnTo>
                  <a:lnTo>
                    <a:pt x="1270" y="1270"/>
                  </a:lnTo>
                  <a:lnTo>
                    <a:pt x="0" y="1270"/>
                  </a:lnTo>
                  <a:lnTo>
                    <a:pt x="0" y="6350"/>
                  </a:lnTo>
                  <a:lnTo>
                    <a:pt x="0" y="7620"/>
                  </a:lnTo>
                  <a:lnTo>
                    <a:pt x="25400" y="7620"/>
                  </a:lnTo>
                  <a:lnTo>
                    <a:pt x="25400" y="6350"/>
                  </a:lnTo>
                  <a:lnTo>
                    <a:pt x="26657" y="6350"/>
                  </a:lnTo>
                  <a:lnTo>
                    <a:pt x="26657" y="1270"/>
                  </a:lnTo>
                  <a:lnTo>
                    <a:pt x="27940" y="1270"/>
                  </a:lnTo>
                  <a:lnTo>
                    <a:pt x="27940" y="0"/>
                  </a:lnTo>
                  <a:close/>
                </a:path>
                <a:path w="226060" h="7619">
                  <a:moveTo>
                    <a:pt x="226060" y="6350"/>
                  </a:moveTo>
                  <a:lnTo>
                    <a:pt x="224790" y="6350"/>
                  </a:lnTo>
                  <a:lnTo>
                    <a:pt x="224790" y="5080"/>
                  </a:lnTo>
                  <a:lnTo>
                    <a:pt x="224790" y="0"/>
                  </a:lnTo>
                  <a:lnTo>
                    <a:pt x="123190" y="0"/>
                  </a:lnTo>
                  <a:lnTo>
                    <a:pt x="123190" y="5080"/>
                  </a:lnTo>
                  <a:lnTo>
                    <a:pt x="124460" y="5080"/>
                  </a:lnTo>
                  <a:lnTo>
                    <a:pt x="124460" y="6350"/>
                  </a:lnTo>
                  <a:lnTo>
                    <a:pt x="124460" y="7620"/>
                  </a:lnTo>
                  <a:lnTo>
                    <a:pt x="226060" y="7620"/>
                  </a:lnTo>
                  <a:lnTo>
                    <a:pt x="226060" y="6350"/>
                  </a:lnTo>
                  <a:close/>
                </a:path>
              </a:pathLst>
            </a:custGeom>
            <a:solidFill>
              <a:srgbClr val="981400"/>
            </a:solidFill>
          </p:spPr>
          <p:txBody>
            <a:bodyPr wrap="square" lIns="0" tIns="0" rIns="0" bIns="0" rtlCol="0"/>
            <a:lstStyle/>
            <a:p/>
          </p:txBody>
        </p:sp>
        <p:sp>
          <p:nvSpPr>
            <p:cNvPr id="94" name="object 94"/>
            <p:cNvSpPr/>
            <p:nvPr/>
          </p:nvSpPr>
          <p:spPr>
            <a:xfrm>
              <a:off x="1468120" y="1337309"/>
              <a:ext cx="229870" cy="7620"/>
            </a:xfrm>
            <a:custGeom>
              <a:avLst/>
              <a:gdLst/>
              <a:ahLst/>
              <a:cxnLst/>
              <a:rect l="l" t="t" r="r" b="b"/>
              <a:pathLst>
                <a:path w="229869" h="7619">
                  <a:moveTo>
                    <a:pt x="26657" y="5092"/>
                  </a:moveTo>
                  <a:lnTo>
                    <a:pt x="0" y="5092"/>
                  </a:lnTo>
                  <a:lnTo>
                    <a:pt x="0" y="7620"/>
                  </a:lnTo>
                  <a:lnTo>
                    <a:pt x="26657" y="7620"/>
                  </a:lnTo>
                  <a:lnTo>
                    <a:pt x="26657" y="5092"/>
                  </a:lnTo>
                  <a:close/>
                </a:path>
                <a:path w="229869" h="7619">
                  <a:moveTo>
                    <a:pt x="27940" y="0"/>
                  </a:moveTo>
                  <a:lnTo>
                    <a:pt x="1270" y="0"/>
                  </a:lnTo>
                  <a:lnTo>
                    <a:pt x="1270" y="5080"/>
                  </a:lnTo>
                  <a:lnTo>
                    <a:pt x="27940" y="5080"/>
                  </a:lnTo>
                  <a:lnTo>
                    <a:pt x="27940" y="0"/>
                  </a:lnTo>
                  <a:close/>
                </a:path>
                <a:path w="229869" h="7619">
                  <a:moveTo>
                    <a:pt x="229870" y="5092"/>
                  </a:moveTo>
                  <a:lnTo>
                    <a:pt x="128270" y="5092"/>
                  </a:lnTo>
                  <a:lnTo>
                    <a:pt x="128270" y="7620"/>
                  </a:lnTo>
                  <a:lnTo>
                    <a:pt x="229870" y="7620"/>
                  </a:lnTo>
                  <a:lnTo>
                    <a:pt x="229870" y="5092"/>
                  </a:lnTo>
                  <a:close/>
                </a:path>
                <a:path w="229869" h="7619">
                  <a:moveTo>
                    <a:pt x="229870" y="3810"/>
                  </a:moveTo>
                  <a:lnTo>
                    <a:pt x="228600" y="3810"/>
                  </a:lnTo>
                  <a:lnTo>
                    <a:pt x="228600" y="0"/>
                  </a:lnTo>
                  <a:lnTo>
                    <a:pt x="127000" y="0"/>
                  </a:lnTo>
                  <a:lnTo>
                    <a:pt x="127000" y="3810"/>
                  </a:lnTo>
                  <a:lnTo>
                    <a:pt x="128270" y="3810"/>
                  </a:lnTo>
                  <a:lnTo>
                    <a:pt x="128270" y="5080"/>
                  </a:lnTo>
                  <a:lnTo>
                    <a:pt x="229870" y="5080"/>
                  </a:lnTo>
                  <a:lnTo>
                    <a:pt x="229870" y="3810"/>
                  </a:lnTo>
                  <a:close/>
                </a:path>
              </a:pathLst>
            </a:custGeom>
            <a:solidFill>
              <a:srgbClr val="9A1300"/>
            </a:solidFill>
          </p:spPr>
          <p:txBody>
            <a:bodyPr wrap="square" lIns="0" tIns="0" rIns="0" bIns="0" rtlCol="0"/>
            <a:lstStyle/>
            <a:p/>
          </p:txBody>
        </p:sp>
        <p:sp>
          <p:nvSpPr>
            <p:cNvPr id="95" name="object 95"/>
            <p:cNvSpPr/>
            <p:nvPr/>
          </p:nvSpPr>
          <p:spPr>
            <a:xfrm>
              <a:off x="1466850" y="1344929"/>
              <a:ext cx="232410" cy="6350"/>
            </a:xfrm>
            <a:custGeom>
              <a:avLst/>
              <a:gdLst/>
              <a:ahLst/>
              <a:cxnLst/>
              <a:rect l="l" t="t" r="r" b="b"/>
              <a:pathLst>
                <a:path w="232410" h="6350">
                  <a:moveTo>
                    <a:pt x="27927" y="0"/>
                  </a:moveTo>
                  <a:lnTo>
                    <a:pt x="1270" y="0"/>
                  </a:lnTo>
                  <a:lnTo>
                    <a:pt x="1270" y="2540"/>
                  </a:lnTo>
                  <a:lnTo>
                    <a:pt x="1270" y="3810"/>
                  </a:lnTo>
                  <a:lnTo>
                    <a:pt x="0" y="3810"/>
                  </a:lnTo>
                  <a:lnTo>
                    <a:pt x="0" y="6350"/>
                  </a:lnTo>
                  <a:lnTo>
                    <a:pt x="26670" y="6350"/>
                  </a:lnTo>
                  <a:lnTo>
                    <a:pt x="26670" y="3810"/>
                  </a:lnTo>
                  <a:lnTo>
                    <a:pt x="26670" y="2540"/>
                  </a:lnTo>
                  <a:lnTo>
                    <a:pt x="27927" y="2540"/>
                  </a:lnTo>
                  <a:lnTo>
                    <a:pt x="27927" y="0"/>
                  </a:lnTo>
                  <a:close/>
                </a:path>
                <a:path w="232410" h="6350">
                  <a:moveTo>
                    <a:pt x="232410" y="2540"/>
                  </a:moveTo>
                  <a:lnTo>
                    <a:pt x="231140" y="2540"/>
                  </a:lnTo>
                  <a:lnTo>
                    <a:pt x="231140" y="0"/>
                  </a:lnTo>
                  <a:lnTo>
                    <a:pt x="129540" y="0"/>
                  </a:lnTo>
                  <a:lnTo>
                    <a:pt x="129540" y="2540"/>
                  </a:lnTo>
                  <a:lnTo>
                    <a:pt x="130810" y="2540"/>
                  </a:lnTo>
                  <a:lnTo>
                    <a:pt x="130810" y="6350"/>
                  </a:lnTo>
                  <a:lnTo>
                    <a:pt x="232410" y="6350"/>
                  </a:lnTo>
                  <a:lnTo>
                    <a:pt x="232410" y="2540"/>
                  </a:lnTo>
                  <a:close/>
                </a:path>
              </a:pathLst>
            </a:custGeom>
            <a:solidFill>
              <a:srgbClr val="9C1300"/>
            </a:solidFill>
          </p:spPr>
          <p:txBody>
            <a:bodyPr wrap="square" lIns="0" tIns="0" rIns="0" bIns="0" rtlCol="0"/>
            <a:lstStyle/>
            <a:p/>
          </p:txBody>
        </p:sp>
        <p:sp>
          <p:nvSpPr>
            <p:cNvPr id="96" name="object 96"/>
            <p:cNvSpPr/>
            <p:nvPr/>
          </p:nvSpPr>
          <p:spPr>
            <a:xfrm>
              <a:off x="1465580" y="1351279"/>
              <a:ext cx="234950" cy="7620"/>
            </a:xfrm>
            <a:custGeom>
              <a:avLst/>
              <a:gdLst/>
              <a:ahLst/>
              <a:cxnLst/>
              <a:rect l="l" t="t" r="r" b="b"/>
              <a:pathLst>
                <a:path w="234950" h="7619">
                  <a:moveTo>
                    <a:pt x="27940" y="0"/>
                  </a:moveTo>
                  <a:lnTo>
                    <a:pt x="1270" y="0"/>
                  </a:lnTo>
                  <a:lnTo>
                    <a:pt x="1270" y="2540"/>
                  </a:lnTo>
                  <a:lnTo>
                    <a:pt x="0" y="2540"/>
                  </a:lnTo>
                  <a:lnTo>
                    <a:pt x="0" y="7620"/>
                  </a:lnTo>
                  <a:lnTo>
                    <a:pt x="26670" y="7620"/>
                  </a:lnTo>
                  <a:lnTo>
                    <a:pt x="26670" y="2540"/>
                  </a:lnTo>
                  <a:lnTo>
                    <a:pt x="27940" y="2540"/>
                  </a:lnTo>
                  <a:lnTo>
                    <a:pt x="27940" y="0"/>
                  </a:lnTo>
                  <a:close/>
                </a:path>
                <a:path w="234950" h="7619">
                  <a:moveTo>
                    <a:pt x="234950" y="1270"/>
                  </a:moveTo>
                  <a:lnTo>
                    <a:pt x="233680" y="1270"/>
                  </a:lnTo>
                  <a:lnTo>
                    <a:pt x="233680" y="0"/>
                  </a:lnTo>
                  <a:lnTo>
                    <a:pt x="132080" y="0"/>
                  </a:lnTo>
                  <a:lnTo>
                    <a:pt x="132080" y="1270"/>
                  </a:lnTo>
                  <a:lnTo>
                    <a:pt x="133350" y="1270"/>
                  </a:lnTo>
                  <a:lnTo>
                    <a:pt x="133350" y="7620"/>
                  </a:lnTo>
                  <a:lnTo>
                    <a:pt x="234950" y="7620"/>
                  </a:lnTo>
                  <a:lnTo>
                    <a:pt x="234950" y="1270"/>
                  </a:lnTo>
                  <a:close/>
                </a:path>
              </a:pathLst>
            </a:custGeom>
            <a:solidFill>
              <a:srgbClr val="9F1200"/>
            </a:solidFill>
          </p:spPr>
          <p:txBody>
            <a:bodyPr wrap="square" lIns="0" tIns="0" rIns="0" bIns="0" rtlCol="0"/>
            <a:lstStyle/>
            <a:p/>
          </p:txBody>
        </p:sp>
        <p:sp>
          <p:nvSpPr>
            <p:cNvPr id="97" name="object 97"/>
            <p:cNvSpPr/>
            <p:nvPr/>
          </p:nvSpPr>
          <p:spPr>
            <a:xfrm>
              <a:off x="1463040" y="1358899"/>
              <a:ext cx="240029" cy="7620"/>
            </a:xfrm>
            <a:custGeom>
              <a:avLst/>
              <a:gdLst/>
              <a:ahLst/>
              <a:cxnLst/>
              <a:rect l="l" t="t" r="r" b="b"/>
              <a:pathLst>
                <a:path w="240030" h="7619">
                  <a:moveTo>
                    <a:pt x="27940" y="0"/>
                  </a:moveTo>
                  <a:lnTo>
                    <a:pt x="2540" y="0"/>
                  </a:lnTo>
                  <a:lnTo>
                    <a:pt x="2540" y="1270"/>
                  </a:lnTo>
                  <a:lnTo>
                    <a:pt x="1270" y="1270"/>
                  </a:lnTo>
                  <a:lnTo>
                    <a:pt x="1270" y="6350"/>
                  </a:lnTo>
                  <a:lnTo>
                    <a:pt x="0" y="6350"/>
                  </a:lnTo>
                  <a:lnTo>
                    <a:pt x="0" y="7620"/>
                  </a:lnTo>
                  <a:lnTo>
                    <a:pt x="26670" y="7620"/>
                  </a:lnTo>
                  <a:lnTo>
                    <a:pt x="26670" y="6350"/>
                  </a:lnTo>
                  <a:lnTo>
                    <a:pt x="27927" y="6350"/>
                  </a:lnTo>
                  <a:lnTo>
                    <a:pt x="27927" y="1270"/>
                  </a:lnTo>
                  <a:lnTo>
                    <a:pt x="27940" y="0"/>
                  </a:lnTo>
                  <a:close/>
                </a:path>
                <a:path w="240030" h="7619">
                  <a:moveTo>
                    <a:pt x="240030" y="6350"/>
                  </a:moveTo>
                  <a:lnTo>
                    <a:pt x="238760" y="6350"/>
                  </a:lnTo>
                  <a:lnTo>
                    <a:pt x="238760" y="0"/>
                  </a:lnTo>
                  <a:lnTo>
                    <a:pt x="137160" y="0"/>
                  </a:lnTo>
                  <a:lnTo>
                    <a:pt x="137160" y="6350"/>
                  </a:lnTo>
                  <a:lnTo>
                    <a:pt x="138430" y="6350"/>
                  </a:lnTo>
                  <a:lnTo>
                    <a:pt x="138430" y="7620"/>
                  </a:lnTo>
                  <a:lnTo>
                    <a:pt x="240030" y="7620"/>
                  </a:lnTo>
                  <a:lnTo>
                    <a:pt x="240030" y="6350"/>
                  </a:lnTo>
                  <a:close/>
                </a:path>
              </a:pathLst>
            </a:custGeom>
            <a:solidFill>
              <a:srgbClr val="A11200"/>
            </a:solidFill>
          </p:spPr>
          <p:txBody>
            <a:bodyPr wrap="square" lIns="0" tIns="0" rIns="0" bIns="0" rtlCol="0"/>
            <a:lstStyle/>
            <a:p/>
          </p:txBody>
        </p:sp>
        <p:sp>
          <p:nvSpPr>
            <p:cNvPr id="98" name="object 98"/>
            <p:cNvSpPr/>
            <p:nvPr/>
          </p:nvSpPr>
          <p:spPr>
            <a:xfrm>
              <a:off x="1461770" y="1366519"/>
              <a:ext cx="242570" cy="6350"/>
            </a:xfrm>
            <a:custGeom>
              <a:avLst/>
              <a:gdLst/>
              <a:ahLst/>
              <a:cxnLst/>
              <a:rect l="l" t="t" r="r" b="b"/>
              <a:pathLst>
                <a:path w="242569" h="6350">
                  <a:moveTo>
                    <a:pt x="27940" y="0"/>
                  </a:moveTo>
                  <a:lnTo>
                    <a:pt x="1270" y="0"/>
                  </a:lnTo>
                  <a:lnTo>
                    <a:pt x="1270" y="5080"/>
                  </a:lnTo>
                  <a:lnTo>
                    <a:pt x="0" y="5080"/>
                  </a:lnTo>
                  <a:lnTo>
                    <a:pt x="0" y="6350"/>
                  </a:lnTo>
                  <a:lnTo>
                    <a:pt x="26657" y="6350"/>
                  </a:lnTo>
                  <a:lnTo>
                    <a:pt x="26657" y="5080"/>
                  </a:lnTo>
                  <a:lnTo>
                    <a:pt x="27940" y="5080"/>
                  </a:lnTo>
                  <a:lnTo>
                    <a:pt x="27940" y="0"/>
                  </a:lnTo>
                  <a:close/>
                </a:path>
                <a:path w="242569" h="6350">
                  <a:moveTo>
                    <a:pt x="242570" y="3810"/>
                  </a:moveTo>
                  <a:lnTo>
                    <a:pt x="241300" y="3810"/>
                  </a:lnTo>
                  <a:lnTo>
                    <a:pt x="241300" y="0"/>
                  </a:lnTo>
                  <a:lnTo>
                    <a:pt x="139700" y="0"/>
                  </a:lnTo>
                  <a:lnTo>
                    <a:pt x="139700" y="3810"/>
                  </a:lnTo>
                  <a:lnTo>
                    <a:pt x="140970" y="3810"/>
                  </a:lnTo>
                  <a:lnTo>
                    <a:pt x="140970" y="6350"/>
                  </a:lnTo>
                  <a:lnTo>
                    <a:pt x="242570" y="6350"/>
                  </a:lnTo>
                  <a:lnTo>
                    <a:pt x="242570" y="3810"/>
                  </a:lnTo>
                  <a:close/>
                </a:path>
              </a:pathLst>
            </a:custGeom>
            <a:solidFill>
              <a:srgbClr val="A31200"/>
            </a:solidFill>
          </p:spPr>
          <p:txBody>
            <a:bodyPr wrap="square" lIns="0" tIns="0" rIns="0" bIns="0" rtlCol="0"/>
            <a:lstStyle/>
            <a:p/>
          </p:txBody>
        </p:sp>
        <p:sp>
          <p:nvSpPr>
            <p:cNvPr id="99" name="object 99"/>
            <p:cNvSpPr/>
            <p:nvPr/>
          </p:nvSpPr>
          <p:spPr>
            <a:xfrm>
              <a:off x="1460500" y="1372869"/>
              <a:ext cx="245110" cy="7620"/>
            </a:xfrm>
            <a:custGeom>
              <a:avLst/>
              <a:gdLst/>
              <a:ahLst/>
              <a:cxnLst/>
              <a:rect l="l" t="t" r="r" b="b"/>
              <a:pathLst>
                <a:path w="245110" h="7619">
                  <a:moveTo>
                    <a:pt x="27927" y="0"/>
                  </a:moveTo>
                  <a:lnTo>
                    <a:pt x="1270" y="0"/>
                  </a:lnTo>
                  <a:lnTo>
                    <a:pt x="1270" y="3810"/>
                  </a:lnTo>
                  <a:lnTo>
                    <a:pt x="0" y="3810"/>
                  </a:lnTo>
                  <a:lnTo>
                    <a:pt x="0" y="7620"/>
                  </a:lnTo>
                  <a:lnTo>
                    <a:pt x="26670" y="7620"/>
                  </a:lnTo>
                  <a:lnTo>
                    <a:pt x="26670" y="3810"/>
                  </a:lnTo>
                  <a:lnTo>
                    <a:pt x="27927" y="3810"/>
                  </a:lnTo>
                  <a:lnTo>
                    <a:pt x="27927" y="0"/>
                  </a:lnTo>
                  <a:close/>
                </a:path>
                <a:path w="245110" h="7619">
                  <a:moveTo>
                    <a:pt x="245110" y="3810"/>
                  </a:moveTo>
                  <a:lnTo>
                    <a:pt x="243840" y="3810"/>
                  </a:lnTo>
                  <a:lnTo>
                    <a:pt x="243840" y="0"/>
                  </a:lnTo>
                  <a:lnTo>
                    <a:pt x="142240" y="0"/>
                  </a:lnTo>
                  <a:lnTo>
                    <a:pt x="142240" y="3810"/>
                  </a:lnTo>
                  <a:lnTo>
                    <a:pt x="143510" y="3810"/>
                  </a:lnTo>
                  <a:lnTo>
                    <a:pt x="143510" y="7620"/>
                  </a:lnTo>
                  <a:lnTo>
                    <a:pt x="245110" y="7620"/>
                  </a:lnTo>
                  <a:lnTo>
                    <a:pt x="245110" y="3810"/>
                  </a:lnTo>
                  <a:close/>
                </a:path>
              </a:pathLst>
            </a:custGeom>
            <a:solidFill>
              <a:srgbClr val="A51100"/>
            </a:solidFill>
          </p:spPr>
          <p:txBody>
            <a:bodyPr wrap="square" lIns="0" tIns="0" rIns="0" bIns="0" rtlCol="0"/>
            <a:lstStyle/>
            <a:p/>
          </p:txBody>
        </p:sp>
        <p:sp>
          <p:nvSpPr>
            <p:cNvPr id="100" name="object 100"/>
            <p:cNvSpPr/>
            <p:nvPr/>
          </p:nvSpPr>
          <p:spPr>
            <a:xfrm>
              <a:off x="1459230" y="1380489"/>
              <a:ext cx="247650" cy="7620"/>
            </a:xfrm>
            <a:custGeom>
              <a:avLst/>
              <a:gdLst/>
              <a:ahLst/>
              <a:cxnLst/>
              <a:rect l="l" t="t" r="r" b="b"/>
              <a:pathLst>
                <a:path w="247650" h="7619">
                  <a:moveTo>
                    <a:pt x="247650" y="2552"/>
                  </a:moveTo>
                  <a:lnTo>
                    <a:pt x="0" y="2552"/>
                  </a:lnTo>
                  <a:lnTo>
                    <a:pt x="0" y="7620"/>
                  </a:lnTo>
                  <a:lnTo>
                    <a:pt x="247650" y="7620"/>
                  </a:lnTo>
                  <a:lnTo>
                    <a:pt x="247650" y="2552"/>
                  </a:lnTo>
                  <a:close/>
                </a:path>
                <a:path w="247650" h="7619">
                  <a:moveTo>
                    <a:pt x="247650" y="1270"/>
                  </a:moveTo>
                  <a:lnTo>
                    <a:pt x="246380" y="1270"/>
                  </a:lnTo>
                  <a:lnTo>
                    <a:pt x="246380" y="0"/>
                  </a:lnTo>
                  <a:lnTo>
                    <a:pt x="1270" y="0"/>
                  </a:lnTo>
                  <a:lnTo>
                    <a:pt x="1270" y="1270"/>
                  </a:lnTo>
                  <a:lnTo>
                    <a:pt x="1270" y="2540"/>
                  </a:lnTo>
                  <a:lnTo>
                    <a:pt x="247650" y="2540"/>
                  </a:lnTo>
                  <a:lnTo>
                    <a:pt x="247650" y="1270"/>
                  </a:lnTo>
                  <a:close/>
                </a:path>
              </a:pathLst>
            </a:custGeom>
            <a:solidFill>
              <a:srgbClr val="A81100"/>
            </a:solidFill>
          </p:spPr>
          <p:txBody>
            <a:bodyPr wrap="square" lIns="0" tIns="0" rIns="0" bIns="0" rtlCol="0"/>
            <a:lstStyle/>
            <a:p/>
          </p:txBody>
        </p:sp>
        <p:sp>
          <p:nvSpPr>
            <p:cNvPr id="101" name="object 101"/>
            <p:cNvSpPr/>
            <p:nvPr/>
          </p:nvSpPr>
          <p:spPr>
            <a:xfrm>
              <a:off x="1456690" y="1388109"/>
              <a:ext cx="252729" cy="7620"/>
            </a:xfrm>
            <a:custGeom>
              <a:avLst/>
              <a:gdLst/>
              <a:ahLst/>
              <a:cxnLst/>
              <a:rect l="l" t="t" r="r" b="b"/>
              <a:pathLst>
                <a:path w="252730" h="7619">
                  <a:moveTo>
                    <a:pt x="252730" y="5080"/>
                  </a:moveTo>
                  <a:lnTo>
                    <a:pt x="251460" y="5080"/>
                  </a:lnTo>
                  <a:lnTo>
                    <a:pt x="251460" y="0"/>
                  </a:lnTo>
                  <a:lnTo>
                    <a:pt x="1270" y="0"/>
                  </a:lnTo>
                  <a:lnTo>
                    <a:pt x="1270" y="5080"/>
                  </a:lnTo>
                  <a:lnTo>
                    <a:pt x="1270" y="6350"/>
                  </a:lnTo>
                  <a:lnTo>
                    <a:pt x="0" y="6350"/>
                  </a:lnTo>
                  <a:lnTo>
                    <a:pt x="0" y="7620"/>
                  </a:lnTo>
                  <a:lnTo>
                    <a:pt x="252730" y="7620"/>
                  </a:lnTo>
                  <a:lnTo>
                    <a:pt x="252730" y="6350"/>
                  </a:lnTo>
                  <a:lnTo>
                    <a:pt x="252730" y="5080"/>
                  </a:lnTo>
                  <a:close/>
                </a:path>
              </a:pathLst>
            </a:custGeom>
            <a:solidFill>
              <a:srgbClr val="AA1000"/>
            </a:solidFill>
          </p:spPr>
          <p:txBody>
            <a:bodyPr wrap="square" lIns="0" tIns="0" rIns="0" bIns="0" rtlCol="0"/>
            <a:lstStyle/>
            <a:p/>
          </p:txBody>
        </p:sp>
        <p:sp>
          <p:nvSpPr>
            <p:cNvPr id="102" name="object 102"/>
            <p:cNvSpPr/>
            <p:nvPr/>
          </p:nvSpPr>
          <p:spPr>
            <a:xfrm>
              <a:off x="1455420" y="1395729"/>
              <a:ext cx="255270" cy="6350"/>
            </a:xfrm>
            <a:custGeom>
              <a:avLst/>
              <a:gdLst/>
              <a:ahLst/>
              <a:cxnLst/>
              <a:rect l="l" t="t" r="r" b="b"/>
              <a:pathLst>
                <a:path w="255269" h="6350">
                  <a:moveTo>
                    <a:pt x="254000" y="0"/>
                  </a:moveTo>
                  <a:lnTo>
                    <a:pt x="1270" y="0"/>
                  </a:lnTo>
                  <a:lnTo>
                    <a:pt x="1270" y="3810"/>
                  </a:lnTo>
                  <a:lnTo>
                    <a:pt x="254000" y="3810"/>
                  </a:lnTo>
                  <a:lnTo>
                    <a:pt x="254000" y="0"/>
                  </a:lnTo>
                  <a:close/>
                </a:path>
                <a:path w="255269" h="6350">
                  <a:moveTo>
                    <a:pt x="255270" y="3822"/>
                  </a:moveTo>
                  <a:lnTo>
                    <a:pt x="0" y="3822"/>
                  </a:lnTo>
                  <a:lnTo>
                    <a:pt x="0" y="6350"/>
                  </a:lnTo>
                  <a:lnTo>
                    <a:pt x="255270" y="6350"/>
                  </a:lnTo>
                  <a:lnTo>
                    <a:pt x="255270" y="3822"/>
                  </a:lnTo>
                  <a:close/>
                </a:path>
              </a:pathLst>
            </a:custGeom>
            <a:solidFill>
              <a:srgbClr val="AC1000"/>
            </a:solidFill>
          </p:spPr>
          <p:txBody>
            <a:bodyPr wrap="square" lIns="0" tIns="0" rIns="0" bIns="0" rtlCol="0"/>
            <a:lstStyle/>
            <a:p/>
          </p:txBody>
        </p:sp>
        <p:sp>
          <p:nvSpPr>
            <p:cNvPr id="103" name="object 103"/>
            <p:cNvSpPr/>
            <p:nvPr/>
          </p:nvSpPr>
          <p:spPr>
            <a:xfrm>
              <a:off x="1454150" y="1402079"/>
              <a:ext cx="257810" cy="7620"/>
            </a:xfrm>
            <a:custGeom>
              <a:avLst/>
              <a:gdLst/>
              <a:ahLst/>
              <a:cxnLst/>
              <a:rect l="l" t="t" r="r" b="b"/>
              <a:pathLst>
                <a:path w="257810" h="7619">
                  <a:moveTo>
                    <a:pt x="257797" y="2540"/>
                  </a:moveTo>
                  <a:lnTo>
                    <a:pt x="256540" y="2540"/>
                  </a:lnTo>
                  <a:lnTo>
                    <a:pt x="256540" y="0"/>
                  </a:lnTo>
                  <a:lnTo>
                    <a:pt x="1270" y="0"/>
                  </a:lnTo>
                  <a:lnTo>
                    <a:pt x="1270" y="2540"/>
                  </a:lnTo>
                  <a:lnTo>
                    <a:pt x="1270" y="3810"/>
                  </a:lnTo>
                  <a:lnTo>
                    <a:pt x="257797" y="3810"/>
                  </a:lnTo>
                  <a:lnTo>
                    <a:pt x="257797" y="2540"/>
                  </a:lnTo>
                  <a:close/>
                </a:path>
                <a:path w="257810" h="7619">
                  <a:moveTo>
                    <a:pt x="257810" y="5080"/>
                  </a:moveTo>
                  <a:lnTo>
                    <a:pt x="0" y="5080"/>
                  </a:lnTo>
                  <a:lnTo>
                    <a:pt x="0" y="7620"/>
                  </a:lnTo>
                  <a:lnTo>
                    <a:pt x="257810" y="7620"/>
                  </a:lnTo>
                  <a:lnTo>
                    <a:pt x="257810" y="5080"/>
                  </a:lnTo>
                  <a:close/>
                </a:path>
              </a:pathLst>
            </a:custGeom>
            <a:solidFill>
              <a:srgbClr val="AF0F00"/>
            </a:solidFill>
          </p:spPr>
          <p:txBody>
            <a:bodyPr wrap="square" lIns="0" tIns="0" rIns="0" bIns="0" rtlCol="0"/>
            <a:lstStyle/>
            <a:p/>
          </p:txBody>
        </p:sp>
        <p:sp>
          <p:nvSpPr>
            <p:cNvPr id="104" name="object 104"/>
            <p:cNvSpPr/>
            <p:nvPr/>
          </p:nvSpPr>
          <p:spPr>
            <a:xfrm>
              <a:off x="1452880" y="1409699"/>
              <a:ext cx="260350" cy="7620"/>
            </a:xfrm>
            <a:custGeom>
              <a:avLst/>
              <a:gdLst/>
              <a:ahLst/>
              <a:cxnLst/>
              <a:rect l="l" t="t" r="r" b="b"/>
              <a:pathLst>
                <a:path w="260350" h="7619">
                  <a:moveTo>
                    <a:pt x="260350" y="2540"/>
                  </a:moveTo>
                  <a:lnTo>
                    <a:pt x="259080" y="2540"/>
                  </a:lnTo>
                  <a:lnTo>
                    <a:pt x="259080" y="0"/>
                  </a:lnTo>
                  <a:lnTo>
                    <a:pt x="1270" y="0"/>
                  </a:lnTo>
                  <a:lnTo>
                    <a:pt x="1270" y="2540"/>
                  </a:lnTo>
                  <a:lnTo>
                    <a:pt x="0" y="2540"/>
                  </a:lnTo>
                  <a:lnTo>
                    <a:pt x="0" y="7620"/>
                  </a:lnTo>
                  <a:lnTo>
                    <a:pt x="260350" y="7620"/>
                  </a:lnTo>
                  <a:lnTo>
                    <a:pt x="260350" y="2540"/>
                  </a:lnTo>
                  <a:close/>
                </a:path>
              </a:pathLst>
            </a:custGeom>
            <a:solidFill>
              <a:srgbClr val="B10F00"/>
            </a:solidFill>
          </p:spPr>
          <p:txBody>
            <a:bodyPr wrap="square" lIns="0" tIns="0" rIns="0" bIns="0" rtlCol="0"/>
            <a:lstStyle/>
            <a:p/>
          </p:txBody>
        </p:sp>
        <p:sp>
          <p:nvSpPr>
            <p:cNvPr id="105" name="object 105"/>
            <p:cNvSpPr/>
            <p:nvPr/>
          </p:nvSpPr>
          <p:spPr>
            <a:xfrm>
              <a:off x="1451610" y="1417319"/>
              <a:ext cx="262890" cy="6350"/>
            </a:xfrm>
            <a:custGeom>
              <a:avLst/>
              <a:gdLst/>
              <a:ahLst/>
              <a:cxnLst/>
              <a:rect l="l" t="t" r="r" b="b"/>
              <a:pathLst>
                <a:path w="262889" h="6350">
                  <a:moveTo>
                    <a:pt x="262890" y="1270"/>
                  </a:moveTo>
                  <a:lnTo>
                    <a:pt x="261620" y="1270"/>
                  </a:lnTo>
                  <a:lnTo>
                    <a:pt x="261620" y="0"/>
                  </a:lnTo>
                  <a:lnTo>
                    <a:pt x="1270" y="0"/>
                  </a:lnTo>
                  <a:lnTo>
                    <a:pt x="1270" y="1270"/>
                  </a:lnTo>
                  <a:lnTo>
                    <a:pt x="0" y="1270"/>
                  </a:lnTo>
                  <a:lnTo>
                    <a:pt x="0" y="6350"/>
                  </a:lnTo>
                  <a:lnTo>
                    <a:pt x="262890" y="6350"/>
                  </a:lnTo>
                  <a:lnTo>
                    <a:pt x="262890" y="1270"/>
                  </a:lnTo>
                  <a:close/>
                </a:path>
              </a:pathLst>
            </a:custGeom>
            <a:solidFill>
              <a:srgbClr val="B30E00"/>
            </a:solidFill>
          </p:spPr>
          <p:txBody>
            <a:bodyPr wrap="square" lIns="0" tIns="0" rIns="0" bIns="0" rtlCol="0"/>
            <a:lstStyle/>
            <a:p/>
          </p:txBody>
        </p:sp>
        <p:sp>
          <p:nvSpPr>
            <p:cNvPr id="106" name="object 106"/>
            <p:cNvSpPr/>
            <p:nvPr/>
          </p:nvSpPr>
          <p:spPr>
            <a:xfrm>
              <a:off x="1449070" y="1423669"/>
              <a:ext cx="267970" cy="7620"/>
            </a:xfrm>
            <a:custGeom>
              <a:avLst/>
              <a:gdLst/>
              <a:ahLst/>
              <a:cxnLst/>
              <a:rect l="l" t="t" r="r" b="b"/>
              <a:pathLst>
                <a:path w="267969" h="7619">
                  <a:moveTo>
                    <a:pt x="26670" y="0"/>
                  </a:moveTo>
                  <a:lnTo>
                    <a:pt x="1270" y="0"/>
                  </a:lnTo>
                  <a:lnTo>
                    <a:pt x="1270" y="3810"/>
                  </a:lnTo>
                  <a:lnTo>
                    <a:pt x="1270" y="6350"/>
                  </a:lnTo>
                  <a:lnTo>
                    <a:pt x="0" y="6350"/>
                  </a:lnTo>
                  <a:lnTo>
                    <a:pt x="0" y="7620"/>
                  </a:lnTo>
                  <a:lnTo>
                    <a:pt x="25400" y="7620"/>
                  </a:lnTo>
                  <a:lnTo>
                    <a:pt x="25400" y="6350"/>
                  </a:lnTo>
                  <a:lnTo>
                    <a:pt x="25400" y="3810"/>
                  </a:lnTo>
                  <a:lnTo>
                    <a:pt x="26670" y="3810"/>
                  </a:lnTo>
                  <a:lnTo>
                    <a:pt x="26670" y="0"/>
                  </a:lnTo>
                  <a:close/>
                </a:path>
                <a:path w="267969" h="7619">
                  <a:moveTo>
                    <a:pt x="267970" y="6350"/>
                  </a:moveTo>
                  <a:lnTo>
                    <a:pt x="266700" y="6350"/>
                  </a:lnTo>
                  <a:lnTo>
                    <a:pt x="266700" y="3810"/>
                  </a:lnTo>
                  <a:lnTo>
                    <a:pt x="266700" y="0"/>
                  </a:lnTo>
                  <a:lnTo>
                    <a:pt x="165100" y="0"/>
                  </a:lnTo>
                  <a:lnTo>
                    <a:pt x="165100" y="3810"/>
                  </a:lnTo>
                  <a:lnTo>
                    <a:pt x="166370" y="3810"/>
                  </a:lnTo>
                  <a:lnTo>
                    <a:pt x="166370" y="6350"/>
                  </a:lnTo>
                  <a:lnTo>
                    <a:pt x="166370" y="7620"/>
                  </a:lnTo>
                  <a:lnTo>
                    <a:pt x="267970" y="7620"/>
                  </a:lnTo>
                  <a:lnTo>
                    <a:pt x="267970" y="6350"/>
                  </a:lnTo>
                  <a:close/>
                </a:path>
              </a:pathLst>
            </a:custGeom>
            <a:solidFill>
              <a:srgbClr val="B50E00"/>
            </a:solidFill>
          </p:spPr>
          <p:txBody>
            <a:bodyPr wrap="square" lIns="0" tIns="0" rIns="0" bIns="0" rtlCol="0"/>
            <a:lstStyle/>
            <a:p/>
          </p:txBody>
        </p:sp>
        <p:sp>
          <p:nvSpPr>
            <p:cNvPr id="107" name="object 107"/>
            <p:cNvSpPr/>
            <p:nvPr/>
          </p:nvSpPr>
          <p:spPr>
            <a:xfrm>
              <a:off x="1447800" y="1431289"/>
              <a:ext cx="270510" cy="7620"/>
            </a:xfrm>
            <a:custGeom>
              <a:avLst/>
              <a:gdLst/>
              <a:ahLst/>
              <a:cxnLst/>
              <a:rect l="l" t="t" r="r" b="b"/>
              <a:pathLst>
                <a:path w="270510" h="7619">
                  <a:moveTo>
                    <a:pt x="25400" y="2540"/>
                  </a:moveTo>
                  <a:lnTo>
                    <a:pt x="0" y="2540"/>
                  </a:lnTo>
                  <a:lnTo>
                    <a:pt x="0" y="7620"/>
                  </a:lnTo>
                  <a:lnTo>
                    <a:pt x="25400" y="7620"/>
                  </a:lnTo>
                  <a:lnTo>
                    <a:pt x="25400" y="2540"/>
                  </a:lnTo>
                  <a:close/>
                </a:path>
                <a:path w="270510" h="7619">
                  <a:moveTo>
                    <a:pt x="26670" y="0"/>
                  </a:moveTo>
                  <a:lnTo>
                    <a:pt x="1270" y="0"/>
                  </a:lnTo>
                  <a:lnTo>
                    <a:pt x="1270" y="1270"/>
                  </a:lnTo>
                  <a:lnTo>
                    <a:pt x="26670" y="1270"/>
                  </a:lnTo>
                  <a:lnTo>
                    <a:pt x="26670" y="0"/>
                  </a:lnTo>
                  <a:close/>
                </a:path>
                <a:path w="270510" h="7619">
                  <a:moveTo>
                    <a:pt x="269240" y="0"/>
                  </a:moveTo>
                  <a:lnTo>
                    <a:pt x="167640" y="0"/>
                  </a:lnTo>
                  <a:lnTo>
                    <a:pt x="167640" y="1270"/>
                  </a:lnTo>
                  <a:lnTo>
                    <a:pt x="167640" y="2540"/>
                  </a:lnTo>
                  <a:lnTo>
                    <a:pt x="168910" y="2540"/>
                  </a:lnTo>
                  <a:lnTo>
                    <a:pt x="168910" y="1270"/>
                  </a:lnTo>
                  <a:lnTo>
                    <a:pt x="269240" y="1270"/>
                  </a:lnTo>
                  <a:lnTo>
                    <a:pt x="269240" y="0"/>
                  </a:lnTo>
                  <a:close/>
                </a:path>
                <a:path w="270510" h="7619">
                  <a:moveTo>
                    <a:pt x="270510" y="2540"/>
                  </a:moveTo>
                  <a:lnTo>
                    <a:pt x="168910" y="2540"/>
                  </a:lnTo>
                  <a:lnTo>
                    <a:pt x="168910" y="7620"/>
                  </a:lnTo>
                  <a:lnTo>
                    <a:pt x="270510" y="7620"/>
                  </a:lnTo>
                  <a:lnTo>
                    <a:pt x="270510" y="2540"/>
                  </a:lnTo>
                  <a:close/>
                </a:path>
              </a:pathLst>
            </a:custGeom>
            <a:solidFill>
              <a:srgbClr val="B80D00"/>
            </a:solidFill>
          </p:spPr>
          <p:txBody>
            <a:bodyPr wrap="square" lIns="0" tIns="0" rIns="0" bIns="0" rtlCol="0"/>
            <a:lstStyle/>
            <a:p/>
          </p:txBody>
        </p:sp>
        <p:sp>
          <p:nvSpPr>
            <p:cNvPr id="108" name="object 108"/>
            <p:cNvSpPr/>
            <p:nvPr/>
          </p:nvSpPr>
          <p:spPr>
            <a:xfrm>
              <a:off x="1446530" y="1438909"/>
              <a:ext cx="273050" cy="6350"/>
            </a:xfrm>
            <a:custGeom>
              <a:avLst/>
              <a:gdLst/>
              <a:ahLst/>
              <a:cxnLst/>
              <a:rect l="l" t="t" r="r" b="b"/>
              <a:pathLst>
                <a:path w="273050" h="6350">
                  <a:moveTo>
                    <a:pt x="25400" y="1270"/>
                  </a:moveTo>
                  <a:lnTo>
                    <a:pt x="0" y="1270"/>
                  </a:lnTo>
                  <a:lnTo>
                    <a:pt x="0" y="6350"/>
                  </a:lnTo>
                  <a:lnTo>
                    <a:pt x="25400" y="6350"/>
                  </a:lnTo>
                  <a:lnTo>
                    <a:pt x="25400" y="1270"/>
                  </a:lnTo>
                  <a:close/>
                </a:path>
                <a:path w="273050" h="6350">
                  <a:moveTo>
                    <a:pt x="171450" y="0"/>
                  </a:moveTo>
                  <a:lnTo>
                    <a:pt x="170180" y="0"/>
                  </a:lnTo>
                  <a:lnTo>
                    <a:pt x="170180" y="1270"/>
                  </a:lnTo>
                  <a:lnTo>
                    <a:pt x="171450" y="1270"/>
                  </a:lnTo>
                  <a:lnTo>
                    <a:pt x="171450" y="0"/>
                  </a:lnTo>
                  <a:close/>
                </a:path>
                <a:path w="273050" h="6350">
                  <a:moveTo>
                    <a:pt x="273050" y="1270"/>
                  </a:moveTo>
                  <a:lnTo>
                    <a:pt x="171450" y="1270"/>
                  </a:lnTo>
                  <a:lnTo>
                    <a:pt x="171450" y="6350"/>
                  </a:lnTo>
                  <a:lnTo>
                    <a:pt x="273050" y="6350"/>
                  </a:lnTo>
                  <a:lnTo>
                    <a:pt x="273050" y="1270"/>
                  </a:lnTo>
                  <a:close/>
                </a:path>
              </a:pathLst>
            </a:custGeom>
            <a:solidFill>
              <a:srgbClr val="BA0D00"/>
            </a:solidFill>
          </p:spPr>
          <p:txBody>
            <a:bodyPr wrap="square" lIns="0" tIns="0" rIns="0" bIns="0" rtlCol="0"/>
            <a:lstStyle/>
            <a:p/>
          </p:txBody>
        </p:sp>
        <p:sp>
          <p:nvSpPr>
            <p:cNvPr id="109" name="object 109"/>
            <p:cNvSpPr/>
            <p:nvPr/>
          </p:nvSpPr>
          <p:spPr>
            <a:xfrm>
              <a:off x="1445260" y="1445259"/>
              <a:ext cx="275590" cy="7620"/>
            </a:xfrm>
            <a:custGeom>
              <a:avLst/>
              <a:gdLst/>
              <a:ahLst/>
              <a:cxnLst/>
              <a:rect l="l" t="t" r="r" b="b"/>
              <a:pathLst>
                <a:path w="275589" h="7619">
                  <a:moveTo>
                    <a:pt x="24130" y="5080"/>
                  </a:moveTo>
                  <a:lnTo>
                    <a:pt x="0" y="5080"/>
                  </a:lnTo>
                  <a:lnTo>
                    <a:pt x="0" y="7620"/>
                  </a:lnTo>
                  <a:lnTo>
                    <a:pt x="24130" y="7620"/>
                  </a:lnTo>
                  <a:lnTo>
                    <a:pt x="24130" y="5080"/>
                  </a:lnTo>
                  <a:close/>
                </a:path>
                <a:path w="275589" h="7619">
                  <a:moveTo>
                    <a:pt x="25400" y="0"/>
                  </a:moveTo>
                  <a:lnTo>
                    <a:pt x="1270" y="0"/>
                  </a:lnTo>
                  <a:lnTo>
                    <a:pt x="1270" y="1270"/>
                  </a:lnTo>
                  <a:lnTo>
                    <a:pt x="0" y="1270"/>
                  </a:lnTo>
                  <a:lnTo>
                    <a:pt x="0" y="3810"/>
                  </a:lnTo>
                  <a:lnTo>
                    <a:pt x="24130" y="3810"/>
                  </a:lnTo>
                  <a:lnTo>
                    <a:pt x="24130" y="5080"/>
                  </a:lnTo>
                  <a:lnTo>
                    <a:pt x="25400" y="5080"/>
                  </a:lnTo>
                  <a:lnTo>
                    <a:pt x="25400" y="3810"/>
                  </a:lnTo>
                  <a:lnTo>
                    <a:pt x="25400" y="1270"/>
                  </a:lnTo>
                  <a:lnTo>
                    <a:pt x="25400" y="0"/>
                  </a:lnTo>
                  <a:close/>
                </a:path>
                <a:path w="275589" h="7619">
                  <a:moveTo>
                    <a:pt x="275590" y="5080"/>
                  </a:moveTo>
                  <a:lnTo>
                    <a:pt x="173990" y="5080"/>
                  </a:lnTo>
                  <a:lnTo>
                    <a:pt x="173990" y="6350"/>
                  </a:lnTo>
                  <a:lnTo>
                    <a:pt x="175260" y="6350"/>
                  </a:lnTo>
                  <a:lnTo>
                    <a:pt x="175260" y="7620"/>
                  </a:lnTo>
                  <a:lnTo>
                    <a:pt x="275590" y="7620"/>
                  </a:lnTo>
                  <a:lnTo>
                    <a:pt x="275590" y="6350"/>
                  </a:lnTo>
                  <a:lnTo>
                    <a:pt x="275590" y="5080"/>
                  </a:lnTo>
                  <a:close/>
                </a:path>
                <a:path w="275589" h="7619">
                  <a:moveTo>
                    <a:pt x="275590" y="1270"/>
                  </a:moveTo>
                  <a:lnTo>
                    <a:pt x="274320" y="1270"/>
                  </a:lnTo>
                  <a:lnTo>
                    <a:pt x="274320" y="0"/>
                  </a:lnTo>
                  <a:lnTo>
                    <a:pt x="173990" y="0"/>
                  </a:lnTo>
                  <a:lnTo>
                    <a:pt x="173990" y="1270"/>
                  </a:lnTo>
                  <a:lnTo>
                    <a:pt x="173990" y="3810"/>
                  </a:lnTo>
                  <a:lnTo>
                    <a:pt x="275590" y="3810"/>
                  </a:lnTo>
                  <a:lnTo>
                    <a:pt x="275590" y="1270"/>
                  </a:lnTo>
                  <a:close/>
                </a:path>
              </a:pathLst>
            </a:custGeom>
            <a:solidFill>
              <a:srgbClr val="BC0D00"/>
            </a:solidFill>
          </p:spPr>
          <p:txBody>
            <a:bodyPr wrap="square" lIns="0" tIns="0" rIns="0" bIns="0" rtlCol="0"/>
            <a:lstStyle/>
            <a:p/>
          </p:txBody>
        </p:sp>
        <p:sp>
          <p:nvSpPr>
            <p:cNvPr id="110" name="object 110"/>
            <p:cNvSpPr/>
            <p:nvPr/>
          </p:nvSpPr>
          <p:spPr>
            <a:xfrm>
              <a:off x="1442720" y="1452879"/>
              <a:ext cx="280670" cy="7620"/>
            </a:xfrm>
            <a:custGeom>
              <a:avLst/>
              <a:gdLst/>
              <a:ahLst/>
              <a:cxnLst/>
              <a:rect l="l" t="t" r="r" b="b"/>
              <a:pathLst>
                <a:path w="280669" h="7619">
                  <a:moveTo>
                    <a:pt x="25400" y="3810"/>
                  </a:moveTo>
                  <a:lnTo>
                    <a:pt x="1270" y="3810"/>
                  </a:lnTo>
                  <a:lnTo>
                    <a:pt x="1270" y="5080"/>
                  </a:lnTo>
                  <a:lnTo>
                    <a:pt x="0" y="5080"/>
                  </a:lnTo>
                  <a:lnTo>
                    <a:pt x="0" y="7620"/>
                  </a:lnTo>
                  <a:lnTo>
                    <a:pt x="25400" y="7620"/>
                  </a:lnTo>
                  <a:lnTo>
                    <a:pt x="25400" y="5080"/>
                  </a:lnTo>
                  <a:lnTo>
                    <a:pt x="25400" y="3810"/>
                  </a:lnTo>
                  <a:close/>
                </a:path>
                <a:path w="280669" h="7619">
                  <a:moveTo>
                    <a:pt x="26670" y="0"/>
                  </a:moveTo>
                  <a:lnTo>
                    <a:pt x="1270" y="0"/>
                  </a:lnTo>
                  <a:lnTo>
                    <a:pt x="1270" y="2540"/>
                  </a:lnTo>
                  <a:lnTo>
                    <a:pt x="25400" y="2540"/>
                  </a:lnTo>
                  <a:lnTo>
                    <a:pt x="25400" y="3810"/>
                  </a:lnTo>
                  <a:lnTo>
                    <a:pt x="26670" y="3810"/>
                  </a:lnTo>
                  <a:lnTo>
                    <a:pt x="26670" y="2540"/>
                  </a:lnTo>
                  <a:lnTo>
                    <a:pt x="26670" y="0"/>
                  </a:lnTo>
                  <a:close/>
                </a:path>
                <a:path w="280669" h="7619">
                  <a:moveTo>
                    <a:pt x="279400" y="0"/>
                  </a:moveTo>
                  <a:lnTo>
                    <a:pt x="177800" y="0"/>
                  </a:lnTo>
                  <a:lnTo>
                    <a:pt x="177800" y="2540"/>
                  </a:lnTo>
                  <a:lnTo>
                    <a:pt x="279400" y="2540"/>
                  </a:lnTo>
                  <a:lnTo>
                    <a:pt x="279400" y="0"/>
                  </a:lnTo>
                  <a:close/>
                </a:path>
                <a:path w="280669" h="7619">
                  <a:moveTo>
                    <a:pt x="280670" y="5080"/>
                  </a:moveTo>
                  <a:lnTo>
                    <a:pt x="279400" y="5080"/>
                  </a:lnTo>
                  <a:lnTo>
                    <a:pt x="279400" y="3810"/>
                  </a:lnTo>
                  <a:lnTo>
                    <a:pt x="177800" y="3810"/>
                  </a:lnTo>
                  <a:lnTo>
                    <a:pt x="177800" y="5080"/>
                  </a:lnTo>
                  <a:lnTo>
                    <a:pt x="179070" y="5080"/>
                  </a:lnTo>
                  <a:lnTo>
                    <a:pt x="179070" y="7620"/>
                  </a:lnTo>
                  <a:lnTo>
                    <a:pt x="280670" y="7620"/>
                  </a:lnTo>
                  <a:lnTo>
                    <a:pt x="280670" y="5080"/>
                  </a:lnTo>
                  <a:close/>
                </a:path>
              </a:pathLst>
            </a:custGeom>
            <a:solidFill>
              <a:srgbClr val="BE0C00"/>
            </a:solidFill>
          </p:spPr>
          <p:txBody>
            <a:bodyPr wrap="square" lIns="0" tIns="0" rIns="0" bIns="0" rtlCol="0"/>
            <a:lstStyle/>
            <a:p/>
          </p:txBody>
        </p:sp>
        <p:sp>
          <p:nvSpPr>
            <p:cNvPr id="111" name="object 111"/>
            <p:cNvSpPr/>
            <p:nvPr/>
          </p:nvSpPr>
          <p:spPr>
            <a:xfrm>
              <a:off x="1441450" y="1460499"/>
              <a:ext cx="283210" cy="6350"/>
            </a:xfrm>
            <a:custGeom>
              <a:avLst/>
              <a:gdLst/>
              <a:ahLst/>
              <a:cxnLst/>
              <a:rect l="l" t="t" r="r" b="b"/>
              <a:pathLst>
                <a:path w="283210" h="6350">
                  <a:moveTo>
                    <a:pt x="26670" y="0"/>
                  </a:moveTo>
                  <a:lnTo>
                    <a:pt x="1270" y="0"/>
                  </a:lnTo>
                  <a:lnTo>
                    <a:pt x="1270" y="1270"/>
                  </a:lnTo>
                  <a:lnTo>
                    <a:pt x="1270" y="3810"/>
                  </a:lnTo>
                  <a:lnTo>
                    <a:pt x="0" y="3810"/>
                  </a:lnTo>
                  <a:lnTo>
                    <a:pt x="0" y="6350"/>
                  </a:lnTo>
                  <a:lnTo>
                    <a:pt x="25400" y="6350"/>
                  </a:lnTo>
                  <a:lnTo>
                    <a:pt x="25400" y="3810"/>
                  </a:lnTo>
                  <a:lnTo>
                    <a:pt x="25400" y="1270"/>
                  </a:lnTo>
                  <a:lnTo>
                    <a:pt x="26670" y="1270"/>
                  </a:lnTo>
                  <a:lnTo>
                    <a:pt x="26670" y="0"/>
                  </a:lnTo>
                  <a:close/>
                </a:path>
                <a:path w="283210" h="6350">
                  <a:moveTo>
                    <a:pt x="283210" y="3810"/>
                  </a:moveTo>
                  <a:lnTo>
                    <a:pt x="281940" y="3810"/>
                  </a:lnTo>
                  <a:lnTo>
                    <a:pt x="281940" y="0"/>
                  </a:lnTo>
                  <a:lnTo>
                    <a:pt x="180340" y="0"/>
                  </a:lnTo>
                  <a:lnTo>
                    <a:pt x="180340" y="3810"/>
                  </a:lnTo>
                  <a:lnTo>
                    <a:pt x="181610" y="3810"/>
                  </a:lnTo>
                  <a:lnTo>
                    <a:pt x="181610" y="6350"/>
                  </a:lnTo>
                  <a:lnTo>
                    <a:pt x="283210" y="6350"/>
                  </a:lnTo>
                  <a:lnTo>
                    <a:pt x="283210" y="3810"/>
                  </a:lnTo>
                  <a:close/>
                </a:path>
              </a:pathLst>
            </a:custGeom>
            <a:solidFill>
              <a:srgbClr val="C10C00"/>
            </a:solidFill>
          </p:spPr>
          <p:txBody>
            <a:bodyPr wrap="square" lIns="0" tIns="0" rIns="0" bIns="0" rtlCol="0"/>
            <a:lstStyle/>
            <a:p/>
          </p:txBody>
        </p:sp>
        <p:sp>
          <p:nvSpPr>
            <p:cNvPr id="112" name="object 112"/>
            <p:cNvSpPr/>
            <p:nvPr/>
          </p:nvSpPr>
          <p:spPr>
            <a:xfrm>
              <a:off x="1440180" y="1466849"/>
              <a:ext cx="285750" cy="7620"/>
            </a:xfrm>
            <a:custGeom>
              <a:avLst/>
              <a:gdLst/>
              <a:ahLst/>
              <a:cxnLst/>
              <a:rect l="l" t="t" r="r" b="b"/>
              <a:pathLst>
                <a:path w="285750" h="7619">
                  <a:moveTo>
                    <a:pt x="25400" y="2540"/>
                  </a:moveTo>
                  <a:lnTo>
                    <a:pt x="1270" y="2540"/>
                  </a:lnTo>
                  <a:lnTo>
                    <a:pt x="1270" y="1270"/>
                  </a:lnTo>
                  <a:lnTo>
                    <a:pt x="0" y="1270"/>
                  </a:lnTo>
                  <a:lnTo>
                    <a:pt x="0" y="2540"/>
                  </a:lnTo>
                  <a:lnTo>
                    <a:pt x="0" y="7620"/>
                  </a:lnTo>
                  <a:lnTo>
                    <a:pt x="25400" y="7620"/>
                  </a:lnTo>
                  <a:lnTo>
                    <a:pt x="25400" y="2540"/>
                  </a:lnTo>
                  <a:close/>
                </a:path>
                <a:path w="285750" h="7619">
                  <a:moveTo>
                    <a:pt x="26670" y="0"/>
                  </a:moveTo>
                  <a:lnTo>
                    <a:pt x="1270" y="0"/>
                  </a:lnTo>
                  <a:lnTo>
                    <a:pt x="1270" y="1270"/>
                  </a:lnTo>
                  <a:lnTo>
                    <a:pt x="26670" y="1270"/>
                  </a:lnTo>
                  <a:lnTo>
                    <a:pt x="26670" y="0"/>
                  </a:lnTo>
                  <a:close/>
                </a:path>
                <a:path w="285750" h="7619">
                  <a:moveTo>
                    <a:pt x="284480" y="0"/>
                  </a:moveTo>
                  <a:lnTo>
                    <a:pt x="182880" y="0"/>
                  </a:lnTo>
                  <a:lnTo>
                    <a:pt x="182880" y="1270"/>
                  </a:lnTo>
                  <a:lnTo>
                    <a:pt x="284480" y="1270"/>
                  </a:lnTo>
                  <a:lnTo>
                    <a:pt x="284480" y="0"/>
                  </a:lnTo>
                  <a:close/>
                </a:path>
                <a:path w="285750" h="7619">
                  <a:moveTo>
                    <a:pt x="285750" y="3810"/>
                  </a:moveTo>
                  <a:lnTo>
                    <a:pt x="284480" y="3810"/>
                  </a:lnTo>
                  <a:lnTo>
                    <a:pt x="284480" y="2540"/>
                  </a:lnTo>
                  <a:lnTo>
                    <a:pt x="182880" y="2540"/>
                  </a:lnTo>
                  <a:lnTo>
                    <a:pt x="182880" y="3810"/>
                  </a:lnTo>
                  <a:lnTo>
                    <a:pt x="184150" y="3810"/>
                  </a:lnTo>
                  <a:lnTo>
                    <a:pt x="184150" y="7620"/>
                  </a:lnTo>
                  <a:lnTo>
                    <a:pt x="285750" y="7620"/>
                  </a:lnTo>
                  <a:lnTo>
                    <a:pt x="285750" y="3810"/>
                  </a:lnTo>
                  <a:close/>
                </a:path>
              </a:pathLst>
            </a:custGeom>
            <a:solidFill>
              <a:srgbClr val="C30B00"/>
            </a:solidFill>
          </p:spPr>
          <p:txBody>
            <a:bodyPr wrap="square" lIns="0" tIns="0" rIns="0" bIns="0" rtlCol="0"/>
            <a:lstStyle/>
            <a:p/>
          </p:txBody>
        </p:sp>
        <p:sp>
          <p:nvSpPr>
            <p:cNvPr id="113" name="object 113"/>
            <p:cNvSpPr/>
            <p:nvPr/>
          </p:nvSpPr>
          <p:spPr>
            <a:xfrm>
              <a:off x="1438910" y="1474469"/>
              <a:ext cx="289560" cy="7620"/>
            </a:xfrm>
            <a:custGeom>
              <a:avLst/>
              <a:gdLst/>
              <a:ahLst/>
              <a:cxnLst/>
              <a:rect l="l" t="t" r="r" b="b"/>
              <a:pathLst>
                <a:path w="289560" h="7619">
                  <a:moveTo>
                    <a:pt x="288290" y="0"/>
                  </a:moveTo>
                  <a:lnTo>
                    <a:pt x="287020" y="0"/>
                  </a:lnTo>
                  <a:lnTo>
                    <a:pt x="287020" y="1269"/>
                  </a:lnTo>
                  <a:lnTo>
                    <a:pt x="186690" y="1269"/>
                  </a:lnTo>
                  <a:lnTo>
                    <a:pt x="186690" y="7619"/>
                  </a:lnTo>
                  <a:lnTo>
                    <a:pt x="187959" y="7619"/>
                  </a:lnTo>
                  <a:lnTo>
                    <a:pt x="187959" y="6349"/>
                  </a:lnTo>
                  <a:lnTo>
                    <a:pt x="288290" y="6349"/>
                  </a:lnTo>
                  <a:lnTo>
                    <a:pt x="288290" y="0"/>
                  </a:lnTo>
                  <a:close/>
                </a:path>
                <a:path w="289560" h="7619">
                  <a:moveTo>
                    <a:pt x="289559" y="6349"/>
                  </a:moveTo>
                  <a:lnTo>
                    <a:pt x="288290" y="6349"/>
                  </a:lnTo>
                  <a:lnTo>
                    <a:pt x="288290" y="7619"/>
                  </a:lnTo>
                  <a:lnTo>
                    <a:pt x="289559" y="7619"/>
                  </a:lnTo>
                  <a:lnTo>
                    <a:pt x="289559" y="6349"/>
                  </a:lnTo>
                  <a:close/>
                </a:path>
                <a:path w="289560" h="7619">
                  <a:moveTo>
                    <a:pt x="186690" y="0"/>
                  </a:moveTo>
                  <a:lnTo>
                    <a:pt x="185420" y="0"/>
                  </a:lnTo>
                  <a:lnTo>
                    <a:pt x="185420" y="1269"/>
                  </a:lnTo>
                  <a:lnTo>
                    <a:pt x="186690" y="1269"/>
                  </a:lnTo>
                  <a:lnTo>
                    <a:pt x="186690" y="0"/>
                  </a:lnTo>
                  <a:close/>
                </a:path>
                <a:path w="289560" h="7619">
                  <a:moveTo>
                    <a:pt x="1270" y="0"/>
                  </a:moveTo>
                  <a:lnTo>
                    <a:pt x="0" y="0"/>
                  </a:lnTo>
                  <a:lnTo>
                    <a:pt x="0" y="6349"/>
                  </a:lnTo>
                  <a:lnTo>
                    <a:pt x="24130" y="6349"/>
                  </a:lnTo>
                  <a:lnTo>
                    <a:pt x="24130" y="3809"/>
                  </a:lnTo>
                  <a:lnTo>
                    <a:pt x="25400" y="3809"/>
                  </a:lnTo>
                  <a:lnTo>
                    <a:pt x="25400" y="1269"/>
                  </a:lnTo>
                  <a:lnTo>
                    <a:pt x="1270" y="1269"/>
                  </a:lnTo>
                  <a:lnTo>
                    <a:pt x="1270" y="0"/>
                  </a:lnTo>
                  <a:close/>
                </a:path>
              </a:pathLst>
            </a:custGeom>
            <a:solidFill>
              <a:srgbClr val="C50B00"/>
            </a:solidFill>
          </p:spPr>
          <p:txBody>
            <a:bodyPr wrap="square" lIns="0" tIns="0" rIns="0" bIns="0" rtlCol="0"/>
            <a:lstStyle/>
            <a:p/>
          </p:txBody>
        </p:sp>
        <p:sp>
          <p:nvSpPr>
            <p:cNvPr id="114" name="object 114"/>
            <p:cNvSpPr/>
            <p:nvPr/>
          </p:nvSpPr>
          <p:spPr>
            <a:xfrm>
              <a:off x="1436370" y="1482089"/>
              <a:ext cx="293370" cy="6350"/>
            </a:xfrm>
            <a:custGeom>
              <a:avLst/>
              <a:gdLst/>
              <a:ahLst/>
              <a:cxnLst/>
              <a:rect l="l" t="t" r="r" b="b"/>
              <a:pathLst>
                <a:path w="293369" h="6350">
                  <a:moveTo>
                    <a:pt x="26670" y="0"/>
                  </a:moveTo>
                  <a:lnTo>
                    <a:pt x="1270" y="0"/>
                  </a:lnTo>
                  <a:lnTo>
                    <a:pt x="1270" y="2540"/>
                  </a:lnTo>
                  <a:lnTo>
                    <a:pt x="0" y="2540"/>
                  </a:lnTo>
                  <a:lnTo>
                    <a:pt x="0" y="6350"/>
                  </a:lnTo>
                  <a:lnTo>
                    <a:pt x="25400" y="6350"/>
                  </a:lnTo>
                  <a:lnTo>
                    <a:pt x="25400" y="2540"/>
                  </a:lnTo>
                  <a:lnTo>
                    <a:pt x="26670" y="2540"/>
                  </a:lnTo>
                  <a:lnTo>
                    <a:pt x="26670" y="0"/>
                  </a:lnTo>
                  <a:close/>
                </a:path>
                <a:path w="293369" h="6350">
                  <a:moveTo>
                    <a:pt x="293370" y="5080"/>
                  </a:moveTo>
                  <a:lnTo>
                    <a:pt x="292100" y="5080"/>
                  </a:lnTo>
                  <a:lnTo>
                    <a:pt x="292100" y="0"/>
                  </a:lnTo>
                  <a:lnTo>
                    <a:pt x="190500" y="0"/>
                  </a:lnTo>
                  <a:lnTo>
                    <a:pt x="190500" y="5080"/>
                  </a:lnTo>
                  <a:lnTo>
                    <a:pt x="190500" y="6350"/>
                  </a:lnTo>
                  <a:lnTo>
                    <a:pt x="293370" y="6350"/>
                  </a:lnTo>
                  <a:lnTo>
                    <a:pt x="293370" y="5080"/>
                  </a:lnTo>
                  <a:close/>
                </a:path>
              </a:pathLst>
            </a:custGeom>
            <a:solidFill>
              <a:srgbClr val="C70A00"/>
            </a:solidFill>
          </p:spPr>
          <p:txBody>
            <a:bodyPr wrap="square" lIns="0" tIns="0" rIns="0" bIns="0" rtlCol="0"/>
            <a:lstStyle/>
            <a:p/>
          </p:txBody>
        </p:sp>
        <p:sp>
          <p:nvSpPr>
            <p:cNvPr id="115" name="object 115"/>
            <p:cNvSpPr/>
            <p:nvPr/>
          </p:nvSpPr>
          <p:spPr>
            <a:xfrm>
              <a:off x="1435100" y="1488439"/>
              <a:ext cx="295910" cy="7620"/>
            </a:xfrm>
            <a:custGeom>
              <a:avLst/>
              <a:gdLst/>
              <a:ahLst/>
              <a:cxnLst/>
              <a:rect l="l" t="t" r="r" b="b"/>
              <a:pathLst>
                <a:path w="295910" h="7619">
                  <a:moveTo>
                    <a:pt x="25400" y="6350"/>
                  </a:moveTo>
                  <a:lnTo>
                    <a:pt x="0" y="6350"/>
                  </a:lnTo>
                  <a:lnTo>
                    <a:pt x="0" y="7620"/>
                  </a:lnTo>
                  <a:lnTo>
                    <a:pt x="25400" y="7620"/>
                  </a:lnTo>
                  <a:lnTo>
                    <a:pt x="25400" y="6350"/>
                  </a:lnTo>
                  <a:close/>
                </a:path>
                <a:path w="295910" h="7619">
                  <a:moveTo>
                    <a:pt x="25400" y="2540"/>
                  </a:moveTo>
                  <a:lnTo>
                    <a:pt x="1270" y="2540"/>
                  </a:lnTo>
                  <a:lnTo>
                    <a:pt x="1270" y="1270"/>
                  </a:lnTo>
                  <a:lnTo>
                    <a:pt x="0" y="1270"/>
                  </a:lnTo>
                  <a:lnTo>
                    <a:pt x="0" y="2540"/>
                  </a:lnTo>
                  <a:lnTo>
                    <a:pt x="0" y="5080"/>
                  </a:lnTo>
                  <a:lnTo>
                    <a:pt x="25400" y="5080"/>
                  </a:lnTo>
                  <a:lnTo>
                    <a:pt x="25400" y="2540"/>
                  </a:lnTo>
                  <a:close/>
                </a:path>
                <a:path w="295910" h="7619">
                  <a:moveTo>
                    <a:pt x="26670" y="0"/>
                  </a:moveTo>
                  <a:lnTo>
                    <a:pt x="1270" y="0"/>
                  </a:lnTo>
                  <a:lnTo>
                    <a:pt x="1270" y="1270"/>
                  </a:lnTo>
                  <a:lnTo>
                    <a:pt x="26670" y="1270"/>
                  </a:lnTo>
                  <a:lnTo>
                    <a:pt x="26670" y="0"/>
                  </a:lnTo>
                  <a:close/>
                </a:path>
                <a:path w="295910" h="7619">
                  <a:moveTo>
                    <a:pt x="294640" y="2540"/>
                  </a:moveTo>
                  <a:lnTo>
                    <a:pt x="193027" y="2540"/>
                  </a:lnTo>
                  <a:lnTo>
                    <a:pt x="193027" y="5080"/>
                  </a:lnTo>
                  <a:lnTo>
                    <a:pt x="193027" y="6350"/>
                  </a:lnTo>
                  <a:lnTo>
                    <a:pt x="194310" y="6350"/>
                  </a:lnTo>
                  <a:lnTo>
                    <a:pt x="194310" y="5080"/>
                  </a:lnTo>
                  <a:lnTo>
                    <a:pt x="294640" y="5080"/>
                  </a:lnTo>
                  <a:lnTo>
                    <a:pt x="294640" y="2540"/>
                  </a:lnTo>
                  <a:close/>
                </a:path>
                <a:path w="295910" h="7619">
                  <a:moveTo>
                    <a:pt x="294640" y="0"/>
                  </a:moveTo>
                  <a:lnTo>
                    <a:pt x="193027" y="0"/>
                  </a:lnTo>
                  <a:lnTo>
                    <a:pt x="193027" y="1270"/>
                  </a:lnTo>
                  <a:lnTo>
                    <a:pt x="294640" y="1270"/>
                  </a:lnTo>
                  <a:lnTo>
                    <a:pt x="294640" y="0"/>
                  </a:lnTo>
                  <a:close/>
                </a:path>
                <a:path w="295910" h="7619">
                  <a:moveTo>
                    <a:pt x="295910" y="6350"/>
                  </a:moveTo>
                  <a:lnTo>
                    <a:pt x="194310" y="6350"/>
                  </a:lnTo>
                  <a:lnTo>
                    <a:pt x="194310" y="7620"/>
                  </a:lnTo>
                  <a:lnTo>
                    <a:pt x="295910" y="7620"/>
                  </a:lnTo>
                  <a:lnTo>
                    <a:pt x="295910" y="6350"/>
                  </a:lnTo>
                  <a:close/>
                </a:path>
              </a:pathLst>
            </a:custGeom>
            <a:solidFill>
              <a:srgbClr val="CA0A00"/>
            </a:solidFill>
          </p:spPr>
          <p:txBody>
            <a:bodyPr wrap="square" lIns="0" tIns="0" rIns="0" bIns="0" rtlCol="0"/>
            <a:lstStyle/>
            <a:p/>
          </p:txBody>
        </p:sp>
        <p:sp>
          <p:nvSpPr>
            <p:cNvPr id="116" name="object 116"/>
            <p:cNvSpPr/>
            <p:nvPr/>
          </p:nvSpPr>
          <p:spPr>
            <a:xfrm>
              <a:off x="1432560" y="1496059"/>
              <a:ext cx="299720" cy="7620"/>
            </a:xfrm>
            <a:custGeom>
              <a:avLst/>
              <a:gdLst/>
              <a:ahLst/>
              <a:cxnLst/>
              <a:rect l="l" t="t" r="r" b="b"/>
              <a:pathLst>
                <a:path w="299719" h="7619">
                  <a:moveTo>
                    <a:pt x="27940" y="0"/>
                  </a:moveTo>
                  <a:lnTo>
                    <a:pt x="1270" y="0"/>
                  </a:lnTo>
                  <a:lnTo>
                    <a:pt x="1270" y="1270"/>
                  </a:lnTo>
                  <a:lnTo>
                    <a:pt x="1270" y="5080"/>
                  </a:lnTo>
                  <a:lnTo>
                    <a:pt x="0" y="5080"/>
                  </a:lnTo>
                  <a:lnTo>
                    <a:pt x="0" y="6350"/>
                  </a:lnTo>
                  <a:lnTo>
                    <a:pt x="25400" y="6350"/>
                  </a:lnTo>
                  <a:lnTo>
                    <a:pt x="25400" y="7620"/>
                  </a:lnTo>
                  <a:lnTo>
                    <a:pt x="26657" y="7620"/>
                  </a:lnTo>
                  <a:lnTo>
                    <a:pt x="26657" y="6350"/>
                  </a:lnTo>
                  <a:lnTo>
                    <a:pt x="26657" y="5080"/>
                  </a:lnTo>
                  <a:lnTo>
                    <a:pt x="26670" y="1270"/>
                  </a:lnTo>
                  <a:lnTo>
                    <a:pt x="27940" y="1270"/>
                  </a:lnTo>
                  <a:lnTo>
                    <a:pt x="27940" y="0"/>
                  </a:lnTo>
                  <a:close/>
                </a:path>
                <a:path w="299719" h="7619">
                  <a:moveTo>
                    <a:pt x="299720" y="3810"/>
                  </a:moveTo>
                  <a:lnTo>
                    <a:pt x="298450" y="3810"/>
                  </a:lnTo>
                  <a:lnTo>
                    <a:pt x="298450" y="0"/>
                  </a:lnTo>
                  <a:lnTo>
                    <a:pt x="196850" y="0"/>
                  </a:lnTo>
                  <a:lnTo>
                    <a:pt x="196850" y="3810"/>
                  </a:lnTo>
                  <a:lnTo>
                    <a:pt x="196850" y="5080"/>
                  </a:lnTo>
                  <a:lnTo>
                    <a:pt x="198120" y="5080"/>
                  </a:lnTo>
                  <a:lnTo>
                    <a:pt x="198120" y="6350"/>
                  </a:lnTo>
                  <a:lnTo>
                    <a:pt x="299720" y="6350"/>
                  </a:lnTo>
                  <a:lnTo>
                    <a:pt x="299720" y="5080"/>
                  </a:lnTo>
                  <a:lnTo>
                    <a:pt x="299720" y="3810"/>
                  </a:lnTo>
                  <a:close/>
                </a:path>
              </a:pathLst>
            </a:custGeom>
            <a:solidFill>
              <a:srgbClr val="CC0900"/>
            </a:solidFill>
          </p:spPr>
          <p:txBody>
            <a:bodyPr wrap="square" lIns="0" tIns="0" rIns="0" bIns="0" rtlCol="0"/>
            <a:lstStyle/>
            <a:p/>
          </p:txBody>
        </p:sp>
        <p:sp>
          <p:nvSpPr>
            <p:cNvPr id="117" name="object 117"/>
            <p:cNvSpPr/>
            <p:nvPr/>
          </p:nvSpPr>
          <p:spPr>
            <a:xfrm>
              <a:off x="1431290" y="1503679"/>
              <a:ext cx="302260" cy="6350"/>
            </a:xfrm>
            <a:custGeom>
              <a:avLst/>
              <a:gdLst/>
              <a:ahLst/>
              <a:cxnLst/>
              <a:rect l="l" t="t" r="r" b="b"/>
              <a:pathLst>
                <a:path w="302260" h="6350">
                  <a:moveTo>
                    <a:pt x="26670" y="0"/>
                  </a:moveTo>
                  <a:lnTo>
                    <a:pt x="1270" y="0"/>
                  </a:lnTo>
                  <a:lnTo>
                    <a:pt x="1270" y="2540"/>
                  </a:lnTo>
                  <a:lnTo>
                    <a:pt x="0" y="2540"/>
                  </a:lnTo>
                  <a:lnTo>
                    <a:pt x="0" y="5080"/>
                  </a:lnTo>
                  <a:lnTo>
                    <a:pt x="25400" y="5080"/>
                  </a:lnTo>
                  <a:lnTo>
                    <a:pt x="25400" y="6350"/>
                  </a:lnTo>
                  <a:lnTo>
                    <a:pt x="26670" y="6350"/>
                  </a:lnTo>
                  <a:lnTo>
                    <a:pt x="26670" y="5080"/>
                  </a:lnTo>
                  <a:lnTo>
                    <a:pt x="26670" y="2540"/>
                  </a:lnTo>
                  <a:lnTo>
                    <a:pt x="26670" y="0"/>
                  </a:lnTo>
                  <a:close/>
                </a:path>
                <a:path w="302260" h="6350">
                  <a:moveTo>
                    <a:pt x="302260" y="0"/>
                  </a:moveTo>
                  <a:lnTo>
                    <a:pt x="199390" y="0"/>
                  </a:lnTo>
                  <a:lnTo>
                    <a:pt x="199390" y="2540"/>
                  </a:lnTo>
                  <a:lnTo>
                    <a:pt x="200660" y="2540"/>
                  </a:lnTo>
                  <a:lnTo>
                    <a:pt x="200660" y="5080"/>
                  </a:lnTo>
                  <a:lnTo>
                    <a:pt x="302260" y="5080"/>
                  </a:lnTo>
                  <a:lnTo>
                    <a:pt x="302260" y="2540"/>
                  </a:lnTo>
                  <a:lnTo>
                    <a:pt x="302260" y="0"/>
                  </a:lnTo>
                  <a:close/>
                </a:path>
              </a:pathLst>
            </a:custGeom>
            <a:solidFill>
              <a:srgbClr val="CE0900"/>
            </a:solidFill>
          </p:spPr>
          <p:txBody>
            <a:bodyPr wrap="square" lIns="0" tIns="0" rIns="0" bIns="0" rtlCol="0"/>
            <a:lstStyle/>
            <a:p/>
          </p:txBody>
        </p:sp>
        <p:sp>
          <p:nvSpPr>
            <p:cNvPr id="118" name="object 118"/>
            <p:cNvSpPr/>
            <p:nvPr/>
          </p:nvSpPr>
          <p:spPr>
            <a:xfrm>
              <a:off x="1428750" y="1510029"/>
              <a:ext cx="307340" cy="7620"/>
            </a:xfrm>
            <a:custGeom>
              <a:avLst/>
              <a:gdLst/>
              <a:ahLst/>
              <a:cxnLst/>
              <a:rect l="l" t="t" r="r" b="b"/>
              <a:pathLst>
                <a:path w="307339" h="7619">
                  <a:moveTo>
                    <a:pt x="26670" y="6350"/>
                  </a:moveTo>
                  <a:lnTo>
                    <a:pt x="1270" y="6350"/>
                  </a:lnTo>
                  <a:lnTo>
                    <a:pt x="1270" y="5080"/>
                  </a:lnTo>
                  <a:lnTo>
                    <a:pt x="0" y="5080"/>
                  </a:lnTo>
                  <a:lnTo>
                    <a:pt x="0" y="6350"/>
                  </a:lnTo>
                  <a:lnTo>
                    <a:pt x="0" y="7620"/>
                  </a:lnTo>
                  <a:lnTo>
                    <a:pt x="26670" y="7620"/>
                  </a:lnTo>
                  <a:lnTo>
                    <a:pt x="26670" y="6350"/>
                  </a:lnTo>
                  <a:close/>
                </a:path>
                <a:path w="307339" h="7619">
                  <a:moveTo>
                    <a:pt x="27940" y="0"/>
                  </a:moveTo>
                  <a:lnTo>
                    <a:pt x="1270" y="0"/>
                  </a:lnTo>
                  <a:lnTo>
                    <a:pt x="1270" y="5080"/>
                  </a:lnTo>
                  <a:lnTo>
                    <a:pt x="26670" y="5080"/>
                  </a:lnTo>
                  <a:lnTo>
                    <a:pt x="26670" y="6350"/>
                  </a:lnTo>
                  <a:lnTo>
                    <a:pt x="27927" y="6350"/>
                  </a:lnTo>
                  <a:lnTo>
                    <a:pt x="27927" y="5080"/>
                  </a:lnTo>
                  <a:lnTo>
                    <a:pt x="27940" y="0"/>
                  </a:lnTo>
                  <a:close/>
                </a:path>
                <a:path w="307339" h="7619">
                  <a:moveTo>
                    <a:pt x="306070" y="0"/>
                  </a:moveTo>
                  <a:lnTo>
                    <a:pt x="203200" y="0"/>
                  </a:lnTo>
                  <a:lnTo>
                    <a:pt x="203200" y="2540"/>
                  </a:lnTo>
                  <a:lnTo>
                    <a:pt x="204470" y="2540"/>
                  </a:lnTo>
                  <a:lnTo>
                    <a:pt x="204470" y="5080"/>
                  </a:lnTo>
                  <a:lnTo>
                    <a:pt x="306070" y="5080"/>
                  </a:lnTo>
                  <a:lnTo>
                    <a:pt x="306070" y="2540"/>
                  </a:lnTo>
                  <a:lnTo>
                    <a:pt x="306070" y="0"/>
                  </a:lnTo>
                  <a:close/>
                </a:path>
                <a:path w="307339" h="7619">
                  <a:moveTo>
                    <a:pt x="307340" y="6350"/>
                  </a:moveTo>
                  <a:lnTo>
                    <a:pt x="204470" y="6350"/>
                  </a:lnTo>
                  <a:lnTo>
                    <a:pt x="204470" y="7620"/>
                  </a:lnTo>
                  <a:lnTo>
                    <a:pt x="307340" y="7620"/>
                  </a:lnTo>
                  <a:lnTo>
                    <a:pt x="307340" y="6350"/>
                  </a:lnTo>
                  <a:close/>
                </a:path>
              </a:pathLst>
            </a:custGeom>
            <a:solidFill>
              <a:srgbClr val="D00900"/>
            </a:solidFill>
          </p:spPr>
          <p:txBody>
            <a:bodyPr wrap="square" lIns="0" tIns="0" rIns="0" bIns="0" rtlCol="0"/>
            <a:lstStyle/>
            <a:p/>
          </p:txBody>
        </p:sp>
        <p:sp>
          <p:nvSpPr>
            <p:cNvPr id="119" name="object 119"/>
            <p:cNvSpPr/>
            <p:nvPr/>
          </p:nvSpPr>
          <p:spPr>
            <a:xfrm>
              <a:off x="1427480" y="1517649"/>
              <a:ext cx="309880" cy="7620"/>
            </a:xfrm>
            <a:custGeom>
              <a:avLst/>
              <a:gdLst/>
              <a:ahLst/>
              <a:cxnLst/>
              <a:rect l="l" t="t" r="r" b="b"/>
              <a:pathLst>
                <a:path w="309880" h="7619">
                  <a:moveTo>
                    <a:pt x="27940" y="0"/>
                  </a:moveTo>
                  <a:lnTo>
                    <a:pt x="1270" y="0"/>
                  </a:lnTo>
                  <a:lnTo>
                    <a:pt x="1270" y="3810"/>
                  </a:lnTo>
                  <a:lnTo>
                    <a:pt x="0" y="3810"/>
                  </a:lnTo>
                  <a:lnTo>
                    <a:pt x="0" y="7620"/>
                  </a:lnTo>
                  <a:lnTo>
                    <a:pt x="27940" y="7620"/>
                  </a:lnTo>
                  <a:lnTo>
                    <a:pt x="27940" y="3810"/>
                  </a:lnTo>
                  <a:lnTo>
                    <a:pt x="27940" y="0"/>
                  </a:lnTo>
                  <a:close/>
                </a:path>
                <a:path w="309880" h="7619">
                  <a:moveTo>
                    <a:pt x="309867" y="5080"/>
                  </a:moveTo>
                  <a:lnTo>
                    <a:pt x="308610" y="5080"/>
                  </a:lnTo>
                  <a:lnTo>
                    <a:pt x="308610" y="1270"/>
                  </a:lnTo>
                  <a:lnTo>
                    <a:pt x="308610" y="0"/>
                  </a:lnTo>
                  <a:lnTo>
                    <a:pt x="205740" y="0"/>
                  </a:lnTo>
                  <a:lnTo>
                    <a:pt x="205740" y="1270"/>
                  </a:lnTo>
                  <a:lnTo>
                    <a:pt x="206997" y="1270"/>
                  </a:lnTo>
                  <a:lnTo>
                    <a:pt x="206997" y="5080"/>
                  </a:lnTo>
                  <a:lnTo>
                    <a:pt x="206997" y="7620"/>
                  </a:lnTo>
                  <a:lnTo>
                    <a:pt x="309867" y="7620"/>
                  </a:lnTo>
                  <a:lnTo>
                    <a:pt x="309867" y="5080"/>
                  </a:lnTo>
                  <a:close/>
                </a:path>
              </a:pathLst>
            </a:custGeom>
            <a:solidFill>
              <a:srgbClr val="D30800"/>
            </a:solidFill>
          </p:spPr>
          <p:txBody>
            <a:bodyPr wrap="square" lIns="0" tIns="0" rIns="0" bIns="0" rtlCol="0"/>
            <a:lstStyle/>
            <a:p/>
          </p:txBody>
        </p:sp>
        <p:sp>
          <p:nvSpPr>
            <p:cNvPr id="120" name="object 120"/>
            <p:cNvSpPr/>
            <p:nvPr/>
          </p:nvSpPr>
          <p:spPr>
            <a:xfrm>
              <a:off x="1424940" y="1525269"/>
              <a:ext cx="313690" cy="7620"/>
            </a:xfrm>
            <a:custGeom>
              <a:avLst/>
              <a:gdLst/>
              <a:ahLst/>
              <a:cxnLst/>
              <a:rect l="l" t="t" r="r" b="b"/>
              <a:pathLst>
                <a:path w="313689" h="7619">
                  <a:moveTo>
                    <a:pt x="30480" y="0"/>
                  </a:moveTo>
                  <a:lnTo>
                    <a:pt x="2540" y="0"/>
                  </a:lnTo>
                  <a:lnTo>
                    <a:pt x="2540" y="1270"/>
                  </a:lnTo>
                  <a:lnTo>
                    <a:pt x="1270" y="1270"/>
                  </a:lnTo>
                  <a:lnTo>
                    <a:pt x="1270" y="6350"/>
                  </a:lnTo>
                  <a:lnTo>
                    <a:pt x="0" y="6350"/>
                  </a:lnTo>
                  <a:lnTo>
                    <a:pt x="0" y="7620"/>
                  </a:lnTo>
                  <a:lnTo>
                    <a:pt x="29210" y="7620"/>
                  </a:lnTo>
                  <a:lnTo>
                    <a:pt x="29210" y="6350"/>
                  </a:lnTo>
                  <a:lnTo>
                    <a:pt x="30480" y="6350"/>
                  </a:lnTo>
                  <a:lnTo>
                    <a:pt x="30480" y="1270"/>
                  </a:lnTo>
                  <a:lnTo>
                    <a:pt x="30480" y="0"/>
                  </a:lnTo>
                  <a:close/>
                </a:path>
                <a:path w="313689" h="7619">
                  <a:moveTo>
                    <a:pt x="313690" y="3810"/>
                  </a:moveTo>
                  <a:lnTo>
                    <a:pt x="312420" y="3810"/>
                  </a:lnTo>
                  <a:lnTo>
                    <a:pt x="312420" y="0"/>
                  </a:lnTo>
                  <a:lnTo>
                    <a:pt x="210820" y="0"/>
                  </a:lnTo>
                  <a:lnTo>
                    <a:pt x="210820" y="3810"/>
                  </a:lnTo>
                  <a:lnTo>
                    <a:pt x="210820" y="6350"/>
                  </a:lnTo>
                  <a:lnTo>
                    <a:pt x="212090" y="6350"/>
                  </a:lnTo>
                  <a:lnTo>
                    <a:pt x="212090" y="7620"/>
                  </a:lnTo>
                  <a:lnTo>
                    <a:pt x="313690" y="7620"/>
                  </a:lnTo>
                  <a:lnTo>
                    <a:pt x="313690" y="6350"/>
                  </a:lnTo>
                  <a:lnTo>
                    <a:pt x="313690" y="3810"/>
                  </a:lnTo>
                  <a:close/>
                </a:path>
              </a:pathLst>
            </a:custGeom>
            <a:solidFill>
              <a:srgbClr val="D50800"/>
            </a:solidFill>
          </p:spPr>
          <p:txBody>
            <a:bodyPr wrap="square" lIns="0" tIns="0" rIns="0" bIns="0" rtlCol="0"/>
            <a:lstStyle/>
            <a:p/>
          </p:txBody>
        </p:sp>
        <p:sp>
          <p:nvSpPr>
            <p:cNvPr id="121" name="object 121"/>
            <p:cNvSpPr/>
            <p:nvPr/>
          </p:nvSpPr>
          <p:spPr>
            <a:xfrm>
              <a:off x="1423670" y="1532889"/>
              <a:ext cx="317500" cy="6350"/>
            </a:xfrm>
            <a:custGeom>
              <a:avLst/>
              <a:gdLst/>
              <a:ahLst/>
              <a:cxnLst/>
              <a:rect l="l" t="t" r="r" b="b"/>
              <a:pathLst>
                <a:path w="317500" h="6350">
                  <a:moveTo>
                    <a:pt x="30480" y="0"/>
                  </a:moveTo>
                  <a:lnTo>
                    <a:pt x="1270" y="0"/>
                  </a:lnTo>
                  <a:lnTo>
                    <a:pt x="1270" y="2540"/>
                  </a:lnTo>
                  <a:lnTo>
                    <a:pt x="0" y="2540"/>
                  </a:lnTo>
                  <a:lnTo>
                    <a:pt x="0" y="5080"/>
                  </a:lnTo>
                  <a:lnTo>
                    <a:pt x="29210" y="5080"/>
                  </a:lnTo>
                  <a:lnTo>
                    <a:pt x="29210" y="6350"/>
                  </a:lnTo>
                  <a:lnTo>
                    <a:pt x="30480" y="6350"/>
                  </a:lnTo>
                  <a:lnTo>
                    <a:pt x="30480" y="5080"/>
                  </a:lnTo>
                  <a:lnTo>
                    <a:pt x="30480" y="2540"/>
                  </a:lnTo>
                  <a:lnTo>
                    <a:pt x="30480" y="0"/>
                  </a:lnTo>
                  <a:close/>
                </a:path>
                <a:path w="317500" h="6350">
                  <a:moveTo>
                    <a:pt x="316230" y="1270"/>
                  </a:moveTo>
                  <a:lnTo>
                    <a:pt x="314960" y="1270"/>
                  </a:lnTo>
                  <a:lnTo>
                    <a:pt x="314960" y="0"/>
                  </a:lnTo>
                  <a:lnTo>
                    <a:pt x="213360" y="0"/>
                  </a:lnTo>
                  <a:lnTo>
                    <a:pt x="213360" y="1270"/>
                  </a:lnTo>
                  <a:lnTo>
                    <a:pt x="213360" y="5080"/>
                  </a:lnTo>
                  <a:lnTo>
                    <a:pt x="316230" y="5080"/>
                  </a:lnTo>
                  <a:lnTo>
                    <a:pt x="316230" y="1270"/>
                  </a:lnTo>
                  <a:close/>
                </a:path>
                <a:path w="317500" h="6350">
                  <a:moveTo>
                    <a:pt x="317500" y="5080"/>
                  </a:moveTo>
                  <a:lnTo>
                    <a:pt x="316230" y="5080"/>
                  </a:lnTo>
                  <a:lnTo>
                    <a:pt x="316230" y="6350"/>
                  </a:lnTo>
                  <a:lnTo>
                    <a:pt x="317500" y="6350"/>
                  </a:lnTo>
                  <a:lnTo>
                    <a:pt x="317500" y="5080"/>
                  </a:lnTo>
                  <a:close/>
                </a:path>
              </a:pathLst>
            </a:custGeom>
            <a:solidFill>
              <a:srgbClr val="D70700"/>
            </a:solidFill>
          </p:spPr>
          <p:txBody>
            <a:bodyPr wrap="square" lIns="0" tIns="0" rIns="0" bIns="0" rtlCol="0"/>
            <a:lstStyle/>
            <a:p/>
          </p:txBody>
        </p:sp>
        <p:sp>
          <p:nvSpPr>
            <p:cNvPr id="122" name="object 122"/>
            <p:cNvSpPr/>
            <p:nvPr/>
          </p:nvSpPr>
          <p:spPr>
            <a:xfrm>
              <a:off x="1421130" y="1539239"/>
              <a:ext cx="321310" cy="7620"/>
            </a:xfrm>
            <a:custGeom>
              <a:avLst/>
              <a:gdLst/>
              <a:ahLst/>
              <a:cxnLst/>
              <a:rect l="l" t="t" r="r" b="b"/>
              <a:pathLst>
                <a:path w="321310" h="7619">
                  <a:moveTo>
                    <a:pt x="31750" y="6350"/>
                  </a:moveTo>
                  <a:lnTo>
                    <a:pt x="1270" y="6350"/>
                  </a:lnTo>
                  <a:lnTo>
                    <a:pt x="1270" y="5080"/>
                  </a:lnTo>
                  <a:lnTo>
                    <a:pt x="0" y="5080"/>
                  </a:lnTo>
                  <a:lnTo>
                    <a:pt x="0" y="6350"/>
                  </a:lnTo>
                  <a:lnTo>
                    <a:pt x="0" y="7620"/>
                  </a:lnTo>
                  <a:lnTo>
                    <a:pt x="31750" y="7620"/>
                  </a:lnTo>
                  <a:lnTo>
                    <a:pt x="31750" y="6350"/>
                  </a:lnTo>
                  <a:close/>
                </a:path>
                <a:path w="321310" h="7619">
                  <a:moveTo>
                    <a:pt x="31750" y="0"/>
                  </a:moveTo>
                  <a:lnTo>
                    <a:pt x="2540" y="0"/>
                  </a:lnTo>
                  <a:lnTo>
                    <a:pt x="2540" y="1270"/>
                  </a:lnTo>
                  <a:lnTo>
                    <a:pt x="1270" y="1270"/>
                  </a:lnTo>
                  <a:lnTo>
                    <a:pt x="1270" y="5080"/>
                  </a:lnTo>
                  <a:lnTo>
                    <a:pt x="31750" y="5080"/>
                  </a:lnTo>
                  <a:lnTo>
                    <a:pt x="31750" y="1270"/>
                  </a:lnTo>
                  <a:lnTo>
                    <a:pt x="31750" y="0"/>
                  </a:lnTo>
                  <a:close/>
                </a:path>
                <a:path w="321310" h="7619">
                  <a:moveTo>
                    <a:pt x="320040" y="0"/>
                  </a:moveTo>
                  <a:lnTo>
                    <a:pt x="217170" y="0"/>
                  </a:lnTo>
                  <a:lnTo>
                    <a:pt x="217170" y="2540"/>
                  </a:lnTo>
                  <a:lnTo>
                    <a:pt x="218440" y="2540"/>
                  </a:lnTo>
                  <a:lnTo>
                    <a:pt x="218440" y="5080"/>
                  </a:lnTo>
                  <a:lnTo>
                    <a:pt x="320040" y="5080"/>
                  </a:lnTo>
                  <a:lnTo>
                    <a:pt x="320040" y="2540"/>
                  </a:lnTo>
                  <a:lnTo>
                    <a:pt x="320040" y="0"/>
                  </a:lnTo>
                  <a:close/>
                </a:path>
                <a:path w="321310" h="7619">
                  <a:moveTo>
                    <a:pt x="321310" y="6350"/>
                  </a:moveTo>
                  <a:lnTo>
                    <a:pt x="218440" y="6350"/>
                  </a:lnTo>
                  <a:lnTo>
                    <a:pt x="218440" y="7620"/>
                  </a:lnTo>
                  <a:lnTo>
                    <a:pt x="321310" y="7620"/>
                  </a:lnTo>
                  <a:lnTo>
                    <a:pt x="321310" y="6350"/>
                  </a:lnTo>
                  <a:close/>
                </a:path>
              </a:pathLst>
            </a:custGeom>
            <a:solidFill>
              <a:srgbClr val="D90700"/>
            </a:solidFill>
          </p:spPr>
          <p:txBody>
            <a:bodyPr wrap="square" lIns="0" tIns="0" rIns="0" bIns="0" rtlCol="0"/>
            <a:lstStyle/>
            <a:p/>
          </p:txBody>
        </p:sp>
        <p:sp>
          <p:nvSpPr>
            <p:cNvPr id="123" name="object 123"/>
            <p:cNvSpPr/>
            <p:nvPr/>
          </p:nvSpPr>
          <p:spPr>
            <a:xfrm>
              <a:off x="1419860" y="1546859"/>
              <a:ext cx="325120" cy="7620"/>
            </a:xfrm>
            <a:custGeom>
              <a:avLst/>
              <a:gdLst/>
              <a:ahLst/>
              <a:cxnLst/>
              <a:rect l="l" t="t" r="r" b="b"/>
              <a:pathLst>
                <a:path w="325119" h="7619">
                  <a:moveTo>
                    <a:pt x="31750" y="1270"/>
                  </a:moveTo>
                  <a:lnTo>
                    <a:pt x="0" y="1270"/>
                  </a:lnTo>
                  <a:lnTo>
                    <a:pt x="0" y="7620"/>
                  </a:lnTo>
                  <a:lnTo>
                    <a:pt x="31750" y="7620"/>
                  </a:lnTo>
                  <a:lnTo>
                    <a:pt x="31750" y="1270"/>
                  </a:lnTo>
                  <a:close/>
                </a:path>
                <a:path w="325119" h="7619">
                  <a:moveTo>
                    <a:pt x="325107" y="6350"/>
                  </a:moveTo>
                  <a:lnTo>
                    <a:pt x="323837" y="6350"/>
                  </a:lnTo>
                  <a:lnTo>
                    <a:pt x="323837" y="1270"/>
                  </a:lnTo>
                  <a:lnTo>
                    <a:pt x="323837" y="0"/>
                  </a:lnTo>
                  <a:lnTo>
                    <a:pt x="322580" y="0"/>
                  </a:lnTo>
                  <a:lnTo>
                    <a:pt x="322580" y="1270"/>
                  </a:lnTo>
                  <a:lnTo>
                    <a:pt x="220967" y="1270"/>
                  </a:lnTo>
                  <a:lnTo>
                    <a:pt x="220967" y="6350"/>
                  </a:lnTo>
                  <a:lnTo>
                    <a:pt x="220967" y="7620"/>
                  </a:lnTo>
                  <a:lnTo>
                    <a:pt x="325107" y="7620"/>
                  </a:lnTo>
                  <a:lnTo>
                    <a:pt x="325107" y="6350"/>
                  </a:lnTo>
                  <a:close/>
                </a:path>
              </a:pathLst>
            </a:custGeom>
            <a:solidFill>
              <a:srgbClr val="DC0600"/>
            </a:solidFill>
          </p:spPr>
          <p:txBody>
            <a:bodyPr wrap="square" lIns="0" tIns="0" rIns="0" bIns="0" rtlCol="0"/>
            <a:lstStyle/>
            <a:p/>
          </p:txBody>
        </p:sp>
        <p:sp>
          <p:nvSpPr>
            <p:cNvPr id="124" name="object 124"/>
            <p:cNvSpPr/>
            <p:nvPr/>
          </p:nvSpPr>
          <p:spPr>
            <a:xfrm>
              <a:off x="1417320" y="1554479"/>
              <a:ext cx="328930" cy="6350"/>
            </a:xfrm>
            <a:custGeom>
              <a:avLst/>
              <a:gdLst/>
              <a:ahLst/>
              <a:cxnLst/>
              <a:rect l="l" t="t" r="r" b="b"/>
              <a:pathLst>
                <a:path w="328930" h="6350">
                  <a:moveTo>
                    <a:pt x="34290" y="3810"/>
                  </a:moveTo>
                  <a:lnTo>
                    <a:pt x="1270" y="3810"/>
                  </a:lnTo>
                  <a:lnTo>
                    <a:pt x="1270" y="5080"/>
                  </a:lnTo>
                  <a:lnTo>
                    <a:pt x="0" y="5080"/>
                  </a:lnTo>
                  <a:lnTo>
                    <a:pt x="0" y="6350"/>
                  </a:lnTo>
                  <a:lnTo>
                    <a:pt x="34290" y="6350"/>
                  </a:lnTo>
                  <a:lnTo>
                    <a:pt x="34290" y="5080"/>
                  </a:lnTo>
                  <a:lnTo>
                    <a:pt x="34290" y="3810"/>
                  </a:lnTo>
                  <a:close/>
                </a:path>
                <a:path w="328930" h="6350">
                  <a:moveTo>
                    <a:pt x="34290" y="0"/>
                  </a:moveTo>
                  <a:lnTo>
                    <a:pt x="1270" y="0"/>
                  </a:lnTo>
                  <a:lnTo>
                    <a:pt x="1270" y="2540"/>
                  </a:lnTo>
                  <a:lnTo>
                    <a:pt x="34290" y="2540"/>
                  </a:lnTo>
                  <a:lnTo>
                    <a:pt x="34290" y="0"/>
                  </a:lnTo>
                  <a:close/>
                </a:path>
                <a:path w="328930" h="6350">
                  <a:moveTo>
                    <a:pt x="327660" y="2540"/>
                  </a:moveTo>
                  <a:lnTo>
                    <a:pt x="327647" y="0"/>
                  </a:lnTo>
                  <a:lnTo>
                    <a:pt x="223507" y="0"/>
                  </a:lnTo>
                  <a:lnTo>
                    <a:pt x="223507" y="2540"/>
                  </a:lnTo>
                  <a:lnTo>
                    <a:pt x="327660" y="2540"/>
                  </a:lnTo>
                  <a:close/>
                </a:path>
                <a:path w="328930" h="6350">
                  <a:moveTo>
                    <a:pt x="328930" y="2540"/>
                  </a:moveTo>
                  <a:lnTo>
                    <a:pt x="327660" y="2540"/>
                  </a:lnTo>
                  <a:lnTo>
                    <a:pt x="327660" y="3810"/>
                  </a:lnTo>
                  <a:lnTo>
                    <a:pt x="224790" y="3810"/>
                  </a:lnTo>
                  <a:lnTo>
                    <a:pt x="224790" y="6350"/>
                  </a:lnTo>
                  <a:lnTo>
                    <a:pt x="328930" y="6350"/>
                  </a:lnTo>
                  <a:lnTo>
                    <a:pt x="328930" y="3810"/>
                  </a:lnTo>
                  <a:lnTo>
                    <a:pt x="328930" y="2540"/>
                  </a:lnTo>
                  <a:close/>
                </a:path>
              </a:pathLst>
            </a:custGeom>
            <a:solidFill>
              <a:srgbClr val="DE0600"/>
            </a:solidFill>
          </p:spPr>
          <p:txBody>
            <a:bodyPr wrap="square" lIns="0" tIns="0" rIns="0" bIns="0" rtlCol="0"/>
            <a:lstStyle/>
            <a:p/>
          </p:txBody>
        </p:sp>
        <p:sp>
          <p:nvSpPr>
            <p:cNvPr id="125" name="object 125"/>
            <p:cNvSpPr/>
            <p:nvPr/>
          </p:nvSpPr>
          <p:spPr>
            <a:xfrm>
              <a:off x="1414780" y="1560829"/>
              <a:ext cx="334010" cy="7620"/>
            </a:xfrm>
            <a:custGeom>
              <a:avLst/>
              <a:gdLst/>
              <a:ahLst/>
              <a:cxnLst/>
              <a:rect l="l" t="t" r="r" b="b"/>
              <a:pathLst>
                <a:path w="334010" h="7619">
                  <a:moveTo>
                    <a:pt x="36830" y="6362"/>
                  </a:moveTo>
                  <a:lnTo>
                    <a:pt x="0" y="6362"/>
                  </a:lnTo>
                  <a:lnTo>
                    <a:pt x="0" y="7620"/>
                  </a:lnTo>
                  <a:lnTo>
                    <a:pt x="36830" y="7620"/>
                  </a:lnTo>
                  <a:lnTo>
                    <a:pt x="36830" y="6362"/>
                  </a:lnTo>
                  <a:close/>
                </a:path>
                <a:path w="334010" h="7619">
                  <a:moveTo>
                    <a:pt x="36830" y="0"/>
                  </a:moveTo>
                  <a:lnTo>
                    <a:pt x="2540" y="0"/>
                  </a:lnTo>
                  <a:lnTo>
                    <a:pt x="2540" y="2540"/>
                  </a:lnTo>
                  <a:lnTo>
                    <a:pt x="1270" y="2540"/>
                  </a:lnTo>
                  <a:lnTo>
                    <a:pt x="1270" y="5080"/>
                  </a:lnTo>
                  <a:lnTo>
                    <a:pt x="36830" y="5080"/>
                  </a:lnTo>
                  <a:lnTo>
                    <a:pt x="36830" y="2540"/>
                  </a:lnTo>
                  <a:lnTo>
                    <a:pt x="36830" y="0"/>
                  </a:lnTo>
                  <a:close/>
                </a:path>
                <a:path w="334010" h="7619">
                  <a:moveTo>
                    <a:pt x="332740" y="2540"/>
                  </a:moveTo>
                  <a:lnTo>
                    <a:pt x="331470" y="2540"/>
                  </a:lnTo>
                  <a:lnTo>
                    <a:pt x="331470" y="0"/>
                  </a:lnTo>
                  <a:lnTo>
                    <a:pt x="227330" y="0"/>
                  </a:lnTo>
                  <a:lnTo>
                    <a:pt x="227330" y="2540"/>
                  </a:lnTo>
                  <a:lnTo>
                    <a:pt x="228600" y="2540"/>
                  </a:lnTo>
                  <a:lnTo>
                    <a:pt x="228600" y="5080"/>
                  </a:lnTo>
                  <a:lnTo>
                    <a:pt x="332740" y="5080"/>
                  </a:lnTo>
                  <a:lnTo>
                    <a:pt x="332740" y="2540"/>
                  </a:lnTo>
                  <a:close/>
                </a:path>
                <a:path w="334010" h="7619">
                  <a:moveTo>
                    <a:pt x="334010" y="6362"/>
                  </a:moveTo>
                  <a:lnTo>
                    <a:pt x="228600" y="6362"/>
                  </a:lnTo>
                  <a:lnTo>
                    <a:pt x="228600" y="7620"/>
                  </a:lnTo>
                  <a:lnTo>
                    <a:pt x="334010" y="7620"/>
                  </a:lnTo>
                  <a:lnTo>
                    <a:pt x="334010" y="6362"/>
                  </a:lnTo>
                  <a:close/>
                </a:path>
                <a:path w="334010" h="7619">
                  <a:moveTo>
                    <a:pt x="334010" y="5080"/>
                  </a:moveTo>
                  <a:lnTo>
                    <a:pt x="332740" y="5080"/>
                  </a:lnTo>
                  <a:lnTo>
                    <a:pt x="332740" y="6350"/>
                  </a:lnTo>
                  <a:lnTo>
                    <a:pt x="334010" y="6350"/>
                  </a:lnTo>
                  <a:lnTo>
                    <a:pt x="334010" y="5080"/>
                  </a:lnTo>
                  <a:close/>
                </a:path>
              </a:pathLst>
            </a:custGeom>
            <a:solidFill>
              <a:srgbClr val="E00500"/>
            </a:solidFill>
          </p:spPr>
          <p:txBody>
            <a:bodyPr wrap="square" lIns="0" tIns="0" rIns="0" bIns="0" rtlCol="0"/>
            <a:lstStyle/>
            <a:p/>
          </p:txBody>
        </p:sp>
        <p:sp>
          <p:nvSpPr>
            <p:cNvPr id="126" name="object 126"/>
            <p:cNvSpPr/>
            <p:nvPr/>
          </p:nvSpPr>
          <p:spPr>
            <a:xfrm>
              <a:off x="1412240" y="1568449"/>
              <a:ext cx="337820" cy="7620"/>
            </a:xfrm>
            <a:custGeom>
              <a:avLst/>
              <a:gdLst/>
              <a:ahLst/>
              <a:cxnLst/>
              <a:rect l="l" t="t" r="r" b="b"/>
              <a:pathLst>
                <a:path w="337819" h="7619">
                  <a:moveTo>
                    <a:pt x="39370" y="0"/>
                  </a:moveTo>
                  <a:lnTo>
                    <a:pt x="2540" y="0"/>
                  </a:lnTo>
                  <a:lnTo>
                    <a:pt x="2540" y="2540"/>
                  </a:lnTo>
                  <a:lnTo>
                    <a:pt x="1270" y="2540"/>
                  </a:lnTo>
                  <a:lnTo>
                    <a:pt x="1270" y="6350"/>
                  </a:lnTo>
                  <a:lnTo>
                    <a:pt x="0" y="6350"/>
                  </a:lnTo>
                  <a:lnTo>
                    <a:pt x="0" y="7620"/>
                  </a:lnTo>
                  <a:lnTo>
                    <a:pt x="39370" y="7620"/>
                  </a:lnTo>
                  <a:lnTo>
                    <a:pt x="39370" y="6350"/>
                  </a:lnTo>
                  <a:lnTo>
                    <a:pt x="39370" y="2540"/>
                  </a:lnTo>
                  <a:lnTo>
                    <a:pt x="39370" y="0"/>
                  </a:lnTo>
                  <a:close/>
                </a:path>
                <a:path w="337819" h="7619">
                  <a:moveTo>
                    <a:pt x="337820" y="2540"/>
                  </a:moveTo>
                  <a:lnTo>
                    <a:pt x="336550" y="2540"/>
                  </a:lnTo>
                  <a:lnTo>
                    <a:pt x="336550" y="1270"/>
                  </a:lnTo>
                  <a:lnTo>
                    <a:pt x="336550" y="0"/>
                  </a:lnTo>
                  <a:lnTo>
                    <a:pt x="231140" y="0"/>
                  </a:lnTo>
                  <a:lnTo>
                    <a:pt x="231140" y="1270"/>
                  </a:lnTo>
                  <a:lnTo>
                    <a:pt x="232410" y="1270"/>
                  </a:lnTo>
                  <a:lnTo>
                    <a:pt x="232410" y="2540"/>
                  </a:lnTo>
                  <a:lnTo>
                    <a:pt x="232410" y="7620"/>
                  </a:lnTo>
                  <a:lnTo>
                    <a:pt x="337820" y="7620"/>
                  </a:lnTo>
                  <a:lnTo>
                    <a:pt x="337820" y="2540"/>
                  </a:lnTo>
                  <a:close/>
                </a:path>
              </a:pathLst>
            </a:custGeom>
            <a:solidFill>
              <a:srgbClr val="E20500"/>
            </a:solidFill>
          </p:spPr>
          <p:txBody>
            <a:bodyPr wrap="square" lIns="0" tIns="0" rIns="0" bIns="0" rtlCol="0"/>
            <a:lstStyle/>
            <a:p/>
          </p:txBody>
        </p:sp>
        <p:sp>
          <p:nvSpPr>
            <p:cNvPr id="127" name="object 127"/>
            <p:cNvSpPr/>
            <p:nvPr/>
          </p:nvSpPr>
          <p:spPr>
            <a:xfrm>
              <a:off x="1409700" y="1576069"/>
              <a:ext cx="342900" cy="6350"/>
            </a:xfrm>
            <a:custGeom>
              <a:avLst/>
              <a:gdLst/>
              <a:ahLst/>
              <a:cxnLst/>
              <a:rect l="l" t="t" r="r" b="b"/>
              <a:pathLst>
                <a:path w="342900" h="6350">
                  <a:moveTo>
                    <a:pt x="43180" y="1270"/>
                  </a:moveTo>
                  <a:lnTo>
                    <a:pt x="41910" y="1270"/>
                  </a:lnTo>
                  <a:lnTo>
                    <a:pt x="41910" y="0"/>
                  </a:lnTo>
                  <a:lnTo>
                    <a:pt x="2540" y="0"/>
                  </a:lnTo>
                  <a:lnTo>
                    <a:pt x="2540" y="1270"/>
                  </a:lnTo>
                  <a:lnTo>
                    <a:pt x="2540" y="2540"/>
                  </a:lnTo>
                  <a:lnTo>
                    <a:pt x="1270" y="2540"/>
                  </a:lnTo>
                  <a:lnTo>
                    <a:pt x="1270" y="5080"/>
                  </a:lnTo>
                  <a:lnTo>
                    <a:pt x="0" y="5080"/>
                  </a:lnTo>
                  <a:lnTo>
                    <a:pt x="0" y="6350"/>
                  </a:lnTo>
                  <a:lnTo>
                    <a:pt x="43180" y="6350"/>
                  </a:lnTo>
                  <a:lnTo>
                    <a:pt x="43180" y="5080"/>
                  </a:lnTo>
                  <a:lnTo>
                    <a:pt x="43180" y="2540"/>
                  </a:lnTo>
                  <a:lnTo>
                    <a:pt x="43180" y="1270"/>
                  </a:lnTo>
                  <a:close/>
                </a:path>
                <a:path w="342900" h="6350">
                  <a:moveTo>
                    <a:pt x="342900" y="3810"/>
                  </a:moveTo>
                  <a:lnTo>
                    <a:pt x="341630" y="3810"/>
                  </a:lnTo>
                  <a:lnTo>
                    <a:pt x="341630" y="0"/>
                  </a:lnTo>
                  <a:lnTo>
                    <a:pt x="234950" y="0"/>
                  </a:lnTo>
                  <a:lnTo>
                    <a:pt x="234950" y="3810"/>
                  </a:lnTo>
                  <a:lnTo>
                    <a:pt x="234950" y="6350"/>
                  </a:lnTo>
                  <a:lnTo>
                    <a:pt x="342900" y="6350"/>
                  </a:lnTo>
                  <a:lnTo>
                    <a:pt x="342900" y="3810"/>
                  </a:lnTo>
                  <a:close/>
                </a:path>
              </a:pathLst>
            </a:custGeom>
            <a:solidFill>
              <a:srgbClr val="E50400"/>
            </a:solidFill>
          </p:spPr>
          <p:txBody>
            <a:bodyPr wrap="square" lIns="0" tIns="0" rIns="0" bIns="0" rtlCol="0"/>
            <a:lstStyle/>
            <a:p/>
          </p:txBody>
        </p:sp>
        <p:sp>
          <p:nvSpPr>
            <p:cNvPr id="128" name="object 128"/>
            <p:cNvSpPr/>
            <p:nvPr/>
          </p:nvSpPr>
          <p:spPr>
            <a:xfrm>
              <a:off x="1407160" y="1582419"/>
              <a:ext cx="347980" cy="7620"/>
            </a:xfrm>
            <a:custGeom>
              <a:avLst/>
              <a:gdLst/>
              <a:ahLst/>
              <a:cxnLst/>
              <a:rect l="l" t="t" r="r" b="b"/>
              <a:pathLst>
                <a:path w="347980" h="7619">
                  <a:moveTo>
                    <a:pt x="46990" y="5080"/>
                  </a:moveTo>
                  <a:lnTo>
                    <a:pt x="45720" y="5080"/>
                  </a:lnTo>
                  <a:lnTo>
                    <a:pt x="45720" y="2540"/>
                  </a:lnTo>
                  <a:lnTo>
                    <a:pt x="45720" y="0"/>
                  </a:lnTo>
                  <a:lnTo>
                    <a:pt x="2540" y="0"/>
                  </a:lnTo>
                  <a:lnTo>
                    <a:pt x="2540" y="2540"/>
                  </a:lnTo>
                  <a:lnTo>
                    <a:pt x="1270" y="2540"/>
                  </a:lnTo>
                  <a:lnTo>
                    <a:pt x="1270" y="5080"/>
                  </a:lnTo>
                  <a:lnTo>
                    <a:pt x="0" y="5080"/>
                  </a:lnTo>
                  <a:lnTo>
                    <a:pt x="0" y="7620"/>
                  </a:lnTo>
                  <a:lnTo>
                    <a:pt x="46990" y="7620"/>
                  </a:lnTo>
                  <a:lnTo>
                    <a:pt x="46990" y="5080"/>
                  </a:lnTo>
                  <a:close/>
                </a:path>
                <a:path w="347980" h="7619">
                  <a:moveTo>
                    <a:pt x="347980" y="5080"/>
                  </a:moveTo>
                  <a:lnTo>
                    <a:pt x="346710" y="5080"/>
                  </a:lnTo>
                  <a:lnTo>
                    <a:pt x="346710" y="1270"/>
                  </a:lnTo>
                  <a:lnTo>
                    <a:pt x="345440" y="1270"/>
                  </a:lnTo>
                  <a:lnTo>
                    <a:pt x="345440" y="0"/>
                  </a:lnTo>
                  <a:lnTo>
                    <a:pt x="237490" y="0"/>
                  </a:lnTo>
                  <a:lnTo>
                    <a:pt x="237490" y="1270"/>
                  </a:lnTo>
                  <a:lnTo>
                    <a:pt x="237490" y="5080"/>
                  </a:lnTo>
                  <a:lnTo>
                    <a:pt x="237490" y="7620"/>
                  </a:lnTo>
                  <a:lnTo>
                    <a:pt x="347980" y="7620"/>
                  </a:lnTo>
                  <a:lnTo>
                    <a:pt x="347980" y="5080"/>
                  </a:lnTo>
                  <a:close/>
                </a:path>
              </a:pathLst>
            </a:custGeom>
            <a:solidFill>
              <a:srgbClr val="E70400"/>
            </a:solidFill>
          </p:spPr>
          <p:txBody>
            <a:bodyPr wrap="square" lIns="0" tIns="0" rIns="0" bIns="0" rtlCol="0"/>
            <a:lstStyle/>
            <a:p/>
          </p:txBody>
        </p:sp>
        <p:sp>
          <p:nvSpPr>
            <p:cNvPr id="129" name="object 129"/>
            <p:cNvSpPr/>
            <p:nvPr/>
          </p:nvSpPr>
          <p:spPr>
            <a:xfrm>
              <a:off x="1403350" y="1590039"/>
              <a:ext cx="355600" cy="7620"/>
            </a:xfrm>
            <a:custGeom>
              <a:avLst/>
              <a:gdLst/>
              <a:ahLst/>
              <a:cxnLst/>
              <a:rect l="l" t="t" r="r" b="b"/>
              <a:pathLst>
                <a:path w="355600" h="7619">
                  <a:moveTo>
                    <a:pt x="53340" y="6350"/>
                  </a:moveTo>
                  <a:lnTo>
                    <a:pt x="52070" y="6350"/>
                  </a:lnTo>
                  <a:lnTo>
                    <a:pt x="52070" y="5080"/>
                  </a:lnTo>
                  <a:lnTo>
                    <a:pt x="52070" y="2540"/>
                  </a:lnTo>
                  <a:lnTo>
                    <a:pt x="52070" y="0"/>
                  </a:lnTo>
                  <a:lnTo>
                    <a:pt x="2540" y="0"/>
                  </a:lnTo>
                  <a:lnTo>
                    <a:pt x="2540" y="2540"/>
                  </a:lnTo>
                  <a:lnTo>
                    <a:pt x="1270" y="2540"/>
                  </a:lnTo>
                  <a:lnTo>
                    <a:pt x="1270" y="5080"/>
                  </a:lnTo>
                  <a:lnTo>
                    <a:pt x="0" y="5080"/>
                  </a:lnTo>
                  <a:lnTo>
                    <a:pt x="0" y="6350"/>
                  </a:lnTo>
                  <a:lnTo>
                    <a:pt x="0" y="7620"/>
                  </a:lnTo>
                  <a:lnTo>
                    <a:pt x="53340" y="7620"/>
                  </a:lnTo>
                  <a:lnTo>
                    <a:pt x="53340" y="6350"/>
                  </a:lnTo>
                  <a:close/>
                </a:path>
                <a:path w="355600" h="7619">
                  <a:moveTo>
                    <a:pt x="355600" y="6350"/>
                  </a:moveTo>
                  <a:lnTo>
                    <a:pt x="354330" y="6350"/>
                  </a:lnTo>
                  <a:lnTo>
                    <a:pt x="354330" y="3810"/>
                  </a:lnTo>
                  <a:lnTo>
                    <a:pt x="353060" y="3810"/>
                  </a:lnTo>
                  <a:lnTo>
                    <a:pt x="353060" y="1270"/>
                  </a:lnTo>
                  <a:lnTo>
                    <a:pt x="351790" y="1270"/>
                  </a:lnTo>
                  <a:lnTo>
                    <a:pt x="351790" y="0"/>
                  </a:lnTo>
                  <a:lnTo>
                    <a:pt x="241300" y="0"/>
                  </a:lnTo>
                  <a:lnTo>
                    <a:pt x="241300" y="1270"/>
                  </a:lnTo>
                  <a:lnTo>
                    <a:pt x="241300" y="3810"/>
                  </a:lnTo>
                  <a:lnTo>
                    <a:pt x="241300" y="6350"/>
                  </a:lnTo>
                  <a:lnTo>
                    <a:pt x="241300" y="7620"/>
                  </a:lnTo>
                  <a:lnTo>
                    <a:pt x="355600" y="7620"/>
                  </a:lnTo>
                  <a:lnTo>
                    <a:pt x="355600" y="6350"/>
                  </a:lnTo>
                  <a:close/>
                </a:path>
              </a:pathLst>
            </a:custGeom>
            <a:solidFill>
              <a:srgbClr val="E90400"/>
            </a:solidFill>
          </p:spPr>
          <p:txBody>
            <a:bodyPr wrap="square" lIns="0" tIns="0" rIns="0" bIns="0" rtlCol="0"/>
            <a:lstStyle/>
            <a:p/>
          </p:txBody>
        </p:sp>
        <p:sp>
          <p:nvSpPr>
            <p:cNvPr id="130" name="object 130"/>
            <p:cNvSpPr/>
            <p:nvPr/>
          </p:nvSpPr>
          <p:spPr>
            <a:xfrm>
              <a:off x="1399540" y="1597659"/>
              <a:ext cx="361950" cy="6350"/>
            </a:xfrm>
            <a:custGeom>
              <a:avLst/>
              <a:gdLst/>
              <a:ahLst/>
              <a:cxnLst/>
              <a:rect l="l" t="t" r="r" b="b"/>
              <a:pathLst>
                <a:path w="361950" h="6350">
                  <a:moveTo>
                    <a:pt x="59690" y="5080"/>
                  </a:moveTo>
                  <a:lnTo>
                    <a:pt x="59677" y="3810"/>
                  </a:lnTo>
                  <a:lnTo>
                    <a:pt x="58420" y="3810"/>
                  </a:lnTo>
                  <a:lnTo>
                    <a:pt x="58420" y="2540"/>
                  </a:lnTo>
                  <a:lnTo>
                    <a:pt x="58420" y="1270"/>
                  </a:lnTo>
                  <a:lnTo>
                    <a:pt x="57150" y="1270"/>
                  </a:lnTo>
                  <a:lnTo>
                    <a:pt x="57150" y="0"/>
                  </a:lnTo>
                  <a:lnTo>
                    <a:pt x="2540" y="0"/>
                  </a:lnTo>
                  <a:lnTo>
                    <a:pt x="2540" y="1270"/>
                  </a:lnTo>
                  <a:lnTo>
                    <a:pt x="2540" y="2540"/>
                  </a:lnTo>
                  <a:lnTo>
                    <a:pt x="1270" y="2540"/>
                  </a:lnTo>
                  <a:lnTo>
                    <a:pt x="1270" y="3810"/>
                  </a:lnTo>
                  <a:lnTo>
                    <a:pt x="1270" y="5080"/>
                  </a:lnTo>
                  <a:lnTo>
                    <a:pt x="0" y="5080"/>
                  </a:lnTo>
                  <a:lnTo>
                    <a:pt x="0" y="6350"/>
                  </a:lnTo>
                  <a:lnTo>
                    <a:pt x="59690" y="6350"/>
                  </a:lnTo>
                  <a:lnTo>
                    <a:pt x="59690" y="5080"/>
                  </a:lnTo>
                  <a:close/>
                </a:path>
                <a:path w="361950" h="6350">
                  <a:moveTo>
                    <a:pt x="361950" y="5080"/>
                  </a:moveTo>
                  <a:lnTo>
                    <a:pt x="360680" y="5080"/>
                  </a:lnTo>
                  <a:lnTo>
                    <a:pt x="360680" y="3810"/>
                  </a:lnTo>
                  <a:lnTo>
                    <a:pt x="360680" y="2540"/>
                  </a:lnTo>
                  <a:lnTo>
                    <a:pt x="359410" y="2540"/>
                  </a:lnTo>
                  <a:lnTo>
                    <a:pt x="359410" y="0"/>
                  </a:lnTo>
                  <a:lnTo>
                    <a:pt x="245110" y="0"/>
                  </a:lnTo>
                  <a:lnTo>
                    <a:pt x="245110" y="2540"/>
                  </a:lnTo>
                  <a:lnTo>
                    <a:pt x="245110" y="3810"/>
                  </a:lnTo>
                  <a:lnTo>
                    <a:pt x="243840" y="3810"/>
                  </a:lnTo>
                  <a:lnTo>
                    <a:pt x="243840" y="5080"/>
                  </a:lnTo>
                  <a:lnTo>
                    <a:pt x="243840" y="6350"/>
                  </a:lnTo>
                  <a:lnTo>
                    <a:pt x="361950" y="6350"/>
                  </a:lnTo>
                  <a:lnTo>
                    <a:pt x="361950" y="5080"/>
                  </a:lnTo>
                  <a:close/>
                </a:path>
              </a:pathLst>
            </a:custGeom>
            <a:solidFill>
              <a:srgbClr val="EB0300"/>
            </a:solidFill>
          </p:spPr>
          <p:txBody>
            <a:bodyPr wrap="square" lIns="0" tIns="0" rIns="0" bIns="0" rtlCol="0"/>
            <a:lstStyle/>
            <a:p/>
          </p:txBody>
        </p:sp>
        <p:sp>
          <p:nvSpPr>
            <p:cNvPr id="131" name="object 131"/>
            <p:cNvSpPr/>
            <p:nvPr/>
          </p:nvSpPr>
          <p:spPr>
            <a:xfrm>
              <a:off x="1393190" y="1604009"/>
              <a:ext cx="373380" cy="7620"/>
            </a:xfrm>
            <a:custGeom>
              <a:avLst/>
              <a:gdLst/>
              <a:ahLst/>
              <a:cxnLst/>
              <a:rect l="l" t="t" r="r" b="b"/>
              <a:pathLst>
                <a:path w="373380" h="7619">
                  <a:moveTo>
                    <a:pt x="69850" y="5080"/>
                  </a:moveTo>
                  <a:lnTo>
                    <a:pt x="68580" y="5080"/>
                  </a:lnTo>
                  <a:lnTo>
                    <a:pt x="68580" y="3810"/>
                  </a:lnTo>
                  <a:lnTo>
                    <a:pt x="68580" y="2540"/>
                  </a:lnTo>
                  <a:lnTo>
                    <a:pt x="67310" y="2540"/>
                  </a:lnTo>
                  <a:lnTo>
                    <a:pt x="67310" y="1270"/>
                  </a:lnTo>
                  <a:lnTo>
                    <a:pt x="67310" y="0"/>
                  </a:lnTo>
                  <a:lnTo>
                    <a:pt x="5080" y="0"/>
                  </a:lnTo>
                  <a:lnTo>
                    <a:pt x="5080" y="1270"/>
                  </a:lnTo>
                  <a:lnTo>
                    <a:pt x="3810" y="1270"/>
                  </a:lnTo>
                  <a:lnTo>
                    <a:pt x="3810" y="2540"/>
                  </a:lnTo>
                  <a:lnTo>
                    <a:pt x="3810" y="3810"/>
                  </a:lnTo>
                  <a:lnTo>
                    <a:pt x="2540" y="3810"/>
                  </a:lnTo>
                  <a:lnTo>
                    <a:pt x="2540" y="5080"/>
                  </a:lnTo>
                  <a:lnTo>
                    <a:pt x="1270" y="5080"/>
                  </a:lnTo>
                  <a:lnTo>
                    <a:pt x="1270" y="6350"/>
                  </a:lnTo>
                  <a:lnTo>
                    <a:pt x="0" y="6350"/>
                  </a:lnTo>
                  <a:lnTo>
                    <a:pt x="0" y="7620"/>
                  </a:lnTo>
                  <a:lnTo>
                    <a:pt x="69850" y="7620"/>
                  </a:lnTo>
                  <a:lnTo>
                    <a:pt x="69850" y="6350"/>
                  </a:lnTo>
                  <a:lnTo>
                    <a:pt x="69850" y="5080"/>
                  </a:lnTo>
                  <a:close/>
                </a:path>
                <a:path w="373380" h="7619">
                  <a:moveTo>
                    <a:pt x="373380" y="6350"/>
                  </a:moveTo>
                  <a:lnTo>
                    <a:pt x="372110" y="6350"/>
                  </a:lnTo>
                  <a:lnTo>
                    <a:pt x="372110" y="5080"/>
                  </a:lnTo>
                  <a:lnTo>
                    <a:pt x="372110" y="3810"/>
                  </a:lnTo>
                  <a:lnTo>
                    <a:pt x="370840" y="3810"/>
                  </a:lnTo>
                  <a:lnTo>
                    <a:pt x="370840" y="1270"/>
                  </a:lnTo>
                  <a:lnTo>
                    <a:pt x="369570" y="1270"/>
                  </a:lnTo>
                  <a:lnTo>
                    <a:pt x="369570" y="0"/>
                  </a:lnTo>
                  <a:lnTo>
                    <a:pt x="248920" y="0"/>
                  </a:lnTo>
                  <a:lnTo>
                    <a:pt x="248920" y="1270"/>
                  </a:lnTo>
                  <a:lnTo>
                    <a:pt x="248920" y="3810"/>
                  </a:lnTo>
                  <a:lnTo>
                    <a:pt x="248920" y="5080"/>
                  </a:lnTo>
                  <a:lnTo>
                    <a:pt x="247637" y="5080"/>
                  </a:lnTo>
                  <a:lnTo>
                    <a:pt x="247637" y="6350"/>
                  </a:lnTo>
                  <a:lnTo>
                    <a:pt x="246380" y="6350"/>
                  </a:lnTo>
                  <a:lnTo>
                    <a:pt x="246380" y="7620"/>
                  </a:lnTo>
                  <a:lnTo>
                    <a:pt x="373380" y="7620"/>
                  </a:lnTo>
                  <a:lnTo>
                    <a:pt x="373380" y="6350"/>
                  </a:lnTo>
                  <a:close/>
                </a:path>
              </a:pathLst>
            </a:custGeom>
            <a:solidFill>
              <a:srgbClr val="EE0300"/>
            </a:solidFill>
          </p:spPr>
          <p:txBody>
            <a:bodyPr wrap="square" lIns="0" tIns="0" rIns="0" bIns="0" rtlCol="0"/>
            <a:lstStyle/>
            <a:p/>
          </p:txBody>
        </p:sp>
        <p:sp>
          <p:nvSpPr>
            <p:cNvPr id="132" name="object 132"/>
            <p:cNvSpPr/>
            <p:nvPr/>
          </p:nvSpPr>
          <p:spPr>
            <a:xfrm>
              <a:off x="1386840" y="1611629"/>
              <a:ext cx="386080" cy="7620"/>
            </a:xfrm>
            <a:custGeom>
              <a:avLst/>
              <a:gdLst/>
              <a:ahLst/>
              <a:cxnLst/>
              <a:rect l="l" t="t" r="r" b="b"/>
              <a:pathLst>
                <a:path w="386080" h="7619">
                  <a:moveTo>
                    <a:pt x="87630" y="6350"/>
                  </a:moveTo>
                  <a:lnTo>
                    <a:pt x="85077" y="6350"/>
                  </a:lnTo>
                  <a:lnTo>
                    <a:pt x="85077" y="5080"/>
                  </a:lnTo>
                  <a:lnTo>
                    <a:pt x="82550" y="5080"/>
                  </a:lnTo>
                  <a:lnTo>
                    <a:pt x="82550" y="3810"/>
                  </a:lnTo>
                  <a:lnTo>
                    <a:pt x="81280" y="3810"/>
                  </a:lnTo>
                  <a:lnTo>
                    <a:pt x="81280" y="2540"/>
                  </a:lnTo>
                  <a:lnTo>
                    <a:pt x="78740" y="2540"/>
                  </a:lnTo>
                  <a:lnTo>
                    <a:pt x="78740" y="1270"/>
                  </a:lnTo>
                  <a:lnTo>
                    <a:pt x="78727"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87630" y="7620"/>
                  </a:lnTo>
                  <a:lnTo>
                    <a:pt x="87630" y="6350"/>
                  </a:lnTo>
                  <a:close/>
                </a:path>
                <a:path w="386080" h="7619">
                  <a:moveTo>
                    <a:pt x="386080" y="5080"/>
                  </a:moveTo>
                  <a:lnTo>
                    <a:pt x="384810" y="5080"/>
                  </a:lnTo>
                  <a:lnTo>
                    <a:pt x="384810" y="3810"/>
                  </a:lnTo>
                  <a:lnTo>
                    <a:pt x="382270" y="3810"/>
                  </a:lnTo>
                  <a:lnTo>
                    <a:pt x="382270" y="2540"/>
                  </a:lnTo>
                  <a:lnTo>
                    <a:pt x="381000" y="2540"/>
                  </a:lnTo>
                  <a:lnTo>
                    <a:pt x="381000" y="1270"/>
                  </a:lnTo>
                  <a:lnTo>
                    <a:pt x="379730" y="1270"/>
                  </a:lnTo>
                  <a:lnTo>
                    <a:pt x="379730" y="0"/>
                  </a:lnTo>
                  <a:lnTo>
                    <a:pt x="252730" y="0"/>
                  </a:lnTo>
                  <a:lnTo>
                    <a:pt x="252730" y="1270"/>
                  </a:lnTo>
                  <a:lnTo>
                    <a:pt x="251460" y="1270"/>
                  </a:lnTo>
                  <a:lnTo>
                    <a:pt x="251460" y="2540"/>
                  </a:lnTo>
                  <a:lnTo>
                    <a:pt x="250190" y="2540"/>
                  </a:lnTo>
                  <a:lnTo>
                    <a:pt x="250190" y="3810"/>
                  </a:lnTo>
                  <a:lnTo>
                    <a:pt x="250190" y="5080"/>
                  </a:lnTo>
                  <a:lnTo>
                    <a:pt x="248920" y="5080"/>
                  </a:lnTo>
                  <a:lnTo>
                    <a:pt x="248920" y="6350"/>
                  </a:lnTo>
                  <a:lnTo>
                    <a:pt x="246380" y="6350"/>
                  </a:lnTo>
                  <a:lnTo>
                    <a:pt x="246380" y="7620"/>
                  </a:lnTo>
                  <a:lnTo>
                    <a:pt x="386080" y="7620"/>
                  </a:lnTo>
                  <a:lnTo>
                    <a:pt x="386080" y="6350"/>
                  </a:lnTo>
                  <a:lnTo>
                    <a:pt x="386080" y="5080"/>
                  </a:lnTo>
                  <a:close/>
                </a:path>
              </a:pathLst>
            </a:custGeom>
            <a:solidFill>
              <a:srgbClr val="F00200"/>
            </a:solidFill>
          </p:spPr>
          <p:txBody>
            <a:bodyPr wrap="square" lIns="0" tIns="0" rIns="0" bIns="0" rtlCol="0"/>
            <a:lstStyle/>
            <a:p/>
          </p:txBody>
        </p:sp>
        <p:sp>
          <p:nvSpPr>
            <p:cNvPr id="133" name="object 133"/>
            <p:cNvSpPr/>
            <p:nvPr/>
          </p:nvSpPr>
          <p:spPr>
            <a:xfrm>
              <a:off x="1372870" y="1619249"/>
              <a:ext cx="412750" cy="6350"/>
            </a:xfrm>
            <a:custGeom>
              <a:avLst/>
              <a:gdLst/>
              <a:ahLst/>
              <a:cxnLst/>
              <a:rect l="l" t="t" r="r" b="b"/>
              <a:pathLst>
                <a:path w="412750" h="6350">
                  <a:moveTo>
                    <a:pt x="120650" y="5080"/>
                  </a:moveTo>
                  <a:lnTo>
                    <a:pt x="116840" y="5080"/>
                  </a:lnTo>
                  <a:lnTo>
                    <a:pt x="116840" y="3810"/>
                  </a:lnTo>
                  <a:lnTo>
                    <a:pt x="110490" y="3810"/>
                  </a:lnTo>
                  <a:lnTo>
                    <a:pt x="110490" y="2540"/>
                  </a:lnTo>
                  <a:lnTo>
                    <a:pt x="106680" y="2540"/>
                  </a:lnTo>
                  <a:lnTo>
                    <a:pt x="106680" y="1270"/>
                  </a:lnTo>
                  <a:lnTo>
                    <a:pt x="105410" y="1270"/>
                  </a:lnTo>
                  <a:lnTo>
                    <a:pt x="105410" y="0"/>
                  </a:lnTo>
                  <a:lnTo>
                    <a:pt x="10160" y="0"/>
                  </a:lnTo>
                  <a:lnTo>
                    <a:pt x="10160" y="1270"/>
                  </a:lnTo>
                  <a:lnTo>
                    <a:pt x="8890" y="1270"/>
                  </a:lnTo>
                  <a:lnTo>
                    <a:pt x="8890" y="2540"/>
                  </a:lnTo>
                  <a:lnTo>
                    <a:pt x="5080" y="2540"/>
                  </a:lnTo>
                  <a:lnTo>
                    <a:pt x="5080" y="3810"/>
                  </a:lnTo>
                  <a:lnTo>
                    <a:pt x="3810" y="3810"/>
                  </a:lnTo>
                  <a:lnTo>
                    <a:pt x="3810" y="5080"/>
                  </a:lnTo>
                  <a:lnTo>
                    <a:pt x="0" y="5080"/>
                  </a:lnTo>
                  <a:lnTo>
                    <a:pt x="0" y="6350"/>
                  </a:lnTo>
                  <a:lnTo>
                    <a:pt x="120650" y="6350"/>
                  </a:lnTo>
                  <a:lnTo>
                    <a:pt x="120650" y="5080"/>
                  </a:lnTo>
                  <a:close/>
                </a:path>
                <a:path w="412750" h="6350">
                  <a:moveTo>
                    <a:pt x="412750" y="5080"/>
                  </a:moveTo>
                  <a:lnTo>
                    <a:pt x="408940" y="5080"/>
                  </a:lnTo>
                  <a:lnTo>
                    <a:pt x="408940" y="3810"/>
                  </a:lnTo>
                  <a:lnTo>
                    <a:pt x="405130" y="3810"/>
                  </a:lnTo>
                  <a:lnTo>
                    <a:pt x="405130" y="2540"/>
                  </a:lnTo>
                  <a:lnTo>
                    <a:pt x="402590" y="2540"/>
                  </a:lnTo>
                  <a:lnTo>
                    <a:pt x="402590" y="1270"/>
                  </a:lnTo>
                  <a:lnTo>
                    <a:pt x="401320" y="1270"/>
                  </a:lnTo>
                  <a:lnTo>
                    <a:pt x="401320" y="0"/>
                  </a:lnTo>
                  <a:lnTo>
                    <a:pt x="259080" y="0"/>
                  </a:lnTo>
                  <a:lnTo>
                    <a:pt x="259080" y="1270"/>
                  </a:lnTo>
                  <a:lnTo>
                    <a:pt x="257810" y="1270"/>
                  </a:lnTo>
                  <a:lnTo>
                    <a:pt x="257810" y="2540"/>
                  </a:lnTo>
                  <a:lnTo>
                    <a:pt x="254000" y="2540"/>
                  </a:lnTo>
                  <a:lnTo>
                    <a:pt x="254000" y="3810"/>
                  </a:lnTo>
                  <a:lnTo>
                    <a:pt x="248920" y="3810"/>
                  </a:lnTo>
                  <a:lnTo>
                    <a:pt x="248920" y="5080"/>
                  </a:lnTo>
                  <a:lnTo>
                    <a:pt x="246380" y="5080"/>
                  </a:lnTo>
                  <a:lnTo>
                    <a:pt x="246380" y="6350"/>
                  </a:lnTo>
                  <a:lnTo>
                    <a:pt x="412750" y="6350"/>
                  </a:lnTo>
                  <a:lnTo>
                    <a:pt x="412750" y="5080"/>
                  </a:lnTo>
                  <a:close/>
                </a:path>
              </a:pathLst>
            </a:custGeom>
            <a:solidFill>
              <a:srgbClr val="F20200"/>
            </a:solidFill>
          </p:spPr>
          <p:txBody>
            <a:bodyPr wrap="square" lIns="0" tIns="0" rIns="0" bIns="0" rtlCol="0"/>
            <a:lstStyle/>
            <a:p/>
          </p:txBody>
        </p:sp>
        <p:sp>
          <p:nvSpPr>
            <p:cNvPr id="134" name="object 134"/>
            <p:cNvSpPr/>
            <p:nvPr/>
          </p:nvSpPr>
          <p:spPr>
            <a:xfrm>
              <a:off x="1371600" y="1625599"/>
              <a:ext cx="417830" cy="7620"/>
            </a:xfrm>
            <a:custGeom>
              <a:avLst/>
              <a:gdLst/>
              <a:ahLst/>
              <a:cxnLst/>
              <a:rect l="l" t="t" r="r" b="b"/>
              <a:pathLst>
                <a:path w="417830" h="7619">
                  <a:moveTo>
                    <a:pt x="132080" y="0"/>
                  </a:moveTo>
                  <a:lnTo>
                    <a:pt x="0" y="0"/>
                  </a:lnTo>
                  <a:lnTo>
                    <a:pt x="0" y="7620"/>
                  </a:lnTo>
                  <a:lnTo>
                    <a:pt x="132080" y="7620"/>
                  </a:lnTo>
                  <a:lnTo>
                    <a:pt x="132080" y="0"/>
                  </a:lnTo>
                  <a:close/>
                </a:path>
                <a:path w="417830" h="7619">
                  <a:moveTo>
                    <a:pt x="417830" y="0"/>
                  </a:moveTo>
                  <a:lnTo>
                    <a:pt x="227330" y="0"/>
                  </a:lnTo>
                  <a:lnTo>
                    <a:pt x="227330" y="7620"/>
                  </a:lnTo>
                  <a:lnTo>
                    <a:pt x="417830" y="7620"/>
                  </a:lnTo>
                  <a:lnTo>
                    <a:pt x="417830" y="0"/>
                  </a:lnTo>
                  <a:close/>
                </a:path>
              </a:pathLst>
            </a:custGeom>
            <a:solidFill>
              <a:srgbClr val="F40100"/>
            </a:solidFill>
          </p:spPr>
          <p:txBody>
            <a:bodyPr wrap="square" lIns="0" tIns="0" rIns="0" bIns="0" rtlCol="0"/>
            <a:lstStyle/>
            <a:p/>
          </p:txBody>
        </p:sp>
        <p:sp>
          <p:nvSpPr>
            <p:cNvPr id="135" name="object 135"/>
            <p:cNvSpPr/>
            <p:nvPr/>
          </p:nvSpPr>
          <p:spPr>
            <a:xfrm>
              <a:off x="1371600" y="1633219"/>
              <a:ext cx="417830" cy="7620"/>
            </a:xfrm>
            <a:custGeom>
              <a:avLst/>
              <a:gdLst/>
              <a:ahLst/>
              <a:cxnLst/>
              <a:rect l="l" t="t" r="r" b="b"/>
              <a:pathLst>
                <a:path w="417830" h="7619">
                  <a:moveTo>
                    <a:pt x="132080" y="0"/>
                  </a:moveTo>
                  <a:lnTo>
                    <a:pt x="0" y="0"/>
                  </a:lnTo>
                  <a:lnTo>
                    <a:pt x="0" y="7620"/>
                  </a:lnTo>
                  <a:lnTo>
                    <a:pt x="132080" y="7620"/>
                  </a:lnTo>
                  <a:lnTo>
                    <a:pt x="132080" y="0"/>
                  </a:lnTo>
                  <a:close/>
                </a:path>
                <a:path w="417830" h="7619">
                  <a:moveTo>
                    <a:pt x="417830" y="0"/>
                  </a:moveTo>
                  <a:lnTo>
                    <a:pt x="227330" y="0"/>
                  </a:lnTo>
                  <a:lnTo>
                    <a:pt x="227330" y="7620"/>
                  </a:lnTo>
                  <a:lnTo>
                    <a:pt x="417830" y="7620"/>
                  </a:lnTo>
                  <a:lnTo>
                    <a:pt x="417830" y="0"/>
                  </a:lnTo>
                  <a:close/>
                </a:path>
              </a:pathLst>
            </a:custGeom>
            <a:solidFill>
              <a:srgbClr val="F70100"/>
            </a:solidFill>
          </p:spPr>
          <p:txBody>
            <a:bodyPr wrap="square" lIns="0" tIns="0" rIns="0" bIns="0" rtlCol="0"/>
            <a:lstStyle/>
            <a:p/>
          </p:txBody>
        </p:sp>
        <p:sp>
          <p:nvSpPr>
            <p:cNvPr id="136" name="object 136"/>
            <p:cNvSpPr/>
            <p:nvPr/>
          </p:nvSpPr>
          <p:spPr>
            <a:xfrm>
              <a:off x="1371600" y="1640839"/>
              <a:ext cx="417830" cy="7620"/>
            </a:xfrm>
            <a:custGeom>
              <a:avLst/>
              <a:gdLst/>
              <a:ahLst/>
              <a:cxnLst/>
              <a:rect l="l" t="t" r="r" b="b"/>
              <a:pathLst>
                <a:path w="417830" h="7619">
                  <a:moveTo>
                    <a:pt x="132080" y="0"/>
                  </a:moveTo>
                  <a:lnTo>
                    <a:pt x="0" y="0"/>
                  </a:lnTo>
                  <a:lnTo>
                    <a:pt x="0" y="7620"/>
                  </a:lnTo>
                  <a:lnTo>
                    <a:pt x="132080" y="7620"/>
                  </a:lnTo>
                  <a:lnTo>
                    <a:pt x="132080" y="0"/>
                  </a:lnTo>
                  <a:close/>
                </a:path>
                <a:path w="417830" h="7619">
                  <a:moveTo>
                    <a:pt x="417830" y="0"/>
                  </a:moveTo>
                  <a:lnTo>
                    <a:pt x="227330" y="0"/>
                  </a:lnTo>
                  <a:lnTo>
                    <a:pt x="227330" y="7620"/>
                  </a:lnTo>
                  <a:lnTo>
                    <a:pt x="417830" y="7620"/>
                  </a:lnTo>
                  <a:lnTo>
                    <a:pt x="417830" y="0"/>
                  </a:lnTo>
                  <a:close/>
                </a:path>
              </a:pathLst>
            </a:custGeom>
            <a:solidFill>
              <a:srgbClr val="F90000"/>
            </a:solidFill>
          </p:spPr>
          <p:txBody>
            <a:bodyPr wrap="square" lIns="0" tIns="0" rIns="0" bIns="0" rtlCol="0"/>
            <a:lstStyle/>
            <a:p/>
          </p:txBody>
        </p:sp>
      </p:grpSp>
      <p:grpSp>
        <p:nvGrpSpPr>
          <p:cNvPr id="137" name="object 137"/>
          <p:cNvGrpSpPr/>
          <p:nvPr/>
        </p:nvGrpSpPr>
        <p:grpSpPr>
          <a:xfrm>
            <a:off x="1901189" y="1085977"/>
            <a:ext cx="228600" cy="577850"/>
            <a:chOff x="1901189" y="1085977"/>
            <a:chExt cx="228600" cy="577850"/>
          </a:xfrm>
        </p:grpSpPr>
        <p:sp>
          <p:nvSpPr>
            <p:cNvPr id="138" name="object 138"/>
            <p:cNvSpPr/>
            <p:nvPr/>
          </p:nvSpPr>
          <p:spPr>
            <a:xfrm>
              <a:off x="2001519" y="1085977"/>
              <a:ext cx="57150" cy="6350"/>
            </a:xfrm>
            <a:custGeom>
              <a:avLst/>
              <a:gdLst/>
              <a:ahLst/>
              <a:cxnLst/>
              <a:rect l="l" t="t" r="r" b="b"/>
              <a:pathLst>
                <a:path w="57150" h="6350">
                  <a:moveTo>
                    <a:pt x="57150" y="4952"/>
                  </a:moveTo>
                  <a:lnTo>
                    <a:pt x="0" y="4952"/>
                  </a:lnTo>
                  <a:lnTo>
                    <a:pt x="0" y="6223"/>
                  </a:lnTo>
                  <a:lnTo>
                    <a:pt x="57150" y="6223"/>
                  </a:lnTo>
                  <a:lnTo>
                    <a:pt x="57150" y="4952"/>
                  </a:lnTo>
                  <a:close/>
                </a:path>
                <a:path w="57150" h="6350">
                  <a:moveTo>
                    <a:pt x="7619" y="3682"/>
                  </a:moveTo>
                  <a:lnTo>
                    <a:pt x="5080" y="3682"/>
                  </a:lnTo>
                  <a:lnTo>
                    <a:pt x="5080" y="4952"/>
                  </a:lnTo>
                  <a:lnTo>
                    <a:pt x="50800" y="4952"/>
                  </a:lnTo>
                  <a:lnTo>
                    <a:pt x="50800" y="3810"/>
                  </a:lnTo>
                  <a:lnTo>
                    <a:pt x="7619" y="3810"/>
                  </a:lnTo>
                  <a:lnTo>
                    <a:pt x="7619" y="3682"/>
                  </a:lnTo>
                  <a:close/>
                </a:path>
                <a:path w="57150" h="6350">
                  <a:moveTo>
                    <a:pt x="50800" y="3682"/>
                  </a:moveTo>
                  <a:lnTo>
                    <a:pt x="48259" y="3682"/>
                  </a:lnTo>
                  <a:lnTo>
                    <a:pt x="48259" y="3810"/>
                  </a:lnTo>
                  <a:lnTo>
                    <a:pt x="50800" y="3810"/>
                  </a:lnTo>
                  <a:lnTo>
                    <a:pt x="50800" y="3682"/>
                  </a:lnTo>
                  <a:close/>
                </a:path>
                <a:path w="57150" h="6350">
                  <a:moveTo>
                    <a:pt x="48259" y="2539"/>
                  </a:moveTo>
                  <a:lnTo>
                    <a:pt x="7619" y="2539"/>
                  </a:lnTo>
                  <a:lnTo>
                    <a:pt x="7619" y="3682"/>
                  </a:lnTo>
                  <a:lnTo>
                    <a:pt x="48259" y="3682"/>
                  </a:lnTo>
                  <a:lnTo>
                    <a:pt x="48259" y="2539"/>
                  </a:lnTo>
                  <a:close/>
                </a:path>
                <a:path w="57150" h="6350">
                  <a:moveTo>
                    <a:pt x="20319" y="1142"/>
                  </a:moveTo>
                  <a:lnTo>
                    <a:pt x="12700" y="1142"/>
                  </a:lnTo>
                  <a:lnTo>
                    <a:pt x="12700" y="2539"/>
                  </a:lnTo>
                  <a:lnTo>
                    <a:pt x="41910" y="2539"/>
                  </a:lnTo>
                  <a:lnTo>
                    <a:pt x="41910" y="1269"/>
                  </a:lnTo>
                  <a:lnTo>
                    <a:pt x="20319" y="1269"/>
                  </a:lnTo>
                  <a:close/>
                </a:path>
                <a:path w="57150" h="6350">
                  <a:moveTo>
                    <a:pt x="41910" y="1142"/>
                  </a:moveTo>
                  <a:lnTo>
                    <a:pt x="39369" y="1142"/>
                  </a:lnTo>
                  <a:lnTo>
                    <a:pt x="41910" y="1269"/>
                  </a:lnTo>
                  <a:close/>
                </a:path>
                <a:path w="57150" h="6350">
                  <a:moveTo>
                    <a:pt x="39369" y="0"/>
                  </a:moveTo>
                  <a:lnTo>
                    <a:pt x="20319" y="0"/>
                  </a:lnTo>
                  <a:lnTo>
                    <a:pt x="20319" y="1142"/>
                  </a:lnTo>
                  <a:lnTo>
                    <a:pt x="39369" y="1142"/>
                  </a:lnTo>
                  <a:lnTo>
                    <a:pt x="39369" y="0"/>
                  </a:lnTo>
                  <a:close/>
                </a:path>
              </a:pathLst>
            </a:custGeom>
            <a:solidFill>
              <a:srgbClr val="003300"/>
            </a:solidFill>
          </p:spPr>
          <p:txBody>
            <a:bodyPr wrap="square" lIns="0" tIns="0" rIns="0" bIns="0" rtlCol="0"/>
            <a:lstStyle/>
            <a:p/>
          </p:txBody>
        </p:sp>
        <p:sp>
          <p:nvSpPr>
            <p:cNvPr id="139" name="object 139"/>
            <p:cNvSpPr/>
            <p:nvPr/>
          </p:nvSpPr>
          <p:spPr>
            <a:xfrm>
              <a:off x="1987549" y="1092200"/>
              <a:ext cx="83820" cy="7620"/>
            </a:xfrm>
            <a:custGeom>
              <a:avLst/>
              <a:gdLst/>
              <a:ahLst/>
              <a:cxnLst/>
              <a:rect l="l" t="t" r="r" b="b"/>
              <a:pathLst>
                <a:path w="83819" h="7619">
                  <a:moveTo>
                    <a:pt x="83819" y="6476"/>
                  </a:moveTo>
                  <a:lnTo>
                    <a:pt x="0" y="6476"/>
                  </a:lnTo>
                  <a:lnTo>
                    <a:pt x="0" y="7619"/>
                  </a:lnTo>
                  <a:lnTo>
                    <a:pt x="83819" y="7619"/>
                  </a:lnTo>
                  <a:lnTo>
                    <a:pt x="83819" y="6476"/>
                  </a:lnTo>
                  <a:close/>
                </a:path>
                <a:path w="83819" h="7619">
                  <a:moveTo>
                    <a:pt x="81279" y="5079"/>
                  </a:moveTo>
                  <a:lnTo>
                    <a:pt x="2539" y="5079"/>
                  </a:lnTo>
                  <a:lnTo>
                    <a:pt x="2539" y="6476"/>
                  </a:lnTo>
                  <a:lnTo>
                    <a:pt x="81279" y="6476"/>
                  </a:lnTo>
                  <a:lnTo>
                    <a:pt x="81279" y="5079"/>
                  </a:lnTo>
                  <a:close/>
                </a:path>
                <a:path w="83819" h="7619">
                  <a:moveTo>
                    <a:pt x="6350" y="3809"/>
                  </a:moveTo>
                  <a:lnTo>
                    <a:pt x="5080" y="3809"/>
                  </a:lnTo>
                  <a:lnTo>
                    <a:pt x="5080" y="5079"/>
                  </a:lnTo>
                  <a:lnTo>
                    <a:pt x="80010" y="5079"/>
                  </a:lnTo>
                  <a:lnTo>
                    <a:pt x="80010" y="3937"/>
                  </a:lnTo>
                  <a:lnTo>
                    <a:pt x="6350" y="3937"/>
                  </a:lnTo>
                  <a:lnTo>
                    <a:pt x="6350" y="3809"/>
                  </a:lnTo>
                  <a:close/>
                </a:path>
                <a:path w="83819" h="7619">
                  <a:moveTo>
                    <a:pt x="80010" y="3809"/>
                  </a:moveTo>
                  <a:lnTo>
                    <a:pt x="77469" y="3809"/>
                  </a:lnTo>
                  <a:lnTo>
                    <a:pt x="77469" y="3937"/>
                  </a:lnTo>
                  <a:lnTo>
                    <a:pt x="80010" y="3937"/>
                  </a:lnTo>
                  <a:lnTo>
                    <a:pt x="80010" y="3809"/>
                  </a:lnTo>
                  <a:close/>
                </a:path>
                <a:path w="83819" h="7619">
                  <a:moveTo>
                    <a:pt x="77469" y="2666"/>
                  </a:moveTo>
                  <a:lnTo>
                    <a:pt x="6350" y="2666"/>
                  </a:lnTo>
                  <a:lnTo>
                    <a:pt x="6350" y="3809"/>
                  </a:lnTo>
                  <a:lnTo>
                    <a:pt x="77469" y="3809"/>
                  </a:lnTo>
                  <a:lnTo>
                    <a:pt x="77469" y="2666"/>
                  </a:lnTo>
                  <a:close/>
                </a:path>
                <a:path w="83819" h="7619">
                  <a:moveTo>
                    <a:pt x="11430" y="1269"/>
                  </a:moveTo>
                  <a:lnTo>
                    <a:pt x="8889" y="1269"/>
                  </a:lnTo>
                  <a:lnTo>
                    <a:pt x="8889" y="2666"/>
                  </a:lnTo>
                  <a:lnTo>
                    <a:pt x="76200" y="2666"/>
                  </a:lnTo>
                  <a:lnTo>
                    <a:pt x="76200" y="1396"/>
                  </a:lnTo>
                  <a:lnTo>
                    <a:pt x="11430" y="1396"/>
                  </a:lnTo>
                  <a:close/>
                </a:path>
                <a:path w="83819" h="7619">
                  <a:moveTo>
                    <a:pt x="76200" y="1269"/>
                  </a:moveTo>
                  <a:lnTo>
                    <a:pt x="72390" y="1269"/>
                  </a:lnTo>
                  <a:lnTo>
                    <a:pt x="76200" y="1396"/>
                  </a:lnTo>
                  <a:close/>
                </a:path>
                <a:path w="83819" h="7619">
                  <a:moveTo>
                    <a:pt x="72390" y="126"/>
                  </a:moveTo>
                  <a:lnTo>
                    <a:pt x="11430" y="126"/>
                  </a:lnTo>
                  <a:lnTo>
                    <a:pt x="11430" y="1269"/>
                  </a:lnTo>
                  <a:lnTo>
                    <a:pt x="72390" y="1269"/>
                  </a:lnTo>
                  <a:lnTo>
                    <a:pt x="72390" y="126"/>
                  </a:lnTo>
                  <a:close/>
                </a:path>
                <a:path w="83819" h="7619">
                  <a:moveTo>
                    <a:pt x="71119" y="0"/>
                  </a:moveTo>
                  <a:lnTo>
                    <a:pt x="13969" y="0"/>
                  </a:lnTo>
                  <a:lnTo>
                    <a:pt x="71119" y="126"/>
                  </a:lnTo>
                  <a:close/>
                </a:path>
              </a:pathLst>
            </a:custGeom>
            <a:solidFill>
              <a:srgbClr val="023300"/>
            </a:solidFill>
          </p:spPr>
          <p:txBody>
            <a:bodyPr wrap="square" lIns="0" tIns="0" rIns="0" bIns="0" rtlCol="0"/>
            <a:lstStyle/>
            <a:p/>
          </p:txBody>
        </p:sp>
        <p:sp>
          <p:nvSpPr>
            <p:cNvPr id="140" name="object 140"/>
            <p:cNvSpPr/>
            <p:nvPr/>
          </p:nvSpPr>
          <p:spPr>
            <a:xfrm>
              <a:off x="1978660" y="1099819"/>
              <a:ext cx="100330" cy="6350"/>
            </a:xfrm>
            <a:custGeom>
              <a:avLst/>
              <a:gdLst/>
              <a:ahLst/>
              <a:cxnLst/>
              <a:rect l="l" t="t" r="r" b="b"/>
              <a:pathLst>
                <a:path w="100330" h="6350">
                  <a:moveTo>
                    <a:pt x="93980" y="0"/>
                  </a:moveTo>
                  <a:lnTo>
                    <a:pt x="92710" y="0"/>
                  </a:lnTo>
                  <a:lnTo>
                    <a:pt x="7620" y="0"/>
                  </a:lnTo>
                  <a:lnTo>
                    <a:pt x="7620" y="1270"/>
                  </a:lnTo>
                  <a:lnTo>
                    <a:pt x="93980" y="1270"/>
                  </a:lnTo>
                  <a:lnTo>
                    <a:pt x="93980" y="127"/>
                  </a:lnTo>
                  <a:lnTo>
                    <a:pt x="93980" y="0"/>
                  </a:lnTo>
                  <a:close/>
                </a:path>
                <a:path w="100330" h="6350">
                  <a:moveTo>
                    <a:pt x="100330" y="5207"/>
                  </a:moveTo>
                  <a:lnTo>
                    <a:pt x="99060" y="5207"/>
                  </a:lnTo>
                  <a:lnTo>
                    <a:pt x="99060" y="3810"/>
                  </a:lnTo>
                  <a:lnTo>
                    <a:pt x="97790" y="3810"/>
                  </a:lnTo>
                  <a:lnTo>
                    <a:pt x="97790" y="2667"/>
                  </a:lnTo>
                  <a:lnTo>
                    <a:pt x="97790" y="2540"/>
                  </a:lnTo>
                  <a:lnTo>
                    <a:pt x="95237" y="2540"/>
                  </a:lnTo>
                  <a:lnTo>
                    <a:pt x="95237" y="1397"/>
                  </a:lnTo>
                  <a:lnTo>
                    <a:pt x="5080" y="1397"/>
                  </a:lnTo>
                  <a:lnTo>
                    <a:pt x="5080" y="2540"/>
                  </a:lnTo>
                  <a:lnTo>
                    <a:pt x="3810" y="2540"/>
                  </a:lnTo>
                  <a:lnTo>
                    <a:pt x="3810" y="3810"/>
                  </a:lnTo>
                  <a:lnTo>
                    <a:pt x="1270" y="3810"/>
                  </a:lnTo>
                  <a:lnTo>
                    <a:pt x="1270" y="5207"/>
                  </a:lnTo>
                  <a:lnTo>
                    <a:pt x="0" y="5207"/>
                  </a:lnTo>
                  <a:lnTo>
                    <a:pt x="0" y="6350"/>
                  </a:lnTo>
                  <a:lnTo>
                    <a:pt x="100330" y="6350"/>
                  </a:lnTo>
                  <a:lnTo>
                    <a:pt x="100330" y="5207"/>
                  </a:lnTo>
                  <a:close/>
                </a:path>
              </a:pathLst>
            </a:custGeom>
            <a:solidFill>
              <a:srgbClr val="053100"/>
            </a:solidFill>
          </p:spPr>
          <p:txBody>
            <a:bodyPr wrap="square" lIns="0" tIns="0" rIns="0" bIns="0" rtlCol="0"/>
            <a:lstStyle/>
            <a:p/>
          </p:txBody>
        </p:sp>
        <p:sp>
          <p:nvSpPr>
            <p:cNvPr id="141" name="object 141"/>
            <p:cNvSpPr/>
            <p:nvPr/>
          </p:nvSpPr>
          <p:spPr>
            <a:xfrm>
              <a:off x="1971040" y="1106169"/>
              <a:ext cx="114300" cy="7620"/>
            </a:xfrm>
            <a:custGeom>
              <a:avLst/>
              <a:gdLst/>
              <a:ahLst/>
              <a:cxnLst/>
              <a:rect l="l" t="t" r="r" b="b"/>
              <a:pathLst>
                <a:path w="114300" h="7619">
                  <a:moveTo>
                    <a:pt x="109207" y="0"/>
                  </a:moveTo>
                  <a:lnTo>
                    <a:pt x="107950" y="0"/>
                  </a:lnTo>
                  <a:lnTo>
                    <a:pt x="6350" y="0"/>
                  </a:lnTo>
                  <a:lnTo>
                    <a:pt x="6350" y="1270"/>
                  </a:lnTo>
                  <a:lnTo>
                    <a:pt x="109207" y="1270"/>
                  </a:lnTo>
                  <a:lnTo>
                    <a:pt x="109207" y="127"/>
                  </a:lnTo>
                  <a:lnTo>
                    <a:pt x="109207" y="0"/>
                  </a:lnTo>
                  <a:close/>
                </a:path>
                <a:path w="114300" h="7619">
                  <a:moveTo>
                    <a:pt x="114300" y="6350"/>
                  </a:moveTo>
                  <a:lnTo>
                    <a:pt x="113030" y="6350"/>
                  </a:lnTo>
                  <a:lnTo>
                    <a:pt x="113030" y="5207"/>
                  </a:lnTo>
                  <a:lnTo>
                    <a:pt x="111760" y="5207"/>
                  </a:lnTo>
                  <a:lnTo>
                    <a:pt x="111760" y="3810"/>
                  </a:lnTo>
                  <a:lnTo>
                    <a:pt x="110490" y="3810"/>
                  </a:lnTo>
                  <a:lnTo>
                    <a:pt x="110490" y="2540"/>
                  </a:lnTo>
                  <a:lnTo>
                    <a:pt x="110490" y="1397"/>
                  </a:lnTo>
                  <a:lnTo>
                    <a:pt x="5080" y="1397"/>
                  </a:lnTo>
                  <a:lnTo>
                    <a:pt x="5080" y="2540"/>
                  </a:lnTo>
                  <a:lnTo>
                    <a:pt x="3810" y="2540"/>
                  </a:lnTo>
                  <a:lnTo>
                    <a:pt x="3810" y="3810"/>
                  </a:lnTo>
                  <a:lnTo>
                    <a:pt x="2540" y="3810"/>
                  </a:lnTo>
                  <a:lnTo>
                    <a:pt x="2540" y="5207"/>
                  </a:lnTo>
                  <a:lnTo>
                    <a:pt x="1270" y="5207"/>
                  </a:lnTo>
                  <a:lnTo>
                    <a:pt x="1270" y="6350"/>
                  </a:lnTo>
                  <a:lnTo>
                    <a:pt x="0" y="6350"/>
                  </a:lnTo>
                  <a:lnTo>
                    <a:pt x="0" y="7620"/>
                  </a:lnTo>
                  <a:lnTo>
                    <a:pt x="114300" y="7620"/>
                  </a:lnTo>
                  <a:lnTo>
                    <a:pt x="114300" y="6477"/>
                  </a:lnTo>
                  <a:lnTo>
                    <a:pt x="114300" y="6350"/>
                  </a:lnTo>
                  <a:close/>
                </a:path>
              </a:pathLst>
            </a:custGeom>
            <a:solidFill>
              <a:srgbClr val="083100"/>
            </a:solidFill>
          </p:spPr>
          <p:txBody>
            <a:bodyPr wrap="square" lIns="0" tIns="0" rIns="0" bIns="0" rtlCol="0"/>
            <a:lstStyle/>
            <a:p/>
          </p:txBody>
        </p:sp>
        <p:sp>
          <p:nvSpPr>
            <p:cNvPr id="142" name="object 142"/>
            <p:cNvSpPr/>
            <p:nvPr/>
          </p:nvSpPr>
          <p:spPr>
            <a:xfrm>
              <a:off x="1964690" y="1113789"/>
              <a:ext cx="127000" cy="7620"/>
            </a:xfrm>
            <a:custGeom>
              <a:avLst/>
              <a:gdLst/>
              <a:ahLst/>
              <a:cxnLst/>
              <a:rect l="l" t="t" r="r" b="b"/>
              <a:pathLst>
                <a:path w="127000" h="7619">
                  <a:moveTo>
                    <a:pt x="127000" y="5080"/>
                  </a:moveTo>
                  <a:lnTo>
                    <a:pt x="125730" y="5080"/>
                  </a:lnTo>
                  <a:lnTo>
                    <a:pt x="125730" y="3937"/>
                  </a:lnTo>
                  <a:lnTo>
                    <a:pt x="124460" y="3937"/>
                  </a:lnTo>
                  <a:lnTo>
                    <a:pt x="124460" y="2540"/>
                  </a:lnTo>
                  <a:lnTo>
                    <a:pt x="123190" y="2540"/>
                  </a:lnTo>
                  <a:lnTo>
                    <a:pt x="123190" y="1270"/>
                  </a:lnTo>
                  <a:lnTo>
                    <a:pt x="121907" y="1270"/>
                  </a:lnTo>
                  <a:lnTo>
                    <a:pt x="121907" y="127"/>
                  </a:lnTo>
                  <a:lnTo>
                    <a:pt x="120650" y="127"/>
                  </a:lnTo>
                  <a:lnTo>
                    <a:pt x="120650" y="0"/>
                  </a:lnTo>
                  <a:lnTo>
                    <a:pt x="6350" y="0"/>
                  </a:lnTo>
                  <a:lnTo>
                    <a:pt x="6350" y="127"/>
                  </a:lnTo>
                  <a:lnTo>
                    <a:pt x="5080" y="127"/>
                  </a:lnTo>
                  <a:lnTo>
                    <a:pt x="5080" y="1270"/>
                  </a:lnTo>
                  <a:lnTo>
                    <a:pt x="5080" y="2540"/>
                  </a:lnTo>
                  <a:lnTo>
                    <a:pt x="3810" y="2540"/>
                  </a:lnTo>
                  <a:lnTo>
                    <a:pt x="3810" y="3937"/>
                  </a:lnTo>
                  <a:lnTo>
                    <a:pt x="2540" y="3937"/>
                  </a:lnTo>
                  <a:lnTo>
                    <a:pt x="2540" y="5080"/>
                  </a:lnTo>
                  <a:lnTo>
                    <a:pt x="1270" y="5080"/>
                  </a:lnTo>
                  <a:lnTo>
                    <a:pt x="1270" y="6350"/>
                  </a:lnTo>
                  <a:lnTo>
                    <a:pt x="0" y="6350"/>
                  </a:lnTo>
                  <a:lnTo>
                    <a:pt x="0" y="7620"/>
                  </a:lnTo>
                  <a:lnTo>
                    <a:pt x="127000" y="7620"/>
                  </a:lnTo>
                  <a:lnTo>
                    <a:pt x="127000" y="6350"/>
                  </a:lnTo>
                  <a:lnTo>
                    <a:pt x="127000" y="5207"/>
                  </a:lnTo>
                  <a:lnTo>
                    <a:pt x="127000" y="5080"/>
                  </a:lnTo>
                  <a:close/>
                </a:path>
              </a:pathLst>
            </a:custGeom>
            <a:solidFill>
              <a:srgbClr val="0B3000"/>
            </a:solidFill>
          </p:spPr>
          <p:txBody>
            <a:bodyPr wrap="square" lIns="0" tIns="0" rIns="0" bIns="0" rtlCol="0"/>
            <a:lstStyle/>
            <a:p/>
          </p:txBody>
        </p:sp>
        <p:sp>
          <p:nvSpPr>
            <p:cNvPr id="143" name="object 143"/>
            <p:cNvSpPr/>
            <p:nvPr/>
          </p:nvSpPr>
          <p:spPr>
            <a:xfrm>
              <a:off x="1959610" y="1121409"/>
              <a:ext cx="135890" cy="6350"/>
            </a:xfrm>
            <a:custGeom>
              <a:avLst/>
              <a:gdLst/>
              <a:ahLst/>
              <a:cxnLst/>
              <a:rect l="l" t="t" r="r" b="b"/>
              <a:pathLst>
                <a:path w="135889" h="6350">
                  <a:moveTo>
                    <a:pt x="58420" y="5207"/>
                  </a:moveTo>
                  <a:lnTo>
                    <a:pt x="0" y="5207"/>
                  </a:lnTo>
                  <a:lnTo>
                    <a:pt x="0" y="6350"/>
                  </a:lnTo>
                  <a:lnTo>
                    <a:pt x="58420" y="6350"/>
                  </a:lnTo>
                  <a:lnTo>
                    <a:pt x="58420" y="5207"/>
                  </a:lnTo>
                  <a:close/>
                </a:path>
                <a:path w="135889" h="6350">
                  <a:moveTo>
                    <a:pt x="133337" y="0"/>
                  </a:moveTo>
                  <a:lnTo>
                    <a:pt x="5080" y="0"/>
                  </a:lnTo>
                  <a:lnTo>
                    <a:pt x="5080" y="1270"/>
                  </a:lnTo>
                  <a:lnTo>
                    <a:pt x="3810" y="1270"/>
                  </a:lnTo>
                  <a:lnTo>
                    <a:pt x="3810" y="2540"/>
                  </a:lnTo>
                  <a:lnTo>
                    <a:pt x="133337" y="2540"/>
                  </a:lnTo>
                  <a:lnTo>
                    <a:pt x="133337" y="1270"/>
                  </a:lnTo>
                  <a:lnTo>
                    <a:pt x="133337" y="0"/>
                  </a:lnTo>
                  <a:close/>
                </a:path>
                <a:path w="135889" h="6350">
                  <a:moveTo>
                    <a:pt x="135890" y="3810"/>
                  </a:moveTo>
                  <a:lnTo>
                    <a:pt x="134620" y="3810"/>
                  </a:lnTo>
                  <a:lnTo>
                    <a:pt x="134620" y="2667"/>
                  </a:lnTo>
                  <a:lnTo>
                    <a:pt x="2540" y="2667"/>
                  </a:lnTo>
                  <a:lnTo>
                    <a:pt x="2540" y="3810"/>
                  </a:lnTo>
                  <a:lnTo>
                    <a:pt x="1270" y="3810"/>
                  </a:lnTo>
                  <a:lnTo>
                    <a:pt x="1270" y="5080"/>
                  </a:lnTo>
                  <a:lnTo>
                    <a:pt x="60960" y="5080"/>
                  </a:lnTo>
                  <a:lnTo>
                    <a:pt x="60960" y="6350"/>
                  </a:lnTo>
                  <a:lnTo>
                    <a:pt x="135890" y="6350"/>
                  </a:lnTo>
                  <a:lnTo>
                    <a:pt x="135890" y="5080"/>
                  </a:lnTo>
                  <a:lnTo>
                    <a:pt x="135890" y="3937"/>
                  </a:lnTo>
                  <a:lnTo>
                    <a:pt x="135890" y="3810"/>
                  </a:lnTo>
                  <a:close/>
                </a:path>
              </a:pathLst>
            </a:custGeom>
            <a:solidFill>
              <a:srgbClr val="0E2F00"/>
            </a:solidFill>
          </p:spPr>
          <p:txBody>
            <a:bodyPr wrap="square" lIns="0" tIns="0" rIns="0" bIns="0" rtlCol="0"/>
            <a:lstStyle/>
            <a:p/>
          </p:txBody>
        </p:sp>
        <p:sp>
          <p:nvSpPr>
            <p:cNvPr id="144" name="object 144"/>
            <p:cNvSpPr/>
            <p:nvPr/>
          </p:nvSpPr>
          <p:spPr>
            <a:xfrm>
              <a:off x="1955799" y="1127760"/>
              <a:ext cx="144780" cy="7620"/>
            </a:xfrm>
            <a:custGeom>
              <a:avLst/>
              <a:gdLst/>
              <a:ahLst/>
              <a:cxnLst/>
              <a:rect l="l" t="t" r="r" b="b"/>
              <a:pathLst>
                <a:path w="144780" h="7619">
                  <a:moveTo>
                    <a:pt x="1269" y="6349"/>
                  </a:moveTo>
                  <a:lnTo>
                    <a:pt x="0" y="6349"/>
                  </a:lnTo>
                  <a:lnTo>
                    <a:pt x="0" y="7619"/>
                  </a:lnTo>
                  <a:lnTo>
                    <a:pt x="50800" y="7619"/>
                  </a:lnTo>
                  <a:lnTo>
                    <a:pt x="50800" y="6476"/>
                  </a:lnTo>
                  <a:lnTo>
                    <a:pt x="1269" y="6476"/>
                  </a:lnTo>
                  <a:lnTo>
                    <a:pt x="1269" y="6349"/>
                  </a:lnTo>
                  <a:close/>
                </a:path>
                <a:path w="144780" h="7619">
                  <a:moveTo>
                    <a:pt x="2539" y="3809"/>
                  </a:moveTo>
                  <a:lnTo>
                    <a:pt x="1269" y="3809"/>
                  </a:lnTo>
                  <a:lnTo>
                    <a:pt x="1269" y="6349"/>
                  </a:lnTo>
                  <a:lnTo>
                    <a:pt x="50800" y="6349"/>
                  </a:lnTo>
                  <a:lnTo>
                    <a:pt x="50800" y="5206"/>
                  </a:lnTo>
                  <a:lnTo>
                    <a:pt x="52069" y="5206"/>
                  </a:lnTo>
                  <a:lnTo>
                    <a:pt x="52069" y="3936"/>
                  </a:lnTo>
                  <a:lnTo>
                    <a:pt x="2539" y="3936"/>
                  </a:lnTo>
                  <a:close/>
                </a:path>
                <a:path w="144780" h="7619">
                  <a:moveTo>
                    <a:pt x="55879" y="1269"/>
                  </a:moveTo>
                  <a:lnTo>
                    <a:pt x="2539" y="1269"/>
                  </a:lnTo>
                  <a:lnTo>
                    <a:pt x="2539" y="3809"/>
                  </a:lnTo>
                  <a:lnTo>
                    <a:pt x="52069" y="3809"/>
                  </a:lnTo>
                  <a:lnTo>
                    <a:pt x="53339" y="3936"/>
                  </a:lnTo>
                  <a:lnTo>
                    <a:pt x="53339" y="2666"/>
                  </a:lnTo>
                  <a:lnTo>
                    <a:pt x="55879" y="2666"/>
                  </a:lnTo>
                  <a:lnTo>
                    <a:pt x="55879" y="1269"/>
                  </a:lnTo>
                  <a:close/>
                </a:path>
                <a:path w="144780" h="7619">
                  <a:moveTo>
                    <a:pt x="57150" y="126"/>
                  </a:moveTo>
                  <a:lnTo>
                    <a:pt x="3810" y="126"/>
                  </a:lnTo>
                  <a:lnTo>
                    <a:pt x="3810" y="1269"/>
                  </a:lnTo>
                  <a:lnTo>
                    <a:pt x="57150" y="1269"/>
                  </a:lnTo>
                  <a:lnTo>
                    <a:pt x="57150" y="126"/>
                  </a:lnTo>
                  <a:close/>
                </a:path>
                <a:path w="144780" h="7619">
                  <a:moveTo>
                    <a:pt x="62230" y="0"/>
                  </a:moveTo>
                  <a:lnTo>
                    <a:pt x="57150" y="0"/>
                  </a:lnTo>
                  <a:lnTo>
                    <a:pt x="62230" y="126"/>
                  </a:lnTo>
                  <a:close/>
                </a:path>
                <a:path w="144780" h="7619">
                  <a:moveTo>
                    <a:pt x="144780" y="6349"/>
                  </a:moveTo>
                  <a:lnTo>
                    <a:pt x="143510" y="6349"/>
                  </a:lnTo>
                  <a:lnTo>
                    <a:pt x="143510" y="6476"/>
                  </a:lnTo>
                  <a:lnTo>
                    <a:pt x="74930" y="6476"/>
                  </a:lnTo>
                  <a:lnTo>
                    <a:pt x="74930" y="7619"/>
                  </a:lnTo>
                  <a:lnTo>
                    <a:pt x="144780" y="7619"/>
                  </a:lnTo>
                  <a:lnTo>
                    <a:pt x="144780" y="6349"/>
                  </a:lnTo>
                  <a:close/>
                </a:path>
                <a:path w="144780" h="7619">
                  <a:moveTo>
                    <a:pt x="143509" y="3809"/>
                  </a:moveTo>
                  <a:lnTo>
                    <a:pt x="142239" y="3809"/>
                  </a:lnTo>
                  <a:lnTo>
                    <a:pt x="71119" y="3936"/>
                  </a:lnTo>
                  <a:lnTo>
                    <a:pt x="71119" y="5206"/>
                  </a:lnTo>
                  <a:lnTo>
                    <a:pt x="73660" y="5206"/>
                  </a:lnTo>
                  <a:lnTo>
                    <a:pt x="73660" y="6476"/>
                  </a:lnTo>
                  <a:lnTo>
                    <a:pt x="74930" y="6476"/>
                  </a:lnTo>
                  <a:lnTo>
                    <a:pt x="74930" y="6349"/>
                  </a:lnTo>
                  <a:lnTo>
                    <a:pt x="143510" y="6349"/>
                  </a:lnTo>
                  <a:lnTo>
                    <a:pt x="143509" y="3809"/>
                  </a:lnTo>
                  <a:close/>
                </a:path>
                <a:path w="144780" h="7619">
                  <a:moveTo>
                    <a:pt x="142239" y="1269"/>
                  </a:moveTo>
                  <a:lnTo>
                    <a:pt x="69850" y="1269"/>
                  </a:lnTo>
                  <a:lnTo>
                    <a:pt x="69850" y="2666"/>
                  </a:lnTo>
                  <a:lnTo>
                    <a:pt x="71119" y="2666"/>
                  </a:lnTo>
                  <a:lnTo>
                    <a:pt x="71119" y="3809"/>
                  </a:lnTo>
                  <a:lnTo>
                    <a:pt x="142239" y="3809"/>
                  </a:lnTo>
                  <a:lnTo>
                    <a:pt x="142239" y="1269"/>
                  </a:lnTo>
                  <a:close/>
                </a:path>
                <a:path w="144780" h="7619">
                  <a:moveTo>
                    <a:pt x="140969" y="0"/>
                  </a:moveTo>
                  <a:lnTo>
                    <a:pt x="139700" y="0"/>
                  </a:lnTo>
                  <a:lnTo>
                    <a:pt x="66039" y="126"/>
                  </a:lnTo>
                  <a:lnTo>
                    <a:pt x="66039" y="1269"/>
                  </a:lnTo>
                  <a:lnTo>
                    <a:pt x="140969" y="1269"/>
                  </a:lnTo>
                  <a:lnTo>
                    <a:pt x="140969" y="0"/>
                  </a:lnTo>
                  <a:close/>
                </a:path>
                <a:path w="144780" h="7619">
                  <a:moveTo>
                    <a:pt x="66039" y="0"/>
                  </a:moveTo>
                  <a:lnTo>
                    <a:pt x="64769" y="0"/>
                  </a:lnTo>
                  <a:lnTo>
                    <a:pt x="66039" y="126"/>
                  </a:lnTo>
                  <a:close/>
                </a:path>
              </a:pathLst>
            </a:custGeom>
            <a:solidFill>
              <a:srgbClr val="112F00"/>
            </a:solidFill>
          </p:spPr>
          <p:txBody>
            <a:bodyPr wrap="square" lIns="0" tIns="0" rIns="0" bIns="0" rtlCol="0"/>
            <a:lstStyle/>
            <a:p/>
          </p:txBody>
        </p:sp>
        <p:sp>
          <p:nvSpPr>
            <p:cNvPr id="145" name="object 145"/>
            <p:cNvSpPr/>
            <p:nvPr/>
          </p:nvSpPr>
          <p:spPr>
            <a:xfrm>
              <a:off x="1951989" y="1135380"/>
              <a:ext cx="152400" cy="7620"/>
            </a:xfrm>
            <a:custGeom>
              <a:avLst/>
              <a:gdLst/>
              <a:ahLst/>
              <a:cxnLst/>
              <a:rect l="l" t="t" r="r" b="b"/>
              <a:pathLst>
                <a:path w="152400" h="7619">
                  <a:moveTo>
                    <a:pt x="1270" y="5079"/>
                  </a:moveTo>
                  <a:lnTo>
                    <a:pt x="0" y="5079"/>
                  </a:lnTo>
                  <a:lnTo>
                    <a:pt x="0" y="7620"/>
                  </a:lnTo>
                  <a:lnTo>
                    <a:pt x="48260" y="7620"/>
                  </a:lnTo>
                  <a:lnTo>
                    <a:pt x="48260" y="6350"/>
                  </a:lnTo>
                  <a:lnTo>
                    <a:pt x="49530" y="6350"/>
                  </a:lnTo>
                  <a:lnTo>
                    <a:pt x="49530" y="5207"/>
                  </a:lnTo>
                  <a:lnTo>
                    <a:pt x="1270" y="5207"/>
                  </a:lnTo>
                  <a:lnTo>
                    <a:pt x="1270" y="5079"/>
                  </a:lnTo>
                  <a:close/>
                </a:path>
                <a:path w="152400" h="7619">
                  <a:moveTo>
                    <a:pt x="2540" y="2539"/>
                  </a:moveTo>
                  <a:lnTo>
                    <a:pt x="1270" y="2539"/>
                  </a:lnTo>
                  <a:lnTo>
                    <a:pt x="1270" y="5079"/>
                  </a:lnTo>
                  <a:lnTo>
                    <a:pt x="49530" y="5079"/>
                  </a:lnTo>
                  <a:lnTo>
                    <a:pt x="49530" y="5207"/>
                  </a:lnTo>
                  <a:lnTo>
                    <a:pt x="50800" y="5207"/>
                  </a:lnTo>
                  <a:lnTo>
                    <a:pt x="50800" y="3937"/>
                  </a:lnTo>
                  <a:lnTo>
                    <a:pt x="52070" y="3937"/>
                  </a:lnTo>
                  <a:lnTo>
                    <a:pt x="52070" y="2666"/>
                  </a:lnTo>
                  <a:lnTo>
                    <a:pt x="2540" y="2666"/>
                  </a:lnTo>
                  <a:close/>
                </a:path>
                <a:path w="152400" h="7619">
                  <a:moveTo>
                    <a:pt x="53340" y="0"/>
                  </a:moveTo>
                  <a:lnTo>
                    <a:pt x="2540" y="0"/>
                  </a:lnTo>
                  <a:lnTo>
                    <a:pt x="2540" y="2539"/>
                  </a:lnTo>
                  <a:lnTo>
                    <a:pt x="52070" y="2539"/>
                  </a:lnTo>
                  <a:lnTo>
                    <a:pt x="52070" y="1397"/>
                  </a:lnTo>
                  <a:lnTo>
                    <a:pt x="53340" y="1397"/>
                  </a:lnTo>
                  <a:lnTo>
                    <a:pt x="53340" y="0"/>
                  </a:lnTo>
                  <a:close/>
                </a:path>
                <a:path w="152400" h="7619">
                  <a:moveTo>
                    <a:pt x="151130" y="5207"/>
                  </a:moveTo>
                  <a:lnTo>
                    <a:pt x="81280" y="5207"/>
                  </a:lnTo>
                  <a:lnTo>
                    <a:pt x="81280" y="7620"/>
                  </a:lnTo>
                  <a:lnTo>
                    <a:pt x="152400" y="7620"/>
                  </a:lnTo>
                  <a:lnTo>
                    <a:pt x="152400" y="6350"/>
                  </a:lnTo>
                  <a:lnTo>
                    <a:pt x="151130" y="6350"/>
                  </a:lnTo>
                  <a:lnTo>
                    <a:pt x="151130" y="5207"/>
                  </a:lnTo>
                  <a:close/>
                </a:path>
                <a:path w="152400" h="7619">
                  <a:moveTo>
                    <a:pt x="149860" y="2666"/>
                  </a:moveTo>
                  <a:lnTo>
                    <a:pt x="80010" y="2666"/>
                  </a:lnTo>
                  <a:lnTo>
                    <a:pt x="80010" y="5207"/>
                  </a:lnTo>
                  <a:lnTo>
                    <a:pt x="81280" y="5207"/>
                  </a:lnTo>
                  <a:lnTo>
                    <a:pt x="81280" y="5079"/>
                  </a:lnTo>
                  <a:lnTo>
                    <a:pt x="151130" y="5079"/>
                  </a:lnTo>
                  <a:lnTo>
                    <a:pt x="151130" y="3937"/>
                  </a:lnTo>
                  <a:lnTo>
                    <a:pt x="149860" y="3937"/>
                  </a:lnTo>
                  <a:lnTo>
                    <a:pt x="149860" y="2666"/>
                  </a:lnTo>
                  <a:close/>
                </a:path>
                <a:path w="152400" h="7619">
                  <a:moveTo>
                    <a:pt x="149860" y="1397"/>
                  </a:moveTo>
                  <a:lnTo>
                    <a:pt x="80010" y="1397"/>
                  </a:lnTo>
                  <a:lnTo>
                    <a:pt x="80010" y="2539"/>
                  </a:lnTo>
                  <a:lnTo>
                    <a:pt x="149860" y="2539"/>
                  </a:lnTo>
                  <a:lnTo>
                    <a:pt x="149860" y="1397"/>
                  </a:lnTo>
                  <a:close/>
                </a:path>
                <a:path w="152400" h="7619">
                  <a:moveTo>
                    <a:pt x="148590" y="0"/>
                  </a:moveTo>
                  <a:lnTo>
                    <a:pt x="78740" y="0"/>
                  </a:lnTo>
                  <a:lnTo>
                    <a:pt x="78740" y="1397"/>
                  </a:lnTo>
                  <a:lnTo>
                    <a:pt x="148590" y="1397"/>
                  </a:lnTo>
                  <a:lnTo>
                    <a:pt x="148590" y="0"/>
                  </a:lnTo>
                  <a:close/>
                </a:path>
              </a:pathLst>
            </a:custGeom>
            <a:solidFill>
              <a:srgbClr val="152E00"/>
            </a:solidFill>
          </p:spPr>
          <p:txBody>
            <a:bodyPr wrap="square" lIns="0" tIns="0" rIns="0" bIns="0" rtlCol="0"/>
            <a:lstStyle/>
            <a:p/>
          </p:txBody>
        </p:sp>
        <p:sp>
          <p:nvSpPr>
            <p:cNvPr id="146" name="object 146"/>
            <p:cNvSpPr/>
            <p:nvPr/>
          </p:nvSpPr>
          <p:spPr>
            <a:xfrm>
              <a:off x="1948179" y="1143000"/>
              <a:ext cx="160020" cy="7620"/>
            </a:xfrm>
            <a:custGeom>
              <a:avLst/>
              <a:gdLst/>
              <a:ahLst/>
              <a:cxnLst/>
              <a:rect l="l" t="t" r="r" b="b"/>
              <a:pathLst>
                <a:path w="160019" h="7619">
                  <a:moveTo>
                    <a:pt x="49530" y="5079"/>
                  </a:moveTo>
                  <a:lnTo>
                    <a:pt x="0" y="5079"/>
                  </a:lnTo>
                  <a:lnTo>
                    <a:pt x="0" y="7619"/>
                  </a:lnTo>
                  <a:lnTo>
                    <a:pt x="49530" y="7619"/>
                  </a:lnTo>
                  <a:lnTo>
                    <a:pt x="49530" y="5079"/>
                  </a:lnTo>
                  <a:close/>
                </a:path>
                <a:path w="160019" h="7619">
                  <a:moveTo>
                    <a:pt x="50800" y="3937"/>
                  </a:moveTo>
                  <a:lnTo>
                    <a:pt x="1269" y="3937"/>
                  </a:lnTo>
                  <a:lnTo>
                    <a:pt x="1269" y="5079"/>
                  </a:lnTo>
                  <a:lnTo>
                    <a:pt x="50800" y="5079"/>
                  </a:lnTo>
                  <a:lnTo>
                    <a:pt x="50800" y="3937"/>
                  </a:lnTo>
                  <a:close/>
                </a:path>
                <a:path w="160019" h="7619">
                  <a:moveTo>
                    <a:pt x="160019" y="6476"/>
                  </a:moveTo>
                  <a:lnTo>
                    <a:pt x="88900" y="6476"/>
                  </a:lnTo>
                  <a:lnTo>
                    <a:pt x="88900" y="7619"/>
                  </a:lnTo>
                  <a:lnTo>
                    <a:pt x="160019" y="7619"/>
                  </a:lnTo>
                  <a:lnTo>
                    <a:pt x="160019" y="6476"/>
                  </a:lnTo>
                  <a:close/>
                </a:path>
                <a:path w="160019" h="7619">
                  <a:moveTo>
                    <a:pt x="158750" y="3809"/>
                  </a:moveTo>
                  <a:lnTo>
                    <a:pt x="157480" y="3809"/>
                  </a:lnTo>
                  <a:lnTo>
                    <a:pt x="157480" y="3937"/>
                  </a:lnTo>
                  <a:lnTo>
                    <a:pt x="87630" y="3937"/>
                  </a:lnTo>
                  <a:lnTo>
                    <a:pt x="87630" y="6476"/>
                  </a:lnTo>
                  <a:lnTo>
                    <a:pt x="158750" y="6476"/>
                  </a:lnTo>
                  <a:lnTo>
                    <a:pt x="158750" y="3809"/>
                  </a:lnTo>
                  <a:close/>
                </a:path>
                <a:path w="160019" h="7619">
                  <a:moveTo>
                    <a:pt x="157479" y="1269"/>
                  </a:moveTo>
                  <a:lnTo>
                    <a:pt x="156209" y="1269"/>
                  </a:lnTo>
                  <a:lnTo>
                    <a:pt x="86359" y="1396"/>
                  </a:lnTo>
                  <a:lnTo>
                    <a:pt x="86359" y="2666"/>
                  </a:lnTo>
                  <a:lnTo>
                    <a:pt x="87630" y="2666"/>
                  </a:lnTo>
                  <a:lnTo>
                    <a:pt x="87630" y="3809"/>
                  </a:lnTo>
                  <a:lnTo>
                    <a:pt x="157480" y="3809"/>
                  </a:lnTo>
                  <a:lnTo>
                    <a:pt x="157479" y="1269"/>
                  </a:lnTo>
                  <a:close/>
                </a:path>
                <a:path w="160019" h="7619">
                  <a:moveTo>
                    <a:pt x="156209" y="0"/>
                  </a:moveTo>
                  <a:lnTo>
                    <a:pt x="85089" y="0"/>
                  </a:lnTo>
                  <a:lnTo>
                    <a:pt x="86359" y="126"/>
                  </a:lnTo>
                  <a:lnTo>
                    <a:pt x="86359" y="1269"/>
                  </a:lnTo>
                  <a:lnTo>
                    <a:pt x="156209" y="1269"/>
                  </a:lnTo>
                  <a:lnTo>
                    <a:pt x="156209" y="0"/>
                  </a:lnTo>
                  <a:close/>
                </a:path>
                <a:path w="160019" h="7619">
                  <a:moveTo>
                    <a:pt x="50800" y="2666"/>
                  </a:moveTo>
                  <a:lnTo>
                    <a:pt x="1269" y="2666"/>
                  </a:lnTo>
                  <a:lnTo>
                    <a:pt x="1269" y="3809"/>
                  </a:lnTo>
                  <a:lnTo>
                    <a:pt x="50800" y="3809"/>
                  </a:lnTo>
                  <a:lnTo>
                    <a:pt x="50800" y="2666"/>
                  </a:lnTo>
                  <a:close/>
                </a:path>
                <a:path w="160019" h="7619">
                  <a:moveTo>
                    <a:pt x="52069" y="1396"/>
                  </a:moveTo>
                  <a:lnTo>
                    <a:pt x="2539" y="1396"/>
                  </a:lnTo>
                  <a:lnTo>
                    <a:pt x="2539" y="2666"/>
                  </a:lnTo>
                  <a:lnTo>
                    <a:pt x="52069" y="2666"/>
                  </a:lnTo>
                  <a:lnTo>
                    <a:pt x="52069" y="1396"/>
                  </a:lnTo>
                  <a:close/>
                </a:path>
                <a:path w="160019" h="7619">
                  <a:moveTo>
                    <a:pt x="52069" y="0"/>
                  </a:moveTo>
                  <a:lnTo>
                    <a:pt x="3809" y="0"/>
                  </a:lnTo>
                  <a:lnTo>
                    <a:pt x="2539" y="126"/>
                  </a:lnTo>
                  <a:lnTo>
                    <a:pt x="2539" y="1269"/>
                  </a:lnTo>
                  <a:lnTo>
                    <a:pt x="52069" y="1269"/>
                  </a:lnTo>
                  <a:lnTo>
                    <a:pt x="52069" y="0"/>
                  </a:lnTo>
                  <a:close/>
                </a:path>
              </a:pathLst>
            </a:custGeom>
            <a:solidFill>
              <a:srgbClr val="182D00"/>
            </a:solidFill>
          </p:spPr>
          <p:txBody>
            <a:bodyPr wrap="square" lIns="0" tIns="0" rIns="0" bIns="0" rtlCol="0"/>
            <a:lstStyle/>
            <a:p/>
          </p:txBody>
        </p:sp>
        <p:sp>
          <p:nvSpPr>
            <p:cNvPr id="147" name="object 147"/>
            <p:cNvSpPr/>
            <p:nvPr/>
          </p:nvSpPr>
          <p:spPr>
            <a:xfrm>
              <a:off x="1944369" y="1150620"/>
              <a:ext cx="166370" cy="6350"/>
            </a:xfrm>
            <a:custGeom>
              <a:avLst/>
              <a:gdLst/>
              <a:ahLst/>
              <a:cxnLst/>
              <a:rect l="l" t="t" r="r" b="b"/>
              <a:pathLst>
                <a:path w="166369" h="6350">
                  <a:moveTo>
                    <a:pt x="50800" y="3809"/>
                  </a:moveTo>
                  <a:lnTo>
                    <a:pt x="0" y="3809"/>
                  </a:lnTo>
                  <a:lnTo>
                    <a:pt x="0" y="6349"/>
                  </a:lnTo>
                  <a:lnTo>
                    <a:pt x="50800" y="6349"/>
                  </a:lnTo>
                  <a:lnTo>
                    <a:pt x="50800" y="3809"/>
                  </a:lnTo>
                  <a:close/>
                </a:path>
                <a:path w="166369" h="6350">
                  <a:moveTo>
                    <a:pt x="2540" y="2539"/>
                  </a:moveTo>
                  <a:lnTo>
                    <a:pt x="1269" y="2539"/>
                  </a:lnTo>
                  <a:lnTo>
                    <a:pt x="1269" y="3809"/>
                  </a:lnTo>
                  <a:lnTo>
                    <a:pt x="52069" y="3809"/>
                  </a:lnTo>
                  <a:lnTo>
                    <a:pt x="52069" y="2666"/>
                  </a:lnTo>
                  <a:lnTo>
                    <a:pt x="2540" y="2666"/>
                  </a:lnTo>
                  <a:lnTo>
                    <a:pt x="2540" y="2539"/>
                  </a:lnTo>
                  <a:close/>
                </a:path>
                <a:path w="166369" h="6350">
                  <a:moveTo>
                    <a:pt x="3810" y="0"/>
                  </a:moveTo>
                  <a:lnTo>
                    <a:pt x="2540" y="0"/>
                  </a:lnTo>
                  <a:lnTo>
                    <a:pt x="2540" y="2539"/>
                  </a:lnTo>
                  <a:lnTo>
                    <a:pt x="52070" y="2539"/>
                  </a:lnTo>
                  <a:lnTo>
                    <a:pt x="52070" y="1396"/>
                  </a:lnTo>
                  <a:lnTo>
                    <a:pt x="53340" y="1396"/>
                  </a:lnTo>
                  <a:lnTo>
                    <a:pt x="53340" y="126"/>
                  </a:lnTo>
                  <a:lnTo>
                    <a:pt x="3810" y="126"/>
                  </a:lnTo>
                  <a:close/>
                </a:path>
                <a:path w="166369" h="6350">
                  <a:moveTo>
                    <a:pt x="165100" y="2539"/>
                  </a:moveTo>
                  <a:lnTo>
                    <a:pt x="163830" y="2539"/>
                  </a:lnTo>
                  <a:lnTo>
                    <a:pt x="163830" y="2666"/>
                  </a:lnTo>
                  <a:lnTo>
                    <a:pt x="93980" y="2666"/>
                  </a:lnTo>
                  <a:lnTo>
                    <a:pt x="93980" y="6350"/>
                  </a:lnTo>
                  <a:lnTo>
                    <a:pt x="166369" y="6350"/>
                  </a:lnTo>
                  <a:lnTo>
                    <a:pt x="166369" y="5206"/>
                  </a:lnTo>
                  <a:lnTo>
                    <a:pt x="165100" y="5206"/>
                  </a:lnTo>
                  <a:lnTo>
                    <a:pt x="165100" y="2539"/>
                  </a:lnTo>
                  <a:close/>
                </a:path>
                <a:path w="166369" h="6350">
                  <a:moveTo>
                    <a:pt x="163830" y="126"/>
                  </a:moveTo>
                  <a:lnTo>
                    <a:pt x="92710" y="126"/>
                  </a:lnTo>
                  <a:lnTo>
                    <a:pt x="92710" y="2666"/>
                  </a:lnTo>
                  <a:lnTo>
                    <a:pt x="93980" y="2666"/>
                  </a:lnTo>
                  <a:lnTo>
                    <a:pt x="93980" y="2539"/>
                  </a:lnTo>
                  <a:lnTo>
                    <a:pt x="163830" y="2539"/>
                  </a:lnTo>
                  <a:lnTo>
                    <a:pt x="163830" y="126"/>
                  </a:lnTo>
                  <a:close/>
                </a:path>
              </a:pathLst>
            </a:custGeom>
            <a:solidFill>
              <a:srgbClr val="1B2D00"/>
            </a:solidFill>
          </p:spPr>
          <p:txBody>
            <a:bodyPr wrap="square" lIns="0" tIns="0" rIns="0" bIns="0" rtlCol="0"/>
            <a:lstStyle/>
            <a:p/>
          </p:txBody>
        </p:sp>
        <p:sp>
          <p:nvSpPr>
            <p:cNvPr id="148" name="object 148"/>
            <p:cNvSpPr/>
            <p:nvPr/>
          </p:nvSpPr>
          <p:spPr>
            <a:xfrm>
              <a:off x="1939289" y="1156970"/>
              <a:ext cx="173990" cy="7620"/>
            </a:xfrm>
            <a:custGeom>
              <a:avLst/>
              <a:gdLst/>
              <a:ahLst/>
              <a:cxnLst/>
              <a:rect l="l" t="t" r="r" b="b"/>
              <a:pathLst>
                <a:path w="173989" h="7619">
                  <a:moveTo>
                    <a:pt x="3810" y="2539"/>
                  </a:moveTo>
                  <a:lnTo>
                    <a:pt x="2540" y="2539"/>
                  </a:lnTo>
                  <a:lnTo>
                    <a:pt x="2540" y="3809"/>
                  </a:lnTo>
                  <a:lnTo>
                    <a:pt x="54610" y="3809"/>
                  </a:lnTo>
                  <a:lnTo>
                    <a:pt x="54610" y="2666"/>
                  </a:lnTo>
                  <a:lnTo>
                    <a:pt x="3810" y="2666"/>
                  </a:lnTo>
                  <a:lnTo>
                    <a:pt x="3810" y="2539"/>
                  </a:lnTo>
                  <a:close/>
                </a:path>
                <a:path w="173989" h="7619">
                  <a:moveTo>
                    <a:pt x="5080" y="0"/>
                  </a:moveTo>
                  <a:lnTo>
                    <a:pt x="3810" y="0"/>
                  </a:lnTo>
                  <a:lnTo>
                    <a:pt x="3810" y="2539"/>
                  </a:lnTo>
                  <a:lnTo>
                    <a:pt x="54610" y="2539"/>
                  </a:lnTo>
                  <a:lnTo>
                    <a:pt x="54610" y="2666"/>
                  </a:lnTo>
                  <a:lnTo>
                    <a:pt x="55880" y="2666"/>
                  </a:lnTo>
                  <a:lnTo>
                    <a:pt x="55880" y="126"/>
                  </a:lnTo>
                  <a:lnTo>
                    <a:pt x="5080" y="126"/>
                  </a:lnTo>
                  <a:close/>
                </a:path>
                <a:path w="173989" h="7619">
                  <a:moveTo>
                    <a:pt x="172719" y="2539"/>
                  </a:moveTo>
                  <a:lnTo>
                    <a:pt x="171450" y="2539"/>
                  </a:lnTo>
                  <a:lnTo>
                    <a:pt x="171450" y="2666"/>
                  </a:lnTo>
                  <a:lnTo>
                    <a:pt x="100330" y="2666"/>
                  </a:lnTo>
                  <a:lnTo>
                    <a:pt x="100330" y="3809"/>
                  </a:lnTo>
                  <a:lnTo>
                    <a:pt x="172719" y="3809"/>
                  </a:lnTo>
                  <a:lnTo>
                    <a:pt x="172719" y="2539"/>
                  </a:lnTo>
                  <a:close/>
                </a:path>
                <a:path w="173989" h="7619">
                  <a:moveTo>
                    <a:pt x="171450" y="126"/>
                  </a:moveTo>
                  <a:lnTo>
                    <a:pt x="99060" y="126"/>
                  </a:lnTo>
                  <a:lnTo>
                    <a:pt x="99060" y="1396"/>
                  </a:lnTo>
                  <a:lnTo>
                    <a:pt x="100330" y="1396"/>
                  </a:lnTo>
                  <a:lnTo>
                    <a:pt x="100330" y="2539"/>
                  </a:lnTo>
                  <a:lnTo>
                    <a:pt x="171450" y="2539"/>
                  </a:lnTo>
                  <a:lnTo>
                    <a:pt x="171450" y="126"/>
                  </a:lnTo>
                  <a:close/>
                </a:path>
                <a:path w="173989" h="7619">
                  <a:moveTo>
                    <a:pt x="54610" y="3810"/>
                  </a:moveTo>
                  <a:lnTo>
                    <a:pt x="1270" y="3810"/>
                  </a:lnTo>
                  <a:lnTo>
                    <a:pt x="1270" y="6350"/>
                  </a:lnTo>
                  <a:lnTo>
                    <a:pt x="0" y="6350"/>
                  </a:lnTo>
                  <a:lnTo>
                    <a:pt x="0" y="7619"/>
                  </a:lnTo>
                  <a:lnTo>
                    <a:pt x="54610" y="7619"/>
                  </a:lnTo>
                  <a:lnTo>
                    <a:pt x="54610" y="3810"/>
                  </a:lnTo>
                  <a:close/>
                </a:path>
                <a:path w="173989" h="7619">
                  <a:moveTo>
                    <a:pt x="172719" y="3810"/>
                  </a:moveTo>
                  <a:lnTo>
                    <a:pt x="100330" y="3810"/>
                  </a:lnTo>
                  <a:lnTo>
                    <a:pt x="100330" y="7619"/>
                  </a:lnTo>
                  <a:lnTo>
                    <a:pt x="173990" y="7619"/>
                  </a:lnTo>
                  <a:lnTo>
                    <a:pt x="173990" y="6350"/>
                  </a:lnTo>
                  <a:lnTo>
                    <a:pt x="172719" y="6350"/>
                  </a:lnTo>
                  <a:lnTo>
                    <a:pt x="172719" y="3810"/>
                  </a:lnTo>
                  <a:close/>
                </a:path>
              </a:pathLst>
            </a:custGeom>
            <a:solidFill>
              <a:srgbClr val="1E2C00"/>
            </a:solidFill>
          </p:spPr>
          <p:txBody>
            <a:bodyPr wrap="square" lIns="0" tIns="0" rIns="0" bIns="0" rtlCol="0"/>
            <a:lstStyle/>
            <a:p/>
          </p:txBody>
        </p:sp>
        <p:sp>
          <p:nvSpPr>
            <p:cNvPr id="149" name="object 149"/>
            <p:cNvSpPr/>
            <p:nvPr/>
          </p:nvSpPr>
          <p:spPr>
            <a:xfrm>
              <a:off x="1936749" y="1164590"/>
              <a:ext cx="177800" cy="7620"/>
            </a:xfrm>
            <a:custGeom>
              <a:avLst/>
              <a:gdLst/>
              <a:ahLst/>
              <a:cxnLst/>
              <a:rect l="l" t="t" r="r" b="b"/>
              <a:pathLst>
                <a:path w="177800" h="7619">
                  <a:moveTo>
                    <a:pt x="54610" y="6350"/>
                  </a:moveTo>
                  <a:lnTo>
                    <a:pt x="0" y="6350"/>
                  </a:lnTo>
                  <a:lnTo>
                    <a:pt x="0" y="7620"/>
                  </a:lnTo>
                  <a:lnTo>
                    <a:pt x="54610" y="7620"/>
                  </a:lnTo>
                  <a:lnTo>
                    <a:pt x="54610" y="6350"/>
                  </a:lnTo>
                  <a:close/>
                </a:path>
                <a:path w="177800" h="7619">
                  <a:moveTo>
                    <a:pt x="55880" y="1270"/>
                  </a:moveTo>
                  <a:lnTo>
                    <a:pt x="1269" y="1270"/>
                  </a:lnTo>
                  <a:lnTo>
                    <a:pt x="1269" y="6350"/>
                  </a:lnTo>
                  <a:lnTo>
                    <a:pt x="55880" y="6350"/>
                  </a:lnTo>
                  <a:lnTo>
                    <a:pt x="55880" y="1270"/>
                  </a:lnTo>
                  <a:close/>
                </a:path>
                <a:path w="177800" h="7619">
                  <a:moveTo>
                    <a:pt x="57150" y="0"/>
                  </a:moveTo>
                  <a:lnTo>
                    <a:pt x="2539" y="0"/>
                  </a:lnTo>
                  <a:lnTo>
                    <a:pt x="2539" y="1270"/>
                  </a:lnTo>
                  <a:lnTo>
                    <a:pt x="57150" y="1270"/>
                  </a:lnTo>
                  <a:lnTo>
                    <a:pt x="57150" y="0"/>
                  </a:lnTo>
                  <a:close/>
                </a:path>
                <a:path w="177800" h="7619">
                  <a:moveTo>
                    <a:pt x="176530" y="0"/>
                  </a:moveTo>
                  <a:lnTo>
                    <a:pt x="102869" y="0"/>
                  </a:lnTo>
                  <a:lnTo>
                    <a:pt x="102869" y="7620"/>
                  </a:lnTo>
                  <a:lnTo>
                    <a:pt x="177800" y="7620"/>
                  </a:lnTo>
                  <a:lnTo>
                    <a:pt x="177800" y="2539"/>
                  </a:lnTo>
                  <a:lnTo>
                    <a:pt x="176530" y="2539"/>
                  </a:lnTo>
                  <a:lnTo>
                    <a:pt x="176530" y="0"/>
                  </a:lnTo>
                  <a:close/>
                </a:path>
              </a:pathLst>
            </a:custGeom>
            <a:solidFill>
              <a:srgbClr val="212C00"/>
            </a:solidFill>
          </p:spPr>
          <p:txBody>
            <a:bodyPr wrap="square" lIns="0" tIns="0" rIns="0" bIns="0" rtlCol="0"/>
            <a:lstStyle/>
            <a:p/>
          </p:txBody>
        </p:sp>
        <p:sp>
          <p:nvSpPr>
            <p:cNvPr id="150" name="object 150"/>
            <p:cNvSpPr/>
            <p:nvPr/>
          </p:nvSpPr>
          <p:spPr>
            <a:xfrm>
              <a:off x="1935479" y="1172210"/>
              <a:ext cx="181610" cy="6350"/>
            </a:xfrm>
            <a:custGeom>
              <a:avLst/>
              <a:gdLst/>
              <a:ahLst/>
              <a:cxnLst/>
              <a:rect l="l" t="t" r="r" b="b"/>
              <a:pathLst>
                <a:path w="181610" h="6350">
                  <a:moveTo>
                    <a:pt x="54610" y="2539"/>
                  </a:moveTo>
                  <a:lnTo>
                    <a:pt x="0" y="2539"/>
                  </a:lnTo>
                  <a:lnTo>
                    <a:pt x="0" y="6350"/>
                  </a:lnTo>
                  <a:lnTo>
                    <a:pt x="54610" y="6350"/>
                  </a:lnTo>
                  <a:lnTo>
                    <a:pt x="54610" y="2539"/>
                  </a:lnTo>
                  <a:close/>
                </a:path>
                <a:path w="181610" h="6350">
                  <a:moveTo>
                    <a:pt x="55880" y="0"/>
                  </a:moveTo>
                  <a:lnTo>
                    <a:pt x="1269" y="0"/>
                  </a:lnTo>
                  <a:lnTo>
                    <a:pt x="1269" y="2539"/>
                  </a:lnTo>
                  <a:lnTo>
                    <a:pt x="55880" y="2539"/>
                  </a:lnTo>
                  <a:lnTo>
                    <a:pt x="55880" y="0"/>
                  </a:lnTo>
                  <a:close/>
                </a:path>
                <a:path w="181610" h="6350">
                  <a:moveTo>
                    <a:pt x="180339" y="0"/>
                  </a:moveTo>
                  <a:lnTo>
                    <a:pt x="104139" y="0"/>
                  </a:lnTo>
                  <a:lnTo>
                    <a:pt x="104139" y="1269"/>
                  </a:lnTo>
                  <a:lnTo>
                    <a:pt x="105409" y="1269"/>
                  </a:lnTo>
                  <a:lnTo>
                    <a:pt x="105409" y="6350"/>
                  </a:lnTo>
                  <a:lnTo>
                    <a:pt x="181609" y="6350"/>
                  </a:lnTo>
                  <a:lnTo>
                    <a:pt x="181609" y="5079"/>
                  </a:lnTo>
                  <a:lnTo>
                    <a:pt x="180339" y="5079"/>
                  </a:lnTo>
                  <a:lnTo>
                    <a:pt x="180339" y="0"/>
                  </a:lnTo>
                  <a:close/>
                </a:path>
              </a:pathLst>
            </a:custGeom>
            <a:solidFill>
              <a:srgbClr val="242B00"/>
            </a:solidFill>
          </p:spPr>
          <p:txBody>
            <a:bodyPr wrap="square" lIns="0" tIns="0" rIns="0" bIns="0" rtlCol="0"/>
            <a:lstStyle/>
            <a:p/>
          </p:txBody>
        </p:sp>
        <p:sp>
          <p:nvSpPr>
            <p:cNvPr id="151" name="object 151"/>
            <p:cNvSpPr/>
            <p:nvPr/>
          </p:nvSpPr>
          <p:spPr>
            <a:xfrm>
              <a:off x="1931669" y="1178560"/>
              <a:ext cx="186690" cy="7620"/>
            </a:xfrm>
            <a:custGeom>
              <a:avLst/>
              <a:gdLst/>
              <a:ahLst/>
              <a:cxnLst/>
              <a:rect l="l" t="t" r="r" b="b"/>
              <a:pathLst>
                <a:path w="186689" h="7619">
                  <a:moveTo>
                    <a:pt x="58420" y="0"/>
                  </a:moveTo>
                  <a:lnTo>
                    <a:pt x="2540" y="0"/>
                  </a:lnTo>
                  <a:lnTo>
                    <a:pt x="2540" y="2539"/>
                  </a:lnTo>
                  <a:lnTo>
                    <a:pt x="1269" y="2539"/>
                  </a:lnTo>
                  <a:lnTo>
                    <a:pt x="1269" y="5079"/>
                  </a:lnTo>
                  <a:lnTo>
                    <a:pt x="0" y="5079"/>
                  </a:lnTo>
                  <a:lnTo>
                    <a:pt x="0" y="7619"/>
                  </a:lnTo>
                  <a:lnTo>
                    <a:pt x="55880" y="7619"/>
                  </a:lnTo>
                  <a:lnTo>
                    <a:pt x="55880" y="6350"/>
                  </a:lnTo>
                  <a:lnTo>
                    <a:pt x="57150" y="6350"/>
                  </a:lnTo>
                  <a:lnTo>
                    <a:pt x="57150" y="1269"/>
                  </a:lnTo>
                  <a:lnTo>
                    <a:pt x="58420" y="1269"/>
                  </a:lnTo>
                  <a:lnTo>
                    <a:pt x="58420" y="0"/>
                  </a:lnTo>
                  <a:close/>
                </a:path>
                <a:path w="186689" h="7619">
                  <a:moveTo>
                    <a:pt x="185419" y="0"/>
                  </a:moveTo>
                  <a:lnTo>
                    <a:pt x="109219" y="0"/>
                  </a:lnTo>
                  <a:lnTo>
                    <a:pt x="109219" y="2539"/>
                  </a:lnTo>
                  <a:lnTo>
                    <a:pt x="110490" y="2539"/>
                  </a:lnTo>
                  <a:lnTo>
                    <a:pt x="110490" y="7619"/>
                  </a:lnTo>
                  <a:lnTo>
                    <a:pt x="186690" y="7619"/>
                  </a:lnTo>
                  <a:lnTo>
                    <a:pt x="186690" y="3810"/>
                  </a:lnTo>
                  <a:lnTo>
                    <a:pt x="185420" y="3810"/>
                  </a:lnTo>
                  <a:lnTo>
                    <a:pt x="185419" y="0"/>
                  </a:lnTo>
                  <a:close/>
                </a:path>
              </a:pathLst>
            </a:custGeom>
            <a:solidFill>
              <a:srgbClr val="272A00"/>
            </a:solidFill>
          </p:spPr>
          <p:txBody>
            <a:bodyPr wrap="square" lIns="0" tIns="0" rIns="0" bIns="0" rtlCol="0"/>
            <a:lstStyle/>
            <a:p/>
          </p:txBody>
        </p:sp>
        <p:sp>
          <p:nvSpPr>
            <p:cNvPr id="152" name="object 152"/>
            <p:cNvSpPr/>
            <p:nvPr/>
          </p:nvSpPr>
          <p:spPr>
            <a:xfrm>
              <a:off x="1929129" y="1186180"/>
              <a:ext cx="190500" cy="7620"/>
            </a:xfrm>
            <a:custGeom>
              <a:avLst/>
              <a:gdLst/>
              <a:ahLst/>
              <a:cxnLst/>
              <a:rect l="l" t="t" r="r" b="b"/>
              <a:pathLst>
                <a:path w="190500" h="7619">
                  <a:moveTo>
                    <a:pt x="58419" y="0"/>
                  </a:moveTo>
                  <a:lnTo>
                    <a:pt x="1269" y="0"/>
                  </a:lnTo>
                  <a:lnTo>
                    <a:pt x="1269" y="3810"/>
                  </a:lnTo>
                  <a:lnTo>
                    <a:pt x="0" y="3810"/>
                  </a:lnTo>
                  <a:lnTo>
                    <a:pt x="0" y="6350"/>
                  </a:lnTo>
                  <a:lnTo>
                    <a:pt x="58419" y="6350"/>
                  </a:lnTo>
                  <a:lnTo>
                    <a:pt x="58419" y="0"/>
                  </a:lnTo>
                  <a:close/>
                </a:path>
                <a:path w="190500" h="7619">
                  <a:moveTo>
                    <a:pt x="189230" y="0"/>
                  </a:moveTo>
                  <a:lnTo>
                    <a:pt x="113030" y="0"/>
                  </a:lnTo>
                  <a:lnTo>
                    <a:pt x="113030" y="6350"/>
                  </a:lnTo>
                  <a:lnTo>
                    <a:pt x="190500" y="6350"/>
                  </a:lnTo>
                  <a:lnTo>
                    <a:pt x="190500" y="2540"/>
                  </a:lnTo>
                  <a:lnTo>
                    <a:pt x="189230" y="2540"/>
                  </a:lnTo>
                  <a:lnTo>
                    <a:pt x="189230" y="0"/>
                  </a:lnTo>
                  <a:close/>
                </a:path>
                <a:path w="190500" h="7619">
                  <a:moveTo>
                    <a:pt x="57150" y="6350"/>
                  </a:moveTo>
                  <a:lnTo>
                    <a:pt x="0" y="6350"/>
                  </a:lnTo>
                  <a:lnTo>
                    <a:pt x="0" y="7620"/>
                  </a:lnTo>
                  <a:lnTo>
                    <a:pt x="57150" y="7620"/>
                  </a:lnTo>
                  <a:lnTo>
                    <a:pt x="57150" y="6350"/>
                  </a:lnTo>
                  <a:close/>
                </a:path>
                <a:path w="190500" h="7619">
                  <a:moveTo>
                    <a:pt x="190500" y="6350"/>
                  </a:moveTo>
                  <a:lnTo>
                    <a:pt x="113030" y="6350"/>
                  </a:lnTo>
                  <a:lnTo>
                    <a:pt x="113030" y="7620"/>
                  </a:lnTo>
                  <a:lnTo>
                    <a:pt x="190500" y="7620"/>
                  </a:lnTo>
                  <a:lnTo>
                    <a:pt x="190500" y="6350"/>
                  </a:lnTo>
                  <a:close/>
                </a:path>
              </a:pathLst>
            </a:custGeom>
            <a:solidFill>
              <a:srgbClr val="2B2A00"/>
            </a:solidFill>
          </p:spPr>
          <p:txBody>
            <a:bodyPr wrap="square" lIns="0" tIns="0" rIns="0" bIns="0" rtlCol="0"/>
            <a:lstStyle/>
            <a:p/>
          </p:txBody>
        </p:sp>
        <p:sp>
          <p:nvSpPr>
            <p:cNvPr id="153" name="object 153"/>
            <p:cNvSpPr/>
            <p:nvPr/>
          </p:nvSpPr>
          <p:spPr>
            <a:xfrm>
              <a:off x="1926589" y="1193800"/>
              <a:ext cx="193040" cy="6350"/>
            </a:xfrm>
            <a:custGeom>
              <a:avLst/>
              <a:gdLst/>
              <a:ahLst/>
              <a:cxnLst/>
              <a:rect l="l" t="t" r="r" b="b"/>
              <a:pathLst>
                <a:path w="193039" h="6350">
                  <a:moveTo>
                    <a:pt x="59690" y="0"/>
                  </a:moveTo>
                  <a:lnTo>
                    <a:pt x="2540" y="0"/>
                  </a:lnTo>
                  <a:lnTo>
                    <a:pt x="2540" y="1270"/>
                  </a:lnTo>
                  <a:lnTo>
                    <a:pt x="1270" y="1270"/>
                  </a:lnTo>
                  <a:lnTo>
                    <a:pt x="1270" y="5079"/>
                  </a:lnTo>
                  <a:lnTo>
                    <a:pt x="0" y="5079"/>
                  </a:lnTo>
                  <a:lnTo>
                    <a:pt x="0" y="6350"/>
                  </a:lnTo>
                  <a:lnTo>
                    <a:pt x="59689" y="6350"/>
                  </a:lnTo>
                  <a:lnTo>
                    <a:pt x="59690" y="0"/>
                  </a:lnTo>
                  <a:close/>
                </a:path>
                <a:path w="193039" h="6350">
                  <a:moveTo>
                    <a:pt x="193040" y="0"/>
                  </a:moveTo>
                  <a:lnTo>
                    <a:pt x="115570" y="0"/>
                  </a:lnTo>
                  <a:lnTo>
                    <a:pt x="115570" y="6350"/>
                  </a:lnTo>
                  <a:lnTo>
                    <a:pt x="193040" y="6350"/>
                  </a:lnTo>
                  <a:lnTo>
                    <a:pt x="193040" y="0"/>
                  </a:lnTo>
                  <a:close/>
                </a:path>
              </a:pathLst>
            </a:custGeom>
            <a:solidFill>
              <a:srgbClr val="2E2900"/>
            </a:solidFill>
          </p:spPr>
          <p:txBody>
            <a:bodyPr wrap="square" lIns="0" tIns="0" rIns="0" bIns="0" rtlCol="0"/>
            <a:lstStyle/>
            <a:p/>
          </p:txBody>
        </p:sp>
        <p:sp>
          <p:nvSpPr>
            <p:cNvPr id="154" name="object 154"/>
            <p:cNvSpPr/>
            <p:nvPr/>
          </p:nvSpPr>
          <p:spPr>
            <a:xfrm>
              <a:off x="1925319" y="1200150"/>
              <a:ext cx="195580" cy="7620"/>
            </a:xfrm>
            <a:custGeom>
              <a:avLst/>
              <a:gdLst/>
              <a:ahLst/>
              <a:cxnLst/>
              <a:rect l="l" t="t" r="r" b="b"/>
              <a:pathLst>
                <a:path w="195580" h="7619">
                  <a:moveTo>
                    <a:pt x="60959" y="0"/>
                  </a:moveTo>
                  <a:lnTo>
                    <a:pt x="1269" y="0"/>
                  </a:lnTo>
                  <a:lnTo>
                    <a:pt x="1269" y="2539"/>
                  </a:lnTo>
                  <a:lnTo>
                    <a:pt x="59689" y="2539"/>
                  </a:lnTo>
                  <a:lnTo>
                    <a:pt x="59689" y="1270"/>
                  </a:lnTo>
                  <a:lnTo>
                    <a:pt x="60959" y="1270"/>
                  </a:lnTo>
                  <a:lnTo>
                    <a:pt x="60959" y="0"/>
                  </a:lnTo>
                  <a:close/>
                </a:path>
                <a:path w="195580" h="7619">
                  <a:moveTo>
                    <a:pt x="194310" y="0"/>
                  </a:moveTo>
                  <a:lnTo>
                    <a:pt x="118110" y="0"/>
                  </a:lnTo>
                  <a:lnTo>
                    <a:pt x="118110" y="2539"/>
                  </a:lnTo>
                  <a:lnTo>
                    <a:pt x="195580" y="2539"/>
                  </a:lnTo>
                  <a:lnTo>
                    <a:pt x="195580" y="1270"/>
                  </a:lnTo>
                  <a:lnTo>
                    <a:pt x="194310" y="1270"/>
                  </a:lnTo>
                  <a:lnTo>
                    <a:pt x="194310" y="0"/>
                  </a:lnTo>
                  <a:close/>
                </a:path>
                <a:path w="195580" h="7619">
                  <a:moveTo>
                    <a:pt x="59689" y="2540"/>
                  </a:moveTo>
                  <a:lnTo>
                    <a:pt x="0" y="2540"/>
                  </a:lnTo>
                  <a:lnTo>
                    <a:pt x="0" y="7620"/>
                  </a:lnTo>
                  <a:lnTo>
                    <a:pt x="59690" y="7620"/>
                  </a:lnTo>
                  <a:lnTo>
                    <a:pt x="59689" y="2540"/>
                  </a:lnTo>
                  <a:close/>
                </a:path>
                <a:path w="195580" h="7619">
                  <a:moveTo>
                    <a:pt x="195580" y="2540"/>
                  </a:moveTo>
                  <a:lnTo>
                    <a:pt x="118110" y="2540"/>
                  </a:lnTo>
                  <a:lnTo>
                    <a:pt x="118110" y="7620"/>
                  </a:lnTo>
                  <a:lnTo>
                    <a:pt x="195580" y="7620"/>
                  </a:lnTo>
                  <a:lnTo>
                    <a:pt x="195580" y="2540"/>
                  </a:lnTo>
                  <a:close/>
                </a:path>
              </a:pathLst>
            </a:custGeom>
            <a:solidFill>
              <a:srgbClr val="312800"/>
            </a:solidFill>
          </p:spPr>
          <p:txBody>
            <a:bodyPr wrap="square" lIns="0" tIns="0" rIns="0" bIns="0" rtlCol="0"/>
            <a:lstStyle/>
            <a:p/>
          </p:txBody>
        </p:sp>
        <p:sp>
          <p:nvSpPr>
            <p:cNvPr id="155" name="object 155"/>
            <p:cNvSpPr/>
            <p:nvPr/>
          </p:nvSpPr>
          <p:spPr>
            <a:xfrm>
              <a:off x="1922779" y="1207770"/>
              <a:ext cx="199390" cy="7620"/>
            </a:xfrm>
            <a:custGeom>
              <a:avLst/>
              <a:gdLst/>
              <a:ahLst/>
              <a:cxnLst/>
              <a:rect l="l" t="t" r="r" b="b"/>
              <a:pathLst>
                <a:path w="199389" h="7619">
                  <a:moveTo>
                    <a:pt x="62230" y="0"/>
                  </a:moveTo>
                  <a:lnTo>
                    <a:pt x="1269" y="0"/>
                  </a:lnTo>
                  <a:lnTo>
                    <a:pt x="1269" y="3809"/>
                  </a:lnTo>
                  <a:lnTo>
                    <a:pt x="60959" y="3809"/>
                  </a:lnTo>
                  <a:lnTo>
                    <a:pt x="60959" y="1269"/>
                  </a:lnTo>
                  <a:lnTo>
                    <a:pt x="62230" y="1269"/>
                  </a:lnTo>
                  <a:lnTo>
                    <a:pt x="62230" y="0"/>
                  </a:lnTo>
                  <a:close/>
                </a:path>
                <a:path w="199389" h="7619">
                  <a:moveTo>
                    <a:pt x="198119" y="0"/>
                  </a:moveTo>
                  <a:lnTo>
                    <a:pt x="120650" y="0"/>
                  </a:lnTo>
                  <a:lnTo>
                    <a:pt x="120650" y="3809"/>
                  </a:lnTo>
                  <a:lnTo>
                    <a:pt x="198119" y="3809"/>
                  </a:lnTo>
                  <a:lnTo>
                    <a:pt x="198119" y="0"/>
                  </a:lnTo>
                  <a:close/>
                </a:path>
                <a:path w="199389" h="7619">
                  <a:moveTo>
                    <a:pt x="60960" y="3810"/>
                  </a:moveTo>
                  <a:lnTo>
                    <a:pt x="0" y="3810"/>
                  </a:lnTo>
                  <a:lnTo>
                    <a:pt x="0" y="7619"/>
                  </a:lnTo>
                  <a:lnTo>
                    <a:pt x="60960" y="7619"/>
                  </a:lnTo>
                  <a:lnTo>
                    <a:pt x="60960" y="3810"/>
                  </a:lnTo>
                  <a:close/>
                </a:path>
                <a:path w="199389" h="7619">
                  <a:moveTo>
                    <a:pt x="199389" y="6350"/>
                  </a:moveTo>
                  <a:lnTo>
                    <a:pt x="121919" y="6350"/>
                  </a:lnTo>
                  <a:lnTo>
                    <a:pt x="121919" y="7619"/>
                  </a:lnTo>
                  <a:lnTo>
                    <a:pt x="199389" y="7619"/>
                  </a:lnTo>
                  <a:lnTo>
                    <a:pt x="199389" y="6350"/>
                  </a:lnTo>
                  <a:close/>
                </a:path>
                <a:path w="199389" h="7619">
                  <a:moveTo>
                    <a:pt x="198119" y="3810"/>
                  </a:moveTo>
                  <a:lnTo>
                    <a:pt x="120650" y="3810"/>
                  </a:lnTo>
                  <a:lnTo>
                    <a:pt x="120650" y="6350"/>
                  </a:lnTo>
                  <a:lnTo>
                    <a:pt x="198119" y="6350"/>
                  </a:lnTo>
                  <a:lnTo>
                    <a:pt x="198119" y="3810"/>
                  </a:lnTo>
                  <a:close/>
                </a:path>
              </a:pathLst>
            </a:custGeom>
            <a:solidFill>
              <a:srgbClr val="342800"/>
            </a:solidFill>
          </p:spPr>
          <p:txBody>
            <a:bodyPr wrap="square" lIns="0" tIns="0" rIns="0" bIns="0" rtlCol="0"/>
            <a:lstStyle/>
            <a:p/>
          </p:txBody>
        </p:sp>
        <p:sp>
          <p:nvSpPr>
            <p:cNvPr id="156" name="object 156"/>
            <p:cNvSpPr/>
            <p:nvPr/>
          </p:nvSpPr>
          <p:spPr>
            <a:xfrm>
              <a:off x="1920239" y="1215390"/>
              <a:ext cx="201930" cy="7620"/>
            </a:xfrm>
            <a:custGeom>
              <a:avLst/>
              <a:gdLst/>
              <a:ahLst/>
              <a:cxnLst/>
              <a:rect l="l" t="t" r="r" b="b"/>
              <a:pathLst>
                <a:path w="201930" h="7619">
                  <a:moveTo>
                    <a:pt x="62230" y="6350"/>
                  </a:moveTo>
                  <a:lnTo>
                    <a:pt x="0" y="6350"/>
                  </a:lnTo>
                  <a:lnTo>
                    <a:pt x="0" y="7620"/>
                  </a:lnTo>
                  <a:lnTo>
                    <a:pt x="62230" y="7620"/>
                  </a:lnTo>
                  <a:lnTo>
                    <a:pt x="62230" y="6350"/>
                  </a:lnTo>
                  <a:close/>
                </a:path>
                <a:path w="201930" h="7619">
                  <a:moveTo>
                    <a:pt x="63500" y="0"/>
                  </a:moveTo>
                  <a:lnTo>
                    <a:pt x="2540" y="0"/>
                  </a:lnTo>
                  <a:lnTo>
                    <a:pt x="2540" y="1270"/>
                  </a:lnTo>
                  <a:lnTo>
                    <a:pt x="1270" y="1270"/>
                  </a:lnTo>
                  <a:lnTo>
                    <a:pt x="1270" y="6350"/>
                  </a:lnTo>
                  <a:lnTo>
                    <a:pt x="63500" y="6350"/>
                  </a:lnTo>
                  <a:lnTo>
                    <a:pt x="63500" y="0"/>
                  </a:lnTo>
                  <a:close/>
                </a:path>
                <a:path w="201930" h="7619">
                  <a:moveTo>
                    <a:pt x="201930" y="0"/>
                  </a:moveTo>
                  <a:lnTo>
                    <a:pt x="124460" y="0"/>
                  </a:lnTo>
                  <a:lnTo>
                    <a:pt x="124460" y="7620"/>
                  </a:lnTo>
                  <a:lnTo>
                    <a:pt x="201930" y="7620"/>
                  </a:lnTo>
                  <a:lnTo>
                    <a:pt x="201930" y="0"/>
                  </a:lnTo>
                  <a:close/>
                </a:path>
              </a:pathLst>
            </a:custGeom>
            <a:solidFill>
              <a:srgbClr val="372700"/>
            </a:solidFill>
          </p:spPr>
          <p:txBody>
            <a:bodyPr wrap="square" lIns="0" tIns="0" rIns="0" bIns="0" rtlCol="0"/>
            <a:lstStyle/>
            <a:p/>
          </p:txBody>
        </p:sp>
        <p:sp>
          <p:nvSpPr>
            <p:cNvPr id="157" name="object 157"/>
            <p:cNvSpPr/>
            <p:nvPr/>
          </p:nvSpPr>
          <p:spPr>
            <a:xfrm>
              <a:off x="1918969" y="1223010"/>
              <a:ext cx="203200" cy="6350"/>
            </a:xfrm>
            <a:custGeom>
              <a:avLst/>
              <a:gdLst/>
              <a:ahLst/>
              <a:cxnLst/>
              <a:rect l="l" t="t" r="r" b="b"/>
              <a:pathLst>
                <a:path w="203200" h="6350">
                  <a:moveTo>
                    <a:pt x="63500" y="0"/>
                  </a:moveTo>
                  <a:lnTo>
                    <a:pt x="1269" y="0"/>
                  </a:lnTo>
                  <a:lnTo>
                    <a:pt x="1269" y="2539"/>
                  </a:lnTo>
                  <a:lnTo>
                    <a:pt x="0" y="2539"/>
                  </a:lnTo>
                  <a:lnTo>
                    <a:pt x="0" y="6350"/>
                  </a:lnTo>
                  <a:lnTo>
                    <a:pt x="63500" y="6350"/>
                  </a:lnTo>
                  <a:lnTo>
                    <a:pt x="63500" y="0"/>
                  </a:lnTo>
                  <a:close/>
                </a:path>
                <a:path w="203200" h="6350">
                  <a:moveTo>
                    <a:pt x="203200" y="0"/>
                  </a:moveTo>
                  <a:lnTo>
                    <a:pt x="125730" y="0"/>
                  </a:lnTo>
                  <a:lnTo>
                    <a:pt x="125730" y="2539"/>
                  </a:lnTo>
                  <a:lnTo>
                    <a:pt x="127000" y="2539"/>
                  </a:lnTo>
                  <a:lnTo>
                    <a:pt x="127000" y="6350"/>
                  </a:lnTo>
                  <a:lnTo>
                    <a:pt x="203200" y="6350"/>
                  </a:lnTo>
                  <a:lnTo>
                    <a:pt x="203200" y="0"/>
                  </a:lnTo>
                  <a:close/>
                </a:path>
              </a:pathLst>
            </a:custGeom>
            <a:solidFill>
              <a:srgbClr val="3A2700"/>
            </a:solidFill>
          </p:spPr>
          <p:txBody>
            <a:bodyPr wrap="square" lIns="0" tIns="0" rIns="0" bIns="0" rtlCol="0"/>
            <a:lstStyle/>
            <a:p/>
          </p:txBody>
        </p:sp>
        <p:sp>
          <p:nvSpPr>
            <p:cNvPr id="158" name="object 158"/>
            <p:cNvSpPr/>
            <p:nvPr/>
          </p:nvSpPr>
          <p:spPr>
            <a:xfrm>
              <a:off x="1916429" y="1229360"/>
              <a:ext cx="205740" cy="7620"/>
            </a:xfrm>
            <a:custGeom>
              <a:avLst/>
              <a:gdLst/>
              <a:ahLst/>
              <a:cxnLst/>
              <a:rect l="l" t="t" r="r" b="b"/>
              <a:pathLst>
                <a:path w="205739" h="7619">
                  <a:moveTo>
                    <a:pt x="66039" y="0"/>
                  </a:moveTo>
                  <a:lnTo>
                    <a:pt x="2539" y="0"/>
                  </a:lnTo>
                  <a:lnTo>
                    <a:pt x="2539" y="1269"/>
                  </a:lnTo>
                  <a:lnTo>
                    <a:pt x="66039" y="1269"/>
                  </a:lnTo>
                  <a:lnTo>
                    <a:pt x="66039" y="0"/>
                  </a:lnTo>
                  <a:close/>
                </a:path>
                <a:path w="205739" h="7619">
                  <a:moveTo>
                    <a:pt x="205739" y="0"/>
                  </a:moveTo>
                  <a:lnTo>
                    <a:pt x="129539" y="0"/>
                  </a:lnTo>
                  <a:lnTo>
                    <a:pt x="129539" y="1269"/>
                  </a:lnTo>
                  <a:lnTo>
                    <a:pt x="205739" y="1269"/>
                  </a:lnTo>
                  <a:lnTo>
                    <a:pt x="205739" y="0"/>
                  </a:lnTo>
                  <a:close/>
                </a:path>
                <a:path w="205739" h="7619">
                  <a:moveTo>
                    <a:pt x="66039" y="1270"/>
                  </a:moveTo>
                  <a:lnTo>
                    <a:pt x="1269" y="1270"/>
                  </a:lnTo>
                  <a:lnTo>
                    <a:pt x="1269" y="6350"/>
                  </a:lnTo>
                  <a:lnTo>
                    <a:pt x="0" y="6350"/>
                  </a:lnTo>
                  <a:lnTo>
                    <a:pt x="0" y="7619"/>
                  </a:lnTo>
                  <a:lnTo>
                    <a:pt x="66039" y="7619"/>
                  </a:lnTo>
                  <a:lnTo>
                    <a:pt x="66039" y="1270"/>
                  </a:lnTo>
                  <a:close/>
                </a:path>
                <a:path w="205739" h="7619">
                  <a:moveTo>
                    <a:pt x="205739" y="1270"/>
                  </a:moveTo>
                  <a:lnTo>
                    <a:pt x="129539" y="1270"/>
                  </a:lnTo>
                  <a:lnTo>
                    <a:pt x="129539" y="7619"/>
                  </a:lnTo>
                  <a:lnTo>
                    <a:pt x="204469" y="7619"/>
                  </a:lnTo>
                  <a:lnTo>
                    <a:pt x="204469" y="6350"/>
                  </a:lnTo>
                  <a:lnTo>
                    <a:pt x="205739" y="6350"/>
                  </a:lnTo>
                  <a:lnTo>
                    <a:pt x="205739" y="1270"/>
                  </a:lnTo>
                  <a:close/>
                </a:path>
              </a:pathLst>
            </a:custGeom>
            <a:solidFill>
              <a:srgbClr val="3D2600"/>
            </a:solidFill>
          </p:spPr>
          <p:txBody>
            <a:bodyPr wrap="square" lIns="0" tIns="0" rIns="0" bIns="0" rtlCol="0"/>
            <a:lstStyle/>
            <a:p/>
          </p:txBody>
        </p:sp>
        <p:sp>
          <p:nvSpPr>
            <p:cNvPr id="159" name="object 159"/>
            <p:cNvSpPr/>
            <p:nvPr/>
          </p:nvSpPr>
          <p:spPr>
            <a:xfrm>
              <a:off x="1915159" y="1236980"/>
              <a:ext cx="205740" cy="7620"/>
            </a:xfrm>
            <a:custGeom>
              <a:avLst/>
              <a:gdLst/>
              <a:ahLst/>
              <a:cxnLst/>
              <a:rect l="l" t="t" r="r" b="b"/>
              <a:pathLst>
                <a:path w="205739" h="7619">
                  <a:moveTo>
                    <a:pt x="66039" y="3810"/>
                  </a:moveTo>
                  <a:lnTo>
                    <a:pt x="0" y="3810"/>
                  </a:lnTo>
                  <a:lnTo>
                    <a:pt x="0" y="7620"/>
                  </a:lnTo>
                  <a:lnTo>
                    <a:pt x="66039" y="7620"/>
                  </a:lnTo>
                  <a:lnTo>
                    <a:pt x="66039" y="3810"/>
                  </a:lnTo>
                  <a:close/>
                </a:path>
                <a:path w="205739" h="7619">
                  <a:moveTo>
                    <a:pt x="67309" y="0"/>
                  </a:moveTo>
                  <a:lnTo>
                    <a:pt x="1269" y="0"/>
                  </a:lnTo>
                  <a:lnTo>
                    <a:pt x="1269" y="3810"/>
                  </a:lnTo>
                  <a:lnTo>
                    <a:pt x="67309" y="3810"/>
                  </a:lnTo>
                  <a:lnTo>
                    <a:pt x="67309" y="0"/>
                  </a:lnTo>
                  <a:close/>
                </a:path>
                <a:path w="205739" h="7619">
                  <a:moveTo>
                    <a:pt x="205739" y="0"/>
                  </a:moveTo>
                  <a:lnTo>
                    <a:pt x="132079" y="0"/>
                  </a:lnTo>
                  <a:lnTo>
                    <a:pt x="132079" y="7620"/>
                  </a:lnTo>
                  <a:lnTo>
                    <a:pt x="204469" y="7620"/>
                  </a:lnTo>
                  <a:lnTo>
                    <a:pt x="204469" y="6350"/>
                  </a:lnTo>
                  <a:lnTo>
                    <a:pt x="205739" y="6350"/>
                  </a:lnTo>
                  <a:lnTo>
                    <a:pt x="205739" y="0"/>
                  </a:lnTo>
                  <a:close/>
                </a:path>
              </a:pathLst>
            </a:custGeom>
            <a:solidFill>
              <a:srgbClr val="412500"/>
            </a:solidFill>
          </p:spPr>
          <p:txBody>
            <a:bodyPr wrap="square" lIns="0" tIns="0" rIns="0" bIns="0" rtlCol="0"/>
            <a:lstStyle/>
            <a:p/>
          </p:txBody>
        </p:sp>
        <p:sp>
          <p:nvSpPr>
            <p:cNvPr id="160" name="object 160"/>
            <p:cNvSpPr/>
            <p:nvPr/>
          </p:nvSpPr>
          <p:spPr>
            <a:xfrm>
              <a:off x="1913890" y="1244599"/>
              <a:ext cx="205740" cy="6350"/>
            </a:xfrm>
            <a:custGeom>
              <a:avLst/>
              <a:gdLst/>
              <a:ahLst/>
              <a:cxnLst/>
              <a:rect l="l" t="t" r="r" b="b"/>
              <a:pathLst>
                <a:path w="205739" h="6350">
                  <a:moveTo>
                    <a:pt x="67310" y="2552"/>
                  </a:moveTo>
                  <a:lnTo>
                    <a:pt x="0" y="2552"/>
                  </a:lnTo>
                  <a:lnTo>
                    <a:pt x="0" y="6350"/>
                  </a:lnTo>
                  <a:lnTo>
                    <a:pt x="67310" y="6350"/>
                  </a:lnTo>
                  <a:lnTo>
                    <a:pt x="67310" y="2552"/>
                  </a:lnTo>
                  <a:close/>
                </a:path>
                <a:path w="205739" h="6350">
                  <a:moveTo>
                    <a:pt x="67310" y="0"/>
                  </a:moveTo>
                  <a:lnTo>
                    <a:pt x="1270" y="0"/>
                  </a:lnTo>
                  <a:lnTo>
                    <a:pt x="1270" y="2540"/>
                  </a:lnTo>
                  <a:lnTo>
                    <a:pt x="67310" y="2540"/>
                  </a:lnTo>
                  <a:lnTo>
                    <a:pt x="67310" y="0"/>
                  </a:lnTo>
                  <a:close/>
                </a:path>
                <a:path w="205739" h="6350">
                  <a:moveTo>
                    <a:pt x="205727" y="0"/>
                  </a:moveTo>
                  <a:lnTo>
                    <a:pt x="133350" y="0"/>
                  </a:lnTo>
                  <a:lnTo>
                    <a:pt x="133350" y="2540"/>
                  </a:lnTo>
                  <a:lnTo>
                    <a:pt x="205727" y="2540"/>
                  </a:lnTo>
                  <a:lnTo>
                    <a:pt x="205727" y="0"/>
                  </a:lnTo>
                  <a:close/>
                </a:path>
                <a:path w="205739" h="6350">
                  <a:moveTo>
                    <a:pt x="205740" y="2552"/>
                  </a:moveTo>
                  <a:lnTo>
                    <a:pt x="134620" y="2552"/>
                  </a:lnTo>
                  <a:lnTo>
                    <a:pt x="134620" y="6350"/>
                  </a:lnTo>
                  <a:lnTo>
                    <a:pt x="205740" y="6350"/>
                  </a:lnTo>
                  <a:lnTo>
                    <a:pt x="205740" y="2552"/>
                  </a:lnTo>
                  <a:close/>
                </a:path>
              </a:pathLst>
            </a:custGeom>
            <a:solidFill>
              <a:srgbClr val="442500"/>
            </a:solidFill>
          </p:spPr>
          <p:txBody>
            <a:bodyPr wrap="square" lIns="0" tIns="0" rIns="0" bIns="0" rtlCol="0"/>
            <a:lstStyle/>
            <a:p/>
          </p:txBody>
        </p:sp>
        <p:sp>
          <p:nvSpPr>
            <p:cNvPr id="161" name="object 161"/>
            <p:cNvSpPr/>
            <p:nvPr/>
          </p:nvSpPr>
          <p:spPr>
            <a:xfrm>
              <a:off x="1912619" y="1250950"/>
              <a:ext cx="207010" cy="7620"/>
            </a:xfrm>
            <a:custGeom>
              <a:avLst/>
              <a:gdLst/>
              <a:ahLst/>
              <a:cxnLst/>
              <a:rect l="l" t="t" r="r" b="b"/>
              <a:pathLst>
                <a:path w="207010" h="7619">
                  <a:moveTo>
                    <a:pt x="68580" y="0"/>
                  </a:moveTo>
                  <a:lnTo>
                    <a:pt x="1269" y="0"/>
                  </a:lnTo>
                  <a:lnTo>
                    <a:pt x="1269" y="1270"/>
                  </a:lnTo>
                  <a:lnTo>
                    <a:pt x="0" y="1270"/>
                  </a:lnTo>
                  <a:lnTo>
                    <a:pt x="0" y="5079"/>
                  </a:lnTo>
                  <a:lnTo>
                    <a:pt x="68580" y="5079"/>
                  </a:lnTo>
                  <a:lnTo>
                    <a:pt x="68580" y="0"/>
                  </a:lnTo>
                  <a:close/>
                </a:path>
                <a:path w="207010" h="7619">
                  <a:moveTo>
                    <a:pt x="207010" y="0"/>
                  </a:moveTo>
                  <a:lnTo>
                    <a:pt x="135890" y="0"/>
                  </a:lnTo>
                  <a:lnTo>
                    <a:pt x="135890" y="2539"/>
                  </a:lnTo>
                  <a:lnTo>
                    <a:pt x="137160" y="2539"/>
                  </a:lnTo>
                  <a:lnTo>
                    <a:pt x="137160" y="5079"/>
                  </a:lnTo>
                  <a:lnTo>
                    <a:pt x="207010" y="5079"/>
                  </a:lnTo>
                  <a:lnTo>
                    <a:pt x="207010" y="0"/>
                  </a:lnTo>
                  <a:close/>
                </a:path>
                <a:path w="207010" h="7619">
                  <a:moveTo>
                    <a:pt x="68580" y="5080"/>
                  </a:moveTo>
                  <a:lnTo>
                    <a:pt x="0" y="5080"/>
                  </a:lnTo>
                  <a:lnTo>
                    <a:pt x="0" y="7620"/>
                  </a:lnTo>
                  <a:lnTo>
                    <a:pt x="68580" y="7620"/>
                  </a:lnTo>
                  <a:lnTo>
                    <a:pt x="68580" y="5080"/>
                  </a:lnTo>
                  <a:close/>
                </a:path>
                <a:path w="207010" h="7619">
                  <a:moveTo>
                    <a:pt x="205740" y="5080"/>
                  </a:moveTo>
                  <a:lnTo>
                    <a:pt x="137160" y="5080"/>
                  </a:lnTo>
                  <a:lnTo>
                    <a:pt x="137160" y="7620"/>
                  </a:lnTo>
                  <a:lnTo>
                    <a:pt x="205740" y="7620"/>
                  </a:lnTo>
                  <a:lnTo>
                    <a:pt x="205740" y="5080"/>
                  </a:lnTo>
                  <a:close/>
                </a:path>
              </a:pathLst>
            </a:custGeom>
            <a:solidFill>
              <a:srgbClr val="472400"/>
            </a:solidFill>
          </p:spPr>
          <p:txBody>
            <a:bodyPr wrap="square" lIns="0" tIns="0" rIns="0" bIns="0" rtlCol="0"/>
            <a:lstStyle/>
            <a:p/>
          </p:txBody>
        </p:sp>
        <p:sp>
          <p:nvSpPr>
            <p:cNvPr id="162" name="object 162"/>
            <p:cNvSpPr/>
            <p:nvPr/>
          </p:nvSpPr>
          <p:spPr>
            <a:xfrm>
              <a:off x="1911349" y="1258570"/>
              <a:ext cx="205740" cy="7620"/>
            </a:xfrm>
            <a:custGeom>
              <a:avLst/>
              <a:gdLst/>
              <a:ahLst/>
              <a:cxnLst/>
              <a:rect l="l" t="t" r="r" b="b"/>
              <a:pathLst>
                <a:path w="205739" h="7619">
                  <a:moveTo>
                    <a:pt x="69850" y="0"/>
                  </a:moveTo>
                  <a:lnTo>
                    <a:pt x="1269" y="0"/>
                  </a:lnTo>
                  <a:lnTo>
                    <a:pt x="1269" y="1269"/>
                  </a:lnTo>
                  <a:lnTo>
                    <a:pt x="0" y="1269"/>
                  </a:lnTo>
                  <a:lnTo>
                    <a:pt x="0" y="7619"/>
                  </a:lnTo>
                  <a:lnTo>
                    <a:pt x="69850" y="7619"/>
                  </a:lnTo>
                  <a:lnTo>
                    <a:pt x="69850" y="0"/>
                  </a:lnTo>
                  <a:close/>
                </a:path>
                <a:path w="205739" h="7619">
                  <a:moveTo>
                    <a:pt x="205739" y="0"/>
                  </a:moveTo>
                  <a:lnTo>
                    <a:pt x="139700" y="0"/>
                  </a:lnTo>
                  <a:lnTo>
                    <a:pt x="139700" y="3809"/>
                  </a:lnTo>
                  <a:lnTo>
                    <a:pt x="140969" y="3809"/>
                  </a:lnTo>
                  <a:lnTo>
                    <a:pt x="140969" y="7619"/>
                  </a:lnTo>
                  <a:lnTo>
                    <a:pt x="204469" y="7619"/>
                  </a:lnTo>
                  <a:lnTo>
                    <a:pt x="204469" y="5079"/>
                  </a:lnTo>
                  <a:lnTo>
                    <a:pt x="205739" y="5079"/>
                  </a:lnTo>
                  <a:lnTo>
                    <a:pt x="205739" y="0"/>
                  </a:lnTo>
                  <a:close/>
                </a:path>
              </a:pathLst>
            </a:custGeom>
            <a:solidFill>
              <a:srgbClr val="4A2300"/>
            </a:solidFill>
          </p:spPr>
          <p:txBody>
            <a:bodyPr wrap="square" lIns="0" tIns="0" rIns="0" bIns="0" rtlCol="0"/>
            <a:lstStyle/>
            <a:p/>
          </p:txBody>
        </p:sp>
        <p:sp>
          <p:nvSpPr>
            <p:cNvPr id="163" name="object 163"/>
            <p:cNvSpPr/>
            <p:nvPr/>
          </p:nvSpPr>
          <p:spPr>
            <a:xfrm>
              <a:off x="1910079" y="1266190"/>
              <a:ext cx="205740" cy="6350"/>
            </a:xfrm>
            <a:custGeom>
              <a:avLst/>
              <a:gdLst/>
              <a:ahLst/>
              <a:cxnLst/>
              <a:rect l="l" t="t" r="r" b="b"/>
              <a:pathLst>
                <a:path w="205739" h="6350">
                  <a:moveTo>
                    <a:pt x="71119" y="0"/>
                  </a:moveTo>
                  <a:lnTo>
                    <a:pt x="1269" y="0"/>
                  </a:lnTo>
                  <a:lnTo>
                    <a:pt x="1269" y="1270"/>
                  </a:lnTo>
                  <a:lnTo>
                    <a:pt x="0" y="1270"/>
                  </a:lnTo>
                  <a:lnTo>
                    <a:pt x="0" y="6350"/>
                  </a:lnTo>
                  <a:lnTo>
                    <a:pt x="71119" y="6350"/>
                  </a:lnTo>
                  <a:lnTo>
                    <a:pt x="71119" y="0"/>
                  </a:lnTo>
                  <a:close/>
                </a:path>
                <a:path w="205739" h="6350">
                  <a:moveTo>
                    <a:pt x="204469" y="3810"/>
                  </a:moveTo>
                  <a:lnTo>
                    <a:pt x="144780" y="3810"/>
                  </a:lnTo>
                  <a:lnTo>
                    <a:pt x="144780" y="6350"/>
                  </a:lnTo>
                  <a:lnTo>
                    <a:pt x="204469" y="6350"/>
                  </a:lnTo>
                  <a:lnTo>
                    <a:pt x="204469" y="3810"/>
                  </a:lnTo>
                  <a:close/>
                </a:path>
                <a:path w="205739" h="6350">
                  <a:moveTo>
                    <a:pt x="205739" y="0"/>
                  </a:moveTo>
                  <a:lnTo>
                    <a:pt x="143509" y="0"/>
                  </a:lnTo>
                  <a:lnTo>
                    <a:pt x="143509" y="3810"/>
                  </a:lnTo>
                  <a:lnTo>
                    <a:pt x="205739" y="3810"/>
                  </a:lnTo>
                  <a:lnTo>
                    <a:pt x="205739" y="0"/>
                  </a:lnTo>
                  <a:close/>
                </a:path>
              </a:pathLst>
            </a:custGeom>
            <a:solidFill>
              <a:srgbClr val="4D2300"/>
            </a:solidFill>
          </p:spPr>
          <p:txBody>
            <a:bodyPr wrap="square" lIns="0" tIns="0" rIns="0" bIns="0" rtlCol="0"/>
            <a:lstStyle/>
            <a:p/>
          </p:txBody>
        </p:sp>
        <p:sp>
          <p:nvSpPr>
            <p:cNvPr id="164" name="object 164"/>
            <p:cNvSpPr/>
            <p:nvPr/>
          </p:nvSpPr>
          <p:spPr>
            <a:xfrm>
              <a:off x="1908809" y="1272540"/>
              <a:ext cx="204470" cy="7620"/>
            </a:xfrm>
            <a:custGeom>
              <a:avLst/>
              <a:gdLst/>
              <a:ahLst/>
              <a:cxnLst/>
              <a:rect l="l" t="t" r="r" b="b"/>
              <a:pathLst>
                <a:path w="204469" h="7619">
                  <a:moveTo>
                    <a:pt x="72389" y="0"/>
                  </a:moveTo>
                  <a:lnTo>
                    <a:pt x="1269" y="0"/>
                  </a:lnTo>
                  <a:lnTo>
                    <a:pt x="1269" y="2539"/>
                  </a:lnTo>
                  <a:lnTo>
                    <a:pt x="0" y="2539"/>
                  </a:lnTo>
                  <a:lnTo>
                    <a:pt x="0" y="7620"/>
                  </a:lnTo>
                  <a:lnTo>
                    <a:pt x="72389" y="7620"/>
                  </a:lnTo>
                  <a:lnTo>
                    <a:pt x="72389" y="0"/>
                  </a:lnTo>
                  <a:close/>
                </a:path>
                <a:path w="204469" h="7619">
                  <a:moveTo>
                    <a:pt x="204469" y="0"/>
                  </a:moveTo>
                  <a:lnTo>
                    <a:pt x="146050" y="0"/>
                  </a:lnTo>
                  <a:lnTo>
                    <a:pt x="146050" y="1270"/>
                  </a:lnTo>
                  <a:lnTo>
                    <a:pt x="147319" y="1270"/>
                  </a:lnTo>
                  <a:lnTo>
                    <a:pt x="147319" y="3810"/>
                  </a:lnTo>
                  <a:lnTo>
                    <a:pt x="148589" y="3810"/>
                  </a:lnTo>
                  <a:lnTo>
                    <a:pt x="148589" y="6350"/>
                  </a:lnTo>
                  <a:lnTo>
                    <a:pt x="149859" y="6350"/>
                  </a:lnTo>
                  <a:lnTo>
                    <a:pt x="149859" y="7620"/>
                  </a:lnTo>
                  <a:lnTo>
                    <a:pt x="201929" y="7620"/>
                  </a:lnTo>
                  <a:lnTo>
                    <a:pt x="201929" y="5080"/>
                  </a:lnTo>
                  <a:lnTo>
                    <a:pt x="203200" y="5080"/>
                  </a:lnTo>
                  <a:lnTo>
                    <a:pt x="203200" y="2539"/>
                  </a:lnTo>
                  <a:lnTo>
                    <a:pt x="204469" y="2539"/>
                  </a:lnTo>
                  <a:lnTo>
                    <a:pt x="204469" y="0"/>
                  </a:lnTo>
                  <a:close/>
                </a:path>
              </a:pathLst>
            </a:custGeom>
            <a:solidFill>
              <a:srgbClr val="502200"/>
            </a:solidFill>
          </p:spPr>
          <p:txBody>
            <a:bodyPr wrap="square" lIns="0" tIns="0" rIns="0" bIns="0" rtlCol="0"/>
            <a:lstStyle/>
            <a:p/>
          </p:txBody>
        </p:sp>
        <p:sp>
          <p:nvSpPr>
            <p:cNvPr id="165" name="object 165"/>
            <p:cNvSpPr/>
            <p:nvPr/>
          </p:nvSpPr>
          <p:spPr>
            <a:xfrm>
              <a:off x="1907539" y="1280160"/>
              <a:ext cx="201930" cy="7620"/>
            </a:xfrm>
            <a:custGeom>
              <a:avLst/>
              <a:gdLst/>
              <a:ahLst/>
              <a:cxnLst/>
              <a:rect l="l" t="t" r="r" b="b"/>
              <a:pathLst>
                <a:path w="201930" h="7619">
                  <a:moveTo>
                    <a:pt x="73660" y="0"/>
                  </a:moveTo>
                  <a:lnTo>
                    <a:pt x="1270" y="0"/>
                  </a:lnTo>
                  <a:lnTo>
                    <a:pt x="1270" y="3810"/>
                  </a:lnTo>
                  <a:lnTo>
                    <a:pt x="0" y="3810"/>
                  </a:lnTo>
                  <a:lnTo>
                    <a:pt x="0" y="7619"/>
                  </a:lnTo>
                  <a:lnTo>
                    <a:pt x="72390" y="7619"/>
                  </a:lnTo>
                  <a:lnTo>
                    <a:pt x="72390" y="2539"/>
                  </a:lnTo>
                  <a:lnTo>
                    <a:pt x="73660" y="2539"/>
                  </a:lnTo>
                  <a:lnTo>
                    <a:pt x="73660" y="0"/>
                  </a:lnTo>
                  <a:close/>
                </a:path>
                <a:path w="201930" h="7619">
                  <a:moveTo>
                    <a:pt x="196850" y="6350"/>
                  </a:moveTo>
                  <a:lnTo>
                    <a:pt x="156210" y="6350"/>
                  </a:lnTo>
                  <a:lnTo>
                    <a:pt x="156210" y="7619"/>
                  </a:lnTo>
                  <a:lnTo>
                    <a:pt x="196850" y="7619"/>
                  </a:lnTo>
                  <a:lnTo>
                    <a:pt x="196850" y="6350"/>
                  </a:lnTo>
                  <a:close/>
                </a:path>
                <a:path w="201930" h="7619">
                  <a:moveTo>
                    <a:pt x="199390" y="3810"/>
                  </a:moveTo>
                  <a:lnTo>
                    <a:pt x="153670" y="3810"/>
                  </a:lnTo>
                  <a:lnTo>
                    <a:pt x="153670" y="5079"/>
                  </a:lnTo>
                  <a:lnTo>
                    <a:pt x="154940" y="5079"/>
                  </a:lnTo>
                  <a:lnTo>
                    <a:pt x="154940" y="6350"/>
                  </a:lnTo>
                  <a:lnTo>
                    <a:pt x="199390" y="6350"/>
                  </a:lnTo>
                  <a:lnTo>
                    <a:pt x="199390" y="3810"/>
                  </a:lnTo>
                  <a:close/>
                </a:path>
                <a:path w="201930" h="7619">
                  <a:moveTo>
                    <a:pt x="201930" y="0"/>
                  </a:moveTo>
                  <a:lnTo>
                    <a:pt x="151130" y="0"/>
                  </a:lnTo>
                  <a:lnTo>
                    <a:pt x="151130" y="1269"/>
                  </a:lnTo>
                  <a:lnTo>
                    <a:pt x="152400" y="1269"/>
                  </a:lnTo>
                  <a:lnTo>
                    <a:pt x="152400" y="3810"/>
                  </a:lnTo>
                  <a:lnTo>
                    <a:pt x="200660" y="3810"/>
                  </a:lnTo>
                  <a:lnTo>
                    <a:pt x="200660" y="2539"/>
                  </a:lnTo>
                  <a:lnTo>
                    <a:pt x="201930" y="2539"/>
                  </a:lnTo>
                  <a:lnTo>
                    <a:pt x="201930" y="0"/>
                  </a:lnTo>
                  <a:close/>
                </a:path>
              </a:pathLst>
            </a:custGeom>
            <a:solidFill>
              <a:srgbClr val="542100"/>
            </a:solidFill>
          </p:spPr>
          <p:txBody>
            <a:bodyPr wrap="square" lIns="0" tIns="0" rIns="0" bIns="0" rtlCol="0"/>
            <a:lstStyle/>
            <a:p/>
          </p:txBody>
        </p:sp>
        <p:sp>
          <p:nvSpPr>
            <p:cNvPr id="166" name="object 166"/>
            <p:cNvSpPr/>
            <p:nvPr/>
          </p:nvSpPr>
          <p:spPr>
            <a:xfrm>
              <a:off x="1906269" y="1287780"/>
              <a:ext cx="196850" cy="7620"/>
            </a:xfrm>
            <a:custGeom>
              <a:avLst/>
              <a:gdLst/>
              <a:ahLst/>
              <a:cxnLst/>
              <a:rect l="l" t="t" r="r" b="b"/>
              <a:pathLst>
                <a:path w="196850" h="7619">
                  <a:moveTo>
                    <a:pt x="73660" y="0"/>
                  </a:moveTo>
                  <a:lnTo>
                    <a:pt x="1269" y="0"/>
                  </a:lnTo>
                  <a:lnTo>
                    <a:pt x="1269" y="5080"/>
                  </a:lnTo>
                  <a:lnTo>
                    <a:pt x="0" y="5080"/>
                  </a:lnTo>
                  <a:lnTo>
                    <a:pt x="0" y="7620"/>
                  </a:lnTo>
                  <a:lnTo>
                    <a:pt x="73660" y="7620"/>
                  </a:lnTo>
                  <a:lnTo>
                    <a:pt x="73660" y="0"/>
                  </a:lnTo>
                  <a:close/>
                </a:path>
                <a:path w="196850" h="7619">
                  <a:moveTo>
                    <a:pt x="189230" y="6350"/>
                  </a:moveTo>
                  <a:lnTo>
                    <a:pt x="167640" y="6350"/>
                  </a:lnTo>
                  <a:lnTo>
                    <a:pt x="167640" y="7620"/>
                  </a:lnTo>
                  <a:lnTo>
                    <a:pt x="189230" y="7620"/>
                  </a:lnTo>
                  <a:lnTo>
                    <a:pt x="189230" y="6350"/>
                  </a:lnTo>
                  <a:close/>
                </a:path>
                <a:path w="196850" h="7619">
                  <a:moveTo>
                    <a:pt x="190500" y="5080"/>
                  </a:moveTo>
                  <a:lnTo>
                    <a:pt x="166369" y="5080"/>
                  </a:lnTo>
                  <a:lnTo>
                    <a:pt x="166369" y="6350"/>
                  </a:lnTo>
                  <a:lnTo>
                    <a:pt x="190500" y="6350"/>
                  </a:lnTo>
                  <a:lnTo>
                    <a:pt x="190500" y="5080"/>
                  </a:lnTo>
                  <a:close/>
                </a:path>
                <a:path w="196850" h="7619">
                  <a:moveTo>
                    <a:pt x="191769" y="3810"/>
                  </a:moveTo>
                  <a:lnTo>
                    <a:pt x="163830" y="3810"/>
                  </a:lnTo>
                  <a:lnTo>
                    <a:pt x="163830" y="5080"/>
                  </a:lnTo>
                  <a:lnTo>
                    <a:pt x="191769" y="5080"/>
                  </a:lnTo>
                  <a:lnTo>
                    <a:pt x="191769" y="3810"/>
                  </a:lnTo>
                  <a:close/>
                </a:path>
                <a:path w="196850" h="7619">
                  <a:moveTo>
                    <a:pt x="195580" y="1270"/>
                  </a:moveTo>
                  <a:lnTo>
                    <a:pt x="160019" y="1270"/>
                  </a:lnTo>
                  <a:lnTo>
                    <a:pt x="160019" y="2540"/>
                  </a:lnTo>
                  <a:lnTo>
                    <a:pt x="162560" y="2540"/>
                  </a:lnTo>
                  <a:lnTo>
                    <a:pt x="162560" y="3810"/>
                  </a:lnTo>
                  <a:lnTo>
                    <a:pt x="195580" y="3810"/>
                  </a:lnTo>
                  <a:lnTo>
                    <a:pt x="195580" y="1270"/>
                  </a:lnTo>
                  <a:close/>
                </a:path>
                <a:path w="196850" h="7619">
                  <a:moveTo>
                    <a:pt x="196850" y="0"/>
                  </a:moveTo>
                  <a:lnTo>
                    <a:pt x="158750" y="0"/>
                  </a:lnTo>
                  <a:lnTo>
                    <a:pt x="158750" y="1270"/>
                  </a:lnTo>
                  <a:lnTo>
                    <a:pt x="196850" y="1270"/>
                  </a:lnTo>
                  <a:lnTo>
                    <a:pt x="196850" y="0"/>
                  </a:lnTo>
                  <a:close/>
                </a:path>
              </a:pathLst>
            </a:custGeom>
            <a:solidFill>
              <a:srgbClr val="572100"/>
            </a:solidFill>
          </p:spPr>
          <p:txBody>
            <a:bodyPr wrap="square" lIns="0" tIns="0" rIns="0" bIns="0" rtlCol="0"/>
            <a:lstStyle/>
            <a:p/>
          </p:txBody>
        </p:sp>
        <p:sp>
          <p:nvSpPr>
            <p:cNvPr id="167" name="object 167"/>
            <p:cNvSpPr/>
            <p:nvPr/>
          </p:nvSpPr>
          <p:spPr>
            <a:xfrm>
              <a:off x="1904999" y="1295400"/>
              <a:ext cx="184150" cy="6350"/>
            </a:xfrm>
            <a:custGeom>
              <a:avLst/>
              <a:gdLst/>
              <a:ahLst/>
              <a:cxnLst/>
              <a:rect l="l" t="t" r="r" b="b"/>
              <a:pathLst>
                <a:path w="184150" h="6350">
                  <a:moveTo>
                    <a:pt x="74930" y="0"/>
                  </a:moveTo>
                  <a:lnTo>
                    <a:pt x="1269" y="0"/>
                  </a:lnTo>
                  <a:lnTo>
                    <a:pt x="1269" y="5079"/>
                  </a:lnTo>
                  <a:lnTo>
                    <a:pt x="0" y="5079"/>
                  </a:lnTo>
                  <a:lnTo>
                    <a:pt x="0" y="6350"/>
                  </a:lnTo>
                  <a:lnTo>
                    <a:pt x="74930" y="6350"/>
                  </a:lnTo>
                  <a:lnTo>
                    <a:pt x="74930" y="0"/>
                  </a:lnTo>
                  <a:close/>
                </a:path>
                <a:path w="184150" h="6350">
                  <a:moveTo>
                    <a:pt x="180340" y="1270"/>
                  </a:moveTo>
                  <a:lnTo>
                    <a:pt x="176530" y="1270"/>
                  </a:lnTo>
                  <a:lnTo>
                    <a:pt x="176530" y="2539"/>
                  </a:lnTo>
                  <a:lnTo>
                    <a:pt x="180340" y="2539"/>
                  </a:lnTo>
                  <a:lnTo>
                    <a:pt x="180340" y="1270"/>
                  </a:lnTo>
                  <a:close/>
                </a:path>
                <a:path w="184150" h="6350">
                  <a:moveTo>
                    <a:pt x="184150" y="0"/>
                  </a:moveTo>
                  <a:lnTo>
                    <a:pt x="170180" y="0"/>
                  </a:lnTo>
                  <a:lnTo>
                    <a:pt x="170180" y="1270"/>
                  </a:lnTo>
                  <a:lnTo>
                    <a:pt x="184150" y="1270"/>
                  </a:lnTo>
                  <a:lnTo>
                    <a:pt x="184150" y="0"/>
                  </a:lnTo>
                  <a:close/>
                </a:path>
              </a:pathLst>
            </a:custGeom>
            <a:solidFill>
              <a:srgbClr val="5A2000"/>
            </a:solidFill>
          </p:spPr>
          <p:txBody>
            <a:bodyPr wrap="square" lIns="0" tIns="0" rIns="0" bIns="0" rtlCol="0"/>
            <a:lstStyle/>
            <a:p/>
          </p:txBody>
        </p:sp>
        <p:sp>
          <p:nvSpPr>
            <p:cNvPr id="168" name="object 168"/>
            <p:cNvSpPr/>
            <p:nvPr/>
          </p:nvSpPr>
          <p:spPr>
            <a:xfrm>
              <a:off x="1904999" y="1301750"/>
              <a:ext cx="76200" cy="7620"/>
            </a:xfrm>
            <a:custGeom>
              <a:avLst/>
              <a:gdLst/>
              <a:ahLst/>
              <a:cxnLst/>
              <a:rect l="l" t="t" r="r" b="b"/>
              <a:pathLst>
                <a:path w="76200" h="7619">
                  <a:moveTo>
                    <a:pt x="74930" y="0"/>
                  </a:moveTo>
                  <a:lnTo>
                    <a:pt x="0" y="0"/>
                  </a:lnTo>
                  <a:lnTo>
                    <a:pt x="0" y="7620"/>
                  </a:lnTo>
                  <a:lnTo>
                    <a:pt x="76200" y="7620"/>
                  </a:lnTo>
                  <a:lnTo>
                    <a:pt x="76200" y="2539"/>
                  </a:lnTo>
                  <a:lnTo>
                    <a:pt x="74930" y="2539"/>
                  </a:lnTo>
                  <a:lnTo>
                    <a:pt x="74930" y="0"/>
                  </a:lnTo>
                  <a:close/>
                </a:path>
              </a:pathLst>
            </a:custGeom>
            <a:solidFill>
              <a:srgbClr val="5D2000"/>
            </a:solidFill>
          </p:spPr>
          <p:txBody>
            <a:bodyPr wrap="square" lIns="0" tIns="0" rIns="0" bIns="0" rtlCol="0"/>
            <a:lstStyle/>
            <a:p/>
          </p:txBody>
        </p:sp>
        <p:sp>
          <p:nvSpPr>
            <p:cNvPr id="169" name="object 169"/>
            <p:cNvSpPr/>
            <p:nvPr/>
          </p:nvSpPr>
          <p:spPr>
            <a:xfrm>
              <a:off x="1903729" y="1309370"/>
              <a:ext cx="77470" cy="7620"/>
            </a:xfrm>
            <a:custGeom>
              <a:avLst/>
              <a:gdLst/>
              <a:ahLst/>
              <a:cxnLst/>
              <a:rect l="l" t="t" r="r" b="b"/>
              <a:pathLst>
                <a:path w="77469" h="7619">
                  <a:moveTo>
                    <a:pt x="77469" y="0"/>
                  </a:moveTo>
                  <a:lnTo>
                    <a:pt x="1269" y="0"/>
                  </a:lnTo>
                  <a:lnTo>
                    <a:pt x="1269" y="2539"/>
                  </a:lnTo>
                  <a:lnTo>
                    <a:pt x="0" y="2539"/>
                  </a:lnTo>
                  <a:lnTo>
                    <a:pt x="0" y="7619"/>
                  </a:lnTo>
                  <a:lnTo>
                    <a:pt x="77469" y="7619"/>
                  </a:lnTo>
                  <a:lnTo>
                    <a:pt x="77469" y="0"/>
                  </a:lnTo>
                  <a:close/>
                </a:path>
              </a:pathLst>
            </a:custGeom>
            <a:solidFill>
              <a:srgbClr val="601F00"/>
            </a:solidFill>
          </p:spPr>
          <p:txBody>
            <a:bodyPr wrap="square" lIns="0" tIns="0" rIns="0" bIns="0" rtlCol="0"/>
            <a:lstStyle/>
            <a:p/>
          </p:txBody>
        </p:sp>
        <p:sp>
          <p:nvSpPr>
            <p:cNvPr id="170" name="object 170"/>
            <p:cNvSpPr/>
            <p:nvPr/>
          </p:nvSpPr>
          <p:spPr>
            <a:xfrm>
              <a:off x="1903729" y="1316990"/>
              <a:ext cx="77470" cy="6350"/>
            </a:xfrm>
            <a:custGeom>
              <a:avLst/>
              <a:gdLst/>
              <a:ahLst/>
              <a:cxnLst/>
              <a:rect l="l" t="t" r="r" b="b"/>
              <a:pathLst>
                <a:path w="77469" h="6350">
                  <a:moveTo>
                    <a:pt x="0" y="6350"/>
                  </a:moveTo>
                  <a:lnTo>
                    <a:pt x="0" y="0"/>
                  </a:lnTo>
                  <a:lnTo>
                    <a:pt x="77469" y="0"/>
                  </a:lnTo>
                  <a:lnTo>
                    <a:pt x="77469" y="6350"/>
                  </a:lnTo>
                  <a:lnTo>
                    <a:pt x="0" y="6350"/>
                  </a:lnTo>
                  <a:close/>
                </a:path>
              </a:pathLst>
            </a:custGeom>
            <a:solidFill>
              <a:srgbClr val="631E00"/>
            </a:solidFill>
          </p:spPr>
          <p:txBody>
            <a:bodyPr wrap="square" lIns="0" tIns="0" rIns="0" bIns="0" rtlCol="0"/>
            <a:lstStyle/>
            <a:p/>
          </p:txBody>
        </p:sp>
        <p:sp>
          <p:nvSpPr>
            <p:cNvPr id="171" name="object 171"/>
            <p:cNvSpPr/>
            <p:nvPr/>
          </p:nvSpPr>
          <p:spPr>
            <a:xfrm>
              <a:off x="1902459" y="1323340"/>
              <a:ext cx="78740" cy="7620"/>
            </a:xfrm>
            <a:custGeom>
              <a:avLst/>
              <a:gdLst/>
              <a:ahLst/>
              <a:cxnLst/>
              <a:rect l="l" t="t" r="r" b="b"/>
              <a:pathLst>
                <a:path w="78739" h="7619">
                  <a:moveTo>
                    <a:pt x="78739" y="0"/>
                  </a:moveTo>
                  <a:lnTo>
                    <a:pt x="1269" y="0"/>
                  </a:lnTo>
                  <a:lnTo>
                    <a:pt x="1269" y="1270"/>
                  </a:lnTo>
                  <a:lnTo>
                    <a:pt x="0" y="1270"/>
                  </a:lnTo>
                  <a:lnTo>
                    <a:pt x="0" y="7620"/>
                  </a:lnTo>
                  <a:lnTo>
                    <a:pt x="78739" y="7620"/>
                  </a:lnTo>
                  <a:lnTo>
                    <a:pt x="78739" y="0"/>
                  </a:lnTo>
                  <a:close/>
                </a:path>
              </a:pathLst>
            </a:custGeom>
            <a:solidFill>
              <a:srgbClr val="661E00"/>
            </a:solidFill>
          </p:spPr>
          <p:txBody>
            <a:bodyPr wrap="square" lIns="0" tIns="0" rIns="0" bIns="0" rtlCol="0"/>
            <a:lstStyle/>
            <a:p/>
          </p:txBody>
        </p:sp>
        <p:sp>
          <p:nvSpPr>
            <p:cNvPr id="172" name="object 172"/>
            <p:cNvSpPr/>
            <p:nvPr/>
          </p:nvSpPr>
          <p:spPr>
            <a:xfrm>
              <a:off x="1902459" y="1330960"/>
              <a:ext cx="78740" cy="7620"/>
            </a:xfrm>
            <a:custGeom>
              <a:avLst/>
              <a:gdLst/>
              <a:ahLst/>
              <a:cxnLst/>
              <a:rect l="l" t="t" r="r" b="b"/>
              <a:pathLst>
                <a:path w="78739" h="7619">
                  <a:moveTo>
                    <a:pt x="0" y="7619"/>
                  </a:moveTo>
                  <a:lnTo>
                    <a:pt x="0" y="0"/>
                  </a:lnTo>
                  <a:lnTo>
                    <a:pt x="78739" y="0"/>
                  </a:lnTo>
                  <a:lnTo>
                    <a:pt x="78739" y="7619"/>
                  </a:lnTo>
                  <a:lnTo>
                    <a:pt x="0" y="7619"/>
                  </a:lnTo>
                  <a:close/>
                </a:path>
              </a:pathLst>
            </a:custGeom>
            <a:solidFill>
              <a:srgbClr val="6A1D00"/>
            </a:solidFill>
          </p:spPr>
          <p:txBody>
            <a:bodyPr wrap="square" lIns="0" tIns="0" rIns="0" bIns="0" rtlCol="0"/>
            <a:lstStyle/>
            <a:p/>
          </p:txBody>
        </p:sp>
        <p:sp>
          <p:nvSpPr>
            <p:cNvPr id="173" name="object 173"/>
            <p:cNvSpPr/>
            <p:nvPr/>
          </p:nvSpPr>
          <p:spPr>
            <a:xfrm>
              <a:off x="1901189" y="1338580"/>
              <a:ext cx="81280" cy="7620"/>
            </a:xfrm>
            <a:custGeom>
              <a:avLst/>
              <a:gdLst/>
              <a:ahLst/>
              <a:cxnLst/>
              <a:rect l="l" t="t" r="r" b="b"/>
              <a:pathLst>
                <a:path w="81280" h="7619">
                  <a:moveTo>
                    <a:pt x="80010" y="0"/>
                  </a:moveTo>
                  <a:lnTo>
                    <a:pt x="1270" y="0"/>
                  </a:lnTo>
                  <a:lnTo>
                    <a:pt x="1270" y="5080"/>
                  </a:lnTo>
                  <a:lnTo>
                    <a:pt x="0" y="5080"/>
                  </a:lnTo>
                  <a:lnTo>
                    <a:pt x="0" y="7620"/>
                  </a:lnTo>
                  <a:lnTo>
                    <a:pt x="81280" y="7620"/>
                  </a:lnTo>
                  <a:lnTo>
                    <a:pt x="81280" y="2540"/>
                  </a:lnTo>
                  <a:lnTo>
                    <a:pt x="80010" y="2540"/>
                  </a:lnTo>
                  <a:lnTo>
                    <a:pt x="80010" y="0"/>
                  </a:lnTo>
                  <a:close/>
                </a:path>
              </a:pathLst>
            </a:custGeom>
            <a:solidFill>
              <a:srgbClr val="6D1C00"/>
            </a:solidFill>
          </p:spPr>
          <p:txBody>
            <a:bodyPr wrap="square" lIns="0" tIns="0" rIns="0" bIns="0" rtlCol="0"/>
            <a:lstStyle/>
            <a:p/>
          </p:txBody>
        </p:sp>
        <p:sp>
          <p:nvSpPr>
            <p:cNvPr id="174" name="object 174"/>
            <p:cNvSpPr/>
            <p:nvPr/>
          </p:nvSpPr>
          <p:spPr>
            <a:xfrm>
              <a:off x="1901189" y="1346200"/>
              <a:ext cx="81280" cy="6350"/>
            </a:xfrm>
            <a:custGeom>
              <a:avLst/>
              <a:gdLst/>
              <a:ahLst/>
              <a:cxnLst/>
              <a:rect l="l" t="t" r="r" b="b"/>
              <a:pathLst>
                <a:path w="81280" h="6350">
                  <a:moveTo>
                    <a:pt x="0" y="6350"/>
                  </a:moveTo>
                  <a:lnTo>
                    <a:pt x="0" y="0"/>
                  </a:lnTo>
                  <a:lnTo>
                    <a:pt x="81280" y="0"/>
                  </a:lnTo>
                  <a:lnTo>
                    <a:pt x="81280" y="6350"/>
                  </a:lnTo>
                  <a:lnTo>
                    <a:pt x="0" y="6350"/>
                  </a:lnTo>
                  <a:close/>
                </a:path>
              </a:pathLst>
            </a:custGeom>
            <a:solidFill>
              <a:srgbClr val="701C00"/>
            </a:solidFill>
          </p:spPr>
          <p:txBody>
            <a:bodyPr wrap="square" lIns="0" tIns="0" rIns="0" bIns="0" rtlCol="0"/>
            <a:lstStyle/>
            <a:p/>
          </p:txBody>
        </p:sp>
        <p:sp>
          <p:nvSpPr>
            <p:cNvPr id="175" name="object 175"/>
            <p:cNvSpPr/>
            <p:nvPr/>
          </p:nvSpPr>
          <p:spPr>
            <a:xfrm>
              <a:off x="1901189" y="1352550"/>
              <a:ext cx="81280" cy="7620"/>
            </a:xfrm>
            <a:custGeom>
              <a:avLst/>
              <a:gdLst/>
              <a:ahLst/>
              <a:cxnLst/>
              <a:rect l="l" t="t" r="r" b="b"/>
              <a:pathLst>
                <a:path w="81280" h="7619">
                  <a:moveTo>
                    <a:pt x="81280" y="0"/>
                  </a:moveTo>
                  <a:lnTo>
                    <a:pt x="0" y="0"/>
                  </a:lnTo>
                  <a:lnTo>
                    <a:pt x="0" y="7620"/>
                  </a:lnTo>
                  <a:lnTo>
                    <a:pt x="81280" y="7620"/>
                  </a:lnTo>
                  <a:lnTo>
                    <a:pt x="81280" y="0"/>
                  </a:lnTo>
                  <a:close/>
                </a:path>
              </a:pathLst>
            </a:custGeom>
            <a:solidFill>
              <a:srgbClr val="731B00"/>
            </a:solidFill>
          </p:spPr>
          <p:txBody>
            <a:bodyPr wrap="square" lIns="0" tIns="0" rIns="0" bIns="0" rtlCol="0"/>
            <a:lstStyle/>
            <a:p/>
          </p:txBody>
        </p:sp>
        <p:sp>
          <p:nvSpPr>
            <p:cNvPr id="176" name="object 176"/>
            <p:cNvSpPr/>
            <p:nvPr/>
          </p:nvSpPr>
          <p:spPr>
            <a:xfrm>
              <a:off x="1901189" y="13601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61B00"/>
            </a:solidFill>
          </p:spPr>
          <p:txBody>
            <a:bodyPr wrap="square" lIns="0" tIns="0" rIns="0" bIns="0" rtlCol="0"/>
            <a:lstStyle/>
            <a:p/>
          </p:txBody>
        </p:sp>
        <p:sp>
          <p:nvSpPr>
            <p:cNvPr id="177" name="object 177"/>
            <p:cNvSpPr/>
            <p:nvPr/>
          </p:nvSpPr>
          <p:spPr>
            <a:xfrm>
              <a:off x="1901189" y="13677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91A00"/>
            </a:solidFill>
          </p:spPr>
          <p:txBody>
            <a:bodyPr wrap="square" lIns="0" tIns="0" rIns="0" bIns="0" rtlCol="0"/>
            <a:lstStyle/>
            <a:p/>
          </p:txBody>
        </p:sp>
        <p:sp>
          <p:nvSpPr>
            <p:cNvPr id="178" name="object 178"/>
            <p:cNvSpPr/>
            <p:nvPr/>
          </p:nvSpPr>
          <p:spPr>
            <a:xfrm>
              <a:off x="1901189" y="1374140"/>
              <a:ext cx="83820" cy="7620"/>
            </a:xfrm>
            <a:custGeom>
              <a:avLst/>
              <a:gdLst/>
              <a:ahLst/>
              <a:cxnLst/>
              <a:rect l="l" t="t" r="r" b="b"/>
              <a:pathLst>
                <a:path w="83819" h="7619">
                  <a:moveTo>
                    <a:pt x="82550" y="0"/>
                  </a:moveTo>
                  <a:lnTo>
                    <a:pt x="0" y="0"/>
                  </a:lnTo>
                  <a:lnTo>
                    <a:pt x="0" y="7620"/>
                  </a:lnTo>
                  <a:lnTo>
                    <a:pt x="83819" y="7620"/>
                  </a:lnTo>
                  <a:lnTo>
                    <a:pt x="83819" y="3810"/>
                  </a:lnTo>
                  <a:lnTo>
                    <a:pt x="82550" y="3810"/>
                  </a:lnTo>
                  <a:lnTo>
                    <a:pt x="82550" y="0"/>
                  </a:lnTo>
                  <a:close/>
                </a:path>
              </a:pathLst>
            </a:custGeom>
            <a:solidFill>
              <a:srgbClr val="7C1900"/>
            </a:solidFill>
          </p:spPr>
          <p:txBody>
            <a:bodyPr wrap="square" lIns="0" tIns="0" rIns="0" bIns="0" rtlCol="0"/>
            <a:lstStyle/>
            <a:p/>
          </p:txBody>
        </p:sp>
        <p:sp>
          <p:nvSpPr>
            <p:cNvPr id="179" name="object 179"/>
            <p:cNvSpPr/>
            <p:nvPr/>
          </p:nvSpPr>
          <p:spPr>
            <a:xfrm>
              <a:off x="1901189" y="13817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801900"/>
            </a:solidFill>
          </p:spPr>
          <p:txBody>
            <a:bodyPr wrap="square" lIns="0" tIns="0" rIns="0" bIns="0" rtlCol="0"/>
            <a:lstStyle/>
            <a:p/>
          </p:txBody>
        </p:sp>
        <p:sp>
          <p:nvSpPr>
            <p:cNvPr id="180" name="object 180"/>
            <p:cNvSpPr/>
            <p:nvPr/>
          </p:nvSpPr>
          <p:spPr>
            <a:xfrm>
              <a:off x="1901189" y="1389380"/>
              <a:ext cx="85090" cy="6350"/>
            </a:xfrm>
            <a:custGeom>
              <a:avLst/>
              <a:gdLst/>
              <a:ahLst/>
              <a:cxnLst/>
              <a:rect l="l" t="t" r="r" b="b"/>
              <a:pathLst>
                <a:path w="85089" h="6350">
                  <a:moveTo>
                    <a:pt x="83819" y="0"/>
                  </a:moveTo>
                  <a:lnTo>
                    <a:pt x="0" y="0"/>
                  </a:lnTo>
                  <a:lnTo>
                    <a:pt x="0" y="6350"/>
                  </a:lnTo>
                  <a:lnTo>
                    <a:pt x="85089" y="6350"/>
                  </a:lnTo>
                  <a:lnTo>
                    <a:pt x="85089" y="2540"/>
                  </a:lnTo>
                  <a:lnTo>
                    <a:pt x="83819" y="2540"/>
                  </a:lnTo>
                  <a:lnTo>
                    <a:pt x="83819" y="0"/>
                  </a:lnTo>
                  <a:close/>
                </a:path>
              </a:pathLst>
            </a:custGeom>
            <a:solidFill>
              <a:srgbClr val="831800"/>
            </a:solidFill>
          </p:spPr>
          <p:txBody>
            <a:bodyPr wrap="square" lIns="0" tIns="0" rIns="0" bIns="0" rtlCol="0"/>
            <a:lstStyle/>
            <a:p/>
          </p:txBody>
        </p:sp>
        <p:sp>
          <p:nvSpPr>
            <p:cNvPr id="181" name="object 181"/>
            <p:cNvSpPr/>
            <p:nvPr/>
          </p:nvSpPr>
          <p:spPr>
            <a:xfrm>
              <a:off x="1901189" y="1395730"/>
              <a:ext cx="86360" cy="7620"/>
            </a:xfrm>
            <a:custGeom>
              <a:avLst/>
              <a:gdLst/>
              <a:ahLst/>
              <a:cxnLst/>
              <a:rect l="l" t="t" r="r" b="b"/>
              <a:pathLst>
                <a:path w="86360" h="7619">
                  <a:moveTo>
                    <a:pt x="85089" y="0"/>
                  </a:moveTo>
                  <a:lnTo>
                    <a:pt x="0" y="0"/>
                  </a:lnTo>
                  <a:lnTo>
                    <a:pt x="0" y="6350"/>
                  </a:lnTo>
                  <a:lnTo>
                    <a:pt x="85089" y="6350"/>
                  </a:lnTo>
                  <a:lnTo>
                    <a:pt x="85089" y="0"/>
                  </a:lnTo>
                  <a:close/>
                </a:path>
                <a:path w="86360" h="7619">
                  <a:moveTo>
                    <a:pt x="86360" y="6350"/>
                  </a:moveTo>
                  <a:lnTo>
                    <a:pt x="0" y="6350"/>
                  </a:lnTo>
                  <a:lnTo>
                    <a:pt x="0" y="7620"/>
                  </a:lnTo>
                  <a:lnTo>
                    <a:pt x="86360" y="7620"/>
                  </a:lnTo>
                  <a:lnTo>
                    <a:pt x="86360" y="6350"/>
                  </a:lnTo>
                  <a:close/>
                </a:path>
              </a:pathLst>
            </a:custGeom>
            <a:solidFill>
              <a:srgbClr val="861700"/>
            </a:solidFill>
          </p:spPr>
          <p:txBody>
            <a:bodyPr wrap="square" lIns="0" tIns="0" rIns="0" bIns="0" rtlCol="0"/>
            <a:lstStyle/>
            <a:p/>
          </p:txBody>
        </p:sp>
        <p:sp>
          <p:nvSpPr>
            <p:cNvPr id="182" name="object 182"/>
            <p:cNvSpPr/>
            <p:nvPr/>
          </p:nvSpPr>
          <p:spPr>
            <a:xfrm>
              <a:off x="1901189" y="1403350"/>
              <a:ext cx="86360" cy="7620"/>
            </a:xfrm>
            <a:custGeom>
              <a:avLst/>
              <a:gdLst/>
              <a:ahLst/>
              <a:cxnLst/>
              <a:rect l="l" t="t" r="r" b="b"/>
              <a:pathLst>
                <a:path w="86360" h="7619">
                  <a:moveTo>
                    <a:pt x="86360" y="0"/>
                  </a:moveTo>
                  <a:lnTo>
                    <a:pt x="0" y="0"/>
                  </a:lnTo>
                  <a:lnTo>
                    <a:pt x="0" y="7620"/>
                  </a:lnTo>
                  <a:lnTo>
                    <a:pt x="86360" y="7620"/>
                  </a:lnTo>
                  <a:lnTo>
                    <a:pt x="86360" y="0"/>
                  </a:lnTo>
                  <a:close/>
                </a:path>
              </a:pathLst>
            </a:custGeom>
            <a:solidFill>
              <a:srgbClr val="891700"/>
            </a:solidFill>
          </p:spPr>
          <p:txBody>
            <a:bodyPr wrap="square" lIns="0" tIns="0" rIns="0" bIns="0" rtlCol="0"/>
            <a:lstStyle/>
            <a:p/>
          </p:txBody>
        </p:sp>
        <p:sp>
          <p:nvSpPr>
            <p:cNvPr id="183" name="object 183"/>
            <p:cNvSpPr/>
            <p:nvPr/>
          </p:nvSpPr>
          <p:spPr>
            <a:xfrm>
              <a:off x="1901189" y="1410970"/>
              <a:ext cx="87630" cy="7620"/>
            </a:xfrm>
            <a:custGeom>
              <a:avLst/>
              <a:gdLst/>
              <a:ahLst/>
              <a:cxnLst/>
              <a:rect l="l" t="t" r="r" b="b"/>
              <a:pathLst>
                <a:path w="87630" h="7619">
                  <a:moveTo>
                    <a:pt x="0" y="7619"/>
                  </a:moveTo>
                  <a:lnTo>
                    <a:pt x="0" y="0"/>
                  </a:lnTo>
                  <a:lnTo>
                    <a:pt x="87630" y="0"/>
                  </a:lnTo>
                  <a:lnTo>
                    <a:pt x="87630" y="7619"/>
                  </a:lnTo>
                  <a:lnTo>
                    <a:pt x="0" y="7619"/>
                  </a:lnTo>
                  <a:close/>
                </a:path>
              </a:pathLst>
            </a:custGeom>
            <a:solidFill>
              <a:srgbClr val="8C1600"/>
            </a:solidFill>
          </p:spPr>
          <p:txBody>
            <a:bodyPr wrap="square" lIns="0" tIns="0" rIns="0" bIns="0" rtlCol="0"/>
            <a:lstStyle/>
            <a:p/>
          </p:txBody>
        </p:sp>
        <p:sp>
          <p:nvSpPr>
            <p:cNvPr id="184" name="object 184"/>
            <p:cNvSpPr/>
            <p:nvPr/>
          </p:nvSpPr>
          <p:spPr>
            <a:xfrm>
              <a:off x="1901190" y="1418589"/>
              <a:ext cx="88900" cy="6350"/>
            </a:xfrm>
            <a:custGeom>
              <a:avLst/>
              <a:gdLst/>
              <a:ahLst/>
              <a:cxnLst/>
              <a:rect l="l" t="t" r="r" b="b"/>
              <a:pathLst>
                <a:path w="88900" h="6350">
                  <a:moveTo>
                    <a:pt x="88900" y="1270"/>
                  </a:moveTo>
                  <a:lnTo>
                    <a:pt x="87630" y="1270"/>
                  </a:lnTo>
                  <a:lnTo>
                    <a:pt x="87630" y="0"/>
                  </a:lnTo>
                  <a:lnTo>
                    <a:pt x="0" y="0"/>
                  </a:lnTo>
                  <a:lnTo>
                    <a:pt x="0" y="1270"/>
                  </a:lnTo>
                  <a:lnTo>
                    <a:pt x="1270" y="1270"/>
                  </a:lnTo>
                  <a:lnTo>
                    <a:pt x="1270" y="6350"/>
                  </a:lnTo>
                  <a:lnTo>
                    <a:pt x="88900" y="6350"/>
                  </a:lnTo>
                  <a:lnTo>
                    <a:pt x="88900" y="1270"/>
                  </a:lnTo>
                  <a:close/>
                </a:path>
              </a:pathLst>
            </a:custGeom>
            <a:solidFill>
              <a:srgbClr val="8F1600"/>
            </a:solidFill>
          </p:spPr>
          <p:txBody>
            <a:bodyPr wrap="square" lIns="0" tIns="0" rIns="0" bIns="0" rtlCol="0"/>
            <a:lstStyle/>
            <a:p/>
          </p:txBody>
        </p:sp>
        <p:sp>
          <p:nvSpPr>
            <p:cNvPr id="185" name="object 185"/>
            <p:cNvSpPr/>
            <p:nvPr/>
          </p:nvSpPr>
          <p:spPr>
            <a:xfrm>
              <a:off x="1902459" y="1424940"/>
              <a:ext cx="88900" cy="7620"/>
            </a:xfrm>
            <a:custGeom>
              <a:avLst/>
              <a:gdLst/>
              <a:ahLst/>
              <a:cxnLst/>
              <a:rect l="l" t="t" r="r" b="b"/>
              <a:pathLst>
                <a:path w="88900" h="7619">
                  <a:moveTo>
                    <a:pt x="87630" y="0"/>
                  </a:moveTo>
                  <a:lnTo>
                    <a:pt x="0" y="0"/>
                  </a:lnTo>
                  <a:lnTo>
                    <a:pt x="0" y="7620"/>
                  </a:lnTo>
                  <a:lnTo>
                    <a:pt x="88900" y="7620"/>
                  </a:lnTo>
                  <a:lnTo>
                    <a:pt x="88900" y="3810"/>
                  </a:lnTo>
                  <a:lnTo>
                    <a:pt x="87630" y="3810"/>
                  </a:lnTo>
                  <a:lnTo>
                    <a:pt x="87630" y="0"/>
                  </a:lnTo>
                  <a:close/>
                </a:path>
              </a:pathLst>
            </a:custGeom>
            <a:solidFill>
              <a:srgbClr val="921500"/>
            </a:solidFill>
          </p:spPr>
          <p:txBody>
            <a:bodyPr wrap="square" lIns="0" tIns="0" rIns="0" bIns="0" rtlCol="0"/>
            <a:lstStyle/>
            <a:p/>
          </p:txBody>
        </p:sp>
        <p:sp>
          <p:nvSpPr>
            <p:cNvPr id="186" name="object 186"/>
            <p:cNvSpPr/>
            <p:nvPr/>
          </p:nvSpPr>
          <p:spPr>
            <a:xfrm>
              <a:off x="1903729" y="1432560"/>
              <a:ext cx="88900" cy="7620"/>
            </a:xfrm>
            <a:custGeom>
              <a:avLst/>
              <a:gdLst/>
              <a:ahLst/>
              <a:cxnLst/>
              <a:rect l="l" t="t" r="r" b="b"/>
              <a:pathLst>
                <a:path w="88900" h="7619">
                  <a:moveTo>
                    <a:pt x="87630" y="0"/>
                  </a:moveTo>
                  <a:lnTo>
                    <a:pt x="0" y="0"/>
                  </a:lnTo>
                  <a:lnTo>
                    <a:pt x="0" y="7619"/>
                  </a:lnTo>
                  <a:lnTo>
                    <a:pt x="88900" y="7619"/>
                  </a:lnTo>
                  <a:lnTo>
                    <a:pt x="88900" y="5079"/>
                  </a:lnTo>
                  <a:lnTo>
                    <a:pt x="87630" y="5079"/>
                  </a:lnTo>
                  <a:lnTo>
                    <a:pt x="87630" y="0"/>
                  </a:lnTo>
                  <a:close/>
                </a:path>
              </a:pathLst>
            </a:custGeom>
            <a:solidFill>
              <a:srgbClr val="961400"/>
            </a:solidFill>
          </p:spPr>
          <p:txBody>
            <a:bodyPr wrap="square" lIns="0" tIns="0" rIns="0" bIns="0" rtlCol="0"/>
            <a:lstStyle/>
            <a:p/>
          </p:txBody>
        </p:sp>
        <p:sp>
          <p:nvSpPr>
            <p:cNvPr id="187" name="object 187"/>
            <p:cNvSpPr/>
            <p:nvPr/>
          </p:nvSpPr>
          <p:spPr>
            <a:xfrm>
              <a:off x="1903730" y="1440179"/>
              <a:ext cx="90170" cy="6350"/>
            </a:xfrm>
            <a:custGeom>
              <a:avLst/>
              <a:gdLst/>
              <a:ahLst/>
              <a:cxnLst/>
              <a:rect l="l" t="t" r="r" b="b"/>
              <a:pathLst>
                <a:path w="90169" h="6350">
                  <a:moveTo>
                    <a:pt x="90170" y="5080"/>
                  </a:moveTo>
                  <a:lnTo>
                    <a:pt x="88900" y="5080"/>
                  </a:lnTo>
                  <a:lnTo>
                    <a:pt x="88900" y="0"/>
                  </a:lnTo>
                  <a:lnTo>
                    <a:pt x="0" y="0"/>
                  </a:lnTo>
                  <a:lnTo>
                    <a:pt x="0" y="5080"/>
                  </a:lnTo>
                  <a:lnTo>
                    <a:pt x="0" y="6350"/>
                  </a:lnTo>
                  <a:lnTo>
                    <a:pt x="90170" y="6350"/>
                  </a:lnTo>
                  <a:lnTo>
                    <a:pt x="90170" y="5080"/>
                  </a:lnTo>
                  <a:close/>
                </a:path>
              </a:pathLst>
            </a:custGeom>
            <a:solidFill>
              <a:srgbClr val="991400"/>
            </a:solidFill>
          </p:spPr>
          <p:txBody>
            <a:bodyPr wrap="square" lIns="0" tIns="0" rIns="0" bIns="0" rtlCol="0"/>
            <a:lstStyle/>
            <a:p/>
          </p:txBody>
        </p:sp>
        <p:sp>
          <p:nvSpPr>
            <p:cNvPr id="188" name="object 188"/>
            <p:cNvSpPr/>
            <p:nvPr/>
          </p:nvSpPr>
          <p:spPr>
            <a:xfrm>
              <a:off x="1903730" y="1446529"/>
              <a:ext cx="91440" cy="7620"/>
            </a:xfrm>
            <a:custGeom>
              <a:avLst/>
              <a:gdLst/>
              <a:ahLst/>
              <a:cxnLst/>
              <a:rect l="l" t="t" r="r" b="b"/>
              <a:pathLst>
                <a:path w="91439" h="7619">
                  <a:moveTo>
                    <a:pt x="91440" y="6362"/>
                  </a:moveTo>
                  <a:lnTo>
                    <a:pt x="1270" y="6362"/>
                  </a:lnTo>
                  <a:lnTo>
                    <a:pt x="1270" y="7620"/>
                  </a:lnTo>
                  <a:lnTo>
                    <a:pt x="91440" y="7620"/>
                  </a:lnTo>
                  <a:lnTo>
                    <a:pt x="91440" y="6362"/>
                  </a:lnTo>
                  <a:close/>
                </a:path>
                <a:path w="91439" h="7619">
                  <a:moveTo>
                    <a:pt x="91440" y="3810"/>
                  </a:moveTo>
                  <a:lnTo>
                    <a:pt x="90170" y="3810"/>
                  </a:lnTo>
                  <a:lnTo>
                    <a:pt x="90170" y="0"/>
                  </a:lnTo>
                  <a:lnTo>
                    <a:pt x="0" y="0"/>
                  </a:lnTo>
                  <a:lnTo>
                    <a:pt x="0" y="3810"/>
                  </a:lnTo>
                  <a:lnTo>
                    <a:pt x="0" y="6350"/>
                  </a:lnTo>
                  <a:lnTo>
                    <a:pt x="91440" y="6350"/>
                  </a:lnTo>
                  <a:lnTo>
                    <a:pt x="91440" y="3810"/>
                  </a:lnTo>
                  <a:close/>
                </a:path>
              </a:pathLst>
            </a:custGeom>
            <a:solidFill>
              <a:srgbClr val="9C1300"/>
            </a:solidFill>
          </p:spPr>
          <p:txBody>
            <a:bodyPr wrap="square" lIns="0" tIns="0" rIns="0" bIns="0" rtlCol="0"/>
            <a:lstStyle/>
            <a:p/>
          </p:txBody>
        </p:sp>
        <p:sp>
          <p:nvSpPr>
            <p:cNvPr id="189" name="object 189"/>
            <p:cNvSpPr/>
            <p:nvPr/>
          </p:nvSpPr>
          <p:spPr>
            <a:xfrm>
              <a:off x="1905000" y="1454149"/>
              <a:ext cx="91440" cy="7620"/>
            </a:xfrm>
            <a:custGeom>
              <a:avLst/>
              <a:gdLst/>
              <a:ahLst/>
              <a:cxnLst/>
              <a:rect l="l" t="t" r="r" b="b"/>
              <a:pathLst>
                <a:path w="91439" h="7619">
                  <a:moveTo>
                    <a:pt x="91440" y="1270"/>
                  </a:moveTo>
                  <a:lnTo>
                    <a:pt x="90170" y="1270"/>
                  </a:lnTo>
                  <a:lnTo>
                    <a:pt x="90170" y="0"/>
                  </a:lnTo>
                  <a:lnTo>
                    <a:pt x="0" y="0"/>
                  </a:lnTo>
                  <a:lnTo>
                    <a:pt x="0" y="1270"/>
                  </a:lnTo>
                  <a:lnTo>
                    <a:pt x="0" y="7620"/>
                  </a:lnTo>
                  <a:lnTo>
                    <a:pt x="91440" y="7620"/>
                  </a:lnTo>
                  <a:lnTo>
                    <a:pt x="91440" y="1270"/>
                  </a:lnTo>
                  <a:close/>
                </a:path>
              </a:pathLst>
            </a:custGeom>
            <a:solidFill>
              <a:srgbClr val="9F1200"/>
            </a:solidFill>
          </p:spPr>
          <p:txBody>
            <a:bodyPr wrap="square" lIns="0" tIns="0" rIns="0" bIns="0" rtlCol="0"/>
            <a:lstStyle/>
            <a:p/>
          </p:txBody>
        </p:sp>
        <p:sp>
          <p:nvSpPr>
            <p:cNvPr id="190" name="object 190"/>
            <p:cNvSpPr/>
            <p:nvPr/>
          </p:nvSpPr>
          <p:spPr>
            <a:xfrm>
              <a:off x="1905000" y="1461769"/>
              <a:ext cx="92710" cy="6350"/>
            </a:xfrm>
            <a:custGeom>
              <a:avLst/>
              <a:gdLst/>
              <a:ahLst/>
              <a:cxnLst/>
              <a:rect l="l" t="t" r="r" b="b"/>
              <a:pathLst>
                <a:path w="92710" h="6350">
                  <a:moveTo>
                    <a:pt x="92710" y="1270"/>
                  </a:moveTo>
                  <a:lnTo>
                    <a:pt x="91440" y="1270"/>
                  </a:lnTo>
                  <a:lnTo>
                    <a:pt x="91440" y="0"/>
                  </a:lnTo>
                  <a:lnTo>
                    <a:pt x="0" y="0"/>
                  </a:lnTo>
                  <a:lnTo>
                    <a:pt x="0" y="1270"/>
                  </a:lnTo>
                  <a:lnTo>
                    <a:pt x="0" y="6350"/>
                  </a:lnTo>
                  <a:lnTo>
                    <a:pt x="92710" y="6350"/>
                  </a:lnTo>
                  <a:lnTo>
                    <a:pt x="92710" y="1270"/>
                  </a:lnTo>
                  <a:close/>
                </a:path>
              </a:pathLst>
            </a:custGeom>
            <a:solidFill>
              <a:srgbClr val="A21200"/>
            </a:solidFill>
          </p:spPr>
          <p:txBody>
            <a:bodyPr wrap="square" lIns="0" tIns="0" rIns="0" bIns="0" rtlCol="0"/>
            <a:lstStyle/>
            <a:p/>
          </p:txBody>
        </p:sp>
        <p:sp>
          <p:nvSpPr>
            <p:cNvPr id="191" name="object 191"/>
            <p:cNvSpPr/>
            <p:nvPr/>
          </p:nvSpPr>
          <p:spPr>
            <a:xfrm>
              <a:off x="1905000" y="1468119"/>
              <a:ext cx="93980" cy="7620"/>
            </a:xfrm>
            <a:custGeom>
              <a:avLst/>
              <a:gdLst/>
              <a:ahLst/>
              <a:cxnLst/>
              <a:rect l="l" t="t" r="r" b="b"/>
              <a:pathLst>
                <a:path w="93980" h="7619">
                  <a:moveTo>
                    <a:pt x="93980" y="2540"/>
                  </a:moveTo>
                  <a:lnTo>
                    <a:pt x="92710" y="2540"/>
                  </a:lnTo>
                  <a:lnTo>
                    <a:pt x="92710" y="0"/>
                  </a:lnTo>
                  <a:lnTo>
                    <a:pt x="0" y="0"/>
                  </a:lnTo>
                  <a:lnTo>
                    <a:pt x="0" y="2540"/>
                  </a:lnTo>
                  <a:lnTo>
                    <a:pt x="1270" y="2540"/>
                  </a:lnTo>
                  <a:lnTo>
                    <a:pt x="1270" y="7620"/>
                  </a:lnTo>
                  <a:lnTo>
                    <a:pt x="93980" y="7620"/>
                  </a:lnTo>
                  <a:lnTo>
                    <a:pt x="93980" y="2540"/>
                  </a:lnTo>
                  <a:close/>
                </a:path>
              </a:pathLst>
            </a:custGeom>
            <a:solidFill>
              <a:srgbClr val="A51100"/>
            </a:solidFill>
          </p:spPr>
          <p:txBody>
            <a:bodyPr wrap="square" lIns="0" tIns="0" rIns="0" bIns="0" rtlCol="0"/>
            <a:lstStyle/>
            <a:p/>
          </p:txBody>
        </p:sp>
        <p:sp>
          <p:nvSpPr>
            <p:cNvPr id="192" name="object 192"/>
            <p:cNvSpPr/>
            <p:nvPr/>
          </p:nvSpPr>
          <p:spPr>
            <a:xfrm>
              <a:off x="1906270" y="1475739"/>
              <a:ext cx="95250" cy="7620"/>
            </a:xfrm>
            <a:custGeom>
              <a:avLst/>
              <a:gdLst/>
              <a:ahLst/>
              <a:cxnLst/>
              <a:rect l="l" t="t" r="r" b="b"/>
              <a:pathLst>
                <a:path w="95250" h="7619">
                  <a:moveTo>
                    <a:pt x="93980" y="1270"/>
                  </a:moveTo>
                  <a:lnTo>
                    <a:pt x="92710" y="1270"/>
                  </a:lnTo>
                  <a:lnTo>
                    <a:pt x="92710" y="0"/>
                  </a:lnTo>
                  <a:lnTo>
                    <a:pt x="0" y="0"/>
                  </a:lnTo>
                  <a:lnTo>
                    <a:pt x="0" y="1270"/>
                  </a:lnTo>
                  <a:lnTo>
                    <a:pt x="0" y="3810"/>
                  </a:lnTo>
                  <a:lnTo>
                    <a:pt x="1270" y="3810"/>
                  </a:lnTo>
                  <a:lnTo>
                    <a:pt x="1270" y="6350"/>
                  </a:lnTo>
                  <a:lnTo>
                    <a:pt x="93980" y="6350"/>
                  </a:lnTo>
                  <a:lnTo>
                    <a:pt x="93980" y="3810"/>
                  </a:lnTo>
                  <a:lnTo>
                    <a:pt x="93980" y="1270"/>
                  </a:lnTo>
                  <a:close/>
                </a:path>
                <a:path w="95250" h="7619">
                  <a:moveTo>
                    <a:pt x="95250" y="6477"/>
                  </a:moveTo>
                  <a:lnTo>
                    <a:pt x="1270" y="6477"/>
                  </a:lnTo>
                  <a:lnTo>
                    <a:pt x="1270" y="7620"/>
                  </a:lnTo>
                  <a:lnTo>
                    <a:pt x="95250" y="7620"/>
                  </a:lnTo>
                  <a:lnTo>
                    <a:pt x="95250" y="6477"/>
                  </a:lnTo>
                  <a:close/>
                </a:path>
              </a:pathLst>
            </a:custGeom>
            <a:solidFill>
              <a:srgbClr val="A91000"/>
            </a:solidFill>
          </p:spPr>
          <p:txBody>
            <a:bodyPr wrap="square" lIns="0" tIns="0" rIns="0" bIns="0" rtlCol="0"/>
            <a:lstStyle/>
            <a:p/>
          </p:txBody>
        </p:sp>
        <p:sp>
          <p:nvSpPr>
            <p:cNvPr id="193" name="object 193"/>
            <p:cNvSpPr/>
            <p:nvPr/>
          </p:nvSpPr>
          <p:spPr>
            <a:xfrm>
              <a:off x="1907540" y="1483359"/>
              <a:ext cx="95250" cy="7620"/>
            </a:xfrm>
            <a:custGeom>
              <a:avLst/>
              <a:gdLst/>
              <a:ahLst/>
              <a:cxnLst/>
              <a:rect l="l" t="t" r="r" b="b"/>
              <a:pathLst>
                <a:path w="95250" h="7619">
                  <a:moveTo>
                    <a:pt x="95250" y="3810"/>
                  </a:moveTo>
                  <a:lnTo>
                    <a:pt x="93980" y="3810"/>
                  </a:lnTo>
                  <a:lnTo>
                    <a:pt x="93980" y="0"/>
                  </a:lnTo>
                  <a:lnTo>
                    <a:pt x="0" y="0"/>
                  </a:lnTo>
                  <a:lnTo>
                    <a:pt x="0" y="3810"/>
                  </a:lnTo>
                  <a:lnTo>
                    <a:pt x="1270" y="3810"/>
                  </a:lnTo>
                  <a:lnTo>
                    <a:pt x="1270" y="7620"/>
                  </a:lnTo>
                  <a:lnTo>
                    <a:pt x="95250" y="7620"/>
                  </a:lnTo>
                  <a:lnTo>
                    <a:pt x="95250" y="3810"/>
                  </a:lnTo>
                  <a:close/>
                </a:path>
              </a:pathLst>
            </a:custGeom>
            <a:solidFill>
              <a:srgbClr val="AC1000"/>
            </a:solidFill>
          </p:spPr>
          <p:txBody>
            <a:bodyPr wrap="square" lIns="0" tIns="0" rIns="0" bIns="0" rtlCol="0"/>
            <a:lstStyle/>
            <a:p/>
          </p:txBody>
        </p:sp>
        <p:sp>
          <p:nvSpPr>
            <p:cNvPr id="194" name="object 194"/>
            <p:cNvSpPr/>
            <p:nvPr/>
          </p:nvSpPr>
          <p:spPr>
            <a:xfrm>
              <a:off x="1908810" y="1490979"/>
              <a:ext cx="96520" cy="6350"/>
            </a:xfrm>
            <a:custGeom>
              <a:avLst/>
              <a:gdLst/>
              <a:ahLst/>
              <a:cxnLst/>
              <a:rect l="l" t="t" r="r" b="b"/>
              <a:pathLst>
                <a:path w="96519" h="6350">
                  <a:moveTo>
                    <a:pt x="96520" y="5080"/>
                  </a:moveTo>
                  <a:lnTo>
                    <a:pt x="95250" y="5080"/>
                  </a:lnTo>
                  <a:lnTo>
                    <a:pt x="95250" y="3810"/>
                  </a:lnTo>
                  <a:lnTo>
                    <a:pt x="95250" y="0"/>
                  </a:lnTo>
                  <a:lnTo>
                    <a:pt x="0" y="0"/>
                  </a:lnTo>
                  <a:lnTo>
                    <a:pt x="0" y="3810"/>
                  </a:lnTo>
                  <a:lnTo>
                    <a:pt x="1270" y="3810"/>
                  </a:lnTo>
                  <a:lnTo>
                    <a:pt x="1270" y="5080"/>
                  </a:lnTo>
                  <a:lnTo>
                    <a:pt x="1270" y="6350"/>
                  </a:lnTo>
                  <a:lnTo>
                    <a:pt x="96520" y="6350"/>
                  </a:lnTo>
                  <a:lnTo>
                    <a:pt x="96520" y="5080"/>
                  </a:lnTo>
                  <a:close/>
                </a:path>
              </a:pathLst>
            </a:custGeom>
            <a:solidFill>
              <a:srgbClr val="AF0F00"/>
            </a:solidFill>
          </p:spPr>
          <p:txBody>
            <a:bodyPr wrap="square" lIns="0" tIns="0" rIns="0" bIns="0" rtlCol="0"/>
            <a:lstStyle/>
            <a:p/>
          </p:txBody>
        </p:sp>
        <p:sp>
          <p:nvSpPr>
            <p:cNvPr id="195" name="object 195"/>
            <p:cNvSpPr/>
            <p:nvPr/>
          </p:nvSpPr>
          <p:spPr>
            <a:xfrm>
              <a:off x="1910080" y="1497329"/>
              <a:ext cx="96520" cy="7620"/>
            </a:xfrm>
            <a:custGeom>
              <a:avLst/>
              <a:gdLst/>
              <a:ahLst/>
              <a:cxnLst/>
              <a:rect l="l" t="t" r="r" b="b"/>
              <a:pathLst>
                <a:path w="96519" h="7619">
                  <a:moveTo>
                    <a:pt x="96520" y="3937"/>
                  </a:moveTo>
                  <a:lnTo>
                    <a:pt x="95250" y="3937"/>
                  </a:lnTo>
                  <a:lnTo>
                    <a:pt x="95250" y="0"/>
                  </a:lnTo>
                  <a:lnTo>
                    <a:pt x="0" y="0"/>
                  </a:lnTo>
                  <a:lnTo>
                    <a:pt x="0" y="3937"/>
                  </a:lnTo>
                  <a:lnTo>
                    <a:pt x="1270" y="3937"/>
                  </a:lnTo>
                  <a:lnTo>
                    <a:pt x="1270" y="7620"/>
                  </a:lnTo>
                  <a:lnTo>
                    <a:pt x="96520" y="7620"/>
                  </a:lnTo>
                  <a:lnTo>
                    <a:pt x="96520" y="3937"/>
                  </a:lnTo>
                  <a:close/>
                </a:path>
              </a:pathLst>
            </a:custGeom>
            <a:solidFill>
              <a:srgbClr val="B20F00"/>
            </a:solidFill>
          </p:spPr>
          <p:txBody>
            <a:bodyPr wrap="square" lIns="0" tIns="0" rIns="0" bIns="0" rtlCol="0"/>
            <a:lstStyle/>
            <a:p/>
          </p:txBody>
        </p:sp>
        <p:sp>
          <p:nvSpPr>
            <p:cNvPr id="196" name="object 196"/>
            <p:cNvSpPr/>
            <p:nvPr/>
          </p:nvSpPr>
          <p:spPr>
            <a:xfrm>
              <a:off x="1911350" y="1504949"/>
              <a:ext cx="213360" cy="7620"/>
            </a:xfrm>
            <a:custGeom>
              <a:avLst/>
              <a:gdLst/>
              <a:ahLst/>
              <a:cxnLst/>
              <a:rect l="l" t="t" r="r" b="b"/>
              <a:pathLst>
                <a:path w="213360" h="7619">
                  <a:moveTo>
                    <a:pt x="99047" y="6350"/>
                  </a:moveTo>
                  <a:lnTo>
                    <a:pt x="97790" y="6350"/>
                  </a:lnTo>
                  <a:lnTo>
                    <a:pt x="97790" y="3810"/>
                  </a:lnTo>
                  <a:lnTo>
                    <a:pt x="97790" y="2540"/>
                  </a:lnTo>
                  <a:lnTo>
                    <a:pt x="96520" y="2540"/>
                  </a:lnTo>
                  <a:lnTo>
                    <a:pt x="96520" y="1270"/>
                  </a:lnTo>
                  <a:lnTo>
                    <a:pt x="96520" y="0"/>
                  </a:lnTo>
                  <a:lnTo>
                    <a:pt x="0" y="0"/>
                  </a:lnTo>
                  <a:lnTo>
                    <a:pt x="0" y="1270"/>
                  </a:lnTo>
                  <a:lnTo>
                    <a:pt x="1270" y="1270"/>
                  </a:lnTo>
                  <a:lnTo>
                    <a:pt x="1270" y="2540"/>
                  </a:lnTo>
                  <a:lnTo>
                    <a:pt x="1270" y="3810"/>
                  </a:lnTo>
                  <a:lnTo>
                    <a:pt x="1270" y="6350"/>
                  </a:lnTo>
                  <a:lnTo>
                    <a:pt x="1270" y="7620"/>
                  </a:lnTo>
                  <a:lnTo>
                    <a:pt x="99047" y="7620"/>
                  </a:lnTo>
                  <a:lnTo>
                    <a:pt x="99047" y="6350"/>
                  </a:lnTo>
                  <a:close/>
                </a:path>
                <a:path w="213360" h="7619">
                  <a:moveTo>
                    <a:pt x="212090" y="5080"/>
                  </a:moveTo>
                  <a:lnTo>
                    <a:pt x="210820" y="5080"/>
                  </a:lnTo>
                  <a:lnTo>
                    <a:pt x="210820" y="3810"/>
                  </a:lnTo>
                  <a:lnTo>
                    <a:pt x="210820" y="2540"/>
                  </a:lnTo>
                  <a:lnTo>
                    <a:pt x="209550" y="2540"/>
                  </a:lnTo>
                  <a:lnTo>
                    <a:pt x="209550" y="1270"/>
                  </a:lnTo>
                  <a:lnTo>
                    <a:pt x="208280" y="1270"/>
                  </a:lnTo>
                  <a:lnTo>
                    <a:pt x="208280" y="2540"/>
                  </a:lnTo>
                  <a:lnTo>
                    <a:pt x="208280" y="3810"/>
                  </a:lnTo>
                  <a:lnTo>
                    <a:pt x="207010" y="3810"/>
                  </a:lnTo>
                  <a:lnTo>
                    <a:pt x="207010" y="5080"/>
                  </a:lnTo>
                  <a:lnTo>
                    <a:pt x="207010" y="6350"/>
                  </a:lnTo>
                  <a:lnTo>
                    <a:pt x="212090" y="6350"/>
                  </a:lnTo>
                  <a:lnTo>
                    <a:pt x="212090" y="5080"/>
                  </a:lnTo>
                  <a:close/>
                </a:path>
                <a:path w="213360" h="7619">
                  <a:moveTo>
                    <a:pt x="213347" y="6477"/>
                  </a:moveTo>
                  <a:lnTo>
                    <a:pt x="205740" y="6477"/>
                  </a:lnTo>
                  <a:lnTo>
                    <a:pt x="205740" y="7620"/>
                  </a:lnTo>
                  <a:lnTo>
                    <a:pt x="213347" y="7620"/>
                  </a:lnTo>
                  <a:lnTo>
                    <a:pt x="213347" y="6477"/>
                  </a:lnTo>
                  <a:close/>
                </a:path>
              </a:pathLst>
            </a:custGeom>
            <a:solidFill>
              <a:srgbClr val="B50E00"/>
            </a:solidFill>
          </p:spPr>
          <p:txBody>
            <a:bodyPr wrap="square" lIns="0" tIns="0" rIns="0" bIns="0" rtlCol="0"/>
            <a:lstStyle/>
            <a:p/>
          </p:txBody>
        </p:sp>
        <p:sp>
          <p:nvSpPr>
            <p:cNvPr id="197" name="object 197"/>
            <p:cNvSpPr/>
            <p:nvPr/>
          </p:nvSpPr>
          <p:spPr>
            <a:xfrm>
              <a:off x="1912620" y="1512569"/>
              <a:ext cx="215900" cy="6350"/>
            </a:xfrm>
            <a:custGeom>
              <a:avLst/>
              <a:gdLst/>
              <a:ahLst/>
              <a:cxnLst/>
              <a:rect l="l" t="t" r="r" b="b"/>
              <a:pathLst>
                <a:path w="215900" h="6350">
                  <a:moveTo>
                    <a:pt x="100330" y="5080"/>
                  </a:moveTo>
                  <a:lnTo>
                    <a:pt x="99047" y="5080"/>
                  </a:lnTo>
                  <a:lnTo>
                    <a:pt x="99047" y="1270"/>
                  </a:lnTo>
                  <a:lnTo>
                    <a:pt x="97777" y="1270"/>
                  </a:lnTo>
                  <a:lnTo>
                    <a:pt x="97777" y="0"/>
                  </a:lnTo>
                  <a:lnTo>
                    <a:pt x="1270" y="0"/>
                  </a:lnTo>
                  <a:lnTo>
                    <a:pt x="0" y="0"/>
                  </a:lnTo>
                  <a:lnTo>
                    <a:pt x="0" y="127"/>
                  </a:lnTo>
                  <a:lnTo>
                    <a:pt x="1270" y="127"/>
                  </a:lnTo>
                  <a:lnTo>
                    <a:pt x="1270" y="1270"/>
                  </a:lnTo>
                  <a:lnTo>
                    <a:pt x="1270" y="5080"/>
                  </a:lnTo>
                  <a:lnTo>
                    <a:pt x="1270" y="6350"/>
                  </a:lnTo>
                  <a:lnTo>
                    <a:pt x="100330" y="6350"/>
                  </a:lnTo>
                  <a:lnTo>
                    <a:pt x="100330" y="5080"/>
                  </a:lnTo>
                  <a:close/>
                </a:path>
                <a:path w="215900" h="6350">
                  <a:moveTo>
                    <a:pt x="215900" y="5080"/>
                  </a:moveTo>
                  <a:lnTo>
                    <a:pt x="214630" y="5080"/>
                  </a:lnTo>
                  <a:lnTo>
                    <a:pt x="214630" y="3810"/>
                  </a:lnTo>
                  <a:lnTo>
                    <a:pt x="213360" y="3810"/>
                  </a:lnTo>
                  <a:lnTo>
                    <a:pt x="213360" y="1397"/>
                  </a:lnTo>
                  <a:lnTo>
                    <a:pt x="212077" y="1397"/>
                  </a:lnTo>
                  <a:lnTo>
                    <a:pt x="212077" y="127"/>
                  </a:lnTo>
                  <a:lnTo>
                    <a:pt x="204470" y="127"/>
                  </a:lnTo>
                  <a:lnTo>
                    <a:pt x="204470" y="1397"/>
                  </a:lnTo>
                  <a:lnTo>
                    <a:pt x="203200" y="1397"/>
                  </a:lnTo>
                  <a:lnTo>
                    <a:pt x="203200" y="3810"/>
                  </a:lnTo>
                  <a:lnTo>
                    <a:pt x="201930" y="3810"/>
                  </a:lnTo>
                  <a:lnTo>
                    <a:pt x="201930" y="5080"/>
                  </a:lnTo>
                  <a:lnTo>
                    <a:pt x="201930" y="6350"/>
                  </a:lnTo>
                  <a:lnTo>
                    <a:pt x="215900" y="6350"/>
                  </a:lnTo>
                  <a:lnTo>
                    <a:pt x="215900" y="5080"/>
                  </a:lnTo>
                  <a:close/>
                </a:path>
              </a:pathLst>
            </a:custGeom>
            <a:solidFill>
              <a:srgbClr val="B80D00"/>
            </a:solidFill>
          </p:spPr>
          <p:txBody>
            <a:bodyPr wrap="square" lIns="0" tIns="0" rIns="0" bIns="0" rtlCol="0"/>
            <a:lstStyle/>
            <a:p/>
          </p:txBody>
        </p:sp>
        <p:sp>
          <p:nvSpPr>
            <p:cNvPr id="198" name="object 198"/>
            <p:cNvSpPr/>
            <p:nvPr/>
          </p:nvSpPr>
          <p:spPr>
            <a:xfrm>
              <a:off x="1913890" y="1518919"/>
              <a:ext cx="215900" cy="7620"/>
            </a:xfrm>
            <a:custGeom>
              <a:avLst/>
              <a:gdLst/>
              <a:ahLst/>
              <a:cxnLst/>
              <a:rect l="l" t="t" r="r" b="b"/>
              <a:pathLst>
                <a:path w="215900" h="7619">
                  <a:moveTo>
                    <a:pt x="1270" y="0"/>
                  </a:moveTo>
                  <a:lnTo>
                    <a:pt x="0" y="0"/>
                  </a:lnTo>
                  <a:lnTo>
                    <a:pt x="0" y="127"/>
                  </a:lnTo>
                  <a:lnTo>
                    <a:pt x="1270" y="127"/>
                  </a:lnTo>
                  <a:lnTo>
                    <a:pt x="1270" y="0"/>
                  </a:lnTo>
                  <a:close/>
                </a:path>
                <a:path w="215900" h="7619">
                  <a:moveTo>
                    <a:pt x="101600" y="6350"/>
                  </a:moveTo>
                  <a:lnTo>
                    <a:pt x="100330" y="6350"/>
                  </a:lnTo>
                  <a:lnTo>
                    <a:pt x="100330" y="5080"/>
                  </a:lnTo>
                  <a:lnTo>
                    <a:pt x="100330" y="2540"/>
                  </a:lnTo>
                  <a:lnTo>
                    <a:pt x="99060" y="2540"/>
                  </a:lnTo>
                  <a:lnTo>
                    <a:pt x="99060" y="127"/>
                  </a:lnTo>
                  <a:lnTo>
                    <a:pt x="1270" y="127"/>
                  </a:lnTo>
                  <a:lnTo>
                    <a:pt x="1270" y="2540"/>
                  </a:lnTo>
                  <a:lnTo>
                    <a:pt x="1270" y="5080"/>
                  </a:lnTo>
                  <a:lnTo>
                    <a:pt x="2540" y="5080"/>
                  </a:lnTo>
                  <a:lnTo>
                    <a:pt x="2540" y="6350"/>
                  </a:lnTo>
                  <a:lnTo>
                    <a:pt x="2540" y="7620"/>
                  </a:lnTo>
                  <a:lnTo>
                    <a:pt x="101600" y="7620"/>
                  </a:lnTo>
                  <a:lnTo>
                    <a:pt x="101600" y="6350"/>
                  </a:lnTo>
                  <a:close/>
                </a:path>
                <a:path w="215900" h="7619">
                  <a:moveTo>
                    <a:pt x="214630" y="6477"/>
                  </a:moveTo>
                  <a:lnTo>
                    <a:pt x="196850" y="6477"/>
                  </a:lnTo>
                  <a:lnTo>
                    <a:pt x="196850" y="7620"/>
                  </a:lnTo>
                  <a:lnTo>
                    <a:pt x="214630" y="7620"/>
                  </a:lnTo>
                  <a:lnTo>
                    <a:pt x="214630" y="6477"/>
                  </a:lnTo>
                  <a:close/>
                </a:path>
                <a:path w="215900" h="7619">
                  <a:moveTo>
                    <a:pt x="215900" y="1270"/>
                  </a:moveTo>
                  <a:lnTo>
                    <a:pt x="214630" y="1270"/>
                  </a:lnTo>
                  <a:lnTo>
                    <a:pt x="214630" y="0"/>
                  </a:lnTo>
                  <a:lnTo>
                    <a:pt x="199390" y="0"/>
                  </a:lnTo>
                  <a:lnTo>
                    <a:pt x="199390" y="1270"/>
                  </a:lnTo>
                  <a:lnTo>
                    <a:pt x="199390" y="2540"/>
                  </a:lnTo>
                  <a:lnTo>
                    <a:pt x="198120" y="2540"/>
                  </a:lnTo>
                  <a:lnTo>
                    <a:pt x="198120" y="3810"/>
                  </a:lnTo>
                  <a:lnTo>
                    <a:pt x="198120" y="5080"/>
                  </a:lnTo>
                  <a:lnTo>
                    <a:pt x="196850" y="5080"/>
                  </a:lnTo>
                  <a:lnTo>
                    <a:pt x="196850" y="6350"/>
                  </a:lnTo>
                  <a:lnTo>
                    <a:pt x="214630" y="6350"/>
                  </a:lnTo>
                  <a:lnTo>
                    <a:pt x="214630" y="5080"/>
                  </a:lnTo>
                  <a:lnTo>
                    <a:pt x="214630" y="3810"/>
                  </a:lnTo>
                  <a:lnTo>
                    <a:pt x="215900" y="3810"/>
                  </a:lnTo>
                  <a:lnTo>
                    <a:pt x="215900" y="2540"/>
                  </a:lnTo>
                  <a:lnTo>
                    <a:pt x="215900" y="1270"/>
                  </a:lnTo>
                  <a:close/>
                </a:path>
              </a:pathLst>
            </a:custGeom>
            <a:solidFill>
              <a:srgbClr val="BB0D00"/>
            </a:solidFill>
          </p:spPr>
          <p:txBody>
            <a:bodyPr wrap="square" lIns="0" tIns="0" rIns="0" bIns="0" rtlCol="0"/>
            <a:lstStyle/>
            <a:p/>
          </p:txBody>
        </p:sp>
        <p:sp>
          <p:nvSpPr>
            <p:cNvPr id="199" name="object 199"/>
            <p:cNvSpPr/>
            <p:nvPr/>
          </p:nvSpPr>
          <p:spPr>
            <a:xfrm>
              <a:off x="1916430" y="1526539"/>
              <a:ext cx="212090" cy="7620"/>
            </a:xfrm>
            <a:custGeom>
              <a:avLst/>
              <a:gdLst/>
              <a:ahLst/>
              <a:cxnLst/>
              <a:rect l="l" t="t" r="r" b="b"/>
              <a:pathLst>
                <a:path w="212089" h="7619">
                  <a:moveTo>
                    <a:pt x="100330" y="1270"/>
                  </a:moveTo>
                  <a:lnTo>
                    <a:pt x="99060" y="1270"/>
                  </a:lnTo>
                  <a:lnTo>
                    <a:pt x="99060" y="0"/>
                  </a:lnTo>
                  <a:lnTo>
                    <a:pt x="0" y="0"/>
                  </a:lnTo>
                  <a:lnTo>
                    <a:pt x="0" y="1270"/>
                  </a:lnTo>
                  <a:lnTo>
                    <a:pt x="0" y="3810"/>
                  </a:lnTo>
                  <a:lnTo>
                    <a:pt x="100330" y="3810"/>
                  </a:lnTo>
                  <a:lnTo>
                    <a:pt x="100330" y="1270"/>
                  </a:lnTo>
                  <a:close/>
                </a:path>
                <a:path w="212089" h="7619">
                  <a:moveTo>
                    <a:pt x="102870" y="6350"/>
                  </a:moveTo>
                  <a:lnTo>
                    <a:pt x="101600" y="6350"/>
                  </a:lnTo>
                  <a:lnTo>
                    <a:pt x="101600" y="5080"/>
                  </a:lnTo>
                  <a:lnTo>
                    <a:pt x="101600" y="3937"/>
                  </a:lnTo>
                  <a:lnTo>
                    <a:pt x="1270" y="3937"/>
                  </a:lnTo>
                  <a:lnTo>
                    <a:pt x="1270" y="5080"/>
                  </a:lnTo>
                  <a:lnTo>
                    <a:pt x="1270" y="6350"/>
                  </a:lnTo>
                  <a:lnTo>
                    <a:pt x="1270" y="7620"/>
                  </a:lnTo>
                  <a:lnTo>
                    <a:pt x="102870" y="7620"/>
                  </a:lnTo>
                  <a:lnTo>
                    <a:pt x="102870" y="6350"/>
                  </a:lnTo>
                  <a:close/>
                </a:path>
                <a:path w="212089" h="7619">
                  <a:moveTo>
                    <a:pt x="212090" y="0"/>
                  </a:moveTo>
                  <a:lnTo>
                    <a:pt x="193040" y="0"/>
                  </a:lnTo>
                  <a:lnTo>
                    <a:pt x="193040" y="1270"/>
                  </a:lnTo>
                  <a:lnTo>
                    <a:pt x="193040" y="2540"/>
                  </a:lnTo>
                  <a:lnTo>
                    <a:pt x="191770" y="2540"/>
                  </a:lnTo>
                  <a:lnTo>
                    <a:pt x="191770" y="5080"/>
                  </a:lnTo>
                  <a:lnTo>
                    <a:pt x="190500" y="5080"/>
                  </a:lnTo>
                  <a:lnTo>
                    <a:pt x="190500" y="6350"/>
                  </a:lnTo>
                  <a:lnTo>
                    <a:pt x="189230" y="6350"/>
                  </a:lnTo>
                  <a:lnTo>
                    <a:pt x="189230" y="7620"/>
                  </a:lnTo>
                  <a:lnTo>
                    <a:pt x="209550" y="7620"/>
                  </a:lnTo>
                  <a:lnTo>
                    <a:pt x="209550" y="6350"/>
                  </a:lnTo>
                  <a:lnTo>
                    <a:pt x="209550" y="5080"/>
                  </a:lnTo>
                  <a:lnTo>
                    <a:pt x="210820" y="5080"/>
                  </a:lnTo>
                  <a:lnTo>
                    <a:pt x="210820" y="2540"/>
                  </a:lnTo>
                  <a:lnTo>
                    <a:pt x="210820" y="1270"/>
                  </a:lnTo>
                  <a:lnTo>
                    <a:pt x="212090" y="1270"/>
                  </a:lnTo>
                  <a:lnTo>
                    <a:pt x="212090" y="0"/>
                  </a:lnTo>
                  <a:close/>
                </a:path>
              </a:pathLst>
            </a:custGeom>
            <a:solidFill>
              <a:srgbClr val="BF0C00"/>
            </a:solidFill>
          </p:spPr>
          <p:txBody>
            <a:bodyPr wrap="square" lIns="0" tIns="0" rIns="0" bIns="0" rtlCol="0"/>
            <a:lstStyle/>
            <a:p/>
          </p:txBody>
        </p:sp>
        <p:sp>
          <p:nvSpPr>
            <p:cNvPr id="200" name="object 200"/>
            <p:cNvSpPr/>
            <p:nvPr/>
          </p:nvSpPr>
          <p:spPr>
            <a:xfrm>
              <a:off x="1917700" y="1534159"/>
              <a:ext cx="208279" cy="7620"/>
            </a:xfrm>
            <a:custGeom>
              <a:avLst/>
              <a:gdLst/>
              <a:ahLst/>
              <a:cxnLst/>
              <a:rect l="l" t="t" r="r" b="b"/>
              <a:pathLst>
                <a:path w="208280" h="7619">
                  <a:moveTo>
                    <a:pt x="105397" y="6350"/>
                  </a:moveTo>
                  <a:lnTo>
                    <a:pt x="104140" y="6350"/>
                  </a:lnTo>
                  <a:lnTo>
                    <a:pt x="104140" y="3810"/>
                  </a:lnTo>
                  <a:lnTo>
                    <a:pt x="102870" y="3810"/>
                  </a:lnTo>
                  <a:lnTo>
                    <a:pt x="102870" y="1270"/>
                  </a:lnTo>
                  <a:lnTo>
                    <a:pt x="101600" y="1270"/>
                  </a:lnTo>
                  <a:lnTo>
                    <a:pt x="101600" y="0"/>
                  </a:lnTo>
                  <a:lnTo>
                    <a:pt x="0" y="0"/>
                  </a:lnTo>
                  <a:lnTo>
                    <a:pt x="0" y="1270"/>
                  </a:lnTo>
                  <a:lnTo>
                    <a:pt x="1270" y="1270"/>
                  </a:lnTo>
                  <a:lnTo>
                    <a:pt x="1270" y="3810"/>
                  </a:lnTo>
                  <a:lnTo>
                    <a:pt x="1270" y="6350"/>
                  </a:lnTo>
                  <a:lnTo>
                    <a:pt x="2540" y="6350"/>
                  </a:lnTo>
                  <a:lnTo>
                    <a:pt x="2540" y="7620"/>
                  </a:lnTo>
                  <a:lnTo>
                    <a:pt x="105397" y="7620"/>
                  </a:lnTo>
                  <a:lnTo>
                    <a:pt x="105397" y="6350"/>
                  </a:lnTo>
                  <a:close/>
                </a:path>
                <a:path w="208280" h="7619">
                  <a:moveTo>
                    <a:pt x="205740" y="6477"/>
                  </a:moveTo>
                  <a:lnTo>
                    <a:pt x="184150" y="6477"/>
                  </a:lnTo>
                  <a:lnTo>
                    <a:pt x="184150" y="7620"/>
                  </a:lnTo>
                  <a:lnTo>
                    <a:pt x="205740" y="7620"/>
                  </a:lnTo>
                  <a:lnTo>
                    <a:pt x="205740" y="6477"/>
                  </a:lnTo>
                  <a:close/>
                </a:path>
                <a:path w="208280" h="7619">
                  <a:moveTo>
                    <a:pt x="208280" y="0"/>
                  </a:moveTo>
                  <a:lnTo>
                    <a:pt x="187960" y="0"/>
                  </a:lnTo>
                  <a:lnTo>
                    <a:pt x="187960" y="1270"/>
                  </a:lnTo>
                  <a:lnTo>
                    <a:pt x="186690" y="1270"/>
                  </a:lnTo>
                  <a:lnTo>
                    <a:pt x="186690" y="2540"/>
                  </a:lnTo>
                  <a:lnTo>
                    <a:pt x="186690" y="3810"/>
                  </a:lnTo>
                  <a:lnTo>
                    <a:pt x="185420" y="3810"/>
                  </a:lnTo>
                  <a:lnTo>
                    <a:pt x="185420" y="5080"/>
                  </a:lnTo>
                  <a:lnTo>
                    <a:pt x="184150" y="5080"/>
                  </a:lnTo>
                  <a:lnTo>
                    <a:pt x="184150" y="6350"/>
                  </a:lnTo>
                  <a:lnTo>
                    <a:pt x="207010" y="6350"/>
                  </a:lnTo>
                  <a:lnTo>
                    <a:pt x="207010" y="5080"/>
                  </a:lnTo>
                  <a:lnTo>
                    <a:pt x="206997" y="3810"/>
                  </a:lnTo>
                  <a:lnTo>
                    <a:pt x="206997" y="2540"/>
                  </a:lnTo>
                  <a:lnTo>
                    <a:pt x="208267" y="2540"/>
                  </a:lnTo>
                  <a:lnTo>
                    <a:pt x="208267" y="1270"/>
                  </a:lnTo>
                  <a:lnTo>
                    <a:pt x="208280" y="0"/>
                  </a:lnTo>
                  <a:close/>
                </a:path>
              </a:pathLst>
            </a:custGeom>
            <a:solidFill>
              <a:srgbClr val="C20B00"/>
            </a:solidFill>
          </p:spPr>
          <p:txBody>
            <a:bodyPr wrap="square" lIns="0" tIns="0" rIns="0" bIns="0" rtlCol="0"/>
            <a:lstStyle/>
            <a:p/>
          </p:txBody>
        </p:sp>
        <p:sp>
          <p:nvSpPr>
            <p:cNvPr id="201" name="object 201"/>
            <p:cNvSpPr/>
            <p:nvPr/>
          </p:nvSpPr>
          <p:spPr>
            <a:xfrm>
              <a:off x="1920240" y="1541779"/>
              <a:ext cx="203200" cy="6350"/>
            </a:xfrm>
            <a:custGeom>
              <a:avLst/>
              <a:gdLst/>
              <a:ahLst/>
              <a:cxnLst/>
              <a:rect l="l" t="t" r="r" b="b"/>
              <a:pathLst>
                <a:path w="203200" h="6350">
                  <a:moveTo>
                    <a:pt x="106680" y="5080"/>
                  </a:moveTo>
                  <a:lnTo>
                    <a:pt x="105410" y="5080"/>
                  </a:lnTo>
                  <a:lnTo>
                    <a:pt x="105410" y="3810"/>
                  </a:lnTo>
                  <a:lnTo>
                    <a:pt x="104140" y="3810"/>
                  </a:lnTo>
                  <a:lnTo>
                    <a:pt x="104140" y="2540"/>
                  </a:lnTo>
                  <a:lnTo>
                    <a:pt x="104140" y="1270"/>
                  </a:lnTo>
                  <a:lnTo>
                    <a:pt x="102857" y="1270"/>
                  </a:lnTo>
                  <a:lnTo>
                    <a:pt x="102857" y="0"/>
                  </a:lnTo>
                  <a:lnTo>
                    <a:pt x="0" y="0"/>
                  </a:lnTo>
                  <a:lnTo>
                    <a:pt x="0" y="1270"/>
                  </a:lnTo>
                  <a:lnTo>
                    <a:pt x="0" y="2540"/>
                  </a:lnTo>
                  <a:lnTo>
                    <a:pt x="1270" y="2540"/>
                  </a:lnTo>
                  <a:lnTo>
                    <a:pt x="1270" y="3810"/>
                  </a:lnTo>
                  <a:lnTo>
                    <a:pt x="1270" y="5080"/>
                  </a:lnTo>
                  <a:lnTo>
                    <a:pt x="1270" y="6350"/>
                  </a:lnTo>
                  <a:lnTo>
                    <a:pt x="106680" y="6350"/>
                  </a:lnTo>
                  <a:lnTo>
                    <a:pt x="106680" y="5080"/>
                  </a:lnTo>
                  <a:close/>
                </a:path>
                <a:path w="203200" h="6350">
                  <a:moveTo>
                    <a:pt x="201930" y="5207"/>
                  </a:moveTo>
                  <a:lnTo>
                    <a:pt x="177800" y="5207"/>
                  </a:lnTo>
                  <a:lnTo>
                    <a:pt x="177800" y="6350"/>
                  </a:lnTo>
                  <a:lnTo>
                    <a:pt x="201930" y="6350"/>
                  </a:lnTo>
                  <a:lnTo>
                    <a:pt x="201930" y="5207"/>
                  </a:lnTo>
                  <a:close/>
                </a:path>
                <a:path w="203200" h="6350">
                  <a:moveTo>
                    <a:pt x="203200" y="0"/>
                  </a:moveTo>
                  <a:lnTo>
                    <a:pt x="180340" y="0"/>
                  </a:lnTo>
                  <a:lnTo>
                    <a:pt x="180340" y="1270"/>
                  </a:lnTo>
                  <a:lnTo>
                    <a:pt x="179070" y="1270"/>
                  </a:lnTo>
                  <a:lnTo>
                    <a:pt x="179070" y="2540"/>
                  </a:lnTo>
                  <a:lnTo>
                    <a:pt x="179070" y="3810"/>
                  </a:lnTo>
                  <a:lnTo>
                    <a:pt x="177800" y="3810"/>
                  </a:lnTo>
                  <a:lnTo>
                    <a:pt x="177800" y="5080"/>
                  </a:lnTo>
                  <a:lnTo>
                    <a:pt x="201930" y="5080"/>
                  </a:lnTo>
                  <a:lnTo>
                    <a:pt x="201930" y="3810"/>
                  </a:lnTo>
                  <a:lnTo>
                    <a:pt x="201930" y="2540"/>
                  </a:lnTo>
                  <a:lnTo>
                    <a:pt x="203200" y="2540"/>
                  </a:lnTo>
                  <a:lnTo>
                    <a:pt x="203200" y="1270"/>
                  </a:lnTo>
                  <a:lnTo>
                    <a:pt x="203200" y="0"/>
                  </a:lnTo>
                  <a:close/>
                </a:path>
              </a:pathLst>
            </a:custGeom>
            <a:solidFill>
              <a:srgbClr val="C50B00"/>
            </a:solidFill>
          </p:spPr>
          <p:txBody>
            <a:bodyPr wrap="square" lIns="0" tIns="0" rIns="0" bIns="0" rtlCol="0"/>
            <a:lstStyle/>
            <a:p/>
          </p:txBody>
        </p:sp>
        <p:sp>
          <p:nvSpPr>
            <p:cNvPr id="202" name="object 202"/>
            <p:cNvSpPr/>
            <p:nvPr/>
          </p:nvSpPr>
          <p:spPr>
            <a:xfrm>
              <a:off x="1922780" y="1548129"/>
              <a:ext cx="199390" cy="7620"/>
            </a:xfrm>
            <a:custGeom>
              <a:avLst/>
              <a:gdLst/>
              <a:ahLst/>
              <a:cxnLst/>
              <a:rect l="l" t="t" r="r" b="b"/>
              <a:pathLst>
                <a:path w="199389" h="7619">
                  <a:moveTo>
                    <a:pt x="106680" y="2540"/>
                  </a:moveTo>
                  <a:lnTo>
                    <a:pt x="105410" y="2540"/>
                  </a:lnTo>
                  <a:lnTo>
                    <a:pt x="105410" y="0"/>
                  </a:lnTo>
                  <a:lnTo>
                    <a:pt x="0" y="0"/>
                  </a:lnTo>
                  <a:lnTo>
                    <a:pt x="0" y="2540"/>
                  </a:lnTo>
                  <a:lnTo>
                    <a:pt x="0" y="3810"/>
                  </a:lnTo>
                  <a:lnTo>
                    <a:pt x="106680" y="3810"/>
                  </a:lnTo>
                  <a:lnTo>
                    <a:pt x="106680" y="2540"/>
                  </a:lnTo>
                  <a:close/>
                </a:path>
                <a:path w="199389" h="7619">
                  <a:moveTo>
                    <a:pt x="110490" y="6350"/>
                  </a:moveTo>
                  <a:lnTo>
                    <a:pt x="109220" y="6350"/>
                  </a:lnTo>
                  <a:lnTo>
                    <a:pt x="109220" y="5080"/>
                  </a:lnTo>
                  <a:lnTo>
                    <a:pt x="107950" y="5080"/>
                  </a:lnTo>
                  <a:lnTo>
                    <a:pt x="107950" y="3937"/>
                  </a:lnTo>
                  <a:lnTo>
                    <a:pt x="1270" y="3937"/>
                  </a:lnTo>
                  <a:lnTo>
                    <a:pt x="1270" y="5080"/>
                  </a:lnTo>
                  <a:lnTo>
                    <a:pt x="1270" y="6350"/>
                  </a:lnTo>
                  <a:lnTo>
                    <a:pt x="1270" y="7620"/>
                  </a:lnTo>
                  <a:lnTo>
                    <a:pt x="110490" y="7620"/>
                  </a:lnTo>
                  <a:lnTo>
                    <a:pt x="110490" y="6350"/>
                  </a:lnTo>
                  <a:close/>
                </a:path>
                <a:path w="199389" h="7619">
                  <a:moveTo>
                    <a:pt x="199390" y="0"/>
                  </a:moveTo>
                  <a:lnTo>
                    <a:pt x="173990" y="0"/>
                  </a:lnTo>
                  <a:lnTo>
                    <a:pt x="173990" y="1270"/>
                  </a:lnTo>
                  <a:lnTo>
                    <a:pt x="173990" y="2540"/>
                  </a:lnTo>
                  <a:lnTo>
                    <a:pt x="172720" y="2540"/>
                  </a:lnTo>
                  <a:lnTo>
                    <a:pt x="172720" y="3810"/>
                  </a:lnTo>
                  <a:lnTo>
                    <a:pt x="171450" y="3810"/>
                  </a:lnTo>
                  <a:lnTo>
                    <a:pt x="171450" y="5080"/>
                  </a:lnTo>
                  <a:lnTo>
                    <a:pt x="170180" y="5080"/>
                  </a:lnTo>
                  <a:lnTo>
                    <a:pt x="170180" y="6350"/>
                  </a:lnTo>
                  <a:lnTo>
                    <a:pt x="168910" y="6350"/>
                  </a:lnTo>
                  <a:lnTo>
                    <a:pt x="168910" y="7620"/>
                  </a:lnTo>
                  <a:lnTo>
                    <a:pt x="196850" y="7620"/>
                  </a:lnTo>
                  <a:lnTo>
                    <a:pt x="196850" y="6350"/>
                  </a:lnTo>
                  <a:lnTo>
                    <a:pt x="196850" y="5080"/>
                  </a:lnTo>
                  <a:lnTo>
                    <a:pt x="198120" y="5080"/>
                  </a:lnTo>
                  <a:lnTo>
                    <a:pt x="198120" y="3810"/>
                  </a:lnTo>
                  <a:lnTo>
                    <a:pt x="198120" y="2540"/>
                  </a:lnTo>
                  <a:lnTo>
                    <a:pt x="198120" y="1270"/>
                  </a:lnTo>
                  <a:lnTo>
                    <a:pt x="199390" y="1270"/>
                  </a:lnTo>
                  <a:lnTo>
                    <a:pt x="199390" y="0"/>
                  </a:lnTo>
                  <a:close/>
                </a:path>
              </a:pathLst>
            </a:custGeom>
            <a:solidFill>
              <a:srgbClr val="C80A00"/>
            </a:solidFill>
          </p:spPr>
          <p:txBody>
            <a:bodyPr wrap="square" lIns="0" tIns="0" rIns="0" bIns="0" rtlCol="0"/>
            <a:lstStyle/>
            <a:p/>
          </p:txBody>
        </p:sp>
        <p:sp>
          <p:nvSpPr>
            <p:cNvPr id="203" name="object 203"/>
            <p:cNvSpPr/>
            <p:nvPr/>
          </p:nvSpPr>
          <p:spPr>
            <a:xfrm>
              <a:off x="1925320" y="1555749"/>
              <a:ext cx="194310" cy="7620"/>
            </a:xfrm>
            <a:custGeom>
              <a:avLst/>
              <a:gdLst/>
              <a:ahLst/>
              <a:cxnLst/>
              <a:rect l="l" t="t" r="r" b="b"/>
              <a:pathLst>
                <a:path w="194310" h="7619">
                  <a:moveTo>
                    <a:pt x="114300" y="6350"/>
                  </a:moveTo>
                  <a:lnTo>
                    <a:pt x="113030" y="6350"/>
                  </a:lnTo>
                  <a:lnTo>
                    <a:pt x="113030" y="5080"/>
                  </a:lnTo>
                  <a:lnTo>
                    <a:pt x="111747" y="5080"/>
                  </a:lnTo>
                  <a:lnTo>
                    <a:pt x="111747" y="3810"/>
                  </a:lnTo>
                  <a:lnTo>
                    <a:pt x="110477" y="3810"/>
                  </a:lnTo>
                  <a:lnTo>
                    <a:pt x="110477" y="2540"/>
                  </a:lnTo>
                  <a:lnTo>
                    <a:pt x="109220" y="2540"/>
                  </a:lnTo>
                  <a:lnTo>
                    <a:pt x="109220" y="1270"/>
                  </a:lnTo>
                  <a:lnTo>
                    <a:pt x="107950" y="1270"/>
                  </a:lnTo>
                  <a:lnTo>
                    <a:pt x="107950" y="0"/>
                  </a:lnTo>
                  <a:lnTo>
                    <a:pt x="0" y="0"/>
                  </a:lnTo>
                  <a:lnTo>
                    <a:pt x="0" y="1270"/>
                  </a:lnTo>
                  <a:lnTo>
                    <a:pt x="0" y="2540"/>
                  </a:lnTo>
                  <a:lnTo>
                    <a:pt x="0" y="3810"/>
                  </a:lnTo>
                  <a:lnTo>
                    <a:pt x="1270" y="3810"/>
                  </a:lnTo>
                  <a:lnTo>
                    <a:pt x="1270" y="5080"/>
                  </a:lnTo>
                  <a:lnTo>
                    <a:pt x="1270" y="6350"/>
                  </a:lnTo>
                  <a:lnTo>
                    <a:pt x="1270" y="7620"/>
                  </a:lnTo>
                  <a:lnTo>
                    <a:pt x="114300" y="7620"/>
                  </a:lnTo>
                  <a:lnTo>
                    <a:pt x="114300" y="6350"/>
                  </a:lnTo>
                  <a:close/>
                </a:path>
                <a:path w="194310" h="7619">
                  <a:moveTo>
                    <a:pt x="193040" y="3937"/>
                  </a:moveTo>
                  <a:lnTo>
                    <a:pt x="162560" y="3937"/>
                  </a:lnTo>
                  <a:lnTo>
                    <a:pt x="162560" y="5080"/>
                  </a:lnTo>
                  <a:lnTo>
                    <a:pt x="161290" y="5080"/>
                  </a:lnTo>
                  <a:lnTo>
                    <a:pt x="161290" y="6350"/>
                  </a:lnTo>
                  <a:lnTo>
                    <a:pt x="158750" y="6350"/>
                  </a:lnTo>
                  <a:lnTo>
                    <a:pt x="158750" y="7620"/>
                  </a:lnTo>
                  <a:lnTo>
                    <a:pt x="191770" y="7620"/>
                  </a:lnTo>
                  <a:lnTo>
                    <a:pt x="191770" y="6350"/>
                  </a:lnTo>
                  <a:lnTo>
                    <a:pt x="191770" y="5080"/>
                  </a:lnTo>
                  <a:lnTo>
                    <a:pt x="193040" y="5080"/>
                  </a:lnTo>
                  <a:lnTo>
                    <a:pt x="193040" y="3937"/>
                  </a:lnTo>
                  <a:close/>
                </a:path>
                <a:path w="194310" h="7619">
                  <a:moveTo>
                    <a:pt x="194310" y="0"/>
                  </a:moveTo>
                  <a:lnTo>
                    <a:pt x="165100" y="0"/>
                  </a:lnTo>
                  <a:lnTo>
                    <a:pt x="165100" y="1270"/>
                  </a:lnTo>
                  <a:lnTo>
                    <a:pt x="163830" y="1270"/>
                  </a:lnTo>
                  <a:lnTo>
                    <a:pt x="163830" y="2540"/>
                  </a:lnTo>
                  <a:lnTo>
                    <a:pt x="162560" y="2540"/>
                  </a:lnTo>
                  <a:lnTo>
                    <a:pt x="162560" y="3810"/>
                  </a:lnTo>
                  <a:lnTo>
                    <a:pt x="193040" y="3810"/>
                  </a:lnTo>
                  <a:lnTo>
                    <a:pt x="193040" y="2540"/>
                  </a:lnTo>
                  <a:lnTo>
                    <a:pt x="193040" y="1270"/>
                  </a:lnTo>
                  <a:lnTo>
                    <a:pt x="194310" y="1270"/>
                  </a:lnTo>
                  <a:lnTo>
                    <a:pt x="194310" y="0"/>
                  </a:lnTo>
                  <a:close/>
                </a:path>
              </a:pathLst>
            </a:custGeom>
            <a:solidFill>
              <a:srgbClr val="CC0A00"/>
            </a:solidFill>
          </p:spPr>
          <p:txBody>
            <a:bodyPr wrap="square" lIns="0" tIns="0" rIns="0" bIns="0" rtlCol="0"/>
            <a:lstStyle/>
            <a:p/>
          </p:txBody>
        </p:sp>
        <p:sp>
          <p:nvSpPr>
            <p:cNvPr id="204" name="object 204"/>
            <p:cNvSpPr/>
            <p:nvPr/>
          </p:nvSpPr>
          <p:spPr>
            <a:xfrm>
              <a:off x="1926590" y="1563369"/>
              <a:ext cx="190500" cy="6350"/>
            </a:xfrm>
            <a:custGeom>
              <a:avLst/>
              <a:gdLst/>
              <a:ahLst/>
              <a:cxnLst/>
              <a:rect l="l" t="t" r="r" b="b"/>
              <a:pathLst>
                <a:path w="190500" h="6350">
                  <a:moveTo>
                    <a:pt x="123190" y="5080"/>
                  </a:moveTo>
                  <a:lnTo>
                    <a:pt x="121920" y="5080"/>
                  </a:lnTo>
                  <a:lnTo>
                    <a:pt x="121920" y="3810"/>
                  </a:lnTo>
                  <a:lnTo>
                    <a:pt x="118110" y="3810"/>
                  </a:lnTo>
                  <a:lnTo>
                    <a:pt x="118110" y="2540"/>
                  </a:lnTo>
                  <a:lnTo>
                    <a:pt x="116840" y="2540"/>
                  </a:lnTo>
                  <a:lnTo>
                    <a:pt x="116840" y="1270"/>
                  </a:lnTo>
                  <a:lnTo>
                    <a:pt x="114300" y="1270"/>
                  </a:lnTo>
                  <a:lnTo>
                    <a:pt x="114300" y="0"/>
                  </a:lnTo>
                  <a:lnTo>
                    <a:pt x="1270" y="0"/>
                  </a:lnTo>
                  <a:lnTo>
                    <a:pt x="0" y="0"/>
                  </a:lnTo>
                  <a:lnTo>
                    <a:pt x="0" y="127"/>
                  </a:lnTo>
                  <a:lnTo>
                    <a:pt x="1270" y="127"/>
                  </a:lnTo>
                  <a:lnTo>
                    <a:pt x="1270" y="1270"/>
                  </a:lnTo>
                  <a:lnTo>
                    <a:pt x="1270" y="2540"/>
                  </a:lnTo>
                  <a:lnTo>
                    <a:pt x="1270" y="3810"/>
                  </a:lnTo>
                  <a:lnTo>
                    <a:pt x="2540" y="3810"/>
                  </a:lnTo>
                  <a:lnTo>
                    <a:pt x="2540" y="5080"/>
                  </a:lnTo>
                  <a:lnTo>
                    <a:pt x="2540" y="6350"/>
                  </a:lnTo>
                  <a:lnTo>
                    <a:pt x="123190" y="6350"/>
                  </a:lnTo>
                  <a:lnTo>
                    <a:pt x="123190" y="5080"/>
                  </a:lnTo>
                  <a:close/>
                </a:path>
                <a:path w="190500" h="6350">
                  <a:moveTo>
                    <a:pt x="187960" y="5207"/>
                  </a:moveTo>
                  <a:lnTo>
                    <a:pt x="147320" y="5207"/>
                  </a:lnTo>
                  <a:lnTo>
                    <a:pt x="147320" y="6350"/>
                  </a:lnTo>
                  <a:lnTo>
                    <a:pt x="187960" y="6350"/>
                  </a:lnTo>
                  <a:lnTo>
                    <a:pt x="187960" y="5207"/>
                  </a:lnTo>
                  <a:close/>
                </a:path>
                <a:path w="190500" h="6350">
                  <a:moveTo>
                    <a:pt x="189230" y="1397"/>
                  </a:moveTo>
                  <a:lnTo>
                    <a:pt x="154940" y="1397"/>
                  </a:lnTo>
                  <a:lnTo>
                    <a:pt x="154940" y="2540"/>
                  </a:lnTo>
                  <a:lnTo>
                    <a:pt x="153670" y="2540"/>
                  </a:lnTo>
                  <a:lnTo>
                    <a:pt x="153670" y="3810"/>
                  </a:lnTo>
                  <a:lnTo>
                    <a:pt x="149860" y="3810"/>
                  </a:lnTo>
                  <a:lnTo>
                    <a:pt x="149860" y="5080"/>
                  </a:lnTo>
                  <a:lnTo>
                    <a:pt x="189230" y="5080"/>
                  </a:lnTo>
                  <a:lnTo>
                    <a:pt x="189230" y="3810"/>
                  </a:lnTo>
                  <a:lnTo>
                    <a:pt x="189230" y="2540"/>
                  </a:lnTo>
                  <a:lnTo>
                    <a:pt x="189230" y="1397"/>
                  </a:lnTo>
                  <a:close/>
                </a:path>
                <a:path w="190500" h="6350">
                  <a:moveTo>
                    <a:pt x="190500" y="0"/>
                  </a:moveTo>
                  <a:lnTo>
                    <a:pt x="156210" y="0"/>
                  </a:lnTo>
                  <a:lnTo>
                    <a:pt x="156210" y="1270"/>
                  </a:lnTo>
                  <a:lnTo>
                    <a:pt x="190500" y="1270"/>
                  </a:lnTo>
                  <a:lnTo>
                    <a:pt x="190500" y="0"/>
                  </a:lnTo>
                  <a:close/>
                </a:path>
              </a:pathLst>
            </a:custGeom>
            <a:solidFill>
              <a:srgbClr val="CE0900"/>
            </a:solidFill>
          </p:spPr>
          <p:txBody>
            <a:bodyPr wrap="square" lIns="0" tIns="0" rIns="0" bIns="0" rtlCol="0"/>
            <a:lstStyle/>
            <a:p/>
          </p:txBody>
        </p:sp>
        <p:sp>
          <p:nvSpPr>
            <p:cNvPr id="205" name="object 205"/>
            <p:cNvSpPr/>
            <p:nvPr/>
          </p:nvSpPr>
          <p:spPr>
            <a:xfrm>
              <a:off x="1929130" y="1569719"/>
              <a:ext cx="185420" cy="7620"/>
            </a:xfrm>
            <a:custGeom>
              <a:avLst/>
              <a:gdLst/>
              <a:ahLst/>
              <a:cxnLst/>
              <a:rect l="l" t="t" r="r" b="b"/>
              <a:pathLst>
                <a:path w="185419" h="7619">
                  <a:moveTo>
                    <a:pt x="182867" y="6477"/>
                  </a:moveTo>
                  <a:lnTo>
                    <a:pt x="2540" y="6477"/>
                  </a:lnTo>
                  <a:lnTo>
                    <a:pt x="2540" y="7620"/>
                  </a:lnTo>
                  <a:lnTo>
                    <a:pt x="182867" y="7620"/>
                  </a:lnTo>
                  <a:lnTo>
                    <a:pt x="182867" y="6477"/>
                  </a:lnTo>
                  <a:close/>
                </a:path>
                <a:path w="185419" h="7619">
                  <a:moveTo>
                    <a:pt x="185420" y="0"/>
                  </a:moveTo>
                  <a:lnTo>
                    <a:pt x="140970" y="0"/>
                  </a:lnTo>
                  <a:lnTo>
                    <a:pt x="140970" y="1270"/>
                  </a:lnTo>
                  <a:lnTo>
                    <a:pt x="137160" y="1270"/>
                  </a:lnTo>
                  <a:lnTo>
                    <a:pt x="137160" y="2540"/>
                  </a:lnTo>
                  <a:lnTo>
                    <a:pt x="134620" y="2540"/>
                  </a:lnTo>
                  <a:lnTo>
                    <a:pt x="134620" y="1270"/>
                  </a:lnTo>
                  <a:lnTo>
                    <a:pt x="124460" y="1270"/>
                  </a:lnTo>
                  <a:lnTo>
                    <a:pt x="124460" y="0"/>
                  </a:lnTo>
                  <a:lnTo>
                    <a:pt x="0" y="0"/>
                  </a:lnTo>
                  <a:lnTo>
                    <a:pt x="0" y="1270"/>
                  </a:lnTo>
                  <a:lnTo>
                    <a:pt x="0" y="2540"/>
                  </a:lnTo>
                  <a:lnTo>
                    <a:pt x="1270" y="2540"/>
                  </a:lnTo>
                  <a:lnTo>
                    <a:pt x="1270" y="5080"/>
                  </a:lnTo>
                  <a:lnTo>
                    <a:pt x="1270" y="6350"/>
                  </a:lnTo>
                  <a:lnTo>
                    <a:pt x="182880" y="6350"/>
                  </a:lnTo>
                  <a:lnTo>
                    <a:pt x="182880" y="5080"/>
                  </a:lnTo>
                  <a:lnTo>
                    <a:pt x="184150" y="5080"/>
                  </a:lnTo>
                  <a:lnTo>
                    <a:pt x="184150" y="2540"/>
                  </a:lnTo>
                  <a:lnTo>
                    <a:pt x="185420" y="2540"/>
                  </a:lnTo>
                  <a:lnTo>
                    <a:pt x="185420" y="1270"/>
                  </a:lnTo>
                  <a:lnTo>
                    <a:pt x="185420" y="0"/>
                  </a:lnTo>
                  <a:close/>
                </a:path>
              </a:pathLst>
            </a:custGeom>
            <a:solidFill>
              <a:srgbClr val="D10800"/>
            </a:solidFill>
          </p:spPr>
          <p:txBody>
            <a:bodyPr wrap="square" lIns="0" tIns="0" rIns="0" bIns="0" rtlCol="0"/>
            <a:lstStyle/>
            <a:p/>
          </p:txBody>
        </p:sp>
        <p:sp>
          <p:nvSpPr>
            <p:cNvPr id="206" name="object 206"/>
            <p:cNvSpPr/>
            <p:nvPr/>
          </p:nvSpPr>
          <p:spPr>
            <a:xfrm>
              <a:off x="1931670" y="1577339"/>
              <a:ext cx="179070" cy="7620"/>
            </a:xfrm>
            <a:custGeom>
              <a:avLst/>
              <a:gdLst/>
              <a:ahLst/>
              <a:cxnLst/>
              <a:rect l="l" t="t" r="r" b="b"/>
              <a:pathLst>
                <a:path w="179069" h="7619">
                  <a:moveTo>
                    <a:pt x="179070" y="0"/>
                  </a:moveTo>
                  <a:lnTo>
                    <a:pt x="0" y="0"/>
                  </a:lnTo>
                  <a:lnTo>
                    <a:pt x="0" y="2540"/>
                  </a:lnTo>
                  <a:lnTo>
                    <a:pt x="1270" y="2540"/>
                  </a:lnTo>
                  <a:lnTo>
                    <a:pt x="1270" y="5080"/>
                  </a:lnTo>
                  <a:lnTo>
                    <a:pt x="1270" y="6350"/>
                  </a:lnTo>
                  <a:lnTo>
                    <a:pt x="2540" y="6350"/>
                  </a:lnTo>
                  <a:lnTo>
                    <a:pt x="2540" y="7620"/>
                  </a:lnTo>
                  <a:lnTo>
                    <a:pt x="176530" y="7620"/>
                  </a:lnTo>
                  <a:lnTo>
                    <a:pt x="176530" y="6350"/>
                  </a:lnTo>
                  <a:lnTo>
                    <a:pt x="176530" y="5080"/>
                  </a:lnTo>
                  <a:lnTo>
                    <a:pt x="177800" y="5080"/>
                  </a:lnTo>
                  <a:lnTo>
                    <a:pt x="177800" y="2540"/>
                  </a:lnTo>
                  <a:lnTo>
                    <a:pt x="179070" y="2540"/>
                  </a:lnTo>
                  <a:lnTo>
                    <a:pt x="179070" y="0"/>
                  </a:lnTo>
                  <a:close/>
                </a:path>
              </a:pathLst>
            </a:custGeom>
            <a:solidFill>
              <a:srgbClr val="D50800"/>
            </a:solidFill>
          </p:spPr>
          <p:txBody>
            <a:bodyPr wrap="square" lIns="0" tIns="0" rIns="0" bIns="0" rtlCol="0"/>
            <a:lstStyle/>
            <a:p/>
          </p:txBody>
        </p:sp>
        <p:sp>
          <p:nvSpPr>
            <p:cNvPr id="207" name="object 207"/>
            <p:cNvSpPr/>
            <p:nvPr/>
          </p:nvSpPr>
          <p:spPr>
            <a:xfrm>
              <a:off x="1934210" y="1584959"/>
              <a:ext cx="172720" cy="6350"/>
            </a:xfrm>
            <a:custGeom>
              <a:avLst/>
              <a:gdLst/>
              <a:ahLst/>
              <a:cxnLst/>
              <a:rect l="l" t="t" r="r" b="b"/>
              <a:pathLst>
                <a:path w="172719" h="6350">
                  <a:moveTo>
                    <a:pt x="172720" y="0"/>
                  </a:moveTo>
                  <a:lnTo>
                    <a:pt x="0" y="0"/>
                  </a:lnTo>
                  <a:lnTo>
                    <a:pt x="0" y="1270"/>
                  </a:lnTo>
                  <a:lnTo>
                    <a:pt x="1270" y="1270"/>
                  </a:lnTo>
                  <a:lnTo>
                    <a:pt x="1270" y="2540"/>
                  </a:lnTo>
                  <a:lnTo>
                    <a:pt x="1270" y="3810"/>
                  </a:lnTo>
                  <a:lnTo>
                    <a:pt x="2540" y="3810"/>
                  </a:lnTo>
                  <a:lnTo>
                    <a:pt x="2540" y="5080"/>
                  </a:lnTo>
                  <a:lnTo>
                    <a:pt x="2540" y="6350"/>
                  </a:lnTo>
                  <a:lnTo>
                    <a:pt x="170180" y="6350"/>
                  </a:lnTo>
                  <a:lnTo>
                    <a:pt x="170180" y="5080"/>
                  </a:lnTo>
                  <a:lnTo>
                    <a:pt x="171450" y="5080"/>
                  </a:lnTo>
                  <a:lnTo>
                    <a:pt x="171450" y="3810"/>
                  </a:lnTo>
                  <a:lnTo>
                    <a:pt x="171450" y="2540"/>
                  </a:lnTo>
                  <a:lnTo>
                    <a:pt x="172720" y="2540"/>
                  </a:lnTo>
                  <a:lnTo>
                    <a:pt x="172720" y="1270"/>
                  </a:lnTo>
                  <a:lnTo>
                    <a:pt x="172720" y="0"/>
                  </a:lnTo>
                  <a:close/>
                </a:path>
              </a:pathLst>
            </a:custGeom>
            <a:solidFill>
              <a:srgbClr val="D80700"/>
            </a:solidFill>
          </p:spPr>
          <p:txBody>
            <a:bodyPr wrap="square" lIns="0" tIns="0" rIns="0" bIns="0" rtlCol="0"/>
            <a:lstStyle/>
            <a:p/>
          </p:txBody>
        </p:sp>
        <p:sp>
          <p:nvSpPr>
            <p:cNvPr id="208" name="object 208"/>
            <p:cNvSpPr/>
            <p:nvPr/>
          </p:nvSpPr>
          <p:spPr>
            <a:xfrm>
              <a:off x="1938020" y="1591309"/>
              <a:ext cx="166370" cy="7620"/>
            </a:xfrm>
            <a:custGeom>
              <a:avLst/>
              <a:gdLst/>
              <a:ahLst/>
              <a:cxnLst/>
              <a:rect l="l" t="t" r="r" b="b"/>
              <a:pathLst>
                <a:path w="166369" h="7619">
                  <a:moveTo>
                    <a:pt x="166370" y="0"/>
                  </a:moveTo>
                  <a:lnTo>
                    <a:pt x="0" y="0"/>
                  </a:lnTo>
                  <a:lnTo>
                    <a:pt x="0" y="1270"/>
                  </a:lnTo>
                  <a:lnTo>
                    <a:pt x="0" y="2540"/>
                  </a:lnTo>
                  <a:lnTo>
                    <a:pt x="1270" y="2540"/>
                  </a:lnTo>
                  <a:lnTo>
                    <a:pt x="1270" y="3810"/>
                  </a:lnTo>
                  <a:lnTo>
                    <a:pt x="1270" y="5080"/>
                  </a:lnTo>
                  <a:lnTo>
                    <a:pt x="2540" y="5080"/>
                  </a:lnTo>
                  <a:lnTo>
                    <a:pt x="2540" y="6350"/>
                  </a:lnTo>
                  <a:lnTo>
                    <a:pt x="2540" y="7620"/>
                  </a:lnTo>
                  <a:lnTo>
                    <a:pt x="162560" y="7620"/>
                  </a:lnTo>
                  <a:lnTo>
                    <a:pt x="162560" y="6350"/>
                  </a:lnTo>
                  <a:lnTo>
                    <a:pt x="163830" y="6350"/>
                  </a:lnTo>
                  <a:lnTo>
                    <a:pt x="163830" y="5080"/>
                  </a:lnTo>
                  <a:lnTo>
                    <a:pt x="163830" y="3810"/>
                  </a:lnTo>
                  <a:lnTo>
                    <a:pt x="165100" y="3810"/>
                  </a:lnTo>
                  <a:lnTo>
                    <a:pt x="165100" y="2540"/>
                  </a:lnTo>
                  <a:lnTo>
                    <a:pt x="165100" y="1270"/>
                  </a:lnTo>
                  <a:lnTo>
                    <a:pt x="166370" y="1270"/>
                  </a:lnTo>
                  <a:lnTo>
                    <a:pt x="166370" y="0"/>
                  </a:lnTo>
                  <a:close/>
                </a:path>
              </a:pathLst>
            </a:custGeom>
            <a:solidFill>
              <a:srgbClr val="DB0600"/>
            </a:solidFill>
          </p:spPr>
          <p:txBody>
            <a:bodyPr wrap="square" lIns="0" tIns="0" rIns="0" bIns="0" rtlCol="0"/>
            <a:lstStyle/>
            <a:p/>
          </p:txBody>
        </p:sp>
        <p:sp>
          <p:nvSpPr>
            <p:cNvPr id="209" name="object 209"/>
            <p:cNvSpPr/>
            <p:nvPr/>
          </p:nvSpPr>
          <p:spPr>
            <a:xfrm>
              <a:off x="1941830" y="1598929"/>
              <a:ext cx="158750" cy="7620"/>
            </a:xfrm>
            <a:custGeom>
              <a:avLst/>
              <a:gdLst/>
              <a:ahLst/>
              <a:cxnLst/>
              <a:rect l="l" t="t" r="r" b="b"/>
              <a:pathLst>
                <a:path w="158750" h="7619">
                  <a:moveTo>
                    <a:pt x="158750" y="0"/>
                  </a:moveTo>
                  <a:lnTo>
                    <a:pt x="0" y="0"/>
                  </a:lnTo>
                  <a:lnTo>
                    <a:pt x="0" y="1270"/>
                  </a:lnTo>
                  <a:lnTo>
                    <a:pt x="0" y="2540"/>
                  </a:lnTo>
                  <a:lnTo>
                    <a:pt x="1270" y="2540"/>
                  </a:lnTo>
                  <a:lnTo>
                    <a:pt x="1270" y="3810"/>
                  </a:lnTo>
                  <a:lnTo>
                    <a:pt x="1270" y="5080"/>
                  </a:lnTo>
                  <a:lnTo>
                    <a:pt x="2540" y="5080"/>
                  </a:lnTo>
                  <a:lnTo>
                    <a:pt x="2540" y="6350"/>
                  </a:lnTo>
                  <a:lnTo>
                    <a:pt x="2540" y="7620"/>
                  </a:lnTo>
                  <a:lnTo>
                    <a:pt x="154940" y="7620"/>
                  </a:lnTo>
                  <a:lnTo>
                    <a:pt x="154940" y="6350"/>
                  </a:lnTo>
                  <a:lnTo>
                    <a:pt x="156210" y="6350"/>
                  </a:lnTo>
                  <a:lnTo>
                    <a:pt x="156210" y="5080"/>
                  </a:lnTo>
                  <a:lnTo>
                    <a:pt x="156210" y="3810"/>
                  </a:lnTo>
                  <a:lnTo>
                    <a:pt x="157480" y="3810"/>
                  </a:lnTo>
                  <a:lnTo>
                    <a:pt x="157480" y="2540"/>
                  </a:lnTo>
                  <a:lnTo>
                    <a:pt x="157480" y="1270"/>
                  </a:lnTo>
                  <a:lnTo>
                    <a:pt x="158750" y="1270"/>
                  </a:lnTo>
                  <a:lnTo>
                    <a:pt x="158750" y="0"/>
                  </a:lnTo>
                  <a:close/>
                </a:path>
              </a:pathLst>
            </a:custGeom>
            <a:solidFill>
              <a:srgbClr val="DE0600"/>
            </a:solidFill>
          </p:spPr>
          <p:txBody>
            <a:bodyPr wrap="square" lIns="0" tIns="0" rIns="0" bIns="0" rtlCol="0"/>
            <a:lstStyle/>
            <a:p/>
          </p:txBody>
        </p:sp>
        <p:sp>
          <p:nvSpPr>
            <p:cNvPr id="210" name="object 210"/>
            <p:cNvSpPr/>
            <p:nvPr/>
          </p:nvSpPr>
          <p:spPr>
            <a:xfrm>
              <a:off x="1945640" y="1606549"/>
              <a:ext cx="151130" cy="6350"/>
            </a:xfrm>
            <a:custGeom>
              <a:avLst/>
              <a:gdLst/>
              <a:ahLst/>
              <a:cxnLst/>
              <a:rect l="l" t="t" r="r" b="b"/>
              <a:pathLst>
                <a:path w="151130" h="6350">
                  <a:moveTo>
                    <a:pt x="148590" y="2552"/>
                  </a:moveTo>
                  <a:lnTo>
                    <a:pt x="1270" y="2552"/>
                  </a:lnTo>
                  <a:lnTo>
                    <a:pt x="1270" y="5092"/>
                  </a:lnTo>
                  <a:lnTo>
                    <a:pt x="2540" y="5092"/>
                  </a:lnTo>
                  <a:lnTo>
                    <a:pt x="2540" y="6350"/>
                  </a:lnTo>
                  <a:lnTo>
                    <a:pt x="147320" y="6350"/>
                  </a:lnTo>
                  <a:lnTo>
                    <a:pt x="147320" y="5092"/>
                  </a:lnTo>
                  <a:lnTo>
                    <a:pt x="148590" y="5092"/>
                  </a:lnTo>
                  <a:lnTo>
                    <a:pt x="148590" y="2552"/>
                  </a:lnTo>
                  <a:close/>
                </a:path>
                <a:path w="151130" h="6350">
                  <a:moveTo>
                    <a:pt x="151130" y="0"/>
                  </a:moveTo>
                  <a:lnTo>
                    <a:pt x="0" y="0"/>
                  </a:lnTo>
                  <a:lnTo>
                    <a:pt x="0" y="1270"/>
                  </a:lnTo>
                  <a:lnTo>
                    <a:pt x="0" y="2540"/>
                  </a:lnTo>
                  <a:lnTo>
                    <a:pt x="149860" y="2540"/>
                  </a:lnTo>
                  <a:lnTo>
                    <a:pt x="149860" y="1270"/>
                  </a:lnTo>
                  <a:lnTo>
                    <a:pt x="151130" y="1270"/>
                  </a:lnTo>
                  <a:lnTo>
                    <a:pt x="151130" y="0"/>
                  </a:lnTo>
                  <a:close/>
                </a:path>
              </a:pathLst>
            </a:custGeom>
            <a:solidFill>
              <a:srgbClr val="E10500"/>
            </a:solidFill>
          </p:spPr>
          <p:txBody>
            <a:bodyPr wrap="square" lIns="0" tIns="0" rIns="0" bIns="0" rtlCol="0"/>
            <a:lstStyle/>
            <a:p/>
          </p:txBody>
        </p:sp>
        <p:sp>
          <p:nvSpPr>
            <p:cNvPr id="211" name="object 211"/>
            <p:cNvSpPr/>
            <p:nvPr/>
          </p:nvSpPr>
          <p:spPr>
            <a:xfrm>
              <a:off x="1948180" y="1612899"/>
              <a:ext cx="143510" cy="7620"/>
            </a:xfrm>
            <a:custGeom>
              <a:avLst/>
              <a:gdLst/>
              <a:ahLst/>
              <a:cxnLst/>
              <a:rect l="l" t="t" r="r" b="b"/>
              <a:pathLst>
                <a:path w="143510" h="7619">
                  <a:moveTo>
                    <a:pt x="1435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39687" y="7620"/>
                  </a:lnTo>
                  <a:lnTo>
                    <a:pt x="139687" y="6350"/>
                  </a:lnTo>
                  <a:lnTo>
                    <a:pt x="140970" y="6350"/>
                  </a:lnTo>
                  <a:lnTo>
                    <a:pt x="140970" y="5080"/>
                  </a:lnTo>
                  <a:lnTo>
                    <a:pt x="142240" y="5080"/>
                  </a:lnTo>
                  <a:lnTo>
                    <a:pt x="142240" y="3810"/>
                  </a:lnTo>
                  <a:lnTo>
                    <a:pt x="142240" y="2540"/>
                  </a:lnTo>
                  <a:lnTo>
                    <a:pt x="143510" y="2540"/>
                  </a:lnTo>
                  <a:lnTo>
                    <a:pt x="143510" y="1270"/>
                  </a:lnTo>
                  <a:lnTo>
                    <a:pt x="143510" y="0"/>
                  </a:lnTo>
                  <a:close/>
                </a:path>
              </a:pathLst>
            </a:custGeom>
            <a:solidFill>
              <a:srgbClr val="E40500"/>
            </a:solidFill>
          </p:spPr>
          <p:txBody>
            <a:bodyPr wrap="square" lIns="0" tIns="0" rIns="0" bIns="0" rtlCol="0"/>
            <a:lstStyle/>
            <a:p/>
          </p:txBody>
        </p:sp>
        <p:sp>
          <p:nvSpPr>
            <p:cNvPr id="212" name="object 212"/>
            <p:cNvSpPr/>
            <p:nvPr/>
          </p:nvSpPr>
          <p:spPr>
            <a:xfrm>
              <a:off x="1953260" y="1620519"/>
              <a:ext cx="133350" cy="7620"/>
            </a:xfrm>
            <a:custGeom>
              <a:avLst/>
              <a:gdLst/>
              <a:ahLst/>
              <a:cxnLst/>
              <a:rect l="l" t="t" r="r" b="b"/>
              <a:pathLst>
                <a:path w="133350" h="7619">
                  <a:moveTo>
                    <a:pt x="133350" y="0"/>
                  </a:moveTo>
                  <a:lnTo>
                    <a:pt x="0" y="0"/>
                  </a:lnTo>
                  <a:lnTo>
                    <a:pt x="0" y="2540"/>
                  </a:lnTo>
                  <a:lnTo>
                    <a:pt x="1270" y="2540"/>
                  </a:lnTo>
                  <a:lnTo>
                    <a:pt x="1270" y="3822"/>
                  </a:lnTo>
                  <a:lnTo>
                    <a:pt x="2540" y="3822"/>
                  </a:lnTo>
                  <a:lnTo>
                    <a:pt x="2540" y="5080"/>
                  </a:lnTo>
                  <a:lnTo>
                    <a:pt x="3810" y="5080"/>
                  </a:lnTo>
                  <a:lnTo>
                    <a:pt x="3810" y="6350"/>
                  </a:lnTo>
                  <a:lnTo>
                    <a:pt x="5080" y="6350"/>
                  </a:lnTo>
                  <a:lnTo>
                    <a:pt x="5080" y="7620"/>
                  </a:lnTo>
                  <a:lnTo>
                    <a:pt x="129540" y="7620"/>
                  </a:lnTo>
                  <a:lnTo>
                    <a:pt x="129540" y="6350"/>
                  </a:lnTo>
                  <a:lnTo>
                    <a:pt x="129540" y="5080"/>
                  </a:lnTo>
                  <a:lnTo>
                    <a:pt x="130810" y="5080"/>
                  </a:lnTo>
                  <a:lnTo>
                    <a:pt x="130810" y="3822"/>
                  </a:lnTo>
                  <a:lnTo>
                    <a:pt x="132080" y="3822"/>
                  </a:lnTo>
                  <a:lnTo>
                    <a:pt x="132080" y="2540"/>
                  </a:lnTo>
                  <a:lnTo>
                    <a:pt x="133350" y="2540"/>
                  </a:lnTo>
                  <a:lnTo>
                    <a:pt x="133350" y="0"/>
                  </a:lnTo>
                  <a:close/>
                </a:path>
              </a:pathLst>
            </a:custGeom>
            <a:solidFill>
              <a:srgbClr val="E70400"/>
            </a:solidFill>
          </p:spPr>
          <p:txBody>
            <a:bodyPr wrap="square" lIns="0" tIns="0" rIns="0" bIns="0" rtlCol="0"/>
            <a:lstStyle/>
            <a:p/>
          </p:txBody>
        </p:sp>
        <p:sp>
          <p:nvSpPr>
            <p:cNvPr id="213" name="object 213"/>
            <p:cNvSpPr/>
            <p:nvPr/>
          </p:nvSpPr>
          <p:spPr>
            <a:xfrm>
              <a:off x="1958340" y="1628139"/>
              <a:ext cx="123189" cy="6350"/>
            </a:xfrm>
            <a:custGeom>
              <a:avLst/>
              <a:gdLst/>
              <a:ahLst/>
              <a:cxnLst/>
              <a:rect l="l" t="t" r="r" b="b"/>
              <a:pathLst>
                <a:path w="123189" h="6350">
                  <a:moveTo>
                    <a:pt x="123177" y="0"/>
                  </a:moveTo>
                  <a:lnTo>
                    <a:pt x="0" y="0"/>
                  </a:lnTo>
                  <a:lnTo>
                    <a:pt x="0" y="1270"/>
                  </a:lnTo>
                  <a:lnTo>
                    <a:pt x="1270" y="1270"/>
                  </a:lnTo>
                  <a:lnTo>
                    <a:pt x="1270" y="2552"/>
                  </a:lnTo>
                  <a:lnTo>
                    <a:pt x="2540" y="2552"/>
                  </a:lnTo>
                  <a:lnTo>
                    <a:pt x="2540" y="3810"/>
                  </a:lnTo>
                  <a:lnTo>
                    <a:pt x="3810" y="3810"/>
                  </a:lnTo>
                  <a:lnTo>
                    <a:pt x="3810" y="5080"/>
                  </a:lnTo>
                  <a:lnTo>
                    <a:pt x="5080" y="5080"/>
                  </a:lnTo>
                  <a:lnTo>
                    <a:pt x="5080" y="6350"/>
                  </a:lnTo>
                  <a:lnTo>
                    <a:pt x="119380" y="6350"/>
                  </a:lnTo>
                  <a:lnTo>
                    <a:pt x="119380" y="5080"/>
                  </a:lnTo>
                  <a:lnTo>
                    <a:pt x="119380" y="3810"/>
                  </a:lnTo>
                  <a:lnTo>
                    <a:pt x="120650" y="3810"/>
                  </a:lnTo>
                  <a:lnTo>
                    <a:pt x="120650" y="2552"/>
                  </a:lnTo>
                  <a:lnTo>
                    <a:pt x="121920" y="2552"/>
                  </a:lnTo>
                  <a:lnTo>
                    <a:pt x="121920" y="1270"/>
                  </a:lnTo>
                  <a:lnTo>
                    <a:pt x="123177" y="1270"/>
                  </a:lnTo>
                  <a:lnTo>
                    <a:pt x="123177" y="0"/>
                  </a:lnTo>
                  <a:close/>
                </a:path>
              </a:pathLst>
            </a:custGeom>
            <a:solidFill>
              <a:srgbClr val="EB0300"/>
            </a:solidFill>
          </p:spPr>
          <p:txBody>
            <a:bodyPr wrap="square" lIns="0" tIns="0" rIns="0" bIns="0" rtlCol="0"/>
            <a:lstStyle/>
            <a:p/>
          </p:txBody>
        </p:sp>
        <p:sp>
          <p:nvSpPr>
            <p:cNvPr id="214" name="object 214"/>
            <p:cNvSpPr/>
            <p:nvPr/>
          </p:nvSpPr>
          <p:spPr>
            <a:xfrm>
              <a:off x="1963420" y="1634489"/>
              <a:ext cx="113030" cy="7620"/>
            </a:xfrm>
            <a:custGeom>
              <a:avLst/>
              <a:gdLst/>
              <a:ahLst/>
              <a:cxnLst/>
              <a:rect l="l" t="t" r="r" b="b"/>
              <a:pathLst>
                <a:path w="113030" h="7619">
                  <a:moveTo>
                    <a:pt x="113030" y="0"/>
                  </a:moveTo>
                  <a:lnTo>
                    <a:pt x="0" y="0"/>
                  </a:lnTo>
                  <a:lnTo>
                    <a:pt x="0" y="1270"/>
                  </a:lnTo>
                  <a:lnTo>
                    <a:pt x="1270" y="1270"/>
                  </a:lnTo>
                  <a:lnTo>
                    <a:pt x="1270" y="2552"/>
                  </a:lnTo>
                  <a:lnTo>
                    <a:pt x="2540" y="2552"/>
                  </a:lnTo>
                  <a:lnTo>
                    <a:pt x="2540" y="3810"/>
                  </a:lnTo>
                  <a:lnTo>
                    <a:pt x="3810" y="3810"/>
                  </a:lnTo>
                  <a:lnTo>
                    <a:pt x="3810" y="5080"/>
                  </a:lnTo>
                  <a:lnTo>
                    <a:pt x="5080" y="5080"/>
                  </a:lnTo>
                  <a:lnTo>
                    <a:pt x="5080" y="6350"/>
                  </a:lnTo>
                  <a:lnTo>
                    <a:pt x="5080" y="7620"/>
                  </a:lnTo>
                  <a:lnTo>
                    <a:pt x="106680" y="7620"/>
                  </a:lnTo>
                  <a:lnTo>
                    <a:pt x="106680" y="6350"/>
                  </a:lnTo>
                  <a:lnTo>
                    <a:pt x="107950" y="6350"/>
                  </a:lnTo>
                  <a:lnTo>
                    <a:pt x="107950" y="5080"/>
                  </a:lnTo>
                  <a:lnTo>
                    <a:pt x="109220" y="5080"/>
                  </a:lnTo>
                  <a:lnTo>
                    <a:pt x="109220" y="3810"/>
                  </a:lnTo>
                  <a:lnTo>
                    <a:pt x="110490" y="3810"/>
                  </a:lnTo>
                  <a:lnTo>
                    <a:pt x="110490" y="2552"/>
                  </a:lnTo>
                  <a:lnTo>
                    <a:pt x="111747" y="2552"/>
                  </a:lnTo>
                  <a:lnTo>
                    <a:pt x="111747" y="1270"/>
                  </a:lnTo>
                  <a:lnTo>
                    <a:pt x="113030" y="1270"/>
                  </a:lnTo>
                  <a:lnTo>
                    <a:pt x="113030" y="0"/>
                  </a:lnTo>
                  <a:close/>
                </a:path>
              </a:pathLst>
            </a:custGeom>
            <a:solidFill>
              <a:srgbClr val="EE0300"/>
            </a:solidFill>
          </p:spPr>
          <p:txBody>
            <a:bodyPr wrap="square" lIns="0" tIns="0" rIns="0" bIns="0" rtlCol="0"/>
            <a:lstStyle/>
            <a:p/>
          </p:txBody>
        </p:sp>
        <p:sp>
          <p:nvSpPr>
            <p:cNvPr id="215" name="object 215"/>
            <p:cNvSpPr/>
            <p:nvPr/>
          </p:nvSpPr>
          <p:spPr>
            <a:xfrm>
              <a:off x="1969770" y="1642109"/>
              <a:ext cx="99060" cy="8255"/>
            </a:xfrm>
            <a:custGeom>
              <a:avLst/>
              <a:gdLst/>
              <a:ahLst/>
              <a:cxnLst/>
              <a:rect l="l" t="t" r="r" b="b"/>
              <a:pathLst>
                <a:path w="99060" h="8255">
                  <a:moveTo>
                    <a:pt x="99060" y="0"/>
                  </a:moveTo>
                  <a:lnTo>
                    <a:pt x="0" y="0"/>
                  </a:lnTo>
                  <a:lnTo>
                    <a:pt x="0" y="1282"/>
                  </a:lnTo>
                  <a:lnTo>
                    <a:pt x="1270" y="1282"/>
                  </a:lnTo>
                  <a:lnTo>
                    <a:pt x="1270" y="2540"/>
                  </a:lnTo>
                  <a:lnTo>
                    <a:pt x="3810" y="2540"/>
                  </a:lnTo>
                  <a:lnTo>
                    <a:pt x="3810" y="3810"/>
                  </a:lnTo>
                  <a:lnTo>
                    <a:pt x="6350" y="3810"/>
                  </a:lnTo>
                  <a:lnTo>
                    <a:pt x="6350" y="5092"/>
                  </a:lnTo>
                  <a:lnTo>
                    <a:pt x="7620" y="5092"/>
                  </a:lnTo>
                  <a:lnTo>
                    <a:pt x="7620" y="6350"/>
                  </a:lnTo>
                  <a:lnTo>
                    <a:pt x="8890" y="6350"/>
                  </a:lnTo>
                  <a:lnTo>
                    <a:pt x="8890" y="7632"/>
                  </a:lnTo>
                  <a:lnTo>
                    <a:pt x="91440" y="7632"/>
                  </a:lnTo>
                  <a:lnTo>
                    <a:pt x="91440" y="6350"/>
                  </a:lnTo>
                  <a:lnTo>
                    <a:pt x="93980" y="6350"/>
                  </a:lnTo>
                  <a:lnTo>
                    <a:pt x="93980" y="5092"/>
                  </a:lnTo>
                  <a:lnTo>
                    <a:pt x="95250" y="5092"/>
                  </a:lnTo>
                  <a:lnTo>
                    <a:pt x="95250" y="3810"/>
                  </a:lnTo>
                  <a:lnTo>
                    <a:pt x="96520" y="3810"/>
                  </a:lnTo>
                  <a:lnTo>
                    <a:pt x="96520" y="2540"/>
                  </a:lnTo>
                  <a:lnTo>
                    <a:pt x="97777" y="2540"/>
                  </a:lnTo>
                  <a:lnTo>
                    <a:pt x="97777" y="1282"/>
                  </a:lnTo>
                  <a:lnTo>
                    <a:pt x="99060" y="1282"/>
                  </a:lnTo>
                  <a:lnTo>
                    <a:pt x="99060" y="0"/>
                  </a:lnTo>
                  <a:close/>
                </a:path>
              </a:pathLst>
            </a:custGeom>
            <a:solidFill>
              <a:srgbClr val="F10200"/>
            </a:solidFill>
          </p:spPr>
          <p:txBody>
            <a:bodyPr wrap="square" lIns="0" tIns="0" rIns="0" bIns="0" rtlCol="0"/>
            <a:lstStyle/>
            <a:p/>
          </p:txBody>
        </p:sp>
        <p:sp>
          <p:nvSpPr>
            <p:cNvPr id="216" name="object 216"/>
            <p:cNvSpPr/>
            <p:nvPr/>
          </p:nvSpPr>
          <p:spPr>
            <a:xfrm>
              <a:off x="1979929" y="1649730"/>
              <a:ext cx="80010" cy="7620"/>
            </a:xfrm>
            <a:custGeom>
              <a:avLst/>
              <a:gdLst/>
              <a:ahLst/>
              <a:cxnLst/>
              <a:rect l="l" t="t" r="r" b="b"/>
              <a:pathLst>
                <a:path w="80010" h="7619">
                  <a:moveTo>
                    <a:pt x="71119" y="6350"/>
                  </a:moveTo>
                  <a:lnTo>
                    <a:pt x="11430" y="6350"/>
                  </a:lnTo>
                  <a:lnTo>
                    <a:pt x="11430" y="7619"/>
                  </a:lnTo>
                  <a:lnTo>
                    <a:pt x="71119" y="7619"/>
                  </a:lnTo>
                  <a:lnTo>
                    <a:pt x="71119" y="6350"/>
                  </a:lnTo>
                  <a:close/>
                </a:path>
                <a:path w="80010" h="7619">
                  <a:moveTo>
                    <a:pt x="72389" y="5079"/>
                  </a:moveTo>
                  <a:lnTo>
                    <a:pt x="8889" y="5079"/>
                  </a:lnTo>
                  <a:lnTo>
                    <a:pt x="8889" y="6350"/>
                  </a:lnTo>
                  <a:lnTo>
                    <a:pt x="72389" y="6350"/>
                  </a:lnTo>
                  <a:lnTo>
                    <a:pt x="72389" y="5079"/>
                  </a:lnTo>
                  <a:close/>
                </a:path>
                <a:path w="80010" h="7619">
                  <a:moveTo>
                    <a:pt x="74930" y="3810"/>
                  </a:moveTo>
                  <a:lnTo>
                    <a:pt x="6350" y="3810"/>
                  </a:lnTo>
                  <a:lnTo>
                    <a:pt x="6350" y="5079"/>
                  </a:lnTo>
                  <a:lnTo>
                    <a:pt x="74930" y="5079"/>
                  </a:lnTo>
                  <a:lnTo>
                    <a:pt x="74930" y="3810"/>
                  </a:lnTo>
                  <a:close/>
                </a:path>
                <a:path w="80010" h="7619">
                  <a:moveTo>
                    <a:pt x="76200" y="2539"/>
                  </a:moveTo>
                  <a:lnTo>
                    <a:pt x="2539" y="2539"/>
                  </a:lnTo>
                  <a:lnTo>
                    <a:pt x="2539" y="3810"/>
                  </a:lnTo>
                  <a:lnTo>
                    <a:pt x="76200" y="3810"/>
                  </a:lnTo>
                  <a:lnTo>
                    <a:pt x="76200" y="2539"/>
                  </a:lnTo>
                  <a:close/>
                </a:path>
                <a:path w="80010" h="7619">
                  <a:moveTo>
                    <a:pt x="78739" y="1269"/>
                  </a:moveTo>
                  <a:lnTo>
                    <a:pt x="1269" y="1269"/>
                  </a:lnTo>
                  <a:lnTo>
                    <a:pt x="1269" y="2539"/>
                  </a:lnTo>
                  <a:lnTo>
                    <a:pt x="78739" y="2539"/>
                  </a:lnTo>
                  <a:lnTo>
                    <a:pt x="78739" y="1269"/>
                  </a:lnTo>
                  <a:close/>
                </a:path>
                <a:path w="80010" h="7619">
                  <a:moveTo>
                    <a:pt x="80010" y="0"/>
                  </a:moveTo>
                  <a:lnTo>
                    <a:pt x="0" y="0"/>
                  </a:lnTo>
                  <a:lnTo>
                    <a:pt x="0" y="1269"/>
                  </a:lnTo>
                  <a:lnTo>
                    <a:pt x="80010" y="1269"/>
                  </a:lnTo>
                  <a:lnTo>
                    <a:pt x="80010" y="0"/>
                  </a:lnTo>
                  <a:close/>
                </a:path>
              </a:pathLst>
            </a:custGeom>
            <a:solidFill>
              <a:srgbClr val="F40100"/>
            </a:solidFill>
          </p:spPr>
          <p:txBody>
            <a:bodyPr wrap="square" lIns="0" tIns="0" rIns="0" bIns="0" rtlCol="0"/>
            <a:lstStyle/>
            <a:p/>
          </p:txBody>
        </p:sp>
        <p:sp>
          <p:nvSpPr>
            <p:cNvPr id="217" name="object 217"/>
            <p:cNvSpPr/>
            <p:nvPr/>
          </p:nvSpPr>
          <p:spPr>
            <a:xfrm>
              <a:off x="1992629" y="1657350"/>
              <a:ext cx="55880" cy="6350"/>
            </a:xfrm>
            <a:custGeom>
              <a:avLst/>
              <a:gdLst/>
              <a:ahLst/>
              <a:cxnLst/>
              <a:rect l="l" t="t" r="r" b="b"/>
              <a:pathLst>
                <a:path w="55880" h="6350">
                  <a:moveTo>
                    <a:pt x="36830" y="5080"/>
                  </a:moveTo>
                  <a:lnTo>
                    <a:pt x="13969" y="5080"/>
                  </a:lnTo>
                  <a:lnTo>
                    <a:pt x="13969" y="6350"/>
                  </a:lnTo>
                  <a:lnTo>
                    <a:pt x="36830" y="6350"/>
                  </a:lnTo>
                  <a:lnTo>
                    <a:pt x="36830" y="5080"/>
                  </a:lnTo>
                  <a:close/>
                </a:path>
                <a:path w="55880" h="6350">
                  <a:moveTo>
                    <a:pt x="44450" y="3810"/>
                  </a:moveTo>
                  <a:lnTo>
                    <a:pt x="11430" y="3810"/>
                  </a:lnTo>
                  <a:lnTo>
                    <a:pt x="11430" y="5080"/>
                  </a:lnTo>
                  <a:lnTo>
                    <a:pt x="44450" y="5080"/>
                  </a:lnTo>
                  <a:lnTo>
                    <a:pt x="44450" y="3810"/>
                  </a:lnTo>
                  <a:close/>
                </a:path>
                <a:path w="55880" h="6350">
                  <a:moveTo>
                    <a:pt x="49530" y="2540"/>
                  </a:moveTo>
                  <a:lnTo>
                    <a:pt x="7619" y="2540"/>
                  </a:lnTo>
                  <a:lnTo>
                    <a:pt x="7619" y="3810"/>
                  </a:lnTo>
                  <a:lnTo>
                    <a:pt x="49530" y="3810"/>
                  </a:lnTo>
                  <a:lnTo>
                    <a:pt x="49530" y="2540"/>
                  </a:lnTo>
                  <a:close/>
                </a:path>
                <a:path w="55880" h="6350">
                  <a:moveTo>
                    <a:pt x="52069" y="1270"/>
                  </a:moveTo>
                  <a:lnTo>
                    <a:pt x="1269" y="1270"/>
                  </a:lnTo>
                  <a:lnTo>
                    <a:pt x="1269" y="2540"/>
                  </a:lnTo>
                  <a:lnTo>
                    <a:pt x="52069" y="2540"/>
                  </a:lnTo>
                  <a:lnTo>
                    <a:pt x="52069" y="1270"/>
                  </a:lnTo>
                  <a:close/>
                </a:path>
                <a:path w="55880" h="6350">
                  <a:moveTo>
                    <a:pt x="55880" y="0"/>
                  </a:moveTo>
                  <a:lnTo>
                    <a:pt x="0" y="0"/>
                  </a:lnTo>
                  <a:lnTo>
                    <a:pt x="0" y="1270"/>
                  </a:lnTo>
                  <a:lnTo>
                    <a:pt x="55880" y="1270"/>
                  </a:lnTo>
                  <a:lnTo>
                    <a:pt x="55880" y="0"/>
                  </a:lnTo>
                  <a:close/>
                </a:path>
              </a:pathLst>
            </a:custGeom>
            <a:solidFill>
              <a:srgbClr val="F70100"/>
            </a:solidFill>
          </p:spPr>
          <p:txBody>
            <a:bodyPr wrap="square" lIns="0" tIns="0" rIns="0" bIns="0" rtlCol="0"/>
            <a:lstStyle/>
            <a:p/>
          </p:txBody>
        </p:sp>
      </p:grpSp>
      <p:grpSp>
        <p:nvGrpSpPr>
          <p:cNvPr id="218" name="object 218"/>
          <p:cNvGrpSpPr/>
          <p:nvPr/>
        </p:nvGrpSpPr>
        <p:grpSpPr>
          <a:xfrm>
            <a:off x="2208529" y="902969"/>
            <a:ext cx="181610" cy="753110"/>
            <a:chOff x="2208529" y="902969"/>
            <a:chExt cx="181610" cy="753110"/>
          </a:xfrm>
        </p:grpSpPr>
        <p:sp>
          <p:nvSpPr>
            <p:cNvPr id="219" name="object 219"/>
            <p:cNvSpPr/>
            <p:nvPr/>
          </p:nvSpPr>
          <p:spPr>
            <a:xfrm>
              <a:off x="2315209" y="902969"/>
              <a:ext cx="11430" cy="6350"/>
            </a:xfrm>
            <a:custGeom>
              <a:avLst/>
              <a:gdLst/>
              <a:ahLst/>
              <a:cxnLst/>
              <a:rect l="l" t="t" r="r" b="b"/>
              <a:pathLst>
                <a:path w="11430" h="6350">
                  <a:moveTo>
                    <a:pt x="11430" y="0"/>
                  </a:moveTo>
                  <a:lnTo>
                    <a:pt x="1269" y="0"/>
                  </a:lnTo>
                  <a:lnTo>
                    <a:pt x="1269" y="2539"/>
                  </a:lnTo>
                  <a:lnTo>
                    <a:pt x="0" y="2539"/>
                  </a:lnTo>
                  <a:lnTo>
                    <a:pt x="0" y="6350"/>
                  </a:lnTo>
                  <a:lnTo>
                    <a:pt x="11430" y="6350"/>
                  </a:lnTo>
                  <a:lnTo>
                    <a:pt x="11430" y="0"/>
                  </a:lnTo>
                  <a:close/>
                </a:path>
              </a:pathLst>
            </a:custGeom>
            <a:solidFill>
              <a:srgbClr val="003300"/>
            </a:solidFill>
          </p:spPr>
          <p:txBody>
            <a:bodyPr wrap="square" lIns="0" tIns="0" rIns="0" bIns="0" rtlCol="0"/>
            <a:lstStyle/>
            <a:p/>
          </p:txBody>
        </p:sp>
        <p:sp>
          <p:nvSpPr>
            <p:cNvPr id="220" name="object 220"/>
            <p:cNvSpPr/>
            <p:nvPr/>
          </p:nvSpPr>
          <p:spPr>
            <a:xfrm>
              <a:off x="2312669" y="909319"/>
              <a:ext cx="13970" cy="7620"/>
            </a:xfrm>
            <a:custGeom>
              <a:avLst/>
              <a:gdLst/>
              <a:ahLst/>
              <a:cxnLst/>
              <a:rect l="l" t="t" r="r" b="b"/>
              <a:pathLst>
                <a:path w="13969" h="7619">
                  <a:moveTo>
                    <a:pt x="13970" y="0"/>
                  </a:moveTo>
                  <a:lnTo>
                    <a:pt x="2540" y="0"/>
                  </a:lnTo>
                  <a:lnTo>
                    <a:pt x="2540" y="1269"/>
                  </a:lnTo>
                  <a:lnTo>
                    <a:pt x="1269" y="1269"/>
                  </a:lnTo>
                  <a:lnTo>
                    <a:pt x="1269" y="5079"/>
                  </a:lnTo>
                  <a:lnTo>
                    <a:pt x="0" y="5079"/>
                  </a:lnTo>
                  <a:lnTo>
                    <a:pt x="0" y="7619"/>
                  </a:lnTo>
                  <a:lnTo>
                    <a:pt x="13970" y="7619"/>
                  </a:lnTo>
                  <a:lnTo>
                    <a:pt x="13970" y="0"/>
                  </a:lnTo>
                  <a:close/>
                </a:path>
              </a:pathLst>
            </a:custGeom>
            <a:solidFill>
              <a:srgbClr val="013300"/>
            </a:solidFill>
          </p:spPr>
          <p:txBody>
            <a:bodyPr wrap="square" lIns="0" tIns="0" rIns="0" bIns="0" rtlCol="0"/>
            <a:lstStyle/>
            <a:p/>
          </p:txBody>
        </p:sp>
        <p:sp>
          <p:nvSpPr>
            <p:cNvPr id="221" name="object 221"/>
            <p:cNvSpPr/>
            <p:nvPr/>
          </p:nvSpPr>
          <p:spPr>
            <a:xfrm>
              <a:off x="2311399" y="916939"/>
              <a:ext cx="15240" cy="6350"/>
            </a:xfrm>
            <a:custGeom>
              <a:avLst/>
              <a:gdLst/>
              <a:ahLst/>
              <a:cxnLst/>
              <a:rect l="l" t="t" r="r" b="b"/>
              <a:pathLst>
                <a:path w="15239" h="6350">
                  <a:moveTo>
                    <a:pt x="15240" y="0"/>
                  </a:moveTo>
                  <a:lnTo>
                    <a:pt x="1269" y="0"/>
                  </a:lnTo>
                  <a:lnTo>
                    <a:pt x="1269" y="1270"/>
                  </a:lnTo>
                  <a:lnTo>
                    <a:pt x="0" y="1270"/>
                  </a:lnTo>
                  <a:lnTo>
                    <a:pt x="0" y="6350"/>
                  </a:lnTo>
                  <a:lnTo>
                    <a:pt x="15240" y="6350"/>
                  </a:lnTo>
                  <a:lnTo>
                    <a:pt x="15240" y="0"/>
                  </a:lnTo>
                  <a:close/>
                </a:path>
              </a:pathLst>
            </a:custGeom>
            <a:solidFill>
              <a:srgbClr val="033300"/>
            </a:solidFill>
          </p:spPr>
          <p:txBody>
            <a:bodyPr wrap="square" lIns="0" tIns="0" rIns="0" bIns="0" rtlCol="0"/>
            <a:lstStyle/>
            <a:p/>
          </p:txBody>
        </p:sp>
        <p:sp>
          <p:nvSpPr>
            <p:cNvPr id="222" name="object 222"/>
            <p:cNvSpPr/>
            <p:nvPr/>
          </p:nvSpPr>
          <p:spPr>
            <a:xfrm>
              <a:off x="2308859" y="923289"/>
              <a:ext cx="17780" cy="7620"/>
            </a:xfrm>
            <a:custGeom>
              <a:avLst/>
              <a:gdLst/>
              <a:ahLst/>
              <a:cxnLst/>
              <a:rect l="l" t="t" r="r" b="b"/>
              <a:pathLst>
                <a:path w="17780" h="7619">
                  <a:moveTo>
                    <a:pt x="17780" y="0"/>
                  </a:moveTo>
                  <a:lnTo>
                    <a:pt x="1269" y="0"/>
                  </a:lnTo>
                  <a:lnTo>
                    <a:pt x="1269" y="3810"/>
                  </a:lnTo>
                  <a:lnTo>
                    <a:pt x="0" y="3810"/>
                  </a:lnTo>
                  <a:lnTo>
                    <a:pt x="0" y="7620"/>
                  </a:lnTo>
                  <a:lnTo>
                    <a:pt x="17780" y="7620"/>
                  </a:lnTo>
                  <a:lnTo>
                    <a:pt x="17780" y="0"/>
                  </a:lnTo>
                  <a:close/>
                </a:path>
              </a:pathLst>
            </a:custGeom>
            <a:solidFill>
              <a:srgbClr val="063100"/>
            </a:solidFill>
          </p:spPr>
          <p:txBody>
            <a:bodyPr wrap="square" lIns="0" tIns="0" rIns="0" bIns="0" rtlCol="0"/>
            <a:lstStyle/>
            <a:p/>
          </p:txBody>
        </p:sp>
        <p:sp>
          <p:nvSpPr>
            <p:cNvPr id="223" name="object 223"/>
            <p:cNvSpPr/>
            <p:nvPr/>
          </p:nvSpPr>
          <p:spPr>
            <a:xfrm>
              <a:off x="2306319" y="930909"/>
              <a:ext cx="20320" cy="7620"/>
            </a:xfrm>
            <a:custGeom>
              <a:avLst/>
              <a:gdLst/>
              <a:ahLst/>
              <a:cxnLst/>
              <a:rect l="l" t="t" r="r" b="b"/>
              <a:pathLst>
                <a:path w="20319" h="7619">
                  <a:moveTo>
                    <a:pt x="20320" y="0"/>
                  </a:moveTo>
                  <a:lnTo>
                    <a:pt x="1269" y="0"/>
                  </a:lnTo>
                  <a:lnTo>
                    <a:pt x="1269" y="5079"/>
                  </a:lnTo>
                  <a:lnTo>
                    <a:pt x="0" y="5079"/>
                  </a:lnTo>
                  <a:lnTo>
                    <a:pt x="0" y="7619"/>
                  </a:lnTo>
                  <a:lnTo>
                    <a:pt x="20319" y="7619"/>
                  </a:lnTo>
                  <a:lnTo>
                    <a:pt x="20320" y="0"/>
                  </a:lnTo>
                  <a:close/>
                </a:path>
              </a:pathLst>
            </a:custGeom>
            <a:solidFill>
              <a:srgbClr val="083100"/>
            </a:solidFill>
          </p:spPr>
          <p:txBody>
            <a:bodyPr wrap="square" lIns="0" tIns="0" rIns="0" bIns="0" rtlCol="0"/>
            <a:lstStyle/>
            <a:p/>
          </p:txBody>
        </p:sp>
        <p:sp>
          <p:nvSpPr>
            <p:cNvPr id="224" name="object 224"/>
            <p:cNvSpPr/>
            <p:nvPr/>
          </p:nvSpPr>
          <p:spPr>
            <a:xfrm>
              <a:off x="2303779" y="938529"/>
              <a:ext cx="22860" cy="6350"/>
            </a:xfrm>
            <a:custGeom>
              <a:avLst/>
              <a:gdLst/>
              <a:ahLst/>
              <a:cxnLst/>
              <a:rect l="l" t="t" r="r" b="b"/>
              <a:pathLst>
                <a:path w="22860" h="6350">
                  <a:moveTo>
                    <a:pt x="22859" y="0"/>
                  </a:moveTo>
                  <a:lnTo>
                    <a:pt x="2539" y="0"/>
                  </a:lnTo>
                  <a:lnTo>
                    <a:pt x="2539" y="1270"/>
                  </a:lnTo>
                  <a:lnTo>
                    <a:pt x="1269" y="1270"/>
                  </a:lnTo>
                  <a:lnTo>
                    <a:pt x="1269" y="5080"/>
                  </a:lnTo>
                  <a:lnTo>
                    <a:pt x="0" y="5080"/>
                  </a:lnTo>
                  <a:lnTo>
                    <a:pt x="0" y="6350"/>
                  </a:lnTo>
                  <a:lnTo>
                    <a:pt x="22859" y="6350"/>
                  </a:lnTo>
                  <a:lnTo>
                    <a:pt x="22859" y="0"/>
                  </a:lnTo>
                  <a:close/>
                </a:path>
              </a:pathLst>
            </a:custGeom>
            <a:solidFill>
              <a:srgbClr val="0B3000"/>
            </a:solidFill>
          </p:spPr>
          <p:txBody>
            <a:bodyPr wrap="square" lIns="0" tIns="0" rIns="0" bIns="0" rtlCol="0"/>
            <a:lstStyle/>
            <a:p/>
          </p:txBody>
        </p:sp>
        <p:sp>
          <p:nvSpPr>
            <p:cNvPr id="225" name="object 225"/>
            <p:cNvSpPr/>
            <p:nvPr/>
          </p:nvSpPr>
          <p:spPr>
            <a:xfrm>
              <a:off x="2301239" y="944879"/>
              <a:ext cx="25400" cy="7620"/>
            </a:xfrm>
            <a:custGeom>
              <a:avLst/>
              <a:gdLst/>
              <a:ahLst/>
              <a:cxnLst/>
              <a:rect l="l" t="t" r="r" b="b"/>
              <a:pathLst>
                <a:path w="25400" h="7619">
                  <a:moveTo>
                    <a:pt x="25400" y="0"/>
                  </a:moveTo>
                  <a:lnTo>
                    <a:pt x="2540" y="0"/>
                  </a:lnTo>
                  <a:lnTo>
                    <a:pt x="2540" y="2540"/>
                  </a:lnTo>
                  <a:lnTo>
                    <a:pt x="1270" y="2540"/>
                  </a:lnTo>
                  <a:lnTo>
                    <a:pt x="1270" y="6350"/>
                  </a:lnTo>
                  <a:lnTo>
                    <a:pt x="0" y="6350"/>
                  </a:lnTo>
                  <a:lnTo>
                    <a:pt x="0" y="7620"/>
                  </a:lnTo>
                  <a:lnTo>
                    <a:pt x="25400" y="7620"/>
                  </a:lnTo>
                  <a:lnTo>
                    <a:pt x="25400" y="0"/>
                  </a:lnTo>
                  <a:close/>
                </a:path>
              </a:pathLst>
            </a:custGeom>
            <a:solidFill>
              <a:srgbClr val="0D3000"/>
            </a:solidFill>
          </p:spPr>
          <p:txBody>
            <a:bodyPr wrap="square" lIns="0" tIns="0" rIns="0" bIns="0" rtlCol="0"/>
            <a:lstStyle/>
            <a:p/>
          </p:txBody>
        </p:sp>
        <p:sp>
          <p:nvSpPr>
            <p:cNvPr id="226" name="object 226"/>
            <p:cNvSpPr/>
            <p:nvPr/>
          </p:nvSpPr>
          <p:spPr>
            <a:xfrm>
              <a:off x="2298699" y="952499"/>
              <a:ext cx="27940" cy="7620"/>
            </a:xfrm>
            <a:custGeom>
              <a:avLst/>
              <a:gdLst/>
              <a:ahLst/>
              <a:cxnLst/>
              <a:rect l="l" t="t" r="r" b="b"/>
              <a:pathLst>
                <a:path w="27939" h="7619">
                  <a:moveTo>
                    <a:pt x="27939" y="0"/>
                  </a:moveTo>
                  <a:lnTo>
                    <a:pt x="2539" y="0"/>
                  </a:lnTo>
                  <a:lnTo>
                    <a:pt x="2539" y="2539"/>
                  </a:lnTo>
                  <a:lnTo>
                    <a:pt x="1269" y="2539"/>
                  </a:lnTo>
                  <a:lnTo>
                    <a:pt x="1269" y="5079"/>
                  </a:lnTo>
                  <a:lnTo>
                    <a:pt x="0" y="5079"/>
                  </a:lnTo>
                  <a:lnTo>
                    <a:pt x="0" y="7620"/>
                  </a:lnTo>
                  <a:lnTo>
                    <a:pt x="27939" y="7620"/>
                  </a:lnTo>
                  <a:lnTo>
                    <a:pt x="27939" y="0"/>
                  </a:lnTo>
                  <a:close/>
                </a:path>
              </a:pathLst>
            </a:custGeom>
            <a:solidFill>
              <a:srgbClr val="102F00"/>
            </a:solidFill>
          </p:spPr>
          <p:txBody>
            <a:bodyPr wrap="square" lIns="0" tIns="0" rIns="0" bIns="0" rtlCol="0"/>
            <a:lstStyle/>
            <a:p/>
          </p:txBody>
        </p:sp>
        <p:sp>
          <p:nvSpPr>
            <p:cNvPr id="227" name="object 227"/>
            <p:cNvSpPr/>
            <p:nvPr/>
          </p:nvSpPr>
          <p:spPr>
            <a:xfrm>
              <a:off x="2296159" y="960119"/>
              <a:ext cx="30480" cy="7620"/>
            </a:xfrm>
            <a:custGeom>
              <a:avLst/>
              <a:gdLst/>
              <a:ahLst/>
              <a:cxnLst/>
              <a:rect l="l" t="t" r="r" b="b"/>
              <a:pathLst>
                <a:path w="30480" h="7619">
                  <a:moveTo>
                    <a:pt x="30479" y="0"/>
                  </a:moveTo>
                  <a:lnTo>
                    <a:pt x="2539" y="0"/>
                  </a:lnTo>
                  <a:lnTo>
                    <a:pt x="2539" y="1269"/>
                  </a:lnTo>
                  <a:lnTo>
                    <a:pt x="1269" y="1269"/>
                  </a:lnTo>
                  <a:lnTo>
                    <a:pt x="1269" y="5079"/>
                  </a:lnTo>
                  <a:lnTo>
                    <a:pt x="0" y="5079"/>
                  </a:lnTo>
                  <a:lnTo>
                    <a:pt x="0" y="7619"/>
                  </a:lnTo>
                  <a:lnTo>
                    <a:pt x="30479" y="7619"/>
                  </a:lnTo>
                  <a:lnTo>
                    <a:pt x="30479" y="0"/>
                  </a:lnTo>
                  <a:close/>
                </a:path>
              </a:pathLst>
            </a:custGeom>
            <a:solidFill>
              <a:srgbClr val="122F00"/>
            </a:solidFill>
          </p:spPr>
          <p:txBody>
            <a:bodyPr wrap="square" lIns="0" tIns="0" rIns="0" bIns="0" rtlCol="0"/>
            <a:lstStyle/>
            <a:p/>
          </p:txBody>
        </p:sp>
        <p:sp>
          <p:nvSpPr>
            <p:cNvPr id="228" name="object 228"/>
            <p:cNvSpPr/>
            <p:nvPr/>
          </p:nvSpPr>
          <p:spPr>
            <a:xfrm>
              <a:off x="2293619" y="967739"/>
              <a:ext cx="33020" cy="6350"/>
            </a:xfrm>
            <a:custGeom>
              <a:avLst/>
              <a:gdLst/>
              <a:ahLst/>
              <a:cxnLst/>
              <a:rect l="l" t="t" r="r" b="b"/>
              <a:pathLst>
                <a:path w="33019" h="6350">
                  <a:moveTo>
                    <a:pt x="33019" y="0"/>
                  </a:moveTo>
                  <a:lnTo>
                    <a:pt x="2540" y="0"/>
                  </a:lnTo>
                  <a:lnTo>
                    <a:pt x="2540" y="1270"/>
                  </a:lnTo>
                  <a:lnTo>
                    <a:pt x="1269" y="1270"/>
                  </a:lnTo>
                  <a:lnTo>
                    <a:pt x="1269" y="5080"/>
                  </a:lnTo>
                  <a:lnTo>
                    <a:pt x="0" y="5080"/>
                  </a:lnTo>
                  <a:lnTo>
                    <a:pt x="0" y="6350"/>
                  </a:lnTo>
                  <a:lnTo>
                    <a:pt x="33019" y="6350"/>
                  </a:lnTo>
                  <a:lnTo>
                    <a:pt x="33019" y="0"/>
                  </a:lnTo>
                  <a:close/>
                </a:path>
              </a:pathLst>
            </a:custGeom>
            <a:solidFill>
              <a:srgbClr val="142E00"/>
            </a:solidFill>
          </p:spPr>
          <p:txBody>
            <a:bodyPr wrap="square" lIns="0" tIns="0" rIns="0" bIns="0" rtlCol="0"/>
            <a:lstStyle/>
            <a:p/>
          </p:txBody>
        </p:sp>
        <p:sp>
          <p:nvSpPr>
            <p:cNvPr id="229" name="object 229"/>
            <p:cNvSpPr/>
            <p:nvPr/>
          </p:nvSpPr>
          <p:spPr>
            <a:xfrm>
              <a:off x="2291079" y="974089"/>
              <a:ext cx="35560" cy="7620"/>
            </a:xfrm>
            <a:custGeom>
              <a:avLst/>
              <a:gdLst/>
              <a:ahLst/>
              <a:cxnLst/>
              <a:rect l="l" t="t" r="r" b="b"/>
              <a:pathLst>
                <a:path w="35560" h="7619">
                  <a:moveTo>
                    <a:pt x="35559" y="0"/>
                  </a:moveTo>
                  <a:lnTo>
                    <a:pt x="2539" y="0"/>
                  </a:lnTo>
                  <a:lnTo>
                    <a:pt x="2539" y="2539"/>
                  </a:lnTo>
                  <a:lnTo>
                    <a:pt x="35559" y="2539"/>
                  </a:lnTo>
                  <a:lnTo>
                    <a:pt x="35559" y="0"/>
                  </a:lnTo>
                  <a:close/>
                </a:path>
                <a:path w="35560" h="7619">
                  <a:moveTo>
                    <a:pt x="35559" y="2540"/>
                  </a:moveTo>
                  <a:lnTo>
                    <a:pt x="1269" y="2540"/>
                  </a:lnTo>
                  <a:lnTo>
                    <a:pt x="1269" y="5080"/>
                  </a:lnTo>
                  <a:lnTo>
                    <a:pt x="0" y="5080"/>
                  </a:lnTo>
                  <a:lnTo>
                    <a:pt x="0" y="7620"/>
                  </a:lnTo>
                  <a:lnTo>
                    <a:pt x="35559" y="7620"/>
                  </a:lnTo>
                  <a:lnTo>
                    <a:pt x="35559" y="2540"/>
                  </a:lnTo>
                  <a:close/>
                </a:path>
              </a:pathLst>
            </a:custGeom>
            <a:solidFill>
              <a:srgbClr val="172E00"/>
            </a:solidFill>
          </p:spPr>
          <p:txBody>
            <a:bodyPr wrap="square" lIns="0" tIns="0" rIns="0" bIns="0" rtlCol="0"/>
            <a:lstStyle/>
            <a:p/>
          </p:txBody>
        </p:sp>
        <p:sp>
          <p:nvSpPr>
            <p:cNvPr id="230" name="object 230"/>
            <p:cNvSpPr/>
            <p:nvPr/>
          </p:nvSpPr>
          <p:spPr>
            <a:xfrm>
              <a:off x="2288539" y="981709"/>
              <a:ext cx="38100" cy="7620"/>
            </a:xfrm>
            <a:custGeom>
              <a:avLst/>
              <a:gdLst/>
              <a:ahLst/>
              <a:cxnLst/>
              <a:rect l="l" t="t" r="r" b="b"/>
              <a:pathLst>
                <a:path w="38100" h="7619">
                  <a:moveTo>
                    <a:pt x="38100" y="0"/>
                  </a:moveTo>
                  <a:lnTo>
                    <a:pt x="2540" y="0"/>
                  </a:lnTo>
                  <a:lnTo>
                    <a:pt x="2540" y="1269"/>
                  </a:lnTo>
                  <a:lnTo>
                    <a:pt x="1270" y="1269"/>
                  </a:lnTo>
                  <a:lnTo>
                    <a:pt x="1270" y="5079"/>
                  </a:lnTo>
                  <a:lnTo>
                    <a:pt x="0" y="5079"/>
                  </a:lnTo>
                  <a:lnTo>
                    <a:pt x="0" y="7619"/>
                  </a:lnTo>
                  <a:lnTo>
                    <a:pt x="38100" y="7619"/>
                  </a:lnTo>
                  <a:lnTo>
                    <a:pt x="38100" y="0"/>
                  </a:lnTo>
                  <a:close/>
                </a:path>
              </a:pathLst>
            </a:custGeom>
            <a:solidFill>
              <a:srgbClr val="192D00"/>
            </a:solidFill>
          </p:spPr>
          <p:txBody>
            <a:bodyPr wrap="square" lIns="0" tIns="0" rIns="0" bIns="0" rtlCol="0"/>
            <a:lstStyle/>
            <a:p/>
          </p:txBody>
        </p:sp>
        <p:sp>
          <p:nvSpPr>
            <p:cNvPr id="231" name="object 231"/>
            <p:cNvSpPr/>
            <p:nvPr/>
          </p:nvSpPr>
          <p:spPr>
            <a:xfrm>
              <a:off x="2285999" y="989329"/>
              <a:ext cx="40640" cy="6350"/>
            </a:xfrm>
            <a:custGeom>
              <a:avLst/>
              <a:gdLst/>
              <a:ahLst/>
              <a:cxnLst/>
              <a:rect l="l" t="t" r="r" b="b"/>
              <a:pathLst>
                <a:path w="40639" h="6350">
                  <a:moveTo>
                    <a:pt x="40639" y="0"/>
                  </a:moveTo>
                  <a:lnTo>
                    <a:pt x="2539" y="0"/>
                  </a:lnTo>
                  <a:lnTo>
                    <a:pt x="2539" y="1270"/>
                  </a:lnTo>
                  <a:lnTo>
                    <a:pt x="1269" y="1270"/>
                  </a:lnTo>
                  <a:lnTo>
                    <a:pt x="1269" y="5080"/>
                  </a:lnTo>
                  <a:lnTo>
                    <a:pt x="0" y="5080"/>
                  </a:lnTo>
                  <a:lnTo>
                    <a:pt x="0" y="6350"/>
                  </a:lnTo>
                  <a:lnTo>
                    <a:pt x="40639" y="6350"/>
                  </a:lnTo>
                  <a:lnTo>
                    <a:pt x="40639" y="0"/>
                  </a:lnTo>
                  <a:close/>
                </a:path>
              </a:pathLst>
            </a:custGeom>
            <a:solidFill>
              <a:srgbClr val="1C2D00"/>
            </a:solidFill>
          </p:spPr>
          <p:txBody>
            <a:bodyPr wrap="square" lIns="0" tIns="0" rIns="0" bIns="0" rtlCol="0"/>
            <a:lstStyle/>
            <a:p/>
          </p:txBody>
        </p:sp>
        <p:sp>
          <p:nvSpPr>
            <p:cNvPr id="232" name="object 232"/>
            <p:cNvSpPr/>
            <p:nvPr/>
          </p:nvSpPr>
          <p:spPr>
            <a:xfrm>
              <a:off x="2283459" y="995679"/>
              <a:ext cx="43180" cy="7620"/>
            </a:xfrm>
            <a:custGeom>
              <a:avLst/>
              <a:gdLst/>
              <a:ahLst/>
              <a:cxnLst/>
              <a:rect l="l" t="t" r="r" b="b"/>
              <a:pathLst>
                <a:path w="43180" h="7619">
                  <a:moveTo>
                    <a:pt x="43179" y="0"/>
                  </a:moveTo>
                  <a:lnTo>
                    <a:pt x="2539" y="0"/>
                  </a:lnTo>
                  <a:lnTo>
                    <a:pt x="2539" y="1270"/>
                  </a:lnTo>
                  <a:lnTo>
                    <a:pt x="1269" y="1270"/>
                  </a:lnTo>
                  <a:lnTo>
                    <a:pt x="1269" y="5080"/>
                  </a:lnTo>
                  <a:lnTo>
                    <a:pt x="0" y="5080"/>
                  </a:lnTo>
                  <a:lnTo>
                    <a:pt x="0" y="7620"/>
                  </a:lnTo>
                  <a:lnTo>
                    <a:pt x="43179" y="7620"/>
                  </a:lnTo>
                  <a:lnTo>
                    <a:pt x="43179" y="0"/>
                  </a:lnTo>
                  <a:close/>
                </a:path>
              </a:pathLst>
            </a:custGeom>
            <a:solidFill>
              <a:srgbClr val="1E2C00"/>
            </a:solidFill>
          </p:spPr>
          <p:txBody>
            <a:bodyPr wrap="square" lIns="0" tIns="0" rIns="0" bIns="0" rtlCol="0"/>
            <a:lstStyle/>
            <a:p/>
          </p:txBody>
        </p:sp>
        <p:sp>
          <p:nvSpPr>
            <p:cNvPr id="233" name="object 233"/>
            <p:cNvSpPr/>
            <p:nvPr/>
          </p:nvSpPr>
          <p:spPr>
            <a:xfrm>
              <a:off x="2279649" y="1003299"/>
              <a:ext cx="46990" cy="7620"/>
            </a:xfrm>
            <a:custGeom>
              <a:avLst/>
              <a:gdLst/>
              <a:ahLst/>
              <a:cxnLst/>
              <a:rect l="l" t="t" r="r" b="b"/>
              <a:pathLst>
                <a:path w="46989" h="7619">
                  <a:moveTo>
                    <a:pt x="46989" y="0"/>
                  </a:moveTo>
                  <a:lnTo>
                    <a:pt x="3810" y="0"/>
                  </a:lnTo>
                  <a:lnTo>
                    <a:pt x="3810" y="1270"/>
                  </a:lnTo>
                  <a:lnTo>
                    <a:pt x="2539" y="1270"/>
                  </a:lnTo>
                  <a:lnTo>
                    <a:pt x="2539" y="3810"/>
                  </a:lnTo>
                  <a:lnTo>
                    <a:pt x="1269" y="3810"/>
                  </a:lnTo>
                  <a:lnTo>
                    <a:pt x="1269" y="6350"/>
                  </a:lnTo>
                  <a:lnTo>
                    <a:pt x="0" y="6350"/>
                  </a:lnTo>
                  <a:lnTo>
                    <a:pt x="0" y="7620"/>
                  </a:lnTo>
                  <a:lnTo>
                    <a:pt x="46989" y="7620"/>
                  </a:lnTo>
                  <a:lnTo>
                    <a:pt x="46989" y="0"/>
                  </a:lnTo>
                  <a:close/>
                </a:path>
              </a:pathLst>
            </a:custGeom>
            <a:solidFill>
              <a:srgbClr val="212C00"/>
            </a:solidFill>
          </p:spPr>
          <p:txBody>
            <a:bodyPr wrap="square" lIns="0" tIns="0" rIns="0" bIns="0" rtlCol="0"/>
            <a:lstStyle/>
            <a:p/>
          </p:txBody>
        </p:sp>
        <p:sp>
          <p:nvSpPr>
            <p:cNvPr id="234" name="object 234"/>
            <p:cNvSpPr/>
            <p:nvPr/>
          </p:nvSpPr>
          <p:spPr>
            <a:xfrm>
              <a:off x="2277109" y="1010919"/>
              <a:ext cx="49530" cy="7620"/>
            </a:xfrm>
            <a:custGeom>
              <a:avLst/>
              <a:gdLst/>
              <a:ahLst/>
              <a:cxnLst/>
              <a:rect l="l" t="t" r="r" b="b"/>
              <a:pathLst>
                <a:path w="49530" h="7619">
                  <a:moveTo>
                    <a:pt x="49529" y="0"/>
                  </a:moveTo>
                  <a:lnTo>
                    <a:pt x="2539" y="0"/>
                  </a:lnTo>
                  <a:lnTo>
                    <a:pt x="2539" y="1269"/>
                  </a:lnTo>
                  <a:lnTo>
                    <a:pt x="1269" y="1269"/>
                  </a:lnTo>
                  <a:lnTo>
                    <a:pt x="1269" y="3809"/>
                  </a:lnTo>
                  <a:lnTo>
                    <a:pt x="0" y="3809"/>
                  </a:lnTo>
                  <a:lnTo>
                    <a:pt x="0" y="7619"/>
                  </a:lnTo>
                  <a:lnTo>
                    <a:pt x="49529" y="7619"/>
                  </a:lnTo>
                  <a:lnTo>
                    <a:pt x="49529" y="0"/>
                  </a:lnTo>
                  <a:close/>
                </a:path>
              </a:pathLst>
            </a:custGeom>
            <a:solidFill>
              <a:srgbClr val="232B00"/>
            </a:solidFill>
          </p:spPr>
          <p:txBody>
            <a:bodyPr wrap="square" lIns="0" tIns="0" rIns="0" bIns="0" rtlCol="0"/>
            <a:lstStyle/>
            <a:p/>
          </p:txBody>
        </p:sp>
        <p:sp>
          <p:nvSpPr>
            <p:cNvPr id="235" name="object 235"/>
            <p:cNvSpPr/>
            <p:nvPr/>
          </p:nvSpPr>
          <p:spPr>
            <a:xfrm>
              <a:off x="2273299" y="1018539"/>
              <a:ext cx="53340" cy="6350"/>
            </a:xfrm>
            <a:custGeom>
              <a:avLst/>
              <a:gdLst/>
              <a:ahLst/>
              <a:cxnLst/>
              <a:rect l="l" t="t" r="r" b="b"/>
              <a:pathLst>
                <a:path w="53339" h="6350">
                  <a:moveTo>
                    <a:pt x="53339" y="0"/>
                  </a:moveTo>
                  <a:lnTo>
                    <a:pt x="2539" y="0"/>
                  </a:lnTo>
                  <a:lnTo>
                    <a:pt x="2539" y="2539"/>
                  </a:lnTo>
                  <a:lnTo>
                    <a:pt x="53339" y="2539"/>
                  </a:lnTo>
                  <a:lnTo>
                    <a:pt x="53339" y="0"/>
                  </a:lnTo>
                  <a:close/>
                </a:path>
                <a:path w="53339" h="6350">
                  <a:moveTo>
                    <a:pt x="53339" y="2540"/>
                  </a:moveTo>
                  <a:lnTo>
                    <a:pt x="1269" y="2540"/>
                  </a:lnTo>
                  <a:lnTo>
                    <a:pt x="1269" y="5080"/>
                  </a:lnTo>
                  <a:lnTo>
                    <a:pt x="0" y="5080"/>
                  </a:lnTo>
                  <a:lnTo>
                    <a:pt x="0" y="6350"/>
                  </a:lnTo>
                  <a:lnTo>
                    <a:pt x="53339" y="6350"/>
                  </a:lnTo>
                  <a:lnTo>
                    <a:pt x="53339" y="2540"/>
                  </a:lnTo>
                  <a:close/>
                </a:path>
              </a:pathLst>
            </a:custGeom>
            <a:solidFill>
              <a:srgbClr val="252B00"/>
            </a:solidFill>
          </p:spPr>
          <p:txBody>
            <a:bodyPr wrap="square" lIns="0" tIns="0" rIns="0" bIns="0" rtlCol="0"/>
            <a:lstStyle/>
            <a:p/>
          </p:txBody>
        </p:sp>
        <p:sp>
          <p:nvSpPr>
            <p:cNvPr id="236" name="object 236"/>
            <p:cNvSpPr/>
            <p:nvPr/>
          </p:nvSpPr>
          <p:spPr>
            <a:xfrm>
              <a:off x="2270759" y="1024889"/>
              <a:ext cx="55880" cy="7620"/>
            </a:xfrm>
            <a:custGeom>
              <a:avLst/>
              <a:gdLst/>
              <a:ahLst/>
              <a:cxnLst/>
              <a:rect l="l" t="t" r="r" b="b"/>
              <a:pathLst>
                <a:path w="55880" h="7619">
                  <a:moveTo>
                    <a:pt x="55879" y="0"/>
                  </a:moveTo>
                  <a:lnTo>
                    <a:pt x="2539" y="0"/>
                  </a:lnTo>
                  <a:lnTo>
                    <a:pt x="2539" y="1270"/>
                  </a:lnTo>
                  <a:lnTo>
                    <a:pt x="1269" y="1270"/>
                  </a:lnTo>
                  <a:lnTo>
                    <a:pt x="1269" y="3810"/>
                  </a:lnTo>
                  <a:lnTo>
                    <a:pt x="0" y="3810"/>
                  </a:lnTo>
                  <a:lnTo>
                    <a:pt x="0" y="7620"/>
                  </a:lnTo>
                  <a:lnTo>
                    <a:pt x="55879" y="7620"/>
                  </a:lnTo>
                  <a:lnTo>
                    <a:pt x="55879" y="0"/>
                  </a:lnTo>
                  <a:close/>
                </a:path>
              </a:pathLst>
            </a:custGeom>
            <a:solidFill>
              <a:srgbClr val="282A00"/>
            </a:solidFill>
          </p:spPr>
          <p:txBody>
            <a:bodyPr wrap="square" lIns="0" tIns="0" rIns="0" bIns="0" rtlCol="0"/>
            <a:lstStyle/>
            <a:p/>
          </p:txBody>
        </p:sp>
        <p:sp>
          <p:nvSpPr>
            <p:cNvPr id="237" name="object 237"/>
            <p:cNvSpPr/>
            <p:nvPr/>
          </p:nvSpPr>
          <p:spPr>
            <a:xfrm>
              <a:off x="2266949" y="1032509"/>
              <a:ext cx="59690" cy="7620"/>
            </a:xfrm>
            <a:custGeom>
              <a:avLst/>
              <a:gdLst/>
              <a:ahLst/>
              <a:cxnLst/>
              <a:rect l="l" t="t" r="r" b="b"/>
              <a:pathLst>
                <a:path w="59689" h="7619">
                  <a:moveTo>
                    <a:pt x="59689" y="0"/>
                  </a:moveTo>
                  <a:lnTo>
                    <a:pt x="2539" y="0"/>
                  </a:lnTo>
                  <a:lnTo>
                    <a:pt x="2539" y="2539"/>
                  </a:lnTo>
                  <a:lnTo>
                    <a:pt x="1269" y="2539"/>
                  </a:lnTo>
                  <a:lnTo>
                    <a:pt x="1269" y="5079"/>
                  </a:lnTo>
                  <a:lnTo>
                    <a:pt x="0" y="5079"/>
                  </a:lnTo>
                  <a:lnTo>
                    <a:pt x="0" y="7619"/>
                  </a:lnTo>
                  <a:lnTo>
                    <a:pt x="59689" y="7619"/>
                  </a:lnTo>
                  <a:lnTo>
                    <a:pt x="59689" y="0"/>
                  </a:lnTo>
                  <a:close/>
                </a:path>
              </a:pathLst>
            </a:custGeom>
            <a:solidFill>
              <a:srgbClr val="2A2A00"/>
            </a:solidFill>
          </p:spPr>
          <p:txBody>
            <a:bodyPr wrap="square" lIns="0" tIns="0" rIns="0" bIns="0" rtlCol="0"/>
            <a:lstStyle/>
            <a:p/>
          </p:txBody>
        </p:sp>
        <p:sp>
          <p:nvSpPr>
            <p:cNvPr id="238" name="object 238"/>
            <p:cNvSpPr/>
            <p:nvPr/>
          </p:nvSpPr>
          <p:spPr>
            <a:xfrm>
              <a:off x="2264409" y="1040129"/>
              <a:ext cx="62230" cy="6350"/>
            </a:xfrm>
            <a:custGeom>
              <a:avLst/>
              <a:gdLst/>
              <a:ahLst/>
              <a:cxnLst/>
              <a:rect l="l" t="t" r="r" b="b"/>
              <a:pathLst>
                <a:path w="62230" h="6350">
                  <a:moveTo>
                    <a:pt x="62230" y="0"/>
                  </a:moveTo>
                  <a:lnTo>
                    <a:pt x="1269" y="0"/>
                  </a:lnTo>
                  <a:lnTo>
                    <a:pt x="1269" y="2540"/>
                  </a:lnTo>
                  <a:lnTo>
                    <a:pt x="0" y="2540"/>
                  </a:lnTo>
                  <a:lnTo>
                    <a:pt x="0" y="6350"/>
                  </a:lnTo>
                  <a:lnTo>
                    <a:pt x="62230" y="6350"/>
                  </a:lnTo>
                  <a:lnTo>
                    <a:pt x="62230" y="0"/>
                  </a:lnTo>
                  <a:close/>
                </a:path>
              </a:pathLst>
            </a:custGeom>
            <a:solidFill>
              <a:srgbClr val="2D2900"/>
            </a:solidFill>
          </p:spPr>
          <p:txBody>
            <a:bodyPr wrap="square" lIns="0" tIns="0" rIns="0" bIns="0" rtlCol="0"/>
            <a:lstStyle/>
            <a:p/>
          </p:txBody>
        </p:sp>
        <p:sp>
          <p:nvSpPr>
            <p:cNvPr id="239" name="object 239"/>
            <p:cNvSpPr/>
            <p:nvPr/>
          </p:nvSpPr>
          <p:spPr>
            <a:xfrm>
              <a:off x="2260599" y="1046479"/>
              <a:ext cx="66040" cy="7620"/>
            </a:xfrm>
            <a:custGeom>
              <a:avLst/>
              <a:gdLst/>
              <a:ahLst/>
              <a:cxnLst/>
              <a:rect l="l" t="t" r="r" b="b"/>
              <a:pathLst>
                <a:path w="66039" h="7619">
                  <a:moveTo>
                    <a:pt x="66039" y="0"/>
                  </a:moveTo>
                  <a:lnTo>
                    <a:pt x="2539" y="0"/>
                  </a:lnTo>
                  <a:lnTo>
                    <a:pt x="2539" y="2540"/>
                  </a:lnTo>
                  <a:lnTo>
                    <a:pt x="1269" y="2540"/>
                  </a:lnTo>
                  <a:lnTo>
                    <a:pt x="1269" y="5080"/>
                  </a:lnTo>
                  <a:lnTo>
                    <a:pt x="0" y="5080"/>
                  </a:lnTo>
                  <a:lnTo>
                    <a:pt x="0" y="7620"/>
                  </a:lnTo>
                  <a:lnTo>
                    <a:pt x="66039" y="7620"/>
                  </a:lnTo>
                  <a:lnTo>
                    <a:pt x="66039" y="0"/>
                  </a:lnTo>
                  <a:close/>
                </a:path>
              </a:pathLst>
            </a:custGeom>
            <a:solidFill>
              <a:srgbClr val="2F2900"/>
            </a:solidFill>
          </p:spPr>
          <p:txBody>
            <a:bodyPr wrap="square" lIns="0" tIns="0" rIns="0" bIns="0" rtlCol="0"/>
            <a:lstStyle/>
            <a:p/>
          </p:txBody>
        </p:sp>
        <p:sp>
          <p:nvSpPr>
            <p:cNvPr id="240" name="object 240"/>
            <p:cNvSpPr/>
            <p:nvPr/>
          </p:nvSpPr>
          <p:spPr>
            <a:xfrm>
              <a:off x="2256789" y="1054099"/>
              <a:ext cx="69850" cy="7620"/>
            </a:xfrm>
            <a:custGeom>
              <a:avLst/>
              <a:gdLst/>
              <a:ahLst/>
              <a:cxnLst/>
              <a:rect l="l" t="t" r="r" b="b"/>
              <a:pathLst>
                <a:path w="69850" h="7619">
                  <a:moveTo>
                    <a:pt x="69850" y="0"/>
                  </a:moveTo>
                  <a:lnTo>
                    <a:pt x="2540" y="0"/>
                  </a:lnTo>
                  <a:lnTo>
                    <a:pt x="2540" y="2539"/>
                  </a:lnTo>
                  <a:lnTo>
                    <a:pt x="1270" y="2539"/>
                  </a:lnTo>
                  <a:lnTo>
                    <a:pt x="1270" y="5079"/>
                  </a:lnTo>
                  <a:lnTo>
                    <a:pt x="69850" y="5079"/>
                  </a:lnTo>
                  <a:lnTo>
                    <a:pt x="69850" y="0"/>
                  </a:lnTo>
                  <a:close/>
                </a:path>
                <a:path w="69850" h="7619">
                  <a:moveTo>
                    <a:pt x="69850" y="5080"/>
                  </a:moveTo>
                  <a:lnTo>
                    <a:pt x="0" y="5080"/>
                  </a:lnTo>
                  <a:lnTo>
                    <a:pt x="0" y="7620"/>
                  </a:lnTo>
                  <a:lnTo>
                    <a:pt x="69850" y="7620"/>
                  </a:lnTo>
                  <a:lnTo>
                    <a:pt x="69850" y="5080"/>
                  </a:lnTo>
                  <a:close/>
                </a:path>
              </a:pathLst>
            </a:custGeom>
            <a:solidFill>
              <a:srgbClr val="332800"/>
            </a:solidFill>
          </p:spPr>
          <p:txBody>
            <a:bodyPr wrap="square" lIns="0" tIns="0" rIns="0" bIns="0" rtlCol="0"/>
            <a:lstStyle/>
            <a:p/>
          </p:txBody>
        </p:sp>
        <p:sp>
          <p:nvSpPr>
            <p:cNvPr id="241" name="object 241"/>
            <p:cNvSpPr/>
            <p:nvPr/>
          </p:nvSpPr>
          <p:spPr>
            <a:xfrm>
              <a:off x="2252979" y="1061719"/>
              <a:ext cx="73660" cy="6350"/>
            </a:xfrm>
            <a:custGeom>
              <a:avLst/>
              <a:gdLst/>
              <a:ahLst/>
              <a:cxnLst/>
              <a:rect l="l" t="t" r="r" b="b"/>
              <a:pathLst>
                <a:path w="73660" h="6350">
                  <a:moveTo>
                    <a:pt x="73659" y="0"/>
                  </a:moveTo>
                  <a:lnTo>
                    <a:pt x="2539" y="0"/>
                  </a:lnTo>
                  <a:lnTo>
                    <a:pt x="2539" y="2539"/>
                  </a:lnTo>
                  <a:lnTo>
                    <a:pt x="1269" y="2539"/>
                  </a:lnTo>
                  <a:lnTo>
                    <a:pt x="1269" y="5079"/>
                  </a:lnTo>
                  <a:lnTo>
                    <a:pt x="0" y="5079"/>
                  </a:lnTo>
                  <a:lnTo>
                    <a:pt x="0" y="6350"/>
                  </a:lnTo>
                  <a:lnTo>
                    <a:pt x="73659" y="6350"/>
                  </a:lnTo>
                  <a:lnTo>
                    <a:pt x="73659" y="0"/>
                  </a:lnTo>
                  <a:close/>
                </a:path>
              </a:pathLst>
            </a:custGeom>
            <a:solidFill>
              <a:srgbClr val="342800"/>
            </a:solidFill>
          </p:spPr>
          <p:txBody>
            <a:bodyPr wrap="square" lIns="0" tIns="0" rIns="0" bIns="0" rtlCol="0"/>
            <a:lstStyle/>
            <a:p/>
          </p:txBody>
        </p:sp>
        <p:sp>
          <p:nvSpPr>
            <p:cNvPr id="242" name="object 242"/>
            <p:cNvSpPr/>
            <p:nvPr/>
          </p:nvSpPr>
          <p:spPr>
            <a:xfrm>
              <a:off x="2249169" y="1068069"/>
              <a:ext cx="77470" cy="7620"/>
            </a:xfrm>
            <a:custGeom>
              <a:avLst/>
              <a:gdLst/>
              <a:ahLst/>
              <a:cxnLst/>
              <a:rect l="l" t="t" r="r" b="b"/>
              <a:pathLst>
                <a:path w="77469" h="7619">
                  <a:moveTo>
                    <a:pt x="77469" y="0"/>
                  </a:moveTo>
                  <a:lnTo>
                    <a:pt x="3810" y="0"/>
                  </a:lnTo>
                  <a:lnTo>
                    <a:pt x="3810" y="1269"/>
                  </a:lnTo>
                  <a:lnTo>
                    <a:pt x="2540" y="1269"/>
                  </a:lnTo>
                  <a:lnTo>
                    <a:pt x="2540" y="3809"/>
                  </a:lnTo>
                  <a:lnTo>
                    <a:pt x="1269" y="3809"/>
                  </a:lnTo>
                  <a:lnTo>
                    <a:pt x="1269" y="5079"/>
                  </a:lnTo>
                  <a:lnTo>
                    <a:pt x="0" y="5079"/>
                  </a:lnTo>
                  <a:lnTo>
                    <a:pt x="0" y="7619"/>
                  </a:lnTo>
                  <a:lnTo>
                    <a:pt x="77469" y="7619"/>
                  </a:lnTo>
                  <a:lnTo>
                    <a:pt x="77469" y="0"/>
                  </a:lnTo>
                  <a:close/>
                </a:path>
              </a:pathLst>
            </a:custGeom>
            <a:solidFill>
              <a:srgbClr val="362700"/>
            </a:solidFill>
          </p:spPr>
          <p:txBody>
            <a:bodyPr wrap="square" lIns="0" tIns="0" rIns="0" bIns="0" rtlCol="0"/>
            <a:lstStyle/>
            <a:p/>
          </p:txBody>
        </p:sp>
        <p:sp>
          <p:nvSpPr>
            <p:cNvPr id="243" name="object 243"/>
            <p:cNvSpPr/>
            <p:nvPr/>
          </p:nvSpPr>
          <p:spPr>
            <a:xfrm>
              <a:off x="2245359" y="1075689"/>
              <a:ext cx="81280" cy="7620"/>
            </a:xfrm>
            <a:custGeom>
              <a:avLst/>
              <a:gdLst/>
              <a:ahLst/>
              <a:cxnLst/>
              <a:rect l="l" t="t" r="r" b="b"/>
              <a:pathLst>
                <a:path w="81280" h="7619">
                  <a:moveTo>
                    <a:pt x="81279" y="0"/>
                  </a:moveTo>
                  <a:lnTo>
                    <a:pt x="2539" y="0"/>
                  </a:lnTo>
                  <a:lnTo>
                    <a:pt x="2539" y="2539"/>
                  </a:lnTo>
                  <a:lnTo>
                    <a:pt x="81279" y="2539"/>
                  </a:lnTo>
                  <a:lnTo>
                    <a:pt x="81279" y="0"/>
                  </a:lnTo>
                  <a:close/>
                </a:path>
                <a:path w="81280" h="7619">
                  <a:moveTo>
                    <a:pt x="81280" y="2540"/>
                  </a:moveTo>
                  <a:lnTo>
                    <a:pt x="1269" y="2540"/>
                  </a:lnTo>
                  <a:lnTo>
                    <a:pt x="1269" y="5080"/>
                  </a:lnTo>
                  <a:lnTo>
                    <a:pt x="0" y="5080"/>
                  </a:lnTo>
                  <a:lnTo>
                    <a:pt x="0" y="7620"/>
                  </a:lnTo>
                  <a:lnTo>
                    <a:pt x="81280" y="7620"/>
                  </a:lnTo>
                  <a:lnTo>
                    <a:pt x="81280" y="2540"/>
                  </a:lnTo>
                  <a:close/>
                </a:path>
              </a:pathLst>
            </a:custGeom>
            <a:solidFill>
              <a:srgbClr val="392700"/>
            </a:solidFill>
          </p:spPr>
          <p:txBody>
            <a:bodyPr wrap="square" lIns="0" tIns="0" rIns="0" bIns="0" rtlCol="0"/>
            <a:lstStyle/>
            <a:p/>
          </p:txBody>
        </p:sp>
        <p:sp>
          <p:nvSpPr>
            <p:cNvPr id="244" name="object 244"/>
            <p:cNvSpPr/>
            <p:nvPr/>
          </p:nvSpPr>
          <p:spPr>
            <a:xfrm>
              <a:off x="2240279" y="1083309"/>
              <a:ext cx="86360" cy="7620"/>
            </a:xfrm>
            <a:custGeom>
              <a:avLst/>
              <a:gdLst/>
              <a:ahLst/>
              <a:cxnLst/>
              <a:rect l="l" t="t" r="r" b="b"/>
              <a:pathLst>
                <a:path w="86360" h="7619">
                  <a:moveTo>
                    <a:pt x="86360" y="0"/>
                  </a:moveTo>
                  <a:lnTo>
                    <a:pt x="3809" y="0"/>
                  </a:lnTo>
                  <a:lnTo>
                    <a:pt x="3809" y="2539"/>
                  </a:lnTo>
                  <a:lnTo>
                    <a:pt x="2539" y="2539"/>
                  </a:lnTo>
                  <a:lnTo>
                    <a:pt x="2539" y="3810"/>
                  </a:lnTo>
                  <a:lnTo>
                    <a:pt x="1269" y="3810"/>
                  </a:lnTo>
                  <a:lnTo>
                    <a:pt x="1269" y="6350"/>
                  </a:lnTo>
                  <a:lnTo>
                    <a:pt x="0" y="6350"/>
                  </a:lnTo>
                  <a:lnTo>
                    <a:pt x="0" y="7619"/>
                  </a:lnTo>
                  <a:lnTo>
                    <a:pt x="86359" y="7619"/>
                  </a:lnTo>
                  <a:lnTo>
                    <a:pt x="86360" y="0"/>
                  </a:lnTo>
                  <a:close/>
                </a:path>
              </a:pathLst>
            </a:custGeom>
            <a:solidFill>
              <a:srgbClr val="3B2600"/>
            </a:solidFill>
          </p:spPr>
          <p:txBody>
            <a:bodyPr wrap="square" lIns="0" tIns="0" rIns="0" bIns="0" rtlCol="0"/>
            <a:lstStyle/>
            <a:p/>
          </p:txBody>
        </p:sp>
        <p:sp>
          <p:nvSpPr>
            <p:cNvPr id="245" name="object 245"/>
            <p:cNvSpPr/>
            <p:nvPr/>
          </p:nvSpPr>
          <p:spPr>
            <a:xfrm>
              <a:off x="2236470" y="1090929"/>
              <a:ext cx="90170" cy="6350"/>
            </a:xfrm>
            <a:custGeom>
              <a:avLst/>
              <a:gdLst/>
              <a:ahLst/>
              <a:cxnLst/>
              <a:rect l="l" t="t" r="r" b="b"/>
              <a:pathLst>
                <a:path w="90169" h="6350">
                  <a:moveTo>
                    <a:pt x="90170" y="0"/>
                  </a:moveTo>
                  <a:lnTo>
                    <a:pt x="3810" y="0"/>
                  </a:lnTo>
                  <a:lnTo>
                    <a:pt x="3810" y="1270"/>
                  </a:lnTo>
                  <a:lnTo>
                    <a:pt x="2540" y="1270"/>
                  </a:lnTo>
                  <a:lnTo>
                    <a:pt x="2540" y="2540"/>
                  </a:lnTo>
                  <a:lnTo>
                    <a:pt x="1270" y="2540"/>
                  </a:lnTo>
                  <a:lnTo>
                    <a:pt x="1270" y="5080"/>
                  </a:lnTo>
                  <a:lnTo>
                    <a:pt x="0" y="5080"/>
                  </a:lnTo>
                  <a:lnTo>
                    <a:pt x="0" y="6350"/>
                  </a:lnTo>
                  <a:lnTo>
                    <a:pt x="90170" y="6350"/>
                  </a:lnTo>
                  <a:lnTo>
                    <a:pt x="90170" y="5080"/>
                  </a:lnTo>
                  <a:lnTo>
                    <a:pt x="90170" y="2540"/>
                  </a:lnTo>
                  <a:lnTo>
                    <a:pt x="90170" y="1270"/>
                  </a:lnTo>
                  <a:lnTo>
                    <a:pt x="90170" y="0"/>
                  </a:lnTo>
                  <a:close/>
                </a:path>
              </a:pathLst>
            </a:custGeom>
            <a:solidFill>
              <a:srgbClr val="3E2600"/>
            </a:solidFill>
          </p:spPr>
          <p:txBody>
            <a:bodyPr wrap="square" lIns="0" tIns="0" rIns="0" bIns="0" rtlCol="0"/>
            <a:lstStyle/>
            <a:p/>
          </p:txBody>
        </p:sp>
        <p:sp>
          <p:nvSpPr>
            <p:cNvPr id="246" name="object 246"/>
            <p:cNvSpPr/>
            <p:nvPr/>
          </p:nvSpPr>
          <p:spPr>
            <a:xfrm>
              <a:off x="2231390" y="1097279"/>
              <a:ext cx="158750" cy="7620"/>
            </a:xfrm>
            <a:custGeom>
              <a:avLst/>
              <a:gdLst/>
              <a:ahLst/>
              <a:cxnLst/>
              <a:rect l="l" t="t" r="r" b="b"/>
              <a:pathLst>
                <a:path w="158750" h="7619">
                  <a:moveTo>
                    <a:pt x="95250" y="0"/>
                  </a:moveTo>
                  <a:lnTo>
                    <a:pt x="3810" y="0"/>
                  </a:lnTo>
                  <a:lnTo>
                    <a:pt x="3810" y="2540"/>
                  </a:lnTo>
                  <a:lnTo>
                    <a:pt x="2540" y="2540"/>
                  </a:lnTo>
                  <a:lnTo>
                    <a:pt x="2540" y="5080"/>
                  </a:lnTo>
                  <a:lnTo>
                    <a:pt x="1270" y="5080"/>
                  </a:lnTo>
                  <a:lnTo>
                    <a:pt x="1270" y="6350"/>
                  </a:lnTo>
                  <a:lnTo>
                    <a:pt x="95250" y="6350"/>
                  </a:lnTo>
                  <a:lnTo>
                    <a:pt x="95250" y="5080"/>
                  </a:lnTo>
                  <a:lnTo>
                    <a:pt x="95250" y="2540"/>
                  </a:lnTo>
                  <a:lnTo>
                    <a:pt x="95250" y="0"/>
                  </a:lnTo>
                  <a:close/>
                </a:path>
                <a:path w="158750" h="7619">
                  <a:moveTo>
                    <a:pt x="158750" y="6362"/>
                  </a:moveTo>
                  <a:lnTo>
                    <a:pt x="0" y="6362"/>
                  </a:lnTo>
                  <a:lnTo>
                    <a:pt x="0" y="7620"/>
                  </a:lnTo>
                  <a:lnTo>
                    <a:pt x="158750" y="7620"/>
                  </a:lnTo>
                  <a:lnTo>
                    <a:pt x="158750" y="6362"/>
                  </a:lnTo>
                  <a:close/>
                </a:path>
              </a:pathLst>
            </a:custGeom>
            <a:solidFill>
              <a:srgbClr val="402500"/>
            </a:solidFill>
          </p:spPr>
          <p:txBody>
            <a:bodyPr wrap="square" lIns="0" tIns="0" rIns="0" bIns="0" rtlCol="0"/>
            <a:lstStyle/>
            <a:p/>
          </p:txBody>
        </p:sp>
        <p:sp>
          <p:nvSpPr>
            <p:cNvPr id="247" name="object 247"/>
            <p:cNvSpPr/>
            <p:nvPr/>
          </p:nvSpPr>
          <p:spPr>
            <a:xfrm>
              <a:off x="2227580" y="110489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0"/>
                  </a:moveTo>
                  <a:lnTo>
                    <a:pt x="3810" y="0"/>
                  </a:lnTo>
                  <a:lnTo>
                    <a:pt x="3810" y="1270"/>
                  </a:lnTo>
                  <a:lnTo>
                    <a:pt x="2540" y="1270"/>
                  </a:lnTo>
                  <a:lnTo>
                    <a:pt x="2540" y="2540"/>
                  </a:lnTo>
                  <a:lnTo>
                    <a:pt x="1270" y="2540"/>
                  </a:lnTo>
                  <a:lnTo>
                    <a:pt x="1270" y="5080"/>
                  </a:lnTo>
                  <a:lnTo>
                    <a:pt x="162560" y="5080"/>
                  </a:lnTo>
                  <a:lnTo>
                    <a:pt x="162560" y="2540"/>
                  </a:lnTo>
                  <a:lnTo>
                    <a:pt x="162560" y="1270"/>
                  </a:lnTo>
                  <a:lnTo>
                    <a:pt x="162560" y="0"/>
                  </a:lnTo>
                  <a:close/>
                </a:path>
              </a:pathLst>
            </a:custGeom>
            <a:solidFill>
              <a:srgbClr val="432500"/>
            </a:solidFill>
          </p:spPr>
          <p:txBody>
            <a:bodyPr wrap="square" lIns="0" tIns="0" rIns="0" bIns="0" rtlCol="0"/>
            <a:lstStyle/>
            <a:p/>
          </p:txBody>
        </p:sp>
        <p:sp>
          <p:nvSpPr>
            <p:cNvPr id="248" name="object 248"/>
            <p:cNvSpPr/>
            <p:nvPr/>
          </p:nvSpPr>
          <p:spPr>
            <a:xfrm>
              <a:off x="2222500" y="1112519"/>
              <a:ext cx="167640" cy="6350"/>
            </a:xfrm>
            <a:custGeom>
              <a:avLst/>
              <a:gdLst/>
              <a:ahLst/>
              <a:cxnLst/>
              <a:rect l="l" t="t" r="r" b="b"/>
              <a:pathLst>
                <a:path w="167639" h="6350">
                  <a:moveTo>
                    <a:pt x="167640" y="0"/>
                  </a:moveTo>
                  <a:lnTo>
                    <a:pt x="3810" y="0"/>
                  </a:lnTo>
                  <a:lnTo>
                    <a:pt x="3810" y="1270"/>
                  </a:lnTo>
                  <a:lnTo>
                    <a:pt x="2540" y="1270"/>
                  </a:lnTo>
                  <a:lnTo>
                    <a:pt x="2540" y="3810"/>
                  </a:lnTo>
                  <a:lnTo>
                    <a:pt x="1270" y="3810"/>
                  </a:lnTo>
                  <a:lnTo>
                    <a:pt x="1270" y="5080"/>
                  </a:lnTo>
                  <a:lnTo>
                    <a:pt x="0" y="5080"/>
                  </a:lnTo>
                  <a:lnTo>
                    <a:pt x="0" y="6350"/>
                  </a:lnTo>
                  <a:lnTo>
                    <a:pt x="167640" y="6350"/>
                  </a:lnTo>
                  <a:lnTo>
                    <a:pt x="167640" y="5080"/>
                  </a:lnTo>
                  <a:lnTo>
                    <a:pt x="167640" y="3810"/>
                  </a:lnTo>
                  <a:lnTo>
                    <a:pt x="167640" y="1270"/>
                  </a:lnTo>
                  <a:lnTo>
                    <a:pt x="167640" y="0"/>
                  </a:lnTo>
                  <a:close/>
                </a:path>
              </a:pathLst>
            </a:custGeom>
            <a:solidFill>
              <a:srgbClr val="452400"/>
            </a:solidFill>
          </p:spPr>
          <p:txBody>
            <a:bodyPr wrap="square" lIns="0" tIns="0" rIns="0" bIns="0" rtlCol="0"/>
            <a:lstStyle/>
            <a:p/>
          </p:txBody>
        </p:sp>
        <p:sp>
          <p:nvSpPr>
            <p:cNvPr id="249" name="object 249"/>
            <p:cNvSpPr/>
            <p:nvPr/>
          </p:nvSpPr>
          <p:spPr>
            <a:xfrm>
              <a:off x="2217420" y="1118869"/>
              <a:ext cx="172720" cy="7620"/>
            </a:xfrm>
            <a:custGeom>
              <a:avLst/>
              <a:gdLst/>
              <a:ahLst/>
              <a:cxnLst/>
              <a:rect l="l" t="t" r="r" b="b"/>
              <a:pathLst>
                <a:path w="172719" h="7619">
                  <a:moveTo>
                    <a:pt x="172720" y="0"/>
                  </a:move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2720" y="7620"/>
                  </a:lnTo>
                  <a:lnTo>
                    <a:pt x="172720" y="6350"/>
                  </a:lnTo>
                  <a:lnTo>
                    <a:pt x="172720" y="5080"/>
                  </a:lnTo>
                  <a:lnTo>
                    <a:pt x="172720" y="2540"/>
                  </a:lnTo>
                  <a:lnTo>
                    <a:pt x="172720" y="1270"/>
                  </a:lnTo>
                  <a:lnTo>
                    <a:pt x="172720" y="0"/>
                  </a:lnTo>
                  <a:close/>
                </a:path>
              </a:pathLst>
            </a:custGeom>
            <a:solidFill>
              <a:srgbClr val="472400"/>
            </a:solidFill>
          </p:spPr>
          <p:txBody>
            <a:bodyPr wrap="square" lIns="0" tIns="0" rIns="0" bIns="0" rtlCol="0"/>
            <a:lstStyle/>
            <a:p/>
          </p:txBody>
        </p:sp>
        <p:sp>
          <p:nvSpPr>
            <p:cNvPr id="250" name="object 250"/>
            <p:cNvSpPr/>
            <p:nvPr/>
          </p:nvSpPr>
          <p:spPr>
            <a:xfrm>
              <a:off x="2212340" y="1126489"/>
              <a:ext cx="177800" cy="7620"/>
            </a:xfrm>
            <a:custGeom>
              <a:avLst/>
              <a:gdLst/>
              <a:ahLst/>
              <a:cxnLst/>
              <a:rect l="l" t="t" r="r" b="b"/>
              <a:pathLst>
                <a:path w="177800" h="7619">
                  <a:moveTo>
                    <a:pt x="177800" y="0"/>
                  </a:move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7800" y="7620"/>
                  </a:lnTo>
                  <a:lnTo>
                    <a:pt x="177800" y="6350"/>
                  </a:lnTo>
                  <a:lnTo>
                    <a:pt x="177800" y="5080"/>
                  </a:lnTo>
                  <a:lnTo>
                    <a:pt x="177800" y="2540"/>
                  </a:lnTo>
                  <a:lnTo>
                    <a:pt x="177800" y="1270"/>
                  </a:lnTo>
                  <a:lnTo>
                    <a:pt x="177800" y="0"/>
                  </a:lnTo>
                  <a:close/>
                </a:path>
              </a:pathLst>
            </a:custGeom>
            <a:solidFill>
              <a:srgbClr val="4A2300"/>
            </a:solidFill>
          </p:spPr>
          <p:txBody>
            <a:bodyPr wrap="square" lIns="0" tIns="0" rIns="0" bIns="0" rtlCol="0"/>
            <a:lstStyle/>
            <a:p/>
          </p:txBody>
        </p:sp>
        <p:sp>
          <p:nvSpPr>
            <p:cNvPr id="251" name="object 251"/>
            <p:cNvSpPr/>
            <p:nvPr/>
          </p:nvSpPr>
          <p:spPr>
            <a:xfrm>
              <a:off x="2208530" y="1134109"/>
              <a:ext cx="181610" cy="7620"/>
            </a:xfrm>
            <a:custGeom>
              <a:avLst/>
              <a:gdLst/>
              <a:ahLst/>
              <a:cxnLst/>
              <a:rect l="l" t="t" r="r" b="b"/>
              <a:pathLst>
                <a:path w="181610" h="7619">
                  <a:moveTo>
                    <a:pt x="181610" y="0"/>
                  </a:moveTo>
                  <a:lnTo>
                    <a:pt x="3810" y="0"/>
                  </a:lnTo>
                  <a:lnTo>
                    <a:pt x="3810" y="1270"/>
                  </a:lnTo>
                  <a:lnTo>
                    <a:pt x="2540" y="1270"/>
                  </a:lnTo>
                  <a:lnTo>
                    <a:pt x="2540" y="2540"/>
                  </a:lnTo>
                  <a:lnTo>
                    <a:pt x="1270" y="2540"/>
                  </a:lnTo>
                  <a:lnTo>
                    <a:pt x="1270" y="5080"/>
                  </a:lnTo>
                  <a:lnTo>
                    <a:pt x="0" y="5080"/>
                  </a:lnTo>
                  <a:lnTo>
                    <a:pt x="0" y="7620"/>
                  </a:lnTo>
                  <a:lnTo>
                    <a:pt x="181610" y="7620"/>
                  </a:lnTo>
                  <a:lnTo>
                    <a:pt x="181610" y="5080"/>
                  </a:lnTo>
                  <a:lnTo>
                    <a:pt x="181610" y="2540"/>
                  </a:lnTo>
                  <a:lnTo>
                    <a:pt x="181610" y="1270"/>
                  </a:lnTo>
                  <a:lnTo>
                    <a:pt x="181610" y="0"/>
                  </a:lnTo>
                  <a:close/>
                </a:path>
              </a:pathLst>
            </a:custGeom>
            <a:solidFill>
              <a:srgbClr val="4C2300"/>
            </a:solidFill>
          </p:spPr>
          <p:txBody>
            <a:bodyPr wrap="square" lIns="0" tIns="0" rIns="0" bIns="0" rtlCol="0"/>
            <a:lstStyle/>
            <a:p/>
          </p:txBody>
        </p:sp>
        <p:sp>
          <p:nvSpPr>
            <p:cNvPr id="252" name="object 252"/>
            <p:cNvSpPr/>
            <p:nvPr/>
          </p:nvSpPr>
          <p:spPr>
            <a:xfrm>
              <a:off x="2208529" y="1141729"/>
              <a:ext cx="181610" cy="6350"/>
            </a:xfrm>
            <a:custGeom>
              <a:avLst/>
              <a:gdLst/>
              <a:ahLst/>
              <a:cxnLst/>
              <a:rect l="l" t="t" r="r" b="b"/>
              <a:pathLst>
                <a:path w="181610" h="6350">
                  <a:moveTo>
                    <a:pt x="181609" y="0"/>
                  </a:moveTo>
                  <a:lnTo>
                    <a:pt x="0" y="0"/>
                  </a:lnTo>
                  <a:lnTo>
                    <a:pt x="0" y="6350"/>
                  </a:lnTo>
                  <a:lnTo>
                    <a:pt x="181609" y="6350"/>
                  </a:lnTo>
                  <a:lnTo>
                    <a:pt x="181609" y="0"/>
                  </a:lnTo>
                  <a:close/>
                </a:path>
              </a:pathLst>
            </a:custGeom>
            <a:solidFill>
              <a:srgbClr val="4F2200"/>
            </a:solidFill>
          </p:spPr>
          <p:txBody>
            <a:bodyPr wrap="square" lIns="0" tIns="0" rIns="0" bIns="0" rtlCol="0"/>
            <a:lstStyle/>
            <a:p/>
          </p:txBody>
        </p:sp>
        <p:sp>
          <p:nvSpPr>
            <p:cNvPr id="253" name="object 253"/>
            <p:cNvSpPr/>
            <p:nvPr/>
          </p:nvSpPr>
          <p:spPr>
            <a:xfrm>
              <a:off x="2208529" y="1148079"/>
              <a:ext cx="181610" cy="7620"/>
            </a:xfrm>
            <a:custGeom>
              <a:avLst/>
              <a:gdLst/>
              <a:ahLst/>
              <a:cxnLst/>
              <a:rect l="l" t="t" r="r" b="b"/>
              <a:pathLst>
                <a:path w="181610" h="7619">
                  <a:moveTo>
                    <a:pt x="181609" y="0"/>
                  </a:moveTo>
                  <a:lnTo>
                    <a:pt x="0" y="0"/>
                  </a:lnTo>
                  <a:lnTo>
                    <a:pt x="0" y="7620"/>
                  </a:lnTo>
                  <a:lnTo>
                    <a:pt x="181609" y="7620"/>
                  </a:lnTo>
                  <a:lnTo>
                    <a:pt x="181609" y="0"/>
                  </a:lnTo>
                  <a:close/>
                </a:path>
              </a:pathLst>
            </a:custGeom>
            <a:solidFill>
              <a:srgbClr val="512200"/>
            </a:solidFill>
          </p:spPr>
          <p:txBody>
            <a:bodyPr wrap="square" lIns="0" tIns="0" rIns="0" bIns="0" rtlCol="0"/>
            <a:lstStyle/>
            <a:p/>
          </p:txBody>
        </p:sp>
        <p:sp>
          <p:nvSpPr>
            <p:cNvPr id="254" name="object 254"/>
            <p:cNvSpPr/>
            <p:nvPr/>
          </p:nvSpPr>
          <p:spPr>
            <a:xfrm>
              <a:off x="2208530" y="1155699"/>
              <a:ext cx="181610" cy="7620"/>
            </a:xfrm>
            <a:custGeom>
              <a:avLst/>
              <a:gdLst/>
              <a:ahLst/>
              <a:cxnLst/>
              <a:rect l="l" t="t" r="r" b="b"/>
              <a:pathLst>
                <a:path w="181610" h="7619">
                  <a:moveTo>
                    <a:pt x="181610" y="0"/>
                  </a:moveTo>
                  <a:lnTo>
                    <a:pt x="0" y="0"/>
                  </a:lnTo>
                  <a:lnTo>
                    <a:pt x="0" y="3810"/>
                  </a:lnTo>
                  <a:lnTo>
                    <a:pt x="0" y="5080"/>
                  </a:lnTo>
                  <a:lnTo>
                    <a:pt x="35560" y="5080"/>
                  </a:lnTo>
                  <a:lnTo>
                    <a:pt x="35560" y="7620"/>
                  </a:lnTo>
                  <a:lnTo>
                    <a:pt x="118110" y="7620"/>
                  </a:lnTo>
                  <a:lnTo>
                    <a:pt x="118110" y="5080"/>
                  </a:lnTo>
                  <a:lnTo>
                    <a:pt x="118110" y="3810"/>
                  </a:lnTo>
                  <a:lnTo>
                    <a:pt x="181610" y="3810"/>
                  </a:lnTo>
                  <a:lnTo>
                    <a:pt x="181610" y="0"/>
                  </a:lnTo>
                  <a:close/>
                </a:path>
              </a:pathLst>
            </a:custGeom>
            <a:solidFill>
              <a:srgbClr val="542100"/>
            </a:solidFill>
          </p:spPr>
          <p:txBody>
            <a:bodyPr wrap="square" lIns="0" tIns="0" rIns="0" bIns="0" rtlCol="0"/>
            <a:lstStyle/>
            <a:p/>
          </p:txBody>
        </p:sp>
        <p:sp>
          <p:nvSpPr>
            <p:cNvPr id="255" name="object 255"/>
            <p:cNvSpPr/>
            <p:nvPr/>
          </p:nvSpPr>
          <p:spPr>
            <a:xfrm>
              <a:off x="2244089" y="11633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62100"/>
            </a:solidFill>
          </p:spPr>
          <p:txBody>
            <a:bodyPr wrap="square" lIns="0" tIns="0" rIns="0" bIns="0" rtlCol="0"/>
            <a:lstStyle/>
            <a:p/>
          </p:txBody>
        </p:sp>
        <p:sp>
          <p:nvSpPr>
            <p:cNvPr id="256" name="object 256"/>
            <p:cNvSpPr/>
            <p:nvPr/>
          </p:nvSpPr>
          <p:spPr>
            <a:xfrm>
              <a:off x="2244089" y="11696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82100"/>
            </a:solidFill>
          </p:spPr>
          <p:txBody>
            <a:bodyPr wrap="square" lIns="0" tIns="0" rIns="0" bIns="0" rtlCol="0"/>
            <a:lstStyle/>
            <a:p/>
          </p:txBody>
        </p:sp>
        <p:sp>
          <p:nvSpPr>
            <p:cNvPr id="257" name="object 257"/>
            <p:cNvSpPr/>
            <p:nvPr/>
          </p:nvSpPr>
          <p:spPr>
            <a:xfrm>
              <a:off x="2244089" y="11772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B2000"/>
            </a:solidFill>
          </p:spPr>
          <p:txBody>
            <a:bodyPr wrap="square" lIns="0" tIns="0" rIns="0" bIns="0" rtlCol="0"/>
            <a:lstStyle/>
            <a:p/>
          </p:txBody>
        </p:sp>
        <p:sp>
          <p:nvSpPr>
            <p:cNvPr id="258" name="object 258"/>
            <p:cNvSpPr/>
            <p:nvPr/>
          </p:nvSpPr>
          <p:spPr>
            <a:xfrm>
              <a:off x="2244089" y="11849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D2000"/>
            </a:solidFill>
          </p:spPr>
          <p:txBody>
            <a:bodyPr wrap="square" lIns="0" tIns="0" rIns="0" bIns="0" rtlCol="0"/>
            <a:lstStyle/>
            <a:p/>
          </p:txBody>
        </p:sp>
        <p:sp>
          <p:nvSpPr>
            <p:cNvPr id="259" name="object 259"/>
            <p:cNvSpPr/>
            <p:nvPr/>
          </p:nvSpPr>
          <p:spPr>
            <a:xfrm>
              <a:off x="2244089" y="11925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01F00"/>
            </a:solidFill>
          </p:spPr>
          <p:txBody>
            <a:bodyPr wrap="square" lIns="0" tIns="0" rIns="0" bIns="0" rtlCol="0"/>
            <a:lstStyle/>
            <a:p/>
          </p:txBody>
        </p:sp>
        <p:sp>
          <p:nvSpPr>
            <p:cNvPr id="260" name="object 260"/>
            <p:cNvSpPr/>
            <p:nvPr/>
          </p:nvSpPr>
          <p:spPr>
            <a:xfrm>
              <a:off x="2244089" y="11988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21F00"/>
            </a:solidFill>
          </p:spPr>
          <p:txBody>
            <a:bodyPr wrap="square" lIns="0" tIns="0" rIns="0" bIns="0" rtlCol="0"/>
            <a:lstStyle/>
            <a:p/>
          </p:txBody>
        </p:sp>
        <p:sp>
          <p:nvSpPr>
            <p:cNvPr id="261" name="object 261"/>
            <p:cNvSpPr/>
            <p:nvPr/>
          </p:nvSpPr>
          <p:spPr>
            <a:xfrm>
              <a:off x="2244089" y="12064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61E00"/>
            </a:solidFill>
          </p:spPr>
          <p:txBody>
            <a:bodyPr wrap="square" lIns="0" tIns="0" rIns="0" bIns="0" rtlCol="0"/>
            <a:lstStyle/>
            <a:p/>
          </p:txBody>
        </p:sp>
        <p:sp>
          <p:nvSpPr>
            <p:cNvPr id="262" name="object 262"/>
            <p:cNvSpPr/>
            <p:nvPr/>
          </p:nvSpPr>
          <p:spPr>
            <a:xfrm>
              <a:off x="2244089" y="12141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71E00"/>
            </a:solidFill>
          </p:spPr>
          <p:txBody>
            <a:bodyPr wrap="square" lIns="0" tIns="0" rIns="0" bIns="0" rtlCol="0"/>
            <a:lstStyle/>
            <a:p/>
          </p:txBody>
        </p:sp>
        <p:sp>
          <p:nvSpPr>
            <p:cNvPr id="263" name="object 263"/>
            <p:cNvSpPr/>
            <p:nvPr/>
          </p:nvSpPr>
          <p:spPr>
            <a:xfrm>
              <a:off x="2244089" y="12204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91D00"/>
            </a:solidFill>
          </p:spPr>
          <p:txBody>
            <a:bodyPr wrap="square" lIns="0" tIns="0" rIns="0" bIns="0" rtlCol="0"/>
            <a:lstStyle/>
            <a:p/>
          </p:txBody>
        </p:sp>
        <p:sp>
          <p:nvSpPr>
            <p:cNvPr id="264" name="object 264"/>
            <p:cNvSpPr/>
            <p:nvPr/>
          </p:nvSpPr>
          <p:spPr>
            <a:xfrm>
              <a:off x="2244089" y="12280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C1D00"/>
            </a:solidFill>
          </p:spPr>
          <p:txBody>
            <a:bodyPr wrap="square" lIns="0" tIns="0" rIns="0" bIns="0" rtlCol="0"/>
            <a:lstStyle/>
            <a:p/>
          </p:txBody>
        </p:sp>
        <p:sp>
          <p:nvSpPr>
            <p:cNvPr id="265" name="object 265"/>
            <p:cNvSpPr/>
            <p:nvPr/>
          </p:nvSpPr>
          <p:spPr>
            <a:xfrm>
              <a:off x="2244089" y="12357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E1C00"/>
            </a:solidFill>
          </p:spPr>
          <p:txBody>
            <a:bodyPr wrap="square" lIns="0" tIns="0" rIns="0" bIns="0" rtlCol="0"/>
            <a:lstStyle/>
            <a:p/>
          </p:txBody>
        </p:sp>
        <p:sp>
          <p:nvSpPr>
            <p:cNvPr id="266" name="object 266"/>
            <p:cNvSpPr/>
            <p:nvPr/>
          </p:nvSpPr>
          <p:spPr>
            <a:xfrm>
              <a:off x="2244089" y="12420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11C00"/>
            </a:solidFill>
          </p:spPr>
          <p:txBody>
            <a:bodyPr wrap="square" lIns="0" tIns="0" rIns="0" bIns="0" rtlCol="0"/>
            <a:lstStyle/>
            <a:p/>
          </p:txBody>
        </p:sp>
        <p:sp>
          <p:nvSpPr>
            <p:cNvPr id="267" name="object 267"/>
            <p:cNvSpPr/>
            <p:nvPr/>
          </p:nvSpPr>
          <p:spPr>
            <a:xfrm>
              <a:off x="2244089" y="12496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31B00"/>
            </a:solidFill>
          </p:spPr>
          <p:txBody>
            <a:bodyPr wrap="square" lIns="0" tIns="0" rIns="0" bIns="0" rtlCol="0"/>
            <a:lstStyle/>
            <a:p/>
          </p:txBody>
        </p:sp>
        <p:sp>
          <p:nvSpPr>
            <p:cNvPr id="268" name="object 268"/>
            <p:cNvSpPr/>
            <p:nvPr/>
          </p:nvSpPr>
          <p:spPr>
            <a:xfrm>
              <a:off x="2244089" y="12572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61B00"/>
            </a:solidFill>
          </p:spPr>
          <p:txBody>
            <a:bodyPr wrap="square" lIns="0" tIns="0" rIns="0" bIns="0" rtlCol="0"/>
            <a:lstStyle/>
            <a:p/>
          </p:txBody>
        </p:sp>
        <p:sp>
          <p:nvSpPr>
            <p:cNvPr id="269" name="object 269"/>
            <p:cNvSpPr/>
            <p:nvPr/>
          </p:nvSpPr>
          <p:spPr>
            <a:xfrm>
              <a:off x="2244089" y="12649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81A00"/>
            </a:solidFill>
          </p:spPr>
          <p:txBody>
            <a:bodyPr wrap="square" lIns="0" tIns="0" rIns="0" bIns="0" rtlCol="0"/>
            <a:lstStyle/>
            <a:p/>
          </p:txBody>
        </p:sp>
        <p:sp>
          <p:nvSpPr>
            <p:cNvPr id="270" name="object 270"/>
            <p:cNvSpPr/>
            <p:nvPr/>
          </p:nvSpPr>
          <p:spPr>
            <a:xfrm>
              <a:off x="2244089" y="12712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A1A00"/>
            </a:solidFill>
          </p:spPr>
          <p:txBody>
            <a:bodyPr wrap="square" lIns="0" tIns="0" rIns="0" bIns="0" rtlCol="0"/>
            <a:lstStyle/>
            <a:p/>
          </p:txBody>
        </p:sp>
        <p:sp>
          <p:nvSpPr>
            <p:cNvPr id="271" name="object 271"/>
            <p:cNvSpPr/>
            <p:nvPr/>
          </p:nvSpPr>
          <p:spPr>
            <a:xfrm>
              <a:off x="2244089" y="12788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D1900"/>
            </a:solidFill>
          </p:spPr>
          <p:txBody>
            <a:bodyPr wrap="square" lIns="0" tIns="0" rIns="0" bIns="0" rtlCol="0"/>
            <a:lstStyle/>
            <a:p/>
          </p:txBody>
        </p:sp>
        <p:sp>
          <p:nvSpPr>
            <p:cNvPr id="272" name="object 272"/>
            <p:cNvSpPr/>
            <p:nvPr/>
          </p:nvSpPr>
          <p:spPr>
            <a:xfrm>
              <a:off x="2244089" y="12865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F1900"/>
            </a:solidFill>
          </p:spPr>
          <p:txBody>
            <a:bodyPr wrap="square" lIns="0" tIns="0" rIns="0" bIns="0" rtlCol="0"/>
            <a:lstStyle/>
            <a:p/>
          </p:txBody>
        </p:sp>
        <p:sp>
          <p:nvSpPr>
            <p:cNvPr id="273" name="object 273"/>
            <p:cNvSpPr/>
            <p:nvPr/>
          </p:nvSpPr>
          <p:spPr>
            <a:xfrm>
              <a:off x="2244089" y="12928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21800"/>
            </a:solidFill>
          </p:spPr>
          <p:txBody>
            <a:bodyPr wrap="square" lIns="0" tIns="0" rIns="0" bIns="0" rtlCol="0"/>
            <a:lstStyle/>
            <a:p/>
          </p:txBody>
        </p:sp>
        <p:sp>
          <p:nvSpPr>
            <p:cNvPr id="274" name="object 274"/>
            <p:cNvSpPr/>
            <p:nvPr/>
          </p:nvSpPr>
          <p:spPr>
            <a:xfrm>
              <a:off x="2244089" y="13004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41800"/>
            </a:solidFill>
          </p:spPr>
          <p:txBody>
            <a:bodyPr wrap="square" lIns="0" tIns="0" rIns="0" bIns="0" rtlCol="0"/>
            <a:lstStyle/>
            <a:p/>
          </p:txBody>
        </p:sp>
        <p:sp>
          <p:nvSpPr>
            <p:cNvPr id="275" name="object 275"/>
            <p:cNvSpPr/>
            <p:nvPr/>
          </p:nvSpPr>
          <p:spPr>
            <a:xfrm>
              <a:off x="2244089" y="130809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71700"/>
            </a:solidFill>
          </p:spPr>
          <p:txBody>
            <a:bodyPr wrap="square" lIns="0" tIns="0" rIns="0" bIns="0" rtlCol="0"/>
            <a:lstStyle/>
            <a:p/>
          </p:txBody>
        </p:sp>
        <p:sp>
          <p:nvSpPr>
            <p:cNvPr id="276" name="object 276"/>
            <p:cNvSpPr/>
            <p:nvPr/>
          </p:nvSpPr>
          <p:spPr>
            <a:xfrm>
              <a:off x="2244089" y="1314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91700"/>
            </a:solidFill>
          </p:spPr>
          <p:txBody>
            <a:bodyPr wrap="square" lIns="0" tIns="0" rIns="0" bIns="0" rtlCol="0"/>
            <a:lstStyle/>
            <a:p/>
          </p:txBody>
        </p:sp>
        <p:sp>
          <p:nvSpPr>
            <p:cNvPr id="277" name="object 277"/>
            <p:cNvSpPr/>
            <p:nvPr/>
          </p:nvSpPr>
          <p:spPr>
            <a:xfrm>
              <a:off x="2244089" y="13220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B1600"/>
            </a:solidFill>
          </p:spPr>
          <p:txBody>
            <a:bodyPr wrap="square" lIns="0" tIns="0" rIns="0" bIns="0" rtlCol="0"/>
            <a:lstStyle/>
            <a:p/>
          </p:txBody>
        </p:sp>
        <p:sp>
          <p:nvSpPr>
            <p:cNvPr id="278" name="object 278"/>
            <p:cNvSpPr/>
            <p:nvPr/>
          </p:nvSpPr>
          <p:spPr>
            <a:xfrm>
              <a:off x="2244089" y="13296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E1600"/>
            </a:solidFill>
          </p:spPr>
          <p:txBody>
            <a:bodyPr wrap="square" lIns="0" tIns="0" rIns="0" bIns="0" rtlCol="0"/>
            <a:lstStyle/>
            <a:p/>
          </p:txBody>
        </p:sp>
        <p:sp>
          <p:nvSpPr>
            <p:cNvPr id="279" name="object 279"/>
            <p:cNvSpPr/>
            <p:nvPr/>
          </p:nvSpPr>
          <p:spPr>
            <a:xfrm>
              <a:off x="2244089" y="13373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01500"/>
            </a:solidFill>
          </p:spPr>
          <p:txBody>
            <a:bodyPr wrap="square" lIns="0" tIns="0" rIns="0" bIns="0" rtlCol="0"/>
            <a:lstStyle/>
            <a:p/>
          </p:txBody>
        </p:sp>
        <p:sp>
          <p:nvSpPr>
            <p:cNvPr id="280" name="object 280"/>
            <p:cNvSpPr/>
            <p:nvPr/>
          </p:nvSpPr>
          <p:spPr>
            <a:xfrm>
              <a:off x="2244089" y="13436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31500"/>
            </a:solidFill>
          </p:spPr>
          <p:txBody>
            <a:bodyPr wrap="square" lIns="0" tIns="0" rIns="0" bIns="0" rtlCol="0"/>
            <a:lstStyle/>
            <a:p/>
          </p:txBody>
        </p:sp>
        <p:sp>
          <p:nvSpPr>
            <p:cNvPr id="281" name="object 281"/>
            <p:cNvSpPr/>
            <p:nvPr/>
          </p:nvSpPr>
          <p:spPr>
            <a:xfrm>
              <a:off x="2244089" y="13512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51400"/>
            </a:solidFill>
          </p:spPr>
          <p:txBody>
            <a:bodyPr wrap="square" lIns="0" tIns="0" rIns="0" bIns="0" rtlCol="0"/>
            <a:lstStyle/>
            <a:p/>
          </p:txBody>
        </p:sp>
        <p:sp>
          <p:nvSpPr>
            <p:cNvPr id="282" name="object 282"/>
            <p:cNvSpPr/>
            <p:nvPr/>
          </p:nvSpPr>
          <p:spPr>
            <a:xfrm>
              <a:off x="2244089" y="13589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81400"/>
            </a:solidFill>
          </p:spPr>
          <p:txBody>
            <a:bodyPr wrap="square" lIns="0" tIns="0" rIns="0" bIns="0" rtlCol="0"/>
            <a:lstStyle/>
            <a:p/>
          </p:txBody>
        </p:sp>
        <p:sp>
          <p:nvSpPr>
            <p:cNvPr id="283" name="object 283"/>
            <p:cNvSpPr/>
            <p:nvPr/>
          </p:nvSpPr>
          <p:spPr>
            <a:xfrm>
              <a:off x="2244089" y="1365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A1300"/>
            </a:solidFill>
          </p:spPr>
          <p:txBody>
            <a:bodyPr wrap="square" lIns="0" tIns="0" rIns="0" bIns="0" rtlCol="0"/>
            <a:lstStyle/>
            <a:p/>
          </p:txBody>
        </p:sp>
        <p:sp>
          <p:nvSpPr>
            <p:cNvPr id="284" name="object 284"/>
            <p:cNvSpPr/>
            <p:nvPr/>
          </p:nvSpPr>
          <p:spPr>
            <a:xfrm>
              <a:off x="2244089" y="13728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C1300"/>
            </a:solidFill>
          </p:spPr>
          <p:txBody>
            <a:bodyPr wrap="square" lIns="0" tIns="0" rIns="0" bIns="0" rtlCol="0"/>
            <a:lstStyle/>
            <a:p/>
          </p:txBody>
        </p:sp>
        <p:sp>
          <p:nvSpPr>
            <p:cNvPr id="285" name="object 285"/>
            <p:cNvSpPr/>
            <p:nvPr/>
          </p:nvSpPr>
          <p:spPr>
            <a:xfrm>
              <a:off x="2244089" y="138048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F1200"/>
            </a:solidFill>
          </p:spPr>
          <p:txBody>
            <a:bodyPr wrap="square" lIns="0" tIns="0" rIns="0" bIns="0" rtlCol="0"/>
            <a:lstStyle/>
            <a:p/>
          </p:txBody>
        </p:sp>
        <p:sp>
          <p:nvSpPr>
            <p:cNvPr id="286" name="object 286"/>
            <p:cNvSpPr/>
            <p:nvPr/>
          </p:nvSpPr>
          <p:spPr>
            <a:xfrm>
              <a:off x="2244089" y="138683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11200"/>
            </a:solidFill>
          </p:spPr>
          <p:txBody>
            <a:bodyPr wrap="square" lIns="0" tIns="0" rIns="0" bIns="0" rtlCol="0"/>
            <a:lstStyle/>
            <a:p/>
          </p:txBody>
        </p:sp>
        <p:sp>
          <p:nvSpPr>
            <p:cNvPr id="287" name="object 287"/>
            <p:cNvSpPr/>
            <p:nvPr/>
          </p:nvSpPr>
          <p:spPr>
            <a:xfrm>
              <a:off x="2244089" y="13944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41100"/>
            </a:solidFill>
          </p:spPr>
          <p:txBody>
            <a:bodyPr wrap="square" lIns="0" tIns="0" rIns="0" bIns="0" rtlCol="0"/>
            <a:lstStyle/>
            <a:p/>
          </p:txBody>
        </p:sp>
        <p:sp>
          <p:nvSpPr>
            <p:cNvPr id="288" name="object 288"/>
            <p:cNvSpPr/>
            <p:nvPr/>
          </p:nvSpPr>
          <p:spPr>
            <a:xfrm>
              <a:off x="2244089" y="140207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61100"/>
            </a:solidFill>
          </p:spPr>
          <p:txBody>
            <a:bodyPr wrap="square" lIns="0" tIns="0" rIns="0" bIns="0" rtlCol="0"/>
            <a:lstStyle/>
            <a:p/>
          </p:txBody>
        </p:sp>
        <p:sp>
          <p:nvSpPr>
            <p:cNvPr id="289" name="object 289"/>
            <p:cNvSpPr/>
            <p:nvPr/>
          </p:nvSpPr>
          <p:spPr>
            <a:xfrm>
              <a:off x="2244089" y="140842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91000"/>
            </a:solidFill>
          </p:spPr>
          <p:txBody>
            <a:bodyPr wrap="square" lIns="0" tIns="0" rIns="0" bIns="0" rtlCol="0"/>
            <a:lstStyle/>
            <a:p/>
          </p:txBody>
        </p:sp>
        <p:sp>
          <p:nvSpPr>
            <p:cNvPr id="290" name="object 290"/>
            <p:cNvSpPr/>
            <p:nvPr/>
          </p:nvSpPr>
          <p:spPr>
            <a:xfrm>
              <a:off x="2244089" y="1416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B1000"/>
            </a:solidFill>
          </p:spPr>
          <p:txBody>
            <a:bodyPr wrap="square" lIns="0" tIns="0" rIns="0" bIns="0" rtlCol="0"/>
            <a:lstStyle/>
            <a:p/>
          </p:txBody>
        </p:sp>
        <p:sp>
          <p:nvSpPr>
            <p:cNvPr id="291" name="object 291"/>
            <p:cNvSpPr/>
            <p:nvPr/>
          </p:nvSpPr>
          <p:spPr>
            <a:xfrm>
              <a:off x="2244089" y="14236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D1000"/>
            </a:solidFill>
          </p:spPr>
          <p:txBody>
            <a:bodyPr wrap="square" lIns="0" tIns="0" rIns="0" bIns="0" rtlCol="0"/>
            <a:lstStyle/>
            <a:p/>
          </p:txBody>
        </p:sp>
        <p:sp>
          <p:nvSpPr>
            <p:cNvPr id="292" name="object 292"/>
            <p:cNvSpPr/>
            <p:nvPr/>
          </p:nvSpPr>
          <p:spPr>
            <a:xfrm>
              <a:off x="2244089" y="143128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00F00"/>
            </a:solidFill>
          </p:spPr>
          <p:txBody>
            <a:bodyPr wrap="square" lIns="0" tIns="0" rIns="0" bIns="0" rtlCol="0"/>
            <a:lstStyle/>
            <a:p/>
          </p:txBody>
        </p:sp>
        <p:sp>
          <p:nvSpPr>
            <p:cNvPr id="293" name="object 293"/>
            <p:cNvSpPr/>
            <p:nvPr/>
          </p:nvSpPr>
          <p:spPr>
            <a:xfrm>
              <a:off x="2244089" y="143763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20F00"/>
            </a:solidFill>
          </p:spPr>
          <p:txBody>
            <a:bodyPr wrap="square" lIns="0" tIns="0" rIns="0" bIns="0" rtlCol="0"/>
            <a:lstStyle/>
            <a:p/>
          </p:txBody>
        </p:sp>
        <p:sp>
          <p:nvSpPr>
            <p:cNvPr id="294" name="object 294"/>
            <p:cNvSpPr/>
            <p:nvPr/>
          </p:nvSpPr>
          <p:spPr>
            <a:xfrm>
              <a:off x="2244089" y="14452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50E00"/>
            </a:solidFill>
          </p:spPr>
          <p:txBody>
            <a:bodyPr wrap="square" lIns="0" tIns="0" rIns="0" bIns="0" rtlCol="0"/>
            <a:lstStyle/>
            <a:p/>
          </p:txBody>
        </p:sp>
        <p:sp>
          <p:nvSpPr>
            <p:cNvPr id="295" name="object 295"/>
            <p:cNvSpPr/>
            <p:nvPr/>
          </p:nvSpPr>
          <p:spPr>
            <a:xfrm>
              <a:off x="2244089" y="145287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70E00"/>
            </a:solidFill>
          </p:spPr>
          <p:txBody>
            <a:bodyPr wrap="square" lIns="0" tIns="0" rIns="0" bIns="0" rtlCol="0"/>
            <a:lstStyle/>
            <a:p/>
          </p:txBody>
        </p:sp>
        <p:sp>
          <p:nvSpPr>
            <p:cNvPr id="296" name="object 296"/>
            <p:cNvSpPr/>
            <p:nvPr/>
          </p:nvSpPr>
          <p:spPr>
            <a:xfrm>
              <a:off x="2244089" y="145922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A0D00"/>
            </a:solidFill>
          </p:spPr>
          <p:txBody>
            <a:bodyPr wrap="square" lIns="0" tIns="0" rIns="0" bIns="0" rtlCol="0"/>
            <a:lstStyle/>
            <a:p/>
          </p:txBody>
        </p:sp>
        <p:sp>
          <p:nvSpPr>
            <p:cNvPr id="297" name="object 297"/>
            <p:cNvSpPr/>
            <p:nvPr/>
          </p:nvSpPr>
          <p:spPr>
            <a:xfrm>
              <a:off x="2244089" y="14668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C0D00"/>
            </a:solidFill>
          </p:spPr>
          <p:txBody>
            <a:bodyPr wrap="square" lIns="0" tIns="0" rIns="0" bIns="0" rtlCol="0"/>
            <a:lstStyle/>
            <a:p/>
          </p:txBody>
        </p:sp>
        <p:sp>
          <p:nvSpPr>
            <p:cNvPr id="298" name="object 298"/>
            <p:cNvSpPr/>
            <p:nvPr/>
          </p:nvSpPr>
          <p:spPr>
            <a:xfrm>
              <a:off x="2244089" y="14744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E0C00"/>
            </a:solidFill>
          </p:spPr>
          <p:txBody>
            <a:bodyPr wrap="square" lIns="0" tIns="0" rIns="0" bIns="0" rtlCol="0"/>
            <a:lstStyle/>
            <a:p/>
          </p:txBody>
        </p:sp>
        <p:sp>
          <p:nvSpPr>
            <p:cNvPr id="299" name="object 299"/>
            <p:cNvSpPr/>
            <p:nvPr/>
          </p:nvSpPr>
          <p:spPr>
            <a:xfrm>
              <a:off x="2244089" y="148208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10C00"/>
            </a:solidFill>
          </p:spPr>
          <p:txBody>
            <a:bodyPr wrap="square" lIns="0" tIns="0" rIns="0" bIns="0" rtlCol="0"/>
            <a:lstStyle/>
            <a:p/>
          </p:txBody>
        </p:sp>
        <p:sp>
          <p:nvSpPr>
            <p:cNvPr id="300" name="object 300"/>
            <p:cNvSpPr/>
            <p:nvPr/>
          </p:nvSpPr>
          <p:spPr>
            <a:xfrm>
              <a:off x="2244089" y="148843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30B00"/>
            </a:solidFill>
          </p:spPr>
          <p:txBody>
            <a:bodyPr wrap="square" lIns="0" tIns="0" rIns="0" bIns="0" rtlCol="0"/>
            <a:lstStyle/>
            <a:p/>
          </p:txBody>
        </p:sp>
        <p:sp>
          <p:nvSpPr>
            <p:cNvPr id="301" name="object 301"/>
            <p:cNvSpPr/>
            <p:nvPr/>
          </p:nvSpPr>
          <p:spPr>
            <a:xfrm>
              <a:off x="2244089" y="14960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60B00"/>
            </a:solidFill>
          </p:spPr>
          <p:txBody>
            <a:bodyPr wrap="square" lIns="0" tIns="0" rIns="0" bIns="0" rtlCol="0"/>
            <a:lstStyle/>
            <a:p/>
          </p:txBody>
        </p:sp>
        <p:sp>
          <p:nvSpPr>
            <p:cNvPr id="302" name="object 302"/>
            <p:cNvSpPr/>
            <p:nvPr/>
          </p:nvSpPr>
          <p:spPr>
            <a:xfrm>
              <a:off x="2244089" y="150367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80A00"/>
            </a:solidFill>
          </p:spPr>
          <p:txBody>
            <a:bodyPr wrap="square" lIns="0" tIns="0" rIns="0" bIns="0" rtlCol="0"/>
            <a:lstStyle/>
            <a:p/>
          </p:txBody>
        </p:sp>
        <p:sp>
          <p:nvSpPr>
            <p:cNvPr id="303" name="object 303"/>
            <p:cNvSpPr/>
            <p:nvPr/>
          </p:nvSpPr>
          <p:spPr>
            <a:xfrm>
              <a:off x="2245359" y="1510029"/>
              <a:ext cx="81280" cy="7620"/>
            </a:xfrm>
            <a:custGeom>
              <a:avLst/>
              <a:gdLst/>
              <a:ahLst/>
              <a:cxnLst/>
              <a:rect l="l" t="t" r="r" b="b"/>
              <a:pathLst>
                <a:path w="81280" h="7619">
                  <a:moveTo>
                    <a:pt x="81280" y="0"/>
                  </a:moveTo>
                  <a:lnTo>
                    <a:pt x="0" y="0"/>
                  </a:lnTo>
                  <a:lnTo>
                    <a:pt x="0" y="7620"/>
                  </a:lnTo>
                  <a:lnTo>
                    <a:pt x="81280" y="7620"/>
                  </a:lnTo>
                  <a:lnTo>
                    <a:pt x="81280" y="0"/>
                  </a:lnTo>
                  <a:close/>
                </a:path>
              </a:pathLst>
            </a:custGeom>
            <a:solidFill>
              <a:srgbClr val="CC0A00"/>
            </a:solidFill>
          </p:spPr>
          <p:txBody>
            <a:bodyPr wrap="square" lIns="0" tIns="0" rIns="0" bIns="0" rtlCol="0"/>
            <a:lstStyle/>
            <a:p/>
          </p:txBody>
        </p:sp>
        <p:sp>
          <p:nvSpPr>
            <p:cNvPr id="304" name="object 304"/>
            <p:cNvSpPr/>
            <p:nvPr/>
          </p:nvSpPr>
          <p:spPr>
            <a:xfrm>
              <a:off x="2245359" y="1517650"/>
              <a:ext cx="81280" cy="7620"/>
            </a:xfrm>
            <a:custGeom>
              <a:avLst/>
              <a:gdLst/>
              <a:ahLst/>
              <a:cxnLst/>
              <a:rect l="l" t="t" r="r" b="b"/>
              <a:pathLst>
                <a:path w="81280" h="7619">
                  <a:moveTo>
                    <a:pt x="0" y="7620"/>
                  </a:moveTo>
                  <a:lnTo>
                    <a:pt x="0" y="0"/>
                  </a:lnTo>
                  <a:lnTo>
                    <a:pt x="81280" y="0"/>
                  </a:lnTo>
                  <a:lnTo>
                    <a:pt x="81280" y="7620"/>
                  </a:lnTo>
                  <a:lnTo>
                    <a:pt x="0" y="7620"/>
                  </a:lnTo>
                  <a:close/>
                </a:path>
              </a:pathLst>
            </a:custGeom>
            <a:solidFill>
              <a:srgbClr val="CD0900"/>
            </a:solidFill>
          </p:spPr>
          <p:txBody>
            <a:bodyPr wrap="square" lIns="0" tIns="0" rIns="0" bIns="0" rtlCol="0"/>
            <a:lstStyle/>
            <a:p/>
          </p:txBody>
        </p:sp>
        <p:sp>
          <p:nvSpPr>
            <p:cNvPr id="305" name="object 305"/>
            <p:cNvSpPr/>
            <p:nvPr/>
          </p:nvSpPr>
          <p:spPr>
            <a:xfrm>
              <a:off x="2245359" y="1525269"/>
              <a:ext cx="137160" cy="6350"/>
            </a:xfrm>
            <a:custGeom>
              <a:avLst/>
              <a:gdLst/>
              <a:ahLst/>
              <a:cxnLst/>
              <a:rect l="l" t="t" r="r" b="b"/>
              <a:pathLst>
                <a:path w="137160" h="6350">
                  <a:moveTo>
                    <a:pt x="81280" y="0"/>
                  </a:moveTo>
                  <a:lnTo>
                    <a:pt x="0" y="0"/>
                  </a:lnTo>
                  <a:lnTo>
                    <a:pt x="0" y="6350"/>
                  </a:lnTo>
                  <a:lnTo>
                    <a:pt x="82550" y="6350"/>
                  </a:lnTo>
                  <a:lnTo>
                    <a:pt x="82550" y="1269"/>
                  </a:lnTo>
                  <a:lnTo>
                    <a:pt x="81280" y="1269"/>
                  </a:lnTo>
                  <a:lnTo>
                    <a:pt x="81280" y="0"/>
                  </a:lnTo>
                  <a:close/>
                </a:path>
                <a:path w="137160" h="6350">
                  <a:moveTo>
                    <a:pt x="137159" y="5079"/>
                  </a:moveTo>
                  <a:lnTo>
                    <a:pt x="135889" y="5079"/>
                  </a:lnTo>
                  <a:lnTo>
                    <a:pt x="135889" y="6350"/>
                  </a:lnTo>
                  <a:lnTo>
                    <a:pt x="137159" y="6350"/>
                  </a:lnTo>
                  <a:lnTo>
                    <a:pt x="137159" y="5079"/>
                  </a:lnTo>
                  <a:close/>
                </a:path>
              </a:pathLst>
            </a:custGeom>
            <a:solidFill>
              <a:srgbClr val="CF0900"/>
            </a:solidFill>
          </p:spPr>
          <p:txBody>
            <a:bodyPr wrap="square" lIns="0" tIns="0" rIns="0" bIns="0" rtlCol="0"/>
            <a:lstStyle/>
            <a:p/>
          </p:txBody>
        </p:sp>
        <p:sp>
          <p:nvSpPr>
            <p:cNvPr id="306" name="object 306"/>
            <p:cNvSpPr/>
            <p:nvPr/>
          </p:nvSpPr>
          <p:spPr>
            <a:xfrm>
              <a:off x="2245359" y="1531619"/>
              <a:ext cx="142240" cy="7620"/>
            </a:xfrm>
            <a:custGeom>
              <a:avLst/>
              <a:gdLst/>
              <a:ahLst/>
              <a:cxnLst/>
              <a:rect l="l" t="t" r="r" b="b"/>
              <a:pathLst>
                <a:path w="142239" h="7619">
                  <a:moveTo>
                    <a:pt x="82550" y="0"/>
                  </a:moveTo>
                  <a:lnTo>
                    <a:pt x="0" y="0"/>
                  </a:lnTo>
                  <a:lnTo>
                    <a:pt x="0" y="5079"/>
                  </a:lnTo>
                  <a:lnTo>
                    <a:pt x="1269" y="5079"/>
                  </a:lnTo>
                  <a:lnTo>
                    <a:pt x="1269" y="7619"/>
                  </a:lnTo>
                  <a:lnTo>
                    <a:pt x="82550" y="7619"/>
                  </a:lnTo>
                  <a:lnTo>
                    <a:pt x="82550" y="0"/>
                  </a:lnTo>
                  <a:close/>
                </a:path>
                <a:path w="142239" h="7619">
                  <a:moveTo>
                    <a:pt x="138429" y="0"/>
                  </a:moveTo>
                  <a:lnTo>
                    <a:pt x="135889" y="0"/>
                  </a:lnTo>
                  <a:lnTo>
                    <a:pt x="135889" y="1269"/>
                  </a:lnTo>
                  <a:lnTo>
                    <a:pt x="134619" y="1269"/>
                  </a:lnTo>
                  <a:lnTo>
                    <a:pt x="134619" y="6350"/>
                  </a:lnTo>
                  <a:lnTo>
                    <a:pt x="133350" y="6350"/>
                  </a:lnTo>
                  <a:lnTo>
                    <a:pt x="133350" y="7619"/>
                  </a:lnTo>
                  <a:lnTo>
                    <a:pt x="142239" y="7619"/>
                  </a:lnTo>
                  <a:lnTo>
                    <a:pt x="142239" y="5079"/>
                  </a:lnTo>
                  <a:lnTo>
                    <a:pt x="140969" y="5079"/>
                  </a:lnTo>
                  <a:lnTo>
                    <a:pt x="140969" y="3809"/>
                  </a:lnTo>
                  <a:lnTo>
                    <a:pt x="139700" y="3809"/>
                  </a:lnTo>
                  <a:lnTo>
                    <a:pt x="139700" y="2539"/>
                  </a:lnTo>
                  <a:lnTo>
                    <a:pt x="138430" y="2539"/>
                  </a:lnTo>
                  <a:lnTo>
                    <a:pt x="138429" y="0"/>
                  </a:lnTo>
                  <a:close/>
                </a:path>
              </a:pathLst>
            </a:custGeom>
            <a:solidFill>
              <a:srgbClr val="D20800"/>
            </a:solidFill>
          </p:spPr>
          <p:txBody>
            <a:bodyPr wrap="square" lIns="0" tIns="0" rIns="0" bIns="0" rtlCol="0"/>
            <a:lstStyle/>
            <a:p/>
          </p:txBody>
        </p:sp>
        <p:sp>
          <p:nvSpPr>
            <p:cNvPr id="307" name="object 307"/>
            <p:cNvSpPr/>
            <p:nvPr/>
          </p:nvSpPr>
          <p:spPr>
            <a:xfrm>
              <a:off x="2246629" y="1539239"/>
              <a:ext cx="143510" cy="7620"/>
            </a:xfrm>
            <a:custGeom>
              <a:avLst/>
              <a:gdLst/>
              <a:ahLst/>
              <a:cxnLst/>
              <a:rect l="l" t="t" r="r" b="b"/>
              <a:pathLst>
                <a:path w="143510" h="7619">
                  <a:moveTo>
                    <a:pt x="81280" y="0"/>
                  </a:moveTo>
                  <a:lnTo>
                    <a:pt x="0" y="0"/>
                  </a:lnTo>
                  <a:lnTo>
                    <a:pt x="0" y="7620"/>
                  </a:lnTo>
                  <a:lnTo>
                    <a:pt x="81280" y="7620"/>
                  </a:lnTo>
                  <a:lnTo>
                    <a:pt x="81280" y="0"/>
                  </a:lnTo>
                  <a:close/>
                </a:path>
                <a:path w="143510" h="7619">
                  <a:moveTo>
                    <a:pt x="142240" y="0"/>
                  </a:moveTo>
                  <a:lnTo>
                    <a:pt x="132080" y="0"/>
                  </a:lnTo>
                  <a:lnTo>
                    <a:pt x="132080" y="2539"/>
                  </a:lnTo>
                  <a:lnTo>
                    <a:pt x="130809" y="2539"/>
                  </a:lnTo>
                  <a:lnTo>
                    <a:pt x="130809" y="6350"/>
                  </a:lnTo>
                  <a:lnTo>
                    <a:pt x="129539" y="6350"/>
                  </a:lnTo>
                  <a:lnTo>
                    <a:pt x="129539" y="7620"/>
                  </a:lnTo>
                  <a:lnTo>
                    <a:pt x="143509" y="7620"/>
                  </a:lnTo>
                  <a:lnTo>
                    <a:pt x="143509" y="1270"/>
                  </a:lnTo>
                  <a:lnTo>
                    <a:pt x="142240" y="1270"/>
                  </a:lnTo>
                  <a:lnTo>
                    <a:pt x="142240" y="0"/>
                  </a:lnTo>
                  <a:close/>
                </a:path>
              </a:pathLst>
            </a:custGeom>
            <a:solidFill>
              <a:srgbClr val="D40800"/>
            </a:solidFill>
          </p:spPr>
          <p:txBody>
            <a:bodyPr wrap="square" lIns="0" tIns="0" rIns="0" bIns="0" rtlCol="0"/>
            <a:lstStyle/>
            <a:p/>
          </p:txBody>
        </p:sp>
        <p:sp>
          <p:nvSpPr>
            <p:cNvPr id="308" name="object 308"/>
            <p:cNvSpPr/>
            <p:nvPr/>
          </p:nvSpPr>
          <p:spPr>
            <a:xfrm>
              <a:off x="2246629" y="1546859"/>
              <a:ext cx="143510" cy="7620"/>
            </a:xfrm>
            <a:custGeom>
              <a:avLst/>
              <a:gdLst/>
              <a:ahLst/>
              <a:cxnLst/>
              <a:rect l="l" t="t" r="r" b="b"/>
              <a:pathLst>
                <a:path w="143510" h="7619">
                  <a:moveTo>
                    <a:pt x="81280" y="0"/>
                  </a:moveTo>
                  <a:lnTo>
                    <a:pt x="0" y="0"/>
                  </a:lnTo>
                  <a:lnTo>
                    <a:pt x="0" y="1269"/>
                  </a:lnTo>
                  <a:lnTo>
                    <a:pt x="81280" y="1269"/>
                  </a:lnTo>
                  <a:lnTo>
                    <a:pt x="81280" y="0"/>
                  </a:lnTo>
                  <a:close/>
                </a:path>
                <a:path w="143510" h="7619">
                  <a:moveTo>
                    <a:pt x="143509" y="0"/>
                  </a:moveTo>
                  <a:lnTo>
                    <a:pt x="129539" y="0"/>
                  </a:lnTo>
                  <a:lnTo>
                    <a:pt x="129539" y="1269"/>
                  </a:lnTo>
                  <a:lnTo>
                    <a:pt x="143509" y="1269"/>
                  </a:lnTo>
                  <a:lnTo>
                    <a:pt x="143509" y="0"/>
                  </a:lnTo>
                  <a:close/>
                </a:path>
                <a:path w="143510" h="7619">
                  <a:moveTo>
                    <a:pt x="81280" y="1270"/>
                  </a:moveTo>
                  <a:lnTo>
                    <a:pt x="0" y="1270"/>
                  </a:lnTo>
                  <a:lnTo>
                    <a:pt x="0" y="7619"/>
                  </a:lnTo>
                  <a:lnTo>
                    <a:pt x="82550" y="7619"/>
                  </a:lnTo>
                  <a:lnTo>
                    <a:pt x="82550" y="3810"/>
                  </a:lnTo>
                  <a:lnTo>
                    <a:pt x="81280" y="3810"/>
                  </a:lnTo>
                  <a:lnTo>
                    <a:pt x="81280" y="1270"/>
                  </a:lnTo>
                  <a:close/>
                </a:path>
                <a:path w="143510" h="7619">
                  <a:moveTo>
                    <a:pt x="142239" y="5079"/>
                  </a:moveTo>
                  <a:lnTo>
                    <a:pt x="127000" y="5079"/>
                  </a:lnTo>
                  <a:lnTo>
                    <a:pt x="127000" y="7619"/>
                  </a:lnTo>
                  <a:lnTo>
                    <a:pt x="142239" y="7619"/>
                  </a:lnTo>
                  <a:lnTo>
                    <a:pt x="142239" y="5079"/>
                  </a:lnTo>
                  <a:close/>
                </a:path>
                <a:path w="143510" h="7619">
                  <a:moveTo>
                    <a:pt x="143509" y="1270"/>
                  </a:moveTo>
                  <a:lnTo>
                    <a:pt x="128269" y="1270"/>
                  </a:lnTo>
                  <a:lnTo>
                    <a:pt x="128269" y="5079"/>
                  </a:lnTo>
                  <a:lnTo>
                    <a:pt x="143509" y="5079"/>
                  </a:lnTo>
                  <a:lnTo>
                    <a:pt x="143509" y="1270"/>
                  </a:lnTo>
                  <a:close/>
                </a:path>
              </a:pathLst>
            </a:custGeom>
            <a:solidFill>
              <a:srgbClr val="D70700"/>
            </a:solidFill>
          </p:spPr>
          <p:txBody>
            <a:bodyPr wrap="square" lIns="0" tIns="0" rIns="0" bIns="0" rtlCol="0"/>
            <a:lstStyle/>
            <a:p/>
          </p:txBody>
        </p:sp>
        <p:sp>
          <p:nvSpPr>
            <p:cNvPr id="309" name="object 309"/>
            <p:cNvSpPr/>
            <p:nvPr/>
          </p:nvSpPr>
          <p:spPr>
            <a:xfrm>
              <a:off x="2246629" y="1554479"/>
              <a:ext cx="142240" cy="6350"/>
            </a:xfrm>
            <a:custGeom>
              <a:avLst/>
              <a:gdLst/>
              <a:ahLst/>
              <a:cxnLst/>
              <a:rect l="l" t="t" r="r" b="b"/>
              <a:pathLst>
                <a:path w="142239" h="6350">
                  <a:moveTo>
                    <a:pt x="82550" y="0"/>
                  </a:moveTo>
                  <a:lnTo>
                    <a:pt x="0" y="0"/>
                  </a:lnTo>
                  <a:lnTo>
                    <a:pt x="0" y="5080"/>
                  </a:lnTo>
                  <a:lnTo>
                    <a:pt x="1269" y="5080"/>
                  </a:lnTo>
                  <a:lnTo>
                    <a:pt x="1269" y="6350"/>
                  </a:lnTo>
                  <a:lnTo>
                    <a:pt x="82550" y="6350"/>
                  </a:lnTo>
                  <a:lnTo>
                    <a:pt x="82550" y="0"/>
                  </a:lnTo>
                  <a:close/>
                </a:path>
                <a:path w="142239" h="6350">
                  <a:moveTo>
                    <a:pt x="142240" y="0"/>
                  </a:moveTo>
                  <a:lnTo>
                    <a:pt x="125730" y="0"/>
                  </a:lnTo>
                  <a:lnTo>
                    <a:pt x="125730" y="3810"/>
                  </a:lnTo>
                  <a:lnTo>
                    <a:pt x="124459" y="3810"/>
                  </a:lnTo>
                  <a:lnTo>
                    <a:pt x="124459" y="6350"/>
                  </a:lnTo>
                  <a:lnTo>
                    <a:pt x="140969" y="6350"/>
                  </a:lnTo>
                  <a:lnTo>
                    <a:pt x="140969" y="2540"/>
                  </a:lnTo>
                  <a:lnTo>
                    <a:pt x="142240" y="2540"/>
                  </a:lnTo>
                  <a:lnTo>
                    <a:pt x="142240" y="0"/>
                  </a:lnTo>
                  <a:close/>
                </a:path>
              </a:pathLst>
            </a:custGeom>
            <a:solidFill>
              <a:srgbClr val="D90700"/>
            </a:solidFill>
          </p:spPr>
          <p:txBody>
            <a:bodyPr wrap="square" lIns="0" tIns="0" rIns="0" bIns="0" rtlCol="0"/>
            <a:lstStyle/>
            <a:p/>
          </p:txBody>
        </p:sp>
        <p:sp>
          <p:nvSpPr>
            <p:cNvPr id="310" name="object 310"/>
            <p:cNvSpPr/>
            <p:nvPr/>
          </p:nvSpPr>
          <p:spPr>
            <a:xfrm>
              <a:off x="2247899" y="1560829"/>
              <a:ext cx="139700" cy="7620"/>
            </a:xfrm>
            <a:custGeom>
              <a:avLst/>
              <a:gdLst/>
              <a:ahLst/>
              <a:cxnLst/>
              <a:rect l="l" t="t" r="r" b="b"/>
              <a:pathLst>
                <a:path w="139700" h="7619">
                  <a:moveTo>
                    <a:pt x="81280" y="0"/>
                  </a:moveTo>
                  <a:lnTo>
                    <a:pt x="0" y="0"/>
                  </a:lnTo>
                  <a:lnTo>
                    <a:pt x="0" y="6350"/>
                  </a:lnTo>
                  <a:lnTo>
                    <a:pt x="83819" y="6350"/>
                  </a:lnTo>
                  <a:lnTo>
                    <a:pt x="83819" y="5080"/>
                  </a:lnTo>
                  <a:lnTo>
                    <a:pt x="82550" y="5080"/>
                  </a:lnTo>
                  <a:lnTo>
                    <a:pt x="82550" y="1270"/>
                  </a:lnTo>
                  <a:lnTo>
                    <a:pt x="81280" y="1270"/>
                  </a:lnTo>
                  <a:lnTo>
                    <a:pt x="81280" y="0"/>
                  </a:lnTo>
                  <a:close/>
                </a:path>
                <a:path w="139700" h="7619">
                  <a:moveTo>
                    <a:pt x="139700" y="0"/>
                  </a:moveTo>
                  <a:lnTo>
                    <a:pt x="121919" y="0"/>
                  </a:lnTo>
                  <a:lnTo>
                    <a:pt x="121919" y="2540"/>
                  </a:lnTo>
                  <a:lnTo>
                    <a:pt x="120650" y="2540"/>
                  </a:lnTo>
                  <a:lnTo>
                    <a:pt x="120650" y="6350"/>
                  </a:lnTo>
                  <a:lnTo>
                    <a:pt x="138430" y="6350"/>
                  </a:lnTo>
                  <a:lnTo>
                    <a:pt x="138430" y="1270"/>
                  </a:lnTo>
                  <a:lnTo>
                    <a:pt x="139700" y="1270"/>
                  </a:lnTo>
                  <a:lnTo>
                    <a:pt x="139700" y="0"/>
                  </a:lnTo>
                  <a:close/>
                </a:path>
                <a:path w="139700" h="7619">
                  <a:moveTo>
                    <a:pt x="83819" y="6476"/>
                  </a:moveTo>
                  <a:lnTo>
                    <a:pt x="1269" y="6476"/>
                  </a:lnTo>
                  <a:lnTo>
                    <a:pt x="1269" y="7620"/>
                  </a:lnTo>
                  <a:lnTo>
                    <a:pt x="83819" y="7620"/>
                  </a:lnTo>
                  <a:lnTo>
                    <a:pt x="83819" y="6476"/>
                  </a:lnTo>
                  <a:close/>
                </a:path>
                <a:path w="139700" h="7619">
                  <a:moveTo>
                    <a:pt x="137160" y="6476"/>
                  </a:moveTo>
                  <a:lnTo>
                    <a:pt x="119380" y="6476"/>
                  </a:lnTo>
                  <a:lnTo>
                    <a:pt x="119380" y="7620"/>
                  </a:lnTo>
                  <a:lnTo>
                    <a:pt x="137160" y="7620"/>
                  </a:lnTo>
                  <a:lnTo>
                    <a:pt x="137160" y="6476"/>
                  </a:lnTo>
                  <a:close/>
                </a:path>
              </a:pathLst>
            </a:custGeom>
            <a:solidFill>
              <a:srgbClr val="DC0600"/>
            </a:solidFill>
          </p:spPr>
          <p:txBody>
            <a:bodyPr wrap="square" lIns="0" tIns="0" rIns="0" bIns="0" rtlCol="0"/>
            <a:lstStyle/>
            <a:p/>
          </p:txBody>
        </p:sp>
        <p:sp>
          <p:nvSpPr>
            <p:cNvPr id="311" name="object 311"/>
            <p:cNvSpPr/>
            <p:nvPr/>
          </p:nvSpPr>
          <p:spPr>
            <a:xfrm>
              <a:off x="2249169" y="1568450"/>
              <a:ext cx="135890" cy="7620"/>
            </a:xfrm>
            <a:custGeom>
              <a:avLst/>
              <a:gdLst/>
              <a:ahLst/>
              <a:cxnLst/>
              <a:rect l="l" t="t" r="r" b="b"/>
              <a:pathLst>
                <a:path w="135889" h="7619">
                  <a:moveTo>
                    <a:pt x="83819" y="3937"/>
                  </a:moveTo>
                  <a:lnTo>
                    <a:pt x="0" y="3937"/>
                  </a:lnTo>
                  <a:lnTo>
                    <a:pt x="0" y="6476"/>
                  </a:lnTo>
                  <a:lnTo>
                    <a:pt x="1269" y="6476"/>
                  </a:lnTo>
                  <a:lnTo>
                    <a:pt x="1269" y="7620"/>
                  </a:lnTo>
                  <a:lnTo>
                    <a:pt x="85089" y="7620"/>
                  </a:lnTo>
                  <a:lnTo>
                    <a:pt x="85089" y="5079"/>
                  </a:lnTo>
                  <a:lnTo>
                    <a:pt x="83819" y="5079"/>
                  </a:lnTo>
                  <a:lnTo>
                    <a:pt x="83819" y="3937"/>
                  </a:lnTo>
                  <a:close/>
                </a:path>
                <a:path w="135889" h="7619">
                  <a:moveTo>
                    <a:pt x="116840" y="3809"/>
                  </a:moveTo>
                  <a:lnTo>
                    <a:pt x="115569" y="3809"/>
                  </a:lnTo>
                  <a:lnTo>
                    <a:pt x="115569" y="6476"/>
                  </a:lnTo>
                  <a:lnTo>
                    <a:pt x="114300" y="6476"/>
                  </a:lnTo>
                  <a:lnTo>
                    <a:pt x="114300" y="7620"/>
                  </a:lnTo>
                  <a:lnTo>
                    <a:pt x="134619" y="7620"/>
                  </a:lnTo>
                  <a:lnTo>
                    <a:pt x="134619" y="3937"/>
                  </a:lnTo>
                  <a:lnTo>
                    <a:pt x="116840" y="3937"/>
                  </a:lnTo>
                  <a:lnTo>
                    <a:pt x="116840" y="3809"/>
                  </a:lnTo>
                  <a:close/>
                </a:path>
                <a:path w="135889" h="7619">
                  <a:moveTo>
                    <a:pt x="118110" y="1269"/>
                  </a:moveTo>
                  <a:lnTo>
                    <a:pt x="116840" y="1269"/>
                  </a:lnTo>
                  <a:lnTo>
                    <a:pt x="116840" y="3809"/>
                  </a:lnTo>
                  <a:lnTo>
                    <a:pt x="134619" y="3809"/>
                  </a:lnTo>
                  <a:lnTo>
                    <a:pt x="134619" y="3937"/>
                  </a:lnTo>
                  <a:lnTo>
                    <a:pt x="135890" y="3937"/>
                  </a:lnTo>
                  <a:lnTo>
                    <a:pt x="135890" y="1396"/>
                  </a:lnTo>
                  <a:lnTo>
                    <a:pt x="118110" y="1396"/>
                  </a:lnTo>
                  <a:close/>
                </a:path>
                <a:path w="135889" h="7619">
                  <a:moveTo>
                    <a:pt x="135890" y="0"/>
                  </a:moveTo>
                  <a:lnTo>
                    <a:pt x="118110" y="0"/>
                  </a:lnTo>
                  <a:lnTo>
                    <a:pt x="118110" y="1269"/>
                  </a:lnTo>
                  <a:lnTo>
                    <a:pt x="135890" y="1269"/>
                  </a:lnTo>
                  <a:lnTo>
                    <a:pt x="135890" y="0"/>
                  </a:lnTo>
                  <a:close/>
                </a:path>
                <a:path w="135889" h="7619">
                  <a:moveTo>
                    <a:pt x="82550" y="1396"/>
                  </a:moveTo>
                  <a:lnTo>
                    <a:pt x="0" y="1396"/>
                  </a:lnTo>
                  <a:lnTo>
                    <a:pt x="0" y="3809"/>
                  </a:lnTo>
                  <a:lnTo>
                    <a:pt x="83819" y="3809"/>
                  </a:lnTo>
                  <a:lnTo>
                    <a:pt x="83819" y="2666"/>
                  </a:lnTo>
                  <a:lnTo>
                    <a:pt x="82550" y="2666"/>
                  </a:lnTo>
                  <a:lnTo>
                    <a:pt x="82550" y="1396"/>
                  </a:lnTo>
                  <a:close/>
                </a:path>
                <a:path w="135889" h="7619">
                  <a:moveTo>
                    <a:pt x="82550" y="0"/>
                  </a:moveTo>
                  <a:lnTo>
                    <a:pt x="0" y="0"/>
                  </a:lnTo>
                  <a:lnTo>
                    <a:pt x="0" y="1269"/>
                  </a:lnTo>
                  <a:lnTo>
                    <a:pt x="82550" y="1269"/>
                  </a:lnTo>
                  <a:lnTo>
                    <a:pt x="82550" y="0"/>
                  </a:lnTo>
                  <a:close/>
                </a:path>
              </a:pathLst>
            </a:custGeom>
            <a:solidFill>
              <a:srgbClr val="DE0600"/>
            </a:solidFill>
          </p:spPr>
          <p:txBody>
            <a:bodyPr wrap="square" lIns="0" tIns="0" rIns="0" bIns="0" rtlCol="0"/>
            <a:lstStyle/>
            <a:p/>
          </p:txBody>
        </p:sp>
        <p:sp>
          <p:nvSpPr>
            <p:cNvPr id="312" name="object 312"/>
            <p:cNvSpPr/>
            <p:nvPr/>
          </p:nvSpPr>
          <p:spPr>
            <a:xfrm>
              <a:off x="2250439" y="1576069"/>
              <a:ext cx="133350" cy="6350"/>
            </a:xfrm>
            <a:custGeom>
              <a:avLst/>
              <a:gdLst/>
              <a:ahLst/>
              <a:cxnLst/>
              <a:rect l="l" t="t" r="r" b="b"/>
              <a:pathLst>
                <a:path w="133350" h="6350">
                  <a:moveTo>
                    <a:pt x="86360" y="2539"/>
                  </a:moveTo>
                  <a:lnTo>
                    <a:pt x="85089" y="2539"/>
                  </a:lnTo>
                  <a:lnTo>
                    <a:pt x="85089" y="2666"/>
                  </a:lnTo>
                  <a:lnTo>
                    <a:pt x="0" y="2666"/>
                  </a:lnTo>
                  <a:lnTo>
                    <a:pt x="0" y="5206"/>
                  </a:lnTo>
                  <a:lnTo>
                    <a:pt x="1270" y="5206"/>
                  </a:lnTo>
                  <a:lnTo>
                    <a:pt x="1270" y="6350"/>
                  </a:lnTo>
                  <a:lnTo>
                    <a:pt x="87630" y="6350"/>
                  </a:lnTo>
                  <a:lnTo>
                    <a:pt x="87630" y="3809"/>
                  </a:lnTo>
                  <a:lnTo>
                    <a:pt x="86360" y="3809"/>
                  </a:lnTo>
                  <a:lnTo>
                    <a:pt x="86360" y="2539"/>
                  </a:lnTo>
                  <a:close/>
                </a:path>
                <a:path w="133350" h="6350">
                  <a:moveTo>
                    <a:pt x="85089" y="0"/>
                  </a:moveTo>
                  <a:lnTo>
                    <a:pt x="83819" y="0"/>
                  </a:lnTo>
                  <a:lnTo>
                    <a:pt x="0" y="126"/>
                  </a:lnTo>
                  <a:lnTo>
                    <a:pt x="0" y="2539"/>
                  </a:lnTo>
                  <a:lnTo>
                    <a:pt x="85089" y="2539"/>
                  </a:lnTo>
                  <a:lnTo>
                    <a:pt x="85089" y="0"/>
                  </a:lnTo>
                  <a:close/>
                </a:path>
                <a:path w="133350" h="6350">
                  <a:moveTo>
                    <a:pt x="130810" y="3809"/>
                  </a:moveTo>
                  <a:lnTo>
                    <a:pt x="109220" y="3809"/>
                  </a:lnTo>
                  <a:lnTo>
                    <a:pt x="109220" y="5206"/>
                  </a:lnTo>
                  <a:lnTo>
                    <a:pt x="107950" y="5206"/>
                  </a:lnTo>
                  <a:lnTo>
                    <a:pt x="107950" y="6350"/>
                  </a:lnTo>
                  <a:lnTo>
                    <a:pt x="130810" y="6350"/>
                  </a:lnTo>
                  <a:lnTo>
                    <a:pt x="130810" y="3809"/>
                  </a:lnTo>
                  <a:close/>
                </a:path>
                <a:path w="133350" h="6350">
                  <a:moveTo>
                    <a:pt x="111760" y="2539"/>
                  </a:moveTo>
                  <a:lnTo>
                    <a:pt x="110490" y="2539"/>
                  </a:lnTo>
                  <a:lnTo>
                    <a:pt x="110490" y="3809"/>
                  </a:lnTo>
                  <a:lnTo>
                    <a:pt x="132080" y="3809"/>
                  </a:lnTo>
                  <a:lnTo>
                    <a:pt x="132080" y="2666"/>
                  </a:lnTo>
                  <a:lnTo>
                    <a:pt x="111760" y="2666"/>
                  </a:lnTo>
                  <a:lnTo>
                    <a:pt x="111760" y="2539"/>
                  </a:lnTo>
                  <a:close/>
                </a:path>
                <a:path w="133350" h="6350">
                  <a:moveTo>
                    <a:pt x="132080" y="126"/>
                  </a:moveTo>
                  <a:lnTo>
                    <a:pt x="113030" y="126"/>
                  </a:lnTo>
                  <a:lnTo>
                    <a:pt x="113030" y="1396"/>
                  </a:lnTo>
                  <a:lnTo>
                    <a:pt x="111760" y="1396"/>
                  </a:lnTo>
                  <a:lnTo>
                    <a:pt x="111760" y="2539"/>
                  </a:lnTo>
                  <a:lnTo>
                    <a:pt x="132080" y="2539"/>
                  </a:lnTo>
                  <a:lnTo>
                    <a:pt x="132080" y="126"/>
                  </a:lnTo>
                  <a:close/>
                </a:path>
                <a:path w="133350" h="6350">
                  <a:moveTo>
                    <a:pt x="133350" y="0"/>
                  </a:moveTo>
                  <a:lnTo>
                    <a:pt x="132080" y="0"/>
                  </a:lnTo>
                  <a:lnTo>
                    <a:pt x="133350" y="126"/>
                  </a:lnTo>
                  <a:close/>
                </a:path>
              </a:pathLst>
            </a:custGeom>
            <a:solidFill>
              <a:srgbClr val="E00500"/>
            </a:solidFill>
          </p:spPr>
          <p:txBody>
            <a:bodyPr wrap="square" lIns="0" tIns="0" rIns="0" bIns="0" rtlCol="0"/>
            <a:lstStyle/>
            <a:p/>
          </p:txBody>
        </p:sp>
        <p:sp>
          <p:nvSpPr>
            <p:cNvPr id="313" name="object 313"/>
            <p:cNvSpPr/>
            <p:nvPr/>
          </p:nvSpPr>
          <p:spPr>
            <a:xfrm>
              <a:off x="2251710" y="1582419"/>
              <a:ext cx="129539" cy="7620"/>
            </a:xfrm>
            <a:custGeom>
              <a:avLst/>
              <a:gdLst/>
              <a:ahLst/>
              <a:cxnLst/>
              <a:rect l="l" t="t" r="r" b="b"/>
              <a:pathLst>
                <a:path w="129539" h="7619">
                  <a:moveTo>
                    <a:pt x="88900" y="1270"/>
                  </a:moveTo>
                  <a:lnTo>
                    <a:pt x="87630" y="1270"/>
                  </a:lnTo>
                  <a:lnTo>
                    <a:pt x="87630" y="0"/>
                  </a:lnTo>
                  <a:lnTo>
                    <a:pt x="0" y="0"/>
                  </a:lnTo>
                  <a:lnTo>
                    <a:pt x="0" y="1270"/>
                  </a:lnTo>
                  <a:lnTo>
                    <a:pt x="0" y="2540"/>
                  </a:lnTo>
                  <a:lnTo>
                    <a:pt x="88900" y="2540"/>
                  </a:lnTo>
                  <a:lnTo>
                    <a:pt x="88900" y="1270"/>
                  </a:lnTo>
                  <a:close/>
                </a:path>
                <a:path w="129539" h="7619">
                  <a:moveTo>
                    <a:pt x="92710" y="5080"/>
                  </a:moveTo>
                  <a:lnTo>
                    <a:pt x="91440" y="5080"/>
                  </a:lnTo>
                  <a:lnTo>
                    <a:pt x="91440" y="3810"/>
                  </a:lnTo>
                  <a:lnTo>
                    <a:pt x="88900" y="3810"/>
                  </a:lnTo>
                  <a:lnTo>
                    <a:pt x="88900" y="2667"/>
                  </a:lnTo>
                  <a:lnTo>
                    <a:pt x="0" y="2667"/>
                  </a:lnTo>
                  <a:lnTo>
                    <a:pt x="0" y="3810"/>
                  </a:lnTo>
                  <a:lnTo>
                    <a:pt x="1270" y="3810"/>
                  </a:lnTo>
                  <a:lnTo>
                    <a:pt x="1270" y="5080"/>
                  </a:lnTo>
                  <a:lnTo>
                    <a:pt x="1270" y="6350"/>
                  </a:lnTo>
                  <a:lnTo>
                    <a:pt x="92710" y="6350"/>
                  </a:lnTo>
                  <a:lnTo>
                    <a:pt x="92710" y="5080"/>
                  </a:lnTo>
                  <a:close/>
                </a:path>
                <a:path w="129539" h="7619">
                  <a:moveTo>
                    <a:pt x="127000" y="6477"/>
                  </a:moveTo>
                  <a:lnTo>
                    <a:pt x="95250" y="6477"/>
                  </a:lnTo>
                  <a:lnTo>
                    <a:pt x="95250" y="6350"/>
                  </a:lnTo>
                  <a:lnTo>
                    <a:pt x="92710" y="6350"/>
                  </a:lnTo>
                  <a:lnTo>
                    <a:pt x="92710" y="6477"/>
                  </a:lnTo>
                  <a:lnTo>
                    <a:pt x="1270" y="6477"/>
                  </a:lnTo>
                  <a:lnTo>
                    <a:pt x="1270" y="7620"/>
                  </a:lnTo>
                  <a:lnTo>
                    <a:pt x="127000" y="7620"/>
                  </a:lnTo>
                  <a:lnTo>
                    <a:pt x="127000" y="6477"/>
                  </a:lnTo>
                  <a:close/>
                </a:path>
                <a:path w="129539" h="7619">
                  <a:moveTo>
                    <a:pt x="128270" y="1397"/>
                  </a:moveTo>
                  <a:lnTo>
                    <a:pt x="104140" y="1397"/>
                  </a:lnTo>
                  <a:lnTo>
                    <a:pt x="104140" y="2540"/>
                  </a:lnTo>
                  <a:lnTo>
                    <a:pt x="102870" y="2540"/>
                  </a:lnTo>
                  <a:lnTo>
                    <a:pt x="102870" y="3810"/>
                  </a:lnTo>
                  <a:lnTo>
                    <a:pt x="97790" y="3810"/>
                  </a:lnTo>
                  <a:lnTo>
                    <a:pt x="97790" y="5080"/>
                  </a:lnTo>
                  <a:lnTo>
                    <a:pt x="95250" y="5080"/>
                  </a:lnTo>
                  <a:lnTo>
                    <a:pt x="95250" y="6350"/>
                  </a:lnTo>
                  <a:lnTo>
                    <a:pt x="127000" y="6350"/>
                  </a:lnTo>
                  <a:lnTo>
                    <a:pt x="127000" y="5080"/>
                  </a:lnTo>
                  <a:lnTo>
                    <a:pt x="127000" y="3810"/>
                  </a:lnTo>
                  <a:lnTo>
                    <a:pt x="128270" y="3810"/>
                  </a:lnTo>
                  <a:lnTo>
                    <a:pt x="128270" y="2540"/>
                  </a:lnTo>
                  <a:lnTo>
                    <a:pt x="128270" y="1397"/>
                  </a:lnTo>
                  <a:close/>
                </a:path>
                <a:path w="129539" h="7619">
                  <a:moveTo>
                    <a:pt x="129540" y="0"/>
                  </a:moveTo>
                  <a:lnTo>
                    <a:pt x="105410" y="0"/>
                  </a:lnTo>
                  <a:lnTo>
                    <a:pt x="105410" y="1270"/>
                  </a:lnTo>
                  <a:lnTo>
                    <a:pt x="129540" y="1270"/>
                  </a:lnTo>
                  <a:lnTo>
                    <a:pt x="129540" y="0"/>
                  </a:lnTo>
                  <a:close/>
                </a:path>
              </a:pathLst>
            </a:custGeom>
            <a:solidFill>
              <a:srgbClr val="E30500"/>
            </a:solidFill>
          </p:spPr>
          <p:txBody>
            <a:bodyPr wrap="square" lIns="0" tIns="0" rIns="0" bIns="0" rtlCol="0"/>
            <a:lstStyle/>
            <a:p/>
          </p:txBody>
        </p:sp>
        <p:sp>
          <p:nvSpPr>
            <p:cNvPr id="314" name="object 314"/>
            <p:cNvSpPr/>
            <p:nvPr/>
          </p:nvSpPr>
          <p:spPr>
            <a:xfrm>
              <a:off x="2252980" y="1590039"/>
              <a:ext cx="125730" cy="7620"/>
            </a:xfrm>
            <a:custGeom>
              <a:avLst/>
              <a:gdLst/>
              <a:ahLst/>
              <a:cxnLst/>
              <a:rect l="l" t="t" r="r" b="b"/>
              <a:pathLst>
                <a:path w="125730" h="7619">
                  <a:moveTo>
                    <a:pt x="125730" y="0"/>
                  </a:moveTo>
                  <a:lnTo>
                    <a:pt x="0" y="0"/>
                  </a:lnTo>
                  <a:lnTo>
                    <a:pt x="0" y="127"/>
                  </a:lnTo>
                  <a:lnTo>
                    <a:pt x="1270" y="127"/>
                  </a:lnTo>
                  <a:lnTo>
                    <a:pt x="1270" y="3937"/>
                  </a:lnTo>
                  <a:lnTo>
                    <a:pt x="2540" y="3937"/>
                  </a:lnTo>
                  <a:lnTo>
                    <a:pt x="2540" y="6350"/>
                  </a:lnTo>
                  <a:lnTo>
                    <a:pt x="2540" y="7620"/>
                  </a:lnTo>
                  <a:lnTo>
                    <a:pt x="121920" y="7620"/>
                  </a:lnTo>
                  <a:lnTo>
                    <a:pt x="121920" y="6350"/>
                  </a:lnTo>
                  <a:lnTo>
                    <a:pt x="123190" y="6350"/>
                  </a:lnTo>
                  <a:lnTo>
                    <a:pt x="123190" y="3937"/>
                  </a:lnTo>
                  <a:lnTo>
                    <a:pt x="124460" y="3937"/>
                  </a:lnTo>
                  <a:lnTo>
                    <a:pt x="124460" y="127"/>
                  </a:lnTo>
                  <a:lnTo>
                    <a:pt x="125730" y="127"/>
                  </a:lnTo>
                  <a:lnTo>
                    <a:pt x="125730" y="0"/>
                  </a:lnTo>
                  <a:close/>
                </a:path>
              </a:pathLst>
            </a:custGeom>
            <a:solidFill>
              <a:srgbClr val="E50400"/>
            </a:solidFill>
          </p:spPr>
          <p:txBody>
            <a:bodyPr wrap="square" lIns="0" tIns="0" rIns="0" bIns="0" rtlCol="0"/>
            <a:lstStyle/>
            <a:p/>
          </p:txBody>
        </p:sp>
        <p:sp>
          <p:nvSpPr>
            <p:cNvPr id="315" name="object 315"/>
            <p:cNvSpPr/>
            <p:nvPr/>
          </p:nvSpPr>
          <p:spPr>
            <a:xfrm>
              <a:off x="2256790" y="1597659"/>
              <a:ext cx="118110" cy="7620"/>
            </a:xfrm>
            <a:custGeom>
              <a:avLst/>
              <a:gdLst/>
              <a:ahLst/>
              <a:cxnLst/>
              <a:rect l="l" t="t" r="r" b="b"/>
              <a:pathLst>
                <a:path w="118110" h="7619">
                  <a:moveTo>
                    <a:pt x="115570" y="6477"/>
                  </a:moveTo>
                  <a:lnTo>
                    <a:pt x="1270" y="6477"/>
                  </a:lnTo>
                  <a:lnTo>
                    <a:pt x="1270" y="7620"/>
                  </a:lnTo>
                  <a:lnTo>
                    <a:pt x="115570" y="7620"/>
                  </a:lnTo>
                  <a:lnTo>
                    <a:pt x="115570" y="6477"/>
                  </a:lnTo>
                  <a:close/>
                </a:path>
                <a:path w="118110" h="7619">
                  <a:moveTo>
                    <a:pt x="118110" y="0"/>
                  </a:moveTo>
                  <a:lnTo>
                    <a:pt x="0" y="0"/>
                  </a:lnTo>
                  <a:lnTo>
                    <a:pt x="0" y="2540"/>
                  </a:lnTo>
                  <a:lnTo>
                    <a:pt x="0" y="3810"/>
                  </a:lnTo>
                  <a:lnTo>
                    <a:pt x="1270" y="3810"/>
                  </a:lnTo>
                  <a:lnTo>
                    <a:pt x="1270" y="6350"/>
                  </a:lnTo>
                  <a:lnTo>
                    <a:pt x="116840" y="6350"/>
                  </a:lnTo>
                  <a:lnTo>
                    <a:pt x="116840" y="3810"/>
                  </a:lnTo>
                  <a:lnTo>
                    <a:pt x="116827" y="2540"/>
                  </a:lnTo>
                  <a:lnTo>
                    <a:pt x="118110" y="2540"/>
                  </a:lnTo>
                  <a:lnTo>
                    <a:pt x="118110" y="0"/>
                  </a:lnTo>
                  <a:close/>
                </a:path>
              </a:pathLst>
            </a:custGeom>
            <a:solidFill>
              <a:srgbClr val="E80400"/>
            </a:solidFill>
          </p:spPr>
          <p:txBody>
            <a:bodyPr wrap="square" lIns="0" tIns="0" rIns="0" bIns="0" rtlCol="0"/>
            <a:lstStyle/>
            <a:p/>
          </p:txBody>
        </p:sp>
        <p:sp>
          <p:nvSpPr>
            <p:cNvPr id="316" name="object 316"/>
            <p:cNvSpPr/>
            <p:nvPr/>
          </p:nvSpPr>
          <p:spPr>
            <a:xfrm>
              <a:off x="2259330" y="1605279"/>
              <a:ext cx="113030" cy="6350"/>
            </a:xfrm>
            <a:custGeom>
              <a:avLst/>
              <a:gdLst/>
              <a:ahLst/>
              <a:cxnLst/>
              <a:rect l="l" t="t" r="r" b="b"/>
              <a:pathLst>
                <a:path w="113030" h="6350">
                  <a:moveTo>
                    <a:pt x="110490" y="5207"/>
                  </a:moveTo>
                  <a:lnTo>
                    <a:pt x="2540" y="5207"/>
                  </a:lnTo>
                  <a:lnTo>
                    <a:pt x="2540" y="6350"/>
                  </a:lnTo>
                  <a:lnTo>
                    <a:pt x="110490" y="6350"/>
                  </a:lnTo>
                  <a:lnTo>
                    <a:pt x="110490" y="5207"/>
                  </a:lnTo>
                  <a:close/>
                </a:path>
                <a:path w="113030" h="6350">
                  <a:moveTo>
                    <a:pt x="113030" y="0"/>
                  </a:moveTo>
                  <a:lnTo>
                    <a:pt x="0" y="0"/>
                  </a:lnTo>
                  <a:lnTo>
                    <a:pt x="0" y="1270"/>
                  </a:lnTo>
                  <a:lnTo>
                    <a:pt x="0" y="2540"/>
                  </a:lnTo>
                  <a:lnTo>
                    <a:pt x="1270" y="2540"/>
                  </a:lnTo>
                  <a:lnTo>
                    <a:pt x="1270" y="5080"/>
                  </a:lnTo>
                  <a:lnTo>
                    <a:pt x="111760" y="5080"/>
                  </a:lnTo>
                  <a:lnTo>
                    <a:pt x="111760" y="2540"/>
                  </a:lnTo>
                  <a:lnTo>
                    <a:pt x="111760" y="1270"/>
                  </a:lnTo>
                  <a:lnTo>
                    <a:pt x="113030" y="1270"/>
                  </a:lnTo>
                  <a:lnTo>
                    <a:pt x="113030" y="0"/>
                  </a:lnTo>
                  <a:close/>
                </a:path>
              </a:pathLst>
            </a:custGeom>
            <a:solidFill>
              <a:srgbClr val="EA0300"/>
            </a:solidFill>
          </p:spPr>
          <p:txBody>
            <a:bodyPr wrap="square" lIns="0" tIns="0" rIns="0" bIns="0" rtlCol="0"/>
            <a:lstStyle/>
            <a:p/>
          </p:txBody>
        </p:sp>
        <p:sp>
          <p:nvSpPr>
            <p:cNvPr id="317" name="object 317"/>
            <p:cNvSpPr/>
            <p:nvPr/>
          </p:nvSpPr>
          <p:spPr>
            <a:xfrm>
              <a:off x="2261870" y="1611629"/>
              <a:ext cx="107950" cy="7620"/>
            </a:xfrm>
            <a:custGeom>
              <a:avLst/>
              <a:gdLst/>
              <a:ahLst/>
              <a:cxnLst/>
              <a:rect l="l" t="t" r="r" b="b"/>
              <a:pathLst>
                <a:path w="107950" h="7619">
                  <a:moveTo>
                    <a:pt x="107950" y="0"/>
                  </a:moveTo>
                  <a:lnTo>
                    <a:pt x="0" y="0"/>
                  </a:lnTo>
                  <a:lnTo>
                    <a:pt x="0" y="1397"/>
                  </a:lnTo>
                  <a:lnTo>
                    <a:pt x="1270" y="1397"/>
                  </a:lnTo>
                  <a:lnTo>
                    <a:pt x="1270" y="3937"/>
                  </a:lnTo>
                  <a:lnTo>
                    <a:pt x="2540" y="3937"/>
                  </a:lnTo>
                  <a:lnTo>
                    <a:pt x="2540" y="5080"/>
                  </a:lnTo>
                  <a:lnTo>
                    <a:pt x="2540" y="6350"/>
                  </a:lnTo>
                  <a:lnTo>
                    <a:pt x="3810" y="6350"/>
                  </a:lnTo>
                  <a:lnTo>
                    <a:pt x="3810" y="7620"/>
                  </a:lnTo>
                  <a:lnTo>
                    <a:pt x="104140" y="7620"/>
                  </a:lnTo>
                  <a:lnTo>
                    <a:pt x="104140" y="6350"/>
                  </a:lnTo>
                  <a:lnTo>
                    <a:pt x="104140" y="5080"/>
                  </a:lnTo>
                  <a:lnTo>
                    <a:pt x="105410" y="5080"/>
                  </a:lnTo>
                  <a:lnTo>
                    <a:pt x="105410" y="3937"/>
                  </a:lnTo>
                  <a:lnTo>
                    <a:pt x="106680" y="3937"/>
                  </a:lnTo>
                  <a:lnTo>
                    <a:pt x="106680" y="1397"/>
                  </a:lnTo>
                  <a:lnTo>
                    <a:pt x="107950" y="1397"/>
                  </a:lnTo>
                  <a:lnTo>
                    <a:pt x="107950" y="0"/>
                  </a:lnTo>
                  <a:close/>
                </a:path>
              </a:pathLst>
            </a:custGeom>
            <a:solidFill>
              <a:srgbClr val="ED0300"/>
            </a:solidFill>
          </p:spPr>
          <p:txBody>
            <a:bodyPr wrap="square" lIns="0" tIns="0" rIns="0" bIns="0" rtlCol="0"/>
            <a:lstStyle/>
            <a:p/>
          </p:txBody>
        </p:sp>
        <p:sp>
          <p:nvSpPr>
            <p:cNvPr id="318" name="object 318"/>
            <p:cNvSpPr/>
            <p:nvPr/>
          </p:nvSpPr>
          <p:spPr>
            <a:xfrm>
              <a:off x="2265680" y="1619249"/>
              <a:ext cx="100330" cy="7620"/>
            </a:xfrm>
            <a:custGeom>
              <a:avLst/>
              <a:gdLst/>
              <a:ahLst/>
              <a:cxnLst/>
              <a:rect l="l" t="t" r="r" b="b"/>
              <a:pathLst>
                <a:path w="100330" h="7619">
                  <a:moveTo>
                    <a:pt x="96520" y="3937"/>
                  </a:moveTo>
                  <a:lnTo>
                    <a:pt x="3810" y="3937"/>
                  </a:lnTo>
                  <a:lnTo>
                    <a:pt x="3810" y="6477"/>
                  </a:lnTo>
                  <a:lnTo>
                    <a:pt x="5080" y="6477"/>
                  </a:lnTo>
                  <a:lnTo>
                    <a:pt x="5080" y="7620"/>
                  </a:lnTo>
                  <a:lnTo>
                    <a:pt x="95250" y="7620"/>
                  </a:lnTo>
                  <a:lnTo>
                    <a:pt x="95250" y="6477"/>
                  </a:lnTo>
                  <a:lnTo>
                    <a:pt x="96520" y="6477"/>
                  </a:lnTo>
                  <a:lnTo>
                    <a:pt x="96520" y="3937"/>
                  </a:lnTo>
                  <a:close/>
                </a:path>
                <a:path w="100330" h="7619">
                  <a:moveTo>
                    <a:pt x="100330" y="0"/>
                  </a:moveTo>
                  <a:lnTo>
                    <a:pt x="99060" y="0"/>
                  </a:lnTo>
                  <a:lnTo>
                    <a:pt x="1270" y="0"/>
                  </a:lnTo>
                  <a:lnTo>
                    <a:pt x="0" y="0"/>
                  </a:lnTo>
                  <a:lnTo>
                    <a:pt x="0" y="127"/>
                  </a:lnTo>
                  <a:lnTo>
                    <a:pt x="1270" y="127"/>
                  </a:lnTo>
                  <a:lnTo>
                    <a:pt x="1270" y="1270"/>
                  </a:lnTo>
                  <a:lnTo>
                    <a:pt x="1270" y="2540"/>
                  </a:lnTo>
                  <a:lnTo>
                    <a:pt x="2540" y="2540"/>
                  </a:lnTo>
                  <a:lnTo>
                    <a:pt x="2540" y="3810"/>
                  </a:lnTo>
                  <a:lnTo>
                    <a:pt x="97790" y="3810"/>
                  </a:lnTo>
                  <a:lnTo>
                    <a:pt x="97790" y="2540"/>
                  </a:lnTo>
                  <a:lnTo>
                    <a:pt x="97790" y="1270"/>
                  </a:lnTo>
                  <a:lnTo>
                    <a:pt x="99060" y="1270"/>
                  </a:lnTo>
                  <a:lnTo>
                    <a:pt x="99060" y="127"/>
                  </a:lnTo>
                  <a:lnTo>
                    <a:pt x="100330" y="127"/>
                  </a:lnTo>
                  <a:lnTo>
                    <a:pt x="100330" y="0"/>
                  </a:lnTo>
                  <a:close/>
                </a:path>
              </a:pathLst>
            </a:custGeom>
            <a:solidFill>
              <a:srgbClr val="EF0200"/>
            </a:solidFill>
          </p:spPr>
          <p:txBody>
            <a:bodyPr wrap="square" lIns="0" tIns="0" rIns="0" bIns="0" rtlCol="0"/>
            <a:lstStyle/>
            <a:p/>
          </p:txBody>
        </p:sp>
        <p:sp>
          <p:nvSpPr>
            <p:cNvPr id="319" name="object 319"/>
            <p:cNvSpPr/>
            <p:nvPr/>
          </p:nvSpPr>
          <p:spPr>
            <a:xfrm>
              <a:off x="2270760" y="1626869"/>
              <a:ext cx="90170" cy="6350"/>
            </a:xfrm>
            <a:custGeom>
              <a:avLst/>
              <a:gdLst/>
              <a:ahLst/>
              <a:cxnLst/>
              <a:rect l="l" t="t" r="r" b="b"/>
              <a:pathLst>
                <a:path w="90169" h="6350">
                  <a:moveTo>
                    <a:pt x="90170" y="0"/>
                  </a:moveTo>
                  <a:lnTo>
                    <a:pt x="0" y="0"/>
                  </a:lnTo>
                  <a:lnTo>
                    <a:pt x="0" y="1397"/>
                  </a:lnTo>
                  <a:lnTo>
                    <a:pt x="1270" y="1397"/>
                  </a:lnTo>
                  <a:lnTo>
                    <a:pt x="1270" y="2540"/>
                  </a:lnTo>
                  <a:lnTo>
                    <a:pt x="1270" y="3810"/>
                  </a:lnTo>
                  <a:lnTo>
                    <a:pt x="2540" y="3810"/>
                  </a:lnTo>
                  <a:lnTo>
                    <a:pt x="2540" y="5080"/>
                  </a:lnTo>
                  <a:lnTo>
                    <a:pt x="2540" y="6350"/>
                  </a:lnTo>
                  <a:lnTo>
                    <a:pt x="86360" y="6350"/>
                  </a:lnTo>
                  <a:lnTo>
                    <a:pt x="86360" y="5080"/>
                  </a:lnTo>
                  <a:lnTo>
                    <a:pt x="87630" y="5080"/>
                  </a:lnTo>
                  <a:lnTo>
                    <a:pt x="87630" y="3810"/>
                  </a:lnTo>
                  <a:lnTo>
                    <a:pt x="87630" y="2540"/>
                  </a:lnTo>
                  <a:lnTo>
                    <a:pt x="88900" y="2540"/>
                  </a:lnTo>
                  <a:lnTo>
                    <a:pt x="88900" y="1397"/>
                  </a:lnTo>
                  <a:lnTo>
                    <a:pt x="90170" y="1397"/>
                  </a:lnTo>
                  <a:lnTo>
                    <a:pt x="90170" y="0"/>
                  </a:lnTo>
                  <a:close/>
                </a:path>
              </a:pathLst>
            </a:custGeom>
            <a:solidFill>
              <a:srgbClr val="F10200"/>
            </a:solidFill>
          </p:spPr>
          <p:txBody>
            <a:bodyPr wrap="square" lIns="0" tIns="0" rIns="0" bIns="0" rtlCol="0"/>
            <a:lstStyle/>
            <a:p/>
          </p:txBody>
        </p:sp>
        <p:sp>
          <p:nvSpPr>
            <p:cNvPr id="320" name="object 320"/>
            <p:cNvSpPr/>
            <p:nvPr/>
          </p:nvSpPr>
          <p:spPr>
            <a:xfrm>
              <a:off x="2273299" y="1633219"/>
              <a:ext cx="83820" cy="7620"/>
            </a:xfrm>
            <a:custGeom>
              <a:avLst/>
              <a:gdLst/>
              <a:ahLst/>
              <a:cxnLst/>
              <a:rect l="l" t="t" r="r" b="b"/>
              <a:pathLst>
                <a:path w="83819" h="7619">
                  <a:moveTo>
                    <a:pt x="76200" y="6476"/>
                  </a:moveTo>
                  <a:lnTo>
                    <a:pt x="7619" y="6476"/>
                  </a:lnTo>
                  <a:lnTo>
                    <a:pt x="7619" y="7619"/>
                  </a:lnTo>
                  <a:lnTo>
                    <a:pt x="76200" y="7619"/>
                  </a:lnTo>
                  <a:lnTo>
                    <a:pt x="76200" y="6476"/>
                  </a:lnTo>
                  <a:close/>
                </a:path>
                <a:path w="83819" h="7619">
                  <a:moveTo>
                    <a:pt x="77469" y="5206"/>
                  </a:moveTo>
                  <a:lnTo>
                    <a:pt x="6350" y="5206"/>
                  </a:lnTo>
                  <a:lnTo>
                    <a:pt x="6350" y="6476"/>
                  </a:lnTo>
                  <a:lnTo>
                    <a:pt x="7619" y="6476"/>
                  </a:lnTo>
                  <a:lnTo>
                    <a:pt x="77469" y="6349"/>
                  </a:lnTo>
                  <a:lnTo>
                    <a:pt x="77469" y="5206"/>
                  </a:lnTo>
                  <a:close/>
                </a:path>
                <a:path w="83819" h="7619">
                  <a:moveTo>
                    <a:pt x="77469" y="6349"/>
                  </a:moveTo>
                  <a:lnTo>
                    <a:pt x="76200" y="6349"/>
                  </a:lnTo>
                  <a:lnTo>
                    <a:pt x="77469" y="6476"/>
                  </a:lnTo>
                  <a:close/>
                </a:path>
                <a:path w="83819" h="7619">
                  <a:moveTo>
                    <a:pt x="78740" y="3809"/>
                  </a:moveTo>
                  <a:lnTo>
                    <a:pt x="5080" y="3809"/>
                  </a:lnTo>
                  <a:lnTo>
                    <a:pt x="5080" y="5206"/>
                  </a:lnTo>
                  <a:lnTo>
                    <a:pt x="78740" y="5206"/>
                  </a:lnTo>
                  <a:lnTo>
                    <a:pt x="78740" y="3809"/>
                  </a:lnTo>
                  <a:close/>
                </a:path>
                <a:path w="83819" h="7619">
                  <a:moveTo>
                    <a:pt x="80010" y="2666"/>
                  </a:moveTo>
                  <a:lnTo>
                    <a:pt x="3810" y="2666"/>
                  </a:lnTo>
                  <a:lnTo>
                    <a:pt x="3810" y="3809"/>
                  </a:lnTo>
                  <a:lnTo>
                    <a:pt x="80010" y="3809"/>
                  </a:lnTo>
                  <a:lnTo>
                    <a:pt x="80010" y="2666"/>
                  </a:lnTo>
                  <a:close/>
                </a:path>
                <a:path w="83819" h="7619">
                  <a:moveTo>
                    <a:pt x="81279" y="1396"/>
                  </a:moveTo>
                  <a:lnTo>
                    <a:pt x="2539" y="1396"/>
                  </a:lnTo>
                  <a:lnTo>
                    <a:pt x="2539" y="2666"/>
                  </a:lnTo>
                  <a:lnTo>
                    <a:pt x="3810" y="2666"/>
                  </a:lnTo>
                  <a:lnTo>
                    <a:pt x="3810" y="2539"/>
                  </a:lnTo>
                  <a:lnTo>
                    <a:pt x="81279" y="2539"/>
                  </a:lnTo>
                  <a:lnTo>
                    <a:pt x="81279" y="1396"/>
                  </a:lnTo>
                  <a:close/>
                </a:path>
                <a:path w="83819" h="7619">
                  <a:moveTo>
                    <a:pt x="81279" y="2539"/>
                  </a:moveTo>
                  <a:lnTo>
                    <a:pt x="80010" y="2539"/>
                  </a:lnTo>
                  <a:lnTo>
                    <a:pt x="80010" y="2666"/>
                  </a:lnTo>
                  <a:lnTo>
                    <a:pt x="81279" y="2666"/>
                  </a:lnTo>
                  <a:lnTo>
                    <a:pt x="81279" y="2539"/>
                  </a:lnTo>
                  <a:close/>
                </a:path>
                <a:path w="83819" h="7619">
                  <a:moveTo>
                    <a:pt x="82550" y="126"/>
                  </a:moveTo>
                  <a:lnTo>
                    <a:pt x="1269" y="126"/>
                  </a:lnTo>
                  <a:lnTo>
                    <a:pt x="1269" y="1396"/>
                  </a:lnTo>
                  <a:lnTo>
                    <a:pt x="82550" y="1396"/>
                  </a:lnTo>
                  <a:lnTo>
                    <a:pt x="82550" y="126"/>
                  </a:lnTo>
                  <a:close/>
                </a:path>
                <a:path w="83819" h="7619">
                  <a:moveTo>
                    <a:pt x="1269" y="0"/>
                  </a:moveTo>
                  <a:lnTo>
                    <a:pt x="0" y="0"/>
                  </a:lnTo>
                  <a:lnTo>
                    <a:pt x="1269" y="126"/>
                  </a:lnTo>
                  <a:close/>
                </a:path>
                <a:path w="83819" h="7619">
                  <a:moveTo>
                    <a:pt x="83819" y="0"/>
                  </a:moveTo>
                  <a:lnTo>
                    <a:pt x="82550" y="0"/>
                  </a:lnTo>
                  <a:lnTo>
                    <a:pt x="83819" y="126"/>
                  </a:lnTo>
                  <a:close/>
                </a:path>
              </a:pathLst>
            </a:custGeom>
            <a:solidFill>
              <a:srgbClr val="F40100"/>
            </a:solidFill>
          </p:spPr>
          <p:txBody>
            <a:bodyPr wrap="square" lIns="0" tIns="0" rIns="0" bIns="0" rtlCol="0"/>
            <a:lstStyle/>
            <a:p/>
          </p:txBody>
        </p:sp>
        <p:sp>
          <p:nvSpPr>
            <p:cNvPr id="321" name="object 321"/>
            <p:cNvSpPr/>
            <p:nvPr/>
          </p:nvSpPr>
          <p:spPr>
            <a:xfrm>
              <a:off x="2280919" y="1640839"/>
              <a:ext cx="68580" cy="7620"/>
            </a:xfrm>
            <a:custGeom>
              <a:avLst/>
              <a:gdLst/>
              <a:ahLst/>
              <a:cxnLst/>
              <a:rect l="l" t="t" r="r" b="b"/>
              <a:pathLst>
                <a:path w="68580" h="7619">
                  <a:moveTo>
                    <a:pt x="58420" y="6476"/>
                  </a:moveTo>
                  <a:lnTo>
                    <a:pt x="8890" y="6476"/>
                  </a:lnTo>
                  <a:lnTo>
                    <a:pt x="8890" y="7620"/>
                  </a:lnTo>
                  <a:lnTo>
                    <a:pt x="58420" y="7620"/>
                  </a:lnTo>
                  <a:lnTo>
                    <a:pt x="58420" y="6476"/>
                  </a:lnTo>
                  <a:close/>
                </a:path>
                <a:path w="68580" h="7619">
                  <a:moveTo>
                    <a:pt x="60959" y="5206"/>
                  </a:moveTo>
                  <a:lnTo>
                    <a:pt x="7619" y="5206"/>
                  </a:lnTo>
                  <a:lnTo>
                    <a:pt x="7619" y="6476"/>
                  </a:lnTo>
                  <a:lnTo>
                    <a:pt x="60959" y="6476"/>
                  </a:lnTo>
                  <a:lnTo>
                    <a:pt x="60959" y="5206"/>
                  </a:lnTo>
                  <a:close/>
                </a:path>
                <a:path w="68580" h="7619">
                  <a:moveTo>
                    <a:pt x="62230" y="3937"/>
                  </a:moveTo>
                  <a:lnTo>
                    <a:pt x="6350" y="3937"/>
                  </a:lnTo>
                  <a:lnTo>
                    <a:pt x="6350" y="5206"/>
                  </a:lnTo>
                  <a:lnTo>
                    <a:pt x="7619" y="5206"/>
                  </a:lnTo>
                  <a:lnTo>
                    <a:pt x="62230" y="5079"/>
                  </a:lnTo>
                  <a:lnTo>
                    <a:pt x="62230" y="3937"/>
                  </a:lnTo>
                  <a:close/>
                </a:path>
                <a:path w="68580" h="7619">
                  <a:moveTo>
                    <a:pt x="62230" y="5079"/>
                  </a:moveTo>
                  <a:lnTo>
                    <a:pt x="60959" y="5079"/>
                  </a:lnTo>
                  <a:lnTo>
                    <a:pt x="62230" y="5206"/>
                  </a:lnTo>
                  <a:close/>
                </a:path>
                <a:path w="68580" h="7619">
                  <a:moveTo>
                    <a:pt x="63500" y="2539"/>
                  </a:moveTo>
                  <a:lnTo>
                    <a:pt x="3810" y="2539"/>
                  </a:lnTo>
                  <a:lnTo>
                    <a:pt x="3810" y="3937"/>
                  </a:lnTo>
                  <a:lnTo>
                    <a:pt x="63500" y="3937"/>
                  </a:lnTo>
                  <a:lnTo>
                    <a:pt x="63500" y="2539"/>
                  </a:lnTo>
                  <a:close/>
                </a:path>
                <a:path w="68580" h="7619">
                  <a:moveTo>
                    <a:pt x="64770" y="1397"/>
                  </a:moveTo>
                  <a:lnTo>
                    <a:pt x="2540" y="1397"/>
                  </a:lnTo>
                  <a:lnTo>
                    <a:pt x="2540" y="2539"/>
                  </a:lnTo>
                  <a:lnTo>
                    <a:pt x="64770" y="2539"/>
                  </a:lnTo>
                  <a:lnTo>
                    <a:pt x="64770" y="1397"/>
                  </a:lnTo>
                  <a:close/>
                </a:path>
                <a:path w="68580" h="7619">
                  <a:moveTo>
                    <a:pt x="67309" y="126"/>
                  </a:moveTo>
                  <a:lnTo>
                    <a:pt x="1269" y="126"/>
                  </a:lnTo>
                  <a:lnTo>
                    <a:pt x="1269" y="1397"/>
                  </a:lnTo>
                  <a:lnTo>
                    <a:pt x="2540" y="1397"/>
                  </a:lnTo>
                  <a:lnTo>
                    <a:pt x="2540" y="1269"/>
                  </a:lnTo>
                  <a:lnTo>
                    <a:pt x="67309" y="1269"/>
                  </a:lnTo>
                  <a:lnTo>
                    <a:pt x="67309" y="126"/>
                  </a:lnTo>
                  <a:close/>
                </a:path>
                <a:path w="68580" h="7619">
                  <a:moveTo>
                    <a:pt x="67309" y="1269"/>
                  </a:moveTo>
                  <a:lnTo>
                    <a:pt x="64770" y="1269"/>
                  </a:lnTo>
                  <a:lnTo>
                    <a:pt x="64770" y="1397"/>
                  </a:lnTo>
                  <a:lnTo>
                    <a:pt x="67309" y="1397"/>
                  </a:lnTo>
                  <a:lnTo>
                    <a:pt x="67309" y="1269"/>
                  </a:lnTo>
                  <a:close/>
                </a:path>
                <a:path w="68580" h="7619">
                  <a:moveTo>
                    <a:pt x="68580" y="0"/>
                  </a:moveTo>
                  <a:lnTo>
                    <a:pt x="0" y="0"/>
                  </a:lnTo>
                  <a:lnTo>
                    <a:pt x="68580" y="126"/>
                  </a:lnTo>
                  <a:close/>
                </a:path>
              </a:pathLst>
            </a:custGeom>
            <a:solidFill>
              <a:srgbClr val="F60100"/>
            </a:solidFill>
          </p:spPr>
          <p:txBody>
            <a:bodyPr wrap="square" lIns="0" tIns="0" rIns="0" bIns="0" rtlCol="0"/>
            <a:lstStyle/>
            <a:p/>
          </p:txBody>
        </p:sp>
        <p:sp>
          <p:nvSpPr>
            <p:cNvPr id="322" name="object 322"/>
            <p:cNvSpPr/>
            <p:nvPr/>
          </p:nvSpPr>
          <p:spPr>
            <a:xfrm>
              <a:off x="2289809" y="1648459"/>
              <a:ext cx="49530" cy="7620"/>
            </a:xfrm>
            <a:custGeom>
              <a:avLst/>
              <a:gdLst/>
              <a:ahLst/>
              <a:cxnLst/>
              <a:rect l="l" t="t" r="r" b="b"/>
              <a:pathLst>
                <a:path w="49530" h="7619">
                  <a:moveTo>
                    <a:pt x="25399" y="6476"/>
                  </a:moveTo>
                  <a:lnTo>
                    <a:pt x="24129" y="6476"/>
                  </a:lnTo>
                  <a:lnTo>
                    <a:pt x="24129" y="7619"/>
                  </a:lnTo>
                  <a:lnTo>
                    <a:pt x="25399" y="7619"/>
                  </a:lnTo>
                  <a:lnTo>
                    <a:pt x="25399" y="6476"/>
                  </a:lnTo>
                  <a:close/>
                </a:path>
                <a:path w="49530" h="7619">
                  <a:moveTo>
                    <a:pt x="31749" y="5206"/>
                  </a:moveTo>
                  <a:lnTo>
                    <a:pt x="17779" y="5206"/>
                  </a:lnTo>
                  <a:lnTo>
                    <a:pt x="17779" y="6476"/>
                  </a:lnTo>
                  <a:lnTo>
                    <a:pt x="24129" y="6476"/>
                  </a:lnTo>
                  <a:lnTo>
                    <a:pt x="24129" y="6349"/>
                  </a:lnTo>
                  <a:lnTo>
                    <a:pt x="31749" y="6349"/>
                  </a:lnTo>
                  <a:lnTo>
                    <a:pt x="31749" y="5206"/>
                  </a:lnTo>
                  <a:close/>
                </a:path>
                <a:path w="49530" h="7619">
                  <a:moveTo>
                    <a:pt x="31749" y="6349"/>
                  </a:moveTo>
                  <a:lnTo>
                    <a:pt x="25399" y="6349"/>
                  </a:lnTo>
                  <a:lnTo>
                    <a:pt x="25399" y="6476"/>
                  </a:lnTo>
                  <a:lnTo>
                    <a:pt x="31749" y="6476"/>
                  </a:lnTo>
                  <a:lnTo>
                    <a:pt x="31749" y="6349"/>
                  </a:lnTo>
                  <a:close/>
                </a:path>
                <a:path w="49530" h="7619">
                  <a:moveTo>
                    <a:pt x="38099" y="3936"/>
                  </a:moveTo>
                  <a:lnTo>
                    <a:pt x="11429" y="3936"/>
                  </a:lnTo>
                  <a:lnTo>
                    <a:pt x="11429" y="5206"/>
                  </a:lnTo>
                  <a:lnTo>
                    <a:pt x="38099" y="5206"/>
                  </a:lnTo>
                  <a:lnTo>
                    <a:pt x="38099" y="3936"/>
                  </a:lnTo>
                  <a:close/>
                </a:path>
                <a:path w="49530" h="7619">
                  <a:moveTo>
                    <a:pt x="43179" y="2666"/>
                  </a:moveTo>
                  <a:lnTo>
                    <a:pt x="5079" y="2666"/>
                  </a:lnTo>
                  <a:lnTo>
                    <a:pt x="5079" y="3936"/>
                  </a:lnTo>
                  <a:lnTo>
                    <a:pt x="11429" y="3936"/>
                  </a:lnTo>
                  <a:lnTo>
                    <a:pt x="43179" y="3809"/>
                  </a:lnTo>
                  <a:lnTo>
                    <a:pt x="43179" y="2666"/>
                  </a:lnTo>
                  <a:close/>
                </a:path>
                <a:path w="49530" h="7619">
                  <a:moveTo>
                    <a:pt x="43179" y="3809"/>
                  </a:moveTo>
                  <a:lnTo>
                    <a:pt x="38099" y="3809"/>
                  </a:lnTo>
                  <a:lnTo>
                    <a:pt x="43179" y="3936"/>
                  </a:lnTo>
                  <a:close/>
                </a:path>
                <a:path w="49530" h="7619">
                  <a:moveTo>
                    <a:pt x="45719" y="1269"/>
                  </a:moveTo>
                  <a:lnTo>
                    <a:pt x="3809" y="1269"/>
                  </a:lnTo>
                  <a:lnTo>
                    <a:pt x="3809" y="2666"/>
                  </a:lnTo>
                  <a:lnTo>
                    <a:pt x="45719" y="2666"/>
                  </a:lnTo>
                  <a:lnTo>
                    <a:pt x="45719" y="1269"/>
                  </a:lnTo>
                  <a:close/>
                </a:path>
                <a:path w="49530" h="7619">
                  <a:moveTo>
                    <a:pt x="48259" y="126"/>
                  </a:moveTo>
                  <a:lnTo>
                    <a:pt x="2539" y="126"/>
                  </a:lnTo>
                  <a:lnTo>
                    <a:pt x="2539" y="1269"/>
                  </a:lnTo>
                  <a:lnTo>
                    <a:pt x="48259" y="1269"/>
                  </a:lnTo>
                  <a:lnTo>
                    <a:pt x="48259" y="126"/>
                  </a:lnTo>
                  <a:close/>
                </a:path>
                <a:path w="49530" h="7619">
                  <a:moveTo>
                    <a:pt x="2539" y="0"/>
                  </a:moveTo>
                  <a:lnTo>
                    <a:pt x="0" y="0"/>
                  </a:lnTo>
                  <a:lnTo>
                    <a:pt x="2539" y="126"/>
                  </a:lnTo>
                  <a:close/>
                </a:path>
                <a:path w="49530" h="7619">
                  <a:moveTo>
                    <a:pt x="49530" y="0"/>
                  </a:moveTo>
                  <a:lnTo>
                    <a:pt x="48259" y="0"/>
                  </a:lnTo>
                  <a:lnTo>
                    <a:pt x="49530" y="126"/>
                  </a:lnTo>
                  <a:close/>
                </a:path>
              </a:pathLst>
            </a:custGeom>
            <a:solidFill>
              <a:srgbClr val="F90000"/>
            </a:solidFill>
          </p:spPr>
          <p:txBody>
            <a:bodyPr wrap="square" lIns="0" tIns="0" rIns="0" bIns="0" rtlCol="0"/>
            <a:lstStyle/>
            <a:p/>
          </p:txBody>
        </p:sp>
      </p:grpSp>
      <p:sp>
        <p:nvSpPr>
          <p:cNvPr id="323" name="object 323"/>
          <p:cNvSpPr/>
          <p:nvPr/>
        </p:nvSpPr>
        <p:spPr>
          <a:xfrm>
            <a:off x="2476500" y="838200"/>
            <a:ext cx="90169" cy="181610"/>
          </a:xfrm>
          <a:prstGeom prst="rect">
            <a:avLst/>
          </a:prstGeom>
          <a:blipFill>
            <a:blip r:embed="rId18" cstate="print"/>
            <a:stretch>
              <a:fillRect/>
            </a:stretch>
          </a:blipFill>
        </p:spPr>
        <p:txBody>
          <a:bodyPr wrap="square" lIns="0" tIns="0" rIns="0" bIns="0" rtlCol="0"/>
          <a:lstStyle/>
          <a:p/>
        </p:txBody>
      </p:sp>
      <p:grpSp>
        <p:nvGrpSpPr>
          <p:cNvPr id="324" name="object 324"/>
          <p:cNvGrpSpPr/>
          <p:nvPr/>
        </p:nvGrpSpPr>
        <p:grpSpPr>
          <a:xfrm>
            <a:off x="2447289" y="1102360"/>
            <a:ext cx="147320" cy="544830"/>
            <a:chOff x="2447289" y="1102360"/>
            <a:chExt cx="147320" cy="544830"/>
          </a:xfrm>
        </p:grpSpPr>
        <p:sp>
          <p:nvSpPr>
            <p:cNvPr id="325" name="object 325"/>
            <p:cNvSpPr/>
            <p:nvPr/>
          </p:nvSpPr>
          <p:spPr>
            <a:xfrm>
              <a:off x="2447289" y="1102360"/>
              <a:ext cx="115570" cy="2540"/>
            </a:xfrm>
            <a:custGeom>
              <a:avLst/>
              <a:gdLst/>
              <a:ahLst/>
              <a:cxnLst/>
              <a:rect l="l" t="t" r="r" b="b"/>
              <a:pathLst>
                <a:path w="115569" h="2540">
                  <a:moveTo>
                    <a:pt x="115569" y="0"/>
                  </a:moveTo>
                  <a:lnTo>
                    <a:pt x="115569" y="2539"/>
                  </a:lnTo>
                  <a:lnTo>
                    <a:pt x="0" y="2539"/>
                  </a:lnTo>
                  <a:lnTo>
                    <a:pt x="0" y="0"/>
                  </a:lnTo>
                  <a:lnTo>
                    <a:pt x="115569" y="0"/>
                  </a:lnTo>
                  <a:close/>
                </a:path>
              </a:pathLst>
            </a:custGeom>
            <a:solidFill>
              <a:srgbClr val="502200"/>
            </a:solidFill>
          </p:spPr>
          <p:txBody>
            <a:bodyPr wrap="square" lIns="0" tIns="0" rIns="0" bIns="0" rtlCol="0"/>
            <a:lstStyle/>
            <a:p/>
          </p:txBody>
        </p:sp>
        <p:sp>
          <p:nvSpPr>
            <p:cNvPr id="326" name="object 326"/>
            <p:cNvSpPr/>
            <p:nvPr/>
          </p:nvSpPr>
          <p:spPr>
            <a:xfrm>
              <a:off x="2447289" y="1104900"/>
              <a:ext cx="115570" cy="7620"/>
            </a:xfrm>
            <a:custGeom>
              <a:avLst/>
              <a:gdLst/>
              <a:ahLst/>
              <a:cxnLst/>
              <a:rect l="l" t="t" r="r" b="b"/>
              <a:pathLst>
                <a:path w="115569" h="7619">
                  <a:moveTo>
                    <a:pt x="0" y="0"/>
                  </a:moveTo>
                  <a:lnTo>
                    <a:pt x="115569" y="0"/>
                  </a:lnTo>
                  <a:lnTo>
                    <a:pt x="115569" y="7620"/>
                  </a:lnTo>
                  <a:lnTo>
                    <a:pt x="0" y="7620"/>
                  </a:lnTo>
                  <a:lnTo>
                    <a:pt x="0" y="0"/>
                  </a:lnTo>
                  <a:close/>
                </a:path>
              </a:pathLst>
            </a:custGeom>
            <a:solidFill>
              <a:srgbClr val="522200"/>
            </a:solidFill>
          </p:spPr>
          <p:txBody>
            <a:bodyPr wrap="square" lIns="0" tIns="0" rIns="0" bIns="0" rtlCol="0"/>
            <a:lstStyle/>
            <a:p/>
          </p:txBody>
        </p:sp>
        <p:sp>
          <p:nvSpPr>
            <p:cNvPr id="327" name="object 327"/>
            <p:cNvSpPr/>
            <p:nvPr/>
          </p:nvSpPr>
          <p:spPr>
            <a:xfrm>
              <a:off x="2447289" y="1112520"/>
              <a:ext cx="115570" cy="7620"/>
            </a:xfrm>
            <a:custGeom>
              <a:avLst/>
              <a:gdLst/>
              <a:ahLst/>
              <a:cxnLst/>
              <a:rect l="l" t="t" r="r" b="b"/>
              <a:pathLst>
                <a:path w="115569" h="7619">
                  <a:moveTo>
                    <a:pt x="0" y="0"/>
                  </a:moveTo>
                  <a:lnTo>
                    <a:pt x="115569" y="0"/>
                  </a:lnTo>
                  <a:lnTo>
                    <a:pt x="115569" y="7619"/>
                  </a:lnTo>
                  <a:lnTo>
                    <a:pt x="0" y="7619"/>
                  </a:lnTo>
                  <a:lnTo>
                    <a:pt x="0" y="0"/>
                  </a:lnTo>
                  <a:close/>
                </a:path>
              </a:pathLst>
            </a:custGeom>
            <a:solidFill>
              <a:srgbClr val="542100"/>
            </a:solidFill>
          </p:spPr>
          <p:txBody>
            <a:bodyPr wrap="square" lIns="0" tIns="0" rIns="0" bIns="0" rtlCol="0"/>
            <a:lstStyle/>
            <a:p/>
          </p:txBody>
        </p:sp>
        <p:sp>
          <p:nvSpPr>
            <p:cNvPr id="328" name="object 328"/>
            <p:cNvSpPr/>
            <p:nvPr/>
          </p:nvSpPr>
          <p:spPr>
            <a:xfrm>
              <a:off x="2447289" y="1120140"/>
              <a:ext cx="115570" cy="6350"/>
            </a:xfrm>
            <a:custGeom>
              <a:avLst/>
              <a:gdLst/>
              <a:ahLst/>
              <a:cxnLst/>
              <a:rect l="l" t="t" r="r" b="b"/>
              <a:pathLst>
                <a:path w="115569" h="6350">
                  <a:moveTo>
                    <a:pt x="0" y="0"/>
                  </a:moveTo>
                  <a:lnTo>
                    <a:pt x="115569" y="0"/>
                  </a:lnTo>
                  <a:lnTo>
                    <a:pt x="115570" y="6350"/>
                  </a:lnTo>
                  <a:lnTo>
                    <a:pt x="0" y="6350"/>
                  </a:lnTo>
                  <a:lnTo>
                    <a:pt x="0" y="0"/>
                  </a:lnTo>
                  <a:close/>
                </a:path>
              </a:pathLst>
            </a:custGeom>
            <a:solidFill>
              <a:srgbClr val="572100"/>
            </a:solidFill>
          </p:spPr>
          <p:txBody>
            <a:bodyPr wrap="square" lIns="0" tIns="0" rIns="0" bIns="0" rtlCol="0"/>
            <a:lstStyle/>
            <a:p/>
          </p:txBody>
        </p:sp>
        <p:sp>
          <p:nvSpPr>
            <p:cNvPr id="329" name="object 329"/>
            <p:cNvSpPr/>
            <p:nvPr/>
          </p:nvSpPr>
          <p:spPr>
            <a:xfrm>
              <a:off x="2458720" y="1126489"/>
              <a:ext cx="104139" cy="7620"/>
            </a:xfrm>
            <a:custGeom>
              <a:avLst/>
              <a:gdLst/>
              <a:ahLst/>
              <a:cxnLst/>
              <a:rect l="l" t="t" r="r" b="b"/>
              <a:pathLst>
                <a:path w="104139" h="7619">
                  <a:moveTo>
                    <a:pt x="104140" y="0"/>
                  </a:moveTo>
                  <a:lnTo>
                    <a:pt x="0" y="0"/>
                  </a:lnTo>
                  <a:lnTo>
                    <a:pt x="0" y="1270"/>
                  </a:lnTo>
                  <a:lnTo>
                    <a:pt x="1270" y="1270"/>
                  </a:lnTo>
                  <a:lnTo>
                    <a:pt x="1270" y="2540"/>
                  </a:lnTo>
                  <a:lnTo>
                    <a:pt x="5080" y="2540"/>
                  </a:lnTo>
                  <a:lnTo>
                    <a:pt x="5080" y="3810"/>
                  </a:lnTo>
                  <a:lnTo>
                    <a:pt x="6350" y="3810"/>
                  </a:lnTo>
                  <a:lnTo>
                    <a:pt x="6350" y="5080"/>
                  </a:lnTo>
                  <a:lnTo>
                    <a:pt x="7620" y="5080"/>
                  </a:lnTo>
                  <a:lnTo>
                    <a:pt x="7620" y="6350"/>
                  </a:lnTo>
                  <a:lnTo>
                    <a:pt x="8890" y="6350"/>
                  </a:lnTo>
                  <a:lnTo>
                    <a:pt x="8890" y="7620"/>
                  </a:lnTo>
                  <a:lnTo>
                    <a:pt x="104140" y="7620"/>
                  </a:lnTo>
                  <a:lnTo>
                    <a:pt x="104140" y="1270"/>
                  </a:lnTo>
                  <a:lnTo>
                    <a:pt x="104140" y="0"/>
                  </a:lnTo>
                  <a:close/>
                </a:path>
              </a:pathLst>
            </a:custGeom>
            <a:solidFill>
              <a:srgbClr val="592000"/>
            </a:solidFill>
          </p:spPr>
          <p:txBody>
            <a:bodyPr wrap="square" lIns="0" tIns="0" rIns="0" bIns="0" rtlCol="0"/>
            <a:lstStyle/>
            <a:p/>
          </p:txBody>
        </p:sp>
        <p:sp>
          <p:nvSpPr>
            <p:cNvPr id="330" name="object 330"/>
            <p:cNvSpPr/>
            <p:nvPr/>
          </p:nvSpPr>
          <p:spPr>
            <a:xfrm>
              <a:off x="2468880" y="1134109"/>
              <a:ext cx="93980" cy="7620"/>
            </a:xfrm>
            <a:custGeom>
              <a:avLst/>
              <a:gdLst/>
              <a:ahLst/>
              <a:cxnLst/>
              <a:rect l="l" t="t" r="r" b="b"/>
              <a:pathLst>
                <a:path w="93980" h="7619">
                  <a:moveTo>
                    <a:pt x="93980" y="0"/>
                  </a:moveTo>
                  <a:lnTo>
                    <a:pt x="0" y="0"/>
                  </a:lnTo>
                  <a:lnTo>
                    <a:pt x="0" y="1270"/>
                  </a:lnTo>
                  <a:lnTo>
                    <a:pt x="1270" y="1270"/>
                  </a:lnTo>
                  <a:lnTo>
                    <a:pt x="1270" y="2540"/>
                  </a:lnTo>
                  <a:lnTo>
                    <a:pt x="2540" y="2540"/>
                  </a:lnTo>
                  <a:lnTo>
                    <a:pt x="2540" y="5080"/>
                  </a:lnTo>
                  <a:lnTo>
                    <a:pt x="3810" y="5080"/>
                  </a:lnTo>
                  <a:lnTo>
                    <a:pt x="3810" y="7620"/>
                  </a:lnTo>
                  <a:lnTo>
                    <a:pt x="93980" y="7620"/>
                  </a:lnTo>
                  <a:lnTo>
                    <a:pt x="93980" y="5080"/>
                  </a:lnTo>
                  <a:lnTo>
                    <a:pt x="93980" y="2540"/>
                  </a:lnTo>
                  <a:lnTo>
                    <a:pt x="93980" y="1270"/>
                  </a:lnTo>
                  <a:lnTo>
                    <a:pt x="93980" y="0"/>
                  </a:lnTo>
                  <a:close/>
                </a:path>
              </a:pathLst>
            </a:custGeom>
            <a:solidFill>
              <a:srgbClr val="5B2000"/>
            </a:solidFill>
          </p:spPr>
          <p:txBody>
            <a:bodyPr wrap="square" lIns="0" tIns="0" rIns="0" bIns="0" rtlCol="0"/>
            <a:lstStyle/>
            <a:p/>
          </p:txBody>
        </p:sp>
        <p:sp>
          <p:nvSpPr>
            <p:cNvPr id="331" name="object 331"/>
            <p:cNvSpPr/>
            <p:nvPr/>
          </p:nvSpPr>
          <p:spPr>
            <a:xfrm>
              <a:off x="2472690" y="1141729"/>
              <a:ext cx="90170" cy="6350"/>
            </a:xfrm>
            <a:custGeom>
              <a:avLst/>
              <a:gdLst/>
              <a:ahLst/>
              <a:cxnLst/>
              <a:rect l="l" t="t" r="r" b="b"/>
              <a:pathLst>
                <a:path w="90169" h="6350">
                  <a:moveTo>
                    <a:pt x="90170" y="3822"/>
                  </a:moveTo>
                  <a:lnTo>
                    <a:pt x="2540" y="3822"/>
                  </a:lnTo>
                  <a:lnTo>
                    <a:pt x="2540" y="6350"/>
                  </a:lnTo>
                  <a:lnTo>
                    <a:pt x="90170" y="6350"/>
                  </a:lnTo>
                  <a:lnTo>
                    <a:pt x="90170" y="3822"/>
                  </a:lnTo>
                  <a:close/>
                </a:path>
                <a:path w="90169" h="6350">
                  <a:moveTo>
                    <a:pt x="90170" y="0"/>
                  </a:moveTo>
                  <a:lnTo>
                    <a:pt x="0" y="0"/>
                  </a:lnTo>
                  <a:lnTo>
                    <a:pt x="0" y="1270"/>
                  </a:lnTo>
                  <a:lnTo>
                    <a:pt x="1270" y="1270"/>
                  </a:lnTo>
                  <a:lnTo>
                    <a:pt x="1270" y="3810"/>
                  </a:lnTo>
                  <a:lnTo>
                    <a:pt x="90170" y="3810"/>
                  </a:lnTo>
                  <a:lnTo>
                    <a:pt x="90170" y="1270"/>
                  </a:lnTo>
                  <a:lnTo>
                    <a:pt x="90170" y="0"/>
                  </a:lnTo>
                  <a:close/>
                </a:path>
              </a:pathLst>
            </a:custGeom>
            <a:solidFill>
              <a:srgbClr val="5D2000"/>
            </a:solidFill>
          </p:spPr>
          <p:txBody>
            <a:bodyPr wrap="square" lIns="0" tIns="0" rIns="0" bIns="0" rtlCol="0"/>
            <a:lstStyle/>
            <a:p/>
          </p:txBody>
        </p:sp>
        <p:sp>
          <p:nvSpPr>
            <p:cNvPr id="332" name="object 332"/>
            <p:cNvSpPr/>
            <p:nvPr/>
          </p:nvSpPr>
          <p:spPr>
            <a:xfrm>
              <a:off x="2475229" y="1148080"/>
              <a:ext cx="87630" cy="7620"/>
            </a:xfrm>
            <a:custGeom>
              <a:avLst/>
              <a:gdLst/>
              <a:ahLst/>
              <a:cxnLst/>
              <a:rect l="l" t="t" r="r" b="b"/>
              <a:pathLst>
                <a:path w="87630" h="7619">
                  <a:moveTo>
                    <a:pt x="87630" y="0"/>
                  </a:moveTo>
                  <a:lnTo>
                    <a:pt x="0" y="0"/>
                  </a:lnTo>
                  <a:lnTo>
                    <a:pt x="0" y="2540"/>
                  </a:lnTo>
                  <a:lnTo>
                    <a:pt x="1269" y="2540"/>
                  </a:lnTo>
                  <a:lnTo>
                    <a:pt x="1269" y="7620"/>
                  </a:lnTo>
                  <a:lnTo>
                    <a:pt x="87630" y="7620"/>
                  </a:lnTo>
                  <a:lnTo>
                    <a:pt x="87630" y="0"/>
                  </a:lnTo>
                  <a:close/>
                </a:path>
              </a:pathLst>
            </a:custGeom>
            <a:solidFill>
              <a:srgbClr val="601F00"/>
            </a:solidFill>
          </p:spPr>
          <p:txBody>
            <a:bodyPr wrap="square" lIns="0" tIns="0" rIns="0" bIns="0" rtlCol="0"/>
            <a:lstStyle/>
            <a:p/>
          </p:txBody>
        </p:sp>
        <p:sp>
          <p:nvSpPr>
            <p:cNvPr id="333" name="object 333"/>
            <p:cNvSpPr/>
            <p:nvPr/>
          </p:nvSpPr>
          <p:spPr>
            <a:xfrm>
              <a:off x="2477769" y="1155700"/>
              <a:ext cx="85090" cy="7620"/>
            </a:xfrm>
            <a:custGeom>
              <a:avLst/>
              <a:gdLst/>
              <a:ahLst/>
              <a:cxnLst/>
              <a:rect l="l" t="t" r="r" b="b"/>
              <a:pathLst>
                <a:path w="85089" h="7619">
                  <a:moveTo>
                    <a:pt x="85090" y="0"/>
                  </a:moveTo>
                  <a:lnTo>
                    <a:pt x="0" y="0"/>
                  </a:lnTo>
                  <a:lnTo>
                    <a:pt x="0" y="7620"/>
                  </a:lnTo>
                  <a:lnTo>
                    <a:pt x="85090" y="7620"/>
                  </a:lnTo>
                  <a:lnTo>
                    <a:pt x="85090" y="0"/>
                  </a:lnTo>
                  <a:close/>
                </a:path>
              </a:pathLst>
            </a:custGeom>
            <a:solidFill>
              <a:srgbClr val="621F00"/>
            </a:solidFill>
          </p:spPr>
          <p:txBody>
            <a:bodyPr wrap="square" lIns="0" tIns="0" rIns="0" bIns="0" rtlCol="0"/>
            <a:lstStyle/>
            <a:p/>
          </p:txBody>
        </p:sp>
        <p:sp>
          <p:nvSpPr>
            <p:cNvPr id="334" name="object 334"/>
            <p:cNvSpPr/>
            <p:nvPr/>
          </p:nvSpPr>
          <p:spPr>
            <a:xfrm>
              <a:off x="2477769" y="1163320"/>
              <a:ext cx="85090" cy="6350"/>
            </a:xfrm>
            <a:custGeom>
              <a:avLst/>
              <a:gdLst/>
              <a:ahLst/>
              <a:cxnLst/>
              <a:rect l="l" t="t" r="r" b="b"/>
              <a:pathLst>
                <a:path w="85089" h="6350">
                  <a:moveTo>
                    <a:pt x="0" y="6350"/>
                  </a:moveTo>
                  <a:lnTo>
                    <a:pt x="0" y="0"/>
                  </a:lnTo>
                  <a:lnTo>
                    <a:pt x="85090" y="0"/>
                  </a:lnTo>
                  <a:lnTo>
                    <a:pt x="85090" y="6350"/>
                  </a:lnTo>
                  <a:lnTo>
                    <a:pt x="0" y="6350"/>
                  </a:lnTo>
                  <a:close/>
                </a:path>
              </a:pathLst>
            </a:custGeom>
            <a:solidFill>
              <a:srgbClr val="641E00"/>
            </a:solidFill>
          </p:spPr>
          <p:txBody>
            <a:bodyPr wrap="square" lIns="0" tIns="0" rIns="0" bIns="0" rtlCol="0"/>
            <a:lstStyle/>
            <a:p/>
          </p:txBody>
        </p:sp>
        <p:sp>
          <p:nvSpPr>
            <p:cNvPr id="335" name="object 335"/>
            <p:cNvSpPr/>
            <p:nvPr/>
          </p:nvSpPr>
          <p:spPr>
            <a:xfrm>
              <a:off x="2477769" y="1169670"/>
              <a:ext cx="85090" cy="7620"/>
            </a:xfrm>
            <a:custGeom>
              <a:avLst/>
              <a:gdLst/>
              <a:ahLst/>
              <a:cxnLst/>
              <a:rect l="l" t="t" r="r" b="b"/>
              <a:pathLst>
                <a:path w="85089" h="7619">
                  <a:moveTo>
                    <a:pt x="85090" y="0"/>
                  </a:moveTo>
                  <a:lnTo>
                    <a:pt x="0" y="0"/>
                  </a:lnTo>
                  <a:lnTo>
                    <a:pt x="0" y="3809"/>
                  </a:lnTo>
                  <a:lnTo>
                    <a:pt x="1269" y="3809"/>
                  </a:lnTo>
                  <a:lnTo>
                    <a:pt x="1269" y="7619"/>
                  </a:lnTo>
                  <a:lnTo>
                    <a:pt x="85090" y="7619"/>
                  </a:lnTo>
                  <a:lnTo>
                    <a:pt x="85090" y="0"/>
                  </a:lnTo>
                  <a:close/>
                </a:path>
              </a:pathLst>
            </a:custGeom>
            <a:solidFill>
              <a:srgbClr val="661E00"/>
            </a:solidFill>
          </p:spPr>
          <p:txBody>
            <a:bodyPr wrap="square" lIns="0" tIns="0" rIns="0" bIns="0" rtlCol="0"/>
            <a:lstStyle/>
            <a:p/>
          </p:txBody>
        </p:sp>
        <p:sp>
          <p:nvSpPr>
            <p:cNvPr id="336" name="object 336"/>
            <p:cNvSpPr/>
            <p:nvPr/>
          </p:nvSpPr>
          <p:spPr>
            <a:xfrm>
              <a:off x="2479039" y="1177290"/>
              <a:ext cx="83820" cy="7620"/>
            </a:xfrm>
            <a:custGeom>
              <a:avLst/>
              <a:gdLst/>
              <a:ahLst/>
              <a:cxnLst/>
              <a:rect l="l" t="t" r="r" b="b"/>
              <a:pathLst>
                <a:path w="83819" h="7619">
                  <a:moveTo>
                    <a:pt x="83820" y="0"/>
                  </a:moveTo>
                  <a:lnTo>
                    <a:pt x="0" y="0"/>
                  </a:lnTo>
                  <a:lnTo>
                    <a:pt x="0" y="6350"/>
                  </a:lnTo>
                  <a:lnTo>
                    <a:pt x="1270" y="6350"/>
                  </a:lnTo>
                  <a:lnTo>
                    <a:pt x="1270" y="7620"/>
                  </a:lnTo>
                  <a:lnTo>
                    <a:pt x="83820" y="7620"/>
                  </a:lnTo>
                  <a:lnTo>
                    <a:pt x="83820" y="0"/>
                  </a:lnTo>
                  <a:close/>
                </a:path>
              </a:pathLst>
            </a:custGeom>
            <a:solidFill>
              <a:srgbClr val="691D00"/>
            </a:solidFill>
          </p:spPr>
          <p:txBody>
            <a:bodyPr wrap="square" lIns="0" tIns="0" rIns="0" bIns="0" rtlCol="0"/>
            <a:lstStyle/>
            <a:p/>
          </p:txBody>
        </p:sp>
        <p:sp>
          <p:nvSpPr>
            <p:cNvPr id="337" name="object 337"/>
            <p:cNvSpPr/>
            <p:nvPr/>
          </p:nvSpPr>
          <p:spPr>
            <a:xfrm>
              <a:off x="2480309" y="11849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B1D00"/>
            </a:solidFill>
          </p:spPr>
          <p:txBody>
            <a:bodyPr wrap="square" lIns="0" tIns="0" rIns="0" bIns="0" rtlCol="0"/>
            <a:lstStyle/>
            <a:p/>
          </p:txBody>
        </p:sp>
        <p:sp>
          <p:nvSpPr>
            <p:cNvPr id="338" name="object 338"/>
            <p:cNvSpPr/>
            <p:nvPr/>
          </p:nvSpPr>
          <p:spPr>
            <a:xfrm>
              <a:off x="2480309" y="11925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D1C00"/>
            </a:solidFill>
          </p:spPr>
          <p:txBody>
            <a:bodyPr wrap="square" lIns="0" tIns="0" rIns="0" bIns="0" rtlCol="0"/>
            <a:lstStyle/>
            <a:p/>
          </p:txBody>
        </p:sp>
        <p:sp>
          <p:nvSpPr>
            <p:cNvPr id="339" name="object 339"/>
            <p:cNvSpPr/>
            <p:nvPr/>
          </p:nvSpPr>
          <p:spPr>
            <a:xfrm>
              <a:off x="2480309" y="11988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F1C00"/>
            </a:solidFill>
          </p:spPr>
          <p:txBody>
            <a:bodyPr wrap="square" lIns="0" tIns="0" rIns="0" bIns="0" rtlCol="0"/>
            <a:lstStyle/>
            <a:p/>
          </p:txBody>
        </p:sp>
        <p:sp>
          <p:nvSpPr>
            <p:cNvPr id="340" name="object 340"/>
            <p:cNvSpPr/>
            <p:nvPr/>
          </p:nvSpPr>
          <p:spPr>
            <a:xfrm>
              <a:off x="2480309" y="1206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21B00"/>
            </a:solidFill>
          </p:spPr>
          <p:txBody>
            <a:bodyPr wrap="square" lIns="0" tIns="0" rIns="0" bIns="0" rtlCol="0"/>
            <a:lstStyle/>
            <a:p/>
          </p:txBody>
        </p:sp>
        <p:sp>
          <p:nvSpPr>
            <p:cNvPr id="341" name="object 341"/>
            <p:cNvSpPr/>
            <p:nvPr/>
          </p:nvSpPr>
          <p:spPr>
            <a:xfrm>
              <a:off x="2480309" y="12141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41B00"/>
            </a:solidFill>
          </p:spPr>
          <p:txBody>
            <a:bodyPr wrap="square" lIns="0" tIns="0" rIns="0" bIns="0" rtlCol="0"/>
            <a:lstStyle/>
            <a:p/>
          </p:txBody>
        </p:sp>
        <p:sp>
          <p:nvSpPr>
            <p:cNvPr id="342" name="object 342"/>
            <p:cNvSpPr/>
            <p:nvPr/>
          </p:nvSpPr>
          <p:spPr>
            <a:xfrm>
              <a:off x="2480309" y="12204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61B00"/>
            </a:solidFill>
          </p:spPr>
          <p:txBody>
            <a:bodyPr wrap="square" lIns="0" tIns="0" rIns="0" bIns="0" rtlCol="0"/>
            <a:lstStyle/>
            <a:p/>
          </p:txBody>
        </p:sp>
        <p:sp>
          <p:nvSpPr>
            <p:cNvPr id="343" name="object 343"/>
            <p:cNvSpPr/>
            <p:nvPr/>
          </p:nvSpPr>
          <p:spPr>
            <a:xfrm>
              <a:off x="2480309" y="12280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81A00"/>
            </a:solidFill>
          </p:spPr>
          <p:txBody>
            <a:bodyPr wrap="square" lIns="0" tIns="0" rIns="0" bIns="0" rtlCol="0"/>
            <a:lstStyle/>
            <a:p/>
          </p:txBody>
        </p:sp>
        <p:sp>
          <p:nvSpPr>
            <p:cNvPr id="344" name="object 344"/>
            <p:cNvSpPr/>
            <p:nvPr/>
          </p:nvSpPr>
          <p:spPr>
            <a:xfrm>
              <a:off x="2480309" y="12357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B1A00"/>
            </a:solidFill>
          </p:spPr>
          <p:txBody>
            <a:bodyPr wrap="square" lIns="0" tIns="0" rIns="0" bIns="0" rtlCol="0"/>
            <a:lstStyle/>
            <a:p/>
          </p:txBody>
        </p:sp>
        <p:sp>
          <p:nvSpPr>
            <p:cNvPr id="345" name="object 345"/>
            <p:cNvSpPr/>
            <p:nvPr/>
          </p:nvSpPr>
          <p:spPr>
            <a:xfrm>
              <a:off x="2480309" y="12420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D1900"/>
            </a:solidFill>
          </p:spPr>
          <p:txBody>
            <a:bodyPr wrap="square" lIns="0" tIns="0" rIns="0" bIns="0" rtlCol="0"/>
            <a:lstStyle/>
            <a:p/>
          </p:txBody>
        </p:sp>
        <p:sp>
          <p:nvSpPr>
            <p:cNvPr id="346" name="object 346"/>
            <p:cNvSpPr/>
            <p:nvPr/>
          </p:nvSpPr>
          <p:spPr>
            <a:xfrm>
              <a:off x="2480309" y="1249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F1900"/>
            </a:solidFill>
          </p:spPr>
          <p:txBody>
            <a:bodyPr wrap="square" lIns="0" tIns="0" rIns="0" bIns="0" rtlCol="0"/>
            <a:lstStyle/>
            <a:p/>
          </p:txBody>
        </p:sp>
        <p:sp>
          <p:nvSpPr>
            <p:cNvPr id="347" name="object 347"/>
            <p:cNvSpPr/>
            <p:nvPr/>
          </p:nvSpPr>
          <p:spPr>
            <a:xfrm>
              <a:off x="2480309" y="1257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11800"/>
            </a:solidFill>
          </p:spPr>
          <p:txBody>
            <a:bodyPr wrap="square" lIns="0" tIns="0" rIns="0" bIns="0" rtlCol="0"/>
            <a:lstStyle/>
            <a:p/>
          </p:txBody>
        </p:sp>
        <p:sp>
          <p:nvSpPr>
            <p:cNvPr id="348" name="object 348"/>
            <p:cNvSpPr/>
            <p:nvPr/>
          </p:nvSpPr>
          <p:spPr>
            <a:xfrm>
              <a:off x="2480309" y="1264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41800"/>
            </a:solidFill>
          </p:spPr>
          <p:txBody>
            <a:bodyPr wrap="square" lIns="0" tIns="0" rIns="0" bIns="0" rtlCol="0"/>
            <a:lstStyle/>
            <a:p/>
          </p:txBody>
        </p:sp>
        <p:sp>
          <p:nvSpPr>
            <p:cNvPr id="349" name="object 349"/>
            <p:cNvSpPr/>
            <p:nvPr/>
          </p:nvSpPr>
          <p:spPr>
            <a:xfrm>
              <a:off x="2480309" y="1271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61700"/>
            </a:solidFill>
          </p:spPr>
          <p:txBody>
            <a:bodyPr wrap="square" lIns="0" tIns="0" rIns="0" bIns="0" rtlCol="0"/>
            <a:lstStyle/>
            <a:p/>
          </p:txBody>
        </p:sp>
        <p:sp>
          <p:nvSpPr>
            <p:cNvPr id="350" name="object 350"/>
            <p:cNvSpPr/>
            <p:nvPr/>
          </p:nvSpPr>
          <p:spPr>
            <a:xfrm>
              <a:off x="2480309" y="1278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81700"/>
            </a:solidFill>
          </p:spPr>
          <p:txBody>
            <a:bodyPr wrap="square" lIns="0" tIns="0" rIns="0" bIns="0" rtlCol="0"/>
            <a:lstStyle/>
            <a:p/>
          </p:txBody>
        </p:sp>
        <p:sp>
          <p:nvSpPr>
            <p:cNvPr id="351" name="object 351"/>
            <p:cNvSpPr/>
            <p:nvPr/>
          </p:nvSpPr>
          <p:spPr>
            <a:xfrm>
              <a:off x="2480309" y="1286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A1700"/>
            </a:solidFill>
          </p:spPr>
          <p:txBody>
            <a:bodyPr wrap="square" lIns="0" tIns="0" rIns="0" bIns="0" rtlCol="0"/>
            <a:lstStyle/>
            <a:p/>
          </p:txBody>
        </p:sp>
        <p:sp>
          <p:nvSpPr>
            <p:cNvPr id="352" name="object 352"/>
            <p:cNvSpPr/>
            <p:nvPr/>
          </p:nvSpPr>
          <p:spPr>
            <a:xfrm>
              <a:off x="2480309" y="1292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D1600"/>
            </a:solidFill>
          </p:spPr>
          <p:txBody>
            <a:bodyPr wrap="square" lIns="0" tIns="0" rIns="0" bIns="0" rtlCol="0"/>
            <a:lstStyle/>
            <a:p/>
          </p:txBody>
        </p:sp>
        <p:sp>
          <p:nvSpPr>
            <p:cNvPr id="353" name="object 353"/>
            <p:cNvSpPr/>
            <p:nvPr/>
          </p:nvSpPr>
          <p:spPr>
            <a:xfrm>
              <a:off x="2480309" y="1300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F1600"/>
            </a:solidFill>
          </p:spPr>
          <p:txBody>
            <a:bodyPr wrap="square" lIns="0" tIns="0" rIns="0" bIns="0" rtlCol="0"/>
            <a:lstStyle/>
            <a:p/>
          </p:txBody>
        </p:sp>
        <p:sp>
          <p:nvSpPr>
            <p:cNvPr id="354" name="object 354"/>
            <p:cNvSpPr/>
            <p:nvPr/>
          </p:nvSpPr>
          <p:spPr>
            <a:xfrm>
              <a:off x="2480309" y="1308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11500"/>
            </a:solidFill>
          </p:spPr>
          <p:txBody>
            <a:bodyPr wrap="square" lIns="0" tIns="0" rIns="0" bIns="0" rtlCol="0"/>
            <a:lstStyle/>
            <a:p/>
          </p:txBody>
        </p:sp>
        <p:sp>
          <p:nvSpPr>
            <p:cNvPr id="355" name="object 355"/>
            <p:cNvSpPr/>
            <p:nvPr/>
          </p:nvSpPr>
          <p:spPr>
            <a:xfrm>
              <a:off x="2480309" y="1314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31500"/>
            </a:solidFill>
          </p:spPr>
          <p:txBody>
            <a:bodyPr wrap="square" lIns="0" tIns="0" rIns="0" bIns="0" rtlCol="0"/>
            <a:lstStyle/>
            <a:p/>
          </p:txBody>
        </p:sp>
        <p:sp>
          <p:nvSpPr>
            <p:cNvPr id="356" name="object 356"/>
            <p:cNvSpPr/>
            <p:nvPr/>
          </p:nvSpPr>
          <p:spPr>
            <a:xfrm>
              <a:off x="2480309" y="1322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61400"/>
            </a:solidFill>
          </p:spPr>
          <p:txBody>
            <a:bodyPr wrap="square" lIns="0" tIns="0" rIns="0" bIns="0" rtlCol="0"/>
            <a:lstStyle/>
            <a:p/>
          </p:txBody>
        </p:sp>
        <p:sp>
          <p:nvSpPr>
            <p:cNvPr id="357" name="object 357"/>
            <p:cNvSpPr/>
            <p:nvPr/>
          </p:nvSpPr>
          <p:spPr>
            <a:xfrm>
              <a:off x="2480309" y="13296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81400"/>
            </a:solidFill>
          </p:spPr>
          <p:txBody>
            <a:bodyPr wrap="square" lIns="0" tIns="0" rIns="0" bIns="0" rtlCol="0"/>
            <a:lstStyle/>
            <a:p/>
          </p:txBody>
        </p:sp>
        <p:sp>
          <p:nvSpPr>
            <p:cNvPr id="358" name="object 358"/>
            <p:cNvSpPr/>
            <p:nvPr/>
          </p:nvSpPr>
          <p:spPr>
            <a:xfrm>
              <a:off x="2480309" y="13373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A1300"/>
            </a:solidFill>
          </p:spPr>
          <p:txBody>
            <a:bodyPr wrap="square" lIns="0" tIns="0" rIns="0" bIns="0" rtlCol="0"/>
            <a:lstStyle/>
            <a:p/>
          </p:txBody>
        </p:sp>
        <p:sp>
          <p:nvSpPr>
            <p:cNvPr id="359" name="object 359"/>
            <p:cNvSpPr/>
            <p:nvPr/>
          </p:nvSpPr>
          <p:spPr>
            <a:xfrm>
              <a:off x="2480309" y="1343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C1300"/>
            </a:solidFill>
          </p:spPr>
          <p:txBody>
            <a:bodyPr wrap="square" lIns="0" tIns="0" rIns="0" bIns="0" rtlCol="0"/>
            <a:lstStyle/>
            <a:p/>
          </p:txBody>
        </p:sp>
        <p:sp>
          <p:nvSpPr>
            <p:cNvPr id="360" name="object 360"/>
            <p:cNvSpPr/>
            <p:nvPr/>
          </p:nvSpPr>
          <p:spPr>
            <a:xfrm>
              <a:off x="2480309" y="13512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F1200"/>
            </a:solidFill>
          </p:spPr>
          <p:txBody>
            <a:bodyPr wrap="square" lIns="0" tIns="0" rIns="0" bIns="0" rtlCol="0"/>
            <a:lstStyle/>
            <a:p/>
          </p:txBody>
        </p:sp>
        <p:sp>
          <p:nvSpPr>
            <p:cNvPr id="361" name="object 361"/>
            <p:cNvSpPr/>
            <p:nvPr/>
          </p:nvSpPr>
          <p:spPr>
            <a:xfrm>
              <a:off x="2480309" y="13589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11200"/>
            </a:solidFill>
          </p:spPr>
          <p:txBody>
            <a:bodyPr wrap="square" lIns="0" tIns="0" rIns="0" bIns="0" rtlCol="0"/>
            <a:lstStyle/>
            <a:p/>
          </p:txBody>
        </p:sp>
        <p:sp>
          <p:nvSpPr>
            <p:cNvPr id="362" name="object 362"/>
            <p:cNvSpPr/>
            <p:nvPr/>
          </p:nvSpPr>
          <p:spPr>
            <a:xfrm>
              <a:off x="2480309" y="1365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31200"/>
            </a:solidFill>
          </p:spPr>
          <p:txBody>
            <a:bodyPr wrap="square" lIns="0" tIns="0" rIns="0" bIns="0" rtlCol="0"/>
            <a:lstStyle/>
            <a:p/>
          </p:txBody>
        </p:sp>
        <p:sp>
          <p:nvSpPr>
            <p:cNvPr id="363" name="object 363"/>
            <p:cNvSpPr/>
            <p:nvPr/>
          </p:nvSpPr>
          <p:spPr>
            <a:xfrm>
              <a:off x="2480309" y="13728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51100"/>
            </a:solidFill>
          </p:spPr>
          <p:txBody>
            <a:bodyPr wrap="square" lIns="0" tIns="0" rIns="0" bIns="0" rtlCol="0"/>
            <a:lstStyle/>
            <a:p/>
          </p:txBody>
        </p:sp>
        <p:sp>
          <p:nvSpPr>
            <p:cNvPr id="364" name="object 364"/>
            <p:cNvSpPr/>
            <p:nvPr/>
          </p:nvSpPr>
          <p:spPr>
            <a:xfrm>
              <a:off x="2480309" y="13804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81100"/>
            </a:solidFill>
          </p:spPr>
          <p:txBody>
            <a:bodyPr wrap="square" lIns="0" tIns="0" rIns="0" bIns="0" rtlCol="0"/>
            <a:lstStyle/>
            <a:p/>
          </p:txBody>
        </p:sp>
        <p:sp>
          <p:nvSpPr>
            <p:cNvPr id="365" name="object 365"/>
            <p:cNvSpPr/>
            <p:nvPr/>
          </p:nvSpPr>
          <p:spPr>
            <a:xfrm>
              <a:off x="2480309" y="1386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A1000"/>
            </a:solidFill>
          </p:spPr>
          <p:txBody>
            <a:bodyPr wrap="square" lIns="0" tIns="0" rIns="0" bIns="0" rtlCol="0"/>
            <a:lstStyle/>
            <a:p/>
          </p:txBody>
        </p:sp>
        <p:sp>
          <p:nvSpPr>
            <p:cNvPr id="366" name="object 366"/>
            <p:cNvSpPr/>
            <p:nvPr/>
          </p:nvSpPr>
          <p:spPr>
            <a:xfrm>
              <a:off x="2480309" y="13944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C1000"/>
            </a:solidFill>
          </p:spPr>
          <p:txBody>
            <a:bodyPr wrap="square" lIns="0" tIns="0" rIns="0" bIns="0" rtlCol="0"/>
            <a:lstStyle/>
            <a:p/>
          </p:txBody>
        </p:sp>
        <p:sp>
          <p:nvSpPr>
            <p:cNvPr id="367" name="object 367"/>
            <p:cNvSpPr/>
            <p:nvPr/>
          </p:nvSpPr>
          <p:spPr>
            <a:xfrm>
              <a:off x="2480309" y="14020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F0F00"/>
            </a:solidFill>
          </p:spPr>
          <p:txBody>
            <a:bodyPr wrap="square" lIns="0" tIns="0" rIns="0" bIns="0" rtlCol="0"/>
            <a:lstStyle/>
            <a:p/>
          </p:txBody>
        </p:sp>
        <p:sp>
          <p:nvSpPr>
            <p:cNvPr id="368" name="object 368"/>
            <p:cNvSpPr/>
            <p:nvPr/>
          </p:nvSpPr>
          <p:spPr>
            <a:xfrm>
              <a:off x="2480309" y="1408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10F00"/>
            </a:solidFill>
          </p:spPr>
          <p:txBody>
            <a:bodyPr wrap="square" lIns="0" tIns="0" rIns="0" bIns="0" rtlCol="0"/>
            <a:lstStyle/>
            <a:p/>
          </p:txBody>
        </p:sp>
        <p:sp>
          <p:nvSpPr>
            <p:cNvPr id="369" name="object 369"/>
            <p:cNvSpPr/>
            <p:nvPr/>
          </p:nvSpPr>
          <p:spPr>
            <a:xfrm>
              <a:off x="2480309" y="1416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30E00"/>
            </a:solidFill>
          </p:spPr>
          <p:txBody>
            <a:bodyPr wrap="square" lIns="0" tIns="0" rIns="0" bIns="0" rtlCol="0"/>
            <a:lstStyle/>
            <a:p/>
          </p:txBody>
        </p:sp>
        <p:sp>
          <p:nvSpPr>
            <p:cNvPr id="370" name="object 370"/>
            <p:cNvSpPr/>
            <p:nvPr/>
          </p:nvSpPr>
          <p:spPr>
            <a:xfrm>
              <a:off x="2480309" y="14236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50E00"/>
            </a:solidFill>
          </p:spPr>
          <p:txBody>
            <a:bodyPr wrap="square" lIns="0" tIns="0" rIns="0" bIns="0" rtlCol="0"/>
            <a:lstStyle/>
            <a:p/>
          </p:txBody>
        </p:sp>
        <p:sp>
          <p:nvSpPr>
            <p:cNvPr id="371" name="object 371"/>
            <p:cNvSpPr/>
            <p:nvPr/>
          </p:nvSpPr>
          <p:spPr>
            <a:xfrm>
              <a:off x="2480309" y="14300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80D00"/>
            </a:solidFill>
          </p:spPr>
          <p:txBody>
            <a:bodyPr wrap="square" lIns="0" tIns="0" rIns="0" bIns="0" rtlCol="0"/>
            <a:lstStyle/>
            <a:p/>
          </p:txBody>
        </p:sp>
        <p:sp>
          <p:nvSpPr>
            <p:cNvPr id="372" name="object 372"/>
            <p:cNvSpPr/>
            <p:nvPr/>
          </p:nvSpPr>
          <p:spPr>
            <a:xfrm>
              <a:off x="2480309" y="14376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A0D00"/>
            </a:solidFill>
          </p:spPr>
          <p:txBody>
            <a:bodyPr wrap="square" lIns="0" tIns="0" rIns="0" bIns="0" rtlCol="0"/>
            <a:lstStyle/>
            <a:p/>
          </p:txBody>
        </p:sp>
        <p:sp>
          <p:nvSpPr>
            <p:cNvPr id="373" name="object 373"/>
            <p:cNvSpPr/>
            <p:nvPr/>
          </p:nvSpPr>
          <p:spPr>
            <a:xfrm>
              <a:off x="2480309" y="14452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C0D00"/>
            </a:solidFill>
          </p:spPr>
          <p:txBody>
            <a:bodyPr wrap="square" lIns="0" tIns="0" rIns="0" bIns="0" rtlCol="0"/>
            <a:lstStyle/>
            <a:p/>
          </p:txBody>
        </p:sp>
        <p:sp>
          <p:nvSpPr>
            <p:cNvPr id="374" name="object 374"/>
            <p:cNvSpPr/>
            <p:nvPr/>
          </p:nvSpPr>
          <p:spPr>
            <a:xfrm>
              <a:off x="2480309" y="14528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E0C00"/>
            </a:solidFill>
          </p:spPr>
          <p:txBody>
            <a:bodyPr wrap="square" lIns="0" tIns="0" rIns="0" bIns="0" rtlCol="0"/>
            <a:lstStyle/>
            <a:p/>
          </p:txBody>
        </p:sp>
        <p:sp>
          <p:nvSpPr>
            <p:cNvPr id="375" name="object 375"/>
            <p:cNvSpPr/>
            <p:nvPr/>
          </p:nvSpPr>
          <p:spPr>
            <a:xfrm>
              <a:off x="2480309" y="14592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10C00"/>
            </a:solidFill>
          </p:spPr>
          <p:txBody>
            <a:bodyPr wrap="square" lIns="0" tIns="0" rIns="0" bIns="0" rtlCol="0"/>
            <a:lstStyle/>
            <a:p/>
          </p:txBody>
        </p:sp>
        <p:sp>
          <p:nvSpPr>
            <p:cNvPr id="376" name="object 376"/>
            <p:cNvSpPr/>
            <p:nvPr/>
          </p:nvSpPr>
          <p:spPr>
            <a:xfrm>
              <a:off x="2480309" y="14668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30B00"/>
            </a:solidFill>
          </p:spPr>
          <p:txBody>
            <a:bodyPr wrap="square" lIns="0" tIns="0" rIns="0" bIns="0" rtlCol="0"/>
            <a:lstStyle/>
            <a:p/>
          </p:txBody>
        </p:sp>
        <p:sp>
          <p:nvSpPr>
            <p:cNvPr id="377" name="object 377"/>
            <p:cNvSpPr/>
            <p:nvPr/>
          </p:nvSpPr>
          <p:spPr>
            <a:xfrm>
              <a:off x="2480309" y="14744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50B00"/>
            </a:solidFill>
          </p:spPr>
          <p:txBody>
            <a:bodyPr wrap="square" lIns="0" tIns="0" rIns="0" bIns="0" rtlCol="0"/>
            <a:lstStyle/>
            <a:p/>
          </p:txBody>
        </p:sp>
        <p:sp>
          <p:nvSpPr>
            <p:cNvPr id="378" name="object 378"/>
            <p:cNvSpPr/>
            <p:nvPr/>
          </p:nvSpPr>
          <p:spPr>
            <a:xfrm>
              <a:off x="2480309" y="14808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70A00"/>
            </a:solidFill>
          </p:spPr>
          <p:txBody>
            <a:bodyPr wrap="square" lIns="0" tIns="0" rIns="0" bIns="0" rtlCol="0"/>
            <a:lstStyle/>
            <a:p/>
          </p:txBody>
        </p:sp>
        <p:sp>
          <p:nvSpPr>
            <p:cNvPr id="379" name="object 379"/>
            <p:cNvSpPr/>
            <p:nvPr/>
          </p:nvSpPr>
          <p:spPr>
            <a:xfrm>
              <a:off x="2480309" y="14884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A0A00"/>
            </a:solidFill>
          </p:spPr>
          <p:txBody>
            <a:bodyPr wrap="square" lIns="0" tIns="0" rIns="0" bIns="0" rtlCol="0"/>
            <a:lstStyle/>
            <a:p/>
          </p:txBody>
        </p:sp>
        <p:sp>
          <p:nvSpPr>
            <p:cNvPr id="380" name="object 380"/>
            <p:cNvSpPr/>
            <p:nvPr/>
          </p:nvSpPr>
          <p:spPr>
            <a:xfrm>
              <a:off x="2480309" y="14960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C0900"/>
            </a:solidFill>
          </p:spPr>
          <p:txBody>
            <a:bodyPr wrap="square" lIns="0" tIns="0" rIns="0" bIns="0" rtlCol="0"/>
            <a:lstStyle/>
            <a:p/>
          </p:txBody>
        </p:sp>
        <p:sp>
          <p:nvSpPr>
            <p:cNvPr id="381" name="object 381"/>
            <p:cNvSpPr/>
            <p:nvPr/>
          </p:nvSpPr>
          <p:spPr>
            <a:xfrm>
              <a:off x="2480309" y="15024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E0900"/>
            </a:solidFill>
          </p:spPr>
          <p:txBody>
            <a:bodyPr wrap="square" lIns="0" tIns="0" rIns="0" bIns="0" rtlCol="0"/>
            <a:lstStyle/>
            <a:p/>
          </p:txBody>
        </p:sp>
        <p:sp>
          <p:nvSpPr>
            <p:cNvPr id="382" name="object 382"/>
            <p:cNvSpPr/>
            <p:nvPr/>
          </p:nvSpPr>
          <p:spPr>
            <a:xfrm>
              <a:off x="2480309" y="15100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00900"/>
            </a:solidFill>
          </p:spPr>
          <p:txBody>
            <a:bodyPr wrap="square" lIns="0" tIns="0" rIns="0" bIns="0" rtlCol="0"/>
            <a:lstStyle/>
            <a:p/>
          </p:txBody>
        </p:sp>
        <p:sp>
          <p:nvSpPr>
            <p:cNvPr id="383" name="object 383"/>
            <p:cNvSpPr/>
            <p:nvPr/>
          </p:nvSpPr>
          <p:spPr>
            <a:xfrm>
              <a:off x="2480309" y="1517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30800"/>
            </a:solidFill>
          </p:spPr>
          <p:txBody>
            <a:bodyPr wrap="square" lIns="0" tIns="0" rIns="0" bIns="0" rtlCol="0"/>
            <a:lstStyle/>
            <a:p/>
          </p:txBody>
        </p:sp>
        <p:sp>
          <p:nvSpPr>
            <p:cNvPr id="384" name="object 384"/>
            <p:cNvSpPr/>
            <p:nvPr/>
          </p:nvSpPr>
          <p:spPr>
            <a:xfrm>
              <a:off x="2480309" y="15252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50800"/>
            </a:solidFill>
          </p:spPr>
          <p:txBody>
            <a:bodyPr wrap="square" lIns="0" tIns="0" rIns="0" bIns="0" rtlCol="0"/>
            <a:lstStyle/>
            <a:p/>
          </p:txBody>
        </p:sp>
        <p:sp>
          <p:nvSpPr>
            <p:cNvPr id="385" name="object 385"/>
            <p:cNvSpPr/>
            <p:nvPr/>
          </p:nvSpPr>
          <p:spPr>
            <a:xfrm>
              <a:off x="2480309" y="15316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D70700"/>
            </a:solidFill>
          </p:spPr>
          <p:txBody>
            <a:bodyPr wrap="square" lIns="0" tIns="0" rIns="0" bIns="0" rtlCol="0"/>
            <a:lstStyle/>
            <a:p/>
          </p:txBody>
        </p:sp>
        <p:sp>
          <p:nvSpPr>
            <p:cNvPr id="386" name="object 386"/>
            <p:cNvSpPr/>
            <p:nvPr/>
          </p:nvSpPr>
          <p:spPr>
            <a:xfrm>
              <a:off x="2480309" y="15392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90700"/>
            </a:solidFill>
          </p:spPr>
          <p:txBody>
            <a:bodyPr wrap="square" lIns="0" tIns="0" rIns="0" bIns="0" rtlCol="0"/>
            <a:lstStyle/>
            <a:p/>
          </p:txBody>
        </p:sp>
        <p:sp>
          <p:nvSpPr>
            <p:cNvPr id="387" name="object 387"/>
            <p:cNvSpPr/>
            <p:nvPr/>
          </p:nvSpPr>
          <p:spPr>
            <a:xfrm>
              <a:off x="2480309" y="15468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C0600"/>
            </a:solidFill>
          </p:spPr>
          <p:txBody>
            <a:bodyPr wrap="square" lIns="0" tIns="0" rIns="0" bIns="0" rtlCol="0"/>
            <a:lstStyle/>
            <a:p/>
          </p:txBody>
        </p:sp>
        <p:sp>
          <p:nvSpPr>
            <p:cNvPr id="388" name="object 388"/>
            <p:cNvSpPr/>
            <p:nvPr/>
          </p:nvSpPr>
          <p:spPr>
            <a:xfrm>
              <a:off x="2480309" y="15532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DE0600"/>
            </a:solidFill>
          </p:spPr>
          <p:txBody>
            <a:bodyPr wrap="square" lIns="0" tIns="0" rIns="0" bIns="0" rtlCol="0"/>
            <a:lstStyle/>
            <a:p/>
          </p:txBody>
        </p:sp>
        <p:sp>
          <p:nvSpPr>
            <p:cNvPr id="389" name="object 389"/>
            <p:cNvSpPr/>
            <p:nvPr/>
          </p:nvSpPr>
          <p:spPr>
            <a:xfrm>
              <a:off x="2479039" y="1560830"/>
              <a:ext cx="85090" cy="7620"/>
            </a:xfrm>
            <a:custGeom>
              <a:avLst/>
              <a:gdLst/>
              <a:ahLst/>
              <a:cxnLst/>
              <a:rect l="l" t="t" r="r" b="b"/>
              <a:pathLst>
                <a:path w="85089" h="7619">
                  <a:moveTo>
                    <a:pt x="85089" y="6350"/>
                  </a:moveTo>
                  <a:lnTo>
                    <a:pt x="0" y="6350"/>
                  </a:lnTo>
                  <a:lnTo>
                    <a:pt x="0" y="7620"/>
                  </a:lnTo>
                  <a:lnTo>
                    <a:pt x="85089" y="7620"/>
                  </a:lnTo>
                  <a:lnTo>
                    <a:pt x="85089" y="6350"/>
                  </a:lnTo>
                  <a:close/>
                </a:path>
                <a:path w="85089" h="7619">
                  <a:moveTo>
                    <a:pt x="83820" y="0"/>
                  </a:moveTo>
                  <a:lnTo>
                    <a:pt x="1270" y="0"/>
                  </a:lnTo>
                  <a:lnTo>
                    <a:pt x="1270" y="6350"/>
                  </a:lnTo>
                  <a:lnTo>
                    <a:pt x="83820" y="6350"/>
                  </a:lnTo>
                  <a:lnTo>
                    <a:pt x="83820" y="0"/>
                  </a:lnTo>
                  <a:close/>
                </a:path>
              </a:pathLst>
            </a:custGeom>
            <a:solidFill>
              <a:srgbClr val="E00500"/>
            </a:solidFill>
          </p:spPr>
          <p:txBody>
            <a:bodyPr wrap="square" lIns="0" tIns="0" rIns="0" bIns="0" rtlCol="0"/>
            <a:lstStyle/>
            <a:p/>
          </p:txBody>
        </p:sp>
        <p:sp>
          <p:nvSpPr>
            <p:cNvPr id="390" name="object 390"/>
            <p:cNvSpPr/>
            <p:nvPr/>
          </p:nvSpPr>
          <p:spPr>
            <a:xfrm>
              <a:off x="2479039" y="156845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E20500"/>
            </a:solidFill>
          </p:spPr>
          <p:txBody>
            <a:bodyPr wrap="square" lIns="0" tIns="0" rIns="0" bIns="0" rtlCol="0"/>
            <a:lstStyle/>
            <a:p/>
          </p:txBody>
        </p:sp>
        <p:sp>
          <p:nvSpPr>
            <p:cNvPr id="391" name="object 391"/>
            <p:cNvSpPr/>
            <p:nvPr/>
          </p:nvSpPr>
          <p:spPr>
            <a:xfrm>
              <a:off x="2479039" y="1574800"/>
              <a:ext cx="85090" cy="7620"/>
            </a:xfrm>
            <a:custGeom>
              <a:avLst/>
              <a:gdLst/>
              <a:ahLst/>
              <a:cxnLst/>
              <a:rect l="l" t="t" r="r" b="b"/>
              <a:pathLst>
                <a:path w="85089" h="7619">
                  <a:moveTo>
                    <a:pt x="0" y="7620"/>
                  </a:moveTo>
                  <a:lnTo>
                    <a:pt x="0" y="0"/>
                  </a:lnTo>
                  <a:lnTo>
                    <a:pt x="85089" y="0"/>
                  </a:lnTo>
                  <a:lnTo>
                    <a:pt x="85090" y="7620"/>
                  </a:lnTo>
                  <a:lnTo>
                    <a:pt x="0" y="7620"/>
                  </a:lnTo>
                  <a:close/>
                </a:path>
              </a:pathLst>
            </a:custGeom>
            <a:solidFill>
              <a:srgbClr val="E50400"/>
            </a:solidFill>
          </p:spPr>
          <p:txBody>
            <a:bodyPr wrap="square" lIns="0" tIns="0" rIns="0" bIns="0" rtlCol="0"/>
            <a:lstStyle/>
            <a:p/>
          </p:txBody>
        </p:sp>
        <p:sp>
          <p:nvSpPr>
            <p:cNvPr id="392" name="object 392"/>
            <p:cNvSpPr/>
            <p:nvPr/>
          </p:nvSpPr>
          <p:spPr>
            <a:xfrm>
              <a:off x="2477769" y="1582420"/>
              <a:ext cx="87630" cy="7620"/>
            </a:xfrm>
            <a:custGeom>
              <a:avLst/>
              <a:gdLst/>
              <a:ahLst/>
              <a:cxnLst/>
              <a:rect l="l" t="t" r="r" b="b"/>
              <a:pathLst>
                <a:path w="87630" h="7619">
                  <a:moveTo>
                    <a:pt x="86360" y="0"/>
                  </a:moveTo>
                  <a:lnTo>
                    <a:pt x="1269" y="0"/>
                  </a:lnTo>
                  <a:lnTo>
                    <a:pt x="1269" y="3809"/>
                  </a:lnTo>
                  <a:lnTo>
                    <a:pt x="0" y="3809"/>
                  </a:lnTo>
                  <a:lnTo>
                    <a:pt x="0" y="7619"/>
                  </a:lnTo>
                  <a:lnTo>
                    <a:pt x="87630" y="7619"/>
                  </a:lnTo>
                  <a:lnTo>
                    <a:pt x="87630" y="5079"/>
                  </a:lnTo>
                  <a:lnTo>
                    <a:pt x="86360" y="5079"/>
                  </a:lnTo>
                  <a:lnTo>
                    <a:pt x="86360" y="0"/>
                  </a:lnTo>
                  <a:close/>
                </a:path>
              </a:pathLst>
            </a:custGeom>
            <a:solidFill>
              <a:srgbClr val="E70400"/>
            </a:solidFill>
          </p:spPr>
          <p:txBody>
            <a:bodyPr wrap="square" lIns="0" tIns="0" rIns="0" bIns="0" rtlCol="0"/>
            <a:lstStyle/>
            <a:p/>
          </p:txBody>
        </p:sp>
        <p:sp>
          <p:nvSpPr>
            <p:cNvPr id="393" name="object 393"/>
            <p:cNvSpPr/>
            <p:nvPr/>
          </p:nvSpPr>
          <p:spPr>
            <a:xfrm>
              <a:off x="2476500" y="1590039"/>
              <a:ext cx="90170" cy="7620"/>
            </a:xfrm>
            <a:custGeom>
              <a:avLst/>
              <a:gdLst/>
              <a:ahLst/>
              <a:cxnLst/>
              <a:rect l="l" t="t" r="r" b="b"/>
              <a:pathLst>
                <a:path w="90169" h="7619">
                  <a:moveTo>
                    <a:pt x="90170" y="5080"/>
                  </a:moveTo>
                  <a:lnTo>
                    <a:pt x="88900" y="5080"/>
                  </a:lnTo>
                  <a:lnTo>
                    <a:pt x="88900" y="3810"/>
                  </a:lnTo>
                  <a:lnTo>
                    <a:pt x="88900" y="0"/>
                  </a:lnTo>
                  <a:lnTo>
                    <a:pt x="1270" y="0"/>
                  </a:lnTo>
                  <a:lnTo>
                    <a:pt x="1270" y="3810"/>
                  </a:lnTo>
                  <a:lnTo>
                    <a:pt x="0" y="3810"/>
                  </a:lnTo>
                  <a:lnTo>
                    <a:pt x="0" y="5080"/>
                  </a:lnTo>
                  <a:lnTo>
                    <a:pt x="0" y="7620"/>
                  </a:lnTo>
                  <a:lnTo>
                    <a:pt x="90170" y="7620"/>
                  </a:lnTo>
                  <a:lnTo>
                    <a:pt x="90170" y="5080"/>
                  </a:lnTo>
                  <a:close/>
                </a:path>
              </a:pathLst>
            </a:custGeom>
            <a:solidFill>
              <a:srgbClr val="E90400"/>
            </a:solidFill>
          </p:spPr>
          <p:txBody>
            <a:bodyPr wrap="square" lIns="0" tIns="0" rIns="0" bIns="0" rtlCol="0"/>
            <a:lstStyle/>
            <a:p/>
          </p:txBody>
        </p:sp>
        <p:sp>
          <p:nvSpPr>
            <p:cNvPr id="394" name="object 394"/>
            <p:cNvSpPr/>
            <p:nvPr/>
          </p:nvSpPr>
          <p:spPr>
            <a:xfrm>
              <a:off x="2475230" y="1597659"/>
              <a:ext cx="92710" cy="6350"/>
            </a:xfrm>
            <a:custGeom>
              <a:avLst/>
              <a:gdLst/>
              <a:ahLst/>
              <a:cxnLst/>
              <a:rect l="l" t="t" r="r" b="b"/>
              <a:pathLst>
                <a:path w="92710" h="6350">
                  <a:moveTo>
                    <a:pt x="92710" y="5080"/>
                  </a:moveTo>
                  <a:lnTo>
                    <a:pt x="91440" y="5080"/>
                  </a:lnTo>
                  <a:lnTo>
                    <a:pt x="91440" y="3810"/>
                  </a:lnTo>
                  <a:lnTo>
                    <a:pt x="91440" y="0"/>
                  </a:lnTo>
                  <a:lnTo>
                    <a:pt x="1270" y="0"/>
                  </a:lnTo>
                  <a:lnTo>
                    <a:pt x="1270" y="3810"/>
                  </a:lnTo>
                  <a:lnTo>
                    <a:pt x="0" y="3810"/>
                  </a:lnTo>
                  <a:lnTo>
                    <a:pt x="0" y="5080"/>
                  </a:lnTo>
                  <a:lnTo>
                    <a:pt x="0" y="6350"/>
                  </a:lnTo>
                  <a:lnTo>
                    <a:pt x="92710" y="6350"/>
                  </a:lnTo>
                  <a:lnTo>
                    <a:pt x="92710" y="5080"/>
                  </a:lnTo>
                  <a:close/>
                </a:path>
              </a:pathLst>
            </a:custGeom>
            <a:solidFill>
              <a:srgbClr val="EB0300"/>
            </a:solidFill>
          </p:spPr>
          <p:txBody>
            <a:bodyPr wrap="square" lIns="0" tIns="0" rIns="0" bIns="0" rtlCol="0"/>
            <a:lstStyle/>
            <a:p/>
          </p:txBody>
        </p:sp>
        <p:sp>
          <p:nvSpPr>
            <p:cNvPr id="395" name="object 395"/>
            <p:cNvSpPr/>
            <p:nvPr/>
          </p:nvSpPr>
          <p:spPr>
            <a:xfrm>
              <a:off x="2472690" y="1604009"/>
              <a:ext cx="97790" cy="7620"/>
            </a:xfrm>
            <a:custGeom>
              <a:avLst/>
              <a:gdLst/>
              <a:ahLst/>
              <a:cxnLst/>
              <a:rect l="l" t="t" r="r" b="b"/>
              <a:pathLst>
                <a:path w="97789" h="7619">
                  <a:moveTo>
                    <a:pt x="95250" y="0"/>
                  </a:moveTo>
                  <a:lnTo>
                    <a:pt x="2540" y="0"/>
                  </a:lnTo>
                  <a:lnTo>
                    <a:pt x="2540" y="1270"/>
                  </a:lnTo>
                  <a:lnTo>
                    <a:pt x="95250" y="1270"/>
                  </a:lnTo>
                  <a:lnTo>
                    <a:pt x="95250" y="0"/>
                  </a:lnTo>
                  <a:close/>
                </a:path>
                <a:path w="97789" h="7619">
                  <a:moveTo>
                    <a:pt x="97777" y="6350"/>
                  </a:moveTo>
                  <a:lnTo>
                    <a:pt x="96507" y="6350"/>
                  </a:lnTo>
                  <a:lnTo>
                    <a:pt x="96507" y="3810"/>
                  </a:lnTo>
                  <a:lnTo>
                    <a:pt x="95250" y="3810"/>
                  </a:lnTo>
                  <a:lnTo>
                    <a:pt x="95250" y="1282"/>
                  </a:lnTo>
                  <a:lnTo>
                    <a:pt x="1270" y="1282"/>
                  </a:lnTo>
                  <a:lnTo>
                    <a:pt x="1270" y="3810"/>
                  </a:lnTo>
                  <a:lnTo>
                    <a:pt x="0" y="3810"/>
                  </a:lnTo>
                  <a:lnTo>
                    <a:pt x="0" y="6350"/>
                  </a:lnTo>
                  <a:lnTo>
                    <a:pt x="0" y="7620"/>
                  </a:lnTo>
                  <a:lnTo>
                    <a:pt x="97777" y="7620"/>
                  </a:lnTo>
                  <a:lnTo>
                    <a:pt x="97777" y="6350"/>
                  </a:lnTo>
                  <a:close/>
                </a:path>
              </a:pathLst>
            </a:custGeom>
            <a:solidFill>
              <a:srgbClr val="EE0300"/>
            </a:solidFill>
          </p:spPr>
          <p:txBody>
            <a:bodyPr wrap="square" lIns="0" tIns="0" rIns="0" bIns="0" rtlCol="0"/>
            <a:lstStyle/>
            <a:p/>
          </p:txBody>
        </p:sp>
        <p:sp>
          <p:nvSpPr>
            <p:cNvPr id="396" name="object 396"/>
            <p:cNvSpPr/>
            <p:nvPr/>
          </p:nvSpPr>
          <p:spPr>
            <a:xfrm>
              <a:off x="2466340" y="1611629"/>
              <a:ext cx="109220" cy="7620"/>
            </a:xfrm>
            <a:custGeom>
              <a:avLst/>
              <a:gdLst/>
              <a:ahLst/>
              <a:cxnLst/>
              <a:rect l="l" t="t" r="r" b="b"/>
              <a:pathLst>
                <a:path w="109219" h="7619">
                  <a:moveTo>
                    <a:pt x="109207" y="6350"/>
                  </a:moveTo>
                  <a:lnTo>
                    <a:pt x="107950" y="6350"/>
                  </a:lnTo>
                  <a:lnTo>
                    <a:pt x="107950" y="5080"/>
                  </a:lnTo>
                  <a:lnTo>
                    <a:pt x="106680" y="5080"/>
                  </a:lnTo>
                  <a:lnTo>
                    <a:pt x="106680" y="3810"/>
                  </a:lnTo>
                  <a:lnTo>
                    <a:pt x="106680" y="2540"/>
                  </a:lnTo>
                  <a:lnTo>
                    <a:pt x="105410" y="2540"/>
                  </a:lnTo>
                  <a:lnTo>
                    <a:pt x="105410" y="1270"/>
                  </a:lnTo>
                  <a:lnTo>
                    <a:pt x="104140" y="1270"/>
                  </a:lnTo>
                  <a:lnTo>
                    <a:pt x="104127" y="0"/>
                  </a:lnTo>
                  <a:lnTo>
                    <a:pt x="5080" y="0"/>
                  </a:lnTo>
                  <a:lnTo>
                    <a:pt x="5080" y="1270"/>
                  </a:lnTo>
                  <a:lnTo>
                    <a:pt x="3810" y="1270"/>
                  </a:lnTo>
                  <a:lnTo>
                    <a:pt x="3810" y="2540"/>
                  </a:lnTo>
                  <a:lnTo>
                    <a:pt x="3810" y="3810"/>
                  </a:lnTo>
                  <a:lnTo>
                    <a:pt x="1270" y="3810"/>
                  </a:lnTo>
                  <a:lnTo>
                    <a:pt x="1270" y="5080"/>
                  </a:lnTo>
                  <a:lnTo>
                    <a:pt x="1270" y="6350"/>
                  </a:lnTo>
                  <a:lnTo>
                    <a:pt x="0" y="6350"/>
                  </a:lnTo>
                  <a:lnTo>
                    <a:pt x="0" y="7620"/>
                  </a:lnTo>
                  <a:lnTo>
                    <a:pt x="109207" y="7620"/>
                  </a:lnTo>
                  <a:lnTo>
                    <a:pt x="109207" y="6350"/>
                  </a:lnTo>
                  <a:close/>
                </a:path>
              </a:pathLst>
            </a:custGeom>
            <a:solidFill>
              <a:srgbClr val="F00200"/>
            </a:solidFill>
          </p:spPr>
          <p:txBody>
            <a:bodyPr wrap="square" lIns="0" tIns="0" rIns="0" bIns="0" rtlCol="0"/>
            <a:lstStyle/>
            <a:p/>
          </p:txBody>
        </p:sp>
        <p:sp>
          <p:nvSpPr>
            <p:cNvPr id="397" name="object 397"/>
            <p:cNvSpPr/>
            <p:nvPr/>
          </p:nvSpPr>
          <p:spPr>
            <a:xfrm>
              <a:off x="2456180" y="1619249"/>
              <a:ext cx="132080" cy="6350"/>
            </a:xfrm>
            <a:custGeom>
              <a:avLst/>
              <a:gdLst/>
              <a:ahLst/>
              <a:cxnLst/>
              <a:rect l="l" t="t" r="r" b="b"/>
              <a:pathLst>
                <a:path w="132080" h="6350">
                  <a:moveTo>
                    <a:pt x="132080" y="5080"/>
                  </a:moveTo>
                  <a:lnTo>
                    <a:pt x="125730" y="5080"/>
                  </a:lnTo>
                  <a:lnTo>
                    <a:pt x="125730" y="3810"/>
                  </a:lnTo>
                  <a:lnTo>
                    <a:pt x="124460" y="3810"/>
                  </a:lnTo>
                  <a:lnTo>
                    <a:pt x="124460" y="2540"/>
                  </a:lnTo>
                  <a:lnTo>
                    <a:pt x="123190" y="2540"/>
                  </a:lnTo>
                  <a:lnTo>
                    <a:pt x="123190" y="1270"/>
                  </a:lnTo>
                  <a:lnTo>
                    <a:pt x="120650" y="1270"/>
                  </a:lnTo>
                  <a:lnTo>
                    <a:pt x="120650" y="0"/>
                  </a:lnTo>
                  <a:lnTo>
                    <a:pt x="8890" y="0"/>
                  </a:lnTo>
                  <a:lnTo>
                    <a:pt x="8890" y="1270"/>
                  </a:lnTo>
                  <a:lnTo>
                    <a:pt x="7620" y="1270"/>
                  </a:lnTo>
                  <a:lnTo>
                    <a:pt x="7620" y="2540"/>
                  </a:lnTo>
                  <a:lnTo>
                    <a:pt x="5080" y="2540"/>
                  </a:lnTo>
                  <a:lnTo>
                    <a:pt x="5080" y="3810"/>
                  </a:lnTo>
                  <a:lnTo>
                    <a:pt x="1270" y="3810"/>
                  </a:lnTo>
                  <a:lnTo>
                    <a:pt x="1270" y="5080"/>
                  </a:lnTo>
                  <a:lnTo>
                    <a:pt x="0" y="5080"/>
                  </a:lnTo>
                  <a:lnTo>
                    <a:pt x="0" y="6350"/>
                  </a:lnTo>
                  <a:lnTo>
                    <a:pt x="132080" y="6350"/>
                  </a:lnTo>
                  <a:lnTo>
                    <a:pt x="132080" y="5080"/>
                  </a:lnTo>
                  <a:close/>
                </a:path>
              </a:pathLst>
            </a:custGeom>
            <a:solidFill>
              <a:srgbClr val="F20200"/>
            </a:solidFill>
          </p:spPr>
          <p:txBody>
            <a:bodyPr wrap="square" lIns="0" tIns="0" rIns="0" bIns="0" rtlCol="0"/>
            <a:lstStyle/>
            <a:p/>
          </p:txBody>
        </p:sp>
        <p:sp>
          <p:nvSpPr>
            <p:cNvPr id="398" name="object 398"/>
            <p:cNvSpPr/>
            <p:nvPr/>
          </p:nvSpPr>
          <p:spPr>
            <a:xfrm>
              <a:off x="2447290" y="1625599"/>
              <a:ext cx="147320" cy="7620"/>
            </a:xfrm>
            <a:custGeom>
              <a:avLst/>
              <a:gdLst/>
              <a:ahLst/>
              <a:cxnLst/>
              <a:rect l="l" t="t" r="r" b="b"/>
              <a:pathLst>
                <a:path w="147319" h="7619">
                  <a:moveTo>
                    <a:pt x="147320" y="1270"/>
                  </a:moveTo>
                  <a:lnTo>
                    <a:pt x="143510" y="1270"/>
                  </a:lnTo>
                  <a:lnTo>
                    <a:pt x="143510" y="0"/>
                  </a:lnTo>
                  <a:lnTo>
                    <a:pt x="0" y="0"/>
                  </a:lnTo>
                  <a:lnTo>
                    <a:pt x="0" y="1270"/>
                  </a:lnTo>
                  <a:lnTo>
                    <a:pt x="0" y="7620"/>
                  </a:lnTo>
                  <a:lnTo>
                    <a:pt x="147320" y="7620"/>
                  </a:lnTo>
                  <a:lnTo>
                    <a:pt x="147320" y="1270"/>
                  </a:lnTo>
                  <a:close/>
                </a:path>
              </a:pathLst>
            </a:custGeom>
            <a:solidFill>
              <a:srgbClr val="F40100"/>
            </a:solidFill>
          </p:spPr>
          <p:txBody>
            <a:bodyPr wrap="square" lIns="0" tIns="0" rIns="0" bIns="0" rtlCol="0"/>
            <a:lstStyle/>
            <a:p/>
          </p:txBody>
        </p:sp>
        <p:sp>
          <p:nvSpPr>
            <p:cNvPr id="399" name="object 399"/>
            <p:cNvSpPr/>
            <p:nvPr/>
          </p:nvSpPr>
          <p:spPr>
            <a:xfrm>
              <a:off x="2447289" y="1633220"/>
              <a:ext cx="147320" cy="7620"/>
            </a:xfrm>
            <a:custGeom>
              <a:avLst/>
              <a:gdLst/>
              <a:ahLst/>
              <a:cxnLst/>
              <a:rect l="l" t="t" r="r" b="b"/>
              <a:pathLst>
                <a:path w="147319" h="7619">
                  <a:moveTo>
                    <a:pt x="147319" y="0"/>
                  </a:moveTo>
                  <a:lnTo>
                    <a:pt x="0" y="0"/>
                  </a:lnTo>
                  <a:lnTo>
                    <a:pt x="0" y="7619"/>
                  </a:lnTo>
                  <a:lnTo>
                    <a:pt x="147320" y="7619"/>
                  </a:lnTo>
                  <a:lnTo>
                    <a:pt x="147319" y="0"/>
                  </a:lnTo>
                  <a:close/>
                </a:path>
              </a:pathLst>
            </a:custGeom>
            <a:solidFill>
              <a:srgbClr val="F70100"/>
            </a:solidFill>
          </p:spPr>
          <p:txBody>
            <a:bodyPr wrap="square" lIns="0" tIns="0" rIns="0" bIns="0" rtlCol="0"/>
            <a:lstStyle/>
            <a:p/>
          </p:txBody>
        </p:sp>
        <p:sp>
          <p:nvSpPr>
            <p:cNvPr id="400" name="object 400"/>
            <p:cNvSpPr/>
            <p:nvPr/>
          </p:nvSpPr>
          <p:spPr>
            <a:xfrm>
              <a:off x="2447289" y="1640840"/>
              <a:ext cx="147320" cy="6350"/>
            </a:xfrm>
            <a:custGeom>
              <a:avLst/>
              <a:gdLst/>
              <a:ahLst/>
              <a:cxnLst/>
              <a:rect l="l" t="t" r="r" b="b"/>
              <a:pathLst>
                <a:path w="147319" h="6350">
                  <a:moveTo>
                    <a:pt x="147319" y="0"/>
                  </a:moveTo>
                  <a:lnTo>
                    <a:pt x="0" y="0"/>
                  </a:lnTo>
                  <a:lnTo>
                    <a:pt x="0" y="6350"/>
                  </a:lnTo>
                  <a:lnTo>
                    <a:pt x="147320" y="6350"/>
                  </a:lnTo>
                  <a:lnTo>
                    <a:pt x="147319" y="0"/>
                  </a:lnTo>
                  <a:close/>
                </a:path>
              </a:pathLst>
            </a:custGeom>
            <a:solidFill>
              <a:srgbClr val="F90000"/>
            </a:solidFill>
          </p:spPr>
          <p:txBody>
            <a:bodyPr wrap="square" lIns="0" tIns="0" rIns="0" bIns="0" rtlCol="0"/>
            <a:lstStyle/>
            <a:p/>
          </p:txBody>
        </p:sp>
      </p:grpSp>
      <p:sp>
        <p:nvSpPr>
          <p:cNvPr id="401" name="object 401"/>
          <p:cNvSpPr/>
          <p:nvPr/>
        </p:nvSpPr>
        <p:spPr>
          <a:xfrm>
            <a:off x="2641600" y="1102360"/>
            <a:ext cx="144780" cy="6350"/>
          </a:xfrm>
          <a:custGeom>
            <a:avLst/>
            <a:gdLst/>
            <a:ahLst/>
            <a:cxnLst/>
            <a:rect l="l" t="t" r="r" b="b"/>
            <a:pathLst>
              <a:path w="144780" h="6350">
                <a:moveTo>
                  <a:pt x="144780" y="0"/>
                </a:moveTo>
                <a:lnTo>
                  <a:pt x="0" y="0"/>
                </a:lnTo>
                <a:lnTo>
                  <a:pt x="0" y="6350"/>
                </a:lnTo>
                <a:lnTo>
                  <a:pt x="144780" y="6350"/>
                </a:lnTo>
                <a:lnTo>
                  <a:pt x="144780" y="0"/>
                </a:lnTo>
                <a:close/>
              </a:path>
            </a:pathLst>
          </a:custGeom>
          <a:solidFill>
            <a:srgbClr val="003300"/>
          </a:solidFill>
        </p:spPr>
        <p:txBody>
          <a:bodyPr wrap="square" lIns="0" tIns="0" rIns="0" bIns="0" rtlCol="0"/>
          <a:lstStyle/>
          <a:p/>
        </p:txBody>
      </p:sp>
      <p:sp>
        <p:nvSpPr>
          <p:cNvPr id="402" name="object 402"/>
          <p:cNvSpPr/>
          <p:nvPr/>
        </p:nvSpPr>
        <p:spPr>
          <a:xfrm>
            <a:off x="2839720" y="1102360"/>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003300"/>
          </a:solidFill>
        </p:spPr>
        <p:txBody>
          <a:bodyPr wrap="square" lIns="0" tIns="0" rIns="0" bIns="0" rtlCol="0"/>
          <a:lstStyle/>
          <a:p/>
        </p:txBody>
      </p:sp>
      <p:sp>
        <p:nvSpPr>
          <p:cNvPr id="403" name="object 403"/>
          <p:cNvSpPr/>
          <p:nvPr/>
        </p:nvSpPr>
        <p:spPr>
          <a:xfrm>
            <a:off x="2641600" y="1108710"/>
            <a:ext cx="144780" cy="6350"/>
          </a:xfrm>
          <a:custGeom>
            <a:avLst/>
            <a:gdLst/>
            <a:ahLst/>
            <a:cxnLst/>
            <a:rect l="l" t="t" r="r" b="b"/>
            <a:pathLst>
              <a:path w="144780" h="6350">
                <a:moveTo>
                  <a:pt x="144780" y="0"/>
                </a:moveTo>
                <a:lnTo>
                  <a:pt x="0" y="0"/>
                </a:lnTo>
                <a:lnTo>
                  <a:pt x="0" y="6350"/>
                </a:lnTo>
                <a:lnTo>
                  <a:pt x="144780" y="6350"/>
                </a:lnTo>
                <a:lnTo>
                  <a:pt x="144780" y="0"/>
                </a:lnTo>
                <a:close/>
              </a:path>
            </a:pathLst>
          </a:custGeom>
          <a:solidFill>
            <a:srgbClr val="023300"/>
          </a:solidFill>
        </p:spPr>
        <p:txBody>
          <a:bodyPr wrap="square" lIns="0" tIns="0" rIns="0" bIns="0" rtlCol="0"/>
          <a:lstStyle/>
          <a:p/>
        </p:txBody>
      </p:sp>
      <p:sp>
        <p:nvSpPr>
          <p:cNvPr id="404" name="object 404"/>
          <p:cNvSpPr/>
          <p:nvPr/>
        </p:nvSpPr>
        <p:spPr>
          <a:xfrm>
            <a:off x="2839720" y="1108710"/>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023300"/>
          </a:solidFill>
        </p:spPr>
        <p:txBody>
          <a:bodyPr wrap="square" lIns="0" tIns="0" rIns="0" bIns="0" rtlCol="0"/>
          <a:lstStyle/>
          <a:p/>
        </p:txBody>
      </p:sp>
      <p:sp>
        <p:nvSpPr>
          <p:cNvPr id="405" name="object 405"/>
          <p:cNvSpPr/>
          <p:nvPr/>
        </p:nvSpPr>
        <p:spPr>
          <a:xfrm>
            <a:off x="2641600" y="1115060"/>
            <a:ext cx="144780" cy="7620"/>
          </a:xfrm>
          <a:custGeom>
            <a:avLst/>
            <a:gdLst/>
            <a:ahLst/>
            <a:cxnLst/>
            <a:rect l="l" t="t" r="r" b="b"/>
            <a:pathLst>
              <a:path w="144780" h="7619">
                <a:moveTo>
                  <a:pt x="144780" y="0"/>
                </a:moveTo>
                <a:lnTo>
                  <a:pt x="0" y="0"/>
                </a:lnTo>
                <a:lnTo>
                  <a:pt x="0" y="7619"/>
                </a:lnTo>
                <a:lnTo>
                  <a:pt x="144780" y="7619"/>
                </a:lnTo>
                <a:lnTo>
                  <a:pt x="144780" y="0"/>
                </a:lnTo>
                <a:close/>
              </a:path>
            </a:pathLst>
          </a:custGeom>
          <a:solidFill>
            <a:srgbClr val="053100"/>
          </a:solidFill>
        </p:spPr>
        <p:txBody>
          <a:bodyPr wrap="square" lIns="0" tIns="0" rIns="0" bIns="0" rtlCol="0"/>
          <a:lstStyle/>
          <a:p/>
        </p:txBody>
      </p:sp>
      <p:sp>
        <p:nvSpPr>
          <p:cNvPr id="406" name="object 406"/>
          <p:cNvSpPr/>
          <p:nvPr/>
        </p:nvSpPr>
        <p:spPr>
          <a:xfrm>
            <a:off x="2839720" y="1115060"/>
            <a:ext cx="88900" cy="7620"/>
          </a:xfrm>
          <a:custGeom>
            <a:avLst/>
            <a:gdLst/>
            <a:ahLst/>
            <a:cxnLst/>
            <a:rect l="l" t="t" r="r" b="b"/>
            <a:pathLst>
              <a:path w="88900" h="7619">
                <a:moveTo>
                  <a:pt x="88900" y="0"/>
                </a:moveTo>
                <a:lnTo>
                  <a:pt x="0" y="0"/>
                </a:lnTo>
                <a:lnTo>
                  <a:pt x="0" y="7619"/>
                </a:lnTo>
                <a:lnTo>
                  <a:pt x="88900" y="7619"/>
                </a:lnTo>
                <a:lnTo>
                  <a:pt x="88900" y="0"/>
                </a:lnTo>
                <a:close/>
              </a:path>
            </a:pathLst>
          </a:custGeom>
          <a:solidFill>
            <a:srgbClr val="053100"/>
          </a:solidFill>
        </p:spPr>
        <p:txBody>
          <a:bodyPr wrap="square" lIns="0" tIns="0" rIns="0" bIns="0" rtlCol="0"/>
          <a:lstStyle/>
          <a:p/>
        </p:txBody>
      </p:sp>
      <p:sp>
        <p:nvSpPr>
          <p:cNvPr id="407" name="object 407"/>
          <p:cNvSpPr/>
          <p:nvPr/>
        </p:nvSpPr>
        <p:spPr>
          <a:xfrm>
            <a:off x="2641600" y="1122679"/>
            <a:ext cx="144780" cy="7620"/>
          </a:xfrm>
          <a:custGeom>
            <a:avLst/>
            <a:gdLst/>
            <a:ahLst/>
            <a:cxnLst/>
            <a:rect l="l" t="t" r="r" b="b"/>
            <a:pathLst>
              <a:path w="144780" h="7619">
                <a:moveTo>
                  <a:pt x="144780" y="0"/>
                </a:moveTo>
                <a:lnTo>
                  <a:pt x="0" y="0"/>
                </a:lnTo>
                <a:lnTo>
                  <a:pt x="0" y="1270"/>
                </a:lnTo>
                <a:lnTo>
                  <a:pt x="0" y="2540"/>
                </a:lnTo>
                <a:lnTo>
                  <a:pt x="3810" y="2540"/>
                </a:lnTo>
                <a:lnTo>
                  <a:pt x="3810" y="3810"/>
                </a:lnTo>
                <a:lnTo>
                  <a:pt x="5080" y="3810"/>
                </a:lnTo>
                <a:lnTo>
                  <a:pt x="5080" y="5080"/>
                </a:lnTo>
                <a:lnTo>
                  <a:pt x="6350" y="5080"/>
                </a:lnTo>
                <a:lnTo>
                  <a:pt x="6350" y="6350"/>
                </a:lnTo>
                <a:lnTo>
                  <a:pt x="8890" y="6350"/>
                </a:lnTo>
                <a:lnTo>
                  <a:pt x="8890" y="7620"/>
                </a:lnTo>
                <a:lnTo>
                  <a:pt x="129540" y="7620"/>
                </a:lnTo>
                <a:lnTo>
                  <a:pt x="129540" y="6350"/>
                </a:lnTo>
                <a:lnTo>
                  <a:pt x="130810" y="6350"/>
                </a:lnTo>
                <a:lnTo>
                  <a:pt x="130810" y="5080"/>
                </a:lnTo>
                <a:lnTo>
                  <a:pt x="133350" y="5080"/>
                </a:lnTo>
                <a:lnTo>
                  <a:pt x="133350" y="3810"/>
                </a:lnTo>
                <a:lnTo>
                  <a:pt x="133350" y="2540"/>
                </a:lnTo>
                <a:lnTo>
                  <a:pt x="139700" y="2540"/>
                </a:lnTo>
                <a:lnTo>
                  <a:pt x="139700" y="1270"/>
                </a:lnTo>
                <a:lnTo>
                  <a:pt x="144780" y="1270"/>
                </a:lnTo>
                <a:lnTo>
                  <a:pt x="144780" y="0"/>
                </a:lnTo>
                <a:close/>
              </a:path>
            </a:pathLst>
          </a:custGeom>
          <a:solidFill>
            <a:srgbClr val="083100"/>
          </a:solidFill>
        </p:spPr>
        <p:txBody>
          <a:bodyPr wrap="square" lIns="0" tIns="0" rIns="0" bIns="0" rtlCol="0"/>
          <a:lstStyle/>
          <a:p/>
        </p:txBody>
      </p:sp>
      <p:sp>
        <p:nvSpPr>
          <p:cNvPr id="408" name="object 408"/>
          <p:cNvSpPr/>
          <p:nvPr/>
        </p:nvSpPr>
        <p:spPr>
          <a:xfrm>
            <a:off x="2839720" y="1122679"/>
            <a:ext cx="88900" cy="7620"/>
          </a:xfrm>
          <a:custGeom>
            <a:avLst/>
            <a:gdLst/>
            <a:ahLst/>
            <a:cxnLst/>
            <a:rect l="l" t="t" r="r" b="b"/>
            <a:pathLst>
              <a:path w="88900" h="7619">
                <a:moveTo>
                  <a:pt x="88900" y="0"/>
                </a:moveTo>
                <a:lnTo>
                  <a:pt x="0" y="0"/>
                </a:lnTo>
                <a:lnTo>
                  <a:pt x="0" y="2540"/>
                </a:lnTo>
                <a:lnTo>
                  <a:pt x="7620" y="2540"/>
                </a:lnTo>
                <a:lnTo>
                  <a:pt x="7620" y="3810"/>
                </a:lnTo>
                <a:lnTo>
                  <a:pt x="12700" y="3810"/>
                </a:lnTo>
                <a:lnTo>
                  <a:pt x="12700" y="5080"/>
                </a:lnTo>
                <a:lnTo>
                  <a:pt x="13970" y="5080"/>
                </a:lnTo>
                <a:lnTo>
                  <a:pt x="13970" y="6350"/>
                </a:lnTo>
                <a:lnTo>
                  <a:pt x="16510" y="6350"/>
                </a:lnTo>
                <a:lnTo>
                  <a:pt x="16510" y="7620"/>
                </a:lnTo>
                <a:lnTo>
                  <a:pt x="78740" y="7620"/>
                </a:lnTo>
                <a:lnTo>
                  <a:pt x="78740" y="6350"/>
                </a:lnTo>
                <a:lnTo>
                  <a:pt x="79997" y="6350"/>
                </a:lnTo>
                <a:lnTo>
                  <a:pt x="79997" y="5080"/>
                </a:lnTo>
                <a:lnTo>
                  <a:pt x="82550" y="5080"/>
                </a:lnTo>
                <a:lnTo>
                  <a:pt x="82550" y="3810"/>
                </a:lnTo>
                <a:lnTo>
                  <a:pt x="83820" y="3810"/>
                </a:lnTo>
                <a:lnTo>
                  <a:pt x="83820" y="2540"/>
                </a:lnTo>
                <a:lnTo>
                  <a:pt x="88900" y="2540"/>
                </a:lnTo>
                <a:lnTo>
                  <a:pt x="88900" y="0"/>
                </a:lnTo>
                <a:close/>
              </a:path>
            </a:pathLst>
          </a:custGeom>
          <a:solidFill>
            <a:srgbClr val="083100"/>
          </a:solidFill>
        </p:spPr>
        <p:txBody>
          <a:bodyPr wrap="square" lIns="0" tIns="0" rIns="0" bIns="0" rtlCol="0"/>
          <a:lstStyle/>
          <a:p/>
        </p:txBody>
      </p:sp>
      <p:sp>
        <p:nvSpPr>
          <p:cNvPr id="409" name="object 409"/>
          <p:cNvSpPr/>
          <p:nvPr/>
        </p:nvSpPr>
        <p:spPr>
          <a:xfrm>
            <a:off x="2651760" y="1130299"/>
            <a:ext cx="119380" cy="6350"/>
          </a:xfrm>
          <a:custGeom>
            <a:avLst/>
            <a:gdLst/>
            <a:ahLst/>
            <a:cxnLst/>
            <a:rect l="l" t="t" r="r" b="b"/>
            <a:pathLst>
              <a:path w="119380" h="6350">
                <a:moveTo>
                  <a:pt x="11938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115557" y="6350"/>
                </a:lnTo>
                <a:lnTo>
                  <a:pt x="115557" y="5080"/>
                </a:lnTo>
                <a:lnTo>
                  <a:pt x="116840" y="5080"/>
                </a:lnTo>
                <a:lnTo>
                  <a:pt x="116840" y="3810"/>
                </a:lnTo>
                <a:lnTo>
                  <a:pt x="116840" y="2540"/>
                </a:lnTo>
                <a:lnTo>
                  <a:pt x="118110" y="2540"/>
                </a:lnTo>
                <a:lnTo>
                  <a:pt x="118110" y="1270"/>
                </a:lnTo>
                <a:lnTo>
                  <a:pt x="119380" y="1270"/>
                </a:lnTo>
                <a:lnTo>
                  <a:pt x="119380" y="0"/>
                </a:lnTo>
                <a:close/>
              </a:path>
            </a:pathLst>
          </a:custGeom>
          <a:solidFill>
            <a:srgbClr val="0B3000"/>
          </a:solidFill>
        </p:spPr>
        <p:txBody>
          <a:bodyPr wrap="square" lIns="0" tIns="0" rIns="0" bIns="0" rtlCol="0"/>
          <a:lstStyle/>
          <a:p/>
        </p:txBody>
      </p:sp>
      <p:sp>
        <p:nvSpPr>
          <p:cNvPr id="410" name="object 410"/>
          <p:cNvSpPr/>
          <p:nvPr/>
        </p:nvSpPr>
        <p:spPr>
          <a:xfrm>
            <a:off x="2857500" y="1130299"/>
            <a:ext cx="59690" cy="6350"/>
          </a:xfrm>
          <a:custGeom>
            <a:avLst/>
            <a:gdLst/>
            <a:ahLst/>
            <a:cxnLst/>
            <a:rect l="l" t="t" r="r" b="b"/>
            <a:pathLst>
              <a:path w="59689" h="6350">
                <a:moveTo>
                  <a:pt x="59690" y="0"/>
                </a:moveTo>
                <a:lnTo>
                  <a:pt x="0" y="0"/>
                </a:lnTo>
                <a:lnTo>
                  <a:pt x="0" y="1270"/>
                </a:lnTo>
                <a:lnTo>
                  <a:pt x="2540" y="1270"/>
                </a:lnTo>
                <a:lnTo>
                  <a:pt x="2540" y="2540"/>
                </a:lnTo>
                <a:lnTo>
                  <a:pt x="2540" y="3810"/>
                </a:lnTo>
                <a:lnTo>
                  <a:pt x="3810" y="3810"/>
                </a:lnTo>
                <a:lnTo>
                  <a:pt x="3810" y="5080"/>
                </a:lnTo>
                <a:lnTo>
                  <a:pt x="5080" y="5080"/>
                </a:lnTo>
                <a:lnTo>
                  <a:pt x="5080" y="6350"/>
                </a:lnTo>
                <a:lnTo>
                  <a:pt x="54610" y="6350"/>
                </a:lnTo>
                <a:lnTo>
                  <a:pt x="54610" y="5080"/>
                </a:lnTo>
                <a:lnTo>
                  <a:pt x="55880" y="5080"/>
                </a:lnTo>
                <a:lnTo>
                  <a:pt x="55880" y="3810"/>
                </a:lnTo>
                <a:lnTo>
                  <a:pt x="57150" y="3810"/>
                </a:lnTo>
                <a:lnTo>
                  <a:pt x="57150" y="2540"/>
                </a:lnTo>
                <a:lnTo>
                  <a:pt x="58420" y="2540"/>
                </a:lnTo>
                <a:lnTo>
                  <a:pt x="58420" y="1270"/>
                </a:lnTo>
                <a:lnTo>
                  <a:pt x="59690" y="1270"/>
                </a:lnTo>
                <a:lnTo>
                  <a:pt x="59690" y="0"/>
                </a:lnTo>
                <a:close/>
              </a:path>
            </a:pathLst>
          </a:custGeom>
          <a:solidFill>
            <a:srgbClr val="0B3000"/>
          </a:solidFill>
        </p:spPr>
        <p:txBody>
          <a:bodyPr wrap="square" lIns="0" tIns="0" rIns="0" bIns="0" rtlCol="0"/>
          <a:lstStyle/>
          <a:p/>
        </p:txBody>
      </p:sp>
      <p:sp>
        <p:nvSpPr>
          <p:cNvPr id="411" name="object 411"/>
          <p:cNvSpPr/>
          <p:nvPr/>
        </p:nvSpPr>
        <p:spPr>
          <a:xfrm>
            <a:off x="2658110" y="1136649"/>
            <a:ext cx="109220" cy="7620"/>
          </a:xfrm>
          <a:custGeom>
            <a:avLst/>
            <a:gdLst/>
            <a:ahLst/>
            <a:cxnLst/>
            <a:rect l="l" t="t" r="r" b="b"/>
            <a:pathLst>
              <a:path w="109219" h="7619">
                <a:moveTo>
                  <a:pt x="109220" y="2540"/>
                </a:moveTo>
                <a:lnTo>
                  <a:pt x="109207" y="0"/>
                </a:lnTo>
                <a:lnTo>
                  <a:pt x="0" y="0"/>
                </a:lnTo>
                <a:lnTo>
                  <a:pt x="0" y="2540"/>
                </a:lnTo>
                <a:lnTo>
                  <a:pt x="1270" y="2540"/>
                </a:lnTo>
                <a:lnTo>
                  <a:pt x="1270" y="5080"/>
                </a:lnTo>
                <a:lnTo>
                  <a:pt x="2540" y="5080"/>
                </a:lnTo>
                <a:lnTo>
                  <a:pt x="2540" y="6350"/>
                </a:lnTo>
                <a:lnTo>
                  <a:pt x="2540" y="7620"/>
                </a:lnTo>
                <a:lnTo>
                  <a:pt x="106680" y="7620"/>
                </a:lnTo>
                <a:lnTo>
                  <a:pt x="106680" y="6350"/>
                </a:lnTo>
                <a:lnTo>
                  <a:pt x="107950" y="6350"/>
                </a:lnTo>
                <a:lnTo>
                  <a:pt x="107950" y="5080"/>
                </a:lnTo>
                <a:lnTo>
                  <a:pt x="107950" y="2540"/>
                </a:lnTo>
                <a:lnTo>
                  <a:pt x="109220" y="2540"/>
                </a:lnTo>
                <a:close/>
              </a:path>
            </a:pathLst>
          </a:custGeom>
          <a:solidFill>
            <a:srgbClr val="0F2F00"/>
          </a:solidFill>
        </p:spPr>
        <p:txBody>
          <a:bodyPr wrap="square" lIns="0" tIns="0" rIns="0" bIns="0" rtlCol="0"/>
          <a:lstStyle/>
          <a:p/>
        </p:txBody>
      </p:sp>
      <p:sp>
        <p:nvSpPr>
          <p:cNvPr id="412" name="object 412"/>
          <p:cNvSpPr/>
          <p:nvPr/>
        </p:nvSpPr>
        <p:spPr>
          <a:xfrm>
            <a:off x="2862580" y="1136649"/>
            <a:ext cx="48260" cy="7620"/>
          </a:xfrm>
          <a:custGeom>
            <a:avLst/>
            <a:gdLst/>
            <a:ahLst/>
            <a:cxnLst/>
            <a:rect l="l" t="t" r="r" b="b"/>
            <a:pathLst>
              <a:path w="48260" h="7619">
                <a:moveTo>
                  <a:pt x="48260" y="0"/>
                </a:moveTo>
                <a:lnTo>
                  <a:pt x="0" y="0"/>
                </a:lnTo>
                <a:lnTo>
                  <a:pt x="0" y="1270"/>
                </a:lnTo>
                <a:lnTo>
                  <a:pt x="1270" y="1270"/>
                </a:lnTo>
                <a:lnTo>
                  <a:pt x="1270" y="2540"/>
                </a:lnTo>
                <a:lnTo>
                  <a:pt x="1270" y="5080"/>
                </a:lnTo>
                <a:lnTo>
                  <a:pt x="2540" y="5080"/>
                </a:lnTo>
                <a:lnTo>
                  <a:pt x="2540" y="7620"/>
                </a:lnTo>
                <a:lnTo>
                  <a:pt x="45720" y="7620"/>
                </a:lnTo>
                <a:lnTo>
                  <a:pt x="45720" y="5080"/>
                </a:lnTo>
                <a:lnTo>
                  <a:pt x="46990" y="5080"/>
                </a:lnTo>
                <a:lnTo>
                  <a:pt x="46990" y="2540"/>
                </a:lnTo>
                <a:lnTo>
                  <a:pt x="48260" y="2540"/>
                </a:lnTo>
                <a:lnTo>
                  <a:pt x="48260" y="1270"/>
                </a:lnTo>
                <a:lnTo>
                  <a:pt x="48260" y="0"/>
                </a:lnTo>
                <a:close/>
              </a:path>
            </a:pathLst>
          </a:custGeom>
          <a:solidFill>
            <a:srgbClr val="0F2F00"/>
          </a:solidFill>
        </p:spPr>
        <p:txBody>
          <a:bodyPr wrap="square" lIns="0" tIns="0" rIns="0" bIns="0" rtlCol="0"/>
          <a:lstStyle/>
          <a:p/>
        </p:txBody>
      </p:sp>
      <p:sp>
        <p:nvSpPr>
          <p:cNvPr id="413" name="object 413"/>
          <p:cNvSpPr/>
          <p:nvPr/>
        </p:nvSpPr>
        <p:spPr>
          <a:xfrm>
            <a:off x="2661920" y="1144269"/>
            <a:ext cx="102870" cy="7620"/>
          </a:xfrm>
          <a:custGeom>
            <a:avLst/>
            <a:gdLst/>
            <a:ahLst/>
            <a:cxnLst/>
            <a:rect l="l" t="t" r="r" b="b"/>
            <a:pathLst>
              <a:path w="102869" h="7619">
                <a:moveTo>
                  <a:pt x="102870" y="0"/>
                </a:moveTo>
                <a:lnTo>
                  <a:pt x="0" y="0"/>
                </a:lnTo>
                <a:lnTo>
                  <a:pt x="0" y="1270"/>
                </a:lnTo>
                <a:lnTo>
                  <a:pt x="0" y="2540"/>
                </a:lnTo>
                <a:lnTo>
                  <a:pt x="1270" y="2540"/>
                </a:lnTo>
                <a:lnTo>
                  <a:pt x="1270" y="5080"/>
                </a:lnTo>
                <a:lnTo>
                  <a:pt x="2540" y="5080"/>
                </a:lnTo>
                <a:lnTo>
                  <a:pt x="2540" y="7620"/>
                </a:lnTo>
                <a:lnTo>
                  <a:pt x="100330" y="7620"/>
                </a:lnTo>
                <a:lnTo>
                  <a:pt x="100330" y="5080"/>
                </a:lnTo>
                <a:lnTo>
                  <a:pt x="101600" y="5080"/>
                </a:lnTo>
                <a:lnTo>
                  <a:pt x="101600" y="2540"/>
                </a:lnTo>
                <a:lnTo>
                  <a:pt x="101600" y="1270"/>
                </a:lnTo>
                <a:lnTo>
                  <a:pt x="102870" y="1270"/>
                </a:lnTo>
                <a:lnTo>
                  <a:pt x="102870" y="0"/>
                </a:lnTo>
                <a:close/>
              </a:path>
            </a:pathLst>
          </a:custGeom>
          <a:solidFill>
            <a:srgbClr val="122F00"/>
          </a:solidFill>
        </p:spPr>
        <p:txBody>
          <a:bodyPr wrap="square" lIns="0" tIns="0" rIns="0" bIns="0" rtlCol="0"/>
          <a:lstStyle/>
          <a:p/>
        </p:txBody>
      </p:sp>
      <p:sp>
        <p:nvSpPr>
          <p:cNvPr id="414" name="object 414"/>
          <p:cNvSpPr/>
          <p:nvPr/>
        </p:nvSpPr>
        <p:spPr>
          <a:xfrm>
            <a:off x="2866390" y="1144269"/>
            <a:ext cx="40640" cy="7620"/>
          </a:xfrm>
          <a:custGeom>
            <a:avLst/>
            <a:gdLst/>
            <a:ahLst/>
            <a:cxnLst/>
            <a:rect l="l" t="t" r="r" b="b"/>
            <a:pathLst>
              <a:path w="40639" h="7619">
                <a:moveTo>
                  <a:pt x="40627" y="0"/>
                </a:moveTo>
                <a:lnTo>
                  <a:pt x="0" y="0"/>
                </a:lnTo>
                <a:lnTo>
                  <a:pt x="0" y="2540"/>
                </a:lnTo>
                <a:lnTo>
                  <a:pt x="0" y="3810"/>
                </a:lnTo>
                <a:lnTo>
                  <a:pt x="1270" y="3810"/>
                </a:lnTo>
                <a:lnTo>
                  <a:pt x="1270" y="5080"/>
                </a:lnTo>
                <a:lnTo>
                  <a:pt x="1270" y="7620"/>
                </a:lnTo>
                <a:lnTo>
                  <a:pt x="38100" y="7620"/>
                </a:lnTo>
                <a:lnTo>
                  <a:pt x="38100" y="5080"/>
                </a:lnTo>
                <a:lnTo>
                  <a:pt x="39370" y="5080"/>
                </a:lnTo>
                <a:lnTo>
                  <a:pt x="39370" y="3810"/>
                </a:lnTo>
                <a:lnTo>
                  <a:pt x="39357" y="2540"/>
                </a:lnTo>
                <a:lnTo>
                  <a:pt x="40627" y="2540"/>
                </a:lnTo>
                <a:lnTo>
                  <a:pt x="40627" y="0"/>
                </a:lnTo>
                <a:close/>
              </a:path>
            </a:pathLst>
          </a:custGeom>
          <a:solidFill>
            <a:srgbClr val="122F00"/>
          </a:solidFill>
        </p:spPr>
        <p:txBody>
          <a:bodyPr wrap="square" lIns="0" tIns="0" rIns="0" bIns="0" rtlCol="0"/>
          <a:lstStyle/>
          <a:p/>
        </p:txBody>
      </p:sp>
      <p:sp>
        <p:nvSpPr>
          <p:cNvPr id="415" name="object 415"/>
          <p:cNvSpPr/>
          <p:nvPr/>
        </p:nvSpPr>
        <p:spPr>
          <a:xfrm>
            <a:off x="2665730" y="1151889"/>
            <a:ext cx="96520" cy="6350"/>
          </a:xfrm>
          <a:custGeom>
            <a:avLst/>
            <a:gdLst/>
            <a:ahLst/>
            <a:cxnLst/>
            <a:rect l="l" t="t" r="r" b="b"/>
            <a:pathLst>
              <a:path w="96519" h="6350">
                <a:moveTo>
                  <a:pt x="96520" y="0"/>
                </a:moveTo>
                <a:lnTo>
                  <a:pt x="0" y="0"/>
                </a:lnTo>
                <a:lnTo>
                  <a:pt x="0" y="3810"/>
                </a:lnTo>
                <a:lnTo>
                  <a:pt x="1270" y="3810"/>
                </a:lnTo>
                <a:lnTo>
                  <a:pt x="1270" y="6350"/>
                </a:lnTo>
                <a:lnTo>
                  <a:pt x="96520" y="6350"/>
                </a:lnTo>
                <a:lnTo>
                  <a:pt x="96520" y="3810"/>
                </a:lnTo>
                <a:lnTo>
                  <a:pt x="96520" y="0"/>
                </a:lnTo>
                <a:close/>
              </a:path>
            </a:pathLst>
          </a:custGeom>
          <a:solidFill>
            <a:srgbClr val="152E00"/>
          </a:solidFill>
        </p:spPr>
        <p:txBody>
          <a:bodyPr wrap="square" lIns="0" tIns="0" rIns="0" bIns="0" rtlCol="0"/>
          <a:lstStyle/>
          <a:p/>
        </p:txBody>
      </p:sp>
      <p:sp>
        <p:nvSpPr>
          <p:cNvPr id="416" name="object 416"/>
          <p:cNvSpPr/>
          <p:nvPr/>
        </p:nvSpPr>
        <p:spPr>
          <a:xfrm>
            <a:off x="2867660" y="1151889"/>
            <a:ext cx="36830" cy="6350"/>
          </a:xfrm>
          <a:custGeom>
            <a:avLst/>
            <a:gdLst/>
            <a:ahLst/>
            <a:cxnLst/>
            <a:rect l="l" t="t" r="r" b="b"/>
            <a:pathLst>
              <a:path w="36830" h="6350">
                <a:moveTo>
                  <a:pt x="36830" y="0"/>
                </a:moveTo>
                <a:lnTo>
                  <a:pt x="0" y="0"/>
                </a:lnTo>
                <a:lnTo>
                  <a:pt x="0" y="1270"/>
                </a:lnTo>
                <a:lnTo>
                  <a:pt x="0" y="3810"/>
                </a:lnTo>
                <a:lnTo>
                  <a:pt x="1270" y="3810"/>
                </a:lnTo>
                <a:lnTo>
                  <a:pt x="1270" y="5080"/>
                </a:lnTo>
                <a:lnTo>
                  <a:pt x="1270" y="6350"/>
                </a:lnTo>
                <a:lnTo>
                  <a:pt x="34290" y="6350"/>
                </a:lnTo>
                <a:lnTo>
                  <a:pt x="34290" y="5080"/>
                </a:lnTo>
                <a:lnTo>
                  <a:pt x="35560" y="5080"/>
                </a:lnTo>
                <a:lnTo>
                  <a:pt x="35560" y="3810"/>
                </a:lnTo>
                <a:lnTo>
                  <a:pt x="35560" y="1270"/>
                </a:lnTo>
                <a:lnTo>
                  <a:pt x="36830" y="1270"/>
                </a:lnTo>
                <a:lnTo>
                  <a:pt x="36830" y="0"/>
                </a:lnTo>
                <a:close/>
              </a:path>
            </a:pathLst>
          </a:custGeom>
          <a:solidFill>
            <a:srgbClr val="152E00"/>
          </a:solidFill>
        </p:spPr>
        <p:txBody>
          <a:bodyPr wrap="square" lIns="0" tIns="0" rIns="0" bIns="0" rtlCol="0"/>
          <a:lstStyle/>
          <a:p/>
        </p:txBody>
      </p:sp>
      <p:sp>
        <p:nvSpPr>
          <p:cNvPr id="417" name="object 417"/>
          <p:cNvSpPr/>
          <p:nvPr/>
        </p:nvSpPr>
        <p:spPr>
          <a:xfrm>
            <a:off x="2667000" y="1158239"/>
            <a:ext cx="93980" cy="7620"/>
          </a:xfrm>
          <a:custGeom>
            <a:avLst/>
            <a:gdLst/>
            <a:ahLst/>
            <a:cxnLst/>
            <a:rect l="l" t="t" r="r" b="b"/>
            <a:pathLst>
              <a:path w="93980" h="7619">
                <a:moveTo>
                  <a:pt x="93980" y="0"/>
                </a:moveTo>
                <a:lnTo>
                  <a:pt x="0" y="0"/>
                </a:lnTo>
                <a:lnTo>
                  <a:pt x="0" y="2540"/>
                </a:lnTo>
                <a:lnTo>
                  <a:pt x="1270" y="2540"/>
                </a:lnTo>
                <a:lnTo>
                  <a:pt x="1270" y="7620"/>
                </a:lnTo>
                <a:lnTo>
                  <a:pt x="93967" y="7620"/>
                </a:lnTo>
                <a:lnTo>
                  <a:pt x="93967" y="2540"/>
                </a:lnTo>
                <a:lnTo>
                  <a:pt x="93980" y="0"/>
                </a:lnTo>
                <a:close/>
              </a:path>
            </a:pathLst>
          </a:custGeom>
          <a:solidFill>
            <a:srgbClr val="182D00"/>
          </a:solidFill>
        </p:spPr>
        <p:txBody>
          <a:bodyPr wrap="square" lIns="0" tIns="0" rIns="0" bIns="0" rtlCol="0"/>
          <a:lstStyle/>
          <a:p/>
        </p:txBody>
      </p:sp>
      <p:sp>
        <p:nvSpPr>
          <p:cNvPr id="418" name="object 418"/>
          <p:cNvSpPr/>
          <p:nvPr/>
        </p:nvSpPr>
        <p:spPr>
          <a:xfrm>
            <a:off x="2868930" y="1158239"/>
            <a:ext cx="33020" cy="7620"/>
          </a:xfrm>
          <a:custGeom>
            <a:avLst/>
            <a:gdLst/>
            <a:ahLst/>
            <a:cxnLst/>
            <a:rect l="l" t="t" r="r" b="b"/>
            <a:pathLst>
              <a:path w="33019" h="7619">
                <a:moveTo>
                  <a:pt x="33020" y="0"/>
                </a:moveTo>
                <a:lnTo>
                  <a:pt x="0" y="0"/>
                </a:lnTo>
                <a:lnTo>
                  <a:pt x="0" y="3810"/>
                </a:lnTo>
                <a:lnTo>
                  <a:pt x="0" y="7620"/>
                </a:lnTo>
                <a:lnTo>
                  <a:pt x="31750" y="7620"/>
                </a:lnTo>
                <a:lnTo>
                  <a:pt x="31750" y="3810"/>
                </a:lnTo>
                <a:lnTo>
                  <a:pt x="33020" y="3810"/>
                </a:lnTo>
                <a:lnTo>
                  <a:pt x="33020" y="0"/>
                </a:lnTo>
                <a:close/>
              </a:path>
            </a:pathLst>
          </a:custGeom>
          <a:solidFill>
            <a:srgbClr val="182D00"/>
          </a:solidFill>
        </p:spPr>
        <p:txBody>
          <a:bodyPr wrap="square" lIns="0" tIns="0" rIns="0" bIns="0" rtlCol="0"/>
          <a:lstStyle/>
          <a:p/>
        </p:txBody>
      </p:sp>
      <p:sp>
        <p:nvSpPr>
          <p:cNvPr id="419" name="object 419"/>
          <p:cNvSpPr/>
          <p:nvPr/>
        </p:nvSpPr>
        <p:spPr>
          <a:xfrm>
            <a:off x="2669540" y="1165859"/>
            <a:ext cx="92710" cy="5080"/>
          </a:xfrm>
          <a:custGeom>
            <a:avLst/>
            <a:gdLst/>
            <a:ahLst/>
            <a:cxnLst/>
            <a:rect l="l" t="t" r="r" b="b"/>
            <a:pathLst>
              <a:path w="92710" h="5080">
                <a:moveTo>
                  <a:pt x="92710" y="2540"/>
                </a:moveTo>
                <a:lnTo>
                  <a:pt x="91427" y="2540"/>
                </a:lnTo>
                <a:lnTo>
                  <a:pt x="91427" y="0"/>
                </a:lnTo>
                <a:lnTo>
                  <a:pt x="0" y="0"/>
                </a:lnTo>
                <a:lnTo>
                  <a:pt x="0" y="2540"/>
                </a:lnTo>
                <a:lnTo>
                  <a:pt x="0" y="5080"/>
                </a:lnTo>
                <a:lnTo>
                  <a:pt x="92710" y="5080"/>
                </a:lnTo>
                <a:lnTo>
                  <a:pt x="92710" y="2540"/>
                </a:lnTo>
                <a:close/>
              </a:path>
            </a:pathLst>
          </a:custGeom>
          <a:solidFill>
            <a:srgbClr val="1C2D00"/>
          </a:solidFill>
        </p:spPr>
        <p:txBody>
          <a:bodyPr wrap="square" lIns="0" tIns="0" rIns="0" bIns="0" rtlCol="0"/>
          <a:lstStyle/>
          <a:p/>
        </p:txBody>
      </p:sp>
      <p:sp>
        <p:nvSpPr>
          <p:cNvPr id="420" name="object 420"/>
          <p:cNvSpPr/>
          <p:nvPr/>
        </p:nvSpPr>
        <p:spPr>
          <a:xfrm>
            <a:off x="2868929" y="1165860"/>
            <a:ext cx="30480" cy="5080"/>
          </a:xfrm>
          <a:custGeom>
            <a:avLst/>
            <a:gdLst/>
            <a:ahLst/>
            <a:cxnLst/>
            <a:rect l="l" t="t" r="r" b="b"/>
            <a:pathLst>
              <a:path w="30480" h="5080">
                <a:moveTo>
                  <a:pt x="30480" y="0"/>
                </a:moveTo>
                <a:lnTo>
                  <a:pt x="0" y="0"/>
                </a:lnTo>
                <a:lnTo>
                  <a:pt x="0" y="5079"/>
                </a:lnTo>
                <a:lnTo>
                  <a:pt x="30480" y="5079"/>
                </a:lnTo>
                <a:lnTo>
                  <a:pt x="30480" y="0"/>
                </a:lnTo>
                <a:close/>
              </a:path>
            </a:pathLst>
          </a:custGeom>
          <a:solidFill>
            <a:srgbClr val="1C2D00"/>
          </a:solidFill>
        </p:spPr>
        <p:txBody>
          <a:bodyPr wrap="square" lIns="0" tIns="0" rIns="0" bIns="0" rtlCol="0"/>
          <a:lstStyle/>
          <a:p/>
        </p:txBody>
      </p:sp>
      <p:sp>
        <p:nvSpPr>
          <p:cNvPr id="421" name="object 421"/>
          <p:cNvSpPr/>
          <p:nvPr/>
        </p:nvSpPr>
        <p:spPr>
          <a:xfrm>
            <a:off x="2670810" y="1170939"/>
            <a:ext cx="91440" cy="2540"/>
          </a:xfrm>
          <a:custGeom>
            <a:avLst/>
            <a:gdLst/>
            <a:ahLst/>
            <a:cxnLst/>
            <a:rect l="l" t="t" r="r" b="b"/>
            <a:pathLst>
              <a:path w="91439" h="2540">
                <a:moveTo>
                  <a:pt x="91439" y="0"/>
                </a:moveTo>
                <a:lnTo>
                  <a:pt x="0" y="0"/>
                </a:lnTo>
                <a:lnTo>
                  <a:pt x="0" y="2539"/>
                </a:lnTo>
                <a:lnTo>
                  <a:pt x="91439" y="2539"/>
                </a:lnTo>
                <a:lnTo>
                  <a:pt x="91439" y="0"/>
                </a:lnTo>
                <a:close/>
              </a:path>
            </a:pathLst>
          </a:custGeom>
          <a:solidFill>
            <a:srgbClr val="1C2D00"/>
          </a:solidFill>
        </p:spPr>
        <p:txBody>
          <a:bodyPr wrap="square" lIns="0" tIns="0" rIns="0" bIns="0" rtlCol="0"/>
          <a:lstStyle/>
          <a:p/>
        </p:txBody>
      </p:sp>
      <p:sp>
        <p:nvSpPr>
          <p:cNvPr id="422" name="object 422"/>
          <p:cNvSpPr/>
          <p:nvPr/>
        </p:nvSpPr>
        <p:spPr>
          <a:xfrm>
            <a:off x="2868929" y="1170939"/>
            <a:ext cx="29209" cy="2540"/>
          </a:xfrm>
          <a:custGeom>
            <a:avLst/>
            <a:gdLst/>
            <a:ahLst/>
            <a:cxnLst/>
            <a:rect l="l" t="t" r="r" b="b"/>
            <a:pathLst>
              <a:path w="29210" h="2540">
                <a:moveTo>
                  <a:pt x="29210" y="0"/>
                </a:moveTo>
                <a:lnTo>
                  <a:pt x="0" y="0"/>
                </a:lnTo>
                <a:lnTo>
                  <a:pt x="0" y="2539"/>
                </a:lnTo>
                <a:lnTo>
                  <a:pt x="29210" y="2539"/>
                </a:lnTo>
                <a:lnTo>
                  <a:pt x="29210" y="0"/>
                </a:lnTo>
                <a:close/>
              </a:path>
            </a:pathLst>
          </a:custGeom>
          <a:solidFill>
            <a:srgbClr val="1C2D00"/>
          </a:solidFill>
        </p:spPr>
        <p:txBody>
          <a:bodyPr wrap="square" lIns="0" tIns="0" rIns="0" bIns="0" rtlCol="0"/>
          <a:lstStyle/>
          <a:p/>
        </p:txBody>
      </p:sp>
      <p:sp>
        <p:nvSpPr>
          <p:cNvPr id="423" name="object 423"/>
          <p:cNvSpPr/>
          <p:nvPr/>
        </p:nvSpPr>
        <p:spPr>
          <a:xfrm>
            <a:off x="2670810" y="1173479"/>
            <a:ext cx="91440" cy="6350"/>
          </a:xfrm>
          <a:custGeom>
            <a:avLst/>
            <a:gdLst/>
            <a:ahLst/>
            <a:cxnLst/>
            <a:rect l="l" t="t" r="r" b="b"/>
            <a:pathLst>
              <a:path w="91439" h="6350">
                <a:moveTo>
                  <a:pt x="91440" y="0"/>
                </a:moveTo>
                <a:lnTo>
                  <a:pt x="0" y="0"/>
                </a:lnTo>
                <a:lnTo>
                  <a:pt x="0" y="2540"/>
                </a:lnTo>
                <a:lnTo>
                  <a:pt x="1270" y="2540"/>
                </a:lnTo>
                <a:lnTo>
                  <a:pt x="1270" y="6350"/>
                </a:lnTo>
                <a:lnTo>
                  <a:pt x="91440" y="6350"/>
                </a:lnTo>
                <a:lnTo>
                  <a:pt x="91440" y="2540"/>
                </a:lnTo>
                <a:lnTo>
                  <a:pt x="91440" y="0"/>
                </a:lnTo>
                <a:close/>
              </a:path>
            </a:pathLst>
          </a:custGeom>
          <a:solidFill>
            <a:srgbClr val="1F2C00"/>
          </a:solidFill>
        </p:spPr>
        <p:txBody>
          <a:bodyPr wrap="square" lIns="0" tIns="0" rIns="0" bIns="0" rtlCol="0"/>
          <a:lstStyle/>
          <a:p/>
        </p:txBody>
      </p:sp>
      <p:sp>
        <p:nvSpPr>
          <p:cNvPr id="424" name="object 424"/>
          <p:cNvSpPr/>
          <p:nvPr/>
        </p:nvSpPr>
        <p:spPr>
          <a:xfrm>
            <a:off x="2868930" y="1173479"/>
            <a:ext cx="29209" cy="6350"/>
          </a:xfrm>
          <a:custGeom>
            <a:avLst/>
            <a:gdLst/>
            <a:ahLst/>
            <a:cxnLst/>
            <a:rect l="l" t="t" r="r" b="b"/>
            <a:pathLst>
              <a:path w="29210" h="6350">
                <a:moveTo>
                  <a:pt x="29210" y="0"/>
                </a:moveTo>
                <a:lnTo>
                  <a:pt x="0" y="0"/>
                </a:lnTo>
                <a:lnTo>
                  <a:pt x="0" y="3810"/>
                </a:lnTo>
                <a:lnTo>
                  <a:pt x="0" y="6350"/>
                </a:lnTo>
                <a:lnTo>
                  <a:pt x="27940" y="6350"/>
                </a:lnTo>
                <a:lnTo>
                  <a:pt x="27940" y="3810"/>
                </a:lnTo>
                <a:lnTo>
                  <a:pt x="29210" y="3810"/>
                </a:lnTo>
                <a:lnTo>
                  <a:pt x="29210" y="0"/>
                </a:lnTo>
                <a:close/>
              </a:path>
            </a:pathLst>
          </a:custGeom>
          <a:solidFill>
            <a:srgbClr val="1F2C00"/>
          </a:solidFill>
        </p:spPr>
        <p:txBody>
          <a:bodyPr wrap="square" lIns="0" tIns="0" rIns="0" bIns="0" rtlCol="0"/>
          <a:lstStyle/>
          <a:p/>
        </p:txBody>
      </p:sp>
      <p:sp>
        <p:nvSpPr>
          <p:cNvPr id="425" name="object 425"/>
          <p:cNvSpPr/>
          <p:nvPr/>
        </p:nvSpPr>
        <p:spPr>
          <a:xfrm>
            <a:off x="2672080" y="1179829"/>
            <a:ext cx="91440" cy="7620"/>
          </a:xfrm>
          <a:custGeom>
            <a:avLst/>
            <a:gdLst/>
            <a:ahLst/>
            <a:cxnLst/>
            <a:rect l="l" t="t" r="r" b="b"/>
            <a:pathLst>
              <a:path w="91439" h="7619">
                <a:moveTo>
                  <a:pt x="91440" y="1270"/>
                </a:moveTo>
                <a:lnTo>
                  <a:pt x="90170" y="1270"/>
                </a:lnTo>
                <a:lnTo>
                  <a:pt x="90170" y="0"/>
                </a:lnTo>
                <a:lnTo>
                  <a:pt x="0" y="0"/>
                </a:lnTo>
                <a:lnTo>
                  <a:pt x="0" y="1270"/>
                </a:lnTo>
                <a:lnTo>
                  <a:pt x="1270" y="1270"/>
                </a:lnTo>
                <a:lnTo>
                  <a:pt x="1270" y="6350"/>
                </a:lnTo>
                <a:lnTo>
                  <a:pt x="2540" y="6350"/>
                </a:lnTo>
                <a:lnTo>
                  <a:pt x="2540" y="7620"/>
                </a:lnTo>
                <a:lnTo>
                  <a:pt x="91440" y="7620"/>
                </a:lnTo>
                <a:lnTo>
                  <a:pt x="91440" y="6350"/>
                </a:lnTo>
                <a:lnTo>
                  <a:pt x="91440" y="1270"/>
                </a:lnTo>
                <a:close/>
              </a:path>
            </a:pathLst>
          </a:custGeom>
          <a:solidFill>
            <a:srgbClr val="222B00"/>
          </a:solidFill>
        </p:spPr>
        <p:txBody>
          <a:bodyPr wrap="square" lIns="0" tIns="0" rIns="0" bIns="0" rtlCol="0"/>
          <a:lstStyle/>
          <a:p/>
        </p:txBody>
      </p:sp>
      <p:sp>
        <p:nvSpPr>
          <p:cNvPr id="426" name="object 426"/>
          <p:cNvSpPr/>
          <p:nvPr/>
        </p:nvSpPr>
        <p:spPr>
          <a:xfrm>
            <a:off x="2867660" y="1179829"/>
            <a:ext cx="29209" cy="7620"/>
          </a:xfrm>
          <a:custGeom>
            <a:avLst/>
            <a:gdLst/>
            <a:ahLst/>
            <a:cxnLst/>
            <a:rect l="l" t="t" r="r" b="b"/>
            <a:pathLst>
              <a:path w="29210" h="7619">
                <a:moveTo>
                  <a:pt x="29210" y="0"/>
                </a:moveTo>
                <a:lnTo>
                  <a:pt x="0" y="0"/>
                </a:lnTo>
                <a:lnTo>
                  <a:pt x="0" y="2540"/>
                </a:lnTo>
                <a:lnTo>
                  <a:pt x="0" y="7620"/>
                </a:lnTo>
                <a:lnTo>
                  <a:pt x="27940" y="7620"/>
                </a:lnTo>
                <a:lnTo>
                  <a:pt x="27940" y="2540"/>
                </a:lnTo>
                <a:lnTo>
                  <a:pt x="29210" y="2540"/>
                </a:lnTo>
                <a:lnTo>
                  <a:pt x="29210" y="0"/>
                </a:lnTo>
                <a:close/>
              </a:path>
            </a:pathLst>
          </a:custGeom>
          <a:solidFill>
            <a:srgbClr val="222B00"/>
          </a:solidFill>
        </p:spPr>
        <p:txBody>
          <a:bodyPr wrap="square" lIns="0" tIns="0" rIns="0" bIns="0" rtlCol="0"/>
          <a:lstStyle/>
          <a:p/>
        </p:txBody>
      </p:sp>
      <p:sp>
        <p:nvSpPr>
          <p:cNvPr id="427" name="object 427"/>
          <p:cNvSpPr/>
          <p:nvPr/>
        </p:nvSpPr>
        <p:spPr>
          <a:xfrm>
            <a:off x="2674620" y="1187449"/>
            <a:ext cx="90170" cy="7620"/>
          </a:xfrm>
          <a:custGeom>
            <a:avLst/>
            <a:gdLst/>
            <a:ahLst/>
            <a:cxnLst/>
            <a:rect l="l" t="t" r="r" b="b"/>
            <a:pathLst>
              <a:path w="90169" h="7619">
                <a:moveTo>
                  <a:pt x="90170" y="2540"/>
                </a:moveTo>
                <a:lnTo>
                  <a:pt x="88900" y="2540"/>
                </a:lnTo>
                <a:lnTo>
                  <a:pt x="88900" y="0"/>
                </a:lnTo>
                <a:lnTo>
                  <a:pt x="0" y="0"/>
                </a:lnTo>
                <a:lnTo>
                  <a:pt x="0" y="2540"/>
                </a:lnTo>
                <a:lnTo>
                  <a:pt x="0" y="3810"/>
                </a:lnTo>
                <a:lnTo>
                  <a:pt x="1270" y="3810"/>
                </a:lnTo>
                <a:lnTo>
                  <a:pt x="1270" y="7620"/>
                </a:lnTo>
                <a:lnTo>
                  <a:pt x="90170" y="7620"/>
                </a:lnTo>
                <a:lnTo>
                  <a:pt x="90170" y="3810"/>
                </a:lnTo>
                <a:lnTo>
                  <a:pt x="90170" y="2540"/>
                </a:lnTo>
                <a:close/>
              </a:path>
            </a:pathLst>
          </a:custGeom>
          <a:solidFill>
            <a:srgbClr val="252B00"/>
          </a:solidFill>
        </p:spPr>
        <p:txBody>
          <a:bodyPr wrap="square" lIns="0" tIns="0" rIns="0" bIns="0" rtlCol="0"/>
          <a:lstStyle/>
          <a:p/>
        </p:txBody>
      </p:sp>
      <p:sp>
        <p:nvSpPr>
          <p:cNvPr id="428" name="object 428"/>
          <p:cNvSpPr/>
          <p:nvPr/>
        </p:nvSpPr>
        <p:spPr>
          <a:xfrm>
            <a:off x="2866390" y="1187449"/>
            <a:ext cx="27940" cy="7620"/>
          </a:xfrm>
          <a:custGeom>
            <a:avLst/>
            <a:gdLst/>
            <a:ahLst/>
            <a:cxnLst/>
            <a:rect l="l" t="t" r="r" b="b"/>
            <a:pathLst>
              <a:path w="27939" h="7619">
                <a:moveTo>
                  <a:pt x="27940" y="0"/>
                </a:moveTo>
                <a:lnTo>
                  <a:pt x="1270" y="0"/>
                </a:lnTo>
                <a:lnTo>
                  <a:pt x="1270" y="2540"/>
                </a:lnTo>
                <a:lnTo>
                  <a:pt x="0" y="2540"/>
                </a:lnTo>
                <a:lnTo>
                  <a:pt x="0" y="6350"/>
                </a:lnTo>
                <a:lnTo>
                  <a:pt x="0" y="7620"/>
                </a:lnTo>
                <a:lnTo>
                  <a:pt x="26657" y="7620"/>
                </a:lnTo>
                <a:lnTo>
                  <a:pt x="26657" y="6350"/>
                </a:lnTo>
                <a:lnTo>
                  <a:pt x="27927" y="6350"/>
                </a:lnTo>
                <a:lnTo>
                  <a:pt x="27927" y="2540"/>
                </a:lnTo>
                <a:lnTo>
                  <a:pt x="27940" y="0"/>
                </a:lnTo>
                <a:close/>
              </a:path>
            </a:pathLst>
          </a:custGeom>
          <a:solidFill>
            <a:srgbClr val="252B00"/>
          </a:solidFill>
        </p:spPr>
        <p:txBody>
          <a:bodyPr wrap="square" lIns="0" tIns="0" rIns="0" bIns="0" rtlCol="0"/>
          <a:lstStyle/>
          <a:p/>
        </p:txBody>
      </p:sp>
      <p:sp>
        <p:nvSpPr>
          <p:cNvPr id="429" name="object 429"/>
          <p:cNvSpPr/>
          <p:nvPr/>
        </p:nvSpPr>
        <p:spPr>
          <a:xfrm>
            <a:off x="2677160" y="1195069"/>
            <a:ext cx="88900" cy="6350"/>
          </a:xfrm>
          <a:custGeom>
            <a:avLst/>
            <a:gdLst/>
            <a:ahLst/>
            <a:cxnLst/>
            <a:rect l="l" t="t" r="r" b="b"/>
            <a:pathLst>
              <a:path w="88900" h="6350">
                <a:moveTo>
                  <a:pt x="88900" y="3810"/>
                </a:moveTo>
                <a:lnTo>
                  <a:pt x="87630" y="3810"/>
                </a:lnTo>
                <a:lnTo>
                  <a:pt x="87630" y="0"/>
                </a:lnTo>
                <a:lnTo>
                  <a:pt x="0" y="0"/>
                </a:lnTo>
                <a:lnTo>
                  <a:pt x="0" y="3810"/>
                </a:lnTo>
                <a:lnTo>
                  <a:pt x="0" y="5080"/>
                </a:lnTo>
                <a:lnTo>
                  <a:pt x="1270" y="5080"/>
                </a:lnTo>
                <a:lnTo>
                  <a:pt x="1270" y="6350"/>
                </a:lnTo>
                <a:lnTo>
                  <a:pt x="88900" y="6350"/>
                </a:lnTo>
                <a:lnTo>
                  <a:pt x="88900" y="5080"/>
                </a:lnTo>
                <a:lnTo>
                  <a:pt x="88900" y="3810"/>
                </a:lnTo>
                <a:close/>
              </a:path>
            </a:pathLst>
          </a:custGeom>
          <a:solidFill>
            <a:srgbClr val="282A00"/>
          </a:solidFill>
        </p:spPr>
        <p:txBody>
          <a:bodyPr wrap="square" lIns="0" tIns="0" rIns="0" bIns="0" rtlCol="0"/>
          <a:lstStyle/>
          <a:p/>
        </p:txBody>
      </p:sp>
      <p:grpSp>
        <p:nvGrpSpPr>
          <p:cNvPr id="430" name="object 430"/>
          <p:cNvGrpSpPr/>
          <p:nvPr/>
        </p:nvGrpSpPr>
        <p:grpSpPr>
          <a:xfrm>
            <a:off x="2678429" y="1195069"/>
            <a:ext cx="214629" cy="468630"/>
            <a:chOff x="2678429" y="1195069"/>
            <a:chExt cx="214629" cy="468630"/>
          </a:xfrm>
        </p:grpSpPr>
        <p:sp>
          <p:nvSpPr>
            <p:cNvPr id="431" name="object 431"/>
            <p:cNvSpPr/>
            <p:nvPr/>
          </p:nvSpPr>
          <p:spPr>
            <a:xfrm>
              <a:off x="2866390" y="1195069"/>
              <a:ext cx="26670" cy="6350"/>
            </a:xfrm>
            <a:custGeom>
              <a:avLst/>
              <a:gdLst/>
              <a:ahLst/>
              <a:cxnLst/>
              <a:rect l="l" t="t" r="r" b="b"/>
              <a:pathLst>
                <a:path w="26669" h="6350">
                  <a:moveTo>
                    <a:pt x="26657" y="0"/>
                  </a:moveTo>
                  <a:lnTo>
                    <a:pt x="0" y="0"/>
                  </a:lnTo>
                  <a:lnTo>
                    <a:pt x="0" y="3810"/>
                  </a:lnTo>
                  <a:lnTo>
                    <a:pt x="0" y="6350"/>
                  </a:lnTo>
                  <a:lnTo>
                    <a:pt x="25400" y="6350"/>
                  </a:lnTo>
                  <a:lnTo>
                    <a:pt x="25400" y="3810"/>
                  </a:lnTo>
                  <a:lnTo>
                    <a:pt x="26657" y="3810"/>
                  </a:lnTo>
                  <a:lnTo>
                    <a:pt x="26657" y="0"/>
                  </a:lnTo>
                  <a:close/>
                </a:path>
              </a:pathLst>
            </a:custGeom>
            <a:solidFill>
              <a:srgbClr val="282A00"/>
            </a:solidFill>
          </p:spPr>
          <p:txBody>
            <a:bodyPr wrap="square" lIns="0" tIns="0" rIns="0" bIns="0" rtlCol="0"/>
            <a:lstStyle/>
            <a:p/>
          </p:txBody>
        </p:sp>
        <p:sp>
          <p:nvSpPr>
            <p:cNvPr id="432" name="object 432"/>
            <p:cNvSpPr/>
            <p:nvPr/>
          </p:nvSpPr>
          <p:spPr>
            <a:xfrm>
              <a:off x="2678429" y="1201419"/>
              <a:ext cx="213360" cy="7620"/>
            </a:xfrm>
            <a:custGeom>
              <a:avLst/>
              <a:gdLst/>
              <a:ahLst/>
              <a:cxnLst/>
              <a:rect l="l" t="t" r="r" b="b"/>
              <a:pathLst>
                <a:path w="213360" h="7619">
                  <a:moveTo>
                    <a:pt x="87630" y="0"/>
                  </a:moveTo>
                  <a:lnTo>
                    <a:pt x="0" y="0"/>
                  </a:lnTo>
                  <a:lnTo>
                    <a:pt x="0" y="3809"/>
                  </a:lnTo>
                  <a:lnTo>
                    <a:pt x="1269" y="3809"/>
                  </a:lnTo>
                  <a:lnTo>
                    <a:pt x="1269" y="7619"/>
                  </a:lnTo>
                  <a:lnTo>
                    <a:pt x="88900" y="7619"/>
                  </a:lnTo>
                  <a:lnTo>
                    <a:pt x="88900" y="5079"/>
                  </a:lnTo>
                  <a:lnTo>
                    <a:pt x="87630" y="5079"/>
                  </a:lnTo>
                  <a:lnTo>
                    <a:pt x="87630" y="0"/>
                  </a:lnTo>
                  <a:close/>
                </a:path>
                <a:path w="213360" h="7619">
                  <a:moveTo>
                    <a:pt x="213359" y="0"/>
                  </a:moveTo>
                  <a:lnTo>
                    <a:pt x="187959" y="0"/>
                  </a:lnTo>
                  <a:lnTo>
                    <a:pt x="187959" y="1269"/>
                  </a:lnTo>
                  <a:lnTo>
                    <a:pt x="186689" y="1269"/>
                  </a:lnTo>
                  <a:lnTo>
                    <a:pt x="186689" y="7619"/>
                  </a:lnTo>
                  <a:lnTo>
                    <a:pt x="212089" y="7619"/>
                  </a:lnTo>
                  <a:lnTo>
                    <a:pt x="212089" y="3809"/>
                  </a:lnTo>
                  <a:lnTo>
                    <a:pt x="213359" y="3809"/>
                  </a:lnTo>
                  <a:lnTo>
                    <a:pt x="213359" y="0"/>
                  </a:lnTo>
                  <a:close/>
                </a:path>
              </a:pathLst>
            </a:custGeom>
            <a:solidFill>
              <a:srgbClr val="2C2900"/>
            </a:solidFill>
          </p:spPr>
          <p:txBody>
            <a:bodyPr wrap="square" lIns="0" tIns="0" rIns="0" bIns="0" rtlCol="0"/>
            <a:lstStyle/>
            <a:p/>
          </p:txBody>
        </p:sp>
        <p:sp>
          <p:nvSpPr>
            <p:cNvPr id="433" name="object 433"/>
            <p:cNvSpPr/>
            <p:nvPr/>
          </p:nvSpPr>
          <p:spPr>
            <a:xfrm>
              <a:off x="2679699" y="1209039"/>
              <a:ext cx="210820" cy="7620"/>
            </a:xfrm>
            <a:custGeom>
              <a:avLst/>
              <a:gdLst/>
              <a:ahLst/>
              <a:cxnLst/>
              <a:rect l="l" t="t" r="r" b="b"/>
              <a:pathLst>
                <a:path w="210819" h="7619">
                  <a:moveTo>
                    <a:pt x="87630" y="0"/>
                  </a:moveTo>
                  <a:lnTo>
                    <a:pt x="0" y="0"/>
                  </a:lnTo>
                  <a:lnTo>
                    <a:pt x="0" y="1270"/>
                  </a:lnTo>
                  <a:lnTo>
                    <a:pt x="1269" y="1270"/>
                  </a:lnTo>
                  <a:lnTo>
                    <a:pt x="1269" y="2539"/>
                  </a:lnTo>
                  <a:lnTo>
                    <a:pt x="87630" y="2539"/>
                  </a:lnTo>
                  <a:lnTo>
                    <a:pt x="87630" y="0"/>
                  </a:lnTo>
                  <a:close/>
                </a:path>
                <a:path w="210819" h="7619">
                  <a:moveTo>
                    <a:pt x="210819" y="0"/>
                  </a:moveTo>
                  <a:lnTo>
                    <a:pt x="185419" y="0"/>
                  </a:lnTo>
                  <a:lnTo>
                    <a:pt x="185419" y="2539"/>
                  </a:lnTo>
                  <a:lnTo>
                    <a:pt x="209550" y="2539"/>
                  </a:lnTo>
                  <a:lnTo>
                    <a:pt x="209550" y="1270"/>
                  </a:lnTo>
                  <a:lnTo>
                    <a:pt x="210819" y="1270"/>
                  </a:lnTo>
                  <a:lnTo>
                    <a:pt x="210819" y="0"/>
                  </a:lnTo>
                  <a:close/>
                </a:path>
                <a:path w="210819" h="7619">
                  <a:moveTo>
                    <a:pt x="87630" y="2540"/>
                  </a:moveTo>
                  <a:lnTo>
                    <a:pt x="1269" y="2540"/>
                  </a:lnTo>
                  <a:lnTo>
                    <a:pt x="1269" y="6350"/>
                  </a:lnTo>
                  <a:lnTo>
                    <a:pt x="2539" y="6350"/>
                  </a:lnTo>
                  <a:lnTo>
                    <a:pt x="2539" y="7620"/>
                  </a:lnTo>
                  <a:lnTo>
                    <a:pt x="88900" y="7620"/>
                  </a:lnTo>
                  <a:lnTo>
                    <a:pt x="88900" y="5080"/>
                  </a:lnTo>
                  <a:lnTo>
                    <a:pt x="87630" y="5080"/>
                  </a:lnTo>
                  <a:lnTo>
                    <a:pt x="87630" y="2540"/>
                  </a:lnTo>
                  <a:close/>
                </a:path>
                <a:path w="210819" h="7619">
                  <a:moveTo>
                    <a:pt x="209550" y="2540"/>
                  </a:moveTo>
                  <a:lnTo>
                    <a:pt x="184150" y="2540"/>
                  </a:lnTo>
                  <a:lnTo>
                    <a:pt x="184150" y="7620"/>
                  </a:lnTo>
                  <a:lnTo>
                    <a:pt x="209550" y="7620"/>
                  </a:lnTo>
                  <a:lnTo>
                    <a:pt x="209550" y="2540"/>
                  </a:lnTo>
                  <a:close/>
                </a:path>
              </a:pathLst>
            </a:custGeom>
            <a:solidFill>
              <a:srgbClr val="2F2900"/>
            </a:solidFill>
          </p:spPr>
          <p:txBody>
            <a:bodyPr wrap="square" lIns="0" tIns="0" rIns="0" bIns="0" rtlCol="0"/>
            <a:lstStyle/>
            <a:p/>
          </p:txBody>
        </p:sp>
        <p:sp>
          <p:nvSpPr>
            <p:cNvPr id="434" name="object 434"/>
            <p:cNvSpPr/>
            <p:nvPr/>
          </p:nvSpPr>
          <p:spPr>
            <a:xfrm>
              <a:off x="2682239" y="1216659"/>
              <a:ext cx="205740" cy="6350"/>
            </a:xfrm>
            <a:custGeom>
              <a:avLst/>
              <a:gdLst/>
              <a:ahLst/>
              <a:cxnLst/>
              <a:rect l="l" t="t" r="r" b="b"/>
              <a:pathLst>
                <a:path w="205739" h="6350">
                  <a:moveTo>
                    <a:pt x="86360" y="0"/>
                  </a:moveTo>
                  <a:lnTo>
                    <a:pt x="0" y="0"/>
                  </a:lnTo>
                  <a:lnTo>
                    <a:pt x="0" y="5079"/>
                  </a:lnTo>
                  <a:lnTo>
                    <a:pt x="1270" y="5079"/>
                  </a:lnTo>
                  <a:lnTo>
                    <a:pt x="1270" y="6350"/>
                  </a:lnTo>
                  <a:lnTo>
                    <a:pt x="87630" y="6350"/>
                  </a:lnTo>
                  <a:lnTo>
                    <a:pt x="87630" y="3810"/>
                  </a:lnTo>
                  <a:lnTo>
                    <a:pt x="86360" y="3810"/>
                  </a:lnTo>
                  <a:lnTo>
                    <a:pt x="86360" y="0"/>
                  </a:lnTo>
                  <a:close/>
                </a:path>
                <a:path w="205739" h="6350">
                  <a:moveTo>
                    <a:pt x="205740" y="0"/>
                  </a:moveTo>
                  <a:lnTo>
                    <a:pt x="181610" y="0"/>
                  </a:lnTo>
                  <a:lnTo>
                    <a:pt x="181610" y="2539"/>
                  </a:lnTo>
                  <a:lnTo>
                    <a:pt x="180340" y="2539"/>
                  </a:lnTo>
                  <a:lnTo>
                    <a:pt x="180340" y="6350"/>
                  </a:lnTo>
                  <a:lnTo>
                    <a:pt x="204470" y="6350"/>
                  </a:lnTo>
                  <a:lnTo>
                    <a:pt x="204470" y="5079"/>
                  </a:lnTo>
                  <a:lnTo>
                    <a:pt x="205740" y="5079"/>
                  </a:lnTo>
                  <a:lnTo>
                    <a:pt x="205740" y="0"/>
                  </a:lnTo>
                  <a:close/>
                </a:path>
              </a:pathLst>
            </a:custGeom>
            <a:solidFill>
              <a:srgbClr val="332800"/>
            </a:solidFill>
          </p:spPr>
          <p:txBody>
            <a:bodyPr wrap="square" lIns="0" tIns="0" rIns="0" bIns="0" rtlCol="0"/>
            <a:lstStyle/>
            <a:p/>
          </p:txBody>
        </p:sp>
        <p:sp>
          <p:nvSpPr>
            <p:cNvPr id="435" name="object 435"/>
            <p:cNvSpPr/>
            <p:nvPr/>
          </p:nvSpPr>
          <p:spPr>
            <a:xfrm>
              <a:off x="2683509" y="1223009"/>
              <a:ext cx="203200" cy="7620"/>
            </a:xfrm>
            <a:custGeom>
              <a:avLst/>
              <a:gdLst/>
              <a:ahLst/>
              <a:cxnLst/>
              <a:rect l="l" t="t" r="r" b="b"/>
              <a:pathLst>
                <a:path w="203200" h="7619">
                  <a:moveTo>
                    <a:pt x="86360" y="0"/>
                  </a:moveTo>
                  <a:lnTo>
                    <a:pt x="0" y="0"/>
                  </a:lnTo>
                  <a:lnTo>
                    <a:pt x="0" y="3810"/>
                  </a:lnTo>
                  <a:lnTo>
                    <a:pt x="1269" y="3810"/>
                  </a:lnTo>
                  <a:lnTo>
                    <a:pt x="1269" y="7619"/>
                  </a:lnTo>
                  <a:lnTo>
                    <a:pt x="87630" y="7619"/>
                  </a:lnTo>
                  <a:lnTo>
                    <a:pt x="87630" y="2539"/>
                  </a:lnTo>
                  <a:lnTo>
                    <a:pt x="86360" y="2539"/>
                  </a:lnTo>
                  <a:lnTo>
                    <a:pt x="86360" y="0"/>
                  </a:lnTo>
                  <a:close/>
                </a:path>
                <a:path w="203200" h="7619">
                  <a:moveTo>
                    <a:pt x="203200" y="0"/>
                  </a:moveTo>
                  <a:lnTo>
                    <a:pt x="179069" y="0"/>
                  </a:lnTo>
                  <a:lnTo>
                    <a:pt x="179069" y="3810"/>
                  </a:lnTo>
                  <a:lnTo>
                    <a:pt x="177800" y="3810"/>
                  </a:lnTo>
                  <a:lnTo>
                    <a:pt x="177800" y="7619"/>
                  </a:lnTo>
                  <a:lnTo>
                    <a:pt x="201930" y="7619"/>
                  </a:lnTo>
                  <a:lnTo>
                    <a:pt x="201930" y="5079"/>
                  </a:lnTo>
                  <a:lnTo>
                    <a:pt x="203200" y="5079"/>
                  </a:lnTo>
                  <a:lnTo>
                    <a:pt x="203200" y="0"/>
                  </a:lnTo>
                  <a:close/>
                </a:path>
              </a:pathLst>
            </a:custGeom>
            <a:solidFill>
              <a:srgbClr val="352800"/>
            </a:solidFill>
          </p:spPr>
          <p:txBody>
            <a:bodyPr wrap="square" lIns="0" tIns="0" rIns="0" bIns="0" rtlCol="0"/>
            <a:lstStyle/>
            <a:p/>
          </p:txBody>
        </p:sp>
        <p:sp>
          <p:nvSpPr>
            <p:cNvPr id="436" name="object 436"/>
            <p:cNvSpPr/>
            <p:nvPr/>
          </p:nvSpPr>
          <p:spPr>
            <a:xfrm>
              <a:off x="2684779" y="1231899"/>
              <a:ext cx="200660" cy="6350"/>
            </a:xfrm>
            <a:custGeom>
              <a:avLst/>
              <a:gdLst/>
              <a:ahLst/>
              <a:cxnLst/>
              <a:rect l="l" t="t" r="r" b="b"/>
              <a:pathLst>
                <a:path w="200660" h="6350">
                  <a:moveTo>
                    <a:pt x="87630" y="2539"/>
                  </a:moveTo>
                  <a:lnTo>
                    <a:pt x="1269" y="2539"/>
                  </a:lnTo>
                  <a:lnTo>
                    <a:pt x="1269" y="6350"/>
                  </a:lnTo>
                  <a:lnTo>
                    <a:pt x="88900" y="6350"/>
                  </a:lnTo>
                  <a:lnTo>
                    <a:pt x="88900" y="5079"/>
                  </a:lnTo>
                  <a:lnTo>
                    <a:pt x="87630" y="5079"/>
                  </a:lnTo>
                  <a:lnTo>
                    <a:pt x="87630" y="2539"/>
                  </a:lnTo>
                  <a:close/>
                </a:path>
                <a:path w="200660" h="6350">
                  <a:moveTo>
                    <a:pt x="87630" y="0"/>
                  </a:moveTo>
                  <a:lnTo>
                    <a:pt x="0" y="0"/>
                  </a:lnTo>
                  <a:lnTo>
                    <a:pt x="0" y="2539"/>
                  </a:lnTo>
                  <a:lnTo>
                    <a:pt x="1269" y="2539"/>
                  </a:lnTo>
                  <a:lnTo>
                    <a:pt x="1269" y="1269"/>
                  </a:lnTo>
                  <a:lnTo>
                    <a:pt x="87630" y="1269"/>
                  </a:lnTo>
                  <a:lnTo>
                    <a:pt x="87630" y="0"/>
                  </a:lnTo>
                  <a:close/>
                </a:path>
                <a:path w="200660" h="6350">
                  <a:moveTo>
                    <a:pt x="199390" y="2539"/>
                  </a:moveTo>
                  <a:lnTo>
                    <a:pt x="176530" y="2539"/>
                  </a:lnTo>
                  <a:lnTo>
                    <a:pt x="176530" y="3809"/>
                  </a:lnTo>
                  <a:lnTo>
                    <a:pt x="175259" y="3809"/>
                  </a:lnTo>
                  <a:lnTo>
                    <a:pt x="175259" y="6350"/>
                  </a:lnTo>
                  <a:lnTo>
                    <a:pt x="199389" y="6350"/>
                  </a:lnTo>
                  <a:lnTo>
                    <a:pt x="199390" y="2539"/>
                  </a:lnTo>
                  <a:close/>
                </a:path>
                <a:path w="200660" h="6350">
                  <a:moveTo>
                    <a:pt x="200660" y="0"/>
                  </a:moveTo>
                  <a:lnTo>
                    <a:pt x="176530" y="0"/>
                  </a:lnTo>
                  <a:lnTo>
                    <a:pt x="176530" y="1269"/>
                  </a:lnTo>
                  <a:lnTo>
                    <a:pt x="199390" y="1269"/>
                  </a:lnTo>
                  <a:lnTo>
                    <a:pt x="199390" y="2539"/>
                  </a:lnTo>
                  <a:lnTo>
                    <a:pt x="200660" y="2539"/>
                  </a:lnTo>
                  <a:lnTo>
                    <a:pt x="200660" y="0"/>
                  </a:lnTo>
                  <a:close/>
                </a:path>
              </a:pathLst>
            </a:custGeom>
            <a:solidFill>
              <a:srgbClr val="392700"/>
            </a:solidFill>
          </p:spPr>
          <p:txBody>
            <a:bodyPr wrap="square" lIns="0" tIns="0" rIns="0" bIns="0" rtlCol="0"/>
            <a:lstStyle/>
            <a:p/>
          </p:txBody>
        </p:sp>
        <p:sp>
          <p:nvSpPr>
            <p:cNvPr id="437" name="object 437"/>
            <p:cNvSpPr/>
            <p:nvPr/>
          </p:nvSpPr>
          <p:spPr>
            <a:xfrm>
              <a:off x="2686049" y="1238249"/>
              <a:ext cx="198120" cy="7620"/>
            </a:xfrm>
            <a:custGeom>
              <a:avLst/>
              <a:gdLst/>
              <a:ahLst/>
              <a:cxnLst/>
              <a:rect l="l" t="t" r="r" b="b"/>
              <a:pathLst>
                <a:path w="198119" h="7619">
                  <a:moveTo>
                    <a:pt x="87630" y="2539"/>
                  </a:moveTo>
                  <a:lnTo>
                    <a:pt x="1269" y="2539"/>
                  </a:lnTo>
                  <a:lnTo>
                    <a:pt x="1270" y="7620"/>
                  </a:lnTo>
                  <a:lnTo>
                    <a:pt x="88900" y="7620"/>
                  </a:lnTo>
                  <a:lnTo>
                    <a:pt x="88900" y="5079"/>
                  </a:lnTo>
                  <a:lnTo>
                    <a:pt x="87630" y="5079"/>
                  </a:lnTo>
                  <a:lnTo>
                    <a:pt x="87630" y="2539"/>
                  </a:lnTo>
                  <a:close/>
                </a:path>
                <a:path w="198119" h="7619">
                  <a:moveTo>
                    <a:pt x="87630" y="0"/>
                  </a:moveTo>
                  <a:lnTo>
                    <a:pt x="0" y="0"/>
                  </a:lnTo>
                  <a:lnTo>
                    <a:pt x="0" y="1269"/>
                  </a:lnTo>
                  <a:lnTo>
                    <a:pt x="87630" y="1269"/>
                  </a:lnTo>
                  <a:lnTo>
                    <a:pt x="87630" y="0"/>
                  </a:lnTo>
                  <a:close/>
                </a:path>
                <a:path w="198119" h="7619">
                  <a:moveTo>
                    <a:pt x="196850" y="2539"/>
                  </a:moveTo>
                  <a:lnTo>
                    <a:pt x="173989" y="2539"/>
                  </a:lnTo>
                  <a:lnTo>
                    <a:pt x="173989" y="3809"/>
                  </a:lnTo>
                  <a:lnTo>
                    <a:pt x="172719" y="3809"/>
                  </a:lnTo>
                  <a:lnTo>
                    <a:pt x="172719" y="7620"/>
                  </a:lnTo>
                  <a:lnTo>
                    <a:pt x="196850" y="7620"/>
                  </a:lnTo>
                  <a:lnTo>
                    <a:pt x="196850" y="2539"/>
                  </a:lnTo>
                  <a:close/>
                </a:path>
                <a:path w="198119" h="7619">
                  <a:moveTo>
                    <a:pt x="198119" y="0"/>
                  </a:moveTo>
                  <a:lnTo>
                    <a:pt x="173989" y="0"/>
                  </a:lnTo>
                  <a:lnTo>
                    <a:pt x="173989" y="1269"/>
                  </a:lnTo>
                  <a:lnTo>
                    <a:pt x="196850" y="1269"/>
                  </a:lnTo>
                  <a:lnTo>
                    <a:pt x="196850" y="2539"/>
                  </a:lnTo>
                  <a:lnTo>
                    <a:pt x="198119" y="2539"/>
                  </a:lnTo>
                  <a:lnTo>
                    <a:pt x="198119" y="0"/>
                  </a:lnTo>
                  <a:close/>
                </a:path>
              </a:pathLst>
            </a:custGeom>
            <a:solidFill>
              <a:srgbClr val="3C2600"/>
            </a:solidFill>
          </p:spPr>
          <p:txBody>
            <a:bodyPr wrap="square" lIns="0" tIns="0" rIns="0" bIns="0" rtlCol="0"/>
            <a:lstStyle/>
            <a:p/>
          </p:txBody>
        </p:sp>
        <p:sp>
          <p:nvSpPr>
            <p:cNvPr id="438" name="object 438"/>
            <p:cNvSpPr/>
            <p:nvPr/>
          </p:nvSpPr>
          <p:spPr>
            <a:xfrm>
              <a:off x="2688589" y="1245869"/>
              <a:ext cx="194310" cy="6350"/>
            </a:xfrm>
            <a:custGeom>
              <a:avLst/>
              <a:gdLst/>
              <a:ahLst/>
              <a:cxnLst/>
              <a:rect l="l" t="t" r="r" b="b"/>
              <a:pathLst>
                <a:path w="194310" h="6350">
                  <a:moveTo>
                    <a:pt x="87630" y="2539"/>
                  </a:moveTo>
                  <a:lnTo>
                    <a:pt x="86360" y="2539"/>
                  </a:lnTo>
                  <a:lnTo>
                    <a:pt x="86360" y="3809"/>
                  </a:lnTo>
                  <a:lnTo>
                    <a:pt x="1270" y="3809"/>
                  </a:lnTo>
                  <a:lnTo>
                    <a:pt x="1270" y="6350"/>
                  </a:lnTo>
                  <a:lnTo>
                    <a:pt x="87630" y="6350"/>
                  </a:lnTo>
                  <a:lnTo>
                    <a:pt x="87630" y="2539"/>
                  </a:lnTo>
                  <a:close/>
                </a:path>
                <a:path w="194310" h="6350">
                  <a:moveTo>
                    <a:pt x="86360" y="0"/>
                  </a:moveTo>
                  <a:lnTo>
                    <a:pt x="0" y="0"/>
                  </a:lnTo>
                  <a:lnTo>
                    <a:pt x="0" y="2539"/>
                  </a:lnTo>
                  <a:lnTo>
                    <a:pt x="86360" y="2539"/>
                  </a:lnTo>
                  <a:lnTo>
                    <a:pt x="86360" y="0"/>
                  </a:lnTo>
                  <a:close/>
                </a:path>
                <a:path w="194310" h="6350">
                  <a:moveTo>
                    <a:pt x="170180" y="2539"/>
                  </a:moveTo>
                  <a:lnTo>
                    <a:pt x="168910" y="2539"/>
                  </a:lnTo>
                  <a:lnTo>
                    <a:pt x="168910" y="6350"/>
                  </a:lnTo>
                  <a:lnTo>
                    <a:pt x="193040" y="6350"/>
                  </a:lnTo>
                  <a:lnTo>
                    <a:pt x="193040" y="3809"/>
                  </a:lnTo>
                  <a:lnTo>
                    <a:pt x="170180" y="3809"/>
                  </a:lnTo>
                  <a:lnTo>
                    <a:pt x="170180" y="2539"/>
                  </a:lnTo>
                  <a:close/>
                </a:path>
                <a:path w="194310" h="6350">
                  <a:moveTo>
                    <a:pt x="194310" y="0"/>
                  </a:moveTo>
                  <a:lnTo>
                    <a:pt x="170180" y="0"/>
                  </a:lnTo>
                  <a:lnTo>
                    <a:pt x="170180" y="2539"/>
                  </a:lnTo>
                  <a:lnTo>
                    <a:pt x="193040" y="2539"/>
                  </a:lnTo>
                  <a:lnTo>
                    <a:pt x="193040" y="1269"/>
                  </a:lnTo>
                  <a:lnTo>
                    <a:pt x="194310" y="1269"/>
                  </a:lnTo>
                  <a:lnTo>
                    <a:pt x="194310" y="0"/>
                  </a:lnTo>
                  <a:close/>
                </a:path>
              </a:pathLst>
            </a:custGeom>
            <a:solidFill>
              <a:srgbClr val="3F2600"/>
            </a:solidFill>
          </p:spPr>
          <p:txBody>
            <a:bodyPr wrap="square" lIns="0" tIns="0" rIns="0" bIns="0" rtlCol="0"/>
            <a:lstStyle/>
            <a:p/>
          </p:txBody>
        </p:sp>
        <p:sp>
          <p:nvSpPr>
            <p:cNvPr id="439" name="object 439"/>
            <p:cNvSpPr/>
            <p:nvPr/>
          </p:nvSpPr>
          <p:spPr>
            <a:xfrm>
              <a:off x="2689859" y="1252219"/>
              <a:ext cx="190500" cy="7620"/>
            </a:xfrm>
            <a:custGeom>
              <a:avLst/>
              <a:gdLst/>
              <a:ahLst/>
              <a:cxnLst/>
              <a:rect l="l" t="t" r="r" b="b"/>
              <a:pathLst>
                <a:path w="190500" h="7619">
                  <a:moveTo>
                    <a:pt x="86360" y="0"/>
                  </a:moveTo>
                  <a:lnTo>
                    <a:pt x="0" y="0"/>
                  </a:lnTo>
                  <a:lnTo>
                    <a:pt x="0" y="3809"/>
                  </a:lnTo>
                  <a:lnTo>
                    <a:pt x="1269" y="3809"/>
                  </a:lnTo>
                  <a:lnTo>
                    <a:pt x="1269" y="7619"/>
                  </a:lnTo>
                  <a:lnTo>
                    <a:pt x="87630" y="7619"/>
                  </a:lnTo>
                  <a:lnTo>
                    <a:pt x="87630" y="2539"/>
                  </a:lnTo>
                  <a:lnTo>
                    <a:pt x="86360" y="2539"/>
                  </a:lnTo>
                  <a:lnTo>
                    <a:pt x="86360" y="0"/>
                  </a:lnTo>
                  <a:close/>
                </a:path>
                <a:path w="190500" h="7619">
                  <a:moveTo>
                    <a:pt x="190500" y="0"/>
                  </a:moveTo>
                  <a:lnTo>
                    <a:pt x="167639" y="0"/>
                  </a:lnTo>
                  <a:lnTo>
                    <a:pt x="167639" y="3809"/>
                  </a:lnTo>
                  <a:lnTo>
                    <a:pt x="166369" y="3809"/>
                  </a:lnTo>
                  <a:lnTo>
                    <a:pt x="166369" y="7619"/>
                  </a:lnTo>
                  <a:lnTo>
                    <a:pt x="189230" y="7619"/>
                  </a:lnTo>
                  <a:lnTo>
                    <a:pt x="189230" y="6349"/>
                  </a:lnTo>
                  <a:lnTo>
                    <a:pt x="190500" y="6349"/>
                  </a:lnTo>
                  <a:lnTo>
                    <a:pt x="190500" y="0"/>
                  </a:lnTo>
                  <a:close/>
                </a:path>
              </a:pathLst>
            </a:custGeom>
            <a:solidFill>
              <a:srgbClr val="422500"/>
            </a:solidFill>
          </p:spPr>
          <p:txBody>
            <a:bodyPr wrap="square" lIns="0" tIns="0" rIns="0" bIns="0" rtlCol="0"/>
            <a:lstStyle/>
            <a:p/>
          </p:txBody>
        </p:sp>
        <p:sp>
          <p:nvSpPr>
            <p:cNvPr id="440" name="object 440"/>
            <p:cNvSpPr/>
            <p:nvPr/>
          </p:nvSpPr>
          <p:spPr>
            <a:xfrm>
              <a:off x="2691129" y="1259839"/>
              <a:ext cx="187960" cy="7620"/>
            </a:xfrm>
            <a:custGeom>
              <a:avLst/>
              <a:gdLst/>
              <a:ahLst/>
              <a:cxnLst/>
              <a:rect l="l" t="t" r="r" b="b"/>
              <a:pathLst>
                <a:path w="187960" h="7619">
                  <a:moveTo>
                    <a:pt x="86360" y="0"/>
                  </a:moveTo>
                  <a:lnTo>
                    <a:pt x="0" y="0"/>
                  </a:lnTo>
                  <a:lnTo>
                    <a:pt x="0" y="2539"/>
                  </a:lnTo>
                  <a:lnTo>
                    <a:pt x="1269" y="2539"/>
                  </a:lnTo>
                  <a:lnTo>
                    <a:pt x="1269" y="7620"/>
                  </a:lnTo>
                  <a:lnTo>
                    <a:pt x="87630" y="7620"/>
                  </a:lnTo>
                  <a:lnTo>
                    <a:pt x="87630" y="1269"/>
                  </a:lnTo>
                  <a:lnTo>
                    <a:pt x="86360" y="1269"/>
                  </a:lnTo>
                  <a:lnTo>
                    <a:pt x="86360" y="0"/>
                  </a:lnTo>
                  <a:close/>
                </a:path>
                <a:path w="187960" h="7619">
                  <a:moveTo>
                    <a:pt x="187960" y="0"/>
                  </a:moveTo>
                  <a:lnTo>
                    <a:pt x="165100" y="0"/>
                  </a:lnTo>
                  <a:lnTo>
                    <a:pt x="165100" y="2539"/>
                  </a:lnTo>
                  <a:lnTo>
                    <a:pt x="163830" y="2539"/>
                  </a:lnTo>
                  <a:lnTo>
                    <a:pt x="163830" y="7620"/>
                  </a:lnTo>
                  <a:lnTo>
                    <a:pt x="186690" y="7620"/>
                  </a:lnTo>
                  <a:lnTo>
                    <a:pt x="186690" y="5079"/>
                  </a:lnTo>
                  <a:lnTo>
                    <a:pt x="187960" y="5079"/>
                  </a:lnTo>
                  <a:lnTo>
                    <a:pt x="187960" y="0"/>
                  </a:lnTo>
                  <a:close/>
                </a:path>
              </a:pathLst>
            </a:custGeom>
            <a:solidFill>
              <a:srgbClr val="462400"/>
            </a:solidFill>
          </p:spPr>
          <p:txBody>
            <a:bodyPr wrap="square" lIns="0" tIns="0" rIns="0" bIns="0" rtlCol="0"/>
            <a:lstStyle/>
            <a:p/>
          </p:txBody>
        </p:sp>
        <p:sp>
          <p:nvSpPr>
            <p:cNvPr id="441" name="object 441"/>
            <p:cNvSpPr/>
            <p:nvPr/>
          </p:nvSpPr>
          <p:spPr>
            <a:xfrm>
              <a:off x="2692399" y="1267459"/>
              <a:ext cx="185420" cy="6350"/>
            </a:xfrm>
            <a:custGeom>
              <a:avLst/>
              <a:gdLst/>
              <a:ahLst/>
              <a:cxnLst/>
              <a:rect l="l" t="t" r="r" b="b"/>
              <a:pathLst>
                <a:path w="185419" h="6350">
                  <a:moveTo>
                    <a:pt x="87630" y="0"/>
                  </a:moveTo>
                  <a:lnTo>
                    <a:pt x="0" y="0"/>
                  </a:lnTo>
                  <a:lnTo>
                    <a:pt x="0" y="1269"/>
                  </a:lnTo>
                  <a:lnTo>
                    <a:pt x="1269" y="1269"/>
                  </a:lnTo>
                  <a:lnTo>
                    <a:pt x="1269" y="6350"/>
                  </a:lnTo>
                  <a:lnTo>
                    <a:pt x="88900" y="6350"/>
                  </a:lnTo>
                  <a:lnTo>
                    <a:pt x="88900" y="5079"/>
                  </a:lnTo>
                  <a:lnTo>
                    <a:pt x="87630" y="5079"/>
                  </a:lnTo>
                  <a:lnTo>
                    <a:pt x="87630" y="0"/>
                  </a:lnTo>
                  <a:close/>
                </a:path>
                <a:path w="185419" h="6350">
                  <a:moveTo>
                    <a:pt x="184150" y="3809"/>
                  </a:moveTo>
                  <a:lnTo>
                    <a:pt x="161289" y="3809"/>
                  </a:lnTo>
                  <a:lnTo>
                    <a:pt x="161289" y="6349"/>
                  </a:lnTo>
                  <a:lnTo>
                    <a:pt x="184150" y="6349"/>
                  </a:lnTo>
                  <a:lnTo>
                    <a:pt x="184150" y="3809"/>
                  </a:lnTo>
                  <a:close/>
                </a:path>
                <a:path w="185419" h="6350">
                  <a:moveTo>
                    <a:pt x="185420" y="0"/>
                  </a:moveTo>
                  <a:lnTo>
                    <a:pt x="162560" y="0"/>
                  </a:lnTo>
                  <a:lnTo>
                    <a:pt x="162560" y="3809"/>
                  </a:lnTo>
                  <a:lnTo>
                    <a:pt x="185420" y="3809"/>
                  </a:lnTo>
                  <a:lnTo>
                    <a:pt x="185420" y="0"/>
                  </a:lnTo>
                  <a:close/>
                </a:path>
              </a:pathLst>
            </a:custGeom>
            <a:solidFill>
              <a:srgbClr val="492400"/>
            </a:solidFill>
          </p:spPr>
          <p:txBody>
            <a:bodyPr wrap="square" lIns="0" tIns="0" rIns="0" bIns="0" rtlCol="0"/>
            <a:lstStyle/>
            <a:p/>
          </p:txBody>
        </p:sp>
        <p:sp>
          <p:nvSpPr>
            <p:cNvPr id="442" name="object 442"/>
            <p:cNvSpPr/>
            <p:nvPr/>
          </p:nvSpPr>
          <p:spPr>
            <a:xfrm>
              <a:off x="2693669" y="1273809"/>
              <a:ext cx="181610" cy="7620"/>
            </a:xfrm>
            <a:custGeom>
              <a:avLst/>
              <a:gdLst/>
              <a:ahLst/>
              <a:cxnLst/>
              <a:rect l="l" t="t" r="r" b="b"/>
              <a:pathLst>
                <a:path w="181610" h="7619">
                  <a:moveTo>
                    <a:pt x="87630" y="1269"/>
                  </a:moveTo>
                  <a:lnTo>
                    <a:pt x="1269" y="1269"/>
                  </a:lnTo>
                  <a:lnTo>
                    <a:pt x="1269" y="7619"/>
                  </a:lnTo>
                  <a:lnTo>
                    <a:pt x="2540" y="7619"/>
                  </a:lnTo>
                  <a:lnTo>
                    <a:pt x="2540" y="6349"/>
                  </a:lnTo>
                  <a:lnTo>
                    <a:pt x="88900" y="6349"/>
                  </a:lnTo>
                  <a:lnTo>
                    <a:pt x="88900" y="5079"/>
                  </a:lnTo>
                  <a:lnTo>
                    <a:pt x="87630" y="5079"/>
                  </a:lnTo>
                  <a:lnTo>
                    <a:pt x="87630" y="1269"/>
                  </a:lnTo>
                  <a:close/>
                </a:path>
                <a:path w="181610" h="7619">
                  <a:moveTo>
                    <a:pt x="1269" y="0"/>
                  </a:moveTo>
                  <a:lnTo>
                    <a:pt x="0" y="0"/>
                  </a:lnTo>
                  <a:lnTo>
                    <a:pt x="0" y="1269"/>
                  </a:lnTo>
                  <a:lnTo>
                    <a:pt x="1269" y="1269"/>
                  </a:lnTo>
                  <a:lnTo>
                    <a:pt x="1269" y="0"/>
                  </a:lnTo>
                  <a:close/>
                </a:path>
                <a:path w="181610" h="7619">
                  <a:moveTo>
                    <a:pt x="181609" y="1269"/>
                  </a:moveTo>
                  <a:lnTo>
                    <a:pt x="160019" y="1269"/>
                  </a:lnTo>
                  <a:lnTo>
                    <a:pt x="160019" y="3809"/>
                  </a:lnTo>
                  <a:lnTo>
                    <a:pt x="158750" y="3809"/>
                  </a:lnTo>
                  <a:lnTo>
                    <a:pt x="158750" y="6349"/>
                  </a:lnTo>
                  <a:lnTo>
                    <a:pt x="181610" y="6349"/>
                  </a:lnTo>
                  <a:lnTo>
                    <a:pt x="181609" y="1269"/>
                  </a:lnTo>
                  <a:close/>
                </a:path>
              </a:pathLst>
            </a:custGeom>
            <a:solidFill>
              <a:srgbClr val="4C2300"/>
            </a:solidFill>
          </p:spPr>
          <p:txBody>
            <a:bodyPr wrap="square" lIns="0" tIns="0" rIns="0" bIns="0" rtlCol="0"/>
            <a:lstStyle/>
            <a:p/>
          </p:txBody>
        </p:sp>
        <p:sp>
          <p:nvSpPr>
            <p:cNvPr id="443" name="object 443"/>
            <p:cNvSpPr/>
            <p:nvPr/>
          </p:nvSpPr>
          <p:spPr>
            <a:xfrm>
              <a:off x="2696209" y="1281429"/>
              <a:ext cx="177800" cy="7620"/>
            </a:xfrm>
            <a:custGeom>
              <a:avLst/>
              <a:gdLst/>
              <a:ahLst/>
              <a:cxnLst/>
              <a:rect l="l" t="t" r="r" b="b"/>
              <a:pathLst>
                <a:path w="177800" h="7619">
                  <a:moveTo>
                    <a:pt x="86360" y="0"/>
                  </a:moveTo>
                  <a:lnTo>
                    <a:pt x="0" y="0"/>
                  </a:lnTo>
                  <a:lnTo>
                    <a:pt x="0" y="5079"/>
                  </a:lnTo>
                  <a:lnTo>
                    <a:pt x="1269" y="5079"/>
                  </a:lnTo>
                  <a:lnTo>
                    <a:pt x="1269" y="7620"/>
                  </a:lnTo>
                  <a:lnTo>
                    <a:pt x="87630" y="7620"/>
                  </a:lnTo>
                  <a:lnTo>
                    <a:pt x="87630" y="2539"/>
                  </a:lnTo>
                  <a:lnTo>
                    <a:pt x="86360" y="2539"/>
                  </a:lnTo>
                  <a:lnTo>
                    <a:pt x="86360" y="0"/>
                  </a:lnTo>
                  <a:close/>
                </a:path>
                <a:path w="177800" h="7619">
                  <a:moveTo>
                    <a:pt x="177799" y="0"/>
                  </a:moveTo>
                  <a:lnTo>
                    <a:pt x="156209" y="0"/>
                  </a:lnTo>
                  <a:lnTo>
                    <a:pt x="156209" y="2539"/>
                  </a:lnTo>
                  <a:lnTo>
                    <a:pt x="154939" y="2539"/>
                  </a:lnTo>
                  <a:lnTo>
                    <a:pt x="154939" y="7620"/>
                  </a:lnTo>
                  <a:lnTo>
                    <a:pt x="176529" y="7620"/>
                  </a:lnTo>
                  <a:lnTo>
                    <a:pt x="176529" y="6350"/>
                  </a:lnTo>
                  <a:lnTo>
                    <a:pt x="177800" y="6350"/>
                  </a:lnTo>
                  <a:lnTo>
                    <a:pt x="177799" y="0"/>
                  </a:lnTo>
                  <a:close/>
                </a:path>
              </a:pathLst>
            </a:custGeom>
            <a:solidFill>
              <a:srgbClr val="4F2200"/>
            </a:solidFill>
          </p:spPr>
          <p:txBody>
            <a:bodyPr wrap="square" lIns="0" tIns="0" rIns="0" bIns="0" rtlCol="0"/>
            <a:lstStyle/>
            <a:p/>
          </p:txBody>
        </p:sp>
        <p:sp>
          <p:nvSpPr>
            <p:cNvPr id="444" name="object 444"/>
            <p:cNvSpPr/>
            <p:nvPr/>
          </p:nvSpPr>
          <p:spPr>
            <a:xfrm>
              <a:off x="2697479" y="1289049"/>
              <a:ext cx="175260" cy="6350"/>
            </a:xfrm>
            <a:custGeom>
              <a:avLst/>
              <a:gdLst/>
              <a:ahLst/>
              <a:cxnLst/>
              <a:rect l="l" t="t" r="r" b="b"/>
              <a:pathLst>
                <a:path w="175260" h="6350">
                  <a:moveTo>
                    <a:pt x="86360" y="0"/>
                  </a:moveTo>
                  <a:lnTo>
                    <a:pt x="0" y="0"/>
                  </a:lnTo>
                  <a:lnTo>
                    <a:pt x="0" y="3809"/>
                  </a:lnTo>
                  <a:lnTo>
                    <a:pt x="1269" y="3809"/>
                  </a:lnTo>
                  <a:lnTo>
                    <a:pt x="1269" y="6350"/>
                  </a:lnTo>
                  <a:lnTo>
                    <a:pt x="87630" y="6350"/>
                  </a:lnTo>
                  <a:lnTo>
                    <a:pt x="87630" y="1269"/>
                  </a:lnTo>
                  <a:lnTo>
                    <a:pt x="86360" y="1269"/>
                  </a:lnTo>
                  <a:lnTo>
                    <a:pt x="86360" y="0"/>
                  </a:lnTo>
                  <a:close/>
                </a:path>
                <a:path w="175260" h="6350">
                  <a:moveTo>
                    <a:pt x="175259" y="0"/>
                  </a:moveTo>
                  <a:lnTo>
                    <a:pt x="153669" y="0"/>
                  </a:lnTo>
                  <a:lnTo>
                    <a:pt x="153669" y="1269"/>
                  </a:lnTo>
                  <a:lnTo>
                    <a:pt x="152400" y="1269"/>
                  </a:lnTo>
                  <a:lnTo>
                    <a:pt x="152400" y="6350"/>
                  </a:lnTo>
                  <a:lnTo>
                    <a:pt x="173989" y="6350"/>
                  </a:lnTo>
                  <a:lnTo>
                    <a:pt x="173989" y="5079"/>
                  </a:lnTo>
                  <a:lnTo>
                    <a:pt x="175260" y="5079"/>
                  </a:lnTo>
                  <a:lnTo>
                    <a:pt x="175259" y="0"/>
                  </a:lnTo>
                  <a:close/>
                </a:path>
              </a:pathLst>
            </a:custGeom>
            <a:solidFill>
              <a:srgbClr val="522200"/>
            </a:solidFill>
          </p:spPr>
          <p:txBody>
            <a:bodyPr wrap="square" lIns="0" tIns="0" rIns="0" bIns="0" rtlCol="0"/>
            <a:lstStyle/>
            <a:p/>
          </p:txBody>
        </p:sp>
        <p:sp>
          <p:nvSpPr>
            <p:cNvPr id="445" name="object 445"/>
            <p:cNvSpPr/>
            <p:nvPr/>
          </p:nvSpPr>
          <p:spPr>
            <a:xfrm>
              <a:off x="2698749" y="1295399"/>
              <a:ext cx="172720" cy="7620"/>
            </a:xfrm>
            <a:custGeom>
              <a:avLst/>
              <a:gdLst/>
              <a:ahLst/>
              <a:cxnLst/>
              <a:rect l="l" t="t" r="r" b="b"/>
              <a:pathLst>
                <a:path w="172719" h="7619">
                  <a:moveTo>
                    <a:pt x="88900" y="5079"/>
                  </a:moveTo>
                  <a:lnTo>
                    <a:pt x="1269" y="5079"/>
                  </a:lnTo>
                  <a:lnTo>
                    <a:pt x="1269" y="7620"/>
                  </a:lnTo>
                  <a:lnTo>
                    <a:pt x="88900" y="7620"/>
                  </a:lnTo>
                  <a:lnTo>
                    <a:pt x="88900" y="5079"/>
                  </a:lnTo>
                  <a:close/>
                </a:path>
                <a:path w="172719" h="7619">
                  <a:moveTo>
                    <a:pt x="86360" y="0"/>
                  </a:moveTo>
                  <a:lnTo>
                    <a:pt x="0" y="0"/>
                  </a:lnTo>
                  <a:lnTo>
                    <a:pt x="0" y="2539"/>
                  </a:lnTo>
                  <a:lnTo>
                    <a:pt x="1269" y="2539"/>
                  </a:lnTo>
                  <a:lnTo>
                    <a:pt x="1269" y="3809"/>
                  </a:lnTo>
                  <a:lnTo>
                    <a:pt x="87630" y="3809"/>
                  </a:lnTo>
                  <a:lnTo>
                    <a:pt x="87630" y="1269"/>
                  </a:lnTo>
                  <a:lnTo>
                    <a:pt x="86360" y="1269"/>
                  </a:lnTo>
                  <a:lnTo>
                    <a:pt x="86360" y="0"/>
                  </a:lnTo>
                  <a:close/>
                </a:path>
                <a:path w="172719" h="7619">
                  <a:moveTo>
                    <a:pt x="171450" y="5079"/>
                  </a:moveTo>
                  <a:lnTo>
                    <a:pt x="149860" y="5079"/>
                  </a:lnTo>
                  <a:lnTo>
                    <a:pt x="149860" y="7620"/>
                  </a:lnTo>
                  <a:lnTo>
                    <a:pt x="171450" y="7620"/>
                  </a:lnTo>
                  <a:lnTo>
                    <a:pt x="171450" y="5079"/>
                  </a:lnTo>
                  <a:close/>
                </a:path>
                <a:path w="172719" h="7619">
                  <a:moveTo>
                    <a:pt x="172719" y="0"/>
                  </a:moveTo>
                  <a:lnTo>
                    <a:pt x="151130" y="0"/>
                  </a:lnTo>
                  <a:lnTo>
                    <a:pt x="151130" y="1269"/>
                  </a:lnTo>
                  <a:lnTo>
                    <a:pt x="149860" y="1269"/>
                  </a:lnTo>
                  <a:lnTo>
                    <a:pt x="149860" y="3809"/>
                  </a:lnTo>
                  <a:lnTo>
                    <a:pt x="171450" y="3809"/>
                  </a:lnTo>
                  <a:lnTo>
                    <a:pt x="171450" y="5079"/>
                  </a:lnTo>
                  <a:lnTo>
                    <a:pt x="172720" y="5079"/>
                  </a:lnTo>
                  <a:lnTo>
                    <a:pt x="172719" y="0"/>
                  </a:lnTo>
                  <a:close/>
                </a:path>
              </a:pathLst>
            </a:custGeom>
            <a:solidFill>
              <a:srgbClr val="562100"/>
            </a:solidFill>
          </p:spPr>
          <p:txBody>
            <a:bodyPr wrap="square" lIns="0" tIns="0" rIns="0" bIns="0" rtlCol="0"/>
            <a:lstStyle/>
            <a:p/>
          </p:txBody>
        </p:sp>
        <p:sp>
          <p:nvSpPr>
            <p:cNvPr id="446" name="object 446"/>
            <p:cNvSpPr/>
            <p:nvPr/>
          </p:nvSpPr>
          <p:spPr>
            <a:xfrm>
              <a:off x="2700019" y="1303019"/>
              <a:ext cx="170180" cy="7620"/>
            </a:xfrm>
            <a:custGeom>
              <a:avLst/>
              <a:gdLst/>
              <a:ahLst/>
              <a:cxnLst/>
              <a:rect l="l" t="t" r="r" b="b"/>
              <a:pathLst>
                <a:path w="170180" h="7619">
                  <a:moveTo>
                    <a:pt x="88900" y="3809"/>
                  </a:moveTo>
                  <a:lnTo>
                    <a:pt x="1269" y="3809"/>
                  </a:lnTo>
                  <a:lnTo>
                    <a:pt x="1269" y="7619"/>
                  </a:lnTo>
                  <a:lnTo>
                    <a:pt x="88900" y="7619"/>
                  </a:lnTo>
                  <a:lnTo>
                    <a:pt x="88900" y="3809"/>
                  </a:lnTo>
                  <a:close/>
                </a:path>
                <a:path w="170180" h="7619">
                  <a:moveTo>
                    <a:pt x="87630" y="0"/>
                  </a:moveTo>
                  <a:lnTo>
                    <a:pt x="0" y="0"/>
                  </a:lnTo>
                  <a:lnTo>
                    <a:pt x="0" y="1269"/>
                  </a:lnTo>
                  <a:lnTo>
                    <a:pt x="1269" y="1269"/>
                  </a:lnTo>
                  <a:lnTo>
                    <a:pt x="1269" y="2539"/>
                  </a:lnTo>
                  <a:lnTo>
                    <a:pt x="87630" y="2539"/>
                  </a:lnTo>
                  <a:lnTo>
                    <a:pt x="87630" y="0"/>
                  </a:lnTo>
                  <a:close/>
                </a:path>
                <a:path w="170180" h="7619">
                  <a:moveTo>
                    <a:pt x="168909" y="3809"/>
                  </a:moveTo>
                  <a:lnTo>
                    <a:pt x="147319" y="3809"/>
                  </a:lnTo>
                  <a:lnTo>
                    <a:pt x="147319" y="6349"/>
                  </a:lnTo>
                  <a:lnTo>
                    <a:pt x="146050" y="6349"/>
                  </a:lnTo>
                  <a:lnTo>
                    <a:pt x="146050" y="7619"/>
                  </a:lnTo>
                  <a:lnTo>
                    <a:pt x="168910" y="7619"/>
                  </a:lnTo>
                  <a:lnTo>
                    <a:pt x="168909" y="3809"/>
                  </a:lnTo>
                  <a:close/>
                </a:path>
                <a:path w="170180" h="7619">
                  <a:moveTo>
                    <a:pt x="170180" y="0"/>
                  </a:moveTo>
                  <a:lnTo>
                    <a:pt x="147319" y="0"/>
                  </a:lnTo>
                  <a:lnTo>
                    <a:pt x="147319" y="2539"/>
                  </a:lnTo>
                  <a:lnTo>
                    <a:pt x="168909" y="2539"/>
                  </a:lnTo>
                  <a:lnTo>
                    <a:pt x="168909" y="3809"/>
                  </a:lnTo>
                  <a:lnTo>
                    <a:pt x="170180" y="3809"/>
                  </a:lnTo>
                  <a:lnTo>
                    <a:pt x="170180" y="0"/>
                  </a:lnTo>
                  <a:close/>
                </a:path>
              </a:pathLst>
            </a:custGeom>
            <a:solidFill>
              <a:srgbClr val="592000"/>
            </a:solidFill>
          </p:spPr>
          <p:txBody>
            <a:bodyPr wrap="square" lIns="0" tIns="0" rIns="0" bIns="0" rtlCol="0"/>
            <a:lstStyle/>
            <a:p/>
          </p:txBody>
        </p:sp>
        <p:sp>
          <p:nvSpPr>
            <p:cNvPr id="447" name="object 447"/>
            <p:cNvSpPr/>
            <p:nvPr/>
          </p:nvSpPr>
          <p:spPr>
            <a:xfrm>
              <a:off x="2702559" y="1310639"/>
              <a:ext cx="166370" cy="6350"/>
            </a:xfrm>
            <a:custGeom>
              <a:avLst/>
              <a:gdLst/>
              <a:ahLst/>
              <a:cxnLst/>
              <a:rect l="l" t="t" r="r" b="b"/>
              <a:pathLst>
                <a:path w="166369" h="6350">
                  <a:moveTo>
                    <a:pt x="86360" y="0"/>
                  </a:moveTo>
                  <a:lnTo>
                    <a:pt x="0" y="0"/>
                  </a:lnTo>
                  <a:lnTo>
                    <a:pt x="0" y="5079"/>
                  </a:lnTo>
                  <a:lnTo>
                    <a:pt x="1269" y="5079"/>
                  </a:lnTo>
                  <a:lnTo>
                    <a:pt x="1269" y="6350"/>
                  </a:lnTo>
                  <a:lnTo>
                    <a:pt x="87630" y="6350"/>
                  </a:lnTo>
                  <a:lnTo>
                    <a:pt x="87630" y="2539"/>
                  </a:lnTo>
                  <a:lnTo>
                    <a:pt x="86360" y="2539"/>
                  </a:lnTo>
                  <a:lnTo>
                    <a:pt x="86360" y="0"/>
                  </a:lnTo>
                  <a:close/>
                </a:path>
                <a:path w="166369" h="6350">
                  <a:moveTo>
                    <a:pt x="166369" y="0"/>
                  </a:moveTo>
                  <a:lnTo>
                    <a:pt x="143509" y="0"/>
                  </a:lnTo>
                  <a:lnTo>
                    <a:pt x="143509" y="5079"/>
                  </a:lnTo>
                  <a:lnTo>
                    <a:pt x="142239" y="5079"/>
                  </a:lnTo>
                  <a:lnTo>
                    <a:pt x="142239" y="6350"/>
                  </a:lnTo>
                  <a:lnTo>
                    <a:pt x="165100" y="6350"/>
                  </a:lnTo>
                  <a:lnTo>
                    <a:pt x="165099" y="2539"/>
                  </a:lnTo>
                  <a:lnTo>
                    <a:pt x="166369" y="2539"/>
                  </a:lnTo>
                  <a:lnTo>
                    <a:pt x="166369" y="0"/>
                  </a:lnTo>
                  <a:close/>
                </a:path>
              </a:pathLst>
            </a:custGeom>
            <a:solidFill>
              <a:srgbClr val="5C2000"/>
            </a:solidFill>
          </p:spPr>
          <p:txBody>
            <a:bodyPr wrap="square" lIns="0" tIns="0" rIns="0" bIns="0" rtlCol="0"/>
            <a:lstStyle/>
            <a:p/>
          </p:txBody>
        </p:sp>
        <p:sp>
          <p:nvSpPr>
            <p:cNvPr id="448" name="object 448"/>
            <p:cNvSpPr/>
            <p:nvPr/>
          </p:nvSpPr>
          <p:spPr>
            <a:xfrm>
              <a:off x="2703829" y="1316989"/>
              <a:ext cx="163830" cy="7620"/>
            </a:xfrm>
            <a:custGeom>
              <a:avLst/>
              <a:gdLst/>
              <a:ahLst/>
              <a:cxnLst/>
              <a:rect l="l" t="t" r="r" b="b"/>
              <a:pathLst>
                <a:path w="163830" h="7619">
                  <a:moveTo>
                    <a:pt x="86360" y="0"/>
                  </a:moveTo>
                  <a:lnTo>
                    <a:pt x="0" y="0"/>
                  </a:lnTo>
                  <a:lnTo>
                    <a:pt x="0" y="5079"/>
                  </a:lnTo>
                  <a:lnTo>
                    <a:pt x="1269" y="5079"/>
                  </a:lnTo>
                  <a:lnTo>
                    <a:pt x="1269" y="7620"/>
                  </a:lnTo>
                  <a:lnTo>
                    <a:pt x="87630" y="7620"/>
                  </a:lnTo>
                  <a:lnTo>
                    <a:pt x="87630" y="2539"/>
                  </a:lnTo>
                  <a:lnTo>
                    <a:pt x="86360" y="2539"/>
                  </a:lnTo>
                  <a:lnTo>
                    <a:pt x="86360" y="0"/>
                  </a:lnTo>
                  <a:close/>
                </a:path>
                <a:path w="163830" h="7619">
                  <a:moveTo>
                    <a:pt x="163830" y="0"/>
                  </a:moveTo>
                  <a:lnTo>
                    <a:pt x="140969" y="0"/>
                  </a:lnTo>
                  <a:lnTo>
                    <a:pt x="140969" y="5079"/>
                  </a:lnTo>
                  <a:lnTo>
                    <a:pt x="139700" y="5079"/>
                  </a:lnTo>
                  <a:lnTo>
                    <a:pt x="139700" y="7620"/>
                  </a:lnTo>
                  <a:lnTo>
                    <a:pt x="162560" y="7620"/>
                  </a:lnTo>
                  <a:lnTo>
                    <a:pt x="162559" y="2539"/>
                  </a:lnTo>
                  <a:lnTo>
                    <a:pt x="163830" y="2539"/>
                  </a:lnTo>
                  <a:lnTo>
                    <a:pt x="163830" y="0"/>
                  </a:lnTo>
                  <a:close/>
                </a:path>
              </a:pathLst>
            </a:custGeom>
            <a:solidFill>
              <a:srgbClr val="5F1F00"/>
            </a:solidFill>
          </p:spPr>
          <p:txBody>
            <a:bodyPr wrap="square" lIns="0" tIns="0" rIns="0" bIns="0" rtlCol="0"/>
            <a:lstStyle/>
            <a:p/>
          </p:txBody>
        </p:sp>
        <p:sp>
          <p:nvSpPr>
            <p:cNvPr id="449" name="object 449"/>
            <p:cNvSpPr/>
            <p:nvPr/>
          </p:nvSpPr>
          <p:spPr>
            <a:xfrm>
              <a:off x="2705099" y="1324609"/>
              <a:ext cx="160020" cy="7620"/>
            </a:xfrm>
            <a:custGeom>
              <a:avLst/>
              <a:gdLst/>
              <a:ahLst/>
              <a:cxnLst/>
              <a:rect l="l" t="t" r="r" b="b"/>
              <a:pathLst>
                <a:path w="160019" h="7619">
                  <a:moveTo>
                    <a:pt x="86360" y="0"/>
                  </a:moveTo>
                  <a:lnTo>
                    <a:pt x="0" y="0"/>
                  </a:lnTo>
                  <a:lnTo>
                    <a:pt x="0" y="3809"/>
                  </a:lnTo>
                  <a:lnTo>
                    <a:pt x="1269" y="3809"/>
                  </a:lnTo>
                  <a:lnTo>
                    <a:pt x="1269" y="7619"/>
                  </a:lnTo>
                  <a:lnTo>
                    <a:pt x="88900" y="7619"/>
                  </a:lnTo>
                  <a:lnTo>
                    <a:pt x="88900" y="6349"/>
                  </a:lnTo>
                  <a:lnTo>
                    <a:pt x="87630" y="6349"/>
                  </a:lnTo>
                  <a:lnTo>
                    <a:pt x="87630" y="1269"/>
                  </a:lnTo>
                  <a:lnTo>
                    <a:pt x="86360" y="1269"/>
                  </a:lnTo>
                  <a:lnTo>
                    <a:pt x="86360" y="0"/>
                  </a:lnTo>
                  <a:close/>
                </a:path>
                <a:path w="160019" h="7619">
                  <a:moveTo>
                    <a:pt x="160019" y="0"/>
                  </a:moveTo>
                  <a:lnTo>
                    <a:pt x="138430" y="0"/>
                  </a:lnTo>
                  <a:lnTo>
                    <a:pt x="138430" y="3809"/>
                  </a:lnTo>
                  <a:lnTo>
                    <a:pt x="137160" y="3809"/>
                  </a:lnTo>
                  <a:lnTo>
                    <a:pt x="137160" y="7619"/>
                  </a:lnTo>
                  <a:lnTo>
                    <a:pt x="158750" y="7619"/>
                  </a:lnTo>
                  <a:lnTo>
                    <a:pt x="158750" y="6349"/>
                  </a:lnTo>
                  <a:lnTo>
                    <a:pt x="160020" y="6349"/>
                  </a:lnTo>
                  <a:lnTo>
                    <a:pt x="160019" y="0"/>
                  </a:lnTo>
                  <a:close/>
                </a:path>
              </a:pathLst>
            </a:custGeom>
            <a:solidFill>
              <a:srgbClr val="631E00"/>
            </a:solidFill>
          </p:spPr>
          <p:txBody>
            <a:bodyPr wrap="square" lIns="0" tIns="0" rIns="0" bIns="0" rtlCol="0"/>
            <a:lstStyle/>
            <a:p/>
          </p:txBody>
        </p:sp>
        <p:sp>
          <p:nvSpPr>
            <p:cNvPr id="450" name="object 450"/>
            <p:cNvSpPr/>
            <p:nvPr/>
          </p:nvSpPr>
          <p:spPr>
            <a:xfrm>
              <a:off x="2707639" y="1332229"/>
              <a:ext cx="156210" cy="6350"/>
            </a:xfrm>
            <a:custGeom>
              <a:avLst/>
              <a:gdLst/>
              <a:ahLst/>
              <a:cxnLst/>
              <a:rect l="l" t="t" r="r" b="b"/>
              <a:pathLst>
                <a:path w="156210" h="6350">
                  <a:moveTo>
                    <a:pt x="86360" y="0"/>
                  </a:moveTo>
                  <a:lnTo>
                    <a:pt x="0" y="0"/>
                  </a:lnTo>
                  <a:lnTo>
                    <a:pt x="0" y="6350"/>
                  </a:lnTo>
                  <a:lnTo>
                    <a:pt x="87630" y="6350"/>
                  </a:lnTo>
                  <a:lnTo>
                    <a:pt x="87630" y="5079"/>
                  </a:lnTo>
                  <a:lnTo>
                    <a:pt x="86360" y="5079"/>
                  </a:lnTo>
                  <a:lnTo>
                    <a:pt x="86360" y="0"/>
                  </a:lnTo>
                  <a:close/>
                </a:path>
                <a:path w="156210" h="6350">
                  <a:moveTo>
                    <a:pt x="156210" y="0"/>
                  </a:moveTo>
                  <a:lnTo>
                    <a:pt x="134620" y="0"/>
                  </a:lnTo>
                  <a:lnTo>
                    <a:pt x="134620" y="2539"/>
                  </a:lnTo>
                  <a:lnTo>
                    <a:pt x="133350" y="2539"/>
                  </a:lnTo>
                  <a:lnTo>
                    <a:pt x="133350" y="6350"/>
                  </a:lnTo>
                  <a:lnTo>
                    <a:pt x="154939" y="6350"/>
                  </a:lnTo>
                  <a:lnTo>
                    <a:pt x="154939" y="5079"/>
                  </a:lnTo>
                  <a:lnTo>
                    <a:pt x="156210" y="5079"/>
                  </a:lnTo>
                  <a:lnTo>
                    <a:pt x="156210" y="0"/>
                  </a:lnTo>
                  <a:close/>
                </a:path>
              </a:pathLst>
            </a:custGeom>
            <a:solidFill>
              <a:srgbClr val="661E00"/>
            </a:solidFill>
          </p:spPr>
          <p:txBody>
            <a:bodyPr wrap="square" lIns="0" tIns="0" rIns="0" bIns="0" rtlCol="0"/>
            <a:lstStyle/>
            <a:p/>
          </p:txBody>
        </p:sp>
        <p:sp>
          <p:nvSpPr>
            <p:cNvPr id="451" name="object 451"/>
            <p:cNvSpPr/>
            <p:nvPr/>
          </p:nvSpPr>
          <p:spPr>
            <a:xfrm>
              <a:off x="2708909" y="1338579"/>
              <a:ext cx="153670" cy="7620"/>
            </a:xfrm>
            <a:custGeom>
              <a:avLst/>
              <a:gdLst/>
              <a:ahLst/>
              <a:cxnLst/>
              <a:rect l="l" t="t" r="r" b="b"/>
              <a:pathLst>
                <a:path w="153669" h="7619">
                  <a:moveTo>
                    <a:pt x="87630" y="2539"/>
                  </a:moveTo>
                  <a:lnTo>
                    <a:pt x="86360" y="2539"/>
                  </a:lnTo>
                  <a:lnTo>
                    <a:pt x="86360" y="3810"/>
                  </a:lnTo>
                  <a:lnTo>
                    <a:pt x="0" y="3810"/>
                  </a:lnTo>
                  <a:lnTo>
                    <a:pt x="0" y="6350"/>
                  </a:lnTo>
                  <a:lnTo>
                    <a:pt x="1270" y="6350"/>
                  </a:lnTo>
                  <a:lnTo>
                    <a:pt x="1270" y="7620"/>
                  </a:lnTo>
                  <a:lnTo>
                    <a:pt x="87630" y="7620"/>
                  </a:lnTo>
                  <a:lnTo>
                    <a:pt x="87630" y="2539"/>
                  </a:lnTo>
                  <a:close/>
                </a:path>
                <a:path w="153669" h="7619">
                  <a:moveTo>
                    <a:pt x="86360" y="0"/>
                  </a:moveTo>
                  <a:lnTo>
                    <a:pt x="0" y="0"/>
                  </a:lnTo>
                  <a:lnTo>
                    <a:pt x="0" y="2539"/>
                  </a:lnTo>
                  <a:lnTo>
                    <a:pt x="86360" y="2539"/>
                  </a:lnTo>
                  <a:lnTo>
                    <a:pt x="86360" y="0"/>
                  </a:lnTo>
                  <a:close/>
                </a:path>
                <a:path w="153669" h="7619">
                  <a:moveTo>
                    <a:pt x="153670" y="3810"/>
                  </a:moveTo>
                  <a:lnTo>
                    <a:pt x="130810" y="3810"/>
                  </a:lnTo>
                  <a:lnTo>
                    <a:pt x="130810" y="7620"/>
                  </a:lnTo>
                  <a:lnTo>
                    <a:pt x="152400" y="7620"/>
                  </a:lnTo>
                  <a:lnTo>
                    <a:pt x="152400" y="5079"/>
                  </a:lnTo>
                  <a:lnTo>
                    <a:pt x="153670" y="5079"/>
                  </a:lnTo>
                  <a:lnTo>
                    <a:pt x="153670" y="3810"/>
                  </a:lnTo>
                  <a:close/>
                </a:path>
                <a:path w="153669" h="7619">
                  <a:moveTo>
                    <a:pt x="153669" y="0"/>
                  </a:moveTo>
                  <a:lnTo>
                    <a:pt x="132080" y="0"/>
                  </a:lnTo>
                  <a:lnTo>
                    <a:pt x="132080" y="2539"/>
                  </a:lnTo>
                  <a:lnTo>
                    <a:pt x="153670" y="2539"/>
                  </a:lnTo>
                  <a:lnTo>
                    <a:pt x="153669" y="0"/>
                  </a:lnTo>
                  <a:close/>
                </a:path>
              </a:pathLst>
            </a:custGeom>
            <a:solidFill>
              <a:srgbClr val="691D00"/>
            </a:solidFill>
          </p:spPr>
          <p:txBody>
            <a:bodyPr wrap="square" lIns="0" tIns="0" rIns="0" bIns="0" rtlCol="0"/>
            <a:lstStyle/>
            <a:p/>
          </p:txBody>
        </p:sp>
        <p:sp>
          <p:nvSpPr>
            <p:cNvPr id="452" name="object 452"/>
            <p:cNvSpPr/>
            <p:nvPr/>
          </p:nvSpPr>
          <p:spPr>
            <a:xfrm>
              <a:off x="2710179" y="1346199"/>
              <a:ext cx="151130" cy="7620"/>
            </a:xfrm>
            <a:custGeom>
              <a:avLst/>
              <a:gdLst/>
              <a:ahLst/>
              <a:cxnLst/>
              <a:rect l="l" t="t" r="r" b="b"/>
              <a:pathLst>
                <a:path w="151130" h="7619">
                  <a:moveTo>
                    <a:pt x="86360" y="0"/>
                  </a:moveTo>
                  <a:lnTo>
                    <a:pt x="0" y="0"/>
                  </a:lnTo>
                  <a:lnTo>
                    <a:pt x="0" y="5079"/>
                  </a:lnTo>
                  <a:lnTo>
                    <a:pt x="1269" y="5079"/>
                  </a:lnTo>
                  <a:lnTo>
                    <a:pt x="1269" y="7620"/>
                  </a:lnTo>
                  <a:lnTo>
                    <a:pt x="87630" y="7620"/>
                  </a:lnTo>
                  <a:lnTo>
                    <a:pt x="87630" y="2539"/>
                  </a:lnTo>
                  <a:lnTo>
                    <a:pt x="86360" y="2539"/>
                  </a:lnTo>
                  <a:lnTo>
                    <a:pt x="86360" y="0"/>
                  </a:lnTo>
                  <a:close/>
                </a:path>
                <a:path w="151130" h="7619">
                  <a:moveTo>
                    <a:pt x="151130" y="0"/>
                  </a:moveTo>
                  <a:lnTo>
                    <a:pt x="129539" y="0"/>
                  </a:lnTo>
                  <a:lnTo>
                    <a:pt x="129539" y="1269"/>
                  </a:lnTo>
                  <a:lnTo>
                    <a:pt x="128269" y="1269"/>
                  </a:lnTo>
                  <a:lnTo>
                    <a:pt x="128269" y="7620"/>
                  </a:lnTo>
                  <a:lnTo>
                    <a:pt x="149860" y="7620"/>
                  </a:lnTo>
                  <a:lnTo>
                    <a:pt x="149859" y="2539"/>
                  </a:lnTo>
                  <a:lnTo>
                    <a:pt x="151130" y="2539"/>
                  </a:lnTo>
                  <a:lnTo>
                    <a:pt x="151130" y="0"/>
                  </a:lnTo>
                  <a:close/>
                </a:path>
              </a:pathLst>
            </a:custGeom>
            <a:solidFill>
              <a:srgbClr val="6C1D00"/>
            </a:solidFill>
          </p:spPr>
          <p:txBody>
            <a:bodyPr wrap="square" lIns="0" tIns="0" rIns="0" bIns="0" rtlCol="0"/>
            <a:lstStyle/>
            <a:p/>
          </p:txBody>
        </p:sp>
        <p:sp>
          <p:nvSpPr>
            <p:cNvPr id="453" name="object 453"/>
            <p:cNvSpPr/>
            <p:nvPr/>
          </p:nvSpPr>
          <p:spPr>
            <a:xfrm>
              <a:off x="2711449" y="1353819"/>
              <a:ext cx="148590" cy="6350"/>
            </a:xfrm>
            <a:custGeom>
              <a:avLst/>
              <a:gdLst/>
              <a:ahLst/>
              <a:cxnLst/>
              <a:rect l="l" t="t" r="r" b="b"/>
              <a:pathLst>
                <a:path w="148589" h="6350">
                  <a:moveTo>
                    <a:pt x="86360" y="0"/>
                  </a:moveTo>
                  <a:lnTo>
                    <a:pt x="0" y="0"/>
                  </a:lnTo>
                  <a:lnTo>
                    <a:pt x="0" y="3809"/>
                  </a:lnTo>
                  <a:lnTo>
                    <a:pt x="1269" y="3809"/>
                  </a:lnTo>
                  <a:lnTo>
                    <a:pt x="1269" y="6350"/>
                  </a:lnTo>
                  <a:lnTo>
                    <a:pt x="87630" y="6350"/>
                  </a:lnTo>
                  <a:lnTo>
                    <a:pt x="87630" y="1269"/>
                  </a:lnTo>
                  <a:lnTo>
                    <a:pt x="86360" y="1269"/>
                  </a:lnTo>
                  <a:lnTo>
                    <a:pt x="86360" y="0"/>
                  </a:lnTo>
                  <a:close/>
                </a:path>
                <a:path w="148589" h="6350">
                  <a:moveTo>
                    <a:pt x="148590" y="0"/>
                  </a:moveTo>
                  <a:lnTo>
                    <a:pt x="125730" y="0"/>
                  </a:lnTo>
                  <a:lnTo>
                    <a:pt x="125730" y="6350"/>
                  </a:lnTo>
                  <a:lnTo>
                    <a:pt x="147320" y="6350"/>
                  </a:lnTo>
                  <a:lnTo>
                    <a:pt x="147319" y="1269"/>
                  </a:lnTo>
                  <a:lnTo>
                    <a:pt x="148590" y="1269"/>
                  </a:lnTo>
                  <a:lnTo>
                    <a:pt x="148590" y="0"/>
                  </a:lnTo>
                  <a:close/>
                </a:path>
              </a:pathLst>
            </a:custGeom>
            <a:solidFill>
              <a:srgbClr val="6F1C00"/>
            </a:solidFill>
          </p:spPr>
          <p:txBody>
            <a:bodyPr wrap="square" lIns="0" tIns="0" rIns="0" bIns="0" rtlCol="0"/>
            <a:lstStyle/>
            <a:p/>
          </p:txBody>
        </p:sp>
        <p:sp>
          <p:nvSpPr>
            <p:cNvPr id="454" name="object 454"/>
            <p:cNvSpPr/>
            <p:nvPr/>
          </p:nvSpPr>
          <p:spPr>
            <a:xfrm>
              <a:off x="2712719" y="1360169"/>
              <a:ext cx="146050" cy="7620"/>
            </a:xfrm>
            <a:custGeom>
              <a:avLst/>
              <a:gdLst/>
              <a:ahLst/>
              <a:cxnLst/>
              <a:rect l="l" t="t" r="r" b="b"/>
              <a:pathLst>
                <a:path w="146050" h="7619">
                  <a:moveTo>
                    <a:pt x="87630" y="1269"/>
                  </a:moveTo>
                  <a:lnTo>
                    <a:pt x="0" y="1269"/>
                  </a:lnTo>
                  <a:lnTo>
                    <a:pt x="0" y="2539"/>
                  </a:lnTo>
                  <a:lnTo>
                    <a:pt x="1269" y="2539"/>
                  </a:lnTo>
                  <a:lnTo>
                    <a:pt x="1269" y="6349"/>
                  </a:lnTo>
                  <a:lnTo>
                    <a:pt x="87630" y="6349"/>
                  </a:lnTo>
                  <a:lnTo>
                    <a:pt x="87630" y="1269"/>
                  </a:lnTo>
                  <a:close/>
                </a:path>
                <a:path w="146050" h="7619">
                  <a:moveTo>
                    <a:pt x="144780" y="1269"/>
                  </a:moveTo>
                  <a:lnTo>
                    <a:pt x="123190" y="1269"/>
                  </a:lnTo>
                  <a:lnTo>
                    <a:pt x="123190" y="3809"/>
                  </a:lnTo>
                  <a:lnTo>
                    <a:pt x="121919" y="3809"/>
                  </a:lnTo>
                  <a:lnTo>
                    <a:pt x="121919" y="6349"/>
                  </a:lnTo>
                  <a:lnTo>
                    <a:pt x="143509" y="6349"/>
                  </a:lnTo>
                  <a:lnTo>
                    <a:pt x="143509" y="7619"/>
                  </a:lnTo>
                  <a:lnTo>
                    <a:pt x="144780" y="7619"/>
                  </a:lnTo>
                  <a:lnTo>
                    <a:pt x="144780" y="1269"/>
                  </a:lnTo>
                  <a:close/>
                </a:path>
                <a:path w="146050" h="7619">
                  <a:moveTo>
                    <a:pt x="146050" y="0"/>
                  </a:moveTo>
                  <a:lnTo>
                    <a:pt x="144780" y="0"/>
                  </a:lnTo>
                  <a:lnTo>
                    <a:pt x="144780" y="1269"/>
                  </a:lnTo>
                  <a:lnTo>
                    <a:pt x="146050" y="1269"/>
                  </a:lnTo>
                  <a:lnTo>
                    <a:pt x="146050" y="0"/>
                  </a:lnTo>
                  <a:close/>
                </a:path>
              </a:pathLst>
            </a:custGeom>
            <a:solidFill>
              <a:srgbClr val="731B00"/>
            </a:solidFill>
          </p:spPr>
          <p:txBody>
            <a:bodyPr wrap="square" lIns="0" tIns="0" rIns="0" bIns="0" rtlCol="0"/>
            <a:lstStyle/>
            <a:p/>
          </p:txBody>
        </p:sp>
        <p:sp>
          <p:nvSpPr>
            <p:cNvPr id="455" name="object 455"/>
            <p:cNvSpPr/>
            <p:nvPr/>
          </p:nvSpPr>
          <p:spPr>
            <a:xfrm>
              <a:off x="2713989" y="1367789"/>
              <a:ext cx="142240" cy="7620"/>
            </a:xfrm>
            <a:custGeom>
              <a:avLst/>
              <a:gdLst/>
              <a:ahLst/>
              <a:cxnLst/>
              <a:rect l="l" t="t" r="r" b="b"/>
              <a:pathLst>
                <a:path w="142239" h="7619">
                  <a:moveTo>
                    <a:pt x="87630" y="0"/>
                  </a:moveTo>
                  <a:lnTo>
                    <a:pt x="0" y="0"/>
                  </a:lnTo>
                  <a:lnTo>
                    <a:pt x="0" y="1269"/>
                  </a:lnTo>
                  <a:lnTo>
                    <a:pt x="1270" y="1269"/>
                  </a:lnTo>
                  <a:lnTo>
                    <a:pt x="1270" y="7620"/>
                  </a:lnTo>
                  <a:lnTo>
                    <a:pt x="88900" y="7620"/>
                  </a:lnTo>
                  <a:lnTo>
                    <a:pt x="88900" y="2539"/>
                  </a:lnTo>
                  <a:lnTo>
                    <a:pt x="87630" y="2539"/>
                  </a:lnTo>
                  <a:lnTo>
                    <a:pt x="87630" y="0"/>
                  </a:lnTo>
                  <a:close/>
                </a:path>
                <a:path w="142239" h="7619">
                  <a:moveTo>
                    <a:pt x="142239" y="0"/>
                  </a:moveTo>
                  <a:lnTo>
                    <a:pt x="120650" y="0"/>
                  </a:lnTo>
                  <a:lnTo>
                    <a:pt x="120650" y="2539"/>
                  </a:lnTo>
                  <a:lnTo>
                    <a:pt x="119380" y="2539"/>
                  </a:lnTo>
                  <a:lnTo>
                    <a:pt x="119380" y="7620"/>
                  </a:lnTo>
                  <a:lnTo>
                    <a:pt x="140969" y="7620"/>
                  </a:lnTo>
                  <a:lnTo>
                    <a:pt x="140969" y="5079"/>
                  </a:lnTo>
                  <a:lnTo>
                    <a:pt x="142240" y="5079"/>
                  </a:lnTo>
                  <a:lnTo>
                    <a:pt x="142239" y="0"/>
                  </a:lnTo>
                  <a:close/>
                </a:path>
              </a:pathLst>
            </a:custGeom>
            <a:solidFill>
              <a:srgbClr val="761B00"/>
            </a:solidFill>
          </p:spPr>
          <p:txBody>
            <a:bodyPr wrap="square" lIns="0" tIns="0" rIns="0" bIns="0" rtlCol="0"/>
            <a:lstStyle/>
            <a:p/>
          </p:txBody>
        </p:sp>
        <p:sp>
          <p:nvSpPr>
            <p:cNvPr id="456" name="object 456"/>
            <p:cNvSpPr/>
            <p:nvPr/>
          </p:nvSpPr>
          <p:spPr>
            <a:xfrm>
              <a:off x="2716529" y="1375409"/>
              <a:ext cx="138430" cy="7620"/>
            </a:xfrm>
            <a:custGeom>
              <a:avLst/>
              <a:gdLst/>
              <a:ahLst/>
              <a:cxnLst/>
              <a:rect l="l" t="t" r="r" b="b"/>
              <a:pathLst>
                <a:path w="138430" h="7619">
                  <a:moveTo>
                    <a:pt x="87630" y="5079"/>
                  </a:moveTo>
                  <a:lnTo>
                    <a:pt x="1269" y="5079"/>
                  </a:lnTo>
                  <a:lnTo>
                    <a:pt x="1269" y="7619"/>
                  </a:lnTo>
                  <a:lnTo>
                    <a:pt x="87630" y="7619"/>
                  </a:lnTo>
                  <a:lnTo>
                    <a:pt x="87630" y="5079"/>
                  </a:lnTo>
                  <a:close/>
                </a:path>
                <a:path w="138430" h="7619">
                  <a:moveTo>
                    <a:pt x="86360" y="0"/>
                  </a:moveTo>
                  <a:lnTo>
                    <a:pt x="0" y="0"/>
                  </a:lnTo>
                  <a:lnTo>
                    <a:pt x="0" y="5079"/>
                  </a:lnTo>
                  <a:lnTo>
                    <a:pt x="1269" y="5079"/>
                  </a:lnTo>
                  <a:lnTo>
                    <a:pt x="1269" y="3809"/>
                  </a:lnTo>
                  <a:lnTo>
                    <a:pt x="87630" y="3809"/>
                  </a:lnTo>
                  <a:lnTo>
                    <a:pt x="87630" y="1269"/>
                  </a:lnTo>
                  <a:lnTo>
                    <a:pt x="86360" y="1269"/>
                  </a:lnTo>
                  <a:lnTo>
                    <a:pt x="86360" y="0"/>
                  </a:lnTo>
                  <a:close/>
                </a:path>
                <a:path w="138430" h="7619">
                  <a:moveTo>
                    <a:pt x="137159" y="5079"/>
                  </a:moveTo>
                  <a:lnTo>
                    <a:pt x="115569" y="5079"/>
                  </a:lnTo>
                  <a:lnTo>
                    <a:pt x="115569" y="7619"/>
                  </a:lnTo>
                  <a:lnTo>
                    <a:pt x="137159" y="7619"/>
                  </a:lnTo>
                  <a:lnTo>
                    <a:pt x="137159" y="5079"/>
                  </a:lnTo>
                  <a:close/>
                </a:path>
                <a:path w="138430" h="7619">
                  <a:moveTo>
                    <a:pt x="138429" y="0"/>
                  </a:moveTo>
                  <a:lnTo>
                    <a:pt x="116839" y="0"/>
                  </a:lnTo>
                  <a:lnTo>
                    <a:pt x="116839" y="1269"/>
                  </a:lnTo>
                  <a:lnTo>
                    <a:pt x="115569" y="1269"/>
                  </a:lnTo>
                  <a:lnTo>
                    <a:pt x="115569" y="3809"/>
                  </a:lnTo>
                  <a:lnTo>
                    <a:pt x="138430" y="3809"/>
                  </a:lnTo>
                  <a:lnTo>
                    <a:pt x="138429" y="0"/>
                  </a:lnTo>
                  <a:close/>
                </a:path>
              </a:pathLst>
            </a:custGeom>
            <a:solidFill>
              <a:srgbClr val="791A00"/>
            </a:solidFill>
          </p:spPr>
          <p:txBody>
            <a:bodyPr wrap="square" lIns="0" tIns="0" rIns="0" bIns="0" rtlCol="0"/>
            <a:lstStyle/>
            <a:p/>
          </p:txBody>
        </p:sp>
        <p:sp>
          <p:nvSpPr>
            <p:cNvPr id="457" name="object 457"/>
            <p:cNvSpPr/>
            <p:nvPr/>
          </p:nvSpPr>
          <p:spPr>
            <a:xfrm>
              <a:off x="2717799" y="1383029"/>
              <a:ext cx="135890" cy="6350"/>
            </a:xfrm>
            <a:custGeom>
              <a:avLst/>
              <a:gdLst/>
              <a:ahLst/>
              <a:cxnLst/>
              <a:rect l="l" t="t" r="r" b="b"/>
              <a:pathLst>
                <a:path w="135889" h="6350">
                  <a:moveTo>
                    <a:pt x="88900" y="5079"/>
                  </a:moveTo>
                  <a:lnTo>
                    <a:pt x="87630" y="5079"/>
                  </a:lnTo>
                  <a:lnTo>
                    <a:pt x="87630" y="6350"/>
                  </a:lnTo>
                  <a:lnTo>
                    <a:pt x="88900" y="6350"/>
                  </a:lnTo>
                  <a:lnTo>
                    <a:pt x="88900" y="5079"/>
                  </a:lnTo>
                  <a:close/>
                </a:path>
                <a:path w="135889" h="6350">
                  <a:moveTo>
                    <a:pt x="87630" y="0"/>
                  </a:moveTo>
                  <a:lnTo>
                    <a:pt x="0" y="0"/>
                  </a:lnTo>
                  <a:lnTo>
                    <a:pt x="0" y="3810"/>
                  </a:lnTo>
                  <a:lnTo>
                    <a:pt x="1269" y="3810"/>
                  </a:lnTo>
                  <a:lnTo>
                    <a:pt x="1269" y="5079"/>
                  </a:lnTo>
                  <a:lnTo>
                    <a:pt x="87630" y="5079"/>
                  </a:lnTo>
                  <a:lnTo>
                    <a:pt x="87630" y="0"/>
                  </a:lnTo>
                  <a:close/>
                </a:path>
                <a:path w="135889" h="6350">
                  <a:moveTo>
                    <a:pt x="135889" y="0"/>
                  </a:moveTo>
                  <a:lnTo>
                    <a:pt x="113030" y="0"/>
                  </a:lnTo>
                  <a:lnTo>
                    <a:pt x="113030" y="5079"/>
                  </a:lnTo>
                  <a:lnTo>
                    <a:pt x="134620" y="5079"/>
                  </a:lnTo>
                  <a:lnTo>
                    <a:pt x="134619" y="2539"/>
                  </a:lnTo>
                  <a:lnTo>
                    <a:pt x="135890" y="2539"/>
                  </a:lnTo>
                  <a:lnTo>
                    <a:pt x="135889" y="0"/>
                  </a:lnTo>
                  <a:close/>
                </a:path>
              </a:pathLst>
            </a:custGeom>
            <a:solidFill>
              <a:srgbClr val="7C1900"/>
            </a:solidFill>
          </p:spPr>
          <p:txBody>
            <a:bodyPr wrap="square" lIns="0" tIns="0" rIns="0" bIns="0" rtlCol="0"/>
            <a:lstStyle/>
            <a:p/>
          </p:txBody>
        </p:sp>
        <p:sp>
          <p:nvSpPr>
            <p:cNvPr id="458" name="object 458"/>
            <p:cNvSpPr/>
            <p:nvPr/>
          </p:nvSpPr>
          <p:spPr>
            <a:xfrm>
              <a:off x="2719069" y="1389379"/>
              <a:ext cx="133350" cy="7620"/>
            </a:xfrm>
            <a:custGeom>
              <a:avLst/>
              <a:gdLst/>
              <a:ahLst/>
              <a:cxnLst/>
              <a:rect l="l" t="t" r="r" b="b"/>
              <a:pathLst>
                <a:path w="133350" h="7619">
                  <a:moveTo>
                    <a:pt x="88900" y="5079"/>
                  </a:moveTo>
                  <a:lnTo>
                    <a:pt x="87630" y="5079"/>
                  </a:lnTo>
                  <a:lnTo>
                    <a:pt x="87630" y="6350"/>
                  </a:lnTo>
                  <a:lnTo>
                    <a:pt x="1269" y="6350"/>
                  </a:lnTo>
                  <a:lnTo>
                    <a:pt x="1269" y="7620"/>
                  </a:lnTo>
                  <a:lnTo>
                    <a:pt x="88900" y="7620"/>
                  </a:lnTo>
                  <a:lnTo>
                    <a:pt x="88900" y="5079"/>
                  </a:lnTo>
                  <a:close/>
                </a:path>
                <a:path w="133350" h="7619">
                  <a:moveTo>
                    <a:pt x="87630" y="0"/>
                  </a:moveTo>
                  <a:lnTo>
                    <a:pt x="0" y="0"/>
                  </a:lnTo>
                  <a:lnTo>
                    <a:pt x="0" y="2539"/>
                  </a:lnTo>
                  <a:lnTo>
                    <a:pt x="1269" y="2539"/>
                  </a:lnTo>
                  <a:lnTo>
                    <a:pt x="1269" y="5079"/>
                  </a:lnTo>
                  <a:lnTo>
                    <a:pt x="87630" y="5079"/>
                  </a:lnTo>
                  <a:lnTo>
                    <a:pt x="87630" y="0"/>
                  </a:lnTo>
                  <a:close/>
                </a:path>
                <a:path w="133350" h="7619">
                  <a:moveTo>
                    <a:pt x="130809" y="6350"/>
                  </a:moveTo>
                  <a:lnTo>
                    <a:pt x="109219" y="6350"/>
                  </a:lnTo>
                  <a:lnTo>
                    <a:pt x="109219" y="7620"/>
                  </a:lnTo>
                  <a:lnTo>
                    <a:pt x="130809" y="7620"/>
                  </a:lnTo>
                  <a:lnTo>
                    <a:pt x="130809" y="6350"/>
                  </a:lnTo>
                  <a:close/>
                </a:path>
                <a:path w="133350" h="7619">
                  <a:moveTo>
                    <a:pt x="133350" y="0"/>
                  </a:moveTo>
                  <a:lnTo>
                    <a:pt x="110490" y="0"/>
                  </a:lnTo>
                  <a:lnTo>
                    <a:pt x="110490" y="5079"/>
                  </a:lnTo>
                  <a:lnTo>
                    <a:pt x="132080" y="5079"/>
                  </a:lnTo>
                  <a:lnTo>
                    <a:pt x="132080" y="2539"/>
                  </a:lnTo>
                  <a:lnTo>
                    <a:pt x="133350" y="2539"/>
                  </a:lnTo>
                  <a:lnTo>
                    <a:pt x="133350" y="0"/>
                  </a:lnTo>
                  <a:close/>
                </a:path>
              </a:pathLst>
            </a:custGeom>
            <a:solidFill>
              <a:srgbClr val="801900"/>
            </a:solidFill>
          </p:spPr>
          <p:txBody>
            <a:bodyPr wrap="square" lIns="0" tIns="0" rIns="0" bIns="0" rtlCol="0"/>
            <a:lstStyle/>
            <a:p/>
          </p:txBody>
        </p:sp>
        <p:sp>
          <p:nvSpPr>
            <p:cNvPr id="459" name="object 459"/>
            <p:cNvSpPr/>
            <p:nvPr/>
          </p:nvSpPr>
          <p:spPr>
            <a:xfrm>
              <a:off x="2720339" y="1396999"/>
              <a:ext cx="129539" cy="7620"/>
            </a:xfrm>
            <a:custGeom>
              <a:avLst/>
              <a:gdLst/>
              <a:ahLst/>
              <a:cxnLst/>
              <a:rect l="l" t="t" r="r" b="b"/>
              <a:pathLst>
                <a:path w="129539" h="7619">
                  <a:moveTo>
                    <a:pt x="87630" y="0"/>
                  </a:moveTo>
                  <a:lnTo>
                    <a:pt x="0" y="0"/>
                  </a:lnTo>
                  <a:lnTo>
                    <a:pt x="0" y="1269"/>
                  </a:lnTo>
                  <a:lnTo>
                    <a:pt x="1270" y="1269"/>
                  </a:lnTo>
                  <a:lnTo>
                    <a:pt x="1270" y="7620"/>
                  </a:lnTo>
                  <a:lnTo>
                    <a:pt x="88900" y="7620"/>
                  </a:lnTo>
                  <a:lnTo>
                    <a:pt x="88900" y="3809"/>
                  </a:lnTo>
                  <a:lnTo>
                    <a:pt x="87630" y="3809"/>
                  </a:lnTo>
                  <a:lnTo>
                    <a:pt x="87630" y="0"/>
                  </a:lnTo>
                  <a:close/>
                </a:path>
                <a:path w="129539" h="7619">
                  <a:moveTo>
                    <a:pt x="128269" y="5079"/>
                  </a:moveTo>
                  <a:lnTo>
                    <a:pt x="106680" y="5079"/>
                  </a:lnTo>
                  <a:lnTo>
                    <a:pt x="106680" y="7620"/>
                  </a:lnTo>
                  <a:lnTo>
                    <a:pt x="128269" y="7620"/>
                  </a:lnTo>
                  <a:lnTo>
                    <a:pt x="128269" y="5079"/>
                  </a:lnTo>
                  <a:close/>
                </a:path>
                <a:path w="129539" h="7619">
                  <a:moveTo>
                    <a:pt x="129539" y="0"/>
                  </a:moveTo>
                  <a:lnTo>
                    <a:pt x="107950" y="0"/>
                  </a:lnTo>
                  <a:lnTo>
                    <a:pt x="107950" y="5079"/>
                  </a:lnTo>
                  <a:lnTo>
                    <a:pt x="129539" y="5079"/>
                  </a:lnTo>
                  <a:lnTo>
                    <a:pt x="129539" y="0"/>
                  </a:lnTo>
                  <a:close/>
                </a:path>
              </a:pathLst>
            </a:custGeom>
            <a:solidFill>
              <a:srgbClr val="831800"/>
            </a:solidFill>
          </p:spPr>
          <p:txBody>
            <a:bodyPr wrap="square" lIns="0" tIns="0" rIns="0" bIns="0" rtlCol="0"/>
            <a:lstStyle/>
            <a:p/>
          </p:txBody>
        </p:sp>
        <p:sp>
          <p:nvSpPr>
            <p:cNvPr id="460" name="object 460"/>
            <p:cNvSpPr/>
            <p:nvPr/>
          </p:nvSpPr>
          <p:spPr>
            <a:xfrm>
              <a:off x="2722879" y="1404619"/>
              <a:ext cx="125730" cy="6350"/>
            </a:xfrm>
            <a:custGeom>
              <a:avLst/>
              <a:gdLst/>
              <a:ahLst/>
              <a:cxnLst/>
              <a:rect l="l" t="t" r="r" b="b"/>
              <a:pathLst>
                <a:path w="125730" h="6350">
                  <a:moveTo>
                    <a:pt x="86360" y="0"/>
                  </a:moveTo>
                  <a:lnTo>
                    <a:pt x="0" y="0"/>
                  </a:lnTo>
                  <a:lnTo>
                    <a:pt x="0" y="3809"/>
                  </a:lnTo>
                  <a:lnTo>
                    <a:pt x="1269" y="3809"/>
                  </a:lnTo>
                  <a:lnTo>
                    <a:pt x="1269" y="6350"/>
                  </a:lnTo>
                  <a:lnTo>
                    <a:pt x="87630" y="6350"/>
                  </a:lnTo>
                  <a:lnTo>
                    <a:pt x="87630" y="2539"/>
                  </a:lnTo>
                  <a:lnTo>
                    <a:pt x="86360" y="2539"/>
                  </a:lnTo>
                  <a:lnTo>
                    <a:pt x="86360" y="0"/>
                  </a:lnTo>
                  <a:close/>
                </a:path>
                <a:path w="125730" h="6350">
                  <a:moveTo>
                    <a:pt x="124459" y="3809"/>
                  </a:moveTo>
                  <a:lnTo>
                    <a:pt x="102869" y="3809"/>
                  </a:lnTo>
                  <a:lnTo>
                    <a:pt x="102869" y="6350"/>
                  </a:lnTo>
                  <a:lnTo>
                    <a:pt x="124459" y="6350"/>
                  </a:lnTo>
                  <a:lnTo>
                    <a:pt x="124459" y="3809"/>
                  </a:lnTo>
                  <a:close/>
                </a:path>
                <a:path w="125730" h="6350">
                  <a:moveTo>
                    <a:pt x="125729" y="0"/>
                  </a:moveTo>
                  <a:lnTo>
                    <a:pt x="104139" y="0"/>
                  </a:lnTo>
                  <a:lnTo>
                    <a:pt x="104139" y="3809"/>
                  </a:lnTo>
                  <a:lnTo>
                    <a:pt x="125729" y="3809"/>
                  </a:lnTo>
                  <a:lnTo>
                    <a:pt x="125729" y="0"/>
                  </a:lnTo>
                  <a:close/>
                </a:path>
              </a:pathLst>
            </a:custGeom>
            <a:solidFill>
              <a:srgbClr val="861700"/>
            </a:solidFill>
          </p:spPr>
          <p:txBody>
            <a:bodyPr wrap="square" lIns="0" tIns="0" rIns="0" bIns="0" rtlCol="0"/>
            <a:lstStyle/>
            <a:p/>
          </p:txBody>
        </p:sp>
        <p:sp>
          <p:nvSpPr>
            <p:cNvPr id="461" name="object 461"/>
            <p:cNvSpPr/>
            <p:nvPr/>
          </p:nvSpPr>
          <p:spPr>
            <a:xfrm>
              <a:off x="2724149" y="1410969"/>
              <a:ext cx="123189" cy="7620"/>
            </a:xfrm>
            <a:custGeom>
              <a:avLst/>
              <a:gdLst/>
              <a:ahLst/>
              <a:cxnLst/>
              <a:rect l="l" t="t" r="r" b="b"/>
              <a:pathLst>
                <a:path w="123189" h="7619">
                  <a:moveTo>
                    <a:pt x="86360" y="0"/>
                  </a:moveTo>
                  <a:lnTo>
                    <a:pt x="0" y="0"/>
                  </a:lnTo>
                  <a:lnTo>
                    <a:pt x="0" y="3809"/>
                  </a:lnTo>
                  <a:lnTo>
                    <a:pt x="87630" y="3809"/>
                  </a:lnTo>
                  <a:lnTo>
                    <a:pt x="87630" y="2539"/>
                  </a:lnTo>
                  <a:lnTo>
                    <a:pt x="86360" y="2539"/>
                  </a:lnTo>
                  <a:lnTo>
                    <a:pt x="86360" y="0"/>
                  </a:lnTo>
                  <a:close/>
                </a:path>
                <a:path w="123189" h="7619">
                  <a:moveTo>
                    <a:pt x="123189" y="0"/>
                  </a:moveTo>
                  <a:lnTo>
                    <a:pt x="101600" y="0"/>
                  </a:lnTo>
                  <a:lnTo>
                    <a:pt x="101600" y="3809"/>
                  </a:lnTo>
                  <a:lnTo>
                    <a:pt x="123189" y="3809"/>
                  </a:lnTo>
                  <a:lnTo>
                    <a:pt x="123189" y="0"/>
                  </a:lnTo>
                  <a:close/>
                </a:path>
                <a:path w="123189" h="7619">
                  <a:moveTo>
                    <a:pt x="87630" y="3810"/>
                  </a:moveTo>
                  <a:lnTo>
                    <a:pt x="1269" y="3810"/>
                  </a:lnTo>
                  <a:lnTo>
                    <a:pt x="1269" y="7619"/>
                  </a:lnTo>
                  <a:lnTo>
                    <a:pt x="88900" y="7619"/>
                  </a:lnTo>
                  <a:lnTo>
                    <a:pt x="88900" y="6350"/>
                  </a:lnTo>
                  <a:lnTo>
                    <a:pt x="87630" y="6350"/>
                  </a:lnTo>
                  <a:lnTo>
                    <a:pt x="87630" y="3810"/>
                  </a:lnTo>
                  <a:close/>
                </a:path>
                <a:path w="123189" h="7619">
                  <a:moveTo>
                    <a:pt x="121919" y="3810"/>
                  </a:moveTo>
                  <a:lnTo>
                    <a:pt x="100330" y="3810"/>
                  </a:lnTo>
                  <a:lnTo>
                    <a:pt x="100330" y="7619"/>
                  </a:lnTo>
                  <a:lnTo>
                    <a:pt x="121919" y="7619"/>
                  </a:lnTo>
                  <a:lnTo>
                    <a:pt x="121919" y="3810"/>
                  </a:lnTo>
                  <a:close/>
                </a:path>
              </a:pathLst>
            </a:custGeom>
            <a:solidFill>
              <a:srgbClr val="891700"/>
            </a:solidFill>
          </p:spPr>
          <p:txBody>
            <a:bodyPr wrap="square" lIns="0" tIns="0" rIns="0" bIns="0" rtlCol="0"/>
            <a:lstStyle/>
            <a:p/>
          </p:txBody>
        </p:sp>
        <p:sp>
          <p:nvSpPr>
            <p:cNvPr id="462" name="object 462"/>
            <p:cNvSpPr/>
            <p:nvPr/>
          </p:nvSpPr>
          <p:spPr>
            <a:xfrm>
              <a:off x="2725419" y="1418589"/>
              <a:ext cx="120650" cy="7620"/>
            </a:xfrm>
            <a:custGeom>
              <a:avLst/>
              <a:gdLst/>
              <a:ahLst/>
              <a:cxnLst/>
              <a:rect l="l" t="t" r="r" b="b"/>
              <a:pathLst>
                <a:path w="120650" h="7619">
                  <a:moveTo>
                    <a:pt x="87630" y="0"/>
                  </a:moveTo>
                  <a:lnTo>
                    <a:pt x="0" y="0"/>
                  </a:lnTo>
                  <a:lnTo>
                    <a:pt x="0" y="2539"/>
                  </a:lnTo>
                  <a:lnTo>
                    <a:pt x="87630" y="2539"/>
                  </a:lnTo>
                  <a:lnTo>
                    <a:pt x="87630" y="0"/>
                  </a:lnTo>
                  <a:close/>
                </a:path>
                <a:path w="120650" h="7619">
                  <a:moveTo>
                    <a:pt x="120650" y="0"/>
                  </a:moveTo>
                  <a:lnTo>
                    <a:pt x="99060" y="0"/>
                  </a:lnTo>
                  <a:lnTo>
                    <a:pt x="99060" y="2539"/>
                  </a:lnTo>
                  <a:lnTo>
                    <a:pt x="119380" y="2539"/>
                  </a:lnTo>
                  <a:lnTo>
                    <a:pt x="119380" y="1270"/>
                  </a:lnTo>
                  <a:lnTo>
                    <a:pt x="120650" y="1270"/>
                  </a:lnTo>
                  <a:lnTo>
                    <a:pt x="120650" y="0"/>
                  </a:lnTo>
                  <a:close/>
                </a:path>
                <a:path w="120650" h="7619">
                  <a:moveTo>
                    <a:pt x="87630" y="2540"/>
                  </a:moveTo>
                  <a:lnTo>
                    <a:pt x="1269" y="2540"/>
                  </a:lnTo>
                  <a:lnTo>
                    <a:pt x="1269" y="7620"/>
                  </a:lnTo>
                  <a:lnTo>
                    <a:pt x="88900" y="7620"/>
                  </a:lnTo>
                  <a:lnTo>
                    <a:pt x="88900" y="5080"/>
                  </a:lnTo>
                  <a:lnTo>
                    <a:pt x="87630" y="5080"/>
                  </a:lnTo>
                  <a:lnTo>
                    <a:pt x="87630" y="2540"/>
                  </a:lnTo>
                  <a:close/>
                </a:path>
                <a:path w="120650" h="7619">
                  <a:moveTo>
                    <a:pt x="119380" y="2540"/>
                  </a:moveTo>
                  <a:lnTo>
                    <a:pt x="97790" y="2540"/>
                  </a:lnTo>
                  <a:lnTo>
                    <a:pt x="97790" y="7620"/>
                  </a:lnTo>
                  <a:lnTo>
                    <a:pt x="119380" y="7620"/>
                  </a:lnTo>
                  <a:lnTo>
                    <a:pt x="119380" y="2540"/>
                  </a:lnTo>
                  <a:close/>
                </a:path>
              </a:pathLst>
            </a:custGeom>
            <a:solidFill>
              <a:srgbClr val="8D1600"/>
            </a:solidFill>
          </p:spPr>
          <p:txBody>
            <a:bodyPr wrap="square" lIns="0" tIns="0" rIns="0" bIns="0" rtlCol="0"/>
            <a:lstStyle/>
            <a:p/>
          </p:txBody>
        </p:sp>
        <p:sp>
          <p:nvSpPr>
            <p:cNvPr id="463" name="object 463"/>
            <p:cNvSpPr/>
            <p:nvPr/>
          </p:nvSpPr>
          <p:spPr>
            <a:xfrm>
              <a:off x="2727959" y="1426209"/>
              <a:ext cx="115570" cy="6350"/>
            </a:xfrm>
            <a:custGeom>
              <a:avLst/>
              <a:gdLst/>
              <a:ahLst/>
              <a:cxnLst/>
              <a:rect l="l" t="t" r="r" b="b"/>
              <a:pathLst>
                <a:path w="115569" h="6350">
                  <a:moveTo>
                    <a:pt x="86359" y="0"/>
                  </a:moveTo>
                  <a:lnTo>
                    <a:pt x="0" y="0"/>
                  </a:lnTo>
                  <a:lnTo>
                    <a:pt x="0" y="6350"/>
                  </a:lnTo>
                  <a:lnTo>
                    <a:pt x="87630" y="6350"/>
                  </a:lnTo>
                  <a:lnTo>
                    <a:pt x="87630" y="2539"/>
                  </a:lnTo>
                  <a:lnTo>
                    <a:pt x="86360" y="2539"/>
                  </a:lnTo>
                  <a:lnTo>
                    <a:pt x="86359" y="0"/>
                  </a:lnTo>
                  <a:close/>
                </a:path>
                <a:path w="115569" h="6350">
                  <a:moveTo>
                    <a:pt x="115569" y="0"/>
                  </a:moveTo>
                  <a:lnTo>
                    <a:pt x="95250" y="0"/>
                  </a:lnTo>
                  <a:lnTo>
                    <a:pt x="95250" y="1269"/>
                  </a:lnTo>
                  <a:lnTo>
                    <a:pt x="93979" y="1269"/>
                  </a:lnTo>
                  <a:lnTo>
                    <a:pt x="93979" y="6350"/>
                  </a:lnTo>
                  <a:lnTo>
                    <a:pt x="115569" y="6350"/>
                  </a:lnTo>
                  <a:lnTo>
                    <a:pt x="115569" y="0"/>
                  </a:lnTo>
                  <a:close/>
                </a:path>
              </a:pathLst>
            </a:custGeom>
            <a:solidFill>
              <a:srgbClr val="901500"/>
            </a:solidFill>
          </p:spPr>
          <p:txBody>
            <a:bodyPr wrap="square" lIns="0" tIns="0" rIns="0" bIns="0" rtlCol="0"/>
            <a:lstStyle/>
            <a:p/>
          </p:txBody>
        </p:sp>
        <p:sp>
          <p:nvSpPr>
            <p:cNvPr id="464" name="object 464"/>
            <p:cNvSpPr/>
            <p:nvPr/>
          </p:nvSpPr>
          <p:spPr>
            <a:xfrm>
              <a:off x="2729229" y="1432559"/>
              <a:ext cx="114300" cy="7620"/>
            </a:xfrm>
            <a:custGeom>
              <a:avLst/>
              <a:gdLst/>
              <a:ahLst/>
              <a:cxnLst/>
              <a:rect l="l" t="t" r="r" b="b"/>
              <a:pathLst>
                <a:path w="114300" h="7619">
                  <a:moveTo>
                    <a:pt x="86360" y="0"/>
                  </a:moveTo>
                  <a:lnTo>
                    <a:pt x="0" y="0"/>
                  </a:lnTo>
                  <a:lnTo>
                    <a:pt x="0" y="5079"/>
                  </a:lnTo>
                  <a:lnTo>
                    <a:pt x="1269" y="5079"/>
                  </a:lnTo>
                  <a:lnTo>
                    <a:pt x="1269" y="7619"/>
                  </a:lnTo>
                  <a:lnTo>
                    <a:pt x="87630" y="7619"/>
                  </a:lnTo>
                  <a:lnTo>
                    <a:pt x="87630" y="2539"/>
                  </a:lnTo>
                  <a:lnTo>
                    <a:pt x="86360" y="2539"/>
                  </a:lnTo>
                  <a:lnTo>
                    <a:pt x="86360" y="0"/>
                  </a:lnTo>
                  <a:close/>
                </a:path>
                <a:path w="114300" h="7619">
                  <a:moveTo>
                    <a:pt x="91439" y="7196"/>
                  </a:moveTo>
                  <a:lnTo>
                    <a:pt x="90169" y="7619"/>
                  </a:lnTo>
                  <a:lnTo>
                    <a:pt x="91439" y="7619"/>
                  </a:lnTo>
                  <a:lnTo>
                    <a:pt x="91439" y="7196"/>
                  </a:lnTo>
                  <a:close/>
                </a:path>
                <a:path w="114300" h="7619">
                  <a:moveTo>
                    <a:pt x="113029" y="423"/>
                  </a:moveTo>
                  <a:lnTo>
                    <a:pt x="91439" y="7619"/>
                  </a:lnTo>
                  <a:lnTo>
                    <a:pt x="111759" y="7619"/>
                  </a:lnTo>
                  <a:lnTo>
                    <a:pt x="111759" y="6350"/>
                  </a:lnTo>
                  <a:lnTo>
                    <a:pt x="113029" y="6350"/>
                  </a:lnTo>
                  <a:lnTo>
                    <a:pt x="113029" y="423"/>
                  </a:lnTo>
                  <a:close/>
                </a:path>
                <a:path w="114300" h="7619">
                  <a:moveTo>
                    <a:pt x="113029" y="0"/>
                  </a:moveTo>
                  <a:lnTo>
                    <a:pt x="92709" y="0"/>
                  </a:lnTo>
                  <a:lnTo>
                    <a:pt x="92709" y="1269"/>
                  </a:lnTo>
                  <a:lnTo>
                    <a:pt x="91439" y="1269"/>
                  </a:lnTo>
                  <a:lnTo>
                    <a:pt x="91439" y="7196"/>
                  </a:lnTo>
                  <a:lnTo>
                    <a:pt x="113029" y="0"/>
                  </a:lnTo>
                  <a:close/>
                </a:path>
                <a:path w="114300" h="7619">
                  <a:moveTo>
                    <a:pt x="114299" y="0"/>
                  </a:moveTo>
                  <a:lnTo>
                    <a:pt x="113029" y="0"/>
                  </a:lnTo>
                  <a:lnTo>
                    <a:pt x="113029" y="423"/>
                  </a:lnTo>
                  <a:lnTo>
                    <a:pt x="114299" y="0"/>
                  </a:lnTo>
                  <a:close/>
                </a:path>
              </a:pathLst>
            </a:custGeom>
            <a:solidFill>
              <a:srgbClr val="931500"/>
            </a:solidFill>
          </p:spPr>
          <p:txBody>
            <a:bodyPr wrap="square" lIns="0" tIns="0" rIns="0" bIns="0" rtlCol="0"/>
            <a:lstStyle/>
            <a:p/>
          </p:txBody>
        </p:sp>
        <p:sp>
          <p:nvSpPr>
            <p:cNvPr id="465" name="object 465"/>
            <p:cNvSpPr/>
            <p:nvPr/>
          </p:nvSpPr>
          <p:spPr>
            <a:xfrm>
              <a:off x="2730499" y="1440179"/>
              <a:ext cx="110489" cy="7620"/>
            </a:xfrm>
            <a:custGeom>
              <a:avLst/>
              <a:gdLst/>
              <a:ahLst/>
              <a:cxnLst/>
              <a:rect l="l" t="t" r="r" b="b"/>
              <a:pathLst>
                <a:path w="110489" h="7619">
                  <a:moveTo>
                    <a:pt x="86360" y="0"/>
                  </a:moveTo>
                  <a:lnTo>
                    <a:pt x="0" y="0"/>
                  </a:lnTo>
                  <a:lnTo>
                    <a:pt x="0" y="3810"/>
                  </a:lnTo>
                  <a:lnTo>
                    <a:pt x="1269" y="3810"/>
                  </a:lnTo>
                  <a:lnTo>
                    <a:pt x="1269" y="7620"/>
                  </a:lnTo>
                  <a:lnTo>
                    <a:pt x="109219" y="7620"/>
                  </a:lnTo>
                  <a:lnTo>
                    <a:pt x="109219" y="6350"/>
                  </a:lnTo>
                  <a:lnTo>
                    <a:pt x="87630" y="6350"/>
                  </a:lnTo>
                  <a:lnTo>
                    <a:pt x="87630" y="1270"/>
                  </a:lnTo>
                  <a:lnTo>
                    <a:pt x="86360" y="1270"/>
                  </a:lnTo>
                  <a:lnTo>
                    <a:pt x="86360" y="0"/>
                  </a:lnTo>
                  <a:close/>
                </a:path>
                <a:path w="110489" h="7619">
                  <a:moveTo>
                    <a:pt x="110489" y="0"/>
                  </a:moveTo>
                  <a:lnTo>
                    <a:pt x="88900" y="0"/>
                  </a:lnTo>
                  <a:lnTo>
                    <a:pt x="88900" y="6350"/>
                  </a:lnTo>
                  <a:lnTo>
                    <a:pt x="109219" y="6350"/>
                  </a:lnTo>
                  <a:lnTo>
                    <a:pt x="109219" y="3810"/>
                  </a:lnTo>
                  <a:lnTo>
                    <a:pt x="110489" y="3810"/>
                  </a:lnTo>
                  <a:lnTo>
                    <a:pt x="110489" y="0"/>
                  </a:lnTo>
                  <a:close/>
                </a:path>
              </a:pathLst>
            </a:custGeom>
            <a:solidFill>
              <a:srgbClr val="961400"/>
            </a:solidFill>
          </p:spPr>
          <p:txBody>
            <a:bodyPr wrap="square" lIns="0" tIns="0" rIns="0" bIns="0" rtlCol="0"/>
            <a:lstStyle/>
            <a:p/>
          </p:txBody>
        </p:sp>
        <p:sp>
          <p:nvSpPr>
            <p:cNvPr id="466" name="object 466"/>
            <p:cNvSpPr/>
            <p:nvPr/>
          </p:nvSpPr>
          <p:spPr>
            <a:xfrm>
              <a:off x="2731770" y="1447799"/>
              <a:ext cx="107950" cy="6350"/>
            </a:xfrm>
            <a:custGeom>
              <a:avLst/>
              <a:gdLst/>
              <a:ahLst/>
              <a:cxnLst/>
              <a:rect l="l" t="t" r="r" b="b"/>
              <a:pathLst>
                <a:path w="107950" h="6350">
                  <a:moveTo>
                    <a:pt x="106680" y="2552"/>
                  </a:moveTo>
                  <a:lnTo>
                    <a:pt x="1270" y="2552"/>
                  </a:lnTo>
                  <a:lnTo>
                    <a:pt x="1270" y="6350"/>
                  </a:lnTo>
                  <a:lnTo>
                    <a:pt x="106680" y="6350"/>
                  </a:lnTo>
                  <a:lnTo>
                    <a:pt x="106680" y="2552"/>
                  </a:lnTo>
                  <a:close/>
                </a:path>
                <a:path w="107950" h="6350">
                  <a:moveTo>
                    <a:pt x="107950" y="0"/>
                  </a:moveTo>
                  <a:lnTo>
                    <a:pt x="0" y="0"/>
                  </a:lnTo>
                  <a:lnTo>
                    <a:pt x="0" y="2540"/>
                  </a:lnTo>
                  <a:lnTo>
                    <a:pt x="107950" y="2540"/>
                  </a:lnTo>
                  <a:lnTo>
                    <a:pt x="107950" y="0"/>
                  </a:lnTo>
                  <a:close/>
                </a:path>
              </a:pathLst>
            </a:custGeom>
            <a:solidFill>
              <a:srgbClr val="991400"/>
            </a:solidFill>
          </p:spPr>
          <p:txBody>
            <a:bodyPr wrap="square" lIns="0" tIns="0" rIns="0" bIns="0" rtlCol="0"/>
            <a:lstStyle/>
            <a:p/>
          </p:txBody>
        </p:sp>
        <p:sp>
          <p:nvSpPr>
            <p:cNvPr id="467" name="object 467"/>
            <p:cNvSpPr/>
            <p:nvPr/>
          </p:nvSpPr>
          <p:spPr>
            <a:xfrm>
              <a:off x="2733040" y="1454149"/>
              <a:ext cx="105410" cy="7620"/>
            </a:xfrm>
            <a:custGeom>
              <a:avLst/>
              <a:gdLst/>
              <a:ahLst/>
              <a:cxnLst/>
              <a:rect l="l" t="t" r="r" b="b"/>
              <a:pathLst>
                <a:path w="105410" h="7619">
                  <a:moveTo>
                    <a:pt x="104140" y="2552"/>
                  </a:moveTo>
                  <a:lnTo>
                    <a:pt x="1270" y="2552"/>
                  </a:lnTo>
                  <a:lnTo>
                    <a:pt x="1270" y="7620"/>
                  </a:lnTo>
                  <a:lnTo>
                    <a:pt x="104140" y="7620"/>
                  </a:lnTo>
                  <a:lnTo>
                    <a:pt x="104140" y="2552"/>
                  </a:lnTo>
                  <a:close/>
                </a:path>
                <a:path w="105410" h="7619">
                  <a:moveTo>
                    <a:pt x="105410" y="0"/>
                  </a:moveTo>
                  <a:lnTo>
                    <a:pt x="0" y="0"/>
                  </a:lnTo>
                  <a:lnTo>
                    <a:pt x="0" y="1270"/>
                  </a:lnTo>
                  <a:lnTo>
                    <a:pt x="1270" y="1270"/>
                  </a:lnTo>
                  <a:lnTo>
                    <a:pt x="1270" y="2540"/>
                  </a:lnTo>
                  <a:lnTo>
                    <a:pt x="105410" y="2540"/>
                  </a:lnTo>
                  <a:lnTo>
                    <a:pt x="105410" y="1270"/>
                  </a:lnTo>
                  <a:lnTo>
                    <a:pt x="105410" y="0"/>
                  </a:lnTo>
                  <a:close/>
                </a:path>
              </a:pathLst>
            </a:custGeom>
            <a:solidFill>
              <a:srgbClr val="9D1300"/>
            </a:solidFill>
          </p:spPr>
          <p:txBody>
            <a:bodyPr wrap="square" lIns="0" tIns="0" rIns="0" bIns="0" rtlCol="0"/>
            <a:lstStyle/>
            <a:p/>
          </p:txBody>
        </p:sp>
        <p:sp>
          <p:nvSpPr>
            <p:cNvPr id="468" name="object 468"/>
            <p:cNvSpPr/>
            <p:nvPr/>
          </p:nvSpPr>
          <p:spPr>
            <a:xfrm>
              <a:off x="2735580" y="1461769"/>
              <a:ext cx="100330" cy="7620"/>
            </a:xfrm>
            <a:custGeom>
              <a:avLst/>
              <a:gdLst/>
              <a:ahLst/>
              <a:cxnLst/>
              <a:rect l="l" t="t" r="r" b="b"/>
              <a:pathLst>
                <a:path w="100330" h="7619">
                  <a:moveTo>
                    <a:pt x="100330" y="0"/>
                  </a:moveTo>
                  <a:lnTo>
                    <a:pt x="0" y="0"/>
                  </a:lnTo>
                  <a:lnTo>
                    <a:pt x="0" y="6350"/>
                  </a:lnTo>
                  <a:lnTo>
                    <a:pt x="1270" y="6350"/>
                  </a:lnTo>
                  <a:lnTo>
                    <a:pt x="1270" y="7620"/>
                  </a:lnTo>
                  <a:lnTo>
                    <a:pt x="99060" y="7620"/>
                  </a:lnTo>
                  <a:lnTo>
                    <a:pt x="99060" y="6350"/>
                  </a:lnTo>
                  <a:lnTo>
                    <a:pt x="100330" y="6350"/>
                  </a:lnTo>
                  <a:lnTo>
                    <a:pt x="100330" y="0"/>
                  </a:lnTo>
                  <a:close/>
                </a:path>
              </a:pathLst>
            </a:custGeom>
            <a:solidFill>
              <a:srgbClr val="A01200"/>
            </a:solidFill>
          </p:spPr>
          <p:txBody>
            <a:bodyPr wrap="square" lIns="0" tIns="0" rIns="0" bIns="0" rtlCol="0"/>
            <a:lstStyle/>
            <a:p/>
          </p:txBody>
        </p:sp>
        <p:sp>
          <p:nvSpPr>
            <p:cNvPr id="469" name="object 469"/>
            <p:cNvSpPr/>
            <p:nvPr/>
          </p:nvSpPr>
          <p:spPr>
            <a:xfrm>
              <a:off x="2736850" y="1469389"/>
              <a:ext cx="97790" cy="6350"/>
            </a:xfrm>
            <a:custGeom>
              <a:avLst/>
              <a:gdLst/>
              <a:ahLst/>
              <a:cxnLst/>
              <a:rect l="l" t="t" r="r" b="b"/>
              <a:pathLst>
                <a:path w="97789" h="6350">
                  <a:moveTo>
                    <a:pt x="97790" y="0"/>
                  </a:moveTo>
                  <a:lnTo>
                    <a:pt x="0" y="0"/>
                  </a:lnTo>
                  <a:lnTo>
                    <a:pt x="0" y="3810"/>
                  </a:lnTo>
                  <a:lnTo>
                    <a:pt x="1270" y="3810"/>
                  </a:lnTo>
                  <a:lnTo>
                    <a:pt x="1270" y="5080"/>
                  </a:lnTo>
                  <a:lnTo>
                    <a:pt x="1270" y="6350"/>
                  </a:lnTo>
                  <a:lnTo>
                    <a:pt x="96520" y="6350"/>
                  </a:lnTo>
                  <a:lnTo>
                    <a:pt x="96520" y="5080"/>
                  </a:lnTo>
                  <a:lnTo>
                    <a:pt x="97790" y="5080"/>
                  </a:lnTo>
                  <a:lnTo>
                    <a:pt x="97790" y="3810"/>
                  </a:lnTo>
                  <a:lnTo>
                    <a:pt x="97790" y="0"/>
                  </a:lnTo>
                  <a:close/>
                </a:path>
              </a:pathLst>
            </a:custGeom>
            <a:solidFill>
              <a:srgbClr val="A31200"/>
            </a:solidFill>
          </p:spPr>
          <p:txBody>
            <a:bodyPr wrap="square" lIns="0" tIns="0" rIns="0" bIns="0" rtlCol="0"/>
            <a:lstStyle/>
            <a:p/>
          </p:txBody>
        </p:sp>
        <p:sp>
          <p:nvSpPr>
            <p:cNvPr id="470" name="object 470"/>
            <p:cNvSpPr/>
            <p:nvPr/>
          </p:nvSpPr>
          <p:spPr>
            <a:xfrm>
              <a:off x="2738120" y="1475739"/>
              <a:ext cx="95250" cy="7620"/>
            </a:xfrm>
            <a:custGeom>
              <a:avLst/>
              <a:gdLst/>
              <a:ahLst/>
              <a:cxnLst/>
              <a:rect l="l" t="t" r="r" b="b"/>
              <a:pathLst>
                <a:path w="95250" h="7619">
                  <a:moveTo>
                    <a:pt x="95250" y="0"/>
                  </a:moveTo>
                  <a:lnTo>
                    <a:pt x="0" y="0"/>
                  </a:lnTo>
                  <a:lnTo>
                    <a:pt x="0" y="3810"/>
                  </a:lnTo>
                  <a:lnTo>
                    <a:pt x="1270" y="3810"/>
                  </a:lnTo>
                  <a:lnTo>
                    <a:pt x="1270" y="5080"/>
                  </a:lnTo>
                  <a:lnTo>
                    <a:pt x="1270" y="7620"/>
                  </a:lnTo>
                  <a:lnTo>
                    <a:pt x="93980" y="7620"/>
                  </a:lnTo>
                  <a:lnTo>
                    <a:pt x="93980" y="5080"/>
                  </a:lnTo>
                  <a:lnTo>
                    <a:pt x="95250" y="5080"/>
                  </a:lnTo>
                  <a:lnTo>
                    <a:pt x="95250" y="3810"/>
                  </a:lnTo>
                  <a:lnTo>
                    <a:pt x="95250" y="0"/>
                  </a:lnTo>
                  <a:close/>
                </a:path>
              </a:pathLst>
            </a:custGeom>
            <a:solidFill>
              <a:srgbClr val="A61100"/>
            </a:solidFill>
          </p:spPr>
          <p:txBody>
            <a:bodyPr wrap="square" lIns="0" tIns="0" rIns="0" bIns="0" rtlCol="0"/>
            <a:lstStyle/>
            <a:p/>
          </p:txBody>
        </p:sp>
        <p:sp>
          <p:nvSpPr>
            <p:cNvPr id="471" name="object 471"/>
            <p:cNvSpPr/>
            <p:nvPr/>
          </p:nvSpPr>
          <p:spPr>
            <a:xfrm>
              <a:off x="2739390" y="1483359"/>
              <a:ext cx="92710" cy="7620"/>
            </a:xfrm>
            <a:custGeom>
              <a:avLst/>
              <a:gdLst/>
              <a:ahLst/>
              <a:cxnLst/>
              <a:rect l="l" t="t" r="r" b="b"/>
              <a:pathLst>
                <a:path w="92710" h="7619">
                  <a:moveTo>
                    <a:pt x="92710" y="0"/>
                  </a:moveTo>
                  <a:lnTo>
                    <a:pt x="0" y="0"/>
                  </a:lnTo>
                  <a:lnTo>
                    <a:pt x="0" y="1270"/>
                  </a:lnTo>
                  <a:lnTo>
                    <a:pt x="1270" y="1270"/>
                  </a:lnTo>
                  <a:lnTo>
                    <a:pt x="1270" y="2540"/>
                  </a:lnTo>
                  <a:lnTo>
                    <a:pt x="1270" y="7620"/>
                  </a:lnTo>
                  <a:lnTo>
                    <a:pt x="91440" y="7620"/>
                  </a:lnTo>
                  <a:lnTo>
                    <a:pt x="91440" y="2540"/>
                  </a:lnTo>
                  <a:lnTo>
                    <a:pt x="92710" y="2540"/>
                  </a:lnTo>
                  <a:lnTo>
                    <a:pt x="92710" y="1270"/>
                  </a:lnTo>
                  <a:lnTo>
                    <a:pt x="92710" y="0"/>
                  </a:lnTo>
                  <a:close/>
                </a:path>
              </a:pathLst>
            </a:custGeom>
            <a:solidFill>
              <a:srgbClr val="AA1000"/>
            </a:solidFill>
          </p:spPr>
          <p:txBody>
            <a:bodyPr wrap="square" lIns="0" tIns="0" rIns="0" bIns="0" rtlCol="0"/>
            <a:lstStyle/>
            <a:p/>
          </p:txBody>
        </p:sp>
        <p:sp>
          <p:nvSpPr>
            <p:cNvPr id="472" name="object 472"/>
            <p:cNvSpPr/>
            <p:nvPr/>
          </p:nvSpPr>
          <p:spPr>
            <a:xfrm>
              <a:off x="2741929" y="1490979"/>
              <a:ext cx="88900" cy="6350"/>
            </a:xfrm>
            <a:custGeom>
              <a:avLst/>
              <a:gdLst/>
              <a:ahLst/>
              <a:cxnLst/>
              <a:rect l="l" t="t" r="r" b="b"/>
              <a:pathLst>
                <a:path w="88900" h="6350">
                  <a:moveTo>
                    <a:pt x="88900" y="0"/>
                  </a:moveTo>
                  <a:lnTo>
                    <a:pt x="0" y="0"/>
                  </a:lnTo>
                  <a:lnTo>
                    <a:pt x="0" y="6350"/>
                  </a:lnTo>
                  <a:lnTo>
                    <a:pt x="87630" y="6350"/>
                  </a:lnTo>
                  <a:lnTo>
                    <a:pt x="87630" y="1270"/>
                  </a:lnTo>
                  <a:lnTo>
                    <a:pt x="88900" y="1270"/>
                  </a:lnTo>
                  <a:lnTo>
                    <a:pt x="88900" y="0"/>
                  </a:lnTo>
                  <a:close/>
                </a:path>
              </a:pathLst>
            </a:custGeom>
            <a:solidFill>
              <a:srgbClr val="AD1000"/>
            </a:solidFill>
          </p:spPr>
          <p:txBody>
            <a:bodyPr wrap="square" lIns="0" tIns="0" rIns="0" bIns="0" rtlCol="0"/>
            <a:lstStyle/>
            <a:p/>
          </p:txBody>
        </p:sp>
        <p:sp>
          <p:nvSpPr>
            <p:cNvPr id="473" name="object 473"/>
            <p:cNvSpPr/>
            <p:nvPr/>
          </p:nvSpPr>
          <p:spPr>
            <a:xfrm>
              <a:off x="2743199" y="1497329"/>
              <a:ext cx="86360" cy="7620"/>
            </a:xfrm>
            <a:custGeom>
              <a:avLst/>
              <a:gdLst/>
              <a:ahLst/>
              <a:cxnLst/>
              <a:rect l="l" t="t" r="r" b="b"/>
              <a:pathLst>
                <a:path w="86360" h="7619">
                  <a:moveTo>
                    <a:pt x="86360" y="0"/>
                  </a:moveTo>
                  <a:lnTo>
                    <a:pt x="0" y="0"/>
                  </a:lnTo>
                  <a:lnTo>
                    <a:pt x="0" y="5080"/>
                  </a:lnTo>
                  <a:lnTo>
                    <a:pt x="1269" y="5080"/>
                  </a:lnTo>
                  <a:lnTo>
                    <a:pt x="1269" y="7620"/>
                  </a:lnTo>
                  <a:lnTo>
                    <a:pt x="85089" y="7620"/>
                  </a:lnTo>
                  <a:lnTo>
                    <a:pt x="85089" y="1270"/>
                  </a:lnTo>
                  <a:lnTo>
                    <a:pt x="86360" y="1270"/>
                  </a:lnTo>
                  <a:lnTo>
                    <a:pt x="86360" y="0"/>
                  </a:lnTo>
                  <a:close/>
                </a:path>
              </a:pathLst>
            </a:custGeom>
            <a:solidFill>
              <a:srgbClr val="B00F00"/>
            </a:solidFill>
          </p:spPr>
          <p:txBody>
            <a:bodyPr wrap="square" lIns="0" tIns="0" rIns="0" bIns="0" rtlCol="0"/>
            <a:lstStyle/>
            <a:p/>
          </p:txBody>
        </p:sp>
        <p:sp>
          <p:nvSpPr>
            <p:cNvPr id="474" name="object 474"/>
            <p:cNvSpPr/>
            <p:nvPr/>
          </p:nvSpPr>
          <p:spPr>
            <a:xfrm>
              <a:off x="2744469" y="1504949"/>
              <a:ext cx="82550" cy="7620"/>
            </a:xfrm>
            <a:custGeom>
              <a:avLst/>
              <a:gdLst/>
              <a:ahLst/>
              <a:cxnLst/>
              <a:rect l="l" t="t" r="r" b="b"/>
              <a:pathLst>
                <a:path w="82550" h="7619">
                  <a:moveTo>
                    <a:pt x="82550" y="0"/>
                  </a:moveTo>
                  <a:lnTo>
                    <a:pt x="0" y="0"/>
                  </a:lnTo>
                  <a:lnTo>
                    <a:pt x="0" y="3810"/>
                  </a:lnTo>
                  <a:lnTo>
                    <a:pt x="1269" y="3810"/>
                  </a:lnTo>
                  <a:lnTo>
                    <a:pt x="1269" y="5079"/>
                  </a:lnTo>
                  <a:lnTo>
                    <a:pt x="82550" y="5079"/>
                  </a:lnTo>
                  <a:lnTo>
                    <a:pt x="82550" y="0"/>
                  </a:lnTo>
                  <a:close/>
                </a:path>
                <a:path w="82550" h="7619">
                  <a:moveTo>
                    <a:pt x="81280" y="5080"/>
                  </a:moveTo>
                  <a:lnTo>
                    <a:pt x="1269" y="5080"/>
                  </a:lnTo>
                  <a:lnTo>
                    <a:pt x="1269" y="7620"/>
                  </a:lnTo>
                  <a:lnTo>
                    <a:pt x="81280" y="7620"/>
                  </a:lnTo>
                  <a:lnTo>
                    <a:pt x="81280" y="5080"/>
                  </a:lnTo>
                  <a:close/>
                </a:path>
              </a:pathLst>
            </a:custGeom>
            <a:solidFill>
              <a:srgbClr val="B30E00"/>
            </a:solidFill>
          </p:spPr>
          <p:txBody>
            <a:bodyPr wrap="square" lIns="0" tIns="0" rIns="0" bIns="0" rtlCol="0"/>
            <a:lstStyle/>
            <a:p/>
          </p:txBody>
        </p:sp>
        <p:sp>
          <p:nvSpPr>
            <p:cNvPr id="475" name="object 475"/>
            <p:cNvSpPr/>
            <p:nvPr/>
          </p:nvSpPr>
          <p:spPr>
            <a:xfrm>
              <a:off x="2745739" y="1512569"/>
              <a:ext cx="80010" cy="7620"/>
            </a:xfrm>
            <a:custGeom>
              <a:avLst/>
              <a:gdLst/>
              <a:ahLst/>
              <a:cxnLst/>
              <a:rect l="l" t="t" r="r" b="b"/>
              <a:pathLst>
                <a:path w="80010" h="7619">
                  <a:moveTo>
                    <a:pt x="80010" y="0"/>
                  </a:moveTo>
                  <a:lnTo>
                    <a:pt x="0" y="0"/>
                  </a:lnTo>
                  <a:lnTo>
                    <a:pt x="0" y="2539"/>
                  </a:lnTo>
                  <a:lnTo>
                    <a:pt x="1270" y="2539"/>
                  </a:lnTo>
                  <a:lnTo>
                    <a:pt x="1270" y="7619"/>
                  </a:lnTo>
                  <a:lnTo>
                    <a:pt x="78740" y="7619"/>
                  </a:lnTo>
                  <a:lnTo>
                    <a:pt x="78740" y="3809"/>
                  </a:lnTo>
                  <a:lnTo>
                    <a:pt x="80010" y="3809"/>
                  </a:lnTo>
                  <a:lnTo>
                    <a:pt x="80010" y="0"/>
                  </a:lnTo>
                  <a:close/>
                </a:path>
              </a:pathLst>
            </a:custGeom>
            <a:solidFill>
              <a:srgbClr val="B60E00"/>
            </a:solidFill>
          </p:spPr>
          <p:txBody>
            <a:bodyPr wrap="square" lIns="0" tIns="0" rIns="0" bIns="0" rtlCol="0"/>
            <a:lstStyle/>
            <a:p/>
          </p:txBody>
        </p:sp>
        <p:sp>
          <p:nvSpPr>
            <p:cNvPr id="476" name="object 476"/>
            <p:cNvSpPr/>
            <p:nvPr/>
          </p:nvSpPr>
          <p:spPr>
            <a:xfrm>
              <a:off x="2748279" y="1520189"/>
              <a:ext cx="76200" cy="6350"/>
            </a:xfrm>
            <a:custGeom>
              <a:avLst/>
              <a:gdLst/>
              <a:ahLst/>
              <a:cxnLst/>
              <a:rect l="l" t="t" r="r" b="b"/>
              <a:pathLst>
                <a:path w="76200" h="6350">
                  <a:moveTo>
                    <a:pt x="76200" y="0"/>
                  </a:moveTo>
                  <a:lnTo>
                    <a:pt x="0" y="0"/>
                  </a:lnTo>
                  <a:lnTo>
                    <a:pt x="0" y="6350"/>
                  </a:lnTo>
                  <a:lnTo>
                    <a:pt x="74930" y="6350"/>
                  </a:lnTo>
                  <a:lnTo>
                    <a:pt x="74930" y="2539"/>
                  </a:lnTo>
                  <a:lnTo>
                    <a:pt x="76200" y="2539"/>
                  </a:lnTo>
                  <a:lnTo>
                    <a:pt x="76200" y="0"/>
                  </a:lnTo>
                  <a:close/>
                </a:path>
              </a:pathLst>
            </a:custGeom>
            <a:solidFill>
              <a:srgbClr val="BA0D00"/>
            </a:solidFill>
          </p:spPr>
          <p:txBody>
            <a:bodyPr wrap="square" lIns="0" tIns="0" rIns="0" bIns="0" rtlCol="0"/>
            <a:lstStyle/>
            <a:p/>
          </p:txBody>
        </p:sp>
        <p:sp>
          <p:nvSpPr>
            <p:cNvPr id="477" name="object 477"/>
            <p:cNvSpPr/>
            <p:nvPr/>
          </p:nvSpPr>
          <p:spPr>
            <a:xfrm>
              <a:off x="2749549" y="1526539"/>
              <a:ext cx="73660" cy="7620"/>
            </a:xfrm>
            <a:custGeom>
              <a:avLst/>
              <a:gdLst/>
              <a:ahLst/>
              <a:cxnLst/>
              <a:rect l="l" t="t" r="r" b="b"/>
              <a:pathLst>
                <a:path w="73660" h="7619">
                  <a:moveTo>
                    <a:pt x="73660" y="0"/>
                  </a:moveTo>
                  <a:lnTo>
                    <a:pt x="0" y="0"/>
                  </a:lnTo>
                  <a:lnTo>
                    <a:pt x="0" y="2539"/>
                  </a:lnTo>
                  <a:lnTo>
                    <a:pt x="73660" y="2539"/>
                  </a:lnTo>
                  <a:lnTo>
                    <a:pt x="73660" y="0"/>
                  </a:lnTo>
                  <a:close/>
                </a:path>
                <a:path w="73660" h="7619">
                  <a:moveTo>
                    <a:pt x="72389" y="2540"/>
                  </a:moveTo>
                  <a:lnTo>
                    <a:pt x="0" y="2540"/>
                  </a:lnTo>
                  <a:lnTo>
                    <a:pt x="0" y="5080"/>
                  </a:lnTo>
                  <a:lnTo>
                    <a:pt x="1269" y="5080"/>
                  </a:lnTo>
                  <a:lnTo>
                    <a:pt x="1269" y="7620"/>
                  </a:lnTo>
                  <a:lnTo>
                    <a:pt x="72389" y="7620"/>
                  </a:lnTo>
                  <a:lnTo>
                    <a:pt x="72389" y="2540"/>
                  </a:lnTo>
                  <a:close/>
                </a:path>
              </a:pathLst>
            </a:custGeom>
            <a:solidFill>
              <a:srgbClr val="BD0C00"/>
            </a:solidFill>
          </p:spPr>
          <p:txBody>
            <a:bodyPr wrap="square" lIns="0" tIns="0" rIns="0" bIns="0" rtlCol="0"/>
            <a:lstStyle/>
            <a:p/>
          </p:txBody>
        </p:sp>
        <p:sp>
          <p:nvSpPr>
            <p:cNvPr id="478" name="object 478"/>
            <p:cNvSpPr/>
            <p:nvPr/>
          </p:nvSpPr>
          <p:spPr>
            <a:xfrm>
              <a:off x="2750819" y="1534159"/>
              <a:ext cx="69850" cy="7620"/>
            </a:xfrm>
            <a:custGeom>
              <a:avLst/>
              <a:gdLst/>
              <a:ahLst/>
              <a:cxnLst/>
              <a:rect l="l" t="t" r="r" b="b"/>
              <a:pathLst>
                <a:path w="69850" h="7619">
                  <a:moveTo>
                    <a:pt x="69850" y="0"/>
                  </a:moveTo>
                  <a:lnTo>
                    <a:pt x="0" y="0"/>
                  </a:lnTo>
                  <a:lnTo>
                    <a:pt x="0" y="3810"/>
                  </a:lnTo>
                  <a:lnTo>
                    <a:pt x="1269" y="3810"/>
                  </a:lnTo>
                  <a:lnTo>
                    <a:pt x="1269" y="7619"/>
                  </a:lnTo>
                  <a:lnTo>
                    <a:pt x="68580" y="7619"/>
                  </a:lnTo>
                  <a:lnTo>
                    <a:pt x="68580" y="6350"/>
                  </a:lnTo>
                  <a:lnTo>
                    <a:pt x="69850" y="6350"/>
                  </a:lnTo>
                  <a:lnTo>
                    <a:pt x="69850" y="0"/>
                  </a:lnTo>
                  <a:close/>
                </a:path>
              </a:pathLst>
            </a:custGeom>
            <a:solidFill>
              <a:srgbClr val="C00C00"/>
            </a:solidFill>
          </p:spPr>
          <p:txBody>
            <a:bodyPr wrap="square" lIns="0" tIns="0" rIns="0" bIns="0" rtlCol="0"/>
            <a:lstStyle/>
            <a:p/>
          </p:txBody>
        </p:sp>
        <p:sp>
          <p:nvSpPr>
            <p:cNvPr id="479" name="object 479"/>
            <p:cNvSpPr/>
            <p:nvPr/>
          </p:nvSpPr>
          <p:spPr>
            <a:xfrm>
              <a:off x="2752089" y="1541779"/>
              <a:ext cx="67310" cy="6350"/>
            </a:xfrm>
            <a:custGeom>
              <a:avLst/>
              <a:gdLst/>
              <a:ahLst/>
              <a:cxnLst/>
              <a:rect l="l" t="t" r="r" b="b"/>
              <a:pathLst>
                <a:path w="67310" h="6350">
                  <a:moveTo>
                    <a:pt x="67310" y="0"/>
                  </a:moveTo>
                  <a:lnTo>
                    <a:pt x="0" y="0"/>
                  </a:lnTo>
                  <a:lnTo>
                    <a:pt x="0" y="2540"/>
                  </a:lnTo>
                  <a:lnTo>
                    <a:pt x="1270" y="2540"/>
                  </a:lnTo>
                  <a:lnTo>
                    <a:pt x="1270" y="6350"/>
                  </a:lnTo>
                  <a:lnTo>
                    <a:pt x="66040" y="6350"/>
                  </a:lnTo>
                  <a:lnTo>
                    <a:pt x="66040" y="5080"/>
                  </a:lnTo>
                  <a:lnTo>
                    <a:pt x="67310" y="5080"/>
                  </a:lnTo>
                  <a:lnTo>
                    <a:pt x="67310" y="0"/>
                  </a:lnTo>
                  <a:close/>
                </a:path>
              </a:pathLst>
            </a:custGeom>
            <a:solidFill>
              <a:srgbClr val="C30B00"/>
            </a:solidFill>
          </p:spPr>
          <p:txBody>
            <a:bodyPr wrap="square" lIns="0" tIns="0" rIns="0" bIns="0" rtlCol="0"/>
            <a:lstStyle/>
            <a:p/>
          </p:txBody>
        </p:sp>
        <p:sp>
          <p:nvSpPr>
            <p:cNvPr id="480" name="object 480"/>
            <p:cNvSpPr/>
            <p:nvPr/>
          </p:nvSpPr>
          <p:spPr>
            <a:xfrm>
              <a:off x="2753359" y="1548129"/>
              <a:ext cx="64769" cy="7620"/>
            </a:xfrm>
            <a:custGeom>
              <a:avLst/>
              <a:gdLst/>
              <a:ahLst/>
              <a:cxnLst/>
              <a:rect l="l" t="t" r="r" b="b"/>
              <a:pathLst>
                <a:path w="64769" h="7619">
                  <a:moveTo>
                    <a:pt x="64769" y="0"/>
                  </a:moveTo>
                  <a:lnTo>
                    <a:pt x="0" y="0"/>
                  </a:lnTo>
                  <a:lnTo>
                    <a:pt x="0" y="1270"/>
                  </a:lnTo>
                  <a:lnTo>
                    <a:pt x="1269" y="1270"/>
                  </a:lnTo>
                  <a:lnTo>
                    <a:pt x="1269" y="7620"/>
                  </a:lnTo>
                  <a:lnTo>
                    <a:pt x="63500" y="7620"/>
                  </a:lnTo>
                  <a:lnTo>
                    <a:pt x="63500" y="5080"/>
                  </a:lnTo>
                  <a:lnTo>
                    <a:pt x="64769" y="5080"/>
                  </a:lnTo>
                  <a:lnTo>
                    <a:pt x="64769" y="0"/>
                  </a:lnTo>
                  <a:close/>
                </a:path>
              </a:pathLst>
            </a:custGeom>
            <a:solidFill>
              <a:srgbClr val="C70A00"/>
            </a:solidFill>
          </p:spPr>
          <p:txBody>
            <a:bodyPr wrap="square" lIns="0" tIns="0" rIns="0" bIns="0" rtlCol="0"/>
            <a:lstStyle/>
            <a:p/>
          </p:txBody>
        </p:sp>
        <p:sp>
          <p:nvSpPr>
            <p:cNvPr id="481" name="object 481"/>
            <p:cNvSpPr/>
            <p:nvPr/>
          </p:nvSpPr>
          <p:spPr>
            <a:xfrm>
              <a:off x="2755899" y="1555749"/>
              <a:ext cx="60960" cy="7620"/>
            </a:xfrm>
            <a:custGeom>
              <a:avLst/>
              <a:gdLst/>
              <a:ahLst/>
              <a:cxnLst/>
              <a:rect l="l" t="t" r="r" b="b"/>
              <a:pathLst>
                <a:path w="60960" h="7619">
                  <a:moveTo>
                    <a:pt x="60960" y="0"/>
                  </a:moveTo>
                  <a:lnTo>
                    <a:pt x="0" y="0"/>
                  </a:lnTo>
                  <a:lnTo>
                    <a:pt x="0" y="6350"/>
                  </a:lnTo>
                  <a:lnTo>
                    <a:pt x="1269" y="6350"/>
                  </a:lnTo>
                  <a:lnTo>
                    <a:pt x="1269" y="7620"/>
                  </a:lnTo>
                  <a:lnTo>
                    <a:pt x="59689" y="7620"/>
                  </a:lnTo>
                  <a:lnTo>
                    <a:pt x="59689" y="2539"/>
                  </a:lnTo>
                  <a:lnTo>
                    <a:pt x="60960" y="2539"/>
                  </a:lnTo>
                  <a:lnTo>
                    <a:pt x="60960" y="0"/>
                  </a:lnTo>
                  <a:close/>
                </a:path>
              </a:pathLst>
            </a:custGeom>
            <a:solidFill>
              <a:srgbClr val="CA0A00"/>
            </a:solidFill>
          </p:spPr>
          <p:txBody>
            <a:bodyPr wrap="square" lIns="0" tIns="0" rIns="0" bIns="0" rtlCol="0"/>
            <a:lstStyle/>
            <a:p/>
          </p:txBody>
        </p:sp>
        <p:sp>
          <p:nvSpPr>
            <p:cNvPr id="482" name="object 482"/>
            <p:cNvSpPr/>
            <p:nvPr/>
          </p:nvSpPr>
          <p:spPr>
            <a:xfrm>
              <a:off x="2757169" y="1563369"/>
              <a:ext cx="58419" cy="6350"/>
            </a:xfrm>
            <a:custGeom>
              <a:avLst/>
              <a:gdLst/>
              <a:ahLst/>
              <a:cxnLst/>
              <a:rect l="l" t="t" r="r" b="b"/>
              <a:pathLst>
                <a:path w="58419" h="6350">
                  <a:moveTo>
                    <a:pt x="58419" y="0"/>
                  </a:moveTo>
                  <a:lnTo>
                    <a:pt x="0" y="0"/>
                  </a:lnTo>
                  <a:lnTo>
                    <a:pt x="0" y="3809"/>
                  </a:lnTo>
                  <a:lnTo>
                    <a:pt x="1269" y="3809"/>
                  </a:lnTo>
                  <a:lnTo>
                    <a:pt x="1269" y="6350"/>
                  </a:lnTo>
                  <a:lnTo>
                    <a:pt x="57150" y="6350"/>
                  </a:lnTo>
                  <a:lnTo>
                    <a:pt x="57150" y="1269"/>
                  </a:lnTo>
                  <a:lnTo>
                    <a:pt x="58419" y="1269"/>
                  </a:lnTo>
                  <a:lnTo>
                    <a:pt x="58419" y="0"/>
                  </a:lnTo>
                  <a:close/>
                </a:path>
              </a:pathLst>
            </a:custGeom>
            <a:solidFill>
              <a:srgbClr val="CD0900"/>
            </a:solidFill>
          </p:spPr>
          <p:txBody>
            <a:bodyPr wrap="square" lIns="0" tIns="0" rIns="0" bIns="0" rtlCol="0"/>
            <a:lstStyle/>
            <a:p/>
          </p:txBody>
        </p:sp>
        <p:sp>
          <p:nvSpPr>
            <p:cNvPr id="483" name="object 483"/>
            <p:cNvSpPr/>
            <p:nvPr/>
          </p:nvSpPr>
          <p:spPr>
            <a:xfrm>
              <a:off x="2758439" y="1569719"/>
              <a:ext cx="55880" cy="7620"/>
            </a:xfrm>
            <a:custGeom>
              <a:avLst/>
              <a:gdLst/>
              <a:ahLst/>
              <a:cxnLst/>
              <a:rect l="l" t="t" r="r" b="b"/>
              <a:pathLst>
                <a:path w="55880" h="7619">
                  <a:moveTo>
                    <a:pt x="55880" y="0"/>
                  </a:moveTo>
                  <a:lnTo>
                    <a:pt x="0" y="0"/>
                  </a:lnTo>
                  <a:lnTo>
                    <a:pt x="0" y="3809"/>
                  </a:lnTo>
                  <a:lnTo>
                    <a:pt x="1270" y="3809"/>
                  </a:lnTo>
                  <a:lnTo>
                    <a:pt x="1270" y="7619"/>
                  </a:lnTo>
                  <a:lnTo>
                    <a:pt x="54610" y="7619"/>
                  </a:lnTo>
                  <a:lnTo>
                    <a:pt x="54610" y="1269"/>
                  </a:lnTo>
                  <a:lnTo>
                    <a:pt x="55880" y="1269"/>
                  </a:lnTo>
                  <a:lnTo>
                    <a:pt x="55880" y="0"/>
                  </a:lnTo>
                  <a:close/>
                </a:path>
              </a:pathLst>
            </a:custGeom>
            <a:solidFill>
              <a:srgbClr val="D00900"/>
            </a:solidFill>
          </p:spPr>
          <p:txBody>
            <a:bodyPr wrap="square" lIns="0" tIns="0" rIns="0" bIns="0" rtlCol="0"/>
            <a:lstStyle/>
            <a:p/>
          </p:txBody>
        </p:sp>
        <p:sp>
          <p:nvSpPr>
            <p:cNvPr id="484" name="object 484"/>
            <p:cNvSpPr/>
            <p:nvPr/>
          </p:nvSpPr>
          <p:spPr>
            <a:xfrm>
              <a:off x="2759709" y="1577339"/>
              <a:ext cx="52069" cy="7620"/>
            </a:xfrm>
            <a:custGeom>
              <a:avLst/>
              <a:gdLst/>
              <a:ahLst/>
              <a:cxnLst/>
              <a:rect l="l" t="t" r="r" b="b"/>
              <a:pathLst>
                <a:path w="52069" h="7619">
                  <a:moveTo>
                    <a:pt x="52069" y="0"/>
                  </a:moveTo>
                  <a:lnTo>
                    <a:pt x="0" y="0"/>
                  </a:lnTo>
                  <a:lnTo>
                    <a:pt x="0" y="1270"/>
                  </a:lnTo>
                  <a:lnTo>
                    <a:pt x="1269" y="1270"/>
                  </a:lnTo>
                  <a:lnTo>
                    <a:pt x="1269" y="7620"/>
                  </a:lnTo>
                  <a:lnTo>
                    <a:pt x="50800" y="7620"/>
                  </a:lnTo>
                  <a:lnTo>
                    <a:pt x="50800" y="5080"/>
                  </a:lnTo>
                  <a:lnTo>
                    <a:pt x="52069" y="5080"/>
                  </a:lnTo>
                  <a:lnTo>
                    <a:pt x="52069" y="0"/>
                  </a:lnTo>
                  <a:close/>
                </a:path>
              </a:pathLst>
            </a:custGeom>
            <a:solidFill>
              <a:srgbClr val="D40800"/>
            </a:solidFill>
          </p:spPr>
          <p:txBody>
            <a:bodyPr wrap="square" lIns="0" tIns="0" rIns="0" bIns="0" rtlCol="0"/>
            <a:lstStyle/>
            <a:p/>
          </p:txBody>
        </p:sp>
        <p:sp>
          <p:nvSpPr>
            <p:cNvPr id="485" name="object 485"/>
            <p:cNvSpPr/>
            <p:nvPr/>
          </p:nvSpPr>
          <p:spPr>
            <a:xfrm>
              <a:off x="2762249" y="1584959"/>
              <a:ext cx="48260" cy="6350"/>
            </a:xfrm>
            <a:custGeom>
              <a:avLst/>
              <a:gdLst/>
              <a:ahLst/>
              <a:cxnLst/>
              <a:rect l="l" t="t" r="r" b="b"/>
              <a:pathLst>
                <a:path w="48260" h="6350">
                  <a:moveTo>
                    <a:pt x="48260" y="0"/>
                  </a:moveTo>
                  <a:lnTo>
                    <a:pt x="0" y="0"/>
                  </a:lnTo>
                  <a:lnTo>
                    <a:pt x="0" y="6350"/>
                  </a:lnTo>
                  <a:lnTo>
                    <a:pt x="46989" y="6350"/>
                  </a:lnTo>
                  <a:lnTo>
                    <a:pt x="46989" y="3810"/>
                  </a:lnTo>
                  <a:lnTo>
                    <a:pt x="48260" y="3810"/>
                  </a:lnTo>
                  <a:lnTo>
                    <a:pt x="48260" y="0"/>
                  </a:lnTo>
                  <a:close/>
                </a:path>
              </a:pathLst>
            </a:custGeom>
            <a:solidFill>
              <a:srgbClr val="D70700"/>
            </a:solidFill>
          </p:spPr>
          <p:txBody>
            <a:bodyPr wrap="square" lIns="0" tIns="0" rIns="0" bIns="0" rtlCol="0"/>
            <a:lstStyle/>
            <a:p/>
          </p:txBody>
        </p:sp>
        <p:sp>
          <p:nvSpPr>
            <p:cNvPr id="486" name="object 486"/>
            <p:cNvSpPr/>
            <p:nvPr/>
          </p:nvSpPr>
          <p:spPr>
            <a:xfrm>
              <a:off x="2763519" y="1591309"/>
              <a:ext cx="45720" cy="7620"/>
            </a:xfrm>
            <a:custGeom>
              <a:avLst/>
              <a:gdLst/>
              <a:ahLst/>
              <a:cxnLst/>
              <a:rect l="l" t="t" r="r" b="b"/>
              <a:pathLst>
                <a:path w="45719" h="7619">
                  <a:moveTo>
                    <a:pt x="45719" y="0"/>
                  </a:moveTo>
                  <a:lnTo>
                    <a:pt x="0" y="0"/>
                  </a:lnTo>
                  <a:lnTo>
                    <a:pt x="0" y="5079"/>
                  </a:lnTo>
                  <a:lnTo>
                    <a:pt x="44450" y="5079"/>
                  </a:lnTo>
                  <a:lnTo>
                    <a:pt x="44450" y="3810"/>
                  </a:lnTo>
                  <a:lnTo>
                    <a:pt x="45719" y="3810"/>
                  </a:lnTo>
                  <a:lnTo>
                    <a:pt x="45719" y="0"/>
                  </a:lnTo>
                  <a:close/>
                </a:path>
                <a:path w="45719" h="7619">
                  <a:moveTo>
                    <a:pt x="44450" y="5080"/>
                  </a:moveTo>
                  <a:lnTo>
                    <a:pt x="1269" y="5080"/>
                  </a:lnTo>
                  <a:lnTo>
                    <a:pt x="1269" y="7619"/>
                  </a:lnTo>
                  <a:lnTo>
                    <a:pt x="44450" y="7619"/>
                  </a:lnTo>
                  <a:lnTo>
                    <a:pt x="44450" y="5080"/>
                  </a:lnTo>
                  <a:close/>
                </a:path>
              </a:pathLst>
            </a:custGeom>
            <a:solidFill>
              <a:srgbClr val="DA0700"/>
            </a:solidFill>
          </p:spPr>
          <p:txBody>
            <a:bodyPr wrap="square" lIns="0" tIns="0" rIns="0" bIns="0" rtlCol="0"/>
            <a:lstStyle/>
            <a:p/>
          </p:txBody>
        </p:sp>
        <p:sp>
          <p:nvSpPr>
            <p:cNvPr id="487" name="object 487"/>
            <p:cNvSpPr/>
            <p:nvPr/>
          </p:nvSpPr>
          <p:spPr>
            <a:xfrm>
              <a:off x="2764789" y="1598929"/>
              <a:ext cx="43180" cy="7620"/>
            </a:xfrm>
            <a:custGeom>
              <a:avLst/>
              <a:gdLst/>
              <a:ahLst/>
              <a:cxnLst/>
              <a:rect l="l" t="t" r="r" b="b"/>
              <a:pathLst>
                <a:path w="43180" h="7619">
                  <a:moveTo>
                    <a:pt x="43180" y="0"/>
                  </a:moveTo>
                  <a:lnTo>
                    <a:pt x="0" y="0"/>
                  </a:lnTo>
                  <a:lnTo>
                    <a:pt x="0" y="3810"/>
                  </a:lnTo>
                  <a:lnTo>
                    <a:pt x="1270" y="3810"/>
                  </a:lnTo>
                  <a:lnTo>
                    <a:pt x="1270" y="7620"/>
                  </a:lnTo>
                  <a:lnTo>
                    <a:pt x="41910" y="7620"/>
                  </a:lnTo>
                  <a:lnTo>
                    <a:pt x="41910" y="2540"/>
                  </a:lnTo>
                  <a:lnTo>
                    <a:pt x="43180" y="2540"/>
                  </a:lnTo>
                  <a:lnTo>
                    <a:pt x="43180" y="0"/>
                  </a:lnTo>
                  <a:close/>
                </a:path>
              </a:pathLst>
            </a:custGeom>
            <a:solidFill>
              <a:srgbClr val="DD0600"/>
            </a:solidFill>
          </p:spPr>
          <p:txBody>
            <a:bodyPr wrap="square" lIns="0" tIns="0" rIns="0" bIns="0" rtlCol="0"/>
            <a:lstStyle/>
            <a:p/>
          </p:txBody>
        </p:sp>
        <p:sp>
          <p:nvSpPr>
            <p:cNvPr id="488" name="object 488"/>
            <p:cNvSpPr/>
            <p:nvPr/>
          </p:nvSpPr>
          <p:spPr>
            <a:xfrm>
              <a:off x="2766059" y="1606550"/>
              <a:ext cx="39370" cy="6350"/>
            </a:xfrm>
            <a:custGeom>
              <a:avLst/>
              <a:gdLst/>
              <a:ahLst/>
              <a:cxnLst/>
              <a:rect l="l" t="t" r="r" b="b"/>
              <a:pathLst>
                <a:path w="39369" h="6350">
                  <a:moveTo>
                    <a:pt x="39369" y="0"/>
                  </a:moveTo>
                  <a:lnTo>
                    <a:pt x="0" y="0"/>
                  </a:lnTo>
                  <a:lnTo>
                    <a:pt x="0" y="2539"/>
                  </a:lnTo>
                  <a:lnTo>
                    <a:pt x="1269" y="2539"/>
                  </a:lnTo>
                  <a:lnTo>
                    <a:pt x="1269" y="6350"/>
                  </a:lnTo>
                  <a:lnTo>
                    <a:pt x="39369" y="6350"/>
                  </a:lnTo>
                  <a:lnTo>
                    <a:pt x="39369" y="0"/>
                  </a:lnTo>
                  <a:close/>
                </a:path>
              </a:pathLst>
            </a:custGeom>
            <a:solidFill>
              <a:srgbClr val="E00500"/>
            </a:solidFill>
          </p:spPr>
          <p:txBody>
            <a:bodyPr wrap="square" lIns="0" tIns="0" rIns="0" bIns="0" rtlCol="0"/>
            <a:lstStyle/>
            <a:p/>
          </p:txBody>
        </p:sp>
        <p:sp>
          <p:nvSpPr>
            <p:cNvPr id="489" name="object 489"/>
            <p:cNvSpPr/>
            <p:nvPr/>
          </p:nvSpPr>
          <p:spPr>
            <a:xfrm>
              <a:off x="2767329" y="1612900"/>
              <a:ext cx="36830" cy="7620"/>
            </a:xfrm>
            <a:custGeom>
              <a:avLst/>
              <a:gdLst/>
              <a:ahLst/>
              <a:cxnLst/>
              <a:rect l="l" t="t" r="r" b="b"/>
              <a:pathLst>
                <a:path w="36830" h="7619">
                  <a:moveTo>
                    <a:pt x="36830" y="0"/>
                  </a:moveTo>
                  <a:lnTo>
                    <a:pt x="0" y="0"/>
                  </a:lnTo>
                  <a:lnTo>
                    <a:pt x="0" y="1270"/>
                  </a:lnTo>
                  <a:lnTo>
                    <a:pt x="1269" y="1270"/>
                  </a:lnTo>
                  <a:lnTo>
                    <a:pt x="1269" y="7620"/>
                  </a:lnTo>
                  <a:lnTo>
                    <a:pt x="35559" y="7620"/>
                  </a:lnTo>
                  <a:lnTo>
                    <a:pt x="35559" y="6350"/>
                  </a:lnTo>
                  <a:lnTo>
                    <a:pt x="36830" y="6350"/>
                  </a:lnTo>
                  <a:lnTo>
                    <a:pt x="36830" y="0"/>
                  </a:lnTo>
                  <a:close/>
                </a:path>
              </a:pathLst>
            </a:custGeom>
            <a:solidFill>
              <a:srgbClr val="E40500"/>
            </a:solidFill>
          </p:spPr>
          <p:txBody>
            <a:bodyPr wrap="square" lIns="0" tIns="0" rIns="0" bIns="0" rtlCol="0"/>
            <a:lstStyle/>
            <a:p/>
          </p:txBody>
        </p:sp>
        <p:sp>
          <p:nvSpPr>
            <p:cNvPr id="490" name="object 490"/>
            <p:cNvSpPr/>
            <p:nvPr/>
          </p:nvSpPr>
          <p:spPr>
            <a:xfrm>
              <a:off x="2769869" y="1620519"/>
              <a:ext cx="33020" cy="7620"/>
            </a:xfrm>
            <a:custGeom>
              <a:avLst/>
              <a:gdLst/>
              <a:ahLst/>
              <a:cxnLst/>
              <a:rect l="l" t="t" r="r" b="b"/>
              <a:pathLst>
                <a:path w="33019" h="7619">
                  <a:moveTo>
                    <a:pt x="31750" y="5079"/>
                  </a:moveTo>
                  <a:lnTo>
                    <a:pt x="1269" y="5079"/>
                  </a:lnTo>
                  <a:lnTo>
                    <a:pt x="1269" y="7619"/>
                  </a:lnTo>
                  <a:lnTo>
                    <a:pt x="31750" y="7619"/>
                  </a:lnTo>
                  <a:lnTo>
                    <a:pt x="31750" y="5079"/>
                  </a:lnTo>
                  <a:close/>
                </a:path>
                <a:path w="33019" h="7619">
                  <a:moveTo>
                    <a:pt x="33019" y="0"/>
                  </a:moveTo>
                  <a:lnTo>
                    <a:pt x="0" y="0"/>
                  </a:lnTo>
                  <a:lnTo>
                    <a:pt x="0" y="5079"/>
                  </a:lnTo>
                  <a:lnTo>
                    <a:pt x="33019" y="5079"/>
                  </a:lnTo>
                  <a:lnTo>
                    <a:pt x="33019" y="0"/>
                  </a:lnTo>
                  <a:close/>
                </a:path>
              </a:pathLst>
            </a:custGeom>
            <a:solidFill>
              <a:srgbClr val="E70400"/>
            </a:solidFill>
          </p:spPr>
          <p:txBody>
            <a:bodyPr wrap="square" lIns="0" tIns="0" rIns="0" bIns="0" rtlCol="0"/>
            <a:lstStyle/>
            <a:p/>
          </p:txBody>
        </p:sp>
        <p:sp>
          <p:nvSpPr>
            <p:cNvPr id="491" name="object 491"/>
            <p:cNvSpPr/>
            <p:nvPr/>
          </p:nvSpPr>
          <p:spPr>
            <a:xfrm>
              <a:off x="2771139" y="1628139"/>
              <a:ext cx="30480" cy="6350"/>
            </a:xfrm>
            <a:custGeom>
              <a:avLst/>
              <a:gdLst/>
              <a:ahLst/>
              <a:cxnLst/>
              <a:rect l="l" t="t" r="r" b="b"/>
              <a:pathLst>
                <a:path w="30480" h="6350">
                  <a:moveTo>
                    <a:pt x="30480" y="0"/>
                  </a:moveTo>
                  <a:lnTo>
                    <a:pt x="0" y="0"/>
                  </a:lnTo>
                  <a:lnTo>
                    <a:pt x="0" y="3810"/>
                  </a:lnTo>
                  <a:lnTo>
                    <a:pt x="1270" y="3810"/>
                  </a:lnTo>
                  <a:lnTo>
                    <a:pt x="1270" y="6350"/>
                  </a:lnTo>
                  <a:lnTo>
                    <a:pt x="29210" y="6350"/>
                  </a:lnTo>
                  <a:lnTo>
                    <a:pt x="29210" y="2539"/>
                  </a:lnTo>
                  <a:lnTo>
                    <a:pt x="30480" y="2539"/>
                  </a:lnTo>
                  <a:lnTo>
                    <a:pt x="30480" y="0"/>
                  </a:lnTo>
                  <a:close/>
                </a:path>
              </a:pathLst>
            </a:custGeom>
            <a:solidFill>
              <a:srgbClr val="EA0300"/>
            </a:solidFill>
          </p:spPr>
          <p:txBody>
            <a:bodyPr wrap="square" lIns="0" tIns="0" rIns="0" bIns="0" rtlCol="0"/>
            <a:lstStyle/>
            <a:p/>
          </p:txBody>
        </p:sp>
        <p:sp>
          <p:nvSpPr>
            <p:cNvPr id="492" name="object 492"/>
            <p:cNvSpPr/>
            <p:nvPr/>
          </p:nvSpPr>
          <p:spPr>
            <a:xfrm>
              <a:off x="2772409" y="1634489"/>
              <a:ext cx="27940" cy="7620"/>
            </a:xfrm>
            <a:custGeom>
              <a:avLst/>
              <a:gdLst/>
              <a:ahLst/>
              <a:cxnLst/>
              <a:rect l="l" t="t" r="r" b="b"/>
              <a:pathLst>
                <a:path w="27939" h="7619">
                  <a:moveTo>
                    <a:pt x="27939" y="0"/>
                  </a:moveTo>
                  <a:lnTo>
                    <a:pt x="0" y="0"/>
                  </a:lnTo>
                  <a:lnTo>
                    <a:pt x="0" y="3810"/>
                  </a:lnTo>
                  <a:lnTo>
                    <a:pt x="1269" y="3810"/>
                  </a:lnTo>
                  <a:lnTo>
                    <a:pt x="1269" y="7620"/>
                  </a:lnTo>
                  <a:lnTo>
                    <a:pt x="26669" y="7620"/>
                  </a:lnTo>
                  <a:lnTo>
                    <a:pt x="26669" y="2539"/>
                  </a:lnTo>
                  <a:lnTo>
                    <a:pt x="27939" y="2539"/>
                  </a:lnTo>
                  <a:lnTo>
                    <a:pt x="27939" y="0"/>
                  </a:lnTo>
                  <a:close/>
                </a:path>
              </a:pathLst>
            </a:custGeom>
            <a:solidFill>
              <a:srgbClr val="ED0300"/>
            </a:solidFill>
          </p:spPr>
          <p:txBody>
            <a:bodyPr wrap="square" lIns="0" tIns="0" rIns="0" bIns="0" rtlCol="0"/>
            <a:lstStyle/>
            <a:p/>
          </p:txBody>
        </p:sp>
        <p:sp>
          <p:nvSpPr>
            <p:cNvPr id="493" name="object 493"/>
            <p:cNvSpPr/>
            <p:nvPr/>
          </p:nvSpPr>
          <p:spPr>
            <a:xfrm>
              <a:off x="2773679" y="1642109"/>
              <a:ext cx="25400" cy="7620"/>
            </a:xfrm>
            <a:custGeom>
              <a:avLst/>
              <a:gdLst/>
              <a:ahLst/>
              <a:cxnLst/>
              <a:rect l="l" t="t" r="r" b="b"/>
              <a:pathLst>
                <a:path w="25400" h="7619">
                  <a:moveTo>
                    <a:pt x="24130" y="1269"/>
                  </a:moveTo>
                  <a:lnTo>
                    <a:pt x="1269" y="1269"/>
                  </a:lnTo>
                  <a:lnTo>
                    <a:pt x="1269" y="7619"/>
                  </a:lnTo>
                  <a:lnTo>
                    <a:pt x="24130" y="7619"/>
                  </a:lnTo>
                  <a:lnTo>
                    <a:pt x="24130" y="1269"/>
                  </a:lnTo>
                  <a:close/>
                </a:path>
                <a:path w="25400" h="7619">
                  <a:moveTo>
                    <a:pt x="25400" y="0"/>
                  </a:moveTo>
                  <a:lnTo>
                    <a:pt x="0" y="0"/>
                  </a:lnTo>
                  <a:lnTo>
                    <a:pt x="0" y="1269"/>
                  </a:lnTo>
                  <a:lnTo>
                    <a:pt x="25400" y="1269"/>
                  </a:lnTo>
                  <a:lnTo>
                    <a:pt x="25400" y="0"/>
                  </a:lnTo>
                  <a:close/>
                </a:path>
              </a:pathLst>
            </a:custGeom>
            <a:solidFill>
              <a:srgbClr val="F10200"/>
            </a:solidFill>
          </p:spPr>
          <p:txBody>
            <a:bodyPr wrap="square" lIns="0" tIns="0" rIns="0" bIns="0" rtlCol="0"/>
            <a:lstStyle/>
            <a:p/>
          </p:txBody>
        </p:sp>
        <p:sp>
          <p:nvSpPr>
            <p:cNvPr id="494" name="object 494"/>
            <p:cNvSpPr/>
            <p:nvPr/>
          </p:nvSpPr>
          <p:spPr>
            <a:xfrm>
              <a:off x="2776219" y="1649729"/>
              <a:ext cx="20320" cy="7620"/>
            </a:xfrm>
            <a:custGeom>
              <a:avLst/>
              <a:gdLst/>
              <a:ahLst/>
              <a:cxnLst/>
              <a:rect l="l" t="t" r="r" b="b"/>
              <a:pathLst>
                <a:path w="20319" h="7619">
                  <a:moveTo>
                    <a:pt x="20319" y="0"/>
                  </a:moveTo>
                  <a:lnTo>
                    <a:pt x="0" y="0"/>
                  </a:lnTo>
                  <a:lnTo>
                    <a:pt x="0" y="6349"/>
                  </a:lnTo>
                  <a:lnTo>
                    <a:pt x="19050" y="6349"/>
                  </a:lnTo>
                  <a:lnTo>
                    <a:pt x="19050" y="5079"/>
                  </a:lnTo>
                  <a:lnTo>
                    <a:pt x="20319" y="5079"/>
                  </a:lnTo>
                  <a:lnTo>
                    <a:pt x="20319" y="0"/>
                  </a:lnTo>
                  <a:close/>
                </a:path>
                <a:path w="20319" h="7619">
                  <a:moveTo>
                    <a:pt x="19050" y="6350"/>
                  </a:moveTo>
                  <a:lnTo>
                    <a:pt x="1269" y="6350"/>
                  </a:lnTo>
                  <a:lnTo>
                    <a:pt x="1269" y="7619"/>
                  </a:lnTo>
                  <a:lnTo>
                    <a:pt x="19050" y="7619"/>
                  </a:lnTo>
                  <a:lnTo>
                    <a:pt x="19050" y="6350"/>
                  </a:lnTo>
                  <a:close/>
                </a:path>
              </a:pathLst>
            </a:custGeom>
            <a:solidFill>
              <a:srgbClr val="F40100"/>
            </a:solidFill>
          </p:spPr>
          <p:txBody>
            <a:bodyPr wrap="square" lIns="0" tIns="0" rIns="0" bIns="0" rtlCol="0"/>
            <a:lstStyle/>
            <a:p/>
          </p:txBody>
        </p:sp>
        <p:sp>
          <p:nvSpPr>
            <p:cNvPr id="495" name="object 495"/>
            <p:cNvSpPr/>
            <p:nvPr/>
          </p:nvSpPr>
          <p:spPr>
            <a:xfrm>
              <a:off x="2777489" y="1657350"/>
              <a:ext cx="17780" cy="6350"/>
            </a:xfrm>
            <a:custGeom>
              <a:avLst/>
              <a:gdLst/>
              <a:ahLst/>
              <a:cxnLst/>
              <a:rect l="l" t="t" r="r" b="b"/>
              <a:pathLst>
                <a:path w="17780" h="6350">
                  <a:moveTo>
                    <a:pt x="16510" y="3810"/>
                  </a:moveTo>
                  <a:lnTo>
                    <a:pt x="1270" y="3810"/>
                  </a:lnTo>
                  <a:lnTo>
                    <a:pt x="1270" y="6350"/>
                  </a:lnTo>
                  <a:lnTo>
                    <a:pt x="16510" y="6350"/>
                  </a:lnTo>
                  <a:lnTo>
                    <a:pt x="16510" y="3810"/>
                  </a:lnTo>
                  <a:close/>
                </a:path>
                <a:path w="17780" h="6350">
                  <a:moveTo>
                    <a:pt x="17780" y="0"/>
                  </a:moveTo>
                  <a:lnTo>
                    <a:pt x="0" y="0"/>
                  </a:lnTo>
                  <a:lnTo>
                    <a:pt x="0" y="3810"/>
                  </a:lnTo>
                  <a:lnTo>
                    <a:pt x="17780" y="3810"/>
                  </a:lnTo>
                  <a:lnTo>
                    <a:pt x="17780" y="0"/>
                  </a:lnTo>
                  <a:close/>
                </a:path>
              </a:pathLst>
            </a:custGeom>
            <a:solidFill>
              <a:srgbClr val="F70100"/>
            </a:solidFill>
          </p:spPr>
          <p:txBody>
            <a:bodyPr wrap="square" lIns="0" tIns="0" rIns="0" bIns="0" rtlCol="0"/>
            <a:lstStyle/>
            <a:p/>
          </p:txBody>
        </p:sp>
      </p:grpSp>
      <p:grpSp>
        <p:nvGrpSpPr>
          <p:cNvPr id="496" name="object 496"/>
          <p:cNvGrpSpPr/>
          <p:nvPr/>
        </p:nvGrpSpPr>
        <p:grpSpPr>
          <a:xfrm>
            <a:off x="3014979" y="1085977"/>
            <a:ext cx="227329" cy="577850"/>
            <a:chOff x="3014979" y="1085977"/>
            <a:chExt cx="227329" cy="577850"/>
          </a:xfrm>
        </p:grpSpPr>
        <p:sp>
          <p:nvSpPr>
            <p:cNvPr id="497" name="object 497"/>
            <p:cNvSpPr/>
            <p:nvPr/>
          </p:nvSpPr>
          <p:spPr>
            <a:xfrm>
              <a:off x="3114039" y="1085977"/>
              <a:ext cx="45720" cy="6350"/>
            </a:xfrm>
            <a:custGeom>
              <a:avLst/>
              <a:gdLst/>
              <a:ahLst/>
              <a:cxnLst/>
              <a:rect l="l" t="t" r="r" b="b"/>
              <a:pathLst>
                <a:path w="45719" h="6350">
                  <a:moveTo>
                    <a:pt x="45719" y="4952"/>
                  </a:moveTo>
                  <a:lnTo>
                    <a:pt x="0" y="4952"/>
                  </a:lnTo>
                  <a:lnTo>
                    <a:pt x="0" y="6223"/>
                  </a:lnTo>
                  <a:lnTo>
                    <a:pt x="45719" y="6223"/>
                  </a:lnTo>
                  <a:lnTo>
                    <a:pt x="45719" y="4952"/>
                  </a:lnTo>
                  <a:close/>
                </a:path>
                <a:path w="45719" h="6350">
                  <a:moveTo>
                    <a:pt x="6350" y="3682"/>
                  </a:moveTo>
                  <a:lnTo>
                    <a:pt x="2540" y="3682"/>
                  </a:lnTo>
                  <a:lnTo>
                    <a:pt x="2540" y="4952"/>
                  </a:lnTo>
                  <a:lnTo>
                    <a:pt x="44450" y="4952"/>
                  </a:lnTo>
                  <a:lnTo>
                    <a:pt x="44450" y="3810"/>
                  </a:lnTo>
                  <a:lnTo>
                    <a:pt x="6350" y="3810"/>
                  </a:lnTo>
                  <a:lnTo>
                    <a:pt x="6350" y="3682"/>
                  </a:lnTo>
                  <a:close/>
                </a:path>
                <a:path w="45719" h="6350">
                  <a:moveTo>
                    <a:pt x="44450" y="3682"/>
                  </a:moveTo>
                  <a:lnTo>
                    <a:pt x="40639" y="3682"/>
                  </a:lnTo>
                  <a:lnTo>
                    <a:pt x="40639" y="3810"/>
                  </a:lnTo>
                  <a:lnTo>
                    <a:pt x="44450" y="3810"/>
                  </a:lnTo>
                  <a:lnTo>
                    <a:pt x="44450" y="3682"/>
                  </a:lnTo>
                  <a:close/>
                </a:path>
                <a:path w="45719" h="6350">
                  <a:moveTo>
                    <a:pt x="40639" y="2539"/>
                  </a:moveTo>
                  <a:lnTo>
                    <a:pt x="6350" y="2539"/>
                  </a:lnTo>
                  <a:lnTo>
                    <a:pt x="6350" y="3682"/>
                  </a:lnTo>
                  <a:lnTo>
                    <a:pt x="40639" y="3682"/>
                  </a:lnTo>
                  <a:lnTo>
                    <a:pt x="40639" y="2539"/>
                  </a:lnTo>
                  <a:close/>
                </a:path>
                <a:path w="45719" h="6350">
                  <a:moveTo>
                    <a:pt x="17780" y="1142"/>
                  </a:moveTo>
                  <a:lnTo>
                    <a:pt x="11430" y="1142"/>
                  </a:lnTo>
                  <a:lnTo>
                    <a:pt x="11430" y="2539"/>
                  </a:lnTo>
                  <a:lnTo>
                    <a:pt x="35560" y="2539"/>
                  </a:lnTo>
                  <a:lnTo>
                    <a:pt x="35560" y="1269"/>
                  </a:lnTo>
                  <a:lnTo>
                    <a:pt x="17780" y="1269"/>
                  </a:lnTo>
                  <a:close/>
                </a:path>
                <a:path w="45719" h="6350">
                  <a:moveTo>
                    <a:pt x="35560" y="1142"/>
                  </a:moveTo>
                  <a:lnTo>
                    <a:pt x="30480" y="1142"/>
                  </a:lnTo>
                  <a:lnTo>
                    <a:pt x="35560" y="1269"/>
                  </a:lnTo>
                  <a:close/>
                </a:path>
                <a:path w="45719" h="6350">
                  <a:moveTo>
                    <a:pt x="30480" y="0"/>
                  </a:moveTo>
                  <a:lnTo>
                    <a:pt x="17780" y="0"/>
                  </a:lnTo>
                  <a:lnTo>
                    <a:pt x="17780" y="1142"/>
                  </a:lnTo>
                  <a:lnTo>
                    <a:pt x="30480" y="1142"/>
                  </a:lnTo>
                  <a:lnTo>
                    <a:pt x="30480" y="0"/>
                  </a:lnTo>
                  <a:close/>
                </a:path>
              </a:pathLst>
            </a:custGeom>
            <a:solidFill>
              <a:srgbClr val="003300"/>
            </a:solidFill>
          </p:spPr>
          <p:txBody>
            <a:bodyPr wrap="square" lIns="0" tIns="0" rIns="0" bIns="0" rtlCol="0"/>
            <a:lstStyle/>
            <a:p/>
          </p:txBody>
        </p:sp>
        <p:sp>
          <p:nvSpPr>
            <p:cNvPr id="498" name="object 498"/>
            <p:cNvSpPr/>
            <p:nvPr/>
          </p:nvSpPr>
          <p:spPr>
            <a:xfrm>
              <a:off x="3100069" y="1092200"/>
              <a:ext cx="73660" cy="7620"/>
            </a:xfrm>
            <a:custGeom>
              <a:avLst/>
              <a:gdLst/>
              <a:ahLst/>
              <a:cxnLst/>
              <a:rect l="l" t="t" r="r" b="b"/>
              <a:pathLst>
                <a:path w="73660" h="7619">
                  <a:moveTo>
                    <a:pt x="73660" y="6476"/>
                  </a:moveTo>
                  <a:lnTo>
                    <a:pt x="0" y="6476"/>
                  </a:lnTo>
                  <a:lnTo>
                    <a:pt x="0" y="7619"/>
                  </a:lnTo>
                  <a:lnTo>
                    <a:pt x="73660" y="7619"/>
                  </a:lnTo>
                  <a:lnTo>
                    <a:pt x="73660" y="6476"/>
                  </a:lnTo>
                  <a:close/>
                </a:path>
                <a:path w="73660" h="7619">
                  <a:moveTo>
                    <a:pt x="71120" y="5079"/>
                  </a:moveTo>
                  <a:lnTo>
                    <a:pt x="2540" y="5079"/>
                  </a:lnTo>
                  <a:lnTo>
                    <a:pt x="2540" y="6476"/>
                  </a:lnTo>
                  <a:lnTo>
                    <a:pt x="71120" y="6476"/>
                  </a:lnTo>
                  <a:lnTo>
                    <a:pt x="71120" y="5079"/>
                  </a:lnTo>
                  <a:close/>
                </a:path>
                <a:path w="73660" h="7619">
                  <a:moveTo>
                    <a:pt x="5080" y="3809"/>
                  </a:moveTo>
                  <a:lnTo>
                    <a:pt x="3810" y="3809"/>
                  </a:lnTo>
                  <a:lnTo>
                    <a:pt x="3810" y="5079"/>
                  </a:lnTo>
                  <a:lnTo>
                    <a:pt x="69850" y="5079"/>
                  </a:lnTo>
                  <a:lnTo>
                    <a:pt x="69850" y="3937"/>
                  </a:lnTo>
                  <a:lnTo>
                    <a:pt x="5080" y="3937"/>
                  </a:lnTo>
                  <a:lnTo>
                    <a:pt x="5080" y="3809"/>
                  </a:lnTo>
                  <a:close/>
                </a:path>
                <a:path w="73660" h="7619">
                  <a:moveTo>
                    <a:pt x="69850" y="3809"/>
                  </a:moveTo>
                  <a:lnTo>
                    <a:pt x="68580" y="3809"/>
                  </a:lnTo>
                  <a:lnTo>
                    <a:pt x="68580" y="3937"/>
                  </a:lnTo>
                  <a:lnTo>
                    <a:pt x="69850" y="3937"/>
                  </a:lnTo>
                  <a:lnTo>
                    <a:pt x="69850" y="3809"/>
                  </a:lnTo>
                  <a:close/>
                </a:path>
                <a:path w="73660" h="7619">
                  <a:moveTo>
                    <a:pt x="68580" y="2666"/>
                  </a:moveTo>
                  <a:lnTo>
                    <a:pt x="5080" y="2666"/>
                  </a:lnTo>
                  <a:lnTo>
                    <a:pt x="5080" y="3809"/>
                  </a:lnTo>
                  <a:lnTo>
                    <a:pt x="68580" y="3809"/>
                  </a:lnTo>
                  <a:lnTo>
                    <a:pt x="68580" y="2666"/>
                  </a:lnTo>
                  <a:close/>
                </a:path>
                <a:path w="73660" h="7619">
                  <a:moveTo>
                    <a:pt x="10160" y="1269"/>
                  </a:moveTo>
                  <a:lnTo>
                    <a:pt x="7619" y="1269"/>
                  </a:lnTo>
                  <a:lnTo>
                    <a:pt x="7619" y="2666"/>
                  </a:lnTo>
                  <a:lnTo>
                    <a:pt x="64769" y="2666"/>
                  </a:lnTo>
                  <a:lnTo>
                    <a:pt x="64769" y="1396"/>
                  </a:lnTo>
                  <a:lnTo>
                    <a:pt x="10160" y="1396"/>
                  </a:lnTo>
                  <a:close/>
                </a:path>
                <a:path w="73660" h="7619">
                  <a:moveTo>
                    <a:pt x="64769" y="1269"/>
                  </a:moveTo>
                  <a:lnTo>
                    <a:pt x="63500" y="1269"/>
                  </a:lnTo>
                  <a:lnTo>
                    <a:pt x="64769" y="1396"/>
                  </a:lnTo>
                  <a:close/>
                </a:path>
                <a:path w="73660" h="7619">
                  <a:moveTo>
                    <a:pt x="63500" y="126"/>
                  </a:moveTo>
                  <a:lnTo>
                    <a:pt x="10160" y="126"/>
                  </a:lnTo>
                  <a:lnTo>
                    <a:pt x="10160" y="1269"/>
                  </a:lnTo>
                  <a:lnTo>
                    <a:pt x="63500" y="1269"/>
                  </a:lnTo>
                  <a:lnTo>
                    <a:pt x="63500" y="126"/>
                  </a:lnTo>
                  <a:close/>
                </a:path>
                <a:path w="73660" h="7619">
                  <a:moveTo>
                    <a:pt x="59689" y="0"/>
                  </a:moveTo>
                  <a:lnTo>
                    <a:pt x="13969" y="0"/>
                  </a:lnTo>
                  <a:lnTo>
                    <a:pt x="59689" y="126"/>
                  </a:lnTo>
                  <a:close/>
                </a:path>
              </a:pathLst>
            </a:custGeom>
            <a:solidFill>
              <a:srgbClr val="023300"/>
            </a:solidFill>
          </p:spPr>
          <p:txBody>
            <a:bodyPr wrap="square" lIns="0" tIns="0" rIns="0" bIns="0" rtlCol="0"/>
            <a:lstStyle/>
            <a:p/>
          </p:txBody>
        </p:sp>
        <p:sp>
          <p:nvSpPr>
            <p:cNvPr id="499" name="object 499"/>
            <p:cNvSpPr/>
            <p:nvPr/>
          </p:nvSpPr>
          <p:spPr>
            <a:xfrm>
              <a:off x="3092449" y="1099820"/>
              <a:ext cx="87630" cy="6350"/>
            </a:xfrm>
            <a:custGeom>
              <a:avLst/>
              <a:gdLst/>
              <a:ahLst/>
              <a:cxnLst/>
              <a:rect l="l" t="t" r="r" b="b"/>
              <a:pathLst>
                <a:path w="87630" h="6350">
                  <a:moveTo>
                    <a:pt x="87630" y="5206"/>
                  </a:moveTo>
                  <a:lnTo>
                    <a:pt x="0" y="5206"/>
                  </a:lnTo>
                  <a:lnTo>
                    <a:pt x="0" y="6349"/>
                  </a:lnTo>
                  <a:lnTo>
                    <a:pt x="87630" y="6349"/>
                  </a:lnTo>
                  <a:lnTo>
                    <a:pt x="87630" y="5206"/>
                  </a:lnTo>
                  <a:close/>
                </a:path>
                <a:path w="87630" h="6350">
                  <a:moveTo>
                    <a:pt x="86359" y="3809"/>
                  </a:moveTo>
                  <a:lnTo>
                    <a:pt x="1269" y="3809"/>
                  </a:lnTo>
                  <a:lnTo>
                    <a:pt x="1269" y="5206"/>
                  </a:lnTo>
                  <a:lnTo>
                    <a:pt x="86359" y="5206"/>
                  </a:lnTo>
                  <a:lnTo>
                    <a:pt x="86359" y="3809"/>
                  </a:lnTo>
                  <a:close/>
                </a:path>
                <a:path w="87630" h="6350">
                  <a:moveTo>
                    <a:pt x="5080" y="2539"/>
                  </a:moveTo>
                  <a:lnTo>
                    <a:pt x="3810" y="2539"/>
                  </a:lnTo>
                  <a:lnTo>
                    <a:pt x="3810" y="3809"/>
                  </a:lnTo>
                  <a:lnTo>
                    <a:pt x="85090" y="3809"/>
                  </a:lnTo>
                  <a:lnTo>
                    <a:pt x="85090" y="2666"/>
                  </a:lnTo>
                  <a:lnTo>
                    <a:pt x="5080" y="2666"/>
                  </a:lnTo>
                  <a:lnTo>
                    <a:pt x="5080" y="2539"/>
                  </a:lnTo>
                  <a:close/>
                </a:path>
                <a:path w="87630" h="6350">
                  <a:moveTo>
                    <a:pt x="85090" y="2539"/>
                  </a:moveTo>
                  <a:lnTo>
                    <a:pt x="83819" y="2539"/>
                  </a:lnTo>
                  <a:lnTo>
                    <a:pt x="83819" y="2666"/>
                  </a:lnTo>
                  <a:lnTo>
                    <a:pt x="85090" y="2666"/>
                  </a:lnTo>
                  <a:lnTo>
                    <a:pt x="85090" y="2539"/>
                  </a:lnTo>
                  <a:close/>
                </a:path>
                <a:path w="87630" h="6350">
                  <a:moveTo>
                    <a:pt x="83819" y="1396"/>
                  </a:moveTo>
                  <a:lnTo>
                    <a:pt x="5080" y="1396"/>
                  </a:lnTo>
                  <a:lnTo>
                    <a:pt x="5080" y="2539"/>
                  </a:lnTo>
                  <a:lnTo>
                    <a:pt x="83819" y="2539"/>
                  </a:lnTo>
                  <a:lnTo>
                    <a:pt x="83819" y="1396"/>
                  </a:lnTo>
                  <a:close/>
                </a:path>
                <a:path w="87630" h="6350">
                  <a:moveTo>
                    <a:pt x="7619" y="0"/>
                  </a:moveTo>
                  <a:lnTo>
                    <a:pt x="6350" y="0"/>
                  </a:lnTo>
                  <a:lnTo>
                    <a:pt x="6350" y="1396"/>
                  </a:lnTo>
                  <a:lnTo>
                    <a:pt x="82550" y="1396"/>
                  </a:lnTo>
                  <a:lnTo>
                    <a:pt x="82550" y="126"/>
                  </a:lnTo>
                  <a:lnTo>
                    <a:pt x="7619" y="126"/>
                  </a:lnTo>
                  <a:close/>
                </a:path>
                <a:path w="87630" h="6350">
                  <a:moveTo>
                    <a:pt x="82550" y="0"/>
                  </a:moveTo>
                  <a:lnTo>
                    <a:pt x="81280" y="0"/>
                  </a:lnTo>
                  <a:lnTo>
                    <a:pt x="82550" y="126"/>
                  </a:lnTo>
                  <a:close/>
                </a:path>
              </a:pathLst>
            </a:custGeom>
            <a:solidFill>
              <a:srgbClr val="053100"/>
            </a:solidFill>
          </p:spPr>
          <p:txBody>
            <a:bodyPr wrap="square" lIns="0" tIns="0" rIns="0" bIns="0" rtlCol="0"/>
            <a:lstStyle/>
            <a:p/>
          </p:txBody>
        </p:sp>
        <p:sp>
          <p:nvSpPr>
            <p:cNvPr id="500" name="object 500"/>
            <p:cNvSpPr/>
            <p:nvPr/>
          </p:nvSpPr>
          <p:spPr>
            <a:xfrm>
              <a:off x="3084830" y="1106169"/>
              <a:ext cx="101600" cy="7620"/>
            </a:xfrm>
            <a:custGeom>
              <a:avLst/>
              <a:gdLst/>
              <a:ahLst/>
              <a:cxnLst/>
              <a:rect l="l" t="t" r="r" b="b"/>
              <a:pathLst>
                <a:path w="101600" h="7619">
                  <a:moveTo>
                    <a:pt x="96520" y="0"/>
                  </a:moveTo>
                  <a:lnTo>
                    <a:pt x="95250" y="0"/>
                  </a:lnTo>
                  <a:lnTo>
                    <a:pt x="6350" y="0"/>
                  </a:lnTo>
                  <a:lnTo>
                    <a:pt x="6350" y="1270"/>
                  </a:lnTo>
                  <a:lnTo>
                    <a:pt x="96520" y="1270"/>
                  </a:lnTo>
                  <a:lnTo>
                    <a:pt x="96520" y="127"/>
                  </a:lnTo>
                  <a:lnTo>
                    <a:pt x="96520" y="0"/>
                  </a:lnTo>
                  <a:close/>
                </a:path>
                <a:path w="101600" h="7619">
                  <a:moveTo>
                    <a:pt x="101600" y="6350"/>
                  </a:moveTo>
                  <a:lnTo>
                    <a:pt x="100330" y="6350"/>
                  </a:lnTo>
                  <a:lnTo>
                    <a:pt x="100330" y="5080"/>
                  </a:lnTo>
                  <a:lnTo>
                    <a:pt x="100317" y="3810"/>
                  </a:lnTo>
                  <a:lnTo>
                    <a:pt x="99060" y="3810"/>
                  </a:lnTo>
                  <a:lnTo>
                    <a:pt x="99060" y="2667"/>
                  </a:lnTo>
                  <a:lnTo>
                    <a:pt x="99060" y="2540"/>
                  </a:lnTo>
                  <a:lnTo>
                    <a:pt x="97790" y="2540"/>
                  </a:lnTo>
                  <a:lnTo>
                    <a:pt x="97790" y="1397"/>
                  </a:lnTo>
                  <a:lnTo>
                    <a:pt x="5080" y="1397"/>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477"/>
                  </a:lnTo>
                  <a:lnTo>
                    <a:pt x="101600" y="6350"/>
                  </a:lnTo>
                  <a:close/>
                </a:path>
              </a:pathLst>
            </a:custGeom>
            <a:solidFill>
              <a:srgbClr val="083100"/>
            </a:solidFill>
          </p:spPr>
          <p:txBody>
            <a:bodyPr wrap="square" lIns="0" tIns="0" rIns="0" bIns="0" rtlCol="0"/>
            <a:lstStyle/>
            <a:p/>
          </p:txBody>
        </p:sp>
        <p:sp>
          <p:nvSpPr>
            <p:cNvPr id="501" name="object 501"/>
            <p:cNvSpPr/>
            <p:nvPr/>
          </p:nvSpPr>
          <p:spPr>
            <a:xfrm>
              <a:off x="3078480" y="1113789"/>
              <a:ext cx="114300" cy="7620"/>
            </a:xfrm>
            <a:custGeom>
              <a:avLst/>
              <a:gdLst/>
              <a:ahLst/>
              <a:cxnLst/>
              <a:rect l="l" t="t" r="r" b="b"/>
              <a:pathLst>
                <a:path w="114300" h="7619">
                  <a:moveTo>
                    <a:pt x="110490" y="1270"/>
                  </a:moveTo>
                  <a:lnTo>
                    <a:pt x="109220" y="1270"/>
                  </a:lnTo>
                  <a:lnTo>
                    <a:pt x="109220" y="127"/>
                  </a:lnTo>
                  <a:lnTo>
                    <a:pt x="107950" y="127"/>
                  </a:lnTo>
                  <a:lnTo>
                    <a:pt x="107950" y="0"/>
                  </a:lnTo>
                  <a:lnTo>
                    <a:pt x="6350" y="0"/>
                  </a:lnTo>
                  <a:lnTo>
                    <a:pt x="6350" y="127"/>
                  </a:lnTo>
                  <a:lnTo>
                    <a:pt x="5080" y="127"/>
                  </a:lnTo>
                  <a:lnTo>
                    <a:pt x="5080" y="1270"/>
                  </a:lnTo>
                  <a:lnTo>
                    <a:pt x="5080" y="2540"/>
                  </a:lnTo>
                  <a:lnTo>
                    <a:pt x="3810" y="2540"/>
                  </a:lnTo>
                  <a:lnTo>
                    <a:pt x="3810" y="3810"/>
                  </a:lnTo>
                  <a:lnTo>
                    <a:pt x="110490" y="3810"/>
                  </a:lnTo>
                  <a:lnTo>
                    <a:pt x="110490" y="2540"/>
                  </a:lnTo>
                  <a:lnTo>
                    <a:pt x="110490" y="1270"/>
                  </a:lnTo>
                  <a:close/>
                </a:path>
                <a:path w="114300" h="7619">
                  <a:moveTo>
                    <a:pt x="113030" y="5080"/>
                  </a:moveTo>
                  <a:lnTo>
                    <a:pt x="111760" y="5080"/>
                  </a:lnTo>
                  <a:lnTo>
                    <a:pt x="111760" y="3937"/>
                  </a:lnTo>
                  <a:lnTo>
                    <a:pt x="2540" y="3937"/>
                  </a:lnTo>
                  <a:lnTo>
                    <a:pt x="2540" y="5080"/>
                  </a:lnTo>
                  <a:lnTo>
                    <a:pt x="1270" y="5080"/>
                  </a:lnTo>
                  <a:lnTo>
                    <a:pt x="1270" y="6350"/>
                  </a:lnTo>
                  <a:lnTo>
                    <a:pt x="113030" y="6350"/>
                  </a:lnTo>
                  <a:lnTo>
                    <a:pt x="113030" y="5207"/>
                  </a:lnTo>
                  <a:lnTo>
                    <a:pt x="113030" y="5080"/>
                  </a:lnTo>
                  <a:close/>
                </a:path>
                <a:path w="114300" h="7619">
                  <a:moveTo>
                    <a:pt x="114300" y="6477"/>
                  </a:moveTo>
                  <a:lnTo>
                    <a:pt x="0" y="6477"/>
                  </a:lnTo>
                  <a:lnTo>
                    <a:pt x="0" y="7620"/>
                  </a:lnTo>
                  <a:lnTo>
                    <a:pt x="114300" y="7620"/>
                  </a:lnTo>
                  <a:lnTo>
                    <a:pt x="114300" y="6477"/>
                  </a:lnTo>
                  <a:close/>
                </a:path>
              </a:pathLst>
            </a:custGeom>
            <a:solidFill>
              <a:srgbClr val="0B3000"/>
            </a:solidFill>
          </p:spPr>
          <p:txBody>
            <a:bodyPr wrap="square" lIns="0" tIns="0" rIns="0" bIns="0" rtlCol="0"/>
            <a:lstStyle/>
            <a:p/>
          </p:txBody>
        </p:sp>
        <p:sp>
          <p:nvSpPr>
            <p:cNvPr id="502" name="object 502"/>
            <p:cNvSpPr/>
            <p:nvPr/>
          </p:nvSpPr>
          <p:spPr>
            <a:xfrm>
              <a:off x="3074670" y="1121409"/>
              <a:ext cx="121920" cy="6350"/>
            </a:xfrm>
            <a:custGeom>
              <a:avLst/>
              <a:gdLst/>
              <a:ahLst/>
              <a:cxnLst/>
              <a:rect l="l" t="t" r="r" b="b"/>
              <a:pathLst>
                <a:path w="121919" h="6350">
                  <a:moveTo>
                    <a:pt x="121920" y="3810"/>
                  </a:moveTo>
                  <a:lnTo>
                    <a:pt x="120650" y="3810"/>
                  </a:lnTo>
                  <a:lnTo>
                    <a:pt x="120650" y="2540"/>
                  </a:lnTo>
                  <a:lnTo>
                    <a:pt x="119380" y="2540"/>
                  </a:lnTo>
                  <a:lnTo>
                    <a:pt x="119380" y="1270"/>
                  </a:lnTo>
                  <a:lnTo>
                    <a:pt x="118110" y="1270"/>
                  </a:lnTo>
                  <a:lnTo>
                    <a:pt x="118110" y="0"/>
                  </a:lnTo>
                  <a:lnTo>
                    <a:pt x="3810" y="0"/>
                  </a:lnTo>
                  <a:lnTo>
                    <a:pt x="3810" y="1270"/>
                  </a:lnTo>
                  <a:lnTo>
                    <a:pt x="2540" y="1270"/>
                  </a:lnTo>
                  <a:lnTo>
                    <a:pt x="2540" y="2540"/>
                  </a:lnTo>
                  <a:lnTo>
                    <a:pt x="1270" y="2540"/>
                  </a:lnTo>
                  <a:lnTo>
                    <a:pt x="1270" y="3810"/>
                  </a:lnTo>
                  <a:lnTo>
                    <a:pt x="0" y="3810"/>
                  </a:lnTo>
                  <a:lnTo>
                    <a:pt x="0" y="5080"/>
                  </a:lnTo>
                  <a:lnTo>
                    <a:pt x="0" y="6350"/>
                  </a:lnTo>
                  <a:lnTo>
                    <a:pt x="50800" y="6350"/>
                  </a:lnTo>
                  <a:lnTo>
                    <a:pt x="50800" y="5080"/>
                  </a:lnTo>
                  <a:lnTo>
                    <a:pt x="53327" y="5080"/>
                  </a:lnTo>
                  <a:lnTo>
                    <a:pt x="53327" y="3810"/>
                  </a:lnTo>
                  <a:lnTo>
                    <a:pt x="55880" y="3810"/>
                  </a:lnTo>
                  <a:lnTo>
                    <a:pt x="55880" y="2667"/>
                  </a:lnTo>
                  <a:lnTo>
                    <a:pt x="63500" y="2667"/>
                  </a:lnTo>
                  <a:lnTo>
                    <a:pt x="63500" y="3810"/>
                  </a:lnTo>
                  <a:lnTo>
                    <a:pt x="66040" y="3810"/>
                  </a:lnTo>
                  <a:lnTo>
                    <a:pt x="66040" y="5080"/>
                  </a:lnTo>
                  <a:lnTo>
                    <a:pt x="68580" y="5080"/>
                  </a:lnTo>
                  <a:lnTo>
                    <a:pt x="68580" y="6350"/>
                  </a:lnTo>
                  <a:lnTo>
                    <a:pt x="121920" y="6350"/>
                  </a:lnTo>
                  <a:lnTo>
                    <a:pt x="121920" y="5080"/>
                  </a:lnTo>
                  <a:lnTo>
                    <a:pt x="121920" y="3810"/>
                  </a:lnTo>
                  <a:close/>
                </a:path>
              </a:pathLst>
            </a:custGeom>
            <a:solidFill>
              <a:srgbClr val="0E2F00"/>
            </a:solidFill>
          </p:spPr>
          <p:txBody>
            <a:bodyPr wrap="square" lIns="0" tIns="0" rIns="0" bIns="0" rtlCol="0"/>
            <a:lstStyle/>
            <a:p/>
          </p:txBody>
        </p:sp>
        <p:sp>
          <p:nvSpPr>
            <p:cNvPr id="503" name="object 503"/>
            <p:cNvSpPr/>
            <p:nvPr/>
          </p:nvSpPr>
          <p:spPr>
            <a:xfrm>
              <a:off x="3069589" y="1127760"/>
              <a:ext cx="130810" cy="7620"/>
            </a:xfrm>
            <a:custGeom>
              <a:avLst/>
              <a:gdLst/>
              <a:ahLst/>
              <a:cxnLst/>
              <a:rect l="l" t="t" r="r" b="b"/>
              <a:pathLst>
                <a:path w="130810" h="7619">
                  <a:moveTo>
                    <a:pt x="48260" y="6476"/>
                  </a:moveTo>
                  <a:lnTo>
                    <a:pt x="0" y="6476"/>
                  </a:lnTo>
                  <a:lnTo>
                    <a:pt x="0" y="7619"/>
                  </a:lnTo>
                  <a:lnTo>
                    <a:pt x="48260" y="7619"/>
                  </a:lnTo>
                  <a:lnTo>
                    <a:pt x="48260" y="6476"/>
                  </a:lnTo>
                  <a:close/>
                </a:path>
                <a:path w="130810" h="7619">
                  <a:moveTo>
                    <a:pt x="49530" y="5206"/>
                  </a:moveTo>
                  <a:lnTo>
                    <a:pt x="0" y="5206"/>
                  </a:lnTo>
                  <a:lnTo>
                    <a:pt x="0" y="6349"/>
                  </a:lnTo>
                  <a:lnTo>
                    <a:pt x="48260" y="6349"/>
                  </a:lnTo>
                  <a:lnTo>
                    <a:pt x="48260" y="6476"/>
                  </a:lnTo>
                  <a:lnTo>
                    <a:pt x="49530" y="6476"/>
                  </a:lnTo>
                  <a:lnTo>
                    <a:pt x="49530" y="5206"/>
                  </a:lnTo>
                  <a:close/>
                </a:path>
                <a:path w="130810" h="7619">
                  <a:moveTo>
                    <a:pt x="2540" y="3809"/>
                  </a:moveTo>
                  <a:lnTo>
                    <a:pt x="1270" y="3809"/>
                  </a:lnTo>
                  <a:lnTo>
                    <a:pt x="1270" y="5206"/>
                  </a:lnTo>
                  <a:lnTo>
                    <a:pt x="52070" y="5206"/>
                  </a:lnTo>
                  <a:lnTo>
                    <a:pt x="52070" y="3936"/>
                  </a:lnTo>
                  <a:lnTo>
                    <a:pt x="2540" y="3936"/>
                  </a:lnTo>
                  <a:close/>
                </a:path>
                <a:path w="130810" h="7619">
                  <a:moveTo>
                    <a:pt x="53340" y="1269"/>
                  </a:moveTo>
                  <a:lnTo>
                    <a:pt x="2540" y="1269"/>
                  </a:lnTo>
                  <a:lnTo>
                    <a:pt x="2540" y="3809"/>
                  </a:lnTo>
                  <a:lnTo>
                    <a:pt x="52070" y="3809"/>
                  </a:lnTo>
                  <a:lnTo>
                    <a:pt x="52070" y="2666"/>
                  </a:lnTo>
                  <a:lnTo>
                    <a:pt x="53340" y="2666"/>
                  </a:lnTo>
                  <a:lnTo>
                    <a:pt x="53340" y="1269"/>
                  </a:lnTo>
                  <a:close/>
                </a:path>
                <a:path w="130810" h="7619">
                  <a:moveTo>
                    <a:pt x="5080" y="0"/>
                  </a:moveTo>
                  <a:lnTo>
                    <a:pt x="3810" y="0"/>
                  </a:lnTo>
                  <a:lnTo>
                    <a:pt x="3810" y="1269"/>
                  </a:lnTo>
                  <a:lnTo>
                    <a:pt x="54610" y="1269"/>
                  </a:lnTo>
                  <a:lnTo>
                    <a:pt x="54610" y="126"/>
                  </a:lnTo>
                  <a:lnTo>
                    <a:pt x="5080" y="126"/>
                  </a:lnTo>
                  <a:close/>
                </a:path>
                <a:path w="130810" h="7619">
                  <a:moveTo>
                    <a:pt x="55880" y="0"/>
                  </a:moveTo>
                  <a:lnTo>
                    <a:pt x="54610" y="0"/>
                  </a:lnTo>
                  <a:lnTo>
                    <a:pt x="55880" y="126"/>
                  </a:lnTo>
                  <a:close/>
                </a:path>
                <a:path w="130810" h="7619">
                  <a:moveTo>
                    <a:pt x="130810" y="6476"/>
                  </a:moveTo>
                  <a:lnTo>
                    <a:pt x="80010" y="6476"/>
                  </a:lnTo>
                  <a:lnTo>
                    <a:pt x="80010" y="7619"/>
                  </a:lnTo>
                  <a:lnTo>
                    <a:pt x="130810" y="7619"/>
                  </a:lnTo>
                  <a:lnTo>
                    <a:pt x="130810" y="6476"/>
                  </a:lnTo>
                  <a:close/>
                </a:path>
                <a:path w="130810" h="7619">
                  <a:moveTo>
                    <a:pt x="129540" y="3936"/>
                  </a:moveTo>
                  <a:lnTo>
                    <a:pt x="78740" y="3936"/>
                  </a:lnTo>
                  <a:lnTo>
                    <a:pt x="78740" y="6476"/>
                  </a:lnTo>
                  <a:lnTo>
                    <a:pt x="80010" y="6476"/>
                  </a:lnTo>
                  <a:lnTo>
                    <a:pt x="80010" y="6349"/>
                  </a:lnTo>
                  <a:lnTo>
                    <a:pt x="130810" y="6349"/>
                  </a:lnTo>
                  <a:lnTo>
                    <a:pt x="130810" y="5206"/>
                  </a:lnTo>
                  <a:lnTo>
                    <a:pt x="129540" y="5206"/>
                  </a:lnTo>
                  <a:lnTo>
                    <a:pt x="129540" y="3936"/>
                  </a:lnTo>
                  <a:close/>
                </a:path>
                <a:path w="130810" h="7619">
                  <a:moveTo>
                    <a:pt x="129540" y="2666"/>
                  </a:moveTo>
                  <a:lnTo>
                    <a:pt x="77470" y="2666"/>
                  </a:lnTo>
                  <a:lnTo>
                    <a:pt x="77470" y="3936"/>
                  </a:lnTo>
                  <a:lnTo>
                    <a:pt x="78740" y="3936"/>
                  </a:lnTo>
                  <a:lnTo>
                    <a:pt x="129540" y="3809"/>
                  </a:lnTo>
                  <a:lnTo>
                    <a:pt x="129540" y="2666"/>
                  </a:lnTo>
                  <a:close/>
                </a:path>
                <a:path w="130810" h="7619">
                  <a:moveTo>
                    <a:pt x="128270" y="0"/>
                  </a:moveTo>
                  <a:lnTo>
                    <a:pt x="127000" y="0"/>
                  </a:lnTo>
                  <a:lnTo>
                    <a:pt x="73660" y="126"/>
                  </a:lnTo>
                  <a:lnTo>
                    <a:pt x="73660" y="1269"/>
                  </a:lnTo>
                  <a:lnTo>
                    <a:pt x="76200" y="1269"/>
                  </a:lnTo>
                  <a:lnTo>
                    <a:pt x="76200" y="2666"/>
                  </a:lnTo>
                  <a:lnTo>
                    <a:pt x="128269" y="2666"/>
                  </a:lnTo>
                  <a:lnTo>
                    <a:pt x="128270" y="0"/>
                  </a:lnTo>
                  <a:close/>
                </a:path>
              </a:pathLst>
            </a:custGeom>
            <a:solidFill>
              <a:srgbClr val="112F00"/>
            </a:solidFill>
          </p:spPr>
          <p:txBody>
            <a:bodyPr wrap="square" lIns="0" tIns="0" rIns="0" bIns="0" rtlCol="0"/>
            <a:lstStyle/>
            <a:p/>
          </p:txBody>
        </p:sp>
        <p:sp>
          <p:nvSpPr>
            <p:cNvPr id="504" name="object 504"/>
            <p:cNvSpPr/>
            <p:nvPr/>
          </p:nvSpPr>
          <p:spPr>
            <a:xfrm>
              <a:off x="3065779" y="1135380"/>
              <a:ext cx="138430" cy="7620"/>
            </a:xfrm>
            <a:custGeom>
              <a:avLst/>
              <a:gdLst/>
              <a:ahLst/>
              <a:cxnLst/>
              <a:rect l="l" t="t" r="r" b="b"/>
              <a:pathLst>
                <a:path w="138430" h="7619">
                  <a:moveTo>
                    <a:pt x="138429" y="5079"/>
                  </a:moveTo>
                  <a:lnTo>
                    <a:pt x="137159" y="5079"/>
                  </a:lnTo>
                  <a:lnTo>
                    <a:pt x="137159" y="5207"/>
                  </a:lnTo>
                  <a:lnTo>
                    <a:pt x="86359" y="5207"/>
                  </a:lnTo>
                  <a:lnTo>
                    <a:pt x="86359" y="6350"/>
                  </a:lnTo>
                  <a:lnTo>
                    <a:pt x="87630" y="6350"/>
                  </a:lnTo>
                  <a:lnTo>
                    <a:pt x="87630" y="7620"/>
                  </a:lnTo>
                  <a:lnTo>
                    <a:pt x="138430" y="7620"/>
                  </a:lnTo>
                  <a:lnTo>
                    <a:pt x="138429" y="5079"/>
                  </a:lnTo>
                  <a:close/>
                </a:path>
                <a:path w="138430" h="7619">
                  <a:moveTo>
                    <a:pt x="137159" y="2539"/>
                  </a:moveTo>
                  <a:lnTo>
                    <a:pt x="135889" y="2539"/>
                  </a:lnTo>
                  <a:lnTo>
                    <a:pt x="85089" y="2666"/>
                  </a:lnTo>
                  <a:lnTo>
                    <a:pt x="85089" y="3937"/>
                  </a:lnTo>
                  <a:lnTo>
                    <a:pt x="86359" y="3937"/>
                  </a:lnTo>
                  <a:lnTo>
                    <a:pt x="86359" y="5079"/>
                  </a:lnTo>
                  <a:lnTo>
                    <a:pt x="137159" y="5079"/>
                  </a:lnTo>
                  <a:lnTo>
                    <a:pt x="137159" y="2539"/>
                  </a:lnTo>
                  <a:close/>
                </a:path>
                <a:path w="138430" h="7619">
                  <a:moveTo>
                    <a:pt x="135889" y="0"/>
                  </a:moveTo>
                  <a:lnTo>
                    <a:pt x="83819" y="0"/>
                  </a:lnTo>
                  <a:lnTo>
                    <a:pt x="83819" y="1397"/>
                  </a:lnTo>
                  <a:lnTo>
                    <a:pt x="85089" y="1397"/>
                  </a:lnTo>
                  <a:lnTo>
                    <a:pt x="85089" y="2539"/>
                  </a:lnTo>
                  <a:lnTo>
                    <a:pt x="135889" y="2539"/>
                  </a:lnTo>
                  <a:lnTo>
                    <a:pt x="135889" y="0"/>
                  </a:lnTo>
                  <a:close/>
                </a:path>
                <a:path w="138430" h="7619">
                  <a:moveTo>
                    <a:pt x="1269" y="5079"/>
                  </a:moveTo>
                  <a:lnTo>
                    <a:pt x="0" y="5079"/>
                  </a:lnTo>
                  <a:lnTo>
                    <a:pt x="0" y="7620"/>
                  </a:lnTo>
                  <a:lnTo>
                    <a:pt x="48260" y="7620"/>
                  </a:lnTo>
                  <a:lnTo>
                    <a:pt x="48260" y="6350"/>
                  </a:lnTo>
                  <a:lnTo>
                    <a:pt x="49530" y="6350"/>
                  </a:lnTo>
                  <a:lnTo>
                    <a:pt x="49530" y="5207"/>
                  </a:lnTo>
                  <a:lnTo>
                    <a:pt x="1269" y="5207"/>
                  </a:lnTo>
                  <a:lnTo>
                    <a:pt x="1269" y="5079"/>
                  </a:lnTo>
                  <a:close/>
                </a:path>
                <a:path w="138430" h="7619">
                  <a:moveTo>
                    <a:pt x="2539" y="2539"/>
                  </a:moveTo>
                  <a:lnTo>
                    <a:pt x="1269" y="2539"/>
                  </a:lnTo>
                  <a:lnTo>
                    <a:pt x="1269" y="5079"/>
                  </a:lnTo>
                  <a:lnTo>
                    <a:pt x="49530" y="5079"/>
                  </a:lnTo>
                  <a:lnTo>
                    <a:pt x="49530" y="3937"/>
                  </a:lnTo>
                  <a:lnTo>
                    <a:pt x="50800" y="3937"/>
                  </a:lnTo>
                  <a:lnTo>
                    <a:pt x="50800" y="2666"/>
                  </a:lnTo>
                  <a:lnTo>
                    <a:pt x="2539" y="2666"/>
                  </a:lnTo>
                  <a:close/>
                </a:path>
                <a:path w="138430" h="7619">
                  <a:moveTo>
                    <a:pt x="52069" y="0"/>
                  </a:moveTo>
                  <a:lnTo>
                    <a:pt x="2539" y="0"/>
                  </a:lnTo>
                  <a:lnTo>
                    <a:pt x="2539" y="2539"/>
                  </a:lnTo>
                  <a:lnTo>
                    <a:pt x="50800" y="2539"/>
                  </a:lnTo>
                  <a:lnTo>
                    <a:pt x="50800" y="1397"/>
                  </a:lnTo>
                  <a:lnTo>
                    <a:pt x="52069" y="1397"/>
                  </a:lnTo>
                  <a:lnTo>
                    <a:pt x="52069" y="0"/>
                  </a:lnTo>
                  <a:close/>
                </a:path>
              </a:pathLst>
            </a:custGeom>
            <a:solidFill>
              <a:srgbClr val="152E00"/>
            </a:solidFill>
          </p:spPr>
          <p:txBody>
            <a:bodyPr wrap="square" lIns="0" tIns="0" rIns="0" bIns="0" rtlCol="0"/>
            <a:lstStyle/>
            <a:p/>
          </p:txBody>
        </p:sp>
        <p:sp>
          <p:nvSpPr>
            <p:cNvPr id="505" name="object 505"/>
            <p:cNvSpPr/>
            <p:nvPr/>
          </p:nvSpPr>
          <p:spPr>
            <a:xfrm>
              <a:off x="3060699" y="1143000"/>
              <a:ext cx="147320" cy="7620"/>
            </a:xfrm>
            <a:custGeom>
              <a:avLst/>
              <a:gdLst/>
              <a:ahLst/>
              <a:cxnLst/>
              <a:rect l="l" t="t" r="r" b="b"/>
              <a:pathLst>
                <a:path w="147319" h="7619">
                  <a:moveTo>
                    <a:pt x="146050" y="3937"/>
                  </a:moveTo>
                  <a:lnTo>
                    <a:pt x="95250" y="3937"/>
                  </a:lnTo>
                  <a:lnTo>
                    <a:pt x="95250" y="6476"/>
                  </a:lnTo>
                  <a:lnTo>
                    <a:pt x="96519" y="6476"/>
                  </a:lnTo>
                  <a:lnTo>
                    <a:pt x="96519" y="7620"/>
                  </a:lnTo>
                  <a:lnTo>
                    <a:pt x="147319" y="7620"/>
                  </a:lnTo>
                  <a:lnTo>
                    <a:pt x="147319" y="5079"/>
                  </a:lnTo>
                  <a:lnTo>
                    <a:pt x="146050" y="5079"/>
                  </a:lnTo>
                  <a:lnTo>
                    <a:pt x="146050" y="3937"/>
                  </a:lnTo>
                  <a:close/>
                </a:path>
                <a:path w="147319" h="7619">
                  <a:moveTo>
                    <a:pt x="144780" y="1396"/>
                  </a:moveTo>
                  <a:lnTo>
                    <a:pt x="93980" y="1396"/>
                  </a:lnTo>
                  <a:lnTo>
                    <a:pt x="93980" y="3937"/>
                  </a:lnTo>
                  <a:lnTo>
                    <a:pt x="95250" y="3937"/>
                  </a:lnTo>
                  <a:lnTo>
                    <a:pt x="95250" y="3809"/>
                  </a:lnTo>
                  <a:lnTo>
                    <a:pt x="146050" y="3809"/>
                  </a:lnTo>
                  <a:lnTo>
                    <a:pt x="146050" y="2666"/>
                  </a:lnTo>
                  <a:lnTo>
                    <a:pt x="144780" y="2666"/>
                  </a:lnTo>
                  <a:lnTo>
                    <a:pt x="144780" y="1396"/>
                  </a:lnTo>
                  <a:close/>
                </a:path>
                <a:path w="147319" h="7619">
                  <a:moveTo>
                    <a:pt x="143510" y="0"/>
                  </a:moveTo>
                  <a:lnTo>
                    <a:pt x="92710" y="0"/>
                  </a:lnTo>
                  <a:lnTo>
                    <a:pt x="92710" y="1396"/>
                  </a:lnTo>
                  <a:lnTo>
                    <a:pt x="93980" y="1396"/>
                  </a:lnTo>
                  <a:lnTo>
                    <a:pt x="144780" y="1269"/>
                  </a:lnTo>
                  <a:lnTo>
                    <a:pt x="144780" y="126"/>
                  </a:lnTo>
                  <a:lnTo>
                    <a:pt x="143510" y="126"/>
                  </a:lnTo>
                  <a:close/>
                </a:path>
                <a:path w="147319" h="7619">
                  <a:moveTo>
                    <a:pt x="50800" y="6476"/>
                  </a:moveTo>
                  <a:lnTo>
                    <a:pt x="0" y="6476"/>
                  </a:lnTo>
                  <a:lnTo>
                    <a:pt x="0" y="7619"/>
                  </a:lnTo>
                  <a:lnTo>
                    <a:pt x="50800" y="7619"/>
                  </a:lnTo>
                  <a:lnTo>
                    <a:pt x="50800" y="6476"/>
                  </a:lnTo>
                  <a:close/>
                </a:path>
                <a:path w="147319" h="7619">
                  <a:moveTo>
                    <a:pt x="52069" y="3937"/>
                  </a:moveTo>
                  <a:lnTo>
                    <a:pt x="2539" y="3937"/>
                  </a:lnTo>
                  <a:lnTo>
                    <a:pt x="2539" y="5079"/>
                  </a:lnTo>
                  <a:lnTo>
                    <a:pt x="1269" y="5079"/>
                  </a:lnTo>
                  <a:lnTo>
                    <a:pt x="1269" y="6476"/>
                  </a:lnTo>
                  <a:lnTo>
                    <a:pt x="52069" y="6476"/>
                  </a:lnTo>
                  <a:lnTo>
                    <a:pt x="52069" y="3937"/>
                  </a:lnTo>
                  <a:close/>
                </a:path>
                <a:path w="147319" h="7619">
                  <a:moveTo>
                    <a:pt x="52069" y="2666"/>
                  </a:moveTo>
                  <a:lnTo>
                    <a:pt x="2539" y="2666"/>
                  </a:lnTo>
                  <a:lnTo>
                    <a:pt x="2539" y="3809"/>
                  </a:lnTo>
                  <a:lnTo>
                    <a:pt x="52069" y="3809"/>
                  </a:lnTo>
                  <a:lnTo>
                    <a:pt x="52069" y="2666"/>
                  </a:lnTo>
                  <a:close/>
                </a:path>
                <a:path w="147319" h="7619">
                  <a:moveTo>
                    <a:pt x="53340" y="1396"/>
                  </a:moveTo>
                  <a:lnTo>
                    <a:pt x="3810" y="1396"/>
                  </a:lnTo>
                  <a:lnTo>
                    <a:pt x="3810" y="2666"/>
                  </a:lnTo>
                  <a:lnTo>
                    <a:pt x="53340" y="2666"/>
                  </a:lnTo>
                  <a:lnTo>
                    <a:pt x="53340" y="1396"/>
                  </a:lnTo>
                  <a:close/>
                </a:path>
                <a:path w="147319" h="7619">
                  <a:moveTo>
                    <a:pt x="53340" y="0"/>
                  </a:moveTo>
                  <a:lnTo>
                    <a:pt x="5080" y="0"/>
                  </a:lnTo>
                  <a:lnTo>
                    <a:pt x="3810" y="126"/>
                  </a:lnTo>
                  <a:lnTo>
                    <a:pt x="3810" y="1269"/>
                  </a:lnTo>
                  <a:lnTo>
                    <a:pt x="53340" y="1269"/>
                  </a:lnTo>
                  <a:lnTo>
                    <a:pt x="53340" y="0"/>
                  </a:lnTo>
                  <a:close/>
                </a:path>
              </a:pathLst>
            </a:custGeom>
            <a:solidFill>
              <a:srgbClr val="182D00"/>
            </a:solidFill>
          </p:spPr>
          <p:txBody>
            <a:bodyPr wrap="square" lIns="0" tIns="0" rIns="0" bIns="0" rtlCol="0"/>
            <a:lstStyle/>
            <a:p/>
          </p:txBody>
        </p:sp>
        <p:sp>
          <p:nvSpPr>
            <p:cNvPr id="506" name="object 506"/>
            <p:cNvSpPr/>
            <p:nvPr/>
          </p:nvSpPr>
          <p:spPr>
            <a:xfrm>
              <a:off x="3058159" y="1150620"/>
              <a:ext cx="153670" cy="6350"/>
            </a:xfrm>
            <a:custGeom>
              <a:avLst/>
              <a:gdLst/>
              <a:ahLst/>
              <a:cxnLst/>
              <a:rect l="l" t="t" r="r" b="b"/>
              <a:pathLst>
                <a:path w="153669" h="6350">
                  <a:moveTo>
                    <a:pt x="52069" y="2666"/>
                  </a:moveTo>
                  <a:lnTo>
                    <a:pt x="1269" y="2666"/>
                  </a:lnTo>
                  <a:lnTo>
                    <a:pt x="1269" y="3809"/>
                  </a:lnTo>
                  <a:lnTo>
                    <a:pt x="0" y="3809"/>
                  </a:lnTo>
                  <a:lnTo>
                    <a:pt x="0" y="6350"/>
                  </a:lnTo>
                  <a:lnTo>
                    <a:pt x="50800" y="6350"/>
                  </a:lnTo>
                  <a:lnTo>
                    <a:pt x="50800" y="5206"/>
                  </a:lnTo>
                  <a:lnTo>
                    <a:pt x="52069" y="5206"/>
                  </a:lnTo>
                  <a:lnTo>
                    <a:pt x="52069" y="2666"/>
                  </a:lnTo>
                  <a:close/>
                </a:path>
                <a:path w="153669" h="6350">
                  <a:moveTo>
                    <a:pt x="152399" y="2539"/>
                  </a:moveTo>
                  <a:lnTo>
                    <a:pt x="151129" y="2539"/>
                  </a:lnTo>
                  <a:lnTo>
                    <a:pt x="151129" y="2666"/>
                  </a:lnTo>
                  <a:lnTo>
                    <a:pt x="100329" y="2666"/>
                  </a:lnTo>
                  <a:lnTo>
                    <a:pt x="100329" y="6350"/>
                  </a:lnTo>
                  <a:lnTo>
                    <a:pt x="153669" y="6350"/>
                  </a:lnTo>
                  <a:lnTo>
                    <a:pt x="153669" y="5206"/>
                  </a:lnTo>
                  <a:lnTo>
                    <a:pt x="152399" y="5206"/>
                  </a:lnTo>
                  <a:lnTo>
                    <a:pt x="152399" y="2539"/>
                  </a:lnTo>
                  <a:close/>
                </a:path>
                <a:path w="153669" h="6350">
                  <a:moveTo>
                    <a:pt x="151129" y="0"/>
                  </a:moveTo>
                  <a:lnTo>
                    <a:pt x="149859" y="0"/>
                  </a:lnTo>
                  <a:lnTo>
                    <a:pt x="99059" y="126"/>
                  </a:lnTo>
                  <a:lnTo>
                    <a:pt x="99059" y="2666"/>
                  </a:lnTo>
                  <a:lnTo>
                    <a:pt x="100329" y="2666"/>
                  </a:lnTo>
                  <a:lnTo>
                    <a:pt x="100329" y="2539"/>
                  </a:lnTo>
                  <a:lnTo>
                    <a:pt x="151129" y="2539"/>
                  </a:lnTo>
                  <a:lnTo>
                    <a:pt x="151129" y="0"/>
                  </a:lnTo>
                  <a:close/>
                </a:path>
                <a:path w="153669" h="6350">
                  <a:moveTo>
                    <a:pt x="52069" y="1396"/>
                  </a:moveTo>
                  <a:lnTo>
                    <a:pt x="1269" y="1396"/>
                  </a:lnTo>
                  <a:lnTo>
                    <a:pt x="1269" y="2539"/>
                  </a:lnTo>
                  <a:lnTo>
                    <a:pt x="52069" y="2539"/>
                  </a:lnTo>
                  <a:lnTo>
                    <a:pt x="52069" y="1396"/>
                  </a:lnTo>
                  <a:close/>
                </a:path>
                <a:path w="153669" h="6350">
                  <a:moveTo>
                    <a:pt x="53339" y="126"/>
                  </a:moveTo>
                  <a:lnTo>
                    <a:pt x="2539" y="126"/>
                  </a:lnTo>
                  <a:lnTo>
                    <a:pt x="2539" y="1396"/>
                  </a:lnTo>
                  <a:lnTo>
                    <a:pt x="53339" y="1396"/>
                  </a:lnTo>
                  <a:lnTo>
                    <a:pt x="53339" y="126"/>
                  </a:lnTo>
                  <a:close/>
                </a:path>
              </a:pathLst>
            </a:custGeom>
            <a:solidFill>
              <a:srgbClr val="1B2D00"/>
            </a:solidFill>
          </p:spPr>
          <p:txBody>
            <a:bodyPr wrap="square" lIns="0" tIns="0" rIns="0" bIns="0" rtlCol="0"/>
            <a:lstStyle/>
            <a:p/>
          </p:txBody>
        </p:sp>
        <p:sp>
          <p:nvSpPr>
            <p:cNvPr id="507" name="object 507"/>
            <p:cNvSpPr/>
            <p:nvPr/>
          </p:nvSpPr>
          <p:spPr>
            <a:xfrm>
              <a:off x="3053079" y="1156970"/>
              <a:ext cx="161290" cy="7620"/>
            </a:xfrm>
            <a:custGeom>
              <a:avLst/>
              <a:gdLst/>
              <a:ahLst/>
              <a:cxnLst/>
              <a:rect l="l" t="t" r="r" b="b"/>
              <a:pathLst>
                <a:path w="161289" h="7619">
                  <a:moveTo>
                    <a:pt x="161289" y="6476"/>
                  </a:moveTo>
                  <a:lnTo>
                    <a:pt x="107950" y="6476"/>
                  </a:lnTo>
                  <a:lnTo>
                    <a:pt x="107950" y="7619"/>
                  </a:lnTo>
                  <a:lnTo>
                    <a:pt x="161289" y="7619"/>
                  </a:lnTo>
                  <a:lnTo>
                    <a:pt x="161289" y="6476"/>
                  </a:lnTo>
                  <a:close/>
                </a:path>
                <a:path w="161289" h="7619">
                  <a:moveTo>
                    <a:pt x="1269" y="6349"/>
                  </a:moveTo>
                  <a:lnTo>
                    <a:pt x="0" y="6349"/>
                  </a:lnTo>
                  <a:lnTo>
                    <a:pt x="0" y="7619"/>
                  </a:lnTo>
                  <a:lnTo>
                    <a:pt x="54610" y="7619"/>
                  </a:lnTo>
                  <a:lnTo>
                    <a:pt x="54610" y="6476"/>
                  </a:lnTo>
                  <a:lnTo>
                    <a:pt x="1269" y="6476"/>
                  </a:lnTo>
                  <a:close/>
                </a:path>
                <a:path w="161289" h="7619">
                  <a:moveTo>
                    <a:pt x="54609" y="2666"/>
                  </a:moveTo>
                  <a:lnTo>
                    <a:pt x="2539" y="2666"/>
                  </a:lnTo>
                  <a:lnTo>
                    <a:pt x="2539" y="3809"/>
                  </a:lnTo>
                  <a:lnTo>
                    <a:pt x="1269" y="3809"/>
                  </a:lnTo>
                  <a:lnTo>
                    <a:pt x="1269" y="6349"/>
                  </a:lnTo>
                  <a:lnTo>
                    <a:pt x="54610" y="6349"/>
                  </a:lnTo>
                  <a:lnTo>
                    <a:pt x="54609" y="2666"/>
                  </a:lnTo>
                  <a:close/>
                </a:path>
                <a:path w="161289" h="7619">
                  <a:moveTo>
                    <a:pt x="5080" y="0"/>
                  </a:moveTo>
                  <a:lnTo>
                    <a:pt x="3809" y="0"/>
                  </a:lnTo>
                  <a:lnTo>
                    <a:pt x="3809" y="1396"/>
                  </a:lnTo>
                  <a:lnTo>
                    <a:pt x="2539" y="1396"/>
                  </a:lnTo>
                  <a:lnTo>
                    <a:pt x="2539" y="2539"/>
                  </a:lnTo>
                  <a:lnTo>
                    <a:pt x="54609" y="2539"/>
                  </a:lnTo>
                  <a:lnTo>
                    <a:pt x="54609" y="2666"/>
                  </a:lnTo>
                  <a:lnTo>
                    <a:pt x="55879" y="2666"/>
                  </a:lnTo>
                  <a:lnTo>
                    <a:pt x="55879" y="126"/>
                  </a:lnTo>
                  <a:lnTo>
                    <a:pt x="5080" y="126"/>
                  </a:lnTo>
                  <a:close/>
                </a:path>
                <a:path w="161289" h="7619">
                  <a:moveTo>
                    <a:pt x="160019" y="2666"/>
                  </a:moveTo>
                  <a:lnTo>
                    <a:pt x="106680" y="2666"/>
                  </a:lnTo>
                  <a:lnTo>
                    <a:pt x="106680" y="5206"/>
                  </a:lnTo>
                  <a:lnTo>
                    <a:pt x="107950" y="5206"/>
                  </a:lnTo>
                  <a:lnTo>
                    <a:pt x="107950" y="6349"/>
                  </a:lnTo>
                  <a:lnTo>
                    <a:pt x="161289" y="6349"/>
                  </a:lnTo>
                  <a:lnTo>
                    <a:pt x="161290" y="3809"/>
                  </a:lnTo>
                  <a:lnTo>
                    <a:pt x="160019" y="3809"/>
                  </a:lnTo>
                  <a:lnTo>
                    <a:pt x="160019" y="2666"/>
                  </a:lnTo>
                  <a:close/>
                </a:path>
                <a:path w="161289" h="7619">
                  <a:moveTo>
                    <a:pt x="160019" y="1396"/>
                  </a:moveTo>
                  <a:lnTo>
                    <a:pt x="106680" y="1396"/>
                  </a:lnTo>
                  <a:lnTo>
                    <a:pt x="106680" y="2539"/>
                  </a:lnTo>
                  <a:lnTo>
                    <a:pt x="160019" y="2539"/>
                  </a:lnTo>
                  <a:lnTo>
                    <a:pt x="160019" y="1396"/>
                  </a:lnTo>
                  <a:close/>
                </a:path>
                <a:path w="161289" h="7619">
                  <a:moveTo>
                    <a:pt x="158749" y="126"/>
                  </a:moveTo>
                  <a:lnTo>
                    <a:pt x="105409" y="126"/>
                  </a:lnTo>
                  <a:lnTo>
                    <a:pt x="105409" y="1396"/>
                  </a:lnTo>
                  <a:lnTo>
                    <a:pt x="158749" y="1396"/>
                  </a:lnTo>
                  <a:lnTo>
                    <a:pt x="158749" y="126"/>
                  </a:lnTo>
                  <a:close/>
                </a:path>
              </a:pathLst>
            </a:custGeom>
            <a:solidFill>
              <a:srgbClr val="1E2C00"/>
            </a:solidFill>
          </p:spPr>
          <p:txBody>
            <a:bodyPr wrap="square" lIns="0" tIns="0" rIns="0" bIns="0" rtlCol="0"/>
            <a:lstStyle/>
            <a:p/>
          </p:txBody>
        </p:sp>
        <p:sp>
          <p:nvSpPr>
            <p:cNvPr id="508" name="object 508"/>
            <p:cNvSpPr/>
            <p:nvPr/>
          </p:nvSpPr>
          <p:spPr>
            <a:xfrm>
              <a:off x="3050539" y="1164590"/>
              <a:ext cx="167640" cy="7620"/>
            </a:xfrm>
            <a:custGeom>
              <a:avLst/>
              <a:gdLst/>
              <a:ahLst/>
              <a:cxnLst/>
              <a:rect l="l" t="t" r="r" b="b"/>
              <a:pathLst>
                <a:path w="167639" h="7619">
                  <a:moveTo>
                    <a:pt x="54610" y="5206"/>
                  </a:moveTo>
                  <a:lnTo>
                    <a:pt x="0" y="5206"/>
                  </a:lnTo>
                  <a:lnTo>
                    <a:pt x="0" y="7619"/>
                  </a:lnTo>
                  <a:lnTo>
                    <a:pt x="54610" y="7619"/>
                  </a:lnTo>
                  <a:lnTo>
                    <a:pt x="54610" y="5206"/>
                  </a:lnTo>
                  <a:close/>
                </a:path>
                <a:path w="167639" h="7619">
                  <a:moveTo>
                    <a:pt x="166369" y="5206"/>
                  </a:moveTo>
                  <a:lnTo>
                    <a:pt x="113030" y="5206"/>
                  </a:lnTo>
                  <a:lnTo>
                    <a:pt x="113030" y="7620"/>
                  </a:lnTo>
                  <a:lnTo>
                    <a:pt x="167640" y="7620"/>
                  </a:lnTo>
                  <a:lnTo>
                    <a:pt x="167640" y="6476"/>
                  </a:lnTo>
                  <a:lnTo>
                    <a:pt x="166369" y="6476"/>
                  </a:lnTo>
                  <a:lnTo>
                    <a:pt x="166369" y="5206"/>
                  </a:lnTo>
                  <a:close/>
                </a:path>
                <a:path w="167639" h="7619">
                  <a:moveTo>
                    <a:pt x="165100" y="1397"/>
                  </a:moveTo>
                  <a:lnTo>
                    <a:pt x="111760" y="1397"/>
                  </a:lnTo>
                  <a:lnTo>
                    <a:pt x="111760" y="5206"/>
                  </a:lnTo>
                  <a:lnTo>
                    <a:pt x="113030" y="5206"/>
                  </a:lnTo>
                  <a:lnTo>
                    <a:pt x="166370" y="5079"/>
                  </a:lnTo>
                  <a:lnTo>
                    <a:pt x="166370" y="2539"/>
                  </a:lnTo>
                  <a:lnTo>
                    <a:pt x="165100" y="2539"/>
                  </a:lnTo>
                  <a:lnTo>
                    <a:pt x="165100" y="1397"/>
                  </a:lnTo>
                  <a:close/>
                </a:path>
                <a:path w="167639" h="7619">
                  <a:moveTo>
                    <a:pt x="163830" y="0"/>
                  </a:moveTo>
                  <a:lnTo>
                    <a:pt x="110490" y="0"/>
                  </a:lnTo>
                  <a:lnTo>
                    <a:pt x="110490" y="1397"/>
                  </a:lnTo>
                  <a:lnTo>
                    <a:pt x="111760" y="1397"/>
                  </a:lnTo>
                  <a:lnTo>
                    <a:pt x="111760" y="1269"/>
                  </a:lnTo>
                  <a:lnTo>
                    <a:pt x="165100" y="1269"/>
                  </a:lnTo>
                  <a:lnTo>
                    <a:pt x="165100" y="126"/>
                  </a:lnTo>
                  <a:lnTo>
                    <a:pt x="163830" y="126"/>
                  </a:lnTo>
                  <a:close/>
                </a:path>
                <a:path w="167639" h="7619">
                  <a:moveTo>
                    <a:pt x="54610" y="3937"/>
                  </a:moveTo>
                  <a:lnTo>
                    <a:pt x="0" y="3937"/>
                  </a:lnTo>
                  <a:lnTo>
                    <a:pt x="0" y="5079"/>
                  </a:lnTo>
                  <a:lnTo>
                    <a:pt x="54610" y="5079"/>
                  </a:lnTo>
                  <a:lnTo>
                    <a:pt x="54610" y="3937"/>
                  </a:lnTo>
                  <a:close/>
                </a:path>
                <a:path w="167639" h="7619">
                  <a:moveTo>
                    <a:pt x="2540" y="1269"/>
                  </a:moveTo>
                  <a:lnTo>
                    <a:pt x="1270" y="1269"/>
                  </a:lnTo>
                  <a:lnTo>
                    <a:pt x="1270" y="3937"/>
                  </a:lnTo>
                  <a:lnTo>
                    <a:pt x="55880" y="3937"/>
                  </a:lnTo>
                  <a:lnTo>
                    <a:pt x="55880" y="1397"/>
                  </a:lnTo>
                  <a:lnTo>
                    <a:pt x="2540" y="1397"/>
                  </a:lnTo>
                  <a:lnTo>
                    <a:pt x="2540" y="1269"/>
                  </a:lnTo>
                  <a:close/>
                </a:path>
                <a:path w="167639" h="7619">
                  <a:moveTo>
                    <a:pt x="57150" y="0"/>
                  </a:moveTo>
                  <a:lnTo>
                    <a:pt x="2540" y="0"/>
                  </a:lnTo>
                  <a:lnTo>
                    <a:pt x="2540" y="1269"/>
                  </a:lnTo>
                  <a:lnTo>
                    <a:pt x="55880" y="1269"/>
                  </a:lnTo>
                  <a:lnTo>
                    <a:pt x="55880" y="126"/>
                  </a:lnTo>
                  <a:lnTo>
                    <a:pt x="57150" y="126"/>
                  </a:lnTo>
                  <a:close/>
                </a:path>
              </a:pathLst>
            </a:custGeom>
            <a:solidFill>
              <a:srgbClr val="212C00"/>
            </a:solidFill>
          </p:spPr>
          <p:txBody>
            <a:bodyPr wrap="square" lIns="0" tIns="0" rIns="0" bIns="0" rtlCol="0"/>
            <a:lstStyle/>
            <a:p/>
          </p:txBody>
        </p:sp>
        <p:sp>
          <p:nvSpPr>
            <p:cNvPr id="509" name="object 509"/>
            <p:cNvSpPr/>
            <p:nvPr/>
          </p:nvSpPr>
          <p:spPr>
            <a:xfrm>
              <a:off x="3047999" y="1172210"/>
              <a:ext cx="171450" cy="6350"/>
            </a:xfrm>
            <a:custGeom>
              <a:avLst/>
              <a:gdLst/>
              <a:ahLst/>
              <a:cxnLst/>
              <a:rect l="l" t="t" r="r" b="b"/>
              <a:pathLst>
                <a:path w="171450" h="6350">
                  <a:moveTo>
                    <a:pt x="170180" y="126"/>
                  </a:moveTo>
                  <a:lnTo>
                    <a:pt x="115569" y="126"/>
                  </a:lnTo>
                  <a:lnTo>
                    <a:pt x="115569" y="3936"/>
                  </a:lnTo>
                  <a:lnTo>
                    <a:pt x="116839" y="3936"/>
                  </a:lnTo>
                  <a:lnTo>
                    <a:pt x="116839" y="6350"/>
                  </a:lnTo>
                  <a:lnTo>
                    <a:pt x="171450" y="6350"/>
                  </a:lnTo>
                  <a:lnTo>
                    <a:pt x="171450" y="2666"/>
                  </a:lnTo>
                  <a:lnTo>
                    <a:pt x="170180" y="2666"/>
                  </a:lnTo>
                  <a:lnTo>
                    <a:pt x="170180" y="126"/>
                  </a:lnTo>
                  <a:close/>
                </a:path>
                <a:path w="171450" h="6350">
                  <a:moveTo>
                    <a:pt x="2539" y="0"/>
                  </a:moveTo>
                  <a:lnTo>
                    <a:pt x="1269" y="0"/>
                  </a:lnTo>
                  <a:lnTo>
                    <a:pt x="1269" y="3936"/>
                  </a:lnTo>
                  <a:lnTo>
                    <a:pt x="0" y="3936"/>
                  </a:lnTo>
                  <a:lnTo>
                    <a:pt x="0" y="6350"/>
                  </a:lnTo>
                  <a:lnTo>
                    <a:pt x="55880" y="6350"/>
                  </a:lnTo>
                  <a:lnTo>
                    <a:pt x="55880" y="1269"/>
                  </a:lnTo>
                  <a:lnTo>
                    <a:pt x="57150" y="1269"/>
                  </a:lnTo>
                  <a:lnTo>
                    <a:pt x="57150" y="126"/>
                  </a:lnTo>
                  <a:lnTo>
                    <a:pt x="2539" y="126"/>
                  </a:lnTo>
                  <a:close/>
                </a:path>
              </a:pathLst>
            </a:custGeom>
            <a:solidFill>
              <a:srgbClr val="242B00"/>
            </a:solidFill>
          </p:spPr>
          <p:txBody>
            <a:bodyPr wrap="square" lIns="0" tIns="0" rIns="0" bIns="0" rtlCol="0"/>
            <a:lstStyle/>
            <a:p/>
          </p:txBody>
        </p:sp>
        <p:sp>
          <p:nvSpPr>
            <p:cNvPr id="510" name="object 510"/>
            <p:cNvSpPr/>
            <p:nvPr/>
          </p:nvSpPr>
          <p:spPr>
            <a:xfrm>
              <a:off x="3044189" y="1178560"/>
              <a:ext cx="177800" cy="7620"/>
            </a:xfrm>
            <a:custGeom>
              <a:avLst/>
              <a:gdLst/>
              <a:ahLst/>
              <a:cxnLst/>
              <a:rect l="l" t="t" r="r" b="b"/>
              <a:pathLst>
                <a:path w="177800" h="7619">
                  <a:moveTo>
                    <a:pt x="58420" y="126"/>
                  </a:moveTo>
                  <a:lnTo>
                    <a:pt x="3810" y="126"/>
                  </a:lnTo>
                  <a:lnTo>
                    <a:pt x="3810" y="1269"/>
                  </a:lnTo>
                  <a:lnTo>
                    <a:pt x="58420" y="1269"/>
                  </a:lnTo>
                  <a:lnTo>
                    <a:pt x="58420" y="126"/>
                  </a:lnTo>
                  <a:close/>
                </a:path>
                <a:path w="177800" h="7619">
                  <a:moveTo>
                    <a:pt x="59690" y="0"/>
                  </a:moveTo>
                  <a:lnTo>
                    <a:pt x="58420" y="0"/>
                  </a:lnTo>
                  <a:lnTo>
                    <a:pt x="59690" y="126"/>
                  </a:lnTo>
                  <a:close/>
                </a:path>
                <a:path w="177800" h="7619">
                  <a:moveTo>
                    <a:pt x="176530" y="0"/>
                  </a:moveTo>
                  <a:lnTo>
                    <a:pt x="175260" y="0"/>
                  </a:lnTo>
                  <a:lnTo>
                    <a:pt x="120650" y="126"/>
                  </a:lnTo>
                  <a:lnTo>
                    <a:pt x="120650" y="1269"/>
                  </a:lnTo>
                  <a:lnTo>
                    <a:pt x="176530" y="1269"/>
                  </a:lnTo>
                  <a:lnTo>
                    <a:pt x="176530" y="0"/>
                  </a:lnTo>
                  <a:close/>
                </a:path>
                <a:path w="177800" h="7619">
                  <a:moveTo>
                    <a:pt x="58420" y="1270"/>
                  </a:moveTo>
                  <a:lnTo>
                    <a:pt x="2540" y="1270"/>
                  </a:lnTo>
                  <a:lnTo>
                    <a:pt x="2540" y="3810"/>
                  </a:lnTo>
                  <a:lnTo>
                    <a:pt x="1270" y="3810"/>
                  </a:lnTo>
                  <a:lnTo>
                    <a:pt x="1270" y="6350"/>
                  </a:lnTo>
                  <a:lnTo>
                    <a:pt x="0" y="6350"/>
                  </a:lnTo>
                  <a:lnTo>
                    <a:pt x="0" y="7619"/>
                  </a:lnTo>
                  <a:lnTo>
                    <a:pt x="58419" y="7619"/>
                  </a:lnTo>
                  <a:lnTo>
                    <a:pt x="58420" y="1270"/>
                  </a:lnTo>
                  <a:close/>
                </a:path>
                <a:path w="177800" h="7619">
                  <a:moveTo>
                    <a:pt x="176530" y="1270"/>
                  </a:moveTo>
                  <a:lnTo>
                    <a:pt x="120650" y="1270"/>
                  </a:lnTo>
                  <a:lnTo>
                    <a:pt x="120650" y="5079"/>
                  </a:lnTo>
                  <a:lnTo>
                    <a:pt x="121920" y="5079"/>
                  </a:lnTo>
                  <a:lnTo>
                    <a:pt x="121920" y="7619"/>
                  </a:lnTo>
                  <a:lnTo>
                    <a:pt x="177800" y="7619"/>
                  </a:lnTo>
                  <a:lnTo>
                    <a:pt x="177800" y="3810"/>
                  </a:lnTo>
                  <a:lnTo>
                    <a:pt x="176530" y="3810"/>
                  </a:lnTo>
                  <a:lnTo>
                    <a:pt x="176530" y="1270"/>
                  </a:lnTo>
                  <a:close/>
                </a:path>
              </a:pathLst>
            </a:custGeom>
            <a:solidFill>
              <a:srgbClr val="272A00"/>
            </a:solidFill>
          </p:spPr>
          <p:txBody>
            <a:bodyPr wrap="square" lIns="0" tIns="0" rIns="0" bIns="0" rtlCol="0"/>
            <a:lstStyle/>
            <a:p/>
          </p:txBody>
        </p:sp>
        <p:sp>
          <p:nvSpPr>
            <p:cNvPr id="511" name="object 511"/>
            <p:cNvSpPr/>
            <p:nvPr/>
          </p:nvSpPr>
          <p:spPr>
            <a:xfrm>
              <a:off x="3041649" y="1186180"/>
              <a:ext cx="182880" cy="7620"/>
            </a:xfrm>
            <a:custGeom>
              <a:avLst/>
              <a:gdLst/>
              <a:ahLst/>
              <a:cxnLst/>
              <a:rect l="l" t="t" r="r" b="b"/>
              <a:pathLst>
                <a:path w="182880" h="7619">
                  <a:moveTo>
                    <a:pt x="59689" y="0"/>
                  </a:moveTo>
                  <a:lnTo>
                    <a:pt x="2539" y="0"/>
                  </a:lnTo>
                  <a:lnTo>
                    <a:pt x="2539" y="1270"/>
                  </a:lnTo>
                  <a:lnTo>
                    <a:pt x="1269" y="1270"/>
                  </a:lnTo>
                  <a:lnTo>
                    <a:pt x="1269" y="3810"/>
                  </a:lnTo>
                  <a:lnTo>
                    <a:pt x="0" y="3810"/>
                  </a:lnTo>
                  <a:lnTo>
                    <a:pt x="0" y="7620"/>
                  </a:lnTo>
                  <a:lnTo>
                    <a:pt x="59689" y="7620"/>
                  </a:lnTo>
                  <a:lnTo>
                    <a:pt x="59689" y="0"/>
                  </a:lnTo>
                  <a:close/>
                </a:path>
                <a:path w="182880" h="7619">
                  <a:moveTo>
                    <a:pt x="181610" y="0"/>
                  </a:moveTo>
                  <a:lnTo>
                    <a:pt x="124460" y="0"/>
                  </a:lnTo>
                  <a:lnTo>
                    <a:pt x="124460" y="6350"/>
                  </a:lnTo>
                  <a:lnTo>
                    <a:pt x="125730" y="6350"/>
                  </a:lnTo>
                  <a:lnTo>
                    <a:pt x="125730" y="7620"/>
                  </a:lnTo>
                  <a:lnTo>
                    <a:pt x="182880" y="7620"/>
                  </a:lnTo>
                  <a:lnTo>
                    <a:pt x="182880" y="3810"/>
                  </a:lnTo>
                  <a:lnTo>
                    <a:pt x="181610" y="3810"/>
                  </a:lnTo>
                  <a:lnTo>
                    <a:pt x="181610" y="0"/>
                  </a:lnTo>
                  <a:close/>
                </a:path>
              </a:pathLst>
            </a:custGeom>
            <a:solidFill>
              <a:srgbClr val="2B2A00"/>
            </a:solidFill>
          </p:spPr>
          <p:txBody>
            <a:bodyPr wrap="square" lIns="0" tIns="0" rIns="0" bIns="0" rtlCol="0"/>
            <a:lstStyle/>
            <a:p/>
          </p:txBody>
        </p:sp>
        <p:sp>
          <p:nvSpPr>
            <p:cNvPr id="512" name="object 512"/>
            <p:cNvSpPr/>
            <p:nvPr/>
          </p:nvSpPr>
          <p:spPr>
            <a:xfrm>
              <a:off x="3039109" y="1193800"/>
              <a:ext cx="186690" cy="6350"/>
            </a:xfrm>
            <a:custGeom>
              <a:avLst/>
              <a:gdLst/>
              <a:ahLst/>
              <a:cxnLst/>
              <a:rect l="l" t="t" r="r" b="b"/>
              <a:pathLst>
                <a:path w="186689" h="6350">
                  <a:moveTo>
                    <a:pt x="60959" y="0"/>
                  </a:moveTo>
                  <a:lnTo>
                    <a:pt x="1269" y="0"/>
                  </a:lnTo>
                  <a:lnTo>
                    <a:pt x="1269" y="3810"/>
                  </a:lnTo>
                  <a:lnTo>
                    <a:pt x="0" y="3810"/>
                  </a:lnTo>
                  <a:lnTo>
                    <a:pt x="0" y="6350"/>
                  </a:lnTo>
                  <a:lnTo>
                    <a:pt x="60959" y="6350"/>
                  </a:lnTo>
                  <a:lnTo>
                    <a:pt x="60959" y="0"/>
                  </a:lnTo>
                  <a:close/>
                </a:path>
                <a:path w="186689" h="6350">
                  <a:moveTo>
                    <a:pt x="185419" y="0"/>
                  </a:moveTo>
                  <a:lnTo>
                    <a:pt x="128269" y="0"/>
                  </a:lnTo>
                  <a:lnTo>
                    <a:pt x="128269" y="6350"/>
                  </a:lnTo>
                  <a:lnTo>
                    <a:pt x="186689" y="6350"/>
                  </a:lnTo>
                  <a:lnTo>
                    <a:pt x="186689" y="1270"/>
                  </a:lnTo>
                  <a:lnTo>
                    <a:pt x="185419" y="1270"/>
                  </a:lnTo>
                  <a:lnTo>
                    <a:pt x="185419" y="0"/>
                  </a:lnTo>
                  <a:close/>
                </a:path>
              </a:pathLst>
            </a:custGeom>
            <a:solidFill>
              <a:srgbClr val="2E2900"/>
            </a:solidFill>
          </p:spPr>
          <p:txBody>
            <a:bodyPr wrap="square" lIns="0" tIns="0" rIns="0" bIns="0" rtlCol="0"/>
            <a:lstStyle/>
            <a:p/>
          </p:txBody>
        </p:sp>
        <p:sp>
          <p:nvSpPr>
            <p:cNvPr id="513" name="object 513"/>
            <p:cNvSpPr/>
            <p:nvPr/>
          </p:nvSpPr>
          <p:spPr>
            <a:xfrm>
              <a:off x="3036569" y="1200150"/>
              <a:ext cx="191770" cy="7620"/>
            </a:xfrm>
            <a:custGeom>
              <a:avLst/>
              <a:gdLst/>
              <a:ahLst/>
              <a:cxnLst/>
              <a:rect l="l" t="t" r="r" b="b"/>
              <a:pathLst>
                <a:path w="191769" h="7619">
                  <a:moveTo>
                    <a:pt x="63500" y="0"/>
                  </a:moveTo>
                  <a:lnTo>
                    <a:pt x="2540" y="0"/>
                  </a:lnTo>
                  <a:lnTo>
                    <a:pt x="2540" y="1270"/>
                  </a:lnTo>
                  <a:lnTo>
                    <a:pt x="1269" y="1270"/>
                  </a:lnTo>
                  <a:lnTo>
                    <a:pt x="1269" y="5079"/>
                  </a:lnTo>
                  <a:lnTo>
                    <a:pt x="0" y="5079"/>
                  </a:lnTo>
                  <a:lnTo>
                    <a:pt x="0" y="7620"/>
                  </a:lnTo>
                  <a:lnTo>
                    <a:pt x="62230" y="7620"/>
                  </a:lnTo>
                  <a:lnTo>
                    <a:pt x="62230" y="2539"/>
                  </a:lnTo>
                  <a:lnTo>
                    <a:pt x="63500" y="2539"/>
                  </a:lnTo>
                  <a:lnTo>
                    <a:pt x="63500" y="0"/>
                  </a:lnTo>
                  <a:close/>
                </a:path>
                <a:path w="191769" h="7619">
                  <a:moveTo>
                    <a:pt x="190500" y="0"/>
                  </a:moveTo>
                  <a:lnTo>
                    <a:pt x="130810" y="0"/>
                  </a:lnTo>
                  <a:lnTo>
                    <a:pt x="130810" y="7620"/>
                  </a:lnTo>
                  <a:lnTo>
                    <a:pt x="191770" y="7620"/>
                  </a:lnTo>
                  <a:lnTo>
                    <a:pt x="191770" y="6350"/>
                  </a:lnTo>
                  <a:lnTo>
                    <a:pt x="190500" y="6350"/>
                  </a:lnTo>
                  <a:lnTo>
                    <a:pt x="190500" y="0"/>
                  </a:lnTo>
                  <a:close/>
                </a:path>
              </a:pathLst>
            </a:custGeom>
            <a:solidFill>
              <a:srgbClr val="312800"/>
            </a:solidFill>
          </p:spPr>
          <p:txBody>
            <a:bodyPr wrap="square" lIns="0" tIns="0" rIns="0" bIns="0" rtlCol="0"/>
            <a:lstStyle/>
            <a:p/>
          </p:txBody>
        </p:sp>
        <p:sp>
          <p:nvSpPr>
            <p:cNvPr id="514" name="object 514"/>
            <p:cNvSpPr/>
            <p:nvPr/>
          </p:nvSpPr>
          <p:spPr>
            <a:xfrm>
              <a:off x="3034029" y="1207770"/>
              <a:ext cx="195580" cy="7620"/>
            </a:xfrm>
            <a:custGeom>
              <a:avLst/>
              <a:gdLst/>
              <a:ahLst/>
              <a:cxnLst/>
              <a:rect l="l" t="t" r="r" b="b"/>
              <a:pathLst>
                <a:path w="195580" h="7619">
                  <a:moveTo>
                    <a:pt x="64769" y="0"/>
                  </a:moveTo>
                  <a:lnTo>
                    <a:pt x="2539" y="0"/>
                  </a:lnTo>
                  <a:lnTo>
                    <a:pt x="2539" y="1269"/>
                  </a:lnTo>
                  <a:lnTo>
                    <a:pt x="1269" y="1269"/>
                  </a:lnTo>
                  <a:lnTo>
                    <a:pt x="1269" y="3809"/>
                  </a:lnTo>
                  <a:lnTo>
                    <a:pt x="64769" y="3809"/>
                  </a:lnTo>
                  <a:lnTo>
                    <a:pt x="64769" y="0"/>
                  </a:lnTo>
                  <a:close/>
                </a:path>
                <a:path w="195580" h="7619">
                  <a:moveTo>
                    <a:pt x="194310" y="0"/>
                  </a:moveTo>
                  <a:lnTo>
                    <a:pt x="133350" y="0"/>
                  </a:lnTo>
                  <a:lnTo>
                    <a:pt x="133350" y="3809"/>
                  </a:lnTo>
                  <a:lnTo>
                    <a:pt x="194310" y="3809"/>
                  </a:lnTo>
                  <a:lnTo>
                    <a:pt x="194310" y="0"/>
                  </a:lnTo>
                  <a:close/>
                </a:path>
                <a:path w="195580" h="7619">
                  <a:moveTo>
                    <a:pt x="63500" y="3810"/>
                  </a:moveTo>
                  <a:lnTo>
                    <a:pt x="1269" y="3810"/>
                  </a:lnTo>
                  <a:lnTo>
                    <a:pt x="1269" y="6350"/>
                  </a:lnTo>
                  <a:lnTo>
                    <a:pt x="0" y="6350"/>
                  </a:lnTo>
                  <a:lnTo>
                    <a:pt x="0" y="7619"/>
                  </a:lnTo>
                  <a:lnTo>
                    <a:pt x="63500" y="7619"/>
                  </a:lnTo>
                  <a:lnTo>
                    <a:pt x="63500" y="3810"/>
                  </a:lnTo>
                  <a:close/>
                </a:path>
                <a:path w="195580" h="7619">
                  <a:moveTo>
                    <a:pt x="195580" y="3810"/>
                  </a:moveTo>
                  <a:lnTo>
                    <a:pt x="133350" y="3810"/>
                  </a:lnTo>
                  <a:lnTo>
                    <a:pt x="133350" y="7619"/>
                  </a:lnTo>
                  <a:lnTo>
                    <a:pt x="195580" y="7619"/>
                  </a:lnTo>
                  <a:lnTo>
                    <a:pt x="195580" y="3810"/>
                  </a:lnTo>
                  <a:close/>
                </a:path>
              </a:pathLst>
            </a:custGeom>
            <a:solidFill>
              <a:srgbClr val="342800"/>
            </a:solidFill>
          </p:spPr>
          <p:txBody>
            <a:bodyPr wrap="square" lIns="0" tIns="0" rIns="0" bIns="0" rtlCol="0"/>
            <a:lstStyle/>
            <a:p/>
          </p:txBody>
        </p:sp>
        <p:sp>
          <p:nvSpPr>
            <p:cNvPr id="515" name="object 515"/>
            <p:cNvSpPr/>
            <p:nvPr/>
          </p:nvSpPr>
          <p:spPr>
            <a:xfrm>
              <a:off x="3032759" y="1215390"/>
              <a:ext cx="198120" cy="7620"/>
            </a:xfrm>
            <a:custGeom>
              <a:avLst/>
              <a:gdLst/>
              <a:ahLst/>
              <a:cxnLst/>
              <a:rect l="l" t="t" r="r" b="b"/>
              <a:pathLst>
                <a:path w="198119" h="7619">
                  <a:moveTo>
                    <a:pt x="63500" y="5080"/>
                  </a:moveTo>
                  <a:lnTo>
                    <a:pt x="0" y="5080"/>
                  </a:lnTo>
                  <a:lnTo>
                    <a:pt x="0" y="7620"/>
                  </a:lnTo>
                  <a:lnTo>
                    <a:pt x="63500" y="7620"/>
                  </a:lnTo>
                  <a:lnTo>
                    <a:pt x="63500" y="5080"/>
                  </a:lnTo>
                  <a:close/>
                </a:path>
                <a:path w="198119" h="7619">
                  <a:moveTo>
                    <a:pt x="64769" y="0"/>
                  </a:moveTo>
                  <a:lnTo>
                    <a:pt x="1269" y="0"/>
                  </a:lnTo>
                  <a:lnTo>
                    <a:pt x="1269" y="5080"/>
                  </a:lnTo>
                  <a:lnTo>
                    <a:pt x="64769" y="5080"/>
                  </a:lnTo>
                  <a:lnTo>
                    <a:pt x="64769" y="0"/>
                  </a:lnTo>
                  <a:close/>
                </a:path>
                <a:path w="198119" h="7619">
                  <a:moveTo>
                    <a:pt x="196850" y="0"/>
                  </a:moveTo>
                  <a:lnTo>
                    <a:pt x="135889" y="0"/>
                  </a:lnTo>
                  <a:lnTo>
                    <a:pt x="135889" y="7620"/>
                  </a:lnTo>
                  <a:lnTo>
                    <a:pt x="198119" y="7620"/>
                  </a:lnTo>
                  <a:lnTo>
                    <a:pt x="198119" y="3810"/>
                  </a:lnTo>
                  <a:lnTo>
                    <a:pt x="196850" y="3810"/>
                  </a:lnTo>
                  <a:lnTo>
                    <a:pt x="196850" y="0"/>
                  </a:lnTo>
                  <a:close/>
                </a:path>
              </a:pathLst>
            </a:custGeom>
            <a:solidFill>
              <a:srgbClr val="372700"/>
            </a:solidFill>
          </p:spPr>
          <p:txBody>
            <a:bodyPr wrap="square" lIns="0" tIns="0" rIns="0" bIns="0" rtlCol="0"/>
            <a:lstStyle/>
            <a:p/>
          </p:txBody>
        </p:sp>
        <p:sp>
          <p:nvSpPr>
            <p:cNvPr id="516" name="object 516"/>
            <p:cNvSpPr/>
            <p:nvPr/>
          </p:nvSpPr>
          <p:spPr>
            <a:xfrm>
              <a:off x="3031489" y="1223010"/>
              <a:ext cx="200660" cy="6350"/>
            </a:xfrm>
            <a:custGeom>
              <a:avLst/>
              <a:gdLst/>
              <a:ahLst/>
              <a:cxnLst/>
              <a:rect l="l" t="t" r="r" b="b"/>
              <a:pathLst>
                <a:path w="200660" h="6350">
                  <a:moveTo>
                    <a:pt x="64770" y="0"/>
                  </a:moveTo>
                  <a:lnTo>
                    <a:pt x="1270" y="0"/>
                  </a:lnTo>
                  <a:lnTo>
                    <a:pt x="1270" y="2539"/>
                  </a:lnTo>
                  <a:lnTo>
                    <a:pt x="0" y="2539"/>
                  </a:lnTo>
                  <a:lnTo>
                    <a:pt x="0" y="6350"/>
                  </a:lnTo>
                  <a:lnTo>
                    <a:pt x="64769" y="6350"/>
                  </a:lnTo>
                  <a:lnTo>
                    <a:pt x="64770" y="0"/>
                  </a:lnTo>
                  <a:close/>
                </a:path>
                <a:path w="200660" h="6350">
                  <a:moveTo>
                    <a:pt x="199390" y="0"/>
                  </a:moveTo>
                  <a:lnTo>
                    <a:pt x="137160" y="0"/>
                  </a:lnTo>
                  <a:lnTo>
                    <a:pt x="137160" y="6350"/>
                  </a:lnTo>
                  <a:lnTo>
                    <a:pt x="200660" y="6350"/>
                  </a:lnTo>
                  <a:lnTo>
                    <a:pt x="200660" y="3810"/>
                  </a:lnTo>
                  <a:lnTo>
                    <a:pt x="199390" y="3810"/>
                  </a:lnTo>
                  <a:lnTo>
                    <a:pt x="199390" y="0"/>
                  </a:lnTo>
                  <a:close/>
                </a:path>
              </a:pathLst>
            </a:custGeom>
            <a:solidFill>
              <a:srgbClr val="3A2700"/>
            </a:solidFill>
          </p:spPr>
          <p:txBody>
            <a:bodyPr wrap="square" lIns="0" tIns="0" rIns="0" bIns="0" rtlCol="0"/>
            <a:lstStyle/>
            <a:p/>
          </p:txBody>
        </p:sp>
        <p:sp>
          <p:nvSpPr>
            <p:cNvPr id="517" name="object 517"/>
            <p:cNvSpPr/>
            <p:nvPr/>
          </p:nvSpPr>
          <p:spPr>
            <a:xfrm>
              <a:off x="3030219" y="1229360"/>
              <a:ext cx="203200" cy="7620"/>
            </a:xfrm>
            <a:custGeom>
              <a:avLst/>
              <a:gdLst/>
              <a:ahLst/>
              <a:cxnLst/>
              <a:rect l="l" t="t" r="r" b="b"/>
              <a:pathLst>
                <a:path w="203200" h="7619">
                  <a:moveTo>
                    <a:pt x="64769" y="0"/>
                  </a:moveTo>
                  <a:lnTo>
                    <a:pt x="1269" y="0"/>
                  </a:lnTo>
                  <a:lnTo>
                    <a:pt x="1269" y="2539"/>
                  </a:lnTo>
                  <a:lnTo>
                    <a:pt x="0" y="2539"/>
                  </a:lnTo>
                  <a:lnTo>
                    <a:pt x="0" y="7619"/>
                  </a:lnTo>
                  <a:lnTo>
                    <a:pt x="64769" y="7619"/>
                  </a:lnTo>
                  <a:lnTo>
                    <a:pt x="64769" y="0"/>
                  </a:lnTo>
                  <a:close/>
                </a:path>
                <a:path w="203200" h="7619">
                  <a:moveTo>
                    <a:pt x="201930" y="0"/>
                  </a:moveTo>
                  <a:lnTo>
                    <a:pt x="138430" y="0"/>
                  </a:lnTo>
                  <a:lnTo>
                    <a:pt x="138430" y="1269"/>
                  </a:lnTo>
                  <a:lnTo>
                    <a:pt x="139700" y="1269"/>
                  </a:lnTo>
                  <a:lnTo>
                    <a:pt x="139700" y="7619"/>
                  </a:lnTo>
                  <a:lnTo>
                    <a:pt x="203200" y="7619"/>
                  </a:lnTo>
                  <a:lnTo>
                    <a:pt x="203200" y="5079"/>
                  </a:lnTo>
                  <a:lnTo>
                    <a:pt x="201930" y="5079"/>
                  </a:lnTo>
                  <a:lnTo>
                    <a:pt x="201930" y="0"/>
                  </a:lnTo>
                  <a:close/>
                </a:path>
              </a:pathLst>
            </a:custGeom>
            <a:solidFill>
              <a:srgbClr val="3D2600"/>
            </a:solidFill>
          </p:spPr>
          <p:txBody>
            <a:bodyPr wrap="square" lIns="0" tIns="0" rIns="0" bIns="0" rtlCol="0"/>
            <a:lstStyle/>
            <a:p/>
          </p:txBody>
        </p:sp>
        <p:sp>
          <p:nvSpPr>
            <p:cNvPr id="518" name="object 518"/>
            <p:cNvSpPr/>
            <p:nvPr/>
          </p:nvSpPr>
          <p:spPr>
            <a:xfrm>
              <a:off x="3027679" y="1236980"/>
              <a:ext cx="207010" cy="7620"/>
            </a:xfrm>
            <a:custGeom>
              <a:avLst/>
              <a:gdLst/>
              <a:ahLst/>
              <a:cxnLst/>
              <a:rect l="l" t="t" r="r" b="b"/>
              <a:pathLst>
                <a:path w="207010" h="7619">
                  <a:moveTo>
                    <a:pt x="67309" y="0"/>
                  </a:moveTo>
                  <a:lnTo>
                    <a:pt x="2539" y="0"/>
                  </a:lnTo>
                  <a:lnTo>
                    <a:pt x="2539" y="1270"/>
                  </a:lnTo>
                  <a:lnTo>
                    <a:pt x="1269" y="1270"/>
                  </a:lnTo>
                  <a:lnTo>
                    <a:pt x="1269" y="6350"/>
                  </a:lnTo>
                  <a:lnTo>
                    <a:pt x="67309" y="6350"/>
                  </a:lnTo>
                  <a:lnTo>
                    <a:pt x="67309" y="0"/>
                  </a:lnTo>
                  <a:close/>
                </a:path>
                <a:path w="207010" h="7619">
                  <a:moveTo>
                    <a:pt x="205739" y="0"/>
                  </a:moveTo>
                  <a:lnTo>
                    <a:pt x="142239" y="0"/>
                  </a:lnTo>
                  <a:lnTo>
                    <a:pt x="142239" y="6350"/>
                  </a:lnTo>
                  <a:lnTo>
                    <a:pt x="205739" y="6350"/>
                  </a:lnTo>
                  <a:lnTo>
                    <a:pt x="205739" y="0"/>
                  </a:lnTo>
                  <a:close/>
                </a:path>
                <a:path w="207010" h="7619">
                  <a:moveTo>
                    <a:pt x="66039" y="6350"/>
                  </a:moveTo>
                  <a:lnTo>
                    <a:pt x="0" y="6350"/>
                  </a:lnTo>
                  <a:lnTo>
                    <a:pt x="0" y="7620"/>
                  </a:lnTo>
                  <a:lnTo>
                    <a:pt x="66039" y="7620"/>
                  </a:lnTo>
                  <a:lnTo>
                    <a:pt x="66039" y="6350"/>
                  </a:lnTo>
                  <a:close/>
                </a:path>
                <a:path w="207010" h="7619">
                  <a:moveTo>
                    <a:pt x="207009" y="6350"/>
                  </a:moveTo>
                  <a:lnTo>
                    <a:pt x="142239" y="6350"/>
                  </a:lnTo>
                  <a:lnTo>
                    <a:pt x="142239" y="7620"/>
                  </a:lnTo>
                  <a:lnTo>
                    <a:pt x="207009" y="7620"/>
                  </a:lnTo>
                  <a:lnTo>
                    <a:pt x="207009" y="6350"/>
                  </a:lnTo>
                  <a:close/>
                </a:path>
              </a:pathLst>
            </a:custGeom>
            <a:solidFill>
              <a:srgbClr val="412500"/>
            </a:solidFill>
          </p:spPr>
          <p:txBody>
            <a:bodyPr wrap="square" lIns="0" tIns="0" rIns="0" bIns="0" rtlCol="0"/>
            <a:lstStyle/>
            <a:p/>
          </p:txBody>
        </p:sp>
        <p:sp>
          <p:nvSpPr>
            <p:cNvPr id="519" name="object 519"/>
            <p:cNvSpPr/>
            <p:nvPr/>
          </p:nvSpPr>
          <p:spPr>
            <a:xfrm>
              <a:off x="3026409" y="1244600"/>
              <a:ext cx="208279" cy="6350"/>
            </a:xfrm>
            <a:custGeom>
              <a:avLst/>
              <a:gdLst/>
              <a:ahLst/>
              <a:cxnLst/>
              <a:rect l="l" t="t" r="r" b="b"/>
              <a:pathLst>
                <a:path w="208280" h="6350">
                  <a:moveTo>
                    <a:pt x="67309" y="0"/>
                  </a:moveTo>
                  <a:lnTo>
                    <a:pt x="1269" y="0"/>
                  </a:lnTo>
                  <a:lnTo>
                    <a:pt x="1269" y="3810"/>
                  </a:lnTo>
                  <a:lnTo>
                    <a:pt x="0" y="3810"/>
                  </a:lnTo>
                  <a:lnTo>
                    <a:pt x="0" y="6350"/>
                  </a:lnTo>
                  <a:lnTo>
                    <a:pt x="67310" y="6350"/>
                  </a:lnTo>
                  <a:lnTo>
                    <a:pt x="67309" y="0"/>
                  </a:lnTo>
                  <a:close/>
                </a:path>
                <a:path w="208280" h="6350">
                  <a:moveTo>
                    <a:pt x="208279" y="0"/>
                  </a:moveTo>
                  <a:lnTo>
                    <a:pt x="143509" y="0"/>
                  </a:lnTo>
                  <a:lnTo>
                    <a:pt x="143509" y="6350"/>
                  </a:lnTo>
                  <a:lnTo>
                    <a:pt x="208279" y="6350"/>
                  </a:lnTo>
                  <a:lnTo>
                    <a:pt x="208279" y="0"/>
                  </a:lnTo>
                  <a:close/>
                </a:path>
              </a:pathLst>
            </a:custGeom>
            <a:solidFill>
              <a:srgbClr val="442500"/>
            </a:solidFill>
          </p:spPr>
          <p:txBody>
            <a:bodyPr wrap="square" lIns="0" tIns="0" rIns="0" bIns="0" rtlCol="0"/>
            <a:lstStyle/>
            <a:p/>
          </p:txBody>
        </p:sp>
        <p:sp>
          <p:nvSpPr>
            <p:cNvPr id="520" name="object 520"/>
            <p:cNvSpPr/>
            <p:nvPr/>
          </p:nvSpPr>
          <p:spPr>
            <a:xfrm>
              <a:off x="3025139" y="1250950"/>
              <a:ext cx="210820" cy="7620"/>
            </a:xfrm>
            <a:custGeom>
              <a:avLst/>
              <a:gdLst/>
              <a:ahLst/>
              <a:cxnLst/>
              <a:rect l="l" t="t" r="r" b="b"/>
              <a:pathLst>
                <a:path w="210819" h="7619">
                  <a:moveTo>
                    <a:pt x="68580" y="0"/>
                  </a:moveTo>
                  <a:lnTo>
                    <a:pt x="1270" y="0"/>
                  </a:lnTo>
                  <a:lnTo>
                    <a:pt x="1270" y="2539"/>
                  </a:lnTo>
                  <a:lnTo>
                    <a:pt x="68580" y="2539"/>
                  </a:lnTo>
                  <a:lnTo>
                    <a:pt x="68580" y="0"/>
                  </a:lnTo>
                  <a:close/>
                </a:path>
                <a:path w="210819" h="7619">
                  <a:moveTo>
                    <a:pt x="209550" y="0"/>
                  </a:moveTo>
                  <a:lnTo>
                    <a:pt x="144780" y="0"/>
                  </a:lnTo>
                  <a:lnTo>
                    <a:pt x="144780" y="2539"/>
                  </a:lnTo>
                  <a:lnTo>
                    <a:pt x="210819" y="2539"/>
                  </a:lnTo>
                  <a:lnTo>
                    <a:pt x="210819" y="1270"/>
                  </a:lnTo>
                  <a:lnTo>
                    <a:pt x="209550" y="1270"/>
                  </a:lnTo>
                  <a:lnTo>
                    <a:pt x="209550" y="0"/>
                  </a:lnTo>
                  <a:close/>
                </a:path>
                <a:path w="210819" h="7619">
                  <a:moveTo>
                    <a:pt x="210819" y="2540"/>
                  </a:moveTo>
                  <a:lnTo>
                    <a:pt x="144780" y="2540"/>
                  </a:lnTo>
                  <a:lnTo>
                    <a:pt x="144780" y="7620"/>
                  </a:lnTo>
                  <a:lnTo>
                    <a:pt x="210819" y="7620"/>
                  </a:lnTo>
                  <a:lnTo>
                    <a:pt x="210819" y="2540"/>
                  </a:lnTo>
                  <a:close/>
                </a:path>
                <a:path w="210819" h="7619">
                  <a:moveTo>
                    <a:pt x="68580" y="2540"/>
                  </a:moveTo>
                  <a:lnTo>
                    <a:pt x="0" y="2540"/>
                  </a:lnTo>
                  <a:lnTo>
                    <a:pt x="0" y="7620"/>
                  </a:lnTo>
                  <a:lnTo>
                    <a:pt x="68580" y="7620"/>
                  </a:lnTo>
                  <a:lnTo>
                    <a:pt x="68580" y="2540"/>
                  </a:lnTo>
                  <a:close/>
                </a:path>
              </a:pathLst>
            </a:custGeom>
            <a:solidFill>
              <a:srgbClr val="472400"/>
            </a:solidFill>
          </p:spPr>
          <p:txBody>
            <a:bodyPr wrap="square" lIns="0" tIns="0" rIns="0" bIns="0" rtlCol="0"/>
            <a:lstStyle/>
            <a:p/>
          </p:txBody>
        </p:sp>
        <p:sp>
          <p:nvSpPr>
            <p:cNvPr id="521" name="object 521"/>
            <p:cNvSpPr/>
            <p:nvPr/>
          </p:nvSpPr>
          <p:spPr>
            <a:xfrm>
              <a:off x="3023869" y="1258570"/>
              <a:ext cx="213360" cy="7620"/>
            </a:xfrm>
            <a:custGeom>
              <a:avLst/>
              <a:gdLst/>
              <a:ahLst/>
              <a:cxnLst/>
              <a:rect l="l" t="t" r="r" b="b"/>
              <a:pathLst>
                <a:path w="213360" h="7619">
                  <a:moveTo>
                    <a:pt x="212089" y="0"/>
                  </a:moveTo>
                  <a:lnTo>
                    <a:pt x="146050" y="0"/>
                  </a:lnTo>
                  <a:lnTo>
                    <a:pt x="146050" y="7619"/>
                  </a:lnTo>
                  <a:lnTo>
                    <a:pt x="213360" y="7619"/>
                  </a:lnTo>
                  <a:lnTo>
                    <a:pt x="213360" y="2539"/>
                  </a:lnTo>
                  <a:lnTo>
                    <a:pt x="212089" y="2539"/>
                  </a:lnTo>
                  <a:lnTo>
                    <a:pt x="212089" y="0"/>
                  </a:lnTo>
                  <a:close/>
                </a:path>
                <a:path w="213360" h="7619">
                  <a:moveTo>
                    <a:pt x="69850" y="0"/>
                  </a:moveTo>
                  <a:lnTo>
                    <a:pt x="0" y="0"/>
                  </a:lnTo>
                  <a:lnTo>
                    <a:pt x="0" y="7619"/>
                  </a:lnTo>
                  <a:lnTo>
                    <a:pt x="69850" y="7619"/>
                  </a:lnTo>
                  <a:lnTo>
                    <a:pt x="69850" y="0"/>
                  </a:lnTo>
                  <a:close/>
                </a:path>
              </a:pathLst>
            </a:custGeom>
            <a:solidFill>
              <a:srgbClr val="4A2300"/>
            </a:solidFill>
          </p:spPr>
          <p:txBody>
            <a:bodyPr wrap="square" lIns="0" tIns="0" rIns="0" bIns="0" rtlCol="0"/>
            <a:lstStyle/>
            <a:p/>
          </p:txBody>
        </p:sp>
        <p:sp>
          <p:nvSpPr>
            <p:cNvPr id="522" name="object 522"/>
            <p:cNvSpPr/>
            <p:nvPr/>
          </p:nvSpPr>
          <p:spPr>
            <a:xfrm>
              <a:off x="3022599" y="1266190"/>
              <a:ext cx="215900" cy="6350"/>
            </a:xfrm>
            <a:custGeom>
              <a:avLst/>
              <a:gdLst/>
              <a:ahLst/>
              <a:cxnLst/>
              <a:rect l="l" t="t" r="r" b="b"/>
              <a:pathLst>
                <a:path w="215900" h="6350">
                  <a:moveTo>
                    <a:pt x="214630" y="0"/>
                  </a:moveTo>
                  <a:lnTo>
                    <a:pt x="147319" y="0"/>
                  </a:lnTo>
                  <a:lnTo>
                    <a:pt x="147319" y="6350"/>
                  </a:lnTo>
                  <a:lnTo>
                    <a:pt x="215900" y="6350"/>
                  </a:lnTo>
                  <a:lnTo>
                    <a:pt x="215900" y="3810"/>
                  </a:lnTo>
                  <a:lnTo>
                    <a:pt x="214630" y="3810"/>
                  </a:lnTo>
                  <a:lnTo>
                    <a:pt x="214630" y="0"/>
                  </a:lnTo>
                  <a:close/>
                </a:path>
                <a:path w="215900" h="6350">
                  <a:moveTo>
                    <a:pt x="71119" y="0"/>
                  </a:moveTo>
                  <a:lnTo>
                    <a:pt x="0" y="0"/>
                  </a:lnTo>
                  <a:lnTo>
                    <a:pt x="0" y="6350"/>
                  </a:lnTo>
                  <a:lnTo>
                    <a:pt x="71119" y="6350"/>
                  </a:lnTo>
                  <a:lnTo>
                    <a:pt x="71119" y="0"/>
                  </a:lnTo>
                  <a:close/>
                </a:path>
              </a:pathLst>
            </a:custGeom>
            <a:solidFill>
              <a:srgbClr val="4D2300"/>
            </a:solidFill>
          </p:spPr>
          <p:txBody>
            <a:bodyPr wrap="square" lIns="0" tIns="0" rIns="0" bIns="0" rtlCol="0"/>
            <a:lstStyle/>
            <a:p/>
          </p:txBody>
        </p:sp>
        <p:sp>
          <p:nvSpPr>
            <p:cNvPr id="523" name="object 523"/>
            <p:cNvSpPr/>
            <p:nvPr/>
          </p:nvSpPr>
          <p:spPr>
            <a:xfrm>
              <a:off x="3021329" y="1272540"/>
              <a:ext cx="218440" cy="7620"/>
            </a:xfrm>
            <a:custGeom>
              <a:avLst/>
              <a:gdLst/>
              <a:ahLst/>
              <a:cxnLst/>
              <a:rect l="l" t="t" r="r" b="b"/>
              <a:pathLst>
                <a:path w="218439" h="7619">
                  <a:moveTo>
                    <a:pt x="217169" y="0"/>
                  </a:moveTo>
                  <a:lnTo>
                    <a:pt x="148589" y="0"/>
                  </a:lnTo>
                  <a:lnTo>
                    <a:pt x="148589" y="7620"/>
                  </a:lnTo>
                  <a:lnTo>
                    <a:pt x="218439" y="7620"/>
                  </a:lnTo>
                  <a:lnTo>
                    <a:pt x="218439" y="6350"/>
                  </a:lnTo>
                  <a:lnTo>
                    <a:pt x="217169" y="6350"/>
                  </a:lnTo>
                  <a:lnTo>
                    <a:pt x="217169" y="0"/>
                  </a:lnTo>
                  <a:close/>
                </a:path>
                <a:path w="218439" h="7619">
                  <a:moveTo>
                    <a:pt x="72389" y="0"/>
                  </a:moveTo>
                  <a:lnTo>
                    <a:pt x="1269" y="0"/>
                  </a:lnTo>
                  <a:lnTo>
                    <a:pt x="1269" y="3810"/>
                  </a:lnTo>
                  <a:lnTo>
                    <a:pt x="0" y="3810"/>
                  </a:lnTo>
                  <a:lnTo>
                    <a:pt x="0" y="7620"/>
                  </a:lnTo>
                  <a:lnTo>
                    <a:pt x="72389" y="7620"/>
                  </a:lnTo>
                  <a:lnTo>
                    <a:pt x="72389" y="0"/>
                  </a:lnTo>
                  <a:close/>
                </a:path>
              </a:pathLst>
            </a:custGeom>
            <a:solidFill>
              <a:srgbClr val="502200"/>
            </a:solidFill>
          </p:spPr>
          <p:txBody>
            <a:bodyPr wrap="square" lIns="0" tIns="0" rIns="0" bIns="0" rtlCol="0"/>
            <a:lstStyle/>
            <a:p/>
          </p:txBody>
        </p:sp>
        <p:sp>
          <p:nvSpPr>
            <p:cNvPr id="524" name="object 524"/>
            <p:cNvSpPr/>
            <p:nvPr/>
          </p:nvSpPr>
          <p:spPr>
            <a:xfrm>
              <a:off x="3020060" y="1280159"/>
              <a:ext cx="219710" cy="7620"/>
            </a:xfrm>
            <a:custGeom>
              <a:avLst/>
              <a:gdLst/>
              <a:ahLst/>
              <a:cxnLst/>
              <a:rect l="l" t="t" r="r" b="b"/>
              <a:pathLst>
                <a:path w="219710" h="7619">
                  <a:moveTo>
                    <a:pt x="73660" y="0"/>
                  </a:moveTo>
                  <a:lnTo>
                    <a:pt x="1270" y="0"/>
                  </a:lnTo>
                  <a:lnTo>
                    <a:pt x="1270" y="5080"/>
                  </a:lnTo>
                  <a:lnTo>
                    <a:pt x="0" y="5080"/>
                  </a:lnTo>
                  <a:lnTo>
                    <a:pt x="0" y="7620"/>
                  </a:lnTo>
                  <a:lnTo>
                    <a:pt x="72390" y="7620"/>
                  </a:lnTo>
                  <a:lnTo>
                    <a:pt x="72390" y="5080"/>
                  </a:lnTo>
                  <a:lnTo>
                    <a:pt x="73660" y="5080"/>
                  </a:lnTo>
                  <a:lnTo>
                    <a:pt x="73660" y="0"/>
                  </a:lnTo>
                  <a:close/>
                </a:path>
                <a:path w="219710" h="7619">
                  <a:moveTo>
                    <a:pt x="219710" y="0"/>
                  </a:moveTo>
                  <a:lnTo>
                    <a:pt x="149860" y="0"/>
                  </a:lnTo>
                  <a:lnTo>
                    <a:pt x="149860" y="7620"/>
                  </a:lnTo>
                  <a:lnTo>
                    <a:pt x="219710" y="7620"/>
                  </a:lnTo>
                  <a:lnTo>
                    <a:pt x="219710" y="0"/>
                  </a:lnTo>
                  <a:close/>
                </a:path>
              </a:pathLst>
            </a:custGeom>
            <a:solidFill>
              <a:srgbClr val="542100"/>
            </a:solidFill>
          </p:spPr>
          <p:txBody>
            <a:bodyPr wrap="square" lIns="0" tIns="0" rIns="0" bIns="0" rtlCol="0"/>
            <a:lstStyle/>
            <a:p/>
          </p:txBody>
        </p:sp>
        <p:sp>
          <p:nvSpPr>
            <p:cNvPr id="525" name="object 525"/>
            <p:cNvSpPr/>
            <p:nvPr/>
          </p:nvSpPr>
          <p:spPr>
            <a:xfrm>
              <a:off x="3020060" y="1287779"/>
              <a:ext cx="220979" cy="7620"/>
            </a:xfrm>
            <a:custGeom>
              <a:avLst/>
              <a:gdLst/>
              <a:ahLst/>
              <a:cxnLst/>
              <a:rect l="l" t="t" r="r" b="b"/>
              <a:pathLst>
                <a:path w="220980" h="7619">
                  <a:moveTo>
                    <a:pt x="72390" y="0"/>
                  </a:moveTo>
                  <a:lnTo>
                    <a:pt x="0" y="0"/>
                  </a:lnTo>
                  <a:lnTo>
                    <a:pt x="0" y="7620"/>
                  </a:lnTo>
                  <a:lnTo>
                    <a:pt x="72390" y="7620"/>
                  </a:lnTo>
                  <a:lnTo>
                    <a:pt x="72390" y="0"/>
                  </a:lnTo>
                  <a:close/>
                </a:path>
                <a:path w="220980" h="7619">
                  <a:moveTo>
                    <a:pt x="220980" y="0"/>
                  </a:moveTo>
                  <a:lnTo>
                    <a:pt x="149860" y="0"/>
                  </a:lnTo>
                  <a:lnTo>
                    <a:pt x="149860" y="7620"/>
                  </a:lnTo>
                  <a:lnTo>
                    <a:pt x="220980" y="7620"/>
                  </a:lnTo>
                  <a:lnTo>
                    <a:pt x="220980" y="0"/>
                  </a:lnTo>
                  <a:close/>
                </a:path>
              </a:pathLst>
            </a:custGeom>
            <a:solidFill>
              <a:srgbClr val="572100"/>
            </a:solidFill>
          </p:spPr>
          <p:txBody>
            <a:bodyPr wrap="square" lIns="0" tIns="0" rIns="0" bIns="0" rtlCol="0"/>
            <a:lstStyle/>
            <a:p/>
          </p:txBody>
        </p:sp>
        <p:sp>
          <p:nvSpPr>
            <p:cNvPr id="526" name="object 526"/>
            <p:cNvSpPr/>
            <p:nvPr/>
          </p:nvSpPr>
          <p:spPr>
            <a:xfrm>
              <a:off x="3018789" y="1295400"/>
              <a:ext cx="222250" cy="6350"/>
            </a:xfrm>
            <a:custGeom>
              <a:avLst/>
              <a:gdLst/>
              <a:ahLst/>
              <a:cxnLst/>
              <a:rect l="l" t="t" r="r" b="b"/>
              <a:pathLst>
                <a:path w="222250" h="6350">
                  <a:moveTo>
                    <a:pt x="73660" y="0"/>
                  </a:moveTo>
                  <a:lnTo>
                    <a:pt x="1270" y="0"/>
                  </a:lnTo>
                  <a:lnTo>
                    <a:pt x="1270" y="2539"/>
                  </a:lnTo>
                  <a:lnTo>
                    <a:pt x="0" y="2539"/>
                  </a:lnTo>
                  <a:lnTo>
                    <a:pt x="0" y="6350"/>
                  </a:lnTo>
                  <a:lnTo>
                    <a:pt x="73660" y="6350"/>
                  </a:lnTo>
                  <a:lnTo>
                    <a:pt x="73660" y="0"/>
                  </a:lnTo>
                  <a:close/>
                </a:path>
                <a:path w="222250" h="6350">
                  <a:moveTo>
                    <a:pt x="222250" y="0"/>
                  </a:moveTo>
                  <a:lnTo>
                    <a:pt x="152400" y="0"/>
                  </a:lnTo>
                  <a:lnTo>
                    <a:pt x="152400" y="6350"/>
                  </a:lnTo>
                  <a:lnTo>
                    <a:pt x="222250" y="6350"/>
                  </a:lnTo>
                  <a:lnTo>
                    <a:pt x="222250" y="0"/>
                  </a:lnTo>
                  <a:close/>
                </a:path>
              </a:pathLst>
            </a:custGeom>
            <a:solidFill>
              <a:srgbClr val="5A2000"/>
            </a:solidFill>
          </p:spPr>
          <p:txBody>
            <a:bodyPr wrap="square" lIns="0" tIns="0" rIns="0" bIns="0" rtlCol="0"/>
            <a:lstStyle/>
            <a:p/>
          </p:txBody>
        </p:sp>
        <p:sp>
          <p:nvSpPr>
            <p:cNvPr id="527" name="object 527"/>
            <p:cNvSpPr/>
            <p:nvPr/>
          </p:nvSpPr>
          <p:spPr>
            <a:xfrm>
              <a:off x="3018789" y="1301750"/>
              <a:ext cx="223520" cy="7620"/>
            </a:xfrm>
            <a:custGeom>
              <a:avLst/>
              <a:gdLst/>
              <a:ahLst/>
              <a:cxnLst/>
              <a:rect l="l" t="t" r="r" b="b"/>
              <a:pathLst>
                <a:path w="223519" h="7619">
                  <a:moveTo>
                    <a:pt x="73660" y="0"/>
                  </a:moveTo>
                  <a:lnTo>
                    <a:pt x="0" y="0"/>
                  </a:lnTo>
                  <a:lnTo>
                    <a:pt x="0" y="7620"/>
                  </a:lnTo>
                  <a:lnTo>
                    <a:pt x="73660" y="7620"/>
                  </a:lnTo>
                  <a:lnTo>
                    <a:pt x="73660" y="0"/>
                  </a:lnTo>
                  <a:close/>
                </a:path>
                <a:path w="223519" h="7619">
                  <a:moveTo>
                    <a:pt x="222250" y="0"/>
                  </a:moveTo>
                  <a:lnTo>
                    <a:pt x="152400" y="0"/>
                  </a:lnTo>
                  <a:lnTo>
                    <a:pt x="152400" y="7620"/>
                  </a:lnTo>
                  <a:lnTo>
                    <a:pt x="223520" y="7620"/>
                  </a:lnTo>
                  <a:lnTo>
                    <a:pt x="223520" y="5079"/>
                  </a:lnTo>
                  <a:lnTo>
                    <a:pt x="222250" y="5079"/>
                  </a:lnTo>
                  <a:lnTo>
                    <a:pt x="222250" y="0"/>
                  </a:lnTo>
                  <a:close/>
                </a:path>
              </a:pathLst>
            </a:custGeom>
            <a:solidFill>
              <a:srgbClr val="5D2000"/>
            </a:solidFill>
          </p:spPr>
          <p:txBody>
            <a:bodyPr wrap="square" lIns="0" tIns="0" rIns="0" bIns="0" rtlCol="0"/>
            <a:lstStyle/>
            <a:p/>
          </p:txBody>
        </p:sp>
        <p:sp>
          <p:nvSpPr>
            <p:cNvPr id="528" name="object 528"/>
            <p:cNvSpPr/>
            <p:nvPr/>
          </p:nvSpPr>
          <p:spPr>
            <a:xfrm>
              <a:off x="3017519" y="1309370"/>
              <a:ext cx="224790" cy="7620"/>
            </a:xfrm>
            <a:custGeom>
              <a:avLst/>
              <a:gdLst/>
              <a:ahLst/>
              <a:cxnLst/>
              <a:rect l="l" t="t" r="r" b="b"/>
              <a:pathLst>
                <a:path w="224789" h="7619">
                  <a:moveTo>
                    <a:pt x="74930" y="0"/>
                  </a:moveTo>
                  <a:lnTo>
                    <a:pt x="1269" y="0"/>
                  </a:lnTo>
                  <a:lnTo>
                    <a:pt x="1269" y="3809"/>
                  </a:lnTo>
                  <a:lnTo>
                    <a:pt x="0" y="3809"/>
                  </a:lnTo>
                  <a:lnTo>
                    <a:pt x="0" y="7619"/>
                  </a:lnTo>
                  <a:lnTo>
                    <a:pt x="74930" y="7619"/>
                  </a:lnTo>
                  <a:lnTo>
                    <a:pt x="74930" y="0"/>
                  </a:lnTo>
                  <a:close/>
                </a:path>
                <a:path w="224789" h="7619">
                  <a:moveTo>
                    <a:pt x="224789" y="0"/>
                  </a:moveTo>
                  <a:lnTo>
                    <a:pt x="153669" y="0"/>
                  </a:lnTo>
                  <a:lnTo>
                    <a:pt x="153669" y="7619"/>
                  </a:lnTo>
                  <a:lnTo>
                    <a:pt x="224790" y="7619"/>
                  </a:lnTo>
                  <a:lnTo>
                    <a:pt x="224789" y="0"/>
                  </a:lnTo>
                  <a:close/>
                </a:path>
              </a:pathLst>
            </a:custGeom>
            <a:solidFill>
              <a:srgbClr val="601F00"/>
            </a:solidFill>
          </p:spPr>
          <p:txBody>
            <a:bodyPr wrap="square" lIns="0" tIns="0" rIns="0" bIns="0" rtlCol="0"/>
            <a:lstStyle/>
            <a:p/>
          </p:txBody>
        </p:sp>
        <p:sp>
          <p:nvSpPr>
            <p:cNvPr id="529" name="object 529"/>
            <p:cNvSpPr/>
            <p:nvPr/>
          </p:nvSpPr>
          <p:spPr>
            <a:xfrm>
              <a:off x="3017519" y="1316990"/>
              <a:ext cx="224790" cy="6350"/>
            </a:xfrm>
            <a:custGeom>
              <a:avLst/>
              <a:gdLst/>
              <a:ahLst/>
              <a:cxnLst/>
              <a:rect l="l" t="t" r="r" b="b"/>
              <a:pathLst>
                <a:path w="224789" h="6350">
                  <a:moveTo>
                    <a:pt x="224789" y="0"/>
                  </a:moveTo>
                  <a:lnTo>
                    <a:pt x="0" y="0"/>
                  </a:lnTo>
                  <a:lnTo>
                    <a:pt x="0" y="6350"/>
                  </a:lnTo>
                  <a:lnTo>
                    <a:pt x="224790" y="6350"/>
                  </a:lnTo>
                  <a:lnTo>
                    <a:pt x="224789" y="0"/>
                  </a:lnTo>
                  <a:close/>
                </a:path>
              </a:pathLst>
            </a:custGeom>
            <a:solidFill>
              <a:srgbClr val="631E00"/>
            </a:solidFill>
          </p:spPr>
          <p:txBody>
            <a:bodyPr wrap="square" lIns="0" tIns="0" rIns="0" bIns="0" rtlCol="0"/>
            <a:lstStyle/>
            <a:p/>
          </p:txBody>
        </p:sp>
        <p:sp>
          <p:nvSpPr>
            <p:cNvPr id="530" name="object 530"/>
            <p:cNvSpPr/>
            <p:nvPr/>
          </p:nvSpPr>
          <p:spPr>
            <a:xfrm>
              <a:off x="3017519" y="1323340"/>
              <a:ext cx="224790" cy="7620"/>
            </a:xfrm>
            <a:custGeom>
              <a:avLst/>
              <a:gdLst/>
              <a:ahLst/>
              <a:cxnLst/>
              <a:rect l="l" t="t" r="r" b="b"/>
              <a:pathLst>
                <a:path w="224789" h="7619">
                  <a:moveTo>
                    <a:pt x="0" y="7620"/>
                  </a:moveTo>
                  <a:lnTo>
                    <a:pt x="0" y="0"/>
                  </a:lnTo>
                  <a:lnTo>
                    <a:pt x="224789" y="0"/>
                  </a:lnTo>
                  <a:lnTo>
                    <a:pt x="224790" y="7620"/>
                  </a:lnTo>
                  <a:lnTo>
                    <a:pt x="0" y="7620"/>
                  </a:lnTo>
                  <a:close/>
                </a:path>
              </a:pathLst>
            </a:custGeom>
            <a:solidFill>
              <a:srgbClr val="661E00"/>
            </a:solidFill>
          </p:spPr>
          <p:txBody>
            <a:bodyPr wrap="square" lIns="0" tIns="0" rIns="0" bIns="0" rtlCol="0"/>
            <a:lstStyle/>
            <a:p/>
          </p:txBody>
        </p:sp>
        <p:sp>
          <p:nvSpPr>
            <p:cNvPr id="531" name="object 531"/>
            <p:cNvSpPr/>
            <p:nvPr/>
          </p:nvSpPr>
          <p:spPr>
            <a:xfrm>
              <a:off x="3016250" y="1330959"/>
              <a:ext cx="226060" cy="7620"/>
            </a:xfrm>
            <a:custGeom>
              <a:avLst/>
              <a:gdLst/>
              <a:ahLst/>
              <a:cxnLst/>
              <a:rect l="l" t="t" r="r" b="b"/>
              <a:pathLst>
                <a:path w="226060" h="7619">
                  <a:moveTo>
                    <a:pt x="226060" y="0"/>
                  </a:moveTo>
                  <a:lnTo>
                    <a:pt x="1270" y="0"/>
                  </a:lnTo>
                  <a:lnTo>
                    <a:pt x="1270" y="5080"/>
                  </a:lnTo>
                  <a:lnTo>
                    <a:pt x="0" y="5080"/>
                  </a:lnTo>
                  <a:lnTo>
                    <a:pt x="0" y="7620"/>
                  </a:lnTo>
                  <a:lnTo>
                    <a:pt x="226060" y="7620"/>
                  </a:lnTo>
                  <a:lnTo>
                    <a:pt x="226060" y="5080"/>
                  </a:lnTo>
                  <a:lnTo>
                    <a:pt x="226060" y="0"/>
                  </a:lnTo>
                  <a:close/>
                </a:path>
              </a:pathLst>
            </a:custGeom>
            <a:solidFill>
              <a:srgbClr val="6A1D00"/>
            </a:solidFill>
          </p:spPr>
          <p:txBody>
            <a:bodyPr wrap="square" lIns="0" tIns="0" rIns="0" bIns="0" rtlCol="0"/>
            <a:lstStyle/>
            <a:p/>
          </p:txBody>
        </p:sp>
        <p:sp>
          <p:nvSpPr>
            <p:cNvPr id="532" name="object 532"/>
            <p:cNvSpPr/>
            <p:nvPr/>
          </p:nvSpPr>
          <p:spPr>
            <a:xfrm>
              <a:off x="3016249" y="1338580"/>
              <a:ext cx="226060" cy="7620"/>
            </a:xfrm>
            <a:custGeom>
              <a:avLst/>
              <a:gdLst/>
              <a:ahLst/>
              <a:cxnLst/>
              <a:rect l="l" t="t" r="r" b="b"/>
              <a:pathLst>
                <a:path w="226060" h="7619">
                  <a:moveTo>
                    <a:pt x="0" y="7620"/>
                  </a:moveTo>
                  <a:lnTo>
                    <a:pt x="0" y="0"/>
                  </a:lnTo>
                  <a:lnTo>
                    <a:pt x="226060" y="0"/>
                  </a:lnTo>
                  <a:lnTo>
                    <a:pt x="226060" y="7620"/>
                  </a:lnTo>
                  <a:lnTo>
                    <a:pt x="0" y="7620"/>
                  </a:lnTo>
                  <a:close/>
                </a:path>
              </a:pathLst>
            </a:custGeom>
            <a:solidFill>
              <a:srgbClr val="6D1C00"/>
            </a:solidFill>
          </p:spPr>
          <p:txBody>
            <a:bodyPr wrap="square" lIns="0" tIns="0" rIns="0" bIns="0" rtlCol="0"/>
            <a:lstStyle/>
            <a:p/>
          </p:txBody>
        </p:sp>
        <p:sp>
          <p:nvSpPr>
            <p:cNvPr id="533" name="object 533"/>
            <p:cNvSpPr/>
            <p:nvPr/>
          </p:nvSpPr>
          <p:spPr>
            <a:xfrm>
              <a:off x="3016249" y="1346200"/>
              <a:ext cx="226060" cy="6350"/>
            </a:xfrm>
            <a:custGeom>
              <a:avLst/>
              <a:gdLst/>
              <a:ahLst/>
              <a:cxnLst/>
              <a:rect l="l" t="t" r="r" b="b"/>
              <a:pathLst>
                <a:path w="226060" h="6350">
                  <a:moveTo>
                    <a:pt x="0" y="6350"/>
                  </a:moveTo>
                  <a:lnTo>
                    <a:pt x="0" y="0"/>
                  </a:lnTo>
                  <a:lnTo>
                    <a:pt x="226060" y="0"/>
                  </a:lnTo>
                  <a:lnTo>
                    <a:pt x="226060" y="6350"/>
                  </a:lnTo>
                  <a:lnTo>
                    <a:pt x="0" y="6350"/>
                  </a:lnTo>
                  <a:close/>
                </a:path>
              </a:pathLst>
            </a:custGeom>
            <a:solidFill>
              <a:srgbClr val="701C00"/>
            </a:solidFill>
          </p:spPr>
          <p:txBody>
            <a:bodyPr wrap="square" lIns="0" tIns="0" rIns="0" bIns="0" rtlCol="0"/>
            <a:lstStyle/>
            <a:p/>
          </p:txBody>
        </p:sp>
        <p:sp>
          <p:nvSpPr>
            <p:cNvPr id="534" name="object 534"/>
            <p:cNvSpPr/>
            <p:nvPr/>
          </p:nvSpPr>
          <p:spPr>
            <a:xfrm>
              <a:off x="3016250" y="1352549"/>
              <a:ext cx="226060" cy="7620"/>
            </a:xfrm>
            <a:custGeom>
              <a:avLst/>
              <a:gdLst/>
              <a:ahLst/>
              <a:cxnLst/>
              <a:rect l="l" t="t" r="r" b="b"/>
              <a:pathLst>
                <a:path w="226060" h="7619">
                  <a:moveTo>
                    <a:pt x="226060" y="0"/>
                  </a:moveTo>
                  <a:lnTo>
                    <a:pt x="0" y="0"/>
                  </a:lnTo>
                  <a:lnTo>
                    <a:pt x="0" y="2540"/>
                  </a:lnTo>
                  <a:lnTo>
                    <a:pt x="0" y="7620"/>
                  </a:lnTo>
                  <a:lnTo>
                    <a:pt x="78740" y="7620"/>
                  </a:lnTo>
                  <a:lnTo>
                    <a:pt x="78740" y="2540"/>
                  </a:lnTo>
                  <a:lnTo>
                    <a:pt x="226060" y="2540"/>
                  </a:lnTo>
                  <a:lnTo>
                    <a:pt x="226060" y="0"/>
                  </a:lnTo>
                  <a:close/>
                </a:path>
              </a:pathLst>
            </a:custGeom>
            <a:solidFill>
              <a:srgbClr val="731B00"/>
            </a:solidFill>
          </p:spPr>
          <p:txBody>
            <a:bodyPr wrap="square" lIns="0" tIns="0" rIns="0" bIns="0" rtlCol="0"/>
            <a:lstStyle/>
            <a:p/>
          </p:txBody>
        </p:sp>
        <p:sp>
          <p:nvSpPr>
            <p:cNvPr id="535" name="object 535"/>
            <p:cNvSpPr/>
            <p:nvPr/>
          </p:nvSpPr>
          <p:spPr>
            <a:xfrm>
              <a:off x="3016249" y="1360170"/>
              <a:ext cx="78740" cy="7620"/>
            </a:xfrm>
            <a:custGeom>
              <a:avLst/>
              <a:gdLst/>
              <a:ahLst/>
              <a:cxnLst/>
              <a:rect l="l" t="t" r="r" b="b"/>
              <a:pathLst>
                <a:path w="78739" h="7619">
                  <a:moveTo>
                    <a:pt x="78739" y="0"/>
                  </a:moveTo>
                  <a:lnTo>
                    <a:pt x="0" y="0"/>
                  </a:lnTo>
                  <a:lnTo>
                    <a:pt x="0" y="7619"/>
                  </a:lnTo>
                  <a:lnTo>
                    <a:pt x="78739" y="7619"/>
                  </a:lnTo>
                  <a:lnTo>
                    <a:pt x="78739" y="0"/>
                  </a:lnTo>
                  <a:close/>
                </a:path>
              </a:pathLst>
            </a:custGeom>
            <a:solidFill>
              <a:srgbClr val="761B00"/>
            </a:solidFill>
          </p:spPr>
          <p:txBody>
            <a:bodyPr wrap="square" lIns="0" tIns="0" rIns="0" bIns="0" rtlCol="0"/>
            <a:lstStyle/>
            <a:p/>
          </p:txBody>
        </p:sp>
        <p:sp>
          <p:nvSpPr>
            <p:cNvPr id="536" name="object 536"/>
            <p:cNvSpPr/>
            <p:nvPr/>
          </p:nvSpPr>
          <p:spPr>
            <a:xfrm>
              <a:off x="3014979" y="1367790"/>
              <a:ext cx="80010" cy="6350"/>
            </a:xfrm>
            <a:custGeom>
              <a:avLst/>
              <a:gdLst/>
              <a:ahLst/>
              <a:cxnLst/>
              <a:rect l="l" t="t" r="r" b="b"/>
              <a:pathLst>
                <a:path w="80010" h="6350">
                  <a:moveTo>
                    <a:pt x="0" y="6350"/>
                  </a:moveTo>
                  <a:lnTo>
                    <a:pt x="0" y="0"/>
                  </a:lnTo>
                  <a:lnTo>
                    <a:pt x="80009" y="0"/>
                  </a:lnTo>
                  <a:lnTo>
                    <a:pt x="80010" y="6350"/>
                  </a:lnTo>
                  <a:lnTo>
                    <a:pt x="0" y="6350"/>
                  </a:lnTo>
                  <a:close/>
                </a:path>
              </a:pathLst>
            </a:custGeom>
            <a:solidFill>
              <a:srgbClr val="791A00"/>
            </a:solidFill>
          </p:spPr>
          <p:txBody>
            <a:bodyPr wrap="square" lIns="0" tIns="0" rIns="0" bIns="0" rtlCol="0"/>
            <a:lstStyle/>
            <a:p/>
          </p:txBody>
        </p:sp>
        <p:sp>
          <p:nvSpPr>
            <p:cNvPr id="537" name="object 537"/>
            <p:cNvSpPr/>
            <p:nvPr/>
          </p:nvSpPr>
          <p:spPr>
            <a:xfrm>
              <a:off x="3014979" y="1374140"/>
              <a:ext cx="80010" cy="7620"/>
            </a:xfrm>
            <a:custGeom>
              <a:avLst/>
              <a:gdLst/>
              <a:ahLst/>
              <a:cxnLst/>
              <a:rect l="l" t="t" r="r" b="b"/>
              <a:pathLst>
                <a:path w="80010" h="7619">
                  <a:moveTo>
                    <a:pt x="0" y="7620"/>
                  </a:moveTo>
                  <a:lnTo>
                    <a:pt x="0" y="0"/>
                  </a:lnTo>
                  <a:lnTo>
                    <a:pt x="80010" y="0"/>
                  </a:lnTo>
                  <a:lnTo>
                    <a:pt x="80010" y="7620"/>
                  </a:lnTo>
                  <a:lnTo>
                    <a:pt x="0" y="7620"/>
                  </a:lnTo>
                  <a:close/>
                </a:path>
              </a:pathLst>
            </a:custGeom>
            <a:solidFill>
              <a:srgbClr val="7C1900"/>
            </a:solidFill>
          </p:spPr>
          <p:txBody>
            <a:bodyPr wrap="square" lIns="0" tIns="0" rIns="0" bIns="0" rtlCol="0"/>
            <a:lstStyle/>
            <a:p/>
          </p:txBody>
        </p:sp>
        <p:sp>
          <p:nvSpPr>
            <p:cNvPr id="538" name="object 538"/>
            <p:cNvSpPr/>
            <p:nvPr/>
          </p:nvSpPr>
          <p:spPr>
            <a:xfrm>
              <a:off x="3014979" y="1381760"/>
              <a:ext cx="81280" cy="7620"/>
            </a:xfrm>
            <a:custGeom>
              <a:avLst/>
              <a:gdLst/>
              <a:ahLst/>
              <a:cxnLst/>
              <a:rect l="l" t="t" r="r" b="b"/>
              <a:pathLst>
                <a:path w="81280" h="7619">
                  <a:moveTo>
                    <a:pt x="80010" y="0"/>
                  </a:moveTo>
                  <a:lnTo>
                    <a:pt x="0" y="0"/>
                  </a:lnTo>
                  <a:lnTo>
                    <a:pt x="0" y="7619"/>
                  </a:lnTo>
                  <a:lnTo>
                    <a:pt x="81280" y="7619"/>
                  </a:lnTo>
                  <a:lnTo>
                    <a:pt x="81280" y="6350"/>
                  </a:lnTo>
                  <a:lnTo>
                    <a:pt x="80010" y="6350"/>
                  </a:lnTo>
                  <a:lnTo>
                    <a:pt x="80010" y="0"/>
                  </a:lnTo>
                  <a:close/>
                </a:path>
              </a:pathLst>
            </a:custGeom>
            <a:solidFill>
              <a:srgbClr val="801900"/>
            </a:solidFill>
          </p:spPr>
          <p:txBody>
            <a:bodyPr wrap="square" lIns="0" tIns="0" rIns="0" bIns="0" rtlCol="0"/>
            <a:lstStyle/>
            <a:p/>
          </p:txBody>
        </p:sp>
        <p:sp>
          <p:nvSpPr>
            <p:cNvPr id="539" name="object 539"/>
            <p:cNvSpPr/>
            <p:nvPr/>
          </p:nvSpPr>
          <p:spPr>
            <a:xfrm>
              <a:off x="3014979" y="1389380"/>
              <a:ext cx="81280" cy="6350"/>
            </a:xfrm>
            <a:custGeom>
              <a:avLst/>
              <a:gdLst/>
              <a:ahLst/>
              <a:cxnLst/>
              <a:rect l="l" t="t" r="r" b="b"/>
              <a:pathLst>
                <a:path w="81280" h="6350">
                  <a:moveTo>
                    <a:pt x="0" y="6350"/>
                  </a:moveTo>
                  <a:lnTo>
                    <a:pt x="0" y="0"/>
                  </a:lnTo>
                  <a:lnTo>
                    <a:pt x="81280" y="0"/>
                  </a:lnTo>
                  <a:lnTo>
                    <a:pt x="81280" y="6350"/>
                  </a:lnTo>
                  <a:lnTo>
                    <a:pt x="0" y="6350"/>
                  </a:lnTo>
                  <a:close/>
                </a:path>
              </a:pathLst>
            </a:custGeom>
            <a:solidFill>
              <a:srgbClr val="831800"/>
            </a:solidFill>
          </p:spPr>
          <p:txBody>
            <a:bodyPr wrap="square" lIns="0" tIns="0" rIns="0" bIns="0" rtlCol="0"/>
            <a:lstStyle/>
            <a:p/>
          </p:txBody>
        </p:sp>
        <p:sp>
          <p:nvSpPr>
            <p:cNvPr id="540" name="object 540"/>
            <p:cNvSpPr/>
            <p:nvPr/>
          </p:nvSpPr>
          <p:spPr>
            <a:xfrm>
              <a:off x="3014979" y="1395730"/>
              <a:ext cx="82550" cy="7620"/>
            </a:xfrm>
            <a:custGeom>
              <a:avLst/>
              <a:gdLst/>
              <a:ahLst/>
              <a:cxnLst/>
              <a:rect l="l" t="t" r="r" b="b"/>
              <a:pathLst>
                <a:path w="82550" h="7619">
                  <a:moveTo>
                    <a:pt x="81280" y="0"/>
                  </a:moveTo>
                  <a:lnTo>
                    <a:pt x="0" y="0"/>
                  </a:lnTo>
                  <a:lnTo>
                    <a:pt x="0" y="7620"/>
                  </a:lnTo>
                  <a:lnTo>
                    <a:pt x="82550" y="7620"/>
                  </a:lnTo>
                  <a:lnTo>
                    <a:pt x="82550" y="5080"/>
                  </a:lnTo>
                  <a:lnTo>
                    <a:pt x="81280" y="5080"/>
                  </a:lnTo>
                  <a:lnTo>
                    <a:pt x="81280" y="0"/>
                  </a:lnTo>
                  <a:close/>
                </a:path>
              </a:pathLst>
            </a:custGeom>
            <a:solidFill>
              <a:srgbClr val="861700"/>
            </a:solidFill>
          </p:spPr>
          <p:txBody>
            <a:bodyPr wrap="square" lIns="0" tIns="0" rIns="0" bIns="0" rtlCol="0"/>
            <a:lstStyle/>
            <a:p/>
          </p:txBody>
        </p:sp>
        <p:sp>
          <p:nvSpPr>
            <p:cNvPr id="541" name="object 541"/>
            <p:cNvSpPr/>
            <p:nvPr/>
          </p:nvSpPr>
          <p:spPr>
            <a:xfrm>
              <a:off x="3014979" y="14033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91700"/>
            </a:solidFill>
          </p:spPr>
          <p:txBody>
            <a:bodyPr wrap="square" lIns="0" tIns="0" rIns="0" bIns="0" rtlCol="0"/>
            <a:lstStyle/>
            <a:p/>
          </p:txBody>
        </p:sp>
        <p:sp>
          <p:nvSpPr>
            <p:cNvPr id="542" name="object 542"/>
            <p:cNvSpPr/>
            <p:nvPr/>
          </p:nvSpPr>
          <p:spPr>
            <a:xfrm>
              <a:off x="3014979" y="1410970"/>
              <a:ext cx="83820" cy="7620"/>
            </a:xfrm>
            <a:custGeom>
              <a:avLst/>
              <a:gdLst/>
              <a:ahLst/>
              <a:cxnLst/>
              <a:rect l="l" t="t" r="r" b="b"/>
              <a:pathLst>
                <a:path w="83819" h="7619">
                  <a:moveTo>
                    <a:pt x="82550" y="0"/>
                  </a:moveTo>
                  <a:lnTo>
                    <a:pt x="0" y="0"/>
                  </a:lnTo>
                  <a:lnTo>
                    <a:pt x="0" y="7619"/>
                  </a:lnTo>
                  <a:lnTo>
                    <a:pt x="83819" y="7619"/>
                  </a:lnTo>
                  <a:lnTo>
                    <a:pt x="83819" y="1269"/>
                  </a:lnTo>
                  <a:lnTo>
                    <a:pt x="82550" y="1269"/>
                  </a:lnTo>
                  <a:lnTo>
                    <a:pt x="82550" y="0"/>
                  </a:lnTo>
                  <a:close/>
                </a:path>
              </a:pathLst>
            </a:custGeom>
            <a:solidFill>
              <a:srgbClr val="8C1600"/>
            </a:solidFill>
          </p:spPr>
          <p:txBody>
            <a:bodyPr wrap="square" lIns="0" tIns="0" rIns="0" bIns="0" rtlCol="0"/>
            <a:lstStyle/>
            <a:p/>
          </p:txBody>
        </p:sp>
        <p:sp>
          <p:nvSpPr>
            <p:cNvPr id="543" name="object 543"/>
            <p:cNvSpPr/>
            <p:nvPr/>
          </p:nvSpPr>
          <p:spPr>
            <a:xfrm>
              <a:off x="3014979" y="1418590"/>
              <a:ext cx="83820" cy="6350"/>
            </a:xfrm>
            <a:custGeom>
              <a:avLst/>
              <a:gdLst/>
              <a:ahLst/>
              <a:cxnLst/>
              <a:rect l="l" t="t" r="r" b="b"/>
              <a:pathLst>
                <a:path w="83819" h="6350">
                  <a:moveTo>
                    <a:pt x="83819" y="0"/>
                  </a:moveTo>
                  <a:lnTo>
                    <a:pt x="0" y="0"/>
                  </a:lnTo>
                  <a:lnTo>
                    <a:pt x="0" y="6350"/>
                  </a:lnTo>
                  <a:lnTo>
                    <a:pt x="83819" y="6350"/>
                  </a:lnTo>
                  <a:lnTo>
                    <a:pt x="83819" y="0"/>
                  </a:lnTo>
                  <a:close/>
                </a:path>
              </a:pathLst>
            </a:custGeom>
            <a:solidFill>
              <a:srgbClr val="8F1600"/>
            </a:solidFill>
          </p:spPr>
          <p:txBody>
            <a:bodyPr wrap="square" lIns="0" tIns="0" rIns="0" bIns="0" rtlCol="0"/>
            <a:lstStyle/>
            <a:p/>
          </p:txBody>
        </p:sp>
        <p:sp>
          <p:nvSpPr>
            <p:cNvPr id="544" name="object 544"/>
            <p:cNvSpPr/>
            <p:nvPr/>
          </p:nvSpPr>
          <p:spPr>
            <a:xfrm>
              <a:off x="3016249" y="1424940"/>
              <a:ext cx="83820" cy="7620"/>
            </a:xfrm>
            <a:custGeom>
              <a:avLst/>
              <a:gdLst/>
              <a:ahLst/>
              <a:cxnLst/>
              <a:rect l="l" t="t" r="r" b="b"/>
              <a:pathLst>
                <a:path w="83819" h="7619">
                  <a:moveTo>
                    <a:pt x="83820" y="0"/>
                  </a:moveTo>
                  <a:lnTo>
                    <a:pt x="0" y="0"/>
                  </a:lnTo>
                  <a:lnTo>
                    <a:pt x="0" y="7620"/>
                  </a:lnTo>
                  <a:lnTo>
                    <a:pt x="83820" y="7620"/>
                  </a:lnTo>
                  <a:lnTo>
                    <a:pt x="83820" y="0"/>
                  </a:lnTo>
                  <a:close/>
                </a:path>
              </a:pathLst>
            </a:custGeom>
            <a:solidFill>
              <a:srgbClr val="921500"/>
            </a:solidFill>
          </p:spPr>
          <p:txBody>
            <a:bodyPr wrap="square" lIns="0" tIns="0" rIns="0" bIns="0" rtlCol="0"/>
            <a:lstStyle/>
            <a:p/>
          </p:txBody>
        </p:sp>
        <p:sp>
          <p:nvSpPr>
            <p:cNvPr id="545" name="object 545"/>
            <p:cNvSpPr/>
            <p:nvPr/>
          </p:nvSpPr>
          <p:spPr>
            <a:xfrm>
              <a:off x="3016249" y="1432560"/>
              <a:ext cx="85090" cy="7620"/>
            </a:xfrm>
            <a:custGeom>
              <a:avLst/>
              <a:gdLst/>
              <a:ahLst/>
              <a:cxnLst/>
              <a:rect l="l" t="t" r="r" b="b"/>
              <a:pathLst>
                <a:path w="85089" h="7619">
                  <a:moveTo>
                    <a:pt x="83819" y="0"/>
                  </a:moveTo>
                  <a:lnTo>
                    <a:pt x="0" y="0"/>
                  </a:lnTo>
                  <a:lnTo>
                    <a:pt x="0" y="7619"/>
                  </a:lnTo>
                  <a:lnTo>
                    <a:pt x="85089" y="7619"/>
                  </a:lnTo>
                  <a:lnTo>
                    <a:pt x="85089" y="3810"/>
                  </a:lnTo>
                  <a:lnTo>
                    <a:pt x="83819" y="3810"/>
                  </a:lnTo>
                  <a:lnTo>
                    <a:pt x="83819" y="0"/>
                  </a:lnTo>
                  <a:close/>
                </a:path>
              </a:pathLst>
            </a:custGeom>
            <a:solidFill>
              <a:srgbClr val="961400"/>
            </a:solidFill>
          </p:spPr>
          <p:txBody>
            <a:bodyPr wrap="square" lIns="0" tIns="0" rIns="0" bIns="0" rtlCol="0"/>
            <a:lstStyle/>
            <a:p/>
          </p:txBody>
        </p:sp>
        <p:sp>
          <p:nvSpPr>
            <p:cNvPr id="546" name="object 546"/>
            <p:cNvSpPr/>
            <p:nvPr/>
          </p:nvSpPr>
          <p:spPr>
            <a:xfrm>
              <a:off x="3016249" y="1440180"/>
              <a:ext cx="85090" cy="6350"/>
            </a:xfrm>
            <a:custGeom>
              <a:avLst/>
              <a:gdLst/>
              <a:ahLst/>
              <a:cxnLst/>
              <a:rect l="l" t="t" r="r" b="b"/>
              <a:pathLst>
                <a:path w="85089" h="6350">
                  <a:moveTo>
                    <a:pt x="85089" y="0"/>
                  </a:moveTo>
                  <a:lnTo>
                    <a:pt x="0" y="0"/>
                  </a:lnTo>
                  <a:lnTo>
                    <a:pt x="0" y="3810"/>
                  </a:lnTo>
                  <a:lnTo>
                    <a:pt x="1269" y="3810"/>
                  </a:lnTo>
                  <a:lnTo>
                    <a:pt x="1269" y="6350"/>
                  </a:lnTo>
                  <a:lnTo>
                    <a:pt x="85089" y="6350"/>
                  </a:lnTo>
                  <a:lnTo>
                    <a:pt x="85089" y="0"/>
                  </a:lnTo>
                  <a:close/>
                </a:path>
              </a:pathLst>
            </a:custGeom>
            <a:solidFill>
              <a:srgbClr val="991400"/>
            </a:solidFill>
          </p:spPr>
          <p:txBody>
            <a:bodyPr wrap="square" lIns="0" tIns="0" rIns="0" bIns="0" rtlCol="0"/>
            <a:lstStyle/>
            <a:p/>
          </p:txBody>
        </p:sp>
        <p:sp>
          <p:nvSpPr>
            <p:cNvPr id="547" name="object 547"/>
            <p:cNvSpPr/>
            <p:nvPr/>
          </p:nvSpPr>
          <p:spPr>
            <a:xfrm>
              <a:off x="3017519" y="1446530"/>
              <a:ext cx="85090" cy="7620"/>
            </a:xfrm>
            <a:custGeom>
              <a:avLst/>
              <a:gdLst/>
              <a:ahLst/>
              <a:cxnLst/>
              <a:rect l="l" t="t" r="r" b="b"/>
              <a:pathLst>
                <a:path w="85089" h="7619">
                  <a:moveTo>
                    <a:pt x="85089" y="0"/>
                  </a:moveTo>
                  <a:lnTo>
                    <a:pt x="0" y="0"/>
                  </a:lnTo>
                  <a:lnTo>
                    <a:pt x="0" y="7620"/>
                  </a:lnTo>
                  <a:lnTo>
                    <a:pt x="85089" y="7620"/>
                  </a:lnTo>
                  <a:lnTo>
                    <a:pt x="85089" y="0"/>
                  </a:lnTo>
                  <a:close/>
                </a:path>
              </a:pathLst>
            </a:custGeom>
            <a:solidFill>
              <a:srgbClr val="9C1300"/>
            </a:solidFill>
          </p:spPr>
          <p:txBody>
            <a:bodyPr wrap="square" lIns="0" tIns="0" rIns="0" bIns="0" rtlCol="0"/>
            <a:lstStyle/>
            <a:p/>
          </p:txBody>
        </p:sp>
        <p:sp>
          <p:nvSpPr>
            <p:cNvPr id="548" name="object 548"/>
            <p:cNvSpPr/>
            <p:nvPr/>
          </p:nvSpPr>
          <p:spPr>
            <a:xfrm>
              <a:off x="3017519" y="1454150"/>
              <a:ext cx="86360" cy="7620"/>
            </a:xfrm>
            <a:custGeom>
              <a:avLst/>
              <a:gdLst/>
              <a:ahLst/>
              <a:cxnLst/>
              <a:rect l="l" t="t" r="r" b="b"/>
              <a:pathLst>
                <a:path w="86360" h="7619">
                  <a:moveTo>
                    <a:pt x="85089" y="0"/>
                  </a:moveTo>
                  <a:lnTo>
                    <a:pt x="0" y="0"/>
                  </a:lnTo>
                  <a:lnTo>
                    <a:pt x="0" y="2539"/>
                  </a:lnTo>
                  <a:lnTo>
                    <a:pt x="86360" y="2539"/>
                  </a:lnTo>
                  <a:lnTo>
                    <a:pt x="86360" y="1270"/>
                  </a:lnTo>
                  <a:lnTo>
                    <a:pt x="85089" y="1270"/>
                  </a:lnTo>
                  <a:lnTo>
                    <a:pt x="85089" y="0"/>
                  </a:lnTo>
                  <a:close/>
                </a:path>
                <a:path w="86360" h="7619">
                  <a:moveTo>
                    <a:pt x="86359" y="2540"/>
                  </a:moveTo>
                  <a:lnTo>
                    <a:pt x="1269" y="2540"/>
                  </a:lnTo>
                  <a:lnTo>
                    <a:pt x="1269" y="7620"/>
                  </a:lnTo>
                  <a:lnTo>
                    <a:pt x="86359" y="7620"/>
                  </a:lnTo>
                  <a:lnTo>
                    <a:pt x="86359" y="2540"/>
                  </a:lnTo>
                  <a:close/>
                </a:path>
              </a:pathLst>
            </a:custGeom>
            <a:solidFill>
              <a:srgbClr val="9F1200"/>
            </a:solidFill>
          </p:spPr>
          <p:txBody>
            <a:bodyPr wrap="square" lIns="0" tIns="0" rIns="0" bIns="0" rtlCol="0"/>
            <a:lstStyle/>
            <a:p/>
          </p:txBody>
        </p:sp>
        <p:sp>
          <p:nvSpPr>
            <p:cNvPr id="549" name="object 549"/>
            <p:cNvSpPr/>
            <p:nvPr/>
          </p:nvSpPr>
          <p:spPr>
            <a:xfrm>
              <a:off x="3018789" y="1461770"/>
              <a:ext cx="86360" cy="6350"/>
            </a:xfrm>
            <a:custGeom>
              <a:avLst/>
              <a:gdLst/>
              <a:ahLst/>
              <a:cxnLst/>
              <a:rect l="l" t="t" r="r" b="b"/>
              <a:pathLst>
                <a:path w="86360" h="6350">
                  <a:moveTo>
                    <a:pt x="0" y="6350"/>
                  </a:moveTo>
                  <a:lnTo>
                    <a:pt x="0" y="0"/>
                  </a:lnTo>
                  <a:lnTo>
                    <a:pt x="86360" y="0"/>
                  </a:lnTo>
                  <a:lnTo>
                    <a:pt x="86360" y="6350"/>
                  </a:lnTo>
                  <a:lnTo>
                    <a:pt x="0" y="6350"/>
                  </a:lnTo>
                  <a:close/>
                </a:path>
              </a:pathLst>
            </a:custGeom>
            <a:solidFill>
              <a:srgbClr val="A21200"/>
            </a:solidFill>
          </p:spPr>
          <p:txBody>
            <a:bodyPr wrap="square" lIns="0" tIns="0" rIns="0" bIns="0" rtlCol="0"/>
            <a:lstStyle/>
            <a:p/>
          </p:txBody>
        </p:sp>
        <p:sp>
          <p:nvSpPr>
            <p:cNvPr id="550" name="object 550"/>
            <p:cNvSpPr/>
            <p:nvPr/>
          </p:nvSpPr>
          <p:spPr>
            <a:xfrm>
              <a:off x="3020059" y="1468120"/>
              <a:ext cx="87630" cy="7620"/>
            </a:xfrm>
            <a:custGeom>
              <a:avLst/>
              <a:gdLst/>
              <a:ahLst/>
              <a:cxnLst/>
              <a:rect l="l" t="t" r="r" b="b"/>
              <a:pathLst>
                <a:path w="87630" h="7619">
                  <a:moveTo>
                    <a:pt x="85089" y="0"/>
                  </a:moveTo>
                  <a:lnTo>
                    <a:pt x="0" y="0"/>
                  </a:lnTo>
                  <a:lnTo>
                    <a:pt x="0" y="1269"/>
                  </a:lnTo>
                  <a:lnTo>
                    <a:pt x="85089" y="1269"/>
                  </a:lnTo>
                  <a:lnTo>
                    <a:pt x="85089" y="0"/>
                  </a:lnTo>
                  <a:close/>
                </a:path>
                <a:path w="87630" h="7619">
                  <a:moveTo>
                    <a:pt x="86360" y="1270"/>
                  </a:moveTo>
                  <a:lnTo>
                    <a:pt x="0" y="1270"/>
                  </a:lnTo>
                  <a:lnTo>
                    <a:pt x="0" y="7619"/>
                  </a:lnTo>
                  <a:lnTo>
                    <a:pt x="87630" y="7619"/>
                  </a:lnTo>
                  <a:lnTo>
                    <a:pt x="87630" y="6350"/>
                  </a:lnTo>
                  <a:lnTo>
                    <a:pt x="86360" y="6350"/>
                  </a:lnTo>
                  <a:lnTo>
                    <a:pt x="86360" y="1270"/>
                  </a:lnTo>
                  <a:close/>
                </a:path>
              </a:pathLst>
            </a:custGeom>
            <a:solidFill>
              <a:srgbClr val="A51100"/>
            </a:solidFill>
          </p:spPr>
          <p:txBody>
            <a:bodyPr wrap="square" lIns="0" tIns="0" rIns="0" bIns="0" rtlCol="0"/>
            <a:lstStyle/>
            <a:p/>
          </p:txBody>
        </p:sp>
        <p:sp>
          <p:nvSpPr>
            <p:cNvPr id="551" name="object 551"/>
            <p:cNvSpPr/>
            <p:nvPr/>
          </p:nvSpPr>
          <p:spPr>
            <a:xfrm>
              <a:off x="3020059" y="1475740"/>
              <a:ext cx="88900" cy="7620"/>
            </a:xfrm>
            <a:custGeom>
              <a:avLst/>
              <a:gdLst/>
              <a:ahLst/>
              <a:cxnLst/>
              <a:rect l="l" t="t" r="r" b="b"/>
              <a:pathLst>
                <a:path w="88900" h="7619">
                  <a:moveTo>
                    <a:pt x="87630" y="0"/>
                  </a:moveTo>
                  <a:lnTo>
                    <a:pt x="0" y="0"/>
                  </a:lnTo>
                  <a:lnTo>
                    <a:pt x="0" y="5080"/>
                  </a:lnTo>
                  <a:lnTo>
                    <a:pt x="1269" y="5080"/>
                  </a:lnTo>
                  <a:lnTo>
                    <a:pt x="1269" y="7620"/>
                  </a:lnTo>
                  <a:lnTo>
                    <a:pt x="88900" y="7620"/>
                  </a:lnTo>
                  <a:lnTo>
                    <a:pt x="88900" y="3810"/>
                  </a:lnTo>
                  <a:lnTo>
                    <a:pt x="87630" y="3810"/>
                  </a:lnTo>
                  <a:lnTo>
                    <a:pt x="87630" y="0"/>
                  </a:lnTo>
                  <a:close/>
                </a:path>
              </a:pathLst>
            </a:custGeom>
            <a:solidFill>
              <a:srgbClr val="A91000"/>
            </a:solidFill>
          </p:spPr>
          <p:txBody>
            <a:bodyPr wrap="square" lIns="0" tIns="0" rIns="0" bIns="0" rtlCol="0"/>
            <a:lstStyle/>
            <a:p/>
          </p:txBody>
        </p:sp>
        <p:sp>
          <p:nvSpPr>
            <p:cNvPr id="552" name="object 552"/>
            <p:cNvSpPr/>
            <p:nvPr/>
          </p:nvSpPr>
          <p:spPr>
            <a:xfrm>
              <a:off x="3021330" y="1483359"/>
              <a:ext cx="215900" cy="7620"/>
            </a:xfrm>
            <a:custGeom>
              <a:avLst/>
              <a:gdLst/>
              <a:ahLst/>
              <a:cxnLst/>
              <a:rect l="l" t="t" r="r" b="b"/>
              <a:pathLst>
                <a:path w="215900" h="7619">
                  <a:moveTo>
                    <a:pt x="90170" y="6350"/>
                  </a:moveTo>
                  <a:lnTo>
                    <a:pt x="88900" y="6350"/>
                  </a:lnTo>
                  <a:lnTo>
                    <a:pt x="88900" y="1270"/>
                  </a:lnTo>
                  <a:lnTo>
                    <a:pt x="87630" y="1270"/>
                  </a:lnTo>
                  <a:lnTo>
                    <a:pt x="87630" y="0"/>
                  </a:lnTo>
                  <a:lnTo>
                    <a:pt x="0" y="0"/>
                  </a:lnTo>
                  <a:lnTo>
                    <a:pt x="0" y="1270"/>
                  </a:lnTo>
                  <a:lnTo>
                    <a:pt x="0" y="6350"/>
                  </a:lnTo>
                  <a:lnTo>
                    <a:pt x="0" y="7620"/>
                  </a:lnTo>
                  <a:lnTo>
                    <a:pt x="90170" y="7620"/>
                  </a:lnTo>
                  <a:lnTo>
                    <a:pt x="90170" y="6350"/>
                  </a:lnTo>
                  <a:close/>
                </a:path>
                <a:path w="215900" h="7619">
                  <a:moveTo>
                    <a:pt x="215900" y="6350"/>
                  </a:moveTo>
                  <a:lnTo>
                    <a:pt x="214630" y="6350"/>
                  </a:lnTo>
                  <a:lnTo>
                    <a:pt x="214630" y="3810"/>
                  </a:lnTo>
                  <a:lnTo>
                    <a:pt x="213360" y="3810"/>
                  </a:lnTo>
                  <a:lnTo>
                    <a:pt x="213360" y="2540"/>
                  </a:lnTo>
                  <a:lnTo>
                    <a:pt x="212090" y="2540"/>
                  </a:lnTo>
                  <a:lnTo>
                    <a:pt x="212090" y="1270"/>
                  </a:lnTo>
                  <a:lnTo>
                    <a:pt x="210820" y="1270"/>
                  </a:lnTo>
                  <a:lnTo>
                    <a:pt x="210820" y="2540"/>
                  </a:lnTo>
                  <a:lnTo>
                    <a:pt x="210820" y="3810"/>
                  </a:lnTo>
                  <a:lnTo>
                    <a:pt x="209550" y="3810"/>
                  </a:lnTo>
                  <a:lnTo>
                    <a:pt x="209550" y="6350"/>
                  </a:lnTo>
                  <a:lnTo>
                    <a:pt x="209550" y="7620"/>
                  </a:lnTo>
                  <a:lnTo>
                    <a:pt x="215900" y="7620"/>
                  </a:lnTo>
                  <a:lnTo>
                    <a:pt x="215900" y="6350"/>
                  </a:lnTo>
                  <a:close/>
                </a:path>
              </a:pathLst>
            </a:custGeom>
            <a:solidFill>
              <a:srgbClr val="AC1000"/>
            </a:solidFill>
          </p:spPr>
          <p:txBody>
            <a:bodyPr wrap="square" lIns="0" tIns="0" rIns="0" bIns="0" rtlCol="0"/>
            <a:lstStyle/>
            <a:p/>
          </p:txBody>
        </p:sp>
        <p:sp>
          <p:nvSpPr>
            <p:cNvPr id="553" name="object 553"/>
            <p:cNvSpPr/>
            <p:nvPr/>
          </p:nvSpPr>
          <p:spPr>
            <a:xfrm>
              <a:off x="3022600" y="1490979"/>
              <a:ext cx="219710" cy="6350"/>
            </a:xfrm>
            <a:custGeom>
              <a:avLst/>
              <a:gdLst/>
              <a:ahLst/>
              <a:cxnLst/>
              <a:rect l="l" t="t" r="r" b="b"/>
              <a:pathLst>
                <a:path w="219710" h="6350">
                  <a:moveTo>
                    <a:pt x="90170" y="3810"/>
                  </a:moveTo>
                  <a:lnTo>
                    <a:pt x="88900" y="3810"/>
                  </a:lnTo>
                  <a:lnTo>
                    <a:pt x="88900" y="0"/>
                  </a:lnTo>
                  <a:lnTo>
                    <a:pt x="0" y="0"/>
                  </a:lnTo>
                  <a:lnTo>
                    <a:pt x="0" y="3810"/>
                  </a:lnTo>
                  <a:lnTo>
                    <a:pt x="0" y="6350"/>
                  </a:lnTo>
                  <a:lnTo>
                    <a:pt x="90170" y="6350"/>
                  </a:lnTo>
                  <a:lnTo>
                    <a:pt x="90170" y="3810"/>
                  </a:lnTo>
                  <a:close/>
                </a:path>
                <a:path w="219710" h="6350">
                  <a:moveTo>
                    <a:pt x="219710" y="5080"/>
                  </a:moveTo>
                  <a:lnTo>
                    <a:pt x="218440" y="5080"/>
                  </a:lnTo>
                  <a:lnTo>
                    <a:pt x="218440" y="3810"/>
                  </a:lnTo>
                  <a:lnTo>
                    <a:pt x="218440" y="2540"/>
                  </a:lnTo>
                  <a:lnTo>
                    <a:pt x="217170" y="2540"/>
                  </a:lnTo>
                  <a:lnTo>
                    <a:pt x="217170" y="1270"/>
                  </a:lnTo>
                  <a:lnTo>
                    <a:pt x="215900" y="1270"/>
                  </a:lnTo>
                  <a:lnTo>
                    <a:pt x="215900" y="0"/>
                  </a:lnTo>
                  <a:lnTo>
                    <a:pt x="207010" y="0"/>
                  </a:lnTo>
                  <a:lnTo>
                    <a:pt x="207010" y="1270"/>
                  </a:lnTo>
                  <a:lnTo>
                    <a:pt x="207010" y="2540"/>
                  </a:lnTo>
                  <a:lnTo>
                    <a:pt x="207010" y="3810"/>
                  </a:lnTo>
                  <a:lnTo>
                    <a:pt x="205740" y="3810"/>
                  </a:lnTo>
                  <a:lnTo>
                    <a:pt x="205740" y="5080"/>
                  </a:lnTo>
                  <a:lnTo>
                    <a:pt x="205740" y="6350"/>
                  </a:lnTo>
                  <a:lnTo>
                    <a:pt x="219710" y="6350"/>
                  </a:lnTo>
                  <a:lnTo>
                    <a:pt x="219710" y="5080"/>
                  </a:lnTo>
                  <a:close/>
                </a:path>
              </a:pathLst>
            </a:custGeom>
            <a:solidFill>
              <a:srgbClr val="AF0F00"/>
            </a:solidFill>
          </p:spPr>
          <p:txBody>
            <a:bodyPr wrap="square" lIns="0" tIns="0" rIns="0" bIns="0" rtlCol="0"/>
            <a:lstStyle/>
            <a:p/>
          </p:txBody>
        </p:sp>
        <p:sp>
          <p:nvSpPr>
            <p:cNvPr id="554" name="object 554"/>
            <p:cNvSpPr/>
            <p:nvPr/>
          </p:nvSpPr>
          <p:spPr>
            <a:xfrm>
              <a:off x="3022600" y="1497329"/>
              <a:ext cx="219710" cy="7620"/>
            </a:xfrm>
            <a:custGeom>
              <a:avLst/>
              <a:gdLst/>
              <a:ahLst/>
              <a:cxnLst/>
              <a:rect l="l" t="t" r="r" b="b"/>
              <a:pathLst>
                <a:path w="219710" h="7619">
                  <a:moveTo>
                    <a:pt x="92697" y="6350"/>
                  </a:moveTo>
                  <a:lnTo>
                    <a:pt x="91440" y="6350"/>
                  </a:lnTo>
                  <a:lnTo>
                    <a:pt x="91440" y="2540"/>
                  </a:lnTo>
                  <a:lnTo>
                    <a:pt x="90170" y="2540"/>
                  </a:lnTo>
                  <a:lnTo>
                    <a:pt x="90170" y="1270"/>
                  </a:lnTo>
                  <a:lnTo>
                    <a:pt x="90170" y="0"/>
                  </a:lnTo>
                  <a:lnTo>
                    <a:pt x="0" y="0"/>
                  </a:lnTo>
                  <a:lnTo>
                    <a:pt x="0" y="1270"/>
                  </a:lnTo>
                  <a:lnTo>
                    <a:pt x="1270" y="1270"/>
                  </a:lnTo>
                  <a:lnTo>
                    <a:pt x="1270" y="2540"/>
                  </a:lnTo>
                  <a:lnTo>
                    <a:pt x="1270" y="6350"/>
                  </a:lnTo>
                  <a:lnTo>
                    <a:pt x="1270" y="7620"/>
                  </a:lnTo>
                  <a:lnTo>
                    <a:pt x="92697" y="7620"/>
                  </a:lnTo>
                  <a:lnTo>
                    <a:pt x="92697" y="6350"/>
                  </a:lnTo>
                  <a:close/>
                </a:path>
                <a:path w="219710" h="7619">
                  <a:moveTo>
                    <a:pt x="219710" y="2540"/>
                  </a:moveTo>
                  <a:lnTo>
                    <a:pt x="219697" y="0"/>
                  </a:lnTo>
                  <a:lnTo>
                    <a:pt x="205740" y="0"/>
                  </a:lnTo>
                  <a:lnTo>
                    <a:pt x="205740" y="2540"/>
                  </a:lnTo>
                  <a:lnTo>
                    <a:pt x="204470" y="2540"/>
                  </a:lnTo>
                  <a:lnTo>
                    <a:pt x="204470" y="6350"/>
                  </a:lnTo>
                  <a:lnTo>
                    <a:pt x="203200" y="6350"/>
                  </a:lnTo>
                  <a:lnTo>
                    <a:pt x="203200" y="7620"/>
                  </a:lnTo>
                  <a:lnTo>
                    <a:pt x="219710" y="7620"/>
                  </a:lnTo>
                  <a:lnTo>
                    <a:pt x="219710" y="6350"/>
                  </a:lnTo>
                  <a:lnTo>
                    <a:pt x="219710" y="2540"/>
                  </a:lnTo>
                  <a:close/>
                </a:path>
              </a:pathLst>
            </a:custGeom>
            <a:solidFill>
              <a:srgbClr val="B20F00"/>
            </a:solidFill>
          </p:spPr>
          <p:txBody>
            <a:bodyPr wrap="square" lIns="0" tIns="0" rIns="0" bIns="0" rtlCol="0"/>
            <a:lstStyle/>
            <a:p/>
          </p:txBody>
        </p:sp>
        <p:sp>
          <p:nvSpPr>
            <p:cNvPr id="555" name="object 555"/>
            <p:cNvSpPr/>
            <p:nvPr/>
          </p:nvSpPr>
          <p:spPr>
            <a:xfrm>
              <a:off x="3023870" y="1504949"/>
              <a:ext cx="217170" cy="7620"/>
            </a:xfrm>
            <a:custGeom>
              <a:avLst/>
              <a:gdLst/>
              <a:ahLst/>
              <a:cxnLst/>
              <a:rect l="l" t="t" r="r" b="b"/>
              <a:pathLst>
                <a:path w="217169" h="7619">
                  <a:moveTo>
                    <a:pt x="92697" y="3810"/>
                  </a:moveTo>
                  <a:lnTo>
                    <a:pt x="91427" y="3810"/>
                  </a:lnTo>
                  <a:lnTo>
                    <a:pt x="91427" y="1270"/>
                  </a:lnTo>
                  <a:lnTo>
                    <a:pt x="91427" y="0"/>
                  </a:lnTo>
                  <a:lnTo>
                    <a:pt x="0" y="0"/>
                  </a:lnTo>
                  <a:lnTo>
                    <a:pt x="0" y="1270"/>
                  </a:lnTo>
                  <a:lnTo>
                    <a:pt x="1270" y="1270"/>
                  </a:lnTo>
                  <a:lnTo>
                    <a:pt x="1270" y="3810"/>
                  </a:lnTo>
                  <a:lnTo>
                    <a:pt x="1270" y="7620"/>
                  </a:lnTo>
                  <a:lnTo>
                    <a:pt x="92697" y="7620"/>
                  </a:lnTo>
                  <a:lnTo>
                    <a:pt x="92697" y="3810"/>
                  </a:lnTo>
                  <a:close/>
                </a:path>
                <a:path w="217169" h="7619">
                  <a:moveTo>
                    <a:pt x="217170" y="0"/>
                  </a:moveTo>
                  <a:lnTo>
                    <a:pt x="201930" y="0"/>
                  </a:lnTo>
                  <a:lnTo>
                    <a:pt x="201930" y="2540"/>
                  </a:lnTo>
                  <a:lnTo>
                    <a:pt x="200660" y="2540"/>
                  </a:lnTo>
                  <a:lnTo>
                    <a:pt x="200660" y="3810"/>
                  </a:lnTo>
                  <a:lnTo>
                    <a:pt x="200660" y="6350"/>
                  </a:lnTo>
                  <a:lnTo>
                    <a:pt x="199390" y="6350"/>
                  </a:lnTo>
                  <a:lnTo>
                    <a:pt x="199390" y="7620"/>
                  </a:lnTo>
                  <a:lnTo>
                    <a:pt x="215900" y="7620"/>
                  </a:lnTo>
                  <a:lnTo>
                    <a:pt x="215900" y="6350"/>
                  </a:lnTo>
                  <a:lnTo>
                    <a:pt x="215900" y="3810"/>
                  </a:lnTo>
                  <a:lnTo>
                    <a:pt x="217170" y="3810"/>
                  </a:lnTo>
                  <a:lnTo>
                    <a:pt x="217170" y="2540"/>
                  </a:lnTo>
                  <a:lnTo>
                    <a:pt x="217170" y="0"/>
                  </a:lnTo>
                  <a:close/>
                </a:path>
              </a:pathLst>
            </a:custGeom>
            <a:solidFill>
              <a:srgbClr val="B50E00"/>
            </a:solidFill>
          </p:spPr>
          <p:txBody>
            <a:bodyPr wrap="square" lIns="0" tIns="0" rIns="0" bIns="0" rtlCol="0"/>
            <a:lstStyle/>
            <a:p/>
          </p:txBody>
        </p:sp>
        <p:sp>
          <p:nvSpPr>
            <p:cNvPr id="556" name="object 556"/>
            <p:cNvSpPr/>
            <p:nvPr/>
          </p:nvSpPr>
          <p:spPr>
            <a:xfrm>
              <a:off x="3026410" y="1512569"/>
              <a:ext cx="213360" cy="6350"/>
            </a:xfrm>
            <a:custGeom>
              <a:avLst/>
              <a:gdLst/>
              <a:ahLst/>
              <a:cxnLst/>
              <a:rect l="l" t="t" r="r" b="b"/>
              <a:pathLst>
                <a:path w="213360" h="6350">
                  <a:moveTo>
                    <a:pt x="92710" y="2540"/>
                  </a:moveTo>
                  <a:lnTo>
                    <a:pt x="91440" y="2540"/>
                  </a:lnTo>
                  <a:lnTo>
                    <a:pt x="91440" y="0"/>
                  </a:lnTo>
                  <a:lnTo>
                    <a:pt x="0" y="0"/>
                  </a:lnTo>
                  <a:lnTo>
                    <a:pt x="0" y="2540"/>
                  </a:lnTo>
                  <a:lnTo>
                    <a:pt x="0" y="6350"/>
                  </a:lnTo>
                  <a:lnTo>
                    <a:pt x="92710" y="6350"/>
                  </a:lnTo>
                  <a:lnTo>
                    <a:pt x="92710" y="2540"/>
                  </a:lnTo>
                  <a:close/>
                </a:path>
                <a:path w="213360" h="6350">
                  <a:moveTo>
                    <a:pt x="213360" y="0"/>
                  </a:moveTo>
                  <a:lnTo>
                    <a:pt x="196850" y="0"/>
                  </a:lnTo>
                  <a:lnTo>
                    <a:pt x="196850" y="1270"/>
                  </a:lnTo>
                  <a:lnTo>
                    <a:pt x="196850" y="2540"/>
                  </a:lnTo>
                  <a:lnTo>
                    <a:pt x="195580" y="2540"/>
                  </a:lnTo>
                  <a:lnTo>
                    <a:pt x="195580" y="5080"/>
                  </a:lnTo>
                  <a:lnTo>
                    <a:pt x="194310" y="5080"/>
                  </a:lnTo>
                  <a:lnTo>
                    <a:pt x="194310" y="6350"/>
                  </a:lnTo>
                  <a:lnTo>
                    <a:pt x="212090" y="6350"/>
                  </a:lnTo>
                  <a:lnTo>
                    <a:pt x="212090" y="5080"/>
                  </a:lnTo>
                  <a:lnTo>
                    <a:pt x="212090" y="2540"/>
                  </a:lnTo>
                  <a:lnTo>
                    <a:pt x="212090" y="1270"/>
                  </a:lnTo>
                  <a:lnTo>
                    <a:pt x="213360" y="1270"/>
                  </a:lnTo>
                  <a:lnTo>
                    <a:pt x="213360" y="0"/>
                  </a:lnTo>
                  <a:close/>
                </a:path>
              </a:pathLst>
            </a:custGeom>
            <a:solidFill>
              <a:srgbClr val="B80D00"/>
            </a:solidFill>
          </p:spPr>
          <p:txBody>
            <a:bodyPr wrap="square" lIns="0" tIns="0" rIns="0" bIns="0" rtlCol="0"/>
            <a:lstStyle/>
            <a:p/>
          </p:txBody>
        </p:sp>
        <p:sp>
          <p:nvSpPr>
            <p:cNvPr id="557" name="object 557"/>
            <p:cNvSpPr/>
            <p:nvPr/>
          </p:nvSpPr>
          <p:spPr>
            <a:xfrm>
              <a:off x="3026410" y="1518919"/>
              <a:ext cx="210820" cy="7620"/>
            </a:xfrm>
            <a:custGeom>
              <a:avLst/>
              <a:gdLst/>
              <a:ahLst/>
              <a:cxnLst/>
              <a:rect l="l" t="t" r="r" b="b"/>
              <a:pathLst>
                <a:path w="210819" h="7619">
                  <a:moveTo>
                    <a:pt x="96520" y="6350"/>
                  </a:moveTo>
                  <a:lnTo>
                    <a:pt x="95250" y="6350"/>
                  </a:lnTo>
                  <a:lnTo>
                    <a:pt x="95250" y="3810"/>
                  </a:lnTo>
                  <a:lnTo>
                    <a:pt x="93980" y="3810"/>
                  </a:lnTo>
                  <a:lnTo>
                    <a:pt x="93980" y="1270"/>
                  </a:lnTo>
                  <a:lnTo>
                    <a:pt x="93980" y="0"/>
                  </a:lnTo>
                  <a:lnTo>
                    <a:pt x="0" y="0"/>
                  </a:lnTo>
                  <a:lnTo>
                    <a:pt x="0" y="1270"/>
                  </a:lnTo>
                  <a:lnTo>
                    <a:pt x="1270" y="1270"/>
                  </a:lnTo>
                  <a:lnTo>
                    <a:pt x="1270" y="3810"/>
                  </a:lnTo>
                  <a:lnTo>
                    <a:pt x="1270" y="6350"/>
                  </a:lnTo>
                  <a:lnTo>
                    <a:pt x="1270" y="7620"/>
                  </a:lnTo>
                  <a:lnTo>
                    <a:pt x="96520" y="7620"/>
                  </a:lnTo>
                  <a:lnTo>
                    <a:pt x="96520" y="6350"/>
                  </a:lnTo>
                  <a:close/>
                </a:path>
                <a:path w="210819" h="7619">
                  <a:moveTo>
                    <a:pt x="210820" y="0"/>
                  </a:moveTo>
                  <a:lnTo>
                    <a:pt x="194310" y="0"/>
                  </a:lnTo>
                  <a:lnTo>
                    <a:pt x="194310" y="1270"/>
                  </a:lnTo>
                  <a:lnTo>
                    <a:pt x="193040" y="1270"/>
                  </a:lnTo>
                  <a:lnTo>
                    <a:pt x="193040" y="3810"/>
                  </a:lnTo>
                  <a:lnTo>
                    <a:pt x="191770" y="3810"/>
                  </a:lnTo>
                  <a:lnTo>
                    <a:pt x="191770" y="6350"/>
                  </a:lnTo>
                  <a:lnTo>
                    <a:pt x="190500" y="6350"/>
                  </a:lnTo>
                  <a:lnTo>
                    <a:pt x="190500" y="7620"/>
                  </a:lnTo>
                  <a:lnTo>
                    <a:pt x="209550" y="7620"/>
                  </a:lnTo>
                  <a:lnTo>
                    <a:pt x="209550" y="6350"/>
                  </a:lnTo>
                  <a:lnTo>
                    <a:pt x="209550" y="3810"/>
                  </a:lnTo>
                  <a:lnTo>
                    <a:pt x="210820" y="3810"/>
                  </a:lnTo>
                  <a:lnTo>
                    <a:pt x="210820" y="1270"/>
                  </a:lnTo>
                  <a:lnTo>
                    <a:pt x="210820" y="0"/>
                  </a:lnTo>
                  <a:close/>
                </a:path>
              </a:pathLst>
            </a:custGeom>
            <a:solidFill>
              <a:srgbClr val="BB0D00"/>
            </a:solidFill>
          </p:spPr>
          <p:txBody>
            <a:bodyPr wrap="square" lIns="0" tIns="0" rIns="0" bIns="0" rtlCol="0"/>
            <a:lstStyle/>
            <a:p/>
          </p:txBody>
        </p:sp>
        <p:sp>
          <p:nvSpPr>
            <p:cNvPr id="558" name="object 558"/>
            <p:cNvSpPr/>
            <p:nvPr/>
          </p:nvSpPr>
          <p:spPr>
            <a:xfrm>
              <a:off x="3027680" y="1526539"/>
              <a:ext cx="208279" cy="7620"/>
            </a:xfrm>
            <a:custGeom>
              <a:avLst/>
              <a:gdLst/>
              <a:ahLst/>
              <a:cxnLst/>
              <a:rect l="l" t="t" r="r" b="b"/>
              <a:pathLst>
                <a:path w="208280" h="7619">
                  <a:moveTo>
                    <a:pt x="97790" y="5080"/>
                  </a:moveTo>
                  <a:lnTo>
                    <a:pt x="96520" y="5080"/>
                  </a:lnTo>
                  <a:lnTo>
                    <a:pt x="96520" y="2540"/>
                  </a:lnTo>
                  <a:lnTo>
                    <a:pt x="95250" y="2540"/>
                  </a:lnTo>
                  <a:lnTo>
                    <a:pt x="95250" y="1270"/>
                  </a:lnTo>
                  <a:lnTo>
                    <a:pt x="95250" y="0"/>
                  </a:lnTo>
                  <a:lnTo>
                    <a:pt x="0" y="0"/>
                  </a:lnTo>
                  <a:lnTo>
                    <a:pt x="0" y="1270"/>
                  </a:lnTo>
                  <a:lnTo>
                    <a:pt x="1270" y="1270"/>
                  </a:lnTo>
                  <a:lnTo>
                    <a:pt x="1270" y="2540"/>
                  </a:lnTo>
                  <a:lnTo>
                    <a:pt x="1270" y="5080"/>
                  </a:lnTo>
                  <a:lnTo>
                    <a:pt x="1270" y="7620"/>
                  </a:lnTo>
                  <a:lnTo>
                    <a:pt x="97790" y="7620"/>
                  </a:lnTo>
                  <a:lnTo>
                    <a:pt x="97790" y="5080"/>
                  </a:lnTo>
                  <a:close/>
                </a:path>
                <a:path w="208280" h="7619">
                  <a:moveTo>
                    <a:pt x="208280" y="0"/>
                  </a:moveTo>
                  <a:lnTo>
                    <a:pt x="189230" y="0"/>
                  </a:lnTo>
                  <a:lnTo>
                    <a:pt x="189230" y="1270"/>
                  </a:lnTo>
                  <a:lnTo>
                    <a:pt x="187960" y="1270"/>
                  </a:lnTo>
                  <a:lnTo>
                    <a:pt x="187960" y="3810"/>
                  </a:lnTo>
                  <a:lnTo>
                    <a:pt x="186690" y="3810"/>
                  </a:lnTo>
                  <a:lnTo>
                    <a:pt x="186690" y="5080"/>
                  </a:lnTo>
                  <a:lnTo>
                    <a:pt x="186690" y="6350"/>
                  </a:lnTo>
                  <a:lnTo>
                    <a:pt x="186690" y="7620"/>
                  </a:lnTo>
                  <a:lnTo>
                    <a:pt x="205740" y="7620"/>
                  </a:lnTo>
                  <a:lnTo>
                    <a:pt x="205740" y="6350"/>
                  </a:lnTo>
                  <a:lnTo>
                    <a:pt x="207010" y="6350"/>
                  </a:lnTo>
                  <a:lnTo>
                    <a:pt x="207010" y="5080"/>
                  </a:lnTo>
                  <a:lnTo>
                    <a:pt x="207010" y="3810"/>
                  </a:lnTo>
                  <a:lnTo>
                    <a:pt x="207010" y="1270"/>
                  </a:lnTo>
                  <a:lnTo>
                    <a:pt x="208280" y="1270"/>
                  </a:lnTo>
                  <a:lnTo>
                    <a:pt x="208280" y="0"/>
                  </a:lnTo>
                  <a:close/>
                </a:path>
              </a:pathLst>
            </a:custGeom>
            <a:solidFill>
              <a:srgbClr val="BF0C00"/>
            </a:solidFill>
          </p:spPr>
          <p:txBody>
            <a:bodyPr wrap="square" lIns="0" tIns="0" rIns="0" bIns="0" rtlCol="0"/>
            <a:lstStyle/>
            <a:p/>
          </p:txBody>
        </p:sp>
        <p:sp>
          <p:nvSpPr>
            <p:cNvPr id="559" name="object 559"/>
            <p:cNvSpPr/>
            <p:nvPr/>
          </p:nvSpPr>
          <p:spPr>
            <a:xfrm>
              <a:off x="3028950" y="1534159"/>
              <a:ext cx="204470" cy="7620"/>
            </a:xfrm>
            <a:custGeom>
              <a:avLst/>
              <a:gdLst/>
              <a:ahLst/>
              <a:cxnLst/>
              <a:rect l="l" t="t" r="r" b="b"/>
              <a:pathLst>
                <a:path w="204469" h="7619">
                  <a:moveTo>
                    <a:pt x="99047" y="2540"/>
                  </a:moveTo>
                  <a:lnTo>
                    <a:pt x="97790" y="2540"/>
                  </a:lnTo>
                  <a:lnTo>
                    <a:pt x="97790" y="0"/>
                  </a:lnTo>
                  <a:lnTo>
                    <a:pt x="1270" y="0"/>
                  </a:lnTo>
                  <a:lnTo>
                    <a:pt x="0" y="0"/>
                  </a:lnTo>
                  <a:lnTo>
                    <a:pt x="0" y="127"/>
                  </a:lnTo>
                  <a:lnTo>
                    <a:pt x="1270" y="127"/>
                  </a:lnTo>
                  <a:lnTo>
                    <a:pt x="1270" y="2540"/>
                  </a:lnTo>
                  <a:lnTo>
                    <a:pt x="1270" y="3810"/>
                  </a:lnTo>
                  <a:lnTo>
                    <a:pt x="99047" y="3810"/>
                  </a:lnTo>
                  <a:lnTo>
                    <a:pt x="99047" y="2540"/>
                  </a:lnTo>
                  <a:close/>
                </a:path>
                <a:path w="204469" h="7619">
                  <a:moveTo>
                    <a:pt x="100317" y="6477"/>
                  </a:moveTo>
                  <a:lnTo>
                    <a:pt x="2540" y="6477"/>
                  </a:lnTo>
                  <a:lnTo>
                    <a:pt x="2540" y="7620"/>
                  </a:lnTo>
                  <a:lnTo>
                    <a:pt x="100317" y="7620"/>
                  </a:lnTo>
                  <a:lnTo>
                    <a:pt x="100317" y="6477"/>
                  </a:lnTo>
                  <a:close/>
                </a:path>
                <a:path w="204469" h="7619">
                  <a:moveTo>
                    <a:pt x="100317" y="5207"/>
                  </a:moveTo>
                  <a:lnTo>
                    <a:pt x="99047" y="5207"/>
                  </a:lnTo>
                  <a:lnTo>
                    <a:pt x="99047" y="3937"/>
                  </a:lnTo>
                  <a:lnTo>
                    <a:pt x="1270" y="3937"/>
                  </a:lnTo>
                  <a:lnTo>
                    <a:pt x="1270" y="5207"/>
                  </a:lnTo>
                  <a:lnTo>
                    <a:pt x="2540" y="5207"/>
                  </a:lnTo>
                  <a:lnTo>
                    <a:pt x="2540" y="6350"/>
                  </a:lnTo>
                  <a:lnTo>
                    <a:pt x="100317" y="6350"/>
                  </a:lnTo>
                  <a:lnTo>
                    <a:pt x="100317" y="5207"/>
                  </a:lnTo>
                  <a:close/>
                </a:path>
                <a:path w="204469" h="7619">
                  <a:moveTo>
                    <a:pt x="204470" y="0"/>
                  </a:moveTo>
                  <a:lnTo>
                    <a:pt x="185420" y="0"/>
                  </a:lnTo>
                  <a:lnTo>
                    <a:pt x="185420" y="1270"/>
                  </a:lnTo>
                  <a:lnTo>
                    <a:pt x="184150" y="1270"/>
                  </a:lnTo>
                  <a:lnTo>
                    <a:pt x="184150" y="3810"/>
                  </a:lnTo>
                  <a:lnTo>
                    <a:pt x="182880" y="3810"/>
                  </a:lnTo>
                  <a:lnTo>
                    <a:pt x="182880" y="6350"/>
                  </a:lnTo>
                  <a:lnTo>
                    <a:pt x="181610" y="6350"/>
                  </a:lnTo>
                  <a:lnTo>
                    <a:pt x="181610" y="7620"/>
                  </a:lnTo>
                  <a:lnTo>
                    <a:pt x="203200" y="7620"/>
                  </a:lnTo>
                  <a:lnTo>
                    <a:pt x="203200" y="6350"/>
                  </a:lnTo>
                  <a:lnTo>
                    <a:pt x="203200" y="3810"/>
                  </a:lnTo>
                  <a:lnTo>
                    <a:pt x="204470" y="3810"/>
                  </a:lnTo>
                  <a:lnTo>
                    <a:pt x="204470" y="1270"/>
                  </a:lnTo>
                  <a:lnTo>
                    <a:pt x="204470" y="0"/>
                  </a:lnTo>
                  <a:close/>
                </a:path>
              </a:pathLst>
            </a:custGeom>
            <a:solidFill>
              <a:srgbClr val="C20B00"/>
            </a:solidFill>
          </p:spPr>
          <p:txBody>
            <a:bodyPr wrap="square" lIns="0" tIns="0" rIns="0" bIns="0" rtlCol="0"/>
            <a:lstStyle/>
            <a:p/>
          </p:txBody>
        </p:sp>
        <p:sp>
          <p:nvSpPr>
            <p:cNvPr id="560" name="object 560"/>
            <p:cNvSpPr/>
            <p:nvPr/>
          </p:nvSpPr>
          <p:spPr>
            <a:xfrm>
              <a:off x="3031490" y="1541779"/>
              <a:ext cx="199390" cy="6350"/>
            </a:xfrm>
            <a:custGeom>
              <a:avLst/>
              <a:gdLst/>
              <a:ahLst/>
              <a:cxnLst/>
              <a:rect l="l" t="t" r="r" b="b"/>
              <a:pathLst>
                <a:path w="199389" h="6350">
                  <a:moveTo>
                    <a:pt x="101600" y="5080"/>
                  </a:moveTo>
                  <a:lnTo>
                    <a:pt x="100330" y="5080"/>
                  </a:lnTo>
                  <a:lnTo>
                    <a:pt x="100330" y="2540"/>
                  </a:lnTo>
                  <a:lnTo>
                    <a:pt x="99060" y="2540"/>
                  </a:lnTo>
                  <a:lnTo>
                    <a:pt x="99060" y="0"/>
                  </a:lnTo>
                  <a:lnTo>
                    <a:pt x="0" y="0"/>
                  </a:lnTo>
                  <a:lnTo>
                    <a:pt x="0" y="2540"/>
                  </a:lnTo>
                  <a:lnTo>
                    <a:pt x="1270" y="2540"/>
                  </a:lnTo>
                  <a:lnTo>
                    <a:pt x="1270" y="5080"/>
                  </a:lnTo>
                  <a:lnTo>
                    <a:pt x="1270" y="6350"/>
                  </a:lnTo>
                  <a:lnTo>
                    <a:pt x="101600" y="6350"/>
                  </a:lnTo>
                  <a:lnTo>
                    <a:pt x="101600" y="5080"/>
                  </a:lnTo>
                  <a:close/>
                </a:path>
                <a:path w="199389" h="6350">
                  <a:moveTo>
                    <a:pt x="199390" y="0"/>
                  </a:moveTo>
                  <a:lnTo>
                    <a:pt x="179070" y="0"/>
                  </a:lnTo>
                  <a:lnTo>
                    <a:pt x="179070" y="1270"/>
                  </a:lnTo>
                  <a:lnTo>
                    <a:pt x="177800" y="1270"/>
                  </a:lnTo>
                  <a:lnTo>
                    <a:pt x="177800" y="2540"/>
                  </a:lnTo>
                  <a:lnTo>
                    <a:pt x="176530" y="2540"/>
                  </a:lnTo>
                  <a:lnTo>
                    <a:pt x="176530" y="3810"/>
                  </a:lnTo>
                  <a:lnTo>
                    <a:pt x="176530" y="5080"/>
                  </a:lnTo>
                  <a:lnTo>
                    <a:pt x="175260" y="5080"/>
                  </a:lnTo>
                  <a:lnTo>
                    <a:pt x="175260" y="6350"/>
                  </a:lnTo>
                  <a:lnTo>
                    <a:pt x="198120" y="6350"/>
                  </a:lnTo>
                  <a:lnTo>
                    <a:pt x="198120" y="5080"/>
                  </a:lnTo>
                  <a:lnTo>
                    <a:pt x="198107" y="3810"/>
                  </a:lnTo>
                  <a:lnTo>
                    <a:pt x="199390" y="3810"/>
                  </a:lnTo>
                  <a:lnTo>
                    <a:pt x="199390" y="2540"/>
                  </a:lnTo>
                  <a:lnTo>
                    <a:pt x="199390" y="1270"/>
                  </a:lnTo>
                  <a:lnTo>
                    <a:pt x="199390" y="0"/>
                  </a:lnTo>
                  <a:close/>
                </a:path>
              </a:pathLst>
            </a:custGeom>
            <a:solidFill>
              <a:srgbClr val="C50B00"/>
            </a:solidFill>
          </p:spPr>
          <p:txBody>
            <a:bodyPr wrap="square" lIns="0" tIns="0" rIns="0" bIns="0" rtlCol="0"/>
            <a:lstStyle/>
            <a:p/>
          </p:txBody>
        </p:sp>
        <p:sp>
          <p:nvSpPr>
            <p:cNvPr id="561" name="object 561"/>
            <p:cNvSpPr/>
            <p:nvPr/>
          </p:nvSpPr>
          <p:spPr>
            <a:xfrm>
              <a:off x="3032760" y="1548129"/>
              <a:ext cx="196850" cy="7620"/>
            </a:xfrm>
            <a:custGeom>
              <a:avLst/>
              <a:gdLst/>
              <a:ahLst/>
              <a:cxnLst/>
              <a:rect l="l" t="t" r="r" b="b"/>
              <a:pathLst>
                <a:path w="196850" h="7619">
                  <a:moveTo>
                    <a:pt x="104140" y="3810"/>
                  </a:moveTo>
                  <a:lnTo>
                    <a:pt x="102870" y="3810"/>
                  </a:lnTo>
                  <a:lnTo>
                    <a:pt x="102870" y="2540"/>
                  </a:lnTo>
                  <a:lnTo>
                    <a:pt x="101600" y="2540"/>
                  </a:lnTo>
                  <a:lnTo>
                    <a:pt x="101600" y="1397"/>
                  </a:lnTo>
                  <a:lnTo>
                    <a:pt x="100330" y="1397"/>
                  </a:lnTo>
                  <a:lnTo>
                    <a:pt x="100330" y="0"/>
                  </a:lnTo>
                  <a:lnTo>
                    <a:pt x="0" y="0"/>
                  </a:lnTo>
                  <a:lnTo>
                    <a:pt x="0" y="1397"/>
                  </a:lnTo>
                  <a:lnTo>
                    <a:pt x="1270" y="1397"/>
                  </a:lnTo>
                  <a:lnTo>
                    <a:pt x="1270" y="2540"/>
                  </a:lnTo>
                  <a:lnTo>
                    <a:pt x="1270" y="3810"/>
                  </a:lnTo>
                  <a:lnTo>
                    <a:pt x="1270" y="5080"/>
                  </a:lnTo>
                  <a:lnTo>
                    <a:pt x="104140" y="5080"/>
                  </a:lnTo>
                  <a:lnTo>
                    <a:pt x="104140" y="3810"/>
                  </a:lnTo>
                  <a:close/>
                </a:path>
                <a:path w="196850" h="7619">
                  <a:moveTo>
                    <a:pt x="105410" y="5207"/>
                  </a:moveTo>
                  <a:lnTo>
                    <a:pt x="2540" y="5207"/>
                  </a:lnTo>
                  <a:lnTo>
                    <a:pt x="2540" y="7620"/>
                  </a:lnTo>
                  <a:lnTo>
                    <a:pt x="105410" y="7620"/>
                  </a:lnTo>
                  <a:lnTo>
                    <a:pt x="105410" y="5207"/>
                  </a:lnTo>
                  <a:close/>
                </a:path>
                <a:path w="196850" h="7619">
                  <a:moveTo>
                    <a:pt x="194310" y="5207"/>
                  </a:moveTo>
                  <a:lnTo>
                    <a:pt x="170180" y="5207"/>
                  </a:lnTo>
                  <a:lnTo>
                    <a:pt x="170180" y="7620"/>
                  </a:lnTo>
                  <a:lnTo>
                    <a:pt x="194310" y="7620"/>
                  </a:lnTo>
                  <a:lnTo>
                    <a:pt x="194310" y="5207"/>
                  </a:lnTo>
                  <a:close/>
                </a:path>
                <a:path w="196850" h="7619">
                  <a:moveTo>
                    <a:pt x="196850" y="0"/>
                  </a:moveTo>
                  <a:lnTo>
                    <a:pt x="173990" y="0"/>
                  </a:lnTo>
                  <a:lnTo>
                    <a:pt x="173990" y="1397"/>
                  </a:lnTo>
                  <a:lnTo>
                    <a:pt x="172720" y="1397"/>
                  </a:lnTo>
                  <a:lnTo>
                    <a:pt x="172720" y="2540"/>
                  </a:lnTo>
                  <a:lnTo>
                    <a:pt x="171450" y="2540"/>
                  </a:lnTo>
                  <a:lnTo>
                    <a:pt x="171450" y="5080"/>
                  </a:lnTo>
                  <a:lnTo>
                    <a:pt x="195580" y="5080"/>
                  </a:lnTo>
                  <a:lnTo>
                    <a:pt x="195580" y="2540"/>
                  </a:lnTo>
                  <a:lnTo>
                    <a:pt x="195580" y="1397"/>
                  </a:lnTo>
                  <a:lnTo>
                    <a:pt x="196850" y="1397"/>
                  </a:lnTo>
                  <a:lnTo>
                    <a:pt x="196850" y="0"/>
                  </a:lnTo>
                  <a:close/>
                </a:path>
              </a:pathLst>
            </a:custGeom>
            <a:solidFill>
              <a:srgbClr val="C80A00"/>
            </a:solidFill>
          </p:spPr>
          <p:txBody>
            <a:bodyPr wrap="square" lIns="0" tIns="0" rIns="0" bIns="0" rtlCol="0"/>
            <a:lstStyle/>
            <a:p/>
          </p:txBody>
        </p:sp>
        <p:sp>
          <p:nvSpPr>
            <p:cNvPr id="562" name="object 562"/>
            <p:cNvSpPr/>
            <p:nvPr/>
          </p:nvSpPr>
          <p:spPr>
            <a:xfrm>
              <a:off x="3035300" y="1555749"/>
              <a:ext cx="191770" cy="7620"/>
            </a:xfrm>
            <a:custGeom>
              <a:avLst/>
              <a:gdLst/>
              <a:ahLst/>
              <a:cxnLst/>
              <a:rect l="l" t="t" r="r" b="b"/>
              <a:pathLst>
                <a:path w="191769" h="7619">
                  <a:moveTo>
                    <a:pt x="107950" y="5080"/>
                  </a:moveTo>
                  <a:lnTo>
                    <a:pt x="106680" y="5080"/>
                  </a:lnTo>
                  <a:lnTo>
                    <a:pt x="106680" y="3810"/>
                  </a:lnTo>
                  <a:lnTo>
                    <a:pt x="105397" y="3810"/>
                  </a:lnTo>
                  <a:lnTo>
                    <a:pt x="105397" y="1270"/>
                  </a:lnTo>
                  <a:lnTo>
                    <a:pt x="104140" y="1270"/>
                  </a:lnTo>
                  <a:lnTo>
                    <a:pt x="104140" y="0"/>
                  </a:lnTo>
                  <a:lnTo>
                    <a:pt x="0" y="0"/>
                  </a:lnTo>
                  <a:lnTo>
                    <a:pt x="0" y="1270"/>
                  </a:lnTo>
                  <a:lnTo>
                    <a:pt x="1270" y="1270"/>
                  </a:lnTo>
                  <a:lnTo>
                    <a:pt x="1270" y="3810"/>
                  </a:lnTo>
                  <a:lnTo>
                    <a:pt x="1270" y="5080"/>
                  </a:lnTo>
                  <a:lnTo>
                    <a:pt x="2540" y="5080"/>
                  </a:lnTo>
                  <a:lnTo>
                    <a:pt x="2540" y="7620"/>
                  </a:lnTo>
                  <a:lnTo>
                    <a:pt x="107950" y="7620"/>
                  </a:lnTo>
                  <a:lnTo>
                    <a:pt x="107950" y="5080"/>
                  </a:lnTo>
                  <a:close/>
                </a:path>
                <a:path w="191769" h="7619">
                  <a:moveTo>
                    <a:pt x="191770" y="0"/>
                  </a:moveTo>
                  <a:lnTo>
                    <a:pt x="166370" y="0"/>
                  </a:lnTo>
                  <a:lnTo>
                    <a:pt x="166370" y="1270"/>
                  </a:lnTo>
                  <a:lnTo>
                    <a:pt x="165100" y="1270"/>
                  </a:lnTo>
                  <a:lnTo>
                    <a:pt x="165100" y="2540"/>
                  </a:lnTo>
                  <a:lnTo>
                    <a:pt x="163830" y="2540"/>
                  </a:lnTo>
                  <a:lnTo>
                    <a:pt x="163830" y="3810"/>
                  </a:lnTo>
                  <a:lnTo>
                    <a:pt x="162560" y="3810"/>
                  </a:lnTo>
                  <a:lnTo>
                    <a:pt x="162560" y="5080"/>
                  </a:lnTo>
                  <a:lnTo>
                    <a:pt x="161290" y="5080"/>
                  </a:lnTo>
                  <a:lnTo>
                    <a:pt x="161290" y="6350"/>
                  </a:lnTo>
                  <a:lnTo>
                    <a:pt x="160020" y="6350"/>
                  </a:lnTo>
                  <a:lnTo>
                    <a:pt x="160020" y="7620"/>
                  </a:lnTo>
                  <a:lnTo>
                    <a:pt x="189230" y="7620"/>
                  </a:lnTo>
                  <a:lnTo>
                    <a:pt x="189230" y="6350"/>
                  </a:lnTo>
                  <a:lnTo>
                    <a:pt x="189217" y="5080"/>
                  </a:lnTo>
                  <a:lnTo>
                    <a:pt x="190500" y="5080"/>
                  </a:lnTo>
                  <a:lnTo>
                    <a:pt x="190500" y="3810"/>
                  </a:lnTo>
                  <a:lnTo>
                    <a:pt x="190500" y="2540"/>
                  </a:lnTo>
                  <a:lnTo>
                    <a:pt x="190500" y="1270"/>
                  </a:lnTo>
                  <a:lnTo>
                    <a:pt x="191770" y="1270"/>
                  </a:lnTo>
                  <a:lnTo>
                    <a:pt x="191770" y="0"/>
                  </a:lnTo>
                  <a:close/>
                </a:path>
              </a:pathLst>
            </a:custGeom>
            <a:solidFill>
              <a:srgbClr val="CC0A00"/>
            </a:solidFill>
          </p:spPr>
          <p:txBody>
            <a:bodyPr wrap="square" lIns="0" tIns="0" rIns="0" bIns="0" rtlCol="0"/>
            <a:lstStyle/>
            <a:p/>
          </p:txBody>
        </p:sp>
        <p:sp>
          <p:nvSpPr>
            <p:cNvPr id="563" name="object 563"/>
            <p:cNvSpPr/>
            <p:nvPr/>
          </p:nvSpPr>
          <p:spPr>
            <a:xfrm>
              <a:off x="3037840" y="1563369"/>
              <a:ext cx="186690" cy="6350"/>
            </a:xfrm>
            <a:custGeom>
              <a:avLst/>
              <a:gdLst/>
              <a:ahLst/>
              <a:cxnLst/>
              <a:rect l="l" t="t" r="r" b="b"/>
              <a:pathLst>
                <a:path w="186689" h="6350">
                  <a:moveTo>
                    <a:pt x="106680" y="0"/>
                  </a:moveTo>
                  <a:lnTo>
                    <a:pt x="0" y="0"/>
                  </a:lnTo>
                  <a:lnTo>
                    <a:pt x="0" y="1270"/>
                  </a:lnTo>
                  <a:lnTo>
                    <a:pt x="106680" y="1270"/>
                  </a:lnTo>
                  <a:lnTo>
                    <a:pt x="106680" y="0"/>
                  </a:lnTo>
                  <a:close/>
                </a:path>
                <a:path w="186689" h="6350">
                  <a:moveTo>
                    <a:pt x="113030" y="3810"/>
                  </a:moveTo>
                  <a:lnTo>
                    <a:pt x="110490" y="3810"/>
                  </a:lnTo>
                  <a:lnTo>
                    <a:pt x="110490" y="2540"/>
                  </a:lnTo>
                  <a:lnTo>
                    <a:pt x="107950" y="2540"/>
                  </a:lnTo>
                  <a:lnTo>
                    <a:pt x="107950" y="1397"/>
                  </a:lnTo>
                  <a:lnTo>
                    <a:pt x="1270" y="1397"/>
                  </a:lnTo>
                  <a:lnTo>
                    <a:pt x="1270" y="2540"/>
                  </a:lnTo>
                  <a:lnTo>
                    <a:pt x="1270" y="3810"/>
                  </a:lnTo>
                  <a:lnTo>
                    <a:pt x="1270" y="5080"/>
                  </a:lnTo>
                  <a:lnTo>
                    <a:pt x="113030" y="5080"/>
                  </a:lnTo>
                  <a:lnTo>
                    <a:pt x="113030" y="3810"/>
                  </a:lnTo>
                  <a:close/>
                </a:path>
                <a:path w="186689" h="6350">
                  <a:moveTo>
                    <a:pt x="114300" y="5207"/>
                  </a:moveTo>
                  <a:lnTo>
                    <a:pt x="2540" y="5207"/>
                  </a:lnTo>
                  <a:lnTo>
                    <a:pt x="2540" y="6350"/>
                  </a:lnTo>
                  <a:lnTo>
                    <a:pt x="114300" y="6350"/>
                  </a:lnTo>
                  <a:lnTo>
                    <a:pt x="114300" y="5207"/>
                  </a:lnTo>
                  <a:close/>
                </a:path>
                <a:path w="186689" h="6350">
                  <a:moveTo>
                    <a:pt x="186690" y="0"/>
                  </a:moveTo>
                  <a:lnTo>
                    <a:pt x="185420" y="0"/>
                  </a:lnTo>
                  <a:lnTo>
                    <a:pt x="156210" y="0"/>
                  </a:lnTo>
                  <a:lnTo>
                    <a:pt x="156210" y="1270"/>
                  </a:lnTo>
                  <a:lnTo>
                    <a:pt x="154940" y="1270"/>
                  </a:lnTo>
                  <a:lnTo>
                    <a:pt x="154940" y="2540"/>
                  </a:lnTo>
                  <a:lnTo>
                    <a:pt x="153670" y="2540"/>
                  </a:lnTo>
                  <a:lnTo>
                    <a:pt x="153670" y="3810"/>
                  </a:lnTo>
                  <a:lnTo>
                    <a:pt x="152400" y="3810"/>
                  </a:lnTo>
                  <a:lnTo>
                    <a:pt x="152400" y="5080"/>
                  </a:lnTo>
                  <a:lnTo>
                    <a:pt x="149860" y="5080"/>
                  </a:lnTo>
                  <a:lnTo>
                    <a:pt x="149860" y="6350"/>
                  </a:lnTo>
                  <a:lnTo>
                    <a:pt x="184150" y="6350"/>
                  </a:lnTo>
                  <a:lnTo>
                    <a:pt x="184150" y="5080"/>
                  </a:lnTo>
                  <a:lnTo>
                    <a:pt x="184150" y="3810"/>
                  </a:lnTo>
                  <a:lnTo>
                    <a:pt x="185420" y="3810"/>
                  </a:lnTo>
                  <a:lnTo>
                    <a:pt x="185420" y="2540"/>
                  </a:lnTo>
                  <a:lnTo>
                    <a:pt x="185420" y="1270"/>
                  </a:lnTo>
                  <a:lnTo>
                    <a:pt x="185420" y="127"/>
                  </a:lnTo>
                  <a:lnTo>
                    <a:pt x="186690" y="127"/>
                  </a:lnTo>
                  <a:lnTo>
                    <a:pt x="186690" y="0"/>
                  </a:lnTo>
                  <a:close/>
                </a:path>
              </a:pathLst>
            </a:custGeom>
            <a:solidFill>
              <a:srgbClr val="CE0900"/>
            </a:solidFill>
          </p:spPr>
          <p:txBody>
            <a:bodyPr wrap="square" lIns="0" tIns="0" rIns="0" bIns="0" rtlCol="0"/>
            <a:lstStyle/>
            <a:p/>
          </p:txBody>
        </p:sp>
        <p:sp>
          <p:nvSpPr>
            <p:cNvPr id="564" name="object 564"/>
            <p:cNvSpPr/>
            <p:nvPr/>
          </p:nvSpPr>
          <p:spPr>
            <a:xfrm>
              <a:off x="3040380" y="1569719"/>
              <a:ext cx="181610" cy="7620"/>
            </a:xfrm>
            <a:custGeom>
              <a:avLst/>
              <a:gdLst/>
              <a:ahLst/>
              <a:cxnLst/>
              <a:rect l="l" t="t" r="r" b="b"/>
              <a:pathLst>
                <a:path w="181610" h="7619">
                  <a:moveTo>
                    <a:pt x="124460" y="5080"/>
                  </a:moveTo>
                  <a:lnTo>
                    <a:pt x="120650" y="5080"/>
                  </a:lnTo>
                  <a:lnTo>
                    <a:pt x="120650" y="3810"/>
                  </a:lnTo>
                  <a:lnTo>
                    <a:pt x="118110" y="3810"/>
                  </a:lnTo>
                  <a:lnTo>
                    <a:pt x="118110" y="2540"/>
                  </a:lnTo>
                  <a:lnTo>
                    <a:pt x="115570" y="2540"/>
                  </a:lnTo>
                  <a:lnTo>
                    <a:pt x="115570" y="1270"/>
                  </a:lnTo>
                  <a:lnTo>
                    <a:pt x="114300" y="1270"/>
                  </a:lnTo>
                  <a:lnTo>
                    <a:pt x="114300" y="0"/>
                  </a:lnTo>
                  <a:lnTo>
                    <a:pt x="0" y="0"/>
                  </a:lnTo>
                  <a:lnTo>
                    <a:pt x="0" y="1270"/>
                  </a:lnTo>
                  <a:lnTo>
                    <a:pt x="0" y="2540"/>
                  </a:lnTo>
                  <a:lnTo>
                    <a:pt x="1270" y="2540"/>
                  </a:lnTo>
                  <a:lnTo>
                    <a:pt x="1270" y="3810"/>
                  </a:lnTo>
                  <a:lnTo>
                    <a:pt x="1270" y="5080"/>
                  </a:lnTo>
                  <a:lnTo>
                    <a:pt x="1270" y="6350"/>
                  </a:lnTo>
                  <a:lnTo>
                    <a:pt x="124460" y="6350"/>
                  </a:lnTo>
                  <a:lnTo>
                    <a:pt x="124460" y="5080"/>
                  </a:lnTo>
                  <a:close/>
                </a:path>
                <a:path w="181610" h="7619">
                  <a:moveTo>
                    <a:pt x="179070" y="6477"/>
                  </a:moveTo>
                  <a:lnTo>
                    <a:pt x="133350" y="6477"/>
                  </a:lnTo>
                  <a:lnTo>
                    <a:pt x="133350" y="6350"/>
                  </a:lnTo>
                  <a:lnTo>
                    <a:pt x="124460" y="6350"/>
                  </a:lnTo>
                  <a:lnTo>
                    <a:pt x="124460" y="6477"/>
                  </a:lnTo>
                  <a:lnTo>
                    <a:pt x="2540" y="6477"/>
                  </a:lnTo>
                  <a:lnTo>
                    <a:pt x="2540" y="7620"/>
                  </a:lnTo>
                  <a:lnTo>
                    <a:pt x="179070" y="7620"/>
                  </a:lnTo>
                  <a:lnTo>
                    <a:pt x="179070" y="6477"/>
                  </a:lnTo>
                  <a:close/>
                </a:path>
                <a:path w="181610" h="7619">
                  <a:moveTo>
                    <a:pt x="180340" y="1397"/>
                  </a:moveTo>
                  <a:lnTo>
                    <a:pt x="143510" y="1397"/>
                  </a:lnTo>
                  <a:lnTo>
                    <a:pt x="143510" y="2540"/>
                  </a:lnTo>
                  <a:lnTo>
                    <a:pt x="142240" y="2540"/>
                  </a:lnTo>
                  <a:lnTo>
                    <a:pt x="142240" y="3810"/>
                  </a:lnTo>
                  <a:lnTo>
                    <a:pt x="138430" y="3810"/>
                  </a:lnTo>
                  <a:lnTo>
                    <a:pt x="138430" y="5080"/>
                  </a:lnTo>
                  <a:lnTo>
                    <a:pt x="133350" y="5080"/>
                  </a:lnTo>
                  <a:lnTo>
                    <a:pt x="133350" y="6350"/>
                  </a:lnTo>
                  <a:lnTo>
                    <a:pt x="179070" y="6350"/>
                  </a:lnTo>
                  <a:lnTo>
                    <a:pt x="179070" y="5080"/>
                  </a:lnTo>
                  <a:lnTo>
                    <a:pt x="179070" y="3810"/>
                  </a:lnTo>
                  <a:lnTo>
                    <a:pt x="180340" y="3810"/>
                  </a:lnTo>
                  <a:lnTo>
                    <a:pt x="180340" y="2540"/>
                  </a:lnTo>
                  <a:lnTo>
                    <a:pt x="180340" y="1397"/>
                  </a:lnTo>
                  <a:close/>
                </a:path>
                <a:path w="181610" h="7619">
                  <a:moveTo>
                    <a:pt x="181610" y="0"/>
                  </a:moveTo>
                  <a:lnTo>
                    <a:pt x="146050" y="0"/>
                  </a:lnTo>
                  <a:lnTo>
                    <a:pt x="146050" y="1270"/>
                  </a:lnTo>
                  <a:lnTo>
                    <a:pt x="181610" y="1270"/>
                  </a:lnTo>
                  <a:lnTo>
                    <a:pt x="181610" y="0"/>
                  </a:lnTo>
                  <a:close/>
                </a:path>
              </a:pathLst>
            </a:custGeom>
            <a:solidFill>
              <a:srgbClr val="D10800"/>
            </a:solidFill>
          </p:spPr>
          <p:txBody>
            <a:bodyPr wrap="square" lIns="0" tIns="0" rIns="0" bIns="0" rtlCol="0"/>
            <a:lstStyle/>
            <a:p/>
          </p:txBody>
        </p:sp>
        <p:sp>
          <p:nvSpPr>
            <p:cNvPr id="565" name="object 565"/>
            <p:cNvSpPr/>
            <p:nvPr/>
          </p:nvSpPr>
          <p:spPr>
            <a:xfrm>
              <a:off x="3042920" y="1577339"/>
              <a:ext cx="175260" cy="7620"/>
            </a:xfrm>
            <a:custGeom>
              <a:avLst/>
              <a:gdLst/>
              <a:ahLst/>
              <a:cxnLst/>
              <a:rect l="l" t="t" r="r" b="b"/>
              <a:pathLst>
                <a:path w="175260" h="7619">
                  <a:moveTo>
                    <a:pt x="175260" y="0"/>
                  </a:moveTo>
                  <a:lnTo>
                    <a:pt x="0" y="0"/>
                  </a:lnTo>
                  <a:lnTo>
                    <a:pt x="0" y="2540"/>
                  </a:lnTo>
                  <a:lnTo>
                    <a:pt x="1270" y="2540"/>
                  </a:lnTo>
                  <a:lnTo>
                    <a:pt x="1270" y="3810"/>
                  </a:lnTo>
                  <a:lnTo>
                    <a:pt x="1270" y="6350"/>
                  </a:lnTo>
                  <a:lnTo>
                    <a:pt x="2540" y="6350"/>
                  </a:lnTo>
                  <a:lnTo>
                    <a:pt x="2540" y="7620"/>
                  </a:lnTo>
                  <a:lnTo>
                    <a:pt x="173990" y="7620"/>
                  </a:lnTo>
                  <a:lnTo>
                    <a:pt x="173990" y="6350"/>
                  </a:lnTo>
                  <a:lnTo>
                    <a:pt x="173977" y="3810"/>
                  </a:lnTo>
                  <a:lnTo>
                    <a:pt x="175247" y="3810"/>
                  </a:lnTo>
                  <a:lnTo>
                    <a:pt x="175247" y="2540"/>
                  </a:lnTo>
                  <a:lnTo>
                    <a:pt x="175260" y="0"/>
                  </a:lnTo>
                  <a:close/>
                </a:path>
              </a:pathLst>
            </a:custGeom>
            <a:solidFill>
              <a:srgbClr val="D50800"/>
            </a:solidFill>
          </p:spPr>
          <p:txBody>
            <a:bodyPr wrap="square" lIns="0" tIns="0" rIns="0" bIns="0" rtlCol="0"/>
            <a:lstStyle/>
            <a:p/>
          </p:txBody>
        </p:sp>
        <p:sp>
          <p:nvSpPr>
            <p:cNvPr id="566" name="object 566"/>
            <p:cNvSpPr/>
            <p:nvPr/>
          </p:nvSpPr>
          <p:spPr>
            <a:xfrm>
              <a:off x="3045460" y="1584959"/>
              <a:ext cx="170180" cy="6350"/>
            </a:xfrm>
            <a:custGeom>
              <a:avLst/>
              <a:gdLst/>
              <a:ahLst/>
              <a:cxnLst/>
              <a:rect l="l" t="t" r="r" b="b"/>
              <a:pathLst>
                <a:path w="170180" h="6350">
                  <a:moveTo>
                    <a:pt x="170180" y="0"/>
                  </a:moveTo>
                  <a:lnTo>
                    <a:pt x="0" y="0"/>
                  </a:lnTo>
                  <a:lnTo>
                    <a:pt x="0" y="2540"/>
                  </a:lnTo>
                  <a:lnTo>
                    <a:pt x="1270" y="2540"/>
                  </a:lnTo>
                  <a:lnTo>
                    <a:pt x="1270" y="3810"/>
                  </a:lnTo>
                  <a:lnTo>
                    <a:pt x="1270" y="6350"/>
                  </a:lnTo>
                  <a:lnTo>
                    <a:pt x="168910" y="6350"/>
                  </a:lnTo>
                  <a:lnTo>
                    <a:pt x="168910" y="3810"/>
                  </a:lnTo>
                  <a:lnTo>
                    <a:pt x="170180" y="3810"/>
                  </a:lnTo>
                  <a:lnTo>
                    <a:pt x="170180" y="2540"/>
                  </a:lnTo>
                  <a:lnTo>
                    <a:pt x="170180" y="0"/>
                  </a:lnTo>
                  <a:close/>
                </a:path>
              </a:pathLst>
            </a:custGeom>
            <a:solidFill>
              <a:srgbClr val="D80700"/>
            </a:solidFill>
          </p:spPr>
          <p:txBody>
            <a:bodyPr wrap="square" lIns="0" tIns="0" rIns="0" bIns="0" rtlCol="0"/>
            <a:lstStyle/>
            <a:p/>
          </p:txBody>
        </p:sp>
        <p:sp>
          <p:nvSpPr>
            <p:cNvPr id="567" name="object 567"/>
            <p:cNvSpPr/>
            <p:nvPr/>
          </p:nvSpPr>
          <p:spPr>
            <a:xfrm>
              <a:off x="3046730" y="1591309"/>
              <a:ext cx="167640" cy="7620"/>
            </a:xfrm>
            <a:custGeom>
              <a:avLst/>
              <a:gdLst/>
              <a:ahLst/>
              <a:cxnLst/>
              <a:rect l="l" t="t" r="r" b="b"/>
              <a:pathLst>
                <a:path w="167639" h="7619">
                  <a:moveTo>
                    <a:pt x="163817" y="6477"/>
                  </a:moveTo>
                  <a:lnTo>
                    <a:pt x="3810" y="6477"/>
                  </a:lnTo>
                  <a:lnTo>
                    <a:pt x="3810" y="7620"/>
                  </a:lnTo>
                  <a:lnTo>
                    <a:pt x="163817" y="7620"/>
                  </a:lnTo>
                  <a:lnTo>
                    <a:pt x="163817" y="6477"/>
                  </a:lnTo>
                  <a:close/>
                </a:path>
                <a:path w="167639" h="7619">
                  <a:moveTo>
                    <a:pt x="167640" y="0"/>
                  </a:moveTo>
                  <a:lnTo>
                    <a:pt x="1270" y="0"/>
                  </a:lnTo>
                  <a:lnTo>
                    <a:pt x="0" y="0"/>
                  </a:lnTo>
                  <a:lnTo>
                    <a:pt x="0" y="127"/>
                  </a:lnTo>
                  <a:lnTo>
                    <a:pt x="1270" y="127"/>
                  </a:lnTo>
                  <a:lnTo>
                    <a:pt x="1270" y="1270"/>
                  </a:lnTo>
                  <a:lnTo>
                    <a:pt x="1270" y="2540"/>
                  </a:lnTo>
                  <a:lnTo>
                    <a:pt x="2540" y="2540"/>
                  </a:lnTo>
                  <a:lnTo>
                    <a:pt x="2540" y="3810"/>
                  </a:lnTo>
                  <a:lnTo>
                    <a:pt x="2540" y="5080"/>
                  </a:lnTo>
                  <a:lnTo>
                    <a:pt x="3810" y="5080"/>
                  </a:lnTo>
                  <a:lnTo>
                    <a:pt x="3810" y="6350"/>
                  </a:lnTo>
                  <a:lnTo>
                    <a:pt x="165087" y="6350"/>
                  </a:lnTo>
                  <a:lnTo>
                    <a:pt x="165087" y="5080"/>
                  </a:lnTo>
                  <a:lnTo>
                    <a:pt x="165100" y="3810"/>
                  </a:lnTo>
                  <a:lnTo>
                    <a:pt x="166370" y="3810"/>
                  </a:lnTo>
                  <a:lnTo>
                    <a:pt x="166370" y="2540"/>
                  </a:lnTo>
                  <a:lnTo>
                    <a:pt x="166370" y="1270"/>
                  </a:lnTo>
                  <a:lnTo>
                    <a:pt x="167640" y="1270"/>
                  </a:lnTo>
                  <a:lnTo>
                    <a:pt x="167640" y="0"/>
                  </a:lnTo>
                  <a:close/>
                </a:path>
              </a:pathLst>
            </a:custGeom>
            <a:solidFill>
              <a:srgbClr val="DB0600"/>
            </a:solidFill>
          </p:spPr>
          <p:txBody>
            <a:bodyPr wrap="square" lIns="0" tIns="0" rIns="0" bIns="0" rtlCol="0"/>
            <a:lstStyle/>
            <a:p/>
          </p:txBody>
        </p:sp>
        <p:sp>
          <p:nvSpPr>
            <p:cNvPr id="568" name="object 568"/>
            <p:cNvSpPr/>
            <p:nvPr/>
          </p:nvSpPr>
          <p:spPr>
            <a:xfrm>
              <a:off x="3051810" y="1598929"/>
              <a:ext cx="158750" cy="7620"/>
            </a:xfrm>
            <a:custGeom>
              <a:avLst/>
              <a:gdLst/>
              <a:ahLst/>
              <a:cxnLst/>
              <a:rect l="l" t="t" r="r" b="b"/>
              <a:pathLst>
                <a:path w="158750" h="7619">
                  <a:moveTo>
                    <a:pt x="154940" y="6362"/>
                  </a:moveTo>
                  <a:lnTo>
                    <a:pt x="2540" y="6362"/>
                  </a:lnTo>
                  <a:lnTo>
                    <a:pt x="2540" y="7620"/>
                  </a:lnTo>
                  <a:lnTo>
                    <a:pt x="154940" y="7620"/>
                  </a:lnTo>
                  <a:lnTo>
                    <a:pt x="154940" y="6362"/>
                  </a:lnTo>
                  <a:close/>
                </a:path>
                <a:path w="158750" h="7619">
                  <a:moveTo>
                    <a:pt x="156210" y="5207"/>
                  </a:moveTo>
                  <a:lnTo>
                    <a:pt x="2540" y="5207"/>
                  </a:lnTo>
                  <a:lnTo>
                    <a:pt x="2540" y="6350"/>
                  </a:lnTo>
                  <a:lnTo>
                    <a:pt x="156210" y="6350"/>
                  </a:lnTo>
                  <a:lnTo>
                    <a:pt x="156210" y="5207"/>
                  </a:lnTo>
                  <a:close/>
                </a:path>
                <a:path w="158750" h="7619">
                  <a:moveTo>
                    <a:pt x="158750" y="0"/>
                  </a:moveTo>
                  <a:lnTo>
                    <a:pt x="0" y="0"/>
                  </a:lnTo>
                  <a:lnTo>
                    <a:pt x="0" y="1270"/>
                  </a:lnTo>
                  <a:lnTo>
                    <a:pt x="0" y="2540"/>
                  </a:lnTo>
                  <a:lnTo>
                    <a:pt x="1270" y="2540"/>
                  </a:lnTo>
                  <a:lnTo>
                    <a:pt x="1270" y="3810"/>
                  </a:lnTo>
                  <a:lnTo>
                    <a:pt x="1270" y="5080"/>
                  </a:lnTo>
                  <a:lnTo>
                    <a:pt x="156210" y="5080"/>
                  </a:lnTo>
                  <a:lnTo>
                    <a:pt x="156210" y="3810"/>
                  </a:lnTo>
                  <a:lnTo>
                    <a:pt x="157480" y="3810"/>
                  </a:lnTo>
                  <a:lnTo>
                    <a:pt x="157480" y="2540"/>
                  </a:lnTo>
                  <a:lnTo>
                    <a:pt x="157480" y="1270"/>
                  </a:lnTo>
                  <a:lnTo>
                    <a:pt x="158750" y="1270"/>
                  </a:lnTo>
                  <a:lnTo>
                    <a:pt x="158750" y="0"/>
                  </a:lnTo>
                  <a:close/>
                </a:path>
              </a:pathLst>
            </a:custGeom>
            <a:solidFill>
              <a:srgbClr val="DE0600"/>
            </a:solidFill>
          </p:spPr>
          <p:txBody>
            <a:bodyPr wrap="square" lIns="0" tIns="0" rIns="0" bIns="0" rtlCol="0"/>
            <a:lstStyle/>
            <a:p/>
          </p:txBody>
        </p:sp>
        <p:sp>
          <p:nvSpPr>
            <p:cNvPr id="569" name="object 569"/>
            <p:cNvSpPr/>
            <p:nvPr/>
          </p:nvSpPr>
          <p:spPr>
            <a:xfrm>
              <a:off x="3054350" y="1606549"/>
              <a:ext cx="152400" cy="6350"/>
            </a:xfrm>
            <a:custGeom>
              <a:avLst/>
              <a:gdLst/>
              <a:ahLst/>
              <a:cxnLst/>
              <a:rect l="l" t="t" r="r" b="b"/>
              <a:pathLst>
                <a:path w="152400" h="6350">
                  <a:moveTo>
                    <a:pt x="152400" y="0"/>
                  </a:moveTo>
                  <a:lnTo>
                    <a:pt x="0" y="0"/>
                  </a:lnTo>
                  <a:lnTo>
                    <a:pt x="0" y="1270"/>
                  </a:lnTo>
                  <a:lnTo>
                    <a:pt x="1270" y="1270"/>
                  </a:lnTo>
                  <a:lnTo>
                    <a:pt x="1270" y="2540"/>
                  </a:lnTo>
                  <a:lnTo>
                    <a:pt x="1270" y="3810"/>
                  </a:lnTo>
                  <a:lnTo>
                    <a:pt x="2540" y="3810"/>
                  </a:lnTo>
                  <a:lnTo>
                    <a:pt x="2540" y="5080"/>
                  </a:lnTo>
                  <a:lnTo>
                    <a:pt x="2540" y="6350"/>
                  </a:lnTo>
                  <a:lnTo>
                    <a:pt x="148590" y="6350"/>
                  </a:lnTo>
                  <a:lnTo>
                    <a:pt x="148590" y="5080"/>
                  </a:lnTo>
                  <a:lnTo>
                    <a:pt x="149847" y="5080"/>
                  </a:lnTo>
                  <a:lnTo>
                    <a:pt x="149847" y="3810"/>
                  </a:lnTo>
                  <a:lnTo>
                    <a:pt x="149847" y="2540"/>
                  </a:lnTo>
                  <a:lnTo>
                    <a:pt x="151130" y="2540"/>
                  </a:lnTo>
                  <a:lnTo>
                    <a:pt x="151130" y="1270"/>
                  </a:lnTo>
                  <a:lnTo>
                    <a:pt x="152400" y="1270"/>
                  </a:lnTo>
                  <a:lnTo>
                    <a:pt x="152400" y="0"/>
                  </a:lnTo>
                  <a:close/>
                </a:path>
              </a:pathLst>
            </a:custGeom>
            <a:solidFill>
              <a:srgbClr val="E10500"/>
            </a:solidFill>
          </p:spPr>
          <p:txBody>
            <a:bodyPr wrap="square" lIns="0" tIns="0" rIns="0" bIns="0" rtlCol="0"/>
            <a:lstStyle/>
            <a:p/>
          </p:txBody>
        </p:sp>
        <p:sp>
          <p:nvSpPr>
            <p:cNvPr id="570" name="object 570"/>
            <p:cNvSpPr/>
            <p:nvPr/>
          </p:nvSpPr>
          <p:spPr>
            <a:xfrm>
              <a:off x="3058160" y="1612899"/>
              <a:ext cx="143510" cy="7620"/>
            </a:xfrm>
            <a:custGeom>
              <a:avLst/>
              <a:gdLst/>
              <a:ahLst/>
              <a:cxnLst/>
              <a:rect l="l" t="t" r="r" b="b"/>
              <a:pathLst>
                <a:path w="143510" h="7619">
                  <a:moveTo>
                    <a:pt x="143510" y="0"/>
                  </a:moveTo>
                  <a:lnTo>
                    <a:pt x="0" y="0"/>
                  </a:lnTo>
                  <a:lnTo>
                    <a:pt x="0" y="2540"/>
                  </a:lnTo>
                  <a:lnTo>
                    <a:pt x="1270" y="2540"/>
                  </a:lnTo>
                  <a:lnTo>
                    <a:pt x="1270" y="3810"/>
                  </a:lnTo>
                  <a:lnTo>
                    <a:pt x="2540" y="3810"/>
                  </a:lnTo>
                  <a:lnTo>
                    <a:pt x="2540" y="6350"/>
                  </a:lnTo>
                  <a:lnTo>
                    <a:pt x="3810" y="6350"/>
                  </a:lnTo>
                  <a:lnTo>
                    <a:pt x="3810" y="7620"/>
                  </a:lnTo>
                  <a:lnTo>
                    <a:pt x="139687" y="7620"/>
                  </a:lnTo>
                  <a:lnTo>
                    <a:pt x="139687" y="6350"/>
                  </a:lnTo>
                  <a:lnTo>
                    <a:pt x="140970" y="6350"/>
                  </a:lnTo>
                  <a:lnTo>
                    <a:pt x="140970" y="3810"/>
                  </a:lnTo>
                  <a:lnTo>
                    <a:pt x="142240" y="3810"/>
                  </a:lnTo>
                  <a:lnTo>
                    <a:pt x="142240" y="2540"/>
                  </a:lnTo>
                  <a:lnTo>
                    <a:pt x="143510" y="2540"/>
                  </a:lnTo>
                  <a:lnTo>
                    <a:pt x="143510" y="0"/>
                  </a:lnTo>
                  <a:close/>
                </a:path>
              </a:pathLst>
            </a:custGeom>
            <a:solidFill>
              <a:srgbClr val="E40500"/>
            </a:solidFill>
          </p:spPr>
          <p:txBody>
            <a:bodyPr wrap="square" lIns="0" tIns="0" rIns="0" bIns="0" rtlCol="0"/>
            <a:lstStyle/>
            <a:p/>
          </p:txBody>
        </p:sp>
        <p:sp>
          <p:nvSpPr>
            <p:cNvPr id="571" name="object 571"/>
            <p:cNvSpPr/>
            <p:nvPr/>
          </p:nvSpPr>
          <p:spPr>
            <a:xfrm>
              <a:off x="3063240" y="1620519"/>
              <a:ext cx="133350" cy="7620"/>
            </a:xfrm>
            <a:custGeom>
              <a:avLst/>
              <a:gdLst/>
              <a:ahLst/>
              <a:cxnLst/>
              <a:rect l="l" t="t" r="r" b="b"/>
              <a:pathLst>
                <a:path w="133350" h="7619">
                  <a:moveTo>
                    <a:pt x="133350" y="0"/>
                  </a:moveTo>
                  <a:lnTo>
                    <a:pt x="0" y="0"/>
                  </a:lnTo>
                  <a:lnTo>
                    <a:pt x="0" y="2540"/>
                  </a:lnTo>
                  <a:lnTo>
                    <a:pt x="1270" y="2540"/>
                  </a:lnTo>
                  <a:lnTo>
                    <a:pt x="1270" y="3810"/>
                  </a:lnTo>
                  <a:lnTo>
                    <a:pt x="2540" y="3810"/>
                  </a:lnTo>
                  <a:lnTo>
                    <a:pt x="2540" y="5080"/>
                  </a:lnTo>
                  <a:lnTo>
                    <a:pt x="2540" y="6350"/>
                  </a:lnTo>
                  <a:lnTo>
                    <a:pt x="3810" y="6350"/>
                  </a:lnTo>
                  <a:lnTo>
                    <a:pt x="3810" y="7620"/>
                  </a:lnTo>
                  <a:lnTo>
                    <a:pt x="129540" y="7620"/>
                  </a:lnTo>
                  <a:lnTo>
                    <a:pt x="129540" y="6350"/>
                  </a:lnTo>
                  <a:lnTo>
                    <a:pt x="130810" y="6350"/>
                  </a:lnTo>
                  <a:lnTo>
                    <a:pt x="130810" y="5080"/>
                  </a:lnTo>
                  <a:lnTo>
                    <a:pt x="132080" y="5080"/>
                  </a:lnTo>
                  <a:lnTo>
                    <a:pt x="132080" y="3810"/>
                  </a:lnTo>
                  <a:lnTo>
                    <a:pt x="132080" y="2540"/>
                  </a:lnTo>
                  <a:lnTo>
                    <a:pt x="133350" y="2540"/>
                  </a:lnTo>
                  <a:lnTo>
                    <a:pt x="133350" y="0"/>
                  </a:lnTo>
                  <a:close/>
                </a:path>
              </a:pathLst>
            </a:custGeom>
            <a:solidFill>
              <a:srgbClr val="E70400"/>
            </a:solidFill>
          </p:spPr>
          <p:txBody>
            <a:bodyPr wrap="square" lIns="0" tIns="0" rIns="0" bIns="0" rtlCol="0"/>
            <a:lstStyle/>
            <a:p/>
          </p:txBody>
        </p:sp>
        <p:sp>
          <p:nvSpPr>
            <p:cNvPr id="572" name="object 572"/>
            <p:cNvSpPr/>
            <p:nvPr/>
          </p:nvSpPr>
          <p:spPr>
            <a:xfrm>
              <a:off x="3068320" y="1628139"/>
              <a:ext cx="124460" cy="6350"/>
            </a:xfrm>
            <a:custGeom>
              <a:avLst/>
              <a:gdLst/>
              <a:ahLst/>
              <a:cxnLst/>
              <a:rect l="l" t="t" r="r" b="b"/>
              <a:pathLst>
                <a:path w="124460" h="6350">
                  <a:moveTo>
                    <a:pt x="124460" y="0"/>
                  </a:moveTo>
                  <a:lnTo>
                    <a:pt x="0" y="0"/>
                  </a:lnTo>
                  <a:lnTo>
                    <a:pt x="0" y="1270"/>
                  </a:lnTo>
                  <a:lnTo>
                    <a:pt x="1270" y="1270"/>
                  </a:lnTo>
                  <a:lnTo>
                    <a:pt x="1270" y="2540"/>
                  </a:lnTo>
                  <a:lnTo>
                    <a:pt x="1270" y="3810"/>
                  </a:lnTo>
                  <a:lnTo>
                    <a:pt x="2540" y="3810"/>
                  </a:lnTo>
                  <a:lnTo>
                    <a:pt x="2540" y="5080"/>
                  </a:lnTo>
                  <a:lnTo>
                    <a:pt x="3810" y="5080"/>
                  </a:lnTo>
                  <a:lnTo>
                    <a:pt x="3810" y="6350"/>
                  </a:lnTo>
                  <a:lnTo>
                    <a:pt x="120650" y="6350"/>
                  </a:lnTo>
                  <a:lnTo>
                    <a:pt x="120650" y="5080"/>
                  </a:lnTo>
                  <a:lnTo>
                    <a:pt x="120650" y="3810"/>
                  </a:lnTo>
                  <a:lnTo>
                    <a:pt x="121920" y="3810"/>
                  </a:lnTo>
                  <a:lnTo>
                    <a:pt x="121920" y="2540"/>
                  </a:lnTo>
                  <a:lnTo>
                    <a:pt x="123177" y="2540"/>
                  </a:lnTo>
                  <a:lnTo>
                    <a:pt x="123177" y="1270"/>
                  </a:lnTo>
                  <a:lnTo>
                    <a:pt x="124460" y="1270"/>
                  </a:lnTo>
                  <a:lnTo>
                    <a:pt x="124460" y="0"/>
                  </a:lnTo>
                  <a:close/>
                </a:path>
              </a:pathLst>
            </a:custGeom>
            <a:solidFill>
              <a:srgbClr val="EB0300"/>
            </a:solidFill>
          </p:spPr>
          <p:txBody>
            <a:bodyPr wrap="square" lIns="0" tIns="0" rIns="0" bIns="0" rtlCol="0"/>
            <a:lstStyle/>
            <a:p/>
          </p:txBody>
        </p:sp>
        <p:sp>
          <p:nvSpPr>
            <p:cNvPr id="573" name="object 573"/>
            <p:cNvSpPr/>
            <p:nvPr/>
          </p:nvSpPr>
          <p:spPr>
            <a:xfrm>
              <a:off x="3073400" y="1634489"/>
              <a:ext cx="114300" cy="7620"/>
            </a:xfrm>
            <a:custGeom>
              <a:avLst/>
              <a:gdLst/>
              <a:ahLst/>
              <a:cxnLst/>
              <a:rect l="l" t="t" r="r" b="b"/>
              <a:pathLst>
                <a:path w="114300" h="7619">
                  <a:moveTo>
                    <a:pt x="11430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109220" y="7620"/>
                  </a:lnTo>
                  <a:lnTo>
                    <a:pt x="109220" y="6350"/>
                  </a:lnTo>
                  <a:lnTo>
                    <a:pt x="110490" y="6350"/>
                  </a:lnTo>
                  <a:lnTo>
                    <a:pt x="110490" y="5080"/>
                  </a:lnTo>
                  <a:lnTo>
                    <a:pt x="110490" y="3810"/>
                  </a:lnTo>
                  <a:lnTo>
                    <a:pt x="111747" y="3810"/>
                  </a:lnTo>
                  <a:lnTo>
                    <a:pt x="111747" y="2540"/>
                  </a:lnTo>
                  <a:lnTo>
                    <a:pt x="113030" y="2540"/>
                  </a:lnTo>
                  <a:lnTo>
                    <a:pt x="113030" y="1270"/>
                  </a:lnTo>
                  <a:lnTo>
                    <a:pt x="114300" y="1270"/>
                  </a:lnTo>
                  <a:lnTo>
                    <a:pt x="114300" y="0"/>
                  </a:lnTo>
                  <a:close/>
                </a:path>
              </a:pathLst>
            </a:custGeom>
            <a:solidFill>
              <a:srgbClr val="EE0300"/>
            </a:solidFill>
          </p:spPr>
          <p:txBody>
            <a:bodyPr wrap="square" lIns="0" tIns="0" rIns="0" bIns="0" rtlCol="0"/>
            <a:lstStyle/>
            <a:p/>
          </p:txBody>
        </p:sp>
        <p:sp>
          <p:nvSpPr>
            <p:cNvPr id="574" name="object 574"/>
            <p:cNvSpPr/>
            <p:nvPr/>
          </p:nvSpPr>
          <p:spPr>
            <a:xfrm>
              <a:off x="3082290" y="1642109"/>
              <a:ext cx="99060" cy="7620"/>
            </a:xfrm>
            <a:custGeom>
              <a:avLst/>
              <a:gdLst/>
              <a:ahLst/>
              <a:cxnLst/>
              <a:rect l="l" t="t" r="r" b="b"/>
              <a:pathLst>
                <a:path w="99060" h="7619">
                  <a:moveTo>
                    <a:pt x="9906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5080" y="7620"/>
                  </a:lnTo>
                  <a:lnTo>
                    <a:pt x="91440" y="7620"/>
                  </a:lnTo>
                  <a:lnTo>
                    <a:pt x="91440" y="6350"/>
                  </a:lnTo>
                  <a:lnTo>
                    <a:pt x="92710" y="6350"/>
                  </a:lnTo>
                  <a:lnTo>
                    <a:pt x="92710" y="5080"/>
                  </a:lnTo>
                  <a:lnTo>
                    <a:pt x="95250" y="5080"/>
                  </a:lnTo>
                  <a:lnTo>
                    <a:pt x="95250" y="3810"/>
                  </a:lnTo>
                  <a:lnTo>
                    <a:pt x="96520" y="3810"/>
                  </a:lnTo>
                  <a:lnTo>
                    <a:pt x="96520" y="2540"/>
                  </a:lnTo>
                  <a:lnTo>
                    <a:pt x="97790" y="2540"/>
                  </a:lnTo>
                  <a:lnTo>
                    <a:pt x="97790" y="1270"/>
                  </a:lnTo>
                  <a:lnTo>
                    <a:pt x="99060" y="1270"/>
                  </a:lnTo>
                  <a:lnTo>
                    <a:pt x="99060" y="0"/>
                  </a:lnTo>
                  <a:close/>
                </a:path>
              </a:pathLst>
            </a:custGeom>
            <a:solidFill>
              <a:srgbClr val="F10200"/>
            </a:solidFill>
          </p:spPr>
          <p:txBody>
            <a:bodyPr wrap="square" lIns="0" tIns="0" rIns="0" bIns="0" rtlCol="0"/>
            <a:lstStyle/>
            <a:p/>
          </p:txBody>
        </p:sp>
        <p:sp>
          <p:nvSpPr>
            <p:cNvPr id="575" name="object 575"/>
            <p:cNvSpPr/>
            <p:nvPr/>
          </p:nvSpPr>
          <p:spPr>
            <a:xfrm>
              <a:off x="3088639" y="1649730"/>
              <a:ext cx="83820" cy="7620"/>
            </a:xfrm>
            <a:custGeom>
              <a:avLst/>
              <a:gdLst/>
              <a:ahLst/>
              <a:cxnLst/>
              <a:rect l="l" t="t" r="r" b="b"/>
              <a:pathLst>
                <a:path w="83819" h="7619">
                  <a:moveTo>
                    <a:pt x="73660" y="6350"/>
                  </a:moveTo>
                  <a:lnTo>
                    <a:pt x="12700" y="6350"/>
                  </a:lnTo>
                  <a:lnTo>
                    <a:pt x="12700" y="7620"/>
                  </a:lnTo>
                  <a:lnTo>
                    <a:pt x="73660" y="7620"/>
                  </a:lnTo>
                  <a:lnTo>
                    <a:pt x="73660" y="6350"/>
                  </a:lnTo>
                  <a:close/>
                </a:path>
                <a:path w="83819" h="7619">
                  <a:moveTo>
                    <a:pt x="76200" y="5080"/>
                  </a:moveTo>
                  <a:lnTo>
                    <a:pt x="10160" y="5080"/>
                  </a:lnTo>
                  <a:lnTo>
                    <a:pt x="10160" y="6350"/>
                  </a:lnTo>
                  <a:lnTo>
                    <a:pt x="76200" y="6350"/>
                  </a:lnTo>
                  <a:lnTo>
                    <a:pt x="76200" y="5080"/>
                  </a:lnTo>
                  <a:close/>
                </a:path>
                <a:path w="83819" h="7619">
                  <a:moveTo>
                    <a:pt x="77470" y="3810"/>
                  </a:moveTo>
                  <a:lnTo>
                    <a:pt x="7620" y="3810"/>
                  </a:lnTo>
                  <a:lnTo>
                    <a:pt x="7620" y="5080"/>
                  </a:lnTo>
                  <a:lnTo>
                    <a:pt x="77470" y="5080"/>
                  </a:lnTo>
                  <a:lnTo>
                    <a:pt x="77470" y="3810"/>
                  </a:lnTo>
                  <a:close/>
                </a:path>
                <a:path w="83819" h="7619">
                  <a:moveTo>
                    <a:pt x="80010" y="2540"/>
                  </a:moveTo>
                  <a:lnTo>
                    <a:pt x="5080" y="2540"/>
                  </a:lnTo>
                  <a:lnTo>
                    <a:pt x="5080" y="3810"/>
                  </a:lnTo>
                  <a:lnTo>
                    <a:pt x="80010" y="3810"/>
                  </a:lnTo>
                  <a:lnTo>
                    <a:pt x="80010" y="2540"/>
                  </a:lnTo>
                  <a:close/>
                </a:path>
                <a:path w="83819" h="7619">
                  <a:moveTo>
                    <a:pt x="81280" y="1270"/>
                  </a:moveTo>
                  <a:lnTo>
                    <a:pt x="1270" y="1270"/>
                  </a:lnTo>
                  <a:lnTo>
                    <a:pt x="1270" y="2540"/>
                  </a:lnTo>
                  <a:lnTo>
                    <a:pt x="81280" y="2540"/>
                  </a:lnTo>
                  <a:lnTo>
                    <a:pt x="81280" y="1270"/>
                  </a:lnTo>
                  <a:close/>
                </a:path>
                <a:path w="83819" h="7619">
                  <a:moveTo>
                    <a:pt x="83819" y="0"/>
                  </a:moveTo>
                  <a:lnTo>
                    <a:pt x="0" y="0"/>
                  </a:lnTo>
                  <a:lnTo>
                    <a:pt x="0" y="1270"/>
                  </a:lnTo>
                  <a:lnTo>
                    <a:pt x="83819" y="1270"/>
                  </a:lnTo>
                  <a:lnTo>
                    <a:pt x="83819" y="0"/>
                  </a:lnTo>
                  <a:close/>
                </a:path>
              </a:pathLst>
            </a:custGeom>
            <a:solidFill>
              <a:srgbClr val="F40100"/>
            </a:solidFill>
          </p:spPr>
          <p:txBody>
            <a:bodyPr wrap="square" lIns="0" tIns="0" rIns="0" bIns="0" rtlCol="0"/>
            <a:lstStyle/>
            <a:p/>
          </p:txBody>
        </p:sp>
        <p:sp>
          <p:nvSpPr>
            <p:cNvPr id="576" name="object 576"/>
            <p:cNvSpPr/>
            <p:nvPr/>
          </p:nvSpPr>
          <p:spPr>
            <a:xfrm>
              <a:off x="3102609" y="1657350"/>
              <a:ext cx="58419" cy="6350"/>
            </a:xfrm>
            <a:custGeom>
              <a:avLst/>
              <a:gdLst/>
              <a:ahLst/>
              <a:cxnLst/>
              <a:rect l="l" t="t" r="r" b="b"/>
              <a:pathLst>
                <a:path w="58419" h="6350">
                  <a:moveTo>
                    <a:pt x="39369" y="5079"/>
                  </a:moveTo>
                  <a:lnTo>
                    <a:pt x="13969" y="5079"/>
                  </a:lnTo>
                  <a:lnTo>
                    <a:pt x="13969" y="6350"/>
                  </a:lnTo>
                  <a:lnTo>
                    <a:pt x="39369" y="6350"/>
                  </a:lnTo>
                  <a:lnTo>
                    <a:pt x="39369" y="5079"/>
                  </a:lnTo>
                  <a:close/>
                </a:path>
                <a:path w="58419" h="6350">
                  <a:moveTo>
                    <a:pt x="46989" y="3810"/>
                  </a:moveTo>
                  <a:lnTo>
                    <a:pt x="11429" y="3810"/>
                  </a:lnTo>
                  <a:lnTo>
                    <a:pt x="11429" y="5079"/>
                  </a:lnTo>
                  <a:lnTo>
                    <a:pt x="46989" y="5079"/>
                  </a:lnTo>
                  <a:lnTo>
                    <a:pt x="46989" y="3810"/>
                  </a:lnTo>
                  <a:close/>
                </a:path>
                <a:path w="58419" h="6350">
                  <a:moveTo>
                    <a:pt x="53339" y="2539"/>
                  </a:moveTo>
                  <a:lnTo>
                    <a:pt x="7619" y="2539"/>
                  </a:lnTo>
                  <a:lnTo>
                    <a:pt x="7619" y="3810"/>
                  </a:lnTo>
                  <a:lnTo>
                    <a:pt x="53339" y="3810"/>
                  </a:lnTo>
                  <a:lnTo>
                    <a:pt x="53339" y="2539"/>
                  </a:lnTo>
                  <a:close/>
                </a:path>
                <a:path w="58419" h="6350">
                  <a:moveTo>
                    <a:pt x="55879" y="1270"/>
                  </a:moveTo>
                  <a:lnTo>
                    <a:pt x="5079" y="1270"/>
                  </a:lnTo>
                  <a:lnTo>
                    <a:pt x="5079" y="2539"/>
                  </a:lnTo>
                  <a:lnTo>
                    <a:pt x="55879" y="2539"/>
                  </a:lnTo>
                  <a:lnTo>
                    <a:pt x="55879" y="1270"/>
                  </a:lnTo>
                  <a:close/>
                </a:path>
                <a:path w="58419" h="6350">
                  <a:moveTo>
                    <a:pt x="58419" y="0"/>
                  </a:moveTo>
                  <a:lnTo>
                    <a:pt x="0" y="0"/>
                  </a:lnTo>
                  <a:lnTo>
                    <a:pt x="0" y="1270"/>
                  </a:lnTo>
                  <a:lnTo>
                    <a:pt x="58419" y="1270"/>
                  </a:lnTo>
                  <a:lnTo>
                    <a:pt x="58419" y="0"/>
                  </a:lnTo>
                  <a:close/>
                </a:path>
              </a:pathLst>
            </a:custGeom>
            <a:solidFill>
              <a:srgbClr val="F70100"/>
            </a:solidFill>
          </p:spPr>
          <p:txBody>
            <a:bodyPr wrap="square" lIns="0" tIns="0" rIns="0" bIns="0" rtlCol="0"/>
            <a:lstStyle/>
            <a:p/>
          </p:txBody>
        </p:sp>
      </p:grpSp>
      <p:grpSp>
        <p:nvGrpSpPr>
          <p:cNvPr id="577" name="object 577"/>
          <p:cNvGrpSpPr/>
          <p:nvPr/>
        </p:nvGrpSpPr>
        <p:grpSpPr>
          <a:xfrm>
            <a:off x="3505200" y="855980"/>
            <a:ext cx="210820" cy="518159"/>
            <a:chOff x="3505200" y="855980"/>
            <a:chExt cx="210820" cy="518159"/>
          </a:xfrm>
        </p:grpSpPr>
        <p:sp>
          <p:nvSpPr>
            <p:cNvPr id="578" name="object 578"/>
            <p:cNvSpPr/>
            <p:nvPr/>
          </p:nvSpPr>
          <p:spPr>
            <a:xfrm>
              <a:off x="3505200" y="855979"/>
              <a:ext cx="210820" cy="6350"/>
            </a:xfrm>
            <a:custGeom>
              <a:avLst/>
              <a:gdLst/>
              <a:ahLst/>
              <a:cxnLst/>
              <a:rect l="l" t="t" r="r" b="b"/>
              <a:pathLst>
                <a:path w="210820" h="6350">
                  <a:moveTo>
                    <a:pt x="210820" y="0"/>
                  </a:moveTo>
                  <a:lnTo>
                    <a:pt x="0" y="0"/>
                  </a:lnTo>
                  <a:lnTo>
                    <a:pt x="0" y="6350"/>
                  </a:lnTo>
                  <a:lnTo>
                    <a:pt x="210820" y="6350"/>
                  </a:lnTo>
                  <a:lnTo>
                    <a:pt x="210820" y="0"/>
                  </a:lnTo>
                  <a:close/>
                </a:path>
              </a:pathLst>
            </a:custGeom>
            <a:solidFill>
              <a:srgbClr val="003300"/>
            </a:solidFill>
          </p:spPr>
          <p:txBody>
            <a:bodyPr wrap="square" lIns="0" tIns="0" rIns="0" bIns="0" rtlCol="0"/>
            <a:lstStyle/>
            <a:p/>
          </p:txBody>
        </p:sp>
        <p:sp>
          <p:nvSpPr>
            <p:cNvPr id="579" name="object 579"/>
            <p:cNvSpPr/>
            <p:nvPr/>
          </p:nvSpPr>
          <p:spPr>
            <a:xfrm>
              <a:off x="3505200" y="862330"/>
              <a:ext cx="210820" cy="7620"/>
            </a:xfrm>
            <a:custGeom>
              <a:avLst/>
              <a:gdLst/>
              <a:ahLst/>
              <a:cxnLst/>
              <a:rect l="l" t="t" r="r" b="b"/>
              <a:pathLst>
                <a:path w="210820" h="7619">
                  <a:moveTo>
                    <a:pt x="0" y="0"/>
                  </a:moveTo>
                  <a:lnTo>
                    <a:pt x="210820" y="0"/>
                  </a:lnTo>
                  <a:lnTo>
                    <a:pt x="210820" y="7620"/>
                  </a:lnTo>
                  <a:lnTo>
                    <a:pt x="0" y="7620"/>
                  </a:lnTo>
                  <a:lnTo>
                    <a:pt x="0" y="0"/>
                  </a:lnTo>
                  <a:close/>
                </a:path>
              </a:pathLst>
            </a:custGeom>
            <a:solidFill>
              <a:srgbClr val="013300"/>
            </a:solidFill>
          </p:spPr>
          <p:txBody>
            <a:bodyPr wrap="square" lIns="0" tIns="0" rIns="0" bIns="0" rtlCol="0"/>
            <a:lstStyle/>
            <a:p/>
          </p:txBody>
        </p:sp>
        <p:sp>
          <p:nvSpPr>
            <p:cNvPr id="580" name="object 580"/>
            <p:cNvSpPr/>
            <p:nvPr/>
          </p:nvSpPr>
          <p:spPr>
            <a:xfrm>
              <a:off x="3505200" y="869950"/>
              <a:ext cx="210820" cy="7620"/>
            </a:xfrm>
            <a:custGeom>
              <a:avLst/>
              <a:gdLst/>
              <a:ahLst/>
              <a:cxnLst/>
              <a:rect l="l" t="t" r="r" b="b"/>
              <a:pathLst>
                <a:path w="210820" h="7619">
                  <a:moveTo>
                    <a:pt x="0" y="0"/>
                  </a:moveTo>
                  <a:lnTo>
                    <a:pt x="210820" y="0"/>
                  </a:lnTo>
                  <a:lnTo>
                    <a:pt x="210820" y="7620"/>
                  </a:lnTo>
                  <a:lnTo>
                    <a:pt x="0" y="7620"/>
                  </a:lnTo>
                  <a:lnTo>
                    <a:pt x="0" y="0"/>
                  </a:lnTo>
                  <a:close/>
                </a:path>
              </a:pathLst>
            </a:custGeom>
            <a:solidFill>
              <a:srgbClr val="033300"/>
            </a:solidFill>
          </p:spPr>
          <p:txBody>
            <a:bodyPr wrap="square" lIns="0" tIns="0" rIns="0" bIns="0" rtlCol="0"/>
            <a:lstStyle/>
            <a:p/>
          </p:txBody>
        </p:sp>
        <p:sp>
          <p:nvSpPr>
            <p:cNvPr id="581" name="object 581"/>
            <p:cNvSpPr/>
            <p:nvPr/>
          </p:nvSpPr>
          <p:spPr>
            <a:xfrm>
              <a:off x="3505200" y="877569"/>
              <a:ext cx="190500" cy="6350"/>
            </a:xfrm>
            <a:custGeom>
              <a:avLst/>
              <a:gdLst/>
              <a:ahLst/>
              <a:cxnLst/>
              <a:rect l="l" t="t" r="r" b="b"/>
              <a:pathLst>
                <a:path w="190500" h="6350">
                  <a:moveTo>
                    <a:pt x="190500" y="0"/>
                  </a:moveTo>
                  <a:lnTo>
                    <a:pt x="0" y="0"/>
                  </a:lnTo>
                  <a:lnTo>
                    <a:pt x="0" y="1270"/>
                  </a:lnTo>
                  <a:lnTo>
                    <a:pt x="21590" y="1270"/>
                  </a:lnTo>
                  <a:lnTo>
                    <a:pt x="21590" y="2540"/>
                  </a:lnTo>
                  <a:lnTo>
                    <a:pt x="25400" y="2540"/>
                  </a:lnTo>
                  <a:lnTo>
                    <a:pt x="25400" y="3810"/>
                  </a:lnTo>
                  <a:lnTo>
                    <a:pt x="27940" y="3810"/>
                  </a:lnTo>
                  <a:lnTo>
                    <a:pt x="27940" y="5080"/>
                  </a:lnTo>
                  <a:lnTo>
                    <a:pt x="31750" y="5080"/>
                  </a:lnTo>
                  <a:lnTo>
                    <a:pt x="31750" y="6350"/>
                  </a:lnTo>
                  <a:lnTo>
                    <a:pt x="175260" y="6350"/>
                  </a:lnTo>
                  <a:lnTo>
                    <a:pt x="175260" y="5080"/>
                  </a:lnTo>
                  <a:lnTo>
                    <a:pt x="179057" y="5080"/>
                  </a:lnTo>
                  <a:lnTo>
                    <a:pt x="179057" y="3810"/>
                  </a:lnTo>
                  <a:lnTo>
                    <a:pt x="181610" y="3810"/>
                  </a:lnTo>
                  <a:lnTo>
                    <a:pt x="181610" y="2540"/>
                  </a:lnTo>
                  <a:lnTo>
                    <a:pt x="186690" y="2540"/>
                  </a:lnTo>
                  <a:lnTo>
                    <a:pt x="186690" y="1270"/>
                  </a:lnTo>
                  <a:lnTo>
                    <a:pt x="190500" y="1270"/>
                  </a:lnTo>
                  <a:lnTo>
                    <a:pt x="190500" y="0"/>
                  </a:lnTo>
                  <a:close/>
                </a:path>
              </a:pathLst>
            </a:custGeom>
            <a:solidFill>
              <a:srgbClr val="053100"/>
            </a:solidFill>
          </p:spPr>
          <p:txBody>
            <a:bodyPr wrap="square" lIns="0" tIns="0" rIns="0" bIns="0" rtlCol="0"/>
            <a:lstStyle/>
            <a:p/>
          </p:txBody>
        </p:sp>
        <p:sp>
          <p:nvSpPr>
            <p:cNvPr id="582" name="object 582"/>
            <p:cNvSpPr/>
            <p:nvPr/>
          </p:nvSpPr>
          <p:spPr>
            <a:xfrm>
              <a:off x="3539490" y="883919"/>
              <a:ext cx="139700" cy="7620"/>
            </a:xfrm>
            <a:custGeom>
              <a:avLst/>
              <a:gdLst/>
              <a:ahLst/>
              <a:cxnLst/>
              <a:rect l="l" t="t" r="r" b="b"/>
              <a:pathLst>
                <a:path w="139700" h="7619">
                  <a:moveTo>
                    <a:pt x="13970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132067" y="7620"/>
                  </a:lnTo>
                  <a:lnTo>
                    <a:pt x="132067" y="6350"/>
                  </a:lnTo>
                  <a:lnTo>
                    <a:pt x="133350" y="6350"/>
                  </a:lnTo>
                  <a:lnTo>
                    <a:pt x="133350" y="5080"/>
                  </a:lnTo>
                  <a:lnTo>
                    <a:pt x="134620" y="5080"/>
                  </a:lnTo>
                  <a:lnTo>
                    <a:pt x="134620" y="3810"/>
                  </a:lnTo>
                  <a:lnTo>
                    <a:pt x="135890" y="3810"/>
                  </a:lnTo>
                  <a:lnTo>
                    <a:pt x="135890" y="2540"/>
                  </a:lnTo>
                  <a:lnTo>
                    <a:pt x="137160" y="2540"/>
                  </a:lnTo>
                  <a:lnTo>
                    <a:pt x="137160" y="1270"/>
                  </a:lnTo>
                  <a:lnTo>
                    <a:pt x="139700" y="1270"/>
                  </a:lnTo>
                  <a:lnTo>
                    <a:pt x="139700" y="0"/>
                  </a:lnTo>
                  <a:close/>
                </a:path>
              </a:pathLst>
            </a:custGeom>
            <a:solidFill>
              <a:srgbClr val="083100"/>
            </a:solidFill>
          </p:spPr>
          <p:txBody>
            <a:bodyPr wrap="square" lIns="0" tIns="0" rIns="0" bIns="0" rtlCol="0"/>
            <a:lstStyle/>
            <a:p/>
          </p:txBody>
        </p:sp>
        <p:sp>
          <p:nvSpPr>
            <p:cNvPr id="583" name="object 583"/>
            <p:cNvSpPr/>
            <p:nvPr/>
          </p:nvSpPr>
          <p:spPr>
            <a:xfrm>
              <a:off x="3545840" y="891539"/>
              <a:ext cx="124460" cy="7620"/>
            </a:xfrm>
            <a:custGeom>
              <a:avLst/>
              <a:gdLst/>
              <a:ahLst/>
              <a:cxnLst/>
              <a:rect l="l" t="t" r="r" b="b"/>
              <a:pathLst>
                <a:path w="124460" h="7619">
                  <a:moveTo>
                    <a:pt x="12446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20650" y="7620"/>
                  </a:lnTo>
                  <a:lnTo>
                    <a:pt x="120650" y="6350"/>
                  </a:lnTo>
                  <a:lnTo>
                    <a:pt x="120650" y="5080"/>
                  </a:lnTo>
                  <a:lnTo>
                    <a:pt x="121920" y="5080"/>
                  </a:lnTo>
                  <a:lnTo>
                    <a:pt x="121920" y="3810"/>
                  </a:lnTo>
                  <a:lnTo>
                    <a:pt x="123190" y="3810"/>
                  </a:lnTo>
                  <a:lnTo>
                    <a:pt x="123190" y="2540"/>
                  </a:lnTo>
                  <a:lnTo>
                    <a:pt x="124460" y="2540"/>
                  </a:lnTo>
                  <a:lnTo>
                    <a:pt x="124460" y="1270"/>
                  </a:lnTo>
                  <a:lnTo>
                    <a:pt x="124460" y="0"/>
                  </a:lnTo>
                  <a:close/>
                </a:path>
              </a:pathLst>
            </a:custGeom>
            <a:solidFill>
              <a:srgbClr val="0A3000"/>
            </a:solidFill>
          </p:spPr>
          <p:txBody>
            <a:bodyPr wrap="square" lIns="0" tIns="0" rIns="0" bIns="0" rtlCol="0"/>
            <a:lstStyle/>
            <a:p/>
          </p:txBody>
        </p:sp>
        <p:sp>
          <p:nvSpPr>
            <p:cNvPr id="584" name="object 584"/>
            <p:cNvSpPr/>
            <p:nvPr/>
          </p:nvSpPr>
          <p:spPr>
            <a:xfrm>
              <a:off x="3550920" y="899159"/>
              <a:ext cx="115570" cy="6350"/>
            </a:xfrm>
            <a:custGeom>
              <a:avLst/>
              <a:gdLst/>
              <a:ahLst/>
              <a:cxnLst/>
              <a:rect l="l" t="t" r="r" b="b"/>
              <a:pathLst>
                <a:path w="115570" h="6350">
                  <a:moveTo>
                    <a:pt x="115570" y="0"/>
                  </a:moveTo>
                  <a:lnTo>
                    <a:pt x="0" y="0"/>
                  </a:lnTo>
                  <a:lnTo>
                    <a:pt x="0" y="1270"/>
                  </a:lnTo>
                  <a:lnTo>
                    <a:pt x="1270" y="1270"/>
                  </a:lnTo>
                  <a:lnTo>
                    <a:pt x="1270" y="2540"/>
                  </a:lnTo>
                  <a:lnTo>
                    <a:pt x="2540" y="2540"/>
                  </a:lnTo>
                  <a:lnTo>
                    <a:pt x="2540" y="5080"/>
                  </a:lnTo>
                  <a:lnTo>
                    <a:pt x="3810" y="5080"/>
                  </a:lnTo>
                  <a:lnTo>
                    <a:pt x="3810" y="6350"/>
                  </a:lnTo>
                  <a:lnTo>
                    <a:pt x="113030" y="6350"/>
                  </a:lnTo>
                  <a:lnTo>
                    <a:pt x="113030" y="5080"/>
                  </a:lnTo>
                  <a:lnTo>
                    <a:pt x="114300" y="5080"/>
                  </a:lnTo>
                  <a:lnTo>
                    <a:pt x="114300" y="2540"/>
                  </a:lnTo>
                  <a:lnTo>
                    <a:pt x="114287" y="1270"/>
                  </a:lnTo>
                  <a:lnTo>
                    <a:pt x="115570" y="1270"/>
                  </a:lnTo>
                  <a:lnTo>
                    <a:pt x="115570" y="0"/>
                  </a:lnTo>
                  <a:close/>
                </a:path>
              </a:pathLst>
            </a:custGeom>
            <a:solidFill>
              <a:srgbClr val="0C3000"/>
            </a:solidFill>
          </p:spPr>
          <p:txBody>
            <a:bodyPr wrap="square" lIns="0" tIns="0" rIns="0" bIns="0" rtlCol="0"/>
            <a:lstStyle/>
            <a:p/>
          </p:txBody>
        </p:sp>
        <p:sp>
          <p:nvSpPr>
            <p:cNvPr id="585" name="object 585"/>
            <p:cNvSpPr/>
            <p:nvPr/>
          </p:nvSpPr>
          <p:spPr>
            <a:xfrm>
              <a:off x="3554730" y="905509"/>
              <a:ext cx="109220" cy="7620"/>
            </a:xfrm>
            <a:custGeom>
              <a:avLst/>
              <a:gdLst/>
              <a:ahLst/>
              <a:cxnLst/>
              <a:rect l="l" t="t" r="r" b="b"/>
              <a:pathLst>
                <a:path w="109220" h="7619">
                  <a:moveTo>
                    <a:pt x="109220" y="0"/>
                  </a:moveTo>
                  <a:lnTo>
                    <a:pt x="0" y="0"/>
                  </a:lnTo>
                  <a:lnTo>
                    <a:pt x="0" y="2540"/>
                  </a:lnTo>
                  <a:lnTo>
                    <a:pt x="1270" y="2540"/>
                  </a:lnTo>
                  <a:lnTo>
                    <a:pt x="1270" y="5080"/>
                  </a:lnTo>
                  <a:lnTo>
                    <a:pt x="1270" y="6350"/>
                  </a:lnTo>
                  <a:lnTo>
                    <a:pt x="2540" y="6350"/>
                  </a:lnTo>
                  <a:lnTo>
                    <a:pt x="2540" y="7620"/>
                  </a:lnTo>
                  <a:lnTo>
                    <a:pt x="106680" y="7620"/>
                  </a:lnTo>
                  <a:lnTo>
                    <a:pt x="106680" y="6350"/>
                  </a:lnTo>
                  <a:lnTo>
                    <a:pt x="106680" y="5080"/>
                  </a:lnTo>
                  <a:lnTo>
                    <a:pt x="107950" y="5080"/>
                  </a:lnTo>
                  <a:lnTo>
                    <a:pt x="107950" y="2540"/>
                  </a:lnTo>
                  <a:lnTo>
                    <a:pt x="109220" y="2540"/>
                  </a:lnTo>
                  <a:lnTo>
                    <a:pt x="109220" y="0"/>
                  </a:lnTo>
                  <a:close/>
                </a:path>
              </a:pathLst>
            </a:custGeom>
            <a:solidFill>
              <a:srgbClr val="0F2F00"/>
            </a:solidFill>
          </p:spPr>
          <p:txBody>
            <a:bodyPr wrap="square" lIns="0" tIns="0" rIns="0" bIns="0" rtlCol="0"/>
            <a:lstStyle/>
            <a:p/>
          </p:txBody>
        </p:sp>
        <p:sp>
          <p:nvSpPr>
            <p:cNvPr id="586" name="object 586"/>
            <p:cNvSpPr/>
            <p:nvPr/>
          </p:nvSpPr>
          <p:spPr>
            <a:xfrm>
              <a:off x="3557270" y="913129"/>
              <a:ext cx="102870" cy="7620"/>
            </a:xfrm>
            <a:custGeom>
              <a:avLst/>
              <a:gdLst/>
              <a:ahLst/>
              <a:cxnLst/>
              <a:rect l="l" t="t" r="r" b="b"/>
              <a:pathLst>
                <a:path w="102870" h="7619">
                  <a:moveTo>
                    <a:pt x="102870" y="0"/>
                  </a:moveTo>
                  <a:lnTo>
                    <a:pt x="0" y="0"/>
                  </a:lnTo>
                  <a:lnTo>
                    <a:pt x="0" y="6350"/>
                  </a:lnTo>
                  <a:lnTo>
                    <a:pt x="0" y="7620"/>
                  </a:lnTo>
                  <a:lnTo>
                    <a:pt x="101600" y="7620"/>
                  </a:lnTo>
                  <a:lnTo>
                    <a:pt x="101600" y="6350"/>
                  </a:lnTo>
                  <a:lnTo>
                    <a:pt x="102870" y="6350"/>
                  </a:lnTo>
                  <a:lnTo>
                    <a:pt x="102870" y="0"/>
                  </a:lnTo>
                  <a:close/>
                </a:path>
              </a:pathLst>
            </a:custGeom>
            <a:solidFill>
              <a:srgbClr val="112F00"/>
            </a:solidFill>
          </p:spPr>
          <p:txBody>
            <a:bodyPr wrap="square" lIns="0" tIns="0" rIns="0" bIns="0" rtlCol="0"/>
            <a:lstStyle/>
            <a:p/>
          </p:txBody>
        </p:sp>
        <p:sp>
          <p:nvSpPr>
            <p:cNvPr id="587" name="object 587"/>
            <p:cNvSpPr/>
            <p:nvPr/>
          </p:nvSpPr>
          <p:spPr>
            <a:xfrm>
              <a:off x="3558539" y="920750"/>
              <a:ext cx="100330" cy="6350"/>
            </a:xfrm>
            <a:custGeom>
              <a:avLst/>
              <a:gdLst/>
              <a:ahLst/>
              <a:cxnLst/>
              <a:rect l="l" t="t" r="r" b="b"/>
              <a:pathLst>
                <a:path w="100329" h="6350">
                  <a:moveTo>
                    <a:pt x="100330" y="0"/>
                  </a:moveTo>
                  <a:lnTo>
                    <a:pt x="0" y="0"/>
                  </a:lnTo>
                  <a:lnTo>
                    <a:pt x="0" y="6350"/>
                  </a:lnTo>
                  <a:lnTo>
                    <a:pt x="100330" y="6350"/>
                  </a:lnTo>
                  <a:lnTo>
                    <a:pt x="100330" y="0"/>
                  </a:lnTo>
                  <a:close/>
                </a:path>
              </a:pathLst>
            </a:custGeom>
            <a:solidFill>
              <a:srgbClr val="132E00"/>
            </a:solidFill>
          </p:spPr>
          <p:txBody>
            <a:bodyPr wrap="square" lIns="0" tIns="0" rIns="0" bIns="0" rtlCol="0"/>
            <a:lstStyle/>
            <a:p/>
          </p:txBody>
        </p:sp>
        <p:sp>
          <p:nvSpPr>
            <p:cNvPr id="588" name="object 588"/>
            <p:cNvSpPr/>
            <p:nvPr/>
          </p:nvSpPr>
          <p:spPr>
            <a:xfrm>
              <a:off x="3558540" y="927099"/>
              <a:ext cx="100330" cy="7620"/>
            </a:xfrm>
            <a:custGeom>
              <a:avLst/>
              <a:gdLst/>
              <a:ahLst/>
              <a:cxnLst/>
              <a:rect l="l" t="t" r="r" b="b"/>
              <a:pathLst>
                <a:path w="100329" h="7619">
                  <a:moveTo>
                    <a:pt x="99060" y="5092"/>
                  </a:moveTo>
                  <a:lnTo>
                    <a:pt x="1270" y="5092"/>
                  </a:lnTo>
                  <a:lnTo>
                    <a:pt x="1270" y="7620"/>
                  </a:lnTo>
                  <a:lnTo>
                    <a:pt x="99060" y="7620"/>
                  </a:lnTo>
                  <a:lnTo>
                    <a:pt x="99060" y="5092"/>
                  </a:lnTo>
                  <a:close/>
                </a:path>
                <a:path w="100329" h="7619">
                  <a:moveTo>
                    <a:pt x="100330" y="0"/>
                  </a:moveTo>
                  <a:lnTo>
                    <a:pt x="0" y="0"/>
                  </a:lnTo>
                  <a:lnTo>
                    <a:pt x="0" y="3810"/>
                  </a:lnTo>
                  <a:lnTo>
                    <a:pt x="1270" y="3810"/>
                  </a:lnTo>
                  <a:lnTo>
                    <a:pt x="1270" y="5080"/>
                  </a:lnTo>
                  <a:lnTo>
                    <a:pt x="100330" y="5080"/>
                  </a:lnTo>
                  <a:lnTo>
                    <a:pt x="100330" y="3810"/>
                  </a:lnTo>
                  <a:lnTo>
                    <a:pt x="100330" y="0"/>
                  </a:lnTo>
                  <a:close/>
                </a:path>
              </a:pathLst>
            </a:custGeom>
            <a:solidFill>
              <a:srgbClr val="152E00"/>
            </a:solidFill>
          </p:spPr>
          <p:txBody>
            <a:bodyPr wrap="square" lIns="0" tIns="0" rIns="0" bIns="0" rtlCol="0"/>
            <a:lstStyle/>
            <a:p/>
          </p:txBody>
        </p:sp>
        <p:sp>
          <p:nvSpPr>
            <p:cNvPr id="589" name="object 589"/>
            <p:cNvSpPr/>
            <p:nvPr/>
          </p:nvSpPr>
          <p:spPr>
            <a:xfrm>
              <a:off x="3559810" y="934720"/>
              <a:ext cx="97790" cy="7620"/>
            </a:xfrm>
            <a:custGeom>
              <a:avLst/>
              <a:gdLst/>
              <a:ahLst/>
              <a:cxnLst/>
              <a:rect l="l" t="t" r="r" b="b"/>
              <a:pathLst>
                <a:path w="97789" h="7619">
                  <a:moveTo>
                    <a:pt x="0" y="7619"/>
                  </a:moveTo>
                  <a:lnTo>
                    <a:pt x="0" y="0"/>
                  </a:lnTo>
                  <a:lnTo>
                    <a:pt x="97789" y="0"/>
                  </a:lnTo>
                  <a:lnTo>
                    <a:pt x="97789" y="7619"/>
                  </a:lnTo>
                  <a:lnTo>
                    <a:pt x="0" y="7619"/>
                  </a:lnTo>
                  <a:close/>
                </a:path>
              </a:pathLst>
            </a:custGeom>
            <a:solidFill>
              <a:srgbClr val="182D00"/>
            </a:solidFill>
          </p:spPr>
          <p:txBody>
            <a:bodyPr wrap="square" lIns="0" tIns="0" rIns="0" bIns="0" rtlCol="0"/>
            <a:lstStyle/>
            <a:p/>
          </p:txBody>
        </p:sp>
        <p:sp>
          <p:nvSpPr>
            <p:cNvPr id="590" name="object 590"/>
            <p:cNvSpPr/>
            <p:nvPr/>
          </p:nvSpPr>
          <p:spPr>
            <a:xfrm>
              <a:off x="3559810" y="942340"/>
              <a:ext cx="97790" cy="6350"/>
            </a:xfrm>
            <a:custGeom>
              <a:avLst/>
              <a:gdLst/>
              <a:ahLst/>
              <a:cxnLst/>
              <a:rect l="l" t="t" r="r" b="b"/>
              <a:pathLst>
                <a:path w="97789" h="6350">
                  <a:moveTo>
                    <a:pt x="0" y="6350"/>
                  </a:moveTo>
                  <a:lnTo>
                    <a:pt x="0" y="0"/>
                  </a:lnTo>
                  <a:lnTo>
                    <a:pt x="97789" y="0"/>
                  </a:lnTo>
                  <a:lnTo>
                    <a:pt x="97789" y="6350"/>
                  </a:lnTo>
                  <a:lnTo>
                    <a:pt x="0" y="6350"/>
                  </a:lnTo>
                  <a:close/>
                </a:path>
              </a:pathLst>
            </a:custGeom>
            <a:solidFill>
              <a:srgbClr val="1A2D00"/>
            </a:solidFill>
          </p:spPr>
          <p:txBody>
            <a:bodyPr wrap="square" lIns="0" tIns="0" rIns="0" bIns="0" rtlCol="0"/>
            <a:lstStyle/>
            <a:p/>
          </p:txBody>
        </p:sp>
        <p:sp>
          <p:nvSpPr>
            <p:cNvPr id="591" name="object 591"/>
            <p:cNvSpPr/>
            <p:nvPr/>
          </p:nvSpPr>
          <p:spPr>
            <a:xfrm>
              <a:off x="3559810" y="948690"/>
              <a:ext cx="97790" cy="7620"/>
            </a:xfrm>
            <a:custGeom>
              <a:avLst/>
              <a:gdLst/>
              <a:ahLst/>
              <a:cxnLst/>
              <a:rect l="l" t="t" r="r" b="b"/>
              <a:pathLst>
                <a:path w="97789" h="7619">
                  <a:moveTo>
                    <a:pt x="0" y="7620"/>
                  </a:moveTo>
                  <a:lnTo>
                    <a:pt x="0" y="0"/>
                  </a:lnTo>
                  <a:lnTo>
                    <a:pt x="97789" y="0"/>
                  </a:lnTo>
                  <a:lnTo>
                    <a:pt x="97789" y="7620"/>
                  </a:lnTo>
                  <a:lnTo>
                    <a:pt x="0" y="7620"/>
                  </a:lnTo>
                  <a:close/>
                </a:path>
              </a:pathLst>
            </a:custGeom>
            <a:solidFill>
              <a:srgbClr val="1C2D00"/>
            </a:solidFill>
          </p:spPr>
          <p:txBody>
            <a:bodyPr wrap="square" lIns="0" tIns="0" rIns="0" bIns="0" rtlCol="0"/>
            <a:lstStyle/>
            <a:p/>
          </p:txBody>
        </p:sp>
        <p:sp>
          <p:nvSpPr>
            <p:cNvPr id="592" name="object 592"/>
            <p:cNvSpPr/>
            <p:nvPr/>
          </p:nvSpPr>
          <p:spPr>
            <a:xfrm>
              <a:off x="3559810" y="956310"/>
              <a:ext cx="97790" cy="7620"/>
            </a:xfrm>
            <a:custGeom>
              <a:avLst/>
              <a:gdLst/>
              <a:ahLst/>
              <a:cxnLst/>
              <a:rect l="l" t="t" r="r" b="b"/>
              <a:pathLst>
                <a:path w="97789" h="7619">
                  <a:moveTo>
                    <a:pt x="0" y="7619"/>
                  </a:moveTo>
                  <a:lnTo>
                    <a:pt x="0" y="0"/>
                  </a:lnTo>
                  <a:lnTo>
                    <a:pt x="97789" y="0"/>
                  </a:lnTo>
                  <a:lnTo>
                    <a:pt x="97789" y="7619"/>
                  </a:lnTo>
                  <a:lnTo>
                    <a:pt x="0" y="7619"/>
                  </a:lnTo>
                  <a:close/>
                </a:path>
              </a:pathLst>
            </a:custGeom>
            <a:solidFill>
              <a:srgbClr val="1F2C00"/>
            </a:solidFill>
          </p:spPr>
          <p:txBody>
            <a:bodyPr wrap="square" lIns="0" tIns="0" rIns="0" bIns="0" rtlCol="0"/>
            <a:lstStyle/>
            <a:p/>
          </p:txBody>
        </p:sp>
        <p:sp>
          <p:nvSpPr>
            <p:cNvPr id="593" name="object 593"/>
            <p:cNvSpPr/>
            <p:nvPr/>
          </p:nvSpPr>
          <p:spPr>
            <a:xfrm>
              <a:off x="3559810" y="963930"/>
              <a:ext cx="97790" cy="7620"/>
            </a:xfrm>
            <a:custGeom>
              <a:avLst/>
              <a:gdLst/>
              <a:ahLst/>
              <a:cxnLst/>
              <a:rect l="l" t="t" r="r" b="b"/>
              <a:pathLst>
                <a:path w="97789" h="7619">
                  <a:moveTo>
                    <a:pt x="0" y="7620"/>
                  </a:moveTo>
                  <a:lnTo>
                    <a:pt x="0" y="0"/>
                  </a:lnTo>
                  <a:lnTo>
                    <a:pt x="97789" y="0"/>
                  </a:lnTo>
                  <a:lnTo>
                    <a:pt x="97789" y="7620"/>
                  </a:lnTo>
                  <a:lnTo>
                    <a:pt x="0" y="7620"/>
                  </a:lnTo>
                  <a:close/>
                </a:path>
              </a:pathLst>
            </a:custGeom>
            <a:solidFill>
              <a:srgbClr val="212C00"/>
            </a:solidFill>
          </p:spPr>
          <p:txBody>
            <a:bodyPr wrap="square" lIns="0" tIns="0" rIns="0" bIns="0" rtlCol="0"/>
            <a:lstStyle/>
            <a:p/>
          </p:txBody>
        </p:sp>
        <p:sp>
          <p:nvSpPr>
            <p:cNvPr id="594" name="object 594"/>
            <p:cNvSpPr/>
            <p:nvPr/>
          </p:nvSpPr>
          <p:spPr>
            <a:xfrm>
              <a:off x="3559810" y="971550"/>
              <a:ext cx="97790" cy="6350"/>
            </a:xfrm>
            <a:custGeom>
              <a:avLst/>
              <a:gdLst/>
              <a:ahLst/>
              <a:cxnLst/>
              <a:rect l="l" t="t" r="r" b="b"/>
              <a:pathLst>
                <a:path w="97789" h="6350">
                  <a:moveTo>
                    <a:pt x="0" y="6350"/>
                  </a:moveTo>
                  <a:lnTo>
                    <a:pt x="0" y="0"/>
                  </a:lnTo>
                  <a:lnTo>
                    <a:pt x="97789" y="0"/>
                  </a:lnTo>
                  <a:lnTo>
                    <a:pt x="97789" y="6350"/>
                  </a:lnTo>
                  <a:lnTo>
                    <a:pt x="0" y="6350"/>
                  </a:lnTo>
                  <a:close/>
                </a:path>
              </a:pathLst>
            </a:custGeom>
            <a:solidFill>
              <a:srgbClr val="232B00"/>
            </a:solidFill>
          </p:spPr>
          <p:txBody>
            <a:bodyPr wrap="square" lIns="0" tIns="0" rIns="0" bIns="0" rtlCol="0"/>
            <a:lstStyle/>
            <a:p/>
          </p:txBody>
        </p:sp>
        <p:sp>
          <p:nvSpPr>
            <p:cNvPr id="595" name="object 595"/>
            <p:cNvSpPr/>
            <p:nvPr/>
          </p:nvSpPr>
          <p:spPr>
            <a:xfrm>
              <a:off x="3559810" y="977899"/>
              <a:ext cx="97790" cy="7620"/>
            </a:xfrm>
            <a:custGeom>
              <a:avLst/>
              <a:gdLst/>
              <a:ahLst/>
              <a:cxnLst/>
              <a:rect l="l" t="t" r="r" b="b"/>
              <a:pathLst>
                <a:path w="97789" h="7619">
                  <a:moveTo>
                    <a:pt x="97790" y="0"/>
                  </a:moveTo>
                  <a:lnTo>
                    <a:pt x="0" y="0"/>
                  </a:lnTo>
                  <a:lnTo>
                    <a:pt x="0" y="1270"/>
                  </a:lnTo>
                  <a:lnTo>
                    <a:pt x="1270" y="1270"/>
                  </a:lnTo>
                  <a:lnTo>
                    <a:pt x="1270" y="7620"/>
                  </a:lnTo>
                  <a:lnTo>
                    <a:pt x="96520" y="7620"/>
                  </a:lnTo>
                  <a:lnTo>
                    <a:pt x="96520" y="1270"/>
                  </a:lnTo>
                  <a:lnTo>
                    <a:pt x="97790" y="1270"/>
                  </a:lnTo>
                  <a:lnTo>
                    <a:pt x="97790" y="0"/>
                  </a:lnTo>
                  <a:close/>
                </a:path>
              </a:pathLst>
            </a:custGeom>
            <a:solidFill>
              <a:srgbClr val="262B00"/>
            </a:solidFill>
          </p:spPr>
          <p:txBody>
            <a:bodyPr wrap="square" lIns="0" tIns="0" rIns="0" bIns="0" rtlCol="0"/>
            <a:lstStyle/>
            <a:p/>
          </p:txBody>
        </p:sp>
        <p:sp>
          <p:nvSpPr>
            <p:cNvPr id="596" name="object 596"/>
            <p:cNvSpPr/>
            <p:nvPr/>
          </p:nvSpPr>
          <p:spPr>
            <a:xfrm>
              <a:off x="3561080" y="98552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282A00"/>
            </a:solidFill>
          </p:spPr>
          <p:txBody>
            <a:bodyPr wrap="square" lIns="0" tIns="0" rIns="0" bIns="0" rtlCol="0"/>
            <a:lstStyle/>
            <a:p/>
          </p:txBody>
        </p:sp>
        <p:sp>
          <p:nvSpPr>
            <p:cNvPr id="597" name="object 597"/>
            <p:cNvSpPr/>
            <p:nvPr/>
          </p:nvSpPr>
          <p:spPr>
            <a:xfrm>
              <a:off x="3561080" y="99314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2A2A00"/>
            </a:solidFill>
          </p:spPr>
          <p:txBody>
            <a:bodyPr wrap="square" lIns="0" tIns="0" rIns="0" bIns="0" rtlCol="0"/>
            <a:lstStyle/>
            <a:p/>
          </p:txBody>
        </p:sp>
        <p:sp>
          <p:nvSpPr>
            <p:cNvPr id="598" name="object 598"/>
            <p:cNvSpPr/>
            <p:nvPr/>
          </p:nvSpPr>
          <p:spPr>
            <a:xfrm>
              <a:off x="3561080" y="99949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2C2900"/>
            </a:solidFill>
          </p:spPr>
          <p:txBody>
            <a:bodyPr wrap="square" lIns="0" tIns="0" rIns="0" bIns="0" rtlCol="0"/>
            <a:lstStyle/>
            <a:p/>
          </p:txBody>
        </p:sp>
        <p:sp>
          <p:nvSpPr>
            <p:cNvPr id="599" name="object 599"/>
            <p:cNvSpPr/>
            <p:nvPr/>
          </p:nvSpPr>
          <p:spPr>
            <a:xfrm>
              <a:off x="3561080" y="100711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2F2900"/>
            </a:solidFill>
          </p:spPr>
          <p:txBody>
            <a:bodyPr wrap="square" lIns="0" tIns="0" rIns="0" bIns="0" rtlCol="0"/>
            <a:lstStyle/>
            <a:p/>
          </p:txBody>
        </p:sp>
        <p:sp>
          <p:nvSpPr>
            <p:cNvPr id="600" name="object 600"/>
            <p:cNvSpPr/>
            <p:nvPr/>
          </p:nvSpPr>
          <p:spPr>
            <a:xfrm>
              <a:off x="3561080" y="101473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312800"/>
            </a:solidFill>
          </p:spPr>
          <p:txBody>
            <a:bodyPr wrap="square" lIns="0" tIns="0" rIns="0" bIns="0" rtlCol="0"/>
            <a:lstStyle/>
            <a:p/>
          </p:txBody>
        </p:sp>
        <p:sp>
          <p:nvSpPr>
            <p:cNvPr id="601" name="object 601"/>
            <p:cNvSpPr/>
            <p:nvPr/>
          </p:nvSpPr>
          <p:spPr>
            <a:xfrm>
              <a:off x="3561080" y="102108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332800"/>
            </a:solidFill>
          </p:spPr>
          <p:txBody>
            <a:bodyPr wrap="square" lIns="0" tIns="0" rIns="0" bIns="0" rtlCol="0"/>
            <a:lstStyle/>
            <a:p/>
          </p:txBody>
        </p:sp>
        <p:sp>
          <p:nvSpPr>
            <p:cNvPr id="602" name="object 602"/>
            <p:cNvSpPr/>
            <p:nvPr/>
          </p:nvSpPr>
          <p:spPr>
            <a:xfrm>
              <a:off x="3561080" y="102870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362700"/>
            </a:solidFill>
          </p:spPr>
          <p:txBody>
            <a:bodyPr wrap="square" lIns="0" tIns="0" rIns="0" bIns="0" rtlCol="0"/>
            <a:lstStyle/>
            <a:p/>
          </p:txBody>
        </p:sp>
        <p:sp>
          <p:nvSpPr>
            <p:cNvPr id="603" name="object 603"/>
            <p:cNvSpPr/>
            <p:nvPr/>
          </p:nvSpPr>
          <p:spPr>
            <a:xfrm>
              <a:off x="3561080" y="103632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382700"/>
            </a:solidFill>
          </p:spPr>
          <p:txBody>
            <a:bodyPr wrap="square" lIns="0" tIns="0" rIns="0" bIns="0" rtlCol="0"/>
            <a:lstStyle/>
            <a:p/>
          </p:txBody>
        </p:sp>
        <p:sp>
          <p:nvSpPr>
            <p:cNvPr id="604" name="object 604"/>
            <p:cNvSpPr/>
            <p:nvPr/>
          </p:nvSpPr>
          <p:spPr>
            <a:xfrm>
              <a:off x="3561080" y="104267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3A2700"/>
            </a:solidFill>
          </p:spPr>
          <p:txBody>
            <a:bodyPr wrap="square" lIns="0" tIns="0" rIns="0" bIns="0" rtlCol="0"/>
            <a:lstStyle/>
            <a:p/>
          </p:txBody>
        </p:sp>
        <p:sp>
          <p:nvSpPr>
            <p:cNvPr id="605" name="object 605"/>
            <p:cNvSpPr/>
            <p:nvPr/>
          </p:nvSpPr>
          <p:spPr>
            <a:xfrm>
              <a:off x="3561080" y="105029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3D2600"/>
            </a:solidFill>
          </p:spPr>
          <p:txBody>
            <a:bodyPr wrap="square" lIns="0" tIns="0" rIns="0" bIns="0" rtlCol="0"/>
            <a:lstStyle/>
            <a:p/>
          </p:txBody>
        </p:sp>
        <p:sp>
          <p:nvSpPr>
            <p:cNvPr id="606" name="object 606"/>
            <p:cNvSpPr/>
            <p:nvPr/>
          </p:nvSpPr>
          <p:spPr>
            <a:xfrm>
              <a:off x="3561080" y="105791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3F2600"/>
            </a:solidFill>
          </p:spPr>
          <p:txBody>
            <a:bodyPr wrap="square" lIns="0" tIns="0" rIns="0" bIns="0" rtlCol="0"/>
            <a:lstStyle/>
            <a:p/>
          </p:txBody>
        </p:sp>
        <p:sp>
          <p:nvSpPr>
            <p:cNvPr id="607" name="object 607"/>
            <p:cNvSpPr/>
            <p:nvPr/>
          </p:nvSpPr>
          <p:spPr>
            <a:xfrm>
              <a:off x="3561080" y="106426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412500"/>
            </a:solidFill>
          </p:spPr>
          <p:txBody>
            <a:bodyPr wrap="square" lIns="0" tIns="0" rIns="0" bIns="0" rtlCol="0"/>
            <a:lstStyle/>
            <a:p/>
          </p:txBody>
        </p:sp>
        <p:sp>
          <p:nvSpPr>
            <p:cNvPr id="608" name="object 608"/>
            <p:cNvSpPr/>
            <p:nvPr/>
          </p:nvSpPr>
          <p:spPr>
            <a:xfrm>
              <a:off x="3561080" y="107188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432500"/>
            </a:solidFill>
          </p:spPr>
          <p:txBody>
            <a:bodyPr wrap="square" lIns="0" tIns="0" rIns="0" bIns="0" rtlCol="0"/>
            <a:lstStyle/>
            <a:p/>
          </p:txBody>
        </p:sp>
        <p:sp>
          <p:nvSpPr>
            <p:cNvPr id="609" name="object 609"/>
            <p:cNvSpPr/>
            <p:nvPr/>
          </p:nvSpPr>
          <p:spPr>
            <a:xfrm>
              <a:off x="3561080" y="107950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462400"/>
            </a:solidFill>
          </p:spPr>
          <p:txBody>
            <a:bodyPr wrap="square" lIns="0" tIns="0" rIns="0" bIns="0" rtlCol="0"/>
            <a:lstStyle/>
            <a:p/>
          </p:txBody>
        </p:sp>
        <p:sp>
          <p:nvSpPr>
            <p:cNvPr id="610" name="object 610"/>
            <p:cNvSpPr/>
            <p:nvPr/>
          </p:nvSpPr>
          <p:spPr>
            <a:xfrm>
              <a:off x="3561080" y="108585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482400"/>
            </a:solidFill>
          </p:spPr>
          <p:txBody>
            <a:bodyPr wrap="square" lIns="0" tIns="0" rIns="0" bIns="0" rtlCol="0"/>
            <a:lstStyle/>
            <a:p/>
          </p:txBody>
        </p:sp>
        <p:sp>
          <p:nvSpPr>
            <p:cNvPr id="611" name="object 611"/>
            <p:cNvSpPr/>
            <p:nvPr/>
          </p:nvSpPr>
          <p:spPr>
            <a:xfrm>
              <a:off x="3561080" y="109347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4A2300"/>
            </a:solidFill>
          </p:spPr>
          <p:txBody>
            <a:bodyPr wrap="square" lIns="0" tIns="0" rIns="0" bIns="0" rtlCol="0"/>
            <a:lstStyle/>
            <a:p/>
          </p:txBody>
        </p:sp>
        <p:sp>
          <p:nvSpPr>
            <p:cNvPr id="612" name="object 612"/>
            <p:cNvSpPr/>
            <p:nvPr/>
          </p:nvSpPr>
          <p:spPr>
            <a:xfrm>
              <a:off x="3561080" y="110109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4D2300"/>
            </a:solidFill>
          </p:spPr>
          <p:txBody>
            <a:bodyPr wrap="square" lIns="0" tIns="0" rIns="0" bIns="0" rtlCol="0"/>
            <a:lstStyle/>
            <a:p/>
          </p:txBody>
        </p:sp>
        <p:sp>
          <p:nvSpPr>
            <p:cNvPr id="613" name="object 613"/>
            <p:cNvSpPr/>
            <p:nvPr/>
          </p:nvSpPr>
          <p:spPr>
            <a:xfrm>
              <a:off x="3561080" y="110744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4F2200"/>
            </a:solidFill>
          </p:spPr>
          <p:txBody>
            <a:bodyPr wrap="square" lIns="0" tIns="0" rIns="0" bIns="0" rtlCol="0"/>
            <a:lstStyle/>
            <a:p/>
          </p:txBody>
        </p:sp>
        <p:sp>
          <p:nvSpPr>
            <p:cNvPr id="614" name="object 614"/>
            <p:cNvSpPr/>
            <p:nvPr/>
          </p:nvSpPr>
          <p:spPr>
            <a:xfrm>
              <a:off x="3561080" y="111506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512200"/>
            </a:solidFill>
          </p:spPr>
          <p:txBody>
            <a:bodyPr wrap="square" lIns="0" tIns="0" rIns="0" bIns="0" rtlCol="0"/>
            <a:lstStyle/>
            <a:p/>
          </p:txBody>
        </p:sp>
        <p:sp>
          <p:nvSpPr>
            <p:cNvPr id="615" name="object 615"/>
            <p:cNvSpPr/>
            <p:nvPr/>
          </p:nvSpPr>
          <p:spPr>
            <a:xfrm>
              <a:off x="3561080" y="112268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542100"/>
            </a:solidFill>
          </p:spPr>
          <p:txBody>
            <a:bodyPr wrap="square" lIns="0" tIns="0" rIns="0" bIns="0" rtlCol="0"/>
            <a:lstStyle/>
            <a:p/>
          </p:txBody>
        </p:sp>
        <p:sp>
          <p:nvSpPr>
            <p:cNvPr id="616" name="object 616"/>
            <p:cNvSpPr/>
            <p:nvPr/>
          </p:nvSpPr>
          <p:spPr>
            <a:xfrm>
              <a:off x="3561080" y="112903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562100"/>
            </a:solidFill>
          </p:spPr>
          <p:txBody>
            <a:bodyPr wrap="square" lIns="0" tIns="0" rIns="0" bIns="0" rtlCol="0"/>
            <a:lstStyle/>
            <a:p/>
          </p:txBody>
        </p:sp>
        <p:sp>
          <p:nvSpPr>
            <p:cNvPr id="617" name="object 617"/>
            <p:cNvSpPr/>
            <p:nvPr/>
          </p:nvSpPr>
          <p:spPr>
            <a:xfrm>
              <a:off x="3561080" y="113665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582100"/>
            </a:solidFill>
          </p:spPr>
          <p:txBody>
            <a:bodyPr wrap="square" lIns="0" tIns="0" rIns="0" bIns="0" rtlCol="0"/>
            <a:lstStyle/>
            <a:p/>
          </p:txBody>
        </p:sp>
        <p:sp>
          <p:nvSpPr>
            <p:cNvPr id="618" name="object 618"/>
            <p:cNvSpPr/>
            <p:nvPr/>
          </p:nvSpPr>
          <p:spPr>
            <a:xfrm>
              <a:off x="3561080" y="114427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5A2000"/>
            </a:solidFill>
          </p:spPr>
          <p:txBody>
            <a:bodyPr wrap="square" lIns="0" tIns="0" rIns="0" bIns="0" rtlCol="0"/>
            <a:lstStyle/>
            <a:p/>
          </p:txBody>
        </p:sp>
        <p:sp>
          <p:nvSpPr>
            <p:cNvPr id="619" name="object 619"/>
            <p:cNvSpPr/>
            <p:nvPr/>
          </p:nvSpPr>
          <p:spPr>
            <a:xfrm>
              <a:off x="3561080" y="115062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5D2000"/>
            </a:solidFill>
          </p:spPr>
          <p:txBody>
            <a:bodyPr wrap="square" lIns="0" tIns="0" rIns="0" bIns="0" rtlCol="0"/>
            <a:lstStyle/>
            <a:p/>
          </p:txBody>
        </p:sp>
        <p:sp>
          <p:nvSpPr>
            <p:cNvPr id="620" name="object 620"/>
            <p:cNvSpPr/>
            <p:nvPr/>
          </p:nvSpPr>
          <p:spPr>
            <a:xfrm>
              <a:off x="3561080" y="115824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5F1F00"/>
            </a:solidFill>
          </p:spPr>
          <p:txBody>
            <a:bodyPr wrap="square" lIns="0" tIns="0" rIns="0" bIns="0" rtlCol="0"/>
            <a:lstStyle/>
            <a:p/>
          </p:txBody>
        </p:sp>
        <p:sp>
          <p:nvSpPr>
            <p:cNvPr id="621" name="object 621"/>
            <p:cNvSpPr/>
            <p:nvPr/>
          </p:nvSpPr>
          <p:spPr>
            <a:xfrm>
              <a:off x="3561080" y="116586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611F00"/>
            </a:solidFill>
          </p:spPr>
          <p:txBody>
            <a:bodyPr wrap="square" lIns="0" tIns="0" rIns="0" bIns="0" rtlCol="0"/>
            <a:lstStyle/>
            <a:p/>
          </p:txBody>
        </p:sp>
        <p:sp>
          <p:nvSpPr>
            <p:cNvPr id="622" name="object 622"/>
            <p:cNvSpPr/>
            <p:nvPr/>
          </p:nvSpPr>
          <p:spPr>
            <a:xfrm>
              <a:off x="3561080" y="117221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641E00"/>
            </a:solidFill>
          </p:spPr>
          <p:txBody>
            <a:bodyPr wrap="square" lIns="0" tIns="0" rIns="0" bIns="0" rtlCol="0"/>
            <a:lstStyle/>
            <a:p/>
          </p:txBody>
        </p:sp>
        <p:sp>
          <p:nvSpPr>
            <p:cNvPr id="623" name="object 623"/>
            <p:cNvSpPr/>
            <p:nvPr/>
          </p:nvSpPr>
          <p:spPr>
            <a:xfrm>
              <a:off x="3561080" y="117983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661E00"/>
            </a:solidFill>
          </p:spPr>
          <p:txBody>
            <a:bodyPr wrap="square" lIns="0" tIns="0" rIns="0" bIns="0" rtlCol="0"/>
            <a:lstStyle/>
            <a:p/>
          </p:txBody>
        </p:sp>
        <p:sp>
          <p:nvSpPr>
            <p:cNvPr id="624" name="object 624"/>
            <p:cNvSpPr/>
            <p:nvPr/>
          </p:nvSpPr>
          <p:spPr>
            <a:xfrm>
              <a:off x="3561080" y="118745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681D00"/>
            </a:solidFill>
          </p:spPr>
          <p:txBody>
            <a:bodyPr wrap="square" lIns="0" tIns="0" rIns="0" bIns="0" rtlCol="0"/>
            <a:lstStyle/>
            <a:p/>
          </p:txBody>
        </p:sp>
        <p:sp>
          <p:nvSpPr>
            <p:cNvPr id="625" name="object 625"/>
            <p:cNvSpPr/>
            <p:nvPr/>
          </p:nvSpPr>
          <p:spPr>
            <a:xfrm>
              <a:off x="3561080" y="119380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6A1D00"/>
            </a:solidFill>
          </p:spPr>
          <p:txBody>
            <a:bodyPr wrap="square" lIns="0" tIns="0" rIns="0" bIns="0" rtlCol="0"/>
            <a:lstStyle/>
            <a:p/>
          </p:txBody>
        </p:sp>
        <p:sp>
          <p:nvSpPr>
            <p:cNvPr id="626" name="object 626"/>
            <p:cNvSpPr/>
            <p:nvPr/>
          </p:nvSpPr>
          <p:spPr>
            <a:xfrm>
              <a:off x="3561080" y="120142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6D1C00"/>
            </a:solidFill>
          </p:spPr>
          <p:txBody>
            <a:bodyPr wrap="square" lIns="0" tIns="0" rIns="0" bIns="0" rtlCol="0"/>
            <a:lstStyle/>
            <a:p/>
          </p:txBody>
        </p:sp>
        <p:sp>
          <p:nvSpPr>
            <p:cNvPr id="627" name="object 627"/>
            <p:cNvSpPr/>
            <p:nvPr/>
          </p:nvSpPr>
          <p:spPr>
            <a:xfrm>
              <a:off x="3561080" y="120904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6F1C00"/>
            </a:solidFill>
          </p:spPr>
          <p:txBody>
            <a:bodyPr wrap="square" lIns="0" tIns="0" rIns="0" bIns="0" rtlCol="0"/>
            <a:lstStyle/>
            <a:p/>
          </p:txBody>
        </p:sp>
        <p:sp>
          <p:nvSpPr>
            <p:cNvPr id="628" name="object 628"/>
            <p:cNvSpPr/>
            <p:nvPr/>
          </p:nvSpPr>
          <p:spPr>
            <a:xfrm>
              <a:off x="3561080" y="121539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711C00"/>
            </a:solidFill>
          </p:spPr>
          <p:txBody>
            <a:bodyPr wrap="square" lIns="0" tIns="0" rIns="0" bIns="0" rtlCol="0"/>
            <a:lstStyle/>
            <a:p/>
          </p:txBody>
        </p:sp>
        <p:sp>
          <p:nvSpPr>
            <p:cNvPr id="629" name="object 629"/>
            <p:cNvSpPr/>
            <p:nvPr/>
          </p:nvSpPr>
          <p:spPr>
            <a:xfrm>
              <a:off x="3561080" y="122301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741B00"/>
            </a:solidFill>
          </p:spPr>
          <p:txBody>
            <a:bodyPr wrap="square" lIns="0" tIns="0" rIns="0" bIns="0" rtlCol="0"/>
            <a:lstStyle/>
            <a:p/>
          </p:txBody>
        </p:sp>
        <p:sp>
          <p:nvSpPr>
            <p:cNvPr id="630" name="object 630"/>
            <p:cNvSpPr/>
            <p:nvPr/>
          </p:nvSpPr>
          <p:spPr>
            <a:xfrm>
              <a:off x="3561080" y="123063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761B00"/>
            </a:solidFill>
          </p:spPr>
          <p:txBody>
            <a:bodyPr wrap="square" lIns="0" tIns="0" rIns="0" bIns="0" rtlCol="0"/>
            <a:lstStyle/>
            <a:p/>
          </p:txBody>
        </p:sp>
        <p:sp>
          <p:nvSpPr>
            <p:cNvPr id="631" name="object 631"/>
            <p:cNvSpPr/>
            <p:nvPr/>
          </p:nvSpPr>
          <p:spPr>
            <a:xfrm>
              <a:off x="3561080" y="123698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781A00"/>
            </a:solidFill>
          </p:spPr>
          <p:txBody>
            <a:bodyPr wrap="square" lIns="0" tIns="0" rIns="0" bIns="0" rtlCol="0"/>
            <a:lstStyle/>
            <a:p/>
          </p:txBody>
        </p:sp>
        <p:sp>
          <p:nvSpPr>
            <p:cNvPr id="632" name="object 632"/>
            <p:cNvSpPr/>
            <p:nvPr/>
          </p:nvSpPr>
          <p:spPr>
            <a:xfrm>
              <a:off x="3561080" y="124460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7B1A00"/>
            </a:solidFill>
          </p:spPr>
          <p:txBody>
            <a:bodyPr wrap="square" lIns="0" tIns="0" rIns="0" bIns="0" rtlCol="0"/>
            <a:lstStyle/>
            <a:p/>
          </p:txBody>
        </p:sp>
        <p:sp>
          <p:nvSpPr>
            <p:cNvPr id="633" name="object 633"/>
            <p:cNvSpPr/>
            <p:nvPr/>
          </p:nvSpPr>
          <p:spPr>
            <a:xfrm>
              <a:off x="3561080" y="125222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7D1900"/>
            </a:solidFill>
          </p:spPr>
          <p:txBody>
            <a:bodyPr wrap="square" lIns="0" tIns="0" rIns="0" bIns="0" rtlCol="0"/>
            <a:lstStyle/>
            <a:p/>
          </p:txBody>
        </p:sp>
        <p:sp>
          <p:nvSpPr>
            <p:cNvPr id="634" name="object 634"/>
            <p:cNvSpPr/>
            <p:nvPr/>
          </p:nvSpPr>
          <p:spPr>
            <a:xfrm>
              <a:off x="3561080" y="125857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7F1900"/>
            </a:solidFill>
          </p:spPr>
          <p:txBody>
            <a:bodyPr wrap="square" lIns="0" tIns="0" rIns="0" bIns="0" rtlCol="0"/>
            <a:lstStyle/>
            <a:p/>
          </p:txBody>
        </p:sp>
        <p:sp>
          <p:nvSpPr>
            <p:cNvPr id="635" name="object 635"/>
            <p:cNvSpPr/>
            <p:nvPr/>
          </p:nvSpPr>
          <p:spPr>
            <a:xfrm>
              <a:off x="3561080" y="126619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811800"/>
            </a:solidFill>
          </p:spPr>
          <p:txBody>
            <a:bodyPr wrap="square" lIns="0" tIns="0" rIns="0" bIns="0" rtlCol="0"/>
            <a:lstStyle/>
            <a:p/>
          </p:txBody>
        </p:sp>
        <p:sp>
          <p:nvSpPr>
            <p:cNvPr id="636" name="object 636"/>
            <p:cNvSpPr/>
            <p:nvPr/>
          </p:nvSpPr>
          <p:spPr>
            <a:xfrm>
              <a:off x="3561080" y="127381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841800"/>
            </a:solidFill>
          </p:spPr>
          <p:txBody>
            <a:bodyPr wrap="square" lIns="0" tIns="0" rIns="0" bIns="0" rtlCol="0"/>
            <a:lstStyle/>
            <a:p/>
          </p:txBody>
        </p:sp>
        <p:sp>
          <p:nvSpPr>
            <p:cNvPr id="637" name="object 637"/>
            <p:cNvSpPr/>
            <p:nvPr/>
          </p:nvSpPr>
          <p:spPr>
            <a:xfrm>
              <a:off x="3561080" y="128016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861700"/>
            </a:solidFill>
          </p:spPr>
          <p:txBody>
            <a:bodyPr wrap="square" lIns="0" tIns="0" rIns="0" bIns="0" rtlCol="0"/>
            <a:lstStyle/>
            <a:p/>
          </p:txBody>
        </p:sp>
        <p:sp>
          <p:nvSpPr>
            <p:cNvPr id="638" name="object 638"/>
            <p:cNvSpPr/>
            <p:nvPr/>
          </p:nvSpPr>
          <p:spPr>
            <a:xfrm>
              <a:off x="3561080" y="128778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881700"/>
            </a:solidFill>
          </p:spPr>
          <p:txBody>
            <a:bodyPr wrap="square" lIns="0" tIns="0" rIns="0" bIns="0" rtlCol="0"/>
            <a:lstStyle/>
            <a:p/>
          </p:txBody>
        </p:sp>
        <p:sp>
          <p:nvSpPr>
            <p:cNvPr id="639" name="object 639"/>
            <p:cNvSpPr/>
            <p:nvPr/>
          </p:nvSpPr>
          <p:spPr>
            <a:xfrm>
              <a:off x="3561080" y="129540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8B1600"/>
            </a:solidFill>
          </p:spPr>
          <p:txBody>
            <a:bodyPr wrap="square" lIns="0" tIns="0" rIns="0" bIns="0" rtlCol="0"/>
            <a:lstStyle/>
            <a:p/>
          </p:txBody>
        </p:sp>
        <p:sp>
          <p:nvSpPr>
            <p:cNvPr id="640" name="object 640"/>
            <p:cNvSpPr/>
            <p:nvPr/>
          </p:nvSpPr>
          <p:spPr>
            <a:xfrm>
              <a:off x="3561080" y="130175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8D1600"/>
            </a:solidFill>
          </p:spPr>
          <p:txBody>
            <a:bodyPr wrap="square" lIns="0" tIns="0" rIns="0" bIns="0" rtlCol="0"/>
            <a:lstStyle/>
            <a:p/>
          </p:txBody>
        </p:sp>
        <p:sp>
          <p:nvSpPr>
            <p:cNvPr id="641" name="object 641"/>
            <p:cNvSpPr/>
            <p:nvPr/>
          </p:nvSpPr>
          <p:spPr>
            <a:xfrm>
              <a:off x="3561080" y="130937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8F1600"/>
            </a:solidFill>
          </p:spPr>
          <p:txBody>
            <a:bodyPr wrap="square" lIns="0" tIns="0" rIns="0" bIns="0" rtlCol="0"/>
            <a:lstStyle/>
            <a:p/>
          </p:txBody>
        </p:sp>
        <p:sp>
          <p:nvSpPr>
            <p:cNvPr id="642" name="object 642"/>
            <p:cNvSpPr/>
            <p:nvPr/>
          </p:nvSpPr>
          <p:spPr>
            <a:xfrm>
              <a:off x="3561080" y="131699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921500"/>
            </a:solidFill>
          </p:spPr>
          <p:txBody>
            <a:bodyPr wrap="square" lIns="0" tIns="0" rIns="0" bIns="0" rtlCol="0"/>
            <a:lstStyle/>
            <a:p/>
          </p:txBody>
        </p:sp>
        <p:sp>
          <p:nvSpPr>
            <p:cNvPr id="643" name="object 643"/>
            <p:cNvSpPr/>
            <p:nvPr/>
          </p:nvSpPr>
          <p:spPr>
            <a:xfrm>
              <a:off x="3561080" y="132334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941500"/>
            </a:solidFill>
          </p:spPr>
          <p:txBody>
            <a:bodyPr wrap="square" lIns="0" tIns="0" rIns="0" bIns="0" rtlCol="0"/>
            <a:lstStyle/>
            <a:p/>
          </p:txBody>
        </p:sp>
        <p:sp>
          <p:nvSpPr>
            <p:cNvPr id="644" name="object 644"/>
            <p:cNvSpPr/>
            <p:nvPr/>
          </p:nvSpPr>
          <p:spPr>
            <a:xfrm>
              <a:off x="3561080" y="1330960"/>
              <a:ext cx="95250" cy="7620"/>
            </a:xfrm>
            <a:custGeom>
              <a:avLst/>
              <a:gdLst/>
              <a:ahLst/>
              <a:cxnLst/>
              <a:rect l="l" t="t" r="r" b="b"/>
              <a:pathLst>
                <a:path w="95250" h="7619">
                  <a:moveTo>
                    <a:pt x="0" y="7619"/>
                  </a:moveTo>
                  <a:lnTo>
                    <a:pt x="0" y="0"/>
                  </a:lnTo>
                  <a:lnTo>
                    <a:pt x="95250" y="0"/>
                  </a:lnTo>
                  <a:lnTo>
                    <a:pt x="95250" y="7619"/>
                  </a:lnTo>
                  <a:lnTo>
                    <a:pt x="0" y="7619"/>
                  </a:lnTo>
                  <a:close/>
                </a:path>
              </a:pathLst>
            </a:custGeom>
            <a:solidFill>
              <a:srgbClr val="961400"/>
            </a:solidFill>
          </p:spPr>
          <p:txBody>
            <a:bodyPr wrap="square" lIns="0" tIns="0" rIns="0" bIns="0" rtlCol="0"/>
            <a:lstStyle/>
            <a:p/>
          </p:txBody>
        </p:sp>
        <p:sp>
          <p:nvSpPr>
            <p:cNvPr id="645" name="object 645"/>
            <p:cNvSpPr/>
            <p:nvPr/>
          </p:nvSpPr>
          <p:spPr>
            <a:xfrm>
              <a:off x="3561080" y="133858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981400"/>
            </a:solidFill>
          </p:spPr>
          <p:txBody>
            <a:bodyPr wrap="square" lIns="0" tIns="0" rIns="0" bIns="0" rtlCol="0"/>
            <a:lstStyle/>
            <a:p/>
          </p:txBody>
        </p:sp>
        <p:sp>
          <p:nvSpPr>
            <p:cNvPr id="646" name="object 646"/>
            <p:cNvSpPr/>
            <p:nvPr/>
          </p:nvSpPr>
          <p:spPr>
            <a:xfrm>
              <a:off x="3561080" y="134493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9B1300"/>
            </a:solidFill>
          </p:spPr>
          <p:txBody>
            <a:bodyPr wrap="square" lIns="0" tIns="0" rIns="0" bIns="0" rtlCol="0"/>
            <a:lstStyle/>
            <a:p/>
          </p:txBody>
        </p:sp>
        <p:sp>
          <p:nvSpPr>
            <p:cNvPr id="647" name="object 647"/>
            <p:cNvSpPr/>
            <p:nvPr/>
          </p:nvSpPr>
          <p:spPr>
            <a:xfrm>
              <a:off x="3561080" y="135255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9D1300"/>
            </a:solidFill>
          </p:spPr>
          <p:txBody>
            <a:bodyPr wrap="square" lIns="0" tIns="0" rIns="0" bIns="0" rtlCol="0"/>
            <a:lstStyle/>
            <a:p/>
          </p:txBody>
        </p:sp>
        <p:sp>
          <p:nvSpPr>
            <p:cNvPr id="648" name="object 648"/>
            <p:cNvSpPr/>
            <p:nvPr/>
          </p:nvSpPr>
          <p:spPr>
            <a:xfrm>
              <a:off x="3561080" y="1360170"/>
              <a:ext cx="95250" cy="6350"/>
            </a:xfrm>
            <a:custGeom>
              <a:avLst/>
              <a:gdLst/>
              <a:ahLst/>
              <a:cxnLst/>
              <a:rect l="l" t="t" r="r" b="b"/>
              <a:pathLst>
                <a:path w="95250" h="6350">
                  <a:moveTo>
                    <a:pt x="0" y="6350"/>
                  </a:moveTo>
                  <a:lnTo>
                    <a:pt x="0" y="0"/>
                  </a:lnTo>
                  <a:lnTo>
                    <a:pt x="95250" y="0"/>
                  </a:lnTo>
                  <a:lnTo>
                    <a:pt x="95250" y="6350"/>
                  </a:lnTo>
                  <a:lnTo>
                    <a:pt x="0" y="6350"/>
                  </a:lnTo>
                  <a:close/>
                </a:path>
              </a:pathLst>
            </a:custGeom>
            <a:solidFill>
              <a:srgbClr val="9F1200"/>
            </a:solidFill>
          </p:spPr>
          <p:txBody>
            <a:bodyPr wrap="square" lIns="0" tIns="0" rIns="0" bIns="0" rtlCol="0"/>
            <a:lstStyle/>
            <a:p/>
          </p:txBody>
        </p:sp>
        <p:sp>
          <p:nvSpPr>
            <p:cNvPr id="649" name="object 649"/>
            <p:cNvSpPr/>
            <p:nvPr/>
          </p:nvSpPr>
          <p:spPr>
            <a:xfrm>
              <a:off x="3561080" y="1366520"/>
              <a:ext cx="95250" cy="7620"/>
            </a:xfrm>
            <a:custGeom>
              <a:avLst/>
              <a:gdLst/>
              <a:ahLst/>
              <a:cxnLst/>
              <a:rect l="l" t="t" r="r" b="b"/>
              <a:pathLst>
                <a:path w="95250" h="7619">
                  <a:moveTo>
                    <a:pt x="95250" y="0"/>
                  </a:moveTo>
                  <a:lnTo>
                    <a:pt x="0" y="0"/>
                  </a:lnTo>
                  <a:lnTo>
                    <a:pt x="0" y="7619"/>
                  </a:lnTo>
                  <a:lnTo>
                    <a:pt x="95250" y="7619"/>
                  </a:lnTo>
                  <a:lnTo>
                    <a:pt x="95250" y="0"/>
                  </a:lnTo>
                  <a:close/>
                </a:path>
              </a:pathLst>
            </a:custGeom>
            <a:solidFill>
              <a:srgbClr val="A21200"/>
            </a:solidFill>
          </p:spPr>
          <p:txBody>
            <a:bodyPr wrap="square" lIns="0" tIns="0" rIns="0" bIns="0" rtlCol="0"/>
            <a:lstStyle/>
            <a:p/>
          </p:txBody>
        </p:sp>
      </p:grpSp>
      <p:sp>
        <p:nvSpPr>
          <p:cNvPr id="650" name="object 650"/>
          <p:cNvSpPr/>
          <p:nvPr/>
        </p:nvSpPr>
        <p:spPr>
          <a:xfrm>
            <a:off x="3856990" y="1369060"/>
            <a:ext cx="12700" cy="5080"/>
          </a:xfrm>
          <a:custGeom>
            <a:avLst/>
            <a:gdLst/>
            <a:ahLst/>
            <a:cxnLst/>
            <a:rect l="l" t="t" r="r" b="b"/>
            <a:pathLst>
              <a:path w="12700" h="5080">
                <a:moveTo>
                  <a:pt x="12700" y="0"/>
                </a:moveTo>
                <a:lnTo>
                  <a:pt x="0" y="0"/>
                </a:lnTo>
                <a:lnTo>
                  <a:pt x="0" y="5079"/>
                </a:lnTo>
                <a:lnTo>
                  <a:pt x="12700" y="5079"/>
                </a:lnTo>
                <a:lnTo>
                  <a:pt x="12700" y="0"/>
                </a:lnTo>
                <a:close/>
              </a:path>
            </a:pathLst>
          </a:custGeom>
          <a:solidFill>
            <a:srgbClr val="A21200"/>
          </a:solidFill>
        </p:spPr>
        <p:txBody>
          <a:bodyPr wrap="square" lIns="0" tIns="0" rIns="0" bIns="0" rtlCol="0"/>
          <a:lstStyle/>
          <a:p/>
        </p:txBody>
      </p:sp>
      <p:sp>
        <p:nvSpPr>
          <p:cNvPr id="651" name="object 651"/>
          <p:cNvSpPr/>
          <p:nvPr/>
        </p:nvSpPr>
        <p:spPr>
          <a:xfrm>
            <a:off x="3561079" y="1374139"/>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A41100"/>
          </a:solidFill>
        </p:spPr>
        <p:txBody>
          <a:bodyPr wrap="square" lIns="0" tIns="0" rIns="0" bIns="0" rtlCol="0"/>
          <a:lstStyle/>
          <a:p/>
        </p:txBody>
      </p:sp>
      <p:sp>
        <p:nvSpPr>
          <p:cNvPr id="652" name="object 652"/>
          <p:cNvSpPr/>
          <p:nvPr/>
        </p:nvSpPr>
        <p:spPr>
          <a:xfrm>
            <a:off x="3855720" y="1374139"/>
            <a:ext cx="13970" cy="7620"/>
          </a:xfrm>
          <a:custGeom>
            <a:avLst/>
            <a:gdLst/>
            <a:ahLst/>
            <a:cxnLst/>
            <a:rect l="l" t="t" r="r" b="b"/>
            <a:pathLst>
              <a:path w="13970" h="7619">
                <a:moveTo>
                  <a:pt x="13969" y="0"/>
                </a:moveTo>
                <a:lnTo>
                  <a:pt x="0" y="0"/>
                </a:lnTo>
                <a:lnTo>
                  <a:pt x="0" y="7620"/>
                </a:lnTo>
                <a:lnTo>
                  <a:pt x="13969" y="7620"/>
                </a:lnTo>
                <a:lnTo>
                  <a:pt x="13969" y="0"/>
                </a:lnTo>
                <a:close/>
              </a:path>
            </a:pathLst>
          </a:custGeom>
          <a:solidFill>
            <a:srgbClr val="A41100"/>
          </a:solidFill>
        </p:spPr>
        <p:txBody>
          <a:bodyPr wrap="square" lIns="0" tIns="0" rIns="0" bIns="0" rtlCol="0"/>
          <a:lstStyle/>
          <a:p/>
        </p:txBody>
      </p:sp>
      <p:sp>
        <p:nvSpPr>
          <p:cNvPr id="653" name="object 653"/>
          <p:cNvSpPr/>
          <p:nvPr/>
        </p:nvSpPr>
        <p:spPr>
          <a:xfrm>
            <a:off x="3561079" y="1381760"/>
            <a:ext cx="95250" cy="1270"/>
          </a:xfrm>
          <a:custGeom>
            <a:avLst/>
            <a:gdLst/>
            <a:ahLst/>
            <a:cxnLst/>
            <a:rect l="l" t="t" r="r" b="b"/>
            <a:pathLst>
              <a:path w="95250" h="1269">
                <a:moveTo>
                  <a:pt x="95250" y="0"/>
                </a:moveTo>
                <a:lnTo>
                  <a:pt x="0" y="0"/>
                </a:lnTo>
                <a:lnTo>
                  <a:pt x="0" y="1269"/>
                </a:lnTo>
                <a:lnTo>
                  <a:pt x="95250" y="1269"/>
                </a:lnTo>
                <a:lnTo>
                  <a:pt x="95250" y="0"/>
                </a:lnTo>
                <a:close/>
              </a:path>
            </a:pathLst>
          </a:custGeom>
          <a:solidFill>
            <a:srgbClr val="A61100"/>
          </a:solidFill>
        </p:spPr>
        <p:txBody>
          <a:bodyPr wrap="square" lIns="0" tIns="0" rIns="0" bIns="0" rtlCol="0"/>
          <a:lstStyle/>
          <a:p/>
        </p:txBody>
      </p:sp>
      <p:sp>
        <p:nvSpPr>
          <p:cNvPr id="654" name="object 654"/>
          <p:cNvSpPr/>
          <p:nvPr/>
        </p:nvSpPr>
        <p:spPr>
          <a:xfrm>
            <a:off x="3855720" y="1381760"/>
            <a:ext cx="13970" cy="1270"/>
          </a:xfrm>
          <a:custGeom>
            <a:avLst/>
            <a:gdLst/>
            <a:ahLst/>
            <a:cxnLst/>
            <a:rect l="l" t="t" r="r" b="b"/>
            <a:pathLst>
              <a:path w="13970" h="1269">
                <a:moveTo>
                  <a:pt x="13970" y="0"/>
                </a:moveTo>
                <a:lnTo>
                  <a:pt x="0" y="0"/>
                </a:lnTo>
                <a:lnTo>
                  <a:pt x="0" y="1269"/>
                </a:lnTo>
                <a:lnTo>
                  <a:pt x="13970" y="1269"/>
                </a:lnTo>
                <a:lnTo>
                  <a:pt x="13970" y="0"/>
                </a:lnTo>
                <a:close/>
              </a:path>
            </a:pathLst>
          </a:custGeom>
          <a:solidFill>
            <a:srgbClr val="A61100"/>
          </a:solidFill>
        </p:spPr>
        <p:txBody>
          <a:bodyPr wrap="square" lIns="0" tIns="0" rIns="0" bIns="0" rtlCol="0"/>
          <a:lstStyle/>
          <a:p/>
        </p:txBody>
      </p:sp>
      <p:sp>
        <p:nvSpPr>
          <p:cNvPr id="655" name="object 655"/>
          <p:cNvSpPr/>
          <p:nvPr/>
        </p:nvSpPr>
        <p:spPr>
          <a:xfrm>
            <a:off x="3561079" y="1383030"/>
            <a:ext cx="95250" cy="5080"/>
          </a:xfrm>
          <a:custGeom>
            <a:avLst/>
            <a:gdLst/>
            <a:ahLst/>
            <a:cxnLst/>
            <a:rect l="l" t="t" r="r" b="b"/>
            <a:pathLst>
              <a:path w="95250" h="5080">
                <a:moveTo>
                  <a:pt x="95250" y="0"/>
                </a:moveTo>
                <a:lnTo>
                  <a:pt x="0" y="0"/>
                </a:lnTo>
                <a:lnTo>
                  <a:pt x="0" y="5079"/>
                </a:lnTo>
                <a:lnTo>
                  <a:pt x="95250" y="5079"/>
                </a:lnTo>
                <a:lnTo>
                  <a:pt x="95250" y="0"/>
                </a:lnTo>
                <a:close/>
              </a:path>
            </a:pathLst>
          </a:custGeom>
          <a:solidFill>
            <a:srgbClr val="A61100"/>
          </a:solidFill>
        </p:spPr>
        <p:txBody>
          <a:bodyPr wrap="square" lIns="0" tIns="0" rIns="0" bIns="0" rtlCol="0"/>
          <a:lstStyle/>
          <a:p/>
        </p:txBody>
      </p:sp>
      <p:sp>
        <p:nvSpPr>
          <p:cNvPr id="656" name="object 656"/>
          <p:cNvSpPr/>
          <p:nvPr/>
        </p:nvSpPr>
        <p:spPr>
          <a:xfrm>
            <a:off x="3854450" y="1383030"/>
            <a:ext cx="15240" cy="5080"/>
          </a:xfrm>
          <a:custGeom>
            <a:avLst/>
            <a:gdLst/>
            <a:ahLst/>
            <a:cxnLst/>
            <a:rect l="l" t="t" r="r" b="b"/>
            <a:pathLst>
              <a:path w="15239" h="5080">
                <a:moveTo>
                  <a:pt x="15239" y="0"/>
                </a:moveTo>
                <a:lnTo>
                  <a:pt x="0" y="0"/>
                </a:lnTo>
                <a:lnTo>
                  <a:pt x="0" y="5079"/>
                </a:lnTo>
                <a:lnTo>
                  <a:pt x="15239" y="5079"/>
                </a:lnTo>
                <a:lnTo>
                  <a:pt x="15239" y="0"/>
                </a:lnTo>
                <a:close/>
              </a:path>
            </a:pathLst>
          </a:custGeom>
          <a:solidFill>
            <a:srgbClr val="A61100"/>
          </a:solidFill>
        </p:spPr>
        <p:txBody>
          <a:bodyPr wrap="square" lIns="0" tIns="0" rIns="0" bIns="0" rtlCol="0"/>
          <a:lstStyle/>
          <a:p/>
        </p:txBody>
      </p:sp>
      <p:sp>
        <p:nvSpPr>
          <p:cNvPr id="657" name="object 657"/>
          <p:cNvSpPr/>
          <p:nvPr/>
        </p:nvSpPr>
        <p:spPr>
          <a:xfrm>
            <a:off x="3561079" y="1388110"/>
            <a:ext cx="95250" cy="7620"/>
          </a:xfrm>
          <a:custGeom>
            <a:avLst/>
            <a:gdLst/>
            <a:ahLst/>
            <a:cxnLst/>
            <a:rect l="l" t="t" r="r" b="b"/>
            <a:pathLst>
              <a:path w="95250" h="7619">
                <a:moveTo>
                  <a:pt x="95250" y="0"/>
                </a:moveTo>
                <a:lnTo>
                  <a:pt x="0" y="0"/>
                </a:lnTo>
                <a:lnTo>
                  <a:pt x="0" y="7619"/>
                </a:lnTo>
                <a:lnTo>
                  <a:pt x="95250" y="7619"/>
                </a:lnTo>
                <a:lnTo>
                  <a:pt x="95250" y="0"/>
                </a:lnTo>
                <a:close/>
              </a:path>
            </a:pathLst>
          </a:custGeom>
          <a:solidFill>
            <a:srgbClr val="A91000"/>
          </a:solidFill>
        </p:spPr>
        <p:txBody>
          <a:bodyPr wrap="square" lIns="0" tIns="0" rIns="0" bIns="0" rtlCol="0"/>
          <a:lstStyle/>
          <a:p/>
        </p:txBody>
      </p:sp>
      <p:sp>
        <p:nvSpPr>
          <p:cNvPr id="658" name="object 658"/>
          <p:cNvSpPr/>
          <p:nvPr/>
        </p:nvSpPr>
        <p:spPr>
          <a:xfrm>
            <a:off x="3853180" y="1388109"/>
            <a:ext cx="16510" cy="7620"/>
          </a:xfrm>
          <a:custGeom>
            <a:avLst/>
            <a:gdLst/>
            <a:ahLst/>
            <a:cxnLst/>
            <a:rect l="l" t="t" r="r" b="b"/>
            <a:pathLst>
              <a:path w="16510" h="7619">
                <a:moveTo>
                  <a:pt x="16510" y="0"/>
                </a:moveTo>
                <a:lnTo>
                  <a:pt x="1270" y="0"/>
                </a:lnTo>
                <a:lnTo>
                  <a:pt x="1270" y="3810"/>
                </a:lnTo>
                <a:lnTo>
                  <a:pt x="0" y="3810"/>
                </a:lnTo>
                <a:lnTo>
                  <a:pt x="0" y="7620"/>
                </a:lnTo>
                <a:lnTo>
                  <a:pt x="16510" y="7620"/>
                </a:lnTo>
                <a:lnTo>
                  <a:pt x="16510" y="3810"/>
                </a:lnTo>
                <a:lnTo>
                  <a:pt x="16510" y="0"/>
                </a:lnTo>
                <a:close/>
              </a:path>
            </a:pathLst>
          </a:custGeom>
          <a:solidFill>
            <a:srgbClr val="A91000"/>
          </a:solidFill>
        </p:spPr>
        <p:txBody>
          <a:bodyPr wrap="square" lIns="0" tIns="0" rIns="0" bIns="0" rtlCol="0"/>
          <a:lstStyle/>
          <a:p/>
        </p:txBody>
      </p:sp>
      <p:sp>
        <p:nvSpPr>
          <p:cNvPr id="659" name="object 659"/>
          <p:cNvSpPr/>
          <p:nvPr/>
        </p:nvSpPr>
        <p:spPr>
          <a:xfrm>
            <a:off x="3561079" y="1395730"/>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AB1000"/>
          </a:solidFill>
        </p:spPr>
        <p:txBody>
          <a:bodyPr wrap="square" lIns="0" tIns="0" rIns="0" bIns="0" rtlCol="0"/>
          <a:lstStyle/>
          <a:p/>
        </p:txBody>
      </p:sp>
      <p:sp>
        <p:nvSpPr>
          <p:cNvPr id="660" name="object 660"/>
          <p:cNvSpPr/>
          <p:nvPr/>
        </p:nvSpPr>
        <p:spPr>
          <a:xfrm>
            <a:off x="3851910" y="1395729"/>
            <a:ext cx="17780" cy="7620"/>
          </a:xfrm>
          <a:custGeom>
            <a:avLst/>
            <a:gdLst/>
            <a:ahLst/>
            <a:cxnLst/>
            <a:rect l="l" t="t" r="r" b="b"/>
            <a:pathLst>
              <a:path w="17779" h="7619">
                <a:moveTo>
                  <a:pt x="17780" y="0"/>
                </a:moveTo>
                <a:lnTo>
                  <a:pt x="1270" y="0"/>
                </a:lnTo>
                <a:lnTo>
                  <a:pt x="1270" y="5080"/>
                </a:lnTo>
                <a:lnTo>
                  <a:pt x="0" y="5080"/>
                </a:lnTo>
                <a:lnTo>
                  <a:pt x="0" y="7620"/>
                </a:lnTo>
                <a:lnTo>
                  <a:pt x="17780" y="7620"/>
                </a:lnTo>
                <a:lnTo>
                  <a:pt x="17780" y="5080"/>
                </a:lnTo>
                <a:lnTo>
                  <a:pt x="17780" y="0"/>
                </a:lnTo>
                <a:close/>
              </a:path>
            </a:pathLst>
          </a:custGeom>
          <a:solidFill>
            <a:srgbClr val="AB1000"/>
          </a:solidFill>
        </p:spPr>
        <p:txBody>
          <a:bodyPr wrap="square" lIns="0" tIns="0" rIns="0" bIns="0" rtlCol="0"/>
          <a:lstStyle/>
          <a:p/>
        </p:txBody>
      </p:sp>
      <p:sp>
        <p:nvSpPr>
          <p:cNvPr id="661" name="object 661"/>
          <p:cNvSpPr/>
          <p:nvPr/>
        </p:nvSpPr>
        <p:spPr>
          <a:xfrm>
            <a:off x="3561079" y="1403350"/>
            <a:ext cx="95250" cy="6350"/>
          </a:xfrm>
          <a:custGeom>
            <a:avLst/>
            <a:gdLst/>
            <a:ahLst/>
            <a:cxnLst/>
            <a:rect l="l" t="t" r="r" b="b"/>
            <a:pathLst>
              <a:path w="95250" h="6350">
                <a:moveTo>
                  <a:pt x="95250" y="0"/>
                </a:moveTo>
                <a:lnTo>
                  <a:pt x="0" y="0"/>
                </a:lnTo>
                <a:lnTo>
                  <a:pt x="0" y="6350"/>
                </a:lnTo>
                <a:lnTo>
                  <a:pt x="95250" y="6350"/>
                </a:lnTo>
                <a:lnTo>
                  <a:pt x="95250" y="0"/>
                </a:lnTo>
                <a:close/>
              </a:path>
            </a:pathLst>
          </a:custGeom>
          <a:solidFill>
            <a:srgbClr val="AD1000"/>
          </a:solidFill>
        </p:spPr>
        <p:txBody>
          <a:bodyPr wrap="square" lIns="0" tIns="0" rIns="0" bIns="0" rtlCol="0"/>
          <a:lstStyle/>
          <a:p/>
        </p:txBody>
      </p:sp>
      <p:sp>
        <p:nvSpPr>
          <p:cNvPr id="662" name="object 662"/>
          <p:cNvSpPr/>
          <p:nvPr/>
        </p:nvSpPr>
        <p:spPr>
          <a:xfrm>
            <a:off x="3851910" y="1403349"/>
            <a:ext cx="17780" cy="6350"/>
          </a:xfrm>
          <a:custGeom>
            <a:avLst/>
            <a:gdLst/>
            <a:ahLst/>
            <a:cxnLst/>
            <a:rect l="l" t="t" r="r" b="b"/>
            <a:pathLst>
              <a:path w="17779" h="6350">
                <a:moveTo>
                  <a:pt x="17780" y="0"/>
                </a:moveTo>
                <a:lnTo>
                  <a:pt x="0" y="0"/>
                </a:lnTo>
                <a:lnTo>
                  <a:pt x="0" y="1270"/>
                </a:lnTo>
                <a:lnTo>
                  <a:pt x="0" y="6350"/>
                </a:lnTo>
                <a:lnTo>
                  <a:pt x="16510" y="6350"/>
                </a:lnTo>
                <a:lnTo>
                  <a:pt x="16510" y="1270"/>
                </a:lnTo>
                <a:lnTo>
                  <a:pt x="17780" y="1270"/>
                </a:lnTo>
                <a:lnTo>
                  <a:pt x="17780" y="0"/>
                </a:lnTo>
                <a:close/>
              </a:path>
            </a:pathLst>
          </a:custGeom>
          <a:solidFill>
            <a:srgbClr val="AD1000"/>
          </a:solidFill>
        </p:spPr>
        <p:txBody>
          <a:bodyPr wrap="square" lIns="0" tIns="0" rIns="0" bIns="0" rtlCol="0"/>
          <a:lstStyle/>
          <a:p/>
        </p:txBody>
      </p:sp>
      <p:sp>
        <p:nvSpPr>
          <p:cNvPr id="663" name="object 663"/>
          <p:cNvSpPr/>
          <p:nvPr/>
        </p:nvSpPr>
        <p:spPr>
          <a:xfrm>
            <a:off x="3561079" y="1409700"/>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AF0F00"/>
          </a:solidFill>
        </p:spPr>
        <p:txBody>
          <a:bodyPr wrap="square" lIns="0" tIns="0" rIns="0" bIns="0" rtlCol="0"/>
          <a:lstStyle/>
          <a:p/>
        </p:txBody>
      </p:sp>
      <p:sp>
        <p:nvSpPr>
          <p:cNvPr id="664" name="object 664"/>
          <p:cNvSpPr/>
          <p:nvPr/>
        </p:nvSpPr>
        <p:spPr>
          <a:xfrm>
            <a:off x="3850640" y="1409700"/>
            <a:ext cx="17780" cy="7620"/>
          </a:xfrm>
          <a:custGeom>
            <a:avLst/>
            <a:gdLst/>
            <a:ahLst/>
            <a:cxnLst/>
            <a:rect l="l" t="t" r="r" b="b"/>
            <a:pathLst>
              <a:path w="17779" h="7619">
                <a:moveTo>
                  <a:pt x="17780" y="0"/>
                </a:moveTo>
                <a:lnTo>
                  <a:pt x="0" y="0"/>
                </a:lnTo>
                <a:lnTo>
                  <a:pt x="0" y="7620"/>
                </a:lnTo>
                <a:lnTo>
                  <a:pt x="17780" y="7620"/>
                </a:lnTo>
                <a:lnTo>
                  <a:pt x="17780" y="0"/>
                </a:lnTo>
                <a:close/>
              </a:path>
            </a:pathLst>
          </a:custGeom>
          <a:solidFill>
            <a:srgbClr val="AF0F00"/>
          </a:solidFill>
        </p:spPr>
        <p:txBody>
          <a:bodyPr wrap="square" lIns="0" tIns="0" rIns="0" bIns="0" rtlCol="0"/>
          <a:lstStyle/>
          <a:p/>
        </p:txBody>
      </p:sp>
      <p:sp>
        <p:nvSpPr>
          <p:cNvPr id="665" name="object 665"/>
          <p:cNvSpPr/>
          <p:nvPr/>
        </p:nvSpPr>
        <p:spPr>
          <a:xfrm>
            <a:off x="3561079" y="1417319"/>
            <a:ext cx="95250" cy="7620"/>
          </a:xfrm>
          <a:custGeom>
            <a:avLst/>
            <a:gdLst/>
            <a:ahLst/>
            <a:cxnLst/>
            <a:rect l="l" t="t" r="r" b="b"/>
            <a:pathLst>
              <a:path w="95250" h="7619">
                <a:moveTo>
                  <a:pt x="95250" y="0"/>
                </a:moveTo>
                <a:lnTo>
                  <a:pt x="0" y="0"/>
                </a:lnTo>
                <a:lnTo>
                  <a:pt x="0" y="7619"/>
                </a:lnTo>
                <a:lnTo>
                  <a:pt x="95250" y="7619"/>
                </a:lnTo>
                <a:lnTo>
                  <a:pt x="95250" y="0"/>
                </a:lnTo>
                <a:close/>
              </a:path>
            </a:pathLst>
          </a:custGeom>
          <a:solidFill>
            <a:srgbClr val="B20F00"/>
          </a:solidFill>
        </p:spPr>
        <p:txBody>
          <a:bodyPr wrap="square" lIns="0" tIns="0" rIns="0" bIns="0" rtlCol="0"/>
          <a:lstStyle/>
          <a:p/>
        </p:txBody>
      </p:sp>
      <p:sp>
        <p:nvSpPr>
          <p:cNvPr id="666" name="object 666"/>
          <p:cNvSpPr/>
          <p:nvPr/>
        </p:nvSpPr>
        <p:spPr>
          <a:xfrm>
            <a:off x="3848100" y="1417319"/>
            <a:ext cx="20320" cy="7620"/>
          </a:xfrm>
          <a:custGeom>
            <a:avLst/>
            <a:gdLst/>
            <a:ahLst/>
            <a:cxnLst/>
            <a:rect l="l" t="t" r="r" b="b"/>
            <a:pathLst>
              <a:path w="20320" h="7619">
                <a:moveTo>
                  <a:pt x="20320" y="0"/>
                </a:moveTo>
                <a:lnTo>
                  <a:pt x="1270" y="0"/>
                </a:lnTo>
                <a:lnTo>
                  <a:pt x="1270" y="6350"/>
                </a:lnTo>
                <a:lnTo>
                  <a:pt x="0" y="6350"/>
                </a:lnTo>
                <a:lnTo>
                  <a:pt x="0" y="7620"/>
                </a:lnTo>
                <a:lnTo>
                  <a:pt x="20320" y="7620"/>
                </a:lnTo>
                <a:lnTo>
                  <a:pt x="20320" y="6350"/>
                </a:lnTo>
                <a:lnTo>
                  <a:pt x="20320" y="0"/>
                </a:lnTo>
                <a:close/>
              </a:path>
            </a:pathLst>
          </a:custGeom>
          <a:solidFill>
            <a:srgbClr val="B20F00"/>
          </a:solidFill>
        </p:spPr>
        <p:txBody>
          <a:bodyPr wrap="square" lIns="0" tIns="0" rIns="0" bIns="0" rtlCol="0"/>
          <a:lstStyle/>
          <a:p/>
        </p:txBody>
      </p:sp>
      <p:sp>
        <p:nvSpPr>
          <p:cNvPr id="667" name="object 667"/>
          <p:cNvSpPr/>
          <p:nvPr/>
        </p:nvSpPr>
        <p:spPr>
          <a:xfrm>
            <a:off x="3561079" y="1424939"/>
            <a:ext cx="95250" cy="2540"/>
          </a:xfrm>
          <a:custGeom>
            <a:avLst/>
            <a:gdLst/>
            <a:ahLst/>
            <a:cxnLst/>
            <a:rect l="l" t="t" r="r" b="b"/>
            <a:pathLst>
              <a:path w="95250" h="2540">
                <a:moveTo>
                  <a:pt x="95250" y="0"/>
                </a:moveTo>
                <a:lnTo>
                  <a:pt x="0" y="0"/>
                </a:lnTo>
                <a:lnTo>
                  <a:pt x="0" y="2539"/>
                </a:lnTo>
                <a:lnTo>
                  <a:pt x="95250" y="2539"/>
                </a:lnTo>
                <a:lnTo>
                  <a:pt x="95250" y="0"/>
                </a:lnTo>
                <a:close/>
              </a:path>
            </a:pathLst>
          </a:custGeom>
          <a:solidFill>
            <a:srgbClr val="B40E00"/>
          </a:solidFill>
        </p:spPr>
        <p:txBody>
          <a:bodyPr wrap="square" lIns="0" tIns="0" rIns="0" bIns="0" rtlCol="0"/>
          <a:lstStyle/>
          <a:p/>
        </p:txBody>
      </p:sp>
      <p:sp>
        <p:nvSpPr>
          <p:cNvPr id="668" name="object 668"/>
          <p:cNvSpPr/>
          <p:nvPr/>
        </p:nvSpPr>
        <p:spPr>
          <a:xfrm>
            <a:off x="3848100" y="1424939"/>
            <a:ext cx="20320" cy="2540"/>
          </a:xfrm>
          <a:custGeom>
            <a:avLst/>
            <a:gdLst/>
            <a:ahLst/>
            <a:cxnLst/>
            <a:rect l="l" t="t" r="r" b="b"/>
            <a:pathLst>
              <a:path w="20320" h="2540">
                <a:moveTo>
                  <a:pt x="20320" y="0"/>
                </a:moveTo>
                <a:lnTo>
                  <a:pt x="0" y="0"/>
                </a:lnTo>
                <a:lnTo>
                  <a:pt x="0" y="2539"/>
                </a:lnTo>
                <a:lnTo>
                  <a:pt x="20320" y="2539"/>
                </a:lnTo>
                <a:lnTo>
                  <a:pt x="20320" y="0"/>
                </a:lnTo>
                <a:close/>
              </a:path>
            </a:pathLst>
          </a:custGeom>
          <a:solidFill>
            <a:srgbClr val="B40E00"/>
          </a:solidFill>
        </p:spPr>
        <p:txBody>
          <a:bodyPr wrap="square" lIns="0" tIns="0" rIns="0" bIns="0" rtlCol="0"/>
          <a:lstStyle/>
          <a:p/>
        </p:txBody>
      </p:sp>
      <p:sp>
        <p:nvSpPr>
          <p:cNvPr id="669" name="object 669"/>
          <p:cNvSpPr/>
          <p:nvPr/>
        </p:nvSpPr>
        <p:spPr>
          <a:xfrm>
            <a:off x="3561079" y="1427480"/>
            <a:ext cx="95250" cy="3810"/>
          </a:xfrm>
          <a:custGeom>
            <a:avLst/>
            <a:gdLst/>
            <a:ahLst/>
            <a:cxnLst/>
            <a:rect l="l" t="t" r="r" b="b"/>
            <a:pathLst>
              <a:path w="95250" h="3809">
                <a:moveTo>
                  <a:pt x="95250" y="0"/>
                </a:moveTo>
                <a:lnTo>
                  <a:pt x="0" y="0"/>
                </a:lnTo>
                <a:lnTo>
                  <a:pt x="0" y="3809"/>
                </a:lnTo>
                <a:lnTo>
                  <a:pt x="95250" y="3809"/>
                </a:lnTo>
                <a:lnTo>
                  <a:pt x="95250" y="0"/>
                </a:lnTo>
                <a:close/>
              </a:path>
            </a:pathLst>
          </a:custGeom>
          <a:solidFill>
            <a:srgbClr val="B40E00"/>
          </a:solidFill>
        </p:spPr>
        <p:txBody>
          <a:bodyPr wrap="square" lIns="0" tIns="0" rIns="0" bIns="0" rtlCol="0"/>
          <a:lstStyle/>
          <a:p/>
        </p:txBody>
      </p:sp>
      <p:sp>
        <p:nvSpPr>
          <p:cNvPr id="670" name="object 670"/>
          <p:cNvSpPr/>
          <p:nvPr/>
        </p:nvSpPr>
        <p:spPr>
          <a:xfrm>
            <a:off x="3846830" y="1427479"/>
            <a:ext cx="20320" cy="3810"/>
          </a:xfrm>
          <a:custGeom>
            <a:avLst/>
            <a:gdLst/>
            <a:ahLst/>
            <a:cxnLst/>
            <a:rect l="l" t="t" r="r" b="b"/>
            <a:pathLst>
              <a:path w="20320" h="3809">
                <a:moveTo>
                  <a:pt x="20320" y="0"/>
                </a:moveTo>
                <a:lnTo>
                  <a:pt x="1270" y="0"/>
                </a:lnTo>
                <a:lnTo>
                  <a:pt x="1270" y="2540"/>
                </a:lnTo>
                <a:lnTo>
                  <a:pt x="0" y="2540"/>
                </a:lnTo>
                <a:lnTo>
                  <a:pt x="0" y="3810"/>
                </a:lnTo>
                <a:lnTo>
                  <a:pt x="20320" y="3810"/>
                </a:lnTo>
                <a:lnTo>
                  <a:pt x="20320" y="2540"/>
                </a:lnTo>
                <a:lnTo>
                  <a:pt x="20320" y="0"/>
                </a:lnTo>
                <a:close/>
              </a:path>
            </a:pathLst>
          </a:custGeom>
          <a:solidFill>
            <a:srgbClr val="B40E00"/>
          </a:solidFill>
        </p:spPr>
        <p:txBody>
          <a:bodyPr wrap="square" lIns="0" tIns="0" rIns="0" bIns="0" rtlCol="0"/>
          <a:lstStyle/>
          <a:p/>
        </p:txBody>
      </p:sp>
      <p:sp>
        <p:nvSpPr>
          <p:cNvPr id="671" name="object 671"/>
          <p:cNvSpPr/>
          <p:nvPr/>
        </p:nvSpPr>
        <p:spPr>
          <a:xfrm>
            <a:off x="3561079" y="1431289"/>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B60E00"/>
          </a:solidFill>
        </p:spPr>
        <p:txBody>
          <a:bodyPr wrap="square" lIns="0" tIns="0" rIns="0" bIns="0" rtlCol="0"/>
          <a:lstStyle/>
          <a:p/>
        </p:txBody>
      </p:sp>
      <p:sp>
        <p:nvSpPr>
          <p:cNvPr id="672" name="object 672"/>
          <p:cNvSpPr/>
          <p:nvPr/>
        </p:nvSpPr>
        <p:spPr>
          <a:xfrm>
            <a:off x="3845560" y="1431289"/>
            <a:ext cx="21590" cy="7620"/>
          </a:xfrm>
          <a:custGeom>
            <a:avLst/>
            <a:gdLst/>
            <a:ahLst/>
            <a:cxnLst/>
            <a:rect l="l" t="t" r="r" b="b"/>
            <a:pathLst>
              <a:path w="21589" h="7619">
                <a:moveTo>
                  <a:pt x="21590" y="0"/>
                </a:moveTo>
                <a:lnTo>
                  <a:pt x="1270" y="0"/>
                </a:lnTo>
                <a:lnTo>
                  <a:pt x="1270" y="5080"/>
                </a:lnTo>
                <a:lnTo>
                  <a:pt x="0" y="5080"/>
                </a:lnTo>
                <a:lnTo>
                  <a:pt x="0" y="7620"/>
                </a:lnTo>
                <a:lnTo>
                  <a:pt x="21590" y="7620"/>
                </a:lnTo>
                <a:lnTo>
                  <a:pt x="21590" y="5080"/>
                </a:lnTo>
                <a:lnTo>
                  <a:pt x="21590" y="0"/>
                </a:lnTo>
                <a:close/>
              </a:path>
            </a:pathLst>
          </a:custGeom>
          <a:solidFill>
            <a:srgbClr val="B60E00"/>
          </a:solidFill>
        </p:spPr>
        <p:txBody>
          <a:bodyPr wrap="square" lIns="0" tIns="0" rIns="0" bIns="0" rtlCol="0"/>
          <a:lstStyle/>
          <a:p/>
        </p:txBody>
      </p:sp>
      <p:sp>
        <p:nvSpPr>
          <p:cNvPr id="673" name="object 673"/>
          <p:cNvSpPr/>
          <p:nvPr/>
        </p:nvSpPr>
        <p:spPr>
          <a:xfrm>
            <a:off x="3561079" y="1438910"/>
            <a:ext cx="95250" cy="7620"/>
          </a:xfrm>
          <a:custGeom>
            <a:avLst/>
            <a:gdLst/>
            <a:ahLst/>
            <a:cxnLst/>
            <a:rect l="l" t="t" r="r" b="b"/>
            <a:pathLst>
              <a:path w="95250" h="7619">
                <a:moveTo>
                  <a:pt x="95250" y="0"/>
                </a:moveTo>
                <a:lnTo>
                  <a:pt x="0" y="0"/>
                </a:lnTo>
                <a:lnTo>
                  <a:pt x="0" y="7619"/>
                </a:lnTo>
                <a:lnTo>
                  <a:pt x="95250" y="7619"/>
                </a:lnTo>
                <a:lnTo>
                  <a:pt x="95250" y="0"/>
                </a:lnTo>
                <a:close/>
              </a:path>
            </a:pathLst>
          </a:custGeom>
          <a:solidFill>
            <a:srgbClr val="B90D00"/>
          </a:solidFill>
        </p:spPr>
        <p:txBody>
          <a:bodyPr wrap="square" lIns="0" tIns="0" rIns="0" bIns="0" rtlCol="0"/>
          <a:lstStyle/>
          <a:p/>
        </p:txBody>
      </p:sp>
      <p:sp>
        <p:nvSpPr>
          <p:cNvPr id="674" name="object 674"/>
          <p:cNvSpPr/>
          <p:nvPr/>
        </p:nvSpPr>
        <p:spPr>
          <a:xfrm>
            <a:off x="3844290" y="1438909"/>
            <a:ext cx="22860" cy="7620"/>
          </a:xfrm>
          <a:custGeom>
            <a:avLst/>
            <a:gdLst/>
            <a:ahLst/>
            <a:cxnLst/>
            <a:rect l="l" t="t" r="r" b="b"/>
            <a:pathLst>
              <a:path w="22860" h="7619">
                <a:moveTo>
                  <a:pt x="22860" y="0"/>
                </a:moveTo>
                <a:lnTo>
                  <a:pt x="1270" y="0"/>
                </a:lnTo>
                <a:lnTo>
                  <a:pt x="1270" y="3810"/>
                </a:lnTo>
                <a:lnTo>
                  <a:pt x="0" y="3810"/>
                </a:lnTo>
                <a:lnTo>
                  <a:pt x="0" y="7620"/>
                </a:lnTo>
                <a:lnTo>
                  <a:pt x="22860" y="7620"/>
                </a:lnTo>
                <a:lnTo>
                  <a:pt x="22860" y="3810"/>
                </a:lnTo>
                <a:lnTo>
                  <a:pt x="22860" y="0"/>
                </a:lnTo>
                <a:close/>
              </a:path>
            </a:pathLst>
          </a:custGeom>
          <a:solidFill>
            <a:srgbClr val="B90D00"/>
          </a:solidFill>
        </p:spPr>
        <p:txBody>
          <a:bodyPr wrap="square" lIns="0" tIns="0" rIns="0" bIns="0" rtlCol="0"/>
          <a:lstStyle/>
          <a:p/>
        </p:txBody>
      </p:sp>
      <p:sp>
        <p:nvSpPr>
          <p:cNvPr id="675" name="object 675"/>
          <p:cNvSpPr/>
          <p:nvPr/>
        </p:nvSpPr>
        <p:spPr>
          <a:xfrm>
            <a:off x="3561079" y="1446530"/>
            <a:ext cx="95250" cy="3810"/>
          </a:xfrm>
          <a:custGeom>
            <a:avLst/>
            <a:gdLst/>
            <a:ahLst/>
            <a:cxnLst/>
            <a:rect l="l" t="t" r="r" b="b"/>
            <a:pathLst>
              <a:path w="95250" h="3809">
                <a:moveTo>
                  <a:pt x="95250" y="0"/>
                </a:moveTo>
                <a:lnTo>
                  <a:pt x="0" y="0"/>
                </a:lnTo>
                <a:lnTo>
                  <a:pt x="0" y="3810"/>
                </a:lnTo>
                <a:lnTo>
                  <a:pt x="95250" y="3810"/>
                </a:lnTo>
                <a:lnTo>
                  <a:pt x="95250" y="0"/>
                </a:lnTo>
                <a:close/>
              </a:path>
            </a:pathLst>
          </a:custGeom>
          <a:solidFill>
            <a:srgbClr val="BB0D00"/>
          </a:solidFill>
        </p:spPr>
        <p:txBody>
          <a:bodyPr wrap="square" lIns="0" tIns="0" rIns="0" bIns="0" rtlCol="0"/>
          <a:lstStyle/>
          <a:p/>
        </p:txBody>
      </p:sp>
      <p:sp>
        <p:nvSpPr>
          <p:cNvPr id="676" name="object 676"/>
          <p:cNvSpPr/>
          <p:nvPr/>
        </p:nvSpPr>
        <p:spPr>
          <a:xfrm>
            <a:off x="3843020" y="1446529"/>
            <a:ext cx="24130" cy="3810"/>
          </a:xfrm>
          <a:custGeom>
            <a:avLst/>
            <a:gdLst/>
            <a:ahLst/>
            <a:cxnLst/>
            <a:rect l="l" t="t" r="r" b="b"/>
            <a:pathLst>
              <a:path w="24129" h="3809">
                <a:moveTo>
                  <a:pt x="24130" y="0"/>
                </a:moveTo>
                <a:lnTo>
                  <a:pt x="1270" y="0"/>
                </a:lnTo>
                <a:lnTo>
                  <a:pt x="1270" y="2540"/>
                </a:lnTo>
                <a:lnTo>
                  <a:pt x="0" y="2540"/>
                </a:lnTo>
                <a:lnTo>
                  <a:pt x="0" y="3810"/>
                </a:lnTo>
                <a:lnTo>
                  <a:pt x="24130" y="3810"/>
                </a:lnTo>
                <a:lnTo>
                  <a:pt x="24130" y="2540"/>
                </a:lnTo>
                <a:lnTo>
                  <a:pt x="24130" y="0"/>
                </a:lnTo>
                <a:close/>
              </a:path>
            </a:pathLst>
          </a:custGeom>
          <a:solidFill>
            <a:srgbClr val="BB0D00"/>
          </a:solidFill>
        </p:spPr>
        <p:txBody>
          <a:bodyPr wrap="square" lIns="0" tIns="0" rIns="0" bIns="0" rtlCol="0"/>
          <a:lstStyle/>
          <a:p/>
        </p:txBody>
      </p:sp>
      <p:sp>
        <p:nvSpPr>
          <p:cNvPr id="677" name="object 677"/>
          <p:cNvSpPr/>
          <p:nvPr/>
        </p:nvSpPr>
        <p:spPr>
          <a:xfrm>
            <a:off x="3561079" y="1450339"/>
            <a:ext cx="95250" cy="2540"/>
          </a:xfrm>
          <a:custGeom>
            <a:avLst/>
            <a:gdLst/>
            <a:ahLst/>
            <a:cxnLst/>
            <a:rect l="l" t="t" r="r" b="b"/>
            <a:pathLst>
              <a:path w="95250" h="2540">
                <a:moveTo>
                  <a:pt x="95250" y="0"/>
                </a:moveTo>
                <a:lnTo>
                  <a:pt x="0" y="0"/>
                </a:lnTo>
                <a:lnTo>
                  <a:pt x="0" y="2539"/>
                </a:lnTo>
                <a:lnTo>
                  <a:pt x="95250" y="2539"/>
                </a:lnTo>
                <a:lnTo>
                  <a:pt x="95250" y="0"/>
                </a:lnTo>
                <a:close/>
              </a:path>
            </a:pathLst>
          </a:custGeom>
          <a:solidFill>
            <a:srgbClr val="BB0D00"/>
          </a:solidFill>
        </p:spPr>
        <p:txBody>
          <a:bodyPr wrap="square" lIns="0" tIns="0" rIns="0" bIns="0" rtlCol="0"/>
          <a:lstStyle/>
          <a:p/>
        </p:txBody>
      </p:sp>
      <p:sp>
        <p:nvSpPr>
          <p:cNvPr id="678" name="object 678"/>
          <p:cNvSpPr/>
          <p:nvPr/>
        </p:nvSpPr>
        <p:spPr>
          <a:xfrm>
            <a:off x="3843020" y="1450339"/>
            <a:ext cx="22860" cy="2540"/>
          </a:xfrm>
          <a:custGeom>
            <a:avLst/>
            <a:gdLst/>
            <a:ahLst/>
            <a:cxnLst/>
            <a:rect l="l" t="t" r="r" b="b"/>
            <a:pathLst>
              <a:path w="22860" h="2540">
                <a:moveTo>
                  <a:pt x="22860" y="0"/>
                </a:moveTo>
                <a:lnTo>
                  <a:pt x="0" y="0"/>
                </a:lnTo>
                <a:lnTo>
                  <a:pt x="0" y="2539"/>
                </a:lnTo>
                <a:lnTo>
                  <a:pt x="22860" y="2539"/>
                </a:lnTo>
                <a:lnTo>
                  <a:pt x="22860" y="0"/>
                </a:lnTo>
                <a:close/>
              </a:path>
            </a:pathLst>
          </a:custGeom>
          <a:solidFill>
            <a:srgbClr val="BB0D00"/>
          </a:solidFill>
        </p:spPr>
        <p:txBody>
          <a:bodyPr wrap="square" lIns="0" tIns="0" rIns="0" bIns="0" rtlCol="0"/>
          <a:lstStyle/>
          <a:p/>
        </p:txBody>
      </p:sp>
      <p:sp>
        <p:nvSpPr>
          <p:cNvPr id="679" name="object 679"/>
          <p:cNvSpPr/>
          <p:nvPr/>
        </p:nvSpPr>
        <p:spPr>
          <a:xfrm>
            <a:off x="3561079" y="1452880"/>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BD0C00"/>
          </a:solidFill>
        </p:spPr>
        <p:txBody>
          <a:bodyPr wrap="square" lIns="0" tIns="0" rIns="0" bIns="0" rtlCol="0"/>
          <a:lstStyle/>
          <a:p/>
        </p:txBody>
      </p:sp>
      <p:sp>
        <p:nvSpPr>
          <p:cNvPr id="680" name="object 680"/>
          <p:cNvSpPr/>
          <p:nvPr/>
        </p:nvSpPr>
        <p:spPr>
          <a:xfrm>
            <a:off x="3841750" y="1452879"/>
            <a:ext cx="24130" cy="7620"/>
          </a:xfrm>
          <a:custGeom>
            <a:avLst/>
            <a:gdLst/>
            <a:ahLst/>
            <a:cxnLst/>
            <a:rect l="l" t="t" r="r" b="b"/>
            <a:pathLst>
              <a:path w="24129" h="7619">
                <a:moveTo>
                  <a:pt x="24130" y="0"/>
                </a:moveTo>
                <a:lnTo>
                  <a:pt x="1270" y="0"/>
                </a:lnTo>
                <a:lnTo>
                  <a:pt x="1270" y="2540"/>
                </a:lnTo>
                <a:lnTo>
                  <a:pt x="0" y="2540"/>
                </a:lnTo>
                <a:lnTo>
                  <a:pt x="0" y="7620"/>
                </a:lnTo>
                <a:lnTo>
                  <a:pt x="24130" y="7620"/>
                </a:lnTo>
                <a:lnTo>
                  <a:pt x="24130" y="2540"/>
                </a:lnTo>
                <a:lnTo>
                  <a:pt x="24130" y="0"/>
                </a:lnTo>
                <a:close/>
              </a:path>
            </a:pathLst>
          </a:custGeom>
          <a:solidFill>
            <a:srgbClr val="BD0C00"/>
          </a:solidFill>
        </p:spPr>
        <p:txBody>
          <a:bodyPr wrap="square" lIns="0" tIns="0" rIns="0" bIns="0" rtlCol="0"/>
          <a:lstStyle/>
          <a:p/>
        </p:txBody>
      </p:sp>
      <p:sp>
        <p:nvSpPr>
          <p:cNvPr id="681" name="object 681"/>
          <p:cNvSpPr/>
          <p:nvPr/>
        </p:nvSpPr>
        <p:spPr>
          <a:xfrm>
            <a:off x="3561079" y="1460500"/>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BF0C00"/>
          </a:solidFill>
        </p:spPr>
        <p:txBody>
          <a:bodyPr wrap="square" lIns="0" tIns="0" rIns="0" bIns="0" rtlCol="0"/>
          <a:lstStyle/>
          <a:p/>
        </p:txBody>
      </p:sp>
      <p:sp>
        <p:nvSpPr>
          <p:cNvPr id="682" name="object 682"/>
          <p:cNvSpPr/>
          <p:nvPr/>
        </p:nvSpPr>
        <p:spPr>
          <a:xfrm>
            <a:off x="3839210" y="1460499"/>
            <a:ext cx="26670" cy="7620"/>
          </a:xfrm>
          <a:custGeom>
            <a:avLst/>
            <a:gdLst/>
            <a:ahLst/>
            <a:cxnLst/>
            <a:rect l="l" t="t" r="r" b="b"/>
            <a:pathLst>
              <a:path w="26670" h="7619">
                <a:moveTo>
                  <a:pt x="26670" y="0"/>
                </a:moveTo>
                <a:lnTo>
                  <a:pt x="1270" y="0"/>
                </a:lnTo>
                <a:lnTo>
                  <a:pt x="1270" y="5080"/>
                </a:lnTo>
                <a:lnTo>
                  <a:pt x="0" y="5080"/>
                </a:lnTo>
                <a:lnTo>
                  <a:pt x="0" y="7620"/>
                </a:lnTo>
                <a:lnTo>
                  <a:pt x="26670" y="7620"/>
                </a:lnTo>
                <a:lnTo>
                  <a:pt x="26670" y="5080"/>
                </a:lnTo>
                <a:lnTo>
                  <a:pt x="26670" y="0"/>
                </a:lnTo>
                <a:close/>
              </a:path>
            </a:pathLst>
          </a:custGeom>
          <a:solidFill>
            <a:srgbClr val="BF0C00"/>
          </a:solidFill>
        </p:spPr>
        <p:txBody>
          <a:bodyPr wrap="square" lIns="0" tIns="0" rIns="0" bIns="0" rtlCol="0"/>
          <a:lstStyle/>
          <a:p/>
        </p:txBody>
      </p:sp>
      <p:sp>
        <p:nvSpPr>
          <p:cNvPr id="683" name="object 683"/>
          <p:cNvSpPr/>
          <p:nvPr/>
        </p:nvSpPr>
        <p:spPr>
          <a:xfrm>
            <a:off x="3561079" y="1468119"/>
            <a:ext cx="95250" cy="6350"/>
          </a:xfrm>
          <a:custGeom>
            <a:avLst/>
            <a:gdLst/>
            <a:ahLst/>
            <a:cxnLst/>
            <a:rect l="l" t="t" r="r" b="b"/>
            <a:pathLst>
              <a:path w="95250" h="6350">
                <a:moveTo>
                  <a:pt x="95250" y="0"/>
                </a:moveTo>
                <a:lnTo>
                  <a:pt x="0" y="0"/>
                </a:lnTo>
                <a:lnTo>
                  <a:pt x="0" y="6350"/>
                </a:lnTo>
                <a:lnTo>
                  <a:pt x="95250" y="6350"/>
                </a:lnTo>
                <a:lnTo>
                  <a:pt x="95250" y="0"/>
                </a:lnTo>
                <a:close/>
              </a:path>
            </a:pathLst>
          </a:custGeom>
          <a:solidFill>
            <a:srgbClr val="C20B00"/>
          </a:solidFill>
        </p:spPr>
        <p:txBody>
          <a:bodyPr wrap="square" lIns="0" tIns="0" rIns="0" bIns="0" rtlCol="0"/>
          <a:lstStyle/>
          <a:p/>
        </p:txBody>
      </p:sp>
      <p:sp>
        <p:nvSpPr>
          <p:cNvPr id="684" name="object 684"/>
          <p:cNvSpPr/>
          <p:nvPr/>
        </p:nvSpPr>
        <p:spPr>
          <a:xfrm>
            <a:off x="3837940" y="1468119"/>
            <a:ext cx="27940" cy="6350"/>
          </a:xfrm>
          <a:custGeom>
            <a:avLst/>
            <a:gdLst/>
            <a:ahLst/>
            <a:cxnLst/>
            <a:rect l="l" t="t" r="r" b="b"/>
            <a:pathLst>
              <a:path w="27939" h="6350">
                <a:moveTo>
                  <a:pt x="27940" y="0"/>
                </a:moveTo>
                <a:lnTo>
                  <a:pt x="1270" y="0"/>
                </a:lnTo>
                <a:lnTo>
                  <a:pt x="1270" y="5080"/>
                </a:lnTo>
                <a:lnTo>
                  <a:pt x="0" y="5080"/>
                </a:lnTo>
                <a:lnTo>
                  <a:pt x="0" y="6350"/>
                </a:lnTo>
                <a:lnTo>
                  <a:pt x="27940" y="6350"/>
                </a:lnTo>
                <a:lnTo>
                  <a:pt x="27940" y="5080"/>
                </a:lnTo>
                <a:lnTo>
                  <a:pt x="27940" y="0"/>
                </a:lnTo>
                <a:close/>
              </a:path>
            </a:pathLst>
          </a:custGeom>
          <a:solidFill>
            <a:srgbClr val="C20B00"/>
          </a:solidFill>
        </p:spPr>
        <p:txBody>
          <a:bodyPr wrap="square" lIns="0" tIns="0" rIns="0" bIns="0" rtlCol="0"/>
          <a:lstStyle/>
          <a:p/>
        </p:txBody>
      </p:sp>
      <p:sp>
        <p:nvSpPr>
          <p:cNvPr id="685" name="object 685"/>
          <p:cNvSpPr/>
          <p:nvPr/>
        </p:nvSpPr>
        <p:spPr>
          <a:xfrm>
            <a:off x="3561079" y="1474469"/>
            <a:ext cx="95250" cy="7620"/>
          </a:xfrm>
          <a:custGeom>
            <a:avLst/>
            <a:gdLst/>
            <a:ahLst/>
            <a:cxnLst/>
            <a:rect l="l" t="t" r="r" b="b"/>
            <a:pathLst>
              <a:path w="95250" h="7619">
                <a:moveTo>
                  <a:pt x="95250" y="0"/>
                </a:moveTo>
                <a:lnTo>
                  <a:pt x="0" y="0"/>
                </a:lnTo>
                <a:lnTo>
                  <a:pt x="0" y="7619"/>
                </a:lnTo>
                <a:lnTo>
                  <a:pt x="95250" y="7619"/>
                </a:lnTo>
                <a:lnTo>
                  <a:pt x="95250" y="0"/>
                </a:lnTo>
                <a:close/>
              </a:path>
            </a:pathLst>
          </a:custGeom>
          <a:solidFill>
            <a:srgbClr val="C40B00"/>
          </a:solidFill>
        </p:spPr>
        <p:txBody>
          <a:bodyPr wrap="square" lIns="0" tIns="0" rIns="0" bIns="0" rtlCol="0"/>
          <a:lstStyle/>
          <a:p/>
        </p:txBody>
      </p:sp>
      <p:sp>
        <p:nvSpPr>
          <p:cNvPr id="686" name="object 686"/>
          <p:cNvSpPr/>
          <p:nvPr/>
        </p:nvSpPr>
        <p:spPr>
          <a:xfrm>
            <a:off x="3836670" y="1474469"/>
            <a:ext cx="27940" cy="7620"/>
          </a:xfrm>
          <a:custGeom>
            <a:avLst/>
            <a:gdLst/>
            <a:ahLst/>
            <a:cxnLst/>
            <a:rect l="l" t="t" r="r" b="b"/>
            <a:pathLst>
              <a:path w="27939" h="7619">
                <a:moveTo>
                  <a:pt x="27940" y="0"/>
                </a:moveTo>
                <a:lnTo>
                  <a:pt x="1270" y="0"/>
                </a:lnTo>
                <a:lnTo>
                  <a:pt x="1270" y="6350"/>
                </a:lnTo>
                <a:lnTo>
                  <a:pt x="0" y="6350"/>
                </a:lnTo>
                <a:lnTo>
                  <a:pt x="0" y="7620"/>
                </a:lnTo>
                <a:lnTo>
                  <a:pt x="27940" y="7620"/>
                </a:lnTo>
                <a:lnTo>
                  <a:pt x="27940" y="6350"/>
                </a:lnTo>
                <a:lnTo>
                  <a:pt x="27940" y="0"/>
                </a:lnTo>
                <a:close/>
              </a:path>
            </a:pathLst>
          </a:custGeom>
          <a:solidFill>
            <a:srgbClr val="C40B00"/>
          </a:solidFill>
        </p:spPr>
        <p:txBody>
          <a:bodyPr wrap="square" lIns="0" tIns="0" rIns="0" bIns="0" rtlCol="0"/>
          <a:lstStyle/>
          <a:p/>
        </p:txBody>
      </p:sp>
      <p:sp>
        <p:nvSpPr>
          <p:cNvPr id="687" name="object 687"/>
          <p:cNvSpPr/>
          <p:nvPr/>
        </p:nvSpPr>
        <p:spPr>
          <a:xfrm>
            <a:off x="3561079" y="1482089"/>
            <a:ext cx="95250" cy="7620"/>
          </a:xfrm>
          <a:custGeom>
            <a:avLst/>
            <a:gdLst/>
            <a:ahLst/>
            <a:cxnLst/>
            <a:rect l="l" t="t" r="r" b="b"/>
            <a:pathLst>
              <a:path w="95250" h="7619">
                <a:moveTo>
                  <a:pt x="95250" y="0"/>
                </a:moveTo>
                <a:lnTo>
                  <a:pt x="0" y="0"/>
                </a:lnTo>
                <a:lnTo>
                  <a:pt x="0" y="7620"/>
                </a:lnTo>
                <a:lnTo>
                  <a:pt x="95250" y="7620"/>
                </a:lnTo>
                <a:lnTo>
                  <a:pt x="95250" y="0"/>
                </a:lnTo>
                <a:close/>
              </a:path>
            </a:pathLst>
          </a:custGeom>
          <a:solidFill>
            <a:srgbClr val="C60B00"/>
          </a:solidFill>
        </p:spPr>
        <p:txBody>
          <a:bodyPr wrap="square" lIns="0" tIns="0" rIns="0" bIns="0" rtlCol="0"/>
          <a:lstStyle/>
          <a:p/>
        </p:txBody>
      </p:sp>
      <p:sp>
        <p:nvSpPr>
          <p:cNvPr id="688" name="object 688"/>
          <p:cNvSpPr/>
          <p:nvPr/>
        </p:nvSpPr>
        <p:spPr>
          <a:xfrm>
            <a:off x="3835400" y="1482089"/>
            <a:ext cx="29209" cy="7620"/>
          </a:xfrm>
          <a:custGeom>
            <a:avLst/>
            <a:gdLst/>
            <a:ahLst/>
            <a:cxnLst/>
            <a:rect l="l" t="t" r="r" b="b"/>
            <a:pathLst>
              <a:path w="29210" h="7619">
                <a:moveTo>
                  <a:pt x="29210" y="0"/>
                </a:moveTo>
                <a:lnTo>
                  <a:pt x="1270" y="0"/>
                </a:lnTo>
                <a:lnTo>
                  <a:pt x="1270" y="5080"/>
                </a:lnTo>
                <a:lnTo>
                  <a:pt x="0" y="5080"/>
                </a:lnTo>
                <a:lnTo>
                  <a:pt x="0" y="7620"/>
                </a:lnTo>
                <a:lnTo>
                  <a:pt x="29210" y="7620"/>
                </a:lnTo>
                <a:lnTo>
                  <a:pt x="29210" y="5080"/>
                </a:lnTo>
                <a:lnTo>
                  <a:pt x="29210" y="0"/>
                </a:lnTo>
                <a:close/>
              </a:path>
            </a:pathLst>
          </a:custGeom>
          <a:solidFill>
            <a:srgbClr val="C60B00"/>
          </a:solidFill>
        </p:spPr>
        <p:txBody>
          <a:bodyPr wrap="square" lIns="0" tIns="0" rIns="0" bIns="0" rtlCol="0"/>
          <a:lstStyle/>
          <a:p/>
        </p:txBody>
      </p:sp>
      <p:sp>
        <p:nvSpPr>
          <p:cNvPr id="689" name="object 689"/>
          <p:cNvSpPr/>
          <p:nvPr/>
        </p:nvSpPr>
        <p:spPr>
          <a:xfrm>
            <a:off x="3561079" y="1489710"/>
            <a:ext cx="95250" cy="6350"/>
          </a:xfrm>
          <a:custGeom>
            <a:avLst/>
            <a:gdLst/>
            <a:ahLst/>
            <a:cxnLst/>
            <a:rect l="l" t="t" r="r" b="b"/>
            <a:pathLst>
              <a:path w="95250" h="6350">
                <a:moveTo>
                  <a:pt x="95250" y="0"/>
                </a:moveTo>
                <a:lnTo>
                  <a:pt x="0" y="0"/>
                </a:lnTo>
                <a:lnTo>
                  <a:pt x="0" y="6350"/>
                </a:lnTo>
                <a:lnTo>
                  <a:pt x="95250" y="6350"/>
                </a:lnTo>
                <a:lnTo>
                  <a:pt x="95250" y="0"/>
                </a:lnTo>
                <a:close/>
              </a:path>
            </a:pathLst>
          </a:custGeom>
          <a:solidFill>
            <a:srgbClr val="C90A00"/>
          </a:solidFill>
        </p:spPr>
        <p:txBody>
          <a:bodyPr wrap="square" lIns="0" tIns="0" rIns="0" bIns="0" rtlCol="0"/>
          <a:lstStyle/>
          <a:p/>
        </p:txBody>
      </p:sp>
      <p:sp>
        <p:nvSpPr>
          <p:cNvPr id="690" name="object 690"/>
          <p:cNvSpPr/>
          <p:nvPr/>
        </p:nvSpPr>
        <p:spPr>
          <a:xfrm>
            <a:off x="3834130" y="1489709"/>
            <a:ext cx="30480" cy="6350"/>
          </a:xfrm>
          <a:custGeom>
            <a:avLst/>
            <a:gdLst/>
            <a:ahLst/>
            <a:cxnLst/>
            <a:rect l="l" t="t" r="r" b="b"/>
            <a:pathLst>
              <a:path w="30479" h="6350">
                <a:moveTo>
                  <a:pt x="30480" y="0"/>
                </a:moveTo>
                <a:lnTo>
                  <a:pt x="1270" y="0"/>
                </a:lnTo>
                <a:lnTo>
                  <a:pt x="1270" y="2540"/>
                </a:lnTo>
                <a:lnTo>
                  <a:pt x="0" y="2540"/>
                </a:lnTo>
                <a:lnTo>
                  <a:pt x="0" y="6350"/>
                </a:lnTo>
                <a:lnTo>
                  <a:pt x="30480" y="6350"/>
                </a:lnTo>
                <a:lnTo>
                  <a:pt x="30480" y="2540"/>
                </a:lnTo>
                <a:lnTo>
                  <a:pt x="30480" y="0"/>
                </a:lnTo>
                <a:close/>
              </a:path>
            </a:pathLst>
          </a:custGeom>
          <a:solidFill>
            <a:srgbClr val="C90A00"/>
          </a:solidFill>
        </p:spPr>
        <p:txBody>
          <a:bodyPr wrap="square" lIns="0" tIns="0" rIns="0" bIns="0" rtlCol="0"/>
          <a:lstStyle/>
          <a:p/>
        </p:txBody>
      </p:sp>
      <p:sp>
        <p:nvSpPr>
          <p:cNvPr id="691" name="object 691"/>
          <p:cNvSpPr/>
          <p:nvPr/>
        </p:nvSpPr>
        <p:spPr>
          <a:xfrm>
            <a:off x="3561079" y="1496060"/>
            <a:ext cx="95250" cy="1270"/>
          </a:xfrm>
          <a:custGeom>
            <a:avLst/>
            <a:gdLst/>
            <a:ahLst/>
            <a:cxnLst/>
            <a:rect l="l" t="t" r="r" b="b"/>
            <a:pathLst>
              <a:path w="95250" h="1269">
                <a:moveTo>
                  <a:pt x="95250" y="0"/>
                </a:moveTo>
                <a:lnTo>
                  <a:pt x="0" y="0"/>
                </a:lnTo>
                <a:lnTo>
                  <a:pt x="0" y="1269"/>
                </a:lnTo>
                <a:lnTo>
                  <a:pt x="95250" y="1269"/>
                </a:lnTo>
                <a:lnTo>
                  <a:pt x="95250" y="0"/>
                </a:lnTo>
                <a:close/>
              </a:path>
            </a:pathLst>
          </a:custGeom>
          <a:solidFill>
            <a:srgbClr val="CC0A00"/>
          </a:solidFill>
        </p:spPr>
        <p:txBody>
          <a:bodyPr wrap="square" lIns="0" tIns="0" rIns="0" bIns="0" rtlCol="0"/>
          <a:lstStyle/>
          <a:p/>
        </p:txBody>
      </p:sp>
      <p:sp>
        <p:nvSpPr>
          <p:cNvPr id="692" name="object 692"/>
          <p:cNvSpPr/>
          <p:nvPr/>
        </p:nvSpPr>
        <p:spPr>
          <a:xfrm>
            <a:off x="3832859" y="1496060"/>
            <a:ext cx="31750" cy="1270"/>
          </a:xfrm>
          <a:custGeom>
            <a:avLst/>
            <a:gdLst/>
            <a:ahLst/>
            <a:cxnLst/>
            <a:rect l="l" t="t" r="r" b="b"/>
            <a:pathLst>
              <a:path w="31750" h="1269">
                <a:moveTo>
                  <a:pt x="31750" y="0"/>
                </a:moveTo>
                <a:lnTo>
                  <a:pt x="0" y="0"/>
                </a:lnTo>
                <a:lnTo>
                  <a:pt x="0" y="1269"/>
                </a:lnTo>
                <a:lnTo>
                  <a:pt x="31750" y="1269"/>
                </a:lnTo>
                <a:lnTo>
                  <a:pt x="31750" y="0"/>
                </a:lnTo>
                <a:close/>
              </a:path>
            </a:pathLst>
          </a:custGeom>
          <a:solidFill>
            <a:srgbClr val="CC0A00"/>
          </a:solidFill>
        </p:spPr>
        <p:txBody>
          <a:bodyPr wrap="square" lIns="0" tIns="0" rIns="0" bIns="0" rtlCol="0"/>
          <a:lstStyle/>
          <a:p/>
        </p:txBody>
      </p:sp>
      <p:sp>
        <p:nvSpPr>
          <p:cNvPr id="693" name="object 693"/>
          <p:cNvSpPr/>
          <p:nvPr/>
        </p:nvSpPr>
        <p:spPr>
          <a:xfrm>
            <a:off x="3561079" y="1497330"/>
            <a:ext cx="95250" cy="6350"/>
          </a:xfrm>
          <a:custGeom>
            <a:avLst/>
            <a:gdLst/>
            <a:ahLst/>
            <a:cxnLst/>
            <a:rect l="l" t="t" r="r" b="b"/>
            <a:pathLst>
              <a:path w="95250" h="6350">
                <a:moveTo>
                  <a:pt x="95250" y="0"/>
                </a:moveTo>
                <a:lnTo>
                  <a:pt x="0" y="0"/>
                </a:lnTo>
                <a:lnTo>
                  <a:pt x="0" y="6349"/>
                </a:lnTo>
                <a:lnTo>
                  <a:pt x="95250" y="6349"/>
                </a:lnTo>
                <a:lnTo>
                  <a:pt x="95250" y="0"/>
                </a:lnTo>
                <a:close/>
              </a:path>
            </a:pathLst>
          </a:custGeom>
          <a:solidFill>
            <a:srgbClr val="CC0A00"/>
          </a:solidFill>
        </p:spPr>
        <p:txBody>
          <a:bodyPr wrap="square" lIns="0" tIns="0" rIns="0" bIns="0" rtlCol="0"/>
          <a:lstStyle/>
          <a:p/>
        </p:txBody>
      </p:sp>
      <p:sp>
        <p:nvSpPr>
          <p:cNvPr id="694" name="object 694"/>
          <p:cNvSpPr/>
          <p:nvPr/>
        </p:nvSpPr>
        <p:spPr>
          <a:xfrm>
            <a:off x="3831590" y="1497329"/>
            <a:ext cx="31750" cy="6350"/>
          </a:xfrm>
          <a:custGeom>
            <a:avLst/>
            <a:gdLst/>
            <a:ahLst/>
            <a:cxnLst/>
            <a:rect l="l" t="t" r="r" b="b"/>
            <a:pathLst>
              <a:path w="31750" h="6350">
                <a:moveTo>
                  <a:pt x="31750" y="0"/>
                </a:moveTo>
                <a:lnTo>
                  <a:pt x="1270" y="0"/>
                </a:lnTo>
                <a:lnTo>
                  <a:pt x="1270" y="2540"/>
                </a:lnTo>
                <a:lnTo>
                  <a:pt x="0" y="2540"/>
                </a:lnTo>
                <a:lnTo>
                  <a:pt x="0" y="6350"/>
                </a:lnTo>
                <a:lnTo>
                  <a:pt x="31750" y="6350"/>
                </a:lnTo>
                <a:lnTo>
                  <a:pt x="31750" y="2540"/>
                </a:lnTo>
                <a:lnTo>
                  <a:pt x="31750" y="0"/>
                </a:lnTo>
                <a:close/>
              </a:path>
            </a:pathLst>
          </a:custGeom>
          <a:solidFill>
            <a:srgbClr val="CC0A00"/>
          </a:solidFill>
        </p:spPr>
        <p:txBody>
          <a:bodyPr wrap="square" lIns="0" tIns="0" rIns="0" bIns="0" rtlCol="0"/>
          <a:lstStyle/>
          <a:p/>
        </p:txBody>
      </p:sp>
      <p:sp>
        <p:nvSpPr>
          <p:cNvPr id="695" name="object 695"/>
          <p:cNvSpPr/>
          <p:nvPr/>
        </p:nvSpPr>
        <p:spPr>
          <a:xfrm>
            <a:off x="3561080" y="1503679"/>
            <a:ext cx="96520" cy="7620"/>
          </a:xfrm>
          <a:custGeom>
            <a:avLst/>
            <a:gdLst/>
            <a:ahLst/>
            <a:cxnLst/>
            <a:rect l="l" t="t" r="r" b="b"/>
            <a:pathLst>
              <a:path w="96520" h="7619">
                <a:moveTo>
                  <a:pt x="96520" y="5080"/>
                </a:moveTo>
                <a:lnTo>
                  <a:pt x="95250" y="5080"/>
                </a:lnTo>
                <a:lnTo>
                  <a:pt x="95250" y="0"/>
                </a:lnTo>
                <a:lnTo>
                  <a:pt x="0" y="0"/>
                </a:lnTo>
                <a:lnTo>
                  <a:pt x="0" y="5080"/>
                </a:lnTo>
                <a:lnTo>
                  <a:pt x="0" y="7620"/>
                </a:lnTo>
                <a:lnTo>
                  <a:pt x="96520" y="7620"/>
                </a:lnTo>
                <a:lnTo>
                  <a:pt x="96520" y="5080"/>
                </a:lnTo>
                <a:close/>
              </a:path>
            </a:pathLst>
          </a:custGeom>
          <a:solidFill>
            <a:srgbClr val="CD0900"/>
          </a:solidFill>
        </p:spPr>
        <p:txBody>
          <a:bodyPr wrap="square" lIns="0" tIns="0" rIns="0" bIns="0" rtlCol="0"/>
          <a:lstStyle/>
          <a:p/>
        </p:txBody>
      </p:sp>
      <p:sp>
        <p:nvSpPr>
          <p:cNvPr id="696" name="object 696"/>
          <p:cNvSpPr/>
          <p:nvPr/>
        </p:nvSpPr>
        <p:spPr>
          <a:xfrm>
            <a:off x="3829050" y="1503679"/>
            <a:ext cx="34290" cy="7620"/>
          </a:xfrm>
          <a:custGeom>
            <a:avLst/>
            <a:gdLst/>
            <a:ahLst/>
            <a:cxnLst/>
            <a:rect l="l" t="t" r="r" b="b"/>
            <a:pathLst>
              <a:path w="34289" h="7619">
                <a:moveTo>
                  <a:pt x="34290" y="0"/>
                </a:moveTo>
                <a:lnTo>
                  <a:pt x="2540" y="0"/>
                </a:lnTo>
                <a:lnTo>
                  <a:pt x="2540" y="1270"/>
                </a:lnTo>
                <a:lnTo>
                  <a:pt x="1270" y="1270"/>
                </a:lnTo>
                <a:lnTo>
                  <a:pt x="1270" y="6350"/>
                </a:lnTo>
                <a:lnTo>
                  <a:pt x="0" y="6350"/>
                </a:lnTo>
                <a:lnTo>
                  <a:pt x="0" y="7620"/>
                </a:lnTo>
                <a:lnTo>
                  <a:pt x="34290" y="7620"/>
                </a:lnTo>
                <a:lnTo>
                  <a:pt x="34290" y="6350"/>
                </a:lnTo>
                <a:lnTo>
                  <a:pt x="34290" y="1270"/>
                </a:lnTo>
                <a:lnTo>
                  <a:pt x="34290" y="0"/>
                </a:lnTo>
                <a:close/>
              </a:path>
            </a:pathLst>
          </a:custGeom>
          <a:solidFill>
            <a:srgbClr val="CD0900"/>
          </a:solidFill>
        </p:spPr>
        <p:txBody>
          <a:bodyPr wrap="square" lIns="0" tIns="0" rIns="0" bIns="0" rtlCol="0"/>
          <a:lstStyle/>
          <a:p/>
        </p:txBody>
      </p:sp>
      <p:sp>
        <p:nvSpPr>
          <p:cNvPr id="697" name="object 697"/>
          <p:cNvSpPr/>
          <p:nvPr/>
        </p:nvSpPr>
        <p:spPr>
          <a:xfrm>
            <a:off x="3561079" y="1511300"/>
            <a:ext cx="96520" cy="6350"/>
          </a:xfrm>
          <a:custGeom>
            <a:avLst/>
            <a:gdLst/>
            <a:ahLst/>
            <a:cxnLst/>
            <a:rect l="l" t="t" r="r" b="b"/>
            <a:pathLst>
              <a:path w="96520" h="6350">
                <a:moveTo>
                  <a:pt x="96520" y="0"/>
                </a:moveTo>
                <a:lnTo>
                  <a:pt x="0" y="0"/>
                </a:lnTo>
                <a:lnTo>
                  <a:pt x="0" y="6350"/>
                </a:lnTo>
                <a:lnTo>
                  <a:pt x="96520" y="6350"/>
                </a:lnTo>
                <a:lnTo>
                  <a:pt x="96520" y="0"/>
                </a:lnTo>
                <a:close/>
              </a:path>
            </a:pathLst>
          </a:custGeom>
          <a:solidFill>
            <a:srgbClr val="D00900"/>
          </a:solidFill>
        </p:spPr>
        <p:txBody>
          <a:bodyPr wrap="square" lIns="0" tIns="0" rIns="0" bIns="0" rtlCol="0"/>
          <a:lstStyle/>
          <a:p/>
        </p:txBody>
      </p:sp>
      <p:sp>
        <p:nvSpPr>
          <p:cNvPr id="698" name="object 698"/>
          <p:cNvSpPr/>
          <p:nvPr/>
        </p:nvSpPr>
        <p:spPr>
          <a:xfrm>
            <a:off x="3827780" y="1511299"/>
            <a:ext cx="35560" cy="6350"/>
          </a:xfrm>
          <a:custGeom>
            <a:avLst/>
            <a:gdLst/>
            <a:ahLst/>
            <a:cxnLst/>
            <a:rect l="l" t="t" r="r" b="b"/>
            <a:pathLst>
              <a:path w="35560" h="6350">
                <a:moveTo>
                  <a:pt x="35560" y="0"/>
                </a:moveTo>
                <a:lnTo>
                  <a:pt x="1270" y="0"/>
                </a:lnTo>
                <a:lnTo>
                  <a:pt x="1270" y="2540"/>
                </a:lnTo>
                <a:lnTo>
                  <a:pt x="0" y="2540"/>
                </a:lnTo>
                <a:lnTo>
                  <a:pt x="0" y="6350"/>
                </a:lnTo>
                <a:lnTo>
                  <a:pt x="35560" y="6350"/>
                </a:lnTo>
                <a:lnTo>
                  <a:pt x="35560" y="2540"/>
                </a:lnTo>
                <a:lnTo>
                  <a:pt x="35560" y="0"/>
                </a:lnTo>
                <a:close/>
              </a:path>
            </a:pathLst>
          </a:custGeom>
          <a:solidFill>
            <a:srgbClr val="D00900"/>
          </a:solidFill>
        </p:spPr>
        <p:txBody>
          <a:bodyPr wrap="square" lIns="0" tIns="0" rIns="0" bIns="0" rtlCol="0"/>
          <a:lstStyle/>
          <a:p/>
        </p:txBody>
      </p:sp>
      <p:sp>
        <p:nvSpPr>
          <p:cNvPr id="699" name="object 699"/>
          <p:cNvSpPr/>
          <p:nvPr/>
        </p:nvSpPr>
        <p:spPr>
          <a:xfrm>
            <a:off x="3561079" y="1517650"/>
            <a:ext cx="96520" cy="7620"/>
          </a:xfrm>
          <a:custGeom>
            <a:avLst/>
            <a:gdLst/>
            <a:ahLst/>
            <a:cxnLst/>
            <a:rect l="l" t="t" r="r" b="b"/>
            <a:pathLst>
              <a:path w="96520" h="7619">
                <a:moveTo>
                  <a:pt x="96520" y="0"/>
                </a:moveTo>
                <a:lnTo>
                  <a:pt x="0" y="0"/>
                </a:lnTo>
                <a:lnTo>
                  <a:pt x="0" y="7620"/>
                </a:lnTo>
                <a:lnTo>
                  <a:pt x="96520" y="7620"/>
                </a:lnTo>
                <a:lnTo>
                  <a:pt x="96520" y="0"/>
                </a:lnTo>
                <a:close/>
              </a:path>
            </a:pathLst>
          </a:custGeom>
          <a:solidFill>
            <a:srgbClr val="D20800"/>
          </a:solidFill>
        </p:spPr>
        <p:txBody>
          <a:bodyPr wrap="square" lIns="0" tIns="0" rIns="0" bIns="0" rtlCol="0"/>
          <a:lstStyle/>
          <a:p/>
        </p:txBody>
      </p:sp>
      <p:sp>
        <p:nvSpPr>
          <p:cNvPr id="700" name="object 700"/>
          <p:cNvSpPr/>
          <p:nvPr/>
        </p:nvSpPr>
        <p:spPr>
          <a:xfrm>
            <a:off x="3825240" y="1517649"/>
            <a:ext cx="38100" cy="7620"/>
          </a:xfrm>
          <a:custGeom>
            <a:avLst/>
            <a:gdLst/>
            <a:ahLst/>
            <a:cxnLst/>
            <a:rect l="l" t="t" r="r" b="b"/>
            <a:pathLst>
              <a:path w="38100" h="7619">
                <a:moveTo>
                  <a:pt x="38100" y="0"/>
                </a:moveTo>
                <a:lnTo>
                  <a:pt x="1270" y="0"/>
                </a:lnTo>
                <a:lnTo>
                  <a:pt x="1270" y="2540"/>
                </a:lnTo>
                <a:lnTo>
                  <a:pt x="1270" y="3810"/>
                </a:lnTo>
                <a:lnTo>
                  <a:pt x="0" y="3810"/>
                </a:lnTo>
                <a:lnTo>
                  <a:pt x="0" y="7620"/>
                </a:lnTo>
                <a:lnTo>
                  <a:pt x="36830" y="7620"/>
                </a:lnTo>
                <a:lnTo>
                  <a:pt x="36830" y="3810"/>
                </a:lnTo>
                <a:lnTo>
                  <a:pt x="36830" y="2540"/>
                </a:lnTo>
                <a:lnTo>
                  <a:pt x="38100" y="2540"/>
                </a:lnTo>
                <a:lnTo>
                  <a:pt x="38100" y="0"/>
                </a:lnTo>
                <a:close/>
              </a:path>
            </a:pathLst>
          </a:custGeom>
          <a:solidFill>
            <a:srgbClr val="D20800"/>
          </a:solidFill>
        </p:spPr>
        <p:txBody>
          <a:bodyPr wrap="square" lIns="0" tIns="0" rIns="0" bIns="0" rtlCol="0"/>
          <a:lstStyle/>
          <a:p/>
        </p:txBody>
      </p:sp>
      <p:sp>
        <p:nvSpPr>
          <p:cNvPr id="701" name="object 701"/>
          <p:cNvSpPr/>
          <p:nvPr/>
        </p:nvSpPr>
        <p:spPr>
          <a:xfrm>
            <a:off x="3559810" y="1525269"/>
            <a:ext cx="97790" cy="7620"/>
          </a:xfrm>
          <a:custGeom>
            <a:avLst/>
            <a:gdLst/>
            <a:ahLst/>
            <a:cxnLst/>
            <a:rect l="l" t="t" r="r" b="b"/>
            <a:pathLst>
              <a:path w="97789" h="7619">
                <a:moveTo>
                  <a:pt x="97790" y="0"/>
                </a:moveTo>
                <a:lnTo>
                  <a:pt x="1270" y="0"/>
                </a:lnTo>
                <a:lnTo>
                  <a:pt x="1270" y="1270"/>
                </a:lnTo>
                <a:lnTo>
                  <a:pt x="0" y="1270"/>
                </a:lnTo>
                <a:lnTo>
                  <a:pt x="0" y="7620"/>
                </a:lnTo>
                <a:lnTo>
                  <a:pt x="97790" y="7620"/>
                </a:lnTo>
                <a:lnTo>
                  <a:pt x="97790" y="1270"/>
                </a:lnTo>
                <a:lnTo>
                  <a:pt x="97790" y="0"/>
                </a:lnTo>
                <a:close/>
              </a:path>
            </a:pathLst>
          </a:custGeom>
          <a:solidFill>
            <a:srgbClr val="D40800"/>
          </a:solidFill>
        </p:spPr>
        <p:txBody>
          <a:bodyPr wrap="square" lIns="0" tIns="0" rIns="0" bIns="0" rtlCol="0"/>
          <a:lstStyle/>
          <a:p/>
        </p:txBody>
      </p:sp>
      <p:sp>
        <p:nvSpPr>
          <p:cNvPr id="702" name="object 702"/>
          <p:cNvSpPr/>
          <p:nvPr/>
        </p:nvSpPr>
        <p:spPr>
          <a:xfrm>
            <a:off x="3821430" y="1525269"/>
            <a:ext cx="40640" cy="7620"/>
          </a:xfrm>
          <a:custGeom>
            <a:avLst/>
            <a:gdLst/>
            <a:ahLst/>
            <a:cxnLst/>
            <a:rect l="l" t="t" r="r" b="b"/>
            <a:pathLst>
              <a:path w="40639" h="7619">
                <a:moveTo>
                  <a:pt x="40640" y="0"/>
                </a:moveTo>
                <a:lnTo>
                  <a:pt x="2540" y="0"/>
                </a:lnTo>
                <a:lnTo>
                  <a:pt x="2540" y="2540"/>
                </a:lnTo>
                <a:lnTo>
                  <a:pt x="1270" y="2540"/>
                </a:lnTo>
                <a:lnTo>
                  <a:pt x="1270" y="5080"/>
                </a:lnTo>
                <a:lnTo>
                  <a:pt x="0" y="5080"/>
                </a:lnTo>
                <a:lnTo>
                  <a:pt x="0" y="7620"/>
                </a:lnTo>
                <a:lnTo>
                  <a:pt x="40640" y="7620"/>
                </a:lnTo>
                <a:lnTo>
                  <a:pt x="40640" y="5080"/>
                </a:lnTo>
                <a:lnTo>
                  <a:pt x="40640" y="2540"/>
                </a:lnTo>
                <a:lnTo>
                  <a:pt x="40640" y="0"/>
                </a:lnTo>
                <a:close/>
              </a:path>
            </a:pathLst>
          </a:custGeom>
          <a:solidFill>
            <a:srgbClr val="D40800"/>
          </a:solidFill>
        </p:spPr>
        <p:txBody>
          <a:bodyPr wrap="square" lIns="0" tIns="0" rIns="0" bIns="0" rtlCol="0"/>
          <a:lstStyle/>
          <a:p/>
        </p:txBody>
      </p:sp>
      <p:sp>
        <p:nvSpPr>
          <p:cNvPr id="703" name="object 703"/>
          <p:cNvSpPr/>
          <p:nvPr/>
        </p:nvSpPr>
        <p:spPr>
          <a:xfrm>
            <a:off x="3559809" y="1532889"/>
            <a:ext cx="97790" cy="6350"/>
          </a:xfrm>
          <a:custGeom>
            <a:avLst/>
            <a:gdLst/>
            <a:ahLst/>
            <a:cxnLst/>
            <a:rect l="l" t="t" r="r" b="b"/>
            <a:pathLst>
              <a:path w="97789" h="6350">
                <a:moveTo>
                  <a:pt x="97789" y="0"/>
                </a:moveTo>
                <a:lnTo>
                  <a:pt x="0" y="0"/>
                </a:lnTo>
                <a:lnTo>
                  <a:pt x="0" y="6350"/>
                </a:lnTo>
                <a:lnTo>
                  <a:pt x="97789" y="6350"/>
                </a:lnTo>
                <a:lnTo>
                  <a:pt x="97789" y="0"/>
                </a:lnTo>
                <a:close/>
              </a:path>
            </a:pathLst>
          </a:custGeom>
          <a:solidFill>
            <a:srgbClr val="D60700"/>
          </a:solidFill>
        </p:spPr>
        <p:txBody>
          <a:bodyPr wrap="square" lIns="0" tIns="0" rIns="0" bIns="0" rtlCol="0"/>
          <a:lstStyle/>
          <a:p/>
        </p:txBody>
      </p:sp>
      <p:sp>
        <p:nvSpPr>
          <p:cNvPr id="704" name="object 704"/>
          <p:cNvSpPr/>
          <p:nvPr/>
        </p:nvSpPr>
        <p:spPr>
          <a:xfrm>
            <a:off x="3818890" y="1532889"/>
            <a:ext cx="43180" cy="6350"/>
          </a:xfrm>
          <a:custGeom>
            <a:avLst/>
            <a:gdLst/>
            <a:ahLst/>
            <a:cxnLst/>
            <a:rect l="l" t="t" r="r" b="b"/>
            <a:pathLst>
              <a:path w="43179" h="6350">
                <a:moveTo>
                  <a:pt x="43180" y="0"/>
                </a:moveTo>
                <a:lnTo>
                  <a:pt x="1270" y="0"/>
                </a:lnTo>
                <a:lnTo>
                  <a:pt x="1270" y="2540"/>
                </a:lnTo>
                <a:lnTo>
                  <a:pt x="0" y="2540"/>
                </a:lnTo>
                <a:lnTo>
                  <a:pt x="0" y="6350"/>
                </a:lnTo>
                <a:lnTo>
                  <a:pt x="43180" y="6350"/>
                </a:lnTo>
                <a:lnTo>
                  <a:pt x="43180" y="2540"/>
                </a:lnTo>
                <a:lnTo>
                  <a:pt x="43180" y="0"/>
                </a:lnTo>
                <a:close/>
              </a:path>
            </a:pathLst>
          </a:custGeom>
          <a:solidFill>
            <a:srgbClr val="D60700"/>
          </a:solidFill>
        </p:spPr>
        <p:txBody>
          <a:bodyPr wrap="square" lIns="0" tIns="0" rIns="0" bIns="0" rtlCol="0"/>
          <a:lstStyle/>
          <a:p/>
        </p:txBody>
      </p:sp>
      <p:sp>
        <p:nvSpPr>
          <p:cNvPr id="705" name="object 705"/>
          <p:cNvSpPr/>
          <p:nvPr/>
        </p:nvSpPr>
        <p:spPr>
          <a:xfrm>
            <a:off x="3559809" y="1539239"/>
            <a:ext cx="97790" cy="7620"/>
          </a:xfrm>
          <a:custGeom>
            <a:avLst/>
            <a:gdLst/>
            <a:ahLst/>
            <a:cxnLst/>
            <a:rect l="l" t="t" r="r" b="b"/>
            <a:pathLst>
              <a:path w="97789" h="7619">
                <a:moveTo>
                  <a:pt x="97789" y="0"/>
                </a:moveTo>
                <a:lnTo>
                  <a:pt x="0" y="0"/>
                </a:lnTo>
                <a:lnTo>
                  <a:pt x="0" y="7620"/>
                </a:lnTo>
                <a:lnTo>
                  <a:pt x="97789" y="7620"/>
                </a:lnTo>
                <a:lnTo>
                  <a:pt x="97789" y="0"/>
                </a:lnTo>
                <a:close/>
              </a:path>
            </a:pathLst>
          </a:custGeom>
          <a:solidFill>
            <a:srgbClr val="D90700"/>
          </a:solidFill>
        </p:spPr>
        <p:txBody>
          <a:bodyPr wrap="square" lIns="0" tIns="0" rIns="0" bIns="0" rtlCol="0"/>
          <a:lstStyle/>
          <a:p/>
        </p:txBody>
      </p:sp>
      <p:sp>
        <p:nvSpPr>
          <p:cNvPr id="706" name="object 706"/>
          <p:cNvSpPr/>
          <p:nvPr/>
        </p:nvSpPr>
        <p:spPr>
          <a:xfrm>
            <a:off x="3815080" y="1539239"/>
            <a:ext cx="46990" cy="7620"/>
          </a:xfrm>
          <a:custGeom>
            <a:avLst/>
            <a:gdLst/>
            <a:ahLst/>
            <a:cxnLst/>
            <a:rect l="l" t="t" r="r" b="b"/>
            <a:pathLst>
              <a:path w="46989" h="7619">
                <a:moveTo>
                  <a:pt x="46990" y="0"/>
                </a:moveTo>
                <a:lnTo>
                  <a:pt x="2540" y="0"/>
                </a:lnTo>
                <a:lnTo>
                  <a:pt x="2540" y="2540"/>
                </a:lnTo>
                <a:lnTo>
                  <a:pt x="1270" y="2540"/>
                </a:lnTo>
                <a:lnTo>
                  <a:pt x="1270" y="3810"/>
                </a:lnTo>
                <a:lnTo>
                  <a:pt x="1270" y="6350"/>
                </a:lnTo>
                <a:lnTo>
                  <a:pt x="0" y="6350"/>
                </a:lnTo>
                <a:lnTo>
                  <a:pt x="0" y="7620"/>
                </a:lnTo>
                <a:lnTo>
                  <a:pt x="45720" y="7620"/>
                </a:lnTo>
                <a:lnTo>
                  <a:pt x="45720" y="6350"/>
                </a:lnTo>
                <a:lnTo>
                  <a:pt x="45720" y="3810"/>
                </a:lnTo>
                <a:lnTo>
                  <a:pt x="46990" y="3810"/>
                </a:lnTo>
                <a:lnTo>
                  <a:pt x="46990" y="2540"/>
                </a:lnTo>
                <a:lnTo>
                  <a:pt x="46990" y="0"/>
                </a:lnTo>
                <a:close/>
              </a:path>
            </a:pathLst>
          </a:custGeom>
          <a:solidFill>
            <a:srgbClr val="D90700"/>
          </a:solidFill>
        </p:spPr>
        <p:txBody>
          <a:bodyPr wrap="square" lIns="0" tIns="0" rIns="0" bIns="0" rtlCol="0"/>
          <a:lstStyle/>
          <a:p/>
        </p:txBody>
      </p:sp>
      <p:sp>
        <p:nvSpPr>
          <p:cNvPr id="707" name="object 707"/>
          <p:cNvSpPr/>
          <p:nvPr/>
        </p:nvSpPr>
        <p:spPr>
          <a:xfrm>
            <a:off x="3559809" y="1546860"/>
            <a:ext cx="97790" cy="1270"/>
          </a:xfrm>
          <a:custGeom>
            <a:avLst/>
            <a:gdLst/>
            <a:ahLst/>
            <a:cxnLst/>
            <a:rect l="l" t="t" r="r" b="b"/>
            <a:pathLst>
              <a:path w="97789" h="1269">
                <a:moveTo>
                  <a:pt x="97789" y="0"/>
                </a:moveTo>
                <a:lnTo>
                  <a:pt x="0" y="0"/>
                </a:lnTo>
                <a:lnTo>
                  <a:pt x="0" y="1269"/>
                </a:lnTo>
                <a:lnTo>
                  <a:pt x="97789" y="1269"/>
                </a:lnTo>
                <a:lnTo>
                  <a:pt x="97789" y="0"/>
                </a:lnTo>
                <a:close/>
              </a:path>
            </a:pathLst>
          </a:custGeom>
          <a:solidFill>
            <a:srgbClr val="DB0600"/>
          </a:solidFill>
        </p:spPr>
        <p:txBody>
          <a:bodyPr wrap="square" lIns="0" tIns="0" rIns="0" bIns="0" rtlCol="0"/>
          <a:lstStyle/>
          <a:p/>
        </p:txBody>
      </p:sp>
      <p:sp>
        <p:nvSpPr>
          <p:cNvPr id="708" name="object 708"/>
          <p:cNvSpPr/>
          <p:nvPr/>
        </p:nvSpPr>
        <p:spPr>
          <a:xfrm>
            <a:off x="3815079" y="1546860"/>
            <a:ext cx="45720" cy="1270"/>
          </a:xfrm>
          <a:custGeom>
            <a:avLst/>
            <a:gdLst/>
            <a:ahLst/>
            <a:cxnLst/>
            <a:rect l="l" t="t" r="r" b="b"/>
            <a:pathLst>
              <a:path w="45720" h="1269">
                <a:moveTo>
                  <a:pt x="45720" y="0"/>
                </a:moveTo>
                <a:lnTo>
                  <a:pt x="0" y="0"/>
                </a:lnTo>
                <a:lnTo>
                  <a:pt x="0" y="1269"/>
                </a:lnTo>
                <a:lnTo>
                  <a:pt x="45720" y="1269"/>
                </a:lnTo>
                <a:lnTo>
                  <a:pt x="45720" y="0"/>
                </a:lnTo>
                <a:close/>
              </a:path>
            </a:pathLst>
          </a:custGeom>
          <a:solidFill>
            <a:srgbClr val="DB0600"/>
          </a:solidFill>
        </p:spPr>
        <p:txBody>
          <a:bodyPr wrap="square" lIns="0" tIns="0" rIns="0" bIns="0" rtlCol="0"/>
          <a:lstStyle/>
          <a:p/>
        </p:txBody>
      </p:sp>
      <p:sp>
        <p:nvSpPr>
          <p:cNvPr id="709" name="object 709"/>
          <p:cNvSpPr/>
          <p:nvPr/>
        </p:nvSpPr>
        <p:spPr>
          <a:xfrm>
            <a:off x="3559809" y="1548257"/>
            <a:ext cx="97790" cy="6350"/>
          </a:xfrm>
          <a:custGeom>
            <a:avLst/>
            <a:gdLst/>
            <a:ahLst/>
            <a:cxnLst/>
            <a:rect l="l" t="t" r="r" b="b"/>
            <a:pathLst>
              <a:path w="97789" h="6350">
                <a:moveTo>
                  <a:pt x="97789" y="0"/>
                </a:moveTo>
                <a:lnTo>
                  <a:pt x="0" y="0"/>
                </a:lnTo>
                <a:lnTo>
                  <a:pt x="0" y="6223"/>
                </a:lnTo>
                <a:lnTo>
                  <a:pt x="97789" y="6223"/>
                </a:lnTo>
                <a:lnTo>
                  <a:pt x="97789" y="0"/>
                </a:lnTo>
                <a:close/>
              </a:path>
            </a:pathLst>
          </a:custGeom>
          <a:solidFill>
            <a:srgbClr val="DB0600"/>
          </a:solidFill>
        </p:spPr>
        <p:txBody>
          <a:bodyPr wrap="square" lIns="0" tIns="0" rIns="0" bIns="0" rtlCol="0"/>
          <a:lstStyle/>
          <a:p/>
        </p:txBody>
      </p:sp>
      <p:sp>
        <p:nvSpPr>
          <p:cNvPr id="710" name="object 710"/>
          <p:cNvSpPr/>
          <p:nvPr/>
        </p:nvSpPr>
        <p:spPr>
          <a:xfrm>
            <a:off x="3811270" y="1548129"/>
            <a:ext cx="49530" cy="6350"/>
          </a:xfrm>
          <a:custGeom>
            <a:avLst/>
            <a:gdLst/>
            <a:ahLst/>
            <a:cxnLst/>
            <a:rect l="l" t="t" r="r" b="b"/>
            <a:pathLst>
              <a:path w="49529" h="6350">
                <a:moveTo>
                  <a:pt x="49530" y="0"/>
                </a:moveTo>
                <a:lnTo>
                  <a:pt x="2540" y="0"/>
                </a:lnTo>
                <a:lnTo>
                  <a:pt x="2540" y="2540"/>
                </a:lnTo>
                <a:lnTo>
                  <a:pt x="1270" y="2540"/>
                </a:lnTo>
                <a:lnTo>
                  <a:pt x="1270" y="5080"/>
                </a:lnTo>
                <a:lnTo>
                  <a:pt x="0" y="5080"/>
                </a:lnTo>
                <a:lnTo>
                  <a:pt x="0" y="6350"/>
                </a:lnTo>
                <a:lnTo>
                  <a:pt x="49530" y="6350"/>
                </a:lnTo>
                <a:lnTo>
                  <a:pt x="49530" y="5080"/>
                </a:lnTo>
                <a:lnTo>
                  <a:pt x="49530" y="2540"/>
                </a:lnTo>
                <a:lnTo>
                  <a:pt x="49530" y="0"/>
                </a:lnTo>
                <a:close/>
              </a:path>
            </a:pathLst>
          </a:custGeom>
          <a:solidFill>
            <a:srgbClr val="DB0600"/>
          </a:solidFill>
        </p:spPr>
        <p:txBody>
          <a:bodyPr wrap="square" lIns="0" tIns="0" rIns="0" bIns="0" rtlCol="0"/>
          <a:lstStyle/>
          <a:p/>
        </p:txBody>
      </p:sp>
      <p:sp>
        <p:nvSpPr>
          <p:cNvPr id="711" name="object 711"/>
          <p:cNvSpPr/>
          <p:nvPr/>
        </p:nvSpPr>
        <p:spPr>
          <a:xfrm>
            <a:off x="3559810" y="1554479"/>
            <a:ext cx="99060" cy="6350"/>
          </a:xfrm>
          <a:custGeom>
            <a:avLst/>
            <a:gdLst/>
            <a:ahLst/>
            <a:cxnLst/>
            <a:rect l="l" t="t" r="r" b="b"/>
            <a:pathLst>
              <a:path w="99060" h="6350">
                <a:moveTo>
                  <a:pt x="99060" y="3810"/>
                </a:moveTo>
                <a:lnTo>
                  <a:pt x="97790" y="3810"/>
                </a:lnTo>
                <a:lnTo>
                  <a:pt x="97790" y="0"/>
                </a:lnTo>
                <a:lnTo>
                  <a:pt x="0" y="0"/>
                </a:lnTo>
                <a:lnTo>
                  <a:pt x="0" y="3810"/>
                </a:lnTo>
                <a:lnTo>
                  <a:pt x="0" y="6350"/>
                </a:lnTo>
                <a:lnTo>
                  <a:pt x="99060" y="6350"/>
                </a:lnTo>
                <a:lnTo>
                  <a:pt x="99060" y="3810"/>
                </a:lnTo>
                <a:close/>
              </a:path>
            </a:pathLst>
          </a:custGeom>
          <a:solidFill>
            <a:srgbClr val="DD0600"/>
          </a:solidFill>
        </p:spPr>
        <p:txBody>
          <a:bodyPr wrap="square" lIns="0" tIns="0" rIns="0" bIns="0" rtlCol="0"/>
          <a:lstStyle/>
          <a:p/>
        </p:txBody>
      </p:sp>
      <p:sp>
        <p:nvSpPr>
          <p:cNvPr id="712" name="object 712"/>
          <p:cNvSpPr/>
          <p:nvPr/>
        </p:nvSpPr>
        <p:spPr>
          <a:xfrm>
            <a:off x="3808730" y="1554479"/>
            <a:ext cx="52069" cy="6350"/>
          </a:xfrm>
          <a:custGeom>
            <a:avLst/>
            <a:gdLst/>
            <a:ahLst/>
            <a:cxnLst/>
            <a:rect l="l" t="t" r="r" b="b"/>
            <a:pathLst>
              <a:path w="52070" h="6350">
                <a:moveTo>
                  <a:pt x="52070" y="0"/>
                </a:moveTo>
                <a:lnTo>
                  <a:pt x="2540" y="0"/>
                </a:lnTo>
                <a:lnTo>
                  <a:pt x="2540" y="1270"/>
                </a:lnTo>
                <a:lnTo>
                  <a:pt x="1270" y="1270"/>
                </a:lnTo>
                <a:lnTo>
                  <a:pt x="1270" y="3810"/>
                </a:lnTo>
                <a:lnTo>
                  <a:pt x="0" y="3810"/>
                </a:lnTo>
                <a:lnTo>
                  <a:pt x="0" y="6350"/>
                </a:lnTo>
                <a:lnTo>
                  <a:pt x="52070" y="6350"/>
                </a:lnTo>
                <a:lnTo>
                  <a:pt x="52070" y="3810"/>
                </a:lnTo>
                <a:lnTo>
                  <a:pt x="52070" y="1270"/>
                </a:lnTo>
                <a:lnTo>
                  <a:pt x="52070" y="0"/>
                </a:lnTo>
                <a:close/>
              </a:path>
            </a:pathLst>
          </a:custGeom>
          <a:solidFill>
            <a:srgbClr val="DD0600"/>
          </a:solidFill>
        </p:spPr>
        <p:txBody>
          <a:bodyPr wrap="square" lIns="0" tIns="0" rIns="0" bIns="0" rtlCol="0"/>
          <a:lstStyle/>
          <a:p/>
        </p:txBody>
      </p:sp>
      <p:sp>
        <p:nvSpPr>
          <p:cNvPr id="713" name="object 713"/>
          <p:cNvSpPr/>
          <p:nvPr/>
        </p:nvSpPr>
        <p:spPr>
          <a:xfrm>
            <a:off x="3559809" y="1566036"/>
            <a:ext cx="99060" cy="2540"/>
          </a:xfrm>
          <a:custGeom>
            <a:avLst/>
            <a:gdLst/>
            <a:ahLst/>
            <a:cxnLst/>
            <a:rect l="l" t="t" r="r" b="b"/>
            <a:pathLst>
              <a:path w="99060" h="2540">
                <a:moveTo>
                  <a:pt x="99060" y="0"/>
                </a:moveTo>
                <a:lnTo>
                  <a:pt x="0" y="0"/>
                </a:lnTo>
                <a:lnTo>
                  <a:pt x="0" y="2412"/>
                </a:lnTo>
                <a:lnTo>
                  <a:pt x="99060" y="2412"/>
                </a:lnTo>
                <a:lnTo>
                  <a:pt x="99060" y="0"/>
                </a:lnTo>
                <a:close/>
              </a:path>
            </a:pathLst>
          </a:custGeom>
          <a:solidFill>
            <a:srgbClr val="E00500"/>
          </a:solidFill>
        </p:spPr>
        <p:txBody>
          <a:bodyPr wrap="square" lIns="0" tIns="0" rIns="0" bIns="0" rtlCol="0"/>
          <a:lstStyle/>
          <a:p/>
        </p:txBody>
      </p:sp>
      <p:sp>
        <p:nvSpPr>
          <p:cNvPr id="714" name="object 714"/>
          <p:cNvSpPr/>
          <p:nvPr/>
        </p:nvSpPr>
        <p:spPr>
          <a:xfrm>
            <a:off x="3802380" y="1560829"/>
            <a:ext cx="58419" cy="7620"/>
          </a:xfrm>
          <a:custGeom>
            <a:avLst/>
            <a:gdLst/>
            <a:ahLst/>
            <a:cxnLst/>
            <a:rect l="l" t="t" r="r" b="b"/>
            <a:pathLst>
              <a:path w="58420" h="7619">
                <a:moveTo>
                  <a:pt x="58420" y="0"/>
                </a:move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57150" y="7620"/>
                </a:lnTo>
                <a:lnTo>
                  <a:pt x="57150" y="6350"/>
                </a:lnTo>
                <a:lnTo>
                  <a:pt x="58420" y="6350"/>
                </a:lnTo>
                <a:lnTo>
                  <a:pt x="58420" y="5080"/>
                </a:lnTo>
                <a:lnTo>
                  <a:pt x="58420" y="2540"/>
                </a:lnTo>
                <a:lnTo>
                  <a:pt x="58420" y="1270"/>
                </a:lnTo>
                <a:lnTo>
                  <a:pt x="58420" y="0"/>
                </a:lnTo>
                <a:close/>
              </a:path>
            </a:pathLst>
          </a:custGeom>
          <a:solidFill>
            <a:srgbClr val="E00500"/>
          </a:solidFill>
        </p:spPr>
        <p:txBody>
          <a:bodyPr wrap="square" lIns="0" tIns="0" rIns="0" bIns="0" rtlCol="0"/>
          <a:lstStyle/>
          <a:p/>
        </p:txBody>
      </p:sp>
      <p:sp>
        <p:nvSpPr>
          <p:cNvPr id="715" name="object 715"/>
          <p:cNvSpPr/>
          <p:nvPr/>
        </p:nvSpPr>
        <p:spPr>
          <a:xfrm>
            <a:off x="3559809" y="1560830"/>
            <a:ext cx="99060" cy="5080"/>
          </a:xfrm>
          <a:custGeom>
            <a:avLst/>
            <a:gdLst/>
            <a:ahLst/>
            <a:cxnLst/>
            <a:rect l="l" t="t" r="r" b="b"/>
            <a:pathLst>
              <a:path w="99060" h="5080">
                <a:moveTo>
                  <a:pt x="99060" y="0"/>
                </a:moveTo>
                <a:lnTo>
                  <a:pt x="0" y="0"/>
                </a:lnTo>
                <a:lnTo>
                  <a:pt x="0" y="5079"/>
                </a:lnTo>
                <a:lnTo>
                  <a:pt x="99060" y="5079"/>
                </a:lnTo>
                <a:lnTo>
                  <a:pt x="99060" y="0"/>
                </a:lnTo>
                <a:close/>
              </a:path>
            </a:pathLst>
          </a:custGeom>
          <a:solidFill>
            <a:srgbClr val="E00500"/>
          </a:solidFill>
        </p:spPr>
        <p:txBody>
          <a:bodyPr wrap="square" lIns="0" tIns="0" rIns="0" bIns="0" rtlCol="0"/>
          <a:lstStyle/>
          <a:p/>
        </p:txBody>
      </p:sp>
      <p:sp>
        <p:nvSpPr>
          <p:cNvPr id="716" name="object 716"/>
          <p:cNvSpPr/>
          <p:nvPr/>
        </p:nvSpPr>
        <p:spPr>
          <a:xfrm>
            <a:off x="3797300" y="1568449"/>
            <a:ext cx="62230" cy="7620"/>
          </a:xfrm>
          <a:custGeom>
            <a:avLst/>
            <a:gdLst/>
            <a:ahLst/>
            <a:cxnLst/>
            <a:rect l="l" t="t" r="r" b="b"/>
            <a:pathLst>
              <a:path w="62229" h="7619">
                <a:moveTo>
                  <a:pt x="62230" y="0"/>
                </a:moveTo>
                <a:lnTo>
                  <a:pt x="3810" y="0"/>
                </a:lnTo>
                <a:lnTo>
                  <a:pt x="3810" y="2540"/>
                </a:lnTo>
                <a:lnTo>
                  <a:pt x="2540" y="2540"/>
                </a:lnTo>
                <a:lnTo>
                  <a:pt x="2540" y="3810"/>
                </a:lnTo>
                <a:lnTo>
                  <a:pt x="1270" y="3810"/>
                </a:lnTo>
                <a:lnTo>
                  <a:pt x="1270" y="6350"/>
                </a:lnTo>
                <a:lnTo>
                  <a:pt x="0" y="6350"/>
                </a:lnTo>
                <a:lnTo>
                  <a:pt x="0" y="7620"/>
                </a:lnTo>
                <a:lnTo>
                  <a:pt x="62230" y="7620"/>
                </a:lnTo>
                <a:lnTo>
                  <a:pt x="62230" y="6350"/>
                </a:lnTo>
                <a:lnTo>
                  <a:pt x="62230" y="3810"/>
                </a:lnTo>
                <a:lnTo>
                  <a:pt x="62230" y="2540"/>
                </a:lnTo>
                <a:lnTo>
                  <a:pt x="62230" y="0"/>
                </a:lnTo>
                <a:close/>
              </a:path>
            </a:pathLst>
          </a:custGeom>
          <a:solidFill>
            <a:srgbClr val="E20500"/>
          </a:solidFill>
        </p:spPr>
        <p:txBody>
          <a:bodyPr wrap="square" lIns="0" tIns="0" rIns="0" bIns="0" rtlCol="0"/>
          <a:lstStyle/>
          <a:p/>
        </p:txBody>
      </p:sp>
      <p:sp>
        <p:nvSpPr>
          <p:cNvPr id="717" name="object 717"/>
          <p:cNvSpPr/>
          <p:nvPr/>
        </p:nvSpPr>
        <p:spPr>
          <a:xfrm>
            <a:off x="3558540" y="1568449"/>
            <a:ext cx="102870" cy="7620"/>
          </a:xfrm>
          <a:custGeom>
            <a:avLst/>
            <a:gdLst/>
            <a:ahLst/>
            <a:cxnLst/>
            <a:rect l="l" t="t" r="r" b="b"/>
            <a:pathLst>
              <a:path w="102870" h="7619">
                <a:moveTo>
                  <a:pt x="102870" y="6350"/>
                </a:moveTo>
                <a:lnTo>
                  <a:pt x="101600" y="6350"/>
                </a:lnTo>
                <a:lnTo>
                  <a:pt x="101600" y="3810"/>
                </a:lnTo>
                <a:lnTo>
                  <a:pt x="101600" y="0"/>
                </a:lnTo>
                <a:lnTo>
                  <a:pt x="1270" y="0"/>
                </a:lnTo>
                <a:lnTo>
                  <a:pt x="1270" y="3810"/>
                </a:lnTo>
                <a:lnTo>
                  <a:pt x="0" y="3810"/>
                </a:lnTo>
                <a:lnTo>
                  <a:pt x="0" y="6350"/>
                </a:lnTo>
                <a:lnTo>
                  <a:pt x="0" y="7620"/>
                </a:lnTo>
                <a:lnTo>
                  <a:pt x="102870" y="7620"/>
                </a:lnTo>
                <a:lnTo>
                  <a:pt x="102870" y="6350"/>
                </a:lnTo>
                <a:close/>
              </a:path>
            </a:pathLst>
          </a:custGeom>
          <a:solidFill>
            <a:srgbClr val="E20500"/>
          </a:solidFill>
        </p:spPr>
        <p:txBody>
          <a:bodyPr wrap="square" lIns="0" tIns="0" rIns="0" bIns="0" rtlCol="0"/>
          <a:lstStyle/>
          <a:p/>
        </p:txBody>
      </p:sp>
      <p:sp>
        <p:nvSpPr>
          <p:cNvPr id="718" name="object 718"/>
          <p:cNvSpPr/>
          <p:nvPr/>
        </p:nvSpPr>
        <p:spPr>
          <a:xfrm>
            <a:off x="3792220" y="1578609"/>
            <a:ext cx="67310" cy="3810"/>
          </a:xfrm>
          <a:custGeom>
            <a:avLst/>
            <a:gdLst/>
            <a:ahLst/>
            <a:cxnLst/>
            <a:rect l="l" t="t" r="r" b="b"/>
            <a:pathLst>
              <a:path w="67310" h="3809">
                <a:moveTo>
                  <a:pt x="67310" y="0"/>
                </a:moveTo>
                <a:lnTo>
                  <a:pt x="2540" y="0"/>
                </a:lnTo>
                <a:lnTo>
                  <a:pt x="2540" y="1270"/>
                </a:lnTo>
                <a:lnTo>
                  <a:pt x="1270" y="1270"/>
                </a:lnTo>
                <a:lnTo>
                  <a:pt x="1270" y="2540"/>
                </a:lnTo>
                <a:lnTo>
                  <a:pt x="0" y="2540"/>
                </a:lnTo>
                <a:lnTo>
                  <a:pt x="0" y="3810"/>
                </a:lnTo>
                <a:lnTo>
                  <a:pt x="67310" y="3810"/>
                </a:lnTo>
                <a:lnTo>
                  <a:pt x="67310" y="2540"/>
                </a:lnTo>
                <a:lnTo>
                  <a:pt x="67310" y="1270"/>
                </a:lnTo>
                <a:lnTo>
                  <a:pt x="67310" y="0"/>
                </a:lnTo>
                <a:close/>
              </a:path>
            </a:pathLst>
          </a:custGeom>
          <a:solidFill>
            <a:srgbClr val="E40500"/>
          </a:solidFill>
        </p:spPr>
        <p:txBody>
          <a:bodyPr wrap="square" lIns="0" tIns="0" rIns="0" bIns="0" rtlCol="0"/>
          <a:lstStyle/>
          <a:p/>
        </p:txBody>
      </p:sp>
      <p:sp>
        <p:nvSpPr>
          <p:cNvPr id="719" name="object 719"/>
          <p:cNvSpPr/>
          <p:nvPr/>
        </p:nvSpPr>
        <p:spPr>
          <a:xfrm>
            <a:off x="3558540" y="1576196"/>
            <a:ext cx="104139" cy="6350"/>
          </a:xfrm>
          <a:custGeom>
            <a:avLst/>
            <a:gdLst/>
            <a:ahLst/>
            <a:cxnLst/>
            <a:rect l="l" t="t" r="r" b="b"/>
            <a:pathLst>
              <a:path w="104139" h="6350">
                <a:moveTo>
                  <a:pt x="104140" y="2413"/>
                </a:moveTo>
                <a:lnTo>
                  <a:pt x="102870" y="2413"/>
                </a:lnTo>
                <a:lnTo>
                  <a:pt x="102870" y="0"/>
                </a:lnTo>
                <a:lnTo>
                  <a:pt x="0" y="0"/>
                </a:lnTo>
                <a:lnTo>
                  <a:pt x="0" y="2413"/>
                </a:lnTo>
                <a:lnTo>
                  <a:pt x="0" y="6223"/>
                </a:lnTo>
                <a:lnTo>
                  <a:pt x="104140" y="6223"/>
                </a:lnTo>
                <a:lnTo>
                  <a:pt x="104140" y="2413"/>
                </a:lnTo>
                <a:close/>
              </a:path>
            </a:pathLst>
          </a:custGeom>
          <a:solidFill>
            <a:srgbClr val="E40500"/>
          </a:solidFill>
        </p:spPr>
        <p:txBody>
          <a:bodyPr wrap="square" lIns="0" tIns="0" rIns="0" bIns="0" rtlCol="0"/>
          <a:lstStyle/>
          <a:p/>
        </p:txBody>
      </p:sp>
      <p:sp>
        <p:nvSpPr>
          <p:cNvPr id="720" name="object 720"/>
          <p:cNvSpPr/>
          <p:nvPr/>
        </p:nvSpPr>
        <p:spPr>
          <a:xfrm>
            <a:off x="3794760" y="1576069"/>
            <a:ext cx="64769" cy="2540"/>
          </a:xfrm>
          <a:custGeom>
            <a:avLst/>
            <a:gdLst/>
            <a:ahLst/>
            <a:cxnLst/>
            <a:rect l="l" t="t" r="r" b="b"/>
            <a:pathLst>
              <a:path w="64770" h="2540">
                <a:moveTo>
                  <a:pt x="64770" y="0"/>
                </a:moveTo>
                <a:lnTo>
                  <a:pt x="1270" y="0"/>
                </a:lnTo>
                <a:lnTo>
                  <a:pt x="1270" y="1270"/>
                </a:lnTo>
                <a:lnTo>
                  <a:pt x="0" y="1270"/>
                </a:lnTo>
                <a:lnTo>
                  <a:pt x="0" y="2540"/>
                </a:lnTo>
                <a:lnTo>
                  <a:pt x="64770" y="2540"/>
                </a:lnTo>
                <a:lnTo>
                  <a:pt x="64770" y="1270"/>
                </a:lnTo>
                <a:lnTo>
                  <a:pt x="64770" y="0"/>
                </a:lnTo>
                <a:close/>
              </a:path>
            </a:pathLst>
          </a:custGeom>
          <a:solidFill>
            <a:srgbClr val="E40500"/>
          </a:solidFill>
        </p:spPr>
        <p:txBody>
          <a:bodyPr wrap="square" lIns="0" tIns="0" rIns="0" bIns="0" rtlCol="0"/>
          <a:lstStyle/>
          <a:p/>
        </p:txBody>
      </p:sp>
      <p:sp>
        <p:nvSpPr>
          <p:cNvPr id="721" name="object 721"/>
          <p:cNvSpPr/>
          <p:nvPr/>
        </p:nvSpPr>
        <p:spPr>
          <a:xfrm>
            <a:off x="3557270" y="1582546"/>
            <a:ext cx="109220" cy="7620"/>
          </a:xfrm>
          <a:custGeom>
            <a:avLst/>
            <a:gdLst/>
            <a:ahLst/>
            <a:cxnLst/>
            <a:rect l="l" t="t" r="r" b="b"/>
            <a:pathLst>
              <a:path w="109220" h="7619">
                <a:moveTo>
                  <a:pt x="109220" y="6223"/>
                </a:moveTo>
                <a:lnTo>
                  <a:pt x="107950" y="6223"/>
                </a:lnTo>
                <a:lnTo>
                  <a:pt x="107950" y="2413"/>
                </a:lnTo>
                <a:lnTo>
                  <a:pt x="106680" y="2413"/>
                </a:lnTo>
                <a:lnTo>
                  <a:pt x="106680" y="1270"/>
                </a:lnTo>
                <a:lnTo>
                  <a:pt x="105410" y="1270"/>
                </a:lnTo>
                <a:lnTo>
                  <a:pt x="105410" y="0"/>
                </a:lnTo>
                <a:lnTo>
                  <a:pt x="1270" y="0"/>
                </a:lnTo>
                <a:lnTo>
                  <a:pt x="1270" y="1270"/>
                </a:lnTo>
                <a:lnTo>
                  <a:pt x="0" y="1270"/>
                </a:lnTo>
                <a:lnTo>
                  <a:pt x="0" y="2413"/>
                </a:lnTo>
                <a:lnTo>
                  <a:pt x="0" y="6223"/>
                </a:lnTo>
                <a:lnTo>
                  <a:pt x="0" y="7493"/>
                </a:lnTo>
                <a:lnTo>
                  <a:pt x="109220" y="7493"/>
                </a:lnTo>
                <a:lnTo>
                  <a:pt x="109220" y="6223"/>
                </a:lnTo>
                <a:close/>
              </a:path>
            </a:pathLst>
          </a:custGeom>
          <a:solidFill>
            <a:srgbClr val="E70400"/>
          </a:solidFill>
        </p:spPr>
        <p:txBody>
          <a:bodyPr wrap="square" lIns="0" tIns="0" rIns="0" bIns="0" rtlCol="0"/>
          <a:lstStyle/>
          <a:p/>
        </p:txBody>
      </p:sp>
      <p:sp>
        <p:nvSpPr>
          <p:cNvPr id="722" name="object 722"/>
          <p:cNvSpPr/>
          <p:nvPr/>
        </p:nvSpPr>
        <p:spPr>
          <a:xfrm>
            <a:off x="3783330" y="1582419"/>
            <a:ext cx="76200" cy="7620"/>
          </a:xfrm>
          <a:custGeom>
            <a:avLst/>
            <a:gdLst/>
            <a:ahLst/>
            <a:cxnLst/>
            <a:rect l="l" t="t" r="r" b="b"/>
            <a:pathLst>
              <a:path w="76200" h="7619">
                <a:moveTo>
                  <a:pt x="76200" y="0"/>
                </a:moveTo>
                <a:lnTo>
                  <a:pt x="7620" y="0"/>
                </a:lnTo>
                <a:lnTo>
                  <a:pt x="7620" y="1270"/>
                </a:lnTo>
                <a:lnTo>
                  <a:pt x="6350" y="1270"/>
                </a:lnTo>
                <a:lnTo>
                  <a:pt x="6350" y="2540"/>
                </a:lnTo>
                <a:lnTo>
                  <a:pt x="5080" y="2540"/>
                </a:lnTo>
                <a:lnTo>
                  <a:pt x="5080" y="3810"/>
                </a:lnTo>
                <a:lnTo>
                  <a:pt x="3810" y="3810"/>
                </a:lnTo>
                <a:lnTo>
                  <a:pt x="3810" y="5080"/>
                </a:lnTo>
                <a:lnTo>
                  <a:pt x="1270" y="5080"/>
                </a:lnTo>
                <a:lnTo>
                  <a:pt x="1270" y="6350"/>
                </a:lnTo>
                <a:lnTo>
                  <a:pt x="0" y="6350"/>
                </a:lnTo>
                <a:lnTo>
                  <a:pt x="0" y="7620"/>
                </a:lnTo>
                <a:lnTo>
                  <a:pt x="76200" y="7620"/>
                </a:lnTo>
                <a:lnTo>
                  <a:pt x="76200" y="6350"/>
                </a:lnTo>
                <a:lnTo>
                  <a:pt x="76200" y="5080"/>
                </a:lnTo>
                <a:lnTo>
                  <a:pt x="76200" y="3810"/>
                </a:lnTo>
                <a:lnTo>
                  <a:pt x="76200" y="2540"/>
                </a:lnTo>
                <a:lnTo>
                  <a:pt x="76200" y="1270"/>
                </a:lnTo>
                <a:lnTo>
                  <a:pt x="76200" y="0"/>
                </a:lnTo>
                <a:close/>
              </a:path>
            </a:pathLst>
          </a:custGeom>
          <a:solidFill>
            <a:srgbClr val="E70400"/>
          </a:solidFill>
        </p:spPr>
        <p:txBody>
          <a:bodyPr wrap="square" lIns="0" tIns="0" rIns="0" bIns="0" rtlCol="0"/>
          <a:lstStyle/>
          <a:p/>
        </p:txBody>
      </p:sp>
      <p:sp>
        <p:nvSpPr>
          <p:cNvPr id="723" name="object 723"/>
          <p:cNvSpPr/>
          <p:nvPr/>
        </p:nvSpPr>
        <p:spPr>
          <a:xfrm>
            <a:off x="3554730" y="1590039"/>
            <a:ext cx="118110" cy="7620"/>
          </a:xfrm>
          <a:custGeom>
            <a:avLst/>
            <a:gdLst/>
            <a:ahLst/>
            <a:cxnLst/>
            <a:rect l="l" t="t" r="r" b="b"/>
            <a:pathLst>
              <a:path w="118110" h="7619">
                <a:moveTo>
                  <a:pt x="118110" y="6350"/>
                </a:moveTo>
                <a:lnTo>
                  <a:pt x="116827" y="6350"/>
                </a:lnTo>
                <a:lnTo>
                  <a:pt x="116827" y="5207"/>
                </a:lnTo>
                <a:lnTo>
                  <a:pt x="116827" y="5080"/>
                </a:lnTo>
                <a:lnTo>
                  <a:pt x="115570" y="5080"/>
                </a:lnTo>
                <a:lnTo>
                  <a:pt x="115570" y="3810"/>
                </a:lnTo>
                <a:lnTo>
                  <a:pt x="114300" y="3810"/>
                </a:lnTo>
                <a:lnTo>
                  <a:pt x="114300" y="2540"/>
                </a:lnTo>
                <a:lnTo>
                  <a:pt x="114300" y="1270"/>
                </a:lnTo>
                <a:lnTo>
                  <a:pt x="113030" y="1270"/>
                </a:lnTo>
                <a:lnTo>
                  <a:pt x="113030" y="0"/>
                </a:lnTo>
                <a:lnTo>
                  <a:pt x="2540" y="0"/>
                </a:lnTo>
                <a:lnTo>
                  <a:pt x="2540" y="1270"/>
                </a:lnTo>
                <a:lnTo>
                  <a:pt x="2540" y="2540"/>
                </a:lnTo>
                <a:lnTo>
                  <a:pt x="1270" y="2540"/>
                </a:lnTo>
                <a:lnTo>
                  <a:pt x="1270" y="3810"/>
                </a:lnTo>
                <a:lnTo>
                  <a:pt x="1270" y="5080"/>
                </a:lnTo>
                <a:lnTo>
                  <a:pt x="0" y="5080"/>
                </a:lnTo>
                <a:lnTo>
                  <a:pt x="0" y="6350"/>
                </a:lnTo>
                <a:lnTo>
                  <a:pt x="0" y="7620"/>
                </a:lnTo>
                <a:lnTo>
                  <a:pt x="118110" y="7620"/>
                </a:lnTo>
                <a:lnTo>
                  <a:pt x="118110" y="6350"/>
                </a:lnTo>
                <a:close/>
              </a:path>
            </a:pathLst>
          </a:custGeom>
          <a:solidFill>
            <a:srgbClr val="E90400"/>
          </a:solidFill>
        </p:spPr>
        <p:txBody>
          <a:bodyPr wrap="square" lIns="0" tIns="0" rIns="0" bIns="0" rtlCol="0"/>
          <a:lstStyle/>
          <a:p/>
        </p:txBody>
      </p:sp>
      <p:sp>
        <p:nvSpPr>
          <p:cNvPr id="724" name="object 724"/>
          <p:cNvSpPr/>
          <p:nvPr/>
        </p:nvSpPr>
        <p:spPr>
          <a:xfrm>
            <a:off x="3769360" y="1590039"/>
            <a:ext cx="90170" cy="7620"/>
          </a:xfrm>
          <a:custGeom>
            <a:avLst/>
            <a:gdLst/>
            <a:ahLst/>
            <a:cxnLst/>
            <a:rect l="l" t="t" r="r" b="b"/>
            <a:pathLst>
              <a:path w="90170" h="7619">
                <a:moveTo>
                  <a:pt x="90170" y="0"/>
                </a:moveTo>
                <a:lnTo>
                  <a:pt x="13970" y="0"/>
                </a:lnTo>
                <a:lnTo>
                  <a:pt x="13970" y="127"/>
                </a:lnTo>
                <a:lnTo>
                  <a:pt x="12700" y="127"/>
                </a:lnTo>
                <a:lnTo>
                  <a:pt x="12700" y="1270"/>
                </a:lnTo>
                <a:lnTo>
                  <a:pt x="10160" y="1270"/>
                </a:lnTo>
                <a:lnTo>
                  <a:pt x="10160" y="2540"/>
                </a:lnTo>
                <a:lnTo>
                  <a:pt x="7620" y="2540"/>
                </a:lnTo>
                <a:lnTo>
                  <a:pt x="7620" y="3810"/>
                </a:lnTo>
                <a:lnTo>
                  <a:pt x="6350" y="3810"/>
                </a:lnTo>
                <a:lnTo>
                  <a:pt x="6350" y="5080"/>
                </a:lnTo>
                <a:lnTo>
                  <a:pt x="2540" y="5080"/>
                </a:lnTo>
                <a:lnTo>
                  <a:pt x="2540" y="6350"/>
                </a:lnTo>
                <a:lnTo>
                  <a:pt x="0" y="6350"/>
                </a:lnTo>
                <a:lnTo>
                  <a:pt x="0" y="7620"/>
                </a:lnTo>
                <a:lnTo>
                  <a:pt x="88900" y="7620"/>
                </a:lnTo>
                <a:lnTo>
                  <a:pt x="88900" y="6350"/>
                </a:lnTo>
                <a:lnTo>
                  <a:pt x="88900" y="5080"/>
                </a:lnTo>
                <a:lnTo>
                  <a:pt x="88900" y="3810"/>
                </a:lnTo>
                <a:lnTo>
                  <a:pt x="88900" y="2540"/>
                </a:lnTo>
                <a:lnTo>
                  <a:pt x="88900" y="1270"/>
                </a:lnTo>
                <a:lnTo>
                  <a:pt x="88900" y="127"/>
                </a:lnTo>
                <a:lnTo>
                  <a:pt x="90170" y="127"/>
                </a:lnTo>
                <a:lnTo>
                  <a:pt x="90170" y="0"/>
                </a:lnTo>
                <a:close/>
              </a:path>
            </a:pathLst>
          </a:custGeom>
          <a:solidFill>
            <a:srgbClr val="E90400"/>
          </a:solidFill>
        </p:spPr>
        <p:txBody>
          <a:bodyPr wrap="square" lIns="0" tIns="0" rIns="0" bIns="0" rtlCol="0"/>
          <a:lstStyle/>
          <a:p/>
        </p:txBody>
      </p:sp>
      <p:sp>
        <p:nvSpPr>
          <p:cNvPr id="725" name="object 725"/>
          <p:cNvSpPr/>
          <p:nvPr/>
        </p:nvSpPr>
        <p:spPr>
          <a:xfrm>
            <a:off x="3553460" y="1601469"/>
            <a:ext cx="142240" cy="2540"/>
          </a:xfrm>
          <a:custGeom>
            <a:avLst/>
            <a:gdLst/>
            <a:ahLst/>
            <a:cxnLst/>
            <a:rect l="l" t="t" r="r" b="b"/>
            <a:pathLst>
              <a:path w="142239" h="2540">
                <a:moveTo>
                  <a:pt x="142240" y="1270"/>
                </a:moveTo>
                <a:lnTo>
                  <a:pt x="133350" y="1270"/>
                </a:lnTo>
                <a:lnTo>
                  <a:pt x="133350" y="0"/>
                </a:lnTo>
                <a:lnTo>
                  <a:pt x="0" y="0"/>
                </a:lnTo>
                <a:lnTo>
                  <a:pt x="0" y="1270"/>
                </a:lnTo>
                <a:lnTo>
                  <a:pt x="0" y="2540"/>
                </a:lnTo>
                <a:lnTo>
                  <a:pt x="142240" y="2540"/>
                </a:lnTo>
                <a:lnTo>
                  <a:pt x="142240" y="1270"/>
                </a:lnTo>
                <a:close/>
              </a:path>
            </a:pathLst>
          </a:custGeom>
          <a:solidFill>
            <a:srgbClr val="EB0300"/>
          </a:solidFill>
        </p:spPr>
        <p:txBody>
          <a:bodyPr wrap="square" lIns="0" tIns="0" rIns="0" bIns="0" rtlCol="0"/>
          <a:lstStyle/>
          <a:p/>
        </p:txBody>
      </p:sp>
      <p:sp>
        <p:nvSpPr>
          <p:cNvPr id="726" name="object 726"/>
          <p:cNvSpPr/>
          <p:nvPr/>
        </p:nvSpPr>
        <p:spPr>
          <a:xfrm>
            <a:off x="3747770" y="1601469"/>
            <a:ext cx="110489" cy="2540"/>
          </a:xfrm>
          <a:custGeom>
            <a:avLst/>
            <a:gdLst/>
            <a:ahLst/>
            <a:cxnLst/>
            <a:rect l="l" t="t" r="r" b="b"/>
            <a:pathLst>
              <a:path w="110489" h="2540">
                <a:moveTo>
                  <a:pt x="110490" y="0"/>
                </a:moveTo>
                <a:lnTo>
                  <a:pt x="7620" y="0"/>
                </a:lnTo>
                <a:lnTo>
                  <a:pt x="7620" y="1270"/>
                </a:lnTo>
                <a:lnTo>
                  <a:pt x="0" y="1270"/>
                </a:lnTo>
                <a:lnTo>
                  <a:pt x="0" y="2540"/>
                </a:lnTo>
                <a:lnTo>
                  <a:pt x="110490" y="2540"/>
                </a:lnTo>
                <a:lnTo>
                  <a:pt x="110490" y="1270"/>
                </a:lnTo>
                <a:lnTo>
                  <a:pt x="110490" y="0"/>
                </a:lnTo>
                <a:close/>
              </a:path>
            </a:pathLst>
          </a:custGeom>
          <a:solidFill>
            <a:srgbClr val="EB0300"/>
          </a:solidFill>
        </p:spPr>
        <p:txBody>
          <a:bodyPr wrap="square" lIns="0" tIns="0" rIns="0" bIns="0" rtlCol="0"/>
          <a:lstStyle/>
          <a:p/>
        </p:txBody>
      </p:sp>
      <p:sp>
        <p:nvSpPr>
          <p:cNvPr id="727" name="object 727"/>
          <p:cNvSpPr/>
          <p:nvPr/>
        </p:nvSpPr>
        <p:spPr>
          <a:xfrm>
            <a:off x="3554730" y="1597659"/>
            <a:ext cx="132080" cy="4445"/>
          </a:xfrm>
          <a:custGeom>
            <a:avLst/>
            <a:gdLst/>
            <a:ahLst/>
            <a:cxnLst/>
            <a:rect l="l" t="t" r="r" b="b"/>
            <a:pathLst>
              <a:path w="132079" h="4444">
                <a:moveTo>
                  <a:pt x="124460" y="2540"/>
                </a:moveTo>
                <a:lnTo>
                  <a:pt x="120650" y="2540"/>
                </a:lnTo>
                <a:lnTo>
                  <a:pt x="120650" y="1270"/>
                </a:lnTo>
                <a:lnTo>
                  <a:pt x="119367" y="1270"/>
                </a:lnTo>
                <a:lnTo>
                  <a:pt x="119367" y="0"/>
                </a:lnTo>
                <a:lnTo>
                  <a:pt x="0" y="0"/>
                </a:lnTo>
                <a:lnTo>
                  <a:pt x="0" y="1270"/>
                </a:lnTo>
                <a:lnTo>
                  <a:pt x="0" y="2540"/>
                </a:lnTo>
                <a:lnTo>
                  <a:pt x="0" y="3810"/>
                </a:lnTo>
                <a:lnTo>
                  <a:pt x="124460" y="3810"/>
                </a:lnTo>
                <a:lnTo>
                  <a:pt x="124460" y="2540"/>
                </a:lnTo>
                <a:close/>
              </a:path>
              <a:path w="132079" h="4444">
                <a:moveTo>
                  <a:pt x="132080" y="3810"/>
                </a:moveTo>
                <a:lnTo>
                  <a:pt x="124460" y="3810"/>
                </a:lnTo>
                <a:lnTo>
                  <a:pt x="124460" y="3937"/>
                </a:lnTo>
                <a:lnTo>
                  <a:pt x="132080" y="3937"/>
                </a:lnTo>
                <a:lnTo>
                  <a:pt x="132080" y="3810"/>
                </a:lnTo>
                <a:close/>
              </a:path>
            </a:pathLst>
          </a:custGeom>
          <a:solidFill>
            <a:srgbClr val="EB0300"/>
          </a:solidFill>
        </p:spPr>
        <p:txBody>
          <a:bodyPr wrap="square" lIns="0" tIns="0" rIns="0" bIns="0" rtlCol="0"/>
          <a:lstStyle/>
          <a:p/>
        </p:txBody>
      </p:sp>
      <p:grpSp>
        <p:nvGrpSpPr>
          <p:cNvPr id="728" name="object 728"/>
          <p:cNvGrpSpPr/>
          <p:nvPr/>
        </p:nvGrpSpPr>
        <p:grpSpPr>
          <a:xfrm>
            <a:off x="3505200" y="1597660"/>
            <a:ext cx="353060" cy="50800"/>
            <a:chOff x="3505200" y="1597660"/>
            <a:chExt cx="353060" cy="50800"/>
          </a:xfrm>
        </p:grpSpPr>
        <p:sp>
          <p:nvSpPr>
            <p:cNvPr id="729" name="object 729"/>
            <p:cNvSpPr/>
            <p:nvPr/>
          </p:nvSpPr>
          <p:spPr>
            <a:xfrm>
              <a:off x="3761740" y="1597659"/>
              <a:ext cx="96520" cy="3810"/>
            </a:xfrm>
            <a:custGeom>
              <a:avLst/>
              <a:gdLst/>
              <a:ahLst/>
              <a:cxnLst/>
              <a:rect l="l" t="t" r="r" b="b"/>
              <a:pathLst>
                <a:path w="96520" h="3809">
                  <a:moveTo>
                    <a:pt x="96520" y="0"/>
                  </a:moveTo>
                  <a:lnTo>
                    <a:pt x="3810" y="0"/>
                  </a:lnTo>
                  <a:lnTo>
                    <a:pt x="3810" y="1270"/>
                  </a:lnTo>
                  <a:lnTo>
                    <a:pt x="1270" y="1270"/>
                  </a:lnTo>
                  <a:lnTo>
                    <a:pt x="1270" y="2540"/>
                  </a:lnTo>
                  <a:lnTo>
                    <a:pt x="0" y="2540"/>
                  </a:lnTo>
                  <a:lnTo>
                    <a:pt x="0" y="3810"/>
                  </a:lnTo>
                  <a:lnTo>
                    <a:pt x="96520" y="3810"/>
                  </a:lnTo>
                  <a:lnTo>
                    <a:pt x="96520" y="2540"/>
                  </a:lnTo>
                  <a:lnTo>
                    <a:pt x="96520" y="1270"/>
                  </a:lnTo>
                  <a:lnTo>
                    <a:pt x="96520" y="0"/>
                  </a:lnTo>
                  <a:close/>
                </a:path>
              </a:pathLst>
            </a:custGeom>
            <a:solidFill>
              <a:srgbClr val="EB0300"/>
            </a:solidFill>
          </p:spPr>
          <p:txBody>
            <a:bodyPr wrap="square" lIns="0" tIns="0" rIns="0" bIns="0" rtlCol="0"/>
            <a:lstStyle/>
            <a:p/>
          </p:txBody>
        </p:sp>
        <p:sp>
          <p:nvSpPr>
            <p:cNvPr id="730" name="object 730"/>
            <p:cNvSpPr/>
            <p:nvPr/>
          </p:nvSpPr>
          <p:spPr>
            <a:xfrm>
              <a:off x="3548380" y="1604009"/>
              <a:ext cx="309880" cy="7620"/>
            </a:xfrm>
            <a:custGeom>
              <a:avLst/>
              <a:gdLst/>
              <a:ahLst/>
              <a:cxnLst/>
              <a:rect l="l" t="t" r="r" b="b"/>
              <a:pathLst>
                <a:path w="309879" h="7619">
                  <a:moveTo>
                    <a:pt x="309880" y="0"/>
                  </a:moveTo>
                  <a:lnTo>
                    <a:pt x="199390" y="0"/>
                  </a:lnTo>
                  <a:lnTo>
                    <a:pt x="147320" y="0"/>
                  </a:lnTo>
                  <a:lnTo>
                    <a:pt x="3810" y="0"/>
                  </a:lnTo>
                  <a:lnTo>
                    <a:pt x="3810" y="1270"/>
                  </a:lnTo>
                  <a:lnTo>
                    <a:pt x="2540" y="1270"/>
                  </a:lnTo>
                  <a:lnTo>
                    <a:pt x="2540" y="3810"/>
                  </a:lnTo>
                  <a:lnTo>
                    <a:pt x="1270" y="3810"/>
                  </a:lnTo>
                  <a:lnTo>
                    <a:pt x="1270" y="6350"/>
                  </a:lnTo>
                  <a:lnTo>
                    <a:pt x="0" y="6350"/>
                  </a:lnTo>
                  <a:lnTo>
                    <a:pt x="0" y="7620"/>
                  </a:lnTo>
                  <a:lnTo>
                    <a:pt x="309880" y="7620"/>
                  </a:lnTo>
                  <a:lnTo>
                    <a:pt x="309880" y="6350"/>
                  </a:lnTo>
                  <a:lnTo>
                    <a:pt x="309880" y="3810"/>
                  </a:lnTo>
                  <a:lnTo>
                    <a:pt x="309880" y="1270"/>
                  </a:lnTo>
                  <a:lnTo>
                    <a:pt x="309880" y="0"/>
                  </a:lnTo>
                  <a:close/>
                </a:path>
              </a:pathLst>
            </a:custGeom>
            <a:solidFill>
              <a:srgbClr val="ED0300"/>
            </a:solidFill>
          </p:spPr>
          <p:txBody>
            <a:bodyPr wrap="square" lIns="0" tIns="0" rIns="0" bIns="0" rtlCol="0"/>
            <a:lstStyle/>
            <a:p/>
          </p:txBody>
        </p:sp>
        <p:sp>
          <p:nvSpPr>
            <p:cNvPr id="731" name="object 731"/>
            <p:cNvSpPr/>
            <p:nvPr/>
          </p:nvSpPr>
          <p:spPr>
            <a:xfrm>
              <a:off x="3540760" y="1611629"/>
              <a:ext cx="317500" cy="7620"/>
            </a:xfrm>
            <a:custGeom>
              <a:avLst/>
              <a:gdLst/>
              <a:ahLst/>
              <a:cxnLst/>
              <a:rect l="l" t="t" r="r" b="b"/>
              <a:pathLst>
                <a:path w="317500" h="7619">
                  <a:moveTo>
                    <a:pt x="31750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316230" y="7620"/>
                  </a:lnTo>
                  <a:lnTo>
                    <a:pt x="316230" y="6350"/>
                  </a:lnTo>
                  <a:lnTo>
                    <a:pt x="316230" y="5080"/>
                  </a:lnTo>
                  <a:lnTo>
                    <a:pt x="316230" y="3810"/>
                  </a:lnTo>
                  <a:lnTo>
                    <a:pt x="316230" y="2540"/>
                  </a:lnTo>
                  <a:lnTo>
                    <a:pt x="316230" y="1270"/>
                  </a:lnTo>
                  <a:lnTo>
                    <a:pt x="317500" y="1270"/>
                  </a:lnTo>
                  <a:lnTo>
                    <a:pt x="317500" y="0"/>
                  </a:lnTo>
                  <a:close/>
                </a:path>
              </a:pathLst>
            </a:custGeom>
            <a:solidFill>
              <a:srgbClr val="F00200"/>
            </a:solidFill>
          </p:spPr>
          <p:txBody>
            <a:bodyPr wrap="square" lIns="0" tIns="0" rIns="0" bIns="0" rtlCol="0"/>
            <a:lstStyle/>
            <a:p/>
          </p:txBody>
        </p:sp>
        <p:sp>
          <p:nvSpPr>
            <p:cNvPr id="732" name="object 732"/>
            <p:cNvSpPr/>
            <p:nvPr/>
          </p:nvSpPr>
          <p:spPr>
            <a:xfrm>
              <a:off x="3528060" y="1619249"/>
              <a:ext cx="328930" cy="6350"/>
            </a:xfrm>
            <a:custGeom>
              <a:avLst/>
              <a:gdLst/>
              <a:ahLst/>
              <a:cxnLst/>
              <a:rect l="l" t="t" r="r" b="b"/>
              <a:pathLst>
                <a:path w="328929" h="6350">
                  <a:moveTo>
                    <a:pt x="328930" y="0"/>
                  </a:moveTo>
                  <a:lnTo>
                    <a:pt x="10160" y="0"/>
                  </a:lnTo>
                  <a:lnTo>
                    <a:pt x="10160" y="1270"/>
                  </a:lnTo>
                  <a:lnTo>
                    <a:pt x="8890" y="1270"/>
                  </a:lnTo>
                  <a:lnTo>
                    <a:pt x="8890" y="2540"/>
                  </a:lnTo>
                  <a:lnTo>
                    <a:pt x="7620" y="2540"/>
                  </a:lnTo>
                  <a:lnTo>
                    <a:pt x="7620" y="3810"/>
                  </a:lnTo>
                  <a:lnTo>
                    <a:pt x="2540" y="3810"/>
                  </a:lnTo>
                  <a:lnTo>
                    <a:pt x="2540" y="5080"/>
                  </a:lnTo>
                  <a:lnTo>
                    <a:pt x="0" y="5080"/>
                  </a:lnTo>
                  <a:lnTo>
                    <a:pt x="0" y="6350"/>
                  </a:lnTo>
                  <a:lnTo>
                    <a:pt x="328930" y="6350"/>
                  </a:lnTo>
                  <a:lnTo>
                    <a:pt x="328930" y="5080"/>
                  </a:lnTo>
                  <a:lnTo>
                    <a:pt x="328930" y="3810"/>
                  </a:lnTo>
                  <a:lnTo>
                    <a:pt x="328930" y="2540"/>
                  </a:lnTo>
                  <a:lnTo>
                    <a:pt x="328930" y="1270"/>
                  </a:lnTo>
                  <a:lnTo>
                    <a:pt x="328930" y="0"/>
                  </a:lnTo>
                  <a:close/>
                </a:path>
              </a:pathLst>
            </a:custGeom>
            <a:solidFill>
              <a:srgbClr val="F20200"/>
            </a:solidFill>
          </p:spPr>
          <p:txBody>
            <a:bodyPr wrap="square" lIns="0" tIns="0" rIns="0" bIns="0" rtlCol="0"/>
            <a:lstStyle/>
            <a:p/>
          </p:txBody>
        </p:sp>
        <p:sp>
          <p:nvSpPr>
            <p:cNvPr id="733" name="object 733"/>
            <p:cNvSpPr/>
            <p:nvPr/>
          </p:nvSpPr>
          <p:spPr>
            <a:xfrm>
              <a:off x="3505200" y="1625600"/>
              <a:ext cx="351790" cy="7620"/>
            </a:xfrm>
            <a:custGeom>
              <a:avLst/>
              <a:gdLst/>
              <a:ahLst/>
              <a:cxnLst/>
              <a:rect l="l" t="t" r="r" b="b"/>
              <a:pathLst>
                <a:path w="351789" h="7619">
                  <a:moveTo>
                    <a:pt x="0" y="0"/>
                  </a:moveTo>
                  <a:lnTo>
                    <a:pt x="351789" y="0"/>
                  </a:lnTo>
                  <a:lnTo>
                    <a:pt x="351789" y="7620"/>
                  </a:lnTo>
                  <a:lnTo>
                    <a:pt x="0" y="7620"/>
                  </a:lnTo>
                  <a:lnTo>
                    <a:pt x="0" y="0"/>
                  </a:lnTo>
                  <a:close/>
                </a:path>
              </a:pathLst>
            </a:custGeom>
            <a:solidFill>
              <a:srgbClr val="F40100"/>
            </a:solidFill>
          </p:spPr>
          <p:txBody>
            <a:bodyPr wrap="square" lIns="0" tIns="0" rIns="0" bIns="0" rtlCol="0"/>
            <a:lstStyle/>
            <a:p/>
          </p:txBody>
        </p:sp>
        <p:sp>
          <p:nvSpPr>
            <p:cNvPr id="734" name="object 734"/>
            <p:cNvSpPr/>
            <p:nvPr/>
          </p:nvSpPr>
          <p:spPr>
            <a:xfrm>
              <a:off x="3505200" y="1633219"/>
              <a:ext cx="351790" cy="7620"/>
            </a:xfrm>
            <a:custGeom>
              <a:avLst/>
              <a:gdLst/>
              <a:ahLst/>
              <a:cxnLst/>
              <a:rect l="l" t="t" r="r" b="b"/>
              <a:pathLst>
                <a:path w="351789" h="7619">
                  <a:moveTo>
                    <a:pt x="351790" y="0"/>
                  </a:moveTo>
                  <a:lnTo>
                    <a:pt x="0" y="0"/>
                  </a:lnTo>
                  <a:lnTo>
                    <a:pt x="0" y="2540"/>
                  </a:lnTo>
                  <a:lnTo>
                    <a:pt x="0" y="7620"/>
                  </a:lnTo>
                  <a:lnTo>
                    <a:pt x="350520" y="7620"/>
                  </a:lnTo>
                  <a:lnTo>
                    <a:pt x="350520" y="2540"/>
                  </a:lnTo>
                  <a:lnTo>
                    <a:pt x="351790" y="2540"/>
                  </a:lnTo>
                  <a:lnTo>
                    <a:pt x="351790" y="0"/>
                  </a:lnTo>
                  <a:close/>
                </a:path>
              </a:pathLst>
            </a:custGeom>
            <a:solidFill>
              <a:srgbClr val="F70100"/>
            </a:solidFill>
          </p:spPr>
          <p:txBody>
            <a:bodyPr wrap="square" lIns="0" tIns="0" rIns="0" bIns="0" rtlCol="0"/>
            <a:lstStyle/>
            <a:p/>
          </p:txBody>
        </p:sp>
        <p:sp>
          <p:nvSpPr>
            <p:cNvPr id="735" name="object 735"/>
            <p:cNvSpPr/>
            <p:nvPr/>
          </p:nvSpPr>
          <p:spPr>
            <a:xfrm>
              <a:off x="3505200" y="1640840"/>
              <a:ext cx="350520" cy="7620"/>
            </a:xfrm>
            <a:custGeom>
              <a:avLst/>
              <a:gdLst/>
              <a:ahLst/>
              <a:cxnLst/>
              <a:rect l="l" t="t" r="r" b="b"/>
              <a:pathLst>
                <a:path w="350520" h="7619">
                  <a:moveTo>
                    <a:pt x="0" y="0"/>
                  </a:moveTo>
                  <a:lnTo>
                    <a:pt x="350520" y="0"/>
                  </a:lnTo>
                  <a:lnTo>
                    <a:pt x="350520" y="7620"/>
                  </a:lnTo>
                  <a:lnTo>
                    <a:pt x="0" y="7620"/>
                  </a:lnTo>
                  <a:lnTo>
                    <a:pt x="0" y="0"/>
                  </a:lnTo>
                  <a:close/>
                </a:path>
              </a:pathLst>
            </a:custGeom>
            <a:solidFill>
              <a:srgbClr val="F90000"/>
            </a:solidFill>
          </p:spPr>
          <p:txBody>
            <a:bodyPr wrap="square" lIns="0" tIns="0" rIns="0" bIns="0" rtlCol="0"/>
            <a:lstStyle/>
            <a:p/>
          </p:txBody>
        </p:sp>
      </p:grpSp>
      <p:sp>
        <p:nvSpPr>
          <p:cNvPr id="736" name="object 736"/>
          <p:cNvSpPr/>
          <p:nvPr/>
        </p:nvSpPr>
        <p:spPr>
          <a:xfrm>
            <a:off x="4010659" y="838200"/>
            <a:ext cx="90170" cy="181610"/>
          </a:xfrm>
          <a:prstGeom prst="rect">
            <a:avLst/>
          </a:prstGeom>
          <a:blipFill>
            <a:blip r:embed="rId19" cstate="print"/>
            <a:stretch>
              <a:fillRect/>
            </a:stretch>
          </a:blipFill>
        </p:spPr>
        <p:txBody>
          <a:bodyPr wrap="square" lIns="0" tIns="0" rIns="0" bIns="0" rtlCol="0"/>
          <a:lstStyle/>
          <a:p/>
        </p:txBody>
      </p:sp>
      <p:grpSp>
        <p:nvGrpSpPr>
          <p:cNvPr id="737" name="object 737"/>
          <p:cNvGrpSpPr/>
          <p:nvPr/>
        </p:nvGrpSpPr>
        <p:grpSpPr>
          <a:xfrm>
            <a:off x="3981450" y="1102360"/>
            <a:ext cx="147320" cy="544830"/>
            <a:chOff x="3981450" y="1102360"/>
            <a:chExt cx="147320" cy="544830"/>
          </a:xfrm>
        </p:grpSpPr>
        <p:sp>
          <p:nvSpPr>
            <p:cNvPr id="738" name="object 738"/>
            <p:cNvSpPr/>
            <p:nvPr/>
          </p:nvSpPr>
          <p:spPr>
            <a:xfrm>
              <a:off x="3981450" y="1102360"/>
              <a:ext cx="115570" cy="2540"/>
            </a:xfrm>
            <a:custGeom>
              <a:avLst/>
              <a:gdLst/>
              <a:ahLst/>
              <a:cxnLst/>
              <a:rect l="l" t="t" r="r" b="b"/>
              <a:pathLst>
                <a:path w="115570" h="2540">
                  <a:moveTo>
                    <a:pt x="115570" y="0"/>
                  </a:moveTo>
                  <a:lnTo>
                    <a:pt x="115570" y="2539"/>
                  </a:lnTo>
                  <a:lnTo>
                    <a:pt x="0" y="2539"/>
                  </a:lnTo>
                  <a:lnTo>
                    <a:pt x="0" y="0"/>
                  </a:lnTo>
                  <a:lnTo>
                    <a:pt x="115570" y="0"/>
                  </a:lnTo>
                  <a:close/>
                </a:path>
              </a:pathLst>
            </a:custGeom>
            <a:solidFill>
              <a:srgbClr val="502200"/>
            </a:solidFill>
          </p:spPr>
          <p:txBody>
            <a:bodyPr wrap="square" lIns="0" tIns="0" rIns="0" bIns="0" rtlCol="0"/>
            <a:lstStyle/>
            <a:p/>
          </p:txBody>
        </p:sp>
        <p:sp>
          <p:nvSpPr>
            <p:cNvPr id="739" name="object 739"/>
            <p:cNvSpPr/>
            <p:nvPr/>
          </p:nvSpPr>
          <p:spPr>
            <a:xfrm>
              <a:off x="3981450" y="1104900"/>
              <a:ext cx="115570" cy="7620"/>
            </a:xfrm>
            <a:custGeom>
              <a:avLst/>
              <a:gdLst/>
              <a:ahLst/>
              <a:cxnLst/>
              <a:rect l="l" t="t" r="r" b="b"/>
              <a:pathLst>
                <a:path w="115570" h="7619">
                  <a:moveTo>
                    <a:pt x="0" y="0"/>
                  </a:moveTo>
                  <a:lnTo>
                    <a:pt x="115570" y="0"/>
                  </a:lnTo>
                  <a:lnTo>
                    <a:pt x="115570" y="7620"/>
                  </a:lnTo>
                  <a:lnTo>
                    <a:pt x="0" y="7620"/>
                  </a:lnTo>
                  <a:lnTo>
                    <a:pt x="0" y="0"/>
                  </a:lnTo>
                  <a:close/>
                </a:path>
              </a:pathLst>
            </a:custGeom>
            <a:solidFill>
              <a:srgbClr val="522200"/>
            </a:solidFill>
          </p:spPr>
          <p:txBody>
            <a:bodyPr wrap="square" lIns="0" tIns="0" rIns="0" bIns="0" rtlCol="0"/>
            <a:lstStyle/>
            <a:p/>
          </p:txBody>
        </p:sp>
        <p:sp>
          <p:nvSpPr>
            <p:cNvPr id="740" name="object 740"/>
            <p:cNvSpPr/>
            <p:nvPr/>
          </p:nvSpPr>
          <p:spPr>
            <a:xfrm>
              <a:off x="3981450" y="1112520"/>
              <a:ext cx="115570" cy="7620"/>
            </a:xfrm>
            <a:custGeom>
              <a:avLst/>
              <a:gdLst/>
              <a:ahLst/>
              <a:cxnLst/>
              <a:rect l="l" t="t" r="r" b="b"/>
              <a:pathLst>
                <a:path w="115570" h="7619">
                  <a:moveTo>
                    <a:pt x="0" y="0"/>
                  </a:moveTo>
                  <a:lnTo>
                    <a:pt x="115570" y="0"/>
                  </a:lnTo>
                  <a:lnTo>
                    <a:pt x="115570" y="7619"/>
                  </a:lnTo>
                  <a:lnTo>
                    <a:pt x="0" y="7619"/>
                  </a:lnTo>
                  <a:lnTo>
                    <a:pt x="0" y="0"/>
                  </a:lnTo>
                  <a:close/>
                </a:path>
              </a:pathLst>
            </a:custGeom>
            <a:solidFill>
              <a:srgbClr val="542100"/>
            </a:solidFill>
          </p:spPr>
          <p:txBody>
            <a:bodyPr wrap="square" lIns="0" tIns="0" rIns="0" bIns="0" rtlCol="0"/>
            <a:lstStyle/>
            <a:p/>
          </p:txBody>
        </p:sp>
        <p:sp>
          <p:nvSpPr>
            <p:cNvPr id="741" name="object 741"/>
            <p:cNvSpPr/>
            <p:nvPr/>
          </p:nvSpPr>
          <p:spPr>
            <a:xfrm>
              <a:off x="3981450" y="1120140"/>
              <a:ext cx="115570" cy="6350"/>
            </a:xfrm>
            <a:custGeom>
              <a:avLst/>
              <a:gdLst/>
              <a:ahLst/>
              <a:cxnLst/>
              <a:rect l="l" t="t" r="r" b="b"/>
              <a:pathLst>
                <a:path w="115570" h="6350">
                  <a:moveTo>
                    <a:pt x="0" y="0"/>
                  </a:moveTo>
                  <a:lnTo>
                    <a:pt x="115570" y="0"/>
                  </a:lnTo>
                  <a:lnTo>
                    <a:pt x="115570" y="6350"/>
                  </a:lnTo>
                  <a:lnTo>
                    <a:pt x="0" y="6350"/>
                  </a:lnTo>
                  <a:lnTo>
                    <a:pt x="0" y="0"/>
                  </a:lnTo>
                  <a:close/>
                </a:path>
              </a:pathLst>
            </a:custGeom>
            <a:solidFill>
              <a:srgbClr val="572100"/>
            </a:solidFill>
          </p:spPr>
          <p:txBody>
            <a:bodyPr wrap="square" lIns="0" tIns="0" rIns="0" bIns="0" rtlCol="0"/>
            <a:lstStyle/>
            <a:p/>
          </p:txBody>
        </p:sp>
        <p:sp>
          <p:nvSpPr>
            <p:cNvPr id="742" name="object 742"/>
            <p:cNvSpPr/>
            <p:nvPr/>
          </p:nvSpPr>
          <p:spPr>
            <a:xfrm>
              <a:off x="3992880" y="1126489"/>
              <a:ext cx="104139" cy="7620"/>
            </a:xfrm>
            <a:custGeom>
              <a:avLst/>
              <a:gdLst/>
              <a:ahLst/>
              <a:cxnLst/>
              <a:rect l="l" t="t" r="r" b="b"/>
              <a:pathLst>
                <a:path w="104139" h="7619">
                  <a:moveTo>
                    <a:pt x="104140" y="0"/>
                  </a:moveTo>
                  <a:lnTo>
                    <a:pt x="0" y="0"/>
                  </a:lnTo>
                  <a:lnTo>
                    <a:pt x="0" y="1270"/>
                  </a:lnTo>
                  <a:lnTo>
                    <a:pt x="1270" y="1270"/>
                  </a:lnTo>
                  <a:lnTo>
                    <a:pt x="1270" y="2540"/>
                  </a:lnTo>
                  <a:lnTo>
                    <a:pt x="5080" y="2540"/>
                  </a:lnTo>
                  <a:lnTo>
                    <a:pt x="5080" y="3810"/>
                  </a:lnTo>
                  <a:lnTo>
                    <a:pt x="6350" y="3810"/>
                  </a:lnTo>
                  <a:lnTo>
                    <a:pt x="6350" y="5080"/>
                  </a:lnTo>
                  <a:lnTo>
                    <a:pt x="7620" y="5080"/>
                  </a:lnTo>
                  <a:lnTo>
                    <a:pt x="7620" y="6350"/>
                  </a:lnTo>
                  <a:lnTo>
                    <a:pt x="8890" y="6350"/>
                  </a:lnTo>
                  <a:lnTo>
                    <a:pt x="8890" y="7620"/>
                  </a:lnTo>
                  <a:lnTo>
                    <a:pt x="104140" y="7620"/>
                  </a:lnTo>
                  <a:lnTo>
                    <a:pt x="104140" y="1270"/>
                  </a:lnTo>
                  <a:lnTo>
                    <a:pt x="104140" y="0"/>
                  </a:lnTo>
                  <a:close/>
                </a:path>
              </a:pathLst>
            </a:custGeom>
            <a:solidFill>
              <a:srgbClr val="592000"/>
            </a:solidFill>
          </p:spPr>
          <p:txBody>
            <a:bodyPr wrap="square" lIns="0" tIns="0" rIns="0" bIns="0" rtlCol="0"/>
            <a:lstStyle/>
            <a:p/>
          </p:txBody>
        </p:sp>
        <p:sp>
          <p:nvSpPr>
            <p:cNvPr id="743" name="object 743"/>
            <p:cNvSpPr/>
            <p:nvPr/>
          </p:nvSpPr>
          <p:spPr>
            <a:xfrm>
              <a:off x="4003040" y="1134109"/>
              <a:ext cx="93980" cy="7620"/>
            </a:xfrm>
            <a:custGeom>
              <a:avLst/>
              <a:gdLst/>
              <a:ahLst/>
              <a:cxnLst/>
              <a:rect l="l" t="t" r="r" b="b"/>
              <a:pathLst>
                <a:path w="93979" h="7619">
                  <a:moveTo>
                    <a:pt x="93980" y="0"/>
                  </a:moveTo>
                  <a:lnTo>
                    <a:pt x="0" y="0"/>
                  </a:lnTo>
                  <a:lnTo>
                    <a:pt x="0" y="1270"/>
                  </a:lnTo>
                  <a:lnTo>
                    <a:pt x="1270" y="1270"/>
                  </a:lnTo>
                  <a:lnTo>
                    <a:pt x="1270" y="2540"/>
                  </a:lnTo>
                  <a:lnTo>
                    <a:pt x="2540" y="2540"/>
                  </a:lnTo>
                  <a:lnTo>
                    <a:pt x="2540" y="5080"/>
                  </a:lnTo>
                  <a:lnTo>
                    <a:pt x="3810" y="5080"/>
                  </a:lnTo>
                  <a:lnTo>
                    <a:pt x="3810" y="6350"/>
                  </a:lnTo>
                  <a:lnTo>
                    <a:pt x="5080" y="6350"/>
                  </a:lnTo>
                  <a:lnTo>
                    <a:pt x="5080" y="7620"/>
                  </a:lnTo>
                  <a:lnTo>
                    <a:pt x="93980" y="7620"/>
                  </a:lnTo>
                  <a:lnTo>
                    <a:pt x="93980" y="6350"/>
                  </a:lnTo>
                  <a:lnTo>
                    <a:pt x="93980" y="5080"/>
                  </a:lnTo>
                  <a:lnTo>
                    <a:pt x="93980" y="2540"/>
                  </a:lnTo>
                  <a:lnTo>
                    <a:pt x="93980" y="1270"/>
                  </a:lnTo>
                  <a:lnTo>
                    <a:pt x="93980" y="0"/>
                  </a:lnTo>
                  <a:close/>
                </a:path>
              </a:pathLst>
            </a:custGeom>
            <a:solidFill>
              <a:srgbClr val="5B2000"/>
            </a:solidFill>
          </p:spPr>
          <p:txBody>
            <a:bodyPr wrap="square" lIns="0" tIns="0" rIns="0" bIns="0" rtlCol="0"/>
            <a:lstStyle/>
            <a:p/>
          </p:txBody>
        </p:sp>
        <p:sp>
          <p:nvSpPr>
            <p:cNvPr id="744" name="object 744"/>
            <p:cNvSpPr/>
            <p:nvPr/>
          </p:nvSpPr>
          <p:spPr>
            <a:xfrm>
              <a:off x="4008119" y="1141730"/>
              <a:ext cx="88900" cy="6350"/>
            </a:xfrm>
            <a:custGeom>
              <a:avLst/>
              <a:gdLst/>
              <a:ahLst/>
              <a:cxnLst/>
              <a:rect l="l" t="t" r="r" b="b"/>
              <a:pathLst>
                <a:path w="88900" h="6350">
                  <a:moveTo>
                    <a:pt x="88900" y="0"/>
                  </a:moveTo>
                  <a:lnTo>
                    <a:pt x="0" y="0"/>
                  </a:lnTo>
                  <a:lnTo>
                    <a:pt x="0" y="3810"/>
                  </a:lnTo>
                  <a:lnTo>
                    <a:pt x="88900" y="3810"/>
                  </a:lnTo>
                  <a:lnTo>
                    <a:pt x="88900" y="0"/>
                  </a:lnTo>
                  <a:close/>
                </a:path>
                <a:path w="88900" h="6350">
                  <a:moveTo>
                    <a:pt x="88899" y="3810"/>
                  </a:moveTo>
                  <a:lnTo>
                    <a:pt x="1269" y="3810"/>
                  </a:lnTo>
                  <a:lnTo>
                    <a:pt x="1269" y="6350"/>
                  </a:lnTo>
                  <a:lnTo>
                    <a:pt x="88899" y="6350"/>
                  </a:lnTo>
                  <a:lnTo>
                    <a:pt x="88899" y="3810"/>
                  </a:lnTo>
                  <a:close/>
                </a:path>
              </a:pathLst>
            </a:custGeom>
            <a:solidFill>
              <a:srgbClr val="5D2000"/>
            </a:solidFill>
          </p:spPr>
          <p:txBody>
            <a:bodyPr wrap="square" lIns="0" tIns="0" rIns="0" bIns="0" rtlCol="0"/>
            <a:lstStyle/>
            <a:p/>
          </p:txBody>
        </p:sp>
        <p:sp>
          <p:nvSpPr>
            <p:cNvPr id="745" name="object 745"/>
            <p:cNvSpPr/>
            <p:nvPr/>
          </p:nvSpPr>
          <p:spPr>
            <a:xfrm>
              <a:off x="4009390" y="1148080"/>
              <a:ext cx="87630" cy="7620"/>
            </a:xfrm>
            <a:custGeom>
              <a:avLst/>
              <a:gdLst/>
              <a:ahLst/>
              <a:cxnLst/>
              <a:rect l="l" t="t" r="r" b="b"/>
              <a:pathLst>
                <a:path w="87629" h="7619">
                  <a:moveTo>
                    <a:pt x="87629" y="0"/>
                  </a:moveTo>
                  <a:lnTo>
                    <a:pt x="0" y="0"/>
                  </a:lnTo>
                  <a:lnTo>
                    <a:pt x="0" y="2540"/>
                  </a:lnTo>
                  <a:lnTo>
                    <a:pt x="1270" y="2540"/>
                  </a:lnTo>
                  <a:lnTo>
                    <a:pt x="1270" y="7620"/>
                  </a:lnTo>
                  <a:lnTo>
                    <a:pt x="87629" y="7620"/>
                  </a:lnTo>
                  <a:lnTo>
                    <a:pt x="87629" y="0"/>
                  </a:lnTo>
                  <a:close/>
                </a:path>
              </a:pathLst>
            </a:custGeom>
            <a:solidFill>
              <a:srgbClr val="601F00"/>
            </a:solidFill>
          </p:spPr>
          <p:txBody>
            <a:bodyPr wrap="square" lIns="0" tIns="0" rIns="0" bIns="0" rtlCol="0"/>
            <a:lstStyle/>
            <a:p/>
          </p:txBody>
        </p:sp>
        <p:sp>
          <p:nvSpPr>
            <p:cNvPr id="746" name="object 746"/>
            <p:cNvSpPr/>
            <p:nvPr/>
          </p:nvSpPr>
          <p:spPr>
            <a:xfrm>
              <a:off x="4011930" y="1155700"/>
              <a:ext cx="85090" cy="7620"/>
            </a:xfrm>
            <a:custGeom>
              <a:avLst/>
              <a:gdLst/>
              <a:ahLst/>
              <a:cxnLst/>
              <a:rect l="l" t="t" r="r" b="b"/>
              <a:pathLst>
                <a:path w="85089" h="7619">
                  <a:moveTo>
                    <a:pt x="85089" y="0"/>
                  </a:moveTo>
                  <a:lnTo>
                    <a:pt x="0" y="0"/>
                  </a:lnTo>
                  <a:lnTo>
                    <a:pt x="0" y="7620"/>
                  </a:lnTo>
                  <a:lnTo>
                    <a:pt x="85089" y="7620"/>
                  </a:lnTo>
                  <a:lnTo>
                    <a:pt x="85089" y="0"/>
                  </a:lnTo>
                  <a:close/>
                </a:path>
              </a:pathLst>
            </a:custGeom>
            <a:solidFill>
              <a:srgbClr val="621F00"/>
            </a:solidFill>
          </p:spPr>
          <p:txBody>
            <a:bodyPr wrap="square" lIns="0" tIns="0" rIns="0" bIns="0" rtlCol="0"/>
            <a:lstStyle/>
            <a:p/>
          </p:txBody>
        </p:sp>
        <p:sp>
          <p:nvSpPr>
            <p:cNvPr id="747" name="object 747"/>
            <p:cNvSpPr/>
            <p:nvPr/>
          </p:nvSpPr>
          <p:spPr>
            <a:xfrm>
              <a:off x="4011930" y="116332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641E00"/>
            </a:solidFill>
          </p:spPr>
          <p:txBody>
            <a:bodyPr wrap="square" lIns="0" tIns="0" rIns="0" bIns="0" rtlCol="0"/>
            <a:lstStyle/>
            <a:p/>
          </p:txBody>
        </p:sp>
        <p:sp>
          <p:nvSpPr>
            <p:cNvPr id="748" name="object 748"/>
            <p:cNvSpPr/>
            <p:nvPr/>
          </p:nvSpPr>
          <p:spPr>
            <a:xfrm>
              <a:off x="4011930" y="1169670"/>
              <a:ext cx="85090" cy="7620"/>
            </a:xfrm>
            <a:custGeom>
              <a:avLst/>
              <a:gdLst/>
              <a:ahLst/>
              <a:cxnLst/>
              <a:rect l="l" t="t" r="r" b="b"/>
              <a:pathLst>
                <a:path w="85089" h="7619">
                  <a:moveTo>
                    <a:pt x="85089" y="0"/>
                  </a:moveTo>
                  <a:lnTo>
                    <a:pt x="0" y="0"/>
                  </a:lnTo>
                  <a:lnTo>
                    <a:pt x="0" y="3809"/>
                  </a:lnTo>
                  <a:lnTo>
                    <a:pt x="1270" y="3809"/>
                  </a:lnTo>
                  <a:lnTo>
                    <a:pt x="1270" y="7619"/>
                  </a:lnTo>
                  <a:lnTo>
                    <a:pt x="85089" y="7619"/>
                  </a:lnTo>
                  <a:lnTo>
                    <a:pt x="85089" y="0"/>
                  </a:lnTo>
                  <a:close/>
                </a:path>
              </a:pathLst>
            </a:custGeom>
            <a:solidFill>
              <a:srgbClr val="661E00"/>
            </a:solidFill>
          </p:spPr>
          <p:txBody>
            <a:bodyPr wrap="square" lIns="0" tIns="0" rIns="0" bIns="0" rtlCol="0"/>
            <a:lstStyle/>
            <a:p/>
          </p:txBody>
        </p:sp>
        <p:sp>
          <p:nvSpPr>
            <p:cNvPr id="749" name="object 749"/>
            <p:cNvSpPr/>
            <p:nvPr/>
          </p:nvSpPr>
          <p:spPr>
            <a:xfrm>
              <a:off x="4013200" y="1177290"/>
              <a:ext cx="83820" cy="7620"/>
            </a:xfrm>
            <a:custGeom>
              <a:avLst/>
              <a:gdLst/>
              <a:ahLst/>
              <a:cxnLst/>
              <a:rect l="l" t="t" r="r" b="b"/>
              <a:pathLst>
                <a:path w="83820" h="7619">
                  <a:moveTo>
                    <a:pt x="0" y="7620"/>
                  </a:moveTo>
                  <a:lnTo>
                    <a:pt x="0" y="0"/>
                  </a:lnTo>
                  <a:lnTo>
                    <a:pt x="83819" y="0"/>
                  </a:lnTo>
                  <a:lnTo>
                    <a:pt x="83819" y="7620"/>
                  </a:lnTo>
                  <a:lnTo>
                    <a:pt x="0" y="7620"/>
                  </a:lnTo>
                  <a:close/>
                </a:path>
              </a:pathLst>
            </a:custGeom>
            <a:solidFill>
              <a:srgbClr val="691D00"/>
            </a:solidFill>
          </p:spPr>
          <p:txBody>
            <a:bodyPr wrap="square" lIns="0" tIns="0" rIns="0" bIns="0" rtlCol="0"/>
            <a:lstStyle/>
            <a:p/>
          </p:txBody>
        </p:sp>
        <p:sp>
          <p:nvSpPr>
            <p:cNvPr id="750" name="object 750"/>
            <p:cNvSpPr/>
            <p:nvPr/>
          </p:nvSpPr>
          <p:spPr>
            <a:xfrm>
              <a:off x="4013200" y="1184910"/>
              <a:ext cx="83820" cy="7620"/>
            </a:xfrm>
            <a:custGeom>
              <a:avLst/>
              <a:gdLst/>
              <a:ahLst/>
              <a:cxnLst/>
              <a:rect l="l" t="t" r="r" b="b"/>
              <a:pathLst>
                <a:path w="83820" h="7619">
                  <a:moveTo>
                    <a:pt x="0" y="7619"/>
                  </a:moveTo>
                  <a:lnTo>
                    <a:pt x="0" y="0"/>
                  </a:lnTo>
                  <a:lnTo>
                    <a:pt x="83819" y="0"/>
                  </a:lnTo>
                  <a:lnTo>
                    <a:pt x="83819" y="7619"/>
                  </a:lnTo>
                  <a:lnTo>
                    <a:pt x="0" y="7619"/>
                  </a:lnTo>
                  <a:close/>
                </a:path>
              </a:pathLst>
            </a:custGeom>
            <a:solidFill>
              <a:srgbClr val="6B1D00"/>
            </a:solidFill>
          </p:spPr>
          <p:txBody>
            <a:bodyPr wrap="square" lIns="0" tIns="0" rIns="0" bIns="0" rtlCol="0"/>
            <a:lstStyle/>
            <a:p/>
          </p:txBody>
        </p:sp>
        <p:sp>
          <p:nvSpPr>
            <p:cNvPr id="751" name="object 751"/>
            <p:cNvSpPr/>
            <p:nvPr/>
          </p:nvSpPr>
          <p:spPr>
            <a:xfrm>
              <a:off x="4013200" y="1192530"/>
              <a:ext cx="83820" cy="6350"/>
            </a:xfrm>
            <a:custGeom>
              <a:avLst/>
              <a:gdLst/>
              <a:ahLst/>
              <a:cxnLst/>
              <a:rect l="l" t="t" r="r" b="b"/>
              <a:pathLst>
                <a:path w="83820" h="6350">
                  <a:moveTo>
                    <a:pt x="0" y="6350"/>
                  </a:moveTo>
                  <a:lnTo>
                    <a:pt x="0" y="0"/>
                  </a:lnTo>
                  <a:lnTo>
                    <a:pt x="83819" y="0"/>
                  </a:lnTo>
                  <a:lnTo>
                    <a:pt x="83819" y="6350"/>
                  </a:lnTo>
                  <a:lnTo>
                    <a:pt x="0" y="6350"/>
                  </a:lnTo>
                  <a:close/>
                </a:path>
              </a:pathLst>
            </a:custGeom>
            <a:solidFill>
              <a:srgbClr val="6D1C00"/>
            </a:solidFill>
          </p:spPr>
          <p:txBody>
            <a:bodyPr wrap="square" lIns="0" tIns="0" rIns="0" bIns="0" rtlCol="0"/>
            <a:lstStyle/>
            <a:p/>
          </p:txBody>
        </p:sp>
        <p:sp>
          <p:nvSpPr>
            <p:cNvPr id="752" name="object 752"/>
            <p:cNvSpPr/>
            <p:nvPr/>
          </p:nvSpPr>
          <p:spPr>
            <a:xfrm>
              <a:off x="4013200" y="1198880"/>
              <a:ext cx="83820" cy="7620"/>
            </a:xfrm>
            <a:custGeom>
              <a:avLst/>
              <a:gdLst/>
              <a:ahLst/>
              <a:cxnLst/>
              <a:rect l="l" t="t" r="r" b="b"/>
              <a:pathLst>
                <a:path w="83820" h="7619">
                  <a:moveTo>
                    <a:pt x="83819" y="0"/>
                  </a:moveTo>
                  <a:lnTo>
                    <a:pt x="0" y="0"/>
                  </a:lnTo>
                  <a:lnTo>
                    <a:pt x="0" y="3810"/>
                  </a:lnTo>
                  <a:lnTo>
                    <a:pt x="1270" y="3810"/>
                  </a:lnTo>
                  <a:lnTo>
                    <a:pt x="1270" y="7620"/>
                  </a:lnTo>
                  <a:lnTo>
                    <a:pt x="83819" y="7620"/>
                  </a:lnTo>
                  <a:lnTo>
                    <a:pt x="83819" y="0"/>
                  </a:lnTo>
                  <a:close/>
                </a:path>
              </a:pathLst>
            </a:custGeom>
            <a:solidFill>
              <a:srgbClr val="6F1C00"/>
            </a:solidFill>
          </p:spPr>
          <p:txBody>
            <a:bodyPr wrap="square" lIns="0" tIns="0" rIns="0" bIns="0" rtlCol="0"/>
            <a:lstStyle/>
            <a:p/>
          </p:txBody>
        </p:sp>
        <p:sp>
          <p:nvSpPr>
            <p:cNvPr id="753" name="object 753"/>
            <p:cNvSpPr/>
            <p:nvPr/>
          </p:nvSpPr>
          <p:spPr>
            <a:xfrm>
              <a:off x="4014469" y="120650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721B00"/>
            </a:solidFill>
          </p:spPr>
          <p:txBody>
            <a:bodyPr wrap="square" lIns="0" tIns="0" rIns="0" bIns="0" rtlCol="0"/>
            <a:lstStyle/>
            <a:p/>
          </p:txBody>
        </p:sp>
        <p:sp>
          <p:nvSpPr>
            <p:cNvPr id="754" name="object 754"/>
            <p:cNvSpPr/>
            <p:nvPr/>
          </p:nvSpPr>
          <p:spPr>
            <a:xfrm>
              <a:off x="4014469" y="121412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741B00"/>
            </a:solidFill>
          </p:spPr>
          <p:txBody>
            <a:bodyPr wrap="square" lIns="0" tIns="0" rIns="0" bIns="0" rtlCol="0"/>
            <a:lstStyle/>
            <a:p/>
          </p:txBody>
        </p:sp>
        <p:sp>
          <p:nvSpPr>
            <p:cNvPr id="755" name="object 755"/>
            <p:cNvSpPr/>
            <p:nvPr/>
          </p:nvSpPr>
          <p:spPr>
            <a:xfrm>
              <a:off x="4014469" y="122047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761B00"/>
            </a:solidFill>
          </p:spPr>
          <p:txBody>
            <a:bodyPr wrap="square" lIns="0" tIns="0" rIns="0" bIns="0" rtlCol="0"/>
            <a:lstStyle/>
            <a:p/>
          </p:txBody>
        </p:sp>
        <p:sp>
          <p:nvSpPr>
            <p:cNvPr id="756" name="object 756"/>
            <p:cNvSpPr/>
            <p:nvPr/>
          </p:nvSpPr>
          <p:spPr>
            <a:xfrm>
              <a:off x="4014469" y="122809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781A00"/>
            </a:solidFill>
          </p:spPr>
          <p:txBody>
            <a:bodyPr wrap="square" lIns="0" tIns="0" rIns="0" bIns="0" rtlCol="0"/>
            <a:lstStyle/>
            <a:p/>
          </p:txBody>
        </p:sp>
        <p:sp>
          <p:nvSpPr>
            <p:cNvPr id="757" name="object 757"/>
            <p:cNvSpPr/>
            <p:nvPr/>
          </p:nvSpPr>
          <p:spPr>
            <a:xfrm>
              <a:off x="4014469" y="123571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7B1A00"/>
            </a:solidFill>
          </p:spPr>
          <p:txBody>
            <a:bodyPr wrap="square" lIns="0" tIns="0" rIns="0" bIns="0" rtlCol="0"/>
            <a:lstStyle/>
            <a:p/>
          </p:txBody>
        </p:sp>
        <p:sp>
          <p:nvSpPr>
            <p:cNvPr id="758" name="object 758"/>
            <p:cNvSpPr/>
            <p:nvPr/>
          </p:nvSpPr>
          <p:spPr>
            <a:xfrm>
              <a:off x="4014469" y="124206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7D1900"/>
            </a:solidFill>
          </p:spPr>
          <p:txBody>
            <a:bodyPr wrap="square" lIns="0" tIns="0" rIns="0" bIns="0" rtlCol="0"/>
            <a:lstStyle/>
            <a:p/>
          </p:txBody>
        </p:sp>
        <p:sp>
          <p:nvSpPr>
            <p:cNvPr id="759" name="object 759"/>
            <p:cNvSpPr/>
            <p:nvPr/>
          </p:nvSpPr>
          <p:spPr>
            <a:xfrm>
              <a:off x="4014469" y="124968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7F1900"/>
            </a:solidFill>
          </p:spPr>
          <p:txBody>
            <a:bodyPr wrap="square" lIns="0" tIns="0" rIns="0" bIns="0" rtlCol="0"/>
            <a:lstStyle/>
            <a:p/>
          </p:txBody>
        </p:sp>
        <p:sp>
          <p:nvSpPr>
            <p:cNvPr id="760" name="object 760"/>
            <p:cNvSpPr/>
            <p:nvPr/>
          </p:nvSpPr>
          <p:spPr>
            <a:xfrm>
              <a:off x="4014469" y="125730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811800"/>
            </a:solidFill>
          </p:spPr>
          <p:txBody>
            <a:bodyPr wrap="square" lIns="0" tIns="0" rIns="0" bIns="0" rtlCol="0"/>
            <a:lstStyle/>
            <a:p/>
          </p:txBody>
        </p:sp>
        <p:sp>
          <p:nvSpPr>
            <p:cNvPr id="761" name="object 761"/>
            <p:cNvSpPr/>
            <p:nvPr/>
          </p:nvSpPr>
          <p:spPr>
            <a:xfrm>
              <a:off x="4014469" y="126492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841800"/>
            </a:solidFill>
          </p:spPr>
          <p:txBody>
            <a:bodyPr wrap="square" lIns="0" tIns="0" rIns="0" bIns="0" rtlCol="0"/>
            <a:lstStyle/>
            <a:p/>
          </p:txBody>
        </p:sp>
        <p:sp>
          <p:nvSpPr>
            <p:cNvPr id="762" name="object 762"/>
            <p:cNvSpPr/>
            <p:nvPr/>
          </p:nvSpPr>
          <p:spPr>
            <a:xfrm>
              <a:off x="4014469" y="127127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861700"/>
            </a:solidFill>
          </p:spPr>
          <p:txBody>
            <a:bodyPr wrap="square" lIns="0" tIns="0" rIns="0" bIns="0" rtlCol="0"/>
            <a:lstStyle/>
            <a:p/>
          </p:txBody>
        </p:sp>
        <p:sp>
          <p:nvSpPr>
            <p:cNvPr id="763" name="object 763"/>
            <p:cNvSpPr/>
            <p:nvPr/>
          </p:nvSpPr>
          <p:spPr>
            <a:xfrm>
              <a:off x="4014469" y="127889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881700"/>
            </a:solidFill>
          </p:spPr>
          <p:txBody>
            <a:bodyPr wrap="square" lIns="0" tIns="0" rIns="0" bIns="0" rtlCol="0"/>
            <a:lstStyle/>
            <a:p/>
          </p:txBody>
        </p:sp>
        <p:sp>
          <p:nvSpPr>
            <p:cNvPr id="764" name="object 764"/>
            <p:cNvSpPr/>
            <p:nvPr/>
          </p:nvSpPr>
          <p:spPr>
            <a:xfrm>
              <a:off x="4014469" y="128651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8A1700"/>
            </a:solidFill>
          </p:spPr>
          <p:txBody>
            <a:bodyPr wrap="square" lIns="0" tIns="0" rIns="0" bIns="0" rtlCol="0"/>
            <a:lstStyle/>
            <a:p/>
          </p:txBody>
        </p:sp>
        <p:sp>
          <p:nvSpPr>
            <p:cNvPr id="765" name="object 765"/>
            <p:cNvSpPr/>
            <p:nvPr/>
          </p:nvSpPr>
          <p:spPr>
            <a:xfrm>
              <a:off x="4014469" y="129286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8D1600"/>
            </a:solidFill>
          </p:spPr>
          <p:txBody>
            <a:bodyPr wrap="square" lIns="0" tIns="0" rIns="0" bIns="0" rtlCol="0"/>
            <a:lstStyle/>
            <a:p/>
          </p:txBody>
        </p:sp>
        <p:sp>
          <p:nvSpPr>
            <p:cNvPr id="766" name="object 766"/>
            <p:cNvSpPr/>
            <p:nvPr/>
          </p:nvSpPr>
          <p:spPr>
            <a:xfrm>
              <a:off x="4014469" y="130048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8F1600"/>
            </a:solidFill>
          </p:spPr>
          <p:txBody>
            <a:bodyPr wrap="square" lIns="0" tIns="0" rIns="0" bIns="0" rtlCol="0"/>
            <a:lstStyle/>
            <a:p/>
          </p:txBody>
        </p:sp>
        <p:sp>
          <p:nvSpPr>
            <p:cNvPr id="767" name="object 767"/>
            <p:cNvSpPr/>
            <p:nvPr/>
          </p:nvSpPr>
          <p:spPr>
            <a:xfrm>
              <a:off x="4014469" y="130810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911500"/>
            </a:solidFill>
          </p:spPr>
          <p:txBody>
            <a:bodyPr wrap="square" lIns="0" tIns="0" rIns="0" bIns="0" rtlCol="0"/>
            <a:lstStyle/>
            <a:p/>
          </p:txBody>
        </p:sp>
        <p:sp>
          <p:nvSpPr>
            <p:cNvPr id="768" name="object 768"/>
            <p:cNvSpPr/>
            <p:nvPr/>
          </p:nvSpPr>
          <p:spPr>
            <a:xfrm>
              <a:off x="4014469" y="131445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931500"/>
            </a:solidFill>
          </p:spPr>
          <p:txBody>
            <a:bodyPr wrap="square" lIns="0" tIns="0" rIns="0" bIns="0" rtlCol="0"/>
            <a:lstStyle/>
            <a:p/>
          </p:txBody>
        </p:sp>
        <p:sp>
          <p:nvSpPr>
            <p:cNvPr id="769" name="object 769"/>
            <p:cNvSpPr/>
            <p:nvPr/>
          </p:nvSpPr>
          <p:spPr>
            <a:xfrm>
              <a:off x="4014469" y="132207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961400"/>
            </a:solidFill>
          </p:spPr>
          <p:txBody>
            <a:bodyPr wrap="square" lIns="0" tIns="0" rIns="0" bIns="0" rtlCol="0"/>
            <a:lstStyle/>
            <a:p/>
          </p:txBody>
        </p:sp>
        <p:sp>
          <p:nvSpPr>
            <p:cNvPr id="770" name="object 770"/>
            <p:cNvSpPr/>
            <p:nvPr/>
          </p:nvSpPr>
          <p:spPr>
            <a:xfrm>
              <a:off x="4014469" y="132969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981400"/>
            </a:solidFill>
          </p:spPr>
          <p:txBody>
            <a:bodyPr wrap="square" lIns="0" tIns="0" rIns="0" bIns="0" rtlCol="0"/>
            <a:lstStyle/>
            <a:p/>
          </p:txBody>
        </p:sp>
        <p:sp>
          <p:nvSpPr>
            <p:cNvPr id="771" name="object 771"/>
            <p:cNvSpPr/>
            <p:nvPr/>
          </p:nvSpPr>
          <p:spPr>
            <a:xfrm>
              <a:off x="4014469" y="133731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9A1300"/>
            </a:solidFill>
          </p:spPr>
          <p:txBody>
            <a:bodyPr wrap="square" lIns="0" tIns="0" rIns="0" bIns="0" rtlCol="0"/>
            <a:lstStyle/>
            <a:p/>
          </p:txBody>
        </p:sp>
        <p:sp>
          <p:nvSpPr>
            <p:cNvPr id="772" name="object 772"/>
            <p:cNvSpPr/>
            <p:nvPr/>
          </p:nvSpPr>
          <p:spPr>
            <a:xfrm>
              <a:off x="4014469" y="1343660"/>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9C1300"/>
            </a:solidFill>
          </p:spPr>
          <p:txBody>
            <a:bodyPr wrap="square" lIns="0" tIns="0" rIns="0" bIns="0" rtlCol="0"/>
            <a:lstStyle/>
            <a:p/>
          </p:txBody>
        </p:sp>
        <p:sp>
          <p:nvSpPr>
            <p:cNvPr id="773" name="object 773"/>
            <p:cNvSpPr/>
            <p:nvPr/>
          </p:nvSpPr>
          <p:spPr>
            <a:xfrm>
              <a:off x="4014469" y="13512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F1200"/>
            </a:solidFill>
          </p:spPr>
          <p:txBody>
            <a:bodyPr wrap="square" lIns="0" tIns="0" rIns="0" bIns="0" rtlCol="0"/>
            <a:lstStyle/>
            <a:p/>
          </p:txBody>
        </p:sp>
        <p:sp>
          <p:nvSpPr>
            <p:cNvPr id="774" name="object 774"/>
            <p:cNvSpPr/>
            <p:nvPr/>
          </p:nvSpPr>
          <p:spPr>
            <a:xfrm>
              <a:off x="4014469" y="13589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11200"/>
            </a:solidFill>
          </p:spPr>
          <p:txBody>
            <a:bodyPr wrap="square" lIns="0" tIns="0" rIns="0" bIns="0" rtlCol="0"/>
            <a:lstStyle/>
            <a:p/>
          </p:txBody>
        </p:sp>
        <p:sp>
          <p:nvSpPr>
            <p:cNvPr id="775" name="object 775"/>
            <p:cNvSpPr/>
            <p:nvPr/>
          </p:nvSpPr>
          <p:spPr>
            <a:xfrm>
              <a:off x="4014469" y="1365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31200"/>
            </a:solidFill>
          </p:spPr>
          <p:txBody>
            <a:bodyPr wrap="square" lIns="0" tIns="0" rIns="0" bIns="0" rtlCol="0"/>
            <a:lstStyle/>
            <a:p/>
          </p:txBody>
        </p:sp>
        <p:sp>
          <p:nvSpPr>
            <p:cNvPr id="776" name="object 776"/>
            <p:cNvSpPr/>
            <p:nvPr/>
          </p:nvSpPr>
          <p:spPr>
            <a:xfrm>
              <a:off x="4014469" y="13728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51100"/>
            </a:solidFill>
          </p:spPr>
          <p:txBody>
            <a:bodyPr wrap="square" lIns="0" tIns="0" rIns="0" bIns="0" rtlCol="0"/>
            <a:lstStyle/>
            <a:p/>
          </p:txBody>
        </p:sp>
        <p:sp>
          <p:nvSpPr>
            <p:cNvPr id="777" name="object 777"/>
            <p:cNvSpPr/>
            <p:nvPr/>
          </p:nvSpPr>
          <p:spPr>
            <a:xfrm>
              <a:off x="4014469" y="13804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81100"/>
            </a:solidFill>
          </p:spPr>
          <p:txBody>
            <a:bodyPr wrap="square" lIns="0" tIns="0" rIns="0" bIns="0" rtlCol="0"/>
            <a:lstStyle/>
            <a:p/>
          </p:txBody>
        </p:sp>
        <p:sp>
          <p:nvSpPr>
            <p:cNvPr id="778" name="object 778"/>
            <p:cNvSpPr/>
            <p:nvPr/>
          </p:nvSpPr>
          <p:spPr>
            <a:xfrm>
              <a:off x="4014469" y="1386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A1000"/>
            </a:solidFill>
          </p:spPr>
          <p:txBody>
            <a:bodyPr wrap="square" lIns="0" tIns="0" rIns="0" bIns="0" rtlCol="0"/>
            <a:lstStyle/>
            <a:p/>
          </p:txBody>
        </p:sp>
        <p:sp>
          <p:nvSpPr>
            <p:cNvPr id="779" name="object 779"/>
            <p:cNvSpPr/>
            <p:nvPr/>
          </p:nvSpPr>
          <p:spPr>
            <a:xfrm>
              <a:off x="4014469" y="13944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C1000"/>
            </a:solidFill>
          </p:spPr>
          <p:txBody>
            <a:bodyPr wrap="square" lIns="0" tIns="0" rIns="0" bIns="0" rtlCol="0"/>
            <a:lstStyle/>
            <a:p/>
          </p:txBody>
        </p:sp>
        <p:sp>
          <p:nvSpPr>
            <p:cNvPr id="780" name="object 780"/>
            <p:cNvSpPr/>
            <p:nvPr/>
          </p:nvSpPr>
          <p:spPr>
            <a:xfrm>
              <a:off x="4014469" y="14020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F0F00"/>
            </a:solidFill>
          </p:spPr>
          <p:txBody>
            <a:bodyPr wrap="square" lIns="0" tIns="0" rIns="0" bIns="0" rtlCol="0"/>
            <a:lstStyle/>
            <a:p/>
          </p:txBody>
        </p:sp>
        <p:sp>
          <p:nvSpPr>
            <p:cNvPr id="781" name="object 781"/>
            <p:cNvSpPr/>
            <p:nvPr/>
          </p:nvSpPr>
          <p:spPr>
            <a:xfrm>
              <a:off x="4014469" y="1408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10F00"/>
            </a:solidFill>
          </p:spPr>
          <p:txBody>
            <a:bodyPr wrap="square" lIns="0" tIns="0" rIns="0" bIns="0" rtlCol="0"/>
            <a:lstStyle/>
            <a:p/>
          </p:txBody>
        </p:sp>
        <p:sp>
          <p:nvSpPr>
            <p:cNvPr id="782" name="object 782"/>
            <p:cNvSpPr/>
            <p:nvPr/>
          </p:nvSpPr>
          <p:spPr>
            <a:xfrm>
              <a:off x="4014469" y="1416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30E00"/>
            </a:solidFill>
          </p:spPr>
          <p:txBody>
            <a:bodyPr wrap="square" lIns="0" tIns="0" rIns="0" bIns="0" rtlCol="0"/>
            <a:lstStyle/>
            <a:p/>
          </p:txBody>
        </p:sp>
        <p:sp>
          <p:nvSpPr>
            <p:cNvPr id="783" name="object 783"/>
            <p:cNvSpPr/>
            <p:nvPr/>
          </p:nvSpPr>
          <p:spPr>
            <a:xfrm>
              <a:off x="4014469" y="14236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50E00"/>
            </a:solidFill>
          </p:spPr>
          <p:txBody>
            <a:bodyPr wrap="square" lIns="0" tIns="0" rIns="0" bIns="0" rtlCol="0"/>
            <a:lstStyle/>
            <a:p/>
          </p:txBody>
        </p:sp>
        <p:sp>
          <p:nvSpPr>
            <p:cNvPr id="784" name="object 784"/>
            <p:cNvSpPr/>
            <p:nvPr/>
          </p:nvSpPr>
          <p:spPr>
            <a:xfrm>
              <a:off x="4014469" y="14300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80D00"/>
            </a:solidFill>
          </p:spPr>
          <p:txBody>
            <a:bodyPr wrap="square" lIns="0" tIns="0" rIns="0" bIns="0" rtlCol="0"/>
            <a:lstStyle/>
            <a:p/>
          </p:txBody>
        </p:sp>
        <p:sp>
          <p:nvSpPr>
            <p:cNvPr id="785" name="object 785"/>
            <p:cNvSpPr/>
            <p:nvPr/>
          </p:nvSpPr>
          <p:spPr>
            <a:xfrm>
              <a:off x="4014469" y="14376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A0D00"/>
            </a:solidFill>
          </p:spPr>
          <p:txBody>
            <a:bodyPr wrap="square" lIns="0" tIns="0" rIns="0" bIns="0" rtlCol="0"/>
            <a:lstStyle/>
            <a:p/>
          </p:txBody>
        </p:sp>
        <p:sp>
          <p:nvSpPr>
            <p:cNvPr id="786" name="object 786"/>
            <p:cNvSpPr/>
            <p:nvPr/>
          </p:nvSpPr>
          <p:spPr>
            <a:xfrm>
              <a:off x="4014469" y="14452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C0D00"/>
            </a:solidFill>
          </p:spPr>
          <p:txBody>
            <a:bodyPr wrap="square" lIns="0" tIns="0" rIns="0" bIns="0" rtlCol="0"/>
            <a:lstStyle/>
            <a:p/>
          </p:txBody>
        </p:sp>
        <p:sp>
          <p:nvSpPr>
            <p:cNvPr id="787" name="object 787"/>
            <p:cNvSpPr/>
            <p:nvPr/>
          </p:nvSpPr>
          <p:spPr>
            <a:xfrm>
              <a:off x="4014469" y="14528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E0C00"/>
            </a:solidFill>
          </p:spPr>
          <p:txBody>
            <a:bodyPr wrap="square" lIns="0" tIns="0" rIns="0" bIns="0" rtlCol="0"/>
            <a:lstStyle/>
            <a:p/>
          </p:txBody>
        </p:sp>
        <p:sp>
          <p:nvSpPr>
            <p:cNvPr id="788" name="object 788"/>
            <p:cNvSpPr/>
            <p:nvPr/>
          </p:nvSpPr>
          <p:spPr>
            <a:xfrm>
              <a:off x="4014469" y="14592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10C00"/>
            </a:solidFill>
          </p:spPr>
          <p:txBody>
            <a:bodyPr wrap="square" lIns="0" tIns="0" rIns="0" bIns="0" rtlCol="0"/>
            <a:lstStyle/>
            <a:p/>
          </p:txBody>
        </p:sp>
        <p:sp>
          <p:nvSpPr>
            <p:cNvPr id="789" name="object 789"/>
            <p:cNvSpPr/>
            <p:nvPr/>
          </p:nvSpPr>
          <p:spPr>
            <a:xfrm>
              <a:off x="4014469" y="14668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30B00"/>
            </a:solidFill>
          </p:spPr>
          <p:txBody>
            <a:bodyPr wrap="square" lIns="0" tIns="0" rIns="0" bIns="0" rtlCol="0"/>
            <a:lstStyle/>
            <a:p/>
          </p:txBody>
        </p:sp>
        <p:sp>
          <p:nvSpPr>
            <p:cNvPr id="790" name="object 790"/>
            <p:cNvSpPr/>
            <p:nvPr/>
          </p:nvSpPr>
          <p:spPr>
            <a:xfrm>
              <a:off x="4014469" y="14744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50B00"/>
            </a:solidFill>
          </p:spPr>
          <p:txBody>
            <a:bodyPr wrap="square" lIns="0" tIns="0" rIns="0" bIns="0" rtlCol="0"/>
            <a:lstStyle/>
            <a:p/>
          </p:txBody>
        </p:sp>
        <p:sp>
          <p:nvSpPr>
            <p:cNvPr id="791" name="object 791"/>
            <p:cNvSpPr/>
            <p:nvPr/>
          </p:nvSpPr>
          <p:spPr>
            <a:xfrm>
              <a:off x="4014469" y="14808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70A00"/>
            </a:solidFill>
          </p:spPr>
          <p:txBody>
            <a:bodyPr wrap="square" lIns="0" tIns="0" rIns="0" bIns="0" rtlCol="0"/>
            <a:lstStyle/>
            <a:p/>
          </p:txBody>
        </p:sp>
        <p:sp>
          <p:nvSpPr>
            <p:cNvPr id="792" name="object 792"/>
            <p:cNvSpPr/>
            <p:nvPr/>
          </p:nvSpPr>
          <p:spPr>
            <a:xfrm>
              <a:off x="4014469" y="14884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A0A00"/>
            </a:solidFill>
          </p:spPr>
          <p:txBody>
            <a:bodyPr wrap="square" lIns="0" tIns="0" rIns="0" bIns="0" rtlCol="0"/>
            <a:lstStyle/>
            <a:p/>
          </p:txBody>
        </p:sp>
        <p:sp>
          <p:nvSpPr>
            <p:cNvPr id="793" name="object 793"/>
            <p:cNvSpPr/>
            <p:nvPr/>
          </p:nvSpPr>
          <p:spPr>
            <a:xfrm>
              <a:off x="4014469" y="14960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C0900"/>
            </a:solidFill>
          </p:spPr>
          <p:txBody>
            <a:bodyPr wrap="square" lIns="0" tIns="0" rIns="0" bIns="0" rtlCol="0"/>
            <a:lstStyle/>
            <a:p/>
          </p:txBody>
        </p:sp>
        <p:sp>
          <p:nvSpPr>
            <p:cNvPr id="794" name="object 794"/>
            <p:cNvSpPr/>
            <p:nvPr/>
          </p:nvSpPr>
          <p:spPr>
            <a:xfrm>
              <a:off x="4014469" y="15024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E0900"/>
            </a:solidFill>
          </p:spPr>
          <p:txBody>
            <a:bodyPr wrap="square" lIns="0" tIns="0" rIns="0" bIns="0" rtlCol="0"/>
            <a:lstStyle/>
            <a:p/>
          </p:txBody>
        </p:sp>
        <p:sp>
          <p:nvSpPr>
            <p:cNvPr id="795" name="object 795"/>
            <p:cNvSpPr/>
            <p:nvPr/>
          </p:nvSpPr>
          <p:spPr>
            <a:xfrm>
              <a:off x="4014469" y="15100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00900"/>
            </a:solidFill>
          </p:spPr>
          <p:txBody>
            <a:bodyPr wrap="square" lIns="0" tIns="0" rIns="0" bIns="0" rtlCol="0"/>
            <a:lstStyle/>
            <a:p/>
          </p:txBody>
        </p:sp>
        <p:sp>
          <p:nvSpPr>
            <p:cNvPr id="796" name="object 796"/>
            <p:cNvSpPr/>
            <p:nvPr/>
          </p:nvSpPr>
          <p:spPr>
            <a:xfrm>
              <a:off x="4014469" y="1517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30800"/>
            </a:solidFill>
          </p:spPr>
          <p:txBody>
            <a:bodyPr wrap="square" lIns="0" tIns="0" rIns="0" bIns="0" rtlCol="0"/>
            <a:lstStyle/>
            <a:p/>
          </p:txBody>
        </p:sp>
        <p:sp>
          <p:nvSpPr>
            <p:cNvPr id="797" name="object 797"/>
            <p:cNvSpPr/>
            <p:nvPr/>
          </p:nvSpPr>
          <p:spPr>
            <a:xfrm>
              <a:off x="4014469" y="15252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50800"/>
            </a:solidFill>
          </p:spPr>
          <p:txBody>
            <a:bodyPr wrap="square" lIns="0" tIns="0" rIns="0" bIns="0" rtlCol="0"/>
            <a:lstStyle/>
            <a:p/>
          </p:txBody>
        </p:sp>
        <p:sp>
          <p:nvSpPr>
            <p:cNvPr id="798" name="object 798"/>
            <p:cNvSpPr/>
            <p:nvPr/>
          </p:nvSpPr>
          <p:spPr>
            <a:xfrm>
              <a:off x="4014469" y="15316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D70700"/>
            </a:solidFill>
          </p:spPr>
          <p:txBody>
            <a:bodyPr wrap="square" lIns="0" tIns="0" rIns="0" bIns="0" rtlCol="0"/>
            <a:lstStyle/>
            <a:p/>
          </p:txBody>
        </p:sp>
        <p:sp>
          <p:nvSpPr>
            <p:cNvPr id="799" name="object 799"/>
            <p:cNvSpPr/>
            <p:nvPr/>
          </p:nvSpPr>
          <p:spPr>
            <a:xfrm>
              <a:off x="4014469" y="15392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90700"/>
            </a:solidFill>
          </p:spPr>
          <p:txBody>
            <a:bodyPr wrap="square" lIns="0" tIns="0" rIns="0" bIns="0" rtlCol="0"/>
            <a:lstStyle/>
            <a:p/>
          </p:txBody>
        </p:sp>
        <p:sp>
          <p:nvSpPr>
            <p:cNvPr id="800" name="object 800"/>
            <p:cNvSpPr/>
            <p:nvPr/>
          </p:nvSpPr>
          <p:spPr>
            <a:xfrm>
              <a:off x="4013200" y="1546860"/>
              <a:ext cx="83820" cy="6350"/>
            </a:xfrm>
            <a:custGeom>
              <a:avLst/>
              <a:gdLst/>
              <a:ahLst/>
              <a:cxnLst/>
              <a:rect l="l" t="t" r="r" b="b"/>
              <a:pathLst>
                <a:path w="83820" h="6350">
                  <a:moveTo>
                    <a:pt x="83820" y="0"/>
                  </a:moveTo>
                  <a:lnTo>
                    <a:pt x="1270" y="0"/>
                  </a:lnTo>
                  <a:lnTo>
                    <a:pt x="1270" y="1269"/>
                  </a:lnTo>
                  <a:lnTo>
                    <a:pt x="0" y="1269"/>
                  </a:lnTo>
                  <a:lnTo>
                    <a:pt x="0" y="6350"/>
                  </a:lnTo>
                  <a:lnTo>
                    <a:pt x="83820" y="6350"/>
                  </a:lnTo>
                  <a:lnTo>
                    <a:pt x="83820" y="0"/>
                  </a:lnTo>
                  <a:close/>
                </a:path>
              </a:pathLst>
            </a:custGeom>
            <a:solidFill>
              <a:srgbClr val="DC0600"/>
            </a:solidFill>
          </p:spPr>
          <p:txBody>
            <a:bodyPr wrap="square" lIns="0" tIns="0" rIns="0" bIns="0" rtlCol="0"/>
            <a:lstStyle/>
            <a:p/>
          </p:txBody>
        </p:sp>
        <p:sp>
          <p:nvSpPr>
            <p:cNvPr id="801" name="object 801"/>
            <p:cNvSpPr/>
            <p:nvPr/>
          </p:nvSpPr>
          <p:spPr>
            <a:xfrm>
              <a:off x="4013200" y="155321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DE0600"/>
            </a:solidFill>
          </p:spPr>
          <p:txBody>
            <a:bodyPr wrap="square" lIns="0" tIns="0" rIns="0" bIns="0" rtlCol="0"/>
            <a:lstStyle/>
            <a:p/>
          </p:txBody>
        </p:sp>
        <p:sp>
          <p:nvSpPr>
            <p:cNvPr id="802" name="object 802"/>
            <p:cNvSpPr/>
            <p:nvPr/>
          </p:nvSpPr>
          <p:spPr>
            <a:xfrm>
              <a:off x="4013200" y="1560830"/>
              <a:ext cx="85090" cy="7620"/>
            </a:xfrm>
            <a:custGeom>
              <a:avLst/>
              <a:gdLst/>
              <a:ahLst/>
              <a:cxnLst/>
              <a:rect l="l" t="t" r="r" b="b"/>
              <a:pathLst>
                <a:path w="85089" h="7619">
                  <a:moveTo>
                    <a:pt x="83820" y="0"/>
                  </a:moveTo>
                  <a:lnTo>
                    <a:pt x="0" y="0"/>
                  </a:lnTo>
                  <a:lnTo>
                    <a:pt x="0" y="7620"/>
                  </a:lnTo>
                  <a:lnTo>
                    <a:pt x="85089" y="7620"/>
                  </a:lnTo>
                  <a:lnTo>
                    <a:pt x="85089" y="6350"/>
                  </a:lnTo>
                  <a:lnTo>
                    <a:pt x="83820" y="6350"/>
                  </a:lnTo>
                  <a:lnTo>
                    <a:pt x="83820" y="0"/>
                  </a:lnTo>
                  <a:close/>
                </a:path>
              </a:pathLst>
            </a:custGeom>
            <a:solidFill>
              <a:srgbClr val="E00500"/>
            </a:solidFill>
          </p:spPr>
          <p:txBody>
            <a:bodyPr wrap="square" lIns="0" tIns="0" rIns="0" bIns="0" rtlCol="0"/>
            <a:lstStyle/>
            <a:p/>
          </p:txBody>
        </p:sp>
        <p:sp>
          <p:nvSpPr>
            <p:cNvPr id="803" name="object 803"/>
            <p:cNvSpPr/>
            <p:nvPr/>
          </p:nvSpPr>
          <p:spPr>
            <a:xfrm>
              <a:off x="4013200" y="156845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E20500"/>
            </a:solidFill>
          </p:spPr>
          <p:txBody>
            <a:bodyPr wrap="square" lIns="0" tIns="0" rIns="0" bIns="0" rtlCol="0"/>
            <a:lstStyle/>
            <a:p/>
          </p:txBody>
        </p:sp>
        <p:sp>
          <p:nvSpPr>
            <p:cNvPr id="804" name="object 804"/>
            <p:cNvSpPr/>
            <p:nvPr/>
          </p:nvSpPr>
          <p:spPr>
            <a:xfrm>
              <a:off x="4011930" y="1574800"/>
              <a:ext cx="86360" cy="7620"/>
            </a:xfrm>
            <a:custGeom>
              <a:avLst/>
              <a:gdLst/>
              <a:ahLst/>
              <a:cxnLst/>
              <a:rect l="l" t="t" r="r" b="b"/>
              <a:pathLst>
                <a:path w="86360" h="7619">
                  <a:moveTo>
                    <a:pt x="86360" y="0"/>
                  </a:moveTo>
                  <a:lnTo>
                    <a:pt x="1270" y="0"/>
                  </a:lnTo>
                  <a:lnTo>
                    <a:pt x="1270" y="2539"/>
                  </a:lnTo>
                  <a:lnTo>
                    <a:pt x="0" y="2539"/>
                  </a:lnTo>
                  <a:lnTo>
                    <a:pt x="0" y="7620"/>
                  </a:lnTo>
                  <a:lnTo>
                    <a:pt x="86360" y="7620"/>
                  </a:lnTo>
                  <a:lnTo>
                    <a:pt x="86360" y="0"/>
                  </a:lnTo>
                  <a:close/>
                </a:path>
              </a:pathLst>
            </a:custGeom>
            <a:solidFill>
              <a:srgbClr val="E50400"/>
            </a:solidFill>
          </p:spPr>
          <p:txBody>
            <a:bodyPr wrap="square" lIns="0" tIns="0" rIns="0" bIns="0" rtlCol="0"/>
            <a:lstStyle/>
            <a:p/>
          </p:txBody>
        </p:sp>
        <p:sp>
          <p:nvSpPr>
            <p:cNvPr id="805" name="object 805"/>
            <p:cNvSpPr/>
            <p:nvPr/>
          </p:nvSpPr>
          <p:spPr>
            <a:xfrm>
              <a:off x="4011930" y="1582420"/>
              <a:ext cx="87630" cy="7620"/>
            </a:xfrm>
            <a:custGeom>
              <a:avLst/>
              <a:gdLst/>
              <a:ahLst/>
              <a:cxnLst/>
              <a:rect l="l" t="t" r="r" b="b"/>
              <a:pathLst>
                <a:path w="87629" h="7619">
                  <a:moveTo>
                    <a:pt x="86360" y="0"/>
                  </a:moveTo>
                  <a:lnTo>
                    <a:pt x="0" y="0"/>
                  </a:lnTo>
                  <a:lnTo>
                    <a:pt x="0" y="7619"/>
                  </a:lnTo>
                  <a:lnTo>
                    <a:pt x="87629" y="7619"/>
                  </a:lnTo>
                  <a:lnTo>
                    <a:pt x="87629" y="5079"/>
                  </a:lnTo>
                  <a:lnTo>
                    <a:pt x="86360" y="5079"/>
                  </a:lnTo>
                  <a:lnTo>
                    <a:pt x="86360" y="0"/>
                  </a:lnTo>
                  <a:close/>
                </a:path>
              </a:pathLst>
            </a:custGeom>
            <a:solidFill>
              <a:srgbClr val="E70400"/>
            </a:solidFill>
          </p:spPr>
          <p:txBody>
            <a:bodyPr wrap="square" lIns="0" tIns="0" rIns="0" bIns="0" rtlCol="0"/>
            <a:lstStyle/>
            <a:p/>
          </p:txBody>
        </p:sp>
        <p:sp>
          <p:nvSpPr>
            <p:cNvPr id="806" name="object 806"/>
            <p:cNvSpPr/>
            <p:nvPr/>
          </p:nvSpPr>
          <p:spPr>
            <a:xfrm>
              <a:off x="4010660" y="1590039"/>
              <a:ext cx="90170" cy="7620"/>
            </a:xfrm>
            <a:custGeom>
              <a:avLst/>
              <a:gdLst/>
              <a:ahLst/>
              <a:cxnLst/>
              <a:rect l="l" t="t" r="r" b="b"/>
              <a:pathLst>
                <a:path w="90170" h="7619">
                  <a:moveTo>
                    <a:pt x="90170" y="5080"/>
                  </a:moveTo>
                  <a:lnTo>
                    <a:pt x="88900" y="5080"/>
                  </a:lnTo>
                  <a:lnTo>
                    <a:pt x="88900" y="3810"/>
                  </a:lnTo>
                  <a:lnTo>
                    <a:pt x="88887" y="0"/>
                  </a:lnTo>
                  <a:lnTo>
                    <a:pt x="1270" y="0"/>
                  </a:lnTo>
                  <a:lnTo>
                    <a:pt x="1270" y="3810"/>
                  </a:lnTo>
                  <a:lnTo>
                    <a:pt x="0" y="3810"/>
                  </a:lnTo>
                  <a:lnTo>
                    <a:pt x="0" y="5080"/>
                  </a:lnTo>
                  <a:lnTo>
                    <a:pt x="0" y="7620"/>
                  </a:lnTo>
                  <a:lnTo>
                    <a:pt x="90170" y="7620"/>
                  </a:lnTo>
                  <a:lnTo>
                    <a:pt x="90170" y="5080"/>
                  </a:lnTo>
                  <a:close/>
                </a:path>
              </a:pathLst>
            </a:custGeom>
            <a:solidFill>
              <a:srgbClr val="E90400"/>
            </a:solidFill>
          </p:spPr>
          <p:txBody>
            <a:bodyPr wrap="square" lIns="0" tIns="0" rIns="0" bIns="0" rtlCol="0"/>
            <a:lstStyle/>
            <a:p/>
          </p:txBody>
        </p:sp>
        <p:sp>
          <p:nvSpPr>
            <p:cNvPr id="807" name="object 807"/>
            <p:cNvSpPr/>
            <p:nvPr/>
          </p:nvSpPr>
          <p:spPr>
            <a:xfrm>
              <a:off x="4009390" y="1597659"/>
              <a:ext cx="91440" cy="6350"/>
            </a:xfrm>
            <a:custGeom>
              <a:avLst/>
              <a:gdLst/>
              <a:ahLst/>
              <a:cxnLst/>
              <a:rect l="l" t="t" r="r" b="b"/>
              <a:pathLst>
                <a:path w="91439" h="6350">
                  <a:moveTo>
                    <a:pt x="91440" y="0"/>
                  </a:moveTo>
                  <a:lnTo>
                    <a:pt x="1270" y="0"/>
                  </a:lnTo>
                  <a:lnTo>
                    <a:pt x="1270" y="3810"/>
                  </a:lnTo>
                  <a:lnTo>
                    <a:pt x="0" y="3810"/>
                  </a:lnTo>
                  <a:lnTo>
                    <a:pt x="0" y="6350"/>
                  </a:lnTo>
                  <a:lnTo>
                    <a:pt x="91440" y="6350"/>
                  </a:lnTo>
                  <a:lnTo>
                    <a:pt x="91440" y="3810"/>
                  </a:lnTo>
                  <a:lnTo>
                    <a:pt x="91440" y="0"/>
                  </a:lnTo>
                  <a:close/>
                </a:path>
              </a:pathLst>
            </a:custGeom>
            <a:solidFill>
              <a:srgbClr val="EB0300"/>
            </a:solidFill>
          </p:spPr>
          <p:txBody>
            <a:bodyPr wrap="square" lIns="0" tIns="0" rIns="0" bIns="0" rtlCol="0"/>
            <a:lstStyle/>
            <a:p/>
          </p:txBody>
        </p:sp>
        <p:sp>
          <p:nvSpPr>
            <p:cNvPr id="808" name="object 808"/>
            <p:cNvSpPr/>
            <p:nvPr/>
          </p:nvSpPr>
          <p:spPr>
            <a:xfrm>
              <a:off x="4005580" y="1604009"/>
              <a:ext cx="99060" cy="7620"/>
            </a:xfrm>
            <a:custGeom>
              <a:avLst/>
              <a:gdLst/>
              <a:ahLst/>
              <a:cxnLst/>
              <a:rect l="l" t="t" r="r" b="b"/>
              <a:pathLst>
                <a:path w="99060" h="7619">
                  <a:moveTo>
                    <a:pt x="99060" y="6350"/>
                  </a:moveTo>
                  <a:lnTo>
                    <a:pt x="97790" y="6350"/>
                  </a:lnTo>
                  <a:lnTo>
                    <a:pt x="97790" y="5080"/>
                  </a:lnTo>
                  <a:lnTo>
                    <a:pt x="97790" y="3810"/>
                  </a:lnTo>
                  <a:lnTo>
                    <a:pt x="96520" y="3810"/>
                  </a:lnTo>
                  <a:lnTo>
                    <a:pt x="96520" y="1270"/>
                  </a:lnTo>
                  <a:lnTo>
                    <a:pt x="95250" y="1270"/>
                  </a:lnTo>
                  <a:lnTo>
                    <a:pt x="95250" y="0"/>
                  </a:lnTo>
                  <a:lnTo>
                    <a:pt x="3810" y="0"/>
                  </a:lnTo>
                  <a:lnTo>
                    <a:pt x="3810" y="1270"/>
                  </a:lnTo>
                  <a:lnTo>
                    <a:pt x="2540" y="1270"/>
                  </a:lnTo>
                  <a:lnTo>
                    <a:pt x="2540" y="3810"/>
                  </a:lnTo>
                  <a:lnTo>
                    <a:pt x="2540" y="5080"/>
                  </a:lnTo>
                  <a:lnTo>
                    <a:pt x="1270" y="5080"/>
                  </a:lnTo>
                  <a:lnTo>
                    <a:pt x="1270" y="6350"/>
                  </a:lnTo>
                  <a:lnTo>
                    <a:pt x="0" y="6350"/>
                  </a:lnTo>
                  <a:lnTo>
                    <a:pt x="0" y="7620"/>
                  </a:lnTo>
                  <a:lnTo>
                    <a:pt x="99060" y="7620"/>
                  </a:lnTo>
                  <a:lnTo>
                    <a:pt x="99060" y="6350"/>
                  </a:lnTo>
                  <a:close/>
                </a:path>
              </a:pathLst>
            </a:custGeom>
            <a:solidFill>
              <a:srgbClr val="EE0300"/>
            </a:solidFill>
          </p:spPr>
          <p:txBody>
            <a:bodyPr wrap="square" lIns="0" tIns="0" rIns="0" bIns="0" rtlCol="0"/>
            <a:lstStyle/>
            <a:p/>
          </p:txBody>
        </p:sp>
        <p:sp>
          <p:nvSpPr>
            <p:cNvPr id="809" name="object 809"/>
            <p:cNvSpPr/>
            <p:nvPr/>
          </p:nvSpPr>
          <p:spPr>
            <a:xfrm>
              <a:off x="4000500" y="1611629"/>
              <a:ext cx="109220" cy="7620"/>
            </a:xfrm>
            <a:custGeom>
              <a:avLst/>
              <a:gdLst/>
              <a:ahLst/>
              <a:cxnLst/>
              <a:rect l="l" t="t" r="r" b="b"/>
              <a:pathLst>
                <a:path w="109220" h="7619">
                  <a:moveTo>
                    <a:pt x="109220" y="6350"/>
                  </a:moveTo>
                  <a:lnTo>
                    <a:pt x="107950" y="6350"/>
                  </a:lnTo>
                  <a:lnTo>
                    <a:pt x="107950" y="5080"/>
                  </a:lnTo>
                  <a:lnTo>
                    <a:pt x="106680" y="5080"/>
                  </a:lnTo>
                  <a:lnTo>
                    <a:pt x="106680" y="3810"/>
                  </a:lnTo>
                  <a:lnTo>
                    <a:pt x="105410" y="3810"/>
                  </a:lnTo>
                  <a:lnTo>
                    <a:pt x="105410" y="2540"/>
                  </a:lnTo>
                  <a:lnTo>
                    <a:pt x="105410" y="1270"/>
                  </a:lnTo>
                  <a:lnTo>
                    <a:pt x="104140" y="1270"/>
                  </a:lnTo>
                  <a:lnTo>
                    <a:pt x="104140" y="0"/>
                  </a:lnTo>
                  <a:lnTo>
                    <a:pt x="5080" y="0"/>
                  </a:lnTo>
                  <a:lnTo>
                    <a:pt x="5080" y="1270"/>
                  </a:lnTo>
                  <a:lnTo>
                    <a:pt x="3810" y="1270"/>
                  </a:lnTo>
                  <a:lnTo>
                    <a:pt x="3810" y="2540"/>
                  </a:lnTo>
                  <a:lnTo>
                    <a:pt x="2540" y="2540"/>
                  </a:lnTo>
                  <a:lnTo>
                    <a:pt x="2540" y="3810"/>
                  </a:lnTo>
                  <a:lnTo>
                    <a:pt x="1270" y="3810"/>
                  </a:lnTo>
                  <a:lnTo>
                    <a:pt x="1270" y="5080"/>
                  </a:lnTo>
                  <a:lnTo>
                    <a:pt x="1270" y="6350"/>
                  </a:lnTo>
                  <a:lnTo>
                    <a:pt x="0" y="6350"/>
                  </a:lnTo>
                  <a:lnTo>
                    <a:pt x="0" y="7620"/>
                  </a:lnTo>
                  <a:lnTo>
                    <a:pt x="109220" y="7620"/>
                  </a:lnTo>
                  <a:lnTo>
                    <a:pt x="109220" y="6350"/>
                  </a:lnTo>
                  <a:close/>
                </a:path>
              </a:pathLst>
            </a:custGeom>
            <a:solidFill>
              <a:srgbClr val="F00200"/>
            </a:solidFill>
          </p:spPr>
          <p:txBody>
            <a:bodyPr wrap="square" lIns="0" tIns="0" rIns="0" bIns="0" rtlCol="0"/>
            <a:lstStyle/>
            <a:p/>
          </p:txBody>
        </p:sp>
        <p:sp>
          <p:nvSpPr>
            <p:cNvPr id="810" name="object 810"/>
            <p:cNvSpPr/>
            <p:nvPr/>
          </p:nvSpPr>
          <p:spPr>
            <a:xfrm>
              <a:off x="3990340" y="1619249"/>
              <a:ext cx="130810" cy="6350"/>
            </a:xfrm>
            <a:custGeom>
              <a:avLst/>
              <a:gdLst/>
              <a:ahLst/>
              <a:cxnLst/>
              <a:rect l="l" t="t" r="r" b="b"/>
              <a:pathLst>
                <a:path w="130810" h="6350">
                  <a:moveTo>
                    <a:pt x="130810" y="5080"/>
                  </a:moveTo>
                  <a:lnTo>
                    <a:pt x="125730" y="5080"/>
                  </a:lnTo>
                  <a:lnTo>
                    <a:pt x="125730" y="3810"/>
                  </a:lnTo>
                  <a:lnTo>
                    <a:pt x="124460" y="3810"/>
                  </a:lnTo>
                  <a:lnTo>
                    <a:pt x="124460" y="2540"/>
                  </a:lnTo>
                  <a:lnTo>
                    <a:pt x="123190" y="2540"/>
                  </a:lnTo>
                  <a:lnTo>
                    <a:pt x="123190" y="1270"/>
                  </a:lnTo>
                  <a:lnTo>
                    <a:pt x="120650" y="1270"/>
                  </a:lnTo>
                  <a:lnTo>
                    <a:pt x="120650" y="0"/>
                  </a:lnTo>
                  <a:lnTo>
                    <a:pt x="8890" y="0"/>
                  </a:lnTo>
                  <a:lnTo>
                    <a:pt x="8890" y="1270"/>
                  </a:lnTo>
                  <a:lnTo>
                    <a:pt x="7620" y="1270"/>
                  </a:lnTo>
                  <a:lnTo>
                    <a:pt x="7620" y="2540"/>
                  </a:lnTo>
                  <a:lnTo>
                    <a:pt x="5080" y="2540"/>
                  </a:lnTo>
                  <a:lnTo>
                    <a:pt x="5080" y="3810"/>
                  </a:lnTo>
                  <a:lnTo>
                    <a:pt x="1270" y="3810"/>
                  </a:lnTo>
                  <a:lnTo>
                    <a:pt x="1270" y="5080"/>
                  </a:lnTo>
                  <a:lnTo>
                    <a:pt x="0" y="5080"/>
                  </a:lnTo>
                  <a:lnTo>
                    <a:pt x="0" y="6350"/>
                  </a:lnTo>
                  <a:lnTo>
                    <a:pt x="130810" y="6350"/>
                  </a:lnTo>
                  <a:lnTo>
                    <a:pt x="130810" y="5080"/>
                  </a:lnTo>
                  <a:close/>
                </a:path>
              </a:pathLst>
            </a:custGeom>
            <a:solidFill>
              <a:srgbClr val="F20200"/>
            </a:solidFill>
          </p:spPr>
          <p:txBody>
            <a:bodyPr wrap="square" lIns="0" tIns="0" rIns="0" bIns="0" rtlCol="0"/>
            <a:lstStyle/>
            <a:p/>
          </p:txBody>
        </p:sp>
        <p:sp>
          <p:nvSpPr>
            <p:cNvPr id="811" name="object 811"/>
            <p:cNvSpPr/>
            <p:nvPr/>
          </p:nvSpPr>
          <p:spPr>
            <a:xfrm>
              <a:off x="3981450" y="1625599"/>
              <a:ext cx="147320" cy="7620"/>
            </a:xfrm>
            <a:custGeom>
              <a:avLst/>
              <a:gdLst/>
              <a:ahLst/>
              <a:cxnLst/>
              <a:rect l="l" t="t" r="r" b="b"/>
              <a:pathLst>
                <a:path w="147320" h="7619">
                  <a:moveTo>
                    <a:pt x="147320" y="1270"/>
                  </a:moveTo>
                  <a:lnTo>
                    <a:pt x="143510" y="1270"/>
                  </a:lnTo>
                  <a:lnTo>
                    <a:pt x="143510" y="0"/>
                  </a:lnTo>
                  <a:lnTo>
                    <a:pt x="0" y="0"/>
                  </a:lnTo>
                  <a:lnTo>
                    <a:pt x="0" y="1270"/>
                  </a:lnTo>
                  <a:lnTo>
                    <a:pt x="0" y="7620"/>
                  </a:lnTo>
                  <a:lnTo>
                    <a:pt x="147320" y="7620"/>
                  </a:lnTo>
                  <a:lnTo>
                    <a:pt x="147320" y="1270"/>
                  </a:lnTo>
                  <a:close/>
                </a:path>
              </a:pathLst>
            </a:custGeom>
            <a:solidFill>
              <a:srgbClr val="F40100"/>
            </a:solidFill>
          </p:spPr>
          <p:txBody>
            <a:bodyPr wrap="square" lIns="0" tIns="0" rIns="0" bIns="0" rtlCol="0"/>
            <a:lstStyle/>
            <a:p/>
          </p:txBody>
        </p:sp>
        <p:sp>
          <p:nvSpPr>
            <p:cNvPr id="812" name="object 812"/>
            <p:cNvSpPr/>
            <p:nvPr/>
          </p:nvSpPr>
          <p:spPr>
            <a:xfrm>
              <a:off x="3981450" y="1633220"/>
              <a:ext cx="147320" cy="7620"/>
            </a:xfrm>
            <a:custGeom>
              <a:avLst/>
              <a:gdLst/>
              <a:ahLst/>
              <a:cxnLst/>
              <a:rect l="l" t="t" r="r" b="b"/>
              <a:pathLst>
                <a:path w="147320" h="7619">
                  <a:moveTo>
                    <a:pt x="147320" y="0"/>
                  </a:moveTo>
                  <a:lnTo>
                    <a:pt x="0" y="0"/>
                  </a:lnTo>
                  <a:lnTo>
                    <a:pt x="0" y="7619"/>
                  </a:lnTo>
                  <a:lnTo>
                    <a:pt x="147320" y="7619"/>
                  </a:lnTo>
                  <a:lnTo>
                    <a:pt x="147320" y="0"/>
                  </a:lnTo>
                  <a:close/>
                </a:path>
              </a:pathLst>
            </a:custGeom>
            <a:solidFill>
              <a:srgbClr val="F70100"/>
            </a:solidFill>
          </p:spPr>
          <p:txBody>
            <a:bodyPr wrap="square" lIns="0" tIns="0" rIns="0" bIns="0" rtlCol="0"/>
            <a:lstStyle/>
            <a:p/>
          </p:txBody>
        </p:sp>
        <p:sp>
          <p:nvSpPr>
            <p:cNvPr id="813" name="object 813"/>
            <p:cNvSpPr/>
            <p:nvPr/>
          </p:nvSpPr>
          <p:spPr>
            <a:xfrm>
              <a:off x="3981450" y="1640840"/>
              <a:ext cx="147320" cy="6350"/>
            </a:xfrm>
            <a:custGeom>
              <a:avLst/>
              <a:gdLst/>
              <a:ahLst/>
              <a:cxnLst/>
              <a:rect l="l" t="t" r="r" b="b"/>
              <a:pathLst>
                <a:path w="147320" h="6350">
                  <a:moveTo>
                    <a:pt x="147320" y="0"/>
                  </a:moveTo>
                  <a:lnTo>
                    <a:pt x="0" y="0"/>
                  </a:lnTo>
                  <a:lnTo>
                    <a:pt x="0" y="6350"/>
                  </a:lnTo>
                  <a:lnTo>
                    <a:pt x="147320" y="6350"/>
                  </a:lnTo>
                  <a:lnTo>
                    <a:pt x="147320" y="0"/>
                  </a:lnTo>
                  <a:close/>
                </a:path>
              </a:pathLst>
            </a:custGeom>
            <a:solidFill>
              <a:srgbClr val="F90000"/>
            </a:solidFill>
          </p:spPr>
          <p:txBody>
            <a:bodyPr wrap="square" lIns="0" tIns="0" rIns="0" bIns="0" rtlCol="0"/>
            <a:lstStyle/>
            <a:p/>
          </p:txBody>
        </p:sp>
      </p:grpSp>
      <p:grpSp>
        <p:nvGrpSpPr>
          <p:cNvPr id="814" name="object 814"/>
          <p:cNvGrpSpPr/>
          <p:nvPr/>
        </p:nvGrpSpPr>
        <p:grpSpPr>
          <a:xfrm>
            <a:off x="4193540" y="1085977"/>
            <a:ext cx="186690" cy="577850"/>
            <a:chOff x="4193540" y="1085977"/>
            <a:chExt cx="186690" cy="577850"/>
          </a:xfrm>
        </p:grpSpPr>
        <p:sp>
          <p:nvSpPr>
            <p:cNvPr id="815" name="object 815"/>
            <p:cNvSpPr/>
            <p:nvPr/>
          </p:nvSpPr>
          <p:spPr>
            <a:xfrm>
              <a:off x="4254500" y="1085977"/>
              <a:ext cx="107950" cy="6350"/>
            </a:xfrm>
            <a:custGeom>
              <a:avLst/>
              <a:gdLst/>
              <a:ahLst/>
              <a:cxnLst/>
              <a:rect l="l" t="t" r="r" b="b"/>
              <a:pathLst>
                <a:path w="107950" h="6350">
                  <a:moveTo>
                    <a:pt x="97789" y="3682"/>
                  </a:moveTo>
                  <a:lnTo>
                    <a:pt x="96520" y="3682"/>
                  </a:lnTo>
                  <a:lnTo>
                    <a:pt x="96520" y="6223"/>
                  </a:lnTo>
                  <a:lnTo>
                    <a:pt x="107950" y="6223"/>
                  </a:lnTo>
                  <a:lnTo>
                    <a:pt x="107950" y="3810"/>
                  </a:lnTo>
                  <a:lnTo>
                    <a:pt x="97789" y="3810"/>
                  </a:lnTo>
                  <a:lnTo>
                    <a:pt x="97789" y="3682"/>
                  </a:lnTo>
                  <a:close/>
                </a:path>
                <a:path w="107950" h="6350">
                  <a:moveTo>
                    <a:pt x="107950" y="1142"/>
                  </a:moveTo>
                  <a:lnTo>
                    <a:pt x="97789" y="1142"/>
                  </a:lnTo>
                  <a:lnTo>
                    <a:pt x="97789" y="3682"/>
                  </a:lnTo>
                  <a:lnTo>
                    <a:pt x="107950" y="3682"/>
                  </a:lnTo>
                  <a:lnTo>
                    <a:pt x="107950" y="1142"/>
                  </a:lnTo>
                  <a:close/>
                </a:path>
                <a:path w="107950" h="6350">
                  <a:moveTo>
                    <a:pt x="45720" y="4952"/>
                  </a:moveTo>
                  <a:lnTo>
                    <a:pt x="0" y="4952"/>
                  </a:lnTo>
                  <a:lnTo>
                    <a:pt x="0" y="6223"/>
                  </a:lnTo>
                  <a:lnTo>
                    <a:pt x="45720" y="6223"/>
                  </a:lnTo>
                  <a:lnTo>
                    <a:pt x="45720" y="4952"/>
                  </a:lnTo>
                  <a:close/>
                </a:path>
                <a:path w="107950" h="6350">
                  <a:moveTo>
                    <a:pt x="3810" y="3682"/>
                  </a:moveTo>
                  <a:lnTo>
                    <a:pt x="1270" y="3682"/>
                  </a:lnTo>
                  <a:lnTo>
                    <a:pt x="1270" y="4952"/>
                  </a:lnTo>
                  <a:lnTo>
                    <a:pt x="41910" y="4952"/>
                  </a:lnTo>
                  <a:lnTo>
                    <a:pt x="41910" y="3810"/>
                  </a:lnTo>
                  <a:lnTo>
                    <a:pt x="3810" y="3810"/>
                  </a:lnTo>
                  <a:lnTo>
                    <a:pt x="3810" y="3682"/>
                  </a:lnTo>
                  <a:close/>
                </a:path>
                <a:path w="107950" h="6350">
                  <a:moveTo>
                    <a:pt x="41910" y="3682"/>
                  </a:moveTo>
                  <a:lnTo>
                    <a:pt x="40639" y="3682"/>
                  </a:lnTo>
                  <a:lnTo>
                    <a:pt x="40639" y="3810"/>
                  </a:lnTo>
                  <a:lnTo>
                    <a:pt x="41910" y="3810"/>
                  </a:lnTo>
                  <a:lnTo>
                    <a:pt x="41910" y="3682"/>
                  </a:lnTo>
                  <a:close/>
                </a:path>
                <a:path w="107950" h="6350">
                  <a:moveTo>
                    <a:pt x="40639" y="2539"/>
                  </a:moveTo>
                  <a:lnTo>
                    <a:pt x="3810" y="2539"/>
                  </a:lnTo>
                  <a:lnTo>
                    <a:pt x="3810" y="3682"/>
                  </a:lnTo>
                  <a:lnTo>
                    <a:pt x="40639" y="3682"/>
                  </a:lnTo>
                  <a:lnTo>
                    <a:pt x="40639" y="2539"/>
                  </a:lnTo>
                  <a:close/>
                </a:path>
                <a:path w="107950" h="6350">
                  <a:moveTo>
                    <a:pt x="12700" y="1142"/>
                  </a:moveTo>
                  <a:lnTo>
                    <a:pt x="8889" y="1142"/>
                  </a:lnTo>
                  <a:lnTo>
                    <a:pt x="8889" y="2539"/>
                  </a:lnTo>
                  <a:lnTo>
                    <a:pt x="35560" y="2539"/>
                  </a:lnTo>
                  <a:lnTo>
                    <a:pt x="35560" y="1269"/>
                  </a:lnTo>
                  <a:lnTo>
                    <a:pt x="12700" y="1269"/>
                  </a:lnTo>
                  <a:close/>
                </a:path>
                <a:path w="107950" h="6350">
                  <a:moveTo>
                    <a:pt x="35560" y="1142"/>
                  </a:moveTo>
                  <a:lnTo>
                    <a:pt x="30479" y="1142"/>
                  </a:lnTo>
                  <a:lnTo>
                    <a:pt x="35560" y="1269"/>
                  </a:lnTo>
                  <a:close/>
                </a:path>
                <a:path w="107950" h="6350">
                  <a:moveTo>
                    <a:pt x="30479" y="0"/>
                  </a:moveTo>
                  <a:lnTo>
                    <a:pt x="12700" y="0"/>
                  </a:lnTo>
                  <a:lnTo>
                    <a:pt x="12700" y="1142"/>
                  </a:lnTo>
                  <a:lnTo>
                    <a:pt x="30479" y="1142"/>
                  </a:lnTo>
                  <a:lnTo>
                    <a:pt x="30479" y="0"/>
                  </a:lnTo>
                  <a:close/>
                </a:path>
              </a:pathLst>
            </a:custGeom>
            <a:solidFill>
              <a:srgbClr val="003300"/>
            </a:solidFill>
          </p:spPr>
          <p:txBody>
            <a:bodyPr wrap="square" lIns="0" tIns="0" rIns="0" bIns="0" rtlCol="0"/>
            <a:lstStyle/>
            <a:p/>
          </p:txBody>
        </p:sp>
        <p:sp>
          <p:nvSpPr>
            <p:cNvPr id="816" name="object 816"/>
            <p:cNvSpPr/>
            <p:nvPr/>
          </p:nvSpPr>
          <p:spPr>
            <a:xfrm>
              <a:off x="4241800" y="1092200"/>
              <a:ext cx="120650" cy="7620"/>
            </a:xfrm>
            <a:custGeom>
              <a:avLst/>
              <a:gdLst/>
              <a:ahLst/>
              <a:cxnLst/>
              <a:rect l="l" t="t" r="r" b="b"/>
              <a:pathLst>
                <a:path w="120650" h="7619">
                  <a:moveTo>
                    <a:pt x="69850" y="6476"/>
                  </a:moveTo>
                  <a:lnTo>
                    <a:pt x="0" y="6476"/>
                  </a:lnTo>
                  <a:lnTo>
                    <a:pt x="0" y="7619"/>
                  </a:lnTo>
                  <a:lnTo>
                    <a:pt x="69850" y="7619"/>
                  </a:lnTo>
                  <a:lnTo>
                    <a:pt x="69850" y="6476"/>
                  </a:lnTo>
                  <a:close/>
                </a:path>
                <a:path w="120650" h="7619">
                  <a:moveTo>
                    <a:pt x="68580" y="5079"/>
                  </a:moveTo>
                  <a:lnTo>
                    <a:pt x="1270" y="5079"/>
                  </a:lnTo>
                  <a:lnTo>
                    <a:pt x="1270" y="6476"/>
                  </a:lnTo>
                  <a:lnTo>
                    <a:pt x="68580" y="6476"/>
                  </a:lnTo>
                  <a:lnTo>
                    <a:pt x="68580" y="5079"/>
                  </a:lnTo>
                  <a:close/>
                </a:path>
                <a:path w="120650" h="7619">
                  <a:moveTo>
                    <a:pt x="5079" y="3809"/>
                  </a:moveTo>
                  <a:lnTo>
                    <a:pt x="3810" y="3809"/>
                  </a:lnTo>
                  <a:lnTo>
                    <a:pt x="3810" y="5079"/>
                  </a:lnTo>
                  <a:lnTo>
                    <a:pt x="67310" y="5079"/>
                  </a:lnTo>
                  <a:lnTo>
                    <a:pt x="67310" y="3937"/>
                  </a:lnTo>
                  <a:lnTo>
                    <a:pt x="5079" y="3937"/>
                  </a:lnTo>
                  <a:lnTo>
                    <a:pt x="5079" y="3809"/>
                  </a:lnTo>
                  <a:close/>
                </a:path>
                <a:path w="120650" h="7619">
                  <a:moveTo>
                    <a:pt x="67310" y="3809"/>
                  </a:moveTo>
                  <a:lnTo>
                    <a:pt x="66039" y="3809"/>
                  </a:lnTo>
                  <a:lnTo>
                    <a:pt x="66039" y="3937"/>
                  </a:lnTo>
                  <a:lnTo>
                    <a:pt x="67310" y="3937"/>
                  </a:lnTo>
                  <a:lnTo>
                    <a:pt x="67310" y="3809"/>
                  </a:lnTo>
                  <a:close/>
                </a:path>
                <a:path w="120650" h="7619">
                  <a:moveTo>
                    <a:pt x="66039" y="2666"/>
                  </a:moveTo>
                  <a:lnTo>
                    <a:pt x="5079" y="2666"/>
                  </a:lnTo>
                  <a:lnTo>
                    <a:pt x="5079" y="3809"/>
                  </a:lnTo>
                  <a:lnTo>
                    <a:pt x="66039" y="3809"/>
                  </a:lnTo>
                  <a:lnTo>
                    <a:pt x="66039" y="2666"/>
                  </a:lnTo>
                  <a:close/>
                </a:path>
                <a:path w="120650" h="7619">
                  <a:moveTo>
                    <a:pt x="7620" y="1269"/>
                  </a:moveTo>
                  <a:lnTo>
                    <a:pt x="6350" y="1269"/>
                  </a:lnTo>
                  <a:lnTo>
                    <a:pt x="6350" y="2666"/>
                  </a:lnTo>
                  <a:lnTo>
                    <a:pt x="64770" y="2666"/>
                  </a:lnTo>
                  <a:lnTo>
                    <a:pt x="64770" y="1396"/>
                  </a:lnTo>
                  <a:lnTo>
                    <a:pt x="7620" y="1396"/>
                  </a:lnTo>
                  <a:close/>
                </a:path>
                <a:path w="120650" h="7619">
                  <a:moveTo>
                    <a:pt x="64770" y="1269"/>
                  </a:moveTo>
                  <a:lnTo>
                    <a:pt x="60960" y="1269"/>
                  </a:lnTo>
                  <a:lnTo>
                    <a:pt x="64770" y="1396"/>
                  </a:lnTo>
                  <a:close/>
                </a:path>
                <a:path w="120650" h="7619">
                  <a:moveTo>
                    <a:pt x="60960" y="126"/>
                  </a:moveTo>
                  <a:lnTo>
                    <a:pt x="7620" y="126"/>
                  </a:lnTo>
                  <a:lnTo>
                    <a:pt x="7620" y="1269"/>
                  </a:lnTo>
                  <a:lnTo>
                    <a:pt x="60960" y="1269"/>
                  </a:lnTo>
                  <a:lnTo>
                    <a:pt x="60960" y="126"/>
                  </a:lnTo>
                  <a:close/>
                </a:path>
                <a:path w="120650" h="7619">
                  <a:moveTo>
                    <a:pt x="58420" y="0"/>
                  </a:moveTo>
                  <a:lnTo>
                    <a:pt x="12700" y="0"/>
                  </a:lnTo>
                  <a:lnTo>
                    <a:pt x="58420" y="126"/>
                  </a:lnTo>
                  <a:close/>
                </a:path>
                <a:path w="120650" h="7619">
                  <a:moveTo>
                    <a:pt x="120650" y="3937"/>
                  </a:moveTo>
                  <a:lnTo>
                    <a:pt x="106679" y="3937"/>
                  </a:lnTo>
                  <a:lnTo>
                    <a:pt x="106679" y="6476"/>
                  </a:lnTo>
                  <a:lnTo>
                    <a:pt x="105410" y="6476"/>
                  </a:lnTo>
                  <a:lnTo>
                    <a:pt x="105410" y="7620"/>
                  </a:lnTo>
                  <a:lnTo>
                    <a:pt x="120650" y="7620"/>
                  </a:lnTo>
                  <a:lnTo>
                    <a:pt x="120650" y="3937"/>
                  </a:lnTo>
                  <a:close/>
                </a:path>
                <a:path w="120650" h="7619">
                  <a:moveTo>
                    <a:pt x="120650" y="1396"/>
                  </a:moveTo>
                  <a:lnTo>
                    <a:pt x="107950" y="1396"/>
                  </a:lnTo>
                  <a:lnTo>
                    <a:pt x="107950" y="2666"/>
                  </a:lnTo>
                  <a:lnTo>
                    <a:pt x="106679" y="2666"/>
                  </a:lnTo>
                  <a:lnTo>
                    <a:pt x="106679" y="3809"/>
                  </a:lnTo>
                  <a:lnTo>
                    <a:pt x="120650" y="3809"/>
                  </a:lnTo>
                  <a:lnTo>
                    <a:pt x="120650" y="1396"/>
                  </a:lnTo>
                  <a:close/>
                </a:path>
                <a:path w="120650" h="7619">
                  <a:moveTo>
                    <a:pt x="120650" y="0"/>
                  </a:moveTo>
                  <a:lnTo>
                    <a:pt x="109220" y="0"/>
                  </a:lnTo>
                  <a:lnTo>
                    <a:pt x="107950" y="126"/>
                  </a:lnTo>
                  <a:lnTo>
                    <a:pt x="107950" y="1269"/>
                  </a:lnTo>
                  <a:lnTo>
                    <a:pt x="120650" y="1269"/>
                  </a:lnTo>
                  <a:lnTo>
                    <a:pt x="120650" y="0"/>
                  </a:lnTo>
                  <a:close/>
                </a:path>
              </a:pathLst>
            </a:custGeom>
            <a:solidFill>
              <a:srgbClr val="023300"/>
            </a:solidFill>
          </p:spPr>
          <p:txBody>
            <a:bodyPr wrap="square" lIns="0" tIns="0" rIns="0" bIns="0" rtlCol="0"/>
            <a:lstStyle/>
            <a:p/>
          </p:txBody>
        </p:sp>
        <p:sp>
          <p:nvSpPr>
            <p:cNvPr id="817" name="object 817"/>
            <p:cNvSpPr/>
            <p:nvPr/>
          </p:nvSpPr>
          <p:spPr>
            <a:xfrm>
              <a:off x="4235450" y="1099820"/>
              <a:ext cx="127000" cy="6350"/>
            </a:xfrm>
            <a:custGeom>
              <a:avLst/>
              <a:gdLst/>
              <a:ahLst/>
              <a:cxnLst/>
              <a:rect l="l" t="t" r="r" b="b"/>
              <a:pathLst>
                <a:path w="127000" h="6350">
                  <a:moveTo>
                    <a:pt x="111760" y="2539"/>
                  </a:moveTo>
                  <a:lnTo>
                    <a:pt x="110489" y="2539"/>
                  </a:lnTo>
                  <a:lnTo>
                    <a:pt x="110489" y="6350"/>
                  </a:lnTo>
                  <a:lnTo>
                    <a:pt x="127000" y="6350"/>
                  </a:lnTo>
                  <a:lnTo>
                    <a:pt x="127000" y="2666"/>
                  </a:lnTo>
                  <a:lnTo>
                    <a:pt x="111760" y="2666"/>
                  </a:lnTo>
                  <a:lnTo>
                    <a:pt x="111760" y="2539"/>
                  </a:lnTo>
                  <a:close/>
                </a:path>
                <a:path w="127000" h="6350">
                  <a:moveTo>
                    <a:pt x="127000" y="126"/>
                  </a:moveTo>
                  <a:lnTo>
                    <a:pt x="111760" y="126"/>
                  </a:lnTo>
                  <a:lnTo>
                    <a:pt x="111760" y="2539"/>
                  </a:lnTo>
                  <a:lnTo>
                    <a:pt x="127000" y="2539"/>
                  </a:lnTo>
                  <a:lnTo>
                    <a:pt x="127000" y="126"/>
                  </a:lnTo>
                  <a:close/>
                </a:path>
                <a:path w="127000" h="6350">
                  <a:moveTo>
                    <a:pt x="83820" y="5206"/>
                  </a:moveTo>
                  <a:lnTo>
                    <a:pt x="0" y="5206"/>
                  </a:lnTo>
                  <a:lnTo>
                    <a:pt x="0" y="6349"/>
                  </a:lnTo>
                  <a:lnTo>
                    <a:pt x="83820" y="6349"/>
                  </a:lnTo>
                  <a:lnTo>
                    <a:pt x="83820" y="5206"/>
                  </a:lnTo>
                  <a:close/>
                </a:path>
                <a:path w="127000" h="6350">
                  <a:moveTo>
                    <a:pt x="82550" y="3809"/>
                  </a:moveTo>
                  <a:lnTo>
                    <a:pt x="1270" y="3809"/>
                  </a:lnTo>
                  <a:lnTo>
                    <a:pt x="1270" y="5206"/>
                  </a:lnTo>
                  <a:lnTo>
                    <a:pt x="82550" y="5206"/>
                  </a:lnTo>
                  <a:lnTo>
                    <a:pt x="82550" y="3809"/>
                  </a:lnTo>
                  <a:close/>
                </a:path>
                <a:path w="127000" h="6350">
                  <a:moveTo>
                    <a:pt x="3810" y="2539"/>
                  </a:moveTo>
                  <a:lnTo>
                    <a:pt x="2539" y="2539"/>
                  </a:lnTo>
                  <a:lnTo>
                    <a:pt x="2539" y="3809"/>
                  </a:lnTo>
                  <a:lnTo>
                    <a:pt x="81279" y="3809"/>
                  </a:lnTo>
                  <a:lnTo>
                    <a:pt x="81279" y="2666"/>
                  </a:lnTo>
                  <a:lnTo>
                    <a:pt x="3810" y="2666"/>
                  </a:lnTo>
                  <a:lnTo>
                    <a:pt x="3810" y="2539"/>
                  </a:lnTo>
                  <a:close/>
                </a:path>
                <a:path w="127000" h="6350">
                  <a:moveTo>
                    <a:pt x="81279" y="2539"/>
                  </a:moveTo>
                  <a:lnTo>
                    <a:pt x="78739" y="2539"/>
                  </a:lnTo>
                  <a:lnTo>
                    <a:pt x="78739" y="2666"/>
                  </a:lnTo>
                  <a:lnTo>
                    <a:pt x="81279" y="2666"/>
                  </a:lnTo>
                  <a:lnTo>
                    <a:pt x="81279" y="2539"/>
                  </a:lnTo>
                  <a:close/>
                </a:path>
                <a:path w="127000" h="6350">
                  <a:moveTo>
                    <a:pt x="78739" y="1396"/>
                  </a:moveTo>
                  <a:lnTo>
                    <a:pt x="3810" y="1396"/>
                  </a:lnTo>
                  <a:lnTo>
                    <a:pt x="3810" y="2539"/>
                  </a:lnTo>
                  <a:lnTo>
                    <a:pt x="78739" y="2539"/>
                  </a:lnTo>
                  <a:lnTo>
                    <a:pt x="78739" y="1396"/>
                  </a:lnTo>
                  <a:close/>
                </a:path>
                <a:path w="127000" h="6350">
                  <a:moveTo>
                    <a:pt x="6350" y="0"/>
                  </a:moveTo>
                  <a:lnTo>
                    <a:pt x="5079" y="0"/>
                  </a:lnTo>
                  <a:lnTo>
                    <a:pt x="5079" y="1396"/>
                  </a:lnTo>
                  <a:lnTo>
                    <a:pt x="77469" y="1396"/>
                  </a:lnTo>
                  <a:lnTo>
                    <a:pt x="77469" y="126"/>
                  </a:lnTo>
                  <a:lnTo>
                    <a:pt x="6350" y="126"/>
                  </a:lnTo>
                  <a:close/>
                </a:path>
                <a:path w="127000" h="6350">
                  <a:moveTo>
                    <a:pt x="77469" y="0"/>
                  </a:moveTo>
                  <a:lnTo>
                    <a:pt x="76200" y="0"/>
                  </a:lnTo>
                  <a:lnTo>
                    <a:pt x="77469" y="126"/>
                  </a:lnTo>
                  <a:close/>
                </a:path>
              </a:pathLst>
            </a:custGeom>
            <a:solidFill>
              <a:srgbClr val="053100"/>
            </a:solidFill>
          </p:spPr>
          <p:txBody>
            <a:bodyPr wrap="square" lIns="0" tIns="0" rIns="0" bIns="0" rtlCol="0"/>
            <a:lstStyle/>
            <a:p/>
          </p:txBody>
        </p:sp>
        <p:sp>
          <p:nvSpPr>
            <p:cNvPr id="818" name="object 818"/>
            <p:cNvSpPr/>
            <p:nvPr/>
          </p:nvSpPr>
          <p:spPr>
            <a:xfrm>
              <a:off x="4227830" y="1106169"/>
              <a:ext cx="135890" cy="7620"/>
            </a:xfrm>
            <a:custGeom>
              <a:avLst/>
              <a:gdLst/>
              <a:ahLst/>
              <a:cxnLst/>
              <a:rect l="l" t="t" r="r" b="b"/>
              <a:pathLst>
                <a:path w="135889" h="7619">
                  <a:moveTo>
                    <a:pt x="92710" y="0"/>
                  </a:moveTo>
                  <a:lnTo>
                    <a:pt x="91440" y="0"/>
                  </a:lnTo>
                  <a:lnTo>
                    <a:pt x="6350" y="0"/>
                  </a:lnTo>
                  <a:lnTo>
                    <a:pt x="6350" y="1270"/>
                  </a:lnTo>
                  <a:lnTo>
                    <a:pt x="92710" y="1270"/>
                  </a:lnTo>
                  <a:lnTo>
                    <a:pt x="92710" y="127"/>
                  </a:lnTo>
                  <a:lnTo>
                    <a:pt x="92710" y="0"/>
                  </a:lnTo>
                  <a:close/>
                </a:path>
                <a:path w="135889" h="7619">
                  <a:moveTo>
                    <a:pt x="95250" y="2540"/>
                  </a:moveTo>
                  <a:lnTo>
                    <a:pt x="93980" y="2540"/>
                  </a:lnTo>
                  <a:lnTo>
                    <a:pt x="93980" y="1397"/>
                  </a:lnTo>
                  <a:lnTo>
                    <a:pt x="5080" y="1397"/>
                  </a:lnTo>
                  <a:lnTo>
                    <a:pt x="5080" y="2540"/>
                  </a:lnTo>
                  <a:lnTo>
                    <a:pt x="3810" y="2540"/>
                  </a:lnTo>
                  <a:lnTo>
                    <a:pt x="3810" y="3810"/>
                  </a:lnTo>
                  <a:lnTo>
                    <a:pt x="2540" y="3810"/>
                  </a:lnTo>
                  <a:lnTo>
                    <a:pt x="2540" y="5080"/>
                  </a:lnTo>
                  <a:lnTo>
                    <a:pt x="95250" y="5080"/>
                  </a:lnTo>
                  <a:lnTo>
                    <a:pt x="95250" y="3810"/>
                  </a:lnTo>
                  <a:lnTo>
                    <a:pt x="95250" y="2667"/>
                  </a:lnTo>
                  <a:lnTo>
                    <a:pt x="95250" y="2540"/>
                  </a:lnTo>
                  <a:close/>
                </a:path>
                <a:path w="135889" h="7619">
                  <a:moveTo>
                    <a:pt x="99060" y="6350"/>
                  </a:moveTo>
                  <a:lnTo>
                    <a:pt x="97790" y="6350"/>
                  </a:lnTo>
                  <a:lnTo>
                    <a:pt x="97790" y="5207"/>
                  </a:lnTo>
                  <a:lnTo>
                    <a:pt x="1270" y="5207"/>
                  </a:lnTo>
                  <a:lnTo>
                    <a:pt x="1270" y="6350"/>
                  </a:lnTo>
                  <a:lnTo>
                    <a:pt x="0" y="6350"/>
                  </a:lnTo>
                  <a:lnTo>
                    <a:pt x="0" y="7620"/>
                  </a:lnTo>
                  <a:lnTo>
                    <a:pt x="99060" y="7620"/>
                  </a:lnTo>
                  <a:lnTo>
                    <a:pt x="99060" y="6477"/>
                  </a:lnTo>
                  <a:lnTo>
                    <a:pt x="99060" y="6350"/>
                  </a:lnTo>
                  <a:close/>
                </a:path>
                <a:path w="135889" h="7619">
                  <a:moveTo>
                    <a:pt x="135890" y="6350"/>
                  </a:moveTo>
                  <a:lnTo>
                    <a:pt x="135877" y="5080"/>
                  </a:lnTo>
                  <a:lnTo>
                    <a:pt x="134620" y="5080"/>
                  </a:lnTo>
                  <a:lnTo>
                    <a:pt x="134620" y="3810"/>
                  </a:lnTo>
                  <a:lnTo>
                    <a:pt x="134620" y="2540"/>
                  </a:lnTo>
                  <a:lnTo>
                    <a:pt x="134620" y="0"/>
                  </a:lnTo>
                  <a:lnTo>
                    <a:pt x="116840" y="0"/>
                  </a:lnTo>
                  <a:lnTo>
                    <a:pt x="116840" y="2540"/>
                  </a:lnTo>
                  <a:lnTo>
                    <a:pt x="115570" y="2540"/>
                  </a:lnTo>
                  <a:lnTo>
                    <a:pt x="115570" y="3810"/>
                  </a:lnTo>
                  <a:lnTo>
                    <a:pt x="114300" y="3810"/>
                  </a:lnTo>
                  <a:lnTo>
                    <a:pt x="114300" y="5080"/>
                  </a:lnTo>
                  <a:lnTo>
                    <a:pt x="114300" y="6350"/>
                  </a:lnTo>
                  <a:lnTo>
                    <a:pt x="113030" y="6350"/>
                  </a:lnTo>
                  <a:lnTo>
                    <a:pt x="113030" y="7620"/>
                  </a:lnTo>
                  <a:lnTo>
                    <a:pt x="135890" y="7620"/>
                  </a:lnTo>
                  <a:lnTo>
                    <a:pt x="135890" y="6350"/>
                  </a:lnTo>
                  <a:close/>
                </a:path>
              </a:pathLst>
            </a:custGeom>
            <a:solidFill>
              <a:srgbClr val="083100"/>
            </a:solidFill>
          </p:spPr>
          <p:txBody>
            <a:bodyPr wrap="square" lIns="0" tIns="0" rIns="0" bIns="0" rtlCol="0"/>
            <a:lstStyle/>
            <a:p/>
          </p:txBody>
        </p:sp>
        <p:sp>
          <p:nvSpPr>
            <p:cNvPr id="819" name="object 819"/>
            <p:cNvSpPr/>
            <p:nvPr/>
          </p:nvSpPr>
          <p:spPr>
            <a:xfrm>
              <a:off x="4224020" y="1113789"/>
              <a:ext cx="139700" cy="7620"/>
            </a:xfrm>
            <a:custGeom>
              <a:avLst/>
              <a:gdLst/>
              <a:ahLst/>
              <a:cxnLst/>
              <a:rect l="l" t="t" r="r" b="b"/>
              <a:pathLst>
                <a:path w="139700" h="7619">
                  <a:moveTo>
                    <a:pt x="139700" y="0"/>
                  </a:moveTo>
                  <a:lnTo>
                    <a:pt x="114300" y="0"/>
                  </a:lnTo>
                  <a:lnTo>
                    <a:pt x="114300" y="1270"/>
                  </a:lnTo>
                  <a:lnTo>
                    <a:pt x="113030" y="1270"/>
                  </a:lnTo>
                  <a:lnTo>
                    <a:pt x="113030" y="2540"/>
                  </a:lnTo>
                  <a:lnTo>
                    <a:pt x="111760" y="2540"/>
                  </a:lnTo>
                  <a:lnTo>
                    <a:pt x="111760" y="3810"/>
                  </a:lnTo>
                  <a:lnTo>
                    <a:pt x="109220" y="3810"/>
                  </a:lnTo>
                  <a:lnTo>
                    <a:pt x="109220" y="2540"/>
                  </a:lnTo>
                  <a:lnTo>
                    <a:pt x="106680" y="2540"/>
                  </a:lnTo>
                  <a:lnTo>
                    <a:pt x="106680" y="1270"/>
                  </a:lnTo>
                  <a:lnTo>
                    <a:pt x="104140" y="1270"/>
                  </a:lnTo>
                  <a:lnTo>
                    <a:pt x="104140" y="127"/>
                  </a:lnTo>
                  <a:lnTo>
                    <a:pt x="102870" y="127"/>
                  </a:lnTo>
                  <a:lnTo>
                    <a:pt x="102870" y="0"/>
                  </a:lnTo>
                  <a:lnTo>
                    <a:pt x="3810" y="0"/>
                  </a:lnTo>
                  <a:lnTo>
                    <a:pt x="3810" y="127"/>
                  </a:lnTo>
                  <a:lnTo>
                    <a:pt x="2540" y="127"/>
                  </a:lnTo>
                  <a:lnTo>
                    <a:pt x="2540" y="1270"/>
                  </a:lnTo>
                  <a:lnTo>
                    <a:pt x="2540" y="2540"/>
                  </a:lnTo>
                  <a:lnTo>
                    <a:pt x="1270" y="2540"/>
                  </a:lnTo>
                  <a:lnTo>
                    <a:pt x="1270" y="3810"/>
                  </a:lnTo>
                  <a:lnTo>
                    <a:pt x="1270" y="5080"/>
                  </a:lnTo>
                  <a:lnTo>
                    <a:pt x="0" y="5080"/>
                  </a:lnTo>
                  <a:lnTo>
                    <a:pt x="0" y="7620"/>
                  </a:lnTo>
                  <a:lnTo>
                    <a:pt x="139700" y="7620"/>
                  </a:lnTo>
                  <a:lnTo>
                    <a:pt x="139700" y="5080"/>
                  </a:lnTo>
                  <a:lnTo>
                    <a:pt x="139687" y="3810"/>
                  </a:lnTo>
                  <a:lnTo>
                    <a:pt x="139687" y="2540"/>
                  </a:lnTo>
                  <a:lnTo>
                    <a:pt x="139700" y="1270"/>
                  </a:lnTo>
                  <a:lnTo>
                    <a:pt x="139700" y="0"/>
                  </a:lnTo>
                  <a:close/>
                </a:path>
              </a:pathLst>
            </a:custGeom>
            <a:solidFill>
              <a:srgbClr val="0B3000"/>
            </a:solidFill>
          </p:spPr>
          <p:txBody>
            <a:bodyPr wrap="square" lIns="0" tIns="0" rIns="0" bIns="0" rtlCol="0"/>
            <a:lstStyle/>
            <a:p/>
          </p:txBody>
        </p:sp>
        <p:sp>
          <p:nvSpPr>
            <p:cNvPr id="820" name="object 820"/>
            <p:cNvSpPr/>
            <p:nvPr/>
          </p:nvSpPr>
          <p:spPr>
            <a:xfrm>
              <a:off x="4220210" y="1121409"/>
              <a:ext cx="143510" cy="6350"/>
            </a:xfrm>
            <a:custGeom>
              <a:avLst/>
              <a:gdLst/>
              <a:ahLst/>
              <a:cxnLst/>
              <a:rect l="l" t="t" r="r" b="b"/>
              <a:pathLst>
                <a:path w="143510" h="6350">
                  <a:moveTo>
                    <a:pt x="143510" y="1397"/>
                  </a:moveTo>
                  <a:lnTo>
                    <a:pt x="2540" y="1397"/>
                  </a:lnTo>
                  <a:lnTo>
                    <a:pt x="2540" y="3810"/>
                  </a:lnTo>
                  <a:lnTo>
                    <a:pt x="1270" y="3810"/>
                  </a:lnTo>
                  <a:lnTo>
                    <a:pt x="1270" y="5080"/>
                  </a:lnTo>
                  <a:lnTo>
                    <a:pt x="0" y="5080"/>
                  </a:lnTo>
                  <a:lnTo>
                    <a:pt x="0" y="6350"/>
                  </a:lnTo>
                  <a:lnTo>
                    <a:pt x="143497" y="6350"/>
                  </a:lnTo>
                  <a:lnTo>
                    <a:pt x="143497" y="5080"/>
                  </a:lnTo>
                  <a:lnTo>
                    <a:pt x="143497" y="3810"/>
                  </a:lnTo>
                  <a:lnTo>
                    <a:pt x="143510" y="1397"/>
                  </a:lnTo>
                  <a:close/>
                </a:path>
                <a:path w="143510" h="6350">
                  <a:moveTo>
                    <a:pt x="143510" y="0"/>
                  </a:moveTo>
                  <a:lnTo>
                    <a:pt x="3810" y="0"/>
                  </a:lnTo>
                  <a:lnTo>
                    <a:pt x="3810" y="1270"/>
                  </a:lnTo>
                  <a:lnTo>
                    <a:pt x="143510" y="1270"/>
                  </a:lnTo>
                  <a:lnTo>
                    <a:pt x="143510" y="0"/>
                  </a:lnTo>
                  <a:close/>
                </a:path>
              </a:pathLst>
            </a:custGeom>
            <a:solidFill>
              <a:srgbClr val="0E2F00"/>
            </a:solidFill>
          </p:spPr>
          <p:txBody>
            <a:bodyPr wrap="square" lIns="0" tIns="0" rIns="0" bIns="0" rtlCol="0"/>
            <a:lstStyle/>
            <a:p/>
          </p:txBody>
        </p:sp>
        <p:sp>
          <p:nvSpPr>
            <p:cNvPr id="821" name="object 821"/>
            <p:cNvSpPr/>
            <p:nvPr/>
          </p:nvSpPr>
          <p:spPr>
            <a:xfrm>
              <a:off x="4216400" y="1127760"/>
              <a:ext cx="147320" cy="7620"/>
            </a:xfrm>
            <a:custGeom>
              <a:avLst/>
              <a:gdLst/>
              <a:ahLst/>
              <a:cxnLst/>
              <a:rect l="l" t="t" r="r" b="b"/>
              <a:pathLst>
                <a:path w="147320" h="7619">
                  <a:moveTo>
                    <a:pt x="54610" y="6476"/>
                  </a:moveTo>
                  <a:lnTo>
                    <a:pt x="0" y="6476"/>
                  </a:lnTo>
                  <a:lnTo>
                    <a:pt x="0" y="7619"/>
                  </a:lnTo>
                  <a:lnTo>
                    <a:pt x="54610" y="7619"/>
                  </a:lnTo>
                  <a:lnTo>
                    <a:pt x="54610" y="6476"/>
                  </a:lnTo>
                  <a:close/>
                </a:path>
                <a:path w="147320" h="7619">
                  <a:moveTo>
                    <a:pt x="147320" y="6476"/>
                  </a:moveTo>
                  <a:lnTo>
                    <a:pt x="80010" y="6476"/>
                  </a:lnTo>
                  <a:lnTo>
                    <a:pt x="80010" y="7619"/>
                  </a:lnTo>
                  <a:lnTo>
                    <a:pt x="147320" y="7619"/>
                  </a:lnTo>
                  <a:lnTo>
                    <a:pt x="147320" y="6476"/>
                  </a:lnTo>
                  <a:close/>
                </a:path>
                <a:path w="147320" h="7619">
                  <a:moveTo>
                    <a:pt x="55879" y="5206"/>
                  </a:moveTo>
                  <a:lnTo>
                    <a:pt x="0" y="5206"/>
                  </a:lnTo>
                  <a:lnTo>
                    <a:pt x="0" y="6349"/>
                  </a:lnTo>
                  <a:lnTo>
                    <a:pt x="54610" y="6349"/>
                  </a:lnTo>
                  <a:lnTo>
                    <a:pt x="54610" y="6476"/>
                  </a:lnTo>
                  <a:lnTo>
                    <a:pt x="55879" y="6476"/>
                  </a:lnTo>
                  <a:lnTo>
                    <a:pt x="55879" y="5206"/>
                  </a:lnTo>
                  <a:close/>
                </a:path>
                <a:path w="147320" h="7619">
                  <a:moveTo>
                    <a:pt x="147319" y="3936"/>
                  </a:moveTo>
                  <a:lnTo>
                    <a:pt x="74929" y="3936"/>
                  </a:lnTo>
                  <a:lnTo>
                    <a:pt x="74929" y="5206"/>
                  </a:lnTo>
                  <a:lnTo>
                    <a:pt x="80010" y="5206"/>
                  </a:lnTo>
                  <a:lnTo>
                    <a:pt x="80010" y="6349"/>
                  </a:lnTo>
                  <a:lnTo>
                    <a:pt x="147320" y="6349"/>
                  </a:lnTo>
                  <a:lnTo>
                    <a:pt x="147319" y="3936"/>
                  </a:lnTo>
                  <a:close/>
                </a:path>
                <a:path w="147320" h="7619">
                  <a:moveTo>
                    <a:pt x="57150" y="3936"/>
                  </a:moveTo>
                  <a:lnTo>
                    <a:pt x="1270" y="3936"/>
                  </a:lnTo>
                  <a:lnTo>
                    <a:pt x="1270" y="5206"/>
                  </a:lnTo>
                  <a:lnTo>
                    <a:pt x="57150" y="5206"/>
                  </a:lnTo>
                  <a:lnTo>
                    <a:pt x="57150" y="3936"/>
                  </a:lnTo>
                  <a:close/>
                </a:path>
                <a:path w="147320" h="7619">
                  <a:moveTo>
                    <a:pt x="60960" y="2666"/>
                  </a:moveTo>
                  <a:lnTo>
                    <a:pt x="1270" y="2666"/>
                  </a:lnTo>
                  <a:lnTo>
                    <a:pt x="1270" y="3809"/>
                  </a:lnTo>
                  <a:lnTo>
                    <a:pt x="57150" y="3809"/>
                  </a:lnTo>
                  <a:lnTo>
                    <a:pt x="60960" y="3936"/>
                  </a:lnTo>
                  <a:lnTo>
                    <a:pt x="60960" y="2666"/>
                  </a:lnTo>
                  <a:close/>
                </a:path>
                <a:path w="147320" h="7619">
                  <a:moveTo>
                    <a:pt x="147319" y="0"/>
                  </a:moveTo>
                  <a:lnTo>
                    <a:pt x="3810" y="0"/>
                  </a:lnTo>
                  <a:lnTo>
                    <a:pt x="3810" y="1269"/>
                  </a:lnTo>
                  <a:lnTo>
                    <a:pt x="67310" y="1269"/>
                  </a:lnTo>
                  <a:lnTo>
                    <a:pt x="67310" y="2666"/>
                  </a:lnTo>
                  <a:lnTo>
                    <a:pt x="69850" y="2666"/>
                  </a:lnTo>
                  <a:lnTo>
                    <a:pt x="69850" y="3936"/>
                  </a:lnTo>
                  <a:lnTo>
                    <a:pt x="74929" y="3936"/>
                  </a:lnTo>
                  <a:lnTo>
                    <a:pt x="147320" y="3809"/>
                  </a:lnTo>
                  <a:lnTo>
                    <a:pt x="147319" y="0"/>
                  </a:lnTo>
                  <a:close/>
                </a:path>
                <a:path w="147320" h="7619">
                  <a:moveTo>
                    <a:pt x="63500" y="1269"/>
                  </a:moveTo>
                  <a:lnTo>
                    <a:pt x="2539" y="1269"/>
                  </a:lnTo>
                  <a:lnTo>
                    <a:pt x="2539" y="2666"/>
                  </a:lnTo>
                  <a:lnTo>
                    <a:pt x="63500" y="2666"/>
                  </a:lnTo>
                  <a:lnTo>
                    <a:pt x="63500" y="1269"/>
                  </a:lnTo>
                  <a:close/>
                </a:path>
              </a:pathLst>
            </a:custGeom>
            <a:solidFill>
              <a:srgbClr val="112F00"/>
            </a:solidFill>
          </p:spPr>
          <p:txBody>
            <a:bodyPr wrap="square" lIns="0" tIns="0" rIns="0" bIns="0" rtlCol="0"/>
            <a:lstStyle/>
            <a:p/>
          </p:txBody>
        </p:sp>
        <p:sp>
          <p:nvSpPr>
            <p:cNvPr id="822" name="object 822"/>
            <p:cNvSpPr/>
            <p:nvPr/>
          </p:nvSpPr>
          <p:spPr>
            <a:xfrm>
              <a:off x="4212590" y="1135380"/>
              <a:ext cx="151130" cy="7620"/>
            </a:xfrm>
            <a:custGeom>
              <a:avLst/>
              <a:gdLst/>
              <a:ahLst/>
              <a:cxnLst/>
              <a:rect l="l" t="t" r="r" b="b"/>
              <a:pathLst>
                <a:path w="151129" h="7619">
                  <a:moveTo>
                    <a:pt x="151130" y="5207"/>
                  </a:moveTo>
                  <a:lnTo>
                    <a:pt x="92710" y="5207"/>
                  </a:lnTo>
                  <a:lnTo>
                    <a:pt x="92710" y="6350"/>
                  </a:lnTo>
                  <a:lnTo>
                    <a:pt x="93980" y="6350"/>
                  </a:lnTo>
                  <a:lnTo>
                    <a:pt x="93980" y="7620"/>
                  </a:lnTo>
                  <a:lnTo>
                    <a:pt x="151130" y="7620"/>
                  </a:lnTo>
                  <a:lnTo>
                    <a:pt x="151130" y="5207"/>
                  </a:lnTo>
                  <a:close/>
                </a:path>
                <a:path w="151129" h="7619">
                  <a:moveTo>
                    <a:pt x="151130" y="2666"/>
                  </a:moveTo>
                  <a:lnTo>
                    <a:pt x="90170" y="2666"/>
                  </a:lnTo>
                  <a:lnTo>
                    <a:pt x="90170" y="3937"/>
                  </a:lnTo>
                  <a:lnTo>
                    <a:pt x="91439" y="3937"/>
                  </a:lnTo>
                  <a:lnTo>
                    <a:pt x="91439" y="5207"/>
                  </a:lnTo>
                  <a:lnTo>
                    <a:pt x="92710" y="5207"/>
                  </a:lnTo>
                  <a:lnTo>
                    <a:pt x="92710" y="5079"/>
                  </a:lnTo>
                  <a:lnTo>
                    <a:pt x="151130" y="5079"/>
                  </a:lnTo>
                  <a:lnTo>
                    <a:pt x="151130" y="2666"/>
                  </a:lnTo>
                  <a:close/>
                </a:path>
                <a:path w="151129" h="7619">
                  <a:moveTo>
                    <a:pt x="151130" y="0"/>
                  </a:moveTo>
                  <a:lnTo>
                    <a:pt x="85089" y="0"/>
                  </a:lnTo>
                  <a:lnTo>
                    <a:pt x="85089" y="1397"/>
                  </a:lnTo>
                  <a:lnTo>
                    <a:pt x="87630" y="1397"/>
                  </a:lnTo>
                  <a:lnTo>
                    <a:pt x="87630" y="2666"/>
                  </a:lnTo>
                  <a:lnTo>
                    <a:pt x="90170" y="2666"/>
                  </a:lnTo>
                  <a:lnTo>
                    <a:pt x="151130" y="2539"/>
                  </a:lnTo>
                  <a:lnTo>
                    <a:pt x="151130" y="0"/>
                  </a:lnTo>
                  <a:close/>
                </a:path>
                <a:path w="151129" h="7619">
                  <a:moveTo>
                    <a:pt x="52070" y="5207"/>
                  </a:moveTo>
                  <a:lnTo>
                    <a:pt x="1270" y="5207"/>
                  </a:lnTo>
                  <a:lnTo>
                    <a:pt x="1270" y="6350"/>
                  </a:lnTo>
                  <a:lnTo>
                    <a:pt x="0" y="6350"/>
                  </a:lnTo>
                  <a:lnTo>
                    <a:pt x="0" y="7620"/>
                  </a:lnTo>
                  <a:lnTo>
                    <a:pt x="52070" y="7620"/>
                  </a:lnTo>
                  <a:lnTo>
                    <a:pt x="52070" y="5207"/>
                  </a:lnTo>
                  <a:close/>
                </a:path>
                <a:path w="151129" h="7619">
                  <a:moveTo>
                    <a:pt x="53340" y="3937"/>
                  </a:moveTo>
                  <a:lnTo>
                    <a:pt x="1270" y="3937"/>
                  </a:lnTo>
                  <a:lnTo>
                    <a:pt x="1270" y="5079"/>
                  </a:lnTo>
                  <a:lnTo>
                    <a:pt x="52070" y="5079"/>
                  </a:lnTo>
                  <a:lnTo>
                    <a:pt x="52070" y="5207"/>
                  </a:lnTo>
                  <a:lnTo>
                    <a:pt x="53340" y="5207"/>
                  </a:lnTo>
                  <a:lnTo>
                    <a:pt x="53340" y="3937"/>
                  </a:lnTo>
                  <a:close/>
                </a:path>
                <a:path w="151129" h="7619">
                  <a:moveTo>
                    <a:pt x="54610" y="2666"/>
                  </a:moveTo>
                  <a:lnTo>
                    <a:pt x="2539" y="2666"/>
                  </a:lnTo>
                  <a:lnTo>
                    <a:pt x="2539" y="3937"/>
                  </a:lnTo>
                  <a:lnTo>
                    <a:pt x="54610" y="3937"/>
                  </a:lnTo>
                  <a:lnTo>
                    <a:pt x="54610" y="2666"/>
                  </a:lnTo>
                  <a:close/>
                </a:path>
                <a:path w="151129" h="7619">
                  <a:moveTo>
                    <a:pt x="57150" y="0"/>
                  </a:moveTo>
                  <a:lnTo>
                    <a:pt x="2539" y="0"/>
                  </a:lnTo>
                  <a:lnTo>
                    <a:pt x="2539" y="2539"/>
                  </a:lnTo>
                  <a:lnTo>
                    <a:pt x="54610" y="2539"/>
                  </a:lnTo>
                  <a:lnTo>
                    <a:pt x="55879" y="2666"/>
                  </a:lnTo>
                  <a:lnTo>
                    <a:pt x="55879" y="1397"/>
                  </a:lnTo>
                  <a:lnTo>
                    <a:pt x="57150" y="1397"/>
                  </a:lnTo>
                  <a:lnTo>
                    <a:pt x="57150" y="0"/>
                  </a:lnTo>
                  <a:close/>
                </a:path>
              </a:pathLst>
            </a:custGeom>
            <a:solidFill>
              <a:srgbClr val="152E00"/>
            </a:solidFill>
          </p:spPr>
          <p:txBody>
            <a:bodyPr wrap="square" lIns="0" tIns="0" rIns="0" bIns="0" rtlCol="0"/>
            <a:lstStyle/>
            <a:p/>
          </p:txBody>
        </p:sp>
        <p:sp>
          <p:nvSpPr>
            <p:cNvPr id="823" name="object 823"/>
            <p:cNvSpPr/>
            <p:nvPr/>
          </p:nvSpPr>
          <p:spPr>
            <a:xfrm>
              <a:off x="4210050" y="1143000"/>
              <a:ext cx="153670" cy="7620"/>
            </a:xfrm>
            <a:custGeom>
              <a:avLst/>
              <a:gdLst/>
              <a:ahLst/>
              <a:cxnLst/>
              <a:rect l="l" t="t" r="r" b="b"/>
              <a:pathLst>
                <a:path w="153670" h="7619">
                  <a:moveTo>
                    <a:pt x="153670" y="3937"/>
                  </a:moveTo>
                  <a:lnTo>
                    <a:pt x="99060" y="3937"/>
                  </a:lnTo>
                  <a:lnTo>
                    <a:pt x="99060" y="5079"/>
                  </a:lnTo>
                  <a:lnTo>
                    <a:pt x="100329" y="5079"/>
                  </a:lnTo>
                  <a:lnTo>
                    <a:pt x="100329" y="6476"/>
                  </a:lnTo>
                  <a:lnTo>
                    <a:pt x="101600" y="6476"/>
                  </a:lnTo>
                  <a:lnTo>
                    <a:pt x="101600" y="7620"/>
                  </a:lnTo>
                  <a:lnTo>
                    <a:pt x="153670" y="7620"/>
                  </a:lnTo>
                  <a:lnTo>
                    <a:pt x="153670" y="3937"/>
                  </a:lnTo>
                  <a:close/>
                </a:path>
                <a:path w="153670" h="7619">
                  <a:moveTo>
                    <a:pt x="153669" y="1396"/>
                  </a:moveTo>
                  <a:lnTo>
                    <a:pt x="97789" y="1396"/>
                  </a:lnTo>
                  <a:lnTo>
                    <a:pt x="97789" y="3937"/>
                  </a:lnTo>
                  <a:lnTo>
                    <a:pt x="99060" y="3937"/>
                  </a:lnTo>
                  <a:lnTo>
                    <a:pt x="99060" y="3809"/>
                  </a:lnTo>
                  <a:lnTo>
                    <a:pt x="153669" y="3809"/>
                  </a:lnTo>
                  <a:lnTo>
                    <a:pt x="153669" y="1396"/>
                  </a:lnTo>
                  <a:close/>
                </a:path>
                <a:path w="153670" h="7619">
                  <a:moveTo>
                    <a:pt x="153670" y="0"/>
                  </a:moveTo>
                  <a:lnTo>
                    <a:pt x="96520" y="0"/>
                  </a:lnTo>
                  <a:lnTo>
                    <a:pt x="96520" y="1396"/>
                  </a:lnTo>
                  <a:lnTo>
                    <a:pt x="97789" y="1396"/>
                  </a:lnTo>
                  <a:lnTo>
                    <a:pt x="153670" y="1269"/>
                  </a:lnTo>
                  <a:lnTo>
                    <a:pt x="153670" y="0"/>
                  </a:lnTo>
                  <a:close/>
                </a:path>
                <a:path w="153670" h="7619">
                  <a:moveTo>
                    <a:pt x="50800" y="5079"/>
                  </a:moveTo>
                  <a:lnTo>
                    <a:pt x="0" y="5079"/>
                  </a:lnTo>
                  <a:lnTo>
                    <a:pt x="0" y="7620"/>
                  </a:lnTo>
                  <a:lnTo>
                    <a:pt x="50800" y="7620"/>
                  </a:lnTo>
                  <a:lnTo>
                    <a:pt x="50800" y="5079"/>
                  </a:lnTo>
                  <a:close/>
                </a:path>
                <a:path w="153670" h="7619">
                  <a:moveTo>
                    <a:pt x="52070" y="3937"/>
                  </a:moveTo>
                  <a:lnTo>
                    <a:pt x="1270" y="3937"/>
                  </a:lnTo>
                  <a:lnTo>
                    <a:pt x="1270" y="5079"/>
                  </a:lnTo>
                  <a:lnTo>
                    <a:pt x="52070" y="5079"/>
                  </a:lnTo>
                  <a:lnTo>
                    <a:pt x="52070" y="3937"/>
                  </a:lnTo>
                  <a:close/>
                </a:path>
                <a:path w="153670" h="7619">
                  <a:moveTo>
                    <a:pt x="52070" y="2666"/>
                  </a:moveTo>
                  <a:lnTo>
                    <a:pt x="1270" y="2666"/>
                  </a:lnTo>
                  <a:lnTo>
                    <a:pt x="1270" y="3809"/>
                  </a:lnTo>
                  <a:lnTo>
                    <a:pt x="52070" y="3809"/>
                  </a:lnTo>
                  <a:lnTo>
                    <a:pt x="52070" y="2666"/>
                  </a:lnTo>
                  <a:close/>
                </a:path>
                <a:path w="153670" h="7619">
                  <a:moveTo>
                    <a:pt x="53339" y="1396"/>
                  </a:moveTo>
                  <a:lnTo>
                    <a:pt x="2539" y="1396"/>
                  </a:lnTo>
                  <a:lnTo>
                    <a:pt x="2539" y="2666"/>
                  </a:lnTo>
                  <a:lnTo>
                    <a:pt x="53339" y="2666"/>
                  </a:lnTo>
                  <a:lnTo>
                    <a:pt x="53339" y="1396"/>
                  </a:lnTo>
                  <a:close/>
                </a:path>
                <a:path w="153670" h="7619">
                  <a:moveTo>
                    <a:pt x="54610" y="0"/>
                  </a:moveTo>
                  <a:lnTo>
                    <a:pt x="2539" y="0"/>
                  </a:lnTo>
                  <a:lnTo>
                    <a:pt x="2539" y="1269"/>
                  </a:lnTo>
                  <a:lnTo>
                    <a:pt x="53339" y="1269"/>
                  </a:lnTo>
                  <a:lnTo>
                    <a:pt x="53339" y="126"/>
                  </a:lnTo>
                  <a:lnTo>
                    <a:pt x="54610" y="126"/>
                  </a:lnTo>
                  <a:close/>
                </a:path>
              </a:pathLst>
            </a:custGeom>
            <a:solidFill>
              <a:srgbClr val="182D00"/>
            </a:solidFill>
          </p:spPr>
          <p:txBody>
            <a:bodyPr wrap="square" lIns="0" tIns="0" rIns="0" bIns="0" rtlCol="0"/>
            <a:lstStyle/>
            <a:p/>
          </p:txBody>
        </p:sp>
        <p:sp>
          <p:nvSpPr>
            <p:cNvPr id="824" name="object 824"/>
            <p:cNvSpPr/>
            <p:nvPr/>
          </p:nvSpPr>
          <p:spPr>
            <a:xfrm>
              <a:off x="4208780" y="1150620"/>
              <a:ext cx="154940" cy="6350"/>
            </a:xfrm>
            <a:custGeom>
              <a:avLst/>
              <a:gdLst/>
              <a:ahLst/>
              <a:cxnLst/>
              <a:rect l="l" t="t" r="r" b="b"/>
              <a:pathLst>
                <a:path w="154939" h="6350">
                  <a:moveTo>
                    <a:pt x="154939" y="2666"/>
                  </a:moveTo>
                  <a:lnTo>
                    <a:pt x="105410" y="2666"/>
                  </a:lnTo>
                  <a:lnTo>
                    <a:pt x="105410" y="3809"/>
                  </a:lnTo>
                  <a:lnTo>
                    <a:pt x="106680" y="3809"/>
                  </a:lnTo>
                  <a:lnTo>
                    <a:pt x="106680" y="5206"/>
                  </a:lnTo>
                  <a:lnTo>
                    <a:pt x="107950" y="5206"/>
                  </a:lnTo>
                  <a:lnTo>
                    <a:pt x="107950" y="6350"/>
                  </a:lnTo>
                  <a:lnTo>
                    <a:pt x="154939" y="6350"/>
                  </a:lnTo>
                  <a:lnTo>
                    <a:pt x="154939" y="2666"/>
                  </a:lnTo>
                  <a:close/>
                </a:path>
                <a:path w="154939" h="6350">
                  <a:moveTo>
                    <a:pt x="154940" y="0"/>
                  </a:moveTo>
                  <a:lnTo>
                    <a:pt x="102870" y="0"/>
                  </a:lnTo>
                  <a:lnTo>
                    <a:pt x="102870" y="1396"/>
                  </a:lnTo>
                  <a:lnTo>
                    <a:pt x="104140" y="1396"/>
                  </a:lnTo>
                  <a:lnTo>
                    <a:pt x="104140" y="2666"/>
                  </a:lnTo>
                  <a:lnTo>
                    <a:pt x="105410" y="2666"/>
                  </a:lnTo>
                  <a:lnTo>
                    <a:pt x="105410" y="2539"/>
                  </a:lnTo>
                  <a:lnTo>
                    <a:pt x="154940" y="2539"/>
                  </a:lnTo>
                  <a:lnTo>
                    <a:pt x="154940" y="0"/>
                  </a:lnTo>
                  <a:close/>
                </a:path>
                <a:path w="154939" h="6350">
                  <a:moveTo>
                    <a:pt x="50800" y="2666"/>
                  </a:moveTo>
                  <a:lnTo>
                    <a:pt x="0" y="2666"/>
                  </a:lnTo>
                  <a:lnTo>
                    <a:pt x="0" y="6350"/>
                  </a:lnTo>
                  <a:lnTo>
                    <a:pt x="49530" y="6350"/>
                  </a:lnTo>
                  <a:lnTo>
                    <a:pt x="49529" y="5206"/>
                  </a:lnTo>
                  <a:lnTo>
                    <a:pt x="50800" y="5206"/>
                  </a:lnTo>
                  <a:lnTo>
                    <a:pt x="50800" y="2666"/>
                  </a:lnTo>
                  <a:close/>
                </a:path>
                <a:path w="154939" h="6350">
                  <a:moveTo>
                    <a:pt x="50800" y="1396"/>
                  </a:moveTo>
                  <a:lnTo>
                    <a:pt x="0" y="1396"/>
                  </a:lnTo>
                  <a:lnTo>
                    <a:pt x="0" y="2539"/>
                  </a:lnTo>
                  <a:lnTo>
                    <a:pt x="50800" y="2539"/>
                  </a:lnTo>
                  <a:lnTo>
                    <a:pt x="50800" y="1396"/>
                  </a:lnTo>
                  <a:close/>
                </a:path>
                <a:path w="154939" h="6350">
                  <a:moveTo>
                    <a:pt x="52070" y="0"/>
                  </a:moveTo>
                  <a:lnTo>
                    <a:pt x="1270" y="0"/>
                  </a:lnTo>
                  <a:lnTo>
                    <a:pt x="1270" y="1396"/>
                  </a:lnTo>
                  <a:lnTo>
                    <a:pt x="52070" y="1396"/>
                  </a:lnTo>
                  <a:lnTo>
                    <a:pt x="52070" y="0"/>
                  </a:lnTo>
                  <a:close/>
                </a:path>
              </a:pathLst>
            </a:custGeom>
            <a:solidFill>
              <a:srgbClr val="1B2D00"/>
            </a:solidFill>
          </p:spPr>
          <p:txBody>
            <a:bodyPr wrap="square" lIns="0" tIns="0" rIns="0" bIns="0" rtlCol="0"/>
            <a:lstStyle/>
            <a:p/>
          </p:txBody>
        </p:sp>
        <p:sp>
          <p:nvSpPr>
            <p:cNvPr id="825" name="object 825"/>
            <p:cNvSpPr/>
            <p:nvPr/>
          </p:nvSpPr>
          <p:spPr>
            <a:xfrm>
              <a:off x="4206240" y="1156970"/>
              <a:ext cx="158750" cy="7620"/>
            </a:xfrm>
            <a:custGeom>
              <a:avLst/>
              <a:gdLst/>
              <a:ahLst/>
              <a:cxnLst/>
              <a:rect l="l" t="t" r="r" b="b"/>
              <a:pathLst>
                <a:path w="158750" h="7619">
                  <a:moveTo>
                    <a:pt x="158750" y="6476"/>
                  </a:moveTo>
                  <a:lnTo>
                    <a:pt x="115570" y="6476"/>
                  </a:lnTo>
                  <a:lnTo>
                    <a:pt x="115570" y="7619"/>
                  </a:lnTo>
                  <a:lnTo>
                    <a:pt x="158750" y="7619"/>
                  </a:lnTo>
                  <a:lnTo>
                    <a:pt x="158750" y="6476"/>
                  </a:lnTo>
                  <a:close/>
                </a:path>
                <a:path w="158750" h="7619">
                  <a:moveTo>
                    <a:pt x="158750" y="2666"/>
                  </a:moveTo>
                  <a:lnTo>
                    <a:pt x="113030" y="2666"/>
                  </a:lnTo>
                  <a:lnTo>
                    <a:pt x="113030" y="3809"/>
                  </a:lnTo>
                  <a:lnTo>
                    <a:pt x="114300" y="3809"/>
                  </a:lnTo>
                  <a:lnTo>
                    <a:pt x="114300" y="6476"/>
                  </a:lnTo>
                  <a:lnTo>
                    <a:pt x="115570" y="6476"/>
                  </a:lnTo>
                  <a:lnTo>
                    <a:pt x="158750" y="6349"/>
                  </a:lnTo>
                  <a:lnTo>
                    <a:pt x="158750" y="2666"/>
                  </a:lnTo>
                  <a:close/>
                </a:path>
                <a:path w="158750" h="7619">
                  <a:moveTo>
                    <a:pt x="158750" y="0"/>
                  </a:moveTo>
                  <a:lnTo>
                    <a:pt x="157479" y="0"/>
                  </a:lnTo>
                  <a:lnTo>
                    <a:pt x="110489" y="126"/>
                  </a:lnTo>
                  <a:lnTo>
                    <a:pt x="110489" y="1396"/>
                  </a:lnTo>
                  <a:lnTo>
                    <a:pt x="111760" y="1396"/>
                  </a:lnTo>
                  <a:lnTo>
                    <a:pt x="111760" y="2666"/>
                  </a:lnTo>
                  <a:lnTo>
                    <a:pt x="113030" y="2666"/>
                  </a:lnTo>
                  <a:lnTo>
                    <a:pt x="113030" y="2539"/>
                  </a:lnTo>
                  <a:lnTo>
                    <a:pt x="158750" y="2539"/>
                  </a:lnTo>
                  <a:lnTo>
                    <a:pt x="158750" y="0"/>
                  </a:lnTo>
                  <a:close/>
                </a:path>
                <a:path w="158750" h="7619">
                  <a:moveTo>
                    <a:pt x="49529" y="6476"/>
                  </a:moveTo>
                  <a:lnTo>
                    <a:pt x="0" y="6476"/>
                  </a:lnTo>
                  <a:lnTo>
                    <a:pt x="0" y="7619"/>
                  </a:lnTo>
                  <a:lnTo>
                    <a:pt x="49529" y="7619"/>
                  </a:lnTo>
                  <a:lnTo>
                    <a:pt x="49529" y="6476"/>
                  </a:lnTo>
                  <a:close/>
                </a:path>
                <a:path w="158750" h="7619">
                  <a:moveTo>
                    <a:pt x="50800" y="2666"/>
                  </a:moveTo>
                  <a:lnTo>
                    <a:pt x="1270" y="2666"/>
                  </a:lnTo>
                  <a:lnTo>
                    <a:pt x="1270" y="5206"/>
                  </a:lnTo>
                  <a:lnTo>
                    <a:pt x="0" y="5206"/>
                  </a:lnTo>
                  <a:lnTo>
                    <a:pt x="0" y="6349"/>
                  </a:lnTo>
                  <a:lnTo>
                    <a:pt x="49529" y="6349"/>
                  </a:lnTo>
                  <a:lnTo>
                    <a:pt x="49530" y="3809"/>
                  </a:lnTo>
                  <a:lnTo>
                    <a:pt x="50800" y="3809"/>
                  </a:lnTo>
                  <a:lnTo>
                    <a:pt x="50800" y="2666"/>
                  </a:lnTo>
                  <a:close/>
                </a:path>
                <a:path w="158750" h="7619">
                  <a:moveTo>
                    <a:pt x="2539" y="0"/>
                  </a:moveTo>
                  <a:lnTo>
                    <a:pt x="1270" y="0"/>
                  </a:lnTo>
                  <a:lnTo>
                    <a:pt x="1270" y="2539"/>
                  </a:lnTo>
                  <a:lnTo>
                    <a:pt x="50800" y="2539"/>
                  </a:lnTo>
                  <a:lnTo>
                    <a:pt x="50800" y="1396"/>
                  </a:lnTo>
                  <a:lnTo>
                    <a:pt x="52070" y="1396"/>
                  </a:lnTo>
                  <a:lnTo>
                    <a:pt x="52070" y="126"/>
                  </a:lnTo>
                  <a:lnTo>
                    <a:pt x="2539" y="126"/>
                  </a:lnTo>
                  <a:close/>
                </a:path>
              </a:pathLst>
            </a:custGeom>
            <a:solidFill>
              <a:srgbClr val="1E2C00"/>
            </a:solidFill>
          </p:spPr>
          <p:txBody>
            <a:bodyPr wrap="square" lIns="0" tIns="0" rIns="0" bIns="0" rtlCol="0"/>
            <a:lstStyle/>
            <a:p/>
          </p:txBody>
        </p:sp>
        <p:sp>
          <p:nvSpPr>
            <p:cNvPr id="826" name="object 826"/>
            <p:cNvSpPr/>
            <p:nvPr/>
          </p:nvSpPr>
          <p:spPr>
            <a:xfrm>
              <a:off x="4203700" y="1164590"/>
              <a:ext cx="161290" cy="7620"/>
            </a:xfrm>
            <a:custGeom>
              <a:avLst/>
              <a:gdLst/>
              <a:ahLst/>
              <a:cxnLst/>
              <a:rect l="l" t="t" r="r" b="b"/>
              <a:pathLst>
                <a:path w="161289" h="7619">
                  <a:moveTo>
                    <a:pt x="161289" y="0"/>
                  </a:moveTo>
                  <a:lnTo>
                    <a:pt x="118110" y="0"/>
                  </a:lnTo>
                  <a:lnTo>
                    <a:pt x="118110" y="1397"/>
                  </a:lnTo>
                  <a:lnTo>
                    <a:pt x="119379" y="1397"/>
                  </a:lnTo>
                  <a:lnTo>
                    <a:pt x="119379" y="3937"/>
                  </a:lnTo>
                  <a:lnTo>
                    <a:pt x="120650" y="3937"/>
                  </a:lnTo>
                  <a:lnTo>
                    <a:pt x="120650" y="6476"/>
                  </a:lnTo>
                  <a:lnTo>
                    <a:pt x="121920" y="6476"/>
                  </a:lnTo>
                  <a:lnTo>
                    <a:pt x="121920" y="7620"/>
                  </a:lnTo>
                  <a:lnTo>
                    <a:pt x="161289" y="7620"/>
                  </a:lnTo>
                  <a:lnTo>
                    <a:pt x="161289" y="0"/>
                  </a:lnTo>
                  <a:close/>
                </a:path>
                <a:path w="161289" h="7619">
                  <a:moveTo>
                    <a:pt x="52069" y="0"/>
                  </a:moveTo>
                  <a:lnTo>
                    <a:pt x="2539" y="0"/>
                  </a:lnTo>
                  <a:lnTo>
                    <a:pt x="2539" y="1397"/>
                  </a:lnTo>
                  <a:lnTo>
                    <a:pt x="1270" y="1397"/>
                  </a:lnTo>
                  <a:lnTo>
                    <a:pt x="1270" y="6476"/>
                  </a:lnTo>
                  <a:lnTo>
                    <a:pt x="0" y="6476"/>
                  </a:lnTo>
                  <a:lnTo>
                    <a:pt x="0" y="7620"/>
                  </a:lnTo>
                  <a:lnTo>
                    <a:pt x="50800" y="7620"/>
                  </a:lnTo>
                  <a:lnTo>
                    <a:pt x="50800" y="126"/>
                  </a:lnTo>
                  <a:lnTo>
                    <a:pt x="52069" y="126"/>
                  </a:lnTo>
                  <a:close/>
                </a:path>
              </a:pathLst>
            </a:custGeom>
            <a:solidFill>
              <a:srgbClr val="212C00"/>
            </a:solidFill>
          </p:spPr>
          <p:txBody>
            <a:bodyPr wrap="square" lIns="0" tIns="0" rIns="0" bIns="0" rtlCol="0"/>
            <a:lstStyle/>
            <a:p/>
          </p:txBody>
        </p:sp>
        <p:sp>
          <p:nvSpPr>
            <p:cNvPr id="827" name="object 827"/>
            <p:cNvSpPr/>
            <p:nvPr/>
          </p:nvSpPr>
          <p:spPr>
            <a:xfrm>
              <a:off x="4202430" y="1172210"/>
              <a:ext cx="162560" cy="6350"/>
            </a:xfrm>
            <a:custGeom>
              <a:avLst/>
              <a:gdLst/>
              <a:ahLst/>
              <a:cxnLst/>
              <a:rect l="l" t="t" r="r" b="b"/>
              <a:pathLst>
                <a:path w="162560" h="6350">
                  <a:moveTo>
                    <a:pt x="162560" y="0"/>
                  </a:moveTo>
                  <a:lnTo>
                    <a:pt x="123190" y="0"/>
                  </a:lnTo>
                  <a:lnTo>
                    <a:pt x="123190" y="2666"/>
                  </a:lnTo>
                  <a:lnTo>
                    <a:pt x="124460" y="2666"/>
                  </a:lnTo>
                  <a:lnTo>
                    <a:pt x="124460" y="5206"/>
                  </a:lnTo>
                  <a:lnTo>
                    <a:pt x="125730" y="5206"/>
                  </a:lnTo>
                  <a:lnTo>
                    <a:pt x="125730" y="6350"/>
                  </a:lnTo>
                  <a:lnTo>
                    <a:pt x="162560" y="6350"/>
                  </a:lnTo>
                  <a:lnTo>
                    <a:pt x="162560" y="0"/>
                  </a:lnTo>
                  <a:close/>
                </a:path>
                <a:path w="162560" h="6350">
                  <a:moveTo>
                    <a:pt x="52070" y="0"/>
                  </a:moveTo>
                  <a:lnTo>
                    <a:pt x="1270" y="0"/>
                  </a:lnTo>
                  <a:lnTo>
                    <a:pt x="1270" y="2666"/>
                  </a:lnTo>
                  <a:lnTo>
                    <a:pt x="0" y="2666"/>
                  </a:lnTo>
                  <a:lnTo>
                    <a:pt x="0" y="6350"/>
                  </a:lnTo>
                  <a:lnTo>
                    <a:pt x="52070" y="6350"/>
                  </a:lnTo>
                  <a:lnTo>
                    <a:pt x="52070" y="0"/>
                  </a:lnTo>
                  <a:close/>
                </a:path>
              </a:pathLst>
            </a:custGeom>
            <a:solidFill>
              <a:srgbClr val="242B00"/>
            </a:solidFill>
          </p:spPr>
          <p:txBody>
            <a:bodyPr wrap="square" lIns="0" tIns="0" rIns="0" bIns="0" rtlCol="0"/>
            <a:lstStyle/>
            <a:p/>
          </p:txBody>
        </p:sp>
        <p:sp>
          <p:nvSpPr>
            <p:cNvPr id="828" name="object 828"/>
            <p:cNvSpPr/>
            <p:nvPr/>
          </p:nvSpPr>
          <p:spPr>
            <a:xfrm>
              <a:off x="4201160" y="1178560"/>
              <a:ext cx="163830" cy="7620"/>
            </a:xfrm>
            <a:custGeom>
              <a:avLst/>
              <a:gdLst/>
              <a:ahLst/>
              <a:cxnLst/>
              <a:rect l="l" t="t" r="r" b="b"/>
              <a:pathLst>
                <a:path w="163829" h="7619">
                  <a:moveTo>
                    <a:pt x="163830" y="0"/>
                  </a:moveTo>
                  <a:lnTo>
                    <a:pt x="127000" y="0"/>
                  </a:lnTo>
                  <a:lnTo>
                    <a:pt x="127000" y="2666"/>
                  </a:lnTo>
                  <a:lnTo>
                    <a:pt x="128269" y="2666"/>
                  </a:lnTo>
                  <a:lnTo>
                    <a:pt x="128269" y="5206"/>
                  </a:lnTo>
                  <a:lnTo>
                    <a:pt x="129539" y="5206"/>
                  </a:lnTo>
                  <a:lnTo>
                    <a:pt x="129539" y="7619"/>
                  </a:lnTo>
                  <a:lnTo>
                    <a:pt x="163830" y="7619"/>
                  </a:lnTo>
                  <a:lnTo>
                    <a:pt x="163830" y="0"/>
                  </a:lnTo>
                  <a:close/>
                </a:path>
                <a:path w="163829" h="7619">
                  <a:moveTo>
                    <a:pt x="53339" y="0"/>
                  </a:moveTo>
                  <a:lnTo>
                    <a:pt x="1269" y="0"/>
                  </a:lnTo>
                  <a:lnTo>
                    <a:pt x="1269" y="1269"/>
                  </a:lnTo>
                  <a:lnTo>
                    <a:pt x="0" y="1269"/>
                  </a:lnTo>
                  <a:lnTo>
                    <a:pt x="0" y="7619"/>
                  </a:lnTo>
                  <a:lnTo>
                    <a:pt x="53339" y="7619"/>
                  </a:lnTo>
                  <a:lnTo>
                    <a:pt x="53339" y="0"/>
                  </a:lnTo>
                  <a:close/>
                </a:path>
              </a:pathLst>
            </a:custGeom>
            <a:solidFill>
              <a:srgbClr val="272A00"/>
            </a:solidFill>
          </p:spPr>
          <p:txBody>
            <a:bodyPr wrap="square" lIns="0" tIns="0" rIns="0" bIns="0" rtlCol="0"/>
            <a:lstStyle/>
            <a:p/>
          </p:txBody>
        </p:sp>
        <p:sp>
          <p:nvSpPr>
            <p:cNvPr id="829" name="object 829"/>
            <p:cNvSpPr/>
            <p:nvPr/>
          </p:nvSpPr>
          <p:spPr>
            <a:xfrm>
              <a:off x="4199890" y="1186180"/>
              <a:ext cx="165100" cy="7620"/>
            </a:xfrm>
            <a:custGeom>
              <a:avLst/>
              <a:gdLst/>
              <a:ahLst/>
              <a:cxnLst/>
              <a:rect l="l" t="t" r="r" b="b"/>
              <a:pathLst>
                <a:path w="165100" h="7619">
                  <a:moveTo>
                    <a:pt x="54610" y="2666"/>
                  </a:moveTo>
                  <a:lnTo>
                    <a:pt x="0" y="2666"/>
                  </a:lnTo>
                  <a:lnTo>
                    <a:pt x="0" y="6350"/>
                  </a:lnTo>
                  <a:lnTo>
                    <a:pt x="54610" y="6350"/>
                  </a:lnTo>
                  <a:lnTo>
                    <a:pt x="54610" y="2666"/>
                  </a:lnTo>
                  <a:close/>
                </a:path>
                <a:path w="165100" h="7619">
                  <a:moveTo>
                    <a:pt x="165100" y="2666"/>
                  </a:moveTo>
                  <a:lnTo>
                    <a:pt x="133350" y="2666"/>
                  </a:lnTo>
                  <a:lnTo>
                    <a:pt x="133350" y="6350"/>
                  </a:lnTo>
                  <a:lnTo>
                    <a:pt x="165100" y="6350"/>
                  </a:lnTo>
                  <a:lnTo>
                    <a:pt x="165100" y="2666"/>
                  </a:lnTo>
                  <a:close/>
                </a:path>
                <a:path w="165100" h="7619">
                  <a:moveTo>
                    <a:pt x="165100" y="0"/>
                  </a:moveTo>
                  <a:lnTo>
                    <a:pt x="132080" y="0"/>
                  </a:lnTo>
                  <a:lnTo>
                    <a:pt x="132080" y="2666"/>
                  </a:lnTo>
                  <a:lnTo>
                    <a:pt x="133350" y="2666"/>
                  </a:lnTo>
                  <a:lnTo>
                    <a:pt x="165100" y="2539"/>
                  </a:lnTo>
                  <a:lnTo>
                    <a:pt x="165100" y="0"/>
                  </a:lnTo>
                  <a:close/>
                </a:path>
                <a:path w="165100" h="7619">
                  <a:moveTo>
                    <a:pt x="54610" y="0"/>
                  </a:moveTo>
                  <a:lnTo>
                    <a:pt x="1270" y="0"/>
                  </a:lnTo>
                  <a:lnTo>
                    <a:pt x="1270" y="1397"/>
                  </a:lnTo>
                  <a:lnTo>
                    <a:pt x="0" y="1397"/>
                  </a:lnTo>
                  <a:lnTo>
                    <a:pt x="0" y="2539"/>
                  </a:lnTo>
                  <a:lnTo>
                    <a:pt x="54610" y="2539"/>
                  </a:lnTo>
                  <a:lnTo>
                    <a:pt x="54610" y="0"/>
                  </a:lnTo>
                  <a:close/>
                </a:path>
                <a:path w="165100" h="7619">
                  <a:moveTo>
                    <a:pt x="54610" y="6350"/>
                  </a:moveTo>
                  <a:lnTo>
                    <a:pt x="0" y="6350"/>
                  </a:lnTo>
                  <a:lnTo>
                    <a:pt x="0" y="7620"/>
                  </a:lnTo>
                  <a:lnTo>
                    <a:pt x="54610" y="7620"/>
                  </a:lnTo>
                  <a:lnTo>
                    <a:pt x="54610" y="6350"/>
                  </a:lnTo>
                  <a:close/>
                </a:path>
                <a:path w="165100" h="7619">
                  <a:moveTo>
                    <a:pt x="165100" y="6350"/>
                  </a:moveTo>
                  <a:lnTo>
                    <a:pt x="134620" y="6350"/>
                  </a:lnTo>
                  <a:lnTo>
                    <a:pt x="134620" y="7620"/>
                  </a:lnTo>
                  <a:lnTo>
                    <a:pt x="165100" y="7620"/>
                  </a:lnTo>
                  <a:lnTo>
                    <a:pt x="165100" y="6350"/>
                  </a:lnTo>
                  <a:close/>
                </a:path>
              </a:pathLst>
            </a:custGeom>
            <a:solidFill>
              <a:srgbClr val="2B2A00"/>
            </a:solidFill>
          </p:spPr>
          <p:txBody>
            <a:bodyPr wrap="square" lIns="0" tIns="0" rIns="0" bIns="0" rtlCol="0"/>
            <a:lstStyle/>
            <a:p/>
          </p:txBody>
        </p:sp>
        <p:sp>
          <p:nvSpPr>
            <p:cNvPr id="830" name="object 830"/>
            <p:cNvSpPr/>
            <p:nvPr/>
          </p:nvSpPr>
          <p:spPr>
            <a:xfrm>
              <a:off x="4198620" y="1193800"/>
              <a:ext cx="166370" cy="6350"/>
            </a:xfrm>
            <a:custGeom>
              <a:avLst/>
              <a:gdLst/>
              <a:ahLst/>
              <a:cxnLst/>
              <a:rect l="l" t="t" r="r" b="b"/>
              <a:pathLst>
                <a:path w="166370" h="6350">
                  <a:moveTo>
                    <a:pt x="55879" y="0"/>
                  </a:moveTo>
                  <a:lnTo>
                    <a:pt x="1269" y="0"/>
                  </a:lnTo>
                  <a:lnTo>
                    <a:pt x="1269" y="1270"/>
                  </a:lnTo>
                  <a:lnTo>
                    <a:pt x="0" y="1270"/>
                  </a:lnTo>
                  <a:lnTo>
                    <a:pt x="0" y="6350"/>
                  </a:lnTo>
                  <a:lnTo>
                    <a:pt x="57150" y="6350"/>
                  </a:lnTo>
                  <a:lnTo>
                    <a:pt x="57150" y="2539"/>
                  </a:lnTo>
                  <a:lnTo>
                    <a:pt x="55879" y="2539"/>
                  </a:lnTo>
                  <a:lnTo>
                    <a:pt x="55879" y="0"/>
                  </a:lnTo>
                  <a:close/>
                </a:path>
                <a:path w="166370" h="6350">
                  <a:moveTo>
                    <a:pt x="166369" y="0"/>
                  </a:moveTo>
                  <a:lnTo>
                    <a:pt x="135889" y="0"/>
                  </a:lnTo>
                  <a:lnTo>
                    <a:pt x="135889" y="1270"/>
                  </a:lnTo>
                  <a:lnTo>
                    <a:pt x="137159" y="1270"/>
                  </a:lnTo>
                  <a:lnTo>
                    <a:pt x="137159" y="5079"/>
                  </a:lnTo>
                  <a:lnTo>
                    <a:pt x="138429" y="5079"/>
                  </a:lnTo>
                  <a:lnTo>
                    <a:pt x="138429" y="6350"/>
                  </a:lnTo>
                  <a:lnTo>
                    <a:pt x="166370" y="6350"/>
                  </a:lnTo>
                  <a:lnTo>
                    <a:pt x="166369" y="0"/>
                  </a:lnTo>
                  <a:close/>
                </a:path>
              </a:pathLst>
            </a:custGeom>
            <a:solidFill>
              <a:srgbClr val="2E2900"/>
            </a:solidFill>
          </p:spPr>
          <p:txBody>
            <a:bodyPr wrap="square" lIns="0" tIns="0" rIns="0" bIns="0" rtlCol="0"/>
            <a:lstStyle/>
            <a:p/>
          </p:txBody>
        </p:sp>
        <p:sp>
          <p:nvSpPr>
            <p:cNvPr id="831" name="object 831"/>
            <p:cNvSpPr/>
            <p:nvPr/>
          </p:nvSpPr>
          <p:spPr>
            <a:xfrm>
              <a:off x="4197350" y="1200150"/>
              <a:ext cx="168910" cy="7620"/>
            </a:xfrm>
            <a:custGeom>
              <a:avLst/>
              <a:gdLst/>
              <a:ahLst/>
              <a:cxnLst/>
              <a:rect l="l" t="t" r="r" b="b"/>
              <a:pathLst>
                <a:path w="168910" h="7619">
                  <a:moveTo>
                    <a:pt x="59690" y="0"/>
                  </a:moveTo>
                  <a:lnTo>
                    <a:pt x="1270" y="0"/>
                  </a:lnTo>
                  <a:lnTo>
                    <a:pt x="1270" y="2539"/>
                  </a:lnTo>
                  <a:lnTo>
                    <a:pt x="0" y="2539"/>
                  </a:lnTo>
                  <a:lnTo>
                    <a:pt x="0" y="7620"/>
                  </a:lnTo>
                  <a:lnTo>
                    <a:pt x="59689" y="7620"/>
                  </a:lnTo>
                  <a:lnTo>
                    <a:pt x="59690" y="0"/>
                  </a:lnTo>
                  <a:close/>
                </a:path>
                <a:path w="168910" h="7619">
                  <a:moveTo>
                    <a:pt x="167640" y="0"/>
                  </a:moveTo>
                  <a:lnTo>
                    <a:pt x="139700" y="0"/>
                  </a:lnTo>
                  <a:lnTo>
                    <a:pt x="139700" y="1270"/>
                  </a:lnTo>
                  <a:lnTo>
                    <a:pt x="140970" y="1270"/>
                  </a:lnTo>
                  <a:lnTo>
                    <a:pt x="140970" y="6350"/>
                  </a:lnTo>
                  <a:lnTo>
                    <a:pt x="142239" y="6350"/>
                  </a:lnTo>
                  <a:lnTo>
                    <a:pt x="142239" y="7620"/>
                  </a:lnTo>
                  <a:lnTo>
                    <a:pt x="168910" y="7620"/>
                  </a:lnTo>
                  <a:lnTo>
                    <a:pt x="168910" y="3810"/>
                  </a:lnTo>
                  <a:lnTo>
                    <a:pt x="167640" y="3810"/>
                  </a:lnTo>
                  <a:lnTo>
                    <a:pt x="167640" y="0"/>
                  </a:lnTo>
                  <a:close/>
                </a:path>
              </a:pathLst>
            </a:custGeom>
            <a:solidFill>
              <a:srgbClr val="312800"/>
            </a:solidFill>
          </p:spPr>
          <p:txBody>
            <a:bodyPr wrap="square" lIns="0" tIns="0" rIns="0" bIns="0" rtlCol="0"/>
            <a:lstStyle/>
            <a:p/>
          </p:txBody>
        </p:sp>
        <p:sp>
          <p:nvSpPr>
            <p:cNvPr id="832" name="object 832"/>
            <p:cNvSpPr/>
            <p:nvPr/>
          </p:nvSpPr>
          <p:spPr>
            <a:xfrm>
              <a:off x="4196080" y="1207770"/>
              <a:ext cx="170180" cy="7620"/>
            </a:xfrm>
            <a:custGeom>
              <a:avLst/>
              <a:gdLst/>
              <a:ahLst/>
              <a:cxnLst/>
              <a:rect l="l" t="t" r="r" b="b"/>
              <a:pathLst>
                <a:path w="170179" h="7619">
                  <a:moveTo>
                    <a:pt x="62230" y="0"/>
                  </a:moveTo>
                  <a:lnTo>
                    <a:pt x="1270" y="0"/>
                  </a:lnTo>
                  <a:lnTo>
                    <a:pt x="1270" y="2539"/>
                  </a:lnTo>
                  <a:lnTo>
                    <a:pt x="0" y="2539"/>
                  </a:lnTo>
                  <a:lnTo>
                    <a:pt x="0" y="7619"/>
                  </a:lnTo>
                  <a:lnTo>
                    <a:pt x="63500" y="7619"/>
                  </a:lnTo>
                  <a:lnTo>
                    <a:pt x="63500" y="3809"/>
                  </a:lnTo>
                  <a:lnTo>
                    <a:pt x="62229" y="3809"/>
                  </a:lnTo>
                  <a:lnTo>
                    <a:pt x="62230" y="0"/>
                  </a:lnTo>
                  <a:close/>
                </a:path>
                <a:path w="170179" h="7619">
                  <a:moveTo>
                    <a:pt x="170180" y="0"/>
                  </a:moveTo>
                  <a:lnTo>
                    <a:pt x="143510" y="0"/>
                  </a:lnTo>
                  <a:lnTo>
                    <a:pt x="143510" y="3809"/>
                  </a:lnTo>
                  <a:lnTo>
                    <a:pt x="144780" y="3809"/>
                  </a:lnTo>
                  <a:lnTo>
                    <a:pt x="144780" y="7619"/>
                  </a:lnTo>
                  <a:lnTo>
                    <a:pt x="170179" y="7619"/>
                  </a:lnTo>
                  <a:lnTo>
                    <a:pt x="170180" y="0"/>
                  </a:lnTo>
                  <a:close/>
                </a:path>
              </a:pathLst>
            </a:custGeom>
            <a:solidFill>
              <a:srgbClr val="342800"/>
            </a:solidFill>
          </p:spPr>
          <p:txBody>
            <a:bodyPr wrap="square" lIns="0" tIns="0" rIns="0" bIns="0" rtlCol="0"/>
            <a:lstStyle/>
            <a:p/>
          </p:txBody>
        </p:sp>
        <p:sp>
          <p:nvSpPr>
            <p:cNvPr id="833" name="object 833"/>
            <p:cNvSpPr/>
            <p:nvPr/>
          </p:nvSpPr>
          <p:spPr>
            <a:xfrm>
              <a:off x="4194810" y="1215390"/>
              <a:ext cx="171450" cy="7620"/>
            </a:xfrm>
            <a:custGeom>
              <a:avLst/>
              <a:gdLst/>
              <a:ahLst/>
              <a:cxnLst/>
              <a:rect l="l" t="t" r="r" b="b"/>
              <a:pathLst>
                <a:path w="171450" h="7619">
                  <a:moveTo>
                    <a:pt x="66039" y="0"/>
                  </a:moveTo>
                  <a:lnTo>
                    <a:pt x="1269" y="0"/>
                  </a:lnTo>
                  <a:lnTo>
                    <a:pt x="1269" y="2539"/>
                  </a:lnTo>
                  <a:lnTo>
                    <a:pt x="66039" y="2539"/>
                  </a:lnTo>
                  <a:lnTo>
                    <a:pt x="66039" y="0"/>
                  </a:lnTo>
                  <a:close/>
                </a:path>
                <a:path w="171450" h="7619">
                  <a:moveTo>
                    <a:pt x="171449" y="0"/>
                  </a:moveTo>
                  <a:lnTo>
                    <a:pt x="146050" y="0"/>
                  </a:lnTo>
                  <a:lnTo>
                    <a:pt x="146050" y="1270"/>
                  </a:lnTo>
                  <a:lnTo>
                    <a:pt x="147319" y="1270"/>
                  </a:lnTo>
                  <a:lnTo>
                    <a:pt x="147319" y="2539"/>
                  </a:lnTo>
                  <a:lnTo>
                    <a:pt x="171449" y="2539"/>
                  </a:lnTo>
                  <a:lnTo>
                    <a:pt x="171449" y="0"/>
                  </a:lnTo>
                  <a:close/>
                </a:path>
                <a:path w="171450" h="7619">
                  <a:moveTo>
                    <a:pt x="67310" y="2540"/>
                  </a:moveTo>
                  <a:lnTo>
                    <a:pt x="0" y="2540"/>
                  </a:lnTo>
                  <a:lnTo>
                    <a:pt x="0" y="7620"/>
                  </a:lnTo>
                  <a:lnTo>
                    <a:pt x="68579" y="7620"/>
                  </a:lnTo>
                  <a:lnTo>
                    <a:pt x="68579" y="5080"/>
                  </a:lnTo>
                  <a:lnTo>
                    <a:pt x="67310" y="5080"/>
                  </a:lnTo>
                  <a:lnTo>
                    <a:pt x="67310" y="2540"/>
                  </a:lnTo>
                  <a:close/>
                </a:path>
                <a:path w="171450" h="7619">
                  <a:moveTo>
                    <a:pt x="171449" y="2540"/>
                  </a:moveTo>
                  <a:lnTo>
                    <a:pt x="147319" y="2540"/>
                  </a:lnTo>
                  <a:lnTo>
                    <a:pt x="147319" y="5080"/>
                  </a:lnTo>
                  <a:lnTo>
                    <a:pt x="148589" y="5080"/>
                  </a:lnTo>
                  <a:lnTo>
                    <a:pt x="148589" y="7620"/>
                  </a:lnTo>
                  <a:lnTo>
                    <a:pt x="171450" y="7620"/>
                  </a:lnTo>
                  <a:lnTo>
                    <a:pt x="171449" y="2540"/>
                  </a:lnTo>
                  <a:close/>
                </a:path>
              </a:pathLst>
            </a:custGeom>
            <a:solidFill>
              <a:srgbClr val="372700"/>
            </a:solidFill>
          </p:spPr>
          <p:txBody>
            <a:bodyPr wrap="square" lIns="0" tIns="0" rIns="0" bIns="0" rtlCol="0"/>
            <a:lstStyle/>
            <a:p/>
          </p:txBody>
        </p:sp>
        <p:sp>
          <p:nvSpPr>
            <p:cNvPr id="834" name="object 834"/>
            <p:cNvSpPr/>
            <p:nvPr/>
          </p:nvSpPr>
          <p:spPr>
            <a:xfrm>
              <a:off x="4194810" y="1223010"/>
              <a:ext cx="171450" cy="6350"/>
            </a:xfrm>
            <a:custGeom>
              <a:avLst/>
              <a:gdLst/>
              <a:ahLst/>
              <a:cxnLst/>
              <a:rect l="l" t="t" r="r" b="b"/>
              <a:pathLst>
                <a:path w="171450" h="6350">
                  <a:moveTo>
                    <a:pt x="69850" y="0"/>
                  </a:moveTo>
                  <a:lnTo>
                    <a:pt x="0" y="0"/>
                  </a:lnTo>
                  <a:lnTo>
                    <a:pt x="0" y="1269"/>
                  </a:lnTo>
                  <a:lnTo>
                    <a:pt x="69850" y="1269"/>
                  </a:lnTo>
                  <a:lnTo>
                    <a:pt x="69850" y="0"/>
                  </a:lnTo>
                  <a:close/>
                </a:path>
                <a:path w="171450" h="6350">
                  <a:moveTo>
                    <a:pt x="171450" y="0"/>
                  </a:moveTo>
                  <a:lnTo>
                    <a:pt x="148589" y="0"/>
                  </a:lnTo>
                  <a:lnTo>
                    <a:pt x="148589" y="1269"/>
                  </a:lnTo>
                  <a:lnTo>
                    <a:pt x="171450" y="1269"/>
                  </a:lnTo>
                  <a:lnTo>
                    <a:pt x="171450" y="0"/>
                  </a:lnTo>
                  <a:close/>
                </a:path>
                <a:path w="171450" h="6350">
                  <a:moveTo>
                    <a:pt x="71120" y="1270"/>
                  </a:moveTo>
                  <a:lnTo>
                    <a:pt x="0" y="1270"/>
                  </a:lnTo>
                  <a:lnTo>
                    <a:pt x="0" y="6350"/>
                  </a:lnTo>
                  <a:lnTo>
                    <a:pt x="72389" y="6350"/>
                  </a:lnTo>
                  <a:lnTo>
                    <a:pt x="72389" y="3810"/>
                  </a:lnTo>
                  <a:lnTo>
                    <a:pt x="71120" y="3810"/>
                  </a:lnTo>
                  <a:lnTo>
                    <a:pt x="71120" y="1270"/>
                  </a:lnTo>
                  <a:close/>
                </a:path>
                <a:path w="171450" h="6350">
                  <a:moveTo>
                    <a:pt x="171450" y="1270"/>
                  </a:moveTo>
                  <a:lnTo>
                    <a:pt x="149860" y="1270"/>
                  </a:lnTo>
                  <a:lnTo>
                    <a:pt x="149860" y="6350"/>
                  </a:lnTo>
                  <a:lnTo>
                    <a:pt x="171450" y="6350"/>
                  </a:lnTo>
                  <a:lnTo>
                    <a:pt x="171450" y="1270"/>
                  </a:lnTo>
                  <a:close/>
                </a:path>
              </a:pathLst>
            </a:custGeom>
            <a:solidFill>
              <a:srgbClr val="3A2700"/>
            </a:solidFill>
          </p:spPr>
          <p:txBody>
            <a:bodyPr wrap="square" lIns="0" tIns="0" rIns="0" bIns="0" rtlCol="0"/>
            <a:lstStyle/>
            <a:p/>
          </p:txBody>
        </p:sp>
        <p:sp>
          <p:nvSpPr>
            <p:cNvPr id="835" name="object 835"/>
            <p:cNvSpPr/>
            <p:nvPr/>
          </p:nvSpPr>
          <p:spPr>
            <a:xfrm>
              <a:off x="4193540" y="1229360"/>
              <a:ext cx="172720" cy="7620"/>
            </a:xfrm>
            <a:custGeom>
              <a:avLst/>
              <a:gdLst/>
              <a:ahLst/>
              <a:cxnLst/>
              <a:rect l="l" t="t" r="r" b="b"/>
              <a:pathLst>
                <a:path w="172720" h="7619">
                  <a:moveTo>
                    <a:pt x="74929" y="0"/>
                  </a:moveTo>
                  <a:lnTo>
                    <a:pt x="0" y="0"/>
                  </a:lnTo>
                  <a:lnTo>
                    <a:pt x="0" y="7619"/>
                  </a:lnTo>
                  <a:lnTo>
                    <a:pt x="77470" y="7619"/>
                  </a:lnTo>
                  <a:lnTo>
                    <a:pt x="77470" y="5079"/>
                  </a:lnTo>
                  <a:lnTo>
                    <a:pt x="76200" y="5079"/>
                  </a:lnTo>
                  <a:lnTo>
                    <a:pt x="76200" y="2539"/>
                  </a:lnTo>
                  <a:lnTo>
                    <a:pt x="74929" y="2539"/>
                  </a:lnTo>
                  <a:lnTo>
                    <a:pt x="74929" y="0"/>
                  </a:lnTo>
                  <a:close/>
                </a:path>
                <a:path w="172720" h="7619">
                  <a:moveTo>
                    <a:pt x="172720" y="0"/>
                  </a:moveTo>
                  <a:lnTo>
                    <a:pt x="152400" y="0"/>
                  </a:lnTo>
                  <a:lnTo>
                    <a:pt x="152400" y="3810"/>
                  </a:lnTo>
                  <a:lnTo>
                    <a:pt x="153670" y="3810"/>
                  </a:lnTo>
                  <a:lnTo>
                    <a:pt x="153670" y="7619"/>
                  </a:lnTo>
                  <a:lnTo>
                    <a:pt x="172720" y="7619"/>
                  </a:lnTo>
                  <a:lnTo>
                    <a:pt x="172720" y="0"/>
                  </a:lnTo>
                  <a:close/>
                </a:path>
              </a:pathLst>
            </a:custGeom>
            <a:solidFill>
              <a:srgbClr val="3D2600"/>
            </a:solidFill>
          </p:spPr>
          <p:txBody>
            <a:bodyPr wrap="square" lIns="0" tIns="0" rIns="0" bIns="0" rtlCol="0"/>
            <a:lstStyle/>
            <a:p/>
          </p:txBody>
        </p:sp>
        <p:sp>
          <p:nvSpPr>
            <p:cNvPr id="836" name="object 836"/>
            <p:cNvSpPr/>
            <p:nvPr/>
          </p:nvSpPr>
          <p:spPr>
            <a:xfrm>
              <a:off x="4193540" y="1236980"/>
              <a:ext cx="172720" cy="7620"/>
            </a:xfrm>
            <a:custGeom>
              <a:avLst/>
              <a:gdLst/>
              <a:ahLst/>
              <a:cxnLst/>
              <a:rect l="l" t="t" r="r" b="b"/>
              <a:pathLst>
                <a:path w="172720" h="7619">
                  <a:moveTo>
                    <a:pt x="78739" y="0"/>
                  </a:moveTo>
                  <a:lnTo>
                    <a:pt x="0" y="0"/>
                  </a:lnTo>
                  <a:lnTo>
                    <a:pt x="0" y="7620"/>
                  </a:lnTo>
                  <a:lnTo>
                    <a:pt x="82550" y="7620"/>
                  </a:lnTo>
                  <a:lnTo>
                    <a:pt x="82550" y="6350"/>
                  </a:lnTo>
                  <a:lnTo>
                    <a:pt x="81279" y="6350"/>
                  </a:lnTo>
                  <a:lnTo>
                    <a:pt x="81279" y="3810"/>
                  </a:lnTo>
                  <a:lnTo>
                    <a:pt x="80010" y="3810"/>
                  </a:lnTo>
                  <a:lnTo>
                    <a:pt x="80010" y="2540"/>
                  </a:lnTo>
                  <a:lnTo>
                    <a:pt x="78739" y="2540"/>
                  </a:lnTo>
                  <a:lnTo>
                    <a:pt x="78739" y="0"/>
                  </a:lnTo>
                  <a:close/>
                </a:path>
                <a:path w="172720" h="7619">
                  <a:moveTo>
                    <a:pt x="172720" y="0"/>
                  </a:moveTo>
                  <a:lnTo>
                    <a:pt x="153670" y="0"/>
                  </a:lnTo>
                  <a:lnTo>
                    <a:pt x="153670" y="1270"/>
                  </a:lnTo>
                  <a:lnTo>
                    <a:pt x="154939" y="1270"/>
                  </a:lnTo>
                  <a:lnTo>
                    <a:pt x="154939" y="7620"/>
                  </a:lnTo>
                  <a:lnTo>
                    <a:pt x="172720" y="7620"/>
                  </a:lnTo>
                  <a:lnTo>
                    <a:pt x="172720" y="0"/>
                  </a:lnTo>
                  <a:close/>
                </a:path>
              </a:pathLst>
            </a:custGeom>
            <a:solidFill>
              <a:srgbClr val="412500"/>
            </a:solidFill>
          </p:spPr>
          <p:txBody>
            <a:bodyPr wrap="square" lIns="0" tIns="0" rIns="0" bIns="0" rtlCol="0"/>
            <a:lstStyle/>
            <a:p/>
          </p:txBody>
        </p:sp>
        <p:sp>
          <p:nvSpPr>
            <p:cNvPr id="837" name="object 837"/>
            <p:cNvSpPr/>
            <p:nvPr/>
          </p:nvSpPr>
          <p:spPr>
            <a:xfrm>
              <a:off x="4193540" y="1244600"/>
              <a:ext cx="173990" cy="6350"/>
            </a:xfrm>
            <a:custGeom>
              <a:avLst/>
              <a:gdLst/>
              <a:ahLst/>
              <a:cxnLst/>
              <a:rect l="l" t="t" r="r" b="b"/>
              <a:pathLst>
                <a:path w="173989" h="6350">
                  <a:moveTo>
                    <a:pt x="82550" y="0"/>
                  </a:moveTo>
                  <a:lnTo>
                    <a:pt x="0" y="0"/>
                  </a:lnTo>
                  <a:lnTo>
                    <a:pt x="0" y="6350"/>
                  </a:lnTo>
                  <a:lnTo>
                    <a:pt x="86360" y="6350"/>
                  </a:lnTo>
                  <a:lnTo>
                    <a:pt x="86360" y="5079"/>
                  </a:lnTo>
                  <a:lnTo>
                    <a:pt x="85089" y="5079"/>
                  </a:lnTo>
                  <a:lnTo>
                    <a:pt x="85089" y="2539"/>
                  </a:lnTo>
                  <a:lnTo>
                    <a:pt x="83820" y="2539"/>
                  </a:lnTo>
                  <a:lnTo>
                    <a:pt x="83820" y="1270"/>
                  </a:lnTo>
                  <a:lnTo>
                    <a:pt x="82550" y="1270"/>
                  </a:lnTo>
                  <a:lnTo>
                    <a:pt x="82550" y="0"/>
                  </a:lnTo>
                  <a:close/>
                </a:path>
                <a:path w="173989" h="6350">
                  <a:moveTo>
                    <a:pt x="172720" y="0"/>
                  </a:moveTo>
                  <a:lnTo>
                    <a:pt x="156210" y="0"/>
                  </a:lnTo>
                  <a:lnTo>
                    <a:pt x="156210" y="6350"/>
                  </a:lnTo>
                  <a:lnTo>
                    <a:pt x="173989" y="6350"/>
                  </a:lnTo>
                  <a:lnTo>
                    <a:pt x="173989" y="5079"/>
                  </a:lnTo>
                  <a:lnTo>
                    <a:pt x="172720" y="5079"/>
                  </a:lnTo>
                  <a:lnTo>
                    <a:pt x="172720" y="0"/>
                  </a:lnTo>
                  <a:close/>
                </a:path>
              </a:pathLst>
            </a:custGeom>
            <a:solidFill>
              <a:srgbClr val="442500"/>
            </a:solidFill>
          </p:spPr>
          <p:txBody>
            <a:bodyPr wrap="square" lIns="0" tIns="0" rIns="0" bIns="0" rtlCol="0"/>
            <a:lstStyle/>
            <a:p/>
          </p:txBody>
        </p:sp>
        <p:sp>
          <p:nvSpPr>
            <p:cNvPr id="838" name="object 838"/>
            <p:cNvSpPr/>
            <p:nvPr/>
          </p:nvSpPr>
          <p:spPr>
            <a:xfrm>
              <a:off x="4193540" y="1250949"/>
              <a:ext cx="173990" cy="7620"/>
            </a:xfrm>
            <a:custGeom>
              <a:avLst/>
              <a:gdLst/>
              <a:ahLst/>
              <a:cxnLst/>
              <a:rect l="l" t="t" r="r" b="b"/>
              <a:pathLst>
                <a:path w="173989" h="7619">
                  <a:moveTo>
                    <a:pt x="90170" y="3810"/>
                  </a:moveTo>
                  <a:lnTo>
                    <a:pt x="88900" y="3810"/>
                  </a:lnTo>
                  <a:lnTo>
                    <a:pt x="88900" y="1270"/>
                  </a:lnTo>
                  <a:lnTo>
                    <a:pt x="87617" y="1270"/>
                  </a:lnTo>
                  <a:lnTo>
                    <a:pt x="87617" y="0"/>
                  </a:lnTo>
                  <a:lnTo>
                    <a:pt x="0" y="0"/>
                  </a:lnTo>
                  <a:lnTo>
                    <a:pt x="0" y="1270"/>
                  </a:lnTo>
                  <a:lnTo>
                    <a:pt x="0" y="3810"/>
                  </a:lnTo>
                  <a:lnTo>
                    <a:pt x="0" y="5080"/>
                  </a:lnTo>
                  <a:lnTo>
                    <a:pt x="90170" y="5080"/>
                  </a:lnTo>
                  <a:lnTo>
                    <a:pt x="90170" y="3810"/>
                  </a:lnTo>
                  <a:close/>
                </a:path>
                <a:path w="173989" h="7619">
                  <a:moveTo>
                    <a:pt x="91440" y="5092"/>
                  </a:moveTo>
                  <a:lnTo>
                    <a:pt x="0" y="5092"/>
                  </a:lnTo>
                  <a:lnTo>
                    <a:pt x="0" y="7620"/>
                  </a:lnTo>
                  <a:lnTo>
                    <a:pt x="91440" y="7620"/>
                  </a:lnTo>
                  <a:lnTo>
                    <a:pt x="91440" y="5092"/>
                  </a:lnTo>
                  <a:close/>
                </a:path>
                <a:path w="173989" h="7619">
                  <a:moveTo>
                    <a:pt x="173990" y="5092"/>
                  </a:moveTo>
                  <a:lnTo>
                    <a:pt x="158750" y="5092"/>
                  </a:lnTo>
                  <a:lnTo>
                    <a:pt x="158750" y="7620"/>
                  </a:lnTo>
                  <a:lnTo>
                    <a:pt x="173990" y="7620"/>
                  </a:lnTo>
                  <a:lnTo>
                    <a:pt x="173990" y="5092"/>
                  </a:lnTo>
                  <a:close/>
                </a:path>
                <a:path w="173989" h="7619">
                  <a:moveTo>
                    <a:pt x="173990" y="0"/>
                  </a:moveTo>
                  <a:lnTo>
                    <a:pt x="157480" y="0"/>
                  </a:lnTo>
                  <a:lnTo>
                    <a:pt x="157480" y="5080"/>
                  </a:lnTo>
                  <a:lnTo>
                    <a:pt x="173990" y="5080"/>
                  </a:lnTo>
                  <a:lnTo>
                    <a:pt x="173990" y="0"/>
                  </a:lnTo>
                  <a:close/>
                </a:path>
              </a:pathLst>
            </a:custGeom>
            <a:solidFill>
              <a:srgbClr val="472400"/>
            </a:solidFill>
          </p:spPr>
          <p:txBody>
            <a:bodyPr wrap="square" lIns="0" tIns="0" rIns="0" bIns="0" rtlCol="0"/>
            <a:lstStyle/>
            <a:p/>
          </p:txBody>
        </p:sp>
        <p:sp>
          <p:nvSpPr>
            <p:cNvPr id="839" name="object 839"/>
            <p:cNvSpPr/>
            <p:nvPr/>
          </p:nvSpPr>
          <p:spPr>
            <a:xfrm>
              <a:off x="4193540" y="1258569"/>
              <a:ext cx="173990" cy="7620"/>
            </a:xfrm>
            <a:custGeom>
              <a:avLst/>
              <a:gdLst/>
              <a:ahLst/>
              <a:cxnLst/>
              <a:rect l="l" t="t" r="r" b="b"/>
              <a:pathLst>
                <a:path w="173989" h="7619">
                  <a:moveTo>
                    <a:pt x="97790" y="6350"/>
                  </a:moveTo>
                  <a:lnTo>
                    <a:pt x="96520" y="6350"/>
                  </a:lnTo>
                  <a:lnTo>
                    <a:pt x="96520" y="5080"/>
                  </a:lnTo>
                  <a:lnTo>
                    <a:pt x="95250" y="5080"/>
                  </a:lnTo>
                  <a:lnTo>
                    <a:pt x="95250" y="3810"/>
                  </a:lnTo>
                  <a:lnTo>
                    <a:pt x="93967" y="3810"/>
                  </a:lnTo>
                  <a:lnTo>
                    <a:pt x="93967" y="1270"/>
                  </a:lnTo>
                  <a:lnTo>
                    <a:pt x="92710" y="1270"/>
                  </a:lnTo>
                  <a:lnTo>
                    <a:pt x="92710" y="0"/>
                  </a:lnTo>
                  <a:lnTo>
                    <a:pt x="0" y="0"/>
                  </a:lnTo>
                  <a:lnTo>
                    <a:pt x="0" y="7620"/>
                  </a:lnTo>
                  <a:lnTo>
                    <a:pt x="97790" y="7620"/>
                  </a:lnTo>
                  <a:lnTo>
                    <a:pt x="97790" y="6350"/>
                  </a:lnTo>
                  <a:close/>
                </a:path>
                <a:path w="173989" h="7619">
                  <a:moveTo>
                    <a:pt x="173990" y="0"/>
                  </a:moveTo>
                  <a:lnTo>
                    <a:pt x="158750" y="0"/>
                  </a:lnTo>
                  <a:lnTo>
                    <a:pt x="158750" y="2540"/>
                  </a:lnTo>
                  <a:lnTo>
                    <a:pt x="160020" y="2540"/>
                  </a:lnTo>
                  <a:lnTo>
                    <a:pt x="160020" y="7620"/>
                  </a:lnTo>
                  <a:lnTo>
                    <a:pt x="173990" y="7620"/>
                  </a:lnTo>
                  <a:lnTo>
                    <a:pt x="173990" y="2540"/>
                  </a:lnTo>
                  <a:lnTo>
                    <a:pt x="173990" y="0"/>
                  </a:lnTo>
                  <a:close/>
                </a:path>
              </a:pathLst>
            </a:custGeom>
            <a:solidFill>
              <a:srgbClr val="4A2300"/>
            </a:solidFill>
          </p:spPr>
          <p:txBody>
            <a:bodyPr wrap="square" lIns="0" tIns="0" rIns="0" bIns="0" rtlCol="0"/>
            <a:lstStyle/>
            <a:p/>
          </p:txBody>
        </p:sp>
        <p:sp>
          <p:nvSpPr>
            <p:cNvPr id="840" name="object 840"/>
            <p:cNvSpPr/>
            <p:nvPr/>
          </p:nvSpPr>
          <p:spPr>
            <a:xfrm>
              <a:off x="4193540" y="1266189"/>
              <a:ext cx="173990" cy="6350"/>
            </a:xfrm>
            <a:custGeom>
              <a:avLst/>
              <a:gdLst/>
              <a:ahLst/>
              <a:cxnLst/>
              <a:rect l="l" t="t" r="r" b="b"/>
              <a:pathLst>
                <a:path w="173989" h="6350">
                  <a:moveTo>
                    <a:pt x="101600" y="5080"/>
                  </a:moveTo>
                  <a:lnTo>
                    <a:pt x="100317" y="5080"/>
                  </a:lnTo>
                  <a:lnTo>
                    <a:pt x="100317" y="2540"/>
                  </a:lnTo>
                  <a:lnTo>
                    <a:pt x="99060" y="2540"/>
                  </a:lnTo>
                  <a:lnTo>
                    <a:pt x="99060" y="1270"/>
                  </a:lnTo>
                  <a:lnTo>
                    <a:pt x="97790" y="1270"/>
                  </a:lnTo>
                  <a:lnTo>
                    <a:pt x="97790" y="0"/>
                  </a:lnTo>
                  <a:lnTo>
                    <a:pt x="0" y="0"/>
                  </a:lnTo>
                  <a:lnTo>
                    <a:pt x="0" y="1270"/>
                  </a:lnTo>
                  <a:lnTo>
                    <a:pt x="0" y="2540"/>
                  </a:lnTo>
                  <a:lnTo>
                    <a:pt x="0" y="5080"/>
                  </a:lnTo>
                  <a:lnTo>
                    <a:pt x="0" y="6350"/>
                  </a:lnTo>
                  <a:lnTo>
                    <a:pt x="101600" y="6350"/>
                  </a:lnTo>
                  <a:lnTo>
                    <a:pt x="101600" y="5080"/>
                  </a:lnTo>
                  <a:close/>
                </a:path>
                <a:path w="173989" h="6350">
                  <a:moveTo>
                    <a:pt x="173990" y="0"/>
                  </a:moveTo>
                  <a:lnTo>
                    <a:pt x="161290" y="0"/>
                  </a:lnTo>
                  <a:lnTo>
                    <a:pt x="161290" y="2540"/>
                  </a:lnTo>
                  <a:lnTo>
                    <a:pt x="161290" y="5080"/>
                  </a:lnTo>
                  <a:lnTo>
                    <a:pt x="162560" y="5080"/>
                  </a:lnTo>
                  <a:lnTo>
                    <a:pt x="162560" y="6350"/>
                  </a:lnTo>
                  <a:lnTo>
                    <a:pt x="173990" y="6350"/>
                  </a:lnTo>
                  <a:lnTo>
                    <a:pt x="173990" y="5080"/>
                  </a:lnTo>
                  <a:lnTo>
                    <a:pt x="173990" y="2540"/>
                  </a:lnTo>
                  <a:lnTo>
                    <a:pt x="173990" y="0"/>
                  </a:lnTo>
                  <a:close/>
                </a:path>
              </a:pathLst>
            </a:custGeom>
            <a:solidFill>
              <a:srgbClr val="4D2300"/>
            </a:solidFill>
          </p:spPr>
          <p:txBody>
            <a:bodyPr wrap="square" lIns="0" tIns="0" rIns="0" bIns="0" rtlCol="0"/>
            <a:lstStyle/>
            <a:p/>
          </p:txBody>
        </p:sp>
        <p:sp>
          <p:nvSpPr>
            <p:cNvPr id="841" name="object 841"/>
            <p:cNvSpPr/>
            <p:nvPr/>
          </p:nvSpPr>
          <p:spPr>
            <a:xfrm>
              <a:off x="4194810" y="1272539"/>
              <a:ext cx="172720" cy="7620"/>
            </a:xfrm>
            <a:custGeom>
              <a:avLst/>
              <a:gdLst/>
              <a:ahLst/>
              <a:cxnLst/>
              <a:rect l="l" t="t" r="r" b="b"/>
              <a:pathLst>
                <a:path w="172720" h="7619">
                  <a:moveTo>
                    <a:pt x="105410" y="5080"/>
                  </a:moveTo>
                  <a:lnTo>
                    <a:pt x="104140" y="5080"/>
                  </a:lnTo>
                  <a:lnTo>
                    <a:pt x="104140" y="3810"/>
                  </a:lnTo>
                  <a:lnTo>
                    <a:pt x="102870" y="3810"/>
                  </a:lnTo>
                  <a:lnTo>
                    <a:pt x="102870" y="1270"/>
                  </a:lnTo>
                  <a:lnTo>
                    <a:pt x="101600" y="1270"/>
                  </a:lnTo>
                  <a:lnTo>
                    <a:pt x="101600" y="0"/>
                  </a:lnTo>
                  <a:lnTo>
                    <a:pt x="0" y="0"/>
                  </a:lnTo>
                  <a:lnTo>
                    <a:pt x="0" y="1270"/>
                  </a:lnTo>
                  <a:lnTo>
                    <a:pt x="0" y="3810"/>
                  </a:lnTo>
                  <a:lnTo>
                    <a:pt x="0" y="5080"/>
                  </a:lnTo>
                  <a:lnTo>
                    <a:pt x="0" y="7620"/>
                  </a:lnTo>
                  <a:lnTo>
                    <a:pt x="105410" y="7620"/>
                  </a:lnTo>
                  <a:lnTo>
                    <a:pt x="105410" y="5080"/>
                  </a:lnTo>
                  <a:close/>
                </a:path>
                <a:path w="172720" h="7619">
                  <a:moveTo>
                    <a:pt x="172720" y="0"/>
                  </a:moveTo>
                  <a:lnTo>
                    <a:pt x="161290" y="0"/>
                  </a:lnTo>
                  <a:lnTo>
                    <a:pt x="161290" y="1270"/>
                  </a:lnTo>
                  <a:lnTo>
                    <a:pt x="172720" y="1270"/>
                  </a:lnTo>
                  <a:lnTo>
                    <a:pt x="172720" y="0"/>
                  </a:lnTo>
                  <a:close/>
                </a:path>
              </a:pathLst>
            </a:custGeom>
            <a:solidFill>
              <a:srgbClr val="502200"/>
            </a:solidFill>
          </p:spPr>
          <p:txBody>
            <a:bodyPr wrap="square" lIns="0" tIns="0" rIns="0" bIns="0" rtlCol="0"/>
            <a:lstStyle/>
            <a:p/>
          </p:txBody>
        </p:sp>
        <p:sp>
          <p:nvSpPr>
            <p:cNvPr id="842" name="object 842"/>
            <p:cNvSpPr/>
            <p:nvPr/>
          </p:nvSpPr>
          <p:spPr>
            <a:xfrm>
              <a:off x="4194810" y="1280159"/>
              <a:ext cx="111760" cy="7620"/>
            </a:xfrm>
            <a:custGeom>
              <a:avLst/>
              <a:gdLst/>
              <a:ahLst/>
              <a:cxnLst/>
              <a:rect l="l" t="t" r="r" b="b"/>
              <a:pathLst>
                <a:path w="111760" h="7619">
                  <a:moveTo>
                    <a:pt x="111747" y="6350"/>
                  </a:moveTo>
                  <a:lnTo>
                    <a:pt x="110490" y="6350"/>
                  </a:lnTo>
                  <a:lnTo>
                    <a:pt x="110490" y="5080"/>
                  </a:lnTo>
                  <a:lnTo>
                    <a:pt x="109220" y="5080"/>
                  </a:lnTo>
                  <a:lnTo>
                    <a:pt x="109220" y="2540"/>
                  </a:lnTo>
                  <a:lnTo>
                    <a:pt x="107950" y="2540"/>
                  </a:lnTo>
                  <a:lnTo>
                    <a:pt x="107950" y="1270"/>
                  </a:lnTo>
                  <a:lnTo>
                    <a:pt x="106680" y="1270"/>
                  </a:lnTo>
                  <a:lnTo>
                    <a:pt x="106680" y="0"/>
                  </a:lnTo>
                  <a:lnTo>
                    <a:pt x="0" y="0"/>
                  </a:lnTo>
                  <a:lnTo>
                    <a:pt x="0" y="1270"/>
                  </a:lnTo>
                  <a:lnTo>
                    <a:pt x="0" y="2540"/>
                  </a:lnTo>
                  <a:lnTo>
                    <a:pt x="0" y="5080"/>
                  </a:lnTo>
                  <a:lnTo>
                    <a:pt x="0" y="6350"/>
                  </a:lnTo>
                  <a:lnTo>
                    <a:pt x="1270" y="6350"/>
                  </a:lnTo>
                  <a:lnTo>
                    <a:pt x="1270" y="7620"/>
                  </a:lnTo>
                  <a:lnTo>
                    <a:pt x="111747" y="7620"/>
                  </a:lnTo>
                  <a:lnTo>
                    <a:pt x="111747" y="6350"/>
                  </a:lnTo>
                  <a:close/>
                </a:path>
              </a:pathLst>
            </a:custGeom>
            <a:solidFill>
              <a:srgbClr val="542100"/>
            </a:solidFill>
          </p:spPr>
          <p:txBody>
            <a:bodyPr wrap="square" lIns="0" tIns="0" rIns="0" bIns="0" rtlCol="0"/>
            <a:lstStyle/>
            <a:p/>
          </p:txBody>
        </p:sp>
        <p:sp>
          <p:nvSpPr>
            <p:cNvPr id="843" name="object 843"/>
            <p:cNvSpPr/>
            <p:nvPr/>
          </p:nvSpPr>
          <p:spPr>
            <a:xfrm>
              <a:off x="4196080" y="1287779"/>
              <a:ext cx="115570" cy="7620"/>
            </a:xfrm>
            <a:custGeom>
              <a:avLst/>
              <a:gdLst/>
              <a:ahLst/>
              <a:cxnLst/>
              <a:rect l="l" t="t" r="r" b="b"/>
              <a:pathLst>
                <a:path w="115570" h="7619">
                  <a:moveTo>
                    <a:pt x="115570" y="6350"/>
                  </a:moveTo>
                  <a:lnTo>
                    <a:pt x="114300" y="6350"/>
                  </a:lnTo>
                  <a:lnTo>
                    <a:pt x="114300" y="3810"/>
                  </a:lnTo>
                  <a:lnTo>
                    <a:pt x="113017" y="3810"/>
                  </a:lnTo>
                  <a:lnTo>
                    <a:pt x="113017" y="2540"/>
                  </a:lnTo>
                  <a:lnTo>
                    <a:pt x="111760" y="2540"/>
                  </a:lnTo>
                  <a:lnTo>
                    <a:pt x="111760" y="1270"/>
                  </a:lnTo>
                  <a:lnTo>
                    <a:pt x="110477" y="1270"/>
                  </a:lnTo>
                  <a:lnTo>
                    <a:pt x="110477" y="0"/>
                  </a:lnTo>
                  <a:lnTo>
                    <a:pt x="0" y="0"/>
                  </a:lnTo>
                  <a:lnTo>
                    <a:pt x="0" y="7620"/>
                  </a:lnTo>
                  <a:lnTo>
                    <a:pt x="115570" y="7620"/>
                  </a:lnTo>
                  <a:lnTo>
                    <a:pt x="115570" y="6350"/>
                  </a:lnTo>
                  <a:close/>
                </a:path>
              </a:pathLst>
            </a:custGeom>
            <a:solidFill>
              <a:srgbClr val="572100"/>
            </a:solidFill>
          </p:spPr>
          <p:txBody>
            <a:bodyPr wrap="square" lIns="0" tIns="0" rIns="0" bIns="0" rtlCol="0"/>
            <a:lstStyle/>
            <a:p/>
          </p:txBody>
        </p:sp>
        <p:sp>
          <p:nvSpPr>
            <p:cNvPr id="844" name="object 844"/>
            <p:cNvSpPr/>
            <p:nvPr/>
          </p:nvSpPr>
          <p:spPr>
            <a:xfrm>
              <a:off x="4196080" y="1295399"/>
              <a:ext cx="119380" cy="6350"/>
            </a:xfrm>
            <a:custGeom>
              <a:avLst/>
              <a:gdLst/>
              <a:ahLst/>
              <a:cxnLst/>
              <a:rect l="l" t="t" r="r" b="b"/>
              <a:pathLst>
                <a:path w="119379" h="6350">
                  <a:moveTo>
                    <a:pt x="119380" y="3810"/>
                  </a:moveTo>
                  <a:lnTo>
                    <a:pt x="118110" y="3810"/>
                  </a:lnTo>
                  <a:lnTo>
                    <a:pt x="118110" y="2540"/>
                  </a:lnTo>
                  <a:lnTo>
                    <a:pt x="116840" y="2540"/>
                  </a:lnTo>
                  <a:lnTo>
                    <a:pt x="116840" y="1270"/>
                  </a:lnTo>
                  <a:lnTo>
                    <a:pt x="116827" y="0"/>
                  </a:lnTo>
                  <a:lnTo>
                    <a:pt x="0" y="0"/>
                  </a:lnTo>
                  <a:lnTo>
                    <a:pt x="0" y="1270"/>
                  </a:lnTo>
                  <a:lnTo>
                    <a:pt x="1270" y="1270"/>
                  </a:lnTo>
                  <a:lnTo>
                    <a:pt x="1270" y="2540"/>
                  </a:lnTo>
                  <a:lnTo>
                    <a:pt x="1270" y="3810"/>
                  </a:lnTo>
                  <a:lnTo>
                    <a:pt x="1270" y="6350"/>
                  </a:lnTo>
                  <a:lnTo>
                    <a:pt x="119380" y="6350"/>
                  </a:lnTo>
                  <a:lnTo>
                    <a:pt x="119380" y="3810"/>
                  </a:lnTo>
                  <a:close/>
                </a:path>
              </a:pathLst>
            </a:custGeom>
            <a:solidFill>
              <a:srgbClr val="5A2000"/>
            </a:solidFill>
          </p:spPr>
          <p:txBody>
            <a:bodyPr wrap="square" lIns="0" tIns="0" rIns="0" bIns="0" rtlCol="0"/>
            <a:lstStyle/>
            <a:p/>
          </p:txBody>
        </p:sp>
        <p:sp>
          <p:nvSpPr>
            <p:cNvPr id="845" name="object 845"/>
            <p:cNvSpPr/>
            <p:nvPr/>
          </p:nvSpPr>
          <p:spPr>
            <a:xfrm>
              <a:off x="4197350" y="1301749"/>
              <a:ext cx="124460" cy="7620"/>
            </a:xfrm>
            <a:custGeom>
              <a:avLst/>
              <a:gdLst/>
              <a:ahLst/>
              <a:cxnLst/>
              <a:rect l="l" t="t" r="r" b="b"/>
              <a:pathLst>
                <a:path w="124460" h="7619">
                  <a:moveTo>
                    <a:pt x="124460" y="6350"/>
                  </a:moveTo>
                  <a:lnTo>
                    <a:pt x="123190" y="6350"/>
                  </a:lnTo>
                  <a:lnTo>
                    <a:pt x="123190" y="5080"/>
                  </a:lnTo>
                  <a:lnTo>
                    <a:pt x="121920" y="5080"/>
                  </a:lnTo>
                  <a:lnTo>
                    <a:pt x="121920" y="3810"/>
                  </a:lnTo>
                  <a:lnTo>
                    <a:pt x="120650" y="3810"/>
                  </a:lnTo>
                  <a:lnTo>
                    <a:pt x="120650" y="1270"/>
                  </a:lnTo>
                  <a:lnTo>
                    <a:pt x="119380" y="1270"/>
                  </a:lnTo>
                  <a:lnTo>
                    <a:pt x="119380" y="0"/>
                  </a:lnTo>
                  <a:lnTo>
                    <a:pt x="0" y="0"/>
                  </a:lnTo>
                  <a:lnTo>
                    <a:pt x="0" y="1270"/>
                  </a:lnTo>
                  <a:lnTo>
                    <a:pt x="1270" y="1270"/>
                  </a:lnTo>
                  <a:lnTo>
                    <a:pt x="1270" y="3810"/>
                  </a:lnTo>
                  <a:lnTo>
                    <a:pt x="1270" y="5080"/>
                  </a:lnTo>
                  <a:lnTo>
                    <a:pt x="1270" y="6350"/>
                  </a:lnTo>
                  <a:lnTo>
                    <a:pt x="1270" y="7620"/>
                  </a:lnTo>
                  <a:lnTo>
                    <a:pt x="124460" y="7620"/>
                  </a:lnTo>
                  <a:lnTo>
                    <a:pt x="124460" y="6350"/>
                  </a:lnTo>
                  <a:close/>
                </a:path>
              </a:pathLst>
            </a:custGeom>
            <a:solidFill>
              <a:srgbClr val="5D2000"/>
            </a:solidFill>
          </p:spPr>
          <p:txBody>
            <a:bodyPr wrap="square" lIns="0" tIns="0" rIns="0" bIns="0" rtlCol="0"/>
            <a:lstStyle/>
            <a:p/>
          </p:txBody>
        </p:sp>
        <p:sp>
          <p:nvSpPr>
            <p:cNvPr id="846" name="object 846"/>
            <p:cNvSpPr/>
            <p:nvPr/>
          </p:nvSpPr>
          <p:spPr>
            <a:xfrm>
              <a:off x="4199890" y="1309369"/>
              <a:ext cx="127000" cy="7620"/>
            </a:xfrm>
            <a:custGeom>
              <a:avLst/>
              <a:gdLst/>
              <a:ahLst/>
              <a:cxnLst/>
              <a:rect l="l" t="t" r="r" b="b"/>
              <a:pathLst>
                <a:path w="127000" h="7619">
                  <a:moveTo>
                    <a:pt x="127000" y="6350"/>
                  </a:moveTo>
                  <a:lnTo>
                    <a:pt x="125717" y="6350"/>
                  </a:lnTo>
                  <a:lnTo>
                    <a:pt x="125717" y="5080"/>
                  </a:lnTo>
                  <a:lnTo>
                    <a:pt x="124460" y="5080"/>
                  </a:lnTo>
                  <a:lnTo>
                    <a:pt x="124460" y="2540"/>
                  </a:lnTo>
                  <a:lnTo>
                    <a:pt x="123190" y="2540"/>
                  </a:lnTo>
                  <a:lnTo>
                    <a:pt x="123190" y="1270"/>
                  </a:lnTo>
                  <a:lnTo>
                    <a:pt x="121920" y="1270"/>
                  </a:lnTo>
                  <a:lnTo>
                    <a:pt x="121920" y="0"/>
                  </a:lnTo>
                  <a:lnTo>
                    <a:pt x="0" y="0"/>
                  </a:lnTo>
                  <a:lnTo>
                    <a:pt x="0" y="7620"/>
                  </a:lnTo>
                  <a:lnTo>
                    <a:pt x="127000" y="7620"/>
                  </a:lnTo>
                  <a:lnTo>
                    <a:pt x="127000" y="6350"/>
                  </a:lnTo>
                  <a:close/>
                </a:path>
              </a:pathLst>
            </a:custGeom>
            <a:solidFill>
              <a:srgbClr val="601F00"/>
            </a:solidFill>
          </p:spPr>
          <p:txBody>
            <a:bodyPr wrap="square" lIns="0" tIns="0" rIns="0" bIns="0" rtlCol="0"/>
            <a:lstStyle/>
            <a:p/>
          </p:txBody>
        </p:sp>
        <p:sp>
          <p:nvSpPr>
            <p:cNvPr id="847" name="object 847"/>
            <p:cNvSpPr/>
            <p:nvPr/>
          </p:nvSpPr>
          <p:spPr>
            <a:xfrm>
              <a:off x="4201160" y="1316989"/>
              <a:ext cx="129539" cy="6350"/>
            </a:xfrm>
            <a:custGeom>
              <a:avLst/>
              <a:gdLst/>
              <a:ahLst/>
              <a:cxnLst/>
              <a:rect l="l" t="t" r="r" b="b"/>
              <a:pathLst>
                <a:path w="129539" h="6350">
                  <a:moveTo>
                    <a:pt x="127000" y="1270"/>
                  </a:moveTo>
                  <a:lnTo>
                    <a:pt x="125730" y="1270"/>
                  </a:lnTo>
                  <a:lnTo>
                    <a:pt x="125730" y="0"/>
                  </a:lnTo>
                  <a:lnTo>
                    <a:pt x="0" y="0"/>
                  </a:lnTo>
                  <a:lnTo>
                    <a:pt x="0" y="1270"/>
                  </a:lnTo>
                  <a:lnTo>
                    <a:pt x="0" y="2540"/>
                  </a:lnTo>
                  <a:lnTo>
                    <a:pt x="127000" y="2540"/>
                  </a:lnTo>
                  <a:lnTo>
                    <a:pt x="127000" y="1270"/>
                  </a:lnTo>
                  <a:close/>
                </a:path>
                <a:path w="129539" h="6350">
                  <a:moveTo>
                    <a:pt x="129540" y="5080"/>
                  </a:moveTo>
                  <a:lnTo>
                    <a:pt x="128270" y="5080"/>
                  </a:lnTo>
                  <a:lnTo>
                    <a:pt x="128270" y="2552"/>
                  </a:lnTo>
                  <a:lnTo>
                    <a:pt x="0" y="2552"/>
                  </a:lnTo>
                  <a:lnTo>
                    <a:pt x="0" y="5080"/>
                  </a:lnTo>
                  <a:lnTo>
                    <a:pt x="1270" y="5080"/>
                  </a:lnTo>
                  <a:lnTo>
                    <a:pt x="1270" y="6350"/>
                  </a:lnTo>
                  <a:lnTo>
                    <a:pt x="129540" y="6350"/>
                  </a:lnTo>
                  <a:lnTo>
                    <a:pt x="129540" y="5080"/>
                  </a:lnTo>
                  <a:close/>
                </a:path>
              </a:pathLst>
            </a:custGeom>
            <a:solidFill>
              <a:srgbClr val="631E00"/>
            </a:solidFill>
          </p:spPr>
          <p:txBody>
            <a:bodyPr wrap="square" lIns="0" tIns="0" rIns="0" bIns="0" rtlCol="0"/>
            <a:lstStyle/>
            <a:p/>
          </p:txBody>
        </p:sp>
        <p:sp>
          <p:nvSpPr>
            <p:cNvPr id="848" name="object 848"/>
            <p:cNvSpPr/>
            <p:nvPr/>
          </p:nvSpPr>
          <p:spPr>
            <a:xfrm>
              <a:off x="4202430" y="1323339"/>
              <a:ext cx="133350" cy="7620"/>
            </a:xfrm>
            <a:custGeom>
              <a:avLst/>
              <a:gdLst/>
              <a:ahLst/>
              <a:cxnLst/>
              <a:rect l="l" t="t" r="r" b="b"/>
              <a:pathLst>
                <a:path w="133350" h="7619">
                  <a:moveTo>
                    <a:pt x="133350" y="5080"/>
                  </a:moveTo>
                  <a:lnTo>
                    <a:pt x="132080" y="5080"/>
                  </a:lnTo>
                  <a:lnTo>
                    <a:pt x="132080" y="3810"/>
                  </a:lnTo>
                  <a:lnTo>
                    <a:pt x="130810" y="3810"/>
                  </a:lnTo>
                  <a:lnTo>
                    <a:pt x="130810" y="2540"/>
                  </a:lnTo>
                  <a:lnTo>
                    <a:pt x="129527" y="2540"/>
                  </a:lnTo>
                  <a:lnTo>
                    <a:pt x="129527" y="0"/>
                  </a:lnTo>
                  <a:lnTo>
                    <a:pt x="0" y="0"/>
                  </a:lnTo>
                  <a:lnTo>
                    <a:pt x="0" y="2540"/>
                  </a:lnTo>
                  <a:lnTo>
                    <a:pt x="0" y="3810"/>
                  </a:lnTo>
                  <a:lnTo>
                    <a:pt x="1270" y="3810"/>
                  </a:lnTo>
                  <a:lnTo>
                    <a:pt x="1270" y="5080"/>
                  </a:lnTo>
                  <a:lnTo>
                    <a:pt x="1270" y="7620"/>
                  </a:lnTo>
                  <a:lnTo>
                    <a:pt x="133350" y="7620"/>
                  </a:lnTo>
                  <a:lnTo>
                    <a:pt x="133350" y="5080"/>
                  </a:lnTo>
                  <a:close/>
                </a:path>
              </a:pathLst>
            </a:custGeom>
            <a:solidFill>
              <a:srgbClr val="661E00"/>
            </a:solidFill>
          </p:spPr>
          <p:txBody>
            <a:bodyPr wrap="square" lIns="0" tIns="0" rIns="0" bIns="0" rtlCol="0"/>
            <a:lstStyle/>
            <a:p/>
          </p:txBody>
        </p:sp>
        <p:sp>
          <p:nvSpPr>
            <p:cNvPr id="849" name="object 849"/>
            <p:cNvSpPr/>
            <p:nvPr/>
          </p:nvSpPr>
          <p:spPr>
            <a:xfrm>
              <a:off x="4204970" y="1330959"/>
              <a:ext cx="135890" cy="7620"/>
            </a:xfrm>
            <a:custGeom>
              <a:avLst/>
              <a:gdLst/>
              <a:ahLst/>
              <a:cxnLst/>
              <a:rect l="l" t="t" r="r" b="b"/>
              <a:pathLst>
                <a:path w="135889" h="7619">
                  <a:moveTo>
                    <a:pt x="135890" y="5080"/>
                  </a:moveTo>
                  <a:lnTo>
                    <a:pt x="134620" y="5080"/>
                  </a:lnTo>
                  <a:lnTo>
                    <a:pt x="134620" y="3810"/>
                  </a:lnTo>
                  <a:lnTo>
                    <a:pt x="133350" y="3810"/>
                  </a:lnTo>
                  <a:lnTo>
                    <a:pt x="133350" y="1270"/>
                  </a:lnTo>
                  <a:lnTo>
                    <a:pt x="132080" y="1270"/>
                  </a:lnTo>
                  <a:lnTo>
                    <a:pt x="132080" y="0"/>
                  </a:lnTo>
                  <a:lnTo>
                    <a:pt x="0" y="0"/>
                  </a:lnTo>
                  <a:lnTo>
                    <a:pt x="0" y="1270"/>
                  </a:lnTo>
                  <a:lnTo>
                    <a:pt x="0" y="3810"/>
                  </a:lnTo>
                  <a:lnTo>
                    <a:pt x="0" y="5080"/>
                  </a:lnTo>
                  <a:lnTo>
                    <a:pt x="1270" y="5080"/>
                  </a:lnTo>
                  <a:lnTo>
                    <a:pt x="1270" y="7620"/>
                  </a:lnTo>
                  <a:lnTo>
                    <a:pt x="135890" y="7620"/>
                  </a:lnTo>
                  <a:lnTo>
                    <a:pt x="135890" y="5080"/>
                  </a:lnTo>
                  <a:close/>
                </a:path>
              </a:pathLst>
            </a:custGeom>
            <a:solidFill>
              <a:srgbClr val="6A1D00"/>
            </a:solidFill>
          </p:spPr>
          <p:txBody>
            <a:bodyPr wrap="square" lIns="0" tIns="0" rIns="0" bIns="0" rtlCol="0"/>
            <a:lstStyle/>
            <a:p/>
          </p:txBody>
        </p:sp>
        <p:sp>
          <p:nvSpPr>
            <p:cNvPr id="850" name="object 850"/>
            <p:cNvSpPr/>
            <p:nvPr/>
          </p:nvSpPr>
          <p:spPr>
            <a:xfrm>
              <a:off x="4206240" y="1338592"/>
              <a:ext cx="138430" cy="7620"/>
            </a:xfrm>
            <a:custGeom>
              <a:avLst/>
              <a:gdLst/>
              <a:ahLst/>
              <a:cxnLst/>
              <a:rect l="l" t="t" r="r" b="b"/>
              <a:pathLst>
                <a:path w="138429" h="7619">
                  <a:moveTo>
                    <a:pt x="138430" y="5067"/>
                  </a:moveTo>
                  <a:lnTo>
                    <a:pt x="137160" y="5067"/>
                  </a:lnTo>
                  <a:lnTo>
                    <a:pt x="137160" y="2527"/>
                  </a:lnTo>
                  <a:lnTo>
                    <a:pt x="135890" y="2527"/>
                  </a:lnTo>
                  <a:lnTo>
                    <a:pt x="135890" y="0"/>
                  </a:lnTo>
                  <a:lnTo>
                    <a:pt x="0" y="0"/>
                  </a:lnTo>
                  <a:lnTo>
                    <a:pt x="0" y="2527"/>
                  </a:lnTo>
                  <a:lnTo>
                    <a:pt x="1270" y="2527"/>
                  </a:lnTo>
                  <a:lnTo>
                    <a:pt x="1270" y="5067"/>
                  </a:lnTo>
                  <a:lnTo>
                    <a:pt x="1270" y="7607"/>
                  </a:lnTo>
                  <a:lnTo>
                    <a:pt x="138430" y="7607"/>
                  </a:lnTo>
                  <a:lnTo>
                    <a:pt x="138430" y="5067"/>
                  </a:lnTo>
                  <a:close/>
                </a:path>
              </a:pathLst>
            </a:custGeom>
            <a:solidFill>
              <a:srgbClr val="6D1C00"/>
            </a:solidFill>
          </p:spPr>
          <p:txBody>
            <a:bodyPr wrap="square" lIns="0" tIns="0" rIns="0" bIns="0" rtlCol="0"/>
            <a:lstStyle/>
            <a:p/>
          </p:txBody>
        </p:sp>
        <p:sp>
          <p:nvSpPr>
            <p:cNvPr id="851" name="object 851"/>
            <p:cNvSpPr/>
            <p:nvPr/>
          </p:nvSpPr>
          <p:spPr>
            <a:xfrm>
              <a:off x="4208780" y="1346199"/>
              <a:ext cx="139700" cy="6350"/>
            </a:xfrm>
            <a:custGeom>
              <a:avLst/>
              <a:gdLst/>
              <a:ahLst/>
              <a:cxnLst/>
              <a:rect l="l" t="t" r="r" b="b"/>
              <a:pathLst>
                <a:path w="139700" h="6350">
                  <a:moveTo>
                    <a:pt x="139700" y="3810"/>
                  </a:moveTo>
                  <a:lnTo>
                    <a:pt x="138430" y="3810"/>
                  </a:lnTo>
                  <a:lnTo>
                    <a:pt x="138430" y="2540"/>
                  </a:lnTo>
                  <a:lnTo>
                    <a:pt x="137160" y="2540"/>
                  </a:lnTo>
                  <a:lnTo>
                    <a:pt x="137160" y="0"/>
                  </a:lnTo>
                  <a:lnTo>
                    <a:pt x="0" y="0"/>
                  </a:lnTo>
                  <a:lnTo>
                    <a:pt x="0" y="2540"/>
                  </a:lnTo>
                  <a:lnTo>
                    <a:pt x="1270" y="2540"/>
                  </a:lnTo>
                  <a:lnTo>
                    <a:pt x="1270" y="3810"/>
                  </a:lnTo>
                  <a:lnTo>
                    <a:pt x="1270" y="6350"/>
                  </a:lnTo>
                  <a:lnTo>
                    <a:pt x="139700" y="6350"/>
                  </a:lnTo>
                  <a:lnTo>
                    <a:pt x="139700" y="3810"/>
                  </a:lnTo>
                  <a:close/>
                </a:path>
              </a:pathLst>
            </a:custGeom>
            <a:solidFill>
              <a:srgbClr val="701C00"/>
            </a:solidFill>
          </p:spPr>
          <p:txBody>
            <a:bodyPr wrap="square" lIns="0" tIns="0" rIns="0" bIns="0" rtlCol="0"/>
            <a:lstStyle/>
            <a:p/>
          </p:txBody>
        </p:sp>
        <p:sp>
          <p:nvSpPr>
            <p:cNvPr id="852" name="object 852"/>
            <p:cNvSpPr/>
            <p:nvPr/>
          </p:nvSpPr>
          <p:spPr>
            <a:xfrm>
              <a:off x="4211320" y="1352549"/>
              <a:ext cx="140970" cy="7620"/>
            </a:xfrm>
            <a:custGeom>
              <a:avLst/>
              <a:gdLst/>
              <a:ahLst/>
              <a:cxnLst/>
              <a:rect l="l" t="t" r="r" b="b"/>
              <a:pathLst>
                <a:path w="140970" h="7619">
                  <a:moveTo>
                    <a:pt x="140970" y="5080"/>
                  </a:moveTo>
                  <a:lnTo>
                    <a:pt x="139687" y="5080"/>
                  </a:lnTo>
                  <a:lnTo>
                    <a:pt x="139687" y="2540"/>
                  </a:lnTo>
                  <a:lnTo>
                    <a:pt x="138430" y="2540"/>
                  </a:lnTo>
                  <a:lnTo>
                    <a:pt x="138430" y="0"/>
                  </a:lnTo>
                  <a:lnTo>
                    <a:pt x="0" y="0"/>
                  </a:lnTo>
                  <a:lnTo>
                    <a:pt x="0" y="2540"/>
                  </a:lnTo>
                  <a:lnTo>
                    <a:pt x="1270" y="2540"/>
                  </a:lnTo>
                  <a:lnTo>
                    <a:pt x="1270" y="5080"/>
                  </a:lnTo>
                  <a:lnTo>
                    <a:pt x="1270" y="6350"/>
                  </a:lnTo>
                  <a:lnTo>
                    <a:pt x="2540" y="6350"/>
                  </a:lnTo>
                  <a:lnTo>
                    <a:pt x="2540" y="7620"/>
                  </a:lnTo>
                  <a:lnTo>
                    <a:pt x="140970" y="7620"/>
                  </a:lnTo>
                  <a:lnTo>
                    <a:pt x="140970" y="6350"/>
                  </a:lnTo>
                  <a:lnTo>
                    <a:pt x="140970" y="5080"/>
                  </a:lnTo>
                  <a:close/>
                </a:path>
              </a:pathLst>
            </a:custGeom>
            <a:solidFill>
              <a:srgbClr val="731B00"/>
            </a:solidFill>
          </p:spPr>
          <p:txBody>
            <a:bodyPr wrap="square" lIns="0" tIns="0" rIns="0" bIns="0" rtlCol="0"/>
            <a:lstStyle/>
            <a:p/>
          </p:txBody>
        </p:sp>
        <p:sp>
          <p:nvSpPr>
            <p:cNvPr id="853" name="object 853"/>
            <p:cNvSpPr/>
            <p:nvPr/>
          </p:nvSpPr>
          <p:spPr>
            <a:xfrm>
              <a:off x="4213860" y="1360169"/>
              <a:ext cx="143510" cy="7620"/>
            </a:xfrm>
            <a:custGeom>
              <a:avLst/>
              <a:gdLst/>
              <a:ahLst/>
              <a:cxnLst/>
              <a:rect l="l" t="t" r="r" b="b"/>
              <a:pathLst>
                <a:path w="143510" h="7619">
                  <a:moveTo>
                    <a:pt x="140970" y="1270"/>
                  </a:moveTo>
                  <a:lnTo>
                    <a:pt x="139700" y="1270"/>
                  </a:lnTo>
                  <a:lnTo>
                    <a:pt x="139700" y="0"/>
                  </a:lnTo>
                  <a:lnTo>
                    <a:pt x="0" y="0"/>
                  </a:lnTo>
                  <a:lnTo>
                    <a:pt x="0" y="1270"/>
                  </a:lnTo>
                  <a:lnTo>
                    <a:pt x="1270" y="1270"/>
                  </a:lnTo>
                  <a:lnTo>
                    <a:pt x="1270" y="3810"/>
                  </a:lnTo>
                  <a:lnTo>
                    <a:pt x="140970" y="3810"/>
                  </a:lnTo>
                  <a:lnTo>
                    <a:pt x="140970" y="1270"/>
                  </a:lnTo>
                  <a:close/>
                </a:path>
                <a:path w="143510" h="7619">
                  <a:moveTo>
                    <a:pt x="143510" y="6350"/>
                  </a:moveTo>
                  <a:lnTo>
                    <a:pt x="142240" y="6350"/>
                  </a:lnTo>
                  <a:lnTo>
                    <a:pt x="142240" y="3822"/>
                  </a:lnTo>
                  <a:lnTo>
                    <a:pt x="2540" y="3822"/>
                  </a:lnTo>
                  <a:lnTo>
                    <a:pt x="2540" y="6350"/>
                  </a:lnTo>
                  <a:lnTo>
                    <a:pt x="3810" y="6350"/>
                  </a:lnTo>
                  <a:lnTo>
                    <a:pt x="3810" y="7620"/>
                  </a:lnTo>
                  <a:lnTo>
                    <a:pt x="143510" y="7620"/>
                  </a:lnTo>
                  <a:lnTo>
                    <a:pt x="143510" y="6350"/>
                  </a:lnTo>
                  <a:close/>
                </a:path>
              </a:pathLst>
            </a:custGeom>
            <a:solidFill>
              <a:srgbClr val="761B00"/>
            </a:solidFill>
          </p:spPr>
          <p:txBody>
            <a:bodyPr wrap="square" lIns="0" tIns="0" rIns="0" bIns="0" rtlCol="0"/>
            <a:lstStyle/>
            <a:p/>
          </p:txBody>
        </p:sp>
        <p:sp>
          <p:nvSpPr>
            <p:cNvPr id="854" name="object 854"/>
            <p:cNvSpPr/>
            <p:nvPr/>
          </p:nvSpPr>
          <p:spPr>
            <a:xfrm>
              <a:off x="4217670" y="1367789"/>
              <a:ext cx="142240" cy="6350"/>
            </a:xfrm>
            <a:custGeom>
              <a:avLst/>
              <a:gdLst/>
              <a:ahLst/>
              <a:cxnLst/>
              <a:rect l="l" t="t" r="r" b="b"/>
              <a:pathLst>
                <a:path w="142239" h="6350">
                  <a:moveTo>
                    <a:pt x="142240" y="3810"/>
                  </a:moveTo>
                  <a:lnTo>
                    <a:pt x="140970" y="3810"/>
                  </a:lnTo>
                  <a:lnTo>
                    <a:pt x="140970" y="1270"/>
                  </a:lnTo>
                  <a:lnTo>
                    <a:pt x="139700" y="1270"/>
                  </a:lnTo>
                  <a:lnTo>
                    <a:pt x="139700" y="0"/>
                  </a:lnTo>
                  <a:lnTo>
                    <a:pt x="0" y="0"/>
                  </a:lnTo>
                  <a:lnTo>
                    <a:pt x="0" y="1270"/>
                  </a:lnTo>
                  <a:lnTo>
                    <a:pt x="1270" y="1270"/>
                  </a:lnTo>
                  <a:lnTo>
                    <a:pt x="1270" y="3810"/>
                  </a:lnTo>
                  <a:lnTo>
                    <a:pt x="2540" y="3810"/>
                  </a:lnTo>
                  <a:lnTo>
                    <a:pt x="2540" y="6350"/>
                  </a:lnTo>
                  <a:lnTo>
                    <a:pt x="142240" y="6350"/>
                  </a:lnTo>
                  <a:lnTo>
                    <a:pt x="142240" y="3810"/>
                  </a:lnTo>
                  <a:close/>
                </a:path>
              </a:pathLst>
            </a:custGeom>
            <a:solidFill>
              <a:srgbClr val="791A00"/>
            </a:solidFill>
          </p:spPr>
          <p:txBody>
            <a:bodyPr wrap="square" lIns="0" tIns="0" rIns="0" bIns="0" rtlCol="0"/>
            <a:lstStyle/>
            <a:p/>
          </p:txBody>
        </p:sp>
        <p:sp>
          <p:nvSpPr>
            <p:cNvPr id="855" name="object 855"/>
            <p:cNvSpPr/>
            <p:nvPr/>
          </p:nvSpPr>
          <p:spPr>
            <a:xfrm>
              <a:off x="4221480" y="1374139"/>
              <a:ext cx="140970" cy="7620"/>
            </a:xfrm>
            <a:custGeom>
              <a:avLst/>
              <a:gdLst/>
              <a:ahLst/>
              <a:cxnLst/>
              <a:rect l="l" t="t" r="r" b="b"/>
              <a:pathLst>
                <a:path w="140970" h="7619">
                  <a:moveTo>
                    <a:pt x="140970" y="3810"/>
                  </a:moveTo>
                  <a:lnTo>
                    <a:pt x="139700" y="3810"/>
                  </a:lnTo>
                  <a:lnTo>
                    <a:pt x="139700" y="2540"/>
                  </a:lnTo>
                  <a:lnTo>
                    <a:pt x="139700" y="0"/>
                  </a:lnTo>
                  <a:lnTo>
                    <a:pt x="0" y="0"/>
                  </a:lnTo>
                  <a:lnTo>
                    <a:pt x="0" y="2540"/>
                  </a:lnTo>
                  <a:lnTo>
                    <a:pt x="1270" y="2540"/>
                  </a:lnTo>
                  <a:lnTo>
                    <a:pt x="1270" y="3810"/>
                  </a:lnTo>
                  <a:lnTo>
                    <a:pt x="1270" y="5080"/>
                  </a:lnTo>
                  <a:lnTo>
                    <a:pt x="2540" y="5080"/>
                  </a:lnTo>
                  <a:lnTo>
                    <a:pt x="2540" y="7620"/>
                  </a:lnTo>
                  <a:lnTo>
                    <a:pt x="140970" y="7620"/>
                  </a:lnTo>
                  <a:lnTo>
                    <a:pt x="140970" y="5080"/>
                  </a:lnTo>
                  <a:lnTo>
                    <a:pt x="140970" y="3810"/>
                  </a:lnTo>
                  <a:close/>
                </a:path>
              </a:pathLst>
            </a:custGeom>
            <a:solidFill>
              <a:srgbClr val="7C1900"/>
            </a:solidFill>
          </p:spPr>
          <p:txBody>
            <a:bodyPr wrap="square" lIns="0" tIns="0" rIns="0" bIns="0" rtlCol="0"/>
            <a:lstStyle/>
            <a:p/>
          </p:txBody>
        </p:sp>
        <p:sp>
          <p:nvSpPr>
            <p:cNvPr id="856" name="object 856"/>
            <p:cNvSpPr/>
            <p:nvPr/>
          </p:nvSpPr>
          <p:spPr>
            <a:xfrm>
              <a:off x="4225290" y="1381759"/>
              <a:ext cx="140970" cy="7620"/>
            </a:xfrm>
            <a:custGeom>
              <a:avLst/>
              <a:gdLst/>
              <a:ahLst/>
              <a:cxnLst/>
              <a:rect l="l" t="t" r="r" b="b"/>
              <a:pathLst>
                <a:path w="140970" h="7619">
                  <a:moveTo>
                    <a:pt x="140970" y="6350"/>
                  </a:moveTo>
                  <a:lnTo>
                    <a:pt x="139700" y="6350"/>
                  </a:lnTo>
                  <a:lnTo>
                    <a:pt x="139700" y="3810"/>
                  </a:lnTo>
                  <a:lnTo>
                    <a:pt x="138430" y="3810"/>
                  </a:lnTo>
                  <a:lnTo>
                    <a:pt x="138430" y="2540"/>
                  </a:lnTo>
                  <a:lnTo>
                    <a:pt x="138417" y="0"/>
                  </a:lnTo>
                  <a:lnTo>
                    <a:pt x="0" y="0"/>
                  </a:lnTo>
                  <a:lnTo>
                    <a:pt x="0" y="2540"/>
                  </a:lnTo>
                  <a:lnTo>
                    <a:pt x="1270" y="2540"/>
                  </a:lnTo>
                  <a:lnTo>
                    <a:pt x="1270" y="3810"/>
                  </a:lnTo>
                  <a:lnTo>
                    <a:pt x="2540" y="3810"/>
                  </a:lnTo>
                  <a:lnTo>
                    <a:pt x="2540" y="6350"/>
                  </a:lnTo>
                  <a:lnTo>
                    <a:pt x="3810" y="6350"/>
                  </a:lnTo>
                  <a:lnTo>
                    <a:pt x="3810" y="7620"/>
                  </a:lnTo>
                  <a:lnTo>
                    <a:pt x="140970" y="7620"/>
                  </a:lnTo>
                  <a:lnTo>
                    <a:pt x="140970" y="6350"/>
                  </a:lnTo>
                  <a:close/>
                </a:path>
              </a:pathLst>
            </a:custGeom>
            <a:solidFill>
              <a:srgbClr val="801900"/>
            </a:solidFill>
          </p:spPr>
          <p:txBody>
            <a:bodyPr wrap="square" lIns="0" tIns="0" rIns="0" bIns="0" rtlCol="0"/>
            <a:lstStyle/>
            <a:p/>
          </p:txBody>
        </p:sp>
        <p:sp>
          <p:nvSpPr>
            <p:cNvPr id="857" name="object 857"/>
            <p:cNvSpPr/>
            <p:nvPr/>
          </p:nvSpPr>
          <p:spPr>
            <a:xfrm>
              <a:off x="4230370" y="1389392"/>
              <a:ext cx="137160" cy="6350"/>
            </a:xfrm>
            <a:custGeom>
              <a:avLst/>
              <a:gdLst/>
              <a:ahLst/>
              <a:cxnLst/>
              <a:rect l="l" t="t" r="r" b="b"/>
              <a:pathLst>
                <a:path w="137160" h="6350">
                  <a:moveTo>
                    <a:pt x="137160" y="2527"/>
                  </a:moveTo>
                  <a:lnTo>
                    <a:pt x="135890" y="2527"/>
                  </a:lnTo>
                  <a:lnTo>
                    <a:pt x="135890" y="0"/>
                  </a:lnTo>
                  <a:lnTo>
                    <a:pt x="0" y="0"/>
                  </a:lnTo>
                  <a:lnTo>
                    <a:pt x="0" y="2527"/>
                  </a:lnTo>
                  <a:lnTo>
                    <a:pt x="1270" y="2527"/>
                  </a:lnTo>
                  <a:lnTo>
                    <a:pt x="1270" y="3797"/>
                  </a:lnTo>
                  <a:lnTo>
                    <a:pt x="2540" y="3797"/>
                  </a:lnTo>
                  <a:lnTo>
                    <a:pt x="2540" y="6337"/>
                  </a:lnTo>
                  <a:lnTo>
                    <a:pt x="137160" y="6337"/>
                  </a:lnTo>
                  <a:lnTo>
                    <a:pt x="137160" y="3797"/>
                  </a:lnTo>
                  <a:lnTo>
                    <a:pt x="137160" y="2527"/>
                  </a:lnTo>
                  <a:close/>
                </a:path>
              </a:pathLst>
            </a:custGeom>
            <a:solidFill>
              <a:srgbClr val="831800"/>
            </a:solidFill>
          </p:spPr>
          <p:txBody>
            <a:bodyPr wrap="square" lIns="0" tIns="0" rIns="0" bIns="0" rtlCol="0"/>
            <a:lstStyle/>
            <a:p/>
          </p:txBody>
        </p:sp>
        <p:sp>
          <p:nvSpPr>
            <p:cNvPr id="858" name="object 858"/>
            <p:cNvSpPr/>
            <p:nvPr/>
          </p:nvSpPr>
          <p:spPr>
            <a:xfrm>
              <a:off x="4234180" y="1395729"/>
              <a:ext cx="135890" cy="7620"/>
            </a:xfrm>
            <a:custGeom>
              <a:avLst/>
              <a:gdLst/>
              <a:ahLst/>
              <a:cxnLst/>
              <a:rect l="l" t="t" r="r" b="b"/>
              <a:pathLst>
                <a:path w="135889" h="7619">
                  <a:moveTo>
                    <a:pt x="135890" y="3810"/>
                  </a:moveTo>
                  <a:lnTo>
                    <a:pt x="134620" y="3810"/>
                  </a:lnTo>
                  <a:lnTo>
                    <a:pt x="134620" y="1270"/>
                  </a:lnTo>
                  <a:lnTo>
                    <a:pt x="134620" y="0"/>
                  </a:lnTo>
                  <a:lnTo>
                    <a:pt x="0" y="0"/>
                  </a:lnTo>
                  <a:lnTo>
                    <a:pt x="0" y="1270"/>
                  </a:lnTo>
                  <a:lnTo>
                    <a:pt x="1270" y="1270"/>
                  </a:lnTo>
                  <a:lnTo>
                    <a:pt x="1270" y="3810"/>
                  </a:lnTo>
                  <a:lnTo>
                    <a:pt x="2540" y="3810"/>
                  </a:lnTo>
                  <a:lnTo>
                    <a:pt x="2540" y="6350"/>
                  </a:lnTo>
                  <a:lnTo>
                    <a:pt x="3810" y="6350"/>
                  </a:lnTo>
                  <a:lnTo>
                    <a:pt x="3810" y="7620"/>
                  </a:lnTo>
                  <a:lnTo>
                    <a:pt x="135877" y="7620"/>
                  </a:lnTo>
                  <a:lnTo>
                    <a:pt x="135877" y="6350"/>
                  </a:lnTo>
                  <a:lnTo>
                    <a:pt x="135890" y="3810"/>
                  </a:lnTo>
                  <a:close/>
                </a:path>
              </a:pathLst>
            </a:custGeom>
            <a:solidFill>
              <a:srgbClr val="861700"/>
            </a:solidFill>
          </p:spPr>
          <p:txBody>
            <a:bodyPr wrap="square" lIns="0" tIns="0" rIns="0" bIns="0" rtlCol="0"/>
            <a:lstStyle/>
            <a:p/>
          </p:txBody>
        </p:sp>
        <p:sp>
          <p:nvSpPr>
            <p:cNvPr id="859" name="object 859"/>
            <p:cNvSpPr/>
            <p:nvPr/>
          </p:nvSpPr>
          <p:spPr>
            <a:xfrm>
              <a:off x="4239260" y="1403349"/>
              <a:ext cx="133350" cy="7620"/>
            </a:xfrm>
            <a:custGeom>
              <a:avLst/>
              <a:gdLst/>
              <a:ahLst/>
              <a:cxnLst/>
              <a:rect l="l" t="t" r="r" b="b"/>
              <a:pathLst>
                <a:path w="133350" h="7619">
                  <a:moveTo>
                    <a:pt x="133350" y="6350"/>
                  </a:moveTo>
                  <a:lnTo>
                    <a:pt x="133337" y="5080"/>
                  </a:lnTo>
                  <a:lnTo>
                    <a:pt x="133337" y="3810"/>
                  </a:lnTo>
                  <a:lnTo>
                    <a:pt x="132080" y="3810"/>
                  </a:lnTo>
                  <a:lnTo>
                    <a:pt x="132080" y="2540"/>
                  </a:lnTo>
                  <a:lnTo>
                    <a:pt x="132080" y="0"/>
                  </a:lnTo>
                  <a:lnTo>
                    <a:pt x="0" y="0"/>
                  </a:lnTo>
                  <a:lnTo>
                    <a:pt x="0" y="2540"/>
                  </a:lnTo>
                  <a:lnTo>
                    <a:pt x="1270" y="2540"/>
                  </a:lnTo>
                  <a:lnTo>
                    <a:pt x="1270" y="3810"/>
                  </a:lnTo>
                  <a:lnTo>
                    <a:pt x="1270" y="5080"/>
                  </a:lnTo>
                  <a:lnTo>
                    <a:pt x="2540" y="5080"/>
                  </a:lnTo>
                  <a:lnTo>
                    <a:pt x="2540" y="6350"/>
                  </a:lnTo>
                  <a:lnTo>
                    <a:pt x="3810" y="6350"/>
                  </a:lnTo>
                  <a:lnTo>
                    <a:pt x="3810" y="7620"/>
                  </a:lnTo>
                  <a:lnTo>
                    <a:pt x="133350" y="7620"/>
                  </a:lnTo>
                  <a:lnTo>
                    <a:pt x="133350" y="6350"/>
                  </a:lnTo>
                  <a:close/>
                </a:path>
              </a:pathLst>
            </a:custGeom>
            <a:solidFill>
              <a:srgbClr val="891700"/>
            </a:solidFill>
          </p:spPr>
          <p:txBody>
            <a:bodyPr wrap="square" lIns="0" tIns="0" rIns="0" bIns="0" rtlCol="0"/>
            <a:lstStyle/>
            <a:p/>
          </p:txBody>
        </p:sp>
        <p:sp>
          <p:nvSpPr>
            <p:cNvPr id="860" name="object 860"/>
            <p:cNvSpPr/>
            <p:nvPr/>
          </p:nvSpPr>
          <p:spPr>
            <a:xfrm>
              <a:off x="4243070" y="1410969"/>
              <a:ext cx="132080" cy="7620"/>
            </a:xfrm>
            <a:custGeom>
              <a:avLst/>
              <a:gdLst/>
              <a:ahLst/>
              <a:cxnLst/>
              <a:rect l="l" t="t" r="r" b="b"/>
              <a:pathLst>
                <a:path w="132079" h="7619">
                  <a:moveTo>
                    <a:pt x="132080" y="6350"/>
                  </a:moveTo>
                  <a:lnTo>
                    <a:pt x="130810" y="6350"/>
                  </a:lnTo>
                  <a:lnTo>
                    <a:pt x="130810" y="5080"/>
                  </a:lnTo>
                  <a:lnTo>
                    <a:pt x="130810" y="3810"/>
                  </a:lnTo>
                  <a:lnTo>
                    <a:pt x="130810" y="1270"/>
                  </a:lnTo>
                  <a:lnTo>
                    <a:pt x="129540" y="1270"/>
                  </a:lnTo>
                  <a:lnTo>
                    <a:pt x="129540" y="0"/>
                  </a:lnTo>
                  <a:lnTo>
                    <a:pt x="0" y="0"/>
                  </a:lnTo>
                  <a:lnTo>
                    <a:pt x="0" y="1270"/>
                  </a:lnTo>
                  <a:lnTo>
                    <a:pt x="1270" y="1270"/>
                  </a:lnTo>
                  <a:lnTo>
                    <a:pt x="1270" y="3810"/>
                  </a:lnTo>
                  <a:lnTo>
                    <a:pt x="2540" y="3810"/>
                  </a:lnTo>
                  <a:lnTo>
                    <a:pt x="2540" y="5080"/>
                  </a:lnTo>
                  <a:lnTo>
                    <a:pt x="3810" y="5080"/>
                  </a:lnTo>
                  <a:lnTo>
                    <a:pt x="3810" y="6350"/>
                  </a:lnTo>
                  <a:lnTo>
                    <a:pt x="3810" y="7620"/>
                  </a:lnTo>
                  <a:lnTo>
                    <a:pt x="132080" y="7620"/>
                  </a:lnTo>
                  <a:lnTo>
                    <a:pt x="132080" y="6350"/>
                  </a:lnTo>
                  <a:close/>
                </a:path>
              </a:pathLst>
            </a:custGeom>
            <a:solidFill>
              <a:srgbClr val="8C1600"/>
            </a:solidFill>
          </p:spPr>
          <p:txBody>
            <a:bodyPr wrap="square" lIns="0" tIns="0" rIns="0" bIns="0" rtlCol="0"/>
            <a:lstStyle/>
            <a:p/>
          </p:txBody>
        </p:sp>
        <p:sp>
          <p:nvSpPr>
            <p:cNvPr id="861" name="object 861"/>
            <p:cNvSpPr/>
            <p:nvPr/>
          </p:nvSpPr>
          <p:spPr>
            <a:xfrm>
              <a:off x="4248150" y="1418589"/>
              <a:ext cx="128270" cy="6350"/>
            </a:xfrm>
            <a:custGeom>
              <a:avLst/>
              <a:gdLst/>
              <a:ahLst/>
              <a:cxnLst/>
              <a:rect l="l" t="t" r="r" b="b"/>
              <a:pathLst>
                <a:path w="128270" h="6350">
                  <a:moveTo>
                    <a:pt x="128257" y="3810"/>
                  </a:moveTo>
                  <a:lnTo>
                    <a:pt x="127000" y="3810"/>
                  </a:lnTo>
                  <a:lnTo>
                    <a:pt x="127000" y="2540"/>
                  </a:lnTo>
                  <a:lnTo>
                    <a:pt x="127000" y="0"/>
                  </a:lnTo>
                  <a:lnTo>
                    <a:pt x="0" y="0"/>
                  </a:lnTo>
                  <a:lnTo>
                    <a:pt x="0" y="2540"/>
                  </a:lnTo>
                  <a:lnTo>
                    <a:pt x="1270" y="2540"/>
                  </a:lnTo>
                  <a:lnTo>
                    <a:pt x="1270" y="3810"/>
                  </a:lnTo>
                  <a:lnTo>
                    <a:pt x="2540" y="3810"/>
                  </a:lnTo>
                  <a:lnTo>
                    <a:pt x="2540" y="6350"/>
                  </a:lnTo>
                  <a:lnTo>
                    <a:pt x="128257" y="6350"/>
                  </a:lnTo>
                  <a:lnTo>
                    <a:pt x="128257" y="3810"/>
                  </a:lnTo>
                  <a:close/>
                </a:path>
              </a:pathLst>
            </a:custGeom>
            <a:solidFill>
              <a:srgbClr val="8F1600"/>
            </a:solidFill>
          </p:spPr>
          <p:txBody>
            <a:bodyPr wrap="square" lIns="0" tIns="0" rIns="0" bIns="0" rtlCol="0"/>
            <a:lstStyle/>
            <a:p/>
          </p:txBody>
        </p:sp>
        <p:sp>
          <p:nvSpPr>
            <p:cNvPr id="862" name="object 862"/>
            <p:cNvSpPr/>
            <p:nvPr/>
          </p:nvSpPr>
          <p:spPr>
            <a:xfrm>
              <a:off x="4251960" y="1424939"/>
              <a:ext cx="125730" cy="7620"/>
            </a:xfrm>
            <a:custGeom>
              <a:avLst/>
              <a:gdLst/>
              <a:ahLst/>
              <a:cxnLst/>
              <a:rect l="l" t="t" r="r" b="b"/>
              <a:pathLst>
                <a:path w="125729" h="7619">
                  <a:moveTo>
                    <a:pt x="125730" y="6350"/>
                  </a:moveTo>
                  <a:lnTo>
                    <a:pt x="124460" y="6350"/>
                  </a:lnTo>
                  <a:lnTo>
                    <a:pt x="124460" y="5080"/>
                  </a:lnTo>
                  <a:lnTo>
                    <a:pt x="124460" y="3810"/>
                  </a:lnTo>
                  <a:lnTo>
                    <a:pt x="124447" y="1270"/>
                  </a:lnTo>
                  <a:lnTo>
                    <a:pt x="124447" y="0"/>
                  </a:ln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25730" y="7620"/>
                  </a:lnTo>
                  <a:lnTo>
                    <a:pt x="125730" y="6350"/>
                  </a:lnTo>
                  <a:close/>
                </a:path>
              </a:pathLst>
            </a:custGeom>
            <a:solidFill>
              <a:srgbClr val="921500"/>
            </a:solidFill>
          </p:spPr>
          <p:txBody>
            <a:bodyPr wrap="square" lIns="0" tIns="0" rIns="0" bIns="0" rtlCol="0"/>
            <a:lstStyle/>
            <a:p/>
          </p:txBody>
        </p:sp>
        <p:sp>
          <p:nvSpPr>
            <p:cNvPr id="863" name="object 863"/>
            <p:cNvSpPr/>
            <p:nvPr/>
          </p:nvSpPr>
          <p:spPr>
            <a:xfrm>
              <a:off x="4257040" y="1432559"/>
              <a:ext cx="120650" cy="7620"/>
            </a:xfrm>
            <a:custGeom>
              <a:avLst/>
              <a:gdLst/>
              <a:ahLst/>
              <a:cxnLst/>
              <a:rect l="l" t="t" r="r" b="b"/>
              <a:pathLst>
                <a:path w="120650" h="7619">
                  <a:moveTo>
                    <a:pt x="120650" y="0"/>
                  </a:moveTo>
                  <a:lnTo>
                    <a:pt x="0" y="0"/>
                  </a:lnTo>
                  <a:lnTo>
                    <a:pt x="0" y="1270"/>
                  </a:lnTo>
                  <a:lnTo>
                    <a:pt x="1270" y="1270"/>
                  </a:lnTo>
                  <a:lnTo>
                    <a:pt x="1270" y="2540"/>
                  </a:lnTo>
                  <a:lnTo>
                    <a:pt x="2540" y="2540"/>
                  </a:lnTo>
                  <a:lnTo>
                    <a:pt x="2540" y="5080"/>
                  </a:lnTo>
                  <a:lnTo>
                    <a:pt x="3810" y="5080"/>
                  </a:lnTo>
                  <a:lnTo>
                    <a:pt x="3810" y="6350"/>
                  </a:lnTo>
                  <a:lnTo>
                    <a:pt x="5080" y="6350"/>
                  </a:lnTo>
                  <a:lnTo>
                    <a:pt x="5080" y="7620"/>
                  </a:lnTo>
                  <a:lnTo>
                    <a:pt x="120650" y="7620"/>
                  </a:lnTo>
                  <a:lnTo>
                    <a:pt x="120650" y="6350"/>
                  </a:lnTo>
                  <a:lnTo>
                    <a:pt x="120650" y="5080"/>
                  </a:lnTo>
                  <a:lnTo>
                    <a:pt x="120650" y="2540"/>
                  </a:lnTo>
                  <a:lnTo>
                    <a:pt x="120650" y="1270"/>
                  </a:lnTo>
                  <a:lnTo>
                    <a:pt x="120650" y="0"/>
                  </a:lnTo>
                  <a:close/>
                </a:path>
              </a:pathLst>
            </a:custGeom>
            <a:solidFill>
              <a:srgbClr val="961400"/>
            </a:solidFill>
          </p:spPr>
          <p:txBody>
            <a:bodyPr wrap="square" lIns="0" tIns="0" rIns="0" bIns="0" rtlCol="0"/>
            <a:lstStyle/>
            <a:p/>
          </p:txBody>
        </p:sp>
        <p:sp>
          <p:nvSpPr>
            <p:cNvPr id="864" name="object 864"/>
            <p:cNvSpPr/>
            <p:nvPr/>
          </p:nvSpPr>
          <p:spPr>
            <a:xfrm>
              <a:off x="4262120" y="1440179"/>
              <a:ext cx="116839" cy="6350"/>
            </a:xfrm>
            <a:custGeom>
              <a:avLst/>
              <a:gdLst/>
              <a:ahLst/>
              <a:cxnLst/>
              <a:rect l="l" t="t" r="r" b="b"/>
              <a:pathLst>
                <a:path w="116839" h="6350">
                  <a:moveTo>
                    <a:pt x="116840" y="2540"/>
                  </a:moveTo>
                  <a:lnTo>
                    <a:pt x="115570" y="2540"/>
                  </a:lnTo>
                  <a:lnTo>
                    <a:pt x="115570" y="1270"/>
                  </a:lnTo>
                  <a:lnTo>
                    <a:pt x="115570" y="0"/>
                  </a:lnTo>
                  <a:lnTo>
                    <a:pt x="0" y="0"/>
                  </a:lnTo>
                  <a:lnTo>
                    <a:pt x="0" y="1270"/>
                  </a:lnTo>
                  <a:lnTo>
                    <a:pt x="1270" y="1270"/>
                  </a:lnTo>
                  <a:lnTo>
                    <a:pt x="1270" y="2540"/>
                  </a:lnTo>
                  <a:lnTo>
                    <a:pt x="2540" y="2540"/>
                  </a:lnTo>
                  <a:lnTo>
                    <a:pt x="2540" y="3810"/>
                  </a:lnTo>
                  <a:lnTo>
                    <a:pt x="3810" y="3810"/>
                  </a:lnTo>
                  <a:lnTo>
                    <a:pt x="3810" y="6350"/>
                  </a:lnTo>
                  <a:lnTo>
                    <a:pt x="116840" y="6350"/>
                  </a:lnTo>
                  <a:lnTo>
                    <a:pt x="116840" y="3810"/>
                  </a:lnTo>
                  <a:lnTo>
                    <a:pt x="116840" y="2540"/>
                  </a:lnTo>
                  <a:close/>
                </a:path>
              </a:pathLst>
            </a:custGeom>
            <a:solidFill>
              <a:srgbClr val="991400"/>
            </a:solidFill>
          </p:spPr>
          <p:txBody>
            <a:bodyPr wrap="square" lIns="0" tIns="0" rIns="0" bIns="0" rtlCol="0"/>
            <a:lstStyle/>
            <a:p/>
          </p:txBody>
        </p:sp>
        <p:sp>
          <p:nvSpPr>
            <p:cNvPr id="865" name="object 865"/>
            <p:cNvSpPr/>
            <p:nvPr/>
          </p:nvSpPr>
          <p:spPr>
            <a:xfrm>
              <a:off x="4267200" y="1446529"/>
              <a:ext cx="111760" cy="7620"/>
            </a:xfrm>
            <a:custGeom>
              <a:avLst/>
              <a:gdLst/>
              <a:ahLst/>
              <a:cxnLst/>
              <a:rect l="l" t="t" r="r" b="b"/>
              <a:pathLst>
                <a:path w="111760" h="7619">
                  <a:moveTo>
                    <a:pt x="111760" y="0"/>
                  </a:moveTo>
                  <a:lnTo>
                    <a:pt x="0" y="0"/>
                  </a:lnTo>
                  <a:lnTo>
                    <a:pt x="0" y="1270"/>
                  </a:lnTo>
                  <a:lnTo>
                    <a:pt x="1270" y="1270"/>
                  </a:lnTo>
                  <a:lnTo>
                    <a:pt x="1270" y="3810"/>
                  </a:lnTo>
                  <a:lnTo>
                    <a:pt x="2540" y="3810"/>
                  </a:lnTo>
                  <a:lnTo>
                    <a:pt x="2540" y="5080"/>
                  </a:lnTo>
                  <a:lnTo>
                    <a:pt x="3810" y="5080"/>
                  </a:lnTo>
                  <a:lnTo>
                    <a:pt x="3810" y="7620"/>
                  </a:lnTo>
                  <a:lnTo>
                    <a:pt x="111760" y="7620"/>
                  </a:lnTo>
                  <a:lnTo>
                    <a:pt x="111760" y="5080"/>
                  </a:lnTo>
                  <a:lnTo>
                    <a:pt x="111760" y="3810"/>
                  </a:lnTo>
                  <a:lnTo>
                    <a:pt x="111760" y="1270"/>
                  </a:lnTo>
                  <a:lnTo>
                    <a:pt x="111760" y="0"/>
                  </a:lnTo>
                  <a:close/>
                </a:path>
              </a:pathLst>
            </a:custGeom>
            <a:solidFill>
              <a:srgbClr val="9C1300"/>
            </a:solidFill>
          </p:spPr>
          <p:txBody>
            <a:bodyPr wrap="square" lIns="0" tIns="0" rIns="0" bIns="0" rtlCol="0"/>
            <a:lstStyle/>
            <a:p/>
          </p:txBody>
        </p:sp>
        <p:sp>
          <p:nvSpPr>
            <p:cNvPr id="866" name="object 866"/>
            <p:cNvSpPr/>
            <p:nvPr/>
          </p:nvSpPr>
          <p:spPr>
            <a:xfrm>
              <a:off x="4272280" y="1454149"/>
              <a:ext cx="107950" cy="7620"/>
            </a:xfrm>
            <a:custGeom>
              <a:avLst/>
              <a:gdLst/>
              <a:ahLst/>
              <a:cxnLst/>
              <a:rect l="l" t="t" r="r" b="b"/>
              <a:pathLst>
                <a:path w="107950" h="7619">
                  <a:moveTo>
                    <a:pt x="107950" y="5092"/>
                  </a:moveTo>
                  <a:lnTo>
                    <a:pt x="3810" y="5092"/>
                  </a:lnTo>
                  <a:lnTo>
                    <a:pt x="3810" y="7620"/>
                  </a:lnTo>
                  <a:lnTo>
                    <a:pt x="107950" y="7620"/>
                  </a:lnTo>
                  <a:lnTo>
                    <a:pt x="107950" y="5092"/>
                  </a:lnTo>
                  <a:close/>
                </a:path>
                <a:path w="107950" h="7619">
                  <a:moveTo>
                    <a:pt x="107950" y="0"/>
                  </a:moveTo>
                  <a:lnTo>
                    <a:pt x="0" y="0"/>
                  </a:lnTo>
                  <a:lnTo>
                    <a:pt x="0" y="1270"/>
                  </a:lnTo>
                  <a:lnTo>
                    <a:pt x="1270" y="1270"/>
                  </a:lnTo>
                  <a:lnTo>
                    <a:pt x="1270" y="3810"/>
                  </a:lnTo>
                  <a:lnTo>
                    <a:pt x="2540" y="3810"/>
                  </a:lnTo>
                  <a:lnTo>
                    <a:pt x="2540" y="5080"/>
                  </a:lnTo>
                  <a:lnTo>
                    <a:pt x="107950" y="5080"/>
                  </a:lnTo>
                  <a:lnTo>
                    <a:pt x="107950" y="3810"/>
                  </a:lnTo>
                  <a:lnTo>
                    <a:pt x="107950" y="1270"/>
                  </a:lnTo>
                  <a:lnTo>
                    <a:pt x="107950" y="0"/>
                  </a:lnTo>
                  <a:close/>
                </a:path>
              </a:pathLst>
            </a:custGeom>
            <a:solidFill>
              <a:srgbClr val="9F1200"/>
            </a:solidFill>
          </p:spPr>
          <p:txBody>
            <a:bodyPr wrap="square" lIns="0" tIns="0" rIns="0" bIns="0" rtlCol="0"/>
            <a:lstStyle/>
            <a:p/>
          </p:txBody>
        </p:sp>
        <p:sp>
          <p:nvSpPr>
            <p:cNvPr id="867" name="object 867"/>
            <p:cNvSpPr/>
            <p:nvPr/>
          </p:nvSpPr>
          <p:spPr>
            <a:xfrm>
              <a:off x="4197350" y="1461769"/>
              <a:ext cx="182880" cy="6350"/>
            </a:xfrm>
            <a:custGeom>
              <a:avLst/>
              <a:gdLst/>
              <a:ahLst/>
              <a:cxnLst/>
              <a:rect l="l" t="t" r="r" b="b"/>
              <a:pathLst>
                <a:path w="182879" h="6350">
                  <a:moveTo>
                    <a:pt x="11430" y="3810"/>
                  </a:moveTo>
                  <a:lnTo>
                    <a:pt x="0" y="3810"/>
                  </a:lnTo>
                  <a:lnTo>
                    <a:pt x="0" y="6350"/>
                  </a:lnTo>
                  <a:lnTo>
                    <a:pt x="11430" y="6350"/>
                  </a:lnTo>
                  <a:lnTo>
                    <a:pt x="11430" y="3810"/>
                  </a:lnTo>
                  <a:close/>
                </a:path>
                <a:path w="182879" h="6350">
                  <a:moveTo>
                    <a:pt x="182880" y="0"/>
                  </a:moveTo>
                  <a:lnTo>
                    <a:pt x="80010" y="0"/>
                  </a:lnTo>
                  <a:lnTo>
                    <a:pt x="80010" y="1270"/>
                  </a:lnTo>
                  <a:lnTo>
                    <a:pt x="81280" y="1270"/>
                  </a:lnTo>
                  <a:lnTo>
                    <a:pt x="81280" y="2540"/>
                  </a:lnTo>
                  <a:lnTo>
                    <a:pt x="82550" y="2540"/>
                  </a:lnTo>
                  <a:lnTo>
                    <a:pt x="82550" y="5080"/>
                  </a:lnTo>
                  <a:lnTo>
                    <a:pt x="83820" y="5080"/>
                  </a:lnTo>
                  <a:lnTo>
                    <a:pt x="83820" y="6350"/>
                  </a:lnTo>
                  <a:lnTo>
                    <a:pt x="182880" y="6350"/>
                  </a:lnTo>
                  <a:lnTo>
                    <a:pt x="182880" y="5080"/>
                  </a:lnTo>
                  <a:lnTo>
                    <a:pt x="182880" y="2540"/>
                  </a:lnTo>
                  <a:lnTo>
                    <a:pt x="182880" y="1270"/>
                  </a:lnTo>
                  <a:lnTo>
                    <a:pt x="182880" y="0"/>
                  </a:lnTo>
                  <a:close/>
                </a:path>
              </a:pathLst>
            </a:custGeom>
            <a:solidFill>
              <a:srgbClr val="A21200"/>
            </a:solidFill>
          </p:spPr>
          <p:txBody>
            <a:bodyPr wrap="square" lIns="0" tIns="0" rIns="0" bIns="0" rtlCol="0"/>
            <a:lstStyle/>
            <a:p/>
          </p:txBody>
        </p:sp>
        <p:sp>
          <p:nvSpPr>
            <p:cNvPr id="868" name="object 868"/>
            <p:cNvSpPr/>
            <p:nvPr/>
          </p:nvSpPr>
          <p:spPr>
            <a:xfrm>
              <a:off x="4197350" y="1468119"/>
              <a:ext cx="182880" cy="7620"/>
            </a:xfrm>
            <a:custGeom>
              <a:avLst/>
              <a:gdLst/>
              <a:ahLst/>
              <a:cxnLst/>
              <a:rect l="l" t="t" r="r" b="b"/>
              <a:pathLst>
                <a:path w="182879" h="7619">
                  <a:moveTo>
                    <a:pt x="12700" y="3822"/>
                  </a:moveTo>
                  <a:lnTo>
                    <a:pt x="0" y="3822"/>
                  </a:lnTo>
                  <a:lnTo>
                    <a:pt x="0" y="7620"/>
                  </a:lnTo>
                  <a:lnTo>
                    <a:pt x="12700" y="7620"/>
                  </a:lnTo>
                  <a:lnTo>
                    <a:pt x="12700" y="3822"/>
                  </a:lnTo>
                  <a:close/>
                </a:path>
                <a:path w="182879" h="7619">
                  <a:moveTo>
                    <a:pt x="12700" y="1270"/>
                  </a:moveTo>
                  <a:lnTo>
                    <a:pt x="11430" y="1270"/>
                  </a:lnTo>
                  <a:lnTo>
                    <a:pt x="11430" y="0"/>
                  </a:lnTo>
                  <a:lnTo>
                    <a:pt x="0" y="0"/>
                  </a:lnTo>
                  <a:lnTo>
                    <a:pt x="0" y="1270"/>
                  </a:lnTo>
                  <a:lnTo>
                    <a:pt x="0" y="3810"/>
                  </a:lnTo>
                  <a:lnTo>
                    <a:pt x="12700" y="3810"/>
                  </a:lnTo>
                  <a:lnTo>
                    <a:pt x="12700" y="1270"/>
                  </a:lnTo>
                  <a:close/>
                </a:path>
                <a:path w="182879" h="7619">
                  <a:moveTo>
                    <a:pt x="182880" y="0"/>
                  </a:moveTo>
                  <a:lnTo>
                    <a:pt x="85090" y="0"/>
                  </a:lnTo>
                  <a:lnTo>
                    <a:pt x="85090" y="2540"/>
                  </a:lnTo>
                  <a:lnTo>
                    <a:pt x="86360" y="2540"/>
                  </a:lnTo>
                  <a:lnTo>
                    <a:pt x="86360" y="3810"/>
                  </a:lnTo>
                  <a:lnTo>
                    <a:pt x="87630" y="3810"/>
                  </a:lnTo>
                  <a:lnTo>
                    <a:pt x="87630" y="6350"/>
                  </a:lnTo>
                  <a:lnTo>
                    <a:pt x="88900" y="6350"/>
                  </a:lnTo>
                  <a:lnTo>
                    <a:pt x="88900" y="7620"/>
                  </a:lnTo>
                  <a:lnTo>
                    <a:pt x="182880" y="7620"/>
                  </a:lnTo>
                  <a:lnTo>
                    <a:pt x="182880" y="6350"/>
                  </a:lnTo>
                  <a:lnTo>
                    <a:pt x="182880" y="3810"/>
                  </a:lnTo>
                  <a:lnTo>
                    <a:pt x="182880" y="2540"/>
                  </a:lnTo>
                  <a:lnTo>
                    <a:pt x="182880" y="0"/>
                  </a:lnTo>
                  <a:close/>
                </a:path>
              </a:pathLst>
            </a:custGeom>
            <a:solidFill>
              <a:srgbClr val="A51100"/>
            </a:solidFill>
          </p:spPr>
          <p:txBody>
            <a:bodyPr wrap="square" lIns="0" tIns="0" rIns="0" bIns="0" rtlCol="0"/>
            <a:lstStyle/>
            <a:p/>
          </p:txBody>
        </p:sp>
        <p:sp>
          <p:nvSpPr>
            <p:cNvPr id="869" name="object 869"/>
            <p:cNvSpPr/>
            <p:nvPr/>
          </p:nvSpPr>
          <p:spPr>
            <a:xfrm>
              <a:off x="4197350" y="1475739"/>
              <a:ext cx="182880" cy="7620"/>
            </a:xfrm>
            <a:custGeom>
              <a:avLst/>
              <a:gdLst/>
              <a:ahLst/>
              <a:cxnLst/>
              <a:rect l="l" t="t" r="r" b="b"/>
              <a:pathLst>
                <a:path w="182879" h="7619">
                  <a:moveTo>
                    <a:pt x="15240" y="6350"/>
                  </a:moveTo>
                  <a:lnTo>
                    <a:pt x="13970" y="6350"/>
                  </a:lnTo>
                  <a:lnTo>
                    <a:pt x="13970" y="0"/>
                  </a:lnTo>
                  <a:lnTo>
                    <a:pt x="0" y="0"/>
                  </a:lnTo>
                  <a:lnTo>
                    <a:pt x="0" y="6350"/>
                  </a:lnTo>
                  <a:lnTo>
                    <a:pt x="0" y="7620"/>
                  </a:lnTo>
                  <a:lnTo>
                    <a:pt x="15240" y="7620"/>
                  </a:lnTo>
                  <a:lnTo>
                    <a:pt x="15240" y="6350"/>
                  </a:lnTo>
                  <a:close/>
                </a:path>
                <a:path w="182879" h="7619">
                  <a:moveTo>
                    <a:pt x="182880" y="0"/>
                  </a:moveTo>
                  <a:lnTo>
                    <a:pt x="90170" y="0"/>
                  </a:lnTo>
                  <a:lnTo>
                    <a:pt x="90170" y="1270"/>
                  </a:lnTo>
                  <a:lnTo>
                    <a:pt x="91440" y="1270"/>
                  </a:lnTo>
                  <a:lnTo>
                    <a:pt x="91440" y="3810"/>
                  </a:lnTo>
                  <a:lnTo>
                    <a:pt x="92710" y="3810"/>
                  </a:lnTo>
                  <a:lnTo>
                    <a:pt x="92710" y="5080"/>
                  </a:lnTo>
                  <a:lnTo>
                    <a:pt x="93980" y="5080"/>
                  </a:lnTo>
                  <a:lnTo>
                    <a:pt x="93980" y="6350"/>
                  </a:lnTo>
                  <a:lnTo>
                    <a:pt x="95250" y="6350"/>
                  </a:lnTo>
                  <a:lnTo>
                    <a:pt x="95250" y="7620"/>
                  </a:lnTo>
                  <a:lnTo>
                    <a:pt x="182880" y="7620"/>
                  </a:lnTo>
                  <a:lnTo>
                    <a:pt x="182880" y="6350"/>
                  </a:lnTo>
                  <a:lnTo>
                    <a:pt x="182880" y="5080"/>
                  </a:lnTo>
                  <a:lnTo>
                    <a:pt x="182880" y="3810"/>
                  </a:lnTo>
                  <a:lnTo>
                    <a:pt x="182880" y="1270"/>
                  </a:lnTo>
                  <a:lnTo>
                    <a:pt x="182880" y="0"/>
                  </a:lnTo>
                  <a:close/>
                </a:path>
              </a:pathLst>
            </a:custGeom>
            <a:solidFill>
              <a:srgbClr val="A91000"/>
            </a:solidFill>
          </p:spPr>
          <p:txBody>
            <a:bodyPr wrap="square" lIns="0" tIns="0" rIns="0" bIns="0" rtlCol="0"/>
            <a:lstStyle/>
            <a:p/>
          </p:txBody>
        </p:sp>
        <p:sp>
          <p:nvSpPr>
            <p:cNvPr id="870" name="object 870"/>
            <p:cNvSpPr/>
            <p:nvPr/>
          </p:nvSpPr>
          <p:spPr>
            <a:xfrm>
              <a:off x="4197350" y="1483360"/>
              <a:ext cx="182880" cy="7620"/>
            </a:xfrm>
            <a:custGeom>
              <a:avLst/>
              <a:gdLst/>
              <a:ahLst/>
              <a:cxnLst/>
              <a:rect l="l" t="t" r="r" b="b"/>
              <a:pathLst>
                <a:path w="182879" h="7619">
                  <a:moveTo>
                    <a:pt x="15239" y="0"/>
                  </a:moveTo>
                  <a:lnTo>
                    <a:pt x="0" y="0"/>
                  </a:lnTo>
                  <a:lnTo>
                    <a:pt x="0" y="7619"/>
                  </a:lnTo>
                  <a:lnTo>
                    <a:pt x="16510" y="7619"/>
                  </a:lnTo>
                  <a:lnTo>
                    <a:pt x="16510" y="5079"/>
                  </a:lnTo>
                  <a:lnTo>
                    <a:pt x="15239" y="5079"/>
                  </a:lnTo>
                  <a:lnTo>
                    <a:pt x="15239" y="0"/>
                  </a:lnTo>
                  <a:close/>
                </a:path>
                <a:path w="182879" h="7619">
                  <a:moveTo>
                    <a:pt x="182879" y="0"/>
                  </a:moveTo>
                  <a:lnTo>
                    <a:pt x="95250" y="0"/>
                  </a:lnTo>
                  <a:lnTo>
                    <a:pt x="95250" y="1269"/>
                  </a:lnTo>
                  <a:lnTo>
                    <a:pt x="96520" y="1269"/>
                  </a:lnTo>
                  <a:lnTo>
                    <a:pt x="96520" y="2539"/>
                  </a:lnTo>
                  <a:lnTo>
                    <a:pt x="97789" y="2539"/>
                  </a:lnTo>
                  <a:lnTo>
                    <a:pt x="97789" y="5079"/>
                  </a:lnTo>
                  <a:lnTo>
                    <a:pt x="99060" y="5079"/>
                  </a:lnTo>
                  <a:lnTo>
                    <a:pt x="99060" y="7619"/>
                  </a:lnTo>
                  <a:lnTo>
                    <a:pt x="182879" y="7619"/>
                  </a:lnTo>
                  <a:lnTo>
                    <a:pt x="182879" y="0"/>
                  </a:lnTo>
                  <a:close/>
                </a:path>
              </a:pathLst>
            </a:custGeom>
            <a:solidFill>
              <a:srgbClr val="AC1000"/>
            </a:solidFill>
          </p:spPr>
          <p:txBody>
            <a:bodyPr wrap="square" lIns="0" tIns="0" rIns="0" bIns="0" rtlCol="0"/>
            <a:lstStyle/>
            <a:p/>
          </p:txBody>
        </p:sp>
        <p:sp>
          <p:nvSpPr>
            <p:cNvPr id="871" name="object 871"/>
            <p:cNvSpPr/>
            <p:nvPr/>
          </p:nvSpPr>
          <p:spPr>
            <a:xfrm>
              <a:off x="4198620" y="1490980"/>
              <a:ext cx="181610" cy="6350"/>
            </a:xfrm>
            <a:custGeom>
              <a:avLst/>
              <a:gdLst/>
              <a:ahLst/>
              <a:cxnLst/>
              <a:rect l="l" t="t" r="r" b="b"/>
              <a:pathLst>
                <a:path w="181610" h="6350">
                  <a:moveTo>
                    <a:pt x="15239" y="0"/>
                  </a:moveTo>
                  <a:lnTo>
                    <a:pt x="0" y="0"/>
                  </a:lnTo>
                  <a:lnTo>
                    <a:pt x="0" y="6350"/>
                  </a:lnTo>
                  <a:lnTo>
                    <a:pt x="16510" y="6350"/>
                  </a:lnTo>
                  <a:lnTo>
                    <a:pt x="16510" y="2540"/>
                  </a:lnTo>
                  <a:lnTo>
                    <a:pt x="15239" y="2540"/>
                  </a:lnTo>
                  <a:lnTo>
                    <a:pt x="15239" y="0"/>
                  </a:lnTo>
                  <a:close/>
                </a:path>
                <a:path w="181610" h="6350">
                  <a:moveTo>
                    <a:pt x="181609" y="0"/>
                  </a:moveTo>
                  <a:lnTo>
                    <a:pt x="99059" y="0"/>
                  </a:lnTo>
                  <a:lnTo>
                    <a:pt x="99059" y="2540"/>
                  </a:lnTo>
                  <a:lnTo>
                    <a:pt x="100329" y="2540"/>
                  </a:lnTo>
                  <a:lnTo>
                    <a:pt x="100329" y="3810"/>
                  </a:lnTo>
                  <a:lnTo>
                    <a:pt x="101600" y="3810"/>
                  </a:lnTo>
                  <a:lnTo>
                    <a:pt x="101600" y="6350"/>
                  </a:lnTo>
                  <a:lnTo>
                    <a:pt x="181609" y="6350"/>
                  </a:lnTo>
                  <a:lnTo>
                    <a:pt x="181609" y="0"/>
                  </a:lnTo>
                  <a:close/>
                </a:path>
              </a:pathLst>
            </a:custGeom>
            <a:solidFill>
              <a:srgbClr val="AF0F00"/>
            </a:solidFill>
          </p:spPr>
          <p:txBody>
            <a:bodyPr wrap="square" lIns="0" tIns="0" rIns="0" bIns="0" rtlCol="0"/>
            <a:lstStyle/>
            <a:p/>
          </p:txBody>
        </p:sp>
        <p:sp>
          <p:nvSpPr>
            <p:cNvPr id="872" name="object 872"/>
            <p:cNvSpPr/>
            <p:nvPr/>
          </p:nvSpPr>
          <p:spPr>
            <a:xfrm>
              <a:off x="4198620" y="1497330"/>
              <a:ext cx="181610" cy="7620"/>
            </a:xfrm>
            <a:custGeom>
              <a:avLst/>
              <a:gdLst/>
              <a:ahLst/>
              <a:cxnLst/>
              <a:rect l="l" t="t" r="r" b="b"/>
              <a:pathLst>
                <a:path w="181610" h="7619">
                  <a:moveTo>
                    <a:pt x="16510" y="0"/>
                  </a:moveTo>
                  <a:lnTo>
                    <a:pt x="0" y="0"/>
                  </a:lnTo>
                  <a:lnTo>
                    <a:pt x="0" y="7620"/>
                  </a:lnTo>
                  <a:lnTo>
                    <a:pt x="17779" y="7620"/>
                  </a:lnTo>
                  <a:lnTo>
                    <a:pt x="17779" y="1270"/>
                  </a:lnTo>
                  <a:lnTo>
                    <a:pt x="16510" y="1270"/>
                  </a:lnTo>
                  <a:lnTo>
                    <a:pt x="16510" y="0"/>
                  </a:lnTo>
                  <a:close/>
                </a:path>
                <a:path w="181610" h="7619">
                  <a:moveTo>
                    <a:pt x="181609" y="0"/>
                  </a:moveTo>
                  <a:lnTo>
                    <a:pt x="102869" y="0"/>
                  </a:lnTo>
                  <a:lnTo>
                    <a:pt x="102869" y="2540"/>
                  </a:lnTo>
                  <a:lnTo>
                    <a:pt x="104139" y="2540"/>
                  </a:lnTo>
                  <a:lnTo>
                    <a:pt x="104139" y="5080"/>
                  </a:lnTo>
                  <a:lnTo>
                    <a:pt x="105409" y="5080"/>
                  </a:lnTo>
                  <a:lnTo>
                    <a:pt x="105409" y="7620"/>
                  </a:lnTo>
                  <a:lnTo>
                    <a:pt x="181609" y="7620"/>
                  </a:lnTo>
                  <a:lnTo>
                    <a:pt x="181609" y="0"/>
                  </a:lnTo>
                  <a:close/>
                </a:path>
              </a:pathLst>
            </a:custGeom>
            <a:solidFill>
              <a:srgbClr val="B20F00"/>
            </a:solidFill>
          </p:spPr>
          <p:txBody>
            <a:bodyPr wrap="square" lIns="0" tIns="0" rIns="0" bIns="0" rtlCol="0"/>
            <a:lstStyle/>
            <a:p/>
          </p:txBody>
        </p:sp>
        <p:sp>
          <p:nvSpPr>
            <p:cNvPr id="873" name="object 873"/>
            <p:cNvSpPr/>
            <p:nvPr/>
          </p:nvSpPr>
          <p:spPr>
            <a:xfrm>
              <a:off x="4198620" y="1504950"/>
              <a:ext cx="181610" cy="7620"/>
            </a:xfrm>
            <a:custGeom>
              <a:avLst/>
              <a:gdLst/>
              <a:ahLst/>
              <a:cxnLst/>
              <a:rect l="l" t="t" r="r" b="b"/>
              <a:pathLst>
                <a:path w="181610" h="7619">
                  <a:moveTo>
                    <a:pt x="19050" y="0"/>
                  </a:moveTo>
                  <a:lnTo>
                    <a:pt x="0" y="0"/>
                  </a:lnTo>
                  <a:lnTo>
                    <a:pt x="0" y="5079"/>
                  </a:lnTo>
                  <a:lnTo>
                    <a:pt x="19050" y="5079"/>
                  </a:lnTo>
                  <a:lnTo>
                    <a:pt x="19050" y="0"/>
                  </a:lnTo>
                  <a:close/>
                </a:path>
                <a:path w="181610" h="7619">
                  <a:moveTo>
                    <a:pt x="181610" y="0"/>
                  </a:moveTo>
                  <a:lnTo>
                    <a:pt x="106679" y="0"/>
                  </a:lnTo>
                  <a:lnTo>
                    <a:pt x="106679" y="2539"/>
                  </a:lnTo>
                  <a:lnTo>
                    <a:pt x="107950" y="2539"/>
                  </a:lnTo>
                  <a:lnTo>
                    <a:pt x="107950" y="5079"/>
                  </a:lnTo>
                  <a:lnTo>
                    <a:pt x="181609" y="5079"/>
                  </a:lnTo>
                  <a:lnTo>
                    <a:pt x="181610" y="0"/>
                  </a:lnTo>
                  <a:close/>
                </a:path>
                <a:path w="181610" h="7619">
                  <a:moveTo>
                    <a:pt x="20320" y="5080"/>
                  </a:moveTo>
                  <a:lnTo>
                    <a:pt x="0" y="5080"/>
                  </a:lnTo>
                  <a:lnTo>
                    <a:pt x="0" y="7620"/>
                  </a:lnTo>
                  <a:lnTo>
                    <a:pt x="20320" y="7620"/>
                  </a:lnTo>
                  <a:lnTo>
                    <a:pt x="20320" y="5080"/>
                  </a:lnTo>
                  <a:close/>
                </a:path>
                <a:path w="181610" h="7619">
                  <a:moveTo>
                    <a:pt x="181609" y="5080"/>
                  </a:moveTo>
                  <a:lnTo>
                    <a:pt x="109219" y="5080"/>
                  </a:lnTo>
                  <a:lnTo>
                    <a:pt x="109219" y="7620"/>
                  </a:lnTo>
                  <a:lnTo>
                    <a:pt x="181609" y="7620"/>
                  </a:lnTo>
                  <a:lnTo>
                    <a:pt x="181609" y="5080"/>
                  </a:lnTo>
                  <a:close/>
                </a:path>
              </a:pathLst>
            </a:custGeom>
            <a:solidFill>
              <a:srgbClr val="B50E00"/>
            </a:solidFill>
          </p:spPr>
          <p:txBody>
            <a:bodyPr wrap="square" lIns="0" tIns="0" rIns="0" bIns="0" rtlCol="0"/>
            <a:lstStyle/>
            <a:p/>
          </p:txBody>
        </p:sp>
        <p:sp>
          <p:nvSpPr>
            <p:cNvPr id="874" name="object 874"/>
            <p:cNvSpPr/>
            <p:nvPr/>
          </p:nvSpPr>
          <p:spPr>
            <a:xfrm>
              <a:off x="4198620" y="1512570"/>
              <a:ext cx="180340" cy="6350"/>
            </a:xfrm>
            <a:custGeom>
              <a:avLst/>
              <a:gdLst/>
              <a:ahLst/>
              <a:cxnLst/>
              <a:rect l="l" t="t" r="r" b="b"/>
              <a:pathLst>
                <a:path w="180339" h="6350">
                  <a:moveTo>
                    <a:pt x="20320" y="0"/>
                  </a:moveTo>
                  <a:lnTo>
                    <a:pt x="0" y="0"/>
                  </a:lnTo>
                  <a:lnTo>
                    <a:pt x="0" y="6350"/>
                  </a:lnTo>
                  <a:lnTo>
                    <a:pt x="21589" y="6350"/>
                  </a:lnTo>
                  <a:lnTo>
                    <a:pt x="21589" y="2539"/>
                  </a:lnTo>
                  <a:lnTo>
                    <a:pt x="20320" y="2539"/>
                  </a:lnTo>
                  <a:lnTo>
                    <a:pt x="20320" y="0"/>
                  </a:lnTo>
                  <a:close/>
                </a:path>
                <a:path w="180339" h="6350">
                  <a:moveTo>
                    <a:pt x="180339" y="0"/>
                  </a:moveTo>
                  <a:lnTo>
                    <a:pt x="110489" y="0"/>
                  </a:lnTo>
                  <a:lnTo>
                    <a:pt x="110489" y="3809"/>
                  </a:lnTo>
                  <a:lnTo>
                    <a:pt x="111759" y="3809"/>
                  </a:lnTo>
                  <a:lnTo>
                    <a:pt x="111759" y="6350"/>
                  </a:lnTo>
                  <a:lnTo>
                    <a:pt x="180339" y="6350"/>
                  </a:lnTo>
                  <a:lnTo>
                    <a:pt x="180339" y="0"/>
                  </a:lnTo>
                  <a:close/>
                </a:path>
              </a:pathLst>
            </a:custGeom>
            <a:solidFill>
              <a:srgbClr val="B80D00"/>
            </a:solidFill>
          </p:spPr>
          <p:txBody>
            <a:bodyPr wrap="square" lIns="0" tIns="0" rIns="0" bIns="0" rtlCol="0"/>
            <a:lstStyle/>
            <a:p/>
          </p:txBody>
        </p:sp>
        <p:sp>
          <p:nvSpPr>
            <p:cNvPr id="875" name="object 875"/>
            <p:cNvSpPr/>
            <p:nvPr/>
          </p:nvSpPr>
          <p:spPr>
            <a:xfrm>
              <a:off x="4198620" y="1518920"/>
              <a:ext cx="180340" cy="7620"/>
            </a:xfrm>
            <a:custGeom>
              <a:avLst/>
              <a:gdLst/>
              <a:ahLst/>
              <a:cxnLst/>
              <a:rect l="l" t="t" r="r" b="b"/>
              <a:pathLst>
                <a:path w="180339" h="7619">
                  <a:moveTo>
                    <a:pt x="21589" y="0"/>
                  </a:moveTo>
                  <a:lnTo>
                    <a:pt x="0" y="0"/>
                  </a:lnTo>
                  <a:lnTo>
                    <a:pt x="0" y="3809"/>
                  </a:lnTo>
                  <a:lnTo>
                    <a:pt x="22860" y="3809"/>
                  </a:lnTo>
                  <a:lnTo>
                    <a:pt x="22860" y="1269"/>
                  </a:lnTo>
                  <a:lnTo>
                    <a:pt x="21589" y="1269"/>
                  </a:lnTo>
                  <a:lnTo>
                    <a:pt x="21589" y="0"/>
                  </a:lnTo>
                  <a:close/>
                </a:path>
                <a:path w="180339" h="7619">
                  <a:moveTo>
                    <a:pt x="180339" y="0"/>
                  </a:moveTo>
                  <a:lnTo>
                    <a:pt x="111759" y="0"/>
                  </a:lnTo>
                  <a:lnTo>
                    <a:pt x="111759" y="1269"/>
                  </a:lnTo>
                  <a:lnTo>
                    <a:pt x="113029" y="1269"/>
                  </a:lnTo>
                  <a:lnTo>
                    <a:pt x="113029" y="3809"/>
                  </a:lnTo>
                  <a:lnTo>
                    <a:pt x="180339" y="3809"/>
                  </a:lnTo>
                  <a:lnTo>
                    <a:pt x="180339" y="0"/>
                  </a:lnTo>
                  <a:close/>
                </a:path>
                <a:path w="180339" h="7619">
                  <a:moveTo>
                    <a:pt x="22860" y="3810"/>
                  </a:moveTo>
                  <a:lnTo>
                    <a:pt x="0" y="3810"/>
                  </a:lnTo>
                  <a:lnTo>
                    <a:pt x="0" y="7619"/>
                  </a:lnTo>
                  <a:lnTo>
                    <a:pt x="24129" y="7619"/>
                  </a:lnTo>
                  <a:lnTo>
                    <a:pt x="24129" y="6350"/>
                  </a:lnTo>
                  <a:lnTo>
                    <a:pt x="22860" y="6350"/>
                  </a:lnTo>
                  <a:lnTo>
                    <a:pt x="22860" y="3810"/>
                  </a:lnTo>
                  <a:close/>
                </a:path>
                <a:path w="180339" h="7619">
                  <a:moveTo>
                    <a:pt x="180339" y="3810"/>
                  </a:moveTo>
                  <a:lnTo>
                    <a:pt x="114300" y="3810"/>
                  </a:lnTo>
                  <a:lnTo>
                    <a:pt x="114300" y="7619"/>
                  </a:lnTo>
                  <a:lnTo>
                    <a:pt x="180339" y="7619"/>
                  </a:lnTo>
                  <a:lnTo>
                    <a:pt x="180339" y="3810"/>
                  </a:lnTo>
                  <a:close/>
                </a:path>
              </a:pathLst>
            </a:custGeom>
            <a:solidFill>
              <a:srgbClr val="BB0D00"/>
            </a:solidFill>
          </p:spPr>
          <p:txBody>
            <a:bodyPr wrap="square" lIns="0" tIns="0" rIns="0" bIns="0" rtlCol="0"/>
            <a:lstStyle/>
            <a:p/>
          </p:txBody>
        </p:sp>
        <p:sp>
          <p:nvSpPr>
            <p:cNvPr id="876" name="object 876"/>
            <p:cNvSpPr/>
            <p:nvPr/>
          </p:nvSpPr>
          <p:spPr>
            <a:xfrm>
              <a:off x="4198620" y="1526540"/>
              <a:ext cx="180340" cy="7620"/>
            </a:xfrm>
            <a:custGeom>
              <a:avLst/>
              <a:gdLst/>
              <a:ahLst/>
              <a:cxnLst/>
              <a:rect l="l" t="t" r="r" b="b"/>
              <a:pathLst>
                <a:path w="180339" h="7619">
                  <a:moveTo>
                    <a:pt x="24129" y="0"/>
                  </a:moveTo>
                  <a:lnTo>
                    <a:pt x="0" y="0"/>
                  </a:lnTo>
                  <a:lnTo>
                    <a:pt x="0" y="7620"/>
                  </a:lnTo>
                  <a:lnTo>
                    <a:pt x="25400" y="7620"/>
                  </a:lnTo>
                  <a:lnTo>
                    <a:pt x="25400" y="3810"/>
                  </a:lnTo>
                  <a:lnTo>
                    <a:pt x="24129" y="3810"/>
                  </a:lnTo>
                  <a:lnTo>
                    <a:pt x="24129" y="0"/>
                  </a:lnTo>
                  <a:close/>
                </a:path>
                <a:path w="180339" h="7619">
                  <a:moveTo>
                    <a:pt x="179069" y="6350"/>
                  </a:moveTo>
                  <a:lnTo>
                    <a:pt x="116839" y="6350"/>
                  </a:lnTo>
                  <a:lnTo>
                    <a:pt x="116839" y="7620"/>
                  </a:lnTo>
                  <a:lnTo>
                    <a:pt x="179069" y="7620"/>
                  </a:lnTo>
                  <a:lnTo>
                    <a:pt x="179069" y="6350"/>
                  </a:lnTo>
                  <a:close/>
                </a:path>
                <a:path w="180339" h="7619">
                  <a:moveTo>
                    <a:pt x="180339" y="0"/>
                  </a:moveTo>
                  <a:lnTo>
                    <a:pt x="115569" y="0"/>
                  </a:lnTo>
                  <a:lnTo>
                    <a:pt x="115569" y="6350"/>
                  </a:lnTo>
                  <a:lnTo>
                    <a:pt x="180339" y="6350"/>
                  </a:lnTo>
                  <a:lnTo>
                    <a:pt x="180339" y="0"/>
                  </a:lnTo>
                  <a:close/>
                </a:path>
              </a:pathLst>
            </a:custGeom>
            <a:solidFill>
              <a:srgbClr val="BF0C00"/>
            </a:solidFill>
          </p:spPr>
          <p:txBody>
            <a:bodyPr wrap="square" lIns="0" tIns="0" rIns="0" bIns="0" rtlCol="0"/>
            <a:lstStyle/>
            <a:p/>
          </p:txBody>
        </p:sp>
        <p:sp>
          <p:nvSpPr>
            <p:cNvPr id="877" name="object 877"/>
            <p:cNvSpPr/>
            <p:nvPr/>
          </p:nvSpPr>
          <p:spPr>
            <a:xfrm>
              <a:off x="4198620" y="1534160"/>
              <a:ext cx="179070" cy="7620"/>
            </a:xfrm>
            <a:custGeom>
              <a:avLst/>
              <a:gdLst/>
              <a:ahLst/>
              <a:cxnLst/>
              <a:rect l="l" t="t" r="r" b="b"/>
              <a:pathLst>
                <a:path w="179070" h="7619">
                  <a:moveTo>
                    <a:pt x="25400" y="0"/>
                  </a:moveTo>
                  <a:lnTo>
                    <a:pt x="0" y="0"/>
                  </a:lnTo>
                  <a:lnTo>
                    <a:pt x="0" y="1269"/>
                  </a:lnTo>
                  <a:lnTo>
                    <a:pt x="25400" y="1269"/>
                  </a:lnTo>
                  <a:lnTo>
                    <a:pt x="25400" y="0"/>
                  </a:lnTo>
                  <a:close/>
                </a:path>
                <a:path w="179070" h="7619">
                  <a:moveTo>
                    <a:pt x="179069" y="0"/>
                  </a:moveTo>
                  <a:lnTo>
                    <a:pt x="116839" y="0"/>
                  </a:lnTo>
                  <a:lnTo>
                    <a:pt x="116839" y="1269"/>
                  </a:lnTo>
                  <a:lnTo>
                    <a:pt x="179069" y="1269"/>
                  </a:lnTo>
                  <a:lnTo>
                    <a:pt x="179069" y="0"/>
                  </a:lnTo>
                  <a:close/>
                </a:path>
                <a:path w="179070" h="7619">
                  <a:moveTo>
                    <a:pt x="27939" y="5079"/>
                  </a:moveTo>
                  <a:lnTo>
                    <a:pt x="1269" y="5079"/>
                  </a:lnTo>
                  <a:lnTo>
                    <a:pt x="1269" y="7619"/>
                  </a:lnTo>
                  <a:lnTo>
                    <a:pt x="27939" y="7619"/>
                  </a:lnTo>
                  <a:lnTo>
                    <a:pt x="27939" y="5079"/>
                  </a:lnTo>
                  <a:close/>
                </a:path>
                <a:path w="179070" h="7619">
                  <a:moveTo>
                    <a:pt x="26670" y="1270"/>
                  </a:moveTo>
                  <a:lnTo>
                    <a:pt x="0" y="1270"/>
                  </a:lnTo>
                  <a:lnTo>
                    <a:pt x="0" y="5079"/>
                  </a:lnTo>
                  <a:lnTo>
                    <a:pt x="26670" y="5079"/>
                  </a:lnTo>
                  <a:lnTo>
                    <a:pt x="26670" y="1270"/>
                  </a:lnTo>
                  <a:close/>
                </a:path>
                <a:path w="179070" h="7619">
                  <a:moveTo>
                    <a:pt x="179069" y="1270"/>
                  </a:moveTo>
                  <a:lnTo>
                    <a:pt x="116839" y="1270"/>
                  </a:lnTo>
                  <a:lnTo>
                    <a:pt x="116839" y="5079"/>
                  </a:lnTo>
                  <a:lnTo>
                    <a:pt x="118109" y="5079"/>
                  </a:lnTo>
                  <a:lnTo>
                    <a:pt x="118109" y="7619"/>
                  </a:lnTo>
                  <a:lnTo>
                    <a:pt x="177800" y="7619"/>
                  </a:lnTo>
                  <a:lnTo>
                    <a:pt x="177800" y="3810"/>
                  </a:lnTo>
                  <a:lnTo>
                    <a:pt x="179069" y="3810"/>
                  </a:lnTo>
                  <a:lnTo>
                    <a:pt x="179069" y="1270"/>
                  </a:lnTo>
                  <a:close/>
                </a:path>
              </a:pathLst>
            </a:custGeom>
            <a:solidFill>
              <a:srgbClr val="C20B00"/>
            </a:solidFill>
          </p:spPr>
          <p:txBody>
            <a:bodyPr wrap="square" lIns="0" tIns="0" rIns="0" bIns="0" rtlCol="0"/>
            <a:lstStyle/>
            <a:p/>
          </p:txBody>
        </p:sp>
        <p:sp>
          <p:nvSpPr>
            <p:cNvPr id="878" name="object 878"/>
            <p:cNvSpPr/>
            <p:nvPr/>
          </p:nvSpPr>
          <p:spPr>
            <a:xfrm>
              <a:off x="4199890" y="1541780"/>
              <a:ext cx="176530" cy="6350"/>
            </a:xfrm>
            <a:custGeom>
              <a:avLst/>
              <a:gdLst/>
              <a:ahLst/>
              <a:cxnLst/>
              <a:rect l="l" t="t" r="r" b="b"/>
              <a:pathLst>
                <a:path w="176529" h="6350">
                  <a:moveTo>
                    <a:pt x="27939" y="0"/>
                  </a:moveTo>
                  <a:lnTo>
                    <a:pt x="0" y="0"/>
                  </a:lnTo>
                  <a:lnTo>
                    <a:pt x="0" y="6350"/>
                  </a:lnTo>
                  <a:lnTo>
                    <a:pt x="29210" y="6350"/>
                  </a:lnTo>
                  <a:lnTo>
                    <a:pt x="29210" y="3810"/>
                  </a:lnTo>
                  <a:lnTo>
                    <a:pt x="27939" y="3810"/>
                  </a:lnTo>
                  <a:lnTo>
                    <a:pt x="27939" y="0"/>
                  </a:lnTo>
                  <a:close/>
                </a:path>
                <a:path w="176529" h="6350">
                  <a:moveTo>
                    <a:pt x="176530" y="0"/>
                  </a:moveTo>
                  <a:lnTo>
                    <a:pt x="116839" y="0"/>
                  </a:lnTo>
                  <a:lnTo>
                    <a:pt x="116839" y="6350"/>
                  </a:lnTo>
                  <a:lnTo>
                    <a:pt x="175260" y="6350"/>
                  </a:lnTo>
                  <a:lnTo>
                    <a:pt x="175260" y="3810"/>
                  </a:lnTo>
                  <a:lnTo>
                    <a:pt x="176529" y="3810"/>
                  </a:lnTo>
                  <a:lnTo>
                    <a:pt x="176530" y="0"/>
                  </a:lnTo>
                  <a:close/>
                </a:path>
              </a:pathLst>
            </a:custGeom>
            <a:solidFill>
              <a:srgbClr val="C50B00"/>
            </a:solidFill>
          </p:spPr>
          <p:txBody>
            <a:bodyPr wrap="square" lIns="0" tIns="0" rIns="0" bIns="0" rtlCol="0"/>
            <a:lstStyle/>
            <a:p/>
          </p:txBody>
        </p:sp>
        <p:sp>
          <p:nvSpPr>
            <p:cNvPr id="879" name="object 879"/>
            <p:cNvSpPr/>
            <p:nvPr/>
          </p:nvSpPr>
          <p:spPr>
            <a:xfrm>
              <a:off x="4199890" y="1548130"/>
              <a:ext cx="175260" cy="7620"/>
            </a:xfrm>
            <a:custGeom>
              <a:avLst/>
              <a:gdLst/>
              <a:ahLst/>
              <a:cxnLst/>
              <a:rect l="l" t="t" r="r" b="b"/>
              <a:pathLst>
                <a:path w="175260" h="7619">
                  <a:moveTo>
                    <a:pt x="29210" y="0"/>
                  </a:moveTo>
                  <a:lnTo>
                    <a:pt x="0" y="0"/>
                  </a:lnTo>
                  <a:lnTo>
                    <a:pt x="0" y="7620"/>
                  </a:lnTo>
                  <a:lnTo>
                    <a:pt x="31750" y="7620"/>
                  </a:lnTo>
                  <a:lnTo>
                    <a:pt x="31750" y="3810"/>
                  </a:lnTo>
                  <a:lnTo>
                    <a:pt x="30479" y="3810"/>
                  </a:lnTo>
                  <a:lnTo>
                    <a:pt x="30479" y="1270"/>
                  </a:lnTo>
                  <a:lnTo>
                    <a:pt x="29210" y="1270"/>
                  </a:lnTo>
                  <a:lnTo>
                    <a:pt x="29210" y="0"/>
                  </a:lnTo>
                  <a:close/>
                </a:path>
                <a:path w="175260" h="7619">
                  <a:moveTo>
                    <a:pt x="175260" y="0"/>
                  </a:moveTo>
                  <a:lnTo>
                    <a:pt x="116839" y="0"/>
                  </a:lnTo>
                  <a:lnTo>
                    <a:pt x="116839" y="3810"/>
                  </a:lnTo>
                  <a:lnTo>
                    <a:pt x="118110" y="3810"/>
                  </a:lnTo>
                  <a:lnTo>
                    <a:pt x="118110" y="7620"/>
                  </a:lnTo>
                  <a:lnTo>
                    <a:pt x="173989" y="7620"/>
                  </a:lnTo>
                  <a:lnTo>
                    <a:pt x="173989" y="6350"/>
                  </a:lnTo>
                  <a:lnTo>
                    <a:pt x="175260" y="6350"/>
                  </a:lnTo>
                  <a:lnTo>
                    <a:pt x="175260" y="0"/>
                  </a:lnTo>
                  <a:close/>
                </a:path>
              </a:pathLst>
            </a:custGeom>
            <a:solidFill>
              <a:srgbClr val="C80A00"/>
            </a:solidFill>
          </p:spPr>
          <p:txBody>
            <a:bodyPr wrap="square" lIns="0" tIns="0" rIns="0" bIns="0" rtlCol="0"/>
            <a:lstStyle/>
            <a:p/>
          </p:txBody>
        </p:sp>
        <p:sp>
          <p:nvSpPr>
            <p:cNvPr id="880" name="object 880"/>
            <p:cNvSpPr/>
            <p:nvPr/>
          </p:nvSpPr>
          <p:spPr>
            <a:xfrm>
              <a:off x="4199890" y="1555750"/>
              <a:ext cx="173990" cy="7620"/>
            </a:xfrm>
            <a:custGeom>
              <a:avLst/>
              <a:gdLst/>
              <a:ahLst/>
              <a:cxnLst/>
              <a:rect l="l" t="t" r="r" b="b"/>
              <a:pathLst>
                <a:path w="173989" h="7619">
                  <a:moveTo>
                    <a:pt x="33020" y="0"/>
                  </a:moveTo>
                  <a:lnTo>
                    <a:pt x="0" y="0"/>
                  </a:lnTo>
                  <a:lnTo>
                    <a:pt x="0" y="7620"/>
                  </a:lnTo>
                  <a:lnTo>
                    <a:pt x="35560" y="7620"/>
                  </a:lnTo>
                  <a:lnTo>
                    <a:pt x="35560" y="6350"/>
                  </a:lnTo>
                  <a:lnTo>
                    <a:pt x="34289" y="6350"/>
                  </a:lnTo>
                  <a:lnTo>
                    <a:pt x="34289" y="2539"/>
                  </a:lnTo>
                  <a:lnTo>
                    <a:pt x="33020" y="2539"/>
                  </a:lnTo>
                  <a:lnTo>
                    <a:pt x="33020" y="0"/>
                  </a:lnTo>
                  <a:close/>
                </a:path>
                <a:path w="173989" h="7619">
                  <a:moveTo>
                    <a:pt x="173989" y="0"/>
                  </a:moveTo>
                  <a:lnTo>
                    <a:pt x="118110" y="0"/>
                  </a:lnTo>
                  <a:lnTo>
                    <a:pt x="118110" y="7620"/>
                  </a:lnTo>
                  <a:lnTo>
                    <a:pt x="172720" y="7620"/>
                  </a:lnTo>
                  <a:lnTo>
                    <a:pt x="172720" y="3810"/>
                  </a:lnTo>
                  <a:lnTo>
                    <a:pt x="173989" y="3810"/>
                  </a:lnTo>
                  <a:lnTo>
                    <a:pt x="173989" y="0"/>
                  </a:lnTo>
                  <a:close/>
                </a:path>
              </a:pathLst>
            </a:custGeom>
            <a:solidFill>
              <a:srgbClr val="CC0A00"/>
            </a:solidFill>
          </p:spPr>
          <p:txBody>
            <a:bodyPr wrap="square" lIns="0" tIns="0" rIns="0" bIns="0" rtlCol="0"/>
            <a:lstStyle/>
            <a:p/>
          </p:txBody>
        </p:sp>
        <p:sp>
          <p:nvSpPr>
            <p:cNvPr id="881" name="object 881"/>
            <p:cNvSpPr/>
            <p:nvPr/>
          </p:nvSpPr>
          <p:spPr>
            <a:xfrm>
              <a:off x="4199890" y="1563370"/>
              <a:ext cx="172720" cy="6350"/>
            </a:xfrm>
            <a:custGeom>
              <a:avLst/>
              <a:gdLst/>
              <a:ahLst/>
              <a:cxnLst/>
              <a:rect l="l" t="t" r="r" b="b"/>
              <a:pathLst>
                <a:path w="172720" h="6350">
                  <a:moveTo>
                    <a:pt x="35560" y="0"/>
                  </a:moveTo>
                  <a:lnTo>
                    <a:pt x="0" y="0"/>
                  </a:lnTo>
                  <a:lnTo>
                    <a:pt x="0" y="3809"/>
                  </a:lnTo>
                  <a:lnTo>
                    <a:pt x="36829" y="3809"/>
                  </a:lnTo>
                  <a:lnTo>
                    <a:pt x="36829" y="1269"/>
                  </a:lnTo>
                  <a:lnTo>
                    <a:pt x="35560" y="1269"/>
                  </a:lnTo>
                  <a:lnTo>
                    <a:pt x="35560" y="0"/>
                  </a:lnTo>
                  <a:close/>
                </a:path>
                <a:path w="172720" h="6350">
                  <a:moveTo>
                    <a:pt x="172720" y="0"/>
                  </a:moveTo>
                  <a:lnTo>
                    <a:pt x="118110" y="0"/>
                  </a:lnTo>
                  <a:lnTo>
                    <a:pt x="118110" y="3809"/>
                  </a:lnTo>
                  <a:lnTo>
                    <a:pt x="171450" y="3809"/>
                  </a:lnTo>
                  <a:lnTo>
                    <a:pt x="171450" y="2539"/>
                  </a:lnTo>
                  <a:lnTo>
                    <a:pt x="172720" y="2539"/>
                  </a:lnTo>
                  <a:lnTo>
                    <a:pt x="172720" y="0"/>
                  </a:lnTo>
                  <a:close/>
                </a:path>
                <a:path w="172720" h="6350">
                  <a:moveTo>
                    <a:pt x="38100" y="3937"/>
                  </a:moveTo>
                  <a:lnTo>
                    <a:pt x="0" y="3937"/>
                  </a:lnTo>
                  <a:lnTo>
                    <a:pt x="0" y="6350"/>
                  </a:lnTo>
                  <a:lnTo>
                    <a:pt x="38100" y="6350"/>
                  </a:lnTo>
                  <a:lnTo>
                    <a:pt x="38100" y="3937"/>
                  </a:lnTo>
                  <a:close/>
                </a:path>
                <a:path w="172720" h="6350">
                  <a:moveTo>
                    <a:pt x="171450" y="3937"/>
                  </a:moveTo>
                  <a:lnTo>
                    <a:pt x="118110" y="3937"/>
                  </a:lnTo>
                  <a:lnTo>
                    <a:pt x="118110" y="6350"/>
                  </a:lnTo>
                  <a:lnTo>
                    <a:pt x="171450" y="6350"/>
                  </a:lnTo>
                  <a:lnTo>
                    <a:pt x="171450" y="3937"/>
                  </a:lnTo>
                  <a:close/>
                </a:path>
              </a:pathLst>
            </a:custGeom>
            <a:solidFill>
              <a:srgbClr val="CE0900"/>
            </a:solidFill>
          </p:spPr>
          <p:txBody>
            <a:bodyPr wrap="square" lIns="0" tIns="0" rIns="0" bIns="0" rtlCol="0"/>
            <a:lstStyle/>
            <a:p/>
          </p:txBody>
        </p:sp>
        <p:sp>
          <p:nvSpPr>
            <p:cNvPr id="882" name="object 882"/>
            <p:cNvSpPr/>
            <p:nvPr/>
          </p:nvSpPr>
          <p:spPr>
            <a:xfrm>
              <a:off x="4199890" y="1569720"/>
              <a:ext cx="171450" cy="7620"/>
            </a:xfrm>
            <a:custGeom>
              <a:avLst/>
              <a:gdLst/>
              <a:ahLst/>
              <a:cxnLst/>
              <a:rect l="l" t="t" r="r" b="b"/>
              <a:pathLst>
                <a:path w="171450" h="7619">
                  <a:moveTo>
                    <a:pt x="39370" y="0"/>
                  </a:moveTo>
                  <a:lnTo>
                    <a:pt x="0" y="0"/>
                  </a:lnTo>
                  <a:lnTo>
                    <a:pt x="0" y="7619"/>
                  </a:lnTo>
                  <a:lnTo>
                    <a:pt x="41910" y="7619"/>
                  </a:lnTo>
                  <a:lnTo>
                    <a:pt x="41910" y="5079"/>
                  </a:lnTo>
                  <a:lnTo>
                    <a:pt x="40639" y="5079"/>
                  </a:lnTo>
                  <a:lnTo>
                    <a:pt x="40639" y="2539"/>
                  </a:lnTo>
                  <a:lnTo>
                    <a:pt x="39370" y="2539"/>
                  </a:lnTo>
                  <a:lnTo>
                    <a:pt x="39370" y="0"/>
                  </a:lnTo>
                  <a:close/>
                </a:path>
                <a:path w="171450" h="7619">
                  <a:moveTo>
                    <a:pt x="170179" y="1270"/>
                  </a:moveTo>
                  <a:lnTo>
                    <a:pt x="116839" y="1270"/>
                  </a:lnTo>
                  <a:lnTo>
                    <a:pt x="116839" y="7619"/>
                  </a:lnTo>
                  <a:lnTo>
                    <a:pt x="168910" y="7619"/>
                  </a:lnTo>
                  <a:lnTo>
                    <a:pt x="168910" y="6350"/>
                  </a:lnTo>
                  <a:lnTo>
                    <a:pt x="170179" y="6350"/>
                  </a:lnTo>
                  <a:lnTo>
                    <a:pt x="170179" y="1270"/>
                  </a:lnTo>
                  <a:close/>
                </a:path>
                <a:path w="171450" h="7619">
                  <a:moveTo>
                    <a:pt x="171450" y="0"/>
                  </a:moveTo>
                  <a:lnTo>
                    <a:pt x="118110" y="0"/>
                  </a:lnTo>
                  <a:lnTo>
                    <a:pt x="118110" y="1270"/>
                  </a:lnTo>
                  <a:lnTo>
                    <a:pt x="171450" y="1270"/>
                  </a:lnTo>
                  <a:lnTo>
                    <a:pt x="171450" y="0"/>
                  </a:lnTo>
                  <a:close/>
                </a:path>
              </a:pathLst>
            </a:custGeom>
            <a:solidFill>
              <a:srgbClr val="D10800"/>
            </a:solidFill>
          </p:spPr>
          <p:txBody>
            <a:bodyPr wrap="square" lIns="0" tIns="0" rIns="0" bIns="0" rtlCol="0"/>
            <a:lstStyle/>
            <a:p/>
          </p:txBody>
        </p:sp>
        <p:sp>
          <p:nvSpPr>
            <p:cNvPr id="883" name="object 883"/>
            <p:cNvSpPr/>
            <p:nvPr/>
          </p:nvSpPr>
          <p:spPr>
            <a:xfrm>
              <a:off x="4199890" y="1577340"/>
              <a:ext cx="168910" cy="7620"/>
            </a:xfrm>
            <a:custGeom>
              <a:avLst/>
              <a:gdLst/>
              <a:ahLst/>
              <a:cxnLst/>
              <a:rect l="l" t="t" r="r" b="b"/>
              <a:pathLst>
                <a:path w="168910" h="7619">
                  <a:moveTo>
                    <a:pt x="43179" y="0"/>
                  </a:moveTo>
                  <a:lnTo>
                    <a:pt x="0" y="0"/>
                  </a:lnTo>
                  <a:lnTo>
                    <a:pt x="0" y="7620"/>
                  </a:lnTo>
                  <a:lnTo>
                    <a:pt x="45720" y="7620"/>
                  </a:lnTo>
                  <a:lnTo>
                    <a:pt x="45720" y="5080"/>
                  </a:lnTo>
                  <a:lnTo>
                    <a:pt x="44450" y="5080"/>
                  </a:lnTo>
                  <a:lnTo>
                    <a:pt x="44450" y="2540"/>
                  </a:lnTo>
                  <a:lnTo>
                    <a:pt x="43179" y="2540"/>
                  </a:lnTo>
                  <a:lnTo>
                    <a:pt x="43179" y="0"/>
                  </a:lnTo>
                  <a:close/>
                </a:path>
                <a:path w="168910" h="7619">
                  <a:moveTo>
                    <a:pt x="167640" y="3810"/>
                  </a:moveTo>
                  <a:lnTo>
                    <a:pt x="115570" y="3810"/>
                  </a:lnTo>
                  <a:lnTo>
                    <a:pt x="115570" y="7620"/>
                  </a:lnTo>
                  <a:lnTo>
                    <a:pt x="167640" y="7620"/>
                  </a:lnTo>
                  <a:lnTo>
                    <a:pt x="167640" y="3810"/>
                  </a:lnTo>
                  <a:close/>
                </a:path>
                <a:path w="168910" h="7619">
                  <a:moveTo>
                    <a:pt x="168910" y="0"/>
                  </a:moveTo>
                  <a:lnTo>
                    <a:pt x="116839" y="0"/>
                  </a:lnTo>
                  <a:lnTo>
                    <a:pt x="116839" y="3810"/>
                  </a:lnTo>
                  <a:lnTo>
                    <a:pt x="168910" y="3810"/>
                  </a:lnTo>
                  <a:lnTo>
                    <a:pt x="168910" y="0"/>
                  </a:lnTo>
                  <a:close/>
                </a:path>
              </a:pathLst>
            </a:custGeom>
            <a:solidFill>
              <a:srgbClr val="D50800"/>
            </a:solidFill>
          </p:spPr>
          <p:txBody>
            <a:bodyPr wrap="square" lIns="0" tIns="0" rIns="0" bIns="0" rtlCol="0"/>
            <a:lstStyle/>
            <a:p/>
          </p:txBody>
        </p:sp>
        <p:sp>
          <p:nvSpPr>
            <p:cNvPr id="884" name="object 884"/>
            <p:cNvSpPr/>
            <p:nvPr/>
          </p:nvSpPr>
          <p:spPr>
            <a:xfrm>
              <a:off x="4199890" y="1584960"/>
              <a:ext cx="167640" cy="6350"/>
            </a:xfrm>
            <a:custGeom>
              <a:avLst/>
              <a:gdLst/>
              <a:ahLst/>
              <a:cxnLst/>
              <a:rect l="l" t="t" r="r" b="b"/>
              <a:pathLst>
                <a:path w="167639" h="6350">
                  <a:moveTo>
                    <a:pt x="46989" y="0"/>
                  </a:moveTo>
                  <a:lnTo>
                    <a:pt x="0" y="0"/>
                  </a:lnTo>
                  <a:lnTo>
                    <a:pt x="0" y="3810"/>
                  </a:lnTo>
                  <a:lnTo>
                    <a:pt x="1270" y="3810"/>
                  </a:lnTo>
                  <a:lnTo>
                    <a:pt x="1270" y="6350"/>
                  </a:lnTo>
                  <a:lnTo>
                    <a:pt x="49530" y="6350"/>
                  </a:lnTo>
                  <a:lnTo>
                    <a:pt x="49530" y="5080"/>
                  </a:lnTo>
                  <a:lnTo>
                    <a:pt x="48260" y="5080"/>
                  </a:lnTo>
                  <a:lnTo>
                    <a:pt x="48260" y="2539"/>
                  </a:lnTo>
                  <a:lnTo>
                    <a:pt x="46989" y="2539"/>
                  </a:lnTo>
                  <a:lnTo>
                    <a:pt x="46989" y="0"/>
                  </a:lnTo>
                  <a:close/>
                </a:path>
                <a:path w="167639" h="6350">
                  <a:moveTo>
                    <a:pt x="167640" y="0"/>
                  </a:moveTo>
                  <a:lnTo>
                    <a:pt x="115570" y="0"/>
                  </a:lnTo>
                  <a:lnTo>
                    <a:pt x="115570" y="2539"/>
                  </a:lnTo>
                  <a:lnTo>
                    <a:pt x="114300" y="2539"/>
                  </a:lnTo>
                  <a:lnTo>
                    <a:pt x="114300" y="6350"/>
                  </a:lnTo>
                  <a:lnTo>
                    <a:pt x="165100" y="6350"/>
                  </a:lnTo>
                  <a:lnTo>
                    <a:pt x="165100" y="3810"/>
                  </a:lnTo>
                  <a:lnTo>
                    <a:pt x="166370" y="3810"/>
                  </a:lnTo>
                  <a:lnTo>
                    <a:pt x="166370" y="1270"/>
                  </a:lnTo>
                  <a:lnTo>
                    <a:pt x="167640" y="1270"/>
                  </a:lnTo>
                  <a:lnTo>
                    <a:pt x="167640" y="0"/>
                  </a:lnTo>
                  <a:close/>
                </a:path>
              </a:pathLst>
            </a:custGeom>
            <a:solidFill>
              <a:srgbClr val="D80700"/>
            </a:solidFill>
          </p:spPr>
          <p:txBody>
            <a:bodyPr wrap="square" lIns="0" tIns="0" rIns="0" bIns="0" rtlCol="0"/>
            <a:lstStyle/>
            <a:p/>
          </p:txBody>
        </p:sp>
        <p:sp>
          <p:nvSpPr>
            <p:cNvPr id="885" name="object 885"/>
            <p:cNvSpPr/>
            <p:nvPr/>
          </p:nvSpPr>
          <p:spPr>
            <a:xfrm>
              <a:off x="4201160" y="1591310"/>
              <a:ext cx="163830" cy="7620"/>
            </a:xfrm>
            <a:custGeom>
              <a:avLst/>
              <a:gdLst/>
              <a:ahLst/>
              <a:cxnLst/>
              <a:rect l="l" t="t" r="r" b="b"/>
              <a:pathLst>
                <a:path w="163829" h="7619">
                  <a:moveTo>
                    <a:pt x="49529" y="0"/>
                  </a:moveTo>
                  <a:lnTo>
                    <a:pt x="0" y="0"/>
                  </a:lnTo>
                  <a:lnTo>
                    <a:pt x="0" y="7619"/>
                  </a:lnTo>
                  <a:lnTo>
                    <a:pt x="54610" y="7619"/>
                  </a:lnTo>
                  <a:lnTo>
                    <a:pt x="54610" y="6350"/>
                  </a:lnTo>
                  <a:lnTo>
                    <a:pt x="53339" y="6350"/>
                  </a:lnTo>
                  <a:lnTo>
                    <a:pt x="53339" y="5080"/>
                  </a:lnTo>
                  <a:lnTo>
                    <a:pt x="52070" y="5080"/>
                  </a:lnTo>
                  <a:lnTo>
                    <a:pt x="52070" y="2539"/>
                  </a:lnTo>
                  <a:lnTo>
                    <a:pt x="50800" y="2539"/>
                  </a:lnTo>
                  <a:lnTo>
                    <a:pt x="50800" y="1270"/>
                  </a:lnTo>
                  <a:lnTo>
                    <a:pt x="49529" y="1270"/>
                  </a:lnTo>
                  <a:lnTo>
                    <a:pt x="49529" y="0"/>
                  </a:lnTo>
                  <a:close/>
                </a:path>
                <a:path w="163829" h="7619">
                  <a:moveTo>
                    <a:pt x="163830" y="0"/>
                  </a:moveTo>
                  <a:lnTo>
                    <a:pt x="111760" y="0"/>
                  </a:lnTo>
                  <a:lnTo>
                    <a:pt x="111760" y="3810"/>
                  </a:lnTo>
                  <a:lnTo>
                    <a:pt x="110489" y="3810"/>
                  </a:lnTo>
                  <a:lnTo>
                    <a:pt x="110489" y="6350"/>
                  </a:lnTo>
                  <a:lnTo>
                    <a:pt x="109219" y="6350"/>
                  </a:lnTo>
                  <a:lnTo>
                    <a:pt x="109219" y="7619"/>
                  </a:lnTo>
                  <a:lnTo>
                    <a:pt x="161289" y="7619"/>
                  </a:lnTo>
                  <a:lnTo>
                    <a:pt x="161289" y="5080"/>
                  </a:lnTo>
                  <a:lnTo>
                    <a:pt x="162560" y="5080"/>
                  </a:lnTo>
                  <a:lnTo>
                    <a:pt x="162560" y="1270"/>
                  </a:lnTo>
                  <a:lnTo>
                    <a:pt x="163830" y="1270"/>
                  </a:lnTo>
                  <a:lnTo>
                    <a:pt x="163830" y="0"/>
                  </a:lnTo>
                  <a:close/>
                </a:path>
              </a:pathLst>
            </a:custGeom>
            <a:solidFill>
              <a:srgbClr val="DB0600"/>
            </a:solidFill>
          </p:spPr>
          <p:txBody>
            <a:bodyPr wrap="square" lIns="0" tIns="0" rIns="0" bIns="0" rtlCol="0"/>
            <a:lstStyle/>
            <a:p/>
          </p:txBody>
        </p:sp>
        <p:sp>
          <p:nvSpPr>
            <p:cNvPr id="886" name="object 886"/>
            <p:cNvSpPr/>
            <p:nvPr/>
          </p:nvSpPr>
          <p:spPr>
            <a:xfrm>
              <a:off x="4201160" y="1598930"/>
              <a:ext cx="160020" cy="7620"/>
            </a:xfrm>
            <a:custGeom>
              <a:avLst/>
              <a:gdLst/>
              <a:ahLst/>
              <a:cxnLst/>
              <a:rect l="l" t="t" r="r" b="b"/>
              <a:pathLst>
                <a:path w="160020" h="7619">
                  <a:moveTo>
                    <a:pt x="55879" y="0"/>
                  </a:moveTo>
                  <a:lnTo>
                    <a:pt x="0" y="0"/>
                  </a:lnTo>
                  <a:lnTo>
                    <a:pt x="0" y="7620"/>
                  </a:lnTo>
                  <a:lnTo>
                    <a:pt x="60960" y="7620"/>
                  </a:lnTo>
                  <a:lnTo>
                    <a:pt x="60960" y="6350"/>
                  </a:lnTo>
                  <a:lnTo>
                    <a:pt x="59689" y="6350"/>
                  </a:lnTo>
                  <a:lnTo>
                    <a:pt x="59689" y="5080"/>
                  </a:lnTo>
                  <a:lnTo>
                    <a:pt x="58420" y="5080"/>
                  </a:lnTo>
                  <a:lnTo>
                    <a:pt x="58420" y="3810"/>
                  </a:lnTo>
                  <a:lnTo>
                    <a:pt x="57150" y="3810"/>
                  </a:lnTo>
                  <a:lnTo>
                    <a:pt x="57150" y="1270"/>
                  </a:lnTo>
                  <a:lnTo>
                    <a:pt x="55879" y="1270"/>
                  </a:lnTo>
                  <a:lnTo>
                    <a:pt x="55879" y="0"/>
                  </a:lnTo>
                  <a:close/>
                </a:path>
                <a:path w="160020" h="7619">
                  <a:moveTo>
                    <a:pt x="158750" y="2540"/>
                  </a:moveTo>
                  <a:lnTo>
                    <a:pt x="107950" y="2540"/>
                  </a:lnTo>
                  <a:lnTo>
                    <a:pt x="107950" y="5080"/>
                  </a:lnTo>
                  <a:lnTo>
                    <a:pt x="106679" y="5080"/>
                  </a:lnTo>
                  <a:lnTo>
                    <a:pt x="106679" y="7620"/>
                  </a:lnTo>
                  <a:lnTo>
                    <a:pt x="157480" y="7620"/>
                  </a:lnTo>
                  <a:lnTo>
                    <a:pt x="157479" y="6350"/>
                  </a:lnTo>
                  <a:lnTo>
                    <a:pt x="158750" y="6350"/>
                  </a:lnTo>
                  <a:lnTo>
                    <a:pt x="158750" y="2540"/>
                  </a:lnTo>
                  <a:close/>
                </a:path>
                <a:path w="160020" h="7619">
                  <a:moveTo>
                    <a:pt x="160019" y="0"/>
                  </a:moveTo>
                  <a:lnTo>
                    <a:pt x="109219" y="0"/>
                  </a:lnTo>
                  <a:lnTo>
                    <a:pt x="109219" y="2540"/>
                  </a:lnTo>
                  <a:lnTo>
                    <a:pt x="160019" y="2540"/>
                  </a:lnTo>
                  <a:lnTo>
                    <a:pt x="160019" y="0"/>
                  </a:lnTo>
                  <a:close/>
                </a:path>
              </a:pathLst>
            </a:custGeom>
            <a:solidFill>
              <a:srgbClr val="DE0600"/>
            </a:solidFill>
          </p:spPr>
          <p:txBody>
            <a:bodyPr wrap="square" lIns="0" tIns="0" rIns="0" bIns="0" rtlCol="0"/>
            <a:lstStyle/>
            <a:p/>
          </p:txBody>
        </p:sp>
        <p:sp>
          <p:nvSpPr>
            <p:cNvPr id="887" name="object 887"/>
            <p:cNvSpPr/>
            <p:nvPr/>
          </p:nvSpPr>
          <p:spPr>
            <a:xfrm>
              <a:off x="4201160" y="1606550"/>
              <a:ext cx="157480" cy="6350"/>
            </a:xfrm>
            <a:custGeom>
              <a:avLst/>
              <a:gdLst/>
              <a:ahLst/>
              <a:cxnLst/>
              <a:rect l="l" t="t" r="r" b="b"/>
              <a:pathLst>
                <a:path w="157479" h="6350">
                  <a:moveTo>
                    <a:pt x="62229" y="0"/>
                  </a:moveTo>
                  <a:lnTo>
                    <a:pt x="0" y="0"/>
                  </a:lnTo>
                  <a:lnTo>
                    <a:pt x="0" y="6350"/>
                  </a:lnTo>
                  <a:lnTo>
                    <a:pt x="67310" y="6350"/>
                  </a:lnTo>
                  <a:lnTo>
                    <a:pt x="67310" y="5080"/>
                  </a:lnTo>
                  <a:lnTo>
                    <a:pt x="64770" y="5080"/>
                  </a:lnTo>
                  <a:lnTo>
                    <a:pt x="64770" y="3810"/>
                  </a:lnTo>
                  <a:lnTo>
                    <a:pt x="63500" y="3810"/>
                  </a:lnTo>
                  <a:lnTo>
                    <a:pt x="63500" y="2540"/>
                  </a:lnTo>
                  <a:lnTo>
                    <a:pt x="62229" y="2540"/>
                  </a:lnTo>
                  <a:lnTo>
                    <a:pt x="62229" y="0"/>
                  </a:lnTo>
                  <a:close/>
                </a:path>
                <a:path w="157479" h="6350">
                  <a:moveTo>
                    <a:pt x="154939" y="3810"/>
                  </a:moveTo>
                  <a:lnTo>
                    <a:pt x="102869" y="3810"/>
                  </a:lnTo>
                  <a:lnTo>
                    <a:pt x="102869" y="5080"/>
                  </a:lnTo>
                  <a:lnTo>
                    <a:pt x="101600" y="5080"/>
                  </a:lnTo>
                  <a:lnTo>
                    <a:pt x="101600" y="6350"/>
                  </a:lnTo>
                  <a:lnTo>
                    <a:pt x="154939" y="6350"/>
                  </a:lnTo>
                  <a:lnTo>
                    <a:pt x="154939" y="3810"/>
                  </a:lnTo>
                  <a:close/>
                </a:path>
                <a:path w="157479" h="6350">
                  <a:moveTo>
                    <a:pt x="156210" y="1270"/>
                  </a:moveTo>
                  <a:lnTo>
                    <a:pt x="104139" y="1270"/>
                  </a:lnTo>
                  <a:lnTo>
                    <a:pt x="104139" y="3810"/>
                  </a:lnTo>
                  <a:lnTo>
                    <a:pt x="156210" y="3810"/>
                  </a:lnTo>
                  <a:lnTo>
                    <a:pt x="156210" y="1270"/>
                  </a:lnTo>
                  <a:close/>
                </a:path>
                <a:path w="157479" h="6350">
                  <a:moveTo>
                    <a:pt x="157480" y="0"/>
                  </a:moveTo>
                  <a:lnTo>
                    <a:pt x="105410" y="0"/>
                  </a:lnTo>
                  <a:lnTo>
                    <a:pt x="105410" y="1270"/>
                  </a:lnTo>
                  <a:lnTo>
                    <a:pt x="157480" y="1270"/>
                  </a:lnTo>
                  <a:lnTo>
                    <a:pt x="157480" y="0"/>
                  </a:lnTo>
                  <a:close/>
                </a:path>
              </a:pathLst>
            </a:custGeom>
            <a:solidFill>
              <a:srgbClr val="E10500"/>
            </a:solidFill>
          </p:spPr>
          <p:txBody>
            <a:bodyPr wrap="square" lIns="0" tIns="0" rIns="0" bIns="0" rtlCol="0"/>
            <a:lstStyle/>
            <a:p/>
          </p:txBody>
        </p:sp>
        <p:sp>
          <p:nvSpPr>
            <p:cNvPr id="888" name="object 888"/>
            <p:cNvSpPr/>
            <p:nvPr/>
          </p:nvSpPr>
          <p:spPr>
            <a:xfrm>
              <a:off x="4201160" y="1612900"/>
              <a:ext cx="153670" cy="7620"/>
            </a:xfrm>
            <a:custGeom>
              <a:avLst/>
              <a:gdLst/>
              <a:ahLst/>
              <a:cxnLst/>
              <a:rect l="l" t="t" r="r" b="b"/>
              <a:pathLst>
                <a:path w="153670" h="7619">
                  <a:moveTo>
                    <a:pt x="68579" y="0"/>
                  </a:moveTo>
                  <a:lnTo>
                    <a:pt x="0" y="0"/>
                  </a:lnTo>
                  <a:lnTo>
                    <a:pt x="0" y="7620"/>
                  </a:lnTo>
                  <a:lnTo>
                    <a:pt x="81279" y="7620"/>
                  </a:lnTo>
                  <a:lnTo>
                    <a:pt x="81279" y="6350"/>
                  </a:lnTo>
                  <a:lnTo>
                    <a:pt x="76200" y="6350"/>
                  </a:lnTo>
                  <a:lnTo>
                    <a:pt x="76200" y="5080"/>
                  </a:lnTo>
                  <a:lnTo>
                    <a:pt x="74929" y="5080"/>
                  </a:lnTo>
                  <a:lnTo>
                    <a:pt x="74929" y="3810"/>
                  </a:lnTo>
                  <a:lnTo>
                    <a:pt x="73660" y="3810"/>
                  </a:lnTo>
                  <a:lnTo>
                    <a:pt x="73660" y="2540"/>
                  </a:lnTo>
                  <a:lnTo>
                    <a:pt x="71120" y="2540"/>
                  </a:lnTo>
                  <a:lnTo>
                    <a:pt x="71120" y="1270"/>
                  </a:lnTo>
                  <a:lnTo>
                    <a:pt x="68579" y="1270"/>
                  </a:lnTo>
                  <a:lnTo>
                    <a:pt x="68579" y="0"/>
                  </a:lnTo>
                  <a:close/>
                </a:path>
                <a:path w="153670" h="7619">
                  <a:moveTo>
                    <a:pt x="151129" y="5080"/>
                  </a:moveTo>
                  <a:lnTo>
                    <a:pt x="91439" y="5080"/>
                  </a:lnTo>
                  <a:lnTo>
                    <a:pt x="91439" y="6350"/>
                  </a:lnTo>
                  <a:lnTo>
                    <a:pt x="90169" y="6350"/>
                  </a:lnTo>
                  <a:lnTo>
                    <a:pt x="90169" y="7620"/>
                  </a:lnTo>
                  <a:lnTo>
                    <a:pt x="151129" y="7620"/>
                  </a:lnTo>
                  <a:lnTo>
                    <a:pt x="151129" y="5080"/>
                  </a:lnTo>
                  <a:close/>
                </a:path>
                <a:path w="153670" h="7619">
                  <a:moveTo>
                    <a:pt x="152399" y="2540"/>
                  </a:moveTo>
                  <a:lnTo>
                    <a:pt x="96519" y="2540"/>
                  </a:lnTo>
                  <a:lnTo>
                    <a:pt x="96519" y="5080"/>
                  </a:lnTo>
                  <a:lnTo>
                    <a:pt x="152399" y="5080"/>
                  </a:lnTo>
                  <a:lnTo>
                    <a:pt x="152399" y="2540"/>
                  </a:lnTo>
                  <a:close/>
                </a:path>
                <a:path w="153670" h="7619">
                  <a:moveTo>
                    <a:pt x="153669" y="0"/>
                  </a:moveTo>
                  <a:lnTo>
                    <a:pt x="100329" y="0"/>
                  </a:lnTo>
                  <a:lnTo>
                    <a:pt x="100329" y="1270"/>
                  </a:lnTo>
                  <a:lnTo>
                    <a:pt x="99060" y="1270"/>
                  </a:lnTo>
                  <a:lnTo>
                    <a:pt x="99060" y="2540"/>
                  </a:lnTo>
                  <a:lnTo>
                    <a:pt x="153670" y="2540"/>
                  </a:lnTo>
                  <a:lnTo>
                    <a:pt x="153669" y="0"/>
                  </a:lnTo>
                  <a:close/>
                </a:path>
              </a:pathLst>
            </a:custGeom>
            <a:solidFill>
              <a:srgbClr val="E40500"/>
            </a:solidFill>
          </p:spPr>
          <p:txBody>
            <a:bodyPr wrap="square" lIns="0" tIns="0" rIns="0" bIns="0" rtlCol="0"/>
            <a:lstStyle/>
            <a:p/>
          </p:txBody>
        </p:sp>
        <p:sp>
          <p:nvSpPr>
            <p:cNvPr id="889" name="object 889"/>
            <p:cNvSpPr/>
            <p:nvPr/>
          </p:nvSpPr>
          <p:spPr>
            <a:xfrm>
              <a:off x="4201160" y="1620519"/>
              <a:ext cx="149860" cy="7620"/>
            </a:xfrm>
            <a:custGeom>
              <a:avLst/>
              <a:gdLst/>
              <a:ahLst/>
              <a:cxnLst/>
              <a:rect l="l" t="t" r="r" b="b"/>
              <a:pathLst>
                <a:path w="149860" h="7619">
                  <a:moveTo>
                    <a:pt x="149860" y="0"/>
                  </a:moveTo>
                  <a:lnTo>
                    <a:pt x="0" y="0"/>
                  </a:lnTo>
                  <a:lnTo>
                    <a:pt x="0" y="2540"/>
                  </a:lnTo>
                  <a:lnTo>
                    <a:pt x="0" y="5080"/>
                  </a:lnTo>
                  <a:lnTo>
                    <a:pt x="0" y="7620"/>
                  </a:lnTo>
                  <a:lnTo>
                    <a:pt x="147320" y="7620"/>
                  </a:lnTo>
                  <a:lnTo>
                    <a:pt x="147320" y="5080"/>
                  </a:lnTo>
                  <a:lnTo>
                    <a:pt x="148590" y="5080"/>
                  </a:lnTo>
                  <a:lnTo>
                    <a:pt x="148590" y="2540"/>
                  </a:lnTo>
                  <a:lnTo>
                    <a:pt x="149860" y="2540"/>
                  </a:lnTo>
                  <a:lnTo>
                    <a:pt x="149860" y="0"/>
                  </a:lnTo>
                  <a:close/>
                </a:path>
              </a:pathLst>
            </a:custGeom>
            <a:solidFill>
              <a:srgbClr val="E70400"/>
            </a:solidFill>
          </p:spPr>
          <p:txBody>
            <a:bodyPr wrap="square" lIns="0" tIns="0" rIns="0" bIns="0" rtlCol="0"/>
            <a:lstStyle/>
            <a:p/>
          </p:txBody>
        </p:sp>
        <p:sp>
          <p:nvSpPr>
            <p:cNvPr id="890" name="object 890"/>
            <p:cNvSpPr/>
            <p:nvPr/>
          </p:nvSpPr>
          <p:spPr>
            <a:xfrm>
              <a:off x="4201160" y="1628139"/>
              <a:ext cx="146050" cy="6985"/>
            </a:xfrm>
            <a:custGeom>
              <a:avLst/>
              <a:gdLst/>
              <a:ahLst/>
              <a:cxnLst/>
              <a:rect l="l" t="t" r="r" b="b"/>
              <a:pathLst>
                <a:path w="146050" h="6985">
                  <a:moveTo>
                    <a:pt x="146050" y="0"/>
                  </a:moveTo>
                  <a:lnTo>
                    <a:pt x="0" y="0"/>
                  </a:lnTo>
                  <a:lnTo>
                    <a:pt x="0" y="1270"/>
                  </a:lnTo>
                  <a:lnTo>
                    <a:pt x="0" y="3810"/>
                  </a:lnTo>
                  <a:lnTo>
                    <a:pt x="0" y="5080"/>
                  </a:lnTo>
                  <a:lnTo>
                    <a:pt x="0" y="6350"/>
                  </a:lnTo>
                  <a:lnTo>
                    <a:pt x="24130" y="6350"/>
                  </a:lnTo>
                  <a:lnTo>
                    <a:pt x="24130" y="5080"/>
                  </a:lnTo>
                  <a:lnTo>
                    <a:pt x="29210" y="5080"/>
                  </a:lnTo>
                  <a:lnTo>
                    <a:pt x="29210" y="6362"/>
                  </a:lnTo>
                  <a:lnTo>
                    <a:pt x="142240" y="6362"/>
                  </a:lnTo>
                  <a:lnTo>
                    <a:pt x="142240" y="5080"/>
                  </a:lnTo>
                  <a:lnTo>
                    <a:pt x="143510" y="5080"/>
                  </a:lnTo>
                  <a:lnTo>
                    <a:pt x="143510" y="3810"/>
                  </a:lnTo>
                  <a:lnTo>
                    <a:pt x="144780" y="3810"/>
                  </a:lnTo>
                  <a:lnTo>
                    <a:pt x="144780" y="1270"/>
                  </a:lnTo>
                  <a:lnTo>
                    <a:pt x="146050" y="1270"/>
                  </a:lnTo>
                  <a:lnTo>
                    <a:pt x="146050" y="0"/>
                  </a:lnTo>
                  <a:close/>
                </a:path>
              </a:pathLst>
            </a:custGeom>
            <a:solidFill>
              <a:srgbClr val="EB0300"/>
            </a:solidFill>
          </p:spPr>
          <p:txBody>
            <a:bodyPr wrap="square" lIns="0" tIns="0" rIns="0" bIns="0" rtlCol="0"/>
            <a:lstStyle/>
            <a:p/>
          </p:txBody>
        </p:sp>
        <p:sp>
          <p:nvSpPr>
            <p:cNvPr id="891" name="object 891"/>
            <p:cNvSpPr/>
            <p:nvPr/>
          </p:nvSpPr>
          <p:spPr>
            <a:xfrm>
              <a:off x="4201160" y="1634489"/>
              <a:ext cx="140970" cy="7620"/>
            </a:xfrm>
            <a:custGeom>
              <a:avLst/>
              <a:gdLst/>
              <a:ahLst/>
              <a:cxnLst/>
              <a:rect l="l" t="t" r="r" b="b"/>
              <a:pathLst>
                <a:path w="140970" h="7619">
                  <a:moveTo>
                    <a:pt x="22860" y="0"/>
                  </a:moveTo>
                  <a:lnTo>
                    <a:pt x="0" y="0"/>
                  </a:lnTo>
                  <a:lnTo>
                    <a:pt x="0" y="1270"/>
                  </a:lnTo>
                  <a:lnTo>
                    <a:pt x="0" y="2540"/>
                  </a:lnTo>
                  <a:lnTo>
                    <a:pt x="1270" y="2540"/>
                  </a:lnTo>
                  <a:lnTo>
                    <a:pt x="1270" y="3810"/>
                  </a:lnTo>
                  <a:lnTo>
                    <a:pt x="1270" y="5080"/>
                  </a:lnTo>
                  <a:lnTo>
                    <a:pt x="1270" y="6350"/>
                  </a:lnTo>
                  <a:lnTo>
                    <a:pt x="1270" y="7620"/>
                  </a:lnTo>
                  <a:lnTo>
                    <a:pt x="17780" y="7620"/>
                  </a:lnTo>
                  <a:lnTo>
                    <a:pt x="17780" y="6350"/>
                  </a:lnTo>
                  <a:lnTo>
                    <a:pt x="19037" y="6350"/>
                  </a:lnTo>
                  <a:lnTo>
                    <a:pt x="19037" y="5080"/>
                  </a:lnTo>
                  <a:lnTo>
                    <a:pt x="20320" y="5080"/>
                  </a:lnTo>
                  <a:lnTo>
                    <a:pt x="20320" y="3810"/>
                  </a:lnTo>
                  <a:lnTo>
                    <a:pt x="21590" y="3810"/>
                  </a:lnTo>
                  <a:lnTo>
                    <a:pt x="21590" y="2540"/>
                  </a:lnTo>
                  <a:lnTo>
                    <a:pt x="21590" y="1270"/>
                  </a:lnTo>
                  <a:lnTo>
                    <a:pt x="22860" y="1270"/>
                  </a:lnTo>
                  <a:lnTo>
                    <a:pt x="22860" y="0"/>
                  </a:lnTo>
                  <a:close/>
                </a:path>
                <a:path w="140970" h="7619">
                  <a:moveTo>
                    <a:pt x="140970" y="12"/>
                  </a:moveTo>
                  <a:lnTo>
                    <a:pt x="30480" y="12"/>
                  </a:lnTo>
                  <a:lnTo>
                    <a:pt x="30480" y="1270"/>
                  </a:lnTo>
                  <a:lnTo>
                    <a:pt x="34290" y="1270"/>
                  </a:lnTo>
                  <a:lnTo>
                    <a:pt x="34290" y="2540"/>
                  </a:lnTo>
                  <a:lnTo>
                    <a:pt x="36830" y="2540"/>
                  </a:lnTo>
                  <a:lnTo>
                    <a:pt x="36830" y="3810"/>
                  </a:lnTo>
                  <a:lnTo>
                    <a:pt x="38100" y="3810"/>
                  </a:lnTo>
                  <a:lnTo>
                    <a:pt x="38100" y="5080"/>
                  </a:lnTo>
                  <a:lnTo>
                    <a:pt x="40640" y="5080"/>
                  </a:lnTo>
                  <a:lnTo>
                    <a:pt x="40640" y="6362"/>
                  </a:lnTo>
                  <a:lnTo>
                    <a:pt x="41910" y="6362"/>
                  </a:lnTo>
                  <a:lnTo>
                    <a:pt x="41910" y="7620"/>
                  </a:lnTo>
                  <a:lnTo>
                    <a:pt x="135890" y="7620"/>
                  </a:lnTo>
                  <a:lnTo>
                    <a:pt x="135890" y="6362"/>
                  </a:lnTo>
                  <a:lnTo>
                    <a:pt x="137160" y="6362"/>
                  </a:lnTo>
                  <a:lnTo>
                    <a:pt x="137160" y="5080"/>
                  </a:lnTo>
                  <a:lnTo>
                    <a:pt x="138430" y="5080"/>
                  </a:lnTo>
                  <a:lnTo>
                    <a:pt x="138430" y="3810"/>
                  </a:lnTo>
                  <a:lnTo>
                    <a:pt x="139700" y="3810"/>
                  </a:lnTo>
                  <a:lnTo>
                    <a:pt x="139700" y="2540"/>
                  </a:lnTo>
                  <a:lnTo>
                    <a:pt x="139700" y="1270"/>
                  </a:lnTo>
                  <a:lnTo>
                    <a:pt x="140970" y="1270"/>
                  </a:lnTo>
                  <a:lnTo>
                    <a:pt x="140970" y="12"/>
                  </a:lnTo>
                  <a:close/>
                </a:path>
              </a:pathLst>
            </a:custGeom>
            <a:solidFill>
              <a:srgbClr val="EE0300"/>
            </a:solidFill>
          </p:spPr>
          <p:txBody>
            <a:bodyPr wrap="square" lIns="0" tIns="0" rIns="0" bIns="0" rtlCol="0"/>
            <a:lstStyle/>
            <a:p/>
          </p:txBody>
        </p:sp>
        <p:sp>
          <p:nvSpPr>
            <p:cNvPr id="892" name="object 892"/>
            <p:cNvSpPr/>
            <p:nvPr/>
          </p:nvSpPr>
          <p:spPr>
            <a:xfrm>
              <a:off x="4202430" y="1642110"/>
              <a:ext cx="133350" cy="7620"/>
            </a:xfrm>
            <a:custGeom>
              <a:avLst/>
              <a:gdLst/>
              <a:ahLst/>
              <a:cxnLst/>
              <a:rect l="l" t="t" r="r" b="b"/>
              <a:pathLst>
                <a:path w="133350" h="7619">
                  <a:moveTo>
                    <a:pt x="16510" y="0"/>
                  </a:moveTo>
                  <a:lnTo>
                    <a:pt x="0" y="0"/>
                  </a:lnTo>
                  <a:lnTo>
                    <a:pt x="0" y="7619"/>
                  </a:lnTo>
                  <a:lnTo>
                    <a:pt x="13970" y="7619"/>
                  </a:lnTo>
                  <a:lnTo>
                    <a:pt x="13970" y="5080"/>
                  </a:lnTo>
                  <a:lnTo>
                    <a:pt x="15239" y="5080"/>
                  </a:lnTo>
                  <a:lnTo>
                    <a:pt x="15239" y="1270"/>
                  </a:lnTo>
                  <a:lnTo>
                    <a:pt x="16510" y="1270"/>
                  </a:lnTo>
                  <a:lnTo>
                    <a:pt x="16510" y="0"/>
                  </a:lnTo>
                  <a:close/>
                </a:path>
                <a:path w="133350" h="7619">
                  <a:moveTo>
                    <a:pt x="127000" y="6350"/>
                  </a:moveTo>
                  <a:lnTo>
                    <a:pt x="50800" y="6350"/>
                  </a:lnTo>
                  <a:lnTo>
                    <a:pt x="50800" y="7620"/>
                  </a:lnTo>
                  <a:lnTo>
                    <a:pt x="127000" y="7620"/>
                  </a:lnTo>
                  <a:lnTo>
                    <a:pt x="127000" y="6350"/>
                  </a:lnTo>
                  <a:close/>
                </a:path>
                <a:path w="133350" h="7619">
                  <a:moveTo>
                    <a:pt x="128270" y="5080"/>
                  </a:moveTo>
                  <a:lnTo>
                    <a:pt x="49530" y="5080"/>
                  </a:lnTo>
                  <a:lnTo>
                    <a:pt x="49530" y="6350"/>
                  </a:lnTo>
                  <a:lnTo>
                    <a:pt x="128270" y="6350"/>
                  </a:lnTo>
                  <a:lnTo>
                    <a:pt x="128270" y="5080"/>
                  </a:lnTo>
                  <a:close/>
                </a:path>
                <a:path w="133350" h="7619">
                  <a:moveTo>
                    <a:pt x="129540" y="3810"/>
                  </a:moveTo>
                  <a:lnTo>
                    <a:pt x="46990" y="3810"/>
                  </a:lnTo>
                  <a:lnTo>
                    <a:pt x="46990" y="5080"/>
                  </a:lnTo>
                  <a:lnTo>
                    <a:pt x="129540" y="5080"/>
                  </a:lnTo>
                  <a:lnTo>
                    <a:pt x="129540" y="3810"/>
                  </a:lnTo>
                  <a:close/>
                </a:path>
                <a:path w="133350" h="7619">
                  <a:moveTo>
                    <a:pt x="130810" y="2539"/>
                  </a:moveTo>
                  <a:lnTo>
                    <a:pt x="45720" y="2539"/>
                  </a:lnTo>
                  <a:lnTo>
                    <a:pt x="45720" y="3810"/>
                  </a:lnTo>
                  <a:lnTo>
                    <a:pt x="130810" y="3810"/>
                  </a:lnTo>
                  <a:lnTo>
                    <a:pt x="130810" y="2539"/>
                  </a:lnTo>
                  <a:close/>
                </a:path>
                <a:path w="133350" h="7619">
                  <a:moveTo>
                    <a:pt x="132079" y="1270"/>
                  </a:moveTo>
                  <a:lnTo>
                    <a:pt x="44450" y="1270"/>
                  </a:lnTo>
                  <a:lnTo>
                    <a:pt x="44450" y="2539"/>
                  </a:lnTo>
                  <a:lnTo>
                    <a:pt x="132079" y="2539"/>
                  </a:lnTo>
                  <a:lnTo>
                    <a:pt x="132079" y="1270"/>
                  </a:lnTo>
                  <a:close/>
                </a:path>
                <a:path w="133350" h="7619">
                  <a:moveTo>
                    <a:pt x="133350" y="0"/>
                  </a:moveTo>
                  <a:lnTo>
                    <a:pt x="41910" y="0"/>
                  </a:lnTo>
                  <a:lnTo>
                    <a:pt x="41910" y="1270"/>
                  </a:lnTo>
                  <a:lnTo>
                    <a:pt x="133350" y="1270"/>
                  </a:lnTo>
                  <a:lnTo>
                    <a:pt x="133350" y="0"/>
                  </a:lnTo>
                  <a:close/>
                </a:path>
              </a:pathLst>
            </a:custGeom>
            <a:solidFill>
              <a:srgbClr val="F10200"/>
            </a:solidFill>
          </p:spPr>
          <p:txBody>
            <a:bodyPr wrap="square" lIns="0" tIns="0" rIns="0" bIns="0" rtlCol="0"/>
            <a:lstStyle/>
            <a:p/>
          </p:txBody>
        </p:sp>
        <p:sp>
          <p:nvSpPr>
            <p:cNvPr id="893" name="object 893"/>
            <p:cNvSpPr/>
            <p:nvPr/>
          </p:nvSpPr>
          <p:spPr>
            <a:xfrm>
              <a:off x="4202430" y="1649730"/>
              <a:ext cx="125730" cy="7620"/>
            </a:xfrm>
            <a:custGeom>
              <a:avLst/>
              <a:gdLst/>
              <a:ahLst/>
              <a:cxnLst/>
              <a:rect l="l" t="t" r="r" b="b"/>
              <a:pathLst>
                <a:path w="125729" h="7619">
                  <a:moveTo>
                    <a:pt x="13970" y="0"/>
                  </a:moveTo>
                  <a:lnTo>
                    <a:pt x="0" y="0"/>
                  </a:lnTo>
                  <a:lnTo>
                    <a:pt x="0" y="7620"/>
                  </a:lnTo>
                  <a:lnTo>
                    <a:pt x="12700" y="7620"/>
                  </a:lnTo>
                  <a:lnTo>
                    <a:pt x="12700" y="2540"/>
                  </a:lnTo>
                  <a:lnTo>
                    <a:pt x="13970" y="2540"/>
                  </a:lnTo>
                  <a:lnTo>
                    <a:pt x="13970" y="0"/>
                  </a:lnTo>
                  <a:close/>
                </a:path>
                <a:path w="125729" h="7619">
                  <a:moveTo>
                    <a:pt x="118110" y="6350"/>
                  </a:moveTo>
                  <a:lnTo>
                    <a:pt x="64770" y="6350"/>
                  </a:lnTo>
                  <a:lnTo>
                    <a:pt x="64770" y="7620"/>
                  </a:lnTo>
                  <a:lnTo>
                    <a:pt x="118110" y="7620"/>
                  </a:lnTo>
                  <a:lnTo>
                    <a:pt x="118110" y="6350"/>
                  </a:lnTo>
                  <a:close/>
                </a:path>
                <a:path w="125729" h="7619">
                  <a:moveTo>
                    <a:pt x="119380" y="5080"/>
                  </a:moveTo>
                  <a:lnTo>
                    <a:pt x="62230" y="5080"/>
                  </a:lnTo>
                  <a:lnTo>
                    <a:pt x="62230" y="6350"/>
                  </a:lnTo>
                  <a:lnTo>
                    <a:pt x="119380" y="6350"/>
                  </a:lnTo>
                  <a:lnTo>
                    <a:pt x="119380" y="5080"/>
                  </a:lnTo>
                  <a:close/>
                </a:path>
                <a:path w="125729" h="7619">
                  <a:moveTo>
                    <a:pt x="121920" y="3810"/>
                  </a:moveTo>
                  <a:lnTo>
                    <a:pt x="59690" y="3810"/>
                  </a:lnTo>
                  <a:lnTo>
                    <a:pt x="59690" y="5080"/>
                  </a:lnTo>
                  <a:lnTo>
                    <a:pt x="121920" y="5080"/>
                  </a:lnTo>
                  <a:lnTo>
                    <a:pt x="121920" y="3810"/>
                  </a:lnTo>
                  <a:close/>
                </a:path>
                <a:path w="125729" h="7619">
                  <a:moveTo>
                    <a:pt x="123190" y="2540"/>
                  </a:moveTo>
                  <a:lnTo>
                    <a:pt x="58420" y="2540"/>
                  </a:lnTo>
                  <a:lnTo>
                    <a:pt x="58420" y="3810"/>
                  </a:lnTo>
                  <a:lnTo>
                    <a:pt x="123190" y="3810"/>
                  </a:lnTo>
                  <a:lnTo>
                    <a:pt x="123190" y="2540"/>
                  </a:lnTo>
                  <a:close/>
                </a:path>
                <a:path w="125729" h="7619">
                  <a:moveTo>
                    <a:pt x="124460" y="1270"/>
                  </a:moveTo>
                  <a:lnTo>
                    <a:pt x="55880" y="1270"/>
                  </a:lnTo>
                  <a:lnTo>
                    <a:pt x="55880" y="2540"/>
                  </a:lnTo>
                  <a:lnTo>
                    <a:pt x="124460" y="2540"/>
                  </a:lnTo>
                  <a:lnTo>
                    <a:pt x="124460" y="1270"/>
                  </a:lnTo>
                  <a:close/>
                </a:path>
                <a:path w="125729" h="7619">
                  <a:moveTo>
                    <a:pt x="125730" y="0"/>
                  </a:moveTo>
                  <a:lnTo>
                    <a:pt x="52070" y="0"/>
                  </a:lnTo>
                  <a:lnTo>
                    <a:pt x="52070" y="1270"/>
                  </a:lnTo>
                  <a:lnTo>
                    <a:pt x="125730" y="1270"/>
                  </a:lnTo>
                  <a:lnTo>
                    <a:pt x="125730" y="0"/>
                  </a:lnTo>
                  <a:close/>
                </a:path>
              </a:pathLst>
            </a:custGeom>
            <a:solidFill>
              <a:srgbClr val="F40100"/>
            </a:solidFill>
          </p:spPr>
          <p:txBody>
            <a:bodyPr wrap="square" lIns="0" tIns="0" rIns="0" bIns="0" rtlCol="0"/>
            <a:lstStyle/>
            <a:p/>
          </p:txBody>
        </p:sp>
        <p:sp>
          <p:nvSpPr>
            <p:cNvPr id="894" name="object 894"/>
            <p:cNvSpPr/>
            <p:nvPr/>
          </p:nvSpPr>
          <p:spPr>
            <a:xfrm>
              <a:off x="4202430" y="1657350"/>
              <a:ext cx="114300" cy="6350"/>
            </a:xfrm>
            <a:custGeom>
              <a:avLst/>
              <a:gdLst/>
              <a:ahLst/>
              <a:cxnLst/>
              <a:rect l="l" t="t" r="r" b="b"/>
              <a:pathLst>
                <a:path w="114300" h="6350">
                  <a:moveTo>
                    <a:pt x="96520" y="5080"/>
                  </a:moveTo>
                  <a:lnTo>
                    <a:pt x="83820" y="5080"/>
                  </a:lnTo>
                  <a:lnTo>
                    <a:pt x="83820" y="6350"/>
                  </a:lnTo>
                  <a:lnTo>
                    <a:pt x="96520" y="6350"/>
                  </a:lnTo>
                  <a:lnTo>
                    <a:pt x="96520" y="5080"/>
                  </a:lnTo>
                  <a:close/>
                </a:path>
                <a:path w="114300" h="6350">
                  <a:moveTo>
                    <a:pt x="106680" y="3810"/>
                  </a:moveTo>
                  <a:lnTo>
                    <a:pt x="78740" y="3810"/>
                  </a:lnTo>
                  <a:lnTo>
                    <a:pt x="78740" y="5080"/>
                  </a:lnTo>
                  <a:lnTo>
                    <a:pt x="106680" y="5080"/>
                  </a:lnTo>
                  <a:lnTo>
                    <a:pt x="106680" y="3810"/>
                  </a:lnTo>
                  <a:close/>
                </a:path>
                <a:path w="114300" h="6350">
                  <a:moveTo>
                    <a:pt x="107950" y="2540"/>
                  </a:moveTo>
                  <a:lnTo>
                    <a:pt x="72390" y="2540"/>
                  </a:lnTo>
                  <a:lnTo>
                    <a:pt x="72390" y="3810"/>
                  </a:lnTo>
                  <a:lnTo>
                    <a:pt x="107950" y="3810"/>
                  </a:lnTo>
                  <a:lnTo>
                    <a:pt x="107950" y="2540"/>
                  </a:lnTo>
                  <a:close/>
                </a:path>
                <a:path w="114300" h="6350">
                  <a:moveTo>
                    <a:pt x="111760" y="1270"/>
                  </a:moveTo>
                  <a:lnTo>
                    <a:pt x="69850" y="1270"/>
                  </a:lnTo>
                  <a:lnTo>
                    <a:pt x="69850" y="2540"/>
                  </a:lnTo>
                  <a:lnTo>
                    <a:pt x="111760" y="2540"/>
                  </a:lnTo>
                  <a:lnTo>
                    <a:pt x="111760" y="1270"/>
                  </a:lnTo>
                  <a:close/>
                </a:path>
                <a:path w="114300" h="6350">
                  <a:moveTo>
                    <a:pt x="114300" y="0"/>
                  </a:moveTo>
                  <a:lnTo>
                    <a:pt x="66040" y="0"/>
                  </a:lnTo>
                  <a:lnTo>
                    <a:pt x="66040" y="1270"/>
                  </a:lnTo>
                  <a:lnTo>
                    <a:pt x="114300" y="1270"/>
                  </a:lnTo>
                  <a:lnTo>
                    <a:pt x="114300" y="0"/>
                  </a:lnTo>
                  <a:close/>
                </a:path>
                <a:path w="114300" h="6350">
                  <a:moveTo>
                    <a:pt x="11429" y="0"/>
                  </a:moveTo>
                  <a:lnTo>
                    <a:pt x="0" y="0"/>
                  </a:lnTo>
                  <a:lnTo>
                    <a:pt x="0" y="5080"/>
                  </a:lnTo>
                  <a:lnTo>
                    <a:pt x="10160" y="5080"/>
                  </a:lnTo>
                  <a:lnTo>
                    <a:pt x="10160" y="2540"/>
                  </a:lnTo>
                  <a:lnTo>
                    <a:pt x="11429" y="2540"/>
                  </a:lnTo>
                  <a:lnTo>
                    <a:pt x="11429" y="0"/>
                  </a:lnTo>
                  <a:close/>
                </a:path>
              </a:pathLst>
            </a:custGeom>
            <a:solidFill>
              <a:srgbClr val="F70100"/>
            </a:solidFill>
          </p:spPr>
          <p:txBody>
            <a:bodyPr wrap="square" lIns="0" tIns="0" rIns="0" bIns="0" rtlCol="0"/>
            <a:lstStyle/>
            <a:p/>
          </p:txBody>
        </p:sp>
      </p:grpSp>
      <p:grpSp>
        <p:nvGrpSpPr>
          <p:cNvPr id="895" name="object 895"/>
          <p:cNvGrpSpPr/>
          <p:nvPr/>
        </p:nvGrpSpPr>
        <p:grpSpPr>
          <a:xfrm>
            <a:off x="4455159" y="902969"/>
            <a:ext cx="181610" cy="753110"/>
            <a:chOff x="4455159" y="902969"/>
            <a:chExt cx="181610" cy="753110"/>
          </a:xfrm>
        </p:grpSpPr>
        <p:sp>
          <p:nvSpPr>
            <p:cNvPr id="896" name="object 896"/>
            <p:cNvSpPr/>
            <p:nvPr/>
          </p:nvSpPr>
          <p:spPr>
            <a:xfrm>
              <a:off x="4560569" y="902969"/>
              <a:ext cx="12700" cy="6350"/>
            </a:xfrm>
            <a:custGeom>
              <a:avLst/>
              <a:gdLst/>
              <a:ahLst/>
              <a:cxnLst/>
              <a:rect l="l" t="t" r="r" b="b"/>
              <a:pathLst>
                <a:path w="12700" h="6350">
                  <a:moveTo>
                    <a:pt x="12699" y="0"/>
                  </a:moveTo>
                  <a:lnTo>
                    <a:pt x="1269" y="0"/>
                  </a:lnTo>
                  <a:lnTo>
                    <a:pt x="1269" y="2539"/>
                  </a:lnTo>
                  <a:lnTo>
                    <a:pt x="0" y="2539"/>
                  </a:lnTo>
                  <a:lnTo>
                    <a:pt x="0" y="6350"/>
                  </a:lnTo>
                  <a:lnTo>
                    <a:pt x="12699" y="6350"/>
                  </a:lnTo>
                  <a:lnTo>
                    <a:pt x="12699" y="0"/>
                  </a:lnTo>
                  <a:close/>
                </a:path>
              </a:pathLst>
            </a:custGeom>
            <a:solidFill>
              <a:srgbClr val="003300"/>
            </a:solidFill>
          </p:spPr>
          <p:txBody>
            <a:bodyPr wrap="square" lIns="0" tIns="0" rIns="0" bIns="0" rtlCol="0"/>
            <a:lstStyle/>
            <a:p/>
          </p:txBody>
        </p:sp>
        <p:sp>
          <p:nvSpPr>
            <p:cNvPr id="897" name="object 897"/>
            <p:cNvSpPr/>
            <p:nvPr/>
          </p:nvSpPr>
          <p:spPr>
            <a:xfrm>
              <a:off x="4558029" y="909319"/>
              <a:ext cx="15240" cy="7620"/>
            </a:xfrm>
            <a:custGeom>
              <a:avLst/>
              <a:gdLst/>
              <a:ahLst/>
              <a:cxnLst/>
              <a:rect l="l" t="t" r="r" b="b"/>
              <a:pathLst>
                <a:path w="15239" h="7619">
                  <a:moveTo>
                    <a:pt x="15239" y="0"/>
                  </a:moveTo>
                  <a:lnTo>
                    <a:pt x="2540" y="0"/>
                  </a:lnTo>
                  <a:lnTo>
                    <a:pt x="2540" y="1269"/>
                  </a:lnTo>
                  <a:lnTo>
                    <a:pt x="1270" y="1269"/>
                  </a:lnTo>
                  <a:lnTo>
                    <a:pt x="1270" y="5079"/>
                  </a:lnTo>
                  <a:lnTo>
                    <a:pt x="0" y="5079"/>
                  </a:lnTo>
                  <a:lnTo>
                    <a:pt x="0" y="7619"/>
                  </a:lnTo>
                  <a:lnTo>
                    <a:pt x="15239" y="7619"/>
                  </a:lnTo>
                  <a:lnTo>
                    <a:pt x="15239" y="0"/>
                  </a:lnTo>
                  <a:close/>
                </a:path>
              </a:pathLst>
            </a:custGeom>
            <a:solidFill>
              <a:srgbClr val="013300"/>
            </a:solidFill>
          </p:spPr>
          <p:txBody>
            <a:bodyPr wrap="square" lIns="0" tIns="0" rIns="0" bIns="0" rtlCol="0"/>
            <a:lstStyle/>
            <a:p/>
          </p:txBody>
        </p:sp>
        <p:sp>
          <p:nvSpPr>
            <p:cNvPr id="898" name="object 898"/>
            <p:cNvSpPr/>
            <p:nvPr/>
          </p:nvSpPr>
          <p:spPr>
            <a:xfrm>
              <a:off x="4556759" y="916939"/>
              <a:ext cx="16510" cy="6350"/>
            </a:xfrm>
            <a:custGeom>
              <a:avLst/>
              <a:gdLst/>
              <a:ahLst/>
              <a:cxnLst/>
              <a:rect l="l" t="t" r="r" b="b"/>
              <a:pathLst>
                <a:path w="16510" h="6350">
                  <a:moveTo>
                    <a:pt x="16509" y="0"/>
                  </a:moveTo>
                  <a:lnTo>
                    <a:pt x="1269" y="0"/>
                  </a:lnTo>
                  <a:lnTo>
                    <a:pt x="1269" y="1270"/>
                  </a:lnTo>
                  <a:lnTo>
                    <a:pt x="0" y="1270"/>
                  </a:lnTo>
                  <a:lnTo>
                    <a:pt x="0" y="6350"/>
                  </a:lnTo>
                  <a:lnTo>
                    <a:pt x="16509" y="6350"/>
                  </a:lnTo>
                  <a:lnTo>
                    <a:pt x="16509" y="0"/>
                  </a:lnTo>
                  <a:close/>
                </a:path>
              </a:pathLst>
            </a:custGeom>
            <a:solidFill>
              <a:srgbClr val="033300"/>
            </a:solidFill>
          </p:spPr>
          <p:txBody>
            <a:bodyPr wrap="square" lIns="0" tIns="0" rIns="0" bIns="0" rtlCol="0"/>
            <a:lstStyle/>
            <a:p/>
          </p:txBody>
        </p:sp>
        <p:sp>
          <p:nvSpPr>
            <p:cNvPr id="899" name="object 899"/>
            <p:cNvSpPr/>
            <p:nvPr/>
          </p:nvSpPr>
          <p:spPr>
            <a:xfrm>
              <a:off x="4554219" y="923289"/>
              <a:ext cx="19050" cy="7620"/>
            </a:xfrm>
            <a:custGeom>
              <a:avLst/>
              <a:gdLst/>
              <a:ahLst/>
              <a:cxnLst/>
              <a:rect l="l" t="t" r="r" b="b"/>
              <a:pathLst>
                <a:path w="19050" h="7619">
                  <a:moveTo>
                    <a:pt x="19049" y="0"/>
                  </a:moveTo>
                  <a:lnTo>
                    <a:pt x="1269" y="0"/>
                  </a:lnTo>
                  <a:lnTo>
                    <a:pt x="1269" y="3810"/>
                  </a:lnTo>
                  <a:lnTo>
                    <a:pt x="0" y="3810"/>
                  </a:lnTo>
                  <a:lnTo>
                    <a:pt x="0" y="7620"/>
                  </a:lnTo>
                  <a:lnTo>
                    <a:pt x="19049" y="7620"/>
                  </a:lnTo>
                  <a:lnTo>
                    <a:pt x="19049" y="0"/>
                  </a:lnTo>
                  <a:close/>
                </a:path>
              </a:pathLst>
            </a:custGeom>
            <a:solidFill>
              <a:srgbClr val="063100"/>
            </a:solidFill>
          </p:spPr>
          <p:txBody>
            <a:bodyPr wrap="square" lIns="0" tIns="0" rIns="0" bIns="0" rtlCol="0"/>
            <a:lstStyle/>
            <a:p/>
          </p:txBody>
        </p:sp>
        <p:sp>
          <p:nvSpPr>
            <p:cNvPr id="900" name="object 900"/>
            <p:cNvSpPr/>
            <p:nvPr/>
          </p:nvSpPr>
          <p:spPr>
            <a:xfrm>
              <a:off x="4551679" y="930909"/>
              <a:ext cx="21590" cy="7620"/>
            </a:xfrm>
            <a:custGeom>
              <a:avLst/>
              <a:gdLst/>
              <a:ahLst/>
              <a:cxnLst/>
              <a:rect l="l" t="t" r="r" b="b"/>
              <a:pathLst>
                <a:path w="21589" h="7619">
                  <a:moveTo>
                    <a:pt x="21589" y="0"/>
                  </a:moveTo>
                  <a:lnTo>
                    <a:pt x="1270" y="0"/>
                  </a:lnTo>
                  <a:lnTo>
                    <a:pt x="1270" y="5079"/>
                  </a:lnTo>
                  <a:lnTo>
                    <a:pt x="0" y="5079"/>
                  </a:lnTo>
                  <a:lnTo>
                    <a:pt x="0" y="7619"/>
                  </a:lnTo>
                  <a:lnTo>
                    <a:pt x="21589" y="7619"/>
                  </a:lnTo>
                  <a:lnTo>
                    <a:pt x="21589" y="0"/>
                  </a:lnTo>
                  <a:close/>
                </a:path>
              </a:pathLst>
            </a:custGeom>
            <a:solidFill>
              <a:srgbClr val="083100"/>
            </a:solidFill>
          </p:spPr>
          <p:txBody>
            <a:bodyPr wrap="square" lIns="0" tIns="0" rIns="0" bIns="0" rtlCol="0"/>
            <a:lstStyle/>
            <a:p/>
          </p:txBody>
        </p:sp>
        <p:sp>
          <p:nvSpPr>
            <p:cNvPr id="901" name="object 901"/>
            <p:cNvSpPr/>
            <p:nvPr/>
          </p:nvSpPr>
          <p:spPr>
            <a:xfrm>
              <a:off x="4549139" y="938529"/>
              <a:ext cx="24130" cy="6350"/>
            </a:xfrm>
            <a:custGeom>
              <a:avLst/>
              <a:gdLst/>
              <a:ahLst/>
              <a:cxnLst/>
              <a:rect l="l" t="t" r="r" b="b"/>
              <a:pathLst>
                <a:path w="24129" h="6350">
                  <a:moveTo>
                    <a:pt x="24130" y="0"/>
                  </a:moveTo>
                  <a:lnTo>
                    <a:pt x="2539" y="0"/>
                  </a:lnTo>
                  <a:lnTo>
                    <a:pt x="2539" y="1270"/>
                  </a:lnTo>
                  <a:lnTo>
                    <a:pt x="1270" y="1270"/>
                  </a:lnTo>
                  <a:lnTo>
                    <a:pt x="1270" y="5080"/>
                  </a:lnTo>
                  <a:lnTo>
                    <a:pt x="0" y="5080"/>
                  </a:lnTo>
                  <a:lnTo>
                    <a:pt x="0" y="6350"/>
                  </a:lnTo>
                  <a:lnTo>
                    <a:pt x="24130" y="6350"/>
                  </a:lnTo>
                  <a:lnTo>
                    <a:pt x="24130" y="0"/>
                  </a:lnTo>
                  <a:close/>
                </a:path>
              </a:pathLst>
            </a:custGeom>
            <a:solidFill>
              <a:srgbClr val="0B3000"/>
            </a:solidFill>
          </p:spPr>
          <p:txBody>
            <a:bodyPr wrap="square" lIns="0" tIns="0" rIns="0" bIns="0" rtlCol="0"/>
            <a:lstStyle/>
            <a:p/>
          </p:txBody>
        </p:sp>
        <p:sp>
          <p:nvSpPr>
            <p:cNvPr id="902" name="object 902"/>
            <p:cNvSpPr/>
            <p:nvPr/>
          </p:nvSpPr>
          <p:spPr>
            <a:xfrm>
              <a:off x="4547869" y="944879"/>
              <a:ext cx="25400" cy="7620"/>
            </a:xfrm>
            <a:custGeom>
              <a:avLst/>
              <a:gdLst/>
              <a:ahLst/>
              <a:cxnLst/>
              <a:rect l="l" t="t" r="r" b="b"/>
              <a:pathLst>
                <a:path w="25400" h="7619">
                  <a:moveTo>
                    <a:pt x="25400" y="0"/>
                  </a:moveTo>
                  <a:lnTo>
                    <a:pt x="1269" y="0"/>
                  </a:lnTo>
                  <a:lnTo>
                    <a:pt x="1269" y="3810"/>
                  </a:lnTo>
                  <a:lnTo>
                    <a:pt x="0" y="3810"/>
                  </a:lnTo>
                  <a:lnTo>
                    <a:pt x="0" y="7620"/>
                  </a:lnTo>
                  <a:lnTo>
                    <a:pt x="25400" y="7620"/>
                  </a:lnTo>
                  <a:lnTo>
                    <a:pt x="25400" y="0"/>
                  </a:lnTo>
                  <a:close/>
                </a:path>
              </a:pathLst>
            </a:custGeom>
            <a:solidFill>
              <a:srgbClr val="0D3000"/>
            </a:solidFill>
          </p:spPr>
          <p:txBody>
            <a:bodyPr wrap="square" lIns="0" tIns="0" rIns="0" bIns="0" rtlCol="0"/>
            <a:lstStyle/>
            <a:p/>
          </p:txBody>
        </p:sp>
        <p:sp>
          <p:nvSpPr>
            <p:cNvPr id="903" name="object 903"/>
            <p:cNvSpPr/>
            <p:nvPr/>
          </p:nvSpPr>
          <p:spPr>
            <a:xfrm>
              <a:off x="4545329" y="952499"/>
              <a:ext cx="27940" cy="7620"/>
            </a:xfrm>
            <a:custGeom>
              <a:avLst/>
              <a:gdLst/>
              <a:ahLst/>
              <a:cxnLst/>
              <a:rect l="l" t="t" r="r" b="b"/>
              <a:pathLst>
                <a:path w="27939" h="7619">
                  <a:moveTo>
                    <a:pt x="27940" y="0"/>
                  </a:moveTo>
                  <a:lnTo>
                    <a:pt x="1270" y="0"/>
                  </a:lnTo>
                  <a:lnTo>
                    <a:pt x="1270" y="3810"/>
                  </a:lnTo>
                  <a:lnTo>
                    <a:pt x="0" y="3810"/>
                  </a:lnTo>
                  <a:lnTo>
                    <a:pt x="0" y="7620"/>
                  </a:lnTo>
                  <a:lnTo>
                    <a:pt x="27940" y="7620"/>
                  </a:lnTo>
                  <a:lnTo>
                    <a:pt x="27940" y="0"/>
                  </a:lnTo>
                  <a:close/>
                </a:path>
              </a:pathLst>
            </a:custGeom>
            <a:solidFill>
              <a:srgbClr val="102F00"/>
            </a:solidFill>
          </p:spPr>
          <p:txBody>
            <a:bodyPr wrap="square" lIns="0" tIns="0" rIns="0" bIns="0" rtlCol="0"/>
            <a:lstStyle/>
            <a:p/>
          </p:txBody>
        </p:sp>
        <p:sp>
          <p:nvSpPr>
            <p:cNvPr id="904" name="object 904"/>
            <p:cNvSpPr/>
            <p:nvPr/>
          </p:nvSpPr>
          <p:spPr>
            <a:xfrm>
              <a:off x="4542789" y="960119"/>
              <a:ext cx="30480" cy="7620"/>
            </a:xfrm>
            <a:custGeom>
              <a:avLst/>
              <a:gdLst/>
              <a:ahLst/>
              <a:cxnLst/>
              <a:rect l="l" t="t" r="r" b="b"/>
              <a:pathLst>
                <a:path w="30479" h="7619">
                  <a:moveTo>
                    <a:pt x="30480" y="0"/>
                  </a:moveTo>
                  <a:lnTo>
                    <a:pt x="1270" y="0"/>
                  </a:lnTo>
                  <a:lnTo>
                    <a:pt x="1270" y="5079"/>
                  </a:lnTo>
                  <a:lnTo>
                    <a:pt x="0" y="5079"/>
                  </a:lnTo>
                  <a:lnTo>
                    <a:pt x="0" y="7619"/>
                  </a:lnTo>
                  <a:lnTo>
                    <a:pt x="30480" y="7619"/>
                  </a:lnTo>
                  <a:lnTo>
                    <a:pt x="30480" y="0"/>
                  </a:lnTo>
                  <a:close/>
                </a:path>
              </a:pathLst>
            </a:custGeom>
            <a:solidFill>
              <a:srgbClr val="122F00"/>
            </a:solidFill>
          </p:spPr>
          <p:txBody>
            <a:bodyPr wrap="square" lIns="0" tIns="0" rIns="0" bIns="0" rtlCol="0"/>
            <a:lstStyle/>
            <a:p/>
          </p:txBody>
        </p:sp>
        <p:sp>
          <p:nvSpPr>
            <p:cNvPr id="905" name="object 905"/>
            <p:cNvSpPr/>
            <p:nvPr/>
          </p:nvSpPr>
          <p:spPr>
            <a:xfrm>
              <a:off x="4540249" y="967739"/>
              <a:ext cx="33020" cy="6350"/>
            </a:xfrm>
            <a:custGeom>
              <a:avLst/>
              <a:gdLst/>
              <a:ahLst/>
              <a:cxnLst/>
              <a:rect l="l" t="t" r="r" b="b"/>
              <a:pathLst>
                <a:path w="33020" h="6350">
                  <a:moveTo>
                    <a:pt x="33020" y="0"/>
                  </a:moveTo>
                  <a:lnTo>
                    <a:pt x="2539" y="0"/>
                  </a:lnTo>
                  <a:lnTo>
                    <a:pt x="2539" y="1270"/>
                  </a:lnTo>
                  <a:lnTo>
                    <a:pt x="1270" y="1270"/>
                  </a:lnTo>
                  <a:lnTo>
                    <a:pt x="1270" y="5080"/>
                  </a:lnTo>
                  <a:lnTo>
                    <a:pt x="0" y="5080"/>
                  </a:lnTo>
                  <a:lnTo>
                    <a:pt x="0" y="6350"/>
                  </a:lnTo>
                  <a:lnTo>
                    <a:pt x="33020" y="6350"/>
                  </a:lnTo>
                  <a:lnTo>
                    <a:pt x="33020" y="0"/>
                  </a:lnTo>
                  <a:close/>
                </a:path>
              </a:pathLst>
            </a:custGeom>
            <a:solidFill>
              <a:srgbClr val="142E00"/>
            </a:solidFill>
          </p:spPr>
          <p:txBody>
            <a:bodyPr wrap="square" lIns="0" tIns="0" rIns="0" bIns="0" rtlCol="0"/>
            <a:lstStyle/>
            <a:p/>
          </p:txBody>
        </p:sp>
        <p:sp>
          <p:nvSpPr>
            <p:cNvPr id="906" name="object 906"/>
            <p:cNvSpPr/>
            <p:nvPr/>
          </p:nvSpPr>
          <p:spPr>
            <a:xfrm>
              <a:off x="4537709" y="974089"/>
              <a:ext cx="35560" cy="7620"/>
            </a:xfrm>
            <a:custGeom>
              <a:avLst/>
              <a:gdLst/>
              <a:ahLst/>
              <a:cxnLst/>
              <a:rect l="l" t="t" r="r" b="b"/>
              <a:pathLst>
                <a:path w="35560" h="7619">
                  <a:moveTo>
                    <a:pt x="35560" y="0"/>
                  </a:moveTo>
                  <a:lnTo>
                    <a:pt x="2539" y="0"/>
                  </a:lnTo>
                  <a:lnTo>
                    <a:pt x="2539" y="2539"/>
                  </a:lnTo>
                  <a:lnTo>
                    <a:pt x="35560" y="2539"/>
                  </a:lnTo>
                  <a:lnTo>
                    <a:pt x="35560" y="0"/>
                  </a:lnTo>
                  <a:close/>
                </a:path>
                <a:path w="35560" h="7619">
                  <a:moveTo>
                    <a:pt x="35559" y="2540"/>
                  </a:moveTo>
                  <a:lnTo>
                    <a:pt x="1269" y="2540"/>
                  </a:lnTo>
                  <a:lnTo>
                    <a:pt x="1269" y="5080"/>
                  </a:lnTo>
                  <a:lnTo>
                    <a:pt x="0" y="5080"/>
                  </a:lnTo>
                  <a:lnTo>
                    <a:pt x="0" y="7620"/>
                  </a:lnTo>
                  <a:lnTo>
                    <a:pt x="35559" y="7620"/>
                  </a:lnTo>
                  <a:lnTo>
                    <a:pt x="35559" y="2540"/>
                  </a:lnTo>
                  <a:close/>
                </a:path>
              </a:pathLst>
            </a:custGeom>
            <a:solidFill>
              <a:srgbClr val="172E00"/>
            </a:solidFill>
          </p:spPr>
          <p:txBody>
            <a:bodyPr wrap="square" lIns="0" tIns="0" rIns="0" bIns="0" rtlCol="0"/>
            <a:lstStyle/>
            <a:p/>
          </p:txBody>
        </p:sp>
        <p:sp>
          <p:nvSpPr>
            <p:cNvPr id="907" name="object 907"/>
            <p:cNvSpPr/>
            <p:nvPr/>
          </p:nvSpPr>
          <p:spPr>
            <a:xfrm>
              <a:off x="4535169" y="981709"/>
              <a:ext cx="38100" cy="7620"/>
            </a:xfrm>
            <a:custGeom>
              <a:avLst/>
              <a:gdLst/>
              <a:ahLst/>
              <a:cxnLst/>
              <a:rect l="l" t="t" r="r" b="b"/>
              <a:pathLst>
                <a:path w="38100" h="7619">
                  <a:moveTo>
                    <a:pt x="38099" y="0"/>
                  </a:moveTo>
                  <a:lnTo>
                    <a:pt x="2539" y="0"/>
                  </a:lnTo>
                  <a:lnTo>
                    <a:pt x="2539" y="1269"/>
                  </a:lnTo>
                  <a:lnTo>
                    <a:pt x="1269" y="1269"/>
                  </a:lnTo>
                  <a:lnTo>
                    <a:pt x="1269" y="5079"/>
                  </a:lnTo>
                  <a:lnTo>
                    <a:pt x="0" y="5079"/>
                  </a:lnTo>
                  <a:lnTo>
                    <a:pt x="0" y="7619"/>
                  </a:lnTo>
                  <a:lnTo>
                    <a:pt x="38099" y="7619"/>
                  </a:lnTo>
                  <a:lnTo>
                    <a:pt x="38099" y="0"/>
                  </a:lnTo>
                  <a:close/>
                </a:path>
              </a:pathLst>
            </a:custGeom>
            <a:solidFill>
              <a:srgbClr val="192D00"/>
            </a:solidFill>
          </p:spPr>
          <p:txBody>
            <a:bodyPr wrap="square" lIns="0" tIns="0" rIns="0" bIns="0" rtlCol="0"/>
            <a:lstStyle/>
            <a:p/>
          </p:txBody>
        </p:sp>
        <p:sp>
          <p:nvSpPr>
            <p:cNvPr id="908" name="object 908"/>
            <p:cNvSpPr/>
            <p:nvPr/>
          </p:nvSpPr>
          <p:spPr>
            <a:xfrm>
              <a:off x="4532629" y="989329"/>
              <a:ext cx="40640" cy="6350"/>
            </a:xfrm>
            <a:custGeom>
              <a:avLst/>
              <a:gdLst/>
              <a:ahLst/>
              <a:cxnLst/>
              <a:rect l="l" t="t" r="r" b="b"/>
              <a:pathLst>
                <a:path w="40639" h="6350">
                  <a:moveTo>
                    <a:pt x="40639" y="0"/>
                  </a:moveTo>
                  <a:lnTo>
                    <a:pt x="2540" y="0"/>
                  </a:lnTo>
                  <a:lnTo>
                    <a:pt x="2540" y="1270"/>
                  </a:lnTo>
                  <a:lnTo>
                    <a:pt x="1270" y="1270"/>
                  </a:lnTo>
                  <a:lnTo>
                    <a:pt x="1270" y="5080"/>
                  </a:lnTo>
                  <a:lnTo>
                    <a:pt x="0" y="5080"/>
                  </a:lnTo>
                  <a:lnTo>
                    <a:pt x="0" y="6350"/>
                  </a:lnTo>
                  <a:lnTo>
                    <a:pt x="40639" y="6350"/>
                  </a:lnTo>
                  <a:lnTo>
                    <a:pt x="40639" y="0"/>
                  </a:lnTo>
                  <a:close/>
                </a:path>
              </a:pathLst>
            </a:custGeom>
            <a:solidFill>
              <a:srgbClr val="1C2D00"/>
            </a:solidFill>
          </p:spPr>
          <p:txBody>
            <a:bodyPr wrap="square" lIns="0" tIns="0" rIns="0" bIns="0" rtlCol="0"/>
            <a:lstStyle/>
            <a:p/>
          </p:txBody>
        </p:sp>
        <p:sp>
          <p:nvSpPr>
            <p:cNvPr id="909" name="object 909"/>
            <p:cNvSpPr/>
            <p:nvPr/>
          </p:nvSpPr>
          <p:spPr>
            <a:xfrm>
              <a:off x="4530089" y="995679"/>
              <a:ext cx="43180" cy="7620"/>
            </a:xfrm>
            <a:custGeom>
              <a:avLst/>
              <a:gdLst/>
              <a:ahLst/>
              <a:cxnLst/>
              <a:rect l="l" t="t" r="r" b="b"/>
              <a:pathLst>
                <a:path w="43179" h="7619">
                  <a:moveTo>
                    <a:pt x="43179" y="0"/>
                  </a:moveTo>
                  <a:lnTo>
                    <a:pt x="2539" y="0"/>
                  </a:lnTo>
                  <a:lnTo>
                    <a:pt x="2539" y="1270"/>
                  </a:lnTo>
                  <a:lnTo>
                    <a:pt x="1270" y="1270"/>
                  </a:lnTo>
                  <a:lnTo>
                    <a:pt x="1270" y="5080"/>
                  </a:lnTo>
                  <a:lnTo>
                    <a:pt x="0" y="5080"/>
                  </a:lnTo>
                  <a:lnTo>
                    <a:pt x="0" y="7620"/>
                  </a:lnTo>
                  <a:lnTo>
                    <a:pt x="43180" y="7620"/>
                  </a:lnTo>
                  <a:lnTo>
                    <a:pt x="43179" y="0"/>
                  </a:lnTo>
                  <a:close/>
                </a:path>
              </a:pathLst>
            </a:custGeom>
            <a:solidFill>
              <a:srgbClr val="1E2C00"/>
            </a:solidFill>
          </p:spPr>
          <p:txBody>
            <a:bodyPr wrap="square" lIns="0" tIns="0" rIns="0" bIns="0" rtlCol="0"/>
            <a:lstStyle/>
            <a:p/>
          </p:txBody>
        </p:sp>
        <p:sp>
          <p:nvSpPr>
            <p:cNvPr id="910" name="object 910"/>
            <p:cNvSpPr/>
            <p:nvPr/>
          </p:nvSpPr>
          <p:spPr>
            <a:xfrm>
              <a:off x="4526279" y="1003299"/>
              <a:ext cx="46990" cy="7620"/>
            </a:xfrm>
            <a:custGeom>
              <a:avLst/>
              <a:gdLst/>
              <a:ahLst/>
              <a:cxnLst/>
              <a:rect l="l" t="t" r="r" b="b"/>
              <a:pathLst>
                <a:path w="46989" h="7619">
                  <a:moveTo>
                    <a:pt x="46990" y="0"/>
                  </a:moveTo>
                  <a:lnTo>
                    <a:pt x="3810" y="0"/>
                  </a:lnTo>
                  <a:lnTo>
                    <a:pt x="3810" y="1270"/>
                  </a:lnTo>
                  <a:lnTo>
                    <a:pt x="2540" y="1270"/>
                  </a:lnTo>
                  <a:lnTo>
                    <a:pt x="2540" y="3810"/>
                  </a:lnTo>
                  <a:lnTo>
                    <a:pt x="1270" y="3810"/>
                  </a:lnTo>
                  <a:lnTo>
                    <a:pt x="1270" y="6350"/>
                  </a:lnTo>
                  <a:lnTo>
                    <a:pt x="0" y="6350"/>
                  </a:lnTo>
                  <a:lnTo>
                    <a:pt x="0" y="7620"/>
                  </a:lnTo>
                  <a:lnTo>
                    <a:pt x="46990" y="7620"/>
                  </a:lnTo>
                  <a:lnTo>
                    <a:pt x="46990" y="0"/>
                  </a:lnTo>
                  <a:close/>
                </a:path>
              </a:pathLst>
            </a:custGeom>
            <a:solidFill>
              <a:srgbClr val="212C00"/>
            </a:solidFill>
          </p:spPr>
          <p:txBody>
            <a:bodyPr wrap="square" lIns="0" tIns="0" rIns="0" bIns="0" rtlCol="0"/>
            <a:lstStyle/>
            <a:p/>
          </p:txBody>
        </p:sp>
        <p:sp>
          <p:nvSpPr>
            <p:cNvPr id="911" name="object 911"/>
            <p:cNvSpPr/>
            <p:nvPr/>
          </p:nvSpPr>
          <p:spPr>
            <a:xfrm>
              <a:off x="4523739" y="1010919"/>
              <a:ext cx="49530" cy="7620"/>
            </a:xfrm>
            <a:custGeom>
              <a:avLst/>
              <a:gdLst/>
              <a:ahLst/>
              <a:cxnLst/>
              <a:rect l="l" t="t" r="r" b="b"/>
              <a:pathLst>
                <a:path w="49529" h="7619">
                  <a:moveTo>
                    <a:pt x="49530" y="0"/>
                  </a:moveTo>
                  <a:lnTo>
                    <a:pt x="2539" y="0"/>
                  </a:lnTo>
                  <a:lnTo>
                    <a:pt x="2539" y="1269"/>
                  </a:lnTo>
                  <a:lnTo>
                    <a:pt x="1270" y="1269"/>
                  </a:lnTo>
                  <a:lnTo>
                    <a:pt x="1270" y="3809"/>
                  </a:lnTo>
                  <a:lnTo>
                    <a:pt x="0" y="3809"/>
                  </a:lnTo>
                  <a:lnTo>
                    <a:pt x="0" y="7619"/>
                  </a:lnTo>
                  <a:lnTo>
                    <a:pt x="49530" y="7619"/>
                  </a:lnTo>
                  <a:lnTo>
                    <a:pt x="49530" y="0"/>
                  </a:lnTo>
                  <a:close/>
                </a:path>
              </a:pathLst>
            </a:custGeom>
            <a:solidFill>
              <a:srgbClr val="232B00"/>
            </a:solidFill>
          </p:spPr>
          <p:txBody>
            <a:bodyPr wrap="square" lIns="0" tIns="0" rIns="0" bIns="0" rtlCol="0"/>
            <a:lstStyle/>
            <a:p/>
          </p:txBody>
        </p:sp>
        <p:sp>
          <p:nvSpPr>
            <p:cNvPr id="912" name="object 912"/>
            <p:cNvSpPr/>
            <p:nvPr/>
          </p:nvSpPr>
          <p:spPr>
            <a:xfrm>
              <a:off x="4519929" y="1018539"/>
              <a:ext cx="53340" cy="6350"/>
            </a:xfrm>
            <a:custGeom>
              <a:avLst/>
              <a:gdLst/>
              <a:ahLst/>
              <a:cxnLst/>
              <a:rect l="l" t="t" r="r" b="b"/>
              <a:pathLst>
                <a:path w="53339" h="6350">
                  <a:moveTo>
                    <a:pt x="53340" y="0"/>
                  </a:moveTo>
                  <a:lnTo>
                    <a:pt x="2540" y="0"/>
                  </a:lnTo>
                  <a:lnTo>
                    <a:pt x="2540" y="2539"/>
                  </a:lnTo>
                  <a:lnTo>
                    <a:pt x="53340" y="2539"/>
                  </a:lnTo>
                  <a:lnTo>
                    <a:pt x="53340" y="0"/>
                  </a:lnTo>
                  <a:close/>
                </a:path>
                <a:path w="53339" h="6350">
                  <a:moveTo>
                    <a:pt x="53340" y="2540"/>
                  </a:moveTo>
                  <a:lnTo>
                    <a:pt x="1270" y="2540"/>
                  </a:lnTo>
                  <a:lnTo>
                    <a:pt x="1270" y="5080"/>
                  </a:lnTo>
                  <a:lnTo>
                    <a:pt x="0" y="5080"/>
                  </a:lnTo>
                  <a:lnTo>
                    <a:pt x="0" y="6350"/>
                  </a:lnTo>
                  <a:lnTo>
                    <a:pt x="53340" y="6350"/>
                  </a:lnTo>
                  <a:lnTo>
                    <a:pt x="53340" y="2540"/>
                  </a:lnTo>
                  <a:close/>
                </a:path>
              </a:pathLst>
            </a:custGeom>
            <a:solidFill>
              <a:srgbClr val="252B00"/>
            </a:solidFill>
          </p:spPr>
          <p:txBody>
            <a:bodyPr wrap="square" lIns="0" tIns="0" rIns="0" bIns="0" rtlCol="0"/>
            <a:lstStyle/>
            <a:p/>
          </p:txBody>
        </p:sp>
        <p:sp>
          <p:nvSpPr>
            <p:cNvPr id="913" name="object 913"/>
            <p:cNvSpPr/>
            <p:nvPr/>
          </p:nvSpPr>
          <p:spPr>
            <a:xfrm>
              <a:off x="4517389" y="1024889"/>
              <a:ext cx="55880" cy="7620"/>
            </a:xfrm>
            <a:custGeom>
              <a:avLst/>
              <a:gdLst/>
              <a:ahLst/>
              <a:cxnLst/>
              <a:rect l="l" t="t" r="r" b="b"/>
              <a:pathLst>
                <a:path w="55879" h="7619">
                  <a:moveTo>
                    <a:pt x="55880" y="0"/>
                  </a:moveTo>
                  <a:lnTo>
                    <a:pt x="2539" y="0"/>
                  </a:lnTo>
                  <a:lnTo>
                    <a:pt x="2539" y="1270"/>
                  </a:lnTo>
                  <a:lnTo>
                    <a:pt x="1270" y="1270"/>
                  </a:lnTo>
                  <a:lnTo>
                    <a:pt x="1270" y="3810"/>
                  </a:lnTo>
                  <a:lnTo>
                    <a:pt x="0" y="3810"/>
                  </a:lnTo>
                  <a:lnTo>
                    <a:pt x="0" y="7620"/>
                  </a:lnTo>
                  <a:lnTo>
                    <a:pt x="55879" y="7620"/>
                  </a:lnTo>
                  <a:lnTo>
                    <a:pt x="55880" y="0"/>
                  </a:lnTo>
                  <a:close/>
                </a:path>
              </a:pathLst>
            </a:custGeom>
            <a:solidFill>
              <a:srgbClr val="282A00"/>
            </a:solidFill>
          </p:spPr>
          <p:txBody>
            <a:bodyPr wrap="square" lIns="0" tIns="0" rIns="0" bIns="0" rtlCol="0"/>
            <a:lstStyle/>
            <a:p/>
          </p:txBody>
        </p:sp>
        <p:sp>
          <p:nvSpPr>
            <p:cNvPr id="914" name="object 914"/>
            <p:cNvSpPr/>
            <p:nvPr/>
          </p:nvSpPr>
          <p:spPr>
            <a:xfrm>
              <a:off x="4513579" y="1032509"/>
              <a:ext cx="59690" cy="7620"/>
            </a:xfrm>
            <a:custGeom>
              <a:avLst/>
              <a:gdLst/>
              <a:ahLst/>
              <a:cxnLst/>
              <a:rect l="l" t="t" r="r" b="b"/>
              <a:pathLst>
                <a:path w="59689" h="7619">
                  <a:moveTo>
                    <a:pt x="59689" y="0"/>
                  </a:moveTo>
                  <a:lnTo>
                    <a:pt x="2540" y="0"/>
                  </a:lnTo>
                  <a:lnTo>
                    <a:pt x="2540" y="2539"/>
                  </a:lnTo>
                  <a:lnTo>
                    <a:pt x="1270" y="2539"/>
                  </a:lnTo>
                  <a:lnTo>
                    <a:pt x="1270" y="5079"/>
                  </a:lnTo>
                  <a:lnTo>
                    <a:pt x="0" y="5079"/>
                  </a:lnTo>
                  <a:lnTo>
                    <a:pt x="0" y="7619"/>
                  </a:lnTo>
                  <a:lnTo>
                    <a:pt x="59689" y="7619"/>
                  </a:lnTo>
                  <a:lnTo>
                    <a:pt x="59689" y="0"/>
                  </a:lnTo>
                  <a:close/>
                </a:path>
              </a:pathLst>
            </a:custGeom>
            <a:solidFill>
              <a:srgbClr val="2A2A00"/>
            </a:solidFill>
          </p:spPr>
          <p:txBody>
            <a:bodyPr wrap="square" lIns="0" tIns="0" rIns="0" bIns="0" rtlCol="0"/>
            <a:lstStyle/>
            <a:p/>
          </p:txBody>
        </p:sp>
        <p:sp>
          <p:nvSpPr>
            <p:cNvPr id="915" name="object 915"/>
            <p:cNvSpPr/>
            <p:nvPr/>
          </p:nvSpPr>
          <p:spPr>
            <a:xfrm>
              <a:off x="4509769" y="1040129"/>
              <a:ext cx="63500" cy="6350"/>
            </a:xfrm>
            <a:custGeom>
              <a:avLst/>
              <a:gdLst/>
              <a:ahLst/>
              <a:cxnLst/>
              <a:rect l="l" t="t" r="r" b="b"/>
              <a:pathLst>
                <a:path w="63500" h="6350">
                  <a:moveTo>
                    <a:pt x="63500" y="0"/>
                  </a:moveTo>
                  <a:lnTo>
                    <a:pt x="2539" y="0"/>
                  </a:lnTo>
                  <a:lnTo>
                    <a:pt x="2539" y="2540"/>
                  </a:lnTo>
                  <a:lnTo>
                    <a:pt x="1269" y="2540"/>
                  </a:lnTo>
                  <a:lnTo>
                    <a:pt x="1269" y="5080"/>
                  </a:lnTo>
                  <a:lnTo>
                    <a:pt x="0" y="5080"/>
                  </a:lnTo>
                  <a:lnTo>
                    <a:pt x="0" y="6350"/>
                  </a:lnTo>
                  <a:lnTo>
                    <a:pt x="63500" y="6350"/>
                  </a:lnTo>
                  <a:lnTo>
                    <a:pt x="63500" y="0"/>
                  </a:lnTo>
                  <a:close/>
                </a:path>
              </a:pathLst>
            </a:custGeom>
            <a:solidFill>
              <a:srgbClr val="2D2900"/>
            </a:solidFill>
          </p:spPr>
          <p:txBody>
            <a:bodyPr wrap="square" lIns="0" tIns="0" rIns="0" bIns="0" rtlCol="0"/>
            <a:lstStyle/>
            <a:p/>
          </p:txBody>
        </p:sp>
        <p:sp>
          <p:nvSpPr>
            <p:cNvPr id="916" name="object 916"/>
            <p:cNvSpPr/>
            <p:nvPr/>
          </p:nvSpPr>
          <p:spPr>
            <a:xfrm>
              <a:off x="4505959" y="1046479"/>
              <a:ext cx="67310" cy="7620"/>
            </a:xfrm>
            <a:custGeom>
              <a:avLst/>
              <a:gdLst/>
              <a:ahLst/>
              <a:cxnLst/>
              <a:rect l="l" t="t" r="r" b="b"/>
              <a:pathLst>
                <a:path w="67310" h="7619">
                  <a:moveTo>
                    <a:pt x="67310" y="0"/>
                  </a:moveTo>
                  <a:lnTo>
                    <a:pt x="3810" y="0"/>
                  </a:lnTo>
                  <a:lnTo>
                    <a:pt x="3810" y="1270"/>
                  </a:lnTo>
                  <a:lnTo>
                    <a:pt x="2539" y="1270"/>
                  </a:lnTo>
                  <a:lnTo>
                    <a:pt x="2539" y="3810"/>
                  </a:lnTo>
                  <a:lnTo>
                    <a:pt x="1269" y="3810"/>
                  </a:lnTo>
                  <a:lnTo>
                    <a:pt x="1269" y="6350"/>
                  </a:lnTo>
                  <a:lnTo>
                    <a:pt x="67309" y="6350"/>
                  </a:lnTo>
                  <a:lnTo>
                    <a:pt x="67310" y="0"/>
                  </a:lnTo>
                  <a:close/>
                </a:path>
                <a:path w="67310" h="7619">
                  <a:moveTo>
                    <a:pt x="67310" y="6350"/>
                  </a:moveTo>
                  <a:lnTo>
                    <a:pt x="0" y="6350"/>
                  </a:lnTo>
                  <a:lnTo>
                    <a:pt x="0" y="7620"/>
                  </a:lnTo>
                  <a:lnTo>
                    <a:pt x="67310" y="7620"/>
                  </a:lnTo>
                  <a:lnTo>
                    <a:pt x="67310" y="6350"/>
                  </a:lnTo>
                  <a:close/>
                </a:path>
              </a:pathLst>
            </a:custGeom>
            <a:solidFill>
              <a:srgbClr val="2F2900"/>
            </a:solidFill>
          </p:spPr>
          <p:txBody>
            <a:bodyPr wrap="square" lIns="0" tIns="0" rIns="0" bIns="0" rtlCol="0"/>
            <a:lstStyle/>
            <a:p/>
          </p:txBody>
        </p:sp>
        <p:sp>
          <p:nvSpPr>
            <p:cNvPr id="917" name="object 917"/>
            <p:cNvSpPr/>
            <p:nvPr/>
          </p:nvSpPr>
          <p:spPr>
            <a:xfrm>
              <a:off x="4502149" y="1054099"/>
              <a:ext cx="71120" cy="7620"/>
            </a:xfrm>
            <a:custGeom>
              <a:avLst/>
              <a:gdLst/>
              <a:ahLst/>
              <a:cxnLst/>
              <a:rect l="l" t="t" r="r" b="b"/>
              <a:pathLst>
                <a:path w="71120" h="7619">
                  <a:moveTo>
                    <a:pt x="71120" y="0"/>
                  </a:moveTo>
                  <a:lnTo>
                    <a:pt x="3810" y="0"/>
                  </a:lnTo>
                  <a:lnTo>
                    <a:pt x="3810" y="1270"/>
                  </a:lnTo>
                  <a:lnTo>
                    <a:pt x="2539" y="1270"/>
                  </a:lnTo>
                  <a:lnTo>
                    <a:pt x="2539" y="3810"/>
                  </a:lnTo>
                  <a:lnTo>
                    <a:pt x="1270" y="3810"/>
                  </a:lnTo>
                  <a:lnTo>
                    <a:pt x="1270" y="6350"/>
                  </a:lnTo>
                  <a:lnTo>
                    <a:pt x="0" y="6350"/>
                  </a:lnTo>
                  <a:lnTo>
                    <a:pt x="0" y="7620"/>
                  </a:lnTo>
                  <a:lnTo>
                    <a:pt x="71119" y="7620"/>
                  </a:lnTo>
                  <a:lnTo>
                    <a:pt x="71120" y="0"/>
                  </a:lnTo>
                  <a:close/>
                </a:path>
              </a:pathLst>
            </a:custGeom>
            <a:solidFill>
              <a:srgbClr val="332800"/>
            </a:solidFill>
          </p:spPr>
          <p:txBody>
            <a:bodyPr wrap="square" lIns="0" tIns="0" rIns="0" bIns="0" rtlCol="0"/>
            <a:lstStyle/>
            <a:p/>
          </p:txBody>
        </p:sp>
        <p:sp>
          <p:nvSpPr>
            <p:cNvPr id="918" name="object 918"/>
            <p:cNvSpPr/>
            <p:nvPr/>
          </p:nvSpPr>
          <p:spPr>
            <a:xfrm>
              <a:off x="4499609" y="1061719"/>
              <a:ext cx="73660" cy="6350"/>
            </a:xfrm>
            <a:custGeom>
              <a:avLst/>
              <a:gdLst/>
              <a:ahLst/>
              <a:cxnLst/>
              <a:rect l="l" t="t" r="r" b="b"/>
              <a:pathLst>
                <a:path w="73660" h="6350">
                  <a:moveTo>
                    <a:pt x="73659" y="0"/>
                  </a:moveTo>
                  <a:lnTo>
                    <a:pt x="2539" y="0"/>
                  </a:lnTo>
                  <a:lnTo>
                    <a:pt x="2539" y="1269"/>
                  </a:lnTo>
                  <a:lnTo>
                    <a:pt x="1269" y="1269"/>
                  </a:lnTo>
                  <a:lnTo>
                    <a:pt x="1269" y="3809"/>
                  </a:lnTo>
                  <a:lnTo>
                    <a:pt x="73659" y="3809"/>
                  </a:lnTo>
                  <a:lnTo>
                    <a:pt x="73659" y="0"/>
                  </a:lnTo>
                  <a:close/>
                </a:path>
                <a:path w="73660" h="6350">
                  <a:moveTo>
                    <a:pt x="73660" y="3810"/>
                  </a:moveTo>
                  <a:lnTo>
                    <a:pt x="0" y="3810"/>
                  </a:lnTo>
                  <a:lnTo>
                    <a:pt x="0" y="6350"/>
                  </a:lnTo>
                  <a:lnTo>
                    <a:pt x="73660" y="6350"/>
                  </a:lnTo>
                  <a:lnTo>
                    <a:pt x="73660" y="3810"/>
                  </a:lnTo>
                  <a:close/>
                </a:path>
              </a:pathLst>
            </a:custGeom>
            <a:solidFill>
              <a:srgbClr val="342800"/>
            </a:solidFill>
          </p:spPr>
          <p:txBody>
            <a:bodyPr wrap="square" lIns="0" tIns="0" rIns="0" bIns="0" rtlCol="0"/>
            <a:lstStyle/>
            <a:p/>
          </p:txBody>
        </p:sp>
        <p:sp>
          <p:nvSpPr>
            <p:cNvPr id="919" name="object 919"/>
            <p:cNvSpPr/>
            <p:nvPr/>
          </p:nvSpPr>
          <p:spPr>
            <a:xfrm>
              <a:off x="4495799" y="1068069"/>
              <a:ext cx="77470" cy="7620"/>
            </a:xfrm>
            <a:custGeom>
              <a:avLst/>
              <a:gdLst/>
              <a:ahLst/>
              <a:cxnLst/>
              <a:rect l="l" t="t" r="r" b="b"/>
              <a:pathLst>
                <a:path w="77470" h="7619">
                  <a:moveTo>
                    <a:pt x="77470" y="0"/>
                  </a:moveTo>
                  <a:lnTo>
                    <a:pt x="2539" y="0"/>
                  </a:lnTo>
                  <a:lnTo>
                    <a:pt x="2539" y="2539"/>
                  </a:lnTo>
                  <a:lnTo>
                    <a:pt x="1270" y="2539"/>
                  </a:lnTo>
                  <a:lnTo>
                    <a:pt x="1270" y="5079"/>
                  </a:lnTo>
                  <a:lnTo>
                    <a:pt x="0" y="5079"/>
                  </a:lnTo>
                  <a:lnTo>
                    <a:pt x="0" y="7619"/>
                  </a:lnTo>
                  <a:lnTo>
                    <a:pt x="77469" y="7619"/>
                  </a:lnTo>
                  <a:lnTo>
                    <a:pt x="77470" y="0"/>
                  </a:lnTo>
                  <a:close/>
                </a:path>
              </a:pathLst>
            </a:custGeom>
            <a:solidFill>
              <a:srgbClr val="362700"/>
            </a:solidFill>
          </p:spPr>
          <p:txBody>
            <a:bodyPr wrap="square" lIns="0" tIns="0" rIns="0" bIns="0" rtlCol="0"/>
            <a:lstStyle/>
            <a:p/>
          </p:txBody>
        </p:sp>
        <p:sp>
          <p:nvSpPr>
            <p:cNvPr id="920" name="object 920"/>
            <p:cNvSpPr/>
            <p:nvPr/>
          </p:nvSpPr>
          <p:spPr>
            <a:xfrm>
              <a:off x="4491989" y="1075689"/>
              <a:ext cx="81280" cy="7620"/>
            </a:xfrm>
            <a:custGeom>
              <a:avLst/>
              <a:gdLst/>
              <a:ahLst/>
              <a:cxnLst/>
              <a:rect l="l" t="t" r="r" b="b"/>
              <a:pathLst>
                <a:path w="81279" h="7619">
                  <a:moveTo>
                    <a:pt x="81279" y="0"/>
                  </a:moveTo>
                  <a:lnTo>
                    <a:pt x="2539" y="0"/>
                  </a:lnTo>
                  <a:lnTo>
                    <a:pt x="2539" y="2539"/>
                  </a:lnTo>
                  <a:lnTo>
                    <a:pt x="81279" y="2539"/>
                  </a:lnTo>
                  <a:lnTo>
                    <a:pt x="81279" y="0"/>
                  </a:lnTo>
                  <a:close/>
                </a:path>
                <a:path w="81279" h="7619">
                  <a:moveTo>
                    <a:pt x="81280" y="2540"/>
                  </a:moveTo>
                  <a:lnTo>
                    <a:pt x="1270" y="2540"/>
                  </a:lnTo>
                  <a:lnTo>
                    <a:pt x="1270" y="5080"/>
                  </a:lnTo>
                  <a:lnTo>
                    <a:pt x="0" y="5080"/>
                  </a:lnTo>
                  <a:lnTo>
                    <a:pt x="0" y="7620"/>
                  </a:lnTo>
                  <a:lnTo>
                    <a:pt x="81280" y="7620"/>
                  </a:lnTo>
                  <a:lnTo>
                    <a:pt x="81280" y="2540"/>
                  </a:lnTo>
                  <a:close/>
                </a:path>
              </a:pathLst>
            </a:custGeom>
            <a:solidFill>
              <a:srgbClr val="392700"/>
            </a:solidFill>
          </p:spPr>
          <p:txBody>
            <a:bodyPr wrap="square" lIns="0" tIns="0" rIns="0" bIns="0" rtlCol="0"/>
            <a:lstStyle/>
            <a:p/>
          </p:txBody>
        </p:sp>
        <p:sp>
          <p:nvSpPr>
            <p:cNvPr id="921" name="object 921"/>
            <p:cNvSpPr/>
            <p:nvPr/>
          </p:nvSpPr>
          <p:spPr>
            <a:xfrm>
              <a:off x="4486909" y="1083309"/>
              <a:ext cx="86360" cy="7620"/>
            </a:xfrm>
            <a:custGeom>
              <a:avLst/>
              <a:gdLst/>
              <a:ahLst/>
              <a:cxnLst/>
              <a:rect l="l" t="t" r="r" b="b"/>
              <a:pathLst>
                <a:path w="86360" h="7619">
                  <a:moveTo>
                    <a:pt x="86360" y="0"/>
                  </a:moveTo>
                  <a:lnTo>
                    <a:pt x="3810" y="0"/>
                  </a:lnTo>
                  <a:lnTo>
                    <a:pt x="3810" y="2539"/>
                  </a:lnTo>
                  <a:lnTo>
                    <a:pt x="2539" y="2539"/>
                  </a:lnTo>
                  <a:lnTo>
                    <a:pt x="2539" y="3810"/>
                  </a:lnTo>
                  <a:lnTo>
                    <a:pt x="1269" y="3810"/>
                  </a:lnTo>
                  <a:lnTo>
                    <a:pt x="1269" y="6350"/>
                  </a:lnTo>
                  <a:lnTo>
                    <a:pt x="0" y="6350"/>
                  </a:lnTo>
                  <a:lnTo>
                    <a:pt x="0" y="7619"/>
                  </a:lnTo>
                  <a:lnTo>
                    <a:pt x="86360" y="7619"/>
                  </a:lnTo>
                  <a:lnTo>
                    <a:pt x="86360" y="0"/>
                  </a:lnTo>
                  <a:close/>
                </a:path>
              </a:pathLst>
            </a:custGeom>
            <a:solidFill>
              <a:srgbClr val="3B2600"/>
            </a:solidFill>
          </p:spPr>
          <p:txBody>
            <a:bodyPr wrap="square" lIns="0" tIns="0" rIns="0" bIns="0" rtlCol="0"/>
            <a:lstStyle/>
            <a:p/>
          </p:txBody>
        </p:sp>
        <p:sp>
          <p:nvSpPr>
            <p:cNvPr id="922" name="object 922"/>
            <p:cNvSpPr/>
            <p:nvPr/>
          </p:nvSpPr>
          <p:spPr>
            <a:xfrm>
              <a:off x="4483100" y="1090929"/>
              <a:ext cx="90170" cy="6350"/>
            </a:xfrm>
            <a:custGeom>
              <a:avLst/>
              <a:gdLst/>
              <a:ahLst/>
              <a:cxnLst/>
              <a:rect l="l" t="t" r="r" b="b"/>
              <a:pathLst>
                <a:path w="90170" h="6350">
                  <a:moveTo>
                    <a:pt x="90170" y="0"/>
                  </a:moveTo>
                  <a:lnTo>
                    <a:pt x="3810" y="0"/>
                  </a:lnTo>
                  <a:lnTo>
                    <a:pt x="3810" y="1270"/>
                  </a:lnTo>
                  <a:lnTo>
                    <a:pt x="2540" y="1270"/>
                  </a:lnTo>
                  <a:lnTo>
                    <a:pt x="2540" y="2540"/>
                  </a:lnTo>
                  <a:lnTo>
                    <a:pt x="1270" y="2540"/>
                  </a:lnTo>
                  <a:lnTo>
                    <a:pt x="1270" y="5080"/>
                  </a:lnTo>
                  <a:lnTo>
                    <a:pt x="0" y="5080"/>
                  </a:lnTo>
                  <a:lnTo>
                    <a:pt x="0" y="6350"/>
                  </a:lnTo>
                  <a:lnTo>
                    <a:pt x="90170" y="6350"/>
                  </a:lnTo>
                  <a:lnTo>
                    <a:pt x="90170" y="5080"/>
                  </a:lnTo>
                  <a:lnTo>
                    <a:pt x="90170" y="2540"/>
                  </a:lnTo>
                  <a:lnTo>
                    <a:pt x="90170" y="1270"/>
                  </a:lnTo>
                  <a:lnTo>
                    <a:pt x="90170" y="0"/>
                  </a:lnTo>
                  <a:close/>
                </a:path>
              </a:pathLst>
            </a:custGeom>
            <a:solidFill>
              <a:srgbClr val="3E2600"/>
            </a:solidFill>
          </p:spPr>
          <p:txBody>
            <a:bodyPr wrap="square" lIns="0" tIns="0" rIns="0" bIns="0" rtlCol="0"/>
            <a:lstStyle/>
            <a:p/>
          </p:txBody>
        </p:sp>
        <p:sp>
          <p:nvSpPr>
            <p:cNvPr id="923" name="object 923"/>
            <p:cNvSpPr/>
            <p:nvPr/>
          </p:nvSpPr>
          <p:spPr>
            <a:xfrm>
              <a:off x="4478020" y="1097279"/>
              <a:ext cx="158750" cy="7620"/>
            </a:xfrm>
            <a:custGeom>
              <a:avLst/>
              <a:gdLst/>
              <a:ahLst/>
              <a:cxnLst/>
              <a:rect l="l" t="t" r="r" b="b"/>
              <a:pathLst>
                <a:path w="158750" h="7619">
                  <a:moveTo>
                    <a:pt x="95237" y="0"/>
                  </a:moveTo>
                  <a:lnTo>
                    <a:pt x="3810" y="0"/>
                  </a:lnTo>
                  <a:lnTo>
                    <a:pt x="3810" y="2540"/>
                  </a:lnTo>
                  <a:lnTo>
                    <a:pt x="2540" y="2540"/>
                  </a:lnTo>
                  <a:lnTo>
                    <a:pt x="2540" y="5080"/>
                  </a:lnTo>
                  <a:lnTo>
                    <a:pt x="1270" y="5080"/>
                  </a:lnTo>
                  <a:lnTo>
                    <a:pt x="1270" y="6350"/>
                  </a:lnTo>
                  <a:lnTo>
                    <a:pt x="95237" y="6350"/>
                  </a:lnTo>
                  <a:lnTo>
                    <a:pt x="95237" y="5080"/>
                  </a:lnTo>
                  <a:lnTo>
                    <a:pt x="95237" y="2540"/>
                  </a:lnTo>
                  <a:lnTo>
                    <a:pt x="95237" y="0"/>
                  </a:lnTo>
                  <a:close/>
                </a:path>
                <a:path w="158750" h="7619">
                  <a:moveTo>
                    <a:pt x="158750" y="6362"/>
                  </a:moveTo>
                  <a:lnTo>
                    <a:pt x="0" y="6362"/>
                  </a:lnTo>
                  <a:lnTo>
                    <a:pt x="0" y="7620"/>
                  </a:lnTo>
                  <a:lnTo>
                    <a:pt x="158750" y="7620"/>
                  </a:lnTo>
                  <a:lnTo>
                    <a:pt x="158750" y="6362"/>
                  </a:lnTo>
                  <a:close/>
                </a:path>
              </a:pathLst>
            </a:custGeom>
            <a:solidFill>
              <a:srgbClr val="402500"/>
            </a:solidFill>
          </p:spPr>
          <p:txBody>
            <a:bodyPr wrap="square" lIns="0" tIns="0" rIns="0" bIns="0" rtlCol="0"/>
            <a:lstStyle/>
            <a:p/>
          </p:txBody>
        </p:sp>
        <p:sp>
          <p:nvSpPr>
            <p:cNvPr id="924" name="object 924"/>
            <p:cNvSpPr/>
            <p:nvPr/>
          </p:nvSpPr>
          <p:spPr>
            <a:xfrm>
              <a:off x="4474210" y="110489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0"/>
                  </a:moveTo>
                  <a:lnTo>
                    <a:pt x="3810" y="0"/>
                  </a:lnTo>
                  <a:lnTo>
                    <a:pt x="3810" y="1270"/>
                  </a:lnTo>
                  <a:lnTo>
                    <a:pt x="2540" y="1270"/>
                  </a:lnTo>
                  <a:lnTo>
                    <a:pt x="2540" y="2540"/>
                  </a:lnTo>
                  <a:lnTo>
                    <a:pt x="1270" y="2540"/>
                  </a:lnTo>
                  <a:lnTo>
                    <a:pt x="1270" y="5080"/>
                  </a:lnTo>
                  <a:lnTo>
                    <a:pt x="162560" y="5080"/>
                  </a:lnTo>
                  <a:lnTo>
                    <a:pt x="162560" y="2540"/>
                  </a:lnTo>
                  <a:lnTo>
                    <a:pt x="162560" y="1270"/>
                  </a:lnTo>
                  <a:lnTo>
                    <a:pt x="162560" y="0"/>
                  </a:lnTo>
                  <a:close/>
                </a:path>
              </a:pathLst>
            </a:custGeom>
            <a:solidFill>
              <a:srgbClr val="432500"/>
            </a:solidFill>
          </p:spPr>
          <p:txBody>
            <a:bodyPr wrap="square" lIns="0" tIns="0" rIns="0" bIns="0" rtlCol="0"/>
            <a:lstStyle/>
            <a:p/>
          </p:txBody>
        </p:sp>
        <p:sp>
          <p:nvSpPr>
            <p:cNvPr id="925" name="object 925"/>
            <p:cNvSpPr/>
            <p:nvPr/>
          </p:nvSpPr>
          <p:spPr>
            <a:xfrm>
              <a:off x="4469130" y="1112519"/>
              <a:ext cx="167640" cy="6350"/>
            </a:xfrm>
            <a:custGeom>
              <a:avLst/>
              <a:gdLst/>
              <a:ahLst/>
              <a:cxnLst/>
              <a:rect l="l" t="t" r="r" b="b"/>
              <a:pathLst>
                <a:path w="167639" h="6350">
                  <a:moveTo>
                    <a:pt x="167640" y="0"/>
                  </a:moveTo>
                  <a:lnTo>
                    <a:pt x="3810" y="0"/>
                  </a:lnTo>
                  <a:lnTo>
                    <a:pt x="3810" y="1270"/>
                  </a:lnTo>
                  <a:lnTo>
                    <a:pt x="2540" y="1270"/>
                  </a:lnTo>
                  <a:lnTo>
                    <a:pt x="2540" y="3810"/>
                  </a:lnTo>
                  <a:lnTo>
                    <a:pt x="1270" y="3810"/>
                  </a:lnTo>
                  <a:lnTo>
                    <a:pt x="1270" y="5080"/>
                  </a:lnTo>
                  <a:lnTo>
                    <a:pt x="0" y="5080"/>
                  </a:lnTo>
                  <a:lnTo>
                    <a:pt x="0" y="6350"/>
                  </a:lnTo>
                  <a:lnTo>
                    <a:pt x="167640" y="6350"/>
                  </a:lnTo>
                  <a:lnTo>
                    <a:pt x="167640" y="5080"/>
                  </a:lnTo>
                  <a:lnTo>
                    <a:pt x="167640" y="3810"/>
                  </a:lnTo>
                  <a:lnTo>
                    <a:pt x="167640" y="1270"/>
                  </a:lnTo>
                  <a:lnTo>
                    <a:pt x="167640" y="0"/>
                  </a:lnTo>
                  <a:close/>
                </a:path>
              </a:pathLst>
            </a:custGeom>
            <a:solidFill>
              <a:srgbClr val="452400"/>
            </a:solidFill>
          </p:spPr>
          <p:txBody>
            <a:bodyPr wrap="square" lIns="0" tIns="0" rIns="0" bIns="0" rtlCol="0"/>
            <a:lstStyle/>
            <a:p/>
          </p:txBody>
        </p:sp>
        <p:sp>
          <p:nvSpPr>
            <p:cNvPr id="926" name="object 926"/>
            <p:cNvSpPr/>
            <p:nvPr/>
          </p:nvSpPr>
          <p:spPr>
            <a:xfrm>
              <a:off x="4464050" y="1118869"/>
              <a:ext cx="172720" cy="7620"/>
            </a:xfrm>
            <a:custGeom>
              <a:avLst/>
              <a:gdLst/>
              <a:ahLst/>
              <a:cxnLst/>
              <a:rect l="l" t="t" r="r" b="b"/>
              <a:pathLst>
                <a:path w="172720" h="7619">
                  <a:moveTo>
                    <a:pt x="172720" y="0"/>
                  </a:move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2720" y="7620"/>
                  </a:lnTo>
                  <a:lnTo>
                    <a:pt x="172720" y="6350"/>
                  </a:lnTo>
                  <a:lnTo>
                    <a:pt x="172720" y="5080"/>
                  </a:lnTo>
                  <a:lnTo>
                    <a:pt x="172720" y="2540"/>
                  </a:lnTo>
                  <a:lnTo>
                    <a:pt x="172720" y="1270"/>
                  </a:lnTo>
                  <a:lnTo>
                    <a:pt x="172720" y="0"/>
                  </a:lnTo>
                  <a:close/>
                </a:path>
              </a:pathLst>
            </a:custGeom>
            <a:solidFill>
              <a:srgbClr val="472400"/>
            </a:solidFill>
          </p:spPr>
          <p:txBody>
            <a:bodyPr wrap="square" lIns="0" tIns="0" rIns="0" bIns="0" rtlCol="0"/>
            <a:lstStyle/>
            <a:p/>
          </p:txBody>
        </p:sp>
        <p:sp>
          <p:nvSpPr>
            <p:cNvPr id="927" name="object 927"/>
            <p:cNvSpPr/>
            <p:nvPr/>
          </p:nvSpPr>
          <p:spPr>
            <a:xfrm>
              <a:off x="4458970" y="1126489"/>
              <a:ext cx="177800" cy="7620"/>
            </a:xfrm>
            <a:custGeom>
              <a:avLst/>
              <a:gdLst/>
              <a:ahLst/>
              <a:cxnLst/>
              <a:rect l="l" t="t" r="r" b="b"/>
              <a:pathLst>
                <a:path w="177800" h="7619">
                  <a:moveTo>
                    <a:pt x="177800" y="1270"/>
                  </a:moveTo>
                  <a:lnTo>
                    <a:pt x="17778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7800" y="7620"/>
                  </a:lnTo>
                  <a:lnTo>
                    <a:pt x="177800" y="6350"/>
                  </a:lnTo>
                  <a:lnTo>
                    <a:pt x="177800" y="5080"/>
                  </a:lnTo>
                  <a:lnTo>
                    <a:pt x="177800" y="2540"/>
                  </a:lnTo>
                  <a:lnTo>
                    <a:pt x="177800" y="1270"/>
                  </a:lnTo>
                  <a:close/>
                </a:path>
              </a:pathLst>
            </a:custGeom>
            <a:solidFill>
              <a:srgbClr val="4A2300"/>
            </a:solidFill>
          </p:spPr>
          <p:txBody>
            <a:bodyPr wrap="square" lIns="0" tIns="0" rIns="0" bIns="0" rtlCol="0"/>
            <a:lstStyle/>
            <a:p/>
          </p:txBody>
        </p:sp>
        <p:sp>
          <p:nvSpPr>
            <p:cNvPr id="928" name="object 928"/>
            <p:cNvSpPr/>
            <p:nvPr/>
          </p:nvSpPr>
          <p:spPr>
            <a:xfrm>
              <a:off x="4455160" y="1134109"/>
              <a:ext cx="181610" cy="7620"/>
            </a:xfrm>
            <a:custGeom>
              <a:avLst/>
              <a:gdLst/>
              <a:ahLst/>
              <a:cxnLst/>
              <a:rect l="l" t="t" r="r" b="b"/>
              <a:pathLst>
                <a:path w="181610" h="7619">
                  <a:moveTo>
                    <a:pt x="181610" y="0"/>
                  </a:moveTo>
                  <a:lnTo>
                    <a:pt x="3810" y="0"/>
                  </a:lnTo>
                  <a:lnTo>
                    <a:pt x="3810" y="1270"/>
                  </a:lnTo>
                  <a:lnTo>
                    <a:pt x="2540" y="1270"/>
                  </a:lnTo>
                  <a:lnTo>
                    <a:pt x="2540" y="2540"/>
                  </a:lnTo>
                  <a:lnTo>
                    <a:pt x="1270" y="2540"/>
                  </a:lnTo>
                  <a:lnTo>
                    <a:pt x="1270" y="5080"/>
                  </a:lnTo>
                  <a:lnTo>
                    <a:pt x="0" y="5080"/>
                  </a:lnTo>
                  <a:lnTo>
                    <a:pt x="0" y="7620"/>
                  </a:lnTo>
                  <a:lnTo>
                    <a:pt x="181610" y="7620"/>
                  </a:lnTo>
                  <a:lnTo>
                    <a:pt x="181610" y="5080"/>
                  </a:lnTo>
                  <a:lnTo>
                    <a:pt x="181610" y="2540"/>
                  </a:lnTo>
                  <a:lnTo>
                    <a:pt x="181610" y="1270"/>
                  </a:lnTo>
                  <a:lnTo>
                    <a:pt x="181610" y="0"/>
                  </a:lnTo>
                  <a:close/>
                </a:path>
              </a:pathLst>
            </a:custGeom>
            <a:solidFill>
              <a:srgbClr val="4C2300"/>
            </a:solidFill>
          </p:spPr>
          <p:txBody>
            <a:bodyPr wrap="square" lIns="0" tIns="0" rIns="0" bIns="0" rtlCol="0"/>
            <a:lstStyle/>
            <a:p/>
          </p:txBody>
        </p:sp>
        <p:sp>
          <p:nvSpPr>
            <p:cNvPr id="929" name="object 929"/>
            <p:cNvSpPr/>
            <p:nvPr/>
          </p:nvSpPr>
          <p:spPr>
            <a:xfrm>
              <a:off x="4455159" y="1141729"/>
              <a:ext cx="181610" cy="6350"/>
            </a:xfrm>
            <a:custGeom>
              <a:avLst/>
              <a:gdLst/>
              <a:ahLst/>
              <a:cxnLst/>
              <a:rect l="l" t="t" r="r" b="b"/>
              <a:pathLst>
                <a:path w="181610" h="6350">
                  <a:moveTo>
                    <a:pt x="0" y="6350"/>
                  </a:moveTo>
                  <a:lnTo>
                    <a:pt x="0" y="0"/>
                  </a:lnTo>
                  <a:lnTo>
                    <a:pt x="181610" y="0"/>
                  </a:lnTo>
                  <a:lnTo>
                    <a:pt x="181610" y="6350"/>
                  </a:lnTo>
                  <a:lnTo>
                    <a:pt x="0" y="6350"/>
                  </a:lnTo>
                  <a:close/>
                </a:path>
              </a:pathLst>
            </a:custGeom>
            <a:solidFill>
              <a:srgbClr val="4F2200"/>
            </a:solidFill>
          </p:spPr>
          <p:txBody>
            <a:bodyPr wrap="square" lIns="0" tIns="0" rIns="0" bIns="0" rtlCol="0"/>
            <a:lstStyle/>
            <a:p/>
          </p:txBody>
        </p:sp>
        <p:sp>
          <p:nvSpPr>
            <p:cNvPr id="930" name="object 930"/>
            <p:cNvSpPr/>
            <p:nvPr/>
          </p:nvSpPr>
          <p:spPr>
            <a:xfrm>
              <a:off x="4455159" y="1148079"/>
              <a:ext cx="181610" cy="7620"/>
            </a:xfrm>
            <a:custGeom>
              <a:avLst/>
              <a:gdLst/>
              <a:ahLst/>
              <a:cxnLst/>
              <a:rect l="l" t="t" r="r" b="b"/>
              <a:pathLst>
                <a:path w="181610" h="7619">
                  <a:moveTo>
                    <a:pt x="0" y="7620"/>
                  </a:moveTo>
                  <a:lnTo>
                    <a:pt x="0" y="0"/>
                  </a:lnTo>
                  <a:lnTo>
                    <a:pt x="181610" y="0"/>
                  </a:lnTo>
                  <a:lnTo>
                    <a:pt x="181610" y="7620"/>
                  </a:lnTo>
                  <a:lnTo>
                    <a:pt x="0" y="7620"/>
                  </a:lnTo>
                  <a:close/>
                </a:path>
              </a:pathLst>
            </a:custGeom>
            <a:solidFill>
              <a:srgbClr val="512200"/>
            </a:solidFill>
          </p:spPr>
          <p:txBody>
            <a:bodyPr wrap="square" lIns="0" tIns="0" rIns="0" bIns="0" rtlCol="0"/>
            <a:lstStyle/>
            <a:p/>
          </p:txBody>
        </p:sp>
        <p:sp>
          <p:nvSpPr>
            <p:cNvPr id="931" name="object 931"/>
            <p:cNvSpPr/>
            <p:nvPr/>
          </p:nvSpPr>
          <p:spPr>
            <a:xfrm>
              <a:off x="4455160" y="1155699"/>
              <a:ext cx="181610" cy="7620"/>
            </a:xfrm>
            <a:custGeom>
              <a:avLst/>
              <a:gdLst/>
              <a:ahLst/>
              <a:cxnLst/>
              <a:rect l="l" t="t" r="r" b="b"/>
              <a:pathLst>
                <a:path w="181610" h="7619">
                  <a:moveTo>
                    <a:pt x="181610" y="0"/>
                  </a:moveTo>
                  <a:lnTo>
                    <a:pt x="0" y="0"/>
                  </a:lnTo>
                  <a:lnTo>
                    <a:pt x="0" y="3810"/>
                  </a:lnTo>
                  <a:lnTo>
                    <a:pt x="0" y="5080"/>
                  </a:lnTo>
                  <a:lnTo>
                    <a:pt x="35560" y="5080"/>
                  </a:lnTo>
                  <a:lnTo>
                    <a:pt x="35560" y="7620"/>
                  </a:lnTo>
                  <a:lnTo>
                    <a:pt x="118110" y="7620"/>
                  </a:lnTo>
                  <a:lnTo>
                    <a:pt x="118110" y="5080"/>
                  </a:lnTo>
                  <a:lnTo>
                    <a:pt x="118110" y="3810"/>
                  </a:lnTo>
                  <a:lnTo>
                    <a:pt x="181610" y="3810"/>
                  </a:lnTo>
                  <a:lnTo>
                    <a:pt x="181610" y="0"/>
                  </a:lnTo>
                  <a:close/>
                </a:path>
              </a:pathLst>
            </a:custGeom>
            <a:solidFill>
              <a:srgbClr val="542100"/>
            </a:solidFill>
          </p:spPr>
          <p:txBody>
            <a:bodyPr wrap="square" lIns="0" tIns="0" rIns="0" bIns="0" rtlCol="0"/>
            <a:lstStyle/>
            <a:p/>
          </p:txBody>
        </p:sp>
        <p:sp>
          <p:nvSpPr>
            <p:cNvPr id="932" name="object 932"/>
            <p:cNvSpPr/>
            <p:nvPr/>
          </p:nvSpPr>
          <p:spPr>
            <a:xfrm>
              <a:off x="4490719" y="11633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62100"/>
            </a:solidFill>
          </p:spPr>
          <p:txBody>
            <a:bodyPr wrap="square" lIns="0" tIns="0" rIns="0" bIns="0" rtlCol="0"/>
            <a:lstStyle/>
            <a:p/>
          </p:txBody>
        </p:sp>
        <p:sp>
          <p:nvSpPr>
            <p:cNvPr id="933" name="object 933"/>
            <p:cNvSpPr/>
            <p:nvPr/>
          </p:nvSpPr>
          <p:spPr>
            <a:xfrm>
              <a:off x="4490719" y="11696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82100"/>
            </a:solidFill>
          </p:spPr>
          <p:txBody>
            <a:bodyPr wrap="square" lIns="0" tIns="0" rIns="0" bIns="0" rtlCol="0"/>
            <a:lstStyle/>
            <a:p/>
          </p:txBody>
        </p:sp>
        <p:sp>
          <p:nvSpPr>
            <p:cNvPr id="934" name="object 934"/>
            <p:cNvSpPr/>
            <p:nvPr/>
          </p:nvSpPr>
          <p:spPr>
            <a:xfrm>
              <a:off x="4490719" y="11772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B2000"/>
            </a:solidFill>
          </p:spPr>
          <p:txBody>
            <a:bodyPr wrap="square" lIns="0" tIns="0" rIns="0" bIns="0" rtlCol="0"/>
            <a:lstStyle/>
            <a:p/>
          </p:txBody>
        </p:sp>
        <p:sp>
          <p:nvSpPr>
            <p:cNvPr id="935" name="object 935"/>
            <p:cNvSpPr/>
            <p:nvPr/>
          </p:nvSpPr>
          <p:spPr>
            <a:xfrm>
              <a:off x="4490719" y="11849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D2000"/>
            </a:solidFill>
          </p:spPr>
          <p:txBody>
            <a:bodyPr wrap="square" lIns="0" tIns="0" rIns="0" bIns="0" rtlCol="0"/>
            <a:lstStyle/>
            <a:p/>
          </p:txBody>
        </p:sp>
        <p:sp>
          <p:nvSpPr>
            <p:cNvPr id="936" name="object 936"/>
            <p:cNvSpPr/>
            <p:nvPr/>
          </p:nvSpPr>
          <p:spPr>
            <a:xfrm>
              <a:off x="4490719" y="11925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01F00"/>
            </a:solidFill>
          </p:spPr>
          <p:txBody>
            <a:bodyPr wrap="square" lIns="0" tIns="0" rIns="0" bIns="0" rtlCol="0"/>
            <a:lstStyle/>
            <a:p/>
          </p:txBody>
        </p:sp>
        <p:sp>
          <p:nvSpPr>
            <p:cNvPr id="937" name="object 937"/>
            <p:cNvSpPr/>
            <p:nvPr/>
          </p:nvSpPr>
          <p:spPr>
            <a:xfrm>
              <a:off x="4490719" y="11988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21F00"/>
            </a:solidFill>
          </p:spPr>
          <p:txBody>
            <a:bodyPr wrap="square" lIns="0" tIns="0" rIns="0" bIns="0" rtlCol="0"/>
            <a:lstStyle/>
            <a:p/>
          </p:txBody>
        </p:sp>
        <p:sp>
          <p:nvSpPr>
            <p:cNvPr id="938" name="object 938"/>
            <p:cNvSpPr/>
            <p:nvPr/>
          </p:nvSpPr>
          <p:spPr>
            <a:xfrm>
              <a:off x="4490719" y="12064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61E00"/>
            </a:solidFill>
          </p:spPr>
          <p:txBody>
            <a:bodyPr wrap="square" lIns="0" tIns="0" rIns="0" bIns="0" rtlCol="0"/>
            <a:lstStyle/>
            <a:p/>
          </p:txBody>
        </p:sp>
        <p:sp>
          <p:nvSpPr>
            <p:cNvPr id="939" name="object 939"/>
            <p:cNvSpPr/>
            <p:nvPr/>
          </p:nvSpPr>
          <p:spPr>
            <a:xfrm>
              <a:off x="4490719" y="12141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71E00"/>
            </a:solidFill>
          </p:spPr>
          <p:txBody>
            <a:bodyPr wrap="square" lIns="0" tIns="0" rIns="0" bIns="0" rtlCol="0"/>
            <a:lstStyle/>
            <a:p/>
          </p:txBody>
        </p:sp>
        <p:sp>
          <p:nvSpPr>
            <p:cNvPr id="940" name="object 940"/>
            <p:cNvSpPr/>
            <p:nvPr/>
          </p:nvSpPr>
          <p:spPr>
            <a:xfrm>
              <a:off x="4490719" y="12204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91D00"/>
            </a:solidFill>
          </p:spPr>
          <p:txBody>
            <a:bodyPr wrap="square" lIns="0" tIns="0" rIns="0" bIns="0" rtlCol="0"/>
            <a:lstStyle/>
            <a:p/>
          </p:txBody>
        </p:sp>
        <p:sp>
          <p:nvSpPr>
            <p:cNvPr id="941" name="object 941"/>
            <p:cNvSpPr/>
            <p:nvPr/>
          </p:nvSpPr>
          <p:spPr>
            <a:xfrm>
              <a:off x="4490719" y="12280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C1D00"/>
            </a:solidFill>
          </p:spPr>
          <p:txBody>
            <a:bodyPr wrap="square" lIns="0" tIns="0" rIns="0" bIns="0" rtlCol="0"/>
            <a:lstStyle/>
            <a:p/>
          </p:txBody>
        </p:sp>
        <p:sp>
          <p:nvSpPr>
            <p:cNvPr id="942" name="object 942"/>
            <p:cNvSpPr/>
            <p:nvPr/>
          </p:nvSpPr>
          <p:spPr>
            <a:xfrm>
              <a:off x="4490719" y="12357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E1C00"/>
            </a:solidFill>
          </p:spPr>
          <p:txBody>
            <a:bodyPr wrap="square" lIns="0" tIns="0" rIns="0" bIns="0" rtlCol="0"/>
            <a:lstStyle/>
            <a:p/>
          </p:txBody>
        </p:sp>
        <p:sp>
          <p:nvSpPr>
            <p:cNvPr id="943" name="object 943"/>
            <p:cNvSpPr/>
            <p:nvPr/>
          </p:nvSpPr>
          <p:spPr>
            <a:xfrm>
              <a:off x="4490719" y="12420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11C00"/>
            </a:solidFill>
          </p:spPr>
          <p:txBody>
            <a:bodyPr wrap="square" lIns="0" tIns="0" rIns="0" bIns="0" rtlCol="0"/>
            <a:lstStyle/>
            <a:p/>
          </p:txBody>
        </p:sp>
        <p:sp>
          <p:nvSpPr>
            <p:cNvPr id="944" name="object 944"/>
            <p:cNvSpPr/>
            <p:nvPr/>
          </p:nvSpPr>
          <p:spPr>
            <a:xfrm>
              <a:off x="4490719" y="12496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31B00"/>
            </a:solidFill>
          </p:spPr>
          <p:txBody>
            <a:bodyPr wrap="square" lIns="0" tIns="0" rIns="0" bIns="0" rtlCol="0"/>
            <a:lstStyle/>
            <a:p/>
          </p:txBody>
        </p:sp>
        <p:sp>
          <p:nvSpPr>
            <p:cNvPr id="945" name="object 945"/>
            <p:cNvSpPr/>
            <p:nvPr/>
          </p:nvSpPr>
          <p:spPr>
            <a:xfrm>
              <a:off x="4490719" y="12572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61B00"/>
            </a:solidFill>
          </p:spPr>
          <p:txBody>
            <a:bodyPr wrap="square" lIns="0" tIns="0" rIns="0" bIns="0" rtlCol="0"/>
            <a:lstStyle/>
            <a:p/>
          </p:txBody>
        </p:sp>
        <p:sp>
          <p:nvSpPr>
            <p:cNvPr id="946" name="object 946"/>
            <p:cNvSpPr/>
            <p:nvPr/>
          </p:nvSpPr>
          <p:spPr>
            <a:xfrm>
              <a:off x="4490719" y="12649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81A00"/>
            </a:solidFill>
          </p:spPr>
          <p:txBody>
            <a:bodyPr wrap="square" lIns="0" tIns="0" rIns="0" bIns="0" rtlCol="0"/>
            <a:lstStyle/>
            <a:p/>
          </p:txBody>
        </p:sp>
        <p:sp>
          <p:nvSpPr>
            <p:cNvPr id="947" name="object 947"/>
            <p:cNvSpPr/>
            <p:nvPr/>
          </p:nvSpPr>
          <p:spPr>
            <a:xfrm>
              <a:off x="4490719" y="12712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A1A00"/>
            </a:solidFill>
          </p:spPr>
          <p:txBody>
            <a:bodyPr wrap="square" lIns="0" tIns="0" rIns="0" bIns="0" rtlCol="0"/>
            <a:lstStyle/>
            <a:p/>
          </p:txBody>
        </p:sp>
        <p:sp>
          <p:nvSpPr>
            <p:cNvPr id="948" name="object 948"/>
            <p:cNvSpPr/>
            <p:nvPr/>
          </p:nvSpPr>
          <p:spPr>
            <a:xfrm>
              <a:off x="4490719" y="12788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D1900"/>
            </a:solidFill>
          </p:spPr>
          <p:txBody>
            <a:bodyPr wrap="square" lIns="0" tIns="0" rIns="0" bIns="0" rtlCol="0"/>
            <a:lstStyle/>
            <a:p/>
          </p:txBody>
        </p:sp>
        <p:sp>
          <p:nvSpPr>
            <p:cNvPr id="949" name="object 949"/>
            <p:cNvSpPr/>
            <p:nvPr/>
          </p:nvSpPr>
          <p:spPr>
            <a:xfrm>
              <a:off x="4490719" y="12865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F1900"/>
            </a:solidFill>
          </p:spPr>
          <p:txBody>
            <a:bodyPr wrap="square" lIns="0" tIns="0" rIns="0" bIns="0" rtlCol="0"/>
            <a:lstStyle/>
            <a:p/>
          </p:txBody>
        </p:sp>
        <p:sp>
          <p:nvSpPr>
            <p:cNvPr id="950" name="object 950"/>
            <p:cNvSpPr/>
            <p:nvPr/>
          </p:nvSpPr>
          <p:spPr>
            <a:xfrm>
              <a:off x="4490719" y="12928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21800"/>
            </a:solidFill>
          </p:spPr>
          <p:txBody>
            <a:bodyPr wrap="square" lIns="0" tIns="0" rIns="0" bIns="0" rtlCol="0"/>
            <a:lstStyle/>
            <a:p/>
          </p:txBody>
        </p:sp>
        <p:sp>
          <p:nvSpPr>
            <p:cNvPr id="951" name="object 951"/>
            <p:cNvSpPr/>
            <p:nvPr/>
          </p:nvSpPr>
          <p:spPr>
            <a:xfrm>
              <a:off x="4490719" y="13004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41800"/>
            </a:solidFill>
          </p:spPr>
          <p:txBody>
            <a:bodyPr wrap="square" lIns="0" tIns="0" rIns="0" bIns="0" rtlCol="0"/>
            <a:lstStyle/>
            <a:p/>
          </p:txBody>
        </p:sp>
        <p:sp>
          <p:nvSpPr>
            <p:cNvPr id="952" name="object 952"/>
            <p:cNvSpPr/>
            <p:nvPr/>
          </p:nvSpPr>
          <p:spPr>
            <a:xfrm>
              <a:off x="4490719" y="130809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71700"/>
            </a:solidFill>
          </p:spPr>
          <p:txBody>
            <a:bodyPr wrap="square" lIns="0" tIns="0" rIns="0" bIns="0" rtlCol="0"/>
            <a:lstStyle/>
            <a:p/>
          </p:txBody>
        </p:sp>
        <p:sp>
          <p:nvSpPr>
            <p:cNvPr id="953" name="object 953"/>
            <p:cNvSpPr/>
            <p:nvPr/>
          </p:nvSpPr>
          <p:spPr>
            <a:xfrm>
              <a:off x="4490719" y="1314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91700"/>
            </a:solidFill>
          </p:spPr>
          <p:txBody>
            <a:bodyPr wrap="square" lIns="0" tIns="0" rIns="0" bIns="0" rtlCol="0"/>
            <a:lstStyle/>
            <a:p/>
          </p:txBody>
        </p:sp>
        <p:sp>
          <p:nvSpPr>
            <p:cNvPr id="954" name="object 954"/>
            <p:cNvSpPr/>
            <p:nvPr/>
          </p:nvSpPr>
          <p:spPr>
            <a:xfrm>
              <a:off x="4490719" y="13220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B1600"/>
            </a:solidFill>
          </p:spPr>
          <p:txBody>
            <a:bodyPr wrap="square" lIns="0" tIns="0" rIns="0" bIns="0" rtlCol="0"/>
            <a:lstStyle/>
            <a:p/>
          </p:txBody>
        </p:sp>
        <p:sp>
          <p:nvSpPr>
            <p:cNvPr id="955" name="object 955"/>
            <p:cNvSpPr/>
            <p:nvPr/>
          </p:nvSpPr>
          <p:spPr>
            <a:xfrm>
              <a:off x="4490719" y="13296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E1600"/>
            </a:solidFill>
          </p:spPr>
          <p:txBody>
            <a:bodyPr wrap="square" lIns="0" tIns="0" rIns="0" bIns="0" rtlCol="0"/>
            <a:lstStyle/>
            <a:p/>
          </p:txBody>
        </p:sp>
        <p:sp>
          <p:nvSpPr>
            <p:cNvPr id="956" name="object 956"/>
            <p:cNvSpPr/>
            <p:nvPr/>
          </p:nvSpPr>
          <p:spPr>
            <a:xfrm>
              <a:off x="4490719" y="13373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01500"/>
            </a:solidFill>
          </p:spPr>
          <p:txBody>
            <a:bodyPr wrap="square" lIns="0" tIns="0" rIns="0" bIns="0" rtlCol="0"/>
            <a:lstStyle/>
            <a:p/>
          </p:txBody>
        </p:sp>
        <p:sp>
          <p:nvSpPr>
            <p:cNvPr id="957" name="object 957"/>
            <p:cNvSpPr/>
            <p:nvPr/>
          </p:nvSpPr>
          <p:spPr>
            <a:xfrm>
              <a:off x="4490719" y="13436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31500"/>
            </a:solidFill>
          </p:spPr>
          <p:txBody>
            <a:bodyPr wrap="square" lIns="0" tIns="0" rIns="0" bIns="0" rtlCol="0"/>
            <a:lstStyle/>
            <a:p/>
          </p:txBody>
        </p:sp>
        <p:sp>
          <p:nvSpPr>
            <p:cNvPr id="958" name="object 958"/>
            <p:cNvSpPr/>
            <p:nvPr/>
          </p:nvSpPr>
          <p:spPr>
            <a:xfrm>
              <a:off x="4490719" y="1351279"/>
              <a:ext cx="82550" cy="7620"/>
            </a:xfrm>
            <a:custGeom>
              <a:avLst/>
              <a:gdLst/>
              <a:ahLst/>
              <a:cxnLst/>
              <a:rect l="l" t="t" r="r" b="b"/>
              <a:pathLst>
                <a:path w="82550" h="7619">
                  <a:moveTo>
                    <a:pt x="0" y="7620"/>
                  </a:moveTo>
                  <a:lnTo>
                    <a:pt x="0" y="0"/>
                  </a:lnTo>
                  <a:lnTo>
                    <a:pt x="82550" y="0"/>
                  </a:lnTo>
                  <a:lnTo>
                    <a:pt x="82549" y="7620"/>
                  </a:lnTo>
                  <a:lnTo>
                    <a:pt x="0" y="7620"/>
                  </a:lnTo>
                  <a:close/>
                </a:path>
              </a:pathLst>
            </a:custGeom>
            <a:solidFill>
              <a:srgbClr val="951400"/>
            </a:solidFill>
          </p:spPr>
          <p:txBody>
            <a:bodyPr wrap="square" lIns="0" tIns="0" rIns="0" bIns="0" rtlCol="0"/>
            <a:lstStyle/>
            <a:p/>
          </p:txBody>
        </p:sp>
        <p:sp>
          <p:nvSpPr>
            <p:cNvPr id="959" name="object 959"/>
            <p:cNvSpPr/>
            <p:nvPr/>
          </p:nvSpPr>
          <p:spPr>
            <a:xfrm>
              <a:off x="4490719" y="1358900"/>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981400"/>
            </a:solidFill>
          </p:spPr>
          <p:txBody>
            <a:bodyPr wrap="square" lIns="0" tIns="0" rIns="0" bIns="0" rtlCol="0"/>
            <a:lstStyle/>
            <a:p/>
          </p:txBody>
        </p:sp>
        <p:sp>
          <p:nvSpPr>
            <p:cNvPr id="960" name="object 960"/>
            <p:cNvSpPr/>
            <p:nvPr/>
          </p:nvSpPr>
          <p:spPr>
            <a:xfrm>
              <a:off x="4490719" y="136525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9A1300"/>
            </a:solidFill>
          </p:spPr>
          <p:txBody>
            <a:bodyPr wrap="square" lIns="0" tIns="0" rIns="0" bIns="0" rtlCol="0"/>
            <a:lstStyle/>
            <a:p/>
          </p:txBody>
        </p:sp>
        <p:sp>
          <p:nvSpPr>
            <p:cNvPr id="961" name="object 961"/>
            <p:cNvSpPr/>
            <p:nvPr/>
          </p:nvSpPr>
          <p:spPr>
            <a:xfrm>
              <a:off x="4490719" y="137286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9C1300"/>
            </a:solidFill>
          </p:spPr>
          <p:txBody>
            <a:bodyPr wrap="square" lIns="0" tIns="0" rIns="0" bIns="0" rtlCol="0"/>
            <a:lstStyle/>
            <a:p/>
          </p:txBody>
        </p:sp>
        <p:sp>
          <p:nvSpPr>
            <p:cNvPr id="962" name="object 962"/>
            <p:cNvSpPr/>
            <p:nvPr/>
          </p:nvSpPr>
          <p:spPr>
            <a:xfrm>
              <a:off x="4490719" y="138048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9F1200"/>
            </a:solidFill>
          </p:spPr>
          <p:txBody>
            <a:bodyPr wrap="square" lIns="0" tIns="0" rIns="0" bIns="0" rtlCol="0"/>
            <a:lstStyle/>
            <a:p/>
          </p:txBody>
        </p:sp>
        <p:sp>
          <p:nvSpPr>
            <p:cNvPr id="963" name="object 963"/>
            <p:cNvSpPr/>
            <p:nvPr/>
          </p:nvSpPr>
          <p:spPr>
            <a:xfrm>
              <a:off x="4490719" y="138683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A11200"/>
            </a:solidFill>
          </p:spPr>
          <p:txBody>
            <a:bodyPr wrap="square" lIns="0" tIns="0" rIns="0" bIns="0" rtlCol="0"/>
            <a:lstStyle/>
            <a:p/>
          </p:txBody>
        </p:sp>
        <p:sp>
          <p:nvSpPr>
            <p:cNvPr id="964" name="object 964"/>
            <p:cNvSpPr/>
            <p:nvPr/>
          </p:nvSpPr>
          <p:spPr>
            <a:xfrm>
              <a:off x="4490719" y="139445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A41100"/>
            </a:solidFill>
          </p:spPr>
          <p:txBody>
            <a:bodyPr wrap="square" lIns="0" tIns="0" rIns="0" bIns="0" rtlCol="0"/>
            <a:lstStyle/>
            <a:p/>
          </p:txBody>
        </p:sp>
        <p:sp>
          <p:nvSpPr>
            <p:cNvPr id="965" name="object 965"/>
            <p:cNvSpPr/>
            <p:nvPr/>
          </p:nvSpPr>
          <p:spPr>
            <a:xfrm>
              <a:off x="4490719" y="140207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A61100"/>
            </a:solidFill>
          </p:spPr>
          <p:txBody>
            <a:bodyPr wrap="square" lIns="0" tIns="0" rIns="0" bIns="0" rtlCol="0"/>
            <a:lstStyle/>
            <a:p/>
          </p:txBody>
        </p:sp>
        <p:sp>
          <p:nvSpPr>
            <p:cNvPr id="966" name="object 966"/>
            <p:cNvSpPr/>
            <p:nvPr/>
          </p:nvSpPr>
          <p:spPr>
            <a:xfrm>
              <a:off x="4490719" y="140842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A91000"/>
            </a:solidFill>
          </p:spPr>
          <p:txBody>
            <a:bodyPr wrap="square" lIns="0" tIns="0" rIns="0" bIns="0" rtlCol="0"/>
            <a:lstStyle/>
            <a:p/>
          </p:txBody>
        </p:sp>
        <p:sp>
          <p:nvSpPr>
            <p:cNvPr id="967" name="object 967"/>
            <p:cNvSpPr/>
            <p:nvPr/>
          </p:nvSpPr>
          <p:spPr>
            <a:xfrm>
              <a:off x="4490719" y="141605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AB1000"/>
            </a:solidFill>
          </p:spPr>
          <p:txBody>
            <a:bodyPr wrap="square" lIns="0" tIns="0" rIns="0" bIns="0" rtlCol="0"/>
            <a:lstStyle/>
            <a:p/>
          </p:txBody>
        </p:sp>
        <p:sp>
          <p:nvSpPr>
            <p:cNvPr id="968" name="object 968"/>
            <p:cNvSpPr/>
            <p:nvPr/>
          </p:nvSpPr>
          <p:spPr>
            <a:xfrm>
              <a:off x="4490719" y="142366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AD1000"/>
            </a:solidFill>
          </p:spPr>
          <p:txBody>
            <a:bodyPr wrap="square" lIns="0" tIns="0" rIns="0" bIns="0" rtlCol="0"/>
            <a:lstStyle/>
            <a:p/>
          </p:txBody>
        </p:sp>
        <p:sp>
          <p:nvSpPr>
            <p:cNvPr id="969" name="object 969"/>
            <p:cNvSpPr/>
            <p:nvPr/>
          </p:nvSpPr>
          <p:spPr>
            <a:xfrm>
              <a:off x="4490719" y="143128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B00F00"/>
            </a:solidFill>
          </p:spPr>
          <p:txBody>
            <a:bodyPr wrap="square" lIns="0" tIns="0" rIns="0" bIns="0" rtlCol="0"/>
            <a:lstStyle/>
            <a:p/>
          </p:txBody>
        </p:sp>
        <p:sp>
          <p:nvSpPr>
            <p:cNvPr id="970" name="object 970"/>
            <p:cNvSpPr/>
            <p:nvPr/>
          </p:nvSpPr>
          <p:spPr>
            <a:xfrm>
              <a:off x="4490719" y="143763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B20F00"/>
            </a:solidFill>
          </p:spPr>
          <p:txBody>
            <a:bodyPr wrap="square" lIns="0" tIns="0" rIns="0" bIns="0" rtlCol="0"/>
            <a:lstStyle/>
            <a:p/>
          </p:txBody>
        </p:sp>
        <p:sp>
          <p:nvSpPr>
            <p:cNvPr id="971" name="object 971"/>
            <p:cNvSpPr/>
            <p:nvPr/>
          </p:nvSpPr>
          <p:spPr>
            <a:xfrm>
              <a:off x="4490719" y="144525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B50E00"/>
            </a:solidFill>
          </p:spPr>
          <p:txBody>
            <a:bodyPr wrap="square" lIns="0" tIns="0" rIns="0" bIns="0" rtlCol="0"/>
            <a:lstStyle/>
            <a:p/>
          </p:txBody>
        </p:sp>
        <p:sp>
          <p:nvSpPr>
            <p:cNvPr id="972" name="object 972"/>
            <p:cNvSpPr/>
            <p:nvPr/>
          </p:nvSpPr>
          <p:spPr>
            <a:xfrm>
              <a:off x="4490719" y="145287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B70E00"/>
            </a:solidFill>
          </p:spPr>
          <p:txBody>
            <a:bodyPr wrap="square" lIns="0" tIns="0" rIns="0" bIns="0" rtlCol="0"/>
            <a:lstStyle/>
            <a:p/>
          </p:txBody>
        </p:sp>
        <p:sp>
          <p:nvSpPr>
            <p:cNvPr id="973" name="object 973"/>
            <p:cNvSpPr/>
            <p:nvPr/>
          </p:nvSpPr>
          <p:spPr>
            <a:xfrm>
              <a:off x="4490719" y="145922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BA0D00"/>
            </a:solidFill>
          </p:spPr>
          <p:txBody>
            <a:bodyPr wrap="square" lIns="0" tIns="0" rIns="0" bIns="0" rtlCol="0"/>
            <a:lstStyle/>
            <a:p/>
          </p:txBody>
        </p:sp>
        <p:sp>
          <p:nvSpPr>
            <p:cNvPr id="974" name="object 974"/>
            <p:cNvSpPr/>
            <p:nvPr/>
          </p:nvSpPr>
          <p:spPr>
            <a:xfrm>
              <a:off x="4490719" y="146685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BC0D00"/>
            </a:solidFill>
          </p:spPr>
          <p:txBody>
            <a:bodyPr wrap="square" lIns="0" tIns="0" rIns="0" bIns="0" rtlCol="0"/>
            <a:lstStyle/>
            <a:p/>
          </p:txBody>
        </p:sp>
        <p:sp>
          <p:nvSpPr>
            <p:cNvPr id="975" name="object 975"/>
            <p:cNvSpPr/>
            <p:nvPr/>
          </p:nvSpPr>
          <p:spPr>
            <a:xfrm>
              <a:off x="4490719" y="147446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BE0C00"/>
            </a:solidFill>
          </p:spPr>
          <p:txBody>
            <a:bodyPr wrap="square" lIns="0" tIns="0" rIns="0" bIns="0" rtlCol="0"/>
            <a:lstStyle/>
            <a:p/>
          </p:txBody>
        </p:sp>
        <p:sp>
          <p:nvSpPr>
            <p:cNvPr id="976" name="object 976"/>
            <p:cNvSpPr/>
            <p:nvPr/>
          </p:nvSpPr>
          <p:spPr>
            <a:xfrm>
              <a:off x="4490719" y="148208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C10C00"/>
            </a:solidFill>
          </p:spPr>
          <p:txBody>
            <a:bodyPr wrap="square" lIns="0" tIns="0" rIns="0" bIns="0" rtlCol="0"/>
            <a:lstStyle/>
            <a:p/>
          </p:txBody>
        </p:sp>
        <p:sp>
          <p:nvSpPr>
            <p:cNvPr id="977" name="object 977"/>
            <p:cNvSpPr/>
            <p:nvPr/>
          </p:nvSpPr>
          <p:spPr>
            <a:xfrm>
              <a:off x="4490719" y="148843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C30B00"/>
            </a:solidFill>
          </p:spPr>
          <p:txBody>
            <a:bodyPr wrap="square" lIns="0" tIns="0" rIns="0" bIns="0" rtlCol="0"/>
            <a:lstStyle/>
            <a:p/>
          </p:txBody>
        </p:sp>
        <p:sp>
          <p:nvSpPr>
            <p:cNvPr id="978" name="object 978"/>
            <p:cNvSpPr/>
            <p:nvPr/>
          </p:nvSpPr>
          <p:spPr>
            <a:xfrm>
              <a:off x="4490719" y="1496059"/>
              <a:ext cx="82550" cy="7620"/>
            </a:xfrm>
            <a:custGeom>
              <a:avLst/>
              <a:gdLst/>
              <a:ahLst/>
              <a:cxnLst/>
              <a:rect l="l" t="t" r="r" b="b"/>
              <a:pathLst>
                <a:path w="82550" h="7619">
                  <a:moveTo>
                    <a:pt x="0" y="7619"/>
                  </a:moveTo>
                  <a:lnTo>
                    <a:pt x="0" y="0"/>
                  </a:lnTo>
                  <a:lnTo>
                    <a:pt x="82549" y="0"/>
                  </a:lnTo>
                  <a:lnTo>
                    <a:pt x="82549" y="7619"/>
                  </a:lnTo>
                  <a:lnTo>
                    <a:pt x="0" y="7619"/>
                  </a:lnTo>
                  <a:close/>
                </a:path>
              </a:pathLst>
            </a:custGeom>
            <a:solidFill>
              <a:srgbClr val="C60B00"/>
            </a:solidFill>
          </p:spPr>
          <p:txBody>
            <a:bodyPr wrap="square" lIns="0" tIns="0" rIns="0" bIns="0" rtlCol="0"/>
            <a:lstStyle/>
            <a:p/>
          </p:txBody>
        </p:sp>
        <p:sp>
          <p:nvSpPr>
            <p:cNvPr id="979" name="object 979"/>
            <p:cNvSpPr/>
            <p:nvPr/>
          </p:nvSpPr>
          <p:spPr>
            <a:xfrm>
              <a:off x="4490719" y="1503679"/>
              <a:ext cx="82550" cy="6350"/>
            </a:xfrm>
            <a:custGeom>
              <a:avLst/>
              <a:gdLst/>
              <a:ahLst/>
              <a:cxnLst/>
              <a:rect l="l" t="t" r="r" b="b"/>
              <a:pathLst>
                <a:path w="82550" h="6350">
                  <a:moveTo>
                    <a:pt x="0" y="6350"/>
                  </a:moveTo>
                  <a:lnTo>
                    <a:pt x="0" y="0"/>
                  </a:lnTo>
                  <a:lnTo>
                    <a:pt x="82549" y="0"/>
                  </a:lnTo>
                  <a:lnTo>
                    <a:pt x="82549" y="6350"/>
                  </a:lnTo>
                  <a:lnTo>
                    <a:pt x="0" y="6350"/>
                  </a:lnTo>
                  <a:close/>
                </a:path>
              </a:pathLst>
            </a:custGeom>
            <a:solidFill>
              <a:srgbClr val="C80A00"/>
            </a:solidFill>
          </p:spPr>
          <p:txBody>
            <a:bodyPr wrap="square" lIns="0" tIns="0" rIns="0" bIns="0" rtlCol="0"/>
            <a:lstStyle/>
            <a:p/>
          </p:txBody>
        </p:sp>
        <p:sp>
          <p:nvSpPr>
            <p:cNvPr id="980" name="object 980"/>
            <p:cNvSpPr/>
            <p:nvPr/>
          </p:nvSpPr>
          <p:spPr>
            <a:xfrm>
              <a:off x="4490719" y="1510029"/>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CC0A00"/>
            </a:solidFill>
          </p:spPr>
          <p:txBody>
            <a:bodyPr wrap="square" lIns="0" tIns="0" rIns="0" bIns="0" rtlCol="0"/>
            <a:lstStyle/>
            <a:p/>
          </p:txBody>
        </p:sp>
        <p:sp>
          <p:nvSpPr>
            <p:cNvPr id="981" name="object 981"/>
            <p:cNvSpPr/>
            <p:nvPr/>
          </p:nvSpPr>
          <p:spPr>
            <a:xfrm>
              <a:off x="4490719" y="1517650"/>
              <a:ext cx="82550" cy="7620"/>
            </a:xfrm>
            <a:custGeom>
              <a:avLst/>
              <a:gdLst/>
              <a:ahLst/>
              <a:cxnLst/>
              <a:rect l="l" t="t" r="r" b="b"/>
              <a:pathLst>
                <a:path w="82550" h="7619">
                  <a:moveTo>
                    <a:pt x="0" y="7620"/>
                  </a:moveTo>
                  <a:lnTo>
                    <a:pt x="0" y="0"/>
                  </a:lnTo>
                  <a:lnTo>
                    <a:pt x="82549" y="0"/>
                  </a:lnTo>
                  <a:lnTo>
                    <a:pt x="82549" y="7620"/>
                  </a:lnTo>
                  <a:lnTo>
                    <a:pt x="0" y="7620"/>
                  </a:lnTo>
                  <a:close/>
                </a:path>
              </a:pathLst>
            </a:custGeom>
            <a:solidFill>
              <a:srgbClr val="CD0900"/>
            </a:solidFill>
          </p:spPr>
          <p:txBody>
            <a:bodyPr wrap="square" lIns="0" tIns="0" rIns="0" bIns="0" rtlCol="0"/>
            <a:lstStyle/>
            <a:p/>
          </p:txBody>
        </p:sp>
        <p:sp>
          <p:nvSpPr>
            <p:cNvPr id="982" name="object 982"/>
            <p:cNvSpPr/>
            <p:nvPr/>
          </p:nvSpPr>
          <p:spPr>
            <a:xfrm>
              <a:off x="4490720" y="1525269"/>
              <a:ext cx="137160" cy="6350"/>
            </a:xfrm>
            <a:custGeom>
              <a:avLst/>
              <a:gdLst/>
              <a:ahLst/>
              <a:cxnLst/>
              <a:rect l="l" t="t" r="r" b="b"/>
              <a:pathLst>
                <a:path w="137160" h="6350">
                  <a:moveTo>
                    <a:pt x="82537" y="0"/>
                  </a:moveTo>
                  <a:lnTo>
                    <a:pt x="0" y="0"/>
                  </a:lnTo>
                  <a:lnTo>
                    <a:pt x="0" y="6350"/>
                  </a:lnTo>
                  <a:lnTo>
                    <a:pt x="82537" y="6350"/>
                  </a:lnTo>
                  <a:lnTo>
                    <a:pt x="82537" y="0"/>
                  </a:lnTo>
                  <a:close/>
                </a:path>
                <a:path w="137160" h="6350">
                  <a:moveTo>
                    <a:pt x="137160" y="5080"/>
                  </a:moveTo>
                  <a:lnTo>
                    <a:pt x="135890" y="5080"/>
                  </a:lnTo>
                  <a:lnTo>
                    <a:pt x="135890" y="6350"/>
                  </a:lnTo>
                  <a:lnTo>
                    <a:pt x="137160" y="6350"/>
                  </a:lnTo>
                  <a:lnTo>
                    <a:pt x="137160" y="5080"/>
                  </a:lnTo>
                  <a:close/>
                </a:path>
              </a:pathLst>
            </a:custGeom>
            <a:solidFill>
              <a:srgbClr val="CF0900"/>
            </a:solidFill>
          </p:spPr>
          <p:txBody>
            <a:bodyPr wrap="square" lIns="0" tIns="0" rIns="0" bIns="0" rtlCol="0"/>
            <a:lstStyle/>
            <a:p/>
          </p:txBody>
        </p:sp>
        <p:sp>
          <p:nvSpPr>
            <p:cNvPr id="983" name="object 983"/>
            <p:cNvSpPr/>
            <p:nvPr/>
          </p:nvSpPr>
          <p:spPr>
            <a:xfrm>
              <a:off x="4490719" y="1531619"/>
              <a:ext cx="142240" cy="7620"/>
            </a:xfrm>
            <a:custGeom>
              <a:avLst/>
              <a:gdLst/>
              <a:ahLst/>
              <a:cxnLst/>
              <a:rect l="l" t="t" r="r" b="b"/>
              <a:pathLst>
                <a:path w="142239" h="7619">
                  <a:moveTo>
                    <a:pt x="82549" y="0"/>
                  </a:moveTo>
                  <a:lnTo>
                    <a:pt x="0" y="0"/>
                  </a:lnTo>
                  <a:lnTo>
                    <a:pt x="0" y="5079"/>
                  </a:lnTo>
                  <a:lnTo>
                    <a:pt x="1269" y="5079"/>
                  </a:lnTo>
                  <a:lnTo>
                    <a:pt x="1269" y="7619"/>
                  </a:lnTo>
                  <a:lnTo>
                    <a:pt x="82549" y="7619"/>
                  </a:lnTo>
                  <a:lnTo>
                    <a:pt x="82549" y="0"/>
                  </a:lnTo>
                  <a:close/>
                </a:path>
                <a:path w="142239" h="7619">
                  <a:moveTo>
                    <a:pt x="138429" y="0"/>
                  </a:moveTo>
                  <a:lnTo>
                    <a:pt x="135889" y="0"/>
                  </a:lnTo>
                  <a:lnTo>
                    <a:pt x="135889" y="1269"/>
                  </a:lnTo>
                  <a:lnTo>
                    <a:pt x="134619" y="1269"/>
                  </a:lnTo>
                  <a:lnTo>
                    <a:pt x="134619" y="6350"/>
                  </a:lnTo>
                  <a:lnTo>
                    <a:pt x="133350" y="6350"/>
                  </a:lnTo>
                  <a:lnTo>
                    <a:pt x="133350" y="7619"/>
                  </a:lnTo>
                  <a:lnTo>
                    <a:pt x="142239" y="7619"/>
                  </a:lnTo>
                  <a:lnTo>
                    <a:pt x="142239" y="5079"/>
                  </a:lnTo>
                  <a:lnTo>
                    <a:pt x="140969" y="5079"/>
                  </a:lnTo>
                  <a:lnTo>
                    <a:pt x="140969" y="3809"/>
                  </a:lnTo>
                  <a:lnTo>
                    <a:pt x="139699" y="3809"/>
                  </a:lnTo>
                  <a:lnTo>
                    <a:pt x="139699" y="2539"/>
                  </a:lnTo>
                  <a:lnTo>
                    <a:pt x="138429" y="2539"/>
                  </a:lnTo>
                  <a:lnTo>
                    <a:pt x="138429" y="0"/>
                  </a:lnTo>
                  <a:close/>
                </a:path>
              </a:pathLst>
            </a:custGeom>
            <a:solidFill>
              <a:srgbClr val="D20800"/>
            </a:solidFill>
          </p:spPr>
          <p:txBody>
            <a:bodyPr wrap="square" lIns="0" tIns="0" rIns="0" bIns="0" rtlCol="0"/>
            <a:lstStyle/>
            <a:p/>
          </p:txBody>
        </p:sp>
        <p:sp>
          <p:nvSpPr>
            <p:cNvPr id="984" name="object 984"/>
            <p:cNvSpPr/>
            <p:nvPr/>
          </p:nvSpPr>
          <p:spPr>
            <a:xfrm>
              <a:off x="4491989" y="1539239"/>
              <a:ext cx="144780" cy="7620"/>
            </a:xfrm>
            <a:custGeom>
              <a:avLst/>
              <a:gdLst/>
              <a:ahLst/>
              <a:cxnLst/>
              <a:rect l="l" t="t" r="r" b="b"/>
              <a:pathLst>
                <a:path w="144779" h="7619">
                  <a:moveTo>
                    <a:pt x="81279" y="0"/>
                  </a:moveTo>
                  <a:lnTo>
                    <a:pt x="0" y="0"/>
                  </a:lnTo>
                  <a:lnTo>
                    <a:pt x="0" y="7620"/>
                  </a:lnTo>
                  <a:lnTo>
                    <a:pt x="82550" y="7620"/>
                  </a:lnTo>
                  <a:lnTo>
                    <a:pt x="82550" y="2539"/>
                  </a:lnTo>
                  <a:lnTo>
                    <a:pt x="81279" y="2539"/>
                  </a:lnTo>
                  <a:lnTo>
                    <a:pt x="81279" y="0"/>
                  </a:lnTo>
                  <a:close/>
                </a:path>
                <a:path w="144779" h="7619">
                  <a:moveTo>
                    <a:pt x="142240" y="0"/>
                  </a:moveTo>
                  <a:lnTo>
                    <a:pt x="132080" y="0"/>
                  </a:lnTo>
                  <a:lnTo>
                    <a:pt x="132080" y="2539"/>
                  </a:lnTo>
                  <a:lnTo>
                    <a:pt x="130810" y="2539"/>
                  </a:lnTo>
                  <a:lnTo>
                    <a:pt x="130810" y="6350"/>
                  </a:lnTo>
                  <a:lnTo>
                    <a:pt x="129539" y="6350"/>
                  </a:lnTo>
                  <a:lnTo>
                    <a:pt x="129539" y="7620"/>
                  </a:lnTo>
                  <a:lnTo>
                    <a:pt x="144780" y="7620"/>
                  </a:lnTo>
                  <a:lnTo>
                    <a:pt x="144780" y="3810"/>
                  </a:lnTo>
                  <a:lnTo>
                    <a:pt x="143510" y="3810"/>
                  </a:lnTo>
                  <a:lnTo>
                    <a:pt x="143510" y="1270"/>
                  </a:lnTo>
                  <a:lnTo>
                    <a:pt x="142240" y="1270"/>
                  </a:lnTo>
                  <a:lnTo>
                    <a:pt x="142240" y="0"/>
                  </a:lnTo>
                  <a:close/>
                </a:path>
              </a:pathLst>
            </a:custGeom>
            <a:solidFill>
              <a:srgbClr val="D40800"/>
            </a:solidFill>
          </p:spPr>
          <p:txBody>
            <a:bodyPr wrap="square" lIns="0" tIns="0" rIns="0" bIns="0" rtlCol="0"/>
            <a:lstStyle/>
            <a:p/>
          </p:txBody>
        </p:sp>
        <p:sp>
          <p:nvSpPr>
            <p:cNvPr id="985" name="object 985"/>
            <p:cNvSpPr/>
            <p:nvPr/>
          </p:nvSpPr>
          <p:spPr>
            <a:xfrm>
              <a:off x="4491989" y="1546859"/>
              <a:ext cx="143510" cy="7620"/>
            </a:xfrm>
            <a:custGeom>
              <a:avLst/>
              <a:gdLst/>
              <a:ahLst/>
              <a:cxnLst/>
              <a:rect l="l" t="t" r="r" b="b"/>
              <a:pathLst>
                <a:path w="143510" h="7619">
                  <a:moveTo>
                    <a:pt x="82550" y="0"/>
                  </a:moveTo>
                  <a:lnTo>
                    <a:pt x="0" y="0"/>
                  </a:lnTo>
                  <a:lnTo>
                    <a:pt x="0" y="7619"/>
                  </a:lnTo>
                  <a:lnTo>
                    <a:pt x="82550" y="7619"/>
                  </a:lnTo>
                  <a:lnTo>
                    <a:pt x="82550" y="0"/>
                  </a:lnTo>
                  <a:close/>
                </a:path>
                <a:path w="143510" h="7619">
                  <a:moveTo>
                    <a:pt x="143510" y="0"/>
                  </a:moveTo>
                  <a:lnTo>
                    <a:pt x="129539" y="0"/>
                  </a:lnTo>
                  <a:lnTo>
                    <a:pt x="129539" y="3810"/>
                  </a:lnTo>
                  <a:lnTo>
                    <a:pt x="128270" y="3810"/>
                  </a:lnTo>
                  <a:lnTo>
                    <a:pt x="128270" y="7619"/>
                  </a:lnTo>
                  <a:lnTo>
                    <a:pt x="142240" y="7619"/>
                  </a:lnTo>
                  <a:lnTo>
                    <a:pt x="142240" y="5079"/>
                  </a:lnTo>
                  <a:lnTo>
                    <a:pt x="143510" y="5079"/>
                  </a:lnTo>
                  <a:lnTo>
                    <a:pt x="143510" y="0"/>
                  </a:lnTo>
                  <a:close/>
                </a:path>
              </a:pathLst>
            </a:custGeom>
            <a:solidFill>
              <a:srgbClr val="D70700"/>
            </a:solidFill>
          </p:spPr>
          <p:txBody>
            <a:bodyPr wrap="square" lIns="0" tIns="0" rIns="0" bIns="0" rtlCol="0"/>
            <a:lstStyle/>
            <a:p/>
          </p:txBody>
        </p:sp>
        <p:sp>
          <p:nvSpPr>
            <p:cNvPr id="986" name="object 986"/>
            <p:cNvSpPr/>
            <p:nvPr/>
          </p:nvSpPr>
          <p:spPr>
            <a:xfrm>
              <a:off x="4491989" y="1554479"/>
              <a:ext cx="142240" cy="6350"/>
            </a:xfrm>
            <a:custGeom>
              <a:avLst/>
              <a:gdLst/>
              <a:ahLst/>
              <a:cxnLst/>
              <a:rect l="l" t="t" r="r" b="b"/>
              <a:pathLst>
                <a:path w="142239" h="6350">
                  <a:moveTo>
                    <a:pt x="83820" y="5079"/>
                  </a:moveTo>
                  <a:lnTo>
                    <a:pt x="1270" y="5079"/>
                  </a:lnTo>
                  <a:lnTo>
                    <a:pt x="1270" y="6349"/>
                  </a:lnTo>
                  <a:lnTo>
                    <a:pt x="83820" y="6349"/>
                  </a:lnTo>
                  <a:lnTo>
                    <a:pt x="83820" y="5079"/>
                  </a:lnTo>
                  <a:close/>
                </a:path>
                <a:path w="142239" h="6350">
                  <a:moveTo>
                    <a:pt x="82550" y="0"/>
                  </a:moveTo>
                  <a:lnTo>
                    <a:pt x="0" y="0"/>
                  </a:lnTo>
                  <a:lnTo>
                    <a:pt x="0" y="5079"/>
                  </a:lnTo>
                  <a:lnTo>
                    <a:pt x="82550" y="5079"/>
                  </a:lnTo>
                  <a:lnTo>
                    <a:pt x="82550" y="0"/>
                  </a:lnTo>
                  <a:close/>
                </a:path>
                <a:path w="142239" h="6350">
                  <a:moveTo>
                    <a:pt x="140970" y="2539"/>
                  </a:moveTo>
                  <a:lnTo>
                    <a:pt x="125730" y="2539"/>
                  </a:lnTo>
                  <a:lnTo>
                    <a:pt x="125730" y="5079"/>
                  </a:lnTo>
                  <a:lnTo>
                    <a:pt x="124460" y="5079"/>
                  </a:lnTo>
                  <a:lnTo>
                    <a:pt x="124460" y="6349"/>
                  </a:lnTo>
                  <a:lnTo>
                    <a:pt x="140970" y="6349"/>
                  </a:lnTo>
                  <a:lnTo>
                    <a:pt x="140970" y="2539"/>
                  </a:lnTo>
                  <a:close/>
                </a:path>
                <a:path w="142239" h="6350">
                  <a:moveTo>
                    <a:pt x="142239" y="0"/>
                  </a:moveTo>
                  <a:lnTo>
                    <a:pt x="127000" y="0"/>
                  </a:lnTo>
                  <a:lnTo>
                    <a:pt x="127000" y="2539"/>
                  </a:lnTo>
                  <a:lnTo>
                    <a:pt x="142239" y="2539"/>
                  </a:lnTo>
                  <a:lnTo>
                    <a:pt x="142239" y="0"/>
                  </a:lnTo>
                  <a:close/>
                </a:path>
              </a:pathLst>
            </a:custGeom>
            <a:solidFill>
              <a:srgbClr val="D90700"/>
            </a:solidFill>
          </p:spPr>
          <p:txBody>
            <a:bodyPr wrap="square" lIns="0" tIns="0" rIns="0" bIns="0" rtlCol="0"/>
            <a:lstStyle/>
            <a:p/>
          </p:txBody>
        </p:sp>
        <p:sp>
          <p:nvSpPr>
            <p:cNvPr id="987" name="object 987"/>
            <p:cNvSpPr/>
            <p:nvPr/>
          </p:nvSpPr>
          <p:spPr>
            <a:xfrm>
              <a:off x="4493259" y="1560829"/>
              <a:ext cx="139700" cy="7620"/>
            </a:xfrm>
            <a:custGeom>
              <a:avLst/>
              <a:gdLst/>
              <a:ahLst/>
              <a:cxnLst/>
              <a:rect l="l" t="t" r="r" b="b"/>
              <a:pathLst>
                <a:path w="139700" h="7619">
                  <a:moveTo>
                    <a:pt x="82550" y="0"/>
                  </a:moveTo>
                  <a:lnTo>
                    <a:pt x="0" y="0"/>
                  </a:lnTo>
                  <a:lnTo>
                    <a:pt x="0" y="6350"/>
                  </a:lnTo>
                  <a:lnTo>
                    <a:pt x="83820" y="6350"/>
                  </a:lnTo>
                  <a:lnTo>
                    <a:pt x="83820" y="1270"/>
                  </a:lnTo>
                  <a:lnTo>
                    <a:pt x="82550" y="1270"/>
                  </a:lnTo>
                  <a:lnTo>
                    <a:pt x="82550" y="0"/>
                  </a:lnTo>
                  <a:close/>
                </a:path>
                <a:path w="139700" h="7619">
                  <a:moveTo>
                    <a:pt x="138429" y="1270"/>
                  </a:moveTo>
                  <a:lnTo>
                    <a:pt x="121919" y="1270"/>
                  </a:lnTo>
                  <a:lnTo>
                    <a:pt x="121919" y="3810"/>
                  </a:lnTo>
                  <a:lnTo>
                    <a:pt x="120650" y="3810"/>
                  </a:lnTo>
                  <a:lnTo>
                    <a:pt x="120650" y="6350"/>
                  </a:lnTo>
                  <a:lnTo>
                    <a:pt x="138429" y="6350"/>
                  </a:lnTo>
                  <a:lnTo>
                    <a:pt x="138429" y="1270"/>
                  </a:lnTo>
                  <a:close/>
                </a:path>
                <a:path w="139700" h="7619">
                  <a:moveTo>
                    <a:pt x="139700" y="0"/>
                  </a:moveTo>
                  <a:lnTo>
                    <a:pt x="123189" y="0"/>
                  </a:lnTo>
                  <a:lnTo>
                    <a:pt x="123189" y="1270"/>
                  </a:lnTo>
                  <a:lnTo>
                    <a:pt x="139700" y="1270"/>
                  </a:lnTo>
                  <a:lnTo>
                    <a:pt x="139700" y="0"/>
                  </a:lnTo>
                  <a:close/>
                </a:path>
                <a:path w="139700" h="7619">
                  <a:moveTo>
                    <a:pt x="83819" y="6476"/>
                  </a:moveTo>
                  <a:lnTo>
                    <a:pt x="1269" y="6476"/>
                  </a:lnTo>
                  <a:lnTo>
                    <a:pt x="1269" y="7620"/>
                  </a:lnTo>
                  <a:lnTo>
                    <a:pt x="83819" y="7620"/>
                  </a:lnTo>
                  <a:lnTo>
                    <a:pt x="83819" y="6476"/>
                  </a:lnTo>
                  <a:close/>
                </a:path>
                <a:path w="139700" h="7619">
                  <a:moveTo>
                    <a:pt x="137159" y="6476"/>
                  </a:moveTo>
                  <a:lnTo>
                    <a:pt x="119379" y="6476"/>
                  </a:lnTo>
                  <a:lnTo>
                    <a:pt x="119379" y="7620"/>
                  </a:lnTo>
                  <a:lnTo>
                    <a:pt x="137159" y="7620"/>
                  </a:lnTo>
                  <a:lnTo>
                    <a:pt x="137159" y="6476"/>
                  </a:lnTo>
                  <a:close/>
                </a:path>
              </a:pathLst>
            </a:custGeom>
            <a:solidFill>
              <a:srgbClr val="DC0600"/>
            </a:solidFill>
          </p:spPr>
          <p:txBody>
            <a:bodyPr wrap="square" lIns="0" tIns="0" rIns="0" bIns="0" rtlCol="0"/>
            <a:lstStyle/>
            <a:p/>
          </p:txBody>
        </p:sp>
        <p:sp>
          <p:nvSpPr>
            <p:cNvPr id="988" name="object 988"/>
            <p:cNvSpPr/>
            <p:nvPr/>
          </p:nvSpPr>
          <p:spPr>
            <a:xfrm>
              <a:off x="4494529" y="1568450"/>
              <a:ext cx="135890" cy="7620"/>
            </a:xfrm>
            <a:custGeom>
              <a:avLst/>
              <a:gdLst/>
              <a:ahLst/>
              <a:cxnLst/>
              <a:rect l="l" t="t" r="r" b="b"/>
              <a:pathLst>
                <a:path w="135889" h="7619">
                  <a:moveTo>
                    <a:pt x="83820" y="3937"/>
                  </a:moveTo>
                  <a:lnTo>
                    <a:pt x="0" y="3937"/>
                  </a:lnTo>
                  <a:lnTo>
                    <a:pt x="0" y="6476"/>
                  </a:lnTo>
                  <a:lnTo>
                    <a:pt x="1270" y="6476"/>
                  </a:lnTo>
                  <a:lnTo>
                    <a:pt x="1270" y="7620"/>
                  </a:lnTo>
                  <a:lnTo>
                    <a:pt x="85090" y="7620"/>
                  </a:lnTo>
                  <a:lnTo>
                    <a:pt x="85089" y="5079"/>
                  </a:lnTo>
                  <a:lnTo>
                    <a:pt x="83820" y="5079"/>
                  </a:lnTo>
                  <a:lnTo>
                    <a:pt x="83820" y="3937"/>
                  </a:lnTo>
                  <a:close/>
                </a:path>
                <a:path w="135889" h="7619">
                  <a:moveTo>
                    <a:pt x="116840" y="3809"/>
                  </a:moveTo>
                  <a:lnTo>
                    <a:pt x="115570" y="3809"/>
                  </a:lnTo>
                  <a:lnTo>
                    <a:pt x="115570" y="6476"/>
                  </a:lnTo>
                  <a:lnTo>
                    <a:pt x="114300" y="6476"/>
                  </a:lnTo>
                  <a:lnTo>
                    <a:pt x="114300" y="7620"/>
                  </a:lnTo>
                  <a:lnTo>
                    <a:pt x="134620" y="7620"/>
                  </a:lnTo>
                  <a:lnTo>
                    <a:pt x="134620" y="5079"/>
                  </a:lnTo>
                  <a:lnTo>
                    <a:pt x="135890" y="5079"/>
                  </a:lnTo>
                  <a:lnTo>
                    <a:pt x="135890" y="3937"/>
                  </a:lnTo>
                  <a:lnTo>
                    <a:pt x="116840" y="3937"/>
                  </a:lnTo>
                  <a:lnTo>
                    <a:pt x="116840" y="3809"/>
                  </a:lnTo>
                  <a:close/>
                </a:path>
                <a:path w="135889" h="7619">
                  <a:moveTo>
                    <a:pt x="118110" y="1269"/>
                  </a:moveTo>
                  <a:lnTo>
                    <a:pt x="116840" y="1269"/>
                  </a:lnTo>
                  <a:lnTo>
                    <a:pt x="116840" y="3809"/>
                  </a:lnTo>
                  <a:lnTo>
                    <a:pt x="135890" y="3809"/>
                  </a:lnTo>
                  <a:lnTo>
                    <a:pt x="135890" y="1396"/>
                  </a:lnTo>
                  <a:lnTo>
                    <a:pt x="118110" y="1396"/>
                  </a:lnTo>
                  <a:close/>
                </a:path>
                <a:path w="135889" h="7619">
                  <a:moveTo>
                    <a:pt x="135889" y="0"/>
                  </a:moveTo>
                  <a:lnTo>
                    <a:pt x="118110" y="0"/>
                  </a:lnTo>
                  <a:lnTo>
                    <a:pt x="118110" y="1269"/>
                  </a:lnTo>
                  <a:lnTo>
                    <a:pt x="135890" y="1269"/>
                  </a:lnTo>
                  <a:lnTo>
                    <a:pt x="135889" y="0"/>
                  </a:lnTo>
                  <a:close/>
                </a:path>
                <a:path w="135889" h="7619">
                  <a:moveTo>
                    <a:pt x="82550" y="1396"/>
                  </a:moveTo>
                  <a:lnTo>
                    <a:pt x="0" y="1396"/>
                  </a:lnTo>
                  <a:lnTo>
                    <a:pt x="0" y="3809"/>
                  </a:lnTo>
                  <a:lnTo>
                    <a:pt x="83820" y="3809"/>
                  </a:lnTo>
                  <a:lnTo>
                    <a:pt x="83820" y="2666"/>
                  </a:lnTo>
                  <a:lnTo>
                    <a:pt x="82550" y="2666"/>
                  </a:lnTo>
                  <a:lnTo>
                    <a:pt x="82550" y="1396"/>
                  </a:lnTo>
                  <a:close/>
                </a:path>
                <a:path w="135889" h="7619">
                  <a:moveTo>
                    <a:pt x="82550" y="0"/>
                  </a:moveTo>
                  <a:lnTo>
                    <a:pt x="0" y="0"/>
                  </a:lnTo>
                  <a:lnTo>
                    <a:pt x="0" y="1269"/>
                  </a:lnTo>
                  <a:lnTo>
                    <a:pt x="82550" y="1269"/>
                  </a:lnTo>
                  <a:lnTo>
                    <a:pt x="82550" y="0"/>
                  </a:lnTo>
                  <a:close/>
                </a:path>
              </a:pathLst>
            </a:custGeom>
            <a:solidFill>
              <a:srgbClr val="DE0600"/>
            </a:solidFill>
          </p:spPr>
          <p:txBody>
            <a:bodyPr wrap="square" lIns="0" tIns="0" rIns="0" bIns="0" rtlCol="0"/>
            <a:lstStyle/>
            <a:p/>
          </p:txBody>
        </p:sp>
        <p:sp>
          <p:nvSpPr>
            <p:cNvPr id="989" name="object 989"/>
            <p:cNvSpPr/>
            <p:nvPr/>
          </p:nvSpPr>
          <p:spPr>
            <a:xfrm>
              <a:off x="4495799" y="1576069"/>
              <a:ext cx="133350" cy="6350"/>
            </a:xfrm>
            <a:custGeom>
              <a:avLst/>
              <a:gdLst/>
              <a:ahLst/>
              <a:cxnLst/>
              <a:rect l="l" t="t" r="r" b="b"/>
              <a:pathLst>
                <a:path w="133350" h="6350">
                  <a:moveTo>
                    <a:pt x="111760" y="2539"/>
                  </a:moveTo>
                  <a:lnTo>
                    <a:pt x="110489" y="2539"/>
                  </a:lnTo>
                  <a:lnTo>
                    <a:pt x="110489" y="3809"/>
                  </a:lnTo>
                  <a:lnTo>
                    <a:pt x="109220" y="3809"/>
                  </a:lnTo>
                  <a:lnTo>
                    <a:pt x="109220" y="5206"/>
                  </a:lnTo>
                  <a:lnTo>
                    <a:pt x="107950" y="5206"/>
                  </a:lnTo>
                  <a:lnTo>
                    <a:pt x="107950" y="6350"/>
                  </a:lnTo>
                  <a:lnTo>
                    <a:pt x="132079" y="6350"/>
                  </a:lnTo>
                  <a:lnTo>
                    <a:pt x="132079" y="2666"/>
                  </a:lnTo>
                  <a:lnTo>
                    <a:pt x="111760" y="2666"/>
                  </a:lnTo>
                  <a:lnTo>
                    <a:pt x="111760" y="2539"/>
                  </a:lnTo>
                  <a:close/>
                </a:path>
                <a:path w="133350" h="6350">
                  <a:moveTo>
                    <a:pt x="133350" y="126"/>
                  </a:moveTo>
                  <a:lnTo>
                    <a:pt x="113029" y="126"/>
                  </a:lnTo>
                  <a:lnTo>
                    <a:pt x="113029" y="1396"/>
                  </a:lnTo>
                  <a:lnTo>
                    <a:pt x="111760" y="1396"/>
                  </a:lnTo>
                  <a:lnTo>
                    <a:pt x="111760" y="2539"/>
                  </a:lnTo>
                  <a:lnTo>
                    <a:pt x="132079" y="2539"/>
                  </a:lnTo>
                  <a:lnTo>
                    <a:pt x="132079" y="2666"/>
                  </a:lnTo>
                  <a:lnTo>
                    <a:pt x="133350" y="2666"/>
                  </a:lnTo>
                  <a:lnTo>
                    <a:pt x="133350" y="126"/>
                  </a:lnTo>
                  <a:close/>
                </a:path>
                <a:path w="133350" h="6350">
                  <a:moveTo>
                    <a:pt x="88900" y="5206"/>
                  </a:moveTo>
                  <a:lnTo>
                    <a:pt x="1270" y="5206"/>
                  </a:lnTo>
                  <a:lnTo>
                    <a:pt x="1270" y="6349"/>
                  </a:lnTo>
                  <a:lnTo>
                    <a:pt x="88900" y="6349"/>
                  </a:lnTo>
                  <a:lnTo>
                    <a:pt x="88900" y="5206"/>
                  </a:lnTo>
                  <a:close/>
                </a:path>
                <a:path w="133350" h="6350">
                  <a:moveTo>
                    <a:pt x="86360" y="2539"/>
                  </a:moveTo>
                  <a:lnTo>
                    <a:pt x="85089" y="2539"/>
                  </a:lnTo>
                  <a:lnTo>
                    <a:pt x="85089" y="2666"/>
                  </a:lnTo>
                  <a:lnTo>
                    <a:pt x="0" y="2666"/>
                  </a:lnTo>
                  <a:lnTo>
                    <a:pt x="0" y="5206"/>
                  </a:lnTo>
                  <a:lnTo>
                    <a:pt x="87629" y="5206"/>
                  </a:lnTo>
                  <a:lnTo>
                    <a:pt x="87629" y="3809"/>
                  </a:lnTo>
                  <a:lnTo>
                    <a:pt x="86360" y="3809"/>
                  </a:lnTo>
                  <a:lnTo>
                    <a:pt x="86360" y="2539"/>
                  </a:lnTo>
                  <a:close/>
                </a:path>
                <a:path w="133350" h="6350">
                  <a:moveTo>
                    <a:pt x="85089" y="0"/>
                  </a:moveTo>
                  <a:lnTo>
                    <a:pt x="83820" y="0"/>
                  </a:lnTo>
                  <a:lnTo>
                    <a:pt x="0" y="126"/>
                  </a:lnTo>
                  <a:lnTo>
                    <a:pt x="0" y="2539"/>
                  </a:lnTo>
                  <a:lnTo>
                    <a:pt x="85089" y="2539"/>
                  </a:lnTo>
                  <a:lnTo>
                    <a:pt x="85089" y="0"/>
                  </a:lnTo>
                  <a:close/>
                </a:path>
              </a:pathLst>
            </a:custGeom>
            <a:solidFill>
              <a:srgbClr val="E00500"/>
            </a:solidFill>
          </p:spPr>
          <p:txBody>
            <a:bodyPr wrap="square" lIns="0" tIns="0" rIns="0" bIns="0" rtlCol="0"/>
            <a:lstStyle/>
            <a:p/>
          </p:txBody>
        </p:sp>
        <p:sp>
          <p:nvSpPr>
            <p:cNvPr id="990" name="object 990"/>
            <p:cNvSpPr/>
            <p:nvPr/>
          </p:nvSpPr>
          <p:spPr>
            <a:xfrm>
              <a:off x="4497070" y="1582419"/>
              <a:ext cx="130810" cy="7620"/>
            </a:xfrm>
            <a:custGeom>
              <a:avLst/>
              <a:gdLst/>
              <a:ahLst/>
              <a:cxnLst/>
              <a:rect l="l" t="t" r="r" b="b"/>
              <a:pathLst>
                <a:path w="130810" h="7619">
                  <a:moveTo>
                    <a:pt x="88900" y="1270"/>
                  </a:moveTo>
                  <a:lnTo>
                    <a:pt x="87630" y="1270"/>
                  </a:lnTo>
                  <a:lnTo>
                    <a:pt x="87630" y="0"/>
                  </a:lnTo>
                  <a:lnTo>
                    <a:pt x="0" y="0"/>
                  </a:lnTo>
                  <a:lnTo>
                    <a:pt x="0" y="1270"/>
                  </a:lnTo>
                  <a:lnTo>
                    <a:pt x="0" y="2540"/>
                  </a:lnTo>
                  <a:lnTo>
                    <a:pt x="88900" y="2540"/>
                  </a:lnTo>
                  <a:lnTo>
                    <a:pt x="88900" y="1270"/>
                  </a:lnTo>
                  <a:close/>
                </a:path>
                <a:path w="130810" h="7619">
                  <a:moveTo>
                    <a:pt x="92710" y="5080"/>
                  </a:moveTo>
                  <a:lnTo>
                    <a:pt x="91440" y="5080"/>
                  </a:lnTo>
                  <a:lnTo>
                    <a:pt x="91440" y="3810"/>
                  </a:lnTo>
                  <a:lnTo>
                    <a:pt x="88900" y="3810"/>
                  </a:lnTo>
                  <a:lnTo>
                    <a:pt x="88900" y="2667"/>
                  </a:lnTo>
                  <a:lnTo>
                    <a:pt x="0" y="2667"/>
                  </a:lnTo>
                  <a:lnTo>
                    <a:pt x="0" y="3810"/>
                  </a:lnTo>
                  <a:lnTo>
                    <a:pt x="1270" y="3810"/>
                  </a:lnTo>
                  <a:lnTo>
                    <a:pt x="1270" y="5080"/>
                  </a:lnTo>
                  <a:lnTo>
                    <a:pt x="1270" y="6350"/>
                  </a:lnTo>
                  <a:lnTo>
                    <a:pt x="92710" y="6350"/>
                  </a:lnTo>
                  <a:lnTo>
                    <a:pt x="92710" y="5080"/>
                  </a:lnTo>
                  <a:close/>
                </a:path>
                <a:path w="130810" h="7619">
                  <a:moveTo>
                    <a:pt x="128270" y="6477"/>
                  </a:moveTo>
                  <a:lnTo>
                    <a:pt x="96520" y="6477"/>
                  </a:lnTo>
                  <a:lnTo>
                    <a:pt x="96520" y="6350"/>
                  </a:lnTo>
                  <a:lnTo>
                    <a:pt x="92710" y="6350"/>
                  </a:lnTo>
                  <a:lnTo>
                    <a:pt x="92710" y="6477"/>
                  </a:lnTo>
                  <a:lnTo>
                    <a:pt x="1270" y="6477"/>
                  </a:lnTo>
                  <a:lnTo>
                    <a:pt x="1270" y="7620"/>
                  </a:lnTo>
                  <a:lnTo>
                    <a:pt x="128270" y="7620"/>
                  </a:lnTo>
                  <a:lnTo>
                    <a:pt x="128270" y="6477"/>
                  </a:lnTo>
                  <a:close/>
                </a:path>
                <a:path w="130810" h="7619">
                  <a:moveTo>
                    <a:pt x="129540" y="1397"/>
                  </a:moveTo>
                  <a:lnTo>
                    <a:pt x="104140" y="1397"/>
                  </a:lnTo>
                  <a:lnTo>
                    <a:pt x="104140" y="2540"/>
                  </a:lnTo>
                  <a:lnTo>
                    <a:pt x="102870" y="2540"/>
                  </a:lnTo>
                  <a:lnTo>
                    <a:pt x="102870" y="3810"/>
                  </a:lnTo>
                  <a:lnTo>
                    <a:pt x="99060" y="3810"/>
                  </a:lnTo>
                  <a:lnTo>
                    <a:pt x="99060" y="5080"/>
                  </a:lnTo>
                  <a:lnTo>
                    <a:pt x="96520" y="5080"/>
                  </a:lnTo>
                  <a:lnTo>
                    <a:pt x="96520" y="6350"/>
                  </a:lnTo>
                  <a:lnTo>
                    <a:pt x="128270" y="6350"/>
                  </a:lnTo>
                  <a:lnTo>
                    <a:pt x="128270" y="5080"/>
                  </a:lnTo>
                  <a:lnTo>
                    <a:pt x="128270" y="3810"/>
                  </a:lnTo>
                  <a:lnTo>
                    <a:pt x="129540" y="3810"/>
                  </a:lnTo>
                  <a:lnTo>
                    <a:pt x="129540" y="2540"/>
                  </a:lnTo>
                  <a:lnTo>
                    <a:pt x="129540" y="1397"/>
                  </a:lnTo>
                  <a:close/>
                </a:path>
                <a:path w="130810" h="7619">
                  <a:moveTo>
                    <a:pt x="130810" y="0"/>
                  </a:moveTo>
                  <a:lnTo>
                    <a:pt x="105410" y="0"/>
                  </a:lnTo>
                  <a:lnTo>
                    <a:pt x="105410" y="1270"/>
                  </a:lnTo>
                  <a:lnTo>
                    <a:pt x="130810" y="1270"/>
                  </a:lnTo>
                  <a:lnTo>
                    <a:pt x="130810" y="0"/>
                  </a:lnTo>
                  <a:close/>
                </a:path>
              </a:pathLst>
            </a:custGeom>
            <a:solidFill>
              <a:srgbClr val="E30500"/>
            </a:solidFill>
          </p:spPr>
          <p:txBody>
            <a:bodyPr wrap="square" lIns="0" tIns="0" rIns="0" bIns="0" rtlCol="0"/>
            <a:lstStyle/>
            <a:p/>
          </p:txBody>
        </p:sp>
        <p:sp>
          <p:nvSpPr>
            <p:cNvPr id="991" name="object 991"/>
            <p:cNvSpPr/>
            <p:nvPr/>
          </p:nvSpPr>
          <p:spPr>
            <a:xfrm>
              <a:off x="4498340" y="1590039"/>
              <a:ext cx="127000" cy="7620"/>
            </a:xfrm>
            <a:custGeom>
              <a:avLst/>
              <a:gdLst/>
              <a:ahLst/>
              <a:cxnLst/>
              <a:rect l="l" t="t" r="r" b="b"/>
              <a:pathLst>
                <a:path w="127000" h="7619">
                  <a:moveTo>
                    <a:pt x="127000" y="0"/>
                  </a:moveTo>
                  <a:lnTo>
                    <a:pt x="125730" y="0"/>
                  </a:lnTo>
                  <a:lnTo>
                    <a:pt x="1270" y="0"/>
                  </a:lnTo>
                  <a:lnTo>
                    <a:pt x="0" y="0"/>
                  </a:lnTo>
                  <a:lnTo>
                    <a:pt x="0" y="127"/>
                  </a:lnTo>
                  <a:lnTo>
                    <a:pt x="1270" y="127"/>
                  </a:lnTo>
                  <a:lnTo>
                    <a:pt x="1270" y="2540"/>
                  </a:lnTo>
                  <a:lnTo>
                    <a:pt x="1270" y="3810"/>
                  </a:lnTo>
                  <a:lnTo>
                    <a:pt x="2540" y="3810"/>
                  </a:lnTo>
                  <a:lnTo>
                    <a:pt x="2540" y="5080"/>
                  </a:lnTo>
                  <a:lnTo>
                    <a:pt x="2540" y="7620"/>
                  </a:lnTo>
                  <a:lnTo>
                    <a:pt x="123190" y="7620"/>
                  </a:lnTo>
                  <a:lnTo>
                    <a:pt x="123190" y="5080"/>
                  </a:lnTo>
                  <a:lnTo>
                    <a:pt x="124460" y="5080"/>
                  </a:lnTo>
                  <a:lnTo>
                    <a:pt x="124460" y="3810"/>
                  </a:lnTo>
                  <a:lnTo>
                    <a:pt x="124460" y="2540"/>
                  </a:lnTo>
                  <a:lnTo>
                    <a:pt x="125730" y="2540"/>
                  </a:lnTo>
                  <a:lnTo>
                    <a:pt x="125730" y="127"/>
                  </a:lnTo>
                  <a:lnTo>
                    <a:pt x="127000" y="127"/>
                  </a:lnTo>
                  <a:lnTo>
                    <a:pt x="127000" y="0"/>
                  </a:lnTo>
                  <a:close/>
                </a:path>
              </a:pathLst>
            </a:custGeom>
            <a:solidFill>
              <a:srgbClr val="E50400"/>
            </a:solidFill>
          </p:spPr>
          <p:txBody>
            <a:bodyPr wrap="square" lIns="0" tIns="0" rIns="0" bIns="0" rtlCol="0"/>
            <a:lstStyle/>
            <a:p/>
          </p:txBody>
        </p:sp>
        <p:sp>
          <p:nvSpPr>
            <p:cNvPr id="992" name="object 992"/>
            <p:cNvSpPr/>
            <p:nvPr/>
          </p:nvSpPr>
          <p:spPr>
            <a:xfrm>
              <a:off x="4500880" y="1597659"/>
              <a:ext cx="120650" cy="7620"/>
            </a:xfrm>
            <a:custGeom>
              <a:avLst/>
              <a:gdLst/>
              <a:ahLst/>
              <a:cxnLst/>
              <a:rect l="l" t="t" r="r" b="b"/>
              <a:pathLst>
                <a:path w="120650" h="7619">
                  <a:moveTo>
                    <a:pt x="116827" y="6477"/>
                  </a:moveTo>
                  <a:lnTo>
                    <a:pt x="3810" y="6477"/>
                  </a:lnTo>
                  <a:lnTo>
                    <a:pt x="3810" y="7620"/>
                  </a:lnTo>
                  <a:lnTo>
                    <a:pt x="116827" y="7620"/>
                  </a:lnTo>
                  <a:lnTo>
                    <a:pt x="116827" y="6477"/>
                  </a:lnTo>
                  <a:close/>
                </a:path>
                <a:path w="120650" h="7619">
                  <a:moveTo>
                    <a:pt x="120650" y="0"/>
                  </a:moveTo>
                  <a:lnTo>
                    <a:pt x="0" y="0"/>
                  </a:lnTo>
                  <a:lnTo>
                    <a:pt x="0" y="127"/>
                  </a:lnTo>
                  <a:lnTo>
                    <a:pt x="1270" y="127"/>
                  </a:lnTo>
                  <a:lnTo>
                    <a:pt x="1270" y="2667"/>
                  </a:lnTo>
                  <a:lnTo>
                    <a:pt x="2540" y="2667"/>
                  </a:lnTo>
                  <a:lnTo>
                    <a:pt x="2540" y="5080"/>
                  </a:lnTo>
                  <a:lnTo>
                    <a:pt x="3810" y="5080"/>
                  </a:lnTo>
                  <a:lnTo>
                    <a:pt x="3810" y="6350"/>
                  </a:lnTo>
                  <a:lnTo>
                    <a:pt x="118110" y="6350"/>
                  </a:lnTo>
                  <a:lnTo>
                    <a:pt x="118110" y="5080"/>
                  </a:lnTo>
                  <a:lnTo>
                    <a:pt x="118110" y="2667"/>
                  </a:lnTo>
                  <a:lnTo>
                    <a:pt x="119380" y="2667"/>
                  </a:lnTo>
                  <a:lnTo>
                    <a:pt x="119380" y="127"/>
                  </a:lnTo>
                  <a:lnTo>
                    <a:pt x="120650" y="127"/>
                  </a:lnTo>
                  <a:lnTo>
                    <a:pt x="120650" y="0"/>
                  </a:lnTo>
                  <a:close/>
                </a:path>
              </a:pathLst>
            </a:custGeom>
            <a:solidFill>
              <a:srgbClr val="E80400"/>
            </a:solidFill>
          </p:spPr>
          <p:txBody>
            <a:bodyPr wrap="square" lIns="0" tIns="0" rIns="0" bIns="0" rtlCol="0"/>
            <a:lstStyle/>
            <a:p/>
          </p:txBody>
        </p:sp>
        <p:sp>
          <p:nvSpPr>
            <p:cNvPr id="993" name="object 993"/>
            <p:cNvSpPr/>
            <p:nvPr/>
          </p:nvSpPr>
          <p:spPr>
            <a:xfrm>
              <a:off x="4505960" y="1605279"/>
              <a:ext cx="111760" cy="6350"/>
            </a:xfrm>
            <a:custGeom>
              <a:avLst/>
              <a:gdLst/>
              <a:ahLst/>
              <a:cxnLst/>
              <a:rect l="l" t="t" r="r" b="b"/>
              <a:pathLst>
                <a:path w="111760" h="6350">
                  <a:moveTo>
                    <a:pt x="109220" y="5207"/>
                  </a:moveTo>
                  <a:lnTo>
                    <a:pt x="2540" y="5207"/>
                  </a:lnTo>
                  <a:lnTo>
                    <a:pt x="2540" y="6350"/>
                  </a:lnTo>
                  <a:lnTo>
                    <a:pt x="109220" y="6350"/>
                  </a:lnTo>
                  <a:lnTo>
                    <a:pt x="109220" y="5207"/>
                  </a:lnTo>
                  <a:close/>
                </a:path>
                <a:path w="111760" h="6350">
                  <a:moveTo>
                    <a:pt x="111747" y="0"/>
                  </a:moveTo>
                  <a:lnTo>
                    <a:pt x="0" y="0"/>
                  </a:lnTo>
                  <a:lnTo>
                    <a:pt x="0" y="1270"/>
                  </a:lnTo>
                  <a:lnTo>
                    <a:pt x="0" y="2540"/>
                  </a:lnTo>
                  <a:lnTo>
                    <a:pt x="1270" y="2540"/>
                  </a:lnTo>
                  <a:lnTo>
                    <a:pt x="1270" y="5080"/>
                  </a:lnTo>
                  <a:lnTo>
                    <a:pt x="110490" y="5080"/>
                  </a:lnTo>
                  <a:lnTo>
                    <a:pt x="110490" y="2540"/>
                  </a:lnTo>
                  <a:lnTo>
                    <a:pt x="110490" y="1270"/>
                  </a:lnTo>
                  <a:lnTo>
                    <a:pt x="111747" y="1270"/>
                  </a:lnTo>
                  <a:lnTo>
                    <a:pt x="111747" y="0"/>
                  </a:lnTo>
                  <a:close/>
                </a:path>
              </a:pathLst>
            </a:custGeom>
            <a:solidFill>
              <a:srgbClr val="EA0300"/>
            </a:solidFill>
          </p:spPr>
          <p:txBody>
            <a:bodyPr wrap="square" lIns="0" tIns="0" rIns="0" bIns="0" rtlCol="0"/>
            <a:lstStyle/>
            <a:p/>
          </p:txBody>
        </p:sp>
        <p:sp>
          <p:nvSpPr>
            <p:cNvPr id="994" name="object 994"/>
            <p:cNvSpPr/>
            <p:nvPr/>
          </p:nvSpPr>
          <p:spPr>
            <a:xfrm>
              <a:off x="4508500" y="1611629"/>
              <a:ext cx="106680" cy="7620"/>
            </a:xfrm>
            <a:custGeom>
              <a:avLst/>
              <a:gdLst/>
              <a:ahLst/>
              <a:cxnLst/>
              <a:rect l="l" t="t" r="r" b="b"/>
              <a:pathLst>
                <a:path w="106679" h="7619">
                  <a:moveTo>
                    <a:pt x="102857" y="5207"/>
                  </a:moveTo>
                  <a:lnTo>
                    <a:pt x="2540" y="5207"/>
                  </a:lnTo>
                  <a:lnTo>
                    <a:pt x="2540" y="7620"/>
                  </a:lnTo>
                  <a:lnTo>
                    <a:pt x="102857" y="7620"/>
                  </a:lnTo>
                  <a:lnTo>
                    <a:pt x="102857" y="5207"/>
                  </a:lnTo>
                  <a:close/>
                </a:path>
                <a:path w="106679" h="7619">
                  <a:moveTo>
                    <a:pt x="106680" y="0"/>
                  </a:moveTo>
                  <a:lnTo>
                    <a:pt x="0" y="0"/>
                  </a:lnTo>
                  <a:lnTo>
                    <a:pt x="0" y="1270"/>
                  </a:lnTo>
                  <a:lnTo>
                    <a:pt x="0" y="2540"/>
                  </a:lnTo>
                  <a:lnTo>
                    <a:pt x="1270" y="2540"/>
                  </a:lnTo>
                  <a:lnTo>
                    <a:pt x="1270" y="3810"/>
                  </a:lnTo>
                  <a:lnTo>
                    <a:pt x="1270" y="5080"/>
                  </a:lnTo>
                  <a:lnTo>
                    <a:pt x="104140" y="5080"/>
                  </a:lnTo>
                  <a:lnTo>
                    <a:pt x="104140" y="3810"/>
                  </a:lnTo>
                  <a:lnTo>
                    <a:pt x="105410" y="3810"/>
                  </a:lnTo>
                  <a:lnTo>
                    <a:pt x="105410" y="2540"/>
                  </a:lnTo>
                  <a:lnTo>
                    <a:pt x="105410" y="1270"/>
                  </a:lnTo>
                  <a:lnTo>
                    <a:pt x="106680" y="1270"/>
                  </a:lnTo>
                  <a:lnTo>
                    <a:pt x="106680" y="0"/>
                  </a:lnTo>
                  <a:close/>
                </a:path>
              </a:pathLst>
            </a:custGeom>
            <a:solidFill>
              <a:srgbClr val="ED0300"/>
            </a:solidFill>
          </p:spPr>
          <p:txBody>
            <a:bodyPr wrap="square" lIns="0" tIns="0" rIns="0" bIns="0" rtlCol="0"/>
            <a:lstStyle/>
            <a:p/>
          </p:txBody>
        </p:sp>
        <p:sp>
          <p:nvSpPr>
            <p:cNvPr id="995" name="object 995"/>
            <p:cNvSpPr/>
            <p:nvPr/>
          </p:nvSpPr>
          <p:spPr>
            <a:xfrm>
              <a:off x="4511040" y="1619249"/>
              <a:ext cx="100330" cy="7620"/>
            </a:xfrm>
            <a:custGeom>
              <a:avLst/>
              <a:gdLst/>
              <a:ahLst/>
              <a:cxnLst/>
              <a:rect l="l" t="t" r="r" b="b"/>
              <a:pathLst>
                <a:path w="100329" h="7619">
                  <a:moveTo>
                    <a:pt x="96520" y="3937"/>
                  </a:moveTo>
                  <a:lnTo>
                    <a:pt x="3810" y="3937"/>
                  </a:lnTo>
                  <a:lnTo>
                    <a:pt x="3810" y="6477"/>
                  </a:lnTo>
                  <a:lnTo>
                    <a:pt x="5080" y="6477"/>
                  </a:lnTo>
                  <a:lnTo>
                    <a:pt x="5080" y="7620"/>
                  </a:lnTo>
                  <a:lnTo>
                    <a:pt x="95250" y="7620"/>
                  </a:lnTo>
                  <a:lnTo>
                    <a:pt x="95250" y="6477"/>
                  </a:lnTo>
                  <a:lnTo>
                    <a:pt x="96520" y="6477"/>
                  </a:lnTo>
                  <a:lnTo>
                    <a:pt x="96520" y="3937"/>
                  </a:lnTo>
                  <a:close/>
                </a:path>
                <a:path w="100329" h="7619">
                  <a:moveTo>
                    <a:pt x="100317" y="0"/>
                  </a:moveTo>
                  <a:lnTo>
                    <a:pt x="99060" y="0"/>
                  </a:lnTo>
                  <a:lnTo>
                    <a:pt x="1270" y="0"/>
                  </a:lnTo>
                  <a:lnTo>
                    <a:pt x="0" y="0"/>
                  </a:lnTo>
                  <a:lnTo>
                    <a:pt x="0" y="127"/>
                  </a:lnTo>
                  <a:lnTo>
                    <a:pt x="1270" y="127"/>
                  </a:lnTo>
                  <a:lnTo>
                    <a:pt x="1270" y="1270"/>
                  </a:lnTo>
                  <a:lnTo>
                    <a:pt x="1270" y="2540"/>
                  </a:lnTo>
                  <a:lnTo>
                    <a:pt x="2540" y="2540"/>
                  </a:lnTo>
                  <a:lnTo>
                    <a:pt x="2540" y="3810"/>
                  </a:lnTo>
                  <a:lnTo>
                    <a:pt x="97790" y="3810"/>
                  </a:lnTo>
                  <a:lnTo>
                    <a:pt x="97790" y="2540"/>
                  </a:lnTo>
                  <a:lnTo>
                    <a:pt x="97790" y="1270"/>
                  </a:lnTo>
                  <a:lnTo>
                    <a:pt x="99060" y="1270"/>
                  </a:lnTo>
                  <a:lnTo>
                    <a:pt x="99060" y="127"/>
                  </a:lnTo>
                  <a:lnTo>
                    <a:pt x="100317" y="127"/>
                  </a:lnTo>
                  <a:lnTo>
                    <a:pt x="100317" y="0"/>
                  </a:lnTo>
                  <a:close/>
                </a:path>
              </a:pathLst>
            </a:custGeom>
            <a:solidFill>
              <a:srgbClr val="EF0200"/>
            </a:solidFill>
          </p:spPr>
          <p:txBody>
            <a:bodyPr wrap="square" lIns="0" tIns="0" rIns="0" bIns="0" rtlCol="0"/>
            <a:lstStyle/>
            <a:p/>
          </p:txBody>
        </p:sp>
        <p:sp>
          <p:nvSpPr>
            <p:cNvPr id="996" name="object 996"/>
            <p:cNvSpPr/>
            <p:nvPr/>
          </p:nvSpPr>
          <p:spPr>
            <a:xfrm>
              <a:off x="4516120" y="1626869"/>
              <a:ext cx="90170" cy="6350"/>
            </a:xfrm>
            <a:custGeom>
              <a:avLst/>
              <a:gdLst/>
              <a:ahLst/>
              <a:cxnLst/>
              <a:rect l="l" t="t" r="r" b="b"/>
              <a:pathLst>
                <a:path w="90170" h="6350">
                  <a:moveTo>
                    <a:pt x="90170" y="0"/>
                  </a:moveTo>
                  <a:lnTo>
                    <a:pt x="0" y="0"/>
                  </a:lnTo>
                  <a:lnTo>
                    <a:pt x="0" y="1397"/>
                  </a:lnTo>
                  <a:lnTo>
                    <a:pt x="1270" y="1397"/>
                  </a:lnTo>
                  <a:lnTo>
                    <a:pt x="1270" y="2540"/>
                  </a:lnTo>
                  <a:lnTo>
                    <a:pt x="1270" y="3810"/>
                  </a:lnTo>
                  <a:lnTo>
                    <a:pt x="2540" y="3810"/>
                  </a:lnTo>
                  <a:lnTo>
                    <a:pt x="2540" y="5080"/>
                  </a:lnTo>
                  <a:lnTo>
                    <a:pt x="2540" y="6350"/>
                  </a:lnTo>
                  <a:lnTo>
                    <a:pt x="86360" y="6350"/>
                  </a:lnTo>
                  <a:lnTo>
                    <a:pt x="86360" y="5080"/>
                  </a:lnTo>
                  <a:lnTo>
                    <a:pt x="87630" y="5080"/>
                  </a:lnTo>
                  <a:lnTo>
                    <a:pt x="87630" y="3810"/>
                  </a:lnTo>
                  <a:lnTo>
                    <a:pt x="87630" y="2540"/>
                  </a:lnTo>
                  <a:lnTo>
                    <a:pt x="88887" y="2540"/>
                  </a:lnTo>
                  <a:lnTo>
                    <a:pt x="88887" y="1397"/>
                  </a:lnTo>
                  <a:lnTo>
                    <a:pt x="90170" y="1397"/>
                  </a:lnTo>
                  <a:lnTo>
                    <a:pt x="90170" y="0"/>
                  </a:lnTo>
                  <a:close/>
                </a:path>
              </a:pathLst>
            </a:custGeom>
            <a:solidFill>
              <a:srgbClr val="F10200"/>
            </a:solidFill>
          </p:spPr>
          <p:txBody>
            <a:bodyPr wrap="square" lIns="0" tIns="0" rIns="0" bIns="0" rtlCol="0"/>
            <a:lstStyle/>
            <a:p/>
          </p:txBody>
        </p:sp>
        <p:sp>
          <p:nvSpPr>
            <p:cNvPr id="997" name="object 997"/>
            <p:cNvSpPr/>
            <p:nvPr/>
          </p:nvSpPr>
          <p:spPr>
            <a:xfrm>
              <a:off x="4518659" y="1633219"/>
              <a:ext cx="83820" cy="7620"/>
            </a:xfrm>
            <a:custGeom>
              <a:avLst/>
              <a:gdLst/>
              <a:ahLst/>
              <a:cxnLst/>
              <a:rect l="l" t="t" r="r" b="b"/>
              <a:pathLst>
                <a:path w="83820" h="7619">
                  <a:moveTo>
                    <a:pt x="76199" y="6476"/>
                  </a:moveTo>
                  <a:lnTo>
                    <a:pt x="7619" y="6476"/>
                  </a:lnTo>
                  <a:lnTo>
                    <a:pt x="7619" y="7619"/>
                  </a:lnTo>
                  <a:lnTo>
                    <a:pt x="76199" y="7619"/>
                  </a:lnTo>
                  <a:lnTo>
                    <a:pt x="76199" y="6476"/>
                  </a:lnTo>
                  <a:close/>
                </a:path>
                <a:path w="83820" h="7619">
                  <a:moveTo>
                    <a:pt x="77470" y="5206"/>
                  </a:moveTo>
                  <a:lnTo>
                    <a:pt x="6350" y="5206"/>
                  </a:lnTo>
                  <a:lnTo>
                    <a:pt x="6350" y="6476"/>
                  </a:lnTo>
                  <a:lnTo>
                    <a:pt x="7619" y="6476"/>
                  </a:lnTo>
                  <a:lnTo>
                    <a:pt x="77470" y="6349"/>
                  </a:lnTo>
                  <a:lnTo>
                    <a:pt x="77470" y="5206"/>
                  </a:lnTo>
                  <a:close/>
                </a:path>
                <a:path w="83820" h="7619">
                  <a:moveTo>
                    <a:pt x="77470" y="6349"/>
                  </a:moveTo>
                  <a:lnTo>
                    <a:pt x="76199" y="6349"/>
                  </a:lnTo>
                  <a:lnTo>
                    <a:pt x="77470" y="6476"/>
                  </a:lnTo>
                  <a:close/>
                </a:path>
                <a:path w="83820" h="7619">
                  <a:moveTo>
                    <a:pt x="78739" y="3809"/>
                  </a:moveTo>
                  <a:lnTo>
                    <a:pt x="5079" y="3809"/>
                  </a:lnTo>
                  <a:lnTo>
                    <a:pt x="5079" y="5206"/>
                  </a:lnTo>
                  <a:lnTo>
                    <a:pt x="78739" y="5206"/>
                  </a:lnTo>
                  <a:lnTo>
                    <a:pt x="78739" y="3809"/>
                  </a:lnTo>
                  <a:close/>
                </a:path>
                <a:path w="83820" h="7619">
                  <a:moveTo>
                    <a:pt x="80010" y="2666"/>
                  </a:moveTo>
                  <a:lnTo>
                    <a:pt x="3810" y="2666"/>
                  </a:lnTo>
                  <a:lnTo>
                    <a:pt x="3810" y="3809"/>
                  </a:lnTo>
                  <a:lnTo>
                    <a:pt x="80010" y="3809"/>
                  </a:lnTo>
                  <a:lnTo>
                    <a:pt x="80010" y="2666"/>
                  </a:lnTo>
                  <a:close/>
                </a:path>
                <a:path w="83820" h="7619">
                  <a:moveTo>
                    <a:pt x="81279" y="1396"/>
                  </a:moveTo>
                  <a:lnTo>
                    <a:pt x="2539" y="1396"/>
                  </a:lnTo>
                  <a:lnTo>
                    <a:pt x="2539" y="2666"/>
                  </a:lnTo>
                  <a:lnTo>
                    <a:pt x="3810" y="2666"/>
                  </a:lnTo>
                  <a:lnTo>
                    <a:pt x="3810" y="2539"/>
                  </a:lnTo>
                  <a:lnTo>
                    <a:pt x="81279" y="2539"/>
                  </a:lnTo>
                  <a:lnTo>
                    <a:pt x="81279" y="1396"/>
                  </a:lnTo>
                  <a:close/>
                </a:path>
                <a:path w="83820" h="7619">
                  <a:moveTo>
                    <a:pt x="81279" y="2539"/>
                  </a:moveTo>
                  <a:lnTo>
                    <a:pt x="80010" y="2539"/>
                  </a:lnTo>
                  <a:lnTo>
                    <a:pt x="80010" y="2666"/>
                  </a:lnTo>
                  <a:lnTo>
                    <a:pt x="81279" y="2666"/>
                  </a:lnTo>
                  <a:lnTo>
                    <a:pt x="81279" y="2539"/>
                  </a:lnTo>
                  <a:close/>
                </a:path>
                <a:path w="83820" h="7619">
                  <a:moveTo>
                    <a:pt x="82549" y="126"/>
                  </a:moveTo>
                  <a:lnTo>
                    <a:pt x="1269" y="126"/>
                  </a:lnTo>
                  <a:lnTo>
                    <a:pt x="1269" y="1396"/>
                  </a:lnTo>
                  <a:lnTo>
                    <a:pt x="82549" y="1396"/>
                  </a:lnTo>
                  <a:lnTo>
                    <a:pt x="82549" y="126"/>
                  </a:lnTo>
                  <a:close/>
                </a:path>
                <a:path w="83820" h="7619">
                  <a:moveTo>
                    <a:pt x="1269" y="0"/>
                  </a:moveTo>
                  <a:lnTo>
                    <a:pt x="0" y="0"/>
                  </a:lnTo>
                  <a:lnTo>
                    <a:pt x="1269" y="126"/>
                  </a:lnTo>
                  <a:close/>
                </a:path>
                <a:path w="83820" h="7619">
                  <a:moveTo>
                    <a:pt x="83820" y="0"/>
                  </a:moveTo>
                  <a:lnTo>
                    <a:pt x="82549" y="0"/>
                  </a:lnTo>
                  <a:lnTo>
                    <a:pt x="83820" y="126"/>
                  </a:lnTo>
                  <a:close/>
                </a:path>
              </a:pathLst>
            </a:custGeom>
            <a:solidFill>
              <a:srgbClr val="F40100"/>
            </a:solidFill>
          </p:spPr>
          <p:txBody>
            <a:bodyPr wrap="square" lIns="0" tIns="0" rIns="0" bIns="0" rtlCol="0"/>
            <a:lstStyle/>
            <a:p/>
          </p:txBody>
        </p:sp>
        <p:sp>
          <p:nvSpPr>
            <p:cNvPr id="998" name="object 998"/>
            <p:cNvSpPr/>
            <p:nvPr/>
          </p:nvSpPr>
          <p:spPr>
            <a:xfrm>
              <a:off x="4526279" y="1640839"/>
              <a:ext cx="68580" cy="7620"/>
            </a:xfrm>
            <a:custGeom>
              <a:avLst/>
              <a:gdLst/>
              <a:ahLst/>
              <a:cxnLst/>
              <a:rect l="l" t="t" r="r" b="b"/>
              <a:pathLst>
                <a:path w="68579" h="7619">
                  <a:moveTo>
                    <a:pt x="58420" y="6476"/>
                  </a:moveTo>
                  <a:lnTo>
                    <a:pt x="8890" y="6476"/>
                  </a:lnTo>
                  <a:lnTo>
                    <a:pt x="8890" y="7620"/>
                  </a:lnTo>
                  <a:lnTo>
                    <a:pt x="58420" y="7620"/>
                  </a:lnTo>
                  <a:lnTo>
                    <a:pt x="58420" y="6476"/>
                  </a:lnTo>
                  <a:close/>
                </a:path>
                <a:path w="68579" h="7619">
                  <a:moveTo>
                    <a:pt x="60960" y="5206"/>
                  </a:moveTo>
                  <a:lnTo>
                    <a:pt x="7620" y="5206"/>
                  </a:lnTo>
                  <a:lnTo>
                    <a:pt x="7620" y="6476"/>
                  </a:lnTo>
                  <a:lnTo>
                    <a:pt x="60960" y="6476"/>
                  </a:lnTo>
                  <a:lnTo>
                    <a:pt x="60960" y="5206"/>
                  </a:lnTo>
                  <a:close/>
                </a:path>
                <a:path w="68579" h="7619">
                  <a:moveTo>
                    <a:pt x="63500" y="3937"/>
                  </a:moveTo>
                  <a:lnTo>
                    <a:pt x="6350" y="3937"/>
                  </a:lnTo>
                  <a:lnTo>
                    <a:pt x="6350" y="5206"/>
                  </a:lnTo>
                  <a:lnTo>
                    <a:pt x="7620" y="5206"/>
                  </a:lnTo>
                  <a:lnTo>
                    <a:pt x="63500" y="5079"/>
                  </a:lnTo>
                  <a:lnTo>
                    <a:pt x="63500" y="3937"/>
                  </a:lnTo>
                  <a:close/>
                </a:path>
                <a:path w="68579" h="7619">
                  <a:moveTo>
                    <a:pt x="63500" y="5079"/>
                  </a:moveTo>
                  <a:lnTo>
                    <a:pt x="60960" y="5079"/>
                  </a:lnTo>
                  <a:lnTo>
                    <a:pt x="63500" y="5206"/>
                  </a:lnTo>
                  <a:close/>
                </a:path>
                <a:path w="68579" h="7619">
                  <a:moveTo>
                    <a:pt x="64770" y="2539"/>
                  </a:moveTo>
                  <a:lnTo>
                    <a:pt x="3810" y="2539"/>
                  </a:lnTo>
                  <a:lnTo>
                    <a:pt x="3810" y="3937"/>
                  </a:lnTo>
                  <a:lnTo>
                    <a:pt x="64770" y="3937"/>
                  </a:lnTo>
                  <a:lnTo>
                    <a:pt x="64770" y="2539"/>
                  </a:lnTo>
                  <a:close/>
                </a:path>
                <a:path w="68579" h="7619">
                  <a:moveTo>
                    <a:pt x="66040" y="1397"/>
                  </a:moveTo>
                  <a:lnTo>
                    <a:pt x="2540" y="1397"/>
                  </a:lnTo>
                  <a:lnTo>
                    <a:pt x="2540" y="2539"/>
                  </a:lnTo>
                  <a:lnTo>
                    <a:pt x="66040" y="2539"/>
                  </a:lnTo>
                  <a:lnTo>
                    <a:pt x="66040" y="1397"/>
                  </a:lnTo>
                  <a:close/>
                </a:path>
                <a:path w="68579" h="7619">
                  <a:moveTo>
                    <a:pt x="67310" y="126"/>
                  </a:moveTo>
                  <a:lnTo>
                    <a:pt x="1270" y="126"/>
                  </a:lnTo>
                  <a:lnTo>
                    <a:pt x="1270" y="1397"/>
                  </a:lnTo>
                  <a:lnTo>
                    <a:pt x="2540" y="1397"/>
                  </a:lnTo>
                  <a:lnTo>
                    <a:pt x="2540" y="1269"/>
                  </a:lnTo>
                  <a:lnTo>
                    <a:pt x="67310" y="1269"/>
                  </a:lnTo>
                  <a:lnTo>
                    <a:pt x="67310" y="126"/>
                  </a:lnTo>
                  <a:close/>
                </a:path>
                <a:path w="68579" h="7619">
                  <a:moveTo>
                    <a:pt x="67310" y="1269"/>
                  </a:moveTo>
                  <a:lnTo>
                    <a:pt x="66040" y="1269"/>
                  </a:lnTo>
                  <a:lnTo>
                    <a:pt x="66040" y="1397"/>
                  </a:lnTo>
                  <a:lnTo>
                    <a:pt x="67310" y="1397"/>
                  </a:lnTo>
                  <a:lnTo>
                    <a:pt x="67310" y="1269"/>
                  </a:lnTo>
                  <a:close/>
                </a:path>
                <a:path w="68579" h="7619">
                  <a:moveTo>
                    <a:pt x="68579" y="0"/>
                  </a:moveTo>
                  <a:lnTo>
                    <a:pt x="0" y="0"/>
                  </a:lnTo>
                  <a:lnTo>
                    <a:pt x="68579" y="126"/>
                  </a:lnTo>
                  <a:close/>
                </a:path>
              </a:pathLst>
            </a:custGeom>
            <a:solidFill>
              <a:srgbClr val="F60100"/>
            </a:solidFill>
          </p:spPr>
          <p:txBody>
            <a:bodyPr wrap="square" lIns="0" tIns="0" rIns="0" bIns="0" rtlCol="0"/>
            <a:lstStyle/>
            <a:p/>
          </p:txBody>
        </p:sp>
        <p:sp>
          <p:nvSpPr>
            <p:cNvPr id="999" name="object 999"/>
            <p:cNvSpPr/>
            <p:nvPr/>
          </p:nvSpPr>
          <p:spPr>
            <a:xfrm>
              <a:off x="4535169" y="1648459"/>
              <a:ext cx="49530" cy="7620"/>
            </a:xfrm>
            <a:custGeom>
              <a:avLst/>
              <a:gdLst/>
              <a:ahLst/>
              <a:cxnLst/>
              <a:rect l="l" t="t" r="r" b="b"/>
              <a:pathLst>
                <a:path w="49529" h="7619">
                  <a:moveTo>
                    <a:pt x="25400" y="6476"/>
                  </a:moveTo>
                  <a:lnTo>
                    <a:pt x="24129" y="6476"/>
                  </a:lnTo>
                  <a:lnTo>
                    <a:pt x="24129" y="7619"/>
                  </a:lnTo>
                  <a:lnTo>
                    <a:pt x="25400" y="7619"/>
                  </a:lnTo>
                  <a:lnTo>
                    <a:pt x="25400" y="6476"/>
                  </a:lnTo>
                  <a:close/>
                </a:path>
                <a:path w="49529" h="7619">
                  <a:moveTo>
                    <a:pt x="31750" y="5206"/>
                  </a:moveTo>
                  <a:lnTo>
                    <a:pt x="17779" y="5206"/>
                  </a:lnTo>
                  <a:lnTo>
                    <a:pt x="17779" y="6476"/>
                  </a:lnTo>
                  <a:lnTo>
                    <a:pt x="24129" y="6476"/>
                  </a:lnTo>
                  <a:lnTo>
                    <a:pt x="24129" y="6349"/>
                  </a:lnTo>
                  <a:lnTo>
                    <a:pt x="31750" y="6349"/>
                  </a:lnTo>
                  <a:lnTo>
                    <a:pt x="31750" y="5206"/>
                  </a:lnTo>
                  <a:close/>
                </a:path>
                <a:path w="49529" h="7619">
                  <a:moveTo>
                    <a:pt x="31750" y="6349"/>
                  </a:moveTo>
                  <a:lnTo>
                    <a:pt x="25400" y="6349"/>
                  </a:lnTo>
                  <a:lnTo>
                    <a:pt x="25400" y="6476"/>
                  </a:lnTo>
                  <a:lnTo>
                    <a:pt x="31750" y="6476"/>
                  </a:lnTo>
                  <a:lnTo>
                    <a:pt x="31750" y="6349"/>
                  </a:lnTo>
                  <a:close/>
                </a:path>
                <a:path w="49529" h="7619">
                  <a:moveTo>
                    <a:pt x="38100" y="3936"/>
                  </a:moveTo>
                  <a:lnTo>
                    <a:pt x="11429" y="3936"/>
                  </a:lnTo>
                  <a:lnTo>
                    <a:pt x="11429" y="5206"/>
                  </a:lnTo>
                  <a:lnTo>
                    <a:pt x="38100" y="5206"/>
                  </a:lnTo>
                  <a:lnTo>
                    <a:pt x="38100" y="3936"/>
                  </a:lnTo>
                  <a:close/>
                </a:path>
                <a:path w="49529" h="7619">
                  <a:moveTo>
                    <a:pt x="44450" y="2666"/>
                  </a:moveTo>
                  <a:lnTo>
                    <a:pt x="6350" y="2666"/>
                  </a:lnTo>
                  <a:lnTo>
                    <a:pt x="6350" y="3936"/>
                  </a:lnTo>
                  <a:lnTo>
                    <a:pt x="11429" y="3936"/>
                  </a:lnTo>
                  <a:lnTo>
                    <a:pt x="44450" y="3809"/>
                  </a:lnTo>
                  <a:lnTo>
                    <a:pt x="44450" y="2666"/>
                  </a:lnTo>
                  <a:close/>
                </a:path>
                <a:path w="49529" h="7619">
                  <a:moveTo>
                    <a:pt x="44450" y="3809"/>
                  </a:moveTo>
                  <a:lnTo>
                    <a:pt x="38100" y="3809"/>
                  </a:lnTo>
                  <a:lnTo>
                    <a:pt x="44450" y="3936"/>
                  </a:lnTo>
                  <a:close/>
                </a:path>
                <a:path w="49529" h="7619">
                  <a:moveTo>
                    <a:pt x="46989" y="1269"/>
                  </a:moveTo>
                  <a:lnTo>
                    <a:pt x="5079" y="1269"/>
                  </a:lnTo>
                  <a:lnTo>
                    <a:pt x="5079" y="2666"/>
                  </a:lnTo>
                  <a:lnTo>
                    <a:pt x="46989" y="2666"/>
                  </a:lnTo>
                  <a:lnTo>
                    <a:pt x="46989" y="1269"/>
                  </a:lnTo>
                  <a:close/>
                </a:path>
                <a:path w="49529" h="7619">
                  <a:moveTo>
                    <a:pt x="48260" y="126"/>
                  </a:moveTo>
                  <a:lnTo>
                    <a:pt x="2539" y="126"/>
                  </a:lnTo>
                  <a:lnTo>
                    <a:pt x="2539" y="1269"/>
                  </a:lnTo>
                  <a:lnTo>
                    <a:pt x="48260" y="1269"/>
                  </a:lnTo>
                  <a:lnTo>
                    <a:pt x="48260" y="126"/>
                  </a:lnTo>
                  <a:close/>
                </a:path>
                <a:path w="49529" h="7619">
                  <a:moveTo>
                    <a:pt x="2539" y="0"/>
                  </a:moveTo>
                  <a:lnTo>
                    <a:pt x="0" y="0"/>
                  </a:lnTo>
                  <a:lnTo>
                    <a:pt x="2539" y="126"/>
                  </a:lnTo>
                  <a:close/>
                </a:path>
                <a:path w="49529" h="7619">
                  <a:moveTo>
                    <a:pt x="49529" y="0"/>
                  </a:moveTo>
                  <a:lnTo>
                    <a:pt x="48260" y="0"/>
                  </a:lnTo>
                  <a:lnTo>
                    <a:pt x="49529" y="126"/>
                  </a:lnTo>
                  <a:close/>
                </a:path>
              </a:pathLst>
            </a:custGeom>
            <a:solidFill>
              <a:srgbClr val="F90000"/>
            </a:solidFill>
          </p:spPr>
          <p:txBody>
            <a:bodyPr wrap="square" lIns="0" tIns="0" rIns="0" bIns="0" rtlCol="0"/>
            <a:lstStyle/>
            <a:p/>
          </p:txBody>
        </p:sp>
      </p:grpSp>
      <p:grpSp>
        <p:nvGrpSpPr>
          <p:cNvPr id="1000" name="object 1000"/>
          <p:cNvGrpSpPr/>
          <p:nvPr/>
        </p:nvGrpSpPr>
        <p:grpSpPr>
          <a:xfrm>
            <a:off x="4704079" y="1087119"/>
            <a:ext cx="227329" cy="576580"/>
            <a:chOff x="4704079" y="1087119"/>
            <a:chExt cx="227329" cy="576580"/>
          </a:xfrm>
        </p:grpSpPr>
        <p:sp>
          <p:nvSpPr>
            <p:cNvPr id="1001" name="object 1001"/>
            <p:cNvSpPr/>
            <p:nvPr/>
          </p:nvSpPr>
          <p:spPr>
            <a:xfrm>
              <a:off x="4803139" y="1087119"/>
              <a:ext cx="45720" cy="5080"/>
            </a:xfrm>
            <a:custGeom>
              <a:avLst/>
              <a:gdLst/>
              <a:ahLst/>
              <a:cxnLst/>
              <a:rect l="l" t="t" r="r" b="b"/>
              <a:pathLst>
                <a:path w="45720" h="5080">
                  <a:moveTo>
                    <a:pt x="45720" y="3810"/>
                  </a:moveTo>
                  <a:lnTo>
                    <a:pt x="0" y="3810"/>
                  </a:lnTo>
                  <a:lnTo>
                    <a:pt x="0" y="5080"/>
                  </a:lnTo>
                  <a:lnTo>
                    <a:pt x="45720" y="5080"/>
                  </a:lnTo>
                  <a:lnTo>
                    <a:pt x="45720" y="3810"/>
                  </a:lnTo>
                  <a:close/>
                </a:path>
                <a:path w="45720" h="5080">
                  <a:moveTo>
                    <a:pt x="6350" y="2539"/>
                  </a:moveTo>
                  <a:lnTo>
                    <a:pt x="2539" y="2539"/>
                  </a:lnTo>
                  <a:lnTo>
                    <a:pt x="2539" y="3810"/>
                  </a:lnTo>
                  <a:lnTo>
                    <a:pt x="6350" y="3810"/>
                  </a:lnTo>
                  <a:lnTo>
                    <a:pt x="6350" y="2539"/>
                  </a:lnTo>
                  <a:close/>
                </a:path>
                <a:path w="45720" h="5080">
                  <a:moveTo>
                    <a:pt x="44450" y="2539"/>
                  </a:moveTo>
                  <a:lnTo>
                    <a:pt x="40639" y="2539"/>
                  </a:lnTo>
                  <a:lnTo>
                    <a:pt x="40639" y="3810"/>
                  </a:lnTo>
                  <a:lnTo>
                    <a:pt x="44450" y="3810"/>
                  </a:lnTo>
                  <a:lnTo>
                    <a:pt x="44450" y="2539"/>
                  </a:lnTo>
                  <a:close/>
                </a:path>
                <a:path w="45720" h="5080">
                  <a:moveTo>
                    <a:pt x="17780" y="0"/>
                  </a:moveTo>
                  <a:lnTo>
                    <a:pt x="11430" y="0"/>
                  </a:lnTo>
                  <a:lnTo>
                    <a:pt x="11430" y="2539"/>
                  </a:lnTo>
                  <a:lnTo>
                    <a:pt x="35560" y="2539"/>
                  </a:lnTo>
                  <a:lnTo>
                    <a:pt x="35560" y="1270"/>
                  </a:lnTo>
                  <a:lnTo>
                    <a:pt x="17780" y="1270"/>
                  </a:lnTo>
                  <a:lnTo>
                    <a:pt x="17780" y="0"/>
                  </a:lnTo>
                  <a:close/>
                </a:path>
                <a:path w="45720" h="5080">
                  <a:moveTo>
                    <a:pt x="35560" y="0"/>
                  </a:moveTo>
                  <a:lnTo>
                    <a:pt x="30480" y="0"/>
                  </a:lnTo>
                  <a:lnTo>
                    <a:pt x="30480" y="1270"/>
                  </a:lnTo>
                  <a:lnTo>
                    <a:pt x="35560" y="1270"/>
                  </a:lnTo>
                  <a:lnTo>
                    <a:pt x="35560" y="0"/>
                  </a:lnTo>
                  <a:close/>
                </a:path>
              </a:pathLst>
            </a:custGeom>
            <a:solidFill>
              <a:srgbClr val="003300"/>
            </a:solidFill>
          </p:spPr>
          <p:txBody>
            <a:bodyPr wrap="square" lIns="0" tIns="0" rIns="0" bIns="0" rtlCol="0"/>
            <a:lstStyle/>
            <a:p/>
          </p:txBody>
        </p:sp>
        <p:sp>
          <p:nvSpPr>
            <p:cNvPr id="1002" name="object 1002"/>
            <p:cNvSpPr/>
            <p:nvPr/>
          </p:nvSpPr>
          <p:spPr>
            <a:xfrm>
              <a:off x="4791709" y="1092199"/>
              <a:ext cx="68580" cy="7620"/>
            </a:xfrm>
            <a:custGeom>
              <a:avLst/>
              <a:gdLst/>
              <a:ahLst/>
              <a:cxnLst/>
              <a:rect l="l" t="t" r="r" b="b"/>
              <a:pathLst>
                <a:path w="68579" h="7619">
                  <a:moveTo>
                    <a:pt x="68579" y="5079"/>
                  </a:moveTo>
                  <a:lnTo>
                    <a:pt x="0" y="5079"/>
                  </a:lnTo>
                  <a:lnTo>
                    <a:pt x="0" y="7619"/>
                  </a:lnTo>
                  <a:lnTo>
                    <a:pt x="68579" y="7619"/>
                  </a:lnTo>
                  <a:lnTo>
                    <a:pt x="68579" y="5079"/>
                  </a:lnTo>
                  <a:close/>
                </a:path>
                <a:path w="68579" h="7619">
                  <a:moveTo>
                    <a:pt x="2539" y="3809"/>
                  </a:moveTo>
                  <a:lnTo>
                    <a:pt x="1269" y="3809"/>
                  </a:lnTo>
                  <a:lnTo>
                    <a:pt x="1269" y="5079"/>
                  </a:lnTo>
                  <a:lnTo>
                    <a:pt x="2539" y="5079"/>
                  </a:lnTo>
                  <a:lnTo>
                    <a:pt x="2539" y="3809"/>
                  </a:lnTo>
                  <a:close/>
                </a:path>
                <a:path w="68579" h="7619">
                  <a:moveTo>
                    <a:pt x="67309" y="3809"/>
                  </a:moveTo>
                  <a:lnTo>
                    <a:pt x="66039" y="3809"/>
                  </a:lnTo>
                  <a:lnTo>
                    <a:pt x="66039" y="5079"/>
                  </a:lnTo>
                  <a:lnTo>
                    <a:pt x="67309" y="5079"/>
                  </a:lnTo>
                  <a:lnTo>
                    <a:pt x="67309" y="3809"/>
                  </a:lnTo>
                  <a:close/>
                </a:path>
                <a:path w="68579" h="7619">
                  <a:moveTo>
                    <a:pt x="7619" y="1269"/>
                  </a:moveTo>
                  <a:lnTo>
                    <a:pt x="5079" y="1269"/>
                  </a:lnTo>
                  <a:lnTo>
                    <a:pt x="5079" y="3809"/>
                  </a:lnTo>
                  <a:lnTo>
                    <a:pt x="62229" y="3809"/>
                  </a:lnTo>
                  <a:lnTo>
                    <a:pt x="62229" y="2539"/>
                  </a:lnTo>
                  <a:lnTo>
                    <a:pt x="7619" y="2539"/>
                  </a:lnTo>
                  <a:lnTo>
                    <a:pt x="7619" y="1269"/>
                  </a:lnTo>
                  <a:close/>
                </a:path>
                <a:path w="68579" h="7619">
                  <a:moveTo>
                    <a:pt x="62229" y="1269"/>
                  </a:moveTo>
                  <a:lnTo>
                    <a:pt x="60959" y="1269"/>
                  </a:lnTo>
                  <a:lnTo>
                    <a:pt x="60959" y="2539"/>
                  </a:lnTo>
                  <a:lnTo>
                    <a:pt x="62229" y="2539"/>
                  </a:lnTo>
                  <a:lnTo>
                    <a:pt x="62229" y="1269"/>
                  </a:lnTo>
                  <a:close/>
                </a:path>
                <a:path w="68579" h="7619">
                  <a:moveTo>
                    <a:pt x="57150" y="0"/>
                  </a:moveTo>
                  <a:lnTo>
                    <a:pt x="11429" y="0"/>
                  </a:lnTo>
                  <a:lnTo>
                    <a:pt x="11429" y="1269"/>
                  </a:lnTo>
                  <a:lnTo>
                    <a:pt x="57150" y="1269"/>
                  </a:lnTo>
                  <a:lnTo>
                    <a:pt x="57150" y="0"/>
                  </a:lnTo>
                  <a:close/>
                </a:path>
              </a:pathLst>
            </a:custGeom>
            <a:solidFill>
              <a:srgbClr val="023300"/>
            </a:solidFill>
          </p:spPr>
          <p:txBody>
            <a:bodyPr wrap="square" lIns="0" tIns="0" rIns="0" bIns="0" rtlCol="0"/>
            <a:lstStyle/>
            <a:p/>
          </p:txBody>
        </p:sp>
        <p:sp>
          <p:nvSpPr>
            <p:cNvPr id="1003" name="object 1003"/>
            <p:cNvSpPr/>
            <p:nvPr/>
          </p:nvSpPr>
          <p:spPr>
            <a:xfrm>
              <a:off x="4782819" y="1099819"/>
              <a:ext cx="85090" cy="6350"/>
            </a:xfrm>
            <a:custGeom>
              <a:avLst/>
              <a:gdLst/>
              <a:ahLst/>
              <a:cxnLst/>
              <a:rect l="l" t="t" r="r" b="b"/>
              <a:pathLst>
                <a:path w="85089" h="6350">
                  <a:moveTo>
                    <a:pt x="85089" y="3809"/>
                  </a:moveTo>
                  <a:lnTo>
                    <a:pt x="0" y="3809"/>
                  </a:lnTo>
                  <a:lnTo>
                    <a:pt x="0" y="6349"/>
                  </a:lnTo>
                  <a:lnTo>
                    <a:pt x="85089" y="6349"/>
                  </a:lnTo>
                  <a:lnTo>
                    <a:pt x="85089" y="3809"/>
                  </a:lnTo>
                  <a:close/>
                </a:path>
                <a:path w="85089" h="6350">
                  <a:moveTo>
                    <a:pt x="3809" y="2539"/>
                  </a:moveTo>
                  <a:lnTo>
                    <a:pt x="2539" y="2539"/>
                  </a:lnTo>
                  <a:lnTo>
                    <a:pt x="2539" y="3809"/>
                  </a:lnTo>
                  <a:lnTo>
                    <a:pt x="3809" y="3809"/>
                  </a:lnTo>
                  <a:lnTo>
                    <a:pt x="3809" y="2539"/>
                  </a:lnTo>
                  <a:close/>
                </a:path>
                <a:path w="85089" h="6350">
                  <a:moveTo>
                    <a:pt x="83819" y="2539"/>
                  </a:moveTo>
                  <a:lnTo>
                    <a:pt x="81279" y="2539"/>
                  </a:lnTo>
                  <a:lnTo>
                    <a:pt x="81279" y="3809"/>
                  </a:lnTo>
                  <a:lnTo>
                    <a:pt x="83819" y="3809"/>
                  </a:lnTo>
                  <a:lnTo>
                    <a:pt x="83819" y="2539"/>
                  </a:lnTo>
                  <a:close/>
                </a:path>
                <a:path w="85089" h="6350">
                  <a:moveTo>
                    <a:pt x="6350" y="0"/>
                  </a:moveTo>
                  <a:lnTo>
                    <a:pt x="5079" y="0"/>
                  </a:lnTo>
                  <a:lnTo>
                    <a:pt x="5079" y="2539"/>
                  </a:lnTo>
                  <a:lnTo>
                    <a:pt x="80009" y="2539"/>
                  </a:lnTo>
                  <a:lnTo>
                    <a:pt x="80009" y="1269"/>
                  </a:lnTo>
                  <a:lnTo>
                    <a:pt x="6350" y="1269"/>
                  </a:lnTo>
                  <a:lnTo>
                    <a:pt x="6350" y="0"/>
                  </a:lnTo>
                  <a:close/>
                </a:path>
                <a:path w="85089" h="6350">
                  <a:moveTo>
                    <a:pt x="80009" y="0"/>
                  </a:moveTo>
                  <a:lnTo>
                    <a:pt x="78739" y="0"/>
                  </a:lnTo>
                  <a:lnTo>
                    <a:pt x="78739" y="1269"/>
                  </a:lnTo>
                  <a:lnTo>
                    <a:pt x="80009" y="1269"/>
                  </a:lnTo>
                  <a:lnTo>
                    <a:pt x="80009" y="0"/>
                  </a:lnTo>
                  <a:close/>
                </a:path>
              </a:pathLst>
            </a:custGeom>
            <a:solidFill>
              <a:srgbClr val="053100"/>
            </a:solidFill>
          </p:spPr>
          <p:txBody>
            <a:bodyPr wrap="square" lIns="0" tIns="0" rIns="0" bIns="0" rtlCol="0"/>
            <a:lstStyle/>
            <a:p/>
          </p:txBody>
        </p:sp>
        <p:sp>
          <p:nvSpPr>
            <p:cNvPr id="1004" name="object 1004"/>
            <p:cNvSpPr/>
            <p:nvPr/>
          </p:nvSpPr>
          <p:spPr>
            <a:xfrm>
              <a:off x="4773930" y="1106169"/>
              <a:ext cx="101600" cy="7620"/>
            </a:xfrm>
            <a:custGeom>
              <a:avLst/>
              <a:gdLst/>
              <a:ahLst/>
              <a:cxnLst/>
              <a:rect l="l" t="t" r="r" b="b"/>
              <a:pathLst>
                <a:path w="101600" h="7619">
                  <a:moveTo>
                    <a:pt x="1270" y="6350"/>
                  </a:moveTo>
                  <a:lnTo>
                    <a:pt x="0" y="6350"/>
                  </a:lnTo>
                  <a:lnTo>
                    <a:pt x="0" y="7620"/>
                  </a:lnTo>
                  <a:lnTo>
                    <a:pt x="1270" y="7620"/>
                  </a:lnTo>
                  <a:lnTo>
                    <a:pt x="1270" y="6350"/>
                  </a:lnTo>
                  <a:close/>
                </a:path>
                <a:path w="101600" h="7619">
                  <a:moveTo>
                    <a:pt x="95250" y="1270"/>
                  </a:moveTo>
                  <a:lnTo>
                    <a:pt x="7620" y="1270"/>
                  </a:lnTo>
                  <a:lnTo>
                    <a:pt x="7620" y="0"/>
                  </a:lnTo>
                  <a:lnTo>
                    <a:pt x="6350" y="0"/>
                  </a:lnTo>
                  <a:lnTo>
                    <a:pt x="6350" y="1270"/>
                  </a:lnTo>
                  <a:lnTo>
                    <a:pt x="6350" y="2540"/>
                  </a:lnTo>
                  <a:lnTo>
                    <a:pt x="95250" y="2540"/>
                  </a:lnTo>
                  <a:lnTo>
                    <a:pt x="95250" y="1270"/>
                  </a:lnTo>
                  <a:close/>
                </a:path>
                <a:path w="101600" h="7619">
                  <a:moveTo>
                    <a:pt x="99060" y="3810"/>
                  </a:moveTo>
                  <a:lnTo>
                    <a:pt x="97777" y="3810"/>
                  </a:lnTo>
                  <a:lnTo>
                    <a:pt x="97777" y="2540"/>
                  </a:lnTo>
                  <a:lnTo>
                    <a:pt x="96520" y="2540"/>
                  </a:lnTo>
                  <a:lnTo>
                    <a:pt x="96520" y="3810"/>
                  </a:lnTo>
                  <a:lnTo>
                    <a:pt x="5080" y="3810"/>
                  </a:lnTo>
                  <a:lnTo>
                    <a:pt x="5080" y="2540"/>
                  </a:lnTo>
                  <a:lnTo>
                    <a:pt x="3810" y="2540"/>
                  </a:lnTo>
                  <a:lnTo>
                    <a:pt x="3810" y="3810"/>
                  </a:lnTo>
                  <a:lnTo>
                    <a:pt x="2540" y="3810"/>
                  </a:lnTo>
                  <a:lnTo>
                    <a:pt x="2540" y="6350"/>
                  </a:lnTo>
                  <a:lnTo>
                    <a:pt x="99060" y="6350"/>
                  </a:lnTo>
                  <a:lnTo>
                    <a:pt x="99060" y="3810"/>
                  </a:lnTo>
                  <a:close/>
                </a:path>
                <a:path w="101600" h="7619">
                  <a:moveTo>
                    <a:pt x="101600" y="6350"/>
                  </a:moveTo>
                  <a:lnTo>
                    <a:pt x="100330" y="6350"/>
                  </a:lnTo>
                  <a:lnTo>
                    <a:pt x="100330" y="7620"/>
                  </a:lnTo>
                  <a:lnTo>
                    <a:pt x="101600" y="7620"/>
                  </a:lnTo>
                  <a:lnTo>
                    <a:pt x="101600" y="6350"/>
                  </a:lnTo>
                  <a:close/>
                </a:path>
              </a:pathLst>
            </a:custGeom>
            <a:solidFill>
              <a:srgbClr val="083100"/>
            </a:solidFill>
          </p:spPr>
          <p:txBody>
            <a:bodyPr wrap="square" lIns="0" tIns="0" rIns="0" bIns="0" rtlCol="0"/>
            <a:lstStyle/>
            <a:p/>
          </p:txBody>
        </p:sp>
        <p:sp>
          <p:nvSpPr>
            <p:cNvPr id="1005" name="object 1005"/>
            <p:cNvSpPr/>
            <p:nvPr/>
          </p:nvSpPr>
          <p:spPr>
            <a:xfrm>
              <a:off x="4768850" y="1113789"/>
              <a:ext cx="111760" cy="7620"/>
            </a:xfrm>
            <a:custGeom>
              <a:avLst/>
              <a:gdLst/>
              <a:ahLst/>
              <a:cxnLst/>
              <a:rect l="l" t="t" r="r" b="b"/>
              <a:pathLst>
                <a:path w="111760" h="7619">
                  <a:moveTo>
                    <a:pt x="106680" y="0"/>
                  </a:moveTo>
                  <a:lnTo>
                    <a:pt x="5080" y="0"/>
                  </a:lnTo>
                  <a:lnTo>
                    <a:pt x="5080" y="1270"/>
                  </a:lnTo>
                  <a:lnTo>
                    <a:pt x="106680" y="1270"/>
                  </a:lnTo>
                  <a:lnTo>
                    <a:pt x="106680" y="0"/>
                  </a:lnTo>
                  <a:close/>
                </a:path>
                <a:path w="111760" h="7619">
                  <a:moveTo>
                    <a:pt x="109220" y="1270"/>
                  </a:moveTo>
                  <a:lnTo>
                    <a:pt x="107950" y="1270"/>
                  </a:lnTo>
                  <a:lnTo>
                    <a:pt x="107950" y="2540"/>
                  </a:lnTo>
                  <a:lnTo>
                    <a:pt x="2540" y="2540"/>
                  </a:lnTo>
                  <a:lnTo>
                    <a:pt x="2540" y="5080"/>
                  </a:lnTo>
                  <a:lnTo>
                    <a:pt x="109207" y="5080"/>
                  </a:lnTo>
                  <a:lnTo>
                    <a:pt x="109207" y="2540"/>
                  </a:lnTo>
                  <a:lnTo>
                    <a:pt x="109220" y="1270"/>
                  </a:lnTo>
                  <a:close/>
                </a:path>
                <a:path w="111760" h="7619">
                  <a:moveTo>
                    <a:pt x="111760" y="5080"/>
                  </a:moveTo>
                  <a:lnTo>
                    <a:pt x="110490" y="5080"/>
                  </a:lnTo>
                  <a:lnTo>
                    <a:pt x="110490" y="6350"/>
                  </a:lnTo>
                  <a:lnTo>
                    <a:pt x="1270" y="6350"/>
                  </a:lnTo>
                  <a:lnTo>
                    <a:pt x="1270" y="5080"/>
                  </a:lnTo>
                  <a:lnTo>
                    <a:pt x="0" y="5080"/>
                  </a:lnTo>
                  <a:lnTo>
                    <a:pt x="0" y="6350"/>
                  </a:lnTo>
                  <a:lnTo>
                    <a:pt x="0" y="7620"/>
                  </a:lnTo>
                  <a:lnTo>
                    <a:pt x="111760" y="7620"/>
                  </a:lnTo>
                  <a:lnTo>
                    <a:pt x="111760" y="6350"/>
                  </a:lnTo>
                  <a:lnTo>
                    <a:pt x="111760" y="5080"/>
                  </a:lnTo>
                  <a:close/>
                </a:path>
              </a:pathLst>
            </a:custGeom>
            <a:solidFill>
              <a:srgbClr val="0B3000"/>
            </a:solidFill>
          </p:spPr>
          <p:txBody>
            <a:bodyPr wrap="square" lIns="0" tIns="0" rIns="0" bIns="0" rtlCol="0"/>
            <a:lstStyle/>
            <a:p/>
          </p:txBody>
        </p:sp>
        <p:sp>
          <p:nvSpPr>
            <p:cNvPr id="1006" name="object 1006"/>
            <p:cNvSpPr/>
            <p:nvPr/>
          </p:nvSpPr>
          <p:spPr>
            <a:xfrm>
              <a:off x="4763770" y="1121409"/>
              <a:ext cx="121920" cy="6350"/>
            </a:xfrm>
            <a:custGeom>
              <a:avLst/>
              <a:gdLst/>
              <a:ahLst/>
              <a:cxnLst/>
              <a:rect l="l" t="t" r="r" b="b"/>
              <a:pathLst>
                <a:path w="121920" h="6350">
                  <a:moveTo>
                    <a:pt x="53340" y="5080"/>
                  </a:moveTo>
                  <a:lnTo>
                    <a:pt x="1270" y="5080"/>
                  </a:lnTo>
                  <a:lnTo>
                    <a:pt x="1270" y="3810"/>
                  </a:lnTo>
                  <a:lnTo>
                    <a:pt x="0" y="3810"/>
                  </a:lnTo>
                  <a:lnTo>
                    <a:pt x="0" y="5080"/>
                  </a:lnTo>
                  <a:lnTo>
                    <a:pt x="0" y="6350"/>
                  </a:lnTo>
                  <a:lnTo>
                    <a:pt x="53340" y="6350"/>
                  </a:lnTo>
                  <a:lnTo>
                    <a:pt x="53340" y="5080"/>
                  </a:lnTo>
                  <a:close/>
                </a:path>
                <a:path w="121920" h="6350">
                  <a:moveTo>
                    <a:pt x="119380" y="1270"/>
                  </a:moveTo>
                  <a:lnTo>
                    <a:pt x="118110" y="1270"/>
                  </a:lnTo>
                  <a:lnTo>
                    <a:pt x="118110" y="0"/>
                  </a:lnTo>
                  <a:lnTo>
                    <a:pt x="3810" y="0"/>
                  </a:lnTo>
                  <a:lnTo>
                    <a:pt x="3810" y="1270"/>
                  </a:lnTo>
                  <a:lnTo>
                    <a:pt x="2540" y="1270"/>
                  </a:lnTo>
                  <a:lnTo>
                    <a:pt x="2540" y="3810"/>
                  </a:lnTo>
                  <a:lnTo>
                    <a:pt x="53340" y="3810"/>
                  </a:lnTo>
                  <a:lnTo>
                    <a:pt x="53340" y="5080"/>
                  </a:lnTo>
                  <a:lnTo>
                    <a:pt x="55880" y="5080"/>
                  </a:lnTo>
                  <a:lnTo>
                    <a:pt x="55880" y="3810"/>
                  </a:lnTo>
                  <a:lnTo>
                    <a:pt x="63500" y="3810"/>
                  </a:lnTo>
                  <a:lnTo>
                    <a:pt x="63500" y="5080"/>
                  </a:lnTo>
                  <a:lnTo>
                    <a:pt x="66040" y="5080"/>
                  </a:lnTo>
                  <a:lnTo>
                    <a:pt x="66040" y="3810"/>
                  </a:lnTo>
                  <a:lnTo>
                    <a:pt x="119380" y="3810"/>
                  </a:lnTo>
                  <a:lnTo>
                    <a:pt x="119380" y="1270"/>
                  </a:lnTo>
                  <a:close/>
                </a:path>
                <a:path w="121920" h="6350">
                  <a:moveTo>
                    <a:pt x="121920" y="3810"/>
                  </a:moveTo>
                  <a:lnTo>
                    <a:pt x="120650" y="3810"/>
                  </a:lnTo>
                  <a:lnTo>
                    <a:pt x="120650" y="5080"/>
                  </a:lnTo>
                  <a:lnTo>
                    <a:pt x="66040" y="5080"/>
                  </a:lnTo>
                  <a:lnTo>
                    <a:pt x="66040" y="6350"/>
                  </a:lnTo>
                  <a:lnTo>
                    <a:pt x="121920" y="6350"/>
                  </a:lnTo>
                  <a:lnTo>
                    <a:pt x="121920" y="5080"/>
                  </a:lnTo>
                  <a:lnTo>
                    <a:pt x="121920" y="3810"/>
                  </a:lnTo>
                  <a:close/>
                </a:path>
              </a:pathLst>
            </a:custGeom>
            <a:solidFill>
              <a:srgbClr val="0E2F00"/>
            </a:solidFill>
          </p:spPr>
          <p:txBody>
            <a:bodyPr wrap="square" lIns="0" tIns="0" rIns="0" bIns="0" rtlCol="0"/>
            <a:lstStyle/>
            <a:p/>
          </p:txBody>
        </p:sp>
        <p:sp>
          <p:nvSpPr>
            <p:cNvPr id="1007" name="object 1007"/>
            <p:cNvSpPr/>
            <p:nvPr/>
          </p:nvSpPr>
          <p:spPr>
            <a:xfrm>
              <a:off x="4759959" y="1127759"/>
              <a:ext cx="128270" cy="7620"/>
            </a:xfrm>
            <a:custGeom>
              <a:avLst/>
              <a:gdLst/>
              <a:ahLst/>
              <a:cxnLst/>
              <a:rect l="l" t="t" r="r" b="b"/>
              <a:pathLst>
                <a:path w="128270" h="7619">
                  <a:moveTo>
                    <a:pt x="48259" y="6349"/>
                  </a:moveTo>
                  <a:lnTo>
                    <a:pt x="46989" y="6349"/>
                  </a:lnTo>
                  <a:lnTo>
                    <a:pt x="46989" y="7619"/>
                  </a:lnTo>
                  <a:lnTo>
                    <a:pt x="48259" y="7619"/>
                  </a:lnTo>
                  <a:lnTo>
                    <a:pt x="48259" y="6349"/>
                  </a:lnTo>
                  <a:close/>
                </a:path>
                <a:path w="128270" h="7619">
                  <a:moveTo>
                    <a:pt x="1269" y="3809"/>
                  </a:moveTo>
                  <a:lnTo>
                    <a:pt x="0" y="3809"/>
                  </a:lnTo>
                  <a:lnTo>
                    <a:pt x="0" y="6349"/>
                  </a:lnTo>
                  <a:lnTo>
                    <a:pt x="50800" y="6349"/>
                  </a:lnTo>
                  <a:lnTo>
                    <a:pt x="50800" y="5079"/>
                  </a:lnTo>
                  <a:lnTo>
                    <a:pt x="1269" y="5079"/>
                  </a:lnTo>
                  <a:lnTo>
                    <a:pt x="1269" y="3809"/>
                  </a:lnTo>
                  <a:close/>
                </a:path>
                <a:path w="128270" h="7619">
                  <a:moveTo>
                    <a:pt x="52069" y="1269"/>
                  </a:moveTo>
                  <a:lnTo>
                    <a:pt x="1269" y="1269"/>
                  </a:lnTo>
                  <a:lnTo>
                    <a:pt x="1269" y="3809"/>
                  </a:lnTo>
                  <a:lnTo>
                    <a:pt x="52069" y="3809"/>
                  </a:lnTo>
                  <a:lnTo>
                    <a:pt x="52069" y="1269"/>
                  </a:lnTo>
                  <a:close/>
                </a:path>
                <a:path w="128270" h="7619">
                  <a:moveTo>
                    <a:pt x="3810" y="0"/>
                  </a:moveTo>
                  <a:lnTo>
                    <a:pt x="2539" y="0"/>
                  </a:lnTo>
                  <a:lnTo>
                    <a:pt x="2539" y="1269"/>
                  </a:lnTo>
                  <a:lnTo>
                    <a:pt x="3810" y="1269"/>
                  </a:lnTo>
                  <a:lnTo>
                    <a:pt x="3810" y="0"/>
                  </a:lnTo>
                  <a:close/>
                </a:path>
                <a:path w="128270" h="7619">
                  <a:moveTo>
                    <a:pt x="54610" y="0"/>
                  </a:moveTo>
                  <a:lnTo>
                    <a:pt x="53339" y="0"/>
                  </a:lnTo>
                  <a:lnTo>
                    <a:pt x="53339" y="1269"/>
                  </a:lnTo>
                  <a:lnTo>
                    <a:pt x="54610" y="1269"/>
                  </a:lnTo>
                  <a:lnTo>
                    <a:pt x="54610" y="0"/>
                  </a:lnTo>
                  <a:close/>
                </a:path>
                <a:path w="128270" h="7619">
                  <a:moveTo>
                    <a:pt x="128269" y="5079"/>
                  </a:moveTo>
                  <a:lnTo>
                    <a:pt x="77469" y="5079"/>
                  </a:lnTo>
                  <a:lnTo>
                    <a:pt x="77469" y="7619"/>
                  </a:lnTo>
                  <a:lnTo>
                    <a:pt x="78739" y="7619"/>
                  </a:lnTo>
                  <a:lnTo>
                    <a:pt x="78739" y="6349"/>
                  </a:lnTo>
                  <a:lnTo>
                    <a:pt x="128269" y="6349"/>
                  </a:lnTo>
                  <a:lnTo>
                    <a:pt x="128269" y="5079"/>
                  </a:lnTo>
                  <a:close/>
                </a:path>
                <a:path w="128270" h="7619">
                  <a:moveTo>
                    <a:pt x="77469" y="3809"/>
                  </a:moveTo>
                  <a:lnTo>
                    <a:pt x="76200" y="3809"/>
                  </a:lnTo>
                  <a:lnTo>
                    <a:pt x="76200" y="5079"/>
                  </a:lnTo>
                  <a:lnTo>
                    <a:pt x="77469" y="5079"/>
                  </a:lnTo>
                  <a:lnTo>
                    <a:pt x="77469" y="3809"/>
                  </a:lnTo>
                  <a:close/>
                </a:path>
                <a:path w="128270" h="7619">
                  <a:moveTo>
                    <a:pt x="127000" y="0"/>
                  </a:moveTo>
                  <a:lnTo>
                    <a:pt x="125729" y="0"/>
                  </a:lnTo>
                  <a:lnTo>
                    <a:pt x="125729" y="1269"/>
                  </a:lnTo>
                  <a:lnTo>
                    <a:pt x="74929" y="1269"/>
                  </a:lnTo>
                  <a:lnTo>
                    <a:pt x="74929" y="3809"/>
                  </a:lnTo>
                  <a:lnTo>
                    <a:pt x="127000" y="3809"/>
                  </a:lnTo>
                  <a:lnTo>
                    <a:pt x="127000" y="0"/>
                  </a:lnTo>
                  <a:close/>
                </a:path>
              </a:pathLst>
            </a:custGeom>
            <a:solidFill>
              <a:srgbClr val="112F00"/>
            </a:solidFill>
          </p:spPr>
          <p:txBody>
            <a:bodyPr wrap="square" lIns="0" tIns="0" rIns="0" bIns="0" rtlCol="0"/>
            <a:lstStyle/>
            <a:p/>
          </p:txBody>
        </p:sp>
        <p:sp>
          <p:nvSpPr>
            <p:cNvPr id="1008" name="object 1008"/>
            <p:cNvSpPr/>
            <p:nvPr/>
          </p:nvSpPr>
          <p:spPr>
            <a:xfrm>
              <a:off x="4753609" y="1135379"/>
              <a:ext cx="139700" cy="7620"/>
            </a:xfrm>
            <a:custGeom>
              <a:avLst/>
              <a:gdLst/>
              <a:ahLst/>
              <a:cxnLst/>
              <a:rect l="l" t="t" r="r" b="b"/>
              <a:pathLst>
                <a:path w="139700" h="7619">
                  <a:moveTo>
                    <a:pt x="139700" y="5079"/>
                  </a:moveTo>
                  <a:lnTo>
                    <a:pt x="138430" y="5079"/>
                  </a:lnTo>
                  <a:lnTo>
                    <a:pt x="138429" y="6350"/>
                  </a:lnTo>
                  <a:lnTo>
                    <a:pt x="88900" y="6350"/>
                  </a:lnTo>
                  <a:lnTo>
                    <a:pt x="88900" y="7620"/>
                  </a:lnTo>
                  <a:lnTo>
                    <a:pt x="139700" y="7620"/>
                  </a:lnTo>
                  <a:lnTo>
                    <a:pt x="139700" y="5079"/>
                  </a:lnTo>
                  <a:close/>
                </a:path>
                <a:path w="139700" h="7619">
                  <a:moveTo>
                    <a:pt x="138430" y="2539"/>
                  </a:moveTo>
                  <a:lnTo>
                    <a:pt x="137160" y="2539"/>
                  </a:lnTo>
                  <a:lnTo>
                    <a:pt x="137160" y="3810"/>
                  </a:lnTo>
                  <a:lnTo>
                    <a:pt x="86360" y="3810"/>
                  </a:lnTo>
                  <a:lnTo>
                    <a:pt x="86360" y="5079"/>
                  </a:lnTo>
                  <a:lnTo>
                    <a:pt x="138430" y="5079"/>
                  </a:lnTo>
                  <a:lnTo>
                    <a:pt x="138430" y="2539"/>
                  </a:lnTo>
                  <a:close/>
                </a:path>
                <a:path w="139700" h="7619">
                  <a:moveTo>
                    <a:pt x="137160" y="0"/>
                  </a:moveTo>
                  <a:lnTo>
                    <a:pt x="85089" y="0"/>
                  </a:lnTo>
                  <a:lnTo>
                    <a:pt x="85089" y="2539"/>
                  </a:lnTo>
                  <a:lnTo>
                    <a:pt x="137160" y="2539"/>
                  </a:lnTo>
                  <a:lnTo>
                    <a:pt x="137160" y="0"/>
                  </a:lnTo>
                  <a:close/>
                </a:path>
                <a:path w="139700" h="7619">
                  <a:moveTo>
                    <a:pt x="49529" y="6350"/>
                  </a:moveTo>
                  <a:lnTo>
                    <a:pt x="0" y="6350"/>
                  </a:lnTo>
                  <a:lnTo>
                    <a:pt x="0" y="7620"/>
                  </a:lnTo>
                  <a:lnTo>
                    <a:pt x="49529" y="7620"/>
                  </a:lnTo>
                  <a:lnTo>
                    <a:pt x="49529" y="6350"/>
                  </a:lnTo>
                  <a:close/>
                </a:path>
                <a:path w="139700" h="7619">
                  <a:moveTo>
                    <a:pt x="3810" y="2539"/>
                  </a:moveTo>
                  <a:lnTo>
                    <a:pt x="2539" y="2539"/>
                  </a:lnTo>
                  <a:lnTo>
                    <a:pt x="2539" y="5079"/>
                  </a:lnTo>
                  <a:lnTo>
                    <a:pt x="52069" y="5079"/>
                  </a:lnTo>
                  <a:lnTo>
                    <a:pt x="52069" y="3810"/>
                  </a:lnTo>
                  <a:lnTo>
                    <a:pt x="3810" y="3810"/>
                  </a:lnTo>
                  <a:lnTo>
                    <a:pt x="3810" y="2539"/>
                  </a:lnTo>
                  <a:close/>
                </a:path>
                <a:path w="139700" h="7619">
                  <a:moveTo>
                    <a:pt x="53339" y="0"/>
                  </a:moveTo>
                  <a:lnTo>
                    <a:pt x="3810" y="0"/>
                  </a:lnTo>
                  <a:lnTo>
                    <a:pt x="3810" y="2539"/>
                  </a:lnTo>
                  <a:lnTo>
                    <a:pt x="53339" y="2539"/>
                  </a:lnTo>
                  <a:lnTo>
                    <a:pt x="53339" y="0"/>
                  </a:lnTo>
                  <a:close/>
                </a:path>
              </a:pathLst>
            </a:custGeom>
            <a:solidFill>
              <a:srgbClr val="152E00"/>
            </a:solidFill>
          </p:spPr>
          <p:txBody>
            <a:bodyPr wrap="square" lIns="0" tIns="0" rIns="0" bIns="0" rtlCol="0"/>
            <a:lstStyle/>
            <a:p/>
          </p:txBody>
        </p:sp>
        <p:sp>
          <p:nvSpPr>
            <p:cNvPr id="1009" name="object 1009"/>
            <p:cNvSpPr/>
            <p:nvPr/>
          </p:nvSpPr>
          <p:spPr>
            <a:xfrm>
              <a:off x="4749799" y="1142999"/>
              <a:ext cx="147320" cy="7620"/>
            </a:xfrm>
            <a:custGeom>
              <a:avLst/>
              <a:gdLst/>
              <a:ahLst/>
              <a:cxnLst/>
              <a:rect l="l" t="t" r="r" b="b"/>
              <a:pathLst>
                <a:path w="147320" h="7619">
                  <a:moveTo>
                    <a:pt x="52070" y="5079"/>
                  </a:moveTo>
                  <a:lnTo>
                    <a:pt x="0" y="5079"/>
                  </a:lnTo>
                  <a:lnTo>
                    <a:pt x="0" y="7619"/>
                  </a:lnTo>
                  <a:lnTo>
                    <a:pt x="52070" y="7619"/>
                  </a:lnTo>
                  <a:lnTo>
                    <a:pt x="52070" y="5079"/>
                  </a:lnTo>
                  <a:close/>
                </a:path>
                <a:path w="147320" h="7619">
                  <a:moveTo>
                    <a:pt x="147320" y="5079"/>
                  </a:moveTo>
                  <a:lnTo>
                    <a:pt x="95250" y="5079"/>
                  </a:lnTo>
                  <a:lnTo>
                    <a:pt x="95250" y="7619"/>
                  </a:lnTo>
                  <a:lnTo>
                    <a:pt x="147320" y="7619"/>
                  </a:lnTo>
                  <a:lnTo>
                    <a:pt x="147320" y="5079"/>
                  </a:lnTo>
                  <a:close/>
                </a:path>
                <a:path w="147320" h="7619">
                  <a:moveTo>
                    <a:pt x="144779" y="2539"/>
                  </a:moveTo>
                  <a:lnTo>
                    <a:pt x="93979" y="2539"/>
                  </a:lnTo>
                  <a:lnTo>
                    <a:pt x="93979" y="5079"/>
                  </a:lnTo>
                  <a:lnTo>
                    <a:pt x="95250" y="5079"/>
                  </a:lnTo>
                  <a:lnTo>
                    <a:pt x="95250" y="3809"/>
                  </a:lnTo>
                  <a:lnTo>
                    <a:pt x="144779" y="3809"/>
                  </a:lnTo>
                  <a:lnTo>
                    <a:pt x="144779" y="2539"/>
                  </a:lnTo>
                  <a:close/>
                </a:path>
                <a:path w="147320" h="7619">
                  <a:moveTo>
                    <a:pt x="143510" y="0"/>
                  </a:moveTo>
                  <a:lnTo>
                    <a:pt x="92710" y="0"/>
                  </a:lnTo>
                  <a:lnTo>
                    <a:pt x="92710" y="2539"/>
                  </a:lnTo>
                  <a:lnTo>
                    <a:pt x="93979" y="2539"/>
                  </a:lnTo>
                  <a:lnTo>
                    <a:pt x="93979" y="1269"/>
                  </a:lnTo>
                  <a:lnTo>
                    <a:pt x="143510" y="1269"/>
                  </a:lnTo>
                  <a:lnTo>
                    <a:pt x="143510" y="0"/>
                  </a:lnTo>
                  <a:close/>
                </a:path>
                <a:path w="147320" h="7619">
                  <a:moveTo>
                    <a:pt x="53339" y="2539"/>
                  </a:moveTo>
                  <a:lnTo>
                    <a:pt x="2539" y="2539"/>
                  </a:lnTo>
                  <a:lnTo>
                    <a:pt x="2539" y="3809"/>
                  </a:lnTo>
                  <a:lnTo>
                    <a:pt x="53339" y="3809"/>
                  </a:lnTo>
                  <a:lnTo>
                    <a:pt x="53339" y="2539"/>
                  </a:lnTo>
                  <a:close/>
                </a:path>
                <a:path w="147320" h="7619">
                  <a:moveTo>
                    <a:pt x="53339" y="0"/>
                  </a:moveTo>
                  <a:lnTo>
                    <a:pt x="3810" y="0"/>
                  </a:lnTo>
                  <a:lnTo>
                    <a:pt x="3810" y="1269"/>
                  </a:lnTo>
                  <a:lnTo>
                    <a:pt x="53339" y="1269"/>
                  </a:lnTo>
                  <a:lnTo>
                    <a:pt x="53339" y="0"/>
                  </a:lnTo>
                  <a:close/>
                </a:path>
              </a:pathLst>
            </a:custGeom>
            <a:solidFill>
              <a:srgbClr val="182D00"/>
            </a:solidFill>
          </p:spPr>
          <p:txBody>
            <a:bodyPr wrap="square" lIns="0" tIns="0" rIns="0" bIns="0" rtlCol="0"/>
            <a:lstStyle/>
            <a:p/>
          </p:txBody>
        </p:sp>
        <p:sp>
          <p:nvSpPr>
            <p:cNvPr id="1010" name="object 1010"/>
            <p:cNvSpPr/>
            <p:nvPr/>
          </p:nvSpPr>
          <p:spPr>
            <a:xfrm>
              <a:off x="4747259" y="1150619"/>
              <a:ext cx="152400" cy="6350"/>
            </a:xfrm>
            <a:custGeom>
              <a:avLst/>
              <a:gdLst/>
              <a:ahLst/>
              <a:cxnLst/>
              <a:rect l="l" t="t" r="r" b="b"/>
              <a:pathLst>
                <a:path w="152400" h="6350">
                  <a:moveTo>
                    <a:pt x="2539" y="0"/>
                  </a:moveTo>
                  <a:lnTo>
                    <a:pt x="1269" y="0"/>
                  </a:lnTo>
                  <a:lnTo>
                    <a:pt x="1269" y="3809"/>
                  </a:lnTo>
                  <a:lnTo>
                    <a:pt x="0" y="3809"/>
                  </a:lnTo>
                  <a:lnTo>
                    <a:pt x="0" y="6350"/>
                  </a:lnTo>
                  <a:lnTo>
                    <a:pt x="52070" y="6350"/>
                  </a:lnTo>
                  <a:lnTo>
                    <a:pt x="52069" y="2539"/>
                  </a:lnTo>
                  <a:lnTo>
                    <a:pt x="53339" y="2539"/>
                  </a:lnTo>
                  <a:lnTo>
                    <a:pt x="53339" y="1269"/>
                  </a:lnTo>
                  <a:lnTo>
                    <a:pt x="2539" y="1269"/>
                  </a:lnTo>
                  <a:lnTo>
                    <a:pt x="2539" y="0"/>
                  </a:lnTo>
                  <a:close/>
                </a:path>
                <a:path w="152400" h="6350">
                  <a:moveTo>
                    <a:pt x="152400" y="3809"/>
                  </a:moveTo>
                  <a:lnTo>
                    <a:pt x="100329" y="3809"/>
                  </a:lnTo>
                  <a:lnTo>
                    <a:pt x="100329" y="6350"/>
                  </a:lnTo>
                  <a:lnTo>
                    <a:pt x="152400" y="6350"/>
                  </a:lnTo>
                  <a:lnTo>
                    <a:pt x="152400" y="3809"/>
                  </a:lnTo>
                  <a:close/>
                </a:path>
                <a:path w="152400" h="6350">
                  <a:moveTo>
                    <a:pt x="151130" y="0"/>
                  </a:moveTo>
                  <a:lnTo>
                    <a:pt x="149860" y="0"/>
                  </a:lnTo>
                  <a:lnTo>
                    <a:pt x="149860" y="1269"/>
                  </a:lnTo>
                  <a:lnTo>
                    <a:pt x="99060" y="1269"/>
                  </a:lnTo>
                  <a:lnTo>
                    <a:pt x="99060" y="3809"/>
                  </a:lnTo>
                  <a:lnTo>
                    <a:pt x="151130" y="3809"/>
                  </a:lnTo>
                  <a:lnTo>
                    <a:pt x="151130" y="0"/>
                  </a:lnTo>
                  <a:close/>
                </a:path>
              </a:pathLst>
            </a:custGeom>
            <a:solidFill>
              <a:srgbClr val="1B2D00"/>
            </a:solidFill>
          </p:spPr>
          <p:txBody>
            <a:bodyPr wrap="square" lIns="0" tIns="0" rIns="0" bIns="0" rtlCol="0"/>
            <a:lstStyle/>
            <a:p/>
          </p:txBody>
        </p:sp>
        <p:sp>
          <p:nvSpPr>
            <p:cNvPr id="1011" name="object 1011"/>
            <p:cNvSpPr/>
            <p:nvPr/>
          </p:nvSpPr>
          <p:spPr>
            <a:xfrm>
              <a:off x="4742179" y="1156969"/>
              <a:ext cx="161290" cy="7620"/>
            </a:xfrm>
            <a:custGeom>
              <a:avLst/>
              <a:gdLst/>
              <a:ahLst/>
              <a:cxnLst/>
              <a:rect l="l" t="t" r="r" b="b"/>
              <a:pathLst>
                <a:path w="161289" h="7619">
                  <a:moveTo>
                    <a:pt x="1270" y="6349"/>
                  </a:moveTo>
                  <a:lnTo>
                    <a:pt x="0" y="6349"/>
                  </a:lnTo>
                  <a:lnTo>
                    <a:pt x="0" y="7619"/>
                  </a:lnTo>
                  <a:lnTo>
                    <a:pt x="1270" y="7619"/>
                  </a:lnTo>
                  <a:lnTo>
                    <a:pt x="1270" y="6349"/>
                  </a:lnTo>
                  <a:close/>
                </a:path>
                <a:path w="161289" h="7619">
                  <a:moveTo>
                    <a:pt x="54610" y="3809"/>
                  </a:moveTo>
                  <a:lnTo>
                    <a:pt x="1270" y="3809"/>
                  </a:lnTo>
                  <a:lnTo>
                    <a:pt x="1270" y="6349"/>
                  </a:lnTo>
                  <a:lnTo>
                    <a:pt x="54610" y="6349"/>
                  </a:lnTo>
                  <a:lnTo>
                    <a:pt x="54610" y="3809"/>
                  </a:lnTo>
                  <a:close/>
                </a:path>
                <a:path w="161289" h="7619">
                  <a:moveTo>
                    <a:pt x="55880" y="0"/>
                  </a:moveTo>
                  <a:lnTo>
                    <a:pt x="3810" y="0"/>
                  </a:lnTo>
                  <a:lnTo>
                    <a:pt x="3810" y="2539"/>
                  </a:lnTo>
                  <a:lnTo>
                    <a:pt x="54610" y="2539"/>
                  </a:lnTo>
                  <a:lnTo>
                    <a:pt x="54610" y="3809"/>
                  </a:lnTo>
                  <a:lnTo>
                    <a:pt x="55880" y="3809"/>
                  </a:lnTo>
                  <a:lnTo>
                    <a:pt x="55880" y="0"/>
                  </a:lnTo>
                  <a:close/>
                </a:path>
                <a:path w="161289" h="7619">
                  <a:moveTo>
                    <a:pt x="161290" y="3809"/>
                  </a:moveTo>
                  <a:lnTo>
                    <a:pt x="106680" y="3809"/>
                  </a:lnTo>
                  <a:lnTo>
                    <a:pt x="106680" y="6349"/>
                  </a:lnTo>
                  <a:lnTo>
                    <a:pt x="161290" y="6349"/>
                  </a:lnTo>
                  <a:lnTo>
                    <a:pt x="161290" y="3809"/>
                  </a:lnTo>
                  <a:close/>
                </a:path>
                <a:path w="161289" h="7619">
                  <a:moveTo>
                    <a:pt x="158750" y="0"/>
                  </a:moveTo>
                  <a:lnTo>
                    <a:pt x="105410" y="0"/>
                  </a:lnTo>
                  <a:lnTo>
                    <a:pt x="105410" y="2539"/>
                  </a:lnTo>
                  <a:lnTo>
                    <a:pt x="158750" y="2539"/>
                  </a:lnTo>
                  <a:lnTo>
                    <a:pt x="158750" y="0"/>
                  </a:lnTo>
                  <a:close/>
                </a:path>
              </a:pathLst>
            </a:custGeom>
            <a:solidFill>
              <a:srgbClr val="1E2C00"/>
            </a:solidFill>
          </p:spPr>
          <p:txBody>
            <a:bodyPr wrap="square" lIns="0" tIns="0" rIns="0" bIns="0" rtlCol="0"/>
            <a:lstStyle/>
            <a:p/>
          </p:txBody>
        </p:sp>
        <p:sp>
          <p:nvSpPr>
            <p:cNvPr id="1012" name="object 1012"/>
            <p:cNvSpPr/>
            <p:nvPr/>
          </p:nvSpPr>
          <p:spPr>
            <a:xfrm>
              <a:off x="4739639" y="1164589"/>
              <a:ext cx="166370" cy="7620"/>
            </a:xfrm>
            <a:custGeom>
              <a:avLst/>
              <a:gdLst/>
              <a:ahLst/>
              <a:cxnLst/>
              <a:rect l="l" t="t" r="r" b="b"/>
              <a:pathLst>
                <a:path w="166370" h="7619">
                  <a:moveTo>
                    <a:pt x="54610" y="5079"/>
                  </a:moveTo>
                  <a:lnTo>
                    <a:pt x="0" y="5079"/>
                  </a:lnTo>
                  <a:lnTo>
                    <a:pt x="0" y="7619"/>
                  </a:lnTo>
                  <a:lnTo>
                    <a:pt x="54610" y="7619"/>
                  </a:lnTo>
                  <a:lnTo>
                    <a:pt x="54610" y="5079"/>
                  </a:lnTo>
                  <a:close/>
                </a:path>
                <a:path w="166370" h="7619">
                  <a:moveTo>
                    <a:pt x="2539" y="1269"/>
                  </a:moveTo>
                  <a:lnTo>
                    <a:pt x="1270" y="1269"/>
                  </a:lnTo>
                  <a:lnTo>
                    <a:pt x="1270" y="5079"/>
                  </a:lnTo>
                  <a:lnTo>
                    <a:pt x="55880" y="5079"/>
                  </a:lnTo>
                  <a:lnTo>
                    <a:pt x="55880" y="2539"/>
                  </a:lnTo>
                  <a:lnTo>
                    <a:pt x="2539" y="2539"/>
                  </a:lnTo>
                  <a:lnTo>
                    <a:pt x="2539" y="1269"/>
                  </a:lnTo>
                  <a:close/>
                </a:path>
                <a:path w="166370" h="7619">
                  <a:moveTo>
                    <a:pt x="57150" y="0"/>
                  </a:moveTo>
                  <a:lnTo>
                    <a:pt x="2539" y="0"/>
                  </a:lnTo>
                  <a:lnTo>
                    <a:pt x="2539" y="1269"/>
                  </a:lnTo>
                  <a:lnTo>
                    <a:pt x="57150" y="1269"/>
                  </a:lnTo>
                  <a:lnTo>
                    <a:pt x="57150" y="0"/>
                  </a:lnTo>
                  <a:close/>
                </a:path>
                <a:path w="166370" h="7619">
                  <a:moveTo>
                    <a:pt x="166369" y="2539"/>
                  </a:moveTo>
                  <a:lnTo>
                    <a:pt x="110489" y="2539"/>
                  </a:lnTo>
                  <a:lnTo>
                    <a:pt x="110489" y="5079"/>
                  </a:lnTo>
                  <a:lnTo>
                    <a:pt x="111760" y="5079"/>
                  </a:lnTo>
                  <a:lnTo>
                    <a:pt x="111760" y="7620"/>
                  </a:lnTo>
                  <a:lnTo>
                    <a:pt x="166370" y="7620"/>
                  </a:lnTo>
                  <a:lnTo>
                    <a:pt x="166369" y="2539"/>
                  </a:lnTo>
                  <a:close/>
                </a:path>
                <a:path w="166370" h="7619">
                  <a:moveTo>
                    <a:pt x="163829" y="0"/>
                  </a:moveTo>
                  <a:lnTo>
                    <a:pt x="110489" y="0"/>
                  </a:lnTo>
                  <a:lnTo>
                    <a:pt x="110489" y="1269"/>
                  </a:lnTo>
                  <a:lnTo>
                    <a:pt x="163829" y="1269"/>
                  </a:lnTo>
                  <a:lnTo>
                    <a:pt x="163829" y="0"/>
                  </a:lnTo>
                  <a:close/>
                </a:path>
              </a:pathLst>
            </a:custGeom>
            <a:solidFill>
              <a:srgbClr val="212C00"/>
            </a:solidFill>
          </p:spPr>
          <p:txBody>
            <a:bodyPr wrap="square" lIns="0" tIns="0" rIns="0" bIns="0" rtlCol="0"/>
            <a:lstStyle/>
            <a:p/>
          </p:txBody>
        </p:sp>
        <p:sp>
          <p:nvSpPr>
            <p:cNvPr id="1013" name="object 1013"/>
            <p:cNvSpPr/>
            <p:nvPr/>
          </p:nvSpPr>
          <p:spPr>
            <a:xfrm>
              <a:off x="4737099" y="1172209"/>
              <a:ext cx="171450" cy="6350"/>
            </a:xfrm>
            <a:custGeom>
              <a:avLst/>
              <a:gdLst/>
              <a:ahLst/>
              <a:cxnLst/>
              <a:rect l="l" t="t" r="r" b="b"/>
              <a:pathLst>
                <a:path w="171450" h="6350">
                  <a:moveTo>
                    <a:pt x="170179" y="1269"/>
                  </a:moveTo>
                  <a:lnTo>
                    <a:pt x="114300" y="1269"/>
                  </a:lnTo>
                  <a:lnTo>
                    <a:pt x="114300" y="5079"/>
                  </a:lnTo>
                  <a:lnTo>
                    <a:pt x="115570" y="5079"/>
                  </a:lnTo>
                  <a:lnTo>
                    <a:pt x="115570" y="6350"/>
                  </a:lnTo>
                  <a:lnTo>
                    <a:pt x="171450" y="6350"/>
                  </a:lnTo>
                  <a:lnTo>
                    <a:pt x="171450" y="3809"/>
                  </a:lnTo>
                  <a:lnTo>
                    <a:pt x="170179" y="3809"/>
                  </a:lnTo>
                  <a:lnTo>
                    <a:pt x="170179" y="1269"/>
                  </a:lnTo>
                  <a:close/>
                </a:path>
                <a:path w="171450" h="6350">
                  <a:moveTo>
                    <a:pt x="2539" y="0"/>
                  </a:moveTo>
                  <a:lnTo>
                    <a:pt x="1270" y="0"/>
                  </a:lnTo>
                  <a:lnTo>
                    <a:pt x="1270" y="5079"/>
                  </a:lnTo>
                  <a:lnTo>
                    <a:pt x="0" y="5079"/>
                  </a:lnTo>
                  <a:lnTo>
                    <a:pt x="0" y="6350"/>
                  </a:lnTo>
                  <a:lnTo>
                    <a:pt x="55879" y="6350"/>
                  </a:lnTo>
                  <a:lnTo>
                    <a:pt x="55880" y="1269"/>
                  </a:lnTo>
                  <a:lnTo>
                    <a:pt x="2539" y="1269"/>
                  </a:lnTo>
                  <a:lnTo>
                    <a:pt x="2539" y="0"/>
                  </a:lnTo>
                  <a:close/>
                </a:path>
              </a:pathLst>
            </a:custGeom>
            <a:solidFill>
              <a:srgbClr val="242B00"/>
            </a:solidFill>
          </p:spPr>
          <p:txBody>
            <a:bodyPr wrap="square" lIns="0" tIns="0" rIns="0" bIns="0" rtlCol="0"/>
            <a:lstStyle/>
            <a:p/>
          </p:txBody>
        </p:sp>
        <p:sp>
          <p:nvSpPr>
            <p:cNvPr id="1014" name="object 1014"/>
            <p:cNvSpPr/>
            <p:nvPr/>
          </p:nvSpPr>
          <p:spPr>
            <a:xfrm>
              <a:off x="4733289" y="1178559"/>
              <a:ext cx="177800" cy="7620"/>
            </a:xfrm>
            <a:custGeom>
              <a:avLst/>
              <a:gdLst/>
              <a:ahLst/>
              <a:cxnLst/>
              <a:rect l="l" t="t" r="r" b="b"/>
              <a:pathLst>
                <a:path w="177800" h="7619">
                  <a:moveTo>
                    <a:pt x="1270" y="6349"/>
                  </a:moveTo>
                  <a:lnTo>
                    <a:pt x="0" y="6349"/>
                  </a:lnTo>
                  <a:lnTo>
                    <a:pt x="0" y="7619"/>
                  </a:lnTo>
                  <a:lnTo>
                    <a:pt x="1270" y="7619"/>
                  </a:lnTo>
                  <a:lnTo>
                    <a:pt x="1270" y="6349"/>
                  </a:lnTo>
                  <a:close/>
                </a:path>
                <a:path w="177800" h="7619">
                  <a:moveTo>
                    <a:pt x="58420" y="1269"/>
                  </a:moveTo>
                  <a:lnTo>
                    <a:pt x="2539" y="1269"/>
                  </a:lnTo>
                  <a:lnTo>
                    <a:pt x="2539" y="5079"/>
                  </a:lnTo>
                  <a:lnTo>
                    <a:pt x="1270" y="5079"/>
                  </a:lnTo>
                  <a:lnTo>
                    <a:pt x="1270" y="6349"/>
                  </a:lnTo>
                  <a:lnTo>
                    <a:pt x="58420" y="6349"/>
                  </a:lnTo>
                  <a:lnTo>
                    <a:pt x="58420" y="1269"/>
                  </a:lnTo>
                  <a:close/>
                </a:path>
                <a:path w="177800" h="7619">
                  <a:moveTo>
                    <a:pt x="59689" y="0"/>
                  </a:moveTo>
                  <a:lnTo>
                    <a:pt x="58420" y="0"/>
                  </a:lnTo>
                  <a:lnTo>
                    <a:pt x="58420" y="1269"/>
                  </a:lnTo>
                  <a:lnTo>
                    <a:pt x="59689" y="1269"/>
                  </a:lnTo>
                  <a:lnTo>
                    <a:pt x="59689" y="0"/>
                  </a:lnTo>
                  <a:close/>
                </a:path>
                <a:path w="177800" h="7619">
                  <a:moveTo>
                    <a:pt x="176530" y="0"/>
                  </a:moveTo>
                  <a:lnTo>
                    <a:pt x="175260" y="0"/>
                  </a:lnTo>
                  <a:lnTo>
                    <a:pt x="175260" y="1269"/>
                  </a:lnTo>
                  <a:lnTo>
                    <a:pt x="119380" y="1269"/>
                  </a:lnTo>
                  <a:lnTo>
                    <a:pt x="119380" y="3809"/>
                  </a:lnTo>
                  <a:lnTo>
                    <a:pt x="120650" y="3809"/>
                  </a:lnTo>
                  <a:lnTo>
                    <a:pt x="120650" y="6349"/>
                  </a:lnTo>
                  <a:lnTo>
                    <a:pt x="177800" y="6349"/>
                  </a:lnTo>
                  <a:lnTo>
                    <a:pt x="177800" y="5079"/>
                  </a:lnTo>
                  <a:lnTo>
                    <a:pt x="176529" y="5079"/>
                  </a:lnTo>
                  <a:lnTo>
                    <a:pt x="176530" y="0"/>
                  </a:lnTo>
                  <a:close/>
                </a:path>
              </a:pathLst>
            </a:custGeom>
            <a:solidFill>
              <a:srgbClr val="272A00"/>
            </a:solidFill>
          </p:spPr>
          <p:txBody>
            <a:bodyPr wrap="square" lIns="0" tIns="0" rIns="0" bIns="0" rtlCol="0"/>
            <a:lstStyle/>
            <a:p/>
          </p:txBody>
        </p:sp>
        <p:sp>
          <p:nvSpPr>
            <p:cNvPr id="1015" name="object 1015"/>
            <p:cNvSpPr/>
            <p:nvPr/>
          </p:nvSpPr>
          <p:spPr>
            <a:xfrm>
              <a:off x="4730749" y="1186179"/>
              <a:ext cx="182880" cy="7620"/>
            </a:xfrm>
            <a:custGeom>
              <a:avLst/>
              <a:gdLst/>
              <a:ahLst/>
              <a:cxnLst/>
              <a:rect l="l" t="t" r="r" b="b"/>
              <a:pathLst>
                <a:path w="182879" h="7619">
                  <a:moveTo>
                    <a:pt x="181610" y="0"/>
                  </a:moveTo>
                  <a:lnTo>
                    <a:pt x="124460" y="0"/>
                  </a:lnTo>
                  <a:lnTo>
                    <a:pt x="124460" y="6350"/>
                  </a:lnTo>
                  <a:lnTo>
                    <a:pt x="125729" y="6350"/>
                  </a:lnTo>
                  <a:lnTo>
                    <a:pt x="125729" y="7620"/>
                  </a:lnTo>
                  <a:lnTo>
                    <a:pt x="182879" y="7620"/>
                  </a:lnTo>
                  <a:lnTo>
                    <a:pt x="182880" y="5079"/>
                  </a:lnTo>
                  <a:lnTo>
                    <a:pt x="181610" y="5079"/>
                  </a:lnTo>
                  <a:lnTo>
                    <a:pt x="181610" y="0"/>
                  </a:lnTo>
                  <a:close/>
                </a:path>
                <a:path w="182879" h="7619">
                  <a:moveTo>
                    <a:pt x="59689" y="0"/>
                  </a:moveTo>
                  <a:lnTo>
                    <a:pt x="2539" y="0"/>
                  </a:lnTo>
                  <a:lnTo>
                    <a:pt x="2539" y="2539"/>
                  </a:lnTo>
                  <a:lnTo>
                    <a:pt x="1270" y="2539"/>
                  </a:lnTo>
                  <a:lnTo>
                    <a:pt x="1270" y="5079"/>
                  </a:lnTo>
                  <a:lnTo>
                    <a:pt x="0" y="5079"/>
                  </a:lnTo>
                  <a:lnTo>
                    <a:pt x="0" y="7620"/>
                  </a:lnTo>
                  <a:lnTo>
                    <a:pt x="59689" y="7620"/>
                  </a:lnTo>
                  <a:lnTo>
                    <a:pt x="59689" y="0"/>
                  </a:lnTo>
                  <a:close/>
                </a:path>
              </a:pathLst>
            </a:custGeom>
            <a:solidFill>
              <a:srgbClr val="2B2A00"/>
            </a:solidFill>
          </p:spPr>
          <p:txBody>
            <a:bodyPr wrap="square" lIns="0" tIns="0" rIns="0" bIns="0" rtlCol="0"/>
            <a:lstStyle/>
            <a:p/>
          </p:txBody>
        </p:sp>
        <p:sp>
          <p:nvSpPr>
            <p:cNvPr id="1016" name="object 1016"/>
            <p:cNvSpPr/>
            <p:nvPr/>
          </p:nvSpPr>
          <p:spPr>
            <a:xfrm>
              <a:off x="4728209" y="1193799"/>
              <a:ext cx="186690" cy="6350"/>
            </a:xfrm>
            <a:custGeom>
              <a:avLst/>
              <a:gdLst/>
              <a:ahLst/>
              <a:cxnLst/>
              <a:rect l="l" t="t" r="r" b="b"/>
              <a:pathLst>
                <a:path w="186689" h="6350">
                  <a:moveTo>
                    <a:pt x="60959" y="1269"/>
                  </a:moveTo>
                  <a:lnTo>
                    <a:pt x="1269" y="1269"/>
                  </a:lnTo>
                  <a:lnTo>
                    <a:pt x="1269" y="5079"/>
                  </a:lnTo>
                  <a:lnTo>
                    <a:pt x="0" y="5079"/>
                  </a:lnTo>
                  <a:lnTo>
                    <a:pt x="0" y="6350"/>
                  </a:lnTo>
                  <a:lnTo>
                    <a:pt x="60960" y="6350"/>
                  </a:lnTo>
                  <a:lnTo>
                    <a:pt x="60959" y="1269"/>
                  </a:lnTo>
                  <a:close/>
                </a:path>
                <a:path w="186689" h="6350">
                  <a:moveTo>
                    <a:pt x="62229" y="0"/>
                  </a:moveTo>
                  <a:lnTo>
                    <a:pt x="2539" y="0"/>
                  </a:lnTo>
                  <a:lnTo>
                    <a:pt x="2539" y="1269"/>
                  </a:lnTo>
                  <a:lnTo>
                    <a:pt x="62229" y="1269"/>
                  </a:lnTo>
                  <a:lnTo>
                    <a:pt x="62229" y="0"/>
                  </a:lnTo>
                  <a:close/>
                </a:path>
                <a:path w="186689" h="6350">
                  <a:moveTo>
                    <a:pt x="185419" y="0"/>
                  </a:moveTo>
                  <a:lnTo>
                    <a:pt x="128269" y="0"/>
                  </a:lnTo>
                  <a:lnTo>
                    <a:pt x="128269" y="6350"/>
                  </a:lnTo>
                  <a:lnTo>
                    <a:pt x="186689" y="6350"/>
                  </a:lnTo>
                  <a:lnTo>
                    <a:pt x="186689" y="2539"/>
                  </a:lnTo>
                  <a:lnTo>
                    <a:pt x="185419" y="2539"/>
                  </a:lnTo>
                  <a:lnTo>
                    <a:pt x="185419" y="0"/>
                  </a:lnTo>
                  <a:close/>
                </a:path>
              </a:pathLst>
            </a:custGeom>
            <a:solidFill>
              <a:srgbClr val="2E2900"/>
            </a:solidFill>
          </p:spPr>
          <p:txBody>
            <a:bodyPr wrap="square" lIns="0" tIns="0" rIns="0" bIns="0" rtlCol="0"/>
            <a:lstStyle/>
            <a:p/>
          </p:txBody>
        </p:sp>
        <p:sp>
          <p:nvSpPr>
            <p:cNvPr id="1017" name="object 1017"/>
            <p:cNvSpPr/>
            <p:nvPr/>
          </p:nvSpPr>
          <p:spPr>
            <a:xfrm>
              <a:off x="4725669" y="1200149"/>
              <a:ext cx="190500" cy="7620"/>
            </a:xfrm>
            <a:custGeom>
              <a:avLst/>
              <a:gdLst/>
              <a:ahLst/>
              <a:cxnLst/>
              <a:rect l="l" t="t" r="r" b="b"/>
              <a:pathLst>
                <a:path w="190500" h="7619">
                  <a:moveTo>
                    <a:pt x="2539" y="1269"/>
                  </a:moveTo>
                  <a:lnTo>
                    <a:pt x="1269" y="1269"/>
                  </a:lnTo>
                  <a:lnTo>
                    <a:pt x="1269" y="5079"/>
                  </a:lnTo>
                  <a:lnTo>
                    <a:pt x="0" y="5079"/>
                  </a:lnTo>
                  <a:lnTo>
                    <a:pt x="0" y="7620"/>
                  </a:lnTo>
                  <a:lnTo>
                    <a:pt x="62229" y="7620"/>
                  </a:lnTo>
                  <a:lnTo>
                    <a:pt x="62229" y="3809"/>
                  </a:lnTo>
                  <a:lnTo>
                    <a:pt x="63499" y="3809"/>
                  </a:lnTo>
                  <a:lnTo>
                    <a:pt x="63499" y="2539"/>
                  </a:lnTo>
                  <a:lnTo>
                    <a:pt x="2539" y="2539"/>
                  </a:lnTo>
                  <a:lnTo>
                    <a:pt x="2539" y="1269"/>
                  </a:lnTo>
                  <a:close/>
                </a:path>
                <a:path w="190500" h="7619">
                  <a:moveTo>
                    <a:pt x="63500" y="0"/>
                  </a:moveTo>
                  <a:lnTo>
                    <a:pt x="2539" y="0"/>
                  </a:lnTo>
                  <a:lnTo>
                    <a:pt x="2539" y="1269"/>
                  </a:lnTo>
                  <a:lnTo>
                    <a:pt x="63500" y="1269"/>
                  </a:lnTo>
                  <a:lnTo>
                    <a:pt x="63500" y="0"/>
                  </a:lnTo>
                  <a:close/>
                </a:path>
                <a:path w="190500" h="7619">
                  <a:moveTo>
                    <a:pt x="190500" y="2539"/>
                  </a:moveTo>
                  <a:lnTo>
                    <a:pt x="130809" y="2539"/>
                  </a:lnTo>
                  <a:lnTo>
                    <a:pt x="130809" y="3809"/>
                  </a:lnTo>
                  <a:lnTo>
                    <a:pt x="132079" y="3809"/>
                  </a:lnTo>
                  <a:lnTo>
                    <a:pt x="132079" y="7620"/>
                  </a:lnTo>
                  <a:lnTo>
                    <a:pt x="190500" y="7620"/>
                  </a:lnTo>
                  <a:lnTo>
                    <a:pt x="190500" y="2539"/>
                  </a:lnTo>
                  <a:close/>
                </a:path>
                <a:path w="190500" h="7619">
                  <a:moveTo>
                    <a:pt x="189229" y="0"/>
                  </a:moveTo>
                  <a:lnTo>
                    <a:pt x="130809" y="0"/>
                  </a:lnTo>
                  <a:lnTo>
                    <a:pt x="130809" y="1269"/>
                  </a:lnTo>
                  <a:lnTo>
                    <a:pt x="189229" y="1269"/>
                  </a:lnTo>
                  <a:lnTo>
                    <a:pt x="189229" y="0"/>
                  </a:lnTo>
                  <a:close/>
                </a:path>
              </a:pathLst>
            </a:custGeom>
            <a:solidFill>
              <a:srgbClr val="312800"/>
            </a:solidFill>
          </p:spPr>
          <p:txBody>
            <a:bodyPr wrap="square" lIns="0" tIns="0" rIns="0" bIns="0" rtlCol="0"/>
            <a:lstStyle/>
            <a:p/>
          </p:txBody>
        </p:sp>
        <p:sp>
          <p:nvSpPr>
            <p:cNvPr id="1018" name="object 1018"/>
            <p:cNvSpPr/>
            <p:nvPr/>
          </p:nvSpPr>
          <p:spPr>
            <a:xfrm>
              <a:off x="4723129" y="1207769"/>
              <a:ext cx="195580" cy="7620"/>
            </a:xfrm>
            <a:custGeom>
              <a:avLst/>
              <a:gdLst/>
              <a:ahLst/>
              <a:cxnLst/>
              <a:rect l="l" t="t" r="r" b="b"/>
              <a:pathLst>
                <a:path w="195579" h="7619">
                  <a:moveTo>
                    <a:pt x="64770" y="0"/>
                  </a:moveTo>
                  <a:lnTo>
                    <a:pt x="2540" y="0"/>
                  </a:lnTo>
                  <a:lnTo>
                    <a:pt x="2540" y="2539"/>
                  </a:lnTo>
                  <a:lnTo>
                    <a:pt x="1270" y="2539"/>
                  </a:lnTo>
                  <a:lnTo>
                    <a:pt x="1270" y="6349"/>
                  </a:lnTo>
                  <a:lnTo>
                    <a:pt x="0" y="6349"/>
                  </a:lnTo>
                  <a:lnTo>
                    <a:pt x="0" y="7619"/>
                  </a:lnTo>
                  <a:lnTo>
                    <a:pt x="63500" y="7619"/>
                  </a:lnTo>
                  <a:lnTo>
                    <a:pt x="63500" y="3809"/>
                  </a:lnTo>
                  <a:lnTo>
                    <a:pt x="64770" y="3809"/>
                  </a:lnTo>
                  <a:lnTo>
                    <a:pt x="64770" y="0"/>
                  </a:lnTo>
                  <a:close/>
                </a:path>
                <a:path w="195579" h="7619">
                  <a:moveTo>
                    <a:pt x="194310" y="0"/>
                  </a:moveTo>
                  <a:lnTo>
                    <a:pt x="134620" y="0"/>
                  </a:lnTo>
                  <a:lnTo>
                    <a:pt x="134620" y="7619"/>
                  </a:lnTo>
                  <a:lnTo>
                    <a:pt x="195580" y="7619"/>
                  </a:lnTo>
                  <a:lnTo>
                    <a:pt x="195580" y="3809"/>
                  </a:lnTo>
                  <a:lnTo>
                    <a:pt x="194310" y="3809"/>
                  </a:lnTo>
                  <a:lnTo>
                    <a:pt x="194310" y="0"/>
                  </a:lnTo>
                  <a:close/>
                </a:path>
              </a:pathLst>
            </a:custGeom>
            <a:solidFill>
              <a:srgbClr val="342800"/>
            </a:solidFill>
          </p:spPr>
          <p:txBody>
            <a:bodyPr wrap="square" lIns="0" tIns="0" rIns="0" bIns="0" rtlCol="0"/>
            <a:lstStyle/>
            <a:p/>
          </p:txBody>
        </p:sp>
        <p:sp>
          <p:nvSpPr>
            <p:cNvPr id="1019" name="object 1019"/>
            <p:cNvSpPr/>
            <p:nvPr/>
          </p:nvSpPr>
          <p:spPr>
            <a:xfrm>
              <a:off x="4721859" y="1215389"/>
              <a:ext cx="198120" cy="7620"/>
            </a:xfrm>
            <a:custGeom>
              <a:avLst/>
              <a:gdLst/>
              <a:ahLst/>
              <a:cxnLst/>
              <a:rect l="l" t="t" r="r" b="b"/>
              <a:pathLst>
                <a:path w="198120" h="7619">
                  <a:moveTo>
                    <a:pt x="64769" y="0"/>
                  </a:moveTo>
                  <a:lnTo>
                    <a:pt x="1269" y="0"/>
                  </a:lnTo>
                  <a:lnTo>
                    <a:pt x="1269" y="2539"/>
                  </a:lnTo>
                  <a:lnTo>
                    <a:pt x="0" y="2539"/>
                  </a:lnTo>
                  <a:lnTo>
                    <a:pt x="0" y="7620"/>
                  </a:lnTo>
                  <a:lnTo>
                    <a:pt x="63500" y="7620"/>
                  </a:lnTo>
                  <a:lnTo>
                    <a:pt x="63500" y="6350"/>
                  </a:lnTo>
                  <a:lnTo>
                    <a:pt x="64770" y="6350"/>
                  </a:lnTo>
                  <a:lnTo>
                    <a:pt x="64769" y="0"/>
                  </a:lnTo>
                  <a:close/>
                </a:path>
                <a:path w="198120" h="7619">
                  <a:moveTo>
                    <a:pt x="196850" y="0"/>
                  </a:moveTo>
                  <a:lnTo>
                    <a:pt x="135889" y="0"/>
                  </a:lnTo>
                  <a:lnTo>
                    <a:pt x="135889" y="7620"/>
                  </a:lnTo>
                  <a:lnTo>
                    <a:pt x="198119" y="7620"/>
                  </a:lnTo>
                  <a:lnTo>
                    <a:pt x="198119" y="5079"/>
                  </a:lnTo>
                  <a:lnTo>
                    <a:pt x="196850" y="5079"/>
                  </a:lnTo>
                  <a:lnTo>
                    <a:pt x="196850" y="0"/>
                  </a:lnTo>
                  <a:close/>
                </a:path>
              </a:pathLst>
            </a:custGeom>
            <a:solidFill>
              <a:srgbClr val="372700"/>
            </a:solidFill>
          </p:spPr>
          <p:txBody>
            <a:bodyPr wrap="square" lIns="0" tIns="0" rIns="0" bIns="0" rtlCol="0"/>
            <a:lstStyle/>
            <a:p/>
          </p:txBody>
        </p:sp>
        <p:sp>
          <p:nvSpPr>
            <p:cNvPr id="1020" name="object 1020"/>
            <p:cNvSpPr/>
            <p:nvPr/>
          </p:nvSpPr>
          <p:spPr>
            <a:xfrm>
              <a:off x="4720589" y="1223009"/>
              <a:ext cx="200660" cy="6350"/>
            </a:xfrm>
            <a:custGeom>
              <a:avLst/>
              <a:gdLst/>
              <a:ahLst/>
              <a:cxnLst/>
              <a:rect l="l" t="t" r="r" b="b"/>
              <a:pathLst>
                <a:path w="200660" h="6350">
                  <a:moveTo>
                    <a:pt x="64770" y="5079"/>
                  </a:moveTo>
                  <a:lnTo>
                    <a:pt x="0" y="5079"/>
                  </a:lnTo>
                  <a:lnTo>
                    <a:pt x="0" y="6350"/>
                  </a:lnTo>
                  <a:lnTo>
                    <a:pt x="64770" y="6350"/>
                  </a:lnTo>
                  <a:lnTo>
                    <a:pt x="64770" y="5079"/>
                  </a:lnTo>
                  <a:close/>
                </a:path>
                <a:path w="200660" h="6350">
                  <a:moveTo>
                    <a:pt x="200660" y="3809"/>
                  </a:moveTo>
                  <a:lnTo>
                    <a:pt x="199389" y="3809"/>
                  </a:lnTo>
                  <a:lnTo>
                    <a:pt x="199389" y="5079"/>
                  </a:lnTo>
                  <a:lnTo>
                    <a:pt x="137160" y="5079"/>
                  </a:lnTo>
                  <a:lnTo>
                    <a:pt x="137160" y="6350"/>
                  </a:lnTo>
                  <a:lnTo>
                    <a:pt x="200660" y="6350"/>
                  </a:lnTo>
                  <a:lnTo>
                    <a:pt x="200660" y="3809"/>
                  </a:lnTo>
                  <a:close/>
                </a:path>
                <a:path w="200660" h="6350">
                  <a:moveTo>
                    <a:pt x="199389" y="0"/>
                  </a:moveTo>
                  <a:lnTo>
                    <a:pt x="137160" y="0"/>
                  </a:lnTo>
                  <a:lnTo>
                    <a:pt x="137160" y="3809"/>
                  </a:lnTo>
                  <a:lnTo>
                    <a:pt x="199389" y="3809"/>
                  </a:lnTo>
                  <a:lnTo>
                    <a:pt x="199389" y="0"/>
                  </a:lnTo>
                  <a:close/>
                </a:path>
                <a:path w="200660" h="6350">
                  <a:moveTo>
                    <a:pt x="64770" y="0"/>
                  </a:moveTo>
                  <a:lnTo>
                    <a:pt x="1270" y="0"/>
                  </a:lnTo>
                  <a:lnTo>
                    <a:pt x="1270" y="1269"/>
                  </a:lnTo>
                  <a:lnTo>
                    <a:pt x="0" y="1269"/>
                  </a:lnTo>
                  <a:lnTo>
                    <a:pt x="0" y="3809"/>
                  </a:lnTo>
                  <a:lnTo>
                    <a:pt x="64770" y="3809"/>
                  </a:lnTo>
                  <a:lnTo>
                    <a:pt x="64770" y="0"/>
                  </a:lnTo>
                  <a:close/>
                </a:path>
              </a:pathLst>
            </a:custGeom>
            <a:solidFill>
              <a:srgbClr val="3A2700"/>
            </a:solidFill>
          </p:spPr>
          <p:txBody>
            <a:bodyPr wrap="square" lIns="0" tIns="0" rIns="0" bIns="0" rtlCol="0"/>
            <a:lstStyle/>
            <a:p/>
          </p:txBody>
        </p:sp>
        <p:sp>
          <p:nvSpPr>
            <p:cNvPr id="1021" name="object 1021"/>
            <p:cNvSpPr/>
            <p:nvPr/>
          </p:nvSpPr>
          <p:spPr>
            <a:xfrm>
              <a:off x="4718049" y="1229359"/>
              <a:ext cx="204470" cy="7620"/>
            </a:xfrm>
            <a:custGeom>
              <a:avLst/>
              <a:gdLst/>
              <a:ahLst/>
              <a:cxnLst/>
              <a:rect l="l" t="t" r="r" b="b"/>
              <a:pathLst>
                <a:path w="204470" h="7619">
                  <a:moveTo>
                    <a:pt x="67310" y="0"/>
                  </a:moveTo>
                  <a:lnTo>
                    <a:pt x="66040" y="0"/>
                  </a:lnTo>
                  <a:lnTo>
                    <a:pt x="66040" y="1269"/>
                  </a:lnTo>
                  <a:lnTo>
                    <a:pt x="67310" y="1269"/>
                  </a:lnTo>
                  <a:lnTo>
                    <a:pt x="67310" y="0"/>
                  </a:lnTo>
                  <a:close/>
                </a:path>
                <a:path w="204470" h="7619">
                  <a:moveTo>
                    <a:pt x="203200" y="1270"/>
                  </a:moveTo>
                  <a:lnTo>
                    <a:pt x="140970" y="1270"/>
                  </a:lnTo>
                  <a:lnTo>
                    <a:pt x="140970" y="7619"/>
                  </a:lnTo>
                  <a:lnTo>
                    <a:pt x="204470" y="7619"/>
                  </a:lnTo>
                  <a:lnTo>
                    <a:pt x="204470" y="5079"/>
                  </a:lnTo>
                  <a:lnTo>
                    <a:pt x="203200" y="5079"/>
                  </a:lnTo>
                  <a:lnTo>
                    <a:pt x="203200" y="1270"/>
                  </a:lnTo>
                  <a:close/>
                </a:path>
                <a:path w="204470" h="7619">
                  <a:moveTo>
                    <a:pt x="66040" y="1270"/>
                  </a:moveTo>
                  <a:lnTo>
                    <a:pt x="1270" y="1270"/>
                  </a:lnTo>
                  <a:lnTo>
                    <a:pt x="1270" y="3810"/>
                  </a:lnTo>
                  <a:lnTo>
                    <a:pt x="0" y="3810"/>
                  </a:lnTo>
                  <a:lnTo>
                    <a:pt x="0" y="7619"/>
                  </a:lnTo>
                  <a:lnTo>
                    <a:pt x="66040" y="7619"/>
                  </a:lnTo>
                  <a:lnTo>
                    <a:pt x="66040" y="1270"/>
                  </a:lnTo>
                  <a:close/>
                </a:path>
              </a:pathLst>
            </a:custGeom>
            <a:solidFill>
              <a:srgbClr val="3D2600"/>
            </a:solidFill>
          </p:spPr>
          <p:txBody>
            <a:bodyPr wrap="square" lIns="0" tIns="0" rIns="0" bIns="0" rtlCol="0"/>
            <a:lstStyle/>
            <a:p/>
          </p:txBody>
        </p:sp>
        <p:sp>
          <p:nvSpPr>
            <p:cNvPr id="1022" name="object 1022"/>
            <p:cNvSpPr/>
            <p:nvPr/>
          </p:nvSpPr>
          <p:spPr>
            <a:xfrm>
              <a:off x="4716779" y="1236979"/>
              <a:ext cx="207010" cy="7620"/>
            </a:xfrm>
            <a:custGeom>
              <a:avLst/>
              <a:gdLst/>
              <a:ahLst/>
              <a:cxnLst/>
              <a:rect l="l" t="t" r="r" b="b"/>
              <a:pathLst>
                <a:path w="207010" h="7619">
                  <a:moveTo>
                    <a:pt x="205740" y="0"/>
                  </a:moveTo>
                  <a:lnTo>
                    <a:pt x="142240" y="0"/>
                  </a:lnTo>
                  <a:lnTo>
                    <a:pt x="142240" y="7620"/>
                  </a:lnTo>
                  <a:lnTo>
                    <a:pt x="207010" y="7620"/>
                  </a:lnTo>
                  <a:lnTo>
                    <a:pt x="207010" y="6350"/>
                  </a:lnTo>
                  <a:lnTo>
                    <a:pt x="205740" y="6350"/>
                  </a:lnTo>
                  <a:lnTo>
                    <a:pt x="205740" y="0"/>
                  </a:lnTo>
                  <a:close/>
                </a:path>
                <a:path w="207010" h="7619">
                  <a:moveTo>
                    <a:pt x="67310" y="0"/>
                  </a:moveTo>
                  <a:lnTo>
                    <a:pt x="1270" y="0"/>
                  </a:lnTo>
                  <a:lnTo>
                    <a:pt x="1270" y="1270"/>
                  </a:lnTo>
                  <a:lnTo>
                    <a:pt x="0" y="1270"/>
                  </a:lnTo>
                  <a:lnTo>
                    <a:pt x="0" y="7620"/>
                  </a:lnTo>
                  <a:lnTo>
                    <a:pt x="66039" y="7620"/>
                  </a:lnTo>
                  <a:lnTo>
                    <a:pt x="66039" y="6350"/>
                  </a:lnTo>
                  <a:lnTo>
                    <a:pt x="67310" y="6350"/>
                  </a:lnTo>
                  <a:lnTo>
                    <a:pt x="67310" y="0"/>
                  </a:lnTo>
                  <a:close/>
                </a:path>
              </a:pathLst>
            </a:custGeom>
            <a:solidFill>
              <a:srgbClr val="412500"/>
            </a:solidFill>
          </p:spPr>
          <p:txBody>
            <a:bodyPr wrap="square" lIns="0" tIns="0" rIns="0" bIns="0" rtlCol="0"/>
            <a:lstStyle/>
            <a:p/>
          </p:txBody>
        </p:sp>
        <p:sp>
          <p:nvSpPr>
            <p:cNvPr id="1023" name="object 1023"/>
            <p:cNvSpPr/>
            <p:nvPr/>
          </p:nvSpPr>
          <p:spPr>
            <a:xfrm>
              <a:off x="4715510" y="1244599"/>
              <a:ext cx="208279" cy="6350"/>
            </a:xfrm>
            <a:custGeom>
              <a:avLst/>
              <a:gdLst/>
              <a:ahLst/>
              <a:cxnLst/>
              <a:rect l="l" t="t" r="r" b="b"/>
              <a:pathLst>
                <a:path w="208279" h="6350">
                  <a:moveTo>
                    <a:pt x="67297" y="0"/>
                  </a:moveTo>
                  <a:lnTo>
                    <a:pt x="0" y="0"/>
                  </a:lnTo>
                  <a:lnTo>
                    <a:pt x="0" y="6350"/>
                  </a:lnTo>
                  <a:lnTo>
                    <a:pt x="67297" y="6350"/>
                  </a:lnTo>
                  <a:lnTo>
                    <a:pt x="67297" y="0"/>
                  </a:lnTo>
                  <a:close/>
                </a:path>
                <a:path w="208279" h="6350">
                  <a:moveTo>
                    <a:pt x="208280" y="0"/>
                  </a:moveTo>
                  <a:lnTo>
                    <a:pt x="143510" y="0"/>
                  </a:lnTo>
                  <a:lnTo>
                    <a:pt x="143510" y="6350"/>
                  </a:lnTo>
                  <a:lnTo>
                    <a:pt x="208280" y="6350"/>
                  </a:lnTo>
                  <a:lnTo>
                    <a:pt x="208280" y="0"/>
                  </a:lnTo>
                  <a:close/>
                </a:path>
              </a:pathLst>
            </a:custGeom>
            <a:solidFill>
              <a:srgbClr val="442500"/>
            </a:solidFill>
          </p:spPr>
          <p:txBody>
            <a:bodyPr wrap="square" lIns="0" tIns="0" rIns="0" bIns="0" rtlCol="0"/>
            <a:lstStyle/>
            <a:p/>
          </p:txBody>
        </p:sp>
        <p:sp>
          <p:nvSpPr>
            <p:cNvPr id="1024" name="object 1024"/>
            <p:cNvSpPr/>
            <p:nvPr/>
          </p:nvSpPr>
          <p:spPr>
            <a:xfrm>
              <a:off x="4714239" y="1250949"/>
              <a:ext cx="210820" cy="7620"/>
            </a:xfrm>
            <a:custGeom>
              <a:avLst/>
              <a:gdLst/>
              <a:ahLst/>
              <a:cxnLst/>
              <a:rect l="l" t="t" r="r" b="b"/>
              <a:pathLst>
                <a:path w="210820" h="7619">
                  <a:moveTo>
                    <a:pt x="209550" y="0"/>
                  </a:moveTo>
                  <a:lnTo>
                    <a:pt x="144780" y="0"/>
                  </a:lnTo>
                  <a:lnTo>
                    <a:pt x="144780" y="7620"/>
                  </a:lnTo>
                  <a:lnTo>
                    <a:pt x="210820" y="7620"/>
                  </a:lnTo>
                  <a:lnTo>
                    <a:pt x="210820" y="1270"/>
                  </a:lnTo>
                  <a:lnTo>
                    <a:pt x="209550" y="1270"/>
                  </a:lnTo>
                  <a:lnTo>
                    <a:pt x="209550" y="0"/>
                  </a:lnTo>
                  <a:close/>
                </a:path>
                <a:path w="210820" h="7619">
                  <a:moveTo>
                    <a:pt x="68579" y="0"/>
                  </a:moveTo>
                  <a:lnTo>
                    <a:pt x="1270" y="0"/>
                  </a:lnTo>
                  <a:lnTo>
                    <a:pt x="1270" y="1270"/>
                  </a:lnTo>
                  <a:lnTo>
                    <a:pt x="0" y="1270"/>
                  </a:lnTo>
                  <a:lnTo>
                    <a:pt x="0" y="7620"/>
                  </a:lnTo>
                  <a:lnTo>
                    <a:pt x="68579" y="7620"/>
                  </a:lnTo>
                  <a:lnTo>
                    <a:pt x="68579" y="0"/>
                  </a:lnTo>
                  <a:close/>
                </a:path>
              </a:pathLst>
            </a:custGeom>
            <a:solidFill>
              <a:srgbClr val="472400"/>
            </a:solidFill>
          </p:spPr>
          <p:txBody>
            <a:bodyPr wrap="square" lIns="0" tIns="0" rIns="0" bIns="0" rtlCol="0"/>
            <a:lstStyle/>
            <a:p/>
          </p:txBody>
        </p:sp>
        <p:sp>
          <p:nvSpPr>
            <p:cNvPr id="1025" name="object 1025"/>
            <p:cNvSpPr/>
            <p:nvPr/>
          </p:nvSpPr>
          <p:spPr>
            <a:xfrm>
              <a:off x="4712969" y="1258569"/>
              <a:ext cx="213360" cy="7620"/>
            </a:xfrm>
            <a:custGeom>
              <a:avLst/>
              <a:gdLst/>
              <a:ahLst/>
              <a:cxnLst/>
              <a:rect l="l" t="t" r="r" b="b"/>
              <a:pathLst>
                <a:path w="213360" h="7619">
                  <a:moveTo>
                    <a:pt x="212089" y="0"/>
                  </a:moveTo>
                  <a:lnTo>
                    <a:pt x="146050" y="0"/>
                  </a:lnTo>
                  <a:lnTo>
                    <a:pt x="146050" y="7619"/>
                  </a:lnTo>
                  <a:lnTo>
                    <a:pt x="213360" y="7619"/>
                  </a:lnTo>
                  <a:lnTo>
                    <a:pt x="213360" y="2539"/>
                  </a:lnTo>
                  <a:lnTo>
                    <a:pt x="212089" y="2539"/>
                  </a:lnTo>
                  <a:lnTo>
                    <a:pt x="212089" y="0"/>
                  </a:lnTo>
                  <a:close/>
                </a:path>
                <a:path w="213360" h="7619">
                  <a:moveTo>
                    <a:pt x="69849" y="0"/>
                  </a:moveTo>
                  <a:lnTo>
                    <a:pt x="0" y="0"/>
                  </a:lnTo>
                  <a:lnTo>
                    <a:pt x="0" y="7619"/>
                  </a:lnTo>
                  <a:lnTo>
                    <a:pt x="69849" y="7619"/>
                  </a:lnTo>
                  <a:lnTo>
                    <a:pt x="69849" y="0"/>
                  </a:lnTo>
                  <a:close/>
                </a:path>
              </a:pathLst>
            </a:custGeom>
            <a:solidFill>
              <a:srgbClr val="4A2300"/>
            </a:solidFill>
          </p:spPr>
          <p:txBody>
            <a:bodyPr wrap="square" lIns="0" tIns="0" rIns="0" bIns="0" rtlCol="0"/>
            <a:lstStyle/>
            <a:p/>
          </p:txBody>
        </p:sp>
        <p:sp>
          <p:nvSpPr>
            <p:cNvPr id="1026" name="object 1026"/>
            <p:cNvSpPr/>
            <p:nvPr/>
          </p:nvSpPr>
          <p:spPr>
            <a:xfrm>
              <a:off x="4711700" y="1266189"/>
              <a:ext cx="214629" cy="6350"/>
            </a:xfrm>
            <a:custGeom>
              <a:avLst/>
              <a:gdLst/>
              <a:ahLst/>
              <a:cxnLst/>
              <a:rect l="l" t="t" r="r" b="b"/>
              <a:pathLst>
                <a:path w="214629" h="6350">
                  <a:moveTo>
                    <a:pt x="71107" y="0"/>
                  </a:moveTo>
                  <a:lnTo>
                    <a:pt x="0" y="0"/>
                  </a:lnTo>
                  <a:lnTo>
                    <a:pt x="0" y="6350"/>
                  </a:lnTo>
                  <a:lnTo>
                    <a:pt x="71107" y="6350"/>
                  </a:lnTo>
                  <a:lnTo>
                    <a:pt x="71107" y="0"/>
                  </a:lnTo>
                  <a:close/>
                </a:path>
                <a:path w="214629" h="6350">
                  <a:moveTo>
                    <a:pt x="214630" y="0"/>
                  </a:moveTo>
                  <a:lnTo>
                    <a:pt x="147320" y="0"/>
                  </a:lnTo>
                  <a:lnTo>
                    <a:pt x="147320" y="6350"/>
                  </a:lnTo>
                  <a:lnTo>
                    <a:pt x="214630" y="6350"/>
                  </a:lnTo>
                  <a:lnTo>
                    <a:pt x="214630" y="0"/>
                  </a:lnTo>
                  <a:close/>
                </a:path>
              </a:pathLst>
            </a:custGeom>
            <a:solidFill>
              <a:srgbClr val="4D2300"/>
            </a:solidFill>
          </p:spPr>
          <p:txBody>
            <a:bodyPr wrap="square" lIns="0" tIns="0" rIns="0" bIns="0" rtlCol="0"/>
            <a:lstStyle/>
            <a:p/>
          </p:txBody>
        </p:sp>
        <p:sp>
          <p:nvSpPr>
            <p:cNvPr id="1027" name="object 1027"/>
            <p:cNvSpPr/>
            <p:nvPr/>
          </p:nvSpPr>
          <p:spPr>
            <a:xfrm>
              <a:off x="4710429" y="1272539"/>
              <a:ext cx="217170" cy="7620"/>
            </a:xfrm>
            <a:custGeom>
              <a:avLst/>
              <a:gdLst/>
              <a:ahLst/>
              <a:cxnLst/>
              <a:rect l="l" t="t" r="r" b="b"/>
              <a:pathLst>
                <a:path w="217170" h="7619">
                  <a:moveTo>
                    <a:pt x="217170" y="0"/>
                  </a:moveTo>
                  <a:lnTo>
                    <a:pt x="148590" y="0"/>
                  </a:lnTo>
                  <a:lnTo>
                    <a:pt x="148590" y="7620"/>
                  </a:lnTo>
                  <a:lnTo>
                    <a:pt x="217170" y="7620"/>
                  </a:lnTo>
                  <a:lnTo>
                    <a:pt x="217170" y="0"/>
                  </a:lnTo>
                  <a:close/>
                </a:path>
                <a:path w="217170" h="7619">
                  <a:moveTo>
                    <a:pt x="72389" y="0"/>
                  </a:moveTo>
                  <a:lnTo>
                    <a:pt x="1270" y="0"/>
                  </a:lnTo>
                  <a:lnTo>
                    <a:pt x="1270" y="3810"/>
                  </a:lnTo>
                  <a:lnTo>
                    <a:pt x="0" y="3810"/>
                  </a:lnTo>
                  <a:lnTo>
                    <a:pt x="0" y="7620"/>
                  </a:lnTo>
                  <a:lnTo>
                    <a:pt x="72389" y="7620"/>
                  </a:lnTo>
                  <a:lnTo>
                    <a:pt x="72389" y="0"/>
                  </a:lnTo>
                  <a:close/>
                </a:path>
              </a:pathLst>
            </a:custGeom>
            <a:solidFill>
              <a:srgbClr val="502200"/>
            </a:solidFill>
          </p:spPr>
          <p:txBody>
            <a:bodyPr wrap="square" lIns="0" tIns="0" rIns="0" bIns="0" rtlCol="0"/>
            <a:lstStyle/>
            <a:p/>
          </p:txBody>
        </p:sp>
        <p:sp>
          <p:nvSpPr>
            <p:cNvPr id="1028" name="object 1028"/>
            <p:cNvSpPr/>
            <p:nvPr/>
          </p:nvSpPr>
          <p:spPr>
            <a:xfrm>
              <a:off x="4709159" y="1280159"/>
              <a:ext cx="219710" cy="7620"/>
            </a:xfrm>
            <a:custGeom>
              <a:avLst/>
              <a:gdLst/>
              <a:ahLst/>
              <a:cxnLst/>
              <a:rect l="l" t="t" r="r" b="b"/>
              <a:pathLst>
                <a:path w="219710" h="7619">
                  <a:moveTo>
                    <a:pt x="72389" y="5079"/>
                  </a:moveTo>
                  <a:lnTo>
                    <a:pt x="0" y="5079"/>
                  </a:lnTo>
                  <a:lnTo>
                    <a:pt x="0" y="7619"/>
                  </a:lnTo>
                  <a:lnTo>
                    <a:pt x="72389" y="7619"/>
                  </a:lnTo>
                  <a:lnTo>
                    <a:pt x="72389" y="5079"/>
                  </a:lnTo>
                  <a:close/>
                </a:path>
                <a:path w="219710" h="7619">
                  <a:moveTo>
                    <a:pt x="73659" y="0"/>
                  </a:moveTo>
                  <a:lnTo>
                    <a:pt x="1269" y="0"/>
                  </a:lnTo>
                  <a:lnTo>
                    <a:pt x="1269" y="5079"/>
                  </a:lnTo>
                  <a:lnTo>
                    <a:pt x="73659" y="5079"/>
                  </a:lnTo>
                  <a:lnTo>
                    <a:pt x="73659" y="0"/>
                  </a:lnTo>
                  <a:close/>
                </a:path>
                <a:path w="219710" h="7619">
                  <a:moveTo>
                    <a:pt x="218439" y="0"/>
                  </a:moveTo>
                  <a:lnTo>
                    <a:pt x="149860" y="0"/>
                  </a:lnTo>
                  <a:lnTo>
                    <a:pt x="149860" y="7619"/>
                  </a:lnTo>
                  <a:lnTo>
                    <a:pt x="219710" y="7619"/>
                  </a:lnTo>
                  <a:lnTo>
                    <a:pt x="219710" y="5079"/>
                  </a:lnTo>
                  <a:lnTo>
                    <a:pt x="218439" y="5079"/>
                  </a:lnTo>
                  <a:lnTo>
                    <a:pt x="218439" y="0"/>
                  </a:lnTo>
                  <a:close/>
                </a:path>
              </a:pathLst>
            </a:custGeom>
            <a:solidFill>
              <a:srgbClr val="542100"/>
            </a:solidFill>
          </p:spPr>
          <p:txBody>
            <a:bodyPr wrap="square" lIns="0" tIns="0" rIns="0" bIns="0" rtlCol="0"/>
            <a:lstStyle/>
            <a:p/>
          </p:txBody>
        </p:sp>
        <p:sp>
          <p:nvSpPr>
            <p:cNvPr id="1029" name="object 1029"/>
            <p:cNvSpPr/>
            <p:nvPr/>
          </p:nvSpPr>
          <p:spPr>
            <a:xfrm>
              <a:off x="4709160" y="1287779"/>
              <a:ext cx="219710" cy="7620"/>
            </a:xfrm>
            <a:custGeom>
              <a:avLst/>
              <a:gdLst/>
              <a:ahLst/>
              <a:cxnLst/>
              <a:rect l="l" t="t" r="r" b="b"/>
              <a:pathLst>
                <a:path w="219710" h="7619">
                  <a:moveTo>
                    <a:pt x="72390" y="0"/>
                  </a:moveTo>
                  <a:lnTo>
                    <a:pt x="0" y="0"/>
                  </a:lnTo>
                  <a:lnTo>
                    <a:pt x="0" y="7620"/>
                  </a:lnTo>
                  <a:lnTo>
                    <a:pt x="72390" y="7620"/>
                  </a:lnTo>
                  <a:lnTo>
                    <a:pt x="72390" y="0"/>
                  </a:lnTo>
                  <a:close/>
                </a:path>
                <a:path w="219710" h="7619">
                  <a:moveTo>
                    <a:pt x="219710" y="0"/>
                  </a:moveTo>
                  <a:lnTo>
                    <a:pt x="149860" y="0"/>
                  </a:lnTo>
                  <a:lnTo>
                    <a:pt x="149860" y="7620"/>
                  </a:lnTo>
                  <a:lnTo>
                    <a:pt x="219710" y="7620"/>
                  </a:lnTo>
                  <a:lnTo>
                    <a:pt x="219710" y="0"/>
                  </a:lnTo>
                  <a:close/>
                </a:path>
              </a:pathLst>
            </a:custGeom>
            <a:solidFill>
              <a:srgbClr val="572100"/>
            </a:solidFill>
          </p:spPr>
          <p:txBody>
            <a:bodyPr wrap="square" lIns="0" tIns="0" rIns="0" bIns="0" rtlCol="0"/>
            <a:lstStyle/>
            <a:p/>
          </p:txBody>
        </p:sp>
        <p:sp>
          <p:nvSpPr>
            <p:cNvPr id="1030" name="object 1030"/>
            <p:cNvSpPr/>
            <p:nvPr/>
          </p:nvSpPr>
          <p:spPr>
            <a:xfrm>
              <a:off x="4707889" y="1295399"/>
              <a:ext cx="222250" cy="6350"/>
            </a:xfrm>
            <a:custGeom>
              <a:avLst/>
              <a:gdLst/>
              <a:ahLst/>
              <a:cxnLst/>
              <a:rect l="l" t="t" r="r" b="b"/>
              <a:pathLst>
                <a:path w="222250" h="6350">
                  <a:moveTo>
                    <a:pt x="73660" y="0"/>
                  </a:moveTo>
                  <a:lnTo>
                    <a:pt x="1270" y="0"/>
                  </a:lnTo>
                  <a:lnTo>
                    <a:pt x="1270" y="2539"/>
                  </a:lnTo>
                  <a:lnTo>
                    <a:pt x="0" y="2539"/>
                  </a:lnTo>
                  <a:lnTo>
                    <a:pt x="0" y="6350"/>
                  </a:lnTo>
                  <a:lnTo>
                    <a:pt x="73660" y="6350"/>
                  </a:lnTo>
                  <a:lnTo>
                    <a:pt x="73660" y="0"/>
                  </a:lnTo>
                  <a:close/>
                </a:path>
                <a:path w="222250" h="6350">
                  <a:moveTo>
                    <a:pt x="220980" y="0"/>
                  </a:moveTo>
                  <a:lnTo>
                    <a:pt x="151130" y="0"/>
                  </a:lnTo>
                  <a:lnTo>
                    <a:pt x="151130" y="6350"/>
                  </a:lnTo>
                  <a:lnTo>
                    <a:pt x="222250" y="6350"/>
                  </a:lnTo>
                  <a:lnTo>
                    <a:pt x="222250" y="3810"/>
                  </a:lnTo>
                  <a:lnTo>
                    <a:pt x="220980" y="3810"/>
                  </a:lnTo>
                  <a:lnTo>
                    <a:pt x="220980" y="0"/>
                  </a:lnTo>
                  <a:close/>
                </a:path>
              </a:pathLst>
            </a:custGeom>
            <a:solidFill>
              <a:srgbClr val="5A2000"/>
            </a:solidFill>
          </p:spPr>
          <p:txBody>
            <a:bodyPr wrap="square" lIns="0" tIns="0" rIns="0" bIns="0" rtlCol="0"/>
            <a:lstStyle/>
            <a:p/>
          </p:txBody>
        </p:sp>
        <p:sp>
          <p:nvSpPr>
            <p:cNvPr id="1031" name="object 1031"/>
            <p:cNvSpPr/>
            <p:nvPr/>
          </p:nvSpPr>
          <p:spPr>
            <a:xfrm>
              <a:off x="4707890" y="1301749"/>
              <a:ext cx="222250" cy="7620"/>
            </a:xfrm>
            <a:custGeom>
              <a:avLst/>
              <a:gdLst/>
              <a:ahLst/>
              <a:cxnLst/>
              <a:rect l="l" t="t" r="r" b="b"/>
              <a:pathLst>
                <a:path w="222250" h="7619">
                  <a:moveTo>
                    <a:pt x="73660" y="0"/>
                  </a:moveTo>
                  <a:lnTo>
                    <a:pt x="0" y="0"/>
                  </a:lnTo>
                  <a:lnTo>
                    <a:pt x="0" y="7620"/>
                  </a:lnTo>
                  <a:lnTo>
                    <a:pt x="73660" y="7620"/>
                  </a:lnTo>
                  <a:lnTo>
                    <a:pt x="73660" y="0"/>
                  </a:lnTo>
                  <a:close/>
                </a:path>
                <a:path w="222250" h="7619">
                  <a:moveTo>
                    <a:pt x="222250" y="0"/>
                  </a:moveTo>
                  <a:lnTo>
                    <a:pt x="151130" y="0"/>
                  </a:lnTo>
                  <a:lnTo>
                    <a:pt x="151130" y="7620"/>
                  </a:lnTo>
                  <a:lnTo>
                    <a:pt x="222250" y="7620"/>
                  </a:lnTo>
                  <a:lnTo>
                    <a:pt x="222250" y="0"/>
                  </a:lnTo>
                  <a:close/>
                </a:path>
              </a:pathLst>
            </a:custGeom>
            <a:solidFill>
              <a:srgbClr val="5D2000"/>
            </a:solidFill>
          </p:spPr>
          <p:txBody>
            <a:bodyPr wrap="square" lIns="0" tIns="0" rIns="0" bIns="0" rtlCol="0"/>
            <a:lstStyle/>
            <a:p/>
          </p:txBody>
        </p:sp>
        <p:sp>
          <p:nvSpPr>
            <p:cNvPr id="1032" name="object 1032"/>
            <p:cNvSpPr/>
            <p:nvPr/>
          </p:nvSpPr>
          <p:spPr>
            <a:xfrm>
              <a:off x="4706619" y="1309369"/>
              <a:ext cx="224790" cy="7620"/>
            </a:xfrm>
            <a:custGeom>
              <a:avLst/>
              <a:gdLst/>
              <a:ahLst/>
              <a:cxnLst/>
              <a:rect l="l" t="t" r="r" b="b"/>
              <a:pathLst>
                <a:path w="224789" h="7619">
                  <a:moveTo>
                    <a:pt x="74929" y="0"/>
                  </a:moveTo>
                  <a:lnTo>
                    <a:pt x="1269" y="0"/>
                  </a:lnTo>
                  <a:lnTo>
                    <a:pt x="1269" y="3809"/>
                  </a:lnTo>
                  <a:lnTo>
                    <a:pt x="0" y="3809"/>
                  </a:lnTo>
                  <a:lnTo>
                    <a:pt x="0" y="7619"/>
                  </a:lnTo>
                  <a:lnTo>
                    <a:pt x="74929" y="7619"/>
                  </a:lnTo>
                  <a:lnTo>
                    <a:pt x="74929" y="0"/>
                  </a:lnTo>
                  <a:close/>
                </a:path>
                <a:path w="224789" h="7619">
                  <a:moveTo>
                    <a:pt x="223520" y="0"/>
                  </a:moveTo>
                  <a:lnTo>
                    <a:pt x="152400" y="0"/>
                  </a:lnTo>
                  <a:lnTo>
                    <a:pt x="152400" y="7619"/>
                  </a:lnTo>
                  <a:lnTo>
                    <a:pt x="224789" y="7619"/>
                  </a:lnTo>
                  <a:lnTo>
                    <a:pt x="224789" y="5079"/>
                  </a:lnTo>
                  <a:lnTo>
                    <a:pt x="223520" y="5079"/>
                  </a:lnTo>
                  <a:lnTo>
                    <a:pt x="223520" y="0"/>
                  </a:lnTo>
                  <a:close/>
                </a:path>
              </a:pathLst>
            </a:custGeom>
            <a:solidFill>
              <a:srgbClr val="601F00"/>
            </a:solidFill>
          </p:spPr>
          <p:txBody>
            <a:bodyPr wrap="square" lIns="0" tIns="0" rIns="0" bIns="0" rtlCol="0"/>
            <a:lstStyle/>
            <a:p/>
          </p:txBody>
        </p:sp>
        <p:sp>
          <p:nvSpPr>
            <p:cNvPr id="1033" name="object 1033"/>
            <p:cNvSpPr/>
            <p:nvPr/>
          </p:nvSpPr>
          <p:spPr>
            <a:xfrm>
              <a:off x="4706619" y="1316989"/>
              <a:ext cx="224790" cy="6350"/>
            </a:xfrm>
            <a:custGeom>
              <a:avLst/>
              <a:gdLst/>
              <a:ahLst/>
              <a:cxnLst/>
              <a:rect l="l" t="t" r="r" b="b"/>
              <a:pathLst>
                <a:path w="224789" h="6350">
                  <a:moveTo>
                    <a:pt x="224789" y="0"/>
                  </a:moveTo>
                  <a:lnTo>
                    <a:pt x="0" y="0"/>
                  </a:lnTo>
                  <a:lnTo>
                    <a:pt x="0" y="6350"/>
                  </a:lnTo>
                  <a:lnTo>
                    <a:pt x="224789" y="6350"/>
                  </a:lnTo>
                  <a:lnTo>
                    <a:pt x="224789" y="0"/>
                  </a:lnTo>
                  <a:close/>
                </a:path>
              </a:pathLst>
            </a:custGeom>
            <a:solidFill>
              <a:srgbClr val="631E00"/>
            </a:solidFill>
          </p:spPr>
          <p:txBody>
            <a:bodyPr wrap="square" lIns="0" tIns="0" rIns="0" bIns="0" rtlCol="0"/>
            <a:lstStyle/>
            <a:p/>
          </p:txBody>
        </p:sp>
        <p:sp>
          <p:nvSpPr>
            <p:cNvPr id="1034" name="object 1034"/>
            <p:cNvSpPr/>
            <p:nvPr/>
          </p:nvSpPr>
          <p:spPr>
            <a:xfrm>
              <a:off x="4706619" y="1323339"/>
              <a:ext cx="224790" cy="7620"/>
            </a:xfrm>
            <a:custGeom>
              <a:avLst/>
              <a:gdLst/>
              <a:ahLst/>
              <a:cxnLst/>
              <a:rect l="l" t="t" r="r" b="b"/>
              <a:pathLst>
                <a:path w="224789" h="7619">
                  <a:moveTo>
                    <a:pt x="0" y="7620"/>
                  </a:moveTo>
                  <a:lnTo>
                    <a:pt x="0" y="0"/>
                  </a:lnTo>
                  <a:lnTo>
                    <a:pt x="224789" y="0"/>
                  </a:lnTo>
                  <a:lnTo>
                    <a:pt x="224789" y="7620"/>
                  </a:lnTo>
                  <a:lnTo>
                    <a:pt x="0" y="7620"/>
                  </a:lnTo>
                  <a:close/>
                </a:path>
              </a:pathLst>
            </a:custGeom>
            <a:solidFill>
              <a:srgbClr val="661E00"/>
            </a:solidFill>
          </p:spPr>
          <p:txBody>
            <a:bodyPr wrap="square" lIns="0" tIns="0" rIns="0" bIns="0" rtlCol="0"/>
            <a:lstStyle/>
            <a:p/>
          </p:txBody>
        </p:sp>
        <p:sp>
          <p:nvSpPr>
            <p:cNvPr id="1035" name="object 1035"/>
            <p:cNvSpPr/>
            <p:nvPr/>
          </p:nvSpPr>
          <p:spPr>
            <a:xfrm>
              <a:off x="4705350" y="1330959"/>
              <a:ext cx="226060" cy="7620"/>
            </a:xfrm>
            <a:custGeom>
              <a:avLst/>
              <a:gdLst/>
              <a:ahLst/>
              <a:cxnLst/>
              <a:rect l="l" t="t" r="r" b="b"/>
              <a:pathLst>
                <a:path w="226060" h="7619">
                  <a:moveTo>
                    <a:pt x="226060" y="0"/>
                  </a:moveTo>
                  <a:lnTo>
                    <a:pt x="1270" y="0"/>
                  </a:lnTo>
                  <a:lnTo>
                    <a:pt x="1270" y="5080"/>
                  </a:lnTo>
                  <a:lnTo>
                    <a:pt x="0" y="5080"/>
                  </a:lnTo>
                  <a:lnTo>
                    <a:pt x="0" y="7620"/>
                  </a:lnTo>
                  <a:lnTo>
                    <a:pt x="226060" y="7620"/>
                  </a:lnTo>
                  <a:lnTo>
                    <a:pt x="226060" y="5080"/>
                  </a:lnTo>
                  <a:lnTo>
                    <a:pt x="226060" y="0"/>
                  </a:lnTo>
                  <a:close/>
                </a:path>
              </a:pathLst>
            </a:custGeom>
            <a:solidFill>
              <a:srgbClr val="6A1D00"/>
            </a:solidFill>
          </p:spPr>
          <p:txBody>
            <a:bodyPr wrap="square" lIns="0" tIns="0" rIns="0" bIns="0" rtlCol="0"/>
            <a:lstStyle/>
            <a:p/>
          </p:txBody>
        </p:sp>
        <p:sp>
          <p:nvSpPr>
            <p:cNvPr id="1036" name="object 1036"/>
            <p:cNvSpPr/>
            <p:nvPr/>
          </p:nvSpPr>
          <p:spPr>
            <a:xfrm>
              <a:off x="4705349" y="1338579"/>
              <a:ext cx="226060" cy="7620"/>
            </a:xfrm>
            <a:custGeom>
              <a:avLst/>
              <a:gdLst/>
              <a:ahLst/>
              <a:cxnLst/>
              <a:rect l="l" t="t" r="r" b="b"/>
              <a:pathLst>
                <a:path w="226060" h="7619">
                  <a:moveTo>
                    <a:pt x="0" y="7620"/>
                  </a:moveTo>
                  <a:lnTo>
                    <a:pt x="0" y="0"/>
                  </a:lnTo>
                  <a:lnTo>
                    <a:pt x="226060" y="0"/>
                  </a:lnTo>
                  <a:lnTo>
                    <a:pt x="226060" y="7620"/>
                  </a:lnTo>
                  <a:lnTo>
                    <a:pt x="0" y="7620"/>
                  </a:lnTo>
                  <a:close/>
                </a:path>
              </a:pathLst>
            </a:custGeom>
            <a:solidFill>
              <a:srgbClr val="6D1C00"/>
            </a:solidFill>
          </p:spPr>
          <p:txBody>
            <a:bodyPr wrap="square" lIns="0" tIns="0" rIns="0" bIns="0" rtlCol="0"/>
            <a:lstStyle/>
            <a:p/>
          </p:txBody>
        </p:sp>
        <p:sp>
          <p:nvSpPr>
            <p:cNvPr id="1037" name="object 1037"/>
            <p:cNvSpPr/>
            <p:nvPr/>
          </p:nvSpPr>
          <p:spPr>
            <a:xfrm>
              <a:off x="4705349" y="1346199"/>
              <a:ext cx="226060" cy="6350"/>
            </a:xfrm>
            <a:custGeom>
              <a:avLst/>
              <a:gdLst/>
              <a:ahLst/>
              <a:cxnLst/>
              <a:rect l="l" t="t" r="r" b="b"/>
              <a:pathLst>
                <a:path w="226060" h="6350">
                  <a:moveTo>
                    <a:pt x="0" y="6350"/>
                  </a:moveTo>
                  <a:lnTo>
                    <a:pt x="0" y="0"/>
                  </a:lnTo>
                  <a:lnTo>
                    <a:pt x="226060" y="0"/>
                  </a:lnTo>
                  <a:lnTo>
                    <a:pt x="226060" y="6350"/>
                  </a:lnTo>
                  <a:lnTo>
                    <a:pt x="0" y="6350"/>
                  </a:lnTo>
                  <a:close/>
                </a:path>
              </a:pathLst>
            </a:custGeom>
            <a:solidFill>
              <a:srgbClr val="701C00"/>
            </a:solidFill>
          </p:spPr>
          <p:txBody>
            <a:bodyPr wrap="square" lIns="0" tIns="0" rIns="0" bIns="0" rtlCol="0"/>
            <a:lstStyle/>
            <a:p/>
          </p:txBody>
        </p:sp>
        <p:sp>
          <p:nvSpPr>
            <p:cNvPr id="1038" name="object 1038"/>
            <p:cNvSpPr/>
            <p:nvPr/>
          </p:nvSpPr>
          <p:spPr>
            <a:xfrm>
              <a:off x="4705350" y="1352549"/>
              <a:ext cx="226060" cy="7620"/>
            </a:xfrm>
            <a:custGeom>
              <a:avLst/>
              <a:gdLst/>
              <a:ahLst/>
              <a:cxnLst/>
              <a:rect l="l" t="t" r="r" b="b"/>
              <a:pathLst>
                <a:path w="226060" h="7619">
                  <a:moveTo>
                    <a:pt x="226060" y="0"/>
                  </a:moveTo>
                  <a:lnTo>
                    <a:pt x="0" y="0"/>
                  </a:lnTo>
                  <a:lnTo>
                    <a:pt x="0" y="2540"/>
                  </a:lnTo>
                  <a:lnTo>
                    <a:pt x="0" y="7620"/>
                  </a:lnTo>
                  <a:lnTo>
                    <a:pt x="78740" y="7620"/>
                  </a:lnTo>
                  <a:lnTo>
                    <a:pt x="78740" y="2540"/>
                  </a:lnTo>
                  <a:lnTo>
                    <a:pt x="226060" y="2540"/>
                  </a:lnTo>
                  <a:lnTo>
                    <a:pt x="226060" y="0"/>
                  </a:lnTo>
                  <a:close/>
                </a:path>
              </a:pathLst>
            </a:custGeom>
            <a:solidFill>
              <a:srgbClr val="731B00"/>
            </a:solidFill>
          </p:spPr>
          <p:txBody>
            <a:bodyPr wrap="square" lIns="0" tIns="0" rIns="0" bIns="0" rtlCol="0"/>
            <a:lstStyle/>
            <a:p/>
          </p:txBody>
        </p:sp>
        <p:sp>
          <p:nvSpPr>
            <p:cNvPr id="1039" name="object 1039"/>
            <p:cNvSpPr/>
            <p:nvPr/>
          </p:nvSpPr>
          <p:spPr>
            <a:xfrm>
              <a:off x="4705349" y="1360169"/>
              <a:ext cx="78740" cy="7620"/>
            </a:xfrm>
            <a:custGeom>
              <a:avLst/>
              <a:gdLst/>
              <a:ahLst/>
              <a:cxnLst/>
              <a:rect l="l" t="t" r="r" b="b"/>
              <a:pathLst>
                <a:path w="78739" h="7619">
                  <a:moveTo>
                    <a:pt x="78739" y="0"/>
                  </a:moveTo>
                  <a:lnTo>
                    <a:pt x="0" y="0"/>
                  </a:lnTo>
                  <a:lnTo>
                    <a:pt x="0" y="7619"/>
                  </a:lnTo>
                  <a:lnTo>
                    <a:pt x="78739" y="7619"/>
                  </a:lnTo>
                  <a:lnTo>
                    <a:pt x="78739" y="0"/>
                  </a:lnTo>
                  <a:close/>
                </a:path>
              </a:pathLst>
            </a:custGeom>
            <a:solidFill>
              <a:srgbClr val="761B00"/>
            </a:solidFill>
          </p:spPr>
          <p:txBody>
            <a:bodyPr wrap="square" lIns="0" tIns="0" rIns="0" bIns="0" rtlCol="0"/>
            <a:lstStyle/>
            <a:p/>
          </p:txBody>
        </p:sp>
        <p:sp>
          <p:nvSpPr>
            <p:cNvPr id="1040" name="object 1040"/>
            <p:cNvSpPr/>
            <p:nvPr/>
          </p:nvSpPr>
          <p:spPr>
            <a:xfrm>
              <a:off x="4704079" y="1367789"/>
              <a:ext cx="80010" cy="6350"/>
            </a:xfrm>
            <a:custGeom>
              <a:avLst/>
              <a:gdLst/>
              <a:ahLst/>
              <a:cxnLst/>
              <a:rect l="l" t="t" r="r" b="b"/>
              <a:pathLst>
                <a:path w="80010" h="6350">
                  <a:moveTo>
                    <a:pt x="0" y="6350"/>
                  </a:moveTo>
                  <a:lnTo>
                    <a:pt x="0" y="0"/>
                  </a:lnTo>
                  <a:lnTo>
                    <a:pt x="80010" y="0"/>
                  </a:lnTo>
                  <a:lnTo>
                    <a:pt x="80010" y="6350"/>
                  </a:lnTo>
                  <a:lnTo>
                    <a:pt x="0" y="6350"/>
                  </a:lnTo>
                  <a:close/>
                </a:path>
              </a:pathLst>
            </a:custGeom>
            <a:solidFill>
              <a:srgbClr val="791A00"/>
            </a:solidFill>
          </p:spPr>
          <p:txBody>
            <a:bodyPr wrap="square" lIns="0" tIns="0" rIns="0" bIns="0" rtlCol="0"/>
            <a:lstStyle/>
            <a:p/>
          </p:txBody>
        </p:sp>
        <p:sp>
          <p:nvSpPr>
            <p:cNvPr id="1041" name="object 1041"/>
            <p:cNvSpPr/>
            <p:nvPr/>
          </p:nvSpPr>
          <p:spPr>
            <a:xfrm>
              <a:off x="4704079" y="1374139"/>
              <a:ext cx="80010" cy="7620"/>
            </a:xfrm>
            <a:custGeom>
              <a:avLst/>
              <a:gdLst/>
              <a:ahLst/>
              <a:cxnLst/>
              <a:rect l="l" t="t" r="r" b="b"/>
              <a:pathLst>
                <a:path w="80010" h="7619">
                  <a:moveTo>
                    <a:pt x="0" y="7620"/>
                  </a:moveTo>
                  <a:lnTo>
                    <a:pt x="0" y="0"/>
                  </a:lnTo>
                  <a:lnTo>
                    <a:pt x="80010" y="0"/>
                  </a:lnTo>
                  <a:lnTo>
                    <a:pt x="80010" y="7620"/>
                  </a:lnTo>
                  <a:lnTo>
                    <a:pt x="0" y="7620"/>
                  </a:lnTo>
                  <a:close/>
                </a:path>
              </a:pathLst>
            </a:custGeom>
            <a:solidFill>
              <a:srgbClr val="7C1900"/>
            </a:solidFill>
          </p:spPr>
          <p:txBody>
            <a:bodyPr wrap="square" lIns="0" tIns="0" rIns="0" bIns="0" rtlCol="0"/>
            <a:lstStyle/>
            <a:p/>
          </p:txBody>
        </p:sp>
        <p:sp>
          <p:nvSpPr>
            <p:cNvPr id="1042" name="object 1042"/>
            <p:cNvSpPr/>
            <p:nvPr/>
          </p:nvSpPr>
          <p:spPr>
            <a:xfrm>
              <a:off x="4704079" y="1381759"/>
              <a:ext cx="81280" cy="7620"/>
            </a:xfrm>
            <a:custGeom>
              <a:avLst/>
              <a:gdLst/>
              <a:ahLst/>
              <a:cxnLst/>
              <a:rect l="l" t="t" r="r" b="b"/>
              <a:pathLst>
                <a:path w="81279" h="7619">
                  <a:moveTo>
                    <a:pt x="80010" y="0"/>
                  </a:moveTo>
                  <a:lnTo>
                    <a:pt x="0" y="0"/>
                  </a:lnTo>
                  <a:lnTo>
                    <a:pt x="0" y="7619"/>
                  </a:lnTo>
                  <a:lnTo>
                    <a:pt x="81279" y="7619"/>
                  </a:lnTo>
                  <a:lnTo>
                    <a:pt x="81279" y="6350"/>
                  </a:lnTo>
                  <a:lnTo>
                    <a:pt x="80010" y="6350"/>
                  </a:lnTo>
                  <a:lnTo>
                    <a:pt x="80010" y="0"/>
                  </a:lnTo>
                  <a:close/>
                </a:path>
              </a:pathLst>
            </a:custGeom>
            <a:solidFill>
              <a:srgbClr val="801900"/>
            </a:solidFill>
          </p:spPr>
          <p:txBody>
            <a:bodyPr wrap="square" lIns="0" tIns="0" rIns="0" bIns="0" rtlCol="0"/>
            <a:lstStyle/>
            <a:p/>
          </p:txBody>
        </p:sp>
        <p:sp>
          <p:nvSpPr>
            <p:cNvPr id="1043" name="object 1043"/>
            <p:cNvSpPr/>
            <p:nvPr/>
          </p:nvSpPr>
          <p:spPr>
            <a:xfrm>
              <a:off x="4704079" y="1389379"/>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831800"/>
            </a:solidFill>
          </p:spPr>
          <p:txBody>
            <a:bodyPr wrap="square" lIns="0" tIns="0" rIns="0" bIns="0" rtlCol="0"/>
            <a:lstStyle/>
            <a:p/>
          </p:txBody>
        </p:sp>
        <p:sp>
          <p:nvSpPr>
            <p:cNvPr id="1044" name="object 1044"/>
            <p:cNvSpPr/>
            <p:nvPr/>
          </p:nvSpPr>
          <p:spPr>
            <a:xfrm>
              <a:off x="4704079" y="1395729"/>
              <a:ext cx="82550" cy="7620"/>
            </a:xfrm>
            <a:custGeom>
              <a:avLst/>
              <a:gdLst/>
              <a:ahLst/>
              <a:cxnLst/>
              <a:rect l="l" t="t" r="r" b="b"/>
              <a:pathLst>
                <a:path w="82550" h="7619">
                  <a:moveTo>
                    <a:pt x="81279" y="0"/>
                  </a:moveTo>
                  <a:lnTo>
                    <a:pt x="0" y="0"/>
                  </a:lnTo>
                  <a:lnTo>
                    <a:pt x="0" y="7620"/>
                  </a:lnTo>
                  <a:lnTo>
                    <a:pt x="82550" y="7620"/>
                  </a:lnTo>
                  <a:lnTo>
                    <a:pt x="82550" y="5080"/>
                  </a:lnTo>
                  <a:lnTo>
                    <a:pt x="81279" y="5080"/>
                  </a:lnTo>
                  <a:lnTo>
                    <a:pt x="81279" y="0"/>
                  </a:lnTo>
                  <a:close/>
                </a:path>
              </a:pathLst>
            </a:custGeom>
            <a:solidFill>
              <a:srgbClr val="861700"/>
            </a:solidFill>
          </p:spPr>
          <p:txBody>
            <a:bodyPr wrap="square" lIns="0" tIns="0" rIns="0" bIns="0" rtlCol="0"/>
            <a:lstStyle/>
            <a:p/>
          </p:txBody>
        </p:sp>
        <p:sp>
          <p:nvSpPr>
            <p:cNvPr id="1045" name="object 1045"/>
            <p:cNvSpPr/>
            <p:nvPr/>
          </p:nvSpPr>
          <p:spPr>
            <a:xfrm>
              <a:off x="4704079" y="140334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91700"/>
            </a:solidFill>
          </p:spPr>
          <p:txBody>
            <a:bodyPr wrap="square" lIns="0" tIns="0" rIns="0" bIns="0" rtlCol="0"/>
            <a:lstStyle/>
            <a:p/>
          </p:txBody>
        </p:sp>
        <p:sp>
          <p:nvSpPr>
            <p:cNvPr id="1046" name="object 1046"/>
            <p:cNvSpPr/>
            <p:nvPr/>
          </p:nvSpPr>
          <p:spPr>
            <a:xfrm>
              <a:off x="4704079" y="1410969"/>
              <a:ext cx="83820" cy="7620"/>
            </a:xfrm>
            <a:custGeom>
              <a:avLst/>
              <a:gdLst/>
              <a:ahLst/>
              <a:cxnLst/>
              <a:rect l="l" t="t" r="r" b="b"/>
              <a:pathLst>
                <a:path w="83820" h="7619">
                  <a:moveTo>
                    <a:pt x="82550" y="0"/>
                  </a:moveTo>
                  <a:lnTo>
                    <a:pt x="0" y="0"/>
                  </a:lnTo>
                  <a:lnTo>
                    <a:pt x="0" y="7619"/>
                  </a:lnTo>
                  <a:lnTo>
                    <a:pt x="83820" y="7619"/>
                  </a:lnTo>
                  <a:lnTo>
                    <a:pt x="83820" y="1269"/>
                  </a:lnTo>
                  <a:lnTo>
                    <a:pt x="82550" y="1269"/>
                  </a:lnTo>
                  <a:lnTo>
                    <a:pt x="82550" y="0"/>
                  </a:lnTo>
                  <a:close/>
                </a:path>
              </a:pathLst>
            </a:custGeom>
            <a:solidFill>
              <a:srgbClr val="8C1600"/>
            </a:solidFill>
          </p:spPr>
          <p:txBody>
            <a:bodyPr wrap="square" lIns="0" tIns="0" rIns="0" bIns="0" rtlCol="0"/>
            <a:lstStyle/>
            <a:p/>
          </p:txBody>
        </p:sp>
        <p:sp>
          <p:nvSpPr>
            <p:cNvPr id="1047" name="object 1047"/>
            <p:cNvSpPr/>
            <p:nvPr/>
          </p:nvSpPr>
          <p:spPr>
            <a:xfrm>
              <a:off x="4704079" y="1418589"/>
              <a:ext cx="83820" cy="6350"/>
            </a:xfrm>
            <a:custGeom>
              <a:avLst/>
              <a:gdLst/>
              <a:ahLst/>
              <a:cxnLst/>
              <a:rect l="l" t="t" r="r" b="b"/>
              <a:pathLst>
                <a:path w="83820" h="6350">
                  <a:moveTo>
                    <a:pt x="83820" y="0"/>
                  </a:moveTo>
                  <a:lnTo>
                    <a:pt x="0" y="0"/>
                  </a:lnTo>
                  <a:lnTo>
                    <a:pt x="0" y="6350"/>
                  </a:lnTo>
                  <a:lnTo>
                    <a:pt x="83820" y="6350"/>
                  </a:lnTo>
                  <a:lnTo>
                    <a:pt x="83820" y="0"/>
                  </a:lnTo>
                  <a:close/>
                </a:path>
              </a:pathLst>
            </a:custGeom>
            <a:solidFill>
              <a:srgbClr val="8F1600"/>
            </a:solidFill>
          </p:spPr>
          <p:txBody>
            <a:bodyPr wrap="square" lIns="0" tIns="0" rIns="0" bIns="0" rtlCol="0"/>
            <a:lstStyle/>
            <a:p/>
          </p:txBody>
        </p:sp>
        <p:sp>
          <p:nvSpPr>
            <p:cNvPr id="1048" name="object 1048"/>
            <p:cNvSpPr/>
            <p:nvPr/>
          </p:nvSpPr>
          <p:spPr>
            <a:xfrm>
              <a:off x="4705349" y="1424939"/>
              <a:ext cx="83820" cy="7620"/>
            </a:xfrm>
            <a:custGeom>
              <a:avLst/>
              <a:gdLst/>
              <a:ahLst/>
              <a:cxnLst/>
              <a:rect l="l" t="t" r="r" b="b"/>
              <a:pathLst>
                <a:path w="83820" h="7619">
                  <a:moveTo>
                    <a:pt x="83819" y="0"/>
                  </a:moveTo>
                  <a:lnTo>
                    <a:pt x="0" y="0"/>
                  </a:lnTo>
                  <a:lnTo>
                    <a:pt x="0" y="7620"/>
                  </a:lnTo>
                  <a:lnTo>
                    <a:pt x="83820" y="7620"/>
                  </a:lnTo>
                  <a:lnTo>
                    <a:pt x="83819" y="0"/>
                  </a:lnTo>
                  <a:close/>
                </a:path>
              </a:pathLst>
            </a:custGeom>
            <a:solidFill>
              <a:srgbClr val="921500"/>
            </a:solidFill>
          </p:spPr>
          <p:txBody>
            <a:bodyPr wrap="square" lIns="0" tIns="0" rIns="0" bIns="0" rtlCol="0"/>
            <a:lstStyle/>
            <a:p/>
          </p:txBody>
        </p:sp>
        <p:sp>
          <p:nvSpPr>
            <p:cNvPr id="1049" name="object 1049"/>
            <p:cNvSpPr/>
            <p:nvPr/>
          </p:nvSpPr>
          <p:spPr>
            <a:xfrm>
              <a:off x="4705349" y="1432559"/>
              <a:ext cx="85090" cy="7620"/>
            </a:xfrm>
            <a:custGeom>
              <a:avLst/>
              <a:gdLst/>
              <a:ahLst/>
              <a:cxnLst/>
              <a:rect l="l" t="t" r="r" b="b"/>
              <a:pathLst>
                <a:path w="85089" h="7619">
                  <a:moveTo>
                    <a:pt x="83820" y="0"/>
                  </a:moveTo>
                  <a:lnTo>
                    <a:pt x="0" y="0"/>
                  </a:lnTo>
                  <a:lnTo>
                    <a:pt x="0" y="7619"/>
                  </a:lnTo>
                  <a:lnTo>
                    <a:pt x="85089" y="7619"/>
                  </a:lnTo>
                  <a:lnTo>
                    <a:pt x="85089" y="3810"/>
                  </a:lnTo>
                  <a:lnTo>
                    <a:pt x="83820" y="3810"/>
                  </a:lnTo>
                  <a:lnTo>
                    <a:pt x="83820" y="0"/>
                  </a:lnTo>
                  <a:close/>
                </a:path>
              </a:pathLst>
            </a:custGeom>
            <a:solidFill>
              <a:srgbClr val="961400"/>
            </a:solidFill>
          </p:spPr>
          <p:txBody>
            <a:bodyPr wrap="square" lIns="0" tIns="0" rIns="0" bIns="0" rtlCol="0"/>
            <a:lstStyle/>
            <a:p/>
          </p:txBody>
        </p:sp>
        <p:sp>
          <p:nvSpPr>
            <p:cNvPr id="1050" name="object 1050"/>
            <p:cNvSpPr/>
            <p:nvPr/>
          </p:nvSpPr>
          <p:spPr>
            <a:xfrm>
              <a:off x="4705349" y="1440179"/>
              <a:ext cx="85090" cy="6350"/>
            </a:xfrm>
            <a:custGeom>
              <a:avLst/>
              <a:gdLst/>
              <a:ahLst/>
              <a:cxnLst/>
              <a:rect l="l" t="t" r="r" b="b"/>
              <a:pathLst>
                <a:path w="85089" h="6350">
                  <a:moveTo>
                    <a:pt x="85089" y="0"/>
                  </a:moveTo>
                  <a:lnTo>
                    <a:pt x="0" y="0"/>
                  </a:lnTo>
                  <a:lnTo>
                    <a:pt x="0" y="3810"/>
                  </a:lnTo>
                  <a:lnTo>
                    <a:pt x="1270" y="3810"/>
                  </a:lnTo>
                  <a:lnTo>
                    <a:pt x="1270" y="6350"/>
                  </a:lnTo>
                  <a:lnTo>
                    <a:pt x="85090" y="6350"/>
                  </a:lnTo>
                  <a:lnTo>
                    <a:pt x="85089" y="0"/>
                  </a:lnTo>
                  <a:close/>
                </a:path>
              </a:pathLst>
            </a:custGeom>
            <a:solidFill>
              <a:srgbClr val="991400"/>
            </a:solidFill>
          </p:spPr>
          <p:txBody>
            <a:bodyPr wrap="square" lIns="0" tIns="0" rIns="0" bIns="0" rtlCol="0"/>
            <a:lstStyle/>
            <a:p/>
          </p:txBody>
        </p:sp>
        <p:sp>
          <p:nvSpPr>
            <p:cNvPr id="1051" name="object 1051"/>
            <p:cNvSpPr/>
            <p:nvPr/>
          </p:nvSpPr>
          <p:spPr>
            <a:xfrm>
              <a:off x="4706619" y="1446529"/>
              <a:ext cx="85090" cy="7620"/>
            </a:xfrm>
            <a:custGeom>
              <a:avLst/>
              <a:gdLst/>
              <a:ahLst/>
              <a:cxnLst/>
              <a:rect l="l" t="t" r="r" b="b"/>
              <a:pathLst>
                <a:path w="85089" h="7619">
                  <a:moveTo>
                    <a:pt x="85089" y="0"/>
                  </a:moveTo>
                  <a:lnTo>
                    <a:pt x="0" y="0"/>
                  </a:lnTo>
                  <a:lnTo>
                    <a:pt x="0" y="7620"/>
                  </a:lnTo>
                  <a:lnTo>
                    <a:pt x="85089" y="7620"/>
                  </a:lnTo>
                  <a:lnTo>
                    <a:pt x="85089" y="0"/>
                  </a:lnTo>
                  <a:close/>
                </a:path>
              </a:pathLst>
            </a:custGeom>
            <a:solidFill>
              <a:srgbClr val="9C1300"/>
            </a:solidFill>
          </p:spPr>
          <p:txBody>
            <a:bodyPr wrap="square" lIns="0" tIns="0" rIns="0" bIns="0" rtlCol="0"/>
            <a:lstStyle/>
            <a:p/>
          </p:txBody>
        </p:sp>
        <p:sp>
          <p:nvSpPr>
            <p:cNvPr id="1052" name="object 1052"/>
            <p:cNvSpPr/>
            <p:nvPr/>
          </p:nvSpPr>
          <p:spPr>
            <a:xfrm>
              <a:off x="4706619" y="1454149"/>
              <a:ext cx="86360" cy="7620"/>
            </a:xfrm>
            <a:custGeom>
              <a:avLst/>
              <a:gdLst/>
              <a:ahLst/>
              <a:cxnLst/>
              <a:rect l="l" t="t" r="r" b="b"/>
              <a:pathLst>
                <a:path w="86360" h="7619">
                  <a:moveTo>
                    <a:pt x="85089" y="0"/>
                  </a:moveTo>
                  <a:lnTo>
                    <a:pt x="0" y="0"/>
                  </a:lnTo>
                  <a:lnTo>
                    <a:pt x="0" y="2539"/>
                  </a:lnTo>
                  <a:lnTo>
                    <a:pt x="86360" y="2539"/>
                  </a:lnTo>
                  <a:lnTo>
                    <a:pt x="86360" y="1270"/>
                  </a:lnTo>
                  <a:lnTo>
                    <a:pt x="85089" y="1270"/>
                  </a:lnTo>
                  <a:lnTo>
                    <a:pt x="85089" y="0"/>
                  </a:lnTo>
                  <a:close/>
                </a:path>
                <a:path w="86360" h="7619">
                  <a:moveTo>
                    <a:pt x="86359" y="2540"/>
                  </a:moveTo>
                  <a:lnTo>
                    <a:pt x="1269" y="2540"/>
                  </a:lnTo>
                  <a:lnTo>
                    <a:pt x="1269" y="7620"/>
                  </a:lnTo>
                  <a:lnTo>
                    <a:pt x="86359" y="7620"/>
                  </a:lnTo>
                  <a:lnTo>
                    <a:pt x="86359" y="2540"/>
                  </a:lnTo>
                  <a:close/>
                </a:path>
              </a:pathLst>
            </a:custGeom>
            <a:solidFill>
              <a:srgbClr val="9F1200"/>
            </a:solidFill>
          </p:spPr>
          <p:txBody>
            <a:bodyPr wrap="square" lIns="0" tIns="0" rIns="0" bIns="0" rtlCol="0"/>
            <a:lstStyle/>
            <a:p/>
          </p:txBody>
        </p:sp>
        <p:sp>
          <p:nvSpPr>
            <p:cNvPr id="1053" name="object 1053"/>
            <p:cNvSpPr/>
            <p:nvPr/>
          </p:nvSpPr>
          <p:spPr>
            <a:xfrm>
              <a:off x="4707889" y="1461769"/>
              <a:ext cx="86360" cy="6350"/>
            </a:xfrm>
            <a:custGeom>
              <a:avLst/>
              <a:gdLst/>
              <a:ahLst/>
              <a:cxnLst/>
              <a:rect l="l" t="t" r="r" b="b"/>
              <a:pathLst>
                <a:path w="86360" h="6350">
                  <a:moveTo>
                    <a:pt x="0" y="6350"/>
                  </a:moveTo>
                  <a:lnTo>
                    <a:pt x="0" y="0"/>
                  </a:lnTo>
                  <a:lnTo>
                    <a:pt x="86360" y="0"/>
                  </a:lnTo>
                  <a:lnTo>
                    <a:pt x="86360" y="6350"/>
                  </a:lnTo>
                  <a:lnTo>
                    <a:pt x="0" y="6350"/>
                  </a:lnTo>
                  <a:close/>
                </a:path>
              </a:pathLst>
            </a:custGeom>
            <a:solidFill>
              <a:srgbClr val="A21200"/>
            </a:solidFill>
          </p:spPr>
          <p:txBody>
            <a:bodyPr wrap="square" lIns="0" tIns="0" rIns="0" bIns="0" rtlCol="0"/>
            <a:lstStyle/>
            <a:p/>
          </p:txBody>
        </p:sp>
        <p:sp>
          <p:nvSpPr>
            <p:cNvPr id="1054" name="object 1054"/>
            <p:cNvSpPr/>
            <p:nvPr/>
          </p:nvSpPr>
          <p:spPr>
            <a:xfrm>
              <a:off x="4709159" y="1468119"/>
              <a:ext cx="87630" cy="7620"/>
            </a:xfrm>
            <a:custGeom>
              <a:avLst/>
              <a:gdLst/>
              <a:ahLst/>
              <a:cxnLst/>
              <a:rect l="l" t="t" r="r" b="b"/>
              <a:pathLst>
                <a:path w="87629" h="7619">
                  <a:moveTo>
                    <a:pt x="85089" y="0"/>
                  </a:moveTo>
                  <a:lnTo>
                    <a:pt x="0" y="0"/>
                  </a:lnTo>
                  <a:lnTo>
                    <a:pt x="0" y="1269"/>
                  </a:lnTo>
                  <a:lnTo>
                    <a:pt x="85089" y="1269"/>
                  </a:lnTo>
                  <a:lnTo>
                    <a:pt x="85089" y="0"/>
                  </a:lnTo>
                  <a:close/>
                </a:path>
                <a:path w="87629" h="7619">
                  <a:moveTo>
                    <a:pt x="86360" y="1270"/>
                  </a:moveTo>
                  <a:lnTo>
                    <a:pt x="0" y="1270"/>
                  </a:lnTo>
                  <a:lnTo>
                    <a:pt x="0" y="7619"/>
                  </a:lnTo>
                  <a:lnTo>
                    <a:pt x="87629" y="7619"/>
                  </a:lnTo>
                  <a:lnTo>
                    <a:pt x="87629" y="6350"/>
                  </a:lnTo>
                  <a:lnTo>
                    <a:pt x="86360" y="6350"/>
                  </a:lnTo>
                  <a:lnTo>
                    <a:pt x="86360" y="1270"/>
                  </a:lnTo>
                  <a:close/>
                </a:path>
              </a:pathLst>
            </a:custGeom>
            <a:solidFill>
              <a:srgbClr val="A51100"/>
            </a:solidFill>
          </p:spPr>
          <p:txBody>
            <a:bodyPr wrap="square" lIns="0" tIns="0" rIns="0" bIns="0" rtlCol="0"/>
            <a:lstStyle/>
            <a:p/>
          </p:txBody>
        </p:sp>
        <p:sp>
          <p:nvSpPr>
            <p:cNvPr id="1055" name="object 1055"/>
            <p:cNvSpPr/>
            <p:nvPr/>
          </p:nvSpPr>
          <p:spPr>
            <a:xfrm>
              <a:off x="4709159" y="1475739"/>
              <a:ext cx="88900" cy="7620"/>
            </a:xfrm>
            <a:custGeom>
              <a:avLst/>
              <a:gdLst/>
              <a:ahLst/>
              <a:cxnLst/>
              <a:rect l="l" t="t" r="r" b="b"/>
              <a:pathLst>
                <a:path w="88900" h="7619">
                  <a:moveTo>
                    <a:pt x="87629" y="0"/>
                  </a:moveTo>
                  <a:lnTo>
                    <a:pt x="0" y="0"/>
                  </a:lnTo>
                  <a:lnTo>
                    <a:pt x="0" y="5080"/>
                  </a:lnTo>
                  <a:lnTo>
                    <a:pt x="1269" y="5080"/>
                  </a:lnTo>
                  <a:lnTo>
                    <a:pt x="1269" y="7620"/>
                  </a:lnTo>
                  <a:lnTo>
                    <a:pt x="88899" y="7620"/>
                  </a:lnTo>
                  <a:lnTo>
                    <a:pt x="88900" y="3810"/>
                  </a:lnTo>
                  <a:lnTo>
                    <a:pt x="87629" y="3810"/>
                  </a:lnTo>
                  <a:lnTo>
                    <a:pt x="87629" y="0"/>
                  </a:lnTo>
                  <a:close/>
                </a:path>
              </a:pathLst>
            </a:custGeom>
            <a:solidFill>
              <a:srgbClr val="A91000"/>
            </a:solidFill>
          </p:spPr>
          <p:txBody>
            <a:bodyPr wrap="square" lIns="0" tIns="0" rIns="0" bIns="0" rtlCol="0"/>
            <a:lstStyle/>
            <a:p/>
          </p:txBody>
        </p:sp>
        <p:sp>
          <p:nvSpPr>
            <p:cNvPr id="1056" name="object 1056"/>
            <p:cNvSpPr/>
            <p:nvPr/>
          </p:nvSpPr>
          <p:spPr>
            <a:xfrm>
              <a:off x="4710430" y="1483359"/>
              <a:ext cx="215900" cy="7620"/>
            </a:xfrm>
            <a:custGeom>
              <a:avLst/>
              <a:gdLst/>
              <a:ahLst/>
              <a:cxnLst/>
              <a:rect l="l" t="t" r="r" b="b"/>
              <a:pathLst>
                <a:path w="215900" h="7619">
                  <a:moveTo>
                    <a:pt x="90170" y="6350"/>
                  </a:moveTo>
                  <a:lnTo>
                    <a:pt x="88900" y="6350"/>
                  </a:lnTo>
                  <a:lnTo>
                    <a:pt x="88900" y="1270"/>
                  </a:lnTo>
                  <a:lnTo>
                    <a:pt x="87617" y="1270"/>
                  </a:lnTo>
                  <a:lnTo>
                    <a:pt x="87617" y="0"/>
                  </a:lnTo>
                  <a:lnTo>
                    <a:pt x="0" y="0"/>
                  </a:lnTo>
                  <a:lnTo>
                    <a:pt x="0" y="1270"/>
                  </a:lnTo>
                  <a:lnTo>
                    <a:pt x="0" y="6350"/>
                  </a:lnTo>
                  <a:lnTo>
                    <a:pt x="0" y="7620"/>
                  </a:lnTo>
                  <a:lnTo>
                    <a:pt x="90170" y="7620"/>
                  </a:lnTo>
                  <a:lnTo>
                    <a:pt x="90170" y="6350"/>
                  </a:lnTo>
                  <a:close/>
                </a:path>
                <a:path w="215900" h="7619">
                  <a:moveTo>
                    <a:pt x="215900" y="6350"/>
                  </a:moveTo>
                  <a:lnTo>
                    <a:pt x="214617" y="6350"/>
                  </a:lnTo>
                  <a:lnTo>
                    <a:pt x="214617" y="3810"/>
                  </a:lnTo>
                  <a:lnTo>
                    <a:pt x="213360" y="3810"/>
                  </a:lnTo>
                  <a:lnTo>
                    <a:pt x="213360" y="2540"/>
                  </a:lnTo>
                  <a:lnTo>
                    <a:pt x="212090" y="2540"/>
                  </a:lnTo>
                  <a:lnTo>
                    <a:pt x="212090" y="1270"/>
                  </a:lnTo>
                  <a:lnTo>
                    <a:pt x="210820" y="1270"/>
                  </a:lnTo>
                  <a:lnTo>
                    <a:pt x="210820" y="2540"/>
                  </a:lnTo>
                  <a:lnTo>
                    <a:pt x="210820" y="3810"/>
                  </a:lnTo>
                  <a:lnTo>
                    <a:pt x="209550" y="3810"/>
                  </a:lnTo>
                  <a:lnTo>
                    <a:pt x="209550" y="6350"/>
                  </a:lnTo>
                  <a:lnTo>
                    <a:pt x="209550" y="7620"/>
                  </a:lnTo>
                  <a:lnTo>
                    <a:pt x="215900" y="7620"/>
                  </a:lnTo>
                  <a:lnTo>
                    <a:pt x="215900" y="6350"/>
                  </a:lnTo>
                  <a:close/>
                </a:path>
              </a:pathLst>
            </a:custGeom>
            <a:solidFill>
              <a:srgbClr val="AC1000"/>
            </a:solidFill>
          </p:spPr>
          <p:txBody>
            <a:bodyPr wrap="square" lIns="0" tIns="0" rIns="0" bIns="0" rtlCol="0"/>
            <a:lstStyle/>
            <a:p/>
          </p:txBody>
        </p:sp>
        <p:sp>
          <p:nvSpPr>
            <p:cNvPr id="1057" name="object 1057"/>
            <p:cNvSpPr/>
            <p:nvPr/>
          </p:nvSpPr>
          <p:spPr>
            <a:xfrm>
              <a:off x="4711700" y="1490979"/>
              <a:ext cx="219710" cy="6350"/>
            </a:xfrm>
            <a:custGeom>
              <a:avLst/>
              <a:gdLst/>
              <a:ahLst/>
              <a:cxnLst/>
              <a:rect l="l" t="t" r="r" b="b"/>
              <a:pathLst>
                <a:path w="219710" h="6350">
                  <a:moveTo>
                    <a:pt x="90170" y="3810"/>
                  </a:moveTo>
                  <a:lnTo>
                    <a:pt x="88900" y="3810"/>
                  </a:lnTo>
                  <a:lnTo>
                    <a:pt x="88900" y="0"/>
                  </a:lnTo>
                  <a:lnTo>
                    <a:pt x="0" y="0"/>
                  </a:lnTo>
                  <a:lnTo>
                    <a:pt x="0" y="3810"/>
                  </a:lnTo>
                  <a:lnTo>
                    <a:pt x="0" y="6350"/>
                  </a:lnTo>
                  <a:lnTo>
                    <a:pt x="90170" y="6350"/>
                  </a:lnTo>
                  <a:lnTo>
                    <a:pt x="90170" y="3810"/>
                  </a:lnTo>
                  <a:close/>
                </a:path>
                <a:path w="219710" h="6350">
                  <a:moveTo>
                    <a:pt x="219710" y="5080"/>
                  </a:moveTo>
                  <a:lnTo>
                    <a:pt x="218440" y="5080"/>
                  </a:lnTo>
                  <a:lnTo>
                    <a:pt x="218440" y="3810"/>
                  </a:lnTo>
                  <a:lnTo>
                    <a:pt x="218440" y="2540"/>
                  </a:lnTo>
                  <a:lnTo>
                    <a:pt x="217170" y="2540"/>
                  </a:lnTo>
                  <a:lnTo>
                    <a:pt x="217170" y="1270"/>
                  </a:lnTo>
                  <a:lnTo>
                    <a:pt x="215900" y="1270"/>
                  </a:lnTo>
                  <a:lnTo>
                    <a:pt x="215900" y="0"/>
                  </a:lnTo>
                  <a:lnTo>
                    <a:pt x="207010" y="0"/>
                  </a:lnTo>
                  <a:lnTo>
                    <a:pt x="207010" y="1270"/>
                  </a:lnTo>
                  <a:lnTo>
                    <a:pt x="207010" y="2540"/>
                  </a:lnTo>
                  <a:lnTo>
                    <a:pt x="207010" y="3810"/>
                  </a:lnTo>
                  <a:lnTo>
                    <a:pt x="205740" y="3810"/>
                  </a:lnTo>
                  <a:lnTo>
                    <a:pt x="205740" y="5080"/>
                  </a:lnTo>
                  <a:lnTo>
                    <a:pt x="205740" y="6350"/>
                  </a:lnTo>
                  <a:lnTo>
                    <a:pt x="219710" y="6350"/>
                  </a:lnTo>
                  <a:lnTo>
                    <a:pt x="219710" y="5080"/>
                  </a:lnTo>
                  <a:close/>
                </a:path>
              </a:pathLst>
            </a:custGeom>
            <a:solidFill>
              <a:srgbClr val="AF0F00"/>
            </a:solidFill>
          </p:spPr>
          <p:txBody>
            <a:bodyPr wrap="square" lIns="0" tIns="0" rIns="0" bIns="0" rtlCol="0"/>
            <a:lstStyle/>
            <a:p/>
          </p:txBody>
        </p:sp>
        <p:sp>
          <p:nvSpPr>
            <p:cNvPr id="1058" name="object 1058"/>
            <p:cNvSpPr/>
            <p:nvPr/>
          </p:nvSpPr>
          <p:spPr>
            <a:xfrm>
              <a:off x="4711700" y="1497329"/>
              <a:ext cx="219710" cy="7620"/>
            </a:xfrm>
            <a:custGeom>
              <a:avLst/>
              <a:gdLst/>
              <a:ahLst/>
              <a:cxnLst/>
              <a:rect l="l" t="t" r="r" b="b"/>
              <a:pathLst>
                <a:path w="219710" h="7619">
                  <a:moveTo>
                    <a:pt x="92710" y="6350"/>
                  </a:moveTo>
                  <a:lnTo>
                    <a:pt x="91440" y="6350"/>
                  </a:lnTo>
                  <a:lnTo>
                    <a:pt x="91440" y="2540"/>
                  </a:lnTo>
                  <a:lnTo>
                    <a:pt x="90170" y="2540"/>
                  </a:lnTo>
                  <a:lnTo>
                    <a:pt x="90170" y="1270"/>
                  </a:lnTo>
                  <a:lnTo>
                    <a:pt x="90170" y="0"/>
                  </a:lnTo>
                  <a:lnTo>
                    <a:pt x="0" y="0"/>
                  </a:lnTo>
                  <a:lnTo>
                    <a:pt x="0" y="1270"/>
                  </a:lnTo>
                  <a:lnTo>
                    <a:pt x="1270" y="1270"/>
                  </a:lnTo>
                  <a:lnTo>
                    <a:pt x="1270" y="2540"/>
                  </a:lnTo>
                  <a:lnTo>
                    <a:pt x="1270" y="6350"/>
                  </a:lnTo>
                  <a:lnTo>
                    <a:pt x="1270" y="7620"/>
                  </a:lnTo>
                  <a:lnTo>
                    <a:pt x="92710" y="7620"/>
                  </a:lnTo>
                  <a:lnTo>
                    <a:pt x="92710" y="6350"/>
                  </a:lnTo>
                  <a:close/>
                </a:path>
                <a:path w="219710" h="7619">
                  <a:moveTo>
                    <a:pt x="219710" y="0"/>
                  </a:moveTo>
                  <a:lnTo>
                    <a:pt x="205740" y="0"/>
                  </a:lnTo>
                  <a:lnTo>
                    <a:pt x="205740" y="2540"/>
                  </a:lnTo>
                  <a:lnTo>
                    <a:pt x="204470" y="2540"/>
                  </a:lnTo>
                  <a:lnTo>
                    <a:pt x="204470" y="6350"/>
                  </a:lnTo>
                  <a:lnTo>
                    <a:pt x="203200" y="6350"/>
                  </a:lnTo>
                  <a:lnTo>
                    <a:pt x="203200" y="7620"/>
                  </a:lnTo>
                  <a:lnTo>
                    <a:pt x="219710" y="7620"/>
                  </a:lnTo>
                  <a:lnTo>
                    <a:pt x="219710" y="6350"/>
                  </a:lnTo>
                  <a:lnTo>
                    <a:pt x="219710" y="2540"/>
                  </a:lnTo>
                  <a:lnTo>
                    <a:pt x="219710" y="0"/>
                  </a:lnTo>
                  <a:close/>
                </a:path>
              </a:pathLst>
            </a:custGeom>
            <a:solidFill>
              <a:srgbClr val="B20F00"/>
            </a:solidFill>
          </p:spPr>
          <p:txBody>
            <a:bodyPr wrap="square" lIns="0" tIns="0" rIns="0" bIns="0" rtlCol="0"/>
            <a:lstStyle/>
            <a:p/>
          </p:txBody>
        </p:sp>
        <p:sp>
          <p:nvSpPr>
            <p:cNvPr id="1059" name="object 1059"/>
            <p:cNvSpPr/>
            <p:nvPr/>
          </p:nvSpPr>
          <p:spPr>
            <a:xfrm>
              <a:off x="4712970" y="1504949"/>
              <a:ext cx="217170" cy="7620"/>
            </a:xfrm>
            <a:custGeom>
              <a:avLst/>
              <a:gdLst/>
              <a:ahLst/>
              <a:cxnLst/>
              <a:rect l="l" t="t" r="r" b="b"/>
              <a:pathLst>
                <a:path w="217170" h="7619">
                  <a:moveTo>
                    <a:pt x="92710" y="3810"/>
                  </a:moveTo>
                  <a:lnTo>
                    <a:pt x="91440" y="3810"/>
                  </a:lnTo>
                  <a:lnTo>
                    <a:pt x="91440" y="1270"/>
                  </a:lnTo>
                  <a:lnTo>
                    <a:pt x="91440" y="0"/>
                  </a:lnTo>
                  <a:lnTo>
                    <a:pt x="0" y="0"/>
                  </a:lnTo>
                  <a:lnTo>
                    <a:pt x="0" y="1270"/>
                  </a:lnTo>
                  <a:lnTo>
                    <a:pt x="1270" y="1270"/>
                  </a:lnTo>
                  <a:lnTo>
                    <a:pt x="1270" y="3810"/>
                  </a:lnTo>
                  <a:lnTo>
                    <a:pt x="1270" y="7620"/>
                  </a:lnTo>
                  <a:lnTo>
                    <a:pt x="92710" y="7620"/>
                  </a:lnTo>
                  <a:lnTo>
                    <a:pt x="92710" y="3810"/>
                  </a:lnTo>
                  <a:close/>
                </a:path>
                <a:path w="217170" h="7619">
                  <a:moveTo>
                    <a:pt x="217170" y="0"/>
                  </a:moveTo>
                  <a:lnTo>
                    <a:pt x="201930" y="0"/>
                  </a:lnTo>
                  <a:lnTo>
                    <a:pt x="201930" y="2540"/>
                  </a:lnTo>
                  <a:lnTo>
                    <a:pt x="200660" y="2540"/>
                  </a:lnTo>
                  <a:lnTo>
                    <a:pt x="200660" y="3810"/>
                  </a:lnTo>
                  <a:lnTo>
                    <a:pt x="200660" y="6350"/>
                  </a:lnTo>
                  <a:lnTo>
                    <a:pt x="199390" y="6350"/>
                  </a:lnTo>
                  <a:lnTo>
                    <a:pt x="199390" y="7620"/>
                  </a:lnTo>
                  <a:lnTo>
                    <a:pt x="215900" y="7620"/>
                  </a:lnTo>
                  <a:lnTo>
                    <a:pt x="215900" y="6350"/>
                  </a:lnTo>
                  <a:lnTo>
                    <a:pt x="215887" y="3810"/>
                  </a:lnTo>
                  <a:lnTo>
                    <a:pt x="217170" y="3810"/>
                  </a:lnTo>
                  <a:lnTo>
                    <a:pt x="217170" y="2540"/>
                  </a:lnTo>
                  <a:lnTo>
                    <a:pt x="217170" y="0"/>
                  </a:lnTo>
                  <a:close/>
                </a:path>
              </a:pathLst>
            </a:custGeom>
            <a:solidFill>
              <a:srgbClr val="B50E00"/>
            </a:solidFill>
          </p:spPr>
          <p:txBody>
            <a:bodyPr wrap="square" lIns="0" tIns="0" rIns="0" bIns="0" rtlCol="0"/>
            <a:lstStyle/>
            <a:p/>
          </p:txBody>
        </p:sp>
        <p:sp>
          <p:nvSpPr>
            <p:cNvPr id="1060" name="object 1060"/>
            <p:cNvSpPr/>
            <p:nvPr/>
          </p:nvSpPr>
          <p:spPr>
            <a:xfrm>
              <a:off x="4715510" y="1512569"/>
              <a:ext cx="213360" cy="6350"/>
            </a:xfrm>
            <a:custGeom>
              <a:avLst/>
              <a:gdLst/>
              <a:ahLst/>
              <a:cxnLst/>
              <a:rect l="l" t="t" r="r" b="b"/>
              <a:pathLst>
                <a:path w="213360" h="6350">
                  <a:moveTo>
                    <a:pt x="92710" y="3822"/>
                  </a:moveTo>
                  <a:lnTo>
                    <a:pt x="0" y="3822"/>
                  </a:lnTo>
                  <a:lnTo>
                    <a:pt x="0" y="6350"/>
                  </a:lnTo>
                  <a:lnTo>
                    <a:pt x="92710" y="6350"/>
                  </a:lnTo>
                  <a:lnTo>
                    <a:pt x="92710" y="3822"/>
                  </a:lnTo>
                  <a:close/>
                </a:path>
                <a:path w="213360" h="6350">
                  <a:moveTo>
                    <a:pt x="92710" y="2540"/>
                  </a:moveTo>
                  <a:lnTo>
                    <a:pt x="91440" y="2540"/>
                  </a:lnTo>
                  <a:lnTo>
                    <a:pt x="91440" y="0"/>
                  </a:lnTo>
                  <a:lnTo>
                    <a:pt x="0" y="0"/>
                  </a:lnTo>
                  <a:lnTo>
                    <a:pt x="0" y="2540"/>
                  </a:lnTo>
                  <a:lnTo>
                    <a:pt x="0" y="3810"/>
                  </a:lnTo>
                  <a:lnTo>
                    <a:pt x="92710" y="3810"/>
                  </a:lnTo>
                  <a:lnTo>
                    <a:pt x="92710" y="2540"/>
                  </a:lnTo>
                  <a:close/>
                </a:path>
                <a:path w="213360" h="6350">
                  <a:moveTo>
                    <a:pt x="212090" y="3822"/>
                  </a:moveTo>
                  <a:lnTo>
                    <a:pt x="194310" y="3822"/>
                  </a:lnTo>
                  <a:lnTo>
                    <a:pt x="194310" y="6350"/>
                  </a:lnTo>
                  <a:lnTo>
                    <a:pt x="212090" y="6350"/>
                  </a:lnTo>
                  <a:lnTo>
                    <a:pt x="212090" y="3822"/>
                  </a:lnTo>
                  <a:close/>
                </a:path>
                <a:path w="213360" h="6350">
                  <a:moveTo>
                    <a:pt x="213360" y="0"/>
                  </a:moveTo>
                  <a:lnTo>
                    <a:pt x="196850" y="0"/>
                  </a:lnTo>
                  <a:lnTo>
                    <a:pt x="196850" y="1270"/>
                  </a:lnTo>
                  <a:lnTo>
                    <a:pt x="195580" y="1270"/>
                  </a:lnTo>
                  <a:lnTo>
                    <a:pt x="195580" y="3810"/>
                  </a:lnTo>
                  <a:lnTo>
                    <a:pt x="212090" y="3810"/>
                  </a:lnTo>
                  <a:lnTo>
                    <a:pt x="212090" y="1270"/>
                  </a:lnTo>
                  <a:lnTo>
                    <a:pt x="213360" y="1270"/>
                  </a:lnTo>
                  <a:lnTo>
                    <a:pt x="213360" y="0"/>
                  </a:lnTo>
                  <a:close/>
                </a:path>
              </a:pathLst>
            </a:custGeom>
            <a:solidFill>
              <a:srgbClr val="B80D00"/>
            </a:solidFill>
          </p:spPr>
          <p:txBody>
            <a:bodyPr wrap="square" lIns="0" tIns="0" rIns="0" bIns="0" rtlCol="0"/>
            <a:lstStyle/>
            <a:p/>
          </p:txBody>
        </p:sp>
        <p:sp>
          <p:nvSpPr>
            <p:cNvPr id="1061" name="object 1061"/>
            <p:cNvSpPr/>
            <p:nvPr/>
          </p:nvSpPr>
          <p:spPr>
            <a:xfrm>
              <a:off x="4715510" y="1518919"/>
              <a:ext cx="210820" cy="7620"/>
            </a:xfrm>
            <a:custGeom>
              <a:avLst/>
              <a:gdLst/>
              <a:ahLst/>
              <a:cxnLst/>
              <a:rect l="l" t="t" r="r" b="b"/>
              <a:pathLst>
                <a:path w="210820" h="7619">
                  <a:moveTo>
                    <a:pt x="96520" y="6350"/>
                  </a:moveTo>
                  <a:lnTo>
                    <a:pt x="95237" y="6350"/>
                  </a:lnTo>
                  <a:lnTo>
                    <a:pt x="95237" y="3810"/>
                  </a:lnTo>
                  <a:lnTo>
                    <a:pt x="93980" y="3810"/>
                  </a:lnTo>
                  <a:lnTo>
                    <a:pt x="93980" y="1270"/>
                  </a:lnTo>
                  <a:lnTo>
                    <a:pt x="93980" y="0"/>
                  </a:lnTo>
                  <a:lnTo>
                    <a:pt x="0" y="0"/>
                  </a:lnTo>
                  <a:lnTo>
                    <a:pt x="0" y="1270"/>
                  </a:lnTo>
                  <a:lnTo>
                    <a:pt x="1270" y="1270"/>
                  </a:lnTo>
                  <a:lnTo>
                    <a:pt x="1270" y="3810"/>
                  </a:lnTo>
                  <a:lnTo>
                    <a:pt x="1270" y="6350"/>
                  </a:lnTo>
                  <a:lnTo>
                    <a:pt x="1270" y="7620"/>
                  </a:lnTo>
                  <a:lnTo>
                    <a:pt x="96520" y="7620"/>
                  </a:lnTo>
                  <a:lnTo>
                    <a:pt x="96520" y="6350"/>
                  </a:lnTo>
                  <a:close/>
                </a:path>
                <a:path w="210820" h="7619">
                  <a:moveTo>
                    <a:pt x="210820" y="0"/>
                  </a:moveTo>
                  <a:lnTo>
                    <a:pt x="193040" y="0"/>
                  </a:lnTo>
                  <a:lnTo>
                    <a:pt x="193040" y="2540"/>
                  </a:lnTo>
                  <a:lnTo>
                    <a:pt x="191770" y="2540"/>
                  </a:lnTo>
                  <a:lnTo>
                    <a:pt x="191770" y="3810"/>
                  </a:lnTo>
                  <a:lnTo>
                    <a:pt x="191770" y="5080"/>
                  </a:lnTo>
                  <a:lnTo>
                    <a:pt x="190500" y="5080"/>
                  </a:lnTo>
                  <a:lnTo>
                    <a:pt x="190500" y="7620"/>
                  </a:lnTo>
                  <a:lnTo>
                    <a:pt x="209550" y="7620"/>
                  </a:lnTo>
                  <a:lnTo>
                    <a:pt x="209550" y="5080"/>
                  </a:lnTo>
                  <a:lnTo>
                    <a:pt x="209537" y="3810"/>
                  </a:lnTo>
                  <a:lnTo>
                    <a:pt x="210820" y="3810"/>
                  </a:lnTo>
                  <a:lnTo>
                    <a:pt x="210820" y="2540"/>
                  </a:lnTo>
                  <a:lnTo>
                    <a:pt x="210820" y="0"/>
                  </a:lnTo>
                  <a:close/>
                </a:path>
              </a:pathLst>
            </a:custGeom>
            <a:solidFill>
              <a:srgbClr val="BB0D00"/>
            </a:solidFill>
          </p:spPr>
          <p:txBody>
            <a:bodyPr wrap="square" lIns="0" tIns="0" rIns="0" bIns="0" rtlCol="0"/>
            <a:lstStyle/>
            <a:p/>
          </p:txBody>
        </p:sp>
        <p:sp>
          <p:nvSpPr>
            <p:cNvPr id="1062" name="object 1062"/>
            <p:cNvSpPr/>
            <p:nvPr/>
          </p:nvSpPr>
          <p:spPr>
            <a:xfrm>
              <a:off x="4716780" y="1526539"/>
              <a:ext cx="208279" cy="7620"/>
            </a:xfrm>
            <a:custGeom>
              <a:avLst/>
              <a:gdLst/>
              <a:ahLst/>
              <a:cxnLst/>
              <a:rect l="l" t="t" r="r" b="b"/>
              <a:pathLst>
                <a:path w="208279" h="7619">
                  <a:moveTo>
                    <a:pt x="97790" y="5080"/>
                  </a:moveTo>
                  <a:lnTo>
                    <a:pt x="96520" y="5080"/>
                  </a:lnTo>
                  <a:lnTo>
                    <a:pt x="96520" y="2540"/>
                  </a:lnTo>
                  <a:lnTo>
                    <a:pt x="95250" y="2540"/>
                  </a:lnTo>
                  <a:lnTo>
                    <a:pt x="95250" y="1270"/>
                  </a:lnTo>
                  <a:lnTo>
                    <a:pt x="95250" y="0"/>
                  </a:lnTo>
                  <a:lnTo>
                    <a:pt x="0" y="0"/>
                  </a:lnTo>
                  <a:lnTo>
                    <a:pt x="0" y="1270"/>
                  </a:lnTo>
                  <a:lnTo>
                    <a:pt x="1270" y="1270"/>
                  </a:lnTo>
                  <a:lnTo>
                    <a:pt x="1270" y="2540"/>
                  </a:lnTo>
                  <a:lnTo>
                    <a:pt x="1270" y="5080"/>
                  </a:lnTo>
                  <a:lnTo>
                    <a:pt x="1270" y="7620"/>
                  </a:lnTo>
                  <a:lnTo>
                    <a:pt x="97790" y="7620"/>
                  </a:lnTo>
                  <a:lnTo>
                    <a:pt x="97790" y="5080"/>
                  </a:lnTo>
                  <a:close/>
                </a:path>
                <a:path w="208279" h="7619">
                  <a:moveTo>
                    <a:pt x="208280" y="0"/>
                  </a:moveTo>
                  <a:lnTo>
                    <a:pt x="187960" y="0"/>
                  </a:lnTo>
                  <a:lnTo>
                    <a:pt x="187960" y="1270"/>
                  </a:lnTo>
                  <a:lnTo>
                    <a:pt x="187960" y="3810"/>
                  </a:lnTo>
                  <a:lnTo>
                    <a:pt x="186690" y="3810"/>
                  </a:lnTo>
                  <a:lnTo>
                    <a:pt x="186690" y="6350"/>
                  </a:lnTo>
                  <a:lnTo>
                    <a:pt x="185420" y="6350"/>
                  </a:lnTo>
                  <a:lnTo>
                    <a:pt x="185420" y="7620"/>
                  </a:lnTo>
                  <a:lnTo>
                    <a:pt x="205740" y="7620"/>
                  </a:lnTo>
                  <a:lnTo>
                    <a:pt x="205740" y="6350"/>
                  </a:lnTo>
                  <a:lnTo>
                    <a:pt x="207010" y="6350"/>
                  </a:lnTo>
                  <a:lnTo>
                    <a:pt x="207010" y="3810"/>
                  </a:lnTo>
                  <a:lnTo>
                    <a:pt x="207010" y="1270"/>
                  </a:lnTo>
                  <a:lnTo>
                    <a:pt x="208280" y="1270"/>
                  </a:lnTo>
                  <a:lnTo>
                    <a:pt x="208280" y="0"/>
                  </a:lnTo>
                  <a:close/>
                </a:path>
              </a:pathLst>
            </a:custGeom>
            <a:solidFill>
              <a:srgbClr val="BF0C00"/>
            </a:solidFill>
          </p:spPr>
          <p:txBody>
            <a:bodyPr wrap="square" lIns="0" tIns="0" rIns="0" bIns="0" rtlCol="0"/>
            <a:lstStyle/>
            <a:p/>
          </p:txBody>
        </p:sp>
        <p:sp>
          <p:nvSpPr>
            <p:cNvPr id="1063" name="object 1063"/>
            <p:cNvSpPr/>
            <p:nvPr/>
          </p:nvSpPr>
          <p:spPr>
            <a:xfrm>
              <a:off x="4719320" y="1534159"/>
              <a:ext cx="203200" cy="7620"/>
            </a:xfrm>
            <a:custGeom>
              <a:avLst/>
              <a:gdLst/>
              <a:ahLst/>
              <a:cxnLst/>
              <a:rect l="l" t="t" r="r" b="b"/>
              <a:pathLst>
                <a:path w="203200" h="7619">
                  <a:moveTo>
                    <a:pt x="99060" y="5080"/>
                  </a:moveTo>
                  <a:lnTo>
                    <a:pt x="97790" y="5080"/>
                  </a:lnTo>
                  <a:lnTo>
                    <a:pt x="97790" y="2540"/>
                  </a:lnTo>
                  <a:lnTo>
                    <a:pt x="96520" y="2540"/>
                  </a:lnTo>
                  <a:lnTo>
                    <a:pt x="96520" y="0"/>
                  </a:lnTo>
                  <a:lnTo>
                    <a:pt x="0" y="0"/>
                  </a:lnTo>
                  <a:lnTo>
                    <a:pt x="0" y="2540"/>
                  </a:lnTo>
                  <a:lnTo>
                    <a:pt x="0" y="5080"/>
                  </a:lnTo>
                  <a:lnTo>
                    <a:pt x="1270" y="5080"/>
                  </a:lnTo>
                  <a:lnTo>
                    <a:pt x="1270" y="7620"/>
                  </a:lnTo>
                  <a:lnTo>
                    <a:pt x="99060" y="7620"/>
                  </a:lnTo>
                  <a:lnTo>
                    <a:pt x="99060" y="5080"/>
                  </a:lnTo>
                  <a:close/>
                </a:path>
                <a:path w="203200" h="7619">
                  <a:moveTo>
                    <a:pt x="203200" y="0"/>
                  </a:moveTo>
                  <a:lnTo>
                    <a:pt x="182880" y="0"/>
                  </a:lnTo>
                  <a:lnTo>
                    <a:pt x="182880" y="1270"/>
                  </a:lnTo>
                  <a:lnTo>
                    <a:pt x="181610" y="1270"/>
                  </a:lnTo>
                  <a:lnTo>
                    <a:pt x="181610" y="3810"/>
                  </a:lnTo>
                  <a:lnTo>
                    <a:pt x="181610" y="5080"/>
                  </a:lnTo>
                  <a:lnTo>
                    <a:pt x="180340" y="5080"/>
                  </a:lnTo>
                  <a:lnTo>
                    <a:pt x="180340" y="7620"/>
                  </a:lnTo>
                  <a:lnTo>
                    <a:pt x="201930" y="7620"/>
                  </a:lnTo>
                  <a:lnTo>
                    <a:pt x="201930" y="5080"/>
                  </a:lnTo>
                  <a:lnTo>
                    <a:pt x="201930" y="3810"/>
                  </a:lnTo>
                  <a:lnTo>
                    <a:pt x="203187" y="3810"/>
                  </a:lnTo>
                  <a:lnTo>
                    <a:pt x="203187" y="1270"/>
                  </a:lnTo>
                  <a:lnTo>
                    <a:pt x="203200" y="0"/>
                  </a:lnTo>
                  <a:close/>
                </a:path>
              </a:pathLst>
            </a:custGeom>
            <a:solidFill>
              <a:srgbClr val="C20B00"/>
            </a:solidFill>
          </p:spPr>
          <p:txBody>
            <a:bodyPr wrap="square" lIns="0" tIns="0" rIns="0" bIns="0" rtlCol="0"/>
            <a:lstStyle/>
            <a:p/>
          </p:txBody>
        </p:sp>
        <p:sp>
          <p:nvSpPr>
            <p:cNvPr id="1064" name="object 1064"/>
            <p:cNvSpPr/>
            <p:nvPr/>
          </p:nvSpPr>
          <p:spPr>
            <a:xfrm>
              <a:off x="4720590" y="1541779"/>
              <a:ext cx="199390" cy="6350"/>
            </a:xfrm>
            <a:custGeom>
              <a:avLst/>
              <a:gdLst/>
              <a:ahLst/>
              <a:cxnLst/>
              <a:rect l="l" t="t" r="r" b="b"/>
              <a:pathLst>
                <a:path w="199389" h="6350">
                  <a:moveTo>
                    <a:pt x="101600" y="5080"/>
                  </a:moveTo>
                  <a:lnTo>
                    <a:pt x="100330" y="5080"/>
                  </a:lnTo>
                  <a:lnTo>
                    <a:pt x="100330" y="2540"/>
                  </a:lnTo>
                  <a:lnTo>
                    <a:pt x="99060" y="2540"/>
                  </a:lnTo>
                  <a:lnTo>
                    <a:pt x="99060" y="12"/>
                  </a:lnTo>
                  <a:lnTo>
                    <a:pt x="0" y="12"/>
                  </a:lnTo>
                  <a:lnTo>
                    <a:pt x="0" y="2540"/>
                  </a:lnTo>
                  <a:lnTo>
                    <a:pt x="1270" y="2540"/>
                  </a:lnTo>
                  <a:lnTo>
                    <a:pt x="1270" y="5080"/>
                  </a:lnTo>
                  <a:lnTo>
                    <a:pt x="1270" y="6350"/>
                  </a:lnTo>
                  <a:lnTo>
                    <a:pt x="101600" y="6350"/>
                  </a:lnTo>
                  <a:lnTo>
                    <a:pt x="101600" y="5080"/>
                  </a:lnTo>
                  <a:close/>
                </a:path>
                <a:path w="199389" h="6350">
                  <a:moveTo>
                    <a:pt x="199390" y="0"/>
                  </a:moveTo>
                  <a:lnTo>
                    <a:pt x="177800" y="0"/>
                  </a:lnTo>
                  <a:lnTo>
                    <a:pt x="177800" y="2540"/>
                  </a:lnTo>
                  <a:lnTo>
                    <a:pt x="176530" y="2540"/>
                  </a:lnTo>
                  <a:lnTo>
                    <a:pt x="176530" y="3810"/>
                  </a:lnTo>
                  <a:lnTo>
                    <a:pt x="176530" y="5080"/>
                  </a:lnTo>
                  <a:lnTo>
                    <a:pt x="175260" y="5080"/>
                  </a:lnTo>
                  <a:lnTo>
                    <a:pt x="175260" y="6350"/>
                  </a:lnTo>
                  <a:lnTo>
                    <a:pt x="198120" y="6350"/>
                  </a:lnTo>
                  <a:lnTo>
                    <a:pt x="198120" y="5080"/>
                  </a:lnTo>
                  <a:lnTo>
                    <a:pt x="198120" y="3810"/>
                  </a:lnTo>
                  <a:lnTo>
                    <a:pt x="199390" y="3810"/>
                  </a:lnTo>
                  <a:lnTo>
                    <a:pt x="199390" y="2540"/>
                  </a:lnTo>
                  <a:lnTo>
                    <a:pt x="199390" y="0"/>
                  </a:lnTo>
                  <a:close/>
                </a:path>
              </a:pathLst>
            </a:custGeom>
            <a:solidFill>
              <a:srgbClr val="C50B00"/>
            </a:solidFill>
          </p:spPr>
          <p:txBody>
            <a:bodyPr wrap="square" lIns="0" tIns="0" rIns="0" bIns="0" rtlCol="0"/>
            <a:lstStyle/>
            <a:p/>
          </p:txBody>
        </p:sp>
        <p:sp>
          <p:nvSpPr>
            <p:cNvPr id="1065" name="object 1065"/>
            <p:cNvSpPr/>
            <p:nvPr/>
          </p:nvSpPr>
          <p:spPr>
            <a:xfrm>
              <a:off x="4721860" y="1548129"/>
              <a:ext cx="196850" cy="7620"/>
            </a:xfrm>
            <a:custGeom>
              <a:avLst/>
              <a:gdLst/>
              <a:ahLst/>
              <a:cxnLst/>
              <a:rect l="l" t="t" r="r" b="b"/>
              <a:pathLst>
                <a:path w="196850" h="7619">
                  <a:moveTo>
                    <a:pt x="105410" y="5080"/>
                  </a:moveTo>
                  <a:lnTo>
                    <a:pt x="104140" y="5080"/>
                  </a:lnTo>
                  <a:lnTo>
                    <a:pt x="104140" y="3810"/>
                  </a:lnTo>
                  <a:lnTo>
                    <a:pt x="102870" y="3810"/>
                  </a:lnTo>
                  <a:lnTo>
                    <a:pt x="102870" y="2540"/>
                  </a:lnTo>
                  <a:lnTo>
                    <a:pt x="101587" y="2540"/>
                  </a:lnTo>
                  <a:lnTo>
                    <a:pt x="101587" y="1270"/>
                  </a:lnTo>
                  <a:lnTo>
                    <a:pt x="100330" y="1270"/>
                  </a:lnTo>
                  <a:lnTo>
                    <a:pt x="100330" y="0"/>
                  </a:lnTo>
                  <a:lnTo>
                    <a:pt x="0" y="0"/>
                  </a:lnTo>
                  <a:lnTo>
                    <a:pt x="0" y="1270"/>
                  </a:lnTo>
                  <a:lnTo>
                    <a:pt x="1270" y="1270"/>
                  </a:lnTo>
                  <a:lnTo>
                    <a:pt x="1270" y="2540"/>
                  </a:lnTo>
                  <a:lnTo>
                    <a:pt x="1270" y="3810"/>
                  </a:lnTo>
                  <a:lnTo>
                    <a:pt x="1270" y="5080"/>
                  </a:lnTo>
                  <a:lnTo>
                    <a:pt x="2540" y="5080"/>
                  </a:lnTo>
                  <a:lnTo>
                    <a:pt x="2540" y="7620"/>
                  </a:lnTo>
                  <a:lnTo>
                    <a:pt x="105410" y="7620"/>
                  </a:lnTo>
                  <a:lnTo>
                    <a:pt x="105410" y="5080"/>
                  </a:lnTo>
                  <a:close/>
                </a:path>
                <a:path w="196850" h="7619">
                  <a:moveTo>
                    <a:pt x="196850" y="0"/>
                  </a:moveTo>
                  <a:lnTo>
                    <a:pt x="173990" y="0"/>
                  </a:lnTo>
                  <a:lnTo>
                    <a:pt x="173990" y="1270"/>
                  </a:lnTo>
                  <a:lnTo>
                    <a:pt x="172720" y="1270"/>
                  </a:lnTo>
                  <a:lnTo>
                    <a:pt x="172720" y="2540"/>
                  </a:lnTo>
                  <a:lnTo>
                    <a:pt x="171450" y="2540"/>
                  </a:lnTo>
                  <a:lnTo>
                    <a:pt x="171450" y="5080"/>
                  </a:lnTo>
                  <a:lnTo>
                    <a:pt x="170180" y="5080"/>
                  </a:lnTo>
                  <a:lnTo>
                    <a:pt x="170180" y="7620"/>
                  </a:lnTo>
                  <a:lnTo>
                    <a:pt x="194310" y="7620"/>
                  </a:lnTo>
                  <a:lnTo>
                    <a:pt x="194297" y="5080"/>
                  </a:lnTo>
                  <a:lnTo>
                    <a:pt x="195580" y="5080"/>
                  </a:lnTo>
                  <a:lnTo>
                    <a:pt x="195580" y="2540"/>
                  </a:lnTo>
                  <a:lnTo>
                    <a:pt x="195580" y="1270"/>
                  </a:lnTo>
                  <a:lnTo>
                    <a:pt x="196850" y="1270"/>
                  </a:lnTo>
                  <a:lnTo>
                    <a:pt x="196850" y="0"/>
                  </a:lnTo>
                  <a:close/>
                </a:path>
              </a:pathLst>
            </a:custGeom>
            <a:solidFill>
              <a:srgbClr val="C80A00"/>
            </a:solidFill>
          </p:spPr>
          <p:txBody>
            <a:bodyPr wrap="square" lIns="0" tIns="0" rIns="0" bIns="0" rtlCol="0"/>
            <a:lstStyle/>
            <a:p/>
          </p:txBody>
        </p:sp>
        <p:sp>
          <p:nvSpPr>
            <p:cNvPr id="1066" name="object 1066"/>
            <p:cNvSpPr/>
            <p:nvPr/>
          </p:nvSpPr>
          <p:spPr>
            <a:xfrm>
              <a:off x="4724400" y="1555749"/>
              <a:ext cx="191770" cy="7620"/>
            </a:xfrm>
            <a:custGeom>
              <a:avLst/>
              <a:gdLst/>
              <a:ahLst/>
              <a:cxnLst/>
              <a:rect l="l" t="t" r="r" b="b"/>
              <a:pathLst>
                <a:path w="191770" h="7619">
                  <a:moveTo>
                    <a:pt x="109207" y="6350"/>
                  </a:moveTo>
                  <a:lnTo>
                    <a:pt x="107950" y="6350"/>
                  </a:lnTo>
                  <a:lnTo>
                    <a:pt x="107950" y="5080"/>
                  </a:lnTo>
                  <a:lnTo>
                    <a:pt x="106680" y="5080"/>
                  </a:lnTo>
                  <a:lnTo>
                    <a:pt x="106680" y="3810"/>
                  </a:lnTo>
                  <a:lnTo>
                    <a:pt x="105410" y="3810"/>
                  </a:lnTo>
                  <a:lnTo>
                    <a:pt x="105410" y="1270"/>
                  </a:lnTo>
                  <a:lnTo>
                    <a:pt x="104140" y="1270"/>
                  </a:lnTo>
                  <a:lnTo>
                    <a:pt x="104140" y="0"/>
                  </a:lnTo>
                  <a:lnTo>
                    <a:pt x="0" y="0"/>
                  </a:lnTo>
                  <a:lnTo>
                    <a:pt x="0" y="1270"/>
                  </a:lnTo>
                  <a:lnTo>
                    <a:pt x="1270" y="1270"/>
                  </a:lnTo>
                  <a:lnTo>
                    <a:pt x="1270" y="3810"/>
                  </a:lnTo>
                  <a:lnTo>
                    <a:pt x="1270" y="5080"/>
                  </a:lnTo>
                  <a:lnTo>
                    <a:pt x="2540" y="5080"/>
                  </a:lnTo>
                  <a:lnTo>
                    <a:pt x="2540" y="6350"/>
                  </a:lnTo>
                  <a:lnTo>
                    <a:pt x="2540" y="7620"/>
                  </a:lnTo>
                  <a:lnTo>
                    <a:pt x="109207" y="7620"/>
                  </a:lnTo>
                  <a:lnTo>
                    <a:pt x="109207" y="6350"/>
                  </a:lnTo>
                  <a:close/>
                </a:path>
                <a:path w="191770" h="7619">
                  <a:moveTo>
                    <a:pt x="191770" y="0"/>
                  </a:moveTo>
                  <a:lnTo>
                    <a:pt x="166370" y="0"/>
                  </a:lnTo>
                  <a:lnTo>
                    <a:pt x="166370" y="1270"/>
                  </a:lnTo>
                  <a:lnTo>
                    <a:pt x="165100" y="1270"/>
                  </a:lnTo>
                  <a:lnTo>
                    <a:pt x="165100" y="2540"/>
                  </a:lnTo>
                  <a:lnTo>
                    <a:pt x="163830" y="2540"/>
                  </a:lnTo>
                  <a:lnTo>
                    <a:pt x="163830" y="3810"/>
                  </a:lnTo>
                  <a:lnTo>
                    <a:pt x="162560" y="3810"/>
                  </a:lnTo>
                  <a:lnTo>
                    <a:pt x="162560" y="5080"/>
                  </a:lnTo>
                  <a:lnTo>
                    <a:pt x="161290" y="5080"/>
                  </a:lnTo>
                  <a:lnTo>
                    <a:pt x="161290" y="6350"/>
                  </a:lnTo>
                  <a:lnTo>
                    <a:pt x="160020" y="6350"/>
                  </a:lnTo>
                  <a:lnTo>
                    <a:pt x="160020" y="7620"/>
                  </a:lnTo>
                  <a:lnTo>
                    <a:pt x="189230" y="7620"/>
                  </a:lnTo>
                  <a:lnTo>
                    <a:pt x="189230" y="6350"/>
                  </a:lnTo>
                  <a:lnTo>
                    <a:pt x="189230" y="5080"/>
                  </a:lnTo>
                  <a:lnTo>
                    <a:pt x="190500" y="5080"/>
                  </a:lnTo>
                  <a:lnTo>
                    <a:pt x="190500" y="3810"/>
                  </a:lnTo>
                  <a:lnTo>
                    <a:pt x="190500" y="2540"/>
                  </a:lnTo>
                  <a:lnTo>
                    <a:pt x="190500" y="1270"/>
                  </a:lnTo>
                  <a:lnTo>
                    <a:pt x="191770" y="1270"/>
                  </a:lnTo>
                  <a:lnTo>
                    <a:pt x="191770" y="0"/>
                  </a:lnTo>
                  <a:close/>
                </a:path>
              </a:pathLst>
            </a:custGeom>
            <a:solidFill>
              <a:srgbClr val="CC0A00"/>
            </a:solidFill>
          </p:spPr>
          <p:txBody>
            <a:bodyPr wrap="square" lIns="0" tIns="0" rIns="0" bIns="0" rtlCol="0"/>
            <a:lstStyle/>
            <a:p/>
          </p:txBody>
        </p:sp>
        <p:sp>
          <p:nvSpPr>
            <p:cNvPr id="1067" name="object 1067"/>
            <p:cNvSpPr/>
            <p:nvPr/>
          </p:nvSpPr>
          <p:spPr>
            <a:xfrm>
              <a:off x="4726940" y="1563369"/>
              <a:ext cx="185420" cy="6350"/>
            </a:xfrm>
            <a:custGeom>
              <a:avLst/>
              <a:gdLst/>
              <a:ahLst/>
              <a:cxnLst/>
              <a:rect l="l" t="t" r="r" b="b"/>
              <a:pathLst>
                <a:path w="185420" h="6350">
                  <a:moveTo>
                    <a:pt x="114300" y="5080"/>
                  </a:moveTo>
                  <a:lnTo>
                    <a:pt x="113030" y="5080"/>
                  </a:lnTo>
                  <a:lnTo>
                    <a:pt x="113030" y="3810"/>
                  </a:lnTo>
                  <a:lnTo>
                    <a:pt x="110490" y="3810"/>
                  </a:lnTo>
                  <a:lnTo>
                    <a:pt x="110490" y="2540"/>
                  </a:lnTo>
                  <a:lnTo>
                    <a:pt x="109220" y="2540"/>
                  </a:lnTo>
                  <a:lnTo>
                    <a:pt x="109220" y="1270"/>
                  </a:lnTo>
                  <a:lnTo>
                    <a:pt x="107950" y="1270"/>
                  </a:lnTo>
                  <a:lnTo>
                    <a:pt x="107950" y="0"/>
                  </a:lnTo>
                  <a:lnTo>
                    <a:pt x="0" y="0"/>
                  </a:lnTo>
                  <a:lnTo>
                    <a:pt x="0" y="1270"/>
                  </a:lnTo>
                  <a:lnTo>
                    <a:pt x="1270" y="1270"/>
                  </a:lnTo>
                  <a:lnTo>
                    <a:pt x="1270" y="2540"/>
                  </a:lnTo>
                  <a:lnTo>
                    <a:pt x="1270" y="3810"/>
                  </a:lnTo>
                  <a:lnTo>
                    <a:pt x="1270" y="5080"/>
                  </a:lnTo>
                  <a:lnTo>
                    <a:pt x="2540" y="5080"/>
                  </a:lnTo>
                  <a:lnTo>
                    <a:pt x="2540" y="6350"/>
                  </a:lnTo>
                  <a:lnTo>
                    <a:pt x="114300" y="6350"/>
                  </a:lnTo>
                  <a:lnTo>
                    <a:pt x="114300" y="5080"/>
                  </a:lnTo>
                  <a:close/>
                </a:path>
                <a:path w="185420" h="6350">
                  <a:moveTo>
                    <a:pt x="185420" y="0"/>
                  </a:moveTo>
                  <a:lnTo>
                    <a:pt x="156210" y="0"/>
                  </a:lnTo>
                  <a:lnTo>
                    <a:pt x="156210" y="1270"/>
                  </a:lnTo>
                  <a:lnTo>
                    <a:pt x="154940" y="1270"/>
                  </a:lnTo>
                  <a:lnTo>
                    <a:pt x="154940" y="2540"/>
                  </a:lnTo>
                  <a:lnTo>
                    <a:pt x="153670" y="2540"/>
                  </a:lnTo>
                  <a:lnTo>
                    <a:pt x="153670" y="3810"/>
                  </a:lnTo>
                  <a:lnTo>
                    <a:pt x="152400" y="3810"/>
                  </a:lnTo>
                  <a:lnTo>
                    <a:pt x="152400" y="5080"/>
                  </a:lnTo>
                  <a:lnTo>
                    <a:pt x="149860" y="5080"/>
                  </a:lnTo>
                  <a:lnTo>
                    <a:pt x="149860" y="6350"/>
                  </a:lnTo>
                  <a:lnTo>
                    <a:pt x="184150" y="6350"/>
                  </a:lnTo>
                  <a:lnTo>
                    <a:pt x="184150" y="5080"/>
                  </a:lnTo>
                  <a:lnTo>
                    <a:pt x="184150" y="3810"/>
                  </a:lnTo>
                  <a:lnTo>
                    <a:pt x="185420" y="3810"/>
                  </a:lnTo>
                  <a:lnTo>
                    <a:pt x="185420" y="2540"/>
                  </a:lnTo>
                  <a:lnTo>
                    <a:pt x="185420" y="1270"/>
                  </a:lnTo>
                  <a:lnTo>
                    <a:pt x="185420" y="0"/>
                  </a:lnTo>
                  <a:close/>
                </a:path>
              </a:pathLst>
            </a:custGeom>
            <a:solidFill>
              <a:srgbClr val="CE0900"/>
            </a:solidFill>
          </p:spPr>
          <p:txBody>
            <a:bodyPr wrap="square" lIns="0" tIns="0" rIns="0" bIns="0" rtlCol="0"/>
            <a:lstStyle/>
            <a:p/>
          </p:txBody>
        </p:sp>
        <p:sp>
          <p:nvSpPr>
            <p:cNvPr id="1068" name="object 1068"/>
            <p:cNvSpPr/>
            <p:nvPr/>
          </p:nvSpPr>
          <p:spPr>
            <a:xfrm>
              <a:off x="4729480" y="1569719"/>
              <a:ext cx="181610" cy="7620"/>
            </a:xfrm>
            <a:custGeom>
              <a:avLst/>
              <a:gdLst/>
              <a:ahLst/>
              <a:cxnLst/>
              <a:rect l="l" t="t" r="r" b="b"/>
              <a:pathLst>
                <a:path w="181610" h="7619">
                  <a:moveTo>
                    <a:pt x="181610" y="0"/>
                  </a:moveTo>
                  <a:lnTo>
                    <a:pt x="146050" y="0"/>
                  </a:lnTo>
                  <a:lnTo>
                    <a:pt x="146050" y="1270"/>
                  </a:lnTo>
                  <a:lnTo>
                    <a:pt x="143510" y="1270"/>
                  </a:lnTo>
                  <a:lnTo>
                    <a:pt x="143510" y="2540"/>
                  </a:lnTo>
                  <a:lnTo>
                    <a:pt x="142240" y="2540"/>
                  </a:lnTo>
                  <a:lnTo>
                    <a:pt x="142240" y="3810"/>
                  </a:lnTo>
                  <a:lnTo>
                    <a:pt x="137160" y="3810"/>
                  </a:lnTo>
                  <a:lnTo>
                    <a:pt x="137160" y="5080"/>
                  </a:lnTo>
                  <a:lnTo>
                    <a:pt x="133350" y="5080"/>
                  </a:lnTo>
                  <a:lnTo>
                    <a:pt x="133350" y="6350"/>
                  </a:lnTo>
                  <a:lnTo>
                    <a:pt x="124460" y="6350"/>
                  </a:lnTo>
                  <a:lnTo>
                    <a:pt x="124460" y="5080"/>
                  </a:lnTo>
                  <a:lnTo>
                    <a:pt x="120650" y="5080"/>
                  </a:lnTo>
                  <a:lnTo>
                    <a:pt x="120650" y="3810"/>
                  </a:lnTo>
                  <a:lnTo>
                    <a:pt x="116840" y="3810"/>
                  </a:lnTo>
                  <a:lnTo>
                    <a:pt x="116840" y="2540"/>
                  </a:lnTo>
                  <a:lnTo>
                    <a:pt x="115570" y="2540"/>
                  </a:lnTo>
                  <a:lnTo>
                    <a:pt x="115570" y="1270"/>
                  </a:lnTo>
                  <a:lnTo>
                    <a:pt x="114300" y="1270"/>
                  </a:lnTo>
                  <a:lnTo>
                    <a:pt x="114300" y="0"/>
                  </a:lnTo>
                  <a:lnTo>
                    <a:pt x="0" y="0"/>
                  </a:lnTo>
                  <a:lnTo>
                    <a:pt x="0" y="1270"/>
                  </a:lnTo>
                  <a:lnTo>
                    <a:pt x="0" y="2540"/>
                  </a:lnTo>
                  <a:lnTo>
                    <a:pt x="1270" y="2540"/>
                  </a:lnTo>
                  <a:lnTo>
                    <a:pt x="1270" y="3810"/>
                  </a:lnTo>
                  <a:lnTo>
                    <a:pt x="1270" y="5080"/>
                  </a:lnTo>
                  <a:lnTo>
                    <a:pt x="1270" y="6350"/>
                  </a:lnTo>
                  <a:lnTo>
                    <a:pt x="2540" y="6350"/>
                  </a:lnTo>
                  <a:lnTo>
                    <a:pt x="2540" y="7620"/>
                  </a:lnTo>
                  <a:lnTo>
                    <a:pt x="179070" y="7620"/>
                  </a:lnTo>
                  <a:lnTo>
                    <a:pt x="179070" y="6350"/>
                  </a:lnTo>
                  <a:lnTo>
                    <a:pt x="179070" y="5080"/>
                  </a:lnTo>
                  <a:lnTo>
                    <a:pt x="179070" y="3810"/>
                  </a:lnTo>
                  <a:lnTo>
                    <a:pt x="180340" y="3810"/>
                  </a:lnTo>
                  <a:lnTo>
                    <a:pt x="180340" y="2540"/>
                  </a:lnTo>
                  <a:lnTo>
                    <a:pt x="180327" y="1270"/>
                  </a:lnTo>
                  <a:lnTo>
                    <a:pt x="181610" y="1270"/>
                  </a:lnTo>
                  <a:lnTo>
                    <a:pt x="181610" y="0"/>
                  </a:lnTo>
                  <a:close/>
                </a:path>
              </a:pathLst>
            </a:custGeom>
            <a:solidFill>
              <a:srgbClr val="D10800"/>
            </a:solidFill>
          </p:spPr>
          <p:txBody>
            <a:bodyPr wrap="square" lIns="0" tIns="0" rIns="0" bIns="0" rtlCol="0"/>
            <a:lstStyle/>
            <a:p/>
          </p:txBody>
        </p:sp>
        <p:sp>
          <p:nvSpPr>
            <p:cNvPr id="1069" name="object 1069"/>
            <p:cNvSpPr/>
            <p:nvPr/>
          </p:nvSpPr>
          <p:spPr>
            <a:xfrm>
              <a:off x="4732020" y="1577339"/>
              <a:ext cx="175260" cy="7620"/>
            </a:xfrm>
            <a:custGeom>
              <a:avLst/>
              <a:gdLst/>
              <a:ahLst/>
              <a:cxnLst/>
              <a:rect l="l" t="t" r="r" b="b"/>
              <a:pathLst>
                <a:path w="175260" h="7619">
                  <a:moveTo>
                    <a:pt x="175260" y="0"/>
                  </a:moveTo>
                  <a:lnTo>
                    <a:pt x="0" y="0"/>
                  </a:lnTo>
                  <a:lnTo>
                    <a:pt x="0" y="2540"/>
                  </a:lnTo>
                  <a:lnTo>
                    <a:pt x="1270" y="2540"/>
                  </a:lnTo>
                  <a:lnTo>
                    <a:pt x="1270" y="5080"/>
                  </a:lnTo>
                  <a:lnTo>
                    <a:pt x="1270" y="6350"/>
                  </a:lnTo>
                  <a:lnTo>
                    <a:pt x="2540" y="6350"/>
                  </a:lnTo>
                  <a:lnTo>
                    <a:pt x="2540" y="7620"/>
                  </a:lnTo>
                  <a:lnTo>
                    <a:pt x="172720" y="7620"/>
                  </a:lnTo>
                  <a:lnTo>
                    <a:pt x="172720" y="6350"/>
                  </a:lnTo>
                  <a:lnTo>
                    <a:pt x="172720" y="5080"/>
                  </a:lnTo>
                  <a:lnTo>
                    <a:pt x="173990" y="5080"/>
                  </a:lnTo>
                  <a:lnTo>
                    <a:pt x="173990" y="2540"/>
                  </a:lnTo>
                  <a:lnTo>
                    <a:pt x="175260" y="2540"/>
                  </a:lnTo>
                  <a:lnTo>
                    <a:pt x="175260" y="0"/>
                  </a:lnTo>
                  <a:close/>
                </a:path>
              </a:pathLst>
            </a:custGeom>
            <a:solidFill>
              <a:srgbClr val="D50800"/>
            </a:solidFill>
          </p:spPr>
          <p:txBody>
            <a:bodyPr wrap="square" lIns="0" tIns="0" rIns="0" bIns="0" rtlCol="0"/>
            <a:lstStyle/>
            <a:p/>
          </p:txBody>
        </p:sp>
        <p:sp>
          <p:nvSpPr>
            <p:cNvPr id="1070" name="object 1070"/>
            <p:cNvSpPr/>
            <p:nvPr/>
          </p:nvSpPr>
          <p:spPr>
            <a:xfrm>
              <a:off x="4734560" y="1584959"/>
              <a:ext cx="170180" cy="6350"/>
            </a:xfrm>
            <a:custGeom>
              <a:avLst/>
              <a:gdLst/>
              <a:ahLst/>
              <a:cxnLst/>
              <a:rect l="l" t="t" r="r" b="b"/>
              <a:pathLst>
                <a:path w="170179" h="6350">
                  <a:moveTo>
                    <a:pt x="170180" y="0"/>
                  </a:moveTo>
                  <a:lnTo>
                    <a:pt x="0" y="0"/>
                  </a:lnTo>
                  <a:lnTo>
                    <a:pt x="0" y="1270"/>
                  </a:lnTo>
                  <a:lnTo>
                    <a:pt x="0" y="2540"/>
                  </a:lnTo>
                  <a:lnTo>
                    <a:pt x="1270" y="2540"/>
                  </a:lnTo>
                  <a:lnTo>
                    <a:pt x="1270" y="3810"/>
                  </a:lnTo>
                  <a:lnTo>
                    <a:pt x="1270" y="6350"/>
                  </a:lnTo>
                  <a:lnTo>
                    <a:pt x="167640" y="6350"/>
                  </a:lnTo>
                  <a:lnTo>
                    <a:pt x="167640" y="3810"/>
                  </a:lnTo>
                  <a:lnTo>
                    <a:pt x="168897" y="3810"/>
                  </a:lnTo>
                  <a:lnTo>
                    <a:pt x="168897" y="2540"/>
                  </a:lnTo>
                  <a:lnTo>
                    <a:pt x="168910" y="1270"/>
                  </a:lnTo>
                  <a:lnTo>
                    <a:pt x="170180" y="1270"/>
                  </a:lnTo>
                  <a:lnTo>
                    <a:pt x="170180" y="0"/>
                  </a:lnTo>
                  <a:close/>
                </a:path>
              </a:pathLst>
            </a:custGeom>
            <a:solidFill>
              <a:srgbClr val="D80700"/>
            </a:solidFill>
          </p:spPr>
          <p:txBody>
            <a:bodyPr wrap="square" lIns="0" tIns="0" rIns="0" bIns="0" rtlCol="0"/>
            <a:lstStyle/>
            <a:p/>
          </p:txBody>
        </p:sp>
        <p:sp>
          <p:nvSpPr>
            <p:cNvPr id="1071" name="object 1071"/>
            <p:cNvSpPr/>
            <p:nvPr/>
          </p:nvSpPr>
          <p:spPr>
            <a:xfrm>
              <a:off x="4737100" y="1591309"/>
              <a:ext cx="165100" cy="7620"/>
            </a:xfrm>
            <a:custGeom>
              <a:avLst/>
              <a:gdLst/>
              <a:ahLst/>
              <a:cxnLst/>
              <a:rect l="l" t="t" r="r" b="b"/>
              <a:pathLst>
                <a:path w="165100" h="7619">
                  <a:moveTo>
                    <a:pt x="165100" y="0"/>
                  </a:moveTo>
                  <a:lnTo>
                    <a:pt x="0" y="0"/>
                  </a:lnTo>
                  <a:lnTo>
                    <a:pt x="0" y="1270"/>
                  </a:lnTo>
                  <a:lnTo>
                    <a:pt x="0" y="2540"/>
                  </a:lnTo>
                  <a:lnTo>
                    <a:pt x="1270" y="2540"/>
                  </a:lnTo>
                  <a:lnTo>
                    <a:pt x="1270" y="5080"/>
                  </a:lnTo>
                  <a:lnTo>
                    <a:pt x="2540" y="5080"/>
                  </a:lnTo>
                  <a:lnTo>
                    <a:pt x="2540" y="7620"/>
                  </a:lnTo>
                  <a:lnTo>
                    <a:pt x="162560" y="7620"/>
                  </a:lnTo>
                  <a:lnTo>
                    <a:pt x="162560" y="5080"/>
                  </a:lnTo>
                  <a:lnTo>
                    <a:pt x="163830" y="5080"/>
                  </a:lnTo>
                  <a:lnTo>
                    <a:pt x="163830" y="2540"/>
                  </a:lnTo>
                  <a:lnTo>
                    <a:pt x="163830" y="1270"/>
                  </a:lnTo>
                  <a:lnTo>
                    <a:pt x="165100" y="1270"/>
                  </a:lnTo>
                  <a:lnTo>
                    <a:pt x="165100" y="0"/>
                  </a:lnTo>
                  <a:close/>
                </a:path>
              </a:pathLst>
            </a:custGeom>
            <a:solidFill>
              <a:srgbClr val="DB0600"/>
            </a:solidFill>
          </p:spPr>
          <p:txBody>
            <a:bodyPr wrap="square" lIns="0" tIns="0" rIns="0" bIns="0" rtlCol="0"/>
            <a:lstStyle/>
            <a:p/>
          </p:txBody>
        </p:sp>
        <p:sp>
          <p:nvSpPr>
            <p:cNvPr id="1072" name="object 1072"/>
            <p:cNvSpPr/>
            <p:nvPr/>
          </p:nvSpPr>
          <p:spPr>
            <a:xfrm>
              <a:off x="4740910" y="1598929"/>
              <a:ext cx="157480" cy="7620"/>
            </a:xfrm>
            <a:custGeom>
              <a:avLst/>
              <a:gdLst/>
              <a:ahLst/>
              <a:cxnLst/>
              <a:rect l="l" t="t" r="r" b="b"/>
              <a:pathLst>
                <a:path w="157479" h="7619">
                  <a:moveTo>
                    <a:pt x="154940" y="6362"/>
                  </a:moveTo>
                  <a:lnTo>
                    <a:pt x="2540" y="6362"/>
                  </a:lnTo>
                  <a:lnTo>
                    <a:pt x="2540" y="7620"/>
                  </a:lnTo>
                  <a:lnTo>
                    <a:pt x="154940" y="7620"/>
                  </a:lnTo>
                  <a:lnTo>
                    <a:pt x="154940" y="6362"/>
                  </a:lnTo>
                  <a:close/>
                </a:path>
                <a:path w="157479" h="7619">
                  <a:moveTo>
                    <a:pt x="157480" y="0"/>
                  </a:moveTo>
                  <a:lnTo>
                    <a:pt x="0" y="0"/>
                  </a:lnTo>
                  <a:lnTo>
                    <a:pt x="0" y="2540"/>
                  </a:lnTo>
                  <a:lnTo>
                    <a:pt x="1270" y="2540"/>
                  </a:lnTo>
                  <a:lnTo>
                    <a:pt x="1270" y="3810"/>
                  </a:lnTo>
                  <a:lnTo>
                    <a:pt x="1270" y="5080"/>
                  </a:lnTo>
                  <a:lnTo>
                    <a:pt x="2540" y="5080"/>
                  </a:lnTo>
                  <a:lnTo>
                    <a:pt x="2540" y="6350"/>
                  </a:lnTo>
                  <a:lnTo>
                    <a:pt x="156210" y="6350"/>
                  </a:lnTo>
                  <a:lnTo>
                    <a:pt x="156210" y="5080"/>
                  </a:lnTo>
                  <a:lnTo>
                    <a:pt x="156197" y="3810"/>
                  </a:lnTo>
                  <a:lnTo>
                    <a:pt x="157480" y="3810"/>
                  </a:lnTo>
                  <a:lnTo>
                    <a:pt x="157480" y="2540"/>
                  </a:lnTo>
                  <a:lnTo>
                    <a:pt x="157480" y="0"/>
                  </a:lnTo>
                  <a:close/>
                </a:path>
              </a:pathLst>
            </a:custGeom>
            <a:solidFill>
              <a:srgbClr val="DE0600"/>
            </a:solidFill>
          </p:spPr>
          <p:txBody>
            <a:bodyPr wrap="square" lIns="0" tIns="0" rIns="0" bIns="0" rtlCol="0"/>
            <a:lstStyle/>
            <a:p/>
          </p:txBody>
        </p:sp>
        <p:sp>
          <p:nvSpPr>
            <p:cNvPr id="1073" name="object 1073"/>
            <p:cNvSpPr/>
            <p:nvPr/>
          </p:nvSpPr>
          <p:spPr>
            <a:xfrm>
              <a:off x="4743450" y="1606549"/>
              <a:ext cx="152400" cy="6350"/>
            </a:xfrm>
            <a:custGeom>
              <a:avLst/>
              <a:gdLst/>
              <a:ahLst/>
              <a:cxnLst/>
              <a:rect l="l" t="t" r="r" b="b"/>
              <a:pathLst>
                <a:path w="152400" h="6350">
                  <a:moveTo>
                    <a:pt x="152400" y="0"/>
                  </a:moveTo>
                  <a:lnTo>
                    <a:pt x="0" y="0"/>
                  </a:lnTo>
                  <a:lnTo>
                    <a:pt x="0" y="1270"/>
                  </a:lnTo>
                  <a:lnTo>
                    <a:pt x="1270" y="1270"/>
                  </a:lnTo>
                  <a:lnTo>
                    <a:pt x="1270" y="2540"/>
                  </a:lnTo>
                  <a:lnTo>
                    <a:pt x="1270" y="3810"/>
                  </a:lnTo>
                  <a:lnTo>
                    <a:pt x="2540" y="3810"/>
                  </a:lnTo>
                  <a:lnTo>
                    <a:pt x="2540" y="5080"/>
                  </a:lnTo>
                  <a:lnTo>
                    <a:pt x="2540" y="6350"/>
                  </a:lnTo>
                  <a:lnTo>
                    <a:pt x="148590" y="6350"/>
                  </a:lnTo>
                  <a:lnTo>
                    <a:pt x="148590" y="5080"/>
                  </a:lnTo>
                  <a:lnTo>
                    <a:pt x="149860" y="5080"/>
                  </a:lnTo>
                  <a:lnTo>
                    <a:pt x="149860" y="3810"/>
                  </a:lnTo>
                  <a:lnTo>
                    <a:pt x="149860" y="2540"/>
                  </a:lnTo>
                  <a:lnTo>
                    <a:pt x="151130" y="2540"/>
                  </a:lnTo>
                  <a:lnTo>
                    <a:pt x="151130" y="1270"/>
                  </a:lnTo>
                  <a:lnTo>
                    <a:pt x="152400" y="1270"/>
                  </a:lnTo>
                  <a:lnTo>
                    <a:pt x="152400" y="0"/>
                  </a:lnTo>
                  <a:close/>
                </a:path>
              </a:pathLst>
            </a:custGeom>
            <a:solidFill>
              <a:srgbClr val="E10500"/>
            </a:solidFill>
          </p:spPr>
          <p:txBody>
            <a:bodyPr wrap="square" lIns="0" tIns="0" rIns="0" bIns="0" rtlCol="0"/>
            <a:lstStyle/>
            <a:p/>
          </p:txBody>
        </p:sp>
        <p:sp>
          <p:nvSpPr>
            <p:cNvPr id="1074" name="object 1074"/>
            <p:cNvSpPr/>
            <p:nvPr/>
          </p:nvSpPr>
          <p:spPr>
            <a:xfrm>
              <a:off x="4747260" y="1612899"/>
              <a:ext cx="143510" cy="7620"/>
            </a:xfrm>
            <a:custGeom>
              <a:avLst/>
              <a:gdLst/>
              <a:ahLst/>
              <a:cxnLst/>
              <a:rect l="l" t="t" r="r" b="b"/>
              <a:pathLst>
                <a:path w="143510" h="7619">
                  <a:moveTo>
                    <a:pt x="143510" y="0"/>
                  </a:moveTo>
                  <a:lnTo>
                    <a:pt x="0" y="0"/>
                  </a:lnTo>
                  <a:lnTo>
                    <a:pt x="0" y="2540"/>
                  </a:lnTo>
                  <a:lnTo>
                    <a:pt x="1270" y="2540"/>
                  </a:lnTo>
                  <a:lnTo>
                    <a:pt x="1270" y="3810"/>
                  </a:lnTo>
                  <a:lnTo>
                    <a:pt x="2540" y="3810"/>
                  </a:lnTo>
                  <a:lnTo>
                    <a:pt x="2540" y="6350"/>
                  </a:lnTo>
                  <a:lnTo>
                    <a:pt x="3810" y="6350"/>
                  </a:lnTo>
                  <a:lnTo>
                    <a:pt x="3810" y="7620"/>
                  </a:lnTo>
                  <a:lnTo>
                    <a:pt x="139700" y="7620"/>
                  </a:lnTo>
                  <a:lnTo>
                    <a:pt x="139700" y="6350"/>
                  </a:lnTo>
                  <a:lnTo>
                    <a:pt x="140970" y="6350"/>
                  </a:lnTo>
                  <a:lnTo>
                    <a:pt x="140970" y="3810"/>
                  </a:lnTo>
                  <a:lnTo>
                    <a:pt x="142240" y="3810"/>
                  </a:lnTo>
                  <a:lnTo>
                    <a:pt x="142240" y="2540"/>
                  </a:lnTo>
                  <a:lnTo>
                    <a:pt x="143510" y="2540"/>
                  </a:lnTo>
                  <a:lnTo>
                    <a:pt x="143510" y="0"/>
                  </a:lnTo>
                  <a:close/>
                </a:path>
              </a:pathLst>
            </a:custGeom>
            <a:solidFill>
              <a:srgbClr val="E40500"/>
            </a:solidFill>
          </p:spPr>
          <p:txBody>
            <a:bodyPr wrap="square" lIns="0" tIns="0" rIns="0" bIns="0" rtlCol="0"/>
            <a:lstStyle/>
            <a:p/>
          </p:txBody>
        </p:sp>
        <p:sp>
          <p:nvSpPr>
            <p:cNvPr id="1075" name="object 1075"/>
            <p:cNvSpPr/>
            <p:nvPr/>
          </p:nvSpPr>
          <p:spPr>
            <a:xfrm>
              <a:off x="4752340" y="1620519"/>
              <a:ext cx="133350" cy="7620"/>
            </a:xfrm>
            <a:custGeom>
              <a:avLst/>
              <a:gdLst/>
              <a:ahLst/>
              <a:cxnLst/>
              <a:rect l="l" t="t" r="r" b="b"/>
              <a:pathLst>
                <a:path w="133350" h="7619">
                  <a:moveTo>
                    <a:pt x="133350" y="0"/>
                  </a:moveTo>
                  <a:lnTo>
                    <a:pt x="0" y="0"/>
                  </a:lnTo>
                  <a:lnTo>
                    <a:pt x="0" y="2540"/>
                  </a:lnTo>
                  <a:lnTo>
                    <a:pt x="1270" y="2540"/>
                  </a:lnTo>
                  <a:lnTo>
                    <a:pt x="1270" y="3810"/>
                  </a:lnTo>
                  <a:lnTo>
                    <a:pt x="2540" y="3810"/>
                  </a:lnTo>
                  <a:lnTo>
                    <a:pt x="2540" y="5080"/>
                  </a:lnTo>
                  <a:lnTo>
                    <a:pt x="2540" y="6350"/>
                  </a:lnTo>
                  <a:lnTo>
                    <a:pt x="3810" y="6350"/>
                  </a:lnTo>
                  <a:lnTo>
                    <a:pt x="3810" y="7620"/>
                  </a:lnTo>
                  <a:lnTo>
                    <a:pt x="129540" y="7620"/>
                  </a:lnTo>
                  <a:lnTo>
                    <a:pt x="129540" y="6350"/>
                  </a:lnTo>
                  <a:lnTo>
                    <a:pt x="130810" y="6350"/>
                  </a:lnTo>
                  <a:lnTo>
                    <a:pt x="130810" y="5080"/>
                  </a:lnTo>
                  <a:lnTo>
                    <a:pt x="132067" y="5080"/>
                  </a:lnTo>
                  <a:lnTo>
                    <a:pt x="132067" y="3810"/>
                  </a:lnTo>
                  <a:lnTo>
                    <a:pt x="132080" y="2540"/>
                  </a:lnTo>
                  <a:lnTo>
                    <a:pt x="133350" y="2540"/>
                  </a:lnTo>
                  <a:lnTo>
                    <a:pt x="133350" y="0"/>
                  </a:lnTo>
                  <a:close/>
                </a:path>
              </a:pathLst>
            </a:custGeom>
            <a:solidFill>
              <a:srgbClr val="E70400"/>
            </a:solidFill>
          </p:spPr>
          <p:txBody>
            <a:bodyPr wrap="square" lIns="0" tIns="0" rIns="0" bIns="0" rtlCol="0"/>
            <a:lstStyle/>
            <a:p/>
          </p:txBody>
        </p:sp>
        <p:sp>
          <p:nvSpPr>
            <p:cNvPr id="1076" name="object 1076"/>
            <p:cNvSpPr/>
            <p:nvPr/>
          </p:nvSpPr>
          <p:spPr>
            <a:xfrm>
              <a:off x="4757420" y="1628139"/>
              <a:ext cx="124460" cy="6350"/>
            </a:xfrm>
            <a:custGeom>
              <a:avLst/>
              <a:gdLst/>
              <a:ahLst/>
              <a:cxnLst/>
              <a:rect l="l" t="t" r="r" b="b"/>
              <a:pathLst>
                <a:path w="124460" h="6350">
                  <a:moveTo>
                    <a:pt x="124460" y="0"/>
                  </a:moveTo>
                  <a:lnTo>
                    <a:pt x="0" y="0"/>
                  </a:lnTo>
                  <a:lnTo>
                    <a:pt x="0" y="1270"/>
                  </a:lnTo>
                  <a:lnTo>
                    <a:pt x="0" y="2540"/>
                  </a:lnTo>
                  <a:lnTo>
                    <a:pt x="1270" y="2540"/>
                  </a:lnTo>
                  <a:lnTo>
                    <a:pt x="1270" y="3810"/>
                  </a:lnTo>
                  <a:lnTo>
                    <a:pt x="2540" y="3810"/>
                  </a:lnTo>
                  <a:lnTo>
                    <a:pt x="2540" y="6350"/>
                  </a:lnTo>
                  <a:lnTo>
                    <a:pt x="120650" y="6350"/>
                  </a:lnTo>
                  <a:lnTo>
                    <a:pt x="120650" y="3810"/>
                  </a:lnTo>
                  <a:lnTo>
                    <a:pt x="121920" y="3810"/>
                  </a:lnTo>
                  <a:lnTo>
                    <a:pt x="121920" y="2540"/>
                  </a:lnTo>
                  <a:lnTo>
                    <a:pt x="123190" y="2540"/>
                  </a:lnTo>
                  <a:lnTo>
                    <a:pt x="123190" y="1270"/>
                  </a:lnTo>
                  <a:lnTo>
                    <a:pt x="124460" y="1270"/>
                  </a:lnTo>
                  <a:lnTo>
                    <a:pt x="124460" y="0"/>
                  </a:lnTo>
                  <a:close/>
                </a:path>
              </a:pathLst>
            </a:custGeom>
            <a:solidFill>
              <a:srgbClr val="EB0300"/>
            </a:solidFill>
          </p:spPr>
          <p:txBody>
            <a:bodyPr wrap="square" lIns="0" tIns="0" rIns="0" bIns="0" rtlCol="0"/>
            <a:lstStyle/>
            <a:p/>
          </p:txBody>
        </p:sp>
        <p:sp>
          <p:nvSpPr>
            <p:cNvPr id="1077" name="object 1077"/>
            <p:cNvSpPr/>
            <p:nvPr/>
          </p:nvSpPr>
          <p:spPr>
            <a:xfrm>
              <a:off x="4761230" y="1634489"/>
              <a:ext cx="115570" cy="7620"/>
            </a:xfrm>
            <a:custGeom>
              <a:avLst/>
              <a:gdLst/>
              <a:ahLst/>
              <a:cxnLst/>
              <a:rect l="l" t="t" r="r" b="b"/>
              <a:pathLst>
                <a:path w="115570" h="7619">
                  <a:moveTo>
                    <a:pt x="115570"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7620" y="6350"/>
                  </a:lnTo>
                  <a:lnTo>
                    <a:pt x="7620" y="7620"/>
                  </a:lnTo>
                  <a:lnTo>
                    <a:pt x="109220" y="7620"/>
                  </a:lnTo>
                  <a:lnTo>
                    <a:pt x="109220" y="6350"/>
                  </a:lnTo>
                  <a:lnTo>
                    <a:pt x="110477" y="6350"/>
                  </a:lnTo>
                  <a:lnTo>
                    <a:pt x="110477" y="5080"/>
                  </a:lnTo>
                  <a:lnTo>
                    <a:pt x="111760" y="5080"/>
                  </a:lnTo>
                  <a:lnTo>
                    <a:pt x="111760" y="3810"/>
                  </a:lnTo>
                  <a:lnTo>
                    <a:pt x="113030" y="3810"/>
                  </a:lnTo>
                  <a:lnTo>
                    <a:pt x="113030" y="2540"/>
                  </a:lnTo>
                  <a:lnTo>
                    <a:pt x="114300" y="2540"/>
                  </a:lnTo>
                  <a:lnTo>
                    <a:pt x="114300" y="1270"/>
                  </a:lnTo>
                  <a:lnTo>
                    <a:pt x="115570" y="1270"/>
                  </a:lnTo>
                  <a:lnTo>
                    <a:pt x="115570" y="0"/>
                  </a:lnTo>
                  <a:close/>
                </a:path>
              </a:pathLst>
            </a:custGeom>
            <a:solidFill>
              <a:srgbClr val="EE0300"/>
            </a:solidFill>
          </p:spPr>
          <p:txBody>
            <a:bodyPr wrap="square" lIns="0" tIns="0" rIns="0" bIns="0" rtlCol="0"/>
            <a:lstStyle/>
            <a:p/>
          </p:txBody>
        </p:sp>
        <p:sp>
          <p:nvSpPr>
            <p:cNvPr id="1078" name="object 1078"/>
            <p:cNvSpPr/>
            <p:nvPr/>
          </p:nvSpPr>
          <p:spPr>
            <a:xfrm>
              <a:off x="4771390" y="1642109"/>
              <a:ext cx="97790" cy="7620"/>
            </a:xfrm>
            <a:custGeom>
              <a:avLst/>
              <a:gdLst/>
              <a:ahLst/>
              <a:cxnLst/>
              <a:rect l="l" t="t" r="r" b="b"/>
              <a:pathLst>
                <a:path w="97789" h="7619">
                  <a:moveTo>
                    <a:pt x="9779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5080" y="7620"/>
                  </a:lnTo>
                  <a:lnTo>
                    <a:pt x="91440" y="7620"/>
                  </a:lnTo>
                  <a:lnTo>
                    <a:pt x="91440" y="6350"/>
                  </a:lnTo>
                  <a:lnTo>
                    <a:pt x="92710" y="6350"/>
                  </a:lnTo>
                  <a:lnTo>
                    <a:pt x="92710" y="5080"/>
                  </a:lnTo>
                  <a:lnTo>
                    <a:pt x="93980" y="5080"/>
                  </a:lnTo>
                  <a:lnTo>
                    <a:pt x="93980" y="3810"/>
                  </a:lnTo>
                  <a:lnTo>
                    <a:pt x="95250" y="3810"/>
                  </a:lnTo>
                  <a:lnTo>
                    <a:pt x="95250" y="2540"/>
                  </a:lnTo>
                  <a:lnTo>
                    <a:pt x="96520" y="2540"/>
                  </a:lnTo>
                  <a:lnTo>
                    <a:pt x="96520" y="1270"/>
                  </a:lnTo>
                  <a:lnTo>
                    <a:pt x="97790" y="1270"/>
                  </a:lnTo>
                  <a:lnTo>
                    <a:pt x="97790" y="0"/>
                  </a:lnTo>
                  <a:close/>
                </a:path>
              </a:pathLst>
            </a:custGeom>
            <a:solidFill>
              <a:srgbClr val="F10200"/>
            </a:solidFill>
          </p:spPr>
          <p:txBody>
            <a:bodyPr wrap="square" lIns="0" tIns="0" rIns="0" bIns="0" rtlCol="0"/>
            <a:lstStyle/>
            <a:p/>
          </p:txBody>
        </p:sp>
        <p:sp>
          <p:nvSpPr>
            <p:cNvPr id="1079" name="object 1079"/>
            <p:cNvSpPr/>
            <p:nvPr/>
          </p:nvSpPr>
          <p:spPr>
            <a:xfrm>
              <a:off x="4777739" y="1649729"/>
              <a:ext cx="83820" cy="7620"/>
            </a:xfrm>
            <a:custGeom>
              <a:avLst/>
              <a:gdLst/>
              <a:ahLst/>
              <a:cxnLst/>
              <a:rect l="l" t="t" r="r" b="b"/>
              <a:pathLst>
                <a:path w="83820" h="7619">
                  <a:moveTo>
                    <a:pt x="73660" y="6350"/>
                  </a:moveTo>
                  <a:lnTo>
                    <a:pt x="12700" y="6350"/>
                  </a:lnTo>
                  <a:lnTo>
                    <a:pt x="12700" y="7620"/>
                  </a:lnTo>
                  <a:lnTo>
                    <a:pt x="73660" y="7620"/>
                  </a:lnTo>
                  <a:lnTo>
                    <a:pt x="73660" y="6350"/>
                  </a:lnTo>
                  <a:close/>
                </a:path>
                <a:path w="83820" h="7619">
                  <a:moveTo>
                    <a:pt x="76200" y="5080"/>
                  </a:moveTo>
                  <a:lnTo>
                    <a:pt x="10160" y="5080"/>
                  </a:lnTo>
                  <a:lnTo>
                    <a:pt x="10160" y="6350"/>
                  </a:lnTo>
                  <a:lnTo>
                    <a:pt x="76200" y="6350"/>
                  </a:lnTo>
                  <a:lnTo>
                    <a:pt x="76200" y="5080"/>
                  </a:lnTo>
                  <a:close/>
                </a:path>
                <a:path w="83820" h="7619">
                  <a:moveTo>
                    <a:pt x="77470" y="3810"/>
                  </a:moveTo>
                  <a:lnTo>
                    <a:pt x="7620" y="3810"/>
                  </a:lnTo>
                  <a:lnTo>
                    <a:pt x="7620" y="5080"/>
                  </a:lnTo>
                  <a:lnTo>
                    <a:pt x="77470" y="5080"/>
                  </a:lnTo>
                  <a:lnTo>
                    <a:pt x="77470" y="3810"/>
                  </a:lnTo>
                  <a:close/>
                </a:path>
                <a:path w="83820" h="7619">
                  <a:moveTo>
                    <a:pt x="80010" y="2540"/>
                  </a:moveTo>
                  <a:lnTo>
                    <a:pt x="5080" y="2540"/>
                  </a:lnTo>
                  <a:lnTo>
                    <a:pt x="5080" y="3810"/>
                  </a:lnTo>
                  <a:lnTo>
                    <a:pt x="80010" y="3810"/>
                  </a:lnTo>
                  <a:lnTo>
                    <a:pt x="80010" y="2540"/>
                  </a:lnTo>
                  <a:close/>
                </a:path>
                <a:path w="83820" h="7619">
                  <a:moveTo>
                    <a:pt x="81280" y="1270"/>
                  </a:moveTo>
                  <a:lnTo>
                    <a:pt x="1270" y="1270"/>
                  </a:lnTo>
                  <a:lnTo>
                    <a:pt x="1270" y="2540"/>
                  </a:lnTo>
                  <a:lnTo>
                    <a:pt x="81280" y="2540"/>
                  </a:lnTo>
                  <a:lnTo>
                    <a:pt x="81280" y="1270"/>
                  </a:lnTo>
                  <a:close/>
                </a:path>
                <a:path w="83820" h="7619">
                  <a:moveTo>
                    <a:pt x="83820" y="0"/>
                  </a:moveTo>
                  <a:lnTo>
                    <a:pt x="0" y="0"/>
                  </a:lnTo>
                  <a:lnTo>
                    <a:pt x="0" y="1270"/>
                  </a:lnTo>
                  <a:lnTo>
                    <a:pt x="83820" y="1270"/>
                  </a:lnTo>
                  <a:lnTo>
                    <a:pt x="83820" y="0"/>
                  </a:lnTo>
                  <a:close/>
                </a:path>
              </a:pathLst>
            </a:custGeom>
            <a:solidFill>
              <a:srgbClr val="F40100"/>
            </a:solidFill>
          </p:spPr>
          <p:txBody>
            <a:bodyPr wrap="square" lIns="0" tIns="0" rIns="0" bIns="0" rtlCol="0"/>
            <a:lstStyle/>
            <a:p/>
          </p:txBody>
        </p:sp>
        <p:sp>
          <p:nvSpPr>
            <p:cNvPr id="1080" name="object 1080"/>
            <p:cNvSpPr/>
            <p:nvPr/>
          </p:nvSpPr>
          <p:spPr>
            <a:xfrm>
              <a:off x="4791709" y="1657350"/>
              <a:ext cx="57150" cy="6350"/>
            </a:xfrm>
            <a:custGeom>
              <a:avLst/>
              <a:gdLst/>
              <a:ahLst/>
              <a:cxnLst/>
              <a:rect l="l" t="t" r="r" b="b"/>
              <a:pathLst>
                <a:path w="57150" h="6350">
                  <a:moveTo>
                    <a:pt x="38099" y="5079"/>
                  </a:moveTo>
                  <a:lnTo>
                    <a:pt x="13969" y="5079"/>
                  </a:lnTo>
                  <a:lnTo>
                    <a:pt x="13969" y="6350"/>
                  </a:lnTo>
                  <a:lnTo>
                    <a:pt x="38099" y="6350"/>
                  </a:lnTo>
                  <a:lnTo>
                    <a:pt x="38099" y="5079"/>
                  </a:lnTo>
                  <a:close/>
                </a:path>
                <a:path w="57150" h="6350">
                  <a:moveTo>
                    <a:pt x="46989" y="3810"/>
                  </a:moveTo>
                  <a:lnTo>
                    <a:pt x="11429" y="3810"/>
                  </a:lnTo>
                  <a:lnTo>
                    <a:pt x="11429" y="5079"/>
                  </a:lnTo>
                  <a:lnTo>
                    <a:pt x="46989" y="5079"/>
                  </a:lnTo>
                  <a:lnTo>
                    <a:pt x="46989" y="3810"/>
                  </a:lnTo>
                  <a:close/>
                </a:path>
                <a:path w="57150" h="6350">
                  <a:moveTo>
                    <a:pt x="52069" y="2539"/>
                  </a:moveTo>
                  <a:lnTo>
                    <a:pt x="7619" y="2539"/>
                  </a:lnTo>
                  <a:lnTo>
                    <a:pt x="7619" y="3810"/>
                  </a:lnTo>
                  <a:lnTo>
                    <a:pt x="52069" y="3810"/>
                  </a:lnTo>
                  <a:lnTo>
                    <a:pt x="52069" y="2539"/>
                  </a:lnTo>
                  <a:close/>
                </a:path>
                <a:path w="57150" h="6350">
                  <a:moveTo>
                    <a:pt x="54609" y="1270"/>
                  </a:moveTo>
                  <a:lnTo>
                    <a:pt x="5079" y="1270"/>
                  </a:lnTo>
                  <a:lnTo>
                    <a:pt x="5079" y="2539"/>
                  </a:lnTo>
                  <a:lnTo>
                    <a:pt x="54609" y="2539"/>
                  </a:lnTo>
                  <a:lnTo>
                    <a:pt x="54609" y="1270"/>
                  </a:lnTo>
                  <a:close/>
                </a:path>
                <a:path w="57150" h="6350">
                  <a:moveTo>
                    <a:pt x="57150" y="0"/>
                  </a:moveTo>
                  <a:lnTo>
                    <a:pt x="0" y="0"/>
                  </a:lnTo>
                  <a:lnTo>
                    <a:pt x="0" y="1270"/>
                  </a:lnTo>
                  <a:lnTo>
                    <a:pt x="57150" y="1270"/>
                  </a:lnTo>
                  <a:lnTo>
                    <a:pt x="57150" y="0"/>
                  </a:lnTo>
                  <a:close/>
                </a:path>
              </a:pathLst>
            </a:custGeom>
            <a:solidFill>
              <a:srgbClr val="F70100"/>
            </a:solidFill>
          </p:spPr>
          <p:txBody>
            <a:bodyPr wrap="square" lIns="0" tIns="0" rIns="0" bIns="0" rtlCol="0"/>
            <a:lstStyle/>
            <a:p/>
          </p:txBody>
        </p:sp>
      </p:grpSp>
      <p:grpSp>
        <p:nvGrpSpPr>
          <p:cNvPr id="1081" name="object 1081"/>
          <p:cNvGrpSpPr/>
          <p:nvPr/>
        </p:nvGrpSpPr>
        <p:grpSpPr>
          <a:xfrm>
            <a:off x="5021579" y="1085850"/>
            <a:ext cx="293370" cy="562610"/>
            <a:chOff x="5021579" y="1085850"/>
            <a:chExt cx="293370" cy="562610"/>
          </a:xfrm>
        </p:grpSpPr>
        <p:sp>
          <p:nvSpPr>
            <p:cNvPr id="1082" name="object 1082"/>
            <p:cNvSpPr/>
            <p:nvPr/>
          </p:nvSpPr>
          <p:spPr>
            <a:xfrm>
              <a:off x="5191759" y="1085850"/>
              <a:ext cx="43180" cy="6350"/>
            </a:xfrm>
            <a:custGeom>
              <a:avLst/>
              <a:gdLst/>
              <a:ahLst/>
              <a:cxnLst/>
              <a:rect l="l" t="t" r="r" b="b"/>
              <a:pathLst>
                <a:path w="43179" h="6350">
                  <a:moveTo>
                    <a:pt x="43179" y="5079"/>
                  </a:moveTo>
                  <a:lnTo>
                    <a:pt x="0" y="5079"/>
                  </a:lnTo>
                  <a:lnTo>
                    <a:pt x="0" y="6350"/>
                  </a:lnTo>
                  <a:lnTo>
                    <a:pt x="43179" y="6350"/>
                  </a:lnTo>
                  <a:lnTo>
                    <a:pt x="43179" y="5079"/>
                  </a:lnTo>
                  <a:close/>
                </a:path>
                <a:path w="43179" h="6350">
                  <a:moveTo>
                    <a:pt x="40639" y="3810"/>
                  </a:moveTo>
                  <a:lnTo>
                    <a:pt x="1269" y="3810"/>
                  </a:lnTo>
                  <a:lnTo>
                    <a:pt x="1269" y="5079"/>
                  </a:lnTo>
                  <a:lnTo>
                    <a:pt x="40639" y="5079"/>
                  </a:lnTo>
                  <a:lnTo>
                    <a:pt x="40639" y="3810"/>
                  </a:lnTo>
                  <a:close/>
                </a:path>
                <a:path w="43179" h="6350">
                  <a:moveTo>
                    <a:pt x="36829" y="2539"/>
                  </a:moveTo>
                  <a:lnTo>
                    <a:pt x="5079" y="2539"/>
                  </a:lnTo>
                  <a:lnTo>
                    <a:pt x="5079" y="3810"/>
                  </a:lnTo>
                  <a:lnTo>
                    <a:pt x="36829" y="3810"/>
                  </a:lnTo>
                  <a:lnTo>
                    <a:pt x="36829" y="2539"/>
                  </a:lnTo>
                  <a:close/>
                </a:path>
                <a:path w="43179" h="6350">
                  <a:moveTo>
                    <a:pt x="35560" y="1270"/>
                  </a:moveTo>
                  <a:lnTo>
                    <a:pt x="10160" y="1270"/>
                  </a:lnTo>
                  <a:lnTo>
                    <a:pt x="10160" y="2539"/>
                  </a:lnTo>
                  <a:lnTo>
                    <a:pt x="35560" y="2539"/>
                  </a:lnTo>
                  <a:lnTo>
                    <a:pt x="35560" y="1270"/>
                  </a:lnTo>
                  <a:close/>
                </a:path>
                <a:path w="43179" h="6350">
                  <a:moveTo>
                    <a:pt x="29210" y="0"/>
                  </a:moveTo>
                  <a:lnTo>
                    <a:pt x="15239" y="0"/>
                  </a:lnTo>
                  <a:lnTo>
                    <a:pt x="15239" y="1270"/>
                  </a:lnTo>
                  <a:lnTo>
                    <a:pt x="29210" y="1270"/>
                  </a:lnTo>
                  <a:lnTo>
                    <a:pt x="29210" y="0"/>
                  </a:lnTo>
                  <a:close/>
                </a:path>
              </a:pathLst>
            </a:custGeom>
            <a:solidFill>
              <a:srgbClr val="003300"/>
            </a:solidFill>
          </p:spPr>
          <p:txBody>
            <a:bodyPr wrap="square" lIns="0" tIns="0" rIns="0" bIns="0" rtlCol="0"/>
            <a:lstStyle/>
            <a:p/>
          </p:txBody>
        </p:sp>
        <p:sp>
          <p:nvSpPr>
            <p:cNvPr id="1083" name="object 1083"/>
            <p:cNvSpPr/>
            <p:nvPr/>
          </p:nvSpPr>
          <p:spPr>
            <a:xfrm>
              <a:off x="5180329" y="1092200"/>
              <a:ext cx="64769" cy="7620"/>
            </a:xfrm>
            <a:custGeom>
              <a:avLst/>
              <a:gdLst/>
              <a:ahLst/>
              <a:cxnLst/>
              <a:rect l="l" t="t" r="r" b="b"/>
              <a:pathLst>
                <a:path w="64770" h="7619">
                  <a:moveTo>
                    <a:pt x="64770" y="6350"/>
                  </a:moveTo>
                  <a:lnTo>
                    <a:pt x="0" y="6350"/>
                  </a:lnTo>
                  <a:lnTo>
                    <a:pt x="0" y="7620"/>
                  </a:lnTo>
                  <a:lnTo>
                    <a:pt x="64770" y="7620"/>
                  </a:lnTo>
                  <a:lnTo>
                    <a:pt x="64770" y="6350"/>
                  </a:lnTo>
                  <a:close/>
                </a:path>
                <a:path w="64770" h="7619">
                  <a:moveTo>
                    <a:pt x="63500" y="5079"/>
                  </a:moveTo>
                  <a:lnTo>
                    <a:pt x="1270" y="5079"/>
                  </a:lnTo>
                  <a:lnTo>
                    <a:pt x="1270" y="6350"/>
                  </a:lnTo>
                  <a:lnTo>
                    <a:pt x="63500" y="6350"/>
                  </a:lnTo>
                  <a:lnTo>
                    <a:pt x="63500" y="5079"/>
                  </a:lnTo>
                  <a:close/>
                </a:path>
                <a:path w="64770" h="7619">
                  <a:moveTo>
                    <a:pt x="62230" y="3810"/>
                  </a:moveTo>
                  <a:lnTo>
                    <a:pt x="2540" y="3810"/>
                  </a:lnTo>
                  <a:lnTo>
                    <a:pt x="2540" y="5079"/>
                  </a:lnTo>
                  <a:lnTo>
                    <a:pt x="62230" y="5079"/>
                  </a:lnTo>
                  <a:lnTo>
                    <a:pt x="62230" y="3810"/>
                  </a:lnTo>
                  <a:close/>
                </a:path>
                <a:path w="64770" h="7619">
                  <a:moveTo>
                    <a:pt x="60960" y="2539"/>
                  </a:moveTo>
                  <a:lnTo>
                    <a:pt x="3810" y="2539"/>
                  </a:lnTo>
                  <a:lnTo>
                    <a:pt x="3810" y="3810"/>
                  </a:lnTo>
                  <a:lnTo>
                    <a:pt x="60960" y="3810"/>
                  </a:lnTo>
                  <a:lnTo>
                    <a:pt x="60960" y="2539"/>
                  </a:lnTo>
                  <a:close/>
                </a:path>
                <a:path w="64770" h="7619">
                  <a:moveTo>
                    <a:pt x="58420" y="1270"/>
                  </a:moveTo>
                  <a:lnTo>
                    <a:pt x="6350" y="1270"/>
                  </a:lnTo>
                  <a:lnTo>
                    <a:pt x="6350" y="2539"/>
                  </a:lnTo>
                  <a:lnTo>
                    <a:pt x="58420" y="2539"/>
                  </a:lnTo>
                  <a:lnTo>
                    <a:pt x="58420" y="1270"/>
                  </a:lnTo>
                  <a:close/>
                </a:path>
                <a:path w="64770" h="7619">
                  <a:moveTo>
                    <a:pt x="55880" y="0"/>
                  </a:moveTo>
                  <a:lnTo>
                    <a:pt x="7620" y="0"/>
                  </a:lnTo>
                  <a:lnTo>
                    <a:pt x="7620" y="1270"/>
                  </a:lnTo>
                  <a:lnTo>
                    <a:pt x="55880" y="1270"/>
                  </a:lnTo>
                  <a:lnTo>
                    <a:pt x="55880" y="0"/>
                  </a:lnTo>
                  <a:close/>
                </a:path>
              </a:pathLst>
            </a:custGeom>
            <a:solidFill>
              <a:srgbClr val="023300"/>
            </a:solidFill>
          </p:spPr>
          <p:txBody>
            <a:bodyPr wrap="square" lIns="0" tIns="0" rIns="0" bIns="0" rtlCol="0"/>
            <a:lstStyle/>
            <a:p/>
          </p:txBody>
        </p:sp>
        <p:sp>
          <p:nvSpPr>
            <p:cNvPr id="1084" name="object 1084"/>
            <p:cNvSpPr/>
            <p:nvPr/>
          </p:nvSpPr>
          <p:spPr>
            <a:xfrm>
              <a:off x="5021579" y="1099820"/>
              <a:ext cx="228600" cy="6350"/>
            </a:xfrm>
            <a:custGeom>
              <a:avLst/>
              <a:gdLst/>
              <a:ahLst/>
              <a:cxnLst/>
              <a:rect l="l" t="t" r="r" b="b"/>
              <a:pathLst>
                <a:path w="228600" h="6350">
                  <a:moveTo>
                    <a:pt x="228600" y="3809"/>
                  </a:moveTo>
                  <a:lnTo>
                    <a:pt x="152400" y="3809"/>
                  </a:lnTo>
                  <a:lnTo>
                    <a:pt x="152400" y="5079"/>
                  </a:lnTo>
                  <a:lnTo>
                    <a:pt x="151130" y="5079"/>
                  </a:lnTo>
                  <a:lnTo>
                    <a:pt x="151130" y="6350"/>
                  </a:lnTo>
                  <a:lnTo>
                    <a:pt x="228600" y="6350"/>
                  </a:lnTo>
                  <a:lnTo>
                    <a:pt x="228600" y="3809"/>
                  </a:lnTo>
                  <a:close/>
                </a:path>
                <a:path w="228600" h="6350">
                  <a:moveTo>
                    <a:pt x="227330" y="2539"/>
                  </a:moveTo>
                  <a:lnTo>
                    <a:pt x="154940" y="2539"/>
                  </a:lnTo>
                  <a:lnTo>
                    <a:pt x="154940" y="3809"/>
                  </a:lnTo>
                  <a:lnTo>
                    <a:pt x="227330" y="3809"/>
                  </a:lnTo>
                  <a:lnTo>
                    <a:pt x="227330" y="2539"/>
                  </a:lnTo>
                  <a:close/>
                </a:path>
                <a:path w="228600" h="6350">
                  <a:moveTo>
                    <a:pt x="226060" y="1269"/>
                  </a:moveTo>
                  <a:lnTo>
                    <a:pt x="156210" y="1269"/>
                  </a:lnTo>
                  <a:lnTo>
                    <a:pt x="156210" y="2539"/>
                  </a:lnTo>
                  <a:lnTo>
                    <a:pt x="226060" y="2539"/>
                  </a:lnTo>
                  <a:lnTo>
                    <a:pt x="226060" y="1269"/>
                  </a:lnTo>
                  <a:close/>
                </a:path>
                <a:path w="228600" h="6350">
                  <a:moveTo>
                    <a:pt x="224790" y="0"/>
                  </a:moveTo>
                  <a:lnTo>
                    <a:pt x="157480" y="0"/>
                  </a:lnTo>
                  <a:lnTo>
                    <a:pt x="157480" y="1269"/>
                  </a:lnTo>
                  <a:lnTo>
                    <a:pt x="224790" y="1269"/>
                  </a:lnTo>
                  <a:lnTo>
                    <a:pt x="224790" y="0"/>
                  </a:lnTo>
                  <a:close/>
                </a:path>
                <a:path w="228600" h="6350">
                  <a:moveTo>
                    <a:pt x="111760" y="2539"/>
                  </a:moveTo>
                  <a:lnTo>
                    <a:pt x="0" y="2539"/>
                  </a:lnTo>
                  <a:lnTo>
                    <a:pt x="0" y="6350"/>
                  </a:lnTo>
                  <a:lnTo>
                    <a:pt x="111760" y="6350"/>
                  </a:lnTo>
                  <a:lnTo>
                    <a:pt x="111760" y="2539"/>
                  </a:lnTo>
                  <a:close/>
                </a:path>
              </a:pathLst>
            </a:custGeom>
            <a:solidFill>
              <a:srgbClr val="053100"/>
            </a:solidFill>
          </p:spPr>
          <p:txBody>
            <a:bodyPr wrap="square" lIns="0" tIns="0" rIns="0" bIns="0" rtlCol="0"/>
            <a:lstStyle/>
            <a:p/>
          </p:txBody>
        </p:sp>
        <p:sp>
          <p:nvSpPr>
            <p:cNvPr id="1085" name="object 1085"/>
            <p:cNvSpPr/>
            <p:nvPr/>
          </p:nvSpPr>
          <p:spPr>
            <a:xfrm>
              <a:off x="5021579" y="1106170"/>
              <a:ext cx="233679" cy="7620"/>
            </a:xfrm>
            <a:custGeom>
              <a:avLst/>
              <a:gdLst/>
              <a:ahLst/>
              <a:cxnLst/>
              <a:rect l="l" t="t" r="r" b="b"/>
              <a:pathLst>
                <a:path w="233679" h="7619">
                  <a:moveTo>
                    <a:pt x="232410" y="3809"/>
                  </a:moveTo>
                  <a:lnTo>
                    <a:pt x="147320" y="3809"/>
                  </a:lnTo>
                  <a:lnTo>
                    <a:pt x="147320" y="6350"/>
                  </a:lnTo>
                  <a:lnTo>
                    <a:pt x="146050" y="6350"/>
                  </a:lnTo>
                  <a:lnTo>
                    <a:pt x="146050" y="7619"/>
                  </a:lnTo>
                  <a:lnTo>
                    <a:pt x="233679" y="7619"/>
                  </a:lnTo>
                  <a:lnTo>
                    <a:pt x="233680" y="5079"/>
                  </a:lnTo>
                  <a:lnTo>
                    <a:pt x="232410" y="5079"/>
                  </a:lnTo>
                  <a:lnTo>
                    <a:pt x="232410" y="3809"/>
                  </a:lnTo>
                  <a:close/>
                </a:path>
                <a:path w="233679" h="7619">
                  <a:moveTo>
                    <a:pt x="229870" y="0"/>
                  </a:moveTo>
                  <a:lnTo>
                    <a:pt x="149860" y="0"/>
                  </a:lnTo>
                  <a:lnTo>
                    <a:pt x="149860" y="1269"/>
                  </a:lnTo>
                  <a:lnTo>
                    <a:pt x="148590" y="1269"/>
                  </a:lnTo>
                  <a:lnTo>
                    <a:pt x="148590" y="3809"/>
                  </a:lnTo>
                  <a:lnTo>
                    <a:pt x="231140" y="3809"/>
                  </a:lnTo>
                  <a:lnTo>
                    <a:pt x="231140" y="2539"/>
                  </a:lnTo>
                  <a:lnTo>
                    <a:pt x="229870" y="2539"/>
                  </a:lnTo>
                  <a:lnTo>
                    <a:pt x="229870" y="0"/>
                  </a:lnTo>
                  <a:close/>
                </a:path>
                <a:path w="233679" h="7619">
                  <a:moveTo>
                    <a:pt x="111760" y="0"/>
                  </a:moveTo>
                  <a:lnTo>
                    <a:pt x="0" y="0"/>
                  </a:lnTo>
                  <a:lnTo>
                    <a:pt x="0" y="7619"/>
                  </a:lnTo>
                  <a:lnTo>
                    <a:pt x="111760" y="7619"/>
                  </a:lnTo>
                  <a:lnTo>
                    <a:pt x="111760" y="0"/>
                  </a:lnTo>
                  <a:close/>
                </a:path>
              </a:pathLst>
            </a:custGeom>
            <a:solidFill>
              <a:srgbClr val="083100"/>
            </a:solidFill>
          </p:spPr>
          <p:txBody>
            <a:bodyPr wrap="square" lIns="0" tIns="0" rIns="0" bIns="0" rtlCol="0"/>
            <a:lstStyle/>
            <a:p/>
          </p:txBody>
        </p:sp>
        <p:sp>
          <p:nvSpPr>
            <p:cNvPr id="1086" name="object 1086"/>
            <p:cNvSpPr/>
            <p:nvPr/>
          </p:nvSpPr>
          <p:spPr>
            <a:xfrm>
              <a:off x="5021580" y="1113789"/>
              <a:ext cx="238760" cy="7620"/>
            </a:xfrm>
            <a:custGeom>
              <a:avLst/>
              <a:gdLst/>
              <a:ahLst/>
              <a:cxnLst/>
              <a:rect l="l" t="t" r="r" b="b"/>
              <a:pathLst>
                <a:path w="238760" h="7619">
                  <a:moveTo>
                    <a:pt x="111760" y="0"/>
                  </a:moveTo>
                  <a:lnTo>
                    <a:pt x="0" y="0"/>
                  </a:lnTo>
                  <a:lnTo>
                    <a:pt x="0" y="7620"/>
                  </a:lnTo>
                  <a:lnTo>
                    <a:pt x="111760" y="7620"/>
                  </a:lnTo>
                  <a:lnTo>
                    <a:pt x="111760" y="0"/>
                  </a:lnTo>
                  <a:close/>
                </a:path>
                <a:path w="238760" h="7619">
                  <a:moveTo>
                    <a:pt x="238760" y="5080"/>
                  </a:moveTo>
                  <a:lnTo>
                    <a:pt x="237490" y="5080"/>
                  </a:lnTo>
                  <a:lnTo>
                    <a:pt x="237490" y="3810"/>
                  </a:lnTo>
                  <a:lnTo>
                    <a:pt x="237490" y="2540"/>
                  </a:lnTo>
                  <a:lnTo>
                    <a:pt x="236220" y="2540"/>
                  </a:lnTo>
                  <a:lnTo>
                    <a:pt x="236220" y="1270"/>
                  </a:lnTo>
                  <a:lnTo>
                    <a:pt x="234950" y="1270"/>
                  </a:lnTo>
                  <a:lnTo>
                    <a:pt x="234950" y="0"/>
                  </a:lnTo>
                  <a:lnTo>
                    <a:pt x="144780" y="0"/>
                  </a:lnTo>
                  <a:lnTo>
                    <a:pt x="144780" y="1270"/>
                  </a:lnTo>
                  <a:lnTo>
                    <a:pt x="143510" y="1270"/>
                  </a:lnTo>
                  <a:lnTo>
                    <a:pt x="143510" y="2540"/>
                  </a:lnTo>
                  <a:lnTo>
                    <a:pt x="142240" y="2540"/>
                  </a:lnTo>
                  <a:lnTo>
                    <a:pt x="142240" y="3810"/>
                  </a:lnTo>
                  <a:lnTo>
                    <a:pt x="140970" y="3810"/>
                  </a:lnTo>
                  <a:lnTo>
                    <a:pt x="140970" y="5080"/>
                  </a:lnTo>
                  <a:lnTo>
                    <a:pt x="139700" y="5080"/>
                  </a:lnTo>
                  <a:lnTo>
                    <a:pt x="139700" y="7620"/>
                  </a:lnTo>
                  <a:lnTo>
                    <a:pt x="238760" y="7620"/>
                  </a:lnTo>
                  <a:lnTo>
                    <a:pt x="238760" y="5080"/>
                  </a:lnTo>
                  <a:close/>
                </a:path>
              </a:pathLst>
            </a:custGeom>
            <a:solidFill>
              <a:srgbClr val="0B3000"/>
            </a:solidFill>
          </p:spPr>
          <p:txBody>
            <a:bodyPr wrap="square" lIns="0" tIns="0" rIns="0" bIns="0" rtlCol="0"/>
            <a:lstStyle/>
            <a:p/>
          </p:txBody>
        </p:sp>
        <p:sp>
          <p:nvSpPr>
            <p:cNvPr id="1087" name="object 1087"/>
            <p:cNvSpPr/>
            <p:nvPr/>
          </p:nvSpPr>
          <p:spPr>
            <a:xfrm>
              <a:off x="5021580" y="1121409"/>
              <a:ext cx="241300" cy="6350"/>
            </a:xfrm>
            <a:custGeom>
              <a:avLst/>
              <a:gdLst/>
              <a:ahLst/>
              <a:cxnLst/>
              <a:rect l="l" t="t" r="r" b="b"/>
              <a:pathLst>
                <a:path w="241300" h="6350">
                  <a:moveTo>
                    <a:pt x="111760" y="0"/>
                  </a:moveTo>
                  <a:lnTo>
                    <a:pt x="0" y="0"/>
                  </a:lnTo>
                  <a:lnTo>
                    <a:pt x="0" y="1270"/>
                  </a:lnTo>
                  <a:lnTo>
                    <a:pt x="0" y="3810"/>
                  </a:lnTo>
                  <a:lnTo>
                    <a:pt x="3810" y="3810"/>
                  </a:lnTo>
                  <a:lnTo>
                    <a:pt x="3810" y="5080"/>
                  </a:lnTo>
                  <a:lnTo>
                    <a:pt x="7620" y="5080"/>
                  </a:lnTo>
                  <a:lnTo>
                    <a:pt x="7620" y="6350"/>
                  </a:lnTo>
                  <a:lnTo>
                    <a:pt x="111760" y="6350"/>
                  </a:lnTo>
                  <a:lnTo>
                    <a:pt x="111760" y="5080"/>
                  </a:lnTo>
                  <a:lnTo>
                    <a:pt x="111760" y="3810"/>
                  </a:lnTo>
                  <a:lnTo>
                    <a:pt x="111760" y="1270"/>
                  </a:lnTo>
                  <a:lnTo>
                    <a:pt x="111760" y="0"/>
                  </a:lnTo>
                  <a:close/>
                </a:path>
                <a:path w="241300" h="6350">
                  <a:moveTo>
                    <a:pt x="240030" y="0"/>
                  </a:moveTo>
                  <a:lnTo>
                    <a:pt x="138430" y="0"/>
                  </a:lnTo>
                  <a:lnTo>
                    <a:pt x="138430" y="1270"/>
                  </a:lnTo>
                  <a:lnTo>
                    <a:pt x="240030" y="1270"/>
                  </a:lnTo>
                  <a:lnTo>
                    <a:pt x="240030" y="0"/>
                  </a:lnTo>
                  <a:close/>
                </a:path>
                <a:path w="241300" h="6350">
                  <a:moveTo>
                    <a:pt x="241300" y="3810"/>
                  </a:moveTo>
                  <a:lnTo>
                    <a:pt x="240030" y="3810"/>
                  </a:lnTo>
                  <a:lnTo>
                    <a:pt x="240030" y="1282"/>
                  </a:lnTo>
                  <a:lnTo>
                    <a:pt x="137160" y="1282"/>
                  </a:lnTo>
                  <a:lnTo>
                    <a:pt x="137160" y="3810"/>
                  </a:lnTo>
                  <a:lnTo>
                    <a:pt x="135890" y="3810"/>
                  </a:lnTo>
                  <a:lnTo>
                    <a:pt x="135890" y="5080"/>
                  </a:lnTo>
                  <a:lnTo>
                    <a:pt x="134620" y="5080"/>
                  </a:lnTo>
                  <a:lnTo>
                    <a:pt x="134620" y="6350"/>
                  </a:lnTo>
                  <a:lnTo>
                    <a:pt x="241300" y="6350"/>
                  </a:lnTo>
                  <a:lnTo>
                    <a:pt x="241300" y="5080"/>
                  </a:lnTo>
                  <a:lnTo>
                    <a:pt x="241300" y="3810"/>
                  </a:lnTo>
                  <a:close/>
                </a:path>
              </a:pathLst>
            </a:custGeom>
            <a:solidFill>
              <a:srgbClr val="0F2F00"/>
            </a:solidFill>
          </p:spPr>
          <p:txBody>
            <a:bodyPr wrap="square" lIns="0" tIns="0" rIns="0" bIns="0" rtlCol="0"/>
            <a:lstStyle/>
            <a:p/>
          </p:txBody>
        </p:sp>
        <p:sp>
          <p:nvSpPr>
            <p:cNvPr id="1088" name="object 1088"/>
            <p:cNvSpPr/>
            <p:nvPr/>
          </p:nvSpPr>
          <p:spPr>
            <a:xfrm>
              <a:off x="5033010" y="1127759"/>
              <a:ext cx="233679" cy="7620"/>
            </a:xfrm>
            <a:custGeom>
              <a:avLst/>
              <a:gdLst/>
              <a:ahLst/>
              <a:cxnLst/>
              <a:rect l="l" t="t" r="r" b="b"/>
              <a:pathLst>
                <a:path w="233679" h="7619">
                  <a:moveTo>
                    <a:pt x="100330" y="0"/>
                  </a:moveTo>
                  <a:lnTo>
                    <a:pt x="0" y="0"/>
                  </a:lnTo>
                  <a:lnTo>
                    <a:pt x="0" y="1270"/>
                  </a:lnTo>
                  <a:lnTo>
                    <a:pt x="1270" y="1270"/>
                  </a:lnTo>
                  <a:lnTo>
                    <a:pt x="1270" y="3810"/>
                  </a:lnTo>
                  <a:lnTo>
                    <a:pt x="2540" y="3810"/>
                  </a:lnTo>
                  <a:lnTo>
                    <a:pt x="2540" y="5080"/>
                  </a:lnTo>
                  <a:lnTo>
                    <a:pt x="6350" y="5080"/>
                  </a:lnTo>
                  <a:lnTo>
                    <a:pt x="6350" y="7620"/>
                  </a:lnTo>
                  <a:lnTo>
                    <a:pt x="100330" y="7620"/>
                  </a:lnTo>
                  <a:lnTo>
                    <a:pt x="100330" y="5080"/>
                  </a:lnTo>
                  <a:lnTo>
                    <a:pt x="100330" y="3810"/>
                  </a:lnTo>
                  <a:lnTo>
                    <a:pt x="100330" y="1270"/>
                  </a:lnTo>
                  <a:lnTo>
                    <a:pt x="100330" y="0"/>
                  </a:lnTo>
                  <a:close/>
                </a:path>
                <a:path w="233679" h="7619">
                  <a:moveTo>
                    <a:pt x="233680" y="5080"/>
                  </a:moveTo>
                  <a:lnTo>
                    <a:pt x="232410" y="5080"/>
                  </a:lnTo>
                  <a:lnTo>
                    <a:pt x="232410" y="2540"/>
                  </a:lnTo>
                  <a:lnTo>
                    <a:pt x="231140" y="2540"/>
                  </a:lnTo>
                  <a:lnTo>
                    <a:pt x="231140" y="1270"/>
                  </a:lnTo>
                  <a:lnTo>
                    <a:pt x="231140" y="0"/>
                  </a:lnTo>
                  <a:lnTo>
                    <a:pt x="123190" y="0"/>
                  </a:lnTo>
                  <a:lnTo>
                    <a:pt x="123190" y="1270"/>
                  </a:lnTo>
                  <a:lnTo>
                    <a:pt x="121920" y="1270"/>
                  </a:lnTo>
                  <a:lnTo>
                    <a:pt x="121920" y="2540"/>
                  </a:lnTo>
                  <a:lnTo>
                    <a:pt x="120650" y="2540"/>
                  </a:lnTo>
                  <a:lnTo>
                    <a:pt x="120650" y="5080"/>
                  </a:lnTo>
                  <a:lnTo>
                    <a:pt x="119380" y="5080"/>
                  </a:lnTo>
                  <a:lnTo>
                    <a:pt x="119380" y="6350"/>
                  </a:lnTo>
                  <a:lnTo>
                    <a:pt x="118110" y="6350"/>
                  </a:lnTo>
                  <a:lnTo>
                    <a:pt x="118110" y="7620"/>
                  </a:lnTo>
                  <a:lnTo>
                    <a:pt x="233680" y="7620"/>
                  </a:lnTo>
                  <a:lnTo>
                    <a:pt x="233680" y="6350"/>
                  </a:lnTo>
                  <a:lnTo>
                    <a:pt x="233680" y="5080"/>
                  </a:lnTo>
                  <a:close/>
                </a:path>
              </a:pathLst>
            </a:custGeom>
            <a:solidFill>
              <a:srgbClr val="122F00"/>
            </a:solidFill>
          </p:spPr>
          <p:txBody>
            <a:bodyPr wrap="square" lIns="0" tIns="0" rIns="0" bIns="0" rtlCol="0"/>
            <a:lstStyle/>
            <a:p/>
          </p:txBody>
        </p:sp>
        <p:sp>
          <p:nvSpPr>
            <p:cNvPr id="1089" name="object 1089"/>
            <p:cNvSpPr/>
            <p:nvPr/>
          </p:nvSpPr>
          <p:spPr>
            <a:xfrm>
              <a:off x="5040630" y="1135379"/>
              <a:ext cx="229870" cy="7620"/>
            </a:xfrm>
            <a:custGeom>
              <a:avLst/>
              <a:gdLst/>
              <a:ahLst/>
              <a:cxnLst/>
              <a:rect l="l" t="t" r="r" b="b"/>
              <a:pathLst>
                <a:path w="229870" h="7619">
                  <a:moveTo>
                    <a:pt x="92710" y="6477"/>
                  </a:moveTo>
                  <a:lnTo>
                    <a:pt x="3810" y="6477"/>
                  </a:lnTo>
                  <a:lnTo>
                    <a:pt x="3810" y="7620"/>
                  </a:lnTo>
                  <a:lnTo>
                    <a:pt x="92710" y="7620"/>
                  </a:lnTo>
                  <a:lnTo>
                    <a:pt x="92710" y="6477"/>
                  </a:lnTo>
                  <a:close/>
                </a:path>
                <a:path w="229870" h="7619">
                  <a:moveTo>
                    <a:pt x="92710" y="0"/>
                  </a:moveTo>
                  <a:lnTo>
                    <a:pt x="0" y="0"/>
                  </a:lnTo>
                  <a:lnTo>
                    <a:pt x="0" y="1270"/>
                  </a:lnTo>
                  <a:lnTo>
                    <a:pt x="1270" y="1270"/>
                  </a:lnTo>
                  <a:lnTo>
                    <a:pt x="1270" y="3810"/>
                  </a:lnTo>
                  <a:lnTo>
                    <a:pt x="2540" y="3810"/>
                  </a:lnTo>
                  <a:lnTo>
                    <a:pt x="2540" y="6350"/>
                  </a:lnTo>
                  <a:lnTo>
                    <a:pt x="92710" y="6350"/>
                  </a:lnTo>
                  <a:lnTo>
                    <a:pt x="92710" y="3810"/>
                  </a:lnTo>
                  <a:lnTo>
                    <a:pt x="92710" y="1270"/>
                  </a:lnTo>
                  <a:lnTo>
                    <a:pt x="92710" y="0"/>
                  </a:lnTo>
                  <a:close/>
                </a:path>
                <a:path w="229870" h="7619">
                  <a:moveTo>
                    <a:pt x="228600" y="2540"/>
                  </a:moveTo>
                  <a:lnTo>
                    <a:pt x="227330" y="2540"/>
                  </a:lnTo>
                  <a:lnTo>
                    <a:pt x="227330" y="1270"/>
                  </a:lnTo>
                  <a:lnTo>
                    <a:pt x="227330" y="0"/>
                  </a:lnTo>
                  <a:lnTo>
                    <a:pt x="110490" y="0"/>
                  </a:lnTo>
                  <a:lnTo>
                    <a:pt x="110490" y="1270"/>
                  </a:lnTo>
                  <a:lnTo>
                    <a:pt x="109220" y="1270"/>
                  </a:lnTo>
                  <a:lnTo>
                    <a:pt x="109220" y="2540"/>
                  </a:lnTo>
                  <a:lnTo>
                    <a:pt x="109220" y="3810"/>
                  </a:lnTo>
                  <a:lnTo>
                    <a:pt x="107950" y="3810"/>
                  </a:lnTo>
                  <a:lnTo>
                    <a:pt x="107950" y="6350"/>
                  </a:lnTo>
                  <a:lnTo>
                    <a:pt x="228600" y="6350"/>
                  </a:lnTo>
                  <a:lnTo>
                    <a:pt x="228600" y="3810"/>
                  </a:lnTo>
                  <a:lnTo>
                    <a:pt x="228600" y="2540"/>
                  </a:lnTo>
                  <a:close/>
                </a:path>
                <a:path w="229870" h="7619">
                  <a:moveTo>
                    <a:pt x="229870" y="6477"/>
                  </a:moveTo>
                  <a:lnTo>
                    <a:pt x="106680" y="6477"/>
                  </a:lnTo>
                  <a:lnTo>
                    <a:pt x="106680" y="7620"/>
                  </a:lnTo>
                  <a:lnTo>
                    <a:pt x="229870" y="7620"/>
                  </a:lnTo>
                  <a:lnTo>
                    <a:pt x="229870" y="6477"/>
                  </a:lnTo>
                  <a:close/>
                </a:path>
              </a:pathLst>
            </a:custGeom>
            <a:solidFill>
              <a:srgbClr val="152E00"/>
            </a:solidFill>
          </p:spPr>
          <p:txBody>
            <a:bodyPr wrap="square" lIns="0" tIns="0" rIns="0" bIns="0" rtlCol="0"/>
            <a:lstStyle/>
            <a:p/>
          </p:txBody>
        </p:sp>
        <p:sp>
          <p:nvSpPr>
            <p:cNvPr id="1090" name="object 1090"/>
            <p:cNvSpPr/>
            <p:nvPr/>
          </p:nvSpPr>
          <p:spPr>
            <a:xfrm>
              <a:off x="5044440" y="1142999"/>
              <a:ext cx="227329" cy="6350"/>
            </a:xfrm>
            <a:custGeom>
              <a:avLst/>
              <a:gdLst/>
              <a:ahLst/>
              <a:cxnLst/>
              <a:rect l="l" t="t" r="r" b="b"/>
              <a:pathLst>
                <a:path w="227329" h="6350">
                  <a:moveTo>
                    <a:pt x="88900" y="0"/>
                  </a:moveTo>
                  <a:lnTo>
                    <a:pt x="0" y="0"/>
                  </a:lnTo>
                  <a:lnTo>
                    <a:pt x="0" y="1270"/>
                  </a:lnTo>
                  <a:lnTo>
                    <a:pt x="0" y="2540"/>
                  </a:lnTo>
                  <a:lnTo>
                    <a:pt x="1270" y="2540"/>
                  </a:lnTo>
                  <a:lnTo>
                    <a:pt x="1270" y="6350"/>
                  </a:lnTo>
                  <a:lnTo>
                    <a:pt x="88900" y="6350"/>
                  </a:lnTo>
                  <a:lnTo>
                    <a:pt x="88900" y="2540"/>
                  </a:lnTo>
                  <a:lnTo>
                    <a:pt x="88900" y="1270"/>
                  </a:lnTo>
                  <a:lnTo>
                    <a:pt x="88900" y="0"/>
                  </a:lnTo>
                  <a:close/>
                </a:path>
                <a:path w="227329" h="6350">
                  <a:moveTo>
                    <a:pt x="226060" y="0"/>
                  </a:moveTo>
                  <a:lnTo>
                    <a:pt x="102870" y="0"/>
                  </a:lnTo>
                  <a:lnTo>
                    <a:pt x="102870" y="1270"/>
                  </a:lnTo>
                  <a:lnTo>
                    <a:pt x="101600" y="1270"/>
                  </a:lnTo>
                  <a:lnTo>
                    <a:pt x="101600" y="3810"/>
                  </a:lnTo>
                  <a:lnTo>
                    <a:pt x="226060" y="3810"/>
                  </a:lnTo>
                  <a:lnTo>
                    <a:pt x="226060" y="1270"/>
                  </a:lnTo>
                  <a:lnTo>
                    <a:pt x="226060" y="0"/>
                  </a:lnTo>
                  <a:close/>
                </a:path>
                <a:path w="227329" h="6350">
                  <a:moveTo>
                    <a:pt x="227330" y="3937"/>
                  </a:moveTo>
                  <a:lnTo>
                    <a:pt x="100330" y="3937"/>
                  </a:lnTo>
                  <a:lnTo>
                    <a:pt x="100330" y="6350"/>
                  </a:lnTo>
                  <a:lnTo>
                    <a:pt x="227330" y="6350"/>
                  </a:lnTo>
                  <a:lnTo>
                    <a:pt x="227330" y="3937"/>
                  </a:lnTo>
                  <a:close/>
                </a:path>
              </a:pathLst>
            </a:custGeom>
            <a:solidFill>
              <a:srgbClr val="182D00"/>
            </a:solidFill>
          </p:spPr>
          <p:txBody>
            <a:bodyPr wrap="square" lIns="0" tIns="0" rIns="0" bIns="0" rtlCol="0"/>
            <a:lstStyle/>
            <a:p/>
          </p:txBody>
        </p:sp>
        <p:sp>
          <p:nvSpPr>
            <p:cNvPr id="1091" name="object 1091"/>
            <p:cNvSpPr/>
            <p:nvPr/>
          </p:nvSpPr>
          <p:spPr>
            <a:xfrm>
              <a:off x="5045710" y="1149349"/>
              <a:ext cx="229870" cy="7620"/>
            </a:xfrm>
            <a:custGeom>
              <a:avLst/>
              <a:gdLst/>
              <a:ahLst/>
              <a:cxnLst/>
              <a:rect l="l" t="t" r="r" b="b"/>
              <a:pathLst>
                <a:path w="229870" h="7619">
                  <a:moveTo>
                    <a:pt x="87630" y="1397"/>
                  </a:moveTo>
                  <a:lnTo>
                    <a:pt x="1270" y="1397"/>
                  </a:lnTo>
                  <a:lnTo>
                    <a:pt x="1270" y="7620"/>
                  </a:lnTo>
                  <a:lnTo>
                    <a:pt x="87630" y="7620"/>
                  </a:lnTo>
                  <a:lnTo>
                    <a:pt x="87630" y="1397"/>
                  </a:lnTo>
                  <a:close/>
                </a:path>
                <a:path w="229870" h="7619">
                  <a:moveTo>
                    <a:pt x="87630" y="0"/>
                  </a:moveTo>
                  <a:lnTo>
                    <a:pt x="0" y="0"/>
                  </a:lnTo>
                  <a:lnTo>
                    <a:pt x="0" y="1270"/>
                  </a:lnTo>
                  <a:lnTo>
                    <a:pt x="87630" y="1270"/>
                  </a:lnTo>
                  <a:lnTo>
                    <a:pt x="87630" y="0"/>
                  </a:lnTo>
                  <a:close/>
                </a:path>
                <a:path w="229870" h="7619">
                  <a:moveTo>
                    <a:pt x="227330" y="1270"/>
                  </a:moveTo>
                  <a:lnTo>
                    <a:pt x="226060" y="1270"/>
                  </a:lnTo>
                  <a:lnTo>
                    <a:pt x="226060" y="0"/>
                  </a:lnTo>
                  <a:lnTo>
                    <a:pt x="97790" y="0"/>
                  </a:lnTo>
                  <a:lnTo>
                    <a:pt x="97790" y="1270"/>
                  </a:lnTo>
                  <a:lnTo>
                    <a:pt x="97790" y="2540"/>
                  </a:lnTo>
                  <a:lnTo>
                    <a:pt x="96520" y="2540"/>
                  </a:lnTo>
                  <a:lnTo>
                    <a:pt x="96520" y="3810"/>
                  </a:lnTo>
                  <a:lnTo>
                    <a:pt x="227330" y="3810"/>
                  </a:lnTo>
                  <a:lnTo>
                    <a:pt x="227330" y="2540"/>
                  </a:lnTo>
                  <a:lnTo>
                    <a:pt x="227330" y="1270"/>
                  </a:lnTo>
                  <a:close/>
                </a:path>
                <a:path w="229870" h="7619">
                  <a:moveTo>
                    <a:pt x="229870" y="6477"/>
                  </a:moveTo>
                  <a:lnTo>
                    <a:pt x="228600" y="6477"/>
                  </a:lnTo>
                  <a:lnTo>
                    <a:pt x="228600" y="3937"/>
                  </a:lnTo>
                  <a:lnTo>
                    <a:pt x="95250" y="3937"/>
                  </a:lnTo>
                  <a:lnTo>
                    <a:pt x="95250" y="6477"/>
                  </a:lnTo>
                  <a:lnTo>
                    <a:pt x="93980" y="6477"/>
                  </a:lnTo>
                  <a:lnTo>
                    <a:pt x="93980" y="7620"/>
                  </a:lnTo>
                  <a:lnTo>
                    <a:pt x="229870" y="7620"/>
                  </a:lnTo>
                  <a:lnTo>
                    <a:pt x="229870" y="6477"/>
                  </a:lnTo>
                  <a:close/>
                </a:path>
              </a:pathLst>
            </a:custGeom>
            <a:solidFill>
              <a:srgbClr val="1C2D00"/>
            </a:solidFill>
          </p:spPr>
          <p:txBody>
            <a:bodyPr wrap="square" lIns="0" tIns="0" rIns="0" bIns="0" rtlCol="0"/>
            <a:lstStyle/>
            <a:p/>
          </p:txBody>
        </p:sp>
        <p:sp>
          <p:nvSpPr>
            <p:cNvPr id="1092" name="object 1092"/>
            <p:cNvSpPr/>
            <p:nvPr/>
          </p:nvSpPr>
          <p:spPr>
            <a:xfrm>
              <a:off x="5046980" y="1156969"/>
              <a:ext cx="229870" cy="7620"/>
            </a:xfrm>
            <a:custGeom>
              <a:avLst/>
              <a:gdLst/>
              <a:ahLst/>
              <a:cxnLst/>
              <a:rect l="l" t="t" r="r" b="b"/>
              <a:pathLst>
                <a:path w="229870" h="7619">
                  <a:moveTo>
                    <a:pt x="86360" y="6477"/>
                  </a:moveTo>
                  <a:lnTo>
                    <a:pt x="1270" y="6477"/>
                  </a:lnTo>
                  <a:lnTo>
                    <a:pt x="1270" y="7620"/>
                  </a:lnTo>
                  <a:lnTo>
                    <a:pt x="86360" y="7620"/>
                  </a:lnTo>
                  <a:lnTo>
                    <a:pt x="86360" y="6477"/>
                  </a:lnTo>
                  <a:close/>
                </a:path>
                <a:path w="229870" h="7619">
                  <a:moveTo>
                    <a:pt x="86360" y="0"/>
                  </a:moveTo>
                  <a:lnTo>
                    <a:pt x="0" y="0"/>
                  </a:lnTo>
                  <a:lnTo>
                    <a:pt x="0" y="1270"/>
                  </a:lnTo>
                  <a:lnTo>
                    <a:pt x="1270" y="1270"/>
                  </a:lnTo>
                  <a:lnTo>
                    <a:pt x="1270" y="6350"/>
                  </a:lnTo>
                  <a:lnTo>
                    <a:pt x="86360" y="6350"/>
                  </a:lnTo>
                  <a:lnTo>
                    <a:pt x="86360" y="1270"/>
                  </a:lnTo>
                  <a:lnTo>
                    <a:pt x="86360" y="0"/>
                  </a:lnTo>
                  <a:close/>
                </a:path>
                <a:path w="229870" h="7619">
                  <a:moveTo>
                    <a:pt x="229870" y="5080"/>
                  </a:moveTo>
                  <a:lnTo>
                    <a:pt x="228600" y="5080"/>
                  </a:lnTo>
                  <a:lnTo>
                    <a:pt x="228600" y="3810"/>
                  </a:lnTo>
                  <a:lnTo>
                    <a:pt x="228600" y="1270"/>
                  </a:lnTo>
                  <a:lnTo>
                    <a:pt x="228600" y="0"/>
                  </a:lnTo>
                  <a:lnTo>
                    <a:pt x="92710" y="0"/>
                  </a:lnTo>
                  <a:lnTo>
                    <a:pt x="92710" y="1270"/>
                  </a:lnTo>
                  <a:lnTo>
                    <a:pt x="91440" y="1270"/>
                  </a:lnTo>
                  <a:lnTo>
                    <a:pt x="91440" y="3810"/>
                  </a:lnTo>
                  <a:lnTo>
                    <a:pt x="90170" y="3810"/>
                  </a:lnTo>
                  <a:lnTo>
                    <a:pt x="90170" y="5080"/>
                  </a:lnTo>
                  <a:lnTo>
                    <a:pt x="90170" y="6350"/>
                  </a:lnTo>
                  <a:lnTo>
                    <a:pt x="88900" y="6350"/>
                  </a:lnTo>
                  <a:lnTo>
                    <a:pt x="88900" y="7620"/>
                  </a:lnTo>
                  <a:lnTo>
                    <a:pt x="229870" y="7620"/>
                  </a:lnTo>
                  <a:lnTo>
                    <a:pt x="229870" y="6350"/>
                  </a:lnTo>
                  <a:lnTo>
                    <a:pt x="229870" y="5080"/>
                  </a:lnTo>
                  <a:close/>
                </a:path>
              </a:pathLst>
            </a:custGeom>
            <a:solidFill>
              <a:srgbClr val="1F2C00"/>
            </a:solidFill>
          </p:spPr>
          <p:txBody>
            <a:bodyPr wrap="square" lIns="0" tIns="0" rIns="0" bIns="0" rtlCol="0"/>
            <a:lstStyle/>
            <a:p/>
          </p:txBody>
        </p:sp>
        <p:sp>
          <p:nvSpPr>
            <p:cNvPr id="1093" name="object 1093"/>
            <p:cNvSpPr/>
            <p:nvPr/>
          </p:nvSpPr>
          <p:spPr>
            <a:xfrm>
              <a:off x="5048250" y="1164589"/>
              <a:ext cx="229870" cy="6350"/>
            </a:xfrm>
            <a:custGeom>
              <a:avLst/>
              <a:gdLst/>
              <a:ahLst/>
              <a:cxnLst/>
              <a:rect l="l" t="t" r="r" b="b"/>
              <a:pathLst>
                <a:path w="229870" h="6350">
                  <a:moveTo>
                    <a:pt x="118110" y="5207"/>
                  </a:moveTo>
                  <a:lnTo>
                    <a:pt x="1270" y="5207"/>
                  </a:lnTo>
                  <a:lnTo>
                    <a:pt x="1270" y="6350"/>
                  </a:lnTo>
                  <a:lnTo>
                    <a:pt x="118110" y="6350"/>
                  </a:lnTo>
                  <a:lnTo>
                    <a:pt x="118110" y="5207"/>
                  </a:lnTo>
                  <a:close/>
                </a:path>
                <a:path w="229870" h="6350">
                  <a:moveTo>
                    <a:pt x="128257" y="0"/>
                  </a:moveTo>
                  <a:lnTo>
                    <a:pt x="87630" y="0"/>
                  </a:lnTo>
                  <a:lnTo>
                    <a:pt x="87630" y="1270"/>
                  </a:lnTo>
                  <a:lnTo>
                    <a:pt x="86360" y="1270"/>
                  </a:lnTo>
                  <a:lnTo>
                    <a:pt x="86360" y="2540"/>
                  </a:lnTo>
                  <a:lnTo>
                    <a:pt x="86360" y="3810"/>
                  </a:lnTo>
                  <a:lnTo>
                    <a:pt x="85090" y="3810"/>
                  </a:lnTo>
                  <a:lnTo>
                    <a:pt x="85090" y="2540"/>
                  </a:lnTo>
                  <a:lnTo>
                    <a:pt x="85090" y="1270"/>
                  </a:lnTo>
                  <a:lnTo>
                    <a:pt x="85090" y="0"/>
                  </a:lnTo>
                  <a:lnTo>
                    <a:pt x="0" y="0"/>
                  </a:lnTo>
                  <a:lnTo>
                    <a:pt x="0" y="1270"/>
                  </a:lnTo>
                  <a:lnTo>
                    <a:pt x="0" y="2540"/>
                  </a:lnTo>
                  <a:lnTo>
                    <a:pt x="1270" y="2540"/>
                  </a:lnTo>
                  <a:lnTo>
                    <a:pt x="1270" y="3810"/>
                  </a:lnTo>
                  <a:lnTo>
                    <a:pt x="1270" y="5080"/>
                  </a:lnTo>
                  <a:lnTo>
                    <a:pt x="119380" y="5080"/>
                  </a:lnTo>
                  <a:lnTo>
                    <a:pt x="119380" y="3810"/>
                  </a:lnTo>
                  <a:lnTo>
                    <a:pt x="120650" y="3810"/>
                  </a:lnTo>
                  <a:lnTo>
                    <a:pt x="120650" y="2540"/>
                  </a:lnTo>
                  <a:lnTo>
                    <a:pt x="121920" y="2540"/>
                  </a:lnTo>
                  <a:lnTo>
                    <a:pt x="121920" y="1270"/>
                  </a:lnTo>
                  <a:lnTo>
                    <a:pt x="128257" y="1270"/>
                  </a:lnTo>
                  <a:lnTo>
                    <a:pt x="128257" y="0"/>
                  </a:lnTo>
                  <a:close/>
                </a:path>
                <a:path w="229870" h="6350">
                  <a:moveTo>
                    <a:pt x="229870" y="5080"/>
                  </a:moveTo>
                  <a:lnTo>
                    <a:pt x="228600" y="5080"/>
                  </a:lnTo>
                  <a:lnTo>
                    <a:pt x="228600" y="3810"/>
                  </a:lnTo>
                  <a:lnTo>
                    <a:pt x="228600" y="2540"/>
                  </a:lnTo>
                  <a:lnTo>
                    <a:pt x="228600" y="1270"/>
                  </a:lnTo>
                  <a:lnTo>
                    <a:pt x="228600" y="0"/>
                  </a:lnTo>
                  <a:lnTo>
                    <a:pt x="133350" y="0"/>
                  </a:lnTo>
                  <a:lnTo>
                    <a:pt x="133350" y="1270"/>
                  </a:lnTo>
                  <a:lnTo>
                    <a:pt x="134620" y="1270"/>
                  </a:lnTo>
                  <a:lnTo>
                    <a:pt x="134620" y="2540"/>
                  </a:lnTo>
                  <a:lnTo>
                    <a:pt x="137160" y="2540"/>
                  </a:lnTo>
                  <a:lnTo>
                    <a:pt x="137160" y="3810"/>
                  </a:lnTo>
                  <a:lnTo>
                    <a:pt x="138430" y="3810"/>
                  </a:lnTo>
                  <a:lnTo>
                    <a:pt x="138430" y="5080"/>
                  </a:lnTo>
                  <a:lnTo>
                    <a:pt x="140970" y="5080"/>
                  </a:lnTo>
                  <a:lnTo>
                    <a:pt x="140970" y="6350"/>
                  </a:lnTo>
                  <a:lnTo>
                    <a:pt x="229870" y="6350"/>
                  </a:lnTo>
                  <a:lnTo>
                    <a:pt x="229870" y="5080"/>
                  </a:lnTo>
                  <a:close/>
                </a:path>
              </a:pathLst>
            </a:custGeom>
            <a:solidFill>
              <a:srgbClr val="222B00"/>
            </a:solidFill>
          </p:spPr>
          <p:txBody>
            <a:bodyPr wrap="square" lIns="0" tIns="0" rIns="0" bIns="0" rtlCol="0"/>
            <a:lstStyle/>
            <a:p/>
          </p:txBody>
        </p:sp>
        <p:sp>
          <p:nvSpPr>
            <p:cNvPr id="1094" name="object 1094"/>
            <p:cNvSpPr/>
            <p:nvPr/>
          </p:nvSpPr>
          <p:spPr>
            <a:xfrm>
              <a:off x="5049520" y="1170939"/>
              <a:ext cx="229870" cy="7620"/>
            </a:xfrm>
            <a:custGeom>
              <a:avLst/>
              <a:gdLst/>
              <a:ahLst/>
              <a:cxnLst/>
              <a:rect l="l" t="t" r="r" b="b"/>
              <a:pathLst>
                <a:path w="229870" h="7619">
                  <a:moveTo>
                    <a:pt x="114300" y="0"/>
                  </a:moveTo>
                  <a:lnTo>
                    <a:pt x="0" y="0"/>
                  </a:lnTo>
                  <a:lnTo>
                    <a:pt x="0" y="1270"/>
                  </a:lnTo>
                  <a:lnTo>
                    <a:pt x="0" y="2540"/>
                  </a:lnTo>
                  <a:lnTo>
                    <a:pt x="0" y="3810"/>
                  </a:lnTo>
                  <a:lnTo>
                    <a:pt x="0" y="5080"/>
                  </a:lnTo>
                  <a:lnTo>
                    <a:pt x="0" y="6350"/>
                  </a:lnTo>
                  <a:lnTo>
                    <a:pt x="0" y="7620"/>
                  </a:lnTo>
                  <a:lnTo>
                    <a:pt x="109220" y="7620"/>
                  </a:lnTo>
                  <a:lnTo>
                    <a:pt x="109220" y="6350"/>
                  </a:lnTo>
                  <a:lnTo>
                    <a:pt x="110490" y="6350"/>
                  </a:lnTo>
                  <a:lnTo>
                    <a:pt x="110490" y="5080"/>
                  </a:lnTo>
                  <a:lnTo>
                    <a:pt x="110490" y="3810"/>
                  </a:lnTo>
                  <a:lnTo>
                    <a:pt x="111760" y="3810"/>
                  </a:lnTo>
                  <a:lnTo>
                    <a:pt x="111760" y="2540"/>
                  </a:lnTo>
                  <a:lnTo>
                    <a:pt x="113030" y="2540"/>
                  </a:lnTo>
                  <a:lnTo>
                    <a:pt x="113030" y="1270"/>
                  </a:lnTo>
                  <a:lnTo>
                    <a:pt x="114300" y="1270"/>
                  </a:lnTo>
                  <a:lnTo>
                    <a:pt x="114300" y="0"/>
                  </a:lnTo>
                  <a:close/>
                </a:path>
                <a:path w="229870" h="7619">
                  <a:moveTo>
                    <a:pt x="229870" y="5207"/>
                  </a:moveTo>
                  <a:lnTo>
                    <a:pt x="143510" y="5207"/>
                  </a:lnTo>
                  <a:lnTo>
                    <a:pt x="143510" y="7620"/>
                  </a:lnTo>
                  <a:lnTo>
                    <a:pt x="229870" y="7620"/>
                  </a:lnTo>
                  <a:lnTo>
                    <a:pt x="229870" y="5207"/>
                  </a:lnTo>
                  <a:close/>
                </a:path>
                <a:path w="229870" h="7619">
                  <a:moveTo>
                    <a:pt x="229870" y="3810"/>
                  </a:moveTo>
                  <a:lnTo>
                    <a:pt x="228600" y="3810"/>
                  </a:lnTo>
                  <a:lnTo>
                    <a:pt x="228600" y="2540"/>
                  </a:lnTo>
                  <a:lnTo>
                    <a:pt x="228587" y="1270"/>
                  </a:lnTo>
                  <a:lnTo>
                    <a:pt x="228600" y="0"/>
                  </a:lnTo>
                  <a:lnTo>
                    <a:pt x="139700" y="0"/>
                  </a:lnTo>
                  <a:lnTo>
                    <a:pt x="139700" y="1270"/>
                  </a:lnTo>
                  <a:lnTo>
                    <a:pt x="140970" y="1270"/>
                  </a:lnTo>
                  <a:lnTo>
                    <a:pt x="140970" y="2540"/>
                  </a:lnTo>
                  <a:lnTo>
                    <a:pt x="142240" y="2540"/>
                  </a:lnTo>
                  <a:lnTo>
                    <a:pt x="142240" y="3810"/>
                  </a:lnTo>
                  <a:lnTo>
                    <a:pt x="142240" y="5080"/>
                  </a:lnTo>
                  <a:lnTo>
                    <a:pt x="229870" y="5080"/>
                  </a:lnTo>
                  <a:lnTo>
                    <a:pt x="229870" y="3810"/>
                  </a:lnTo>
                  <a:close/>
                </a:path>
              </a:pathLst>
            </a:custGeom>
            <a:solidFill>
              <a:srgbClr val="252B00"/>
            </a:solidFill>
          </p:spPr>
          <p:txBody>
            <a:bodyPr wrap="square" lIns="0" tIns="0" rIns="0" bIns="0" rtlCol="0"/>
            <a:lstStyle/>
            <a:p/>
          </p:txBody>
        </p:sp>
        <p:sp>
          <p:nvSpPr>
            <p:cNvPr id="1095" name="object 1095"/>
            <p:cNvSpPr/>
            <p:nvPr/>
          </p:nvSpPr>
          <p:spPr>
            <a:xfrm>
              <a:off x="5049520" y="1178559"/>
              <a:ext cx="231140" cy="7620"/>
            </a:xfrm>
            <a:custGeom>
              <a:avLst/>
              <a:gdLst/>
              <a:ahLst/>
              <a:cxnLst/>
              <a:rect l="l" t="t" r="r" b="b"/>
              <a:pathLst>
                <a:path w="231139" h="7619">
                  <a:moveTo>
                    <a:pt x="104140" y="6477"/>
                  </a:moveTo>
                  <a:lnTo>
                    <a:pt x="0" y="6477"/>
                  </a:lnTo>
                  <a:lnTo>
                    <a:pt x="0" y="7620"/>
                  </a:lnTo>
                  <a:lnTo>
                    <a:pt x="104140" y="7620"/>
                  </a:lnTo>
                  <a:lnTo>
                    <a:pt x="104140" y="6477"/>
                  </a:lnTo>
                  <a:close/>
                </a:path>
                <a:path w="231139" h="7619">
                  <a:moveTo>
                    <a:pt x="109220" y="0"/>
                  </a:moveTo>
                  <a:lnTo>
                    <a:pt x="0" y="0"/>
                  </a:lnTo>
                  <a:lnTo>
                    <a:pt x="0" y="1270"/>
                  </a:lnTo>
                  <a:lnTo>
                    <a:pt x="0" y="2540"/>
                  </a:lnTo>
                  <a:lnTo>
                    <a:pt x="0" y="3810"/>
                  </a:lnTo>
                  <a:lnTo>
                    <a:pt x="0" y="5080"/>
                  </a:lnTo>
                  <a:lnTo>
                    <a:pt x="0" y="6350"/>
                  </a:lnTo>
                  <a:lnTo>
                    <a:pt x="104140" y="6350"/>
                  </a:lnTo>
                  <a:lnTo>
                    <a:pt x="104140" y="5080"/>
                  </a:lnTo>
                  <a:lnTo>
                    <a:pt x="105410" y="5080"/>
                  </a:lnTo>
                  <a:lnTo>
                    <a:pt x="105410" y="3810"/>
                  </a:lnTo>
                  <a:lnTo>
                    <a:pt x="106680" y="3810"/>
                  </a:lnTo>
                  <a:lnTo>
                    <a:pt x="106680" y="2540"/>
                  </a:lnTo>
                  <a:lnTo>
                    <a:pt x="107950" y="2540"/>
                  </a:lnTo>
                  <a:lnTo>
                    <a:pt x="107950" y="1270"/>
                  </a:lnTo>
                  <a:lnTo>
                    <a:pt x="109220" y="1270"/>
                  </a:lnTo>
                  <a:lnTo>
                    <a:pt x="109220" y="0"/>
                  </a:lnTo>
                  <a:close/>
                </a:path>
                <a:path w="231139" h="7619">
                  <a:moveTo>
                    <a:pt x="231140" y="6477"/>
                  </a:moveTo>
                  <a:lnTo>
                    <a:pt x="147320" y="6477"/>
                  </a:lnTo>
                  <a:lnTo>
                    <a:pt x="147320" y="7620"/>
                  </a:lnTo>
                  <a:lnTo>
                    <a:pt x="231140" y="7620"/>
                  </a:lnTo>
                  <a:lnTo>
                    <a:pt x="231140" y="6477"/>
                  </a:lnTo>
                  <a:close/>
                </a:path>
                <a:path w="231139" h="7619">
                  <a:moveTo>
                    <a:pt x="231140" y="3810"/>
                  </a:moveTo>
                  <a:lnTo>
                    <a:pt x="229870" y="3810"/>
                  </a:lnTo>
                  <a:lnTo>
                    <a:pt x="229870" y="0"/>
                  </a:lnTo>
                  <a:lnTo>
                    <a:pt x="144780" y="0"/>
                  </a:lnTo>
                  <a:lnTo>
                    <a:pt x="143510" y="0"/>
                  </a:lnTo>
                  <a:lnTo>
                    <a:pt x="143510" y="127"/>
                  </a:lnTo>
                  <a:lnTo>
                    <a:pt x="144780" y="127"/>
                  </a:lnTo>
                  <a:lnTo>
                    <a:pt x="144780" y="3810"/>
                  </a:lnTo>
                  <a:lnTo>
                    <a:pt x="146050" y="3810"/>
                  </a:lnTo>
                  <a:lnTo>
                    <a:pt x="146050" y="6350"/>
                  </a:lnTo>
                  <a:lnTo>
                    <a:pt x="231140" y="6350"/>
                  </a:lnTo>
                  <a:lnTo>
                    <a:pt x="231140" y="3810"/>
                  </a:lnTo>
                  <a:close/>
                </a:path>
              </a:pathLst>
            </a:custGeom>
            <a:solidFill>
              <a:srgbClr val="282A00"/>
            </a:solidFill>
          </p:spPr>
          <p:txBody>
            <a:bodyPr wrap="square" lIns="0" tIns="0" rIns="0" bIns="0" rtlCol="0"/>
            <a:lstStyle/>
            <a:p/>
          </p:txBody>
        </p:sp>
        <p:sp>
          <p:nvSpPr>
            <p:cNvPr id="1096" name="object 1096"/>
            <p:cNvSpPr/>
            <p:nvPr/>
          </p:nvSpPr>
          <p:spPr>
            <a:xfrm>
              <a:off x="5049520" y="1186179"/>
              <a:ext cx="231140" cy="6350"/>
            </a:xfrm>
            <a:custGeom>
              <a:avLst/>
              <a:gdLst/>
              <a:ahLst/>
              <a:cxnLst/>
              <a:rect l="l" t="t" r="r" b="b"/>
              <a:pathLst>
                <a:path w="231139" h="6350">
                  <a:moveTo>
                    <a:pt x="100330" y="5207"/>
                  </a:moveTo>
                  <a:lnTo>
                    <a:pt x="1270" y="5207"/>
                  </a:lnTo>
                  <a:lnTo>
                    <a:pt x="1270" y="6350"/>
                  </a:lnTo>
                  <a:lnTo>
                    <a:pt x="100330" y="6350"/>
                  </a:lnTo>
                  <a:lnTo>
                    <a:pt x="100330" y="5207"/>
                  </a:lnTo>
                  <a:close/>
                </a:path>
                <a:path w="231139" h="6350">
                  <a:moveTo>
                    <a:pt x="102870" y="0"/>
                  </a:moveTo>
                  <a:lnTo>
                    <a:pt x="0" y="0"/>
                  </a:lnTo>
                  <a:lnTo>
                    <a:pt x="0" y="1270"/>
                  </a:lnTo>
                  <a:lnTo>
                    <a:pt x="1270" y="1270"/>
                  </a:lnTo>
                  <a:lnTo>
                    <a:pt x="1270" y="2540"/>
                  </a:lnTo>
                  <a:lnTo>
                    <a:pt x="1270" y="5080"/>
                  </a:lnTo>
                  <a:lnTo>
                    <a:pt x="101587" y="5080"/>
                  </a:lnTo>
                  <a:lnTo>
                    <a:pt x="101587" y="2540"/>
                  </a:lnTo>
                  <a:lnTo>
                    <a:pt x="102870" y="2540"/>
                  </a:lnTo>
                  <a:lnTo>
                    <a:pt x="102870" y="1270"/>
                  </a:lnTo>
                  <a:lnTo>
                    <a:pt x="102870" y="0"/>
                  </a:lnTo>
                  <a:close/>
                </a:path>
                <a:path w="231139" h="6350">
                  <a:moveTo>
                    <a:pt x="231127" y="5207"/>
                  </a:moveTo>
                  <a:lnTo>
                    <a:pt x="149860" y="5207"/>
                  </a:lnTo>
                  <a:lnTo>
                    <a:pt x="149860" y="6350"/>
                  </a:lnTo>
                  <a:lnTo>
                    <a:pt x="231127" y="6350"/>
                  </a:lnTo>
                  <a:lnTo>
                    <a:pt x="231127" y="5207"/>
                  </a:lnTo>
                  <a:close/>
                </a:path>
                <a:path w="231139" h="6350">
                  <a:moveTo>
                    <a:pt x="231140" y="0"/>
                  </a:moveTo>
                  <a:lnTo>
                    <a:pt x="147320" y="0"/>
                  </a:lnTo>
                  <a:lnTo>
                    <a:pt x="147320" y="2540"/>
                  </a:lnTo>
                  <a:lnTo>
                    <a:pt x="148590" y="2540"/>
                  </a:lnTo>
                  <a:lnTo>
                    <a:pt x="148590" y="5080"/>
                  </a:lnTo>
                  <a:lnTo>
                    <a:pt x="231140" y="5080"/>
                  </a:lnTo>
                  <a:lnTo>
                    <a:pt x="231140" y="2540"/>
                  </a:lnTo>
                  <a:lnTo>
                    <a:pt x="231140" y="0"/>
                  </a:lnTo>
                  <a:close/>
                </a:path>
              </a:pathLst>
            </a:custGeom>
            <a:solidFill>
              <a:srgbClr val="2C2900"/>
            </a:solidFill>
          </p:spPr>
          <p:txBody>
            <a:bodyPr wrap="square" lIns="0" tIns="0" rIns="0" bIns="0" rtlCol="0"/>
            <a:lstStyle/>
            <a:p/>
          </p:txBody>
        </p:sp>
        <p:sp>
          <p:nvSpPr>
            <p:cNvPr id="1097" name="object 1097"/>
            <p:cNvSpPr/>
            <p:nvPr/>
          </p:nvSpPr>
          <p:spPr>
            <a:xfrm>
              <a:off x="5050790" y="1192529"/>
              <a:ext cx="231140" cy="7620"/>
            </a:xfrm>
            <a:custGeom>
              <a:avLst/>
              <a:gdLst/>
              <a:ahLst/>
              <a:cxnLst/>
              <a:rect l="l" t="t" r="r" b="b"/>
              <a:pathLst>
                <a:path w="231139" h="7619">
                  <a:moveTo>
                    <a:pt x="95250" y="6362"/>
                  </a:moveTo>
                  <a:lnTo>
                    <a:pt x="0" y="6362"/>
                  </a:lnTo>
                  <a:lnTo>
                    <a:pt x="0" y="7620"/>
                  </a:lnTo>
                  <a:lnTo>
                    <a:pt x="95250" y="7620"/>
                  </a:lnTo>
                  <a:lnTo>
                    <a:pt x="95250" y="6362"/>
                  </a:lnTo>
                  <a:close/>
                </a:path>
                <a:path w="231139" h="7619">
                  <a:moveTo>
                    <a:pt x="99060" y="0"/>
                  </a:moveTo>
                  <a:lnTo>
                    <a:pt x="0" y="0"/>
                  </a:lnTo>
                  <a:lnTo>
                    <a:pt x="0" y="1270"/>
                  </a:lnTo>
                  <a:lnTo>
                    <a:pt x="0" y="2540"/>
                  </a:lnTo>
                  <a:lnTo>
                    <a:pt x="0" y="3810"/>
                  </a:lnTo>
                  <a:lnTo>
                    <a:pt x="0" y="6350"/>
                  </a:lnTo>
                  <a:lnTo>
                    <a:pt x="96520" y="6350"/>
                  </a:lnTo>
                  <a:lnTo>
                    <a:pt x="96520" y="3810"/>
                  </a:lnTo>
                  <a:lnTo>
                    <a:pt x="97790" y="3810"/>
                  </a:lnTo>
                  <a:lnTo>
                    <a:pt x="97790" y="2540"/>
                  </a:lnTo>
                  <a:lnTo>
                    <a:pt x="97790" y="1270"/>
                  </a:lnTo>
                  <a:lnTo>
                    <a:pt x="99060" y="1270"/>
                  </a:lnTo>
                  <a:lnTo>
                    <a:pt x="99060" y="0"/>
                  </a:lnTo>
                  <a:close/>
                </a:path>
                <a:path w="231139" h="7619">
                  <a:moveTo>
                    <a:pt x="231140" y="6362"/>
                  </a:moveTo>
                  <a:lnTo>
                    <a:pt x="149860" y="6362"/>
                  </a:lnTo>
                  <a:lnTo>
                    <a:pt x="149860" y="7620"/>
                  </a:lnTo>
                  <a:lnTo>
                    <a:pt x="231140" y="7620"/>
                  </a:lnTo>
                  <a:lnTo>
                    <a:pt x="231140" y="6362"/>
                  </a:lnTo>
                  <a:close/>
                </a:path>
                <a:path w="231139" h="7619">
                  <a:moveTo>
                    <a:pt x="231140" y="2667"/>
                  </a:moveTo>
                  <a:lnTo>
                    <a:pt x="149860" y="2667"/>
                  </a:lnTo>
                  <a:lnTo>
                    <a:pt x="149860" y="6350"/>
                  </a:lnTo>
                  <a:lnTo>
                    <a:pt x="231140" y="6350"/>
                  </a:lnTo>
                  <a:lnTo>
                    <a:pt x="231140" y="2667"/>
                  </a:lnTo>
                  <a:close/>
                </a:path>
                <a:path w="231139" h="7619">
                  <a:moveTo>
                    <a:pt x="231140" y="0"/>
                  </a:moveTo>
                  <a:lnTo>
                    <a:pt x="148590" y="0"/>
                  </a:lnTo>
                  <a:lnTo>
                    <a:pt x="148590" y="2540"/>
                  </a:lnTo>
                  <a:lnTo>
                    <a:pt x="231140" y="2540"/>
                  </a:lnTo>
                  <a:lnTo>
                    <a:pt x="231140" y="0"/>
                  </a:lnTo>
                  <a:close/>
                </a:path>
              </a:pathLst>
            </a:custGeom>
            <a:solidFill>
              <a:srgbClr val="2F2900"/>
            </a:solidFill>
          </p:spPr>
          <p:txBody>
            <a:bodyPr wrap="square" lIns="0" tIns="0" rIns="0" bIns="0" rtlCol="0"/>
            <a:lstStyle/>
            <a:p/>
          </p:txBody>
        </p:sp>
        <p:sp>
          <p:nvSpPr>
            <p:cNvPr id="1098" name="object 1098"/>
            <p:cNvSpPr/>
            <p:nvPr/>
          </p:nvSpPr>
          <p:spPr>
            <a:xfrm>
              <a:off x="5050790" y="1200149"/>
              <a:ext cx="232410" cy="7620"/>
            </a:xfrm>
            <a:custGeom>
              <a:avLst/>
              <a:gdLst/>
              <a:ahLst/>
              <a:cxnLst/>
              <a:rect l="l" t="t" r="r" b="b"/>
              <a:pathLst>
                <a:path w="232410" h="7619">
                  <a:moveTo>
                    <a:pt x="95250" y="0"/>
                  </a:moveTo>
                  <a:lnTo>
                    <a:pt x="0" y="0"/>
                  </a:lnTo>
                  <a:lnTo>
                    <a:pt x="0" y="1270"/>
                  </a:lnTo>
                  <a:lnTo>
                    <a:pt x="0" y="3810"/>
                  </a:lnTo>
                  <a:lnTo>
                    <a:pt x="0" y="7620"/>
                  </a:lnTo>
                  <a:lnTo>
                    <a:pt x="92710" y="7620"/>
                  </a:lnTo>
                  <a:lnTo>
                    <a:pt x="92710" y="3810"/>
                  </a:lnTo>
                  <a:lnTo>
                    <a:pt x="93967" y="3810"/>
                  </a:lnTo>
                  <a:lnTo>
                    <a:pt x="93967" y="1270"/>
                  </a:lnTo>
                  <a:lnTo>
                    <a:pt x="95250" y="1270"/>
                  </a:lnTo>
                  <a:lnTo>
                    <a:pt x="95250" y="0"/>
                  </a:lnTo>
                  <a:close/>
                </a:path>
                <a:path w="232410" h="7619">
                  <a:moveTo>
                    <a:pt x="232410" y="3810"/>
                  </a:moveTo>
                  <a:lnTo>
                    <a:pt x="231140" y="3810"/>
                  </a:lnTo>
                  <a:lnTo>
                    <a:pt x="231140" y="0"/>
                  </a:lnTo>
                  <a:lnTo>
                    <a:pt x="149860" y="0"/>
                  </a:lnTo>
                  <a:lnTo>
                    <a:pt x="149860" y="3810"/>
                  </a:lnTo>
                  <a:lnTo>
                    <a:pt x="149860" y="7620"/>
                  </a:lnTo>
                  <a:lnTo>
                    <a:pt x="232410" y="7620"/>
                  </a:lnTo>
                  <a:lnTo>
                    <a:pt x="232410" y="3810"/>
                  </a:lnTo>
                  <a:close/>
                </a:path>
              </a:pathLst>
            </a:custGeom>
            <a:solidFill>
              <a:srgbClr val="332800"/>
            </a:solidFill>
          </p:spPr>
          <p:txBody>
            <a:bodyPr wrap="square" lIns="0" tIns="0" rIns="0" bIns="0" rtlCol="0"/>
            <a:lstStyle/>
            <a:p/>
          </p:txBody>
        </p:sp>
        <p:sp>
          <p:nvSpPr>
            <p:cNvPr id="1099" name="object 1099"/>
            <p:cNvSpPr/>
            <p:nvPr/>
          </p:nvSpPr>
          <p:spPr>
            <a:xfrm>
              <a:off x="5050790" y="1207769"/>
              <a:ext cx="232410" cy="6350"/>
            </a:xfrm>
            <a:custGeom>
              <a:avLst/>
              <a:gdLst/>
              <a:ahLst/>
              <a:cxnLst/>
              <a:rect l="l" t="t" r="r" b="b"/>
              <a:pathLst>
                <a:path w="232410" h="6350">
                  <a:moveTo>
                    <a:pt x="90170" y="3822"/>
                  </a:moveTo>
                  <a:lnTo>
                    <a:pt x="0" y="3822"/>
                  </a:lnTo>
                  <a:lnTo>
                    <a:pt x="0" y="6350"/>
                  </a:lnTo>
                  <a:lnTo>
                    <a:pt x="90170" y="6350"/>
                  </a:lnTo>
                  <a:lnTo>
                    <a:pt x="90170" y="3822"/>
                  </a:lnTo>
                  <a:close/>
                </a:path>
                <a:path w="232410" h="6350">
                  <a:moveTo>
                    <a:pt x="91440" y="0"/>
                  </a:moveTo>
                  <a:lnTo>
                    <a:pt x="0" y="0"/>
                  </a:lnTo>
                  <a:lnTo>
                    <a:pt x="0" y="3810"/>
                  </a:lnTo>
                  <a:lnTo>
                    <a:pt x="91440" y="3810"/>
                  </a:lnTo>
                  <a:lnTo>
                    <a:pt x="91440" y="0"/>
                  </a:lnTo>
                  <a:close/>
                </a:path>
                <a:path w="232410" h="6350">
                  <a:moveTo>
                    <a:pt x="232410" y="3822"/>
                  </a:moveTo>
                  <a:lnTo>
                    <a:pt x="151130" y="3822"/>
                  </a:lnTo>
                  <a:lnTo>
                    <a:pt x="151130" y="6350"/>
                  </a:lnTo>
                  <a:lnTo>
                    <a:pt x="232410" y="6350"/>
                  </a:lnTo>
                  <a:lnTo>
                    <a:pt x="232410" y="3822"/>
                  </a:lnTo>
                  <a:close/>
                </a:path>
                <a:path w="232410" h="6350">
                  <a:moveTo>
                    <a:pt x="232410" y="0"/>
                  </a:moveTo>
                  <a:lnTo>
                    <a:pt x="149860" y="0"/>
                  </a:lnTo>
                  <a:lnTo>
                    <a:pt x="149860" y="2540"/>
                  </a:lnTo>
                  <a:lnTo>
                    <a:pt x="151130" y="2540"/>
                  </a:lnTo>
                  <a:lnTo>
                    <a:pt x="151130" y="3810"/>
                  </a:lnTo>
                  <a:lnTo>
                    <a:pt x="232410" y="3810"/>
                  </a:lnTo>
                  <a:lnTo>
                    <a:pt x="232410" y="2540"/>
                  </a:lnTo>
                  <a:lnTo>
                    <a:pt x="232410" y="0"/>
                  </a:lnTo>
                  <a:close/>
                </a:path>
              </a:pathLst>
            </a:custGeom>
            <a:solidFill>
              <a:srgbClr val="352800"/>
            </a:solidFill>
          </p:spPr>
          <p:txBody>
            <a:bodyPr wrap="square" lIns="0" tIns="0" rIns="0" bIns="0" rtlCol="0"/>
            <a:lstStyle/>
            <a:p/>
          </p:txBody>
        </p:sp>
        <p:sp>
          <p:nvSpPr>
            <p:cNvPr id="1100" name="object 1100"/>
            <p:cNvSpPr/>
            <p:nvPr/>
          </p:nvSpPr>
          <p:spPr>
            <a:xfrm>
              <a:off x="5050790" y="1214119"/>
              <a:ext cx="232410" cy="7620"/>
            </a:xfrm>
            <a:custGeom>
              <a:avLst/>
              <a:gdLst/>
              <a:ahLst/>
              <a:cxnLst/>
              <a:rect l="l" t="t" r="r" b="b"/>
              <a:pathLst>
                <a:path w="232410" h="7619">
                  <a:moveTo>
                    <a:pt x="88900" y="0"/>
                  </a:moveTo>
                  <a:lnTo>
                    <a:pt x="0" y="0"/>
                  </a:lnTo>
                  <a:lnTo>
                    <a:pt x="0" y="3810"/>
                  </a:lnTo>
                  <a:lnTo>
                    <a:pt x="0" y="7620"/>
                  </a:lnTo>
                  <a:lnTo>
                    <a:pt x="87617" y="7620"/>
                  </a:lnTo>
                  <a:lnTo>
                    <a:pt x="87617" y="3810"/>
                  </a:lnTo>
                  <a:lnTo>
                    <a:pt x="88900" y="3810"/>
                  </a:lnTo>
                  <a:lnTo>
                    <a:pt x="88900" y="0"/>
                  </a:lnTo>
                  <a:close/>
                </a:path>
                <a:path w="232410" h="7619">
                  <a:moveTo>
                    <a:pt x="232410" y="0"/>
                  </a:moveTo>
                  <a:lnTo>
                    <a:pt x="151130" y="0"/>
                  </a:lnTo>
                  <a:lnTo>
                    <a:pt x="151130" y="7620"/>
                  </a:lnTo>
                  <a:lnTo>
                    <a:pt x="232410" y="7620"/>
                  </a:lnTo>
                  <a:lnTo>
                    <a:pt x="232410" y="0"/>
                  </a:lnTo>
                  <a:close/>
                </a:path>
              </a:pathLst>
            </a:custGeom>
            <a:solidFill>
              <a:srgbClr val="392700"/>
            </a:solidFill>
          </p:spPr>
          <p:txBody>
            <a:bodyPr wrap="square" lIns="0" tIns="0" rIns="0" bIns="0" rtlCol="0"/>
            <a:lstStyle/>
            <a:p/>
          </p:txBody>
        </p:sp>
        <p:sp>
          <p:nvSpPr>
            <p:cNvPr id="1101" name="object 1101"/>
            <p:cNvSpPr/>
            <p:nvPr/>
          </p:nvSpPr>
          <p:spPr>
            <a:xfrm>
              <a:off x="5050789" y="1221739"/>
              <a:ext cx="233679" cy="7620"/>
            </a:xfrm>
            <a:custGeom>
              <a:avLst/>
              <a:gdLst/>
              <a:ahLst/>
              <a:cxnLst/>
              <a:rect l="l" t="t" r="r" b="b"/>
              <a:pathLst>
                <a:path w="233679" h="7619">
                  <a:moveTo>
                    <a:pt x="86360" y="0"/>
                  </a:moveTo>
                  <a:lnTo>
                    <a:pt x="0" y="0"/>
                  </a:lnTo>
                  <a:lnTo>
                    <a:pt x="0" y="7620"/>
                  </a:lnTo>
                  <a:lnTo>
                    <a:pt x="85089" y="7620"/>
                  </a:lnTo>
                  <a:lnTo>
                    <a:pt x="85089" y="3810"/>
                  </a:lnTo>
                  <a:lnTo>
                    <a:pt x="86360" y="3810"/>
                  </a:lnTo>
                  <a:lnTo>
                    <a:pt x="86360" y="0"/>
                  </a:lnTo>
                  <a:close/>
                </a:path>
                <a:path w="233679" h="7619">
                  <a:moveTo>
                    <a:pt x="232410" y="0"/>
                  </a:moveTo>
                  <a:lnTo>
                    <a:pt x="151130" y="0"/>
                  </a:lnTo>
                  <a:lnTo>
                    <a:pt x="151130" y="7620"/>
                  </a:lnTo>
                  <a:lnTo>
                    <a:pt x="233680" y="7620"/>
                  </a:lnTo>
                  <a:lnTo>
                    <a:pt x="233680" y="1270"/>
                  </a:lnTo>
                  <a:lnTo>
                    <a:pt x="232410" y="1270"/>
                  </a:lnTo>
                  <a:lnTo>
                    <a:pt x="232410" y="0"/>
                  </a:lnTo>
                  <a:close/>
                </a:path>
              </a:pathLst>
            </a:custGeom>
            <a:solidFill>
              <a:srgbClr val="3C2600"/>
            </a:solidFill>
          </p:spPr>
          <p:txBody>
            <a:bodyPr wrap="square" lIns="0" tIns="0" rIns="0" bIns="0" rtlCol="0"/>
            <a:lstStyle/>
            <a:p/>
          </p:txBody>
        </p:sp>
        <p:sp>
          <p:nvSpPr>
            <p:cNvPr id="1102" name="object 1102"/>
            <p:cNvSpPr/>
            <p:nvPr/>
          </p:nvSpPr>
          <p:spPr>
            <a:xfrm>
              <a:off x="5050789" y="1229360"/>
              <a:ext cx="233679" cy="7620"/>
            </a:xfrm>
            <a:custGeom>
              <a:avLst/>
              <a:gdLst/>
              <a:ahLst/>
              <a:cxnLst/>
              <a:rect l="l" t="t" r="r" b="b"/>
              <a:pathLst>
                <a:path w="233679" h="7619">
                  <a:moveTo>
                    <a:pt x="85089" y="0"/>
                  </a:moveTo>
                  <a:lnTo>
                    <a:pt x="0" y="0"/>
                  </a:lnTo>
                  <a:lnTo>
                    <a:pt x="0" y="7619"/>
                  </a:lnTo>
                  <a:lnTo>
                    <a:pt x="82550" y="7619"/>
                  </a:lnTo>
                  <a:lnTo>
                    <a:pt x="82550" y="5079"/>
                  </a:lnTo>
                  <a:lnTo>
                    <a:pt x="83820" y="5079"/>
                  </a:lnTo>
                  <a:lnTo>
                    <a:pt x="83820" y="1269"/>
                  </a:lnTo>
                  <a:lnTo>
                    <a:pt x="85089" y="1269"/>
                  </a:lnTo>
                  <a:lnTo>
                    <a:pt x="85089" y="0"/>
                  </a:lnTo>
                  <a:close/>
                </a:path>
                <a:path w="233679" h="7619">
                  <a:moveTo>
                    <a:pt x="233680" y="0"/>
                  </a:moveTo>
                  <a:lnTo>
                    <a:pt x="151130" y="0"/>
                  </a:lnTo>
                  <a:lnTo>
                    <a:pt x="151130" y="7619"/>
                  </a:lnTo>
                  <a:lnTo>
                    <a:pt x="233680" y="7619"/>
                  </a:lnTo>
                  <a:lnTo>
                    <a:pt x="233680" y="0"/>
                  </a:lnTo>
                  <a:close/>
                </a:path>
              </a:pathLst>
            </a:custGeom>
            <a:solidFill>
              <a:srgbClr val="3F2600"/>
            </a:solidFill>
          </p:spPr>
          <p:txBody>
            <a:bodyPr wrap="square" lIns="0" tIns="0" rIns="0" bIns="0" rtlCol="0"/>
            <a:lstStyle/>
            <a:p/>
          </p:txBody>
        </p:sp>
        <p:sp>
          <p:nvSpPr>
            <p:cNvPr id="1103" name="object 1103"/>
            <p:cNvSpPr/>
            <p:nvPr/>
          </p:nvSpPr>
          <p:spPr>
            <a:xfrm>
              <a:off x="5050790" y="1236979"/>
              <a:ext cx="233679" cy="6350"/>
            </a:xfrm>
            <a:custGeom>
              <a:avLst/>
              <a:gdLst/>
              <a:ahLst/>
              <a:cxnLst/>
              <a:rect l="l" t="t" r="r" b="b"/>
              <a:pathLst>
                <a:path w="233679" h="6350">
                  <a:moveTo>
                    <a:pt x="82550" y="0"/>
                  </a:moveTo>
                  <a:lnTo>
                    <a:pt x="0" y="0"/>
                  </a:lnTo>
                  <a:lnTo>
                    <a:pt x="0" y="6350"/>
                  </a:lnTo>
                  <a:lnTo>
                    <a:pt x="82550" y="6350"/>
                  </a:lnTo>
                  <a:lnTo>
                    <a:pt x="82550" y="0"/>
                  </a:lnTo>
                  <a:close/>
                </a:path>
                <a:path w="233679" h="6350">
                  <a:moveTo>
                    <a:pt x="233680" y="0"/>
                  </a:moveTo>
                  <a:lnTo>
                    <a:pt x="151130" y="0"/>
                  </a:lnTo>
                  <a:lnTo>
                    <a:pt x="151130" y="6350"/>
                  </a:lnTo>
                  <a:lnTo>
                    <a:pt x="233667" y="6350"/>
                  </a:lnTo>
                  <a:lnTo>
                    <a:pt x="233680" y="0"/>
                  </a:lnTo>
                  <a:close/>
                </a:path>
              </a:pathLst>
            </a:custGeom>
            <a:solidFill>
              <a:srgbClr val="422500"/>
            </a:solidFill>
          </p:spPr>
          <p:txBody>
            <a:bodyPr wrap="square" lIns="0" tIns="0" rIns="0" bIns="0" rtlCol="0"/>
            <a:lstStyle/>
            <a:p/>
          </p:txBody>
        </p:sp>
        <p:sp>
          <p:nvSpPr>
            <p:cNvPr id="1104" name="object 1104"/>
            <p:cNvSpPr/>
            <p:nvPr/>
          </p:nvSpPr>
          <p:spPr>
            <a:xfrm>
              <a:off x="5050789" y="1243329"/>
              <a:ext cx="233679" cy="7620"/>
            </a:xfrm>
            <a:custGeom>
              <a:avLst/>
              <a:gdLst/>
              <a:ahLst/>
              <a:cxnLst/>
              <a:rect l="l" t="t" r="r" b="b"/>
              <a:pathLst>
                <a:path w="233679" h="7619">
                  <a:moveTo>
                    <a:pt x="82550" y="0"/>
                  </a:moveTo>
                  <a:lnTo>
                    <a:pt x="0" y="0"/>
                  </a:lnTo>
                  <a:lnTo>
                    <a:pt x="0" y="7620"/>
                  </a:lnTo>
                  <a:lnTo>
                    <a:pt x="82550" y="7620"/>
                  </a:lnTo>
                  <a:lnTo>
                    <a:pt x="82550" y="0"/>
                  </a:lnTo>
                  <a:close/>
                </a:path>
                <a:path w="233679" h="7619">
                  <a:moveTo>
                    <a:pt x="233679" y="0"/>
                  </a:moveTo>
                  <a:lnTo>
                    <a:pt x="151130" y="0"/>
                  </a:lnTo>
                  <a:lnTo>
                    <a:pt x="151130" y="1270"/>
                  </a:lnTo>
                  <a:lnTo>
                    <a:pt x="152400" y="1270"/>
                  </a:lnTo>
                  <a:lnTo>
                    <a:pt x="152400" y="7620"/>
                  </a:lnTo>
                  <a:lnTo>
                    <a:pt x="233679" y="7620"/>
                  </a:lnTo>
                  <a:lnTo>
                    <a:pt x="233679" y="0"/>
                  </a:lnTo>
                  <a:close/>
                </a:path>
              </a:pathLst>
            </a:custGeom>
            <a:solidFill>
              <a:srgbClr val="462400"/>
            </a:solidFill>
          </p:spPr>
          <p:txBody>
            <a:bodyPr wrap="square" lIns="0" tIns="0" rIns="0" bIns="0" rtlCol="0"/>
            <a:lstStyle/>
            <a:p/>
          </p:txBody>
        </p:sp>
        <p:sp>
          <p:nvSpPr>
            <p:cNvPr id="1105" name="object 1105"/>
            <p:cNvSpPr/>
            <p:nvPr/>
          </p:nvSpPr>
          <p:spPr>
            <a:xfrm>
              <a:off x="5050789" y="1250950"/>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3679" y="0"/>
                  </a:moveTo>
                  <a:lnTo>
                    <a:pt x="152400" y="0"/>
                  </a:lnTo>
                  <a:lnTo>
                    <a:pt x="152400" y="7620"/>
                  </a:lnTo>
                  <a:lnTo>
                    <a:pt x="234950" y="7620"/>
                  </a:lnTo>
                  <a:lnTo>
                    <a:pt x="234950" y="3810"/>
                  </a:lnTo>
                  <a:lnTo>
                    <a:pt x="233679" y="3810"/>
                  </a:lnTo>
                  <a:lnTo>
                    <a:pt x="233679" y="0"/>
                  </a:lnTo>
                  <a:close/>
                </a:path>
              </a:pathLst>
            </a:custGeom>
            <a:solidFill>
              <a:srgbClr val="492400"/>
            </a:solidFill>
          </p:spPr>
          <p:txBody>
            <a:bodyPr wrap="square" lIns="0" tIns="0" rIns="0" bIns="0" rtlCol="0"/>
            <a:lstStyle/>
            <a:p/>
          </p:txBody>
        </p:sp>
        <p:sp>
          <p:nvSpPr>
            <p:cNvPr id="1106" name="object 1106"/>
            <p:cNvSpPr/>
            <p:nvPr/>
          </p:nvSpPr>
          <p:spPr>
            <a:xfrm>
              <a:off x="5050790" y="125856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4C2300"/>
            </a:solidFill>
          </p:spPr>
          <p:txBody>
            <a:bodyPr wrap="square" lIns="0" tIns="0" rIns="0" bIns="0" rtlCol="0"/>
            <a:lstStyle/>
            <a:p/>
          </p:txBody>
        </p:sp>
        <p:sp>
          <p:nvSpPr>
            <p:cNvPr id="1107" name="object 1107"/>
            <p:cNvSpPr/>
            <p:nvPr/>
          </p:nvSpPr>
          <p:spPr>
            <a:xfrm>
              <a:off x="5050790" y="12649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4F2200"/>
            </a:solidFill>
          </p:spPr>
          <p:txBody>
            <a:bodyPr wrap="square" lIns="0" tIns="0" rIns="0" bIns="0" rtlCol="0"/>
            <a:lstStyle/>
            <a:p/>
          </p:txBody>
        </p:sp>
        <p:sp>
          <p:nvSpPr>
            <p:cNvPr id="1108" name="object 1108"/>
            <p:cNvSpPr/>
            <p:nvPr/>
          </p:nvSpPr>
          <p:spPr>
            <a:xfrm>
              <a:off x="5050790" y="127253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22200"/>
            </a:solidFill>
          </p:spPr>
          <p:txBody>
            <a:bodyPr wrap="square" lIns="0" tIns="0" rIns="0" bIns="0" rtlCol="0"/>
            <a:lstStyle/>
            <a:p/>
          </p:txBody>
        </p:sp>
        <p:sp>
          <p:nvSpPr>
            <p:cNvPr id="1109" name="object 1109"/>
            <p:cNvSpPr/>
            <p:nvPr/>
          </p:nvSpPr>
          <p:spPr>
            <a:xfrm>
              <a:off x="5050790" y="128015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562100"/>
            </a:solidFill>
          </p:spPr>
          <p:txBody>
            <a:bodyPr wrap="square" lIns="0" tIns="0" rIns="0" bIns="0" rtlCol="0"/>
            <a:lstStyle/>
            <a:p/>
          </p:txBody>
        </p:sp>
        <p:sp>
          <p:nvSpPr>
            <p:cNvPr id="1110" name="object 1110"/>
            <p:cNvSpPr/>
            <p:nvPr/>
          </p:nvSpPr>
          <p:spPr>
            <a:xfrm>
              <a:off x="5050790" y="12865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92000"/>
            </a:solidFill>
          </p:spPr>
          <p:txBody>
            <a:bodyPr wrap="square" lIns="0" tIns="0" rIns="0" bIns="0" rtlCol="0"/>
            <a:lstStyle/>
            <a:p/>
          </p:txBody>
        </p:sp>
        <p:sp>
          <p:nvSpPr>
            <p:cNvPr id="1111" name="object 1111"/>
            <p:cNvSpPr/>
            <p:nvPr/>
          </p:nvSpPr>
          <p:spPr>
            <a:xfrm>
              <a:off x="5050790" y="129412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C2000"/>
            </a:solidFill>
          </p:spPr>
          <p:txBody>
            <a:bodyPr wrap="square" lIns="0" tIns="0" rIns="0" bIns="0" rtlCol="0"/>
            <a:lstStyle/>
            <a:p/>
          </p:txBody>
        </p:sp>
        <p:sp>
          <p:nvSpPr>
            <p:cNvPr id="1112" name="object 1112"/>
            <p:cNvSpPr/>
            <p:nvPr/>
          </p:nvSpPr>
          <p:spPr>
            <a:xfrm>
              <a:off x="5050790" y="130174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5F1F00"/>
            </a:solidFill>
          </p:spPr>
          <p:txBody>
            <a:bodyPr wrap="square" lIns="0" tIns="0" rIns="0" bIns="0" rtlCol="0"/>
            <a:lstStyle/>
            <a:p/>
          </p:txBody>
        </p:sp>
        <p:sp>
          <p:nvSpPr>
            <p:cNvPr id="1113" name="object 1113"/>
            <p:cNvSpPr/>
            <p:nvPr/>
          </p:nvSpPr>
          <p:spPr>
            <a:xfrm>
              <a:off x="5050790" y="13080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31E00"/>
            </a:solidFill>
          </p:spPr>
          <p:txBody>
            <a:bodyPr wrap="square" lIns="0" tIns="0" rIns="0" bIns="0" rtlCol="0"/>
            <a:lstStyle/>
            <a:p/>
          </p:txBody>
        </p:sp>
        <p:sp>
          <p:nvSpPr>
            <p:cNvPr id="1114" name="object 1114"/>
            <p:cNvSpPr/>
            <p:nvPr/>
          </p:nvSpPr>
          <p:spPr>
            <a:xfrm>
              <a:off x="5050790" y="13157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61E00"/>
            </a:solidFill>
          </p:spPr>
          <p:txBody>
            <a:bodyPr wrap="square" lIns="0" tIns="0" rIns="0" bIns="0" rtlCol="0"/>
            <a:lstStyle/>
            <a:p/>
          </p:txBody>
        </p:sp>
        <p:sp>
          <p:nvSpPr>
            <p:cNvPr id="1115" name="object 1115"/>
            <p:cNvSpPr/>
            <p:nvPr/>
          </p:nvSpPr>
          <p:spPr>
            <a:xfrm>
              <a:off x="5050790" y="132333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691D00"/>
            </a:solidFill>
          </p:spPr>
          <p:txBody>
            <a:bodyPr wrap="square" lIns="0" tIns="0" rIns="0" bIns="0" rtlCol="0"/>
            <a:lstStyle/>
            <a:p/>
          </p:txBody>
        </p:sp>
        <p:sp>
          <p:nvSpPr>
            <p:cNvPr id="1116" name="object 1116"/>
            <p:cNvSpPr/>
            <p:nvPr/>
          </p:nvSpPr>
          <p:spPr>
            <a:xfrm>
              <a:off x="5050790" y="13296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C1D00"/>
            </a:solidFill>
          </p:spPr>
          <p:txBody>
            <a:bodyPr wrap="square" lIns="0" tIns="0" rIns="0" bIns="0" rtlCol="0"/>
            <a:lstStyle/>
            <a:p/>
          </p:txBody>
        </p:sp>
        <p:sp>
          <p:nvSpPr>
            <p:cNvPr id="1117" name="object 1117"/>
            <p:cNvSpPr/>
            <p:nvPr/>
          </p:nvSpPr>
          <p:spPr>
            <a:xfrm>
              <a:off x="5050790" y="13373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F1C00"/>
            </a:solidFill>
          </p:spPr>
          <p:txBody>
            <a:bodyPr wrap="square" lIns="0" tIns="0" rIns="0" bIns="0" rtlCol="0"/>
            <a:lstStyle/>
            <a:p/>
          </p:txBody>
        </p:sp>
        <p:sp>
          <p:nvSpPr>
            <p:cNvPr id="1118" name="object 1118"/>
            <p:cNvSpPr/>
            <p:nvPr/>
          </p:nvSpPr>
          <p:spPr>
            <a:xfrm>
              <a:off x="5050790" y="134492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731B00"/>
            </a:solidFill>
          </p:spPr>
          <p:txBody>
            <a:bodyPr wrap="square" lIns="0" tIns="0" rIns="0" bIns="0" rtlCol="0"/>
            <a:lstStyle/>
            <a:p/>
          </p:txBody>
        </p:sp>
        <p:sp>
          <p:nvSpPr>
            <p:cNvPr id="1119" name="object 1119"/>
            <p:cNvSpPr/>
            <p:nvPr/>
          </p:nvSpPr>
          <p:spPr>
            <a:xfrm>
              <a:off x="5050790" y="13512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61B00"/>
            </a:solidFill>
          </p:spPr>
          <p:txBody>
            <a:bodyPr wrap="square" lIns="0" tIns="0" rIns="0" bIns="0" rtlCol="0"/>
            <a:lstStyle/>
            <a:p/>
          </p:txBody>
        </p:sp>
        <p:sp>
          <p:nvSpPr>
            <p:cNvPr id="1120" name="object 1120"/>
            <p:cNvSpPr/>
            <p:nvPr/>
          </p:nvSpPr>
          <p:spPr>
            <a:xfrm>
              <a:off x="5050790" y="13588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91A00"/>
            </a:solidFill>
          </p:spPr>
          <p:txBody>
            <a:bodyPr wrap="square" lIns="0" tIns="0" rIns="0" bIns="0" rtlCol="0"/>
            <a:lstStyle/>
            <a:p/>
          </p:txBody>
        </p:sp>
        <p:sp>
          <p:nvSpPr>
            <p:cNvPr id="1121" name="object 1121"/>
            <p:cNvSpPr/>
            <p:nvPr/>
          </p:nvSpPr>
          <p:spPr>
            <a:xfrm>
              <a:off x="5050790" y="13665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C1900"/>
            </a:solidFill>
          </p:spPr>
          <p:txBody>
            <a:bodyPr wrap="square" lIns="0" tIns="0" rIns="0" bIns="0" rtlCol="0"/>
            <a:lstStyle/>
            <a:p/>
          </p:txBody>
        </p:sp>
        <p:sp>
          <p:nvSpPr>
            <p:cNvPr id="1122" name="object 1122"/>
            <p:cNvSpPr/>
            <p:nvPr/>
          </p:nvSpPr>
          <p:spPr>
            <a:xfrm>
              <a:off x="5050790" y="137413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801900"/>
            </a:solidFill>
          </p:spPr>
          <p:txBody>
            <a:bodyPr wrap="square" lIns="0" tIns="0" rIns="0" bIns="0" rtlCol="0"/>
            <a:lstStyle/>
            <a:p/>
          </p:txBody>
        </p:sp>
        <p:sp>
          <p:nvSpPr>
            <p:cNvPr id="1123" name="object 1123"/>
            <p:cNvSpPr/>
            <p:nvPr/>
          </p:nvSpPr>
          <p:spPr>
            <a:xfrm>
              <a:off x="5050790" y="13804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31800"/>
            </a:solidFill>
          </p:spPr>
          <p:txBody>
            <a:bodyPr wrap="square" lIns="0" tIns="0" rIns="0" bIns="0" rtlCol="0"/>
            <a:lstStyle/>
            <a:p/>
          </p:txBody>
        </p:sp>
        <p:sp>
          <p:nvSpPr>
            <p:cNvPr id="1124" name="object 1124"/>
            <p:cNvSpPr/>
            <p:nvPr/>
          </p:nvSpPr>
          <p:spPr>
            <a:xfrm>
              <a:off x="5050790" y="13881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61700"/>
            </a:solidFill>
          </p:spPr>
          <p:txBody>
            <a:bodyPr wrap="square" lIns="0" tIns="0" rIns="0" bIns="0" rtlCol="0"/>
            <a:lstStyle/>
            <a:p/>
          </p:txBody>
        </p:sp>
        <p:sp>
          <p:nvSpPr>
            <p:cNvPr id="1125" name="object 1125"/>
            <p:cNvSpPr/>
            <p:nvPr/>
          </p:nvSpPr>
          <p:spPr>
            <a:xfrm>
              <a:off x="5050790" y="139572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891700"/>
            </a:solidFill>
          </p:spPr>
          <p:txBody>
            <a:bodyPr wrap="square" lIns="0" tIns="0" rIns="0" bIns="0" rtlCol="0"/>
            <a:lstStyle/>
            <a:p/>
          </p:txBody>
        </p:sp>
        <p:sp>
          <p:nvSpPr>
            <p:cNvPr id="1126" name="object 1126"/>
            <p:cNvSpPr/>
            <p:nvPr/>
          </p:nvSpPr>
          <p:spPr>
            <a:xfrm>
              <a:off x="5050790" y="14020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D1600"/>
            </a:solidFill>
          </p:spPr>
          <p:txBody>
            <a:bodyPr wrap="square" lIns="0" tIns="0" rIns="0" bIns="0" rtlCol="0"/>
            <a:lstStyle/>
            <a:p/>
          </p:txBody>
        </p:sp>
        <p:sp>
          <p:nvSpPr>
            <p:cNvPr id="1127" name="object 1127"/>
            <p:cNvSpPr/>
            <p:nvPr/>
          </p:nvSpPr>
          <p:spPr>
            <a:xfrm>
              <a:off x="5050790" y="14096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01500"/>
            </a:solidFill>
          </p:spPr>
          <p:txBody>
            <a:bodyPr wrap="square" lIns="0" tIns="0" rIns="0" bIns="0" rtlCol="0"/>
            <a:lstStyle/>
            <a:p/>
          </p:txBody>
        </p:sp>
        <p:sp>
          <p:nvSpPr>
            <p:cNvPr id="1128" name="object 1128"/>
            <p:cNvSpPr/>
            <p:nvPr/>
          </p:nvSpPr>
          <p:spPr>
            <a:xfrm>
              <a:off x="5050790" y="141731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931500"/>
            </a:solidFill>
          </p:spPr>
          <p:txBody>
            <a:bodyPr wrap="square" lIns="0" tIns="0" rIns="0" bIns="0" rtlCol="0"/>
            <a:lstStyle/>
            <a:p/>
          </p:txBody>
        </p:sp>
        <p:sp>
          <p:nvSpPr>
            <p:cNvPr id="1129" name="object 1129"/>
            <p:cNvSpPr/>
            <p:nvPr/>
          </p:nvSpPr>
          <p:spPr>
            <a:xfrm>
              <a:off x="5050790" y="14236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61400"/>
            </a:solidFill>
          </p:spPr>
          <p:txBody>
            <a:bodyPr wrap="square" lIns="0" tIns="0" rIns="0" bIns="0" rtlCol="0"/>
            <a:lstStyle/>
            <a:p/>
          </p:txBody>
        </p:sp>
        <p:sp>
          <p:nvSpPr>
            <p:cNvPr id="1130" name="object 1130"/>
            <p:cNvSpPr/>
            <p:nvPr/>
          </p:nvSpPr>
          <p:spPr>
            <a:xfrm>
              <a:off x="5050790" y="14312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91400"/>
            </a:solidFill>
          </p:spPr>
          <p:txBody>
            <a:bodyPr wrap="square" lIns="0" tIns="0" rIns="0" bIns="0" rtlCol="0"/>
            <a:lstStyle/>
            <a:p/>
          </p:txBody>
        </p:sp>
        <p:sp>
          <p:nvSpPr>
            <p:cNvPr id="1131" name="object 1131"/>
            <p:cNvSpPr/>
            <p:nvPr/>
          </p:nvSpPr>
          <p:spPr>
            <a:xfrm>
              <a:off x="5050790" y="143890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9D1300"/>
            </a:solidFill>
          </p:spPr>
          <p:txBody>
            <a:bodyPr wrap="square" lIns="0" tIns="0" rIns="0" bIns="0" rtlCol="0"/>
            <a:lstStyle/>
            <a:p/>
          </p:txBody>
        </p:sp>
        <p:sp>
          <p:nvSpPr>
            <p:cNvPr id="1132" name="object 1132"/>
            <p:cNvSpPr/>
            <p:nvPr/>
          </p:nvSpPr>
          <p:spPr>
            <a:xfrm>
              <a:off x="5050790" y="144525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01200"/>
            </a:solidFill>
          </p:spPr>
          <p:txBody>
            <a:bodyPr wrap="square" lIns="0" tIns="0" rIns="0" bIns="0" rtlCol="0"/>
            <a:lstStyle/>
            <a:p/>
          </p:txBody>
        </p:sp>
        <p:sp>
          <p:nvSpPr>
            <p:cNvPr id="1133" name="object 1133"/>
            <p:cNvSpPr/>
            <p:nvPr/>
          </p:nvSpPr>
          <p:spPr>
            <a:xfrm>
              <a:off x="5050790" y="14528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31200"/>
            </a:solidFill>
          </p:spPr>
          <p:txBody>
            <a:bodyPr wrap="square" lIns="0" tIns="0" rIns="0" bIns="0" rtlCol="0"/>
            <a:lstStyle/>
            <a:p/>
          </p:txBody>
        </p:sp>
        <p:sp>
          <p:nvSpPr>
            <p:cNvPr id="1134" name="object 1134"/>
            <p:cNvSpPr/>
            <p:nvPr/>
          </p:nvSpPr>
          <p:spPr>
            <a:xfrm>
              <a:off x="5050790" y="146049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A61100"/>
            </a:solidFill>
          </p:spPr>
          <p:txBody>
            <a:bodyPr wrap="square" lIns="0" tIns="0" rIns="0" bIns="0" rtlCol="0"/>
            <a:lstStyle/>
            <a:p/>
          </p:txBody>
        </p:sp>
        <p:sp>
          <p:nvSpPr>
            <p:cNvPr id="1135" name="object 1135"/>
            <p:cNvSpPr/>
            <p:nvPr/>
          </p:nvSpPr>
          <p:spPr>
            <a:xfrm>
              <a:off x="5050790" y="146684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A1000"/>
            </a:solidFill>
          </p:spPr>
          <p:txBody>
            <a:bodyPr wrap="square" lIns="0" tIns="0" rIns="0" bIns="0" rtlCol="0"/>
            <a:lstStyle/>
            <a:p/>
          </p:txBody>
        </p:sp>
        <p:sp>
          <p:nvSpPr>
            <p:cNvPr id="1136" name="object 1136"/>
            <p:cNvSpPr/>
            <p:nvPr/>
          </p:nvSpPr>
          <p:spPr>
            <a:xfrm>
              <a:off x="5050790" y="14744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D1000"/>
            </a:solidFill>
          </p:spPr>
          <p:txBody>
            <a:bodyPr wrap="square" lIns="0" tIns="0" rIns="0" bIns="0" rtlCol="0"/>
            <a:lstStyle/>
            <a:p/>
          </p:txBody>
        </p:sp>
        <p:sp>
          <p:nvSpPr>
            <p:cNvPr id="1137" name="object 1137"/>
            <p:cNvSpPr/>
            <p:nvPr/>
          </p:nvSpPr>
          <p:spPr>
            <a:xfrm>
              <a:off x="5050790" y="148208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B00F00"/>
            </a:solidFill>
          </p:spPr>
          <p:txBody>
            <a:bodyPr wrap="square" lIns="0" tIns="0" rIns="0" bIns="0" rtlCol="0"/>
            <a:lstStyle/>
            <a:p/>
          </p:txBody>
        </p:sp>
        <p:sp>
          <p:nvSpPr>
            <p:cNvPr id="1138" name="object 1138"/>
            <p:cNvSpPr/>
            <p:nvPr/>
          </p:nvSpPr>
          <p:spPr>
            <a:xfrm>
              <a:off x="5050790" y="148843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30E00"/>
            </a:solidFill>
          </p:spPr>
          <p:txBody>
            <a:bodyPr wrap="square" lIns="0" tIns="0" rIns="0" bIns="0" rtlCol="0"/>
            <a:lstStyle/>
            <a:p/>
          </p:txBody>
        </p:sp>
        <p:sp>
          <p:nvSpPr>
            <p:cNvPr id="1139" name="object 1139"/>
            <p:cNvSpPr/>
            <p:nvPr/>
          </p:nvSpPr>
          <p:spPr>
            <a:xfrm>
              <a:off x="5050790" y="149605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60E00"/>
            </a:solidFill>
          </p:spPr>
          <p:txBody>
            <a:bodyPr wrap="square" lIns="0" tIns="0" rIns="0" bIns="0" rtlCol="0"/>
            <a:lstStyle/>
            <a:p/>
          </p:txBody>
        </p:sp>
        <p:sp>
          <p:nvSpPr>
            <p:cNvPr id="1140" name="object 1140"/>
            <p:cNvSpPr/>
            <p:nvPr/>
          </p:nvSpPr>
          <p:spPr>
            <a:xfrm>
              <a:off x="5050790" y="15036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A0D00"/>
            </a:solidFill>
          </p:spPr>
          <p:txBody>
            <a:bodyPr wrap="square" lIns="0" tIns="0" rIns="0" bIns="0" rtlCol="0"/>
            <a:lstStyle/>
            <a:p/>
          </p:txBody>
        </p:sp>
        <p:sp>
          <p:nvSpPr>
            <p:cNvPr id="1141" name="object 1141"/>
            <p:cNvSpPr/>
            <p:nvPr/>
          </p:nvSpPr>
          <p:spPr>
            <a:xfrm>
              <a:off x="5050790" y="151129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BD0C00"/>
            </a:solidFill>
          </p:spPr>
          <p:txBody>
            <a:bodyPr wrap="square" lIns="0" tIns="0" rIns="0" bIns="0" rtlCol="0"/>
            <a:lstStyle/>
            <a:p/>
          </p:txBody>
        </p:sp>
        <p:sp>
          <p:nvSpPr>
            <p:cNvPr id="1142" name="object 1142"/>
            <p:cNvSpPr/>
            <p:nvPr/>
          </p:nvSpPr>
          <p:spPr>
            <a:xfrm>
              <a:off x="5050790" y="151764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00C00"/>
            </a:solidFill>
          </p:spPr>
          <p:txBody>
            <a:bodyPr wrap="square" lIns="0" tIns="0" rIns="0" bIns="0" rtlCol="0"/>
            <a:lstStyle/>
            <a:p/>
          </p:txBody>
        </p:sp>
        <p:sp>
          <p:nvSpPr>
            <p:cNvPr id="1143" name="object 1143"/>
            <p:cNvSpPr/>
            <p:nvPr/>
          </p:nvSpPr>
          <p:spPr>
            <a:xfrm>
              <a:off x="5050790" y="15252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30B00"/>
            </a:solidFill>
          </p:spPr>
          <p:txBody>
            <a:bodyPr wrap="square" lIns="0" tIns="0" rIns="0" bIns="0" rtlCol="0"/>
            <a:lstStyle/>
            <a:p/>
          </p:txBody>
        </p:sp>
        <p:sp>
          <p:nvSpPr>
            <p:cNvPr id="1144" name="object 1144"/>
            <p:cNvSpPr/>
            <p:nvPr/>
          </p:nvSpPr>
          <p:spPr>
            <a:xfrm>
              <a:off x="5050790" y="153288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C70A00"/>
            </a:solidFill>
          </p:spPr>
          <p:txBody>
            <a:bodyPr wrap="square" lIns="0" tIns="0" rIns="0" bIns="0" rtlCol="0"/>
            <a:lstStyle/>
            <a:p/>
          </p:txBody>
        </p:sp>
        <p:sp>
          <p:nvSpPr>
            <p:cNvPr id="1145" name="object 1145"/>
            <p:cNvSpPr/>
            <p:nvPr/>
          </p:nvSpPr>
          <p:spPr>
            <a:xfrm>
              <a:off x="5050790" y="153923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A0A00"/>
            </a:solidFill>
          </p:spPr>
          <p:txBody>
            <a:bodyPr wrap="square" lIns="0" tIns="0" rIns="0" bIns="0" rtlCol="0"/>
            <a:lstStyle/>
            <a:p/>
          </p:txBody>
        </p:sp>
        <p:sp>
          <p:nvSpPr>
            <p:cNvPr id="1146" name="object 1146"/>
            <p:cNvSpPr/>
            <p:nvPr/>
          </p:nvSpPr>
          <p:spPr>
            <a:xfrm>
              <a:off x="5050790" y="154685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D0900"/>
            </a:solidFill>
          </p:spPr>
          <p:txBody>
            <a:bodyPr wrap="square" lIns="0" tIns="0" rIns="0" bIns="0" rtlCol="0"/>
            <a:lstStyle/>
            <a:p/>
          </p:txBody>
        </p:sp>
        <p:sp>
          <p:nvSpPr>
            <p:cNvPr id="1147" name="object 1147"/>
            <p:cNvSpPr/>
            <p:nvPr/>
          </p:nvSpPr>
          <p:spPr>
            <a:xfrm>
              <a:off x="5050790" y="155447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D00900"/>
            </a:solidFill>
          </p:spPr>
          <p:txBody>
            <a:bodyPr wrap="square" lIns="0" tIns="0" rIns="0" bIns="0" rtlCol="0"/>
            <a:lstStyle/>
            <a:p/>
          </p:txBody>
        </p:sp>
        <p:sp>
          <p:nvSpPr>
            <p:cNvPr id="1148" name="object 1148"/>
            <p:cNvSpPr/>
            <p:nvPr/>
          </p:nvSpPr>
          <p:spPr>
            <a:xfrm>
              <a:off x="5049519" y="1560830"/>
              <a:ext cx="236220" cy="7620"/>
            </a:xfrm>
            <a:custGeom>
              <a:avLst/>
              <a:gdLst/>
              <a:ahLst/>
              <a:cxnLst/>
              <a:rect l="l" t="t" r="r" b="b"/>
              <a:pathLst>
                <a:path w="236220" h="7619">
                  <a:moveTo>
                    <a:pt x="83819" y="0"/>
                  </a:moveTo>
                  <a:lnTo>
                    <a:pt x="1269" y="0"/>
                  </a:lnTo>
                  <a:lnTo>
                    <a:pt x="1269" y="2540"/>
                  </a:lnTo>
                  <a:lnTo>
                    <a:pt x="0" y="2540"/>
                  </a:lnTo>
                  <a:lnTo>
                    <a:pt x="0" y="7620"/>
                  </a:lnTo>
                  <a:lnTo>
                    <a:pt x="83820" y="7620"/>
                  </a:lnTo>
                  <a:lnTo>
                    <a:pt x="83819" y="0"/>
                  </a:lnTo>
                  <a:close/>
                </a:path>
                <a:path w="236220" h="7619">
                  <a:moveTo>
                    <a:pt x="236220" y="0"/>
                  </a:moveTo>
                  <a:lnTo>
                    <a:pt x="152400" y="0"/>
                  </a:lnTo>
                  <a:lnTo>
                    <a:pt x="152400" y="7620"/>
                  </a:lnTo>
                  <a:lnTo>
                    <a:pt x="236220" y="7620"/>
                  </a:lnTo>
                  <a:lnTo>
                    <a:pt x="236220" y="0"/>
                  </a:lnTo>
                  <a:close/>
                </a:path>
              </a:pathLst>
            </a:custGeom>
            <a:solidFill>
              <a:srgbClr val="D40800"/>
            </a:solidFill>
          </p:spPr>
          <p:txBody>
            <a:bodyPr wrap="square" lIns="0" tIns="0" rIns="0" bIns="0" rtlCol="0"/>
            <a:lstStyle/>
            <a:p/>
          </p:txBody>
        </p:sp>
        <p:sp>
          <p:nvSpPr>
            <p:cNvPr id="1149" name="object 1149"/>
            <p:cNvSpPr/>
            <p:nvPr/>
          </p:nvSpPr>
          <p:spPr>
            <a:xfrm>
              <a:off x="5049519" y="1568450"/>
              <a:ext cx="237490" cy="7620"/>
            </a:xfrm>
            <a:custGeom>
              <a:avLst/>
              <a:gdLst/>
              <a:ahLst/>
              <a:cxnLst/>
              <a:rect l="l" t="t" r="r" b="b"/>
              <a:pathLst>
                <a:path w="237489" h="7619">
                  <a:moveTo>
                    <a:pt x="83820" y="0"/>
                  </a:moveTo>
                  <a:lnTo>
                    <a:pt x="0" y="0"/>
                  </a:lnTo>
                  <a:lnTo>
                    <a:pt x="0" y="7620"/>
                  </a:lnTo>
                  <a:lnTo>
                    <a:pt x="85089" y="7620"/>
                  </a:lnTo>
                  <a:lnTo>
                    <a:pt x="85089" y="5079"/>
                  </a:lnTo>
                  <a:lnTo>
                    <a:pt x="83820" y="5079"/>
                  </a:lnTo>
                  <a:lnTo>
                    <a:pt x="83820" y="0"/>
                  </a:lnTo>
                  <a:close/>
                </a:path>
                <a:path w="237489" h="7619">
                  <a:moveTo>
                    <a:pt x="236220" y="0"/>
                  </a:moveTo>
                  <a:lnTo>
                    <a:pt x="152400" y="0"/>
                  </a:lnTo>
                  <a:lnTo>
                    <a:pt x="152400" y="7620"/>
                  </a:lnTo>
                  <a:lnTo>
                    <a:pt x="237489" y="7620"/>
                  </a:lnTo>
                  <a:lnTo>
                    <a:pt x="237489" y="6350"/>
                  </a:lnTo>
                  <a:lnTo>
                    <a:pt x="236220" y="6350"/>
                  </a:lnTo>
                  <a:lnTo>
                    <a:pt x="236220" y="0"/>
                  </a:lnTo>
                  <a:close/>
                </a:path>
              </a:pathLst>
            </a:custGeom>
            <a:solidFill>
              <a:srgbClr val="D70700"/>
            </a:solidFill>
          </p:spPr>
          <p:txBody>
            <a:bodyPr wrap="square" lIns="0" tIns="0" rIns="0" bIns="0" rtlCol="0"/>
            <a:lstStyle/>
            <a:p/>
          </p:txBody>
        </p:sp>
        <p:sp>
          <p:nvSpPr>
            <p:cNvPr id="1150" name="object 1150"/>
            <p:cNvSpPr/>
            <p:nvPr/>
          </p:nvSpPr>
          <p:spPr>
            <a:xfrm>
              <a:off x="5049519" y="1576069"/>
              <a:ext cx="237490" cy="6350"/>
            </a:xfrm>
            <a:custGeom>
              <a:avLst/>
              <a:gdLst/>
              <a:ahLst/>
              <a:cxnLst/>
              <a:rect l="l" t="t" r="r" b="b"/>
              <a:pathLst>
                <a:path w="237489" h="6350">
                  <a:moveTo>
                    <a:pt x="85089" y="0"/>
                  </a:moveTo>
                  <a:lnTo>
                    <a:pt x="0" y="0"/>
                  </a:lnTo>
                  <a:lnTo>
                    <a:pt x="0" y="6350"/>
                  </a:lnTo>
                  <a:lnTo>
                    <a:pt x="85089" y="6350"/>
                  </a:lnTo>
                  <a:lnTo>
                    <a:pt x="85089" y="0"/>
                  </a:lnTo>
                  <a:close/>
                </a:path>
                <a:path w="237489" h="6350">
                  <a:moveTo>
                    <a:pt x="237489" y="0"/>
                  </a:moveTo>
                  <a:lnTo>
                    <a:pt x="152400" y="0"/>
                  </a:lnTo>
                  <a:lnTo>
                    <a:pt x="152400" y="3809"/>
                  </a:lnTo>
                  <a:lnTo>
                    <a:pt x="151129" y="3809"/>
                  </a:lnTo>
                  <a:lnTo>
                    <a:pt x="151129" y="6350"/>
                  </a:lnTo>
                  <a:lnTo>
                    <a:pt x="237489" y="6350"/>
                  </a:lnTo>
                  <a:lnTo>
                    <a:pt x="237489" y="0"/>
                  </a:lnTo>
                  <a:close/>
                </a:path>
              </a:pathLst>
            </a:custGeom>
            <a:solidFill>
              <a:srgbClr val="DA0700"/>
            </a:solidFill>
          </p:spPr>
          <p:txBody>
            <a:bodyPr wrap="square" lIns="0" tIns="0" rIns="0" bIns="0" rtlCol="0"/>
            <a:lstStyle/>
            <a:p/>
          </p:txBody>
        </p:sp>
        <p:sp>
          <p:nvSpPr>
            <p:cNvPr id="1151" name="object 1151"/>
            <p:cNvSpPr/>
            <p:nvPr/>
          </p:nvSpPr>
          <p:spPr>
            <a:xfrm>
              <a:off x="5048249" y="1582419"/>
              <a:ext cx="240029" cy="7620"/>
            </a:xfrm>
            <a:custGeom>
              <a:avLst/>
              <a:gdLst/>
              <a:ahLst/>
              <a:cxnLst/>
              <a:rect l="l" t="t" r="r" b="b"/>
              <a:pathLst>
                <a:path w="240029" h="7619">
                  <a:moveTo>
                    <a:pt x="86360" y="0"/>
                  </a:moveTo>
                  <a:lnTo>
                    <a:pt x="1270" y="0"/>
                  </a:lnTo>
                  <a:lnTo>
                    <a:pt x="1270" y="1269"/>
                  </a:lnTo>
                  <a:lnTo>
                    <a:pt x="0" y="1269"/>
                  </a:lnTo>
                  <a:lnTo>
                    <a:pt x="0" y="7619"/>
                  </a:lnTo>
                  <a:lnTo>
                    <a:pt x="86360" y="7619"/>
                  </a:lnTo>
                  <a:lnTo>
                    <a:pt x="86360" y="0"/>
                  </a:lnTo>
                  <a:close/>
                </a:path>
                <a:path w="240029" h="7619">
                  <a:moveTo>
                    <a:pt x="238760" y="0"/>
                  </a:moveTo>
                  <a:lnTo>
                    <a:pt x="152400" y="0"/>
                  </a:lnTo>
                  <a:lnTo>
                    <a:pt x="152400" y="7619"/>
                  </a:lnTo>
                  <a:lnTo>
                    <a:pt x="240029" y="7619"/>
                  </a:lnTo>
                  <a:lnTo>
                    <a:pt x="240029" y="2539"/>
                  </a:lnTo>
                  <a:lnTo>
                    <a:pt x="238760" y="2539"/>
                  </a:lnTo>
                  <a:lnTo>
                    <a:pt x="238760" y="0"/>
                  </a:lnTo>
                  <a:close/>
                </a:path>
              </a:pathLst>
            </a:custGeom>
            <a:solidFill>
              <a:srgbClr val="DD0600"/>
            </a:solidFill>
          </p:spPr>
          <p:txBody>
            <a:bodyPr wrap="square" lIns="0" tIns="0" rIns="0" bIns="0" rtlCol="0"/>
            <a:lstStyle/>
            <a:p/>
          </p:txBody>
        </p:sp>
        <p:sp>
          <p:nvSpPr>
            <p:cNvPr id="1152" name="object 1152"/>
            <p:cNvSpPr/>
            <p:nvPr/>
          </p:nvSpPr>
          <p:spPr>
            <a:xfrm>
              <a:off x="5046980" y="1590039"/>
              <a:ext cx="242570" cy="7620"/>
            </a:xfrm>
            <a:custGeom>
              <a:avLst/>
              <a:gdLst/>
              <a:ahLst/>
              <a:cxnLst/>
              <a:rect l="l" t="t" r="r" b="b"/>
              <a:pathLst>
                <a:path w="242570" h="7619">
                  <a:moveTo>
                    <a:pt x="88900" y="1270"/>
                  </a:moveTo>
                  <a:lnTo>
                    <a:pt x="87630" y="1270"/>
                  </a:lnTo>
                  <a:lnTo>
                    <a:pt x="87630" y="0"/>
                  </a:lnTo>
                  <a:lnTo>
                    <a:pt x="1270" y="0"/>
                  </a:lnTo>
                  <a:lnTo>
                    <a:pt x="1270" y="1270"/>
                  </a:lnTo>
                  <a:lnTo>
                    <a:pt x="1270" y="6350"/>
                  </a:lnTo>
                  <a:lnTo>
                    <a:pt x="0" y="6350"/>
                  </a:lnTo>
                  <a:lnTo>
                    <a:pt x="0" y="7620"/>
                  </a:lnTo>
                  <a:lnTo>
                    <a:pt x="88900" y="7620"/>
                  </a:lnTo>
                  <a:lnTo>
                    <a:pt x="88900" y="6350"/>
                  </a:lnTo>
                  <a:lnTo>
                    <a:pt x="88900" y="1270"/>
                  </a:lnTo>
                  <a:close/>
                </a:path>
                <a:path w="242570" h="7619">
                  <a:moveTo>
                    <a:pt x="242570" y="2540"/>
                  </a:moveTo>
                  <a:lnTo>
                    <a:pt x="241300" y="2540"/>
                  </a:lnTo>
                  <a:lnTo>
                    <a:pt x="241300" y="0"/>
                  </a:lnTo>
                  <a:lnTo>
                    <a:pt x="153670" y="0"/>
                  </a:lnTo>
                  <a:lnTo>
                    <a:pt x="153670" y="2540"/>
                  </a:lnTo>
                  <a:lnTo>
                    <a:pt x="153670" y="6350"/>
                  </a:lnTo>
                  <a:lnTo>
                    <a:pt x="152400" y="6350"/>
                  </a:lnTo>
                  <a:lnTo>
                    <a:pt x="152400" y="7620"/>
                  </a:lnTo>
                  <a:lnTo>
                    <a:pt x="242570" y="7620"/>
                  </a:lnTo>
                  <a:lnTo>
                    <a:pt x="242570" y="6350"/>
                  </a:lnTo>
                  <a:lnTo>
                    <a:pt x="242570" y="2540"/>
                  </a:lnTo>
                  <a:close/>
                </a:path>
              </a:pathLst>
            </a:custGeom>
            <a:solidFill>
              <a:srgbClr val="E00500"/>
            </a:solidFill>
          </p:spPr>
          <p:txBody>
            <a:bodyPr wrap="square" lIns="0" tIns="0" rIns="0" bIns="0" rtlCol="0"/>
            <a:lstStyle/>
            <a:p/>
          </p:txBody>
        </p:sp>
        <p:sp>
          <p:nvSpPr>
            <p:cNvPr id="1153" name="object 1153"/>
            <p:cNvSpPr/>
            <p:nvPr/>
          </p:nvSpPr>
          <p:spPr>
            <a:xfrm>
              <a:off x="5045710" y="1597659"/>
              <a:ext cx="245110" cy="6350"/>
            </a:xfrm>
            <a:custGeom>
              <a:avLst/>
              <a:gdLst/>
              <a:ahLst/>
              <a:cxnLst/>
              <a:rect l="l" t="t" r="r" b="b"/>
              <a:pathLst>
                <a:path w="245110" h="6350">
                  <a:moveTo>
                    <a:pt x="91440" y="2540"/>
                  </a:moveTo>
                  <a:lnTo>
                    <a:pt x="90170" y="2540"/>
                  </a:lnTo>
                  <a:lnTo>
                    <a:pt x="90170" y="0"/>
                  </a:lnTo>
                  <a:lnTo>
                    <a:pt x="1270" y="0"/>
                  </a:lnTo>
                  <a:lnTo>
                    <a:pt x="1270" y="2540"/>
                  </a:lnTo>
                  <a:lnTo>
                    <a:pt x="1270" y="5080"/>
                  </a:lnTo>
                  <a:lnTo>
                    <a:pt x="0" y="5080"/>
                  </a:lnTo>
                  <a:lnTo>
                    <a:pt x="0" y="6350"/>
                  </a:lnTo>
                  <a:lnTo>
                    <a:pt x="91440" y="6350"/>
                  </a:lnTo>
                  <a:lnTo>
                    <a:pt x="91440" y="5080"/>
                  </a:lnTo>
                  <a:lnTo>
                    <a:pt x="91440" y="2540"/>
                  </a:lnTo>
                  <a:close/>
                </a:path>
                <a:path w="245110" h="6350">
                  <a:moveTo>
                    <a:pt x="245110" y="5080"/>
                  </a:moveTo>
                  <a:lnTo>
                    <a:pt x="243840" y="5080"/>
                  </a:lnTo>
                  <a:lnTo>
                    <a:pt x="243840" y="0"/>
                  </a:lnTo>
                  <a:lnTo>
                    <a:pt x="153670" y="0"/>
                  </a:lnTo>
                  <a:lnTo>
                    <a:pt x="153670" y="5080"/>
                  </a:lnTo>
                  <a:lnTo>
                    <a:pt x="152400" y="5080"/>
                  </a:lnTo>
                  <a:lnTo>
                    <a:pt x="152400" y="6350"/>
                  </a:lnTo>
                  <a:lnTo>
                    <a:pt x="245110" y="6350"/>
                  </a:lnTo>
                  <a:lnTo>
                    <a:pt x="245110" y="5080"/>
                  </a:lnTo>
                  <a:close/>
                </a:path>
              </a:pathLst>
            </a:custGeom>
            <a:solidFill>
              <a:srgbClr val="E40500"/>
            </a:solidFill>
          </p:spPr>
          <p:txBody>
            <a:bodyPr wrap="square" lIns="0" tIns="0" rIns="0" bIns="0" rtlCol="0"/>
            <a:lstStyle/>
            <a:p/>
          </p:txBody>
        </p:sp>
        <p:sp>
          <p:nvSpPr>
            <p:cNvPr id="1154" name="object 1154"/>
            <p:cNvSpPr/>
            <p:nvPr/>
          </p:nvSpPr>
          <p:spPr>
            <a:xfrm>
              <a:off x="5041900" y="1604009"/>
              <a:ext cx="251460" cy="7620"/>
            </a:xfrm>
            <a:custGeom>
              <a:avLst/>
              <a:gdLst/>
              <a:ahLst/>
              <a:cxnLst/>
              <a:rect l="l" t="t" r="r" b="b"/>
              <a:pathLst>
                <a:path w="251460" h="7619">
                  <a:moveTo>
                    <a:pt x="97790" y="2540"/>
                  </a:moveTo>
                  <a:lnTo>
                    <a:pt x="96520" y="2540"/>
                  </a:lnTo>
                  <a:lnTo>
                    <a:pt x="96520" y="1270"/>
                  </a:lnTo>
                  <a:lnTo>
                    <a:pt x="95250" y="1270"/>
                  </a:lnTo>
                  <a:lnTo>
                    <a:pt x="95250" y="0"/>
                  </a:lnTo>
                  <a:lnTo>
                    <a:pt x="3810" y="0"/>
                  </a:lnTo>
                  <a:lnTo>
                    <a:pt x="3810" y="1270"/>
                  </a:lnTo>
                  <a:lnTo>
                    <a:pt x="3810" y="2540"/>
                  </a:lnTo>
                  <a:lnTo>
                    <a:pt x="2540" y="2540"/>
                  </a:lnTo>
                  <a:lnTo>
                    <a:pt x="2540" y="3810"/>
                  </a:lnTo>
                  <a:lnTo>
                    <a:pt x="1270" y="3810"/>
                  </a:lnTo>
                  <a:lnTo>
                    <a:pt x="1270" y="6350"/>
                  </a:lnTo>
                  <a:lnTo>
                    <a:pt x="0" y="6350"/>
                  </a:lnTo>
                  <a:lnTo>
                    <a:pt x="0" y="7620"/>
                  </a:lnTo>
                  <a:lnTo>
                    <a:pt x="97790" y="7620"/>
                  </a:lnTo>
                  <a:lnTo>
                    <a:pt x="97790" y="6350"/>
                  </a:lnTo>
                  <a:lnTo>
                    <a:pt x="97790" y="3810"/>
                  </a:lnTo>
                  <a:lnTo>
                    <a:pt x="97790" y="2540"/>
                  </a:lnTo>
                  <a:close/>
                </a:path>
                <a:path w="251460" h="7619">
                  <a:moveTo>
                    <a:pt x="251460" y="5080"/>
                  </a:moveTo>
                  <a:lnTo>
                    <a:pt x="250190" y="5080"/>
                  </a:lnTo>
                  <a:lnTo>
                    <a:pt x="250190" y="3810"/>
                  </a:lnTo>
                  <a:lnTo>
                    <a:pt x="250190" y="1270"/>
                  </a:lnTo>
                  <a:lnTo>
                    <a:pt x="248920" y="1270"/>
                  </a:lnTo>
                  <a:lnTo>
                    <a:pt x="248920" y="0"/>
                  </a:lnTo>
                  <a:lnTo>
                    <a:pt x="156210" y="0"/>
                  </a:lnTo>
                  <a:lnTo>
                    <a:pt x="156210" y="1270"/>
                  </a:lnTo>
                  <a:lnTo>
                    <a:pt x="154940" y="1270"/>
                  </a:lnTo>
                  <a:lnTo>
                    <a:pt x="154940" y="3810"/>
                  </a:lnTo>
                  <a:lnTo>
                    <a:pt x="153670" y="3810"/>
                  </a:lnTo>
                  <a:lnTo>
                    <a:pt x="153670" y="5080"/>
                  </a:lnTo>
                  <a:lnTo>
                    <a:pt x="153670" y="6350"/>
                  </a:lnTo>
                  <a:lnTo>
                    <a:pt x="152400" y="6350"/>
                  </a:lnTo>
                  <a:lnTo>
                    <a:pt x="152400" y="7620"/>
                  </a:lnTo>
                  <a:lnTo>
                    <a:pt x="251447" y="7620"/>
                  </a:lnTo>
                  <a:lnTo>
                    <a:pt x="251447" y="6350"/>
                  </a:lnTo>
                  <a:lnTo>
                    <a:pt x="251460" y="5080"/>
                  </a:lnTo>
                  <a:close/>
                </a:path>
              </a:pathLst>
            </a:custGeom>
            <a:solidFill>
              <a:srgbClr val="E70400"/>
            </a:solidFill>
          </p:spPr>
          <p:txBody>
            <a:bodyPr wrap="square" lIns="0" tIns="0" rIns="0" bIns="0" rtlCol="0"/>
            <a:lstStyle/>
            <a:p/>
          </p:txBody>
        </p:sp>
        <p:sp>
          <p:nvSpPr>
            <p:cNvPr id="1155" name="object 1155"/>
            <p:cNvSpPr/>
            <p:nvPr/>
          </p:nvSpPr>
          <p:spPr>
            <a:xfrm>
              <a:off x="5035550" y="1611629"/>
              <a:ext cx="262890" cy="7620"/>
            </a:xfrm>
            <a:custGeom>
              <a:avLst/>
              <a:gdLst/>
              <a:ahLst/>
              <a:cxnLst/>
              <a:rect l="l" t="t" r="r" b="b"/>
              <a:pathLst>
                <a:path w="262889" h="7619">
                  <a:moveTo>
                    <a:pt x="109220" y="6350"/>
                  </a:moveTo>
                  <a:lnTo>
                    <a:pt x="109207" y="5080"/>
                  </a:lnTo>
                  <a:lnTo>
                    <a:pt x="107950" y="5080"/>
                  </a:lnTo>
                  <a:lnTo>
                    <a:pt x="107950" y="3810"/>
                  </a:lnTo>
                  <a:lnTo>
                    <a:pt x="107950" y="2540"/>
                  </a:lnTo>
                  <a:lnTo>
                    <a:pt x="106680" y="2540"/>
                  </a:lnTo>
                  <a:lnTo>
                    <a:pt x="106680" y="1270"/>
                  </a:lnTo>
                  <a:lnTo>
                    <a:pt x="105410" y="1270"/>
                  </a:lnTo>
                  <a:lnTo>
                    <a:pt x="105410" y="0"/>
                  </a:lnTo>
                  <a:lnTo>
                    <a:pt x="6350" y="0"/>
                  </a:lnTo>
                  <a:lnTo>
                    <a:pt x="6350" y="1270"/>
                  </a:lnTo>
                  <a:lnTo>
                    <a:pt x="6350" y="2540"/>
                  </a:lnTo>
                  <a:lnTo>
                    <a:pt x="5080" y="2540"/>
                  </a:lnTo>
                  <a:lnTo>
                    <a:pt x="5080" y="3810"/>
                  </a:lnTo>
                  <a:lnTo>
                    <a:pt x="2540" y="3810"/>
                  </a:lnTo>
                  <a:lnTo>
                    <a:pt x="2540" y="5080"/>
                  </a:lnTo>
                  <a:lnTo>
                    <a:pt x="2540" y="6350"/>
                  </a:lnTo>
                  <a:lnTo>
                    <a:pt x="0" y="6350"/>
                  </a:lnTo>
                  <a:lnTo>
                    <a:pt x="0" y="7620"/>
                  </a:lnTo>
                  <a:lnTo>
                    <a:pt x="109220" y="7620"/>
                  </a:lnTo>
                  <a:lnTo>
                    <a:pt x="109220" y="6350"/>
                  </a:lnTo>
                  <a:close/>
                </a:path>
                <a:path w="262889" h="7619">
                  <a:moveTo>
                    <a:pt x="262890" y="5080"/>
                  </a:moveTo>
                  <a:lnTo>
                    <a:pt x="261620" y="5080"/>
                  </a:lnTo>
                  <a:lnTo>
                    <a:pt x="261620" y="3810"/>
                  </a:lnTo>
                  <a:lnTo>
                    <a:pt x="260350" y="3810"/>
                  </a:lnTo>
                  <a:lnTo>
                    <a:pt x="260350" y="2540"/>
                  </a:lnTo>
                  <a:lnTo>
                    <a:pt x="259080" y="2540"/>
                  </a:lnTo>
                  <a:lnTo>
                    <a:pt x="259080" y="1270"/>
                  </a:lnTo>
                  <a:lnTo>
                    <a:pt x="257797" y="1270"/>
                  </a:lnTo>
                  <a:lnTo>
                    <a:pt x="257797" y="0"/>
                  </a:lnTo>
                  <a:lnTo>
                    <a:pt x="157480" y="0"/>
                  </a:lnTo>
                  <a:lnTo>
                    <a:pt x="157480" y="1270"/>
                  </a:lnTo>
                  <a:lnTo>
                    <a:pt x="157480" y="2540"/>
                  </a:lnTo>
                  <a:lnTo>
                    <a:pt x="157480" y="3810"/>
                  </a:lnTo>
                  <a:lnTo>
                    <a:pt x="156210" y="3810"/>
                  </a:lnTo>
                  <a:lnTo>
                    <a:pt x="156210" y="5080"/>
                  </a:lnTo>
                  <a:lnTo>
                    <a:pt x="154940" y="5080"/>
                  </a:lnTo>
                  <a:lnTo>
                    <a:pt x="154940" y="6350"/>
                  </a:lnTo>
                  <a:lnTo>
                    <a:pt x="153670" y="6350"/>
                  </a:lnTo>
                  <a:lnTo>
                    <a:pt x="153670" y="7620"/>
                  </a:lnTo>
                  <a:lnTo>
                    <a:pt x="262890" y="7620"/>
                  </a:lnTo>
                  <a:lnTo>
                    <a:pt x="262890" y="6350"/>
                  </a:lnTo>
                  <a:lnTo>
                    <a:pt x="262890" y="5080"/>
                  </a:lnTo>
                  <a:close/>
                </a:path>
              </a:pathLst>
            </a:custGeom>
            <a:solidFill>
              <a:srgbClr val="EA0300"/>
            </a:solidFill>
          </p:spPr>
          <p:txBody>
            <a:bodyPr wrap="square" lIns="0" tIns="0" rIns="0" bIns="0" rtlCol="0"/>
            <a:lstStyle/>
            <a:p/>
          </p:txBody>
        </p:sp>
        <p:sp>
          <p:nvSpPr>
            <p:cNvPr id="1156" name="object 1156"/>
            <p:cNvSpPr/>
            <p:nvPr/>
          </p:nvSpPr>
          <p:spPr>
            <a:xfrm>
              <a:off x="5026660" y="1619249"/>
              <a:ext cx="280670" cy="6350"/>
            </a:xfrm>
            <a:custGeom>
              <a:avLst/>
              <a:gdLst/>
              <a:ahLst/>
              <a:cxnLst/>
              <a:rect l="l" t="t" r="r" b="b"/>
              <a:pathLst>
                <a:path w="280670" h="6350">
                  <a:moveTo>
                    <a:pt x="127000" y="5080"/>
                  </a:moveTo>
                  <a:lnTo>
                    <a:pt x="125730" y="5080"/>
                  </a:lnTo>
                  <a:lnTo>
                    <a:pt x="125730" y="3810"/>
                  </a:lnTo>
                  <a:lnTo>
                    <a:pt x="123190" y="3810"/>
                  </a:lnTo>
                  <a:lnTo>
                    <a:pt x="123190" y="2540"/>
                  </a:lnTo>
                  <a:lnTo>
                    <a:pt x="120637" y="2540"/>
                  </a:lnTo>
                  <a:lnTo>
                    <a:pt x="120637" y="1270"/>
                  </a:lnTo>
                  <a:lnTo>
                    <a:pt x="119380" y="1270"/>
                  </a:lnTo>
                  <a:lnTo>
                    <a:pt x="119380" y="0"/>
                  </a:lnTo>
                  <a:lnTo>
                    <a:pt x="8890" y="0"/>
                  </a:lnTo>
                  <a:lnTo>
                    <a:pt x="8890" y="1270"/>
                  </a:lnTo>
                  <a:lnTo>
                    <a:pt x="7620" y="1270"/>
                  </a:lnTo>
                  <a:lnTo>
                    <a:pt x="7620" y="2540"/>
                  </a:lnTo>
                  <a:lnTo>
                    <a:pt x="6350" y="2540"/>
                  </a:lnTo>
                  <a:lnTo>
                    <a:pt x="6350" y="3810"/>
                  </a:lnTo>
                  <a:lnTo>
                    <a:pt x="2540" y="3810"/>
                  </a:lnTo>
                  <a:lnTo>
                    <a:pt x="2540" y="5080"/>
                  </a:lnTo>
                  <a:lnTo>
                    <a:pt x="0" y="5080"/>
                  </a:lnTo>
                  <a:lnTo>
                    <a:pt x="0" y="6350"/>
                  </a:lnTo>
                  <a:lnTo>
                    <a:pt x="127000" y="6350"/>
                  </a:lnTo>
                  <a:lnTo>
                    <a:pt x="127000" y="5080"/>
                  </a:lnTo>
                  <a:close/>
                </a:path>
                <a:path w="280670" h="6350">
                  <a:moveTo>
                    <a:pt x="280670" y="5080"/>
                  </a:moveTo>
                  <a:lnTo>
                    <a:pt x="279400" y="5080"/>
                  </a:lnTo>
                  <a:lnTo>
                    <a:pt x="279400" y="3810"/>
                  </a:lnTo>
                  <a:lnTo>
                    <a:pt x="276860" y="3810"/>
                  </a:lnTo>
                  <a:lnTo>
                    <a:pt x="276860" y="2540"/>
                  </a:lnTo>
                  <a:lnTo>
                    <a:pt x="274320" y="2540"/>
                  </a:lnTo>
                  <a:lnTo>
                    <a:pt x="274320" y="1270"/>
                  </a:lnTo>
                  <a:lnTo>
                    <a:pt x="273050" y="1270"/>
                  </a:lnTo>
                  <a:lnTo>
                    <a:pt x="273050" y="0"/>
                  </a:lnTo>
                  <a:lnTo>
                    <a:pt x="161290" y="0"/>
                  </a:lnTo>
                  <a:lnTo>
                    <a:pt x="161290" y="1270"/>
                  </a:lnTo>
                  <a:lnTo>
                    <a:pt x="160020" y="1270"/>
                  </a:lnTo>
                  <a:lnTo>
                    <a:pt x="160020" y="2540"/>
                  </a:lnTo>
                  <a:lnTo>
                    <a:pt x="158750" y="2540"/>
                  </a:lnTo>
                  <a:lnTo>
                    <a:pt x="158750" y="3810"/>
                  </a:lnTo>
                  <a:lnTo>
                    <a:pt x="154940" y="3810"/>
                  </a:lnTo>
                  <a:lnTo>
                    <a:pt x="154940" y="5080"/>
                  </a:lnTo>
                  <a:lnTo>
                    <a:pt x="154940" y="6350"/>
                  </a:lnTo>
                  <a:lnTo>
                    <a:pt x="280670" y="6350"/>
                  </a:lnTo>
                  <a:lnTo>
                    <a:pt x="280670" y="5080"/>
                  </a:lnTo>
                  <a:close/>
                </a:path>
              </a:pathLst>
            </a:custGeom>
            <a:solidFill>
              <a:srgbClr val="ED0300"/>
            </a:solidFill>
          </p:spPr>
          <p:txBody>
            <a:bodyPr wrap="square" lIns="0" tIns="0" rIns="0" bIns="0" rtlCol="0"/>
            <a:lstStyle/>
            <a:p/>
          </p:txBody>
        </p:sp>
        <p:sp>
          <p:nvSpPr>
            <p:cNvPr id="1157" name="object 1157"/>
            <p:cNvSpPr/>
            <p:nvPr/>
          </p:nvSpPr>
          <p:spPr>
            <a:xfrm>
              <a:off x="5021580" y="1625599"/>
              <a:ext cx="293370" cy="7620"/>
            </a:xfrm>
            <a:custGeom>
              <a:avLst/>
              <a:gdLst/>
              <a:ahLst/>
              <a:cxnLst/>
              <a:rect l="l" t="t" r="r" b="b"/>
              <a:pathLst>
                <a:path w="293370" h="7619">
                  <a:moveTo>
                    <a:pt x="138417" y="1270"/>
                  </a:moveTo>
                  <a:lnTo>
                    <a:pt x="134620" y="1270"/>
                  </a:lnTo>
                  <a:lnTo>
                    <a:pt x="134620" y="0"/>
                  </a:lnTo>
                  <a:lnTo>
                    <a:pt x="0" y="0"/>
                  </a:lnTo>
                  <a:lnTo>
                    <a:pt x="0" y="1270"/>
                  </a:lnTo>
                  <a:lnTo>
                    <a:pt x="0" y="7620"/>
                  </a:lnTo>
                  <a:lnTo>
                    <a:pt x="138417" y="7620"/>
                  </a:lnTo>
                  <a:lnTo>
                    <a:pt x="138417" y="1270"/>
                  </a:lnTo>
                  <a:close/>
                </a:path>
                <a:path w="293370" h="7619">
                  <a:moveTo>
                    <a:pt x="293370" y="1270"/>
                  </a:moveTo>
                  <a:lnTo>
                    <a:pt x="289560" y="1270"/>
                  </a:lnTo>
                  <a:lnTo>
                    <a:pt x="289560" y="0"/>
                  </a:lnTo>
                  <a:lnTo>
                    <a:pt x="154940" y="0"/>
                  </a:lnTo>
                  <a:lnTo>
                    <a:pt x="154940" y="1270"/>
                  </a:lnTo>
                  <a:lnTo>
                    <a:pt x="154940" y="7620"/>
                  </a:lnTo>
                  <a:lnTo>
                    <a:pt x="293370" y="7620"/>
                  </a:lnTo>
                  <a:lnTo>
                    <a:pt x="293370" y="1270"/>
                  </a:lnTo>
                  <a:close/>
                </a:path>
              </a:pathLst>
            </a:custGeom>
            <a:solidFill>
              <a:srgbClr val="F10200"/>
            </a:solidFill>
          </p:spPr>
          <p:txBody>
            <a:bodyPr wrap="square" lIns="0" tIns="0" rIns="0" bIns="0" rtlCol="0"/>
            <a:lstStyle/>
            <a:p/>
          </p:txBody>
        </p:sp>
        <p:sp>
          <p:nvSpPr>
            <p:cNvPr id="1158" name="object 1158"/>
            <p:cNvSpPr/>
            <p:nvPr/>
          </p:nvSpPr>
          <p:spPr>
            <a:xfrm>
              <a:off x="5021580" y="1633219"/>
              <a:ext cx="293370" cy="7620"/>
            </a:xfrm>
            <a:custGeom>
              <a:avLst/>
              <a:gdLst/>
              <a:ahLst/>
              <a:cxnLst/>
              <a:rect l="l" t="t" r="r" b="b"/>
              <a:pathLst>
                <a:path w="293370" h="7619">
                  <a:moveTo>
                    <a:pt x="138417" y="0"/>
                  </a:moveTo>
                  <a:lnTo>
                    <a:pt x="0" y="0"/>
                  </a:lnTo>
                  <a:lnTo>
                    <a:pt x="0" y="7620"/>
                  </a:lnTo>
                  <a:lnTo>
                    <a:pt x="138417" y="7620"/>
                  </a:lnTo>
                  <a:lnTo>
                    <a:pt x="138417" y="0"/>
                  </a:lnTo>
                  <a:close/>
                </a:path>
                <a:path w="293370" h="7619">
                  <a:moveTo>
                    <a:pt x="293370" y="0"/>
                  </a:moveTo>
                  <a:lnTo>
                    <a:pt x="154940" y="0"/>
                  </a:lnTo>
                  <a:lnTo>
                    <a:pt x="154940" y="7620"/>
                  </a:lnTo>
                  <a:lnTo>
                    <a:pt x="293370" y="7620"/>
                  </a:lnTo>
                  <a:lnTo>
                    <a:pt x="293370" y="0"/>
                  </a:lnTo>
                  <a:close/>
                </a:path>
              </a:pathLst>
            </a:custGeom>
            <a:solidFill>
              <a:srgbClr val="F40100"/>
            </a:solidFill>
          </p:spPr>
          <p:txBody>
            <a:bodyPr wrap="square" lIns="0" tIns="0" rIns="0" bIns="0" rtlCol="0"/>
            <a:lstStyle/>
            <a:p/>
          </p:txBody>
        </p:sp>
        <p:sp>
          <p:nvSpPr>
            <p:cNvPr id="1159" name="object 1159"/>
            <p:cNvSpPr/>
            <p:nvPr/>
          </p:nvSpPr>
          <p:spPr>
            <a:xfrm>
              <a:off x="5021580" y="1640839"/>
              <a:ext cx="293370" cy="7620"/>
            </a:xfrm>
            <a:custGeom>
              <a:avLst/>
              <a:gdLst/>
              <a:ahLst/>
              <a:cxnLst/>
              <a:rect l="l" t="t" r="r" b="b"/>
              <a:pathLst>
                <a:path w="293370" h="7619">
                  <a:moveTo>
                    <a:pt x="138417" y="0"/>
                  </a:moveTo>
                  <a:lnTo>
                    <a:pt x="0" y="0"/>
                  </a:lnTo>
                  <a:lnTo>
                    <a:pt x="0" y="7620"/>
                  </a:lnTo>
                  <a:lnTo>
                    <a:pt x="138417" y="7620"/>
                  </a:lnTo>
                  <a:lnTo>
                    <a:pt x="138417" y="0"/>
                  </a:lnTo>
                  <a:close/>
                </a:path>
                <a:path w="293370" h="7619">
                  <a:moveTo>
                    <a:pt x="293370" y="0"/>
                  </a:moveTo>
                  <a:lnTo>
                    <a:pt x="154940" y="0"/>
                  </a:lnTo>
                  <a:lnTo>
                    <a:pt x="154940" y="7620"/>
                  </a:lnTo>
                  <a:lnTo>
                    <a:pt x="293370" y="7620"/>
                  </a:lnTo>
                  <a:lnTo>
                    <a:pt x="293370" y="0"/>
                  </a:lnTo>
                  <a:close/>
                </a:path>
              </a:pathLst>
            </a:custGeom>
            <a:solidFill>
              <a:srgbClr val="F70100"/>
            </a:solidFill>
          </p:spPr>
          <p:txBody>
            <a:bodyPr wrap="square" lIns="0" tIns="0" rIns="0" bIns="0" rtlCol="0"/>
            <a:lstStyle/>
            <a:p/>
          </p:txBody>
        </p:sp>
      </p:grpSp>
      <p:sp>
        <p:nvSpPr>
          <p:cNvPr id="1160" name="object 1160"/>
          <p:cNvSpPr/>
          <p:nvPr/>
        </p:nvSpPr>
        <p:spPr>
          <a:xfrm>
            <a:off x="5434329" y="838200"/>
            <a:ext cx="90170" cy="181610"/>
          </a:xfrm>
          <a:prstGeom prst="rect">
            <a:avLst/>
          </a:prstGeom>
          <a:blipFill>
            <a:blip r:embed="rId20" cstate="print"/>
            <a:stretch>
              <a:fillRect/>
            </a:stretch>
          </a:blipFill>
        </p:spPr>
        <p:txBody>
          <a:bodyPr wrap="square" lIns="0" tIns="0" rIns="0" bIns="0" rtlCol="0"/>
          <a:lstStyle/>
          <a:p/>
        </p:txBody>
      </p:sp>
      <p:grpSp>
        <p:nvGrpSpPr>
          <p:cNvPr id="1161" name="object 1161"/>
          <p:cNvGrpSpPr/>
          <p:nvPr/>
        </p:nvGrpSpPr>
        <p:grpSpPr>
          <a:xfrm>
            <a:off x="5406390" y="1102360"/>
            <a:ext cx="146050" cy="544830"/>
            <a:chOff x="5406390" y="1102360"/>
            <a:chExt cx="146050" cy="544830"/>
          </a:xfrm>
        </p:grpSpPr>
        <p:sp>
          <p:nvSpPr>
            <p:cNvPr id="1162" name="object 1162"/>
            <p:cNvSpPr/>
            <p:nvPr/>
          </p:nvSpPr>
          <p:spPr>
            <a:xfrm>
              <a:off x="5406390" y="1102360"/>
              <a:ext cx="114300" cy="2540"/>
            </a:xfrm>
            <a:custGeom>
              <a:avLst/>
              <a:gdLst/>
              <a:ahLst/>
              <a:cxnLst/>
              <a:rect l="l" t="t" r="r" b="b"/>
              <a:pathLst>
                <a:path w="114300" h="2540">
                  <a:moveTo>
                    <a:pt x="114300" y="0"/>
                  </a:moveTo>
                  <a:lnTo>
                    <a:pt x="114300" y="2539"/>
                  </a:lnTo>
                  <a:lnTo>
                    <a:pt x="0" y="2539"/>
                  </a:lnTo>
                  <a:lnTo>
                    <a:pt x="0" y="0"/>
                  </a:lnTo>
                  <a:lnTo>
                    <a:pt x="114300" y="0"/>
                  </a:lnTo>
                  <a:close/>
                </a:path>
              </a:pathLst>
            </a:custGeom>
            <a:solidFill>
              <a:srgbClr val="502200"/>
            </a:solidFill>
          </p:spPr>
          <p:txBody>
            <a:bodyPr wrap="square" lIns="0" tIns="0" rIns="0" bIns="0" rtlCol="0"/>
            <a:lstStyle/>
            <a:p/>
          </p:txBody>
        </p:sp>
        <p:sp>
          <p:nvSpPr>
            <p:cNvPr id="1163" name="object 1163"/>
            <p:cNvSpPr/>
            <p:nvPr/>
          </p:nvSpPr>
          <p:spPr>
            <a:xfrm>
              <a:off x="5406390" y="1104900"/>
              <a:ext cx="114300" cy="7620"/>
            </a:xfrm>
            <a:custGeom>
              <a:avLst/>
              <a:gdLst/>
              <a:ahLst/>
              <a:cxnLst/>
              <a:rect l="l" t="t" r="r" b="b"/>
              <a:pathLst>
                <a:path w="114300" h="7619">
                  <a:moveTo>
                    <a:pt x="0" y="7620"/>
                  </a:moveTo>
                  <a:lnTo>
                    <a:pt x="0" y="0"/>
                  </a:lnTo>
                  <a:lnTo>
                    <a:pt x="114300" y="0"/>
                  </a:lnTo>
                  <a:lnTo>
                    <a:pt x="114300" y="7620"/>
                  </a:lnTo>
                  <a:lnTo>
                    <a:pt x="0" y="7620"/>
                  </a:lnTo>
                  <a:close/>
                </a:path>
              </a:pathLst>
            </a:custGeom>
            <a:solidFill>
              <a:srgbClr val="522200"/>
            </a:solidFill>
          </p:spPr>
          <p:txBody>
            <a:bodyPr wrap="square" lIns="0" tIns="0" rIns="0" bIns="0" rtlCol="0"/>
            <a:lstStyle/>
            <a:p/>
          </p:txBody>
        </p:sp>
        <p:sp>
          <p:nvSpPr>
            <p:cNvPr id="1164" name="object 1164"/>
            <p:cNvSpPr/>
            <p:nvPr/>
          </p:nvSpPr>
          <p:spPr>
            <a:xfrm>
              <a:off x="5406390" y="1112520"/>
              <a:ext cx="114300" cy="7620"/>
            </a:xfrm>
            <a:custGeom>
              <a:avLst/>
              <a:gdLst/>
              <a:ahLst/>
              <a:cxnLst/>
              <a:rect l="l" t="t" r="r" b="b"/>
              <a:pathLst>
                <a:path w="114300" h="7619">
                  <a:moveTo>
                    <a:pt x="0" y="7619"/>
                  </a:moveTo>
                  <a:lnTo>
                    <a:pt x="0" y="0"/>
                  </a:lnTo>
                  <a:lnTo>
                    <a:pt x="114300" y="0"/>
                  </a:lnTo>
                  <a:lnTo>
                    <a:pt x="114300" y="7619"/>
                  </a:lnTo>
                  <a:lnTo>
                    <a:pt x="0" y="7619"/>
                  </a:lnTo>
                  <a:close/>
                </a:path>
              </a:pathLst>
            </a:custGeom>
            <a:solidFill>
              <a:srgbClr val="542100"/>
            </a:solidFill>
          </p:spPr>
          <p:txBody>
            <a:bodyPr wrap="square" lIns="0" tIns="0" rIns="0" bIns="0" rtlCol="0"/>
            <a:lstStyle/>
            <a:p/>
          </p:txBody>
        </p:sp>
        <p:sp>
          <p:nvSpPr>
            <p:cNvPr id="1165" name="object 1165"/>
            <p:cNvSpPr/>
            <p:nvPr/>
          </p:nvSpPr>
          <p:spPr>
            <a:xfrm>
              <a:off x="5406390" y="1120140"/>
              <a:ext cx="114300" cy="6350"/>
            </a:xfrm>
            <a:custGeom>
              <a:avLst/>
              <a:gdLst/>
              <a:ahLst/>
              <a:cxnLst/>
              <a:rect l="l" t="t" r="r" b="b"/>
              <a:pathLst>
                <a:path w="114300" h="6350">
                  <a:moveTo>
                    <a:pt x="0" y="6350"/>
                  </a:moveTo>
                  <a:lnTo>
                    <a:pt x="0" y="0"/>
                  </a:lnTo>
                  <a:lnTo>
                    <a:pt x="114300" y="0"/>
                  </a:lnTo>
                  <a:lnTo>
                    <a:pt x="114300" y="6350"/>
                  </a:lnTo>
                  <a:lnTo>
                    <a:pt x="0" y="6350"/>
                  </a:lnTo>
                  <a:close/>
                </a:path>
              </a:pathLst>
            </a:custGeom>
            <a:solidFill>
              <a:srgbClr val="572100"/>
            </a:solidFill>
          </p:spPr>
          <p:txBody>
            <a:bodyPr wrap="square" lIns="0" tIns="0" rIns="0" bIns="0" rtlCol="0"/>
            <a:lstStyle/>
            <a:p/>
          </p:txBody>
        </p:sp>
        <p:sp>
          <p:nvSpPr>
            <p:cNvPr id="1166" name="object 1166"/>
            <p:cNvSpPr/>
            <p:nvPr/>
          </p:nvSpPr>
          <p:spPr>
            <a:xfrm>
              <a:off x="5416550" y="1126489"/>
              <a:ext cx="104139" cy="7620"/>
            </a:xfrm>
            <a:custGeom>
              <a:avLst/>
              <a:gdLst/>
              <a:ahLst/>
              <a:cxnLst/>
              <a:rect l="l" t="t" r="r" b="b"/>
              <a:pathLst>
                <a:path w="104139" h="7619">
                  <a:moveTo>
                    <a:pt x="104140" y="0"/>
                  </a:moveTo>
                  <a:lnTo>
                    <a:pt x="0" y="0"/>
                  </a:lnTo>
                  <a:lnTo>
                    <a:pt x="0" y="1270"/>
                  </a:lnTo>
                  <a:lnTo>
                    <a:pt x="1270" y="1270"/>
                  </a:lnTo>
                  <a:lnTo>
                    <a:pt x="1270" y="2540"/>
                  </a:lnTo>
                  <a:lnTo>
                    <a:pt x="5080" y="2540"/>
                  </a:lnTo>
                  <a:lnTo>
                    <a:pt x="5080" y="3810"/>
                  </a:lnTo>
                  <a:lnTo>
                    <a:pt x="6350" y="3810"/>
                  </a:lnTo>
                  <a:lnTo>
                    <a:pt x="6350" y="5080"/>
                  </a:lnTo>
                  <a:lnTo>
                    <a:pt x="8890" y="5080"/>
                  </a:lnTo>
                  <a:lnTo>
                    <a:pt x="8890" y="6350"/>
                  </a:lnTo>
                  <a:lnTo>
                    <a:pt x="10160" y="6350"/>
                  </a:lnTo>
                  <a:lnTo>
                    <a:pt x="10160" y="7620"/>
                  </a:lnTo>
                  <a:lnTo>
                    <a:pt x="104140" y="7620"/>
                  </a:lnTo>
                  <a:lnTo>
                    <a:pt x="104140" y="1270"/>
                  </a:lnTo>
                  <a:lnTo>
                    <a:pt x="104140" y="0"/>
                  </a:lnTo>
                  <a:close/>
                </a:path>
              </a:pathLst>
            </a:custGeom>
            <a:solidFill>
              <a:srgbClr val="592000"/>
            </a:solidFill>
          </p:spPr>
          <p:txBody>
            <a:bodyPr wrap="square" lIns="0" tIns="0" rIns="0" bIns="0" rtlCol="0"/>
            <a:lstStyle/>
            <a:p/>
          </p:txBody>
        </p:sp>
        <p:sp>
          <p:nvSpPr>
            <p:cNvPr id="1167" name="object 1167"/>
            <p:cNvSpPr/>
            <p:nvPr/>
          </p:nvSpPr>
          <p:spPr>
            <a:xfrm>
              <a:off x="5427980" y="1134109"/>
              <a:ext cx="92710" cy="7620"/>
            </a:xfrm>
            <a:custGeom>
              <a:avLst/>
              <a:gdLst/>
              <a:ahLst/>
              <a:cxnLst/>
              <a:rect l="l" t="t" r="r" b="b"/>
              <a:pathLst>
                <a:path w="92710" h="7619">
                  <a:moveTo>
                    <a:pt x="92710" y="0"/>
                  </a:moveTo>
                  <a:lnTo>
                    <a:pt x="0" y="0"/>
                  </a:lnTo>
                  <a:lnTo>
                    <a:pt x="0" y="2540"/>
                  </a:lnTo>
                  <a:lnTo>
                    <a:pt x="1270" y="2540"/>
                  </a:lnTo>
                  <a:lnTo>
                    <a:pt x="1270" y="5080"/>
                  </a:lnTo>
                  <a:lnTo>
                    <a:pt x="2540" y="5080"/>
                  </a:lnTo>
                  <a:lnTo>
                    <a:pt x="2540" y="6350"/>
                  </a:lnTo>
                  <a:lnTo>
                    <a:pt x="3810" y="6350"/>
                  </a:lnTo>
                  <a:lnTo>
                    <a:pt x="3810" y="7620"/>
                  </a:lnTo>
                  <a:lnTo>
                    <a:pt x="92710" y="7620"/>
                  </a:lnTo>
                  <a:lnTo>
                    <a:pt x="92710" y="6350"/>
                  </a:lnTo>
                  <a:lnTo>
                    <a:pt x="92710" y="5080"/>
                  </a:lnTo>
                  <a:lnTo>
                    <a:pt x="92710" y="2540"/>
                  </a:lnTo>
                  <a:lnTo>
                    <a:pt x="92710" y="0"/>
                  </a:lnTo>
                  <a:close/>
                </a:path>
              </a:pathLst>
            </a:custGeom>
            <a:solidFill>
              <a:srgbClr val="5B2000"/>
            </a:solidFill>
          </p:spPr>
          <p:txBody>
            <a:bodyPr wrap="square" lIns="0" tIns="0" rIns="0" bIns="0" rtlCol="0"/>
            <a:lstStyle/>
            <a:p/>
          </p:txBody>
        </p:sp>
        <p:sp>
          <p:nvSpPr>
            <p:cNvPr id="1168" name="object 1168"/>
            <p:cNvSpPr/>
            <p:nvPr/>
          </p:nvSpPr>
          <p:spPr>
            <a:xfrm>
              <a:off x="5431790" y="1141730"/>
              <a:ext cx="88900" cy="6350"/>
            </a:xfrm>
            <a:custGeom>
              <a:avLst/>
              <a:gdLst/>
              <a:ahLst/>
              <a:cxnLst/>
              <a:rect l="l" t="t" r="r" b="b"/>
              <a:pathLst>
                <a:path w="88900" h="6350">
                  <a:moveTo>
                    <a:pt x="88900" y="0"/>
                  </a:moveTo>
                  <a:lnTo>
                    <a:pt x="0" y="0"/>
                  </a:lnTo>
                  <a:lnTo>
                    <a:pt x="0" y="3810"/>
                  </a:lnTo>
                  <a:lnTo>
                    <a:pt x="1270" y="3810"/>
                  </a:lnTo>
                  <a:lnTo>
                    <a:pt x="1270" y="6350"/>
                  </a:lnTo>
                  <a:lnTo>
                    <a:pt x="88900" y="6350"/>
                  </a:lnTo>
                  <a:lnTo>
                    <a:pt x="88900" y="0"/>
                  </a:lnTo>
                  <a:close/>
                </a:path>
              </a:pathLst>
            </a:custGeom>
            <a:solidFill>
              <a:srgbClr val="5D2000"/>
            </a:solidFill>
          </p:spPr>
          <p:txBody>
            <a:bodyPr wrap="square" lIns="0" tIns="0" rIns="0" bIns="0" rtlCol="0"/>
            <a:lstStyle/>
            <a:p/>
          </p:txBody>
        </p:sp>
        <p:sp>
          <p:nvSpPr>
            <p:cNvPr id="1169" name="object 1169"/>
            <p:cNvSpPr/>
            <p:nvPr/>
          </p:nvSpPr>
          <p:spPr>
            <a:xfrm>
              <a:off x="5434330" y="1148080"/>
              <a:ext cx="86360" cy="7620"/>
            </a:xfrm>
            <a:custGeom>
              <a:avLst/>
              <a:gdLst/>
              <a:ahLst/>
              <a:cxnLst/>
              <a:rect l="l" t="t" r="r" b="b"/>
              <a:pathLst>
                <a:path w="86360" h="7619">
                  <a:moveTo>
                    <a:pt x="86360" y="0"/>
                  </a:moveTo>
                  <a:lnTo>
                    <a:pt x="0" y="0"/>
                  </a:lnTo>
                  <a:lnTo>
                    <a:pt x="0" y="7620"/>
                  </a:lnTo>
                  <a:lnTo>
                    <a:pt x="86360" y="7620"/>
                  </a:lnTo>
                  <a:lnTo>
                    <a:pt x="86360" y="0"/>
                  </a:lnTo>
                  <a:close/>
                </a:path>
              </a:pathLst>
            </a:custGeom>
            <a:solidFill>
              <a:srgbClr val="601F00"/>
            </a:solidFill>
          </p:spPr>
          <p:txBody>
            <a:bodyPr wrap="square" lIns="0" tIns="0" rIns="0" bIns="0" rtlCol="0"/>
            <a:lstStyle/>
            <a:p/>
          </p:txBody>
        </p:sp>
        <p:sp>
          <p:nvSpPr>
            <p:cNvPr id="1170" name="object 1170"/>
            <p:cNvSpPr/>
            <p:nvPr/>
          </p:nvSpPr>
          <p:spPr>
            <a:xfrm>
              <a:off x="5435600" y="1155700"/>
              <a:ext cx="85090" cy="7620"/>
            </a:xfrm>
            <a:custGeom>
              <a:avLst/>
              <a:gdLst/>
              <a:ahLst/>
              <a:cxnLst/>
              <a:rect l="l" t="t" r="r" b="b"/>
              <a:pathLst>
                <a:path w="85089" h="7619">
                  <a:moveTo>
                    <a:pt x="85089" y="0"/>
                  </a:moveTo>
                  <a:lnTo>
                    <a:pt x="0" y="0"/>
                  </a:lnTo>
                  <a:lnTo>
                    <a:pt x="0" y="7620"/>
                  </a:lnTo>
                  <a:lnTo>
                    <a:pt x="85089" y="7620"/>
                  </a:lnTo>
                  <a:lnTo>
                    <a:pt x="85089" y="0"/>
                  </a:lnTo>
                  <a:close/>
                </a:path>
              </a:pathLst>
            </a:custGeom>
            <a:solidFill>
              <a:srgbClr val="621F00"/>
            </a:solidFill>
          </p:spPr>
          <p:txBody>
            <a:bodyPr wrap="square" lIns="0" tIns="0" rIns="0" bIns="0" rtlCol="0"/>
            <a:lstStyle/>
            <a:p/>
          </p:txBody>
        </p:sp>
        <p:sp>
          <p:nvSpPr>
            <p:cNvPr id="1171" name="object 1171"/>
            <p:cNvSpPr/>
            <p:nvPr/>
          </p:nvSpPr>
          <p:spPr>
            <a:xfrm>
              <a:off x="5435600" y="1163320"/>
              <a:ext cx="85090" cy="6350"/>
            </a:xfrm>
            <a:custGeom>
              <a:avLst/>
              <a:gdLst/>
              <a:ahLst/>
              <a:cxnLst/>
              <a:rect l="l" t="t" r="r" b="b"/>
              <a:pathLst>
                <a:path w="85089" h="6350">
                  <a:moveTo>
                    <a:pt x="85089" y="0"/>
                  </a:moveTo>
                  <a:lnTo>
                    <a:pt x="0" y="0"/>
                  </a:lnTo>
                  <a:lnTo>
                    <a:pt x="0" y="1269"/>
                  </a:lnTo>
                  <a:lnTo>
                    <a:pt x="1270" y="1269"/>
                  </a:lnTo>
                  <a:lnTo>
                    <a:pt x="1270" y="6350"/>
                  </a:lnTo>
                  <a:lnTo>
                    <a:pt x="85089" y="6350"/>
                  </a:lnTo>
                  <a:lnTo>
                    <a:pt x="85089" y="0"/>
                  </a:lnTo>
                  <a:close/>
                </a:path>
              </a:pathLst>
            </a:custGeom>
            <a:solidFill>
              <a:srgbClr val="641E00"/>
            </a:solidFill>
          </p:spPr>
          <p:txBody>
            <a:bodyPr wrap="square" lIns="0" tIns="0" rIns="0" bIns="0" rtlCol="0"/>
            <a:lstStyle/>
            <a:p/>
          </p:txBody>
        </p:sp>
        <p:sp>
          <p:nvSpPr>
            <p:cNvPr id="1172" name="object 1172"/>
            <p:cNvSpPr/>
            <p:nvPr/>
          </p:nvSpPr>
          <p:spPr>
            <a:xfrm>
              <a:off x="5436870" y="1169670"/>
              <a:ext cx="83820" cy="7620"/>
            </a:xfrm>
            <a:custGeom>
              <a:avLst/>
              <a:gdLst/>
              <a:ahLst/>
              <a:cxnLst/>
              <a:rect l="l" t="t" r="r" b="b"/>
              <a:pathLst>
                <a:path w="83820" h="7619">
                  <a:moveTo>
                    <a:pt x="0" y="7619"/>
                  </a:moveTo>
                  <a:lnTo>
                    <a:pt x="0" y="0"/>
                  </a:lnTo>
                  <a:lnTo>
                    <a:pt x="83819" y="0"/>
                  </a:lnTo>
                  <a:lnTo>
                    <a:pt x="83819" y="7619"/>
                  </a:lnTo>
                  <a:lnTo>
                    <a:pt x="0" y="7619"/>
                  </a:lnTo>
                  <a:close/>
                </a:path>
              </a:pathLst>
            </a:custGeom>
            <a:solidFill>
              <a:srgbClr val="661E00"/>
            </a:solidFill>
          </p:spPr>
          <p:txBody>
            <a:bodyPr wrap="square" lIns="0" tIns="0" rIns="0" bIns="0" rtlCol="0"/>
            <a:lstStyle/>
            <a:p/>
          </p:txBody>
        </p:sp>
        <p:sp>
          <p:nvSpPr>
            <p:cNvPr id="1173" name="object 1173"/>
            <p:cNvSpPr/>
            <p:nvPr/>
          </p:nvSpPr>
          <p:spPr>
            <a:xfrm>
              <a:off x="5436870" y="1177290"/>
              <a:ext cx="83820" cy="7620"/>
            </a:xfrm>
            <a:custGeom>
              <a:avLst/>
              <a:gdLst/>
              <a:ahLst/>
              <a:cxnLst/>
              <a:rect l="l" t="t" r="r" b="b"/>
              <a:pathLst>
                <a:path w="83820" h="7619">
                  <a:moveTo>
                    <a:pt x="83819" y="0"/>
                  </a:moveTo>
                  <a:lnTo>
                    <a:pt x="0" y="0"/>
                  </a:lnTo>
                  <a:lnTo>
                    <a:pt x="0" y="6350"/>
                  </a:lnTo>
                  <a:lnTo>
                    <a:pt x="1269" y="6350"/>
                  </a:lnTo>
                  <a:lnTo>
                    <a:pt x="1269" y="7620"/>
                  </a:lnTo>
                  <a:lnTo>
                    <a:pt x="83819" y="7620"/>
                  </a:lnTo>
                  <a:lnTo>
                    <a:pt x="83819" y="0"/>
                  </a:lnTo>
                  <a:close/>
                </a:path>
              </a:pathLst>
            </a:custGeom>
            <a:solidFill>
              <a:srgbClr val="691D00"/>
            </a:solidFill>
          </p:spPr>
          <p:txBody>
            <a:bodyPr wrap="square" lIns="0" tIns="0" rIns="0" bIns="0" rtlCol="0"/>
            <a:lstStyle/>
            <a:p/>
          </p:txBody>
        </p:sp>
        <p:sp>
          <p:nvSpPr>
            <p:cNvPr id="1174" name="object 1174"/>
            <p:cNvSpPr/>
            <p:nvPr/>
          </p:nvSpPr>
          <p:spPr>
            <a:xfrm>
              <a:off x="5438140" y="11849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B1D00"/>
            </a:solidFill>
          </p:spPr>
          <p:txBody>
            <a:bodyPr wrap="square" lIns="0" tIns="0" rIns="0" bIns="0" rtlCol="0"/>
            <a:lstStyle/>
            <a:p/>
          </p:txBody>
        </p:sp>
        <p:sp>
          <p:nvSpPr>
            <p:cNvPr id="1175" name="object 1175"/>
            <p:cNvSpPr/>
            <p:nvPr/>
          </p:nvSpPr>
          <p:spPr>
            <a:xfrm>
              <a:off x="5438140" y="11925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D1C00"/>
            </a:solidFill>
          </p:spPr>
          <p:txBody>
            <a:bodyPr wrap="square" lIns="0" tIns="0" rIns="0" bIns="0" rtlCol="0"/>
            <a:lstStyle/>
            <a:p/>
          </p:txBody>
        </p:sp>
        <p:sp>
          <p:nvSpPr>
            <p:cNvPr id="1176" name="object 1176"/>
            <p:cNvSpPr/>
            <p:nvPr/>
          </p:nvSpPr>
          <p:spPr>
            <a:xfrm>
              <a:off x="5438140" y="11988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F1C00"/>
            </a:solidFill>
          </p:spPr>
          <p:txBody>
            <a:bodyPr wrap="square" lIns="0" tIns="0" rIns="0" bIns="0" rtlCol="0"/>
            <a:lstStyle/>
            <a:p/>
          </p:txBody>
        </p:sp>
        <p:sp>
          <p:nvSpPr>
            <p:cNvPr id="1177" name="object 1177"/>
            <p:cNvSpPr/>
            <p:nvPr/>
          </p:nvSpPr>
          <p:spPr>
            <a:xfrm>
              <a:off x="5438140" y="1206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21B00"/>
            </a:solidFill>
          </p:spPr>
          <p:txBody>
            <a:bodyPr wrap="square" lIns="0" tIns="0" rIns="0" bIns="0" rtlCol="0"/>
            <a:lstStyle/>
            <a:p/>
          </p:txBody>
        </p:sp>
        <p:sp>
          <p:nvSpPr>
            <p:cNvPr id="1178" name="object 1178"/>
            <p:cNvSpPr/>
            <p:nvPr/>
          </p:nvSpPr>
          <p:spPr>
            <a:xfrm>
              <a:off x="5438140" y="12141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41B00"/>
            </a:solidFill>
          </p:spPr>
          <p:txBody>
            <a:bodyPr wrap="square" lIns="0" tIns="0" rIns="0" bIns="0" rtlCol="0"/>
            <a:lstStyle/>
            <a:p/>
          </p:txBody>
        </p:sp>
        <p:sp>
          <p:nvSpPr>
            <p:cNvPr id="1179" name="object 1179"/>
            <p:cNvSpPr/>
            <p:nvPr/>
          </p:nvSpPr>
          <p:spPr>
            <a:xfrm>
              <a:off x="5438140" y="12204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61B00"/>
            </a:solidFill>
          </p:spPr>
          <p:txBody>
            <a:bodyPr wrap="square" lIns="0" tIns="0" rIns="0" bIns="0" rtlCol="0"/>
            <a:lstStyle/>
            <a:p/>
          </p:txBody>
        </p:sp>
        <p:sp>
          <p:nvSpPr>
            <p:cNvPr id="1180" name="object 1180"/>
            <p:cNvSpPr/>
            <p:nvPr/>
          </p:nvSpPr>
          <p:spPr>
            <a:xfrm>
              <a:off x="5438140" y="12280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81A00"/>
            </a:solidFill>
          </p:spPr>
          <p:txBody>
            <a:bodyPr wrap="square" lIns="0" tIns="0" rIns="0" bIns="0" rtlCol="0"/>
            <a:lstStyle/>
            <a:p/>
          </p:txBody>
        </p:sp>
        <p:sp>
          <p:nvSpPr>
            <p:cNvPr id="1181" name="object 1181"/>
            <p:cNvSpPr/>
            <p:nvPr/>
          </p:nvSpPr>
          <p:spPr>
            <a:xfrm>
              <a:off x="5438140" y="12357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B1A00"/>
            </a:solidFill>
          </p:spPr>
          <p:txBody>
            <a:bodyPr wrap="square" lIns="0" tIns="0" rIns="0" bIns="0" rtlCol="0"/>
            <a:lstStyle/>
            <a:p/>
          </p:txBody>
        </p:sp>
        <p:sp>
          <p:nvSpPr>
            <p:cNvPr id="1182" name="object 1182"/>
            <p:cNvSpPr/>
            <p:nvPr/>
          </p:nvSpPr>
          <p:spPr>
            <a:xfrm>
              <a:off x="5438140" y="12420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D1900"/>
            </a:solidFill>
          </p:spPr>
          <p:txBody>
            <a:bodyPr wrap="square" lIns="0" tIns="0" rIns="0" bIns="0" rtlCol="0"/>
            <a:lstStyle/>
            <a:p/>
          </p:txBody>
        </p:sp>
        <p:sp>
          <p:nvSpPr>
            <p:cNvPr id="1183" name="object 1183"/>
            <p:cNvSpPr/>
            <p:nvPr/>
          </p:nvSpPr>
          <p:spPr>
            <a:xfrm>
              <a:off x="5438140" y="1249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F1900"/>
            </a:solidFill>
          </p:spPr>
          <p:txBody>
            <a:bodyPr wrap="square" lIns="0" tIns="0" rIns="0" bIns="0" rtlCol="0"/>
            <a:lstStyle/>
            <a:p/>
          </p:txBody>
        </p:sp>
        <p:sp>
          <p:nvSpPr>
            <p:cNvPr id="1184" name="object 1184"/>
            <p:cNvSpPr/>
            <p:nvPr/>
          </p:nvSpPr>
          <p:spPr>
            <a:xfrm>
              <a:off x="5438140" y="1257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11800"/>
            </a:solidFill>
          </p:spPr>
          <p:txBody>
            <a:bodyPr wrap="square" lIns="0" tIns="0" rIns="0" bIns="0" rtlCol="0"/>
            <a:lstStyle/>
            <a:p/>
          </p:txBody>
        </p:sp>
        <p:sp>
          <p:nvSpPr>
            <p:cNvPr id="1185" name="object 1185"/>
            <p:cNvSpPr/>
            <p:nvPr/>
          </p:nvSpPr>
          <p:spPr>
            <a:xfrm>
              <a:off x="5438140" y="1264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41800"/>
            </a:solidFill>
          </p:spPr>
          <p:txBody>
            <a:bodyPr wrap="square" lIns="0" tIns="0" rIns="0" bIns="0" rtlCol="0"/>
            <a:lstStyle/>
            <a:p/>
          </p:txBody>
        </p:sp>
        <p:sp>
          <p:nvSpPr>
            <p:cNvPr id="1186" name="object 1186"/>
            <p:cNvSpPr/>
            <p:nvPr/>
          </p:nvSpPr>
          <p:spPr>
            <a:xfrm>
              <a:off x="5438140" y="1271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61700"/>
            </a:solidFill>
          </p:spPr>
          <p:txBody>
            <a:bodyPr wrap="square" lIns="0" tIns="0" rIns="0" bIns="0" rtlCol="0"/>
            <a:lstStyle/>
            <a:p/>
          </p:txBody>
        </p:sp>
        <p:sp>
          <p:nvSpPr>
            <p:cNvPr id="1187" name="object 1187"/>
            <p:cNvSpPr/>
            <p:nvPr/>
          </p:nvSpPr>
          <p:spPr>
            <a:xfrm>
              <a:off x="5438140" y="1278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81700"/>
            </a:solidFill>
          </p:spPr>
          <p:txBody>
            <a:bodyPr wrap="square" lIns="0" tIns="0" rIns="0" bIns="0" rtlCol="0"/>
            <a:lstStyle/>
            <a:p/>
          </p:txBody>
        </p:sp>
        <p:sp>
          <p:nvSpPr>
            <p:cNvPr id="1188" name="object 1188"/>
            <p:cNvSpPr/>
            <p:nvPr/>
          </p:nvSpPr>
          <p:spPr>
            <a:xfrm>
              <a:off x="5438140" y="1286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A1700"/>
            </a:solidFill>
          </p:spPr>
          <p:txBody>
            <a:bodyPr wrap="square" lIns="0" tIns="0" rIns="0" bIns="0" rtlCol="0"/>
            <a:lstStyle/>
            <a:p/>
          </p:txBody>
        </p:sp>
        <p:sp>
          <p:nvSpPr>
            <p:cNvPr id="1189" name="object 1189"/>
            <p:cNvSpPr/>
            <p:nvPr/>
          </p:nvSpPr>
          <p:spPr>
            <a:xfrm>
              <a:off x="5438140" y="1292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D1600"/>
            </a:solidFill>
          </p:spPr>
          <p:txBody>
            <a:bodyPr wrap="square" lIns="0" tIns="0" rIns="0" bIns="0" rtlCol="0"/>
            <a:lstStyle/>
            <a:p/>
          </p:txBody>
        </p:sp>
        <p:sp>
          <p:nvSpPr>
            <p:cNvPr id="1190" name="object 1190"/>
            <p:cNvSpPr/>
            <p:nvPr/>
          </p:nvSpPr>
          <p:spPr>
            <a:xfrm>
              <a:off x="5438140" y="1300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F1600"/>
            </a:solidFill>
          </p:spPr>
          <p:txBody>
            <a:bodyPr wrap="square" lIns="0" tIns="0" rIns="0" bIns="0" rtlCol="0"/>
            <a:lstStyle/>
            <a:p/>
          </p:txBody>
        </p:sp>
        <p:sp>
          <p:nvSpPr>
            <p:cNvPr id="1191" name="object 1191"/>
            <p:cNvSpPr/>
            <p:nvPr/>
          </p:nvSpPr>
          <p:spPr>
            <a:xfrm>
              <a:off x="5438140" y="1308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11500"/>
            </a:solidFill>
          </p:spPr>
          <p:txBody>
            <a:bodyPr wrap="square" lIns="0" tIns="0" rIns="0" bIns="0" rtlCol="0"/>
            <a:lstStyle/>
            <a:p/>
          </p:txBody>
        </p:sp>
        <p:sp>
          <p:nvSpPr>
            <p:cNvPr id="1192" name="object 1192"/>
            <p:cNvSpPr/>
            <p:nvPr/>
          </p:nvSpPr>
          <p:spPr>
            <a:xfrm>
              <a:off x="5438140" y="1314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31500"/>
            </a:solidFill>
          </p:spPr>
          <p:txBody>
            <a:bodyPr wrap="square" lIns="0" tIns="0" rIns="0" bIns="0" rtlCol="0"/>
            <a:lstStyle/>
            <a:p/>
          </p:txBody>
        </p:sp>
        <p:sp>
          <p:nvSpPr>
            <p:cNvPr id="1193" name="object 1193"/>
            <p:cNvSpPr/>
            <p:nvPr/>
          </p:nvSpPr>
          <p:spPr>
            <a:xfrm>
              <a:off x="5438140" y="1322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61400"/>
            </a:solidFill>
          </p:spPr>
          <p:txBody>
            <a:bodyPr wrap="square" lIns="0" tIns="0" rIns="0" bIns="0" rtlCol="0"/>
            <a:lstStyle/>
            <a:p/>
          </p:txBody>
        </p:sp>
        <p:sp>
          <p:nvSpPr>
            <p:cNvPr id="1194" name="object 1194"/>
            <p:cNvSpPr/>
            <p:nvPr/>
          </p:nvSpPr>
          <p:spPr>
            <a:xfrm>
              <a:off x="5438140" y="13296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81400"/>
            </a:solidFill>
          </p:spPr>
          <p:txBody>
            <a:bodyPr wrap="square" lIns="0" tIns="0" rIns="0" bIns="0" rtlCol="0"/>
            <a:lstStyle/>
            <a:p/>
          </p:txBody>
        </p:sp>
        <p:sp>
          <p:nvSpPr>
            <p:cNvPr id="1195" name="object 1195"/>
            <p:cNvSpPr/>
            <p:nvPr/>
          </p:nvSpPr>
          <p:spPr>
            <a:xfrm>
              <a:off x="5438140" y="13373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A1300"/>
            </a:solidFill>
          </p:spPr>
          <p:txBody>
            <a:bodyPr wrap="square" lIns="0" tIns="0" rIns="0" bIns="0" rtlCol="0"/>
            <a:lstStyle/>
            <a:p/>
          </p:txBody>
        </p:sp>
        <p:sp>
          <p:nvSpPr>
            <p:cNvPr id="1196" name="object 1196"/>
            <p:cNvSpPr/>
            <p:nvPr/>
          </p:nvSpPr>
          <p:spPr>
            <a:xfrm>
              <a:off x="5438140" y="1343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C1300"/>
            </a:solidFill>
          </p:spPr>
          <p:txBody>
            <a:bodyPr wrap="square" lIns="0" tIns="0" rIns="0" bIns="0" rtlCol="0"/>
            <a:lstStyle/>
            <a:p/>
          </p:txBody>
        </p:sp>
        <p:sp>
          <p:nvSpPr>
            <p:cNvPr id="1197" name="object 1197"/>
            <p:cNvSpPr/>
            <p:nvPr/>
          </p:nvSpPr>
          <p:spPr>
            <a:xfrm>
              <a:off x="5438140" y="13512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F1200"/>
            </a:solidFill>
          </p:spPr>
          <p:txBody>
            <a:bodyPr wrap="square" lIns="0" tIns="0" rIns="0" bIns="0" rtlCol="0"/>
            <a:lstStyle/>
            <a:p/>
          </p:txBody>
        </p:sp>
        <p:sp>
          <p:nvSpPr>
            <p:cNvPr id="1198" name="object 1198"/>
            <p:cNvSpPr/>
            <p:nvPr/>
          </p:nvSpPr>
          <p:spPr>
            <a:xfrm>
              <a:off x="5438140" y="13589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11200"/>
            </a:solidFill>
          </p:spPr>
          <p:txBody>
            <a:bodyPr wrap="square" lIns="0" tIns="0" rIns="0" bIns="0" rtlCol="0"/>
            <a:lstStyle/>
            <a:p/>
          </p:txBody>
        </p:sp>
        <p:sp>
          <p:nvSpPr>
            <p:cNvPr id="1199" name="object 1199"/>
            <p:cNvSpPr/>
            <p:nvPr/>
          </p:nvSpPr>
          <p:spPr>
            <a:xfrm>
              <a:off x="5438140" y="1365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31200"/>
            </a:solidFill>
          </p:spPr>
          <p:txBody>
            <a:bodyPr wrap="square" lIns="0" tIns="0" rIns="0" bIns="0" rtlCol="0"/>
            <a:lstStyle/>
            <a:p/>
          </p:txBody>
        </p:sp>
        <p:sp>
          <p:nvSpPr>
            <p:cNvPr id="1200" name="object 1200"/>
            <p:cNvSpPr/>
            <p:nvPr/>
          </p:nvSpPr>
          <p:spPr>
            <a:xfrm>
              <a:off x="5438140" y="13728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51100"/>
            </a:solidFill>
          </p:spPr>
          <p:txBody>
            <a:bodyPr wrap="square" lIns="0" tIns="0" rIns="0" bIns="0" rtlCol="0"/>
            <a:lstStyle/>
            <a:p/>
          </p:txBody>
        </p:sp>
        <p:sp>
          <p:nvSpPr>
            <p:cNvPr id="1201" name="object 1201"/>
            <p:cNvSpPr/>
            <p:nvPr/>
          </p:nvSpPr>
          <p:spPr>
            <a:xfrm>
              <a:off x="5438140" y="13804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81100"/>
            </a:solidFill>
          </p:spPr>
          <p:txBody>
            <a:bodyPr wrap="square" lIns="0" tIns="0" rIns="0" bIns="0" rtlCol="0"/>
            <a:lstStyle/>
            <a:p/>
          </p:txBody>
        </p:sp>
        <p:sp>
          <p:nvSpPr>
            <p:cNvPr id="1202" name="object 1202"/>
            <p:cNvSpPr/>
            <p:nvPr/>
          </p:nvSpPr>
          <p:spPr>
            <a:xfrm>
              <a:off x="5438140" y="1386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A1000"/>
            </a:solidFill>
          </p:spPr>
          <p:txBody>
            <a:bodyPr wrap="square" lIns="0" tIns="0" rIns="0" bIns="0" rtlCol="0"/>
            <a:lstStyle/>
            <a:p/>
          </p:txBody>
        </p:sp>
        <p:sp>
          <p:nvSpPr>
            <p:cNvPr id="1203" name="object 1203"/>
            <p:cNvSpPr/>
            <p:nvPr/>
          </p:nvSpPr>
          <p:spPr>
            <a:xfrm>
              <a:off x="5438140" y="13944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C1000"/>
            </a:solidFill>
          </p:spPr>
          <p:txBody>
            <a:bodyPr wrap="square" lIns="0" tIns="0" rIns="0" bIns="0" rtlCol="0"/>
            <a:lstStyle/>
            <a:p/>
          </p:txBody>
        </p:sp>
        <p:sp>
          <p:nvSpPr>
            <p:cNvPr id="1204" name="object 1204"/>
            <p:cNvSpPr/>
            <p:nvPr/>
          </p:nvSpPr>
          <p:spPr>
            <a:xfrm>
              <a:off x="5438140" y="14020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F0F00"/>
            </a:solidFill>
          </p:spPr>
          <p:txBody>
            <a:bodyPr wrap="square" lIns="0" tIns="0" rIns="0" bIns="0" rtlCol="0"/>
            <a:lstStyle/>
            <a:p/>
          </p:txBody>
        </p:sp>
        <p:sp>
          <p:nvSpPr>
            <p:cNvPr id="1205" name="object 1205"/>
            <p:cNvSpPr/>
            <p:nvPr/>
          </p:nvSpPr>
          <p:spPr>
            <a:xfrm>
              <a:off x="5438140" y="1408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10F00"/>
            </a:solidFill>
          </p:spPr>
          <p:txBody>
            <a:bodyPr wrap="square" lIns="0" tIns="0" rIns="0" bIns="0" rtlCol="0"/>
            <a:lstStyle/>
            <a:p/>
          </p:txBody>
        </p:sp>
        <p:sp>
          <p:nvSpPr>
            <p:cNvPr id="1206" name="object 1206"/>
            <p:cNvSpPr/>
            <p:nvPr/>
          </p:nvSpPr>
          <p:spPr>
            <a:xfrm>
              <a:off x="5438140" y="1416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30E00"/>
            </a:solidFill>
          </p:spPr>
          <p:txBody>
            <a:bodyPr wrap="square" lIns="0" tIns="0" rIns="0" bIns="0" rtlCol="0"/>
            <a:lstStyle/>
            <a:p/>
          </p:txBody>
        </p:sp>
        <p:sp>
          <p:nvSpPr>
            <p:cNvPr id="1207" name="object 1207"/>
            <p:cNvSpPr/>
            <p:nvPr/>
          </p:nvSpPr>
          <p:spPr>
            <a:xfrm>
              <a:off x="5438140" y="14236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50E00"/>
            </a:solidFill>
          </p:spPr>
          <p:txBody>
            <a:bodyPr wrap="square" lIns="0" tIns="0" rIns="0" bIns="0" rtlCol="0"/>
            <a:lstStyle/>
            <a:p/>
          </p:txBody>
        </p:sp>
        <p:sp>
          <p:nvSpPr>
            <p:cNvPr id="1208" name="object 1208"/>
            <p:cNvSpPr/>
            <p:nvPr/>
          </p:nvSpPr>
          <p:spPr>
            <a:xfrm>
              <a:off x="5438140" y="14300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80D00"/>
            </a:solidFill>
          </p:spPr>
          <p:txBody>
            <a:bodyPr wrap="square" lIns="0" tIns="0" rIns="0" bIns="0" rtlCol="0"/>
            <a:lstStyle/>
            <a:p/>
          </p:txBody>
        </p:sp>
        <p:sp>
          <p:nvSpPr>
            <p:cNvPr id="1209" name="object 1209"/>
            <p:cNvSpPr/>
            <p:nvPr/>
          </p:nvSpPr>
          <p:spPr>
            <a:xfrm>
              <a:off x="5438140" y="14376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A0D00"/>
            </a:solidFill>
          </p:spPr>
          <p:txBody>
            <a:bodyPr wrap="square" lIns="0" tIns="0" rIns="0" bIns="0" rtlCol="0"/>
            <a:lstStyle/>
            <a:p/>
          </p:txBody>
        </p:sp>
        <p:sp>
          <p:nvSpPr>
            <p:cNvPr id="1210" name="object 1210"/>
            <p:cNvSpPr/>
            <p:nvPr/>
          </p:nvSpPr>
          <p:spPr>
            <a:xfrm>
              <a:off x="5438140" y="14452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C0D00"/>
            </a:solidFill>
          </p:spPr>
          <p:txBody>
            <a:bodyPr wrap="square" lIns="0" tIns="0" rIns="0" bIns="0" rtlCol="0"/>
            <a:lstStyle/>
            <a:p/>
          </p:txBody>
        </p:sp>
        <p:sp>
          <p:nvSpPr>
            <p:cNvPr id="1211" name="object 1211"/>
            <p:cNvSpPr/>
            <p:nvPr/>
          </p:nvSpPr>
          <p:spPr>
            <a:xfrm>
              <a:off x="5438140" y="14528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E0C00"/>
            </a:solidFill>
          </p:spPr>
          <p:txBody>
            <a:bodyPr wrap="square" lIns="0" tIns="0" rIns="0" bIns="0" rtlCol="0"/>
            <a:lstStyle/>
            <a:p/>
          </p:txBody>
        </p:sp>
        <p:sp>
          <p:nvSpPr>
            <p:cNvPr id="1212" name="object 1212"/>
            <p:cNvSpPr/>
            <p:nvPr/>
          </p:nvSpPr>
          <p:spPr>
            <a:xfrm>
              <a:off x="5438140" y="14592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10C00"/>
            </a:solidFill>
          </p:spPr>
          <p:txBody>
            <a:bodyPr wrap="square" lIns="0" tIns="0" rIns="0" bIns="0" rtlCol="0"/>
            <a:lstStyle/>
            <a:p/>
          </p:txBody>
        </p:sp>
        <p:sp>
          <p:nvSpPr>
            <p:cNvPr id="1213" name="object 1213"/>
            <p:cNvSpPr/>
            <p:nvPr/>
          </p:nvSpPr>
          <p:spPr>
            <a:xfrm>
              <a:off x="5438140" y="14668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30B00"/>
            </a:solidFill>
          </p:spPr>
          <p:txBody>
            <a:bodyPr wrap="square" lIns="0" tIns="0" rIns="0" bIns="0" rtlCol="0"/>
            <a:lstStyle/>
            <a:p/>
          </p:txBody>
        </p:sp>
        <p:sp>
          <p:nvSpPr>
            <p:cNvPr id="1214" name="object 1214"/>
            <p:cNvSpPr/>
            <p:nvPr/>
          </p:nvSpPr>
          <p:spPr>
            <a:xfrm>
              <a:off x="5438140" y="14744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50B00"/>
            </a:solidFill>
          </p:spPr>
          <p:txBody>
            <a:bodyPr wrap="square" lIns="0" tIns="0" rIns="0" bIns="0" rtlCol="0"/>
            <a:lstStyle/>
            <a:p/>
          </p:txBody>
        </p:sp>
        <p:sp>
          <p:nvSpPr>
            <p:cNvPr id="1215" name="object 1215"/>
            <p:cNvSpPr/>
            <p:nvPr/>
          </p:nvSpPr>
          <p:spPr>
            <a:xfrm>
              <a:off x="5438140" y="14808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70A00"/>
            </a:solidFill>
          </p:spPr>
          <p:txBody>
            <a:bodyPr wrap="square" lIns="0" tIns="0" rIns="0" bIns="0" rtlCol="0"/>
            <a:lstStyle/>
            <a:p/>
          </p:txBody>
        </p:sp>
        <p:sp>
          <p:nvSpPr>
            <p:cNvPr id="1216" name="object 1216"/>
            <p:cNvSpPr/>
            <p:nvPr/>
          </p:nvSpPr>
          <p:spPr>
            <a:xfrm>
              <a:off x="5438140" y="14884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A0A00"/>
            </a:solidFill>
          </p:spPr>
          <p:txBody>
            <a:bodyPr wrap="square" lIns="0" tIns="0" rIns="0" bIns="0" rtlCol="0"/>
            <a:lstStyle/>
            <a:p/>
          </p:txBody>
        </p:sp>
        <p:sp>
          <p:nvSpPr>
            <p:cNvPr id="1217" name="object 1217"/>
            <p:cNvSpPr/>
            <p:nvPr/>
          </p:nvSpPr>
          <p:spPr>
            <a:xfrm>
              <a:off x="5438140" y="14960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C0900"/>
            </a:solidFill>
          </p:spPr>
          <p:txBody>
            <a:bodyPr wrap="square" lIns="0" tIns="0" rIns="0" bIns="0" rtlCol="0"/>
            <a:lstStyle/>
            <a:p/>
          </p:txBody>
        </p:sp>
        <p:sp>
          <p:nvSpPr>
            <p:cNvPr id="1218" name="object 1218"/>
            <p:cNvSpPr/>
            <p:nvPr/>
          </p:nvSpPr>
          <p:spPr>
            <a:xfrm>
              <a:off x="5438140" y="15024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E0900"/>
            </a:solidFill>
          </p:spPr>
          <p:txBody>
            <a:bodyPr wrap="square" lIns="0" tIns="0" rIns="0" bIns="0" rtlCol="0"/>
            <a:lstStyle/>
            <a:p/>
          </p:txBody>
        </p:sp>
        <p:sp>
          <p:nvSpPr>
            <p:cNvPr id="1219" name="object 1219"/>
            <p:cNvSpPr/>
            <p:nvPr/>
          </p:nvSpPr>
          <p:spPr>
            <a:xfrm>
              <a:off x="5438140" y="15100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00900"/>
            </a:solidFill>
          </p:spPr>
          <p:txBody>
            <a:bodyPr wrap="square" lIns="0" tIns="0" rIns="0" bIns="0" rtlCol="0"/>
            <a:lstStyle/>
            <a:p/>
          </p:txBody>
        </p:sp>
        <p:sp>
          <p:nvSpPr>
            <p:cNvPr id="1220" name="object 1220"/>
            <p:cNvSpPr/>
            <p:nvPr/>
          </p:nvSpPr>
          <p:spPr>
            <a:xfrm>
              <a:off x="5438140" y="1517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30800"/>
            </a:solidFill>
          </p:spPr>
          <p:txBody>
            <a:bodyPr wrap="square" lIns="0" tIns="0" rIns="0" bIns="0" rtlCol="0"/>
            <a:lstStyle/>
            <a:p/>
          </p:txBody>
        </p:sp>
        <p:sp>
          <p:nvSpPr>
            <p:cNvPr id="1221" name="object 1221"/>
            <p:cNvSpPr/>
            <p:nvPr/>
          </p:nvSpPr>
          <p:spPr>
            <a:xfrm>
              <a:off x="5438140" y="15252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50800"/>
            </a:solidFill>
          </p:spPr>
          <p:txBody>
            <a:bodyPr wrap="square" lIns="0" tIns="0" rIns="0" bIns="0" rtlCol="0"/>
            <a:lstStyle/>
            <a:p/>
          </p:txBody>
        </p:sp>
        <p:sp>
          <p:nvSpPr>
            <p:cNvPr id="1222" name="object 1222"/>
            <p:cNvSpPr/>
            <p:nvPr/>
          </p:nvSpPr>
          <p:spPr>
            <a:xfrm>
              <a:off x="5438140" y="15316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D70700"/>
            </a:solidFill>
          </p:spPr>
          <p:txBody>
            <a:bodyPr wrap="square" lIns="0" tIns="0" rIns="0" bIns="0" rtlCol="0"/>
            <a:lstStyle/>
            <a:p/>
          </p:txBody>
        </p:sp>
        <p:sp>
          <p:nvSpPr>
            <p:cNvPr id="1223" name="object 1223"/>
            <p:cNvSpPr/>
            <p:nvPr/>
          </p:nvSpPr>
          <p:spPr>
            <a:xfrm>
              <a:off x="5438140" y="15392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90700"/>
            </a:solidFill>
          </p:spPr>
          <p:txBody>
            <a:bodyPr wrap="square" lIns="0" tIns="0" rIns="0" bIns="0" rtlCol="0"/>
            <a:lstStyle/>
            <a:p/>
          </p:txBody>
        </p:sp>
        <p:sp>
          <p:nvSpPr>
            <p:cNvPr id="1224" name="object 1224"/>
            <p:cNvSpPr/>
            <p:nvPr/>
          </p:nvSpPr>
          <p:spPr>
            <a:xfrm>
              <a:off x="5438140" y="15468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C0600"/>
            </a:solidFill>
          </p:spPr>
          <p:txBody>
            <a:bodyPr wrap="square" lIns="0" tIns="0" rIns="0" bIns="0" rtlCol="0"/>
            <a:lstStyle/>
            <a:p/>
          </p:txBody>
        </p:sp>
        <p:sp>
          <p:nvSpPr>
            <p:cNvPr id="1225" name="object 1225"/>
            <p:cNvSpPr/>
            <p:nvPr/>
          </p:nvSpPr>
          <p:spPr>
            <a:xfrm>
              <a:off x="5438140" y="15532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DE0600"/>
            </a:solidFill>
          </p:spPr>
          <p:txBody>
            <a:bodyPr wrap="square" lIns="0" tIns="0" rIns="0" bIns="0" rtlCol="0"/>
            <a:lstStyle/>
            <a:p/>
          </p:txBody>
        </p:sp>
        <p:sp>
          <p:nvSpPr>
            <p:cNvPr id="1226" name="object 1226"/>
            <p:cNvSpPr/>
            <p:nvPr/>
          </p:nvSpPr>
          <p:spPr>
            <a:xfrm>
              <a:off x="5436870" y="1560830"/>
              <a:ext cx="85090" cy="7620"/>
            </a:xfrm>
            <a:custGeom>
              <a:avLst/>
              <a:gdLst/>
              <a:ahLst/>
              <a:cxnLst/>
              <a:rect l="l" t="t" r="r" b="b"/>
              <a:pathLst>
                <a:path w="85089" h="7619">
                  <a:moveTo>
                    <a:pt x="85089" y="6350"/>
                  </a:moveTo>
                  <a:lnTo>
                    <a:pt x="0" y="6350"/>
                  </a:lnTo>
                  <a:lnTo>
                    <a:pt x="0" y="7620"/>
                  </a:lnTo>
                  <a:lnTo>
                    <a:pt x="85089" y="7620"/>
                  </a:lnTo>
                  <a:lnTo>
                    <a:pt x="85089" y="6350"/>
                  </a:lnTo>
                  <a:close/>
                </a:path>
                <a:path w="85089" h="7619">
                  <a:moveTo>
                    <a:pt x="83819" y="0"/>
                  </a:moveTo>
                  <a:lnTo>
                    <a:pt x="1269" y="0"/>
                  </a:lnTo>
                  <a:lnTo>
                    <a:pt x="1269" y="6350"/>
                  </a:lnTo>
                  <a:lnTo>
                    <a:pt x="83819" y="6350"/>
                  </a:lnTo>
                  <a:lnTo>
                    <a:pt x="83819" y="0"/>
                  </a:lnTo>
                  <a:close/>
                </a:path>
              </a:pathLst>
            </a:custGeom>
            <a:solidFill>
              <a:srgbClr val="E00500"/>
            </a:solidFill>
          </p:spPr>
          <p:txBody>
            <a:bodyPr wrap="square" lIns="0" tIns="0" rIns="0" bIns="0" rtlCol="0"/>
            <a:lstStyle/>
            <a:p/>
          </p:txBody>
        </p:sp>
        <p:sp>
          <p:nvSpPr>
            <p:cNvPr id="1227" name="object 1227"/>
            <p:cNvSpPr/>
            <p:nvPr/>
          </p:nvSpPr>
          <p:spPr>
            <a:xfrm>
              <a:off x="5436870" y="156845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E20500"/>
            </a:solidFill>
          </p:spPr>
          <p:txBody>
            <a:bodyPr wrap="square" lIns="0" tIns="0" rIns="0" bIns="0" rtlCol="0"/>
            <a:lstStyle/>
            <a:p/>
          </p:txBody>
        </p:sp>
        <p:sp>
          <p:nvSpPr>
            <p:cNvPr id="1228" name="object 1228"/>
            <p:cNvSpPr/>
            <p:nvPr/>
          </p:nvSpPr>
          <p:spPr>
            <a:xfrm>
              <a:off x="5436870" y="157480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E50400"/>
            </a:solidFill>
          </p:spPr>
          <p:txBody>
            <a:bodyPr wrap="square" lIns="0" tIns="0" rIns="0" bIns="0" rtlCol="0"/>
            <a:lstStyle/>
            <a:p/>
          </p:txBody>
        </p:sp>
        <p:sp>
          <p:nvSpPr>
            <p:cNvPr id="1229" name="object 1229"/>
            <p:cNvSpPr/>
            <p:nvPr/>
          </p:nvSpPr>
          <p:spPr>
            <a:xfrm>
              <a:off x="5435600" y="1582420"/>
              <a:ext cx="87630" cy="7620"/>
            </a:xfrm>
            <a:custGeom>
              <a:avLst/>
              <a:gdLst/>
              <a:ahLst/>
              <a:cxnLst/>
              <a:rect l="l" t="t" r="r" b="b"/>
              <a:pathLst>
                <a:path w="87629" h="7619">
                  <a:moveTo>
                    <a:pt x="86360" y="0"/>
                  </a:moveTo>
                  <a:lnTo>
                    <a:pt x="1270" y="0"/>
                  </a:lnTo>
                  <a:lnTo>
                    <a:pt x="1270" y="3809"/>
                  </a:lnTo>
                  <a:lnTo>
                    <a:pt x="0" y="3809"/>
                  </a:lnTo>
                  <a:lnTo>
                    <a:pt x="0" y="7619"/>
                  </a:lnTo>
                  <a:lnTo>
                    <a:pt x="87629" y="7619"/>
                  </a:lnTo>
                  <a:lnTo>
                    <a:pt x="87629" y="5079"/>
                  </a:lnTo>
                  <a:lnTo>
                    <a:pt x="86360" y="5079"/>
                  </a:lnTo>
                  <a:lnTo>
                    <a:pt x="86360" y="0"/>
                  </a:lnTo>
                  <a:close/>
                </a:path>
              </a:pathLst>
            </a:custGeom>
            <a:solidFill>
              <a:srgbClr val="E70400"/>
            </a:solidFill>
          </p:spPr>
          <p:txBody>
            <a:bodyPr wrap="square" lIns="0" tIns="0" rIns="0" bIns="0" rtlCol="0"/>
            <a:lstStyle/>
            <a:p/>
          </p:txBody>
        </p:sp>
        <p:sp>
          <p:nvSpPr>
            <p:cNvPr id="1230" name="object 1230"/>
            <p:cNvSpPr/>
            <p:nvPr/>
          </p:nvSpPr>
          <p:spPr>
            <a:xfrm>
              <a:off x="5434330" y="1590039"/>
              <a:ext cx="90170" cy="7620"/>
            </a:xfrm>
            <a:custGeom>
              <a:avLst/>
              <a:gdLst/>
              <a:ahLst/>
              <a:cxnLst/>
              <a:rect l="l" t="t" r="r" b="b"/>
              <a:pathLst>
                <a:path w="90170" h="7619">
                  <a:moveTo>
                    <a:pt x="90170" y="5080"/>
                  </a:moveTo>
                  <a:lnTo>
                    <a:pt x="88900" y="5080"/>
                  </a:lnTo>
                  <a:lnTo>
                    <a:pt x="88900" y="3810"/>
                  </a:lnTo>
                  <a:lnTo>
                    <a:pt x="88900" y="0"/>
                  </a:lnTo>
                  <a:lnTo>
                    <a:pt x="1270" y="0"/>
                  </a:lnTo>
                  <a:lnTo>
                    <a:pt x="1270" y="3810"/>
                  </a:lnTo>
                  <a:lnTo>
                    <a:pt x="0" y="3810"/>
                  </a:lnTo>
                  <a:lnTo>
                    <a:pt x="0" y="5080"/>
                  </a:lnTo>
                  <a:lnTo>
                    <a:pt x="0" y="7620"/>
                  </a:lnTo>
                  <a:lnTo>
                    <a:pt x="90170" y="7620"/>
                  </a:lnTo>
                  <a:lnTo>
                    <a:pt x="90170" y="5080"/>
                  </a:lnTo>
                  <a:close/>
                </a:path>
              </a:pathLst>
            </a:custGeom>
            <a:solidFill>
              <a:srgbClr val="E90400"/>
            </a:solidFill>
          </p:spPr>
          <p:txBody>
            <a:bodyPr wrap="square" lIns="0" tIns="0" rIns="0" bIns="0" rtlCol="0"/>
            <a:lstStyle/>
            <a:p/>
          </p:txBody>
        </p:sp>
        <p:sp>
          <p:nvSpPr>
            <p:cNvPr id="1231" name="object 1231"/>
            <p:cNvSpPr/>
            <p:nvPr/>
          </p:nvSpPr>
          <p:spPr>
            <a:xfrm>
              <a:off x="5434330" y="1597659"/>
              <a:ext cx="91440" cy="6350"/>
            </a:xfrm>
            <a:custGeom>
              <a:avLst/>
              <a:gdLst/>
              <a:ahLst/>
              <a:cxnLst/>
              <a:rect l="l" t="t" r="r" b="b"/>
              <a:pathLst>
                <a:path w="91439" h="6350">
                  <a:moveTo>
                    <a:pt x="91440" y="5080"/>
                  </a:moveTo>
                  <a:lnTo>
                    <a:pt x="90170" y="5080"/>
                  </a:lnTo>
                  <a:lnTo>
                    <a:pt x="90170" y="0"/>
                  </a:lnTo>
                  <a:lnTo>
                    <a:pt x="0" y="0"/>
                  </a:lnTo>
                  <a:lnTo>
                    <a:pt x="0" y="5080"/>
                  </a:lnTo>
                  <a:lnTo>
                    <a:pt x="0" y="6350"/>
                  </a:lnTo>
                  <a:lnTo>
                    <a:pt x="91440" y="6350"/>
                  </a:lnTo>
                  <a:lnTo>
                    <a:pt x="91440" y="5080"/>
                  </a:lnTo>
                  <a:close/>
                </a:path>
              </a:pathLst>
            </a:custGeom>
            <a:solidFill>
              <a:srgbClr val="EB0300"/>
            </a:solidFill>
          </p:spPr>
          <p:txBody>
            <a:bodyPr wrap="square" lIns="0" tIns="0" rIns="0" bIns="0" rtlCol="0"/>
            <a:lstStyle/>
            <a:p/>
          </p:txBody>
        </p:sp>
        <p:sp>
          <p:nvSpPr>
            <p:cNvPr id="1232" name="object 1232"/>
            <p:cNvSpPr/>
            <p:nvPr/>
          </p:nvSpPr>
          <p:spPr>
            <a:xfrm>
              <a:off x="5430520" y="1604009"/>
              <a:ext cx="97790" cy="7620"/>
            </a:xfrm>
            <a:custGeom>
              <a:avLst/>
              <a:gdLst/>
              <a:ahLst/>
              <a:cxnLst/>
              <a:rect l="l" t="t" r="r" b="b"/>
              <a:pathLst>
                <a:path w="97789" h="7619">
                  <a:moveTo>
                    <a:pt x="97790" y="6350"/>
                  </a:moveTo>
                  <a:lnTo>
                    <a:pt x="96520" y="6350"/>
                  </a:lnTo>
                  <a:lnTo>
                    <a:pt x="96520" y="3810"/>
                  </a:lnTo>
                  <a:lnTo>
                    <a:pt x="96520" y="1270"/>
                  </a:lnTo>
                  <a:lnTo>
                    <a:pt x="95250" y="1270"/>
                  </a:lnTo>
                  <a:lnTo>
                    <a:pt x="95250" y="0"/>
                  </a:lnTo>
                  <a:lnTo>
                    <a:pt x="2540" y="0"/>
                  </a:lnTo>
                  <a:lnTo>
                    <a:pt x="2540" y="1270"/>
                  </a:lnTo>
                  <a:lnTo>
                    <a:pt x="2540" y="3810"/>
                  </a:lnTo>
                  <a:lnTo>
                    <a:pt x="1270" y="3810"/>
                  </a:lnTo>
                  <a:lnTo>
                    <a:pt x="1270" y="6350"/>
                  </a:lnTo>
                  <a:lnTo>
                    <a:pt x="0" y="6350"/>
                  </a:lnTo>
                  <a:lnTo>
                    <a:pt x="0" y="7620"/>
                  </a:lnTo>
                  <a:lnTo>
                    <a:pt x="97790" y="7620"/>
                  </a:lnTo>
                  <a:lnTo>
                    <a:pt x="97790" y="6350"/>
                  </a:lnTo>
                  <a:close/>
                </a:path>
              </a:pathLst>
            </a:custGeom>
            <a:solidFill>
              <a:srgbClr val="EE0300"/>
            </a:solidFill>
          </p:spPr>
          <p:txBody>
            <a:bodyPr wrap="square" lIns="0" tIns="0" rIns="0" bIns="0" rtlCol="0"/>
            <a:lstStyle/>
            <a:p/>
          </p:txBody>
        </p:sp>
        <p:sp>
          <p:nvSpPr>
            <p:cNvPr id="1233" name="object 1233"/>
            <p:cNvSpPr/>
            <p:nvPr/>
          </p:nvSpPr>
          <p:spPr>
            <a:xfrm>
              <a:off x="5425440" y="1611629"/>
              <a:ext cx="109220" cy="7620"/>
            </a:xfrm>
            <a:custGeom>
              <a:avLst/>
              <a:gdLst/>
              <a:ahLst/>
              <a:cxnLst/>
              <a:rect l="l" t="t" r="r" b="b"/>
              <a:pathLst>
                <a:path w="109220" h="7619">
                  <a:moveTo>
                    <a:pt x="109220" y="6350"/>
                  </a:moveTo>
                  <a:lnTo>
                    <a:pt x="107950" y="6350"/>
                  </a:lnTo>
                  <a:lnTo>
                    <a:pt x="107950" y="5080"/>
                  </a:lnTo>
                  <a:lnTo>
                    <a:pt x="106680" y="5080"/>
                  </a:lnTo>
                  <a:lnTo>
                    <a:pt x="106680" y="3810"/>
                  </a:lnTo>
                  <a:lnTo>
                    <a:pt x="105410" y="3810"/>
                  </a:lnTo>
                  <a:lnTo>
                    <a:pt x="105410" y="2540"/>
                  </a:lnTo>
                  <a:lnTo>
                    <a:pt x="105410" y="1270"/>
                  </a:lnTo>
                  <a:lnTo>
                    <a:pt x="104140" y="1270"/>
                  </a:lnTo>
                  <a:lnTo>
                    <a:pt x="104140" y="0"/>
                  </a:lnTo>
                  <a:lnTo>
                    <a:pt x="5080" y="0"/>
                  </a:lnTo>
                  <a:lnTo>
                    <a:pt x="5080" y="1270"/>
                  </a:lnTo>
                  <a:lnTo>
                    <a:pt x="3810" y="1270"/>
                  </a:lnTo>
                  <a:lnTo>
                    <a:pt x="3810" y="2540"/>
                  </a:lnTo>
                  <a:lnTo>
                    <a:pt x="2540" y="2540"/>
                  </a:lnTo>
                  <a:lnTo>
                    <a:pt x="2540" y="3810"/>
                  </a:lnTo>
                  <a:lnTo>
                    <a:pt x="1270" y="3810"/>
                  </a:lnTo>
                  <a:lnTo>
                    <a:pt x="1270" y="5080"/>
                  </a:lnTo>
                  <a:lnTo>
                    <a:pt x="1270" y="6350"/>
                  </a:lnTo>
                  <a:lnTo>
                    <a:pt x="0" y="6350"/>
                  </a:lnTo>
                  <a:lnTo>
                    <a:pt x="0" y="7620"/>
                  </a:lnTo>
                  <a:lnTo>
                    <a:pt x="109220" y="7620"/>
                  </a:lnTo>
                  <a:lnTo>
                    <a:pt x="109220" y="6350"/>
                  </a:lnTo>
                  <a:close/>
                </a:path>
              </a:pathLst>
            </a:custGeom>
            <a:solidFill>
              <a:srgbClr val="F00200"/>
            </a:solidFill>
          </p:spPr>
          <p:txBody>
            <a:bodyPr wrap="square" lIns="0" tIns="0" rIns="0" bIns="0" rtlCol="0"/>
            <a:lstStyle/>
            <a:p/>
          </p:txBody>
        </p:sp>
        <p:sp>
          <p:nvSpPr>
            <p:cNvPr id="1234" name="object 1234"/>
            <p:cNvSpPr/>
            <p:nvPr/>
          </p:nvSpPr>
          <p:spPr>
            <a:xfrm>
              <a:off x="5414010" y="1619249"/>
              <a:ext cx="132080" cy="6350"/>
            </a:xfrm>
            <a:custGeom>
              <a:avLst/>
              <a:gdLst/>
              <a:ahLst/>
              <a:cxnLst/>
              <a:rect l="l" t="t" r="r" b="b"/>
              <a:pathLst>
                <a:path w="132079" h="6350">
                  <a:moveTo>
                    <a:pt x="132080" y="5080"/>
                  </a:moveTo>
                  <a:lnTo>
                    <a:pt x="127000" y="5080"/>
                  </a:lnTo>
                  <a:lnTo>
                    <a:pt x="127000" y="3810"/>
                  </a:lnTo>
                  <a:lnTo>
                    <a:pt x="124460" y="3810"/>
                  </a:lnTo>
                  <a:lnTo>
                    <a:pt x="124460" y="2540"/>
                  </a:lnTo>
                  <a:lnTo>
                    <a:pt x="123190" y="2540"/>
                  </a:lnTo>
                  <a:lnTo>
                    <a:pt x="123190" y="1270"/>
                  </a:lnTo>
                  <a:lnTo>
                    <a:pt x="121920" y="1270"/>
                  </a:lnTo>
                  <a:lnTo>
                    <a:pt x="121920" y="0"/>
                  </a:lnTo>
                  <a:lnTo>
                    <a:pt x="8890" y="0"/>
                  </a:lnTo>
                  <a:lnTo>
                    <a:pt x="8890" y="1270"/>
                  </a:lnTo>
                  <a:lnTo>
                    <a:pt x="7620" y="1270"/>
                  </a:lnTo>
                  <a:lnTo>
                    <a:pt x="7620" y="2540"/>
                  </a:lnTo>
                  <a:lnTo>
                    <a:pt x="6350" y="2540"/>
                  </a:lnTo>
                  <a:lnTo>
                    <a:pt x="6350" y="3810"/>
                  </a:lnTo>
                  <a:lnTo>
                    <a:pt x="2540" y="3810"/>
                  </a:lnTo>
                  <a:lnTo>
                    <a:pt x="2540" y="5080"/>
                  </a:lnTo>
                  <a:lnTo>
                    <a:pt x="0" y="5080"/>
                  </a:lnTo>
                  <a:lnTo>
                    <a:pt x="0" y="6350"/>
                  </a:lnTo>
                  <a:lnTo>
                    <a:pt x="132080" y="6350"/>
                  </a:lnTo>
                  <a:lnTo>
                    <a:pt x="132080" y="5080"/>
                  </a:lnTo>
                  <a:close/>
                </a:path>
              </a:pathLst>
            </a:custGeom>
            <a:solidFill>
              <a:srgbClr val="F20200"/>
            </a:solidFill>
          </p:spPr>
          <p:txBody>
            <a:bodyPr wrap="square" lIns="0" tIns="0" rIns="0" bIns="0" rtlCol="0"/>
            <a:lstStyle/>
            <a:p/>
          </p:txBody>
        </p:sp>
        <p:sp>
          <p:nvSpPr>
            <p:cNvPr id="1235" name="object 1235"/>
            <p:cNvSpPr/>
            <p:nvPr/>
          </p:nvSpPr>
          <p:spPr>
            <a:xfrm>
              <a:off x="5406390" y="1625599"/>
              <a:ext cx="146050" cy="7620"/>
            </a:xfrm>
            <a:custGeom>
              <a:avLst/>
              <a:gdLst/>
              <a:ahLst/>
              <a:cxnLst/>
              <a:rect l="l" t="t" r="r" b="b"/>
              <a:pathLst>
                <a:path w="146050" h="7619">
                  <a:moveTo>
                    <a:pt x="146050" y="1270"/>
                  </a:moveTo>
                  <a:lnTo>
                    <a:pt x="142240" y="1270"/>
                  </a:lnTo>
                  <a:lnTo>
                    <a:pt x="142240" y="0"/>
                  </a:lnTo>
                  <a:lnTo>
                    <a:pt x="0" y="0"/>
                  </a:lnTo>
                  <a:lnTo>
                    <a:pt x="0" y="1270"/>
                  </a:lnTo>
                  <a:lnTo>
                    <a:pt x="0" y="7620"/>
                  </a:lnTo>
                  <a:lnTo>
                    <a:pt x="146050" y="7620"/>
                  </a:lnTo>
                  <a:lnTo>
                    <a:pt x="146050" y="1270"/>
                  </a:lnTo>
                  <a:close/>
                </a:path>
              </a:pathLst>
            </a:custGeom>
            <a:solidFill>
              <a:srgbClr val="F40100"/>
            </a:solidFill>
          </p:spPr>
          <p:txBody>
            <a:bodyPr wrap="square" lIns="0" tIns="0" rIns="0" bIns="0" rtlCol="0"/>
            <a:lstStyle/>
            <a:p/>
          </p:txBody>
        </p:sp>
        <p:sp>
          <p:nvSpPr>
            <p:cNvPr id="1236" name="object 1236"/>
            <p:cNvSpPr/>
            <p:nvPr/>
          </p:nvSpPr>
          <p:spPr>
            <a:xfrm>
              <a:off x="5406390" y="1633220"/>
              <a:ext cx="146050" cy="7620"/>
            </a:xfrm>
            <a:custGeom>
              <a:avLst/>
              <a:gdLst/>
              <a:ahLst/>
              <a:cxnLst/>
              <a:rect l="l" t="t" r="r" b="b"/>
              <a:pathLst>
                <a:path w="146050" h="7619">
                  <a:moveTo>
                    <a:pt x="0" y="7619"/>
                  </a:moveTo>
                  <a:lnTo>
                    <a:pt x="0" y="0"/>
                  </a:lnTo>
                  <a:lnTo>
                    <a:pt x="146050" y="0"/>
                  </a:lnTo>
                  <a:lnTo>
                    <a:pt x="146050" y="7619"/>
                  </a:lnTo>
                  <a:lnTo>
                    <a:pt x="0" y="7619"/>
                  </a:lnTo>
                  <a:close/>
                </a:path>
              </a:pathLst>
            </a:custGeom>
            <a:solidFill>
              <a:srgbClr val="F70100"/>
            </a:solidFill>
          </p:spPr>
          <p:txBody>
            <a:bodyPr wrap="square" lIns="0" tIns="0" rIns="0" bIns="0" rtlCol="0"/>
            <a:lstStyle/>
            <a:p/>
          </p:txBody>
        </p:sp>
        <p:sp>
          <p:nvSpPr>
            <p:cNvPr id="1237" name="object 1237"/>
            <p:cNvSpPr/>
            <p:nvPr/>
          </p:nvSpPr>
          <p:spPr>
            <a:xfrm>
              <a:off x="5406390" y="1640840"/>
              <a:ext cx="146050" cy="6350"/>
            </a:xfrm>
            <a:custGeom>
              <a:avLst/>
              <a:gdLst/>
              <a:ahLst/>
              <a:cxnLst/>
              <a:rect l="l" t="t" r="r" b="b"/>
              <a:pathLst>
                <a:path w="146050" h="6350">
                  <a:moveTo>
                    <a:pt x="0" y="6350"/>
                  </a:moveTo>
                  <a:lnTo>
                    <a:pt x="0" y="0"/>
                  </a:lnTo>
                  <a:lnTo>
                    <a:pt x="146050" y="0"/>
                  </a:lnTo>
                  <a:lnTo>
                    <a:pt x="146050" y="6350"/>
                  </a:lnTo>
                  <a:lnTo>
                    <a:pt x="0" y="6350"/>
                  </a:lnTo>
                  <a:close/>
                </a:path>
              </a:pathLst>
            </a:custGeom>
            <a:solidFill>
              <a:srgbClr val="F90000"/>
            </a:solidFill>
          </p:spPr>
          <p:txBody>
            <a:bodyPr wrap="square" lIns="0" tIns="0" rIns="0" bIns="0" rtlCol="0"/>
            <a:lstStyle/>
            <a:p/>
          </p:txBody>
        </p:sp>
      </p:grpSp>
      <p:grpSp>
        <p:nvGrpSpPr>
          <p:cNvPr id="1238" name="object 1238"/>
          <p:cNvGrpSpPr/>
          <p:nvPr/>
        </p:nvGrpSpPr>
        <p:grpSpPr>
          <a:xfrm>
            <a:off x="5614670" y="1085850"/>
            <a:ext cx="293370" cy="562610"/>
            <a:chOff x="5614670" y="1085850"/>
            <a:chExt cx="293370" cy="562610"/>
          </a:xfrm>
        </p:grpSpPr>
        <p:sp>
          <p:nvSpPr>
            <p:cNvPr id="1239" name="object 1239"/>
            <p:cNvSpPr/>
            <p:nvPr/>
          </p:nvSpPr>
          <p:spPr>
            <a:xfrm>
              <a:off x="5784850" y="1085850"/>
              <a:ext cx="44450" cy="6350"/>
            </a:xfrm>
            <a:custGeom>
              <a:avLst/>
              <a:gdLst/>
              <a:ahLst/>
              <a:cxnLst/>
              <a:rect l="l" t="t" r="r" b="b"/>
              <a:pathLst>
                <a:path w="44450" h="6350">
                  <a:moveTo>
                    <a:pt x="44450" y="5079"/>
                  </a:moveTo>
                  <a:lnTo>
                    <a:pt x="0" y="5079"/>
                  </a:lnTo>
                  <a:lnTo>
                    <a:pt x="0" y="6350"/>
                  </a:lnTo>
                  <a:lnTo>
                    <a:pt x="44450" y="6350"/>
                  </a:lnTo>
                  <a:lnTo>
                    <a:pt x="44450" y="5079"/>
                  </a:lnTo>
                  <a:close/>
                </a:path>
                <a:path w="44450" h="6350">
                  <a:moveTo>
                    <a:pt x="41910" y="3810"/>
                  </a:moveTo>
                  <a:lnTo>
                    <a:pt x="1270" y="3810"/>
                  </a:lnTo>
                  <a:lnTo>
                    <a:pt x="1270" y="5079"/>
                  </a:lnTo>
                  <a:lnTo>
                    <a:pt x="41910" y="5079"/>
                  </a:lnTo>
                  <a:lnTo>
                    <a:pt x="41910" y="3810"/>
                  </a:lnTo>
                  <a:close/>
                </a:path>
                <a:path w="44450" h="6350">
                  <a:moveTo>
                    <a:pt x="38100" y="2539"/>
                  </a:moveTo>
                  <a:lnTo>
                    <a:pt x="5079" y="2539"/>
                  </a:lnTo>
                  <a:lnTo>
                    <a:pt x="5079" y="3810"/>
                  </a:lnTo>
                  <a:lnTo>
                    <a:pt x="38100" y="3810"/>
                  </a:lnTo>
                  <a:lnTo>
                    <a:pt x="38100" y="2539"/>
                  </a:lnTo>
                  <a:close/>
                </a:path>
                <a:path w="44450" h="6350">
                  <a:moveTo>
                    <a:pt x="35560" y="1270"/>
                  </a:moveTo>
                  <a:lnTo>
                    <a:pt x="10160" y="1270"/>
                  </a:lnTo>
                  <a:lnTo>
                    <a:pt x="10160" y="2539"/>
                  </a:lnTo>
                  <a:lnTo>
                    <a:pt x="35560" y="2539"/>
                  </a:lnTo>
                  <a:lnTo>
                    <a:pt x="35560" y="1270"/>
                  </a:lnTo>
                  <a:close/>
                </a:path>
                <a:path w="44450" h="6350">
                  <a:moveTo>
                    <a:pt x="29210" y="0"/>
                  </a:moveTo>
                  <a:lnTo>
                    <a:pt x="16510" y="0"/>
                  </a:lnTo>
                  <a:lnTo>
                    <a:pt x="16510" y="1270"/>
                  </a:lnTo>
                  <a:lnTo>
                    <a:pt x="29210" y="1270"/>
                  </a:lnTo>
                  <a:lnTo>
                    <a:pt x="29210" y="0"/>
                  </a:lnTo>
                  <a:close/>
                </a:path>
              </a:pathLst>
            </a:custGeom>
            <a:solidFill>
              <a:srgbClr val="003300"/>
            </a:solidFill>
          </p:spPr>
          <p:txBody>
            <a:bodyPr wrap="square" lIns="0" tIns="0" rIns="0" bIns="0" rtlCol="0"/>
            <a:lstStyle/>
            <a:p/>
          </p:txBody>
        </p:sp>
        <p:sp>
          <p:nvSpPr>
            <p:cNvPr id="1240" name="object 1240"/>
            <p:cNvSpPr/>
            <p:nvPr/>
          </p:nvSpPr>
          <p:spPr>
            <a:xfrm>
              <a:off x="5773420" y="1092200"/>
              <a:ext cx="64769" cy="7620"/>
            </a:xfrm>
            <a:custGeom>
              <a:avLst/>
              <a:gdLst/>
              <a:ahLst/>
              <a:cxnLst/>
              <a:rect l="l" t="t" r="r" b="b"/>
              <a:pathLst>
                <a:path w="64770" h="7619">
                  <a:moveTo>
                    <a:pt x="64770" y="6350"/>
                  </a:moveTo>
                  <a:lnTo>
                    <a:pt x="0" y="6350"/>
                  </a:lnTo>
                  <a:lnTo>
                    <a:pt x="0" y="7620"/>
                  </a:lnTo>
                  <a:lnTo>
                    <a:pt x="64770" y="7620"/>
                  </a:lnTo>
                  <a:lnTo>
                    <a:pt x="64770" y="6350"/>
                  </a:lnTo>
                  <a:close/>
                </a:path>
                <a:path w="64770" h="7619">
                  <a:moveTo>
                    <a:pt x="63499" y="5079"/>
                  </a:moveTo>
                  <a:lnTo>
                    <a:pt x="1269" y="5079"/>
                  </a:lnTo>
                  <a:lnTo>
                    <a:pt x="1269" y="6350"/>
                  </a:lnTo>
                  <a:lnTo>
                    <a:pt x="63499" y="6350"/>
                  </a:lnTo>
                  <a:lnTo>
                    <a:pt x="63499" y="5079"/>
                  </a:lnTo>
                  <a:close/>
                </a:path>
                <a:path w="64770" h="7619">
                  <a:moveTo>
                    <a:pt x="62229" y="3810"/>
                  </a:moveTo>
                  <a:lnTo>
                    <a:pt x="2539" y="3810"/>
                  </a:lnTo>
                  <a:lnTo>
                    <a:pt x="2539" y="5079"/>
                  </a:lnTo>
                  <a:lnTo>
                    <a:pt x="62229" y="5079"/>
                  </a:lnTo>
                  <a:lnTo>
                    <a:pt x="62229" y="3810"/>
                  </a:lnTo>
                  <a:close/>
                </a:path>
                <a:path w="64770" h="7619">
                  <a:moveTo>
                    <a:pt x="60959" y="2539"/>
                  </a:moveTo>
                  <a:lnTo>
                    <a:pt x="3809" y="2539"/>
                  </a:lnTo>
                  <a:lnTo>
                    <a:pt x="3809" y="3810"/>
                  </a:lnTo>
                  <a:lnTo>
                    <a:pt x="60959" y="3810"/>
                  </a:lnTo>
                  <a:lnTo>
                    <a:pt x="60959" y="2539"/>
                  </a:lnTo>
                  <a:close/>
                </a:path>
                <a:path w="64770" h="7619">
                  <a:moveTo>
                    <a:pt x="58420" y="1270"/>
                  </a:moveTo>
                  <a:lnTo>
                    <a:pt x="6350" y="1270"/>
                  </a:lnTo>
                  <a:lnTo>
                    <a:pt x="6350" y="2539"/>
                  </a:lnTo>
                  <a:lnTo>
                    <a:pt x="58420" y="2539"/>
                  </a:lnTo>
                  <a:lnTo>
                    <a:pt x="58420" y="1270"/>
                  </a:lnTo>
                  <a:close/>
                </a:path>
                <a:path w="64770" h="7619">
                  <a:moveTo>
                    <a:pt x="57149" y="0"/>
                  </a:moveTo>
                  <a:lnTo>
                    <a:pt x="7619" y="0"/>
                  </a:lnTo>
                  <a:lnTo>
                    <a:pt x="7619" y="1270"/>
                  </a:lnTo>
                  <a:lnTo>
                    <a:pt x="57149" y="1270"/>
                  </a:lnTo>
                  <a:lnTo>
                    <a:pt x="57149" y="0"/>
                  </a:lnTo>
                  <a:close/>
                </a:path>
              </a:pathLst>
            </a:custGeom>
            <a:solidFill>
              <a:srgbClr val="023300"/>
            </a:solidFill>
          </p:spPr>
          <p:txBody>
            <a:bodyPr wrap="square" lIns="0" tIns="0" rIns="0" bIns="0" rtlCol="0"/>
            <a:lstStyle/>
            <a:p/>
          </p:txBody>
        </p:sp>
        <p:sp>
          <p:nvSpPr>
            <p:cNvPr id="1241" name="object 1241"/>
            <p:cNvSpPr/>
            <p:nvPr/>
          </p:nvSpPr>
          <p:spPr>
            <a:xfrm>
              <a:off x="5614670" y="1099819"/>
              <a:ext cx="229870" cy="6350"/>
            </a:xfrm>
            <a:custGeom>
              <a:avLst/>
              <a:gdLst/>
              <a:ahLst/>
              <a:cxnLst/>
              <a:rect l="l" t="t" r="r" b="b"/>
              <a:pathLst>
                <a:path w="229870" h="6350">
                  <a:moveTo>
                    <a:pt x="111760" y="2540"/>
                  </a:moveTo>
                  <a:lnTo>
                    <a:pt x="0" y="2540"/>
                  </a:lnTo>
                  <a:lnTo>
                    <a:pt x="0" y="6350"/>
                  </a:lnTo>
                  <a:lnTo>
                    <a:pt x="111760" y="6350"/>
                  </a:lnTo>
                  <a:lnTo>
                    <a:pt x="111760" y="2540"/>
                  </a:lnTo>
                  <a:close/>
                </a:path>
                <a:path w="229870" h="6350">
                  <a:moveTo>
                    <a:pt x="229870" y="5080"/>
                  </a:moveTo>
                  <a:lnTo>
                    <a:pt x="228587" y="5080"/>
                  </a:lnTo>
                  <a:lnTo>
                    <a:pt x="228587" y="3810"/>
                  </a:lnTo>
                  <a:lnTo>
                    <a:pt x="227330" y="3810"/>
                  </a:lnTo>
                  <a:lnTo>
                    <a:pt x="227330" y="2540"/>
                  </a:lnTo>
                  <a:lnTo>
                    <a:pt x="226060" y="2540"/>
                  </a:lnTo>
                  <a:lnTo>
                    <a:pt x="226060" y="1270"/>
                  </a:lnTo>
                  <a:lnTo>
                    <a:pt x="224790" y="1270"/>
                  </a:lnTo>
                  <a:lnTo>
                    <a:pt x="224790" y="0"/>
                  </a:lnTo>
                  <a:lnTo>
                    <a:pt x="157480" y="0"/>
                  </a:lnTo>
                  <a:lnTo>
                    <a:pt x="157480" y="1270"/>
                  </a:lnTo>
                  <a:lnTo>
                    <a:pt x="156210" y="1270"/>
                  </a:lnTo>
                  <a:lnTo>
                    <a:pt x="156210" y="2540"/>
                  </a:lnTo>
                  <a:lnTo>
                    <a:pt x="154940" y="2540"/>
                  </a:lnTo>
                  <a:lnTo>
                    <a:pt x="154940" y="3810"/>
                  </a:lnTo>
                  <a:lnTo>
                    <a:pt x="153670" y="3810"/>
                  </a:lnTo>
                  <a:lnTo>
                    <a:pt x="153670" y="5080"/>
                  </a:lnTo>
                  <a:lnTo>
                    <a:pt x="152400" y="5080"/>
                  </a:lnTo>
                  <a:lnTo>
                    <a:pt x="152400" y="6350"/>
                  </a:lnTo>
                  <a:lnTo>
                    <a:pt x="229870" y="6350"/>
                  </a:lnTo>
                  <a:lnTo>
                    <a:pt x="229870" y="5080"/>
                  </a:lnTo>
                  <a:close/>
                </a:path>
              </a:pathLst>
            </a:custGeom>
            <a:solidFill>
              <a:srgbClr val="053100"/>
            </a:solidFill>
          </p:spPr>
          <p:txBody>
            <a:bodyPr wrap="square" lIns="0" tIns="0" rIns="0" bIns="0" rtlCol="0"/>
            <a:lstStyle/>
            <a:p/>
          </p:txBody>
        </p:sp>
        <p:sp>
          <p:nvSpPr>
            <p:cNvPr id="1242" name="object 1242"/>
            <p:cNvSpPr/>
            <p:nvPr/>
          </p:nvSpPr>
          <p:spPr>
            <a:xfrm>
              <a:off x="5614670" y="1106169"/>
              <a:ext cx="234950" cy="7620"/>
            </a:xfrm>
            <a:custGeom>
              <a:avLst/>
              <a:gdLst/>
              <a:ahLst/>
              <a:cxnLst/>
              <a:rect l="l" t="t" r="r" b="b"/>
              <a:pathLst>
                <a:path w="234950" h="7619">
                  <a:moveTo>
                    <a:pt x="111760" y="0"/>
                  </a:moveTo>
                  <a:lnTo>
                    <a:pt x="0" y="0"/>
                  </a:lnTo>
                  <a:lnTo>
                    <a:pt x="0" y="7620"/>
                  </a:lnTo>
                  <a:lnTo>
                    <a:pt x="111760" y="7620"/>
                  </a:lnTo>
                  <a:lnTo>
                    <a:pt x="111760" y="0"/>
                  </a:lnTo>
                  <a:close/>
                </a:path>
                <a:path w="234950" h="7619">
                  <a:moveTo>
                    <a:pt x="234950" y="6350"/>
                  </a:moveTo>
                  <a:lnTo>
                    <a:pt x="234937" y="5080"/>
                  </a:lnTo>
                  <a:lnTo>
                    <a:pt x="233680" y="5080"/>
                  </a:lnTo>
                  <a:lnTo>
                    <a:pt x="233680" y="3810"/>
                  </a:lnTo>
                  <a:lnTo>
                    <a:pt x="232410" y="3810"/>
                  </a:lnTo>
                  <a:lnTo>
                    <a:pt x="232410" y="2540"/>
                  </a:lnTo>
                  <a:lnTo>
                    <a:pt x="231127" y="2540"/>
                  </a:lnTo>
                  <a:lnTo>
                    <a:pt x="231127" y="1270"/>
                  </a:lnTo>
                  <a:lnTo>
                    <a:pt x="229870" y="1270"/>
                  </a:lnTo>
                  <a:lnTo>
                    <a:pt x="229870" y="0"/>
                  </a:lnTo>
                  <a:lnTo>
                    <a:pt x="151130" y="0"/>
                  </a:lnTo>
                  <a:lnTo>
                    <a:pt x="151130" y="1270"/>
                  </a:lnTo>
                  <a:lnTo>
                    <a:pt x="149860" y="1270"/>
                  </a:lnTo>
                  <a:lnTo>
                    <a:pt x="149860" y="2540"/>
                  </a:lnTo>
                  <a:lnTo>
                    <a:pt x="148590" y="2540"/>
                  </a:lnTo>
                  <a:lnTo>
                    <a:pt x="148590" y="3810"/>
                  </a:lnTo>
                  <a:lnTo>
                    <a:pt x="148590" y="5080"/>
                  </a:lnTo>
                  <a:lnTo>
                    <a:pt x="147320" y="5080"/>
                  </a:lnTo>
                  <a:lnTo>
                    <a:pt x="147320" y="6350"/>
                  </a:lnTo>
                  <a:lnTo>
                    <a:pt x="146050" y="6350"/>
                  </a:lnTo>
                  <a:lnTo>
                    <a:pt x="146050" y="7620"/>
                  </a:lnTo>
                  <a:lnTo>
                    <a:pt x="234950" y="7620"/>
                  </a:lnTo>
                  <a:lnTo>
                    <a:pt x="234950" y="6350"/>
                  </a:lnTo>
                  <a:close/>
                </a:path>
              </a:pathLst>
            </a:custGeom>
            <a:solidFill>
              <a:srgbClr val="083100"/>
            </a:solidFill>
          </p:spPr>
          <p:txBody>
            <a:bodyPr wrap="square" lIns="0" tIns="0" rIns="0" bIns="0" rtlCol="0"/>
            <a:lstStyle/>
            <a:p/>
          </p:txBody>
        </p:sp>
        <p:sp>
          <p:nvSpPr>
            <p:cNvPr id="1243" name="object 1243"/>
            <p:cNvSpPr/>
            <p:nvPr/>
          </p:nvSpPr>
          <p:spPr>
            <a:xfrm>
              <a:off x="5614670" y="1113789"/>
              <a:ext cx="240029" cy="7620"/>
            </a:xfrm>
            <a:custGeom>
              <a:avLst/>
              <a:gdLst/>
              <a:ahLst/>
              <a:cxnLst/>
              <a:rect l="l" t="t" r="r" b="b"/>
              <a:pathLst>
                <a:path w="240029" h="7619">
                  <a:moveTo>
                    <a:pt x="111760" y="0"/>
                  </a:moveTo>
                  <a:lnTo>
                    <a:pt x="0" y="0"/>
                  </a:lnTo>
                  <a:lnTo>
                    <a:pt x="0" y="7620"/>
                  </a:lnTo>
                  <a:lnTo>
                    <a:pt x="111760" y="7620"/>
                  </a:lnTo>
                  <a:lnTo>
                    <a:pt x="111760" y="0"/>
                  </a:lnTo>
                  <a:close/>
                </a:path>
                <a:path w="240029" h="7619">
                  <a:moveTo>
                    <a:pt x="240030" y="5080"/>
                  </a:moveTo>
                  <a:lnTo>
                    <a:pt x="238760" y="5080"/>
                  </a:lnTo>
                  <a:lnTo>
                    <a:pt x="238760" y="3810"/>
                  </a:lnTo>
                  <a:lnTo>
                    <a:pt x="238760" y="2540"/>
                  </a:lnTo>
                  <a:lnTo>
                    <a:pt x="237477" y="2540"/>
                  </a:lnTo>
                  <a:lnTo>
                    <a:pt x="237477" y="1270"/>
                  </a:lnTo>
                  <a:lnTo>
                    <a:pt x="236220" y="1270"/>
                  </a:lnTo>
                  <a:lnTo>
                    <a:pt x="236220" y="0"/>
                  </a:lnTo>
                  <a:lnTo>
                    <a:pt x="144780" y="0"/>
                  </a:lnTo>
                  <a:lnTo>
                    <a:pt x="144780" y="1270"/>
                  </a:lnTo>
                  <a:lnTo>
                    <a:pt x="143510" y="1270"/>
                  </a:lnTo>
                  <a:lnTo>
                    <a:pt x="143510" y="2540"/>
                  </a:lnTo>
                  <a:lnTo>
                    <a:pt x="142240" y="2540"/>
                  </a:lnTo>
                  <a:lnTo>
                    <a:pt x="142240" y="3810"/>
                  </a:lnTo>
                  <a:lnTo>
                    <a:pt x="140970" y="3810"/>
                  </a:lnTo>
                  <a:lnTo>
                    <a:pt x="140970" y="5080"/>
                  </a:lnTo>
                  <a:lnTo>
                    <a:pt x="139700" y="5080"/>
                  </a:lnTo>
                  <a:lnTo>
                    <a:pt x="139700" y="7620"/>
                  </a:lnTo>
                  <a:lnTo>
                    <a:pt x="240030" y="7620"/>
                  </a:lnTo>
                  <a:lnTo>
                    <a:pt x="240030" y="5080"/>
                  </a:lnTo>
                  <a:close/>
                </a:path>
              </a:pathLst>
            </a:custGeom>
            <a:solidFill>
              <a:srgbClr val="0B3000"/>
            </a:solidFill>
          </p:spPr>
          <p:txBody>
            <a:bodyPr wrap="square" lIns="0" tIns="0" rIns="0" bIns="0" rtlCol="0"/>
            <a:lstStyle/>
            <a:p/>
          </p:txBody>
        </p:sp>
        <p:sp>
          <p:nvSpPr>
            <p:cNvPr id="1244" name="object 1244"/>
            <p:cNvSpPr/>
            <p:nvPr/>
          </p:nvSpPr>
          <p:spPr>
            <a:xfrm>
              <a:off x="5614670" y="1121409"/>
              <a:ext cx="242570" cy="6350"/>
            </a:xfrm>
            <a:custGeom>
              <a:avLst/>
              <a:gdLst/>
              <a:ahLst/>
              <a:cxnLst/>
              <a:rect l="l" t="t" r="r" b="b"/>
              <a:pathLst>
                <a:path w="242570" h="6350">
                  <a:moveTo>
                    <a:pt x="111760" y="0"/>
                  </a:moveTo>
                  <a:lnTo>
                    <a:pt x="0" y="0"/>
                  </a:lnTo>
                  <a:lnTo>
                    <a:pt x="0" y="1270"/>
                  </a:lnTo>
                  <a:lnTo>
                    <a:pt x="0" y="3810"/>
                  </a:lnTo>
                  <a:lnTo>
                    <a:pt x="5080" y="3810"/>
                  </a:lnTo>
                  <a:lnTo>
                    <a:pt x="5080" y="5080"/>
                  </a:lnTo>
                  <a:lnTo>
                    <a:pt x="8890" y="5080"/>
                  </a:lnTo>
                  <a:lnTo>
                    <a:pt x="8890" y="6350"/>
                  </a:lnTo>
                  <a:lnTo>
                    <a:pt x="111760" y="6350"/>
                  </a:lnTo>
                  <a:lnTo>
                    <a:pt x="111760" y="5080"/>
                  </a:lnTo>
                  <a:lnTo>
                    <a:pt x="111760" y="3810"/>
                  </a:lnTo>
                  <a:lnTo>
                    <a:pt x="111760" y="1270"/>
                  </a:lnTo>
                  <a:lnTo>
                    <a:pt x="111760" y="0"/>
                  </a:lnTo>
                  <a:close/>
                </a:path>
                <a:path w="242570" h="6350">
                  <a:moveTo>
                    <a:pt x="241300" y="0"/>
                  </a:moveTo>
                  <a:lnTo>
                    <a:pt x="138430" y="0"/>
                  </a:lnTo>
                  <a:lnTo>
                    <a:pt x="138430" y="1270"/>
                  </a:lnTo>
                  <a:lnTo>
                    <a:pt x="241300" y="1270"/>
                  </a:lnTo>
                  <a:lnTo>
                    <a:pt x="241300" y="0"/>
                  </a:lnTo>
                  <a:close/>
                </a:path>
                <a:path w="242570" h="6350">
                  <a:moveTo>
                    <a:pt x="242570" y="3810"/>
                  </a:moveTo>
                  <a:lnTo>
                    <a:pt x="241287" y="3810"/>
                  </a:lnTo>
                  <a:lnTo>
                    <a:pt x="241287" y="1282"/>
                  </a:lnTo>
                  <a:lnTo>
                    <a:pt x="137160" y="1282"/>
                  </a:lnTo>
                  <a:lnTo>
                    <a:pt x="137160" y="3810"/>
                  </a:lnTo>
                  <a:lnTo>
                    <a:pt x="135890" y="3810"/>
                  </a:lnTo>
                  <a:lnTo>
                    <a:pt x="135890" y="5080"/>
                  </a:lnTo>
                  <a:lnTo>
                    <a:pt x="134620" y="5080"/>
                  </a:lnTo>
                  <a:lnTo>
                    <a:pt x="134620" y="6350"/>
                  </a:lnTo>
                  <a:lnTo>
                    <a:pt x="242570" y="6350"/>
                  </a:lnTo>
                  <a:lnTo>
                    <a:pt x="242570" y="5080"/>
                  </a:lnTo>
                  <a:lnTo>
                    <a:pt x="242570" y="3810"/>
                  </a:lnTo>
                  <a:close/>
                </a:path>
              </a:pathLst>
            </a:custGeom>
            <a:solidFill>
              <a:srgbClr val="0F2F00"/>
            </a:solidFill>
          </p:spPr>
          <p:txBody>
            <a:bodyPr wrap="square" lIns="0" tIns="0" rIns="0" bIns="0" rtlCol="0"/>
            <a:lstStyle/>
            <a:p/>
          </p:txBody>
        </p:sp>
        <p:sp>
          <p:nvSpPr>
            <p:cNvPr id="1245" name="object 1245"/>
            <p:cNvSpPr/>
            <p:nvPr/>
          </p:nvSpPr>
          <p:spPr>
            <a:xfrm>
              <a:off x="5626100" y="1127759"/>
              <a:ext cx="234950" cy="7620"/>
            </a:xfrm>
            <a:custGeom>
              <a:avLst/>
              <a:gdLst/>
              <a:ahLst/>
              <a:cxnLst/>
              <a:rect l="l" t="t" r="r" b="b"/>
              <a:pathLst>
                <a:path w="234950" h="7619">
                  <a:moveTo>
                    <a:pt x="100330" y="0"/>
                  </a:moveTo>
                  <a:lnTo>
                    <a:pt x="0" y="0"/>
                  </a:lnTo>
                  <a:lnTo>
                    <a:pt x="0" y="1270"/>
                  </a:lnTo>
                  <a:lnTo>
                    <a:pt x="1270" y="1270"/>
                  </a:lnTo>
                  <a:lnTo>
                    <a:pt x="1270" y="2540"/>
                  </a:lnTo>
                  <a:lnTo>
                    <a:pt x="2540" y="2540"/>
                  </a:lnTo>
                  <a:lnTo>
                    <a:pt x="2540" y="3810"/>
                  </a:lnTo>
                  <a:lnTo>
                    <a:pt x="3810" y="3810"/>
                  </a:lnTo>
                  <a:lnTo>
                    <a:pt x="3810" y="5080"/>
                  </a:lnTo>
                  <a:lnTo>
                    <a:pt x="6350" y="5080"/>
                  </a:lnTo>
                  <a:lnTo>
                    <a:pt x="6350" y="7620"/>
                  </a:lnTo>
                  <a:lnTo>
                    <a:pt x="100330" y="7620"/>
                  </a:lnTo>
                  <a:lnTo>
                    <a:pt x="100330" y="5080"/>
                  </a:lnTo>
                  <a:lnTo>
                    <a:pt x="100330" y="3810"/>
                  </a:lnTo>
                  <a:lnTo>
                    <a:pt x="100330" y="2540"/>
                  </a:lnTo>
                  <a:lnTo>
                    <a:pt x="100330" y="1270"/>
                  </a:lnTo>
                  <a:lnTo>
                    <a:pt x="100330" y="0"/>
                  </a:lnTo>
                  <a:close/>
                </a:path>
                <a:path w="234950" h="7619">
                  <a:moveTo>
                    <a:pt x="234950" y="6350"/>
                  </a:moveTo>
                  <a:lnTo>
                    <a:pt x="233680" y="6350"/>
                  </a:lnTo>
                  <a:lnTo>
                    <a:pt x="233680" y="5080"/>
                  </a:lnTo>
                  <a:lnTo>
                    <a:pt x="233680" y="2540"/>
                  </a:lnTo>
                  <a:lnTo>
                    <a:pt x="232410" y="2540"/>
                  </a:lnTo>
                  <a:lnTo>
                    <a:pt x="232410" y="1270"/>
                  </a:lnTo>
                  <a:lnTo>
                    <a:pt x="232410" y="0"/>
                  </a:lnTo>
                  <a:lnTo>
                    <a:pt x="123190" y="0"/>
                  </a:lnTo>
                  <a:lnTo>
                    <a:pt x="123190" y="1270"/>
                  </a:lnTo>
                  <a:lnTo>
                    <a:pt x="121920" y="1270"/>
                  </a:lnTo>
                  <a:lnTo>
                    <a:pt x="121920" y="2540"/>
                  </a:lnTo>
                  <a:lnTo>
                    <a:pt x="120650" y="2540"/>
                  </a:lnTo>
                  <a:lnTo>
                    <a:pt x="120650" y="5080"/>
                  </a:lnTo>
                  <a:lnTo>
                    <a:pt x="119380" y="5080"/>
                  </a:lnTo>
                  <a:lnTo>
                    <a:pt x="119380" y="6350"/>
                  </a:lnTo>
                  <a:lnTo>
                    <a:pt x="118110" y="6350"/>
                  </a:lnTo>
                  <a:lnTo>
                    <a:pt x="118110" y="7620"/>
                  </a:lnTo>
                  <a:lnTo>
                    <a:pt x="234950" y="7620"/>
                  </a:lnTo>
                  <a:lnTo>
                    <a:pt x="234950" y="6350"/>
                  </a:lnTo>
                  <a:close/>
                </a:path>
              </a:pathLst>
            </a:custGeom>
            <a:solidFill>
              <a:srgbClr val="122F00"/>
            </a:solidFill>
          </p:spPr>
          <p:txBody>
            <a:bodyPr wrap="square" lIns="0" tIns="0" rIns="0" bIns="0" rtlCol="0"/>
            <a:lstStyle/>
            <a:p/>
          </p:txBody>
        </p:sp>
        <p:sp>
          <p:nvSpPr>
            <p:cNvPr id="1246" name="object 1246"/>
            <p:cNvSpPr/>
            <p:nvPr/>
          </p:nvSpPr>
          <p:spPr>
            <a:xfrm>
              <a:off x="5633720" y="1135379"/>
              <a:ext cx="229870" cy="7620"/>
            </a:xfrm>
            <a:custGeom>
              <a:avLst/>
              <a:gdLst/>
              <a:ahLst/>
              <a:cxnLst/>
              <a:rect l="l" t="t" r="r" b="b"/>
              <a:pathLst>
                <a:path w="229870" h="7619">
                  <a:moveTo>
                    <a:pt x="92710" y="0"/>
                  </a:moveTo>
                  <a:lnTo>
                    <a:pt x="0" y="0"/>
                  </a:lnTo>
                  <a:lnTo>
                    <a:pt x="0" y="1270"/>
                  </a:lnTo>
                  <a:lnTo>
                    <a:pt x="1270" y="1270"/>
                  </a:lnTo>
                  <a:lnTo>
                    <a:pt x="1270" y="2540"/>
                  </a:lnTo>
                  <a:lnTo>
                    <a:pt x="2540" y="2540"/>
                  </a:lnTo>
                  <a:lnTo>
                    <a:pt x="2540" y="6350"/>
                  </a:lnTo>
                  <a:lnTo>
                    <a:pt x="3810" y="6350"/>
                  </a:lnTo>
                  <a:lnTo>
                    <a:pt x="3810" y="7620"/>
                  </a:lnTo>
                  <a:lnTo>
                    <a:pt x="92710" y="7620"/>
                  </a:lnTo>
                  <a:lnTo>
                    <a:pt x="92710" y="6350"/>
                  </a:lnTo>
                  <a:lnTo>
                    <a:pt x="92710" y="2540"/>
                  </a:lnTo>
                  <a:lnTo>
                    <a:pt x="92710" y="1270"/>
                  </a:lnTo>
                  <a:lnTo>
                    <a:pt x="92710" y="0"/>
                  </a:lnTo>
                  <a:close/>
                </a:path>
                <a:path w="229870" h="7619">
                  <a:moveTo>
                    <a:pt x="229870" y="6350"/>
                  </a:moveTo>
                  <a:lnTo>
                    <a:pt x="228600" y="6350"/>
                  </a:lnTo>
                  <a:lnTo>
                    <a:pt x="228600" y="3810"/>
                  </a:lnTo>
                  <a:lnTo>
                    <a:pt x="228587" y="2540"/>
                  </a:lnTo>
                  <a:lnTo>
                    <a:pt x="227330" y="2540"/>
                  </a:lnTo>
                  <a:lnTo>
                    <a:pt x="227330" y="1270"/>
                  </a:lnTo>
                  <a:lnTo>
                    <a:pt x="227330" y="0"/>
                  </a:lnTo>
                  <a:lnTo>
                    <a:pt x="110490" y="0"/>
                  </a:lnTo>
                  <a:lnTo>
                    <a:pt x="110490" y="1270"/>
                  </a:lnTo>
                  <a:lnTo>
                    <a:pt x="109220" y="1270"/>
                  </a:lnTo>
                  <a:lnTo>
                    <a:pt x="109220" y="2540"/>
                  </a:lnTo>
                  <a:lnTo>
                    <a:pt x="109220" y="3810"/>
                  </a:lnTo>
                  <a:lnTo>
                    <a:pt x="107950" y="3810"/>
                  </a:lnTo>
                  <a:lnTo>
                    <a:pt x="107950" y="6350"/>
                  </a:lnTo>
                  <a:lnTo>
                    <a:pt x="106680" y="6350"/>
                  </a:lnTo>
                  <a:lnTo>
                    <a:pt x="106680" y="7620"/>
                  </a:lnTo>
                  <a:lnTo>
                    <a:pt x="229870" y="7620"/>
                  </a:lnTo>
                  <a:lnTo>
                    <a:pt x="229870" y="6350"/>
                  </a:lnTo>
                  <a:close/>
                </a:path>
              </a:pathLst>
            </a:custGeom>
            <a:solidFill>
              <a:srgbClr val="152E00"/>
            </a:solidFill>
          </p:spPr>
          <p:txBody>
            <a:bodyPr wrap="square" lIns="0" tIns="0" rIns="0" bIns="0" rtlCol="0"/>
            <a:lstStyle/>
            <a:p/>
          </p:txBody>
        </p:sp>
        <p:sp>
          <p:nvSpPr>
            <p:cNvPr id="1247" name="object 1247"/>
            <p:cNvSpPr/>
            <p:nvPr/>
          </p:nvSpPr>
          <p:spPr>
            <a:xfrm>
              <a:off x="5638800" y="1142999"/>
              <a:ext cx="227329" cy="6350"/>
            </a:xfrm>
            <a:custGeom>
              <a:avLst/>
              <a:gdLst/>
              <a:ahLst/>
              <a:cxnLst/>
              <a:rect l="l" t="t" r="r" b="b"/>
              <a:pathLst>
                <a:path w="227329" h="6350">
                  <a:moveTo>
                    <a:pt x="87630" y="0"/>
                  </a:moveTo>
                  <a:lnTo>
                    <a:pt x="0" y="0"/>
                  </a:lnTo>
                  <a:lnTo>
                    <a:pt x="0" y="5080"/>
                  </a:lnTo>
                  <a:lnTo>
                    <a:pt x="1270" y="5080"/>
                  </a:lnTo>
                  <a:lnTo>
                    <a:pt x="1270" y="6350"/>
                  </a:lnTo>
                  <a:lnTo>
                    <a:pt x="87630" y="6350"/>
                  </a:lnTo>
                  <a:lnTo>
                    <a:pt x="87630" y="5080"/>
                  </a:lnTo>
                  <a:lnTo>
                    <a:pt x="87630" y="0"/>
                  </a:lnTo>
                  <a:close/>
                </a:path>
                <a:path w="227329" h="6350">
                  <a:moveTo>
                    <a:pt x="227330" y="3810"/>
                  </a:moveTo>
                  <a:lnTo>
                    <a:pt x="226047" y="3810"/>
                  </a:lnTo>
                  <a:lnTo>
                    <a:pt x="226047" y="1270"/>
                  </a:lnTo>
                  <a:lnTo>
                    <a:pt x="224790" y="1270"/>
                  </a:lnTo>
                  <a:lnTo>
                    <a:pt x="224790" y="0"/>
                  </a:lnTo>
                  <a:lnTo>
                    <a:pt x="101600" y="0"/>
                  </a:lnTo>
                  <a:lnTo>
                    <a:pt x="101600" y="1270"/>
                  </a:lnTo>
                  <a:lnTo>
                    <a:pt x="100330" y="1270"/>
                  </a:lnTo>
                  <a:lnTo>
                    <a:pt x="100330" y="3810"/>
                  </a:lnTo>
                  <a:lnTo>
                    <a:pt x="99060" y="3810"/>
                  </a:lnTo>
                  <a:lnTo>
                    <a:pt x="99060" y="6350"/>
                  </a:lnTo>
                  <a:lnTo>
                    <a:pt x="227330" y="6350"/>
                  </a:lnTo>
                  <a:lnTo>
                    <a:pt x="227330" y="3810"/>
                  </a:lnTo>
                  <a:close/>
                </a:path>
              </a:pathLst>
            </a:custGeom>
            <a:solidFill>
              <a:srgbClr val="182D00"/>
            </a:solidFill>
          </p:spPr>
          <p:txBody>
            <a:bodyPr wrap="square" lIns="0" tIns="0" rIns="0" bIns="0" rtlCol="0"/>
            <a:lstStyle/>
            <a:p/>
          </p:txBody>
        </p:sp>
        <p:sp>
          <p:nvSpPr>
            <p:cNvPr id="1248" name="object 1248"/>
            <p:cNvSpPr/>
            <p:nvPr/>
          </p:nvSpPr>
          <p:spPr>
            <a:xfrm>
              <a:off x="5640070" y="1149349"/>
              <a:ext cx="228600" cy="7620"/>
            </a:xfrm>
            <a:custGeom>
              <a:avLst/>
              <a:gdLst/>
              <a:ahLst/>
              <a:cxnLst/>
              <a:rect l="l" t="t" r="r" b="b"/>
              <a:pathLst>
                <a:path w="228600" h="7619">
                  <a:moveTo>
                    <a:pt x="86360" y="0"/>
                  </a:moveTo>
                  <a:lnTo>
                    <a:pt x="0" y="0"/>
                  </a:lnTo>
                  <a:lnTo>
                    <a:pt x="0" y="3810"/>
                  </a:lnTo>
                  <a:lnTo>
                    <a:pt x="1270" y="3810"/>
                  </a:lnTo>
                  <a:lnTo>
                    <a:pt x="1270" y="7620"/>
                  </a:lnTo>
                  <a:lnTo>
                    <a:pt x="86360" y="7620"/>
                  </a:lnTo>
                  <a:lnTo>
                    <a:pt x="86360" y="3810"/>
                  </a:lnTo>
                  <a:lnTo>
                    <a:pt x="86360" y="0"/>
                  </a:lnTo>
                  <a:close/>
                </a:path>
                <a:path w="228600" h="7619">
                  <a:moveTo>
                    <a:pt x="228587" y="6350"/>
                  </a:moveTo>
                  <a:lnTo>
                    <a:pt x="227330" y="6350"/>
                  </a:lnTo>
                  <a:lnTo>
                    <a:pt x="227330" y="3810"/>
                  </a:lnTo>
                  <a:lnTo>
                    <a:pt x="227330" y="2540"/>
                  </a:lnTo>
                  <a:lnTo>
                    <a:pt x="227330" y="1270"/>
                  </a:lnTo>
                  <a:lnTo>
                    <a:pt x="226060" y="1270"/>
                  </a:lnTo>
                  <a:lnTo>
                    <a:pt x="226060" y="0"/>
                  </a:lnTo>
                  <a:lnTo>
                    <a:pt x="96520" y="0"/>
                  </a:lnTo>
                  <a:lnTo>
                    <a:pt x="96520" y="1270"/>
                  </a:lnTo>
                  <a:lnTo>
                    <a:pt x="96520" y="2540"/>
                  </a:lnTo>
                  <a:lnTo>
                    <a:pt x="95250" y="2540"/>
                  </a:lnTo>
                  <a:lnTo>
                    <a:pt x="95250" y="3810"/>
                  </a:lnTo>
                  <a:lnTo>
                    <a:pt x="93980" y="3810"/>
                  </a:lnTo>
                  <a:lnTo>
                    <a:pt x="93980" y="6350"/>
                  </a:lnTo>
                  <a:lnTo>
                    <a:pt x="92710" y="6350"/>
                  </a:lnTo>
                  <a:lnTo>
                    <a:pt x="92710" y="7620"/>
                  </a:lnTo>
                  <a:lnTo>
                    <a:pt x="228587" y="7620"/>
                  </a:lnTo>
                  <a:lnTo>
                    <a:pt x="228587" y="6350"/>
                  </a:lnTo>
                  <a:close/>
                </a:path>
              </a:pathLst>
            </a:custGeom>
            <a:solidFill>
              <a:srgbClr val="1C2D00"/>
            </a:solidFill>
          </p:spPr>
          <p:txBody>
            <a:bodyPr wrap="square" lIns="0" tIns="0" rIns="0" bIns="0" rtlCol="0"/>
            <a:lstStyle/>
            <a:p/>
          </p:txBody>
        </p:sp>
        <p:sp>
          <p:nvSpPr>
            <p:cNvPr id="1249" name="object 1249"/>
            <p:cNvSpPr/>
            <p:nvPr/>
          </p:nvSpPr>
          <p:spPr>
            <a:xfrm>
              <a:off x="5641340" y="1156969"/>
              <a:ext cx="228600" cy="7620"/>
            </a:xfrm>
            <a:custGeom>
              <a:avLst/>
              <a:gdLst/>
              <a:ahLst/>
              <a:cxnLst/>
              <a:rect l="l" t="t" r="r" b="b"/>
              <a:pathLst>
                <a:path w="228600" h="7619">
                  <a:moveTo>
                    <a:pt x="85090" y="3822"/>
                  </a:moveTo>
                  <a:lnTo>
                    <a:pt x="0" y="3822"/>
                  </a:lnTo>
                  <a:lnTo>
                    <a:pt x="0" y="7620"/>
                  </a:lnTo>
                  <a:lnTo>
                    <a:pt x="85090" y="7620"/>
                  </a:lnTo>
                  <a:lnTo>
                    <a:pt x="85090" y="3822"/>
                  </a:lnTo>
                  <a:close/>
                </a:path>
                <a:path w="228600" h="7619">
                  <a:moveTo>
                    <a:pt x="85090" y="0"/>
                  </a:moveTo>
                  <a:lnTo>
                    <a:pt x="0" y="0"/>
                  </a:lnTo>
                  <a:lnTo>
                    <a:pt x="0" y="3810"/>
                  </a:lnTo>
                  <a:lnTo>
                    <a:pt x="85090" y="3810"/>
                  </a:lnTo>
                  <a:lnTo>
                    <a:pt x="85090" y="0"/>
                  </a:lnTo>
                  <a:close/>
                </a:path>
                <a:path w="228600" h="7619">
                  <a:moveTo>
                    <a:pt x="228600" y="2540"/>
                  </a:moveTo>
                  <a:lnTo>
                    <a:pt x="227330" y="2540"/>
                  </a:lnTo>
                  <a:lnTo>
                    <a:pt x="227330" y="1270"/>
                  </a:lnTo>
                  <a:lnTo>
                    <a:pt x="227317" y="0"/>
                  </a:lnTo>
                  <a:lnTo>
                    <a:pt x="91440" y="0"/>
                  </a:lnTo>
                  <a:lnTo>
                    <a:pt x="91440" y="1270"/>
                  </a:lnTo>
                  <a:lnTo>
                    <a:pt x="90170" y="1270"/>
                  </a:lnTo>
                  <a:lnTo>
                    <a:pt x="90170" y="2540"/>
                  </a:lnTo>
                  <a:lnTo>
                    <a:pt x="90170" y="3810"/>
                  </a:lnTo>
                  <a:lnTo>
                    <a:pt x="88900" y="3810"/>
                  </a:lnTo>
                  <a:lnTo>
                    <a:pt x="88900" y="6350"/>
                  </a:lnTo>
                  <a:lnTo>
                    <a:pt x="87630" y="6350"/>
                  </a:lnTo>
                  <a:lnTo>
                    <a:pt x="87630" y="7620"/>
                  </a:lnTo>
                  <a:lnTo>
                    <a:pt x="228600" y="7620"/>
                  </a:lnTo>
                  <a:lnTo>
                    <a:pt x="228600" y="6350"/>
                  </a:lnTo>
                  <a:lnTo>
                    <a:pt x="228600" y="3810"/>
                  </a:lnTo>
                  <a:lnTo>
                    <a:pt x="228600" y="2540"/>
                  </a:lnTo>
                  <a:close/>
                </a:path>
              </a:pathLst>
            </a:custGeom>
            <a:solidFill>
              <a:srgbClr val="1F2C00"/>
            </a:solidFill>
          </p:spPr>
          <p:txBody>
            <a:bodyPr wrap="square" lIns="0" tIns="0" rIns="0" bIns="0" rtlCol="0"/>
            <a:lstStyle/>
            <a:p/>
          </p:txBody>
        </p:sp>
        <p:sp>
          <p:nvSpPr>
            <p:cNvPr id="1250" name="object 1250"/>
            <p:cNvSpPr/>
            <p:nvPr/>
          </p:nvSpPr>
          <p:spPr>
            <a:xfrm>
              <a:off x="5641340" y="1164589"/>
              <a:ext cx="229870" cy="6350"/>
            </a:xfrm>
            <a:custGeom>
              <a:avLst/>
              <a:gdLst/>
              <a:ahLst/>
              <a:cxnLst/>
              <a:rect l="l" t="t" r="r" b="b"/>
              <a:pathLst>
                <a:path w="229870" h="6350">
                  <a:moveTo>
                    <a:pt x="128270" y="0"/>
                  </a:moveTo>
                  <a:lnTo>
                    <a:pt x="87630" y="0"/>
                  </a:lnTo>
                  <a:lnTo>
                    <a:pt x="87630" y="1270"/>
                  </a:lnTo>
                  <a:lnTo>
                    <a:pt x="86360" y="1270"/>
                  </a:lnTo>
                  <a:lnTo>
                    <a:pt x="86360" y="2540"/>
                  </a:lnTo>
                  <a:lnTo>
                    <a:pt x="86360" y="3810"/>
                  </a:lnTo>
                  <a:lnTo>
                    <a:pt x="85090" y="3810"/>
                  </a:lnTo>
                  <a:lnTo>
                    <a:pt x="85090" y="2540"/>
                  </a:lnTo>
                  <a:lnTo>
                    <a:pt x="85090" y="0"/>
                  </a:lnTo>
                  <a:lnTo>
                    <a:pt x="0" y="0"/>
                  </a:lnTo>
                  <a:lnTo>
                    <a:pt x="0" y="2540"/>
                  </a:lnTo>
                  <a:lnTo>
                    <a:pt x="1270" y="2540"/>
                  </a:lnTo>
                  <a:lnTo>
                    <a:pt x="1270" y="3810"/>
                  </a:lnTo>
                  <a:lnTo>
                    <a:pt x="1270" y="5080"/>
                  </a:lnTo>
                  <a:lnTo>
                    <a:pt x="1270" y="6350"/>
                  </a:lnTo>
                  <a:lnTo>
                    <a:pt x="118110" y="6350"/>
                  </a:lnTo>
                  <a:lnTo>
                    <a:pt x="118110" y="5080"/>
                  </a:lnTo>
                  <a:lnTo>
                    <a:pt x="119380" y="5080"/>
                  </a:lnTo>
                  <a:lnTo>
                    <a:pt x="119380" y="3810"/>
                  </a:lnTo>
                  <a:lnTo>
                    <a:pt x="120650" y="3810"/>
                  </a:lnTo>
                  <a:lnTo>
                    <a:pt x="120650" y="2540"/>
                  </a:lnTo>
                  <a:lnTo>
                    <a:pt x="121920" y="2540"/>
                  </a:lnTo>
                  <a:lnTo>
                    <a:pt x="121920" y="1270"/>
                  </a:lnTo>
                  <a:lnTo>
                    <a:pt x="128270" y="1270"/>
                  </a:lnTo>
                  <a:lnTo>
                    <a:pt x="128270" y="0"/>
                  </a:lnTo>
                  <a:close/>
                </a:path>
                <a:path w="229870" h="6350">
                  <a:moveTo>
                    <a:pt x="229870" y="0"/>
                  </a:moveTo>
                  <a:lnTo>
                    <a:pt x="134620" y="0"/>
                  </a:lnTo>
                  <a:lnTo>
                    <a:pt x="134620" y="2540"/>
                  </a:lnTo>
                  <a:lnTo>
                    <a:pt x="138430" y="2540"/>
                  </a:lnTo>
                  <a:lnTo>
                    <a:pt x="138430" y="3810"/>
                  </a:lnTo>
                  <a:lnTo>
                    <a:pt x="139700" y="3810"/>
                  </a:lnTo>
                  <a:lnTo>
                    <a:pt x="139700" y="5080"/>
                  </a:lnTo>
                  <a:lnTo>
                    <a:pt x="140970" y="5080"/>
                  </a:lnTo>
                  <a:lnTo>
                    <a:pt x="140970" y="6350"/>
                  </a:lnTo>
                  <a:lnTo>
                    <a:pt x="229870" y="6350"/>
                  </a:lnTo>
                  <a:lnTo>
                    <a:pt x="229870" y="5080"/>
                  </a:lnTo>
                  <a:lnTo>
                    <a:pt x="229870" y="3810"/>
                  </a:lnTo>
                  <a:lnTo>
                    <a:pt x="229870" y="2540"/>
                  </a:lnTo>
                  <a:lnTo>
                    <a:pt x="229870" y="0"/>
                  </a:lnTo>
                  <a:close/>
                </a:path>
              </a:pathLst>
            </a:custGeom>
            <a:solidFill>
              <a:srgbClr val="222B00"/>
            </a:solidFill>
          </p:spPr>
          <p:txBody>
            <a:bodyPr wrap="square" lIns="0" tIns="0" rIns="0" bIns="0" rtlCol="0"/>
            <a:lstStyle/>
            <a:p/>
          </p:txBody>
        </p:sp>
        <p:sp>
          <p:nvSpPr>
            <p:cNvPr id="1251" name="object 1251"/>
            <p:cNvSpPr/>
            <p:nvPr/>
          </p:nvSpPr>
          <p:spPr>
            <a:xfrm>
              <a:off x="5642610" y="1170939"/>
              <a:ext cx="229870" cy="7620"/>
            </a:xfrm>
            <a:custGeom>
              <a:avLst/>
              <a:gdLst/>
              <a:ahLst/>
              <a:cxnLst/>
              <a:rect l="l" t="t" r="r" b="b"/>
              <a:pathLst>
                <a:path w="229870" h="7619">
                  <a:moveTo>
                    <a:pt x="115570" y="0"/>
                  </a:moveTo>
                  <a:lnTo>
                    <a:pt x="0" y="0"/>
                  </a:lnTo>
                  <a:lnTo>
                    <a:pt x="0" y="1270"/>
                  </a:lnTo>
                  <a:lnTo>
                    <a:pt x="0" y="2540"/>
                  </a:lnTo>
                  <a:lnTo>
                    <a:pt x="0" y="3810"/>
                  </a:lnTo>
                  <a:lnTo>
                    <a:pt x="0" y="5080"/>
                  </a:lnTo>
                  <a:lnTo>
                    <a:pt x="1270" y="5080"/>
                  </a:lnTo>
                  <a:lnTo>
                    <a:pt x="1270" y="6350"/>
                  </a:lnTo>
                  <a:lnTo>
                    <a:pt x="1270" y="7620"/>
                  </a:lnTo>
                  <a:lnTo>
                    <a:pt x="109220" y="7620"/>
                  </a:lnTo>
                  <a:lnTo>
                    <a:pt x="109220" y="6350"/>
                  </a:lnTo>
                  <a:lnTo>
                    <a:pt x="110490" y="6350"/>
                  </a:lnTo>
                  <a:lnTo>
                    <a:pt x="110490" y="5080"/>
                  </a:lnTo>
                  <a:lnTo>
                    <a:pt x="110490" y="3810"/>
                  </a:lnTo>
                  <a:lnTo>
                    <a:pt x="111760" y="3810"/>
                  </a:lnTo>
                  <a:lnTo>
                    <a:pt x="111760" y="2540"/>
                  </a:lnTo>
                  <a:lnTo>
                    <a:pt x="114300" y="2540"/>
                  </a:lnTo>
                  <a:lnTo>
                    <a:pt x="114300" y="1270"/>
                  </a:lnTo>
                  <a:lnTo>
                    <a:pt x="115570" y="1270"/>
                  </a:lnTo>
                  <a:lnTo>
                    <a:pt x="115570" y="0"/>
                  </a:lnTo>
                  <a:close/>
                </a:path>
                <a:path w="229870" h="7619">
                  <a:moveTo>
                    <a:pt x="229870" y="1270"/>
                  </a:moveTo>
                  <a:lnTo>
                    <a:pt x="228600" y="1270"/>
                  </a:lnTo>
                  <a:lnTo>
                    <a:pt x="228600" y="0"/>
                  </a:lnTo>
                  <a:lnTo>
                    <a:pt x="139700" y="0"/>
                  </a:lnTo>
                  <a:lnTo>
                    <a:pt x="139700" y="1270"/>
                  </a:lnTo>
                  <a:lnTo>
                    <a:pt x="140970" y="1270"/>
                  </a:lnTo>
                  <a:lnTo>
                    <a:pt x="140970" y="2540"/>
                  </a:lnTo>
                  <a:lnTo>
                    <a:pt x="142240" y="2540"/>
                  </a:lnTo>
                  <a:lnTo>
                    <a:pt x="142240" y="5080"/>
                  </a:lnTo>
                  <a:lnTo>
                    <a:pt x="143510" y="5080"/>
                  </a:lnTo>
                  <a:lnTo>
                    <a:pt x="143510" y="6350"/>
                  </a:lnTo>
                  <a:lnTo>
                    <a:pt x="144780" y="6350"/>
                  </a:lnTo>
                  <a:lnTo>
                    <a:pt x="144780" y="7620"/>
                  </a:lnTo>
                  <a:lnTo>
                    <a:pt x="229870" y="7620"/>
                  </a:lnTo>
                  <a:lnTo>
                    <a:pt x="229870" y="6350"/>
                  </a:lnTo>
                  <a:lnTo>
                    <a:pt x="229870" y="5080"/>
                  </a:lnTo>
                  <a:lnTo>
                    <a:pt x="229870" y="2540"/>
                  </a:lnTo>
                  <a:lnTo>
                    <a:pt x="229870" y="1270"/>
                  </a:lnTo>
                  <a:close/>
                </a:path>
              </a:pathLst>
            </a:custGeom>
            <a:solidFill>
              <a:srgbClr val="252B00"/>
            </a:solidFill>
          </p:spPr>
          <p:txBody>
            <a:bodyPr wrap="square" lIns="0" tIns="0" rIns="0" bIns="0" rtlCol="0"/>
            <a:lstStyle/>
            <a:p/>
          </p:txBody>
        </p:sp>
        <p:sp>
          <p:nvSpPr>
            <p:cNvPr id="1252" name="object 1252"/>
            <p:cNvSpPr/>
            <p:nvPr/>
          </p:nvSpPr>
          <p:spPr>
            <a:xfrm>
              <a:off x="5643880" y="1178559"/>
              <a:ext cx="231140" cy="7620"/>
            </a:xfrm>
            <a:custGeom>
              <a:avLst/>
              <a:gdLst/>
              <a:ahLst/>
              <a:cxnLst/>
              <a:rect l="l" t="t" r="r" b="b"/>
              <a:pathLst>
                <a:path w="231139" h="7619">
                  <a:moveTo>
                    <a:pt x="107950" y="0"/>
                  </a:moveTo>
                  <a:lnTo>
                    <a:pt x="0" y="0"/>
                  </a:lnTo>
                  <a:lnTo>
                    <a:pt x="0" y="1270"/>
                  </a:lnTo>
                  <a:lnTo>
                    <a:pt x="0" y="3810"/>
                  </a:lnTo>
                  <a:lnTo>
                    <a:pt x="0" y="5080"/>
                  </a:lnTo>
                  <a:lnTo>
                    <a:pt x="0" y="6350"/>
                  </a:lnTo>
                  <a:lnTo>
                    <a:pt x="0" y="7620"/>
                  </a:lnTo>
                  <a:lnTo>
                    <a:pt x="102870" y="7620"/>
                  </a:lnTo>
                  <a:lnTo>
                    <a:pt x="102870" y="6350"/>
                  </a:lnTo>
                  <a:lnTo>
                    <a:pt x="104127" y="6350"/>
                  </a:lnTo>
                  <a:lnTo>
                    <a:pt x="104127" y="5080"/>
                  </a:lnTo>
                  <a:lnTo>
                    <a:pt x="105410" y="5080"/>
                  </a:lnTo>
                  <a:lnTo>
                    <a:pt x="105410" y="3810"/>
                  </a:lnTo>
                  <a:lnTo>
                    <a:pt x="106667" y="3810"/>
                  </a:lnTo>
                  <a:lnTo>
                    <a:pt x="106667" y="1270"/>
                  </a:lnTo>
                  <a:lnTo>
                    <a:pt x="107950" y="1270"/>
                  </a:lnTo>
                  <a:lnTo>
                    <a:pt x="107950" y="0"/>
                  </a:lnTo>
                  <a:close/>
                </a:path>
                <a:path w="231139" h="7619">
                  <a:moveTo>
                    <a:pt x="231140" y="6350"/>
                  </a:moveTo>
                  <a:lnTo>
                    <a:pt x="229870" y="6350"/>
                  </a:lnTo>
                  <a:lnTo>
                    <a:pt x="229870" y="3810"/>
                  </a:lnTo>
                  <a:lnTo>
                    <a:pt x="229870" y="1270"/>
                  </a:lnTo>
                  <a:lnTo>
                    <a:pt x="228600" y="1270"/>
                  </a:lnTo>
                  <a:lnTo>
                    <a:pt x="228600" y="0"/>
                  </a:lnTo>
                  <a:lnTo>
                    <a:pt x="143510" y="0"/>
                  </a:lnTo>
                  <a:lnTo>
                    <a:pt x="143510" y="1270"/>
                  </a:lnTo>
                  <a:lnTo>
                    <a:pt x="144780" y="1270"/>
                  </a:lnTo>
                  <a:lnTo>
                    <a:pt x="144780" y="3810"/>
                  </a:lnTo>
                  <a:lnTo>
                    <a:pt x="146050" y="3810"/>
                  </a:lnTo>
                  <a:lnTo>
                    <a:pt x="146050" y="6350"/>
                  </a:lnTo>
                  <a:lnTo>
                    <a:pt x="147320" y="6350"/>
                  </a:lnTo>
                  <a:lnTo>
                    <a:pt x="147320" y="7620"/>
                  </a:lnTo>
                  <a:lnTo>
                    <a:pt x="231140" y="7620"/>
                  </a:lnTo>
                  <a:lnTo>
                    <a:pt x="231140" y="6350"/>
                  </a:lnTo>
                  <a:close/>
                </a:path>
              </a:pathLst>
            </a:custGeom>
            <a:solidFill>
              <a:srgbClr val="282A00"/>
            </a:solidFill>
          </p:spPr>
          <p:txBody>
            <a:bodyPr wrap="square" lIns="0" tIns="0" rIns="0" bIns="0" rtlCol="0"/>
            <a:lstStyle/>
            <a:p/>
          </p:txBody>
        </p:sp>
        <p:sp>
          <p:nvSpPr>
            <p:cNvPr id="1253" name="object 1253"/>
            <p:cNvSpPr/>
            <p:nvPr/>
          </p:nvSpPr>
          <p:spPr>
            <a:xfrm>
              <a:off x="5643880" y="1186179"/>
              <a:ext cx="231140" cy="6350"/>
            </a:xfrm>
            <a:custGeom>
              <a:avLst/>
              <a:gdLst/>
              <a:ahLst/>
              <a:cxnLst/>
              <a:rect l="l" t="t" r="r" b="b"/>
              <a:pathLst>
                <a:path w="231139" h="6350">
                  <a:moveTo>
                    <a:pt x="102870" y="0"/>
                  </a:moveTo>
                  <a:lnTo>
                    <a:pt x="0" y="0"/>
                  </a:lnTo>
                  <a:lnTo>
                    <a:pt x="0" y="1270"/>
                  </a:lnTo>
                  <a:lnTo>
                    <a:pt x="0" y="2540"/>
                  </a:lnTo>
                  <a:lnTo>
                    <a:pt x="0" y="5080"/>
                  </a:lnTo>
                  <a:lnTo>
                    <a:pt x="0" y="6350"/>
                  </a:lnTo>
                  <a:lnTo>
                    <a:pt x="99060" y="6350"/>
                  </a:lnTo>
                  <a:lnTo>
                    <a:pt x="99060" y="5080"/>
                  </a:lnTo>
                  <a:lnTo>
                    <a:pt x="100317" y="5080"/>
                  </a:lnTo>
                  <a:lnTo>
                    <a:pt x="100317" y="2540"/>
                  </a:lnTo>
                  <a:lnTo>
                    <a:pt x="101600" y="2540"/>
                  </a:lnTo>
                  <a:lnTo>
                    <a:pt x="101600" y="1270"/>
                  </a:lnTo>
                  <a:lnTo>
                    <a:pt x="102870" y="1270"/>
                  </a:lnTo>
                  <a:lnTo>
                    <a:pt x="102870" y="0"/>
                  </a:lnTo>
                  <a:close/>
                </a:path>
                <a:path w="231139" h="6350">
                  <a:moveTo>
                    <a:pt x="231140" y="0"/>
                  </a:moveTo>
                  <a:lnTo>
                    <a:pt x="147320" y="0"/>
                  </a:lnTo>
                  <a:lnTo>
                    <a:pt x="147320" y="2540"/>
                  </a:lnTo>
                  <a:lnTo>
                    <a:pt x="148590" y="2540"/>
                  </a:lnTo>
                  <a:lnTo>
                    <a:pt x="148590" y="5080"/>
                  </a:lnTo>
                  <a:lnTo>
                    <a:pt x="149860" y="5080"/>
                  </a:lnTo>
                  <a:lnTo>
                    <a:pt x="149860" y="6350"/>
                  </a:lnTo>
                  <a:lnTo>
                    <a:pt x="231127" y="6350"/>
                  </a:lnTo>
                  <a:lnTo>
                    <a:pt x="231127" y="5080"/>
                  </a:lnTo>
                  <a:lnTo>
                    <a:pt x="231127" y="2540"/>
                  </a:lnTo>
                  <a:lnTo>
                    <a:pt x="231140" y="0"/>
                  </a:lnTo>
                  <a:close/>
                </a:path>
              </a:pathLst>
            </a:custGeom>
            <a:solidFill>
              <a:srgbClr val="2C2900"/>
            </a:solidFill>
          </p:spPr>
          <p:txBody>
            <a:bodyPr wrap="square" lIns="0" tIns="0" rIns="0" bIns="0" rtlCol="0"/>
            <a:lstStyle/>
            <a:p/>
          </p:txBody>
        </p:sp>
        <p:sp>
          <p:nvSpPr>
            <p:cNvPr id="1254" name="object 1254"/>
            <p:cNvSpPr/>
            <p:nvPr/>
          </p:nvSpPr>
          <p:spPr>
            <a:xfrm>
              <a:off x="5643880" y="1192529"/>
              <a:ext cx="232410" cy="7620"/>
            </a:xfrm>
            <a:custGeom>
              <a:avLst/>
              <a:gdLst/>
              <a:ahLst/>
              <a:cxnLst/>
              <a:rect l="l" t="t" r="r" b="b"/>
              <a:pathLst>
                <a:path w="232410" h="7619">
                  <a:moveTo>
                    <a:pt x="95250" y="6362"/>
                  </a:moveTo>
                  <a:lnTo>
                    <a:pt x="0" y="6362"/>
                  </a:lnTo>
                  <a:lnTo>
                    <a:pt x="0" y="7620"/>
                  </a:lnTo>
                  <a:lnTo>
                    <a:pt x="95250" y="7620"/>
                  </a:lnTo>
                  <a:lnTo>
                    <a:pt x="95250" y="6362"/>
                  </a:lnTo>
                  <a:close/>
                </a:path>
                <a:path w="232410" h="7619">
                  <a:moveTo>
                    <a:pt x="99060" y="0"/>
                  </a:moveTo>
                  <a:lnTo>
                    <a:pt x="0" y="0"/>
                  </a:lnTo>
                  <a:lnTo>
                    <a:pt x="0" y="1270"/>
                  </a:lnTo>
                  <a:lnTo>
                    <a:pt x="0" y="3810"/>
                  </a:lnTo>
                  <a:lnTo>
                    <a:pt x="0" y="6350"/>
                  </a:lnTo>
                  <a:lnTo>
                    <a:pt x="96520" y="6350"/>
                  </a:lnTo>
                  <a:lnTo>
                    <a:pt x="96520" y="3810"/>
                  </a:lnTo>
                  <a:lnTo>
                    <a:pt x="97777" y="3810"/>
                  </a:lnTo>
                  <a:lnTo>
                    <a:pt x="97777" y="1270"/>
                  </a:lnTo>
                  <a:lnTo>
                    <a:pt x="99060" y="1270"/>
                  </a:lnTo>
                  <a:lnTo>
                    <a:pt x="99060" y="0"/>
                  </a:lnTo>
                  <a:close/>
                </a:path>
                <a:path w="232410" h="7619">
                  <a:moveTo>
                    <a:pt x="232410" y="6362"/>
                  </a:moveTo>
                  <a:lnTo>
                    <a:pt x="149860" y="6362"/>
                  </a:lnTo>
                  <a:lnTo>
                    <a:pt x="149860" y="7620"/>
                  </a:lnTo>
                  <a:lnTo>
                    <a:pt x="232410" y="7620"/>
                  </a:lnTo>
                  <a:lnTo>
                    <a:pt x="232410" y="6362"/>
                  </a:lnTo>
                  <a:close/>
                </a:path>
                <a:path w="232410" h="7619">
                  <a:moveTo>
                    <a:pt x="232410" y="0"/>
                  </a:moveTo>
                  <a:lnTo>
                    <a:pt x="149860" y="0"/>
                  </a:lnTo>
                  <a:lnTo>
                    <a:pt x="149860" y="6350"/>
                  </a:lnTo>
                  <a:lnTo>
                    <a:pt x="232410" y="6350"/>
                  </a:lnTo>
                  <a:lnTo>
                    <a:pt x="232410" y="0"/>
                  </a:lnTo>
                  <a:close/>
                </a:path>
              </a:pathLst>
            </a:custGeom>
            <a:solidFill>
              <a:srgbClr val="2F2900"/>
            </a:solidFill>
          </p:spPr>
          <p:txBody>
            <a:bodyPr wrap="square" lIns="0" tIns="0" rIns="0" bIns="0" rtlCol="0"/>
            <a:lstStyle/>
            <a:p/>
          </p:txBody>
        </p:sp>
        <p:sp>
          <p:nvSpPr>
            <p:cNvPr id="1255" name="object 1255"/>
            <p:cNvSpPr/>
            <p:nvPr/>
          </p:nvSpPr>
          <p:spPr>
            <a:xfrm>
              <a:off x="5643880" y="1200149"/>
              <a:ext cx="232410" cy="7620"/>
            </a:xfrm>
            <a:custGeom>
              <a:avLst/>
              <a:gdLst/>
              <a:ahLst/>
              <a:cxnLst/>
              <a:rect l="l" t="t" r="r" b="b"/>
              <a:pathLst>
                <a:path w="232410" h="7619">
                  <a:moveTo>
                    <a:pt x="92710" y="5092"/>
                  </a:moveTo>
                  <a:lnTo>
                    <a:pt x="0" y="5092"/>
                  </a:lnTo>
                  <a:lnTo>
                    <a:pt x="0" y="7620"/>
                  </a:lnTo>
                  <a:lnTo>
                    <a:pt x="92710" y="7620"/>
                  </a:lnTo>
                  <a:lnTo>
                    <a:pt x="92710" y="5092"/>
                  </a:lnTo>
                  <a:close/>
                </a:path>
                <a:path w="232410" h="7619">
                  <a:moveTo>
                    <a:pt x="95250" y="0"/>
                  </a:moveTo>
                  <a:lnTo>
                    <a:pt x="0" y="0"/>
                  </a:lnTo>
                  <a:lnTo>
                    <a:pt x="0" y="1270"/>
                  </a:lnTo>
                  <a:lnTo>
                    <a:pt x="0" y="3810"/>
                  </a:lnTo>
                  <a:lnTo>
                    <a:pt x="0" y="5080"/>
                  </a:lnTo>
                  <a:lnTo>
                    <a:pt x="92710" y="5080"/>
                  </a:lnTo>
                  <a:lnTo>
                    <a:pt x="92710" y="3810"/>
                  </a:lnTo>
                  <a:lnTo>
                    <a:pt x="93967" y="3810"/>
                  </a:lnTo>
                  <a:lnTo>
                    <a:pt x="93967" y="1270"/>
                  </a:lnTo>
                  <a:lnTo>
                    <a:pt x="95250" y="1270"/>
                  </a:lnTo>
                  <a:lnTo>
                    <a:pt x="95250" y="0"/>
                  </a:lnTo>
                  <a:close/>
                </a:path>
                <a:path w="232410" h="7619">
                  <a:moveTo>
                    <a:pt x="232410" y="5092"/>
                  </a:moveTo>
                  <a:lnTo>
                    <a:pt x="151130" y="5092"/>
                  </a:lnTo>
                  <a:lnTo>
                    <a:pt x="151130" y="7620"/>
                  </a:lnTo>
                  <a:lnTo>
                    <a:pt x="232410" y="7620"/>
                  </a:lnTo>
                  <a:lnTo>
                    <a:pt x="232410" y="5092"/>
                  </a:lnTo>
                  <a:close/>
                </a:path>
                <a:path w="232410" h="7619">
                  <a:moveTo>
                    <a:pt x="232410" y="0"/>
                  </a:moveTo>
                  <a:lnTo>
                    <a:pt x="149860" y="0"/>
                  </a:lnTo>
                  <a:lnTo>
                    <a:pt x="149860" y="5080"/>
                  </a:lnTo>
                  <a:lnTo>
                    <a:pt x="232410" y="5080"/>
                  </a:lnTo>
                  <a:lnTo>
                    <a:pt x="232410" y="0"/>
                  </a:lnTo>
                  <a:close/>
                </a:path>
              </a:pathLst>
            </a:custGeom>
            <a:solidFill>
              <a:srgbClr val="332800"/>
            </a:solidFill>
          </p:spPr>
          <p:txBody>
            <a:bodyPr wrap="square" lIns="0" tIns="0" rIns="0" bIns="0" rtlCol="0"/>
            <a:lstStyle/>
            <a:p/>
          </p:txBody>
        </p:sp>
        <p:sp>
          <p:nvSpPr>
            <p:cNvPr id="1256" name="object 1256"/>
            <p:cNvSpPr/>
            <p:nvPr/>
          </p:nvSpPr>
          <p:spPr>
            <a:xfrm>
              <a:off x="5643880" y="1207769"/>
              <a:ext cx="232410" cy="6350"/>
            </a:xfrm>
            <a:custGeom>
              <a:avLst/>
              <a:gdLst/>
              <a:ahLst/>
              <a:cxnLst/>
              <a:rect l="l" t="t" r="r" b="b"/>
              <a:pathLst>
                <a:path w="232410" h="6350">
                  <a:moveTo>
                    <a:pt x="90170" y="3822"/>
                  </a:moveTo>
                  <a:lnTo>
                    <a:pt x="0" y="3822"/>
                  </a:lnTo>
                  <a:lnTo>
                    <a:pt x="0" y="6350"/>
                  </a:lnTo>
                  <a:lnTo>
                    <a:pt x="90170" y="6350"/>
                  </a:lnTo>
                  <a:lnTo>
                    <a:pt x="90170" y="3822"/>
                  </a:lnTo>
                  <a:close/>
                </a:path>
                <a:path w="232410" h="6350">
                  <a:moveTo>
                    <a:pt x="91427" y="0"/>
                  </a:moveTo>
                  <a:lnTo>
                    <a:pt x="0" y="0"/>
                  </a:lnTo>
                  <a:lnTo>
                    <a:pt x="0" y="3810"/>
                  </a:lnTo>
                  <a:lnTo>
                    <a:pt x="91427" y="3810"/>
                  </a:lnTo>
                  <a:lnTo>
                    <a:pt x="91427" y="0"/>
                  </a:lnTo>
                  <a:close/>
                </a:path>
                <a:path w="232410" h="6350">
                  <a:moveTo>
                    <a:pt x="232410" y="3822"/>
                  </a:moveTo>
                  <a:lnTo>
                    <a:pt x="151130" y="3822"/>
                  </a:lnTo>
                  <a:lnTo>
                    <a:pt x="151130" y="6350"/>
                  </a:lnTo>
                  <a:lnTo>
                    <a:pt x="232410" y="6350"/>
                  </a:lnTo>
                  <a:lnTo>
                    <a:pt x="232410" y="3822"/>
                  </a:lnTo>
                  <a:close/>
                </a:path>
                <a:path w="232410" h="6350">
                  <a:moveTo>
                    <a:pt x="232410" y="0"/>
                  </a:moveTo>
                  <a:lnTo>
                    <a:pt x="151130" y="0"/>
                  </a:lnTo>
                  <a:lnTo>
                    <a:pt x="151130" y="3810"/>
                  </a:lnTo>
                  <a:lnTo>
                    <a:pt x="232410" y="3810"/>
                  </a:lnTo>
                  <a:lnTo>
                    <a:pt x="232410" y="0"/>
                  </a:lnTo>
                  <a:close/>
                </a:path>
              </a:pathLst>
            </a:custGeom>
            <a:solidFill>
              <a:srgbClr val="352800"/>
            </a:solidFill>
          </p:spPr>
          <p:txBody>
            <a:bodyPr wrap="square" lIns="0" tIns="0" rIns="0" bIns="0" rtlCol="0"/>
            <a:lstStyle/>
            <a:p/>
          </p:txBody>
        </p:sp>
        <p:sp>
          <p:nvSpPr>
            <p:cNvPr id="1257" name="object 1257"/>
            <p:cNvSpPr/>
            <p:nvPr/>
          </p:nvSpPr>
          <p:spPr>
            <a:xfrm>
              <a:off x="5643880" y="1214119"/>
              <a:ext cx="232410" cy="7620"/>
            </a:xfrm>
            <a:custGeom>
              <a:avLst/>
              <a:gdLst/>
              <a:ahLst/>
              <a:cxnLst/>
              <a:rect l="l" t="t" r="r" b="b"/>
              <a:pathLst>
                <a:path w="232410" h="7619">
                  <a:moveTo>
                    <a:pt x="88900" y="0"/>
                  </a:moveTo>
                  <a:lnTo>
                    <a:pt x="0" y="0"/>
                  </a:lnTo>
                  <a:lnTo>
                    <a:pt x="0" y="3810"/>
                  </a:lnTo>
                  <a:lnTo>
                    <a:pt x="0" y="7620"/>
                  </a:lnTo>
                  <a:lnTo>
                    <a:pt x="87617" y="7620"/>
                  </a:lnTo>
                  <a:lnTo>
                    <a:pt x="87617" y="3810"/>
                  </a:lnTo>
                  <a:lnTo>
                    <a:pt x="88900" y="3810"/>
                  </a:lnTo>
                  <a:lnTo>
                    <a:pt x="88900" y="0"/>
                  </a:lnTo>
                  <a:close/>
                </a:path>
                <a:path w="232410" h="7619">
                  <a:moveTo>
                    <a:pt x="232410" y="0"/>
                  </a:moveTo>
                  <a:lnTo>
                    <a:pt x="151130" y="0"/>
                  </a:lnTo>
                  <a:lnTo>
                    <a:pt x="151130" y="7620"/>
                  </a:lnTo>
                  <a:lnTo>
                    <a:pt x="232410" y="7620"/>
                  </a:lnTo>
                  <a:lnTo>
                    <a:pt x="232410" y="0"/>
                  </a:lnTo>
                  <a:close/>
                </a:path>
              </a:pathLst>
            </a:custGeom>
            <a:solidFill>
              <a:srgbClr val="392700"/>
            </a:solidFill>
          </p:spPr>
          <p:txBody>
            <a:bodyPr wrap="square" lIns="0" tIns="0" rIns="0" bIns="0" rtlCol="0"/>
            <a:lstStyle/>
            <a:p/>
          </p:txBody>
        </p:sp>
        <p:sp>
          <p:nvSpPr>
            <p:cNvPr id="1258" name="object 1258"/>
            <p:cNvSpPr/>
            <p:nvPr/>
          </p:nvSpPr>
          <p:spPr>
            <a:xfrm>
              <a:off x="5643880" y="1221739"/>
              <a:ext cx="233679" cy="7620"/>
            </a:xfrm>
            <a:custGeom>
              <a:avLst/>
              <a:gdLst/>
              <a:ahLst/>
              <a:cxnLst/>
              <a:rect l="l" t="t" r="r" b="b"/>
              <a:pathLst>
                <a:path w="233679" h="7619">
                  <a:moveTo>
                    <a:pt x="86360" y="0"/>
                  </a:moveTo>
                  <a:lnTo>
                    <a:pt x="0" y="0"/>
                  </a:lnTo>
                  <a:lnTo>
                    <a:pt x="0" y="7620"/>
                  </a:lnTo>
                  <a:lnTo>
                    <a:pt x="85089" y="7620"/>
                  </a:lnTo>
                  <a:lnTo>
                    <a:pt x="85089" y="3810"/>
                  </a:lnTo>
                  <a:lnTo>
                    <a:pt x="86360" y="3810"/>
                  </a:lnTo>
                  <a:lnTo>
                    <a:pt x="86360" y="0"/>
                  </a:lnTo>
                  <a:close/>
                </a:path>
                <a:path w="233679" h="7619">
                  <a:moveTo>
                    <a:pt x="233679" y="1270"/>
                  </a:moveTo>
                  <a:lnTo>
                    <a:pt x="152400" y="1270"/>
                  </a:lnTo>
                  <a:lnTo>
                    <a:pt x="152400" y="7620"/>
                  </a:lnTo>
                  <a:lnTo>
                    <a:pt x="233679" y="7620"/>
                  </a:lnTo>
                  <a:lnTo>
                    <a:pt x="233679" y="1270"/>
                  </a:lnTo>
                  <a:close/>
                </a:path>
                <a:path w="233679" h="7619">
                  <a:moveTo>
                    <a:pt x="232410" y="0"/>
                  </a:moveTo>
                  <a:lnTo>
                    <a:pt x="151130" y="0"/>
                  </a:lnTo>
                  <a:lnTo>
                    <a:pt x="151130" y="1270"/>
                  </a:lnTo>
                  <a:lnTo>
                    <a:pt x="232410" y="1270"/>
                  </a:lnTo>
                  <a:lnTo>
                    <a:pt x="232410" y="0"/>
                  </a:lnTo>
                  <a:close/>
                </a:path>
              </a:pathLst>
            </a:custGeom>
            <a:solidFill>
              <a:srgbClr val="3C2600"/>
            </a:solidFill>
          </p:spPr>
          <p:txBody>
            <a:bodyPr wrap="square" lIns="0" tIns="0" rIns="0" bIns="0" rtlCol="0"/>
            <a:lstStyle/>
            <a:p/>
          </p:txBody>
        </p:sp>
        <p:sp>
          <p:nvSpPr>
            <p:cNvPr id="1259" name="object 1259"/>
            <p:cNvSpPr/>
            <p:nvPr/>
          </p:nvSpPr>
          <p:spPr>
            <a:xfrm>
              <a:off x="5643880" y="1229360"/>
              <a:ext cx="233679" cy="7620"/>
            </a:xfrm>
            <a:custGeom>
              <a:avLst/>
              <a:gdLst/>
              <a:ahLst/>
              <a:cxnLst/>
              <a:rect l="l" t="t" r="r" b="b"/>
              <a:pathLst>
                <a:path w="233679" h="7619">
                  <a:moveTo>
                    <a:pt x="85089" y="0"/>
                  </a:moveTo>
                  <a:lnTo>
                    <a:pt x="0" y="0"/>
                  </a:lnTo>
                  <a:lnTo>
                    <a:pt x="0" y="7619"/>
                  </a:lnTo>
                  <a:lnTo>
                    <a:pt x="82550" y="7619"/>
                  </a:lnTo>
                  <a:lnTo>
                    <a:pt x="82550" y="5079"/>
                  </a:lnTo>
                  <a:lnTo>
                    <a:pt x="83820" y="5079"/>
                  </a:lnTo>
                  <a:lnTo>
                    <a:pt x="83820" y="1269"/>
                  </a:lnTo>
                  <a:lnTo>
                    <a:pt x="85089" y="1269"/>
                  </a:lnTo>
                  <a:lnTo>
                    <a:pt x="85089" y="0"/>
                  </a:lnTo>
                  <a:close/>
                </a:path>
                <a:path w="233679" h="7619">
                  <a:moveTo>
                    <a:pt x="233679" y="0"/>
                  </a:moveTo>
                  <a:lnTo>
                    <a:pt x="152400" y="0"/>
                  </a:lnTo>
                  <a:lnTo>
                    <a:pt x="152400" y="7619"/>
                  </a:lnTo>
                  <a:lnTo>
                    <a:pt x="233679" y="7619"/>
                  </a:lnTo>
                  <a:lnTo>
                    <a:pt x="233679" y="0"/>
                  </a:lnTo>
                  <a:close/>
                </a:path>
              </a:pathLst>
            </a:custGeom>
            <a:solidFill>
              <a:srgbClr val="3F2600"/>
            </a:solidFill>
          </p:spPr>
          <p:txBody>
            <a:bodyPr wrap="square" lIns="0" tIns="0" rIns="0" bIns="0" rtlCol="0"/>
            <a:lstStyle/>
            <a:p/>
          </p:txBody>
        </p:sp>
        <p:sp>
          <p:nvSpPr>
            <p:cNvPr id="1260" name="object 1260"/>
            <p:cNvSpPr/>
            <p:nvPr/>
          </p:nvSpPr>
          <p:spPr>
            <a:xfrm>
              <a:off x="5643880" y="1236979"/>
              <a:ext cx="233679" cy="6350"/>
            </a:xfrm>
            <a:custGeom>
              <a:avLst/>
              <a:gdLst/>
              <a:ahLst/>
              <a:cxnLst/>
              <a:rect l="l" t="t" r="r" b="b"/>
              <a:pathLst>
                <a:path w="233679" h="6350">
                  <a:moveTo>
                    <a:pt x="82550" y="0"/>
                  </a:moveTo>
                  <a:lnTo>
                    <a:pt x="0" y="0"/>
                  </a:lnTo>
                  <a:lnTo>
                    <a:pt x="0" y="6350"/>
                  </a:lnTo>
                  <a:lnTo>
                    <a:pt x="82550" y="6350"/>
                  </a:lnTo>
                  <a:lnTo>
                    <a:pt x="82550" y="0"/>
                  </a:lnTo>
                  <a:close/>
                </a:path>
                <a:path w="233679" h="6350">
                  <a:moveTo>
                    <a:pt x="233667" y="0"/>
                  </a:moveTo>
                  <a:lnTo>
                    <a:pt x="152400" y="0"/>
                  </a:lnTo>
                  <a:lnTo>
                    <a:pt x="152400" y="6350"/>
                  </a:lnTo>
                  <a:lnTo>
                    <a:pt x="233667" y="6350"/>
                  </a:lnTo>
                  <a:lnTo>
                    <a:pt x="233667" y="0"/>
                  </a:lnTo>
                  <a:close/>
                </a:path>
              </a:pathLst>
            </a:custGeom>
            <a:solidFill>
              <a:srgbClr val="422500"/>
            </a:solidFill>
          </p:spPr>
          <p:txBody>
            <a:bodyPr wrap="square" lIns="0" tIns="0" rIns="0" bIns="0" rtlCol="0"/>
            <a:lstStyle/>
            <a:p/>
          </p:txBody>
        </p:sp>
        <p:sp>
          <p:nvSpPr>
            <p:cNvPr id="1261" name="object 1261"/>
            <p:cNvSpPr/>
            <p:nvPr/>
          </p:nvSpPr>
          <p:spPr>
            <a:xfrm>
              <a:off x="5643880" y="1243329"/>
              <a:ext cx="233679" cy="7620"/>
            </a:xfrm>
            <a:custGeom>
              <a:avLst/>
              <a:gdLst/>
              <a:ahLst/>
              <a:cxnLst/>
              <a:rect l="l" t="t" r="r" b="b"/>
              <a:pathLst>
                <a:path w="233679" h="7619">
                  <a:moveTo>
                    <a:pt x="82550" y="0"/>
                  </a:moveTo>
                  <a:lnTo>
                    <a:pt x="0" y="0"/>
                  </a:lnTo>
                  <a:lnTo>
                    <a:pt x="0" y="7620"/>
                  </a:lnTo>
                  <a:lnTo>
                    <a:pt x="82550" y="7620"/>
                  </a:lnTo>
                  <a:lnTo>
                    <a:pt x="82550" y="0"/>
                  </a:lnTo>
                  <a:close/>
                </a:path>
                <a:path w="233679" h="7619">
                  <a:moveTo>
                    <a:pt x="233667" y="0"/>
                  </a:moveTo>
                  <a:lnTo>
                    <a:pt x="152400" y="0"/>
                  </a:lnTo>
                  <a:lnTo>
                    <a:pt x="152400" y="7620"/>
                  </a:lnTo>
                  <a:lnTo>
                    <a:pt x="233667" y="7620"/>
                  </a:lnTo>
                  <a:lnTo>
                    <a:pt x="233667" y="0"/>
                  </a:lnTo>
                  <a:close/>
                </a:path>
              </a:pathLst>
            </a:custGeom>
            <a:solidFill>
              <a:srgbClr val="462400"/>
            </a:solidFill>
          </p:spPr>
          <p:txBody>
            <a:bodyPr wrap="square" lIns="0" tIns="0" rIns="0" bIns="0" rtlCol="0"/>
            <a:lstStyle/>
            <a:p/>
          </p:txBody>
        </p:sp>
        <p:sp>
          <p:nvSpPr>
            <p:cNvPr id="1262" name="object 1262"/>
            <p:cNvSpPr/>
            <p:nvPr/>
          </p:nvSpPr>
          <p:spPr>
            <a:xfrm>
              <a:off x="5643880" y="1250950"/>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3679" y="0"/>
                  </a:moveTo>
                  <a:lnTo>
                    <a:pt x="152400" y="0"/>
                  </a:lnTo>
                  <a:lnTo>
                    <a:pt x="152400" y="7620"/>
                  </a:lnTo>
                  <a:lnTo>
                    <a:pt x="234950" y="7620"/>
                  </a:lnTo>
                  <a:lnTo>
                    <a:pt x="234950" y="3810"/>
                  </a:lnTo>
                  <a:lnTo>
                    <a:pt x="233679" y="3810"/>
                  </a:lnTo>
                  <a:lnTo>
                    <a:pt x="233679" y="0"/>
                  </a:lnTo>
                  <a:close/>
                </a:path>
              </a:pathLst>
            </a:custGeom>
            <a:solidFill>
              <a:srgbClr val="492400"/>
            </a:solidFill>
          </p:spPr>
          <p:txBody>
            <a:bodyPr wrap="square" lIns="0" tIns="0" rIns="0" bIns="0" rtlCol="0"/>
            <a:lstStyle/>
            <a:p/>
          </p:txBody>
        </p:sp>
        <p:sp>
          <p:nvSpPr>
            <p:cNvPr id="1263" name="object 1263"/>
            <p:cNvSpPr/>
            <p:nvPr/>
          </p:nvSpPr>
          <p:spPr>
            <a:xfrm>
              <a:off x="5643880" y="125856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4C2300"/>
            </a:solidFill>
          </p:spPr>
          <p:txBody>
            <a:bodyPr wrap="square" lIns="0" tIns="0" rIns="0" bIns="0" rtlCol="0"/>
            <a:lstStyle/>
            <a:p/>
          </p:txBody>
        </p:sp>
        <p:sp>
          <p:nvSpPr>
            <p:cNvPr id="1264" name="object 1264"/>
            <p:cNvSpPr/>
            <p:nvPr/>
          </p:nvSpPr>
          <p:spPr>
            <a:xfrm>
              <a:off x="5643880" y="12649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4F2200"/>
            </a:solidFill>
          </p:spPr>
          <p:txBody>
            <a:bodyPr wrap="square" lIns="0" tIns="0" rIns="0" bIns="0" rtlCol="0"/>
            <a:lstStyle/>
            <a:p/>
          </p:txBody>
        </p:sp>
        <p:sp>
          <p:nvSpPr>
            <p:cNvPr id="1265" name="object 1265"/>
            <p:cNvSpPr/>
            <p:nvPr/>
          </p:nvSpPr>
          <p:spPr>
            <a:xfrm>
              <a:off x="5643880" y="127253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22200"/>
            </a:solidFill>
          </p:spPr>
          <p:txBody>
            <a:bodyPr wrap="square" lIns="0" tIns="0" rIns="0" bIns="0" rtlCol="0"/>
            <a:lstStyle/>
            <a:p/>
          </p:txBody>
        </p:sp>
        <p:sp>
          <p:nvSpPr>
            <p:cNvPr id="1266" name="object 1266"/>
            <p:cNvSpPr/>
            <p:nvPr/>
          </p:nvSpPr>
          <p:spPr>
            <a:xfrm>
              <a:off x="5643880" y="128015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562100"/>
            </a:solidFill>
          </p:spPr>
          <p:txBody>
            <a:bodyPr wrap="square" lIns="0" tIns="0" rIns="0" bIns="0" rtlCol="0"/>
            <a:lstStyle/>
            <a:p/>
          </p:txBody>
        </p:sp>
        <p:sp>
          <p:nvSpPr>
            <p:cNvPr id="1267" name="object 1267"/>
            <p:cNvSpPr/>
            <p:nvPr/>
          </p:nvSpPr>
          <p:spPr>
            <a:xfrm>
              <a:off x="5643880" y="12865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92000"/>
            </a:solidFill>
          </p:spPr>
          <p:txBody>
            <a:bodyPr wrap="square" lIns="0" tIns="0" rIns="0" bIns="0" rtlCol="0"/>
            <a:lstStyle/>
            <a:p/>
          </p:txBody>
        </p:sp>
        <p:sp>
          <p:nvSpPr>
            <p:cNvPr id="1268" name="object 1268"/>
            <p:cNvSpPr/>
            <p:nvPr/>
          </p:nvSpPr>
          <p:spPr>
            <a:xfrm>
              <a:off x="5643880" y="129412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5C2000"/>
            </a:solidFill>
          </p:spPr>
          <p:txBody>
            <a:bodyPr wrap="square" lIns="0" tIns="0" rIns="0" bIns="0" rtlCol="0"/>
            <a:lstStyle/>
            <a:p/>
          </p:txBody>
        </p:sp>
        <p:sp>
          <p:nvSpPr>
            <p:cNvPr id="1269" name="object 1269"/>
            <p:cNvSpPr/>
            <p:nvPr/>
          </p:nvSpPr>
          <p:spPr>
            <a:xfrm>
              <a:off x="5643880" y="130174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5F1F00"/>
            </a:solidFill>
          </p:spPr>
          <p:txBody>
            <a:bodyPr wrap="square" lIns="0" tIns="0" rIns="0" bIns="0" rtlCol="0"/>
            <a:lstStyle/>
            <a:p/>
          </p:txBody>
        </p:sp>
        <p:sp>
          <p:nvSpPr>
            <p:cNvPr id="1270" name="object 1270"/>
            <p:cNvSpPr/>
            <p:nvPr/>
          </p:nvSpPr>
          <p:spPr>
            <a:xfrm>
              <a:off x="5643880" y="13080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31E00"/>
            </a:solidFill>
          </p:spPr>
          <p:txBody>
            <a:bodyPr wrap="square" lIns="0" tIns="0" rIns="0" bIns="0" rtlCol="0"/>
            <a:lstStyle/>
            <a:p/>
          </p:txBody>
        </p:sp>
        <p:sp>
          <p:nvSpPr>
            <p:cNvPr id="1271" name="object 1271"/>
            <p:cNvSpPr/>
            <p:nvPr/>
          </p:nvSpPr>
          <p:spPr>
            <a:xfrm>
              <a:off x="5643880" y="13157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61E00"/>
            </a:solidFill>
          </p:spPr>
          <p:txBody>
            <a:bodyPr wrap="square" lIns="0" tIns="0" rIns="0" bIns="0" rtlCol="0"/>
            <a:lstStyle/>
            <a:p/>
          </p:txBody>
        </p:sp>
        <p:sp>
          <p:nvSpPr>
            <p:cNvPr id="1272" name="object 1272"/>
            <p:cNvSpPr/>
            <p:nvPr/>
          </p:nvSpPr>
          <p:spPr>
            <a:xfrm>
              <a:off x="5643880" y="132333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691D00"/>
            </a:solidFill>
          </p:spPr>
          <p:txBody>
            <a:bodyPr wrap="square" lIns="0" tIns="0" rIns="0" bIns="0" rtlCol="0"/>
            <a:lstStyle/>
            <a:p/>
          </p:txBody>
        </p:sp>
        <p:sp>
          <p:nvSpPr>
            <p:cNvPr id="1273" name="object 1273"/>
            <p:cNvSpPr/>
            <p:nvPr/>
          </p:nvSpPr>
          <p:spPr>
            <a:xfrm>
              <a:off x="5643880" y="13296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C1D00"/>
            </a:solidFill>
          </p:spPr>
          <p:txBody>
            <a:bodyPr wrap="square" lIns="0" tIns="0" rIns="0" bIns="0" rtlCol="0"/>
            <a:lstStyle/>
            <a:p/>
          </p:txBody>
        </p:sp>
        <p:sp>
          <p:nvSpPr>
            <p:cNvPr id="1274" name="object 1274"/>
            <p:cNvSpPr/>
            <p:nvPr/>
          </p:nvSpPr>
          <p:spPr>
            <a:xfrm>
              <a:off x="5643880" y="13373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6F1C00"/>
            </a:solidFill>
          </p:spPr>
          <p:txBody>
            <a:bodyPr wrap="square" lIns="0" tIns="0" rIns="0" bIns="0" rtlCol="0"/>
            <a:lstStyle/>
            <a:p/>
          </p:txBody>
        </p:sp>
        <p:sp>
          <p:nvSpPr>
            <p:cNvPr id="1275" name="object 1275"/>
            <p:cNvSpPr/>
            <p:nvPr/>
          </p:nvSpPr>
          <p:spPr>
            <a:xfrm>
              <a:off x="5643880" y="134492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731B00"/>
            </a:solidFill>
          </p:spPr>
          <p:txBody>
            <a:bodyPr wrap="square" lIns="0" tIns="0" rIns="0" bIns="0" rtlCol="0"/>
            <a:lstStyle/>
            <a:p/>
          </p:txBody>
        </p:sp>
        <p:sp>
          <p:nvSpPr>
            <p:cNvPr id="1276" name="object 1276"/>
            <p:cNvSpPr/>
            <p:nvPr/>
          </p:nvSpPr>
          <p:spPr>
            <a:xfrm>
              <a:off x="5643880" y="13512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61B00"/>
            </a:solidFill>
          </p:spPr>
          <p:txBody>
            <a:bodyPr wrap="square" lIns="0" tIns="0" rIns="0" bIns="0" rtlCol="0"/>
            <a:lstStyle/>
            <a:p/>
          </p:txBody>
        </p:sp>
        <p:sp>
          <p:nvSpPr>
            <p:cNvPr id="1277" name="object 1277"/>
            <p:cNvSpPr/>
            <p:nvPr/>
          </p:nvSpPr>
          <p:spPr>
            <a:xfrm>
              <a:off x="5643880" y="13588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91A00"/>
            </a:solidFill>
          </p:spPr>
          <p:txBody>
            <a:bodyPr wrap="square" lIns="0" tIns="0" rIns="0" bIns="0" rtlCol="0"/>
            <a:lstStyle/>
            <a:p/>
          </p:txBody>
        </p:sp>
        <p:sp>
          <p:nvSpPr>
            <p:cNvPr id="1278" name="object 1278"/>
            <p:cNvSpPr/>
            <p:nvPr/>
          </p:nvSpPr>
          <p:spPr>
            <a:xfrm>
              <a:off x="5643880" y="136651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7C1900"/>
            </a:solidFill>
          </p:spPr>
          <p:txBody>
            <a:bodyPr wrap="square" lIns="0" tIns="0" rIns="0" bIns="0" rtlCol="0"/>
            <a:lstStyle/>
            <a:p/>
          </p:txBody>
        </p:sp>
        <p:sp>
          <p:nvSpPr>
            <p:cNvPr id="1279" name="object 1279"/>
            <p:cNvSpPr/>
            <p:nvPr/>
          </p:nvSpPr>
          <p:spPr>
            <a:xfrm>
              <a:off x="5643880" y="137413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801900"/>
            </a:solidFill>
          </p:spPr>
          <p:txBody>
            <a:bodyPr wrap="square" lIns="0" tIns="0" rIns="0" bIns="0" rtlCol="0"/>
            <a:lstStyle/>
            <a:p/>
          </p:txBody>
        </p:sp>
        <p:sp>
          <p:nvSpPr>
            <p:cNvPr id="1280" name="object 1280"/>
            <p:cNvSpPr/>
            <p:nvPr/>
          </p:nvSpPr>
          <p:spPr>
            <a:xfrm>
              <a:off x="5643880" y="13804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31800"/>
            </a:solidFill>
          </p:spPr>
          <p:txBody>
            <a:bodyPr wrap="square" lIns="0" tIns="0" rIns="0" bIns="0" rtlCol="0"/>
            <a:lstStyle/>
            <a:p/>
          </p:txBody>
        </p:sp>
        <p:sp>
          <p:nvSpPr>
            <p:cNvPr id="1281" name="object 1281"/>
            <p:cNvSpPr/>
            <p:nvPr/>
          </p:nvSpPr>
          <p:spPr>
            <a:xfrm>
              <a:off x="5643880" y="138810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61700"/>
            </a:solidFill>
          </p:spPr>
          <p:txBody>
            <a:bodyPr wrap="square" lIns="0" tIns="0" rIns="0" bIns="0" rtlCol="0"/>
            <a:lstStyle/>
            <a:p/>
          </p:txBody>
        </p:sp>
        <p:sp>
          <p:nvSpPr>
            <p:cNvPr id="1282" name="object 1282"/>
            <p:cNvSpPr/>
            <p:nvPr/>
          </p:nvSpPr>
          <p:spPr>
            <a:xfrm>
              <a:off x="5643880" y="139572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891700"/>
            </a:solidFill>
          </p:spPr>
          <p:txBody>
            <a:bodyPr wrap="square" lIns="0" tIns="0" rIns="0" bIns="0" rtlCol="0"/>
            <a:lstStyle/>
            <a:p/>
          </p:txBody>
        </p:sp>
        <p:sp>
          <p:nvSpPr>
            <p:cNvPr id="1283" name="object 1283"/>
            <p:cNvSpPr/>
            <p:nvPr/>
          </p:nvSpPr>
          <p:spPr>
            <a:xfrm>
              <a:off x="5643880" y="14020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8D1600"/>
            </a:solidFill>
          </p:spPr>
          <p:txBody>
            <a:bodyPr wrap="square" lIns="0" tIns="0" rIns="0" bIns="0" rtlCol="0"/>
            <a:lstStyle/>
            <a:p/>
          </p:txBody>
        </p:sp>
        <p:sp>
          <p:nvSpPr>
            <p:cNvPr id="1284" name="object 1284"/>
            <p:cNvSpPr/>
            <p:nvPr/>
          </p:nvSpPr>
          <p:spPr>
            <a:xfrm>
              <a:off x="5643880" y="140969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01500"/>
            </a:solidFill>
          </p:spPr>
          <p:txBody>
            <a:bodyPr wrap="square" lIns="0" tIns="0" rIns="0" bIns="0" rtlCol="0"/>
            <a:lstStyle/>
            <a:p/>
          </p:txBody>
        </p:sp>
        <p:sp>
          <p:nvSpPr>
            <p:cNvPr id="1285" name="object 1285"/>
            <p:cNvSpPr/>
            <p:nvPr/>
          </p:nvSpPr>
          <p:spPr>
            <a:xfrm>
              <a:off x="5643880" y="141731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931500"/>
            </a:solidFill>
          </p:spPr>
          <p:txBody>
            <a:bodyPr wrap="square" lIns="0" tIns="0" rIns="0" bIns="0" rtlCol="0"/>
            <a:lstStyle/>
            <a:p/>
          </p:txBody>
        </p:sp>
        <p:sp>
          <p:nvSpPr>
            <p:cNvPr id="1286" name="object 1286"/>
            <p:cNvSpPr/>
            <p:nvPr/>
          </p:nvSpPr>
          <p:spPr>
            <a:xfrm>
              <a:off x="5643880" y="14236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61400"/>
            </a:solidFill>
          </p:spPr>
          <p:txBody>
            <a:bodyPr wrap="square" lIns="0" tIns="0" rIns="0" bIns="0" rtlCol="0"/>
            <a:lstStyle/>
            <a:p/>
          </p:txBody>
        </p:sp>
        <p:sp>
          <p:nvSpPr>
            <p:cNvPr id="1287" name="object 1287"/>
            <p:cNvSpPr/>
            <p:nvPr/>
          </p:nvSpPr>
          <p:spPr>
            <a:xfrm>
              <a:off x="5643880" y="143128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991400"/>
            </a:solidFill>
          </p:spPr>
          <p:txBody>
            <a:bodyPr wrap="square" lIns="0" tIns="0" rIns="0" bIns="0" rtlCol="0"/>
            <a:lstStyle/>
            <a:p/>
          </p:txBody>
        </p:sp>
        <p:sp>
          <p:nvSpPr>
            <p:cNvPr id="1288" name="object 1288"/>
            <p:cNvSpPr/>
            <p:nvPr/>
          </p:nvSpPr>
          <p:spPr>
            <a:xfrm>
              <a:off x="5643880" y="143890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9D1300"/>
            </a:solidFill>
          </p:spPr>
          <p:txBody>
            <a:bodyPr wrap="square" lIns="0" tIns="0" rIns="0" bIns="0" rtlCol="0"/>
            <a:lstStyle/>
            <a:p/>
          </p:txBody>
        </p:sp>
        <p:sp>
          <p:nvSpPr>
            <p:cNvPr id="1289" name="object 1289"/>
            <p:cNvSpPr/>
            <p:nvPr/>
          </p:nvSpPr>
          <p:spPr>
            <a:xfrm>
              <a:off x="5643880" y="144525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01200"/>
            </a:solidFill>
          </p:spPr>
          <p:txBody>
            <a:bodyPr wrap="square" lIns="0" tIns="0" rIns="0" bIns="0" rtlCol="0"/>
            <a:lstStyle/>
            <a:p/>
          </p:txBody>
        </p:sp>
        <p:sp>
          <p:nvSpPr>
            <p:cNvPr id="1290" name="object 1290"/>
            <p:cNvSpPr/>
            <p:nvPr/>
          </p:nvSpPr>
          <p:spPr>
            <a:xfrm>
              <a:off x="5643880" y="14528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31200"/>
            </a:solidFill>
          </p:spPr>
          <p:txBody>
            <a:bodyPr wrap="square" lIns="0" tIns="0" rIns="0" bIns="0" rtlCol="0"/>
            <a:lstStyle/>
            <a:p/>
          </p:txBody>
        </p:sp>
        <p:sp>
          <p:nvSpPr>
            <p:cNvPr id="1291" name="object 1291"/>
            <p:cNvSpPr/>
            <p:nvPr/>
          </p:nvSpPr>
          <p:spPr>
            <a:xfrm>
              <a:off x="5643880" y="146049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A61100"/>
            </a:solidFill>
          </p:spPr>
          <p:txBody>
            <a:bodyPr wrap="square" lIns="0" tIns="0" rIns="0" bIns="0" rtlCol="0"/>
            <a:lstStyle/>
            <a:p/>
          </p:txBody>
        </p:sp>
        <p:sp>
          <p:nvSpPr>
            <p:cNvPr id="1292" name="object 1292"/>
            <p:cNvSpPr/>
            <p:nvPr/>
          </p:nvSpPr>
          <p:spPr>
            <a:xfrm>
              <a:off x="5643880" y="146684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A1000"/>
            </a:solidFill>
          </p:spPr>
          <p:txBody>
            <a:bodyPr wrap="square" lIns="0" tIns="0" rIns="0" bIns="0" rtlCol="0"/>
            <a:lstStyle/>
            <a:p/>
          </p:txBody>
        </p:sp>
        <p:sp>
          <p:nvSpPr>
            <p:cNvPr id="1293" name="object 1293"/>
            <p:cNvSpPr/>
            <p:nvPr/>
          </p:nvSpPr>
          <p:spPr>
            <a:xfrm>
              <a:off x="5643880" y="14744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AD1000"/>
            </a:solidFill>
          </p:spPr>
          <p:txBody>
            <a:bodyPr wrap="square" lIns="0" tIns="0" rIns="0" bIns="0" rtlCol="0"/>
            <a:lstStyle/>
            <a:p/>
          </p:txBody>
        </p:sp>
        <p:sp>
          <p:nvSpPr>
            <p:cNvPr id="1294" name="object 1294"/>
            <p:cNvSpPr/>
            <p:nvPr/>
          </p:nvSpPr>
          <p:spPr>
            <a:xfrm>
              <a:off x="5643880" y="148208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B00F00"/>
            </a:solidFill>
          </p:spPr>
          <p:txBody>
            <a:bodyPr wrap="square" lIns="0" tIns="0" rIns="0" bIns="0" rtlCol="0"/>
            <a:lstStyle/>
            <a:p/>
          </p:txBody>
        </p:sp>
        <p:sp>
          <p:nvSpPr>
            <p:cNvPr id="1295" name="object 1295"/>
            <p:cNvSpPr/>
            <p:nvPr/>
          </p:nvSpPr>
          <p:spPr>
            <a:xfrm>
              <a:off x="5643880" y="148843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30E00"/>
            </a:solidFill>
          </p:spPr>
          <p:txBody>
            <a:bodyPr wrap="square" lIns="0" tIns="0" rIns="0" bIns="0" rtlCol="0"/>
            <a:lstStyle/>
            <a:p/>
          </p:txBody>
        </p:sp>
        <p:sp>
          <p:nvSpPr>
            <p:cNvPr id="1296" name="object 1296"/>
            <p:cNvSpPr/>
            <p:nvPr/>
          </p:nvSpPr>
          <p:spPr>
            <a:xfrm>
              <a:off x="5643880" y="149605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60E00"/>
            </a:solidFill>
          </p:spPr>
          <p:txBody>
            <a:bodyPr wrap="square" lIns="0" tIns="0" rIns="0" bIns="0" rtlCol="0"/>
            <a:lstStyle/>
            <a:p/>
          </p:txBody>
        </p:sp>
        <p:sp>
          <p:nvSpPr>
            <p:cNvPr id="1297" name="object 1297"/>
            <p:cNvSpPr/>
            <p:nvPr/>
          </p:nvSpPr>
          <p:spPr>
            <a:xfrm>
              <a:off x="5643880" y="150367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BA0D00"/>
            </a:solidFill>
          </p:spPr>
          <p:txBody>
            <a:bodyPr wrap="square" lIns="0" tIns="0" rIns="0" bIns="0" rtlCol="0"/>
            <a:lstStyle/>
            <a:p/>
          </p:txBody>
        </p:sp>
        <p:sp>
          <p:nvSpPr>
            <p:cNvPr id="1298" name="object 1298"/>
            <p:cNvSpPr/>
            <p:nvPr/>
          </p:nvSpPr>
          <p:spPr>
            <a:xfrm>
              <a:off x="5643880" y="151129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BD0C00"/>
            </a:solidFill>
          </p:spPr>
          <p:txBody>
            <a:bodyPr wrap="square" lIns="0" tIns="0" rIns="0" bIns="0" rtlCol="0"/>
            <a:lstStyle/>
            <a:p/>
          </p:txBody>
        </p:sp>
        <p:sp>
          <p:nvSpPr>
            <p:cNvPr id="1299" name="object 1299"/>
            <p:cNvSpPr/>
            <p:nvPr/>
          </p:nvSpPr>
          <p:spPr>
            <a:xfrm>
              <a:off x="5643880" y="151764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00C00"/>
            </a:solidFill>
          </p:spPr>
          <p:txBody>
            <a:bodyPr wrap="square" lIns="0" tIns="0" rIns="0" bIns="0" rtlCol="0"/>
            <a:lstStyle/>
            <a:p/>
          </p:txBody>
        </p:sp>
        <p:sp>
          <p:nvSpPr>
            <p:cNvPr id="1300" name="object 1300"/>
            <p:cNvSpPr/>
            <p:nvPr/>
          </p:nvSpPr>
          <p:spPr>
            <a:xfrm>
              <a:off x="5643880" y="1525269"/>
              <a:ext cx="234950" cy="7620"/>
            </a:xfrm>
            <a:custGeom>
              <a:avLst/>
              <a:gdLst/>
              <a:ahLst/>
              <a:cxnLst/>
              <a:rect l="l" t="t" r="r" b="b"/>
              <a:pathLst>
                <a:path w="234950" h="7619">
                  <a:moveTo>
                    <a:pt x="82550" y="0"/>
                  </a:moveTo>
                  <a:lnTo>
                    <a:pt x="0" y="0"/>
                  </a:lnTo>
                  <a:lnTo>
                    <a:pt x="0" y="7620"/>
                  </a:lnTo>
                  <a:lnTo>
                    <a:pt x="82550" y="7620"/>
                  </a:lnTo>
                  <a:lnTo>
                    <a:pt x="82550" y="0"/>
                  </a:lnTo>
                  <a:close/>
                </a:path>
                <a:path w="234950" h="7619">
                  <a:moveTo>
                    <a:pt x="234950" y="0"/>
                  </a:moveTo>
                  <a:lnTo>
                    <a:pt x="152400" y="0"/>
                  </a:lnTo>
                  <a:lnTo>
                    <a:pt x="152400" y="7620"/>
                  </a:lnTo>
                  <a:lnTo>
                    <a:pt x="234950" y="7620"/>
                  </a:lnTo>
                  <a:lnTo>
                    <a:pt x="234950" y="0"/>
                  </a:lnTo>
                  <a:close/>
                </a:path>
              </a:pathLst>
            </a:custGeom>
            <a:solidFill>
              <a:srgbClr val="C30B00"/>
            </a:solidFill>
          </p:spPr>
          <p:txBody>
            <a:bodyPr wrap="square" lIns="0" tIns="0" rIns="0" bIns="0" rtlCol="0"/>
            <a:lstStyle/>
            <a:p/>
          </p:txBody>
        </p:sp>
        <p:sp>
          <p:nvSpPr>
            <p:cNvPr id="1301" name="object 1301"/>
            <p:cNvSpPr/>
            <p:nvPr/>
          </p:nvSpPr>
          <p:spPr>
            <a:xfrm>
              <a:off x="5643880" y="1532889"/>
              <a:ext cx="234950" cy="6350"/>
            </a:xfrm>
            <a:custGeom>
              <a:avLst/>
              <a:gdLst/>
              <a:ahLst/>
              <a:cxnLst/>
              <a:rect l="l" t="t" r="r" b="b"/>
              <a:pathLst>
                <a:path w="234950" h="6350">
                  <a:moveTo>
                    <a:pt x="82550" y="0"/>
                  </a:moveTo>
                  <a:lnTo>
                    <a:pt x="0" y="0"/>
                  </a:lnTo>
                  <a:lnTo>
                    <a:pt x="0" y="6350"/>
                  </a:lnTo>
                  <a:lnTo>
                    <a:pt x="82550" y="6350"/>
                  </a:lnTo>
                  <a:lnTo>
                    <a:pt x="82550" y="0"/>
                  </a:lnTo>
                  <a:close/>
                </a:path>
                <a:path w="234950" h="6350">
                  <a:moveTo>
                    <a:pt x="234950" y="0"/>
                  </a:moveTo>
                  <a:lnTo>
                    <a:pt x="152400" y="0"/>
                  </a:lnTo>
                  <a:lnTo>
                    <a:pt x="152400" y="6350"/>
                  </a:lnTo>
                  <a:lnTo>
                    <a:pt x="234950" y="6350"/>
                  </a:lnTo>
                  <a:lnTo>
                    <a:pt x="234950" y="0"/>
                  </a:lnTo>
                  <a:close/>
                </a:path>
              </a:pathLst>
            </a:custGeom>
            <a:solidFill>
              <a:srgbClr val="C70A00"/>
            </a:solidFill>
          </p:spPr>
          <p:txBody>
            <a:bodyPr wrap="square" lIns="0" tIns="0" rIns="0" bIns="0" rtlCol="0"/>
            <a:lstStyle/>
            <a:p/>
          </p:txBody>
        </p:sp>
        <p:sp>
          <p:nvSpPr>
            <p:cNvPr id="1302" name="object 1302"/>
            <p:cNvSpPr/>
            <p:nvPr/>
          </p:nvSpPr>
          <p:spPr>
            <a:xfrm>
              <a:off x="5643880" y="1539239"/>
              <a:ext cx="234950" cy="7620"/>
            </a:xfrm>
            <a:custGeom>
              <a:avLst/>
              <a:gdLst/>
              <a:ahLst/>
              <a:cxnLst/>
              <a:rect l="l" t="t" r="r" b="b"/>
              <a:pathLst>
                <a:path w="234950" h="7619">
                  <a:moveTo>
                    <a:pt x="82550" y="0"/>
                  </a:moveTo>
                  <a:lnTo>
                    <a:pt x="0" y="0"/>
                  </a:lnTo>
                  <a:lnTo>
                    <a:pt x="0" y="2540"/>
                  </a:lnTo>
                  <a:lnTo>
                    <a:pt x="82550" y="2540"/>
                  </a:lnTo>
                  <a:lnTo>
                    <a:pt x="82550" y="0"/>
                  </a:lnTo>
                  <a:close/>
                </a:path>
                <a:path w="234950" h="7619">
                  <a:moveTo>
                    <a:pt x="83820" y="2552"/>
                  </a:moveTo>
                  <a:lnTo>
                    <a:pt x="0" y="2552"/>
                  </a:lnTo>
                  <a:lnTo>
                    <a:pt x="0" y="7620"/>
                  </a:lnTo>
                  <a:lnTo>
                    <a:pt x="83820" y="7620"/>
                  </a:lnTo>
                  <a:lnTo>
                    <a:pt x="83820" y="2552"/>
                  </a:lnTo>
                  <a:close/>
                </a:path>
                <a:path w="234950" h="7619">
                  <a:moveTo>
                    <a:pt x="234950" y="2552"/>
                  </a:moveTo>
                  <a:lnTo>
                    <a:pt x="152400" y="2552"/>
                  </a:lnTo>
                  <a:lnTo>
                    <a:pt x="152400" y="7620"/>
                  </a:lnTo>
                  <a:lnTo>
                    <a:pt x="234950" y="7620"/>
                  </a:lnTo>
                  <a:lnTo>
                    <a:pt x="234950" y="2552"/>
                  </a:lnTo>
                  <a:close/>
                </a:path>
                <a:path w="234950" h="7619">
                  <a:moveTo>
                    <a:pt x="234950" y="0"/>
                  </a:moveTo>
                  <a:lnTo>
                    <a:pt x="152400" y="0"/>
                  </a:lnTo>
                  <a:lnTo>
                    <a:pt x="152400" y="2540"/>
                  </a:lnTo>
                  <a:lnTo>
                    <a:pt x="234950" y="2540"/>
                  </a:lnTo>
                  <a:lnTo>
                    <a:pt x="234950" y="0"/>
                  </a:lnTo>
                  <a:close/>
                </a:path>
              </a:pathLst>
            </a:custGeom>
            <a:solidFill>
              <a:srgbClr val="CA0A00"/>
            </a:solidFill>
          </p:spPr>
          <p:txBody>
            <a:bodyPr wrap="square" lIns="0" tIns="0" rIns="0" bIns="0" rtlCol="0"/>
            <a:lstStyle/>
            <a:p/>
          </p:txBody>
        </p:sp>
        <p:sp>
          <p:nvSpPr>
            <p:cNvPr id="1303" name="object 1303"/>
            <p:cNvSpPr/>
            <p:nvPr/>
          </p:nvSpPr>
          <p:spPr>
            <a:xfrm>
              <a:off x="5643880" y="1546859"/>
              <a:ext cx="234950" cy="7620"/>
            </a:xfrm>
            <a:custGeom>
              <a:avLst/>
              <a:gdLst/>
              <a:ahLst/>
              <a:cxnLst/>
              <a:rect l="l" t="t" r="r" b="b"/>
              <a:pathLst>
                <a:path w="234950" h="7619">
                  <a:moveTo>
                    <a:pt x="83820" y="0"/>
                  </a:moveTo>
                  <a:lnTo>
                    <a:pt x="0" y="0"/>
                  </a:lnTo>
                  <a:lnTo>
                    <a:pt x="0" y="7620"/>
                  </a:lnTo>
                  <a:lnTo>
                    <a:pt x="83820" y="7620"/>
                  </a:lnTo>
                  <a:lnTo>
                    <a:pt x="83820" y="0"/>
                  </a:lnTo>
                  <a:close/>
                </a:path>
                <a:path w="234950" h="7619">
                  <a:moveTo>
                    <a:pt x="234950" y="0"/>
                  </a:moveTo>
                  <a:lnTo>
                    <a:pt x="152400" y="0"/>
                  </a:lnTo>
                  <a:lnTo>
                    <a:pt x="152400" y="7620"/>
                  </a:lnTo>
                  <a:lnTo>
                    <a:pt x="234950" y="7620"/>
                  </a:lnTo>
                  <a:lnTo>
                    <a:pt x="234950" y="0"/>
                  </a:lnTo>
                  <a:close/>
                </a:path>
              </a:pathLst>
            </a:custGeom>
            <a:solidFill>
              <a:srgbClr val="CD0900"/>
            </a:solidFill>
          </p:spPr>
          <p:txBody>
            <a:bodyPr wrap="square" lIns="0" tIns="0" rIns="0" bIns="0" rtlCol="0"/>
            <a:lstStyle/>
            <a:p/>
          </p:txBody>
        </p:sp>
        <p:sp>
          <p:nvSpPr>
            <p:cNvPr id="1304" name="object 1304"/>
            <p:cNvSpPr/>
            <p:nvPr/>
          </p:nvSpPr>
          <p:spPr>
            <a:xfrm>
              <a:off x="5643880" y="1554479"/>
              <a:ext cx="234950" cy="6350"/>
            </a:xfrm>
            <a:custGeom>
              <a:avLst/>
              <a:gdLst/>
              <a:ahLst/>
              <a:cxnLst/>
              <a:rect l="l" t="t" r="r" b="b"/>
              <a:pathLst>
                <a:path w="234950" h="6350">
                  <a:moveTo>
                    <a:pt x="83820" y="0"/>
                  </a:moveTo>
                  <a:lnTo>
                    <a:pt x="0" y="0"/>
                  </a:lnTo>
                  <a:lnTo>
                    <a:pt x="0" y="6350"/>
                  </a:lnTo>
                  <a:lnTo>
                    <a:pt x="83820" y="6350"/>
                  </a:lnTo>
                  <a:lnTo>
                    <a:pt x="83820" y="0"/>
                  </a:lnTo>
                  <a:close/>
                </a:path>
                <a:path w="234950" h="6350">
                  <a:moveTo>
                    <a:pt x="234950" y="0"/>
                  </a:moveTo>
                  <a:lnTo>
                    <a:pt x="152400" y="0"/>
                  </a:lnTo>
                  <a:lnTo>
                    <a:pt x="152400" y="6350"/>
                  </a:lnTo>
                  <a:lnTo>
                    <a:pt x="234950" y="6350"/>
                  </a:lnTo>
                  <a:lnTo>
                    <a:pt x="234950" y="0"/>
                  </a:lnTo>
                  <a:close/>
                </a:path>
              </a:pathLst>
            </a:custGeom>
            <a:solidFill>
              <a:srgbClr val="D00900"/>
            </a:solidFill>
          </p:spPr>
          <p:txBody>
            <a:bodyPr wrap="square" lIns="0" tIns="0" rIns="0" bIns="0" rtlCol="0"/>
            <a:lstStyle/>
            <a:p/>
          </p:txBody>
        </p:sp>
        <p:sp>
          <p:nvSpPr>
            <p:cNvPr id="1305" name="object 1305"/>
            <p:cNvSpPr/>
            <p:nvPr/>
          </p:nvSpPr>
          <p:spPr>
            <a:xfrm>
              <a:off x="5643880" y="1560830"/>
              <a:ext cx="236220" cy="7620"/>
            </a:xfrm>
            <a:custGeom>
              <a:avLst/>
              <a:gdLst/>
              <a:ahLst/>
              <a:cxnLst/>
              <a:rect l="l" t="t" r="r" b="b"/>
              <a:pathLst>
                <a:path w="236220" h="7619">
                  <a:moveTo>
                    <a:pt x="83820" y="0"/>
                  </a:moveTo>
                  <a:lnTo>
                    <a:pt x="0" y="0"/>
                  </a:lnTo>
                  <a:lnTo>
                    <a:pt x="0" y="7620"/>
                  </a:lnTo>
                  <a:lnTo>
                    <a:pt x="83820" y="7620"/>
                  </a:lnTo>
                  <a:lnTo>
                    <a:pt x="83820" y="0"/>
                  </a:lnTo>
                  <a:close/>
                </a:path>
                <a:path w="236220" h="7619">
                  <a:moveTo>
                    <a:pt x="234950" y="0"/>
                  </a:moveTo>
                  <a:lnTo>
                    <a:pt x="152400" y="0"/>
                  </a:lnTo>
                  <a:lnTo>
                    <a:pt x="152400" y="7620"/>
                  </a:lnTo>
                  <a:lnTo>
                    <a:pt x="236220" y="7620"/>
                  </a:lnTo>
                  <a:lnTo>
                    <a:pt x="236220" y="2540"/>
                  </a:lnTo>
                  <a:lnTo>
                    <a:pt x="234950" y="2540"/>
                  </a:lnTo>
                  <a:lnTo>
                    <a:pt x="234950" y="0"/>
                  </a:lnTo>
                  <a:close/>
                </a:path>
              </a:pathLst>
            </a:custGeom>
            <a:solidFill>
              <a:srgbClr val="D40800"/>
            </a:solidFill>
          </p:spPr>
          <p:txBody>
            <a:bodyPr wrap="square" lIns="0" tIns="0" rIns="0" bIns="0" rtlCol="0"/>
            <a:lstStyle/>
            <a:p/>
          </p:txBody>
        </p:sp>
        <p:sp>
          <p:nvSpPr>
            <p:cNvPr id="1306" name="object 1306"/>
            <p:cNvSpPr/>
            <p:nvPr/>
          </p:nvSpPr>
          <p:spPr>
            <a:xfrm>
              <a:off x="5642610" y="1568450"/>
              <a:ext cx="237490" cy="7620"/>
            </a:xfrm>
            <a:custGeom>
              <a:avLst/>
              <a:gdLst/>
              <a:ahLst/>
              <a:cxnLst/>
              <a:rect l="l" t="t" r="r" b="b"/>
              <a:pathLst>
                <a:path w="237489" h="7619">
                  <a:moveTo>
                    <a:pt x="85089" y="0"/>
                  </a:moveTo>
                  <a:lnTo>
                    <a:pt x="1269" y="0"/>
                  </a:lnTo>
                  <a:lnTo>
                    <a:pt x="1269" y="6350"/>
                  </a:lnTo>
                  <a:lnTo>
                    <a:pt x="0" y="6350"/>
                  </a:lnTo>
                  <a:lnTo>
                    <a:pt x="0" y="7620"/>
                  </a:lnTo>
                  <a:lnTo>
                    <a:pt x="85089" y="7620"/>
                  </a:lnTo>
                  <a:lnTo>
                    <a:pt x="85089" y="0"/>
                  </a:lnTo>
                  <a:close/>
                </a:path>
                <a:path w="237489" h="7619">
                  <a:moveTo>
                    <a:pt x="237489" y="0"/>
                  </a:moveTo>
                  <a:lnTo>
                    <a:pt x="153669" y="0"/>
                  </a:lnTo>
                  <a:lnTo>
                    <a:pt x="153669" y="2539"/>
                  </a:lnTo>
                  <a:lnTo>
                    <a:pt x="152400" y="2539"/>
                  </a:lnTo>
                  <a:lnTo>
                    <a:pt x="152400" y="7620"/>
                  </a:lnTo>
                  <a:lnTo>
                    <a:pt x="237489" y="7620"/>
                  </a:lnTo>
                  <a:lnTo>
                    <a:pt x="237489" y="0"/>
                  </a:lnTo>
                  <a:close/>
                </a:path>
              </a:pathLst>
            </a:custGeom>
            <a:solidFill>
              <a:srgbClr val="D70700"/>
            </a:solidFill>
          </p:spPr>
          <p:txBody>
            <a:bodyPr wrap="square" lIns="0" tIns="0" rIns="0" bIns="0" rtlCol="0"/>
            <a:lstStyle/>
            <a:p/>
          </p:txBody>
        </p:sp>
        <p:sp>
          <p:nvSpPr>
            <p:cNvPr id="1307" name="object 1307"/>
            <p:cNvSpPr/>
            <p:nvPr/>
          </p:nvSpPr>
          <p:spPr>
            <a:xfrm>
              <a:off x="5642610" y="1576069"/>
              <a:ext cx="237490" cy="6350"/>
            </a:xfrm>
            <a:custGeom>
              <a:avLst/>
              <a:gdLst/>
              <a:ahLst/>
              <a:cxnLst/>
              <a:rect l="l" t="t" r="r" b="b"/>
              <a:pathLst>
                <a:path w="237489" h="6350">
                  <a:moveTo>
                    <a:pt x="85090" y="0"/>
                  </a:moveTo>
                  <a:lnTo>
                    <a:pt x="0" y="0"/>
                  </a:lnTo>
                  <a:lnTo>
                    <a:pt x="0" y="6350"/>
                  </a:lnTo>
                  <a:lnTo>
                    <a:pt x="85090" y="6350"/>
                  </a:lnTo>
                  <a:lnTo>
                    <a:pt x="85090" y="0"/>
                  </a:lnTo>
                  <a:close/>
                </a:path>
                <a:path w="237489" h="6350">
                  <a:moveTo>
                    <a:pt x="237490" y="0"/>
                  </a:moveTo>
                  <a:lnTo>
                    <a:pt x="152400" y="0"/>
                  </a:lnTo>
                  <a:lnTo>
                    <a:pt x="152400" y="6350"/>
                  </a:lnTo>
                  <a:lnTo>
                    <a:pt x="237490" y="6350"/>
                  </a:lnTo>
                  <a:lnTo>
                    <a:pt x="237490" y="0"/>
                  </a:lnTo>
                  <a:close/>
                </a:path>
              </a:pathLst>
            </a:custGeom>
            <a:solidFill>
              <a:srgbClr val="DA0700"/>
            </a:solidFill>
          </p:spPr>
          <p:txBody>
            <a:bodyPr wrap="square" lIns="0" tIns="0" rIns="0" bIns="0" rtlCol="0"/>
            <a:lstStyle/>
            <a:p/>
          </p:txBody>
        </p:sp>
        <p:sp>
          <p:nvSpPr>
            <p:cNvPr id="1308" name="object 1308"/>
            <p:cNvSpPr/>
            <p:nvPr/>
          </p:nvSpPr>
          <p:spPr>
            <a:xfrm>
              <a:off x="5642610" y="1582419"/>
              <a:ext cx="238760" cy="7620"/>
            </a:xfrm>
            <a:custGeom>
              <a:avLst/>
              <a:gdLst/>
              <a:ahLst/>
              <a:cxnLst/>
              <a:rect l="l" t="t" r="r" b="b"/>
              <a:pathLst>
                <a:path w="238760" h="7619">
                  <a:moveTo>
                    <a:pt x="85089" y="0"/>
                  </a:moveTo>
                  <a:lnTo>
                    <a:pt x="0" y="0"/>
                  </a:lnTo>
                  <a:lnTo>
                    <a:pt x="0" y="7619"/>
                  </a:lnTo>
                  <a:lnTo>
                    <a:pt x="86360" y="7619"/>
                  </a:lnTo>
                  <a:lnTo>
                    <a:pt x="86360" y="1269"/>
                  </a:lnTo>
                  <a:lnTo>
                    <a:pt x="85089" y="1269"/>
                  </a:lnTo>
                  <a:lnTo>
                    <a:pt x="85089" y="0"/>
                  </a:lnTo>
                  <a:close/>
                </a:path>
                <a:path w="238760" h="7619">
                  <a:moveTo>
                    <a:pt x="237489" y="0"/>
                  </a:moveTo>
                  <a:lnTo>
                    <a:pt x="152400" y="0"/>
                  </a:lnTo>
                  <a:lnTo>
                    <a:pt x="152400" y="5079"/>
                  </a:lnTo>
                  <a:lnTo>
                    <a:pt x="151129" y="5079"/>
                  </a:lnTo>
                  <a:lnTo>
                    <a:pt x="151129" y="7619"/>
                  </a:lnTo>
                  <a:lnTo>
                    <a:pt x="238759" y="7619"/>
                  </a:lnTo>
                  <a:lnTo>
                    <a:pt x="238760" y="2539"/>
                  </a:lnTo>
                  <a:lnTo>
                    <a:pt x="237489" y="2539"/>
                  </a:lnTo>
                  <a:lnTo>
                    <a:pt x="237489" y="0"/>
                  </a:lnTo>
                  <a:close/>
                </a:path>
              </a:pathLst>
            </a:custGeom>
            <a:solidFill>
              <a:srgbClr val="DD0600"/>
            </a:solidFill>
          </p:spPr>
          <p:txBody>
            <a:bodyPr wrap="square" lIns="0" tIns="0" rIns="0" bIns="0" rtlCol="0"/>
            <a:lstStyle/>
            <a:p/>
          </p:txBody>
        </p:sp>
        <p:sp>
          <p:nvSpPr>
            <p:cNvPr id="1309" name="object 1309"/>
            <p:cNvSpPr/>
            <p:nvPr/>
          </p:nvSpPr>
          <p:spPr>
            <a:xfrm>
              <a:off x="5641340" y="1590039"/>
              <a:ext cx="241300" cy="7620"/>
            </a:xfrm>
            <a:custGeom>
              <a:avLst/>
              <a:gdLst/>
              <a:ahLst/>
              <a:cxnLst/>
              <a:rect l="l" t="t" r="r" b="b"/>
              <a:pathLst>
                <a:path w="241300" h="7619">
                  <a:moveTo>
                    <a:pt x="88900" y="6350"/>
                  </a:moveTo>
                  <a:lnTo>
                    <a:pt x="87617" y="6350"/>
                  </a:lnTo>
                  <a:lnTo>
                    <a:pt x="87617" y="1270"/>
                  </a:lnTo>
                  <a:lnTo>
                    <a:pt x="87630" y="0"/>
                  </a:lnTo>
                  <a:lnTo>
                    <a:pt x="1270" y="0"/>
                  </a:lnTo>
                  <a:lnTo>
                    <a:pt x="1270" y="1270"/>
                  </a:lnTo>
                  <a:lnTo>
                    <a:pt x="0" y="1270"/>
                  </a:lnTo>
                  <a:lnTo>
                    <a:pt x="0" y="6350"/>
                  </a:lnTo>
                  <a:lnTo>
                    <a:pt x="0" y="7620"/>
                  </a:lnTo>
                  <a:lnTo>
                    <a:pt x="88900" y="7620"/>
                  </a:lnTo>
                  <a:lnTo>
                    <a:pt x="88900" y="6350"/>
                  </a:lnTo>
                  <a:close/>
                </a:path>
                <a:path w="241300" h="7619">
                  <a:moveTo>
                    <a:pt x="241300" y="2540"/>
                  </a:moveTo>
                  <a:lnTo>
                    <a:pt x="240017" y="2540"/>
                  </a:lnTo>
                  <a:lnTo>
                    <a:pt x="240017" y="0"/>
                  </a:lnTo>
                  <a:lnTo>
                    <a:pt x="152400" y="0"/>
                  </a:lnTo>
                  <a:lnTo>
                    <a:pt x="152400" y="2540"/>
                  </a:lnTo>
                  <a:lnTo>
                    <a:pt x="152400" y="7620"/>
                  </a:lnTo>
                  <a:lnTo>
                    <a:pt x="241300" y="7620"/>
                  </a:lnTo>
                  <a:lnTo>
                    <a:pt x="241300" y="2540"/>
                  </a:lnTo>
                  <a:close/>
                </a:path>
              </a:pathLst>
            </a:custGeom>
            <a:solidFill>
              <a:srgbClr val="E00500"/>
            </a:solidFill>
          </p:spPr>
          <p:txBody>
            <a:bodyPr wrap="square" lIns="0" tIns="0" rIns="0" bIns="0" rtlCol="0"/>
            <a:lstStyle/>
            <a:p/>
          </p:txBody>
        </p:sp>
        <p:sp>
          <p:nvSpPr>
            <p:cNvPr id="1310" name="object 1310"/>
            <p:cNvSpPr/>
            <p:nvPr/>
          </p:nvSpPr>
          <p:spPr>
            <a:xfrm>
              <a:off x="5640070" y="1597659"/>
              <a:ext cx="243840" cy="6350"/>
            </a:xfrm>
            <a:custGeom>
              <a:avLst/>
              <a:gdLst/>
              <a:ahLst/>
              <a:cxnLst/>
              <a:rect l="l" t="t" r="r" b="b"/>
              <a:pathLst>
                <a:path w="243839" h="6350">
                  <a:moveTo>
                    <a:pt x="91440" y="5080"/>
                  </a:moveTo>
                  <a:lnTo>
                    <a:pt x="90170" y="5080"/>
                  </a:lnTo>
                  <a:lnTo>
                    <a:pt x="90170" y="2540"/>
                  </a:lnTo>
                  <a:lnTo>
                    <a:pt x="90170" y="0"/>
                  </a:lnTo>
                  <a:lnTo>
                    <a:pt x="1270" y="0"/>
                  </a:lnTo>
                  <a:lnTo>
                    <a:pt x="1270" y="2540"/>
                  </a:lnTo>
                  <a:lnTo>
                    <a:pt x="0" y="2540"/>
                  </a:lnTo>
                  <a:lnTo>
                    <a:pt x="0" y="5080"/>
                  </a:lnTo>
                  <a:lnTo>
                    <a:pt x="0" y="6350"/>
                  </a:lnTo>
                  <a:lnTo>
                    <a:pt x="91440" y="6350"/>
                  </a:lnTo>
                  <a:lnTo>
                    <a:pt x="91440" y="5080"/>
                  </a:lnTo>
                  <a:close/>
                </a:path>
                <a:path w="243839" h="6350">
                  <a:moveTo>
                    <a:pt x="243840" y="2540"/>
                  </a:moveTo>
                  <a:lnTo>
                    <a:pt x="242570" y="2540"/>
                  </a:lnTo>
                  <a:lnTo>
                    <a:pt x="242570" y="0"/>
                  </a:lnTo>
                  <a:lnTo>
                    <a:pt x="153670" y="0"/>
                  </a:lnTo>
                  <a:lnTo>
                    <a:pt x="153670" y="2540"/>
                  </a:lnTo>
                  <a:lnTo>
                    <a:pt x="152400" y="2540"/>
                  </a:lnTo>
                  <a:lnTo>
                    <a:pt x="152400" y="5080"/>
                  </a:lnTo>
                  <a:lnTo>
                    <a:pt x="151130" y="5080"/>
                  </a:lnTo>
                  <a:lnTo>
                    <a:pt x="151130" y="6350"/>
                  </a:lnTo>
                  <a:lnTo>
                    <a:pt x="243840" y="6350"/>
                  </a:lnTo>
                  <a:lnTo>
                    <a:pt x="243840" y="5080"/>
                  </a:lnTo>
                  <a:lnTo>
                    <a:pt x="243840" y="2540"/>
                  </a:lnTo>
                  <a:close/>
                </a:path>
              </a:pathLst>
            </a:custGeom>
            <a:solidFill>
              <a:srgbClr val="E40500"/>
            </a:solidFill>
          </p:spPr>
          <p:txBody>
            <a:bodyPr wrap="square" lIns="0" tIns="0" rIns="0" bIns="0" rtlCol="0"/>
            <a:lstStyle/>
            <a:p/>
          </p:txBody>
        </p:sp>
        <p:sp>
          <p:nvSpPr>
            <p:cNvPr id="1311" name="object 1311"/>
            <p:cNvSpPr/>
            <p:nvPr/>
          </p:nvSpPr>
          <p:spPr>
            <a:xfrm>
              <a:off x="5636260" y="1604009"/>
              <a:ext cx="250190" cy="7620"/>
            </a:xfrm>
            <a:custGeom>
              <a:avLst/>
              <a:gdLst/>
              <a:ahLst/>
              <a:cxnLst/>
              <a:rect l="l" t="t" r="r" b="b"/>
              <a:pathLst>
                <a:path w="250189" h="7619">
                  <a:moveTo>
                    <a:pt x="97790" y="5080"/>
                  </a:moveTo>
                  <a:lnTo>
                    <a:pt x="96520" y="5080"/>
                  </a:lnTo>
                  <a:lnTo>
                    <a:pt x="96520" y="3810"/>
                  </a:lnTo>
                  <a:lnTo>
                    <a:pt x="96520" y="2540"/>
                  </a:lnTo>
                  <a:lnTo>
                    <a:pt x="95250" y="2540"/>
                  </a:lnTo>
                  <a:lnTo>
                    <a:pt x="95250" y="0"/>
                  </a:lnTo>
                  <a:lnTo>
                    <a:pt x="2540" y="0"/>
                  </a:lnTo>
                  <a:lnTo>
                    <a:pt x="2540" y="2540"/>
                  </a:lnTo>
                  <a:lnTo>
                    <a:pt x="1270" y="2540"/>
                  </a:lnTo>
                  <a:lnTo>
                    <a:pt x="1270" y="3810"/>
                  </a:lnTo>
                  <a:lnTo>
                    <a:pt x="0" y="3810"/>
                  </a:lnTo>
                  <a:lnTo>
                    <a:pt x="0" y="5080"/>
                  </a:lnTo>
                  <a:lnTo>
                    <a:pt x="0" y="7620"/>
                  </a:lnTo>
                  <a:lnTo>
                    <a:pt x="97790" y="7620"/>
                  </a:lnTo>
                  <a:lnTo>
                    <a:pt x="97790" y="5080"/>
                  </a:lnTo>
                  <a:close/>
                </a:path>
                <a:path w="250189" h="7619">
                  <a:moveTo>
                    <a:pt x="250190" y="3810"/>
                  </a:moveTo>
                  <a:lnTo>
                    <a:pt x="248920" y="3810"/>
                  </a:lnTo>
                  <a:lnTo>
                    <a:pt x="248920" y="1270"/>
                  </a:lnTo>
                  <a:lnTo>
                    <a:pt x="247650" y="1270"/>
                  </a:lnTo>
                  <a:lnTo>
                    <a:pt x="247650" y="0"/>
                  </a:lnTo>
                  <a:lnTo>
                    <a:pt x="154940" y="0"/>
                  </a:lnTo>
                  <a:lnTo>
                    <a:pt x="154940" y="1270"/>
                  </a:lnTo>
                  <a:lnTo>
                    <a:pt x="154940" y="3810"/>
                  </a:lnTo>
                  <a:lnTo>
                    <a:pt x="153670" y="3810"/>
                  </a:lnTo>
                  <a:lnTo>
                    <a:pt x="153670" y="6350"/>
                  </a:lnTo>
                  <a:lnTo>
                    <a:pt x="152400" y="6350"/>
                  </a:lnTo>
                  <a:lnTo>
                    <a:pt x="152400" y="7620"/>
                  </a:lnTo>
                  <a:lnTo>
                    <a:pt x="250190" y="7620"/>
                  </a:lnTo>
                  <a:lnTo>
                    <a:pt x="250190" y="6350"/>
                  </a:lnTo>
                  <a:lnTo>
                    <a:pt x="250190" y="3810"/>
                  </a:lnTo>
                  <a:close/>
                </a:path>
              </a:pathLst>
            </a:custGeom>
            <a:solidFill>
              <a:srgbClr val="E70400"/>
            </a:solidFill>
          </p:spPr>
          <p:txBody>
            <a:bodyPr wrap="square" lIns="0" tIns="0" rIns="0" bIns="0" rtlCol="0"/>
            <a:lstStyle/>
            <a:p/>
          </p:txBody>
        </p:sp>
        <p:sp>
          <p:nvSpPr>
            <p:cNvPr id="1312" name="object 1312"/>
            <p:cNvSpPr/>
            <p:nvPr/>
          </p:nvSpPr>
          <p:spPr>
            <a:xfrm>
              <a:off x="5629910" y="1611629"/>
              <a:ext cx="262890" cy="7620"/>
            </a:xfrm>
            <a:custGeom>
              <a:avLst/>
              <a:gdLst/>
              <a:ahLst/>
              <a:cxnLst/>
              <a:rect l="l" t="t" r="r" b="b"/>
              <a:pathLst>
                <a:path w="262889" h="7619">
                  <a:moveTo>
                    <a:pt x="109220" y="5080"/>
                  </a:moveTo>
                  <a:lnTo>
                    <a:pt x="106680" y="5080"/>
                  </a:lnTo>
                  <a:lnTo>
                    <a:pt x="106680" y="3810"/>
                  </a:lnTo>
                  <a:lnTo>
                    <a:pt x="106680" y="2540"/>
                  </a:lnTo>
                  <a:lnTo>
                    <a:pt x="105397" y="2540"/>
                  </a:lnTo>
                  <a:lnTo>
                    <a:pt x="105397" y="1270"/>
                  </a:lnTo>
                  <a:lnTo>
                    <a:pt x="104140" y="1270"/>
                  </a:lnTo>
                  <a:lnTo>
                    <a:pt x="104140" y="0"/>
                  </a:lnTo>
                  <a:lnTo>
                    <a:pt x="5080" y="0"/>
                  </a:lnTo>
                  <a:lnTo>
                    <a:pt x="5080" y="1270"/>
                  </a:lnTo>
                  <a:lnTo>
                    <a:pt x="5080" y="2540"/>
                  </a:lnTo>
                  <a:lnTo>
                    <a:pt x="3810" y="2540"/>
                  </a:lnTo>
                  <a:lnTo>
                    <a:pt x="3810" y="3810"/>
                  </a:lnTo>
                  <a:lnTo>
                    <a:pt x="2540" y="3810"/>
                  </a:lnTo>
                  <a:lnTo>
                    <a:pt x="2540" y="5080"/>
                  </a:lnTo>
                  <a:lnTo>
                    <a:pt x="2540" y="6350"/>
                  </a:lnTo>
                  <a:lnTo>
                    <a:pt x="0" y="6350"/>
                  </a:lnTo>
                  <a:lnTo>
                    <a:pt x="0" y="7620"/>
                  </a:lnTo>
                  <a:lnTo>
                    <a:pt x="109220" y="7620"/>
                  </a:lnTo>
                  <a:lnTo>
                    <a:pt x="109220" y="6350"/>
                  </a:lnTo>
                  <a:lnTo>
                    <a:pt x="109220" y="5080"/>
                  </a:lnTo>
                  <a:close/>
                </a:path>
                <a:path w="262889" h="7619">
                  <a:moveTo>
                    <a:pt x="262890" y="6350"/>
                  </a:moveTo>
                  <a:lnTo>
                    <a:pt x="261620" y="6350"/>
                  </a:lnTo>
                  <a:lnTo>
                    <a:pt x="261620" y="5080"/>
                  </a:lnTo>
                  <a:lnTo>
                    <a:pt x="260350" y="5080"/>
                  </a:lnTo>
                  <a:lnTo>
                    <a:pt x="260350" y="3810"/>
                  </a:lnTo>
                  <a:lnTo>
                    <a:pt x="260350" y="2540"/>
                  </a:lnTo>
                  <a:lnTo>
                    <a:pt x="257797" y="2540"/>
                  </a:lnTo>
                  <a:lnTo>
                    <a:pt x="257797" y="0"/>
                  </a:lnTo>
                  <a:lnTo>
                    <a:pt x="157480" y="0"/>
                  </a:lnTo>
                  <a:lnTo>
                    <a:pt x="157480" y="2540"/>
                  </a:lnTo>
                  <a:lnTo>
                    <a:pt x="156210" y="2540"/>
                  </a:lnTo>
                  <a:lnTo>
                    <a:pt x="156210" y="3810"/>
                  </a:lnTo>
                  <a:lnTo>
                    <a:pt x="154940" y="3810"/>
                  </a:lnTo>
                  <a:lnTo>
                    <a:pt x="154940" y="5080"/>
                  </a:lnTo>
                  <a:lnTo>
                    <a:pt x="154940" y="6350"/>
                  </a:lnTo>
                  <a:lnTo>
                    <a:pt x="153670" y="6350"/>
                  </a:lnTo>
                  <a:lnTo>
                    <a:pt x="153670" y="7620"/>
                  </a:lnTo>
                  <a:lnTo>
                    <a:pt x="262890" y="7620"/>
                  </a:lnTo>
                  <a:lnTo>
                    <a:pt x="262890" y="6350"/>
                  </a:lnTo>
                  <a:close/>
                </a:path>
              </a:pathLst>
            </a:custGeom>
            <a:solidFill>
              <a:srgbClr val="EA0300"/>
            </a:solidFill>
          </p:spPr>
          <p:txBody>
            <a:bodyPr wrap="square" lIns="0" tIns="0" rIns="0" bIns="0" rtlCol="0"/>
            <a:lstStyle/>
            <a:p/>
          </p:txBody>
        </p:sp>
        <p:sp>
          <p:nvSpPr>
            <p:cNvPr id="1313" name="object 1313"/>
            <p:cNvSpPr/>
            <p:nvPr/>
          </p:nvSpPr>
          <p:spPr>
            <a:xfrm>
              <a:off x="5619750" y="1619249"/>
              <a:ext cx="281940" cy="6350"/>
            </a:xfrm>
            <a:custGeom>
              <a:avLst/>
              <a:gdLst/>
              <a:ahLst/>
              <a:cxnLst/>
              <a:rect l="l" t="t" r="r" b="b"/>
              <a:pathLst>
                <a:path w="281939" h="6350">
                  <a:moveTo>
                    <a:pt x="127000" y="5080"/>
                  </a:moveTo>
                  <a:lnTo>
                    <a:pt x="125730" y="5080"/>
                  </a:lnTo>
                  <a:lnTo>
                    <a:pt x="125730" y="3810"/>
                  </a:lnTo>
                  <a:lnTo>
                    <a:pt x="123190" y="3810"/>
                  </a:lnTo>
                  <a:lnTo>
                    <a:pt x="123190" y="2540"/>
                  </a:lnTo>
                  <a:lnTo>
                    <a:pt x="121920" y="2540"/>
                  </a:lnTo>
                  <a:lnTo>
                    <a:pt x="121920" y="1270"/>
                  </a:lnTo>
                  <a:lnTo>
                    <a:pt x="120650" y="1270"/>
                  </a:lnTo>
                  <a:lnTo>
                    <a:pt x="120650" y="0"/>
                  </a:lnTo>
                  <a:lnTo>
                    <a:pt x="8890" y="0"/>
                  </a:lnTo>
                  <a:lnTo>
                    <a:pt x="8890" y="1270"/>
                  </a:lnTo>
                  <a:lnTo>
                    <a:pt x="7620" y="1270"/>
                  </a:lnTo>
                  <a:lnTo>
                    <a:pt x="7620" y="2540"/>
                  </a:lnTo>
                  <a:lnTo>
                    <a:pt x="6350" y="2540"/>
                  </a:lnTo>
                  <a:lnTo>
                    <a:pt x="6350" y="3810"/>
                  </a:lnTo>
                  <a:lnTo>
                    <a:pt x="2540" y="3810"/>
                  </a:lnTo>
                  <a:lnTo>
                    <a:pt x="2540" y="5080"/>
                  </a:lnTo>
                  <a:lnTo>
                    <a:pt x="0" y="5080"/>
                  </a:lnTo>
                  <a:lnTo>
                    <a:pt x="0" y="6350"/>
                  </a:lnTo>
                  <a:lnTo>
                    <a:pt x="127000" y="6350"/>
                  </a:lnTo>
                  <a:lnTo>
                    <a:pt x="127000" y="5080"/>
                  </a:lnTo>
                  <a:close/>
                </a:path>
                <a:path w="281939" h="6350">
                  <a:moveTo>
                    <a:pt x="281940" y="5080"/>
                  </a:moveTo>
                  <a:lnTo>
                    <a:pt x="280670" y="5080"/>
                  </a:lnTo>
                  <a:lnTo>
                    <a:pt x="280670" y="3810"/>
                  </a:lnTo>
                  <a:lnTo>
                    <a:pt x="276860" y="3810"/>
                  </a:lnTo>
                  <a:lnTo>
                    <a:pt x="276860" y="2540"/>
                  </a:lnTo>
                  <a:lnTo>
                    <a:pt x="275590" y="2540"/>
                  </a:lnTo>
                  <a:lnTo>
                    <a:pt x="275590" y="1270"/>
                  </a:lnTo>
                  <a:lnTo>
                    <a:pt x="274320" y="1270"/>
                  </a:lnTo>
                  <a:lnTo>
                    <a:pt x="274320" y="0"/>
                  </a:lnTo>
                  <a:lnTo>
                    <a:pt x="162560" y="0"/>
                  </a:lnTo>
                  <a:lnTo>
                    <a:pt x="162560" y="1270"/>
                  </a:lnTo>
                  <a:lnTo>
                    <a:pt x="161290" y="1270"/>
                  </a:lnTo>
                  <a:lnTo>
                    <a:pt x="161290" y="2540"/>
                  </a:lnTo>
                  <a:lnTo>
                    <a:pt x="158750" y="2540"/>
                  </a:lnTo>
                  <a:lnTo>
                    <a:pt x="158750" y="3810"/>
                  </a:lnTo>
                  <a:lnTo>
                    <a:pt x="156210" y="3810"/>
                  </a:lnTo>
                  <a:lnTo>
                    <a:pt x="156210" y="5080"/>
                  </a:lnTo>
                  <a:lnTo>
                    <a:pt x="154940" y="5080"/>
                  </a:lnTo>
                  <a:lnTo>
                    <a:pt x="154940" y="6350"/>
                  </a:lnTo>
                  <a:lnTo>
                    <a:pt x="281940" y="6350"/>
                  </a:lnTo>
                  <a:lnTo>
                    <a:pt x="281940" y="5080"/>
                  </a:lnTo>
                  <a:close/>
                </a:path>
              </a:pathLst>
            </a:custGeom>
            <a:solidFill>
              <a:srgbClr val="ED0300"/>
            </a:solidFill>
          </p:spPr>
          <p:txBody>
            <a:bodyPr wrap="square" lIns="0" tIns="0" rIns="0" bIns="0" rtlCol="0"/>
            <a:lstStyle/>
            <a:p/>
          </p:txBody>
        </p:sp>
        <p:sp>
          <p:nvSpPr>
            <p:cNvPr id="1314" name="object 1314"/>
            <p:cNvSpPr/>
            <p:nvPr/>
          </p:nvSpPr>
          <p:spPr>
            <a:xfrm>
              <a:off x="5614670" y="1625599"/>
              <a:ext cx="293370" cy="7620"/>
            </a:xfrm>
            <a:custGeom>
              <a:avLst/>
              <a:gdLst/>
              <a:ahLst/>
              <a:cxnLst/>
              <a:rect l="l" t="t" r="r" b="b"/>
              <a:pathLst>
                <a:path w="293370" h="7619">
                  <a:moveTo>
                    <a:pt x="138430" y="1270"/>
                  </a:moveTo>
                  <a:lnTo>
                    <a:pt x="134620" y="1270"/>
                  </a:lnTo>
                  <a:lnTo>
                    <a:pt x="134620" y="0"/>
                  </a:lnTo>
                  <a:lnTo>
                    <a:pt x="0" y="0"/>
                  </a:lnTo>
                  <a:lnTo>
                    <a:pt x="0" y="1270"/>
                  </a:lnTo>
                  <a:lnTo>
                    <a:pt x="0" y="7620"/>
                  </a:lnTo>
                  <a:lnTo>
                    <a:pt x="138430" y="7620"/>
                  </a:lnTo>
                  <a:lnTo>
                    <a:pt x="138430" y="1270"/>
                  </a:lnTo>
                  <a:close/>
                </a:path>
                <a:path w="293370" h="7619">
                  <a:moveTo>
                    <a:pt x="293370" y="1270"/>
                  </a:moveTo>
                  <a:lnTo>
                    <a:pt x="289560" y="1270"/>
                  </a:lnTo>
                  <a:lnTo>
                    <a:pt x="289560" y="0"/>
                  </a:lnTo>
                  <a:lnTo>
                    <a:pt x="154940" y="0"/>
                  </a:lnTo>
                  <a:lnTo>
                    <a:pt x="154940" y="1270"/>
                  </a:lnTo>
                  <a:lnTo>
                    <a:pt x="154940" y="7620"/>
                  </a:lnTo>
                  <a:lnTo>
                    <a:pt x="293370" y="7620"/>
                  </a:lnTo>
                  <a:lnTo>
                    <a:pt x="293370" y="1270"/>
                  </a:lnTo>
                  <a:close/>
                </a:path>
              </a:pathLst>
            </a:custGeom>
            <a:solidFill>
              <a:srgbClr val="F10200"/>
            </a:solidFill>
          </p:spPr>
          <p:txBody>
            <a:bodyPr wrap="square" lIns="0" tIns="0" rIns="0" bIns="0" rtlCol="0"/>
            <a:lstStyle/>
            <a:p/>
          </p:txBody>
        </p:sp>
        <p:sp>
          <p:nvSpPr>
            <p:cNvPr id="1315" name="object 1315"/>
            <p:cNvSpPr/>
            <p:nvPr/>
          </p:nvSpPr>
          <p:spPr>
            <a:xfrm>
              <a:off x="5614670" y="1633219"/>
              <a:ext cx="293370" cy="7620"/>
            </a:xfrm>
            <a:custGeom>
              <a:avLst/>
              <a:gdLst/>
              <a:ahLst/>
              <a:cxnLst/>
              <a:rect l="l" t="t" r="r" b="b"/>
              <a:pathLst>
                <a:path w="293370" h="7619">
                  <a:moveTo>
                    <a:pt x="138430" y="0"/>
                  </a:moveTo>
                  <a:lnTo>
                    <a:pt x="0" y="0"/>
                  </a:lnTo>
                  <a:lnTo>
                    <a:pt x="0" y="7620"/>
                  </a:lnTo>
                  <a:lnTo>
                    <a:pt x="138430" y="7620"/>
                  </a:lnTo>
                  <a:lnTo>
                    <a:pt x="138430" y="0"/>
                  </a:lnTo>
                  <a:close/>
                </a:path>
                <a:path w="293370" h="7619">
                  <a:moveTo>
                    <a:pt x="293370" y="0"/>
                  </a:moveTo>
                  <a:lnTo>
                    <a:pt x="154940" y="0"/>
                  </a:lnTo>
                  <a:lnTo>
                    <a:pt x="154940" y="7620"/>
                  </a:lnTo>
                  <a:lnTo>
                    <a:pt x="293370" y="7620"/>
                  </a:lnTo>
                  <a:lnTo>
                    <a:pt x="293370" y="0"/>
                  </a:lnTo>
                  <a:close/>
                </a:path>
              </a:pathLst>
            </a:custGeom>
            <a:solidFill>
              <a:srgbClr val="F40100"/>
            </a:solidFill>
          </p:spPr>
          <p:txBody>
            <a:bodyPr wrap="square" lIns="0" tIns="0" rIns="0" bIns="0" rtlCol="0"/>
            <a:lstStyle/>
            <a:p/>
          </p:txBody>
        </p:sp>
        <p:sp>
          <p:nvSpPr>
            <p:cNvPr id="1316" name="object 1316"/>
            <p:cNvSpPr/>
            <p:nvPr/>
          </p:nvSpPr>
          <p:spPr>
            <a:xfrm>
              <a:off x="5614670" y="1640839"/>
              <a:ext cx="293370" cy="7620"/>
            </a:xfrm>
            <a:custGeom>
              <a:avLst/>
              <a:gdLst/>
              <a:ahLst/>
              <a:cxnLst/>
              <a:rect l="l" t="t" r="r" b="b"/>
              <a:pathLst>
                <a:path w="293370" h="7619">
                  <a:moveTo>
                    <a:pt x="138430" y="0"/>
                  </a:moveTo>
                  <a:lnTo>
                    <a:pt x="0" y="0"/>
                  </a:lnTo>
                  <a:lnTo>
                    <a:pt x="0" y="7620"/>
                  </a:lnTo>
                  <a:lnTo>
                    <a:pt x="138430" y="7620"/>
                  </a:lnTo>
                  <a:lnTo>
                    <a:pt x="138430" y="0"/>
                  </a:lnTo>
                  <a:close/>
                </a:path>
                <a:path w="293370" h="7619">
                  <a:moveTo>
                    <a:pt x="293370" y="0"/>
                  </a:moveTo>
                  <a:lnTo>
                    <a:pt x="154940" y="0"/>
                  </a:lnTo>
                  <a:lnTo>
                    <a:pt x="154940" y="7620"/>
                  </a:lnTo>
                  <a:lnTo>
                    <a:pt x="293370" y="7620"/>
                  </a:lnTo>
                  <a:lnTo>
                    <a:pt x="293370" y="0"/>
                  </a:lnTo>
                  <a:close/>
                </a:path>
              </a:pathLst>
            </a:custGeom>
            <a:solidFill>
              <a:srgbClr val="F70100"/>
            </a:solidFill>
          </p:spPr>
          <p:txBody>
            <a:bodyPr wrap="square" lIns="0" tIns="0" rIns="0" bIns="0" rtlCol="0"/>
            <a:lstStyle/>
            <a:p/>
          </p:txBody>
        </p:sp>
      </p:grpSp>
      <p:grpSp>
        <p:nvGrpSpPr>
          <p:cNvPr id="1317" name="object 1317"/>
          <p:cNvGrpSpPr/>
          <p:nvPr/>
        </p:nvGrpSpPr>
        <p:grpSpPr>
          <a:xfrm>
            <a:off x="6009640" y="1085977"/>
            <a:ext cx="264160" cy="820419"/>
            <a:chOff x="6009640" y="1085977"/>
            <a:chExt cx="264160" cy="820419"/>
          </a:xfrm>
        </p:grpSpPr>
        <p:sp>
          <p:nvSpPr>
            <p:cNvPr id="1318" name="object 1318"/>
            <p:cNvSpPr/>
            <p:nvPr/>
          </p:nvSpPr>
          <p:spPr>
            <a:xfrm>
              <a:off x="6096000" y="1085977"/>
              <a:ext cx="58419" cy="6350"/>
            </a:xfrm>
            <a:custGeom>
              <a:avLst/>
              <a:gdLst/>
              <a:ahLst/>
              <a:cxnLst/>
              <a:rect l="l" t="t" r="r" b="b"/>
              <a:pathLst>
                <a:path w="58420" h="6350">
                  <a:moveTo>
                    <a:pt x="58420" y="4952"/>
                  </a:moveTo>
                  <a:lnTo>
                    <a:pt x="0" y="4952"/>
                  </a:lnTo>
                  <a:lnTo>
                    <a:pt x="0" y="6223"/>
                  </a:lnTo>
                  <a:lnTo>
                    <a:pt x="58420" y="6223"/>
                  </a:lnTo>
                  <a:lnTo>
                    <a:pt x="58420" y="4952"/>
                  </a:lnTo>
                  <a:close/>
                </a:path>
                <a:path w="58420" h="6350">
                  <a:moveTo>
                    <a:pt x="8889" y="3682"/>
                  </a:moveTo>
                  <a:lnTo>
                    <a:pt x="5079" y="3682"/>
                  </a:lnTo>
                  <a:lnTo>
                    <a:pt x="5079" y="4952"/>
                  </a:lnTo>
                  <a:lnTo>
                    <a:pt x="53339" y="4952"/>
                  </a:lnTo>
                  <a:lnTo>
                    <a:pt x="53339" y="3810"/>
                  </a:lnTo>
                  <a:lnTo>
                    <a:pt x="8889" y="3810"/>
                  </a:lnTo>
                  <a:lnTo>
                    <a:pt x="8889" y="3682"/>
                  </a:lnTo>
                  <a:close/>
                </a:path>
                <a:path w="58420" h="6350">
                  <a:moveTo>
                    <a:pt x="53339" y="3682"/>
                  </a:moveTo>
                  <a:lnTo>
                    <a:pt x="50800" y="3682"/>
                  </a:lnTo>
                  <a:lnTo>
                    <a:pt x="50800" y="3810"/>
                  </a:lnTo>
                  <a:lnTo>
                    <a:pt x="53339" y="3810"/>
                  </a:lnTo>
                  <a:lnTo>
                    <a:pt x="53339" y="3682"/>
                  </a:lnTo>
                  <a:close/>
                </a:path>
                <a:path w="58420" h="6350">
                  <a:moveTo>
                    <a:pt x="50800" y="2539"/>
                  </a:moveTo>
                  <a:lnTo>
                    <a:pt x="8889" y="2539"/>
                  </a:lnTo>
                  <a:lnTo>
                    <a:pt x="8889" y="3682"/>
                  </a:lnTo>
                  <a:lnTo>
                    <a:pt x="50800" y="3682"/>
                  </a:lnTo>
                  <a:lnTo>
                    <a:pt x="50800" y="2539"/>
                  </a:lnTo>
                  <a:close/>
                </a:path>
                <a:path w="58420" h="6350">
                  <a:moveTo>
                    <a:pt x="29210" y="1142"/>
                  </a:moveTo>
                  <a:lnTo>
                    <a:pt x="17779" y="1142"/>
                  </a:lnTo>
                  <a:lnTo>
                    <a:pt x="17779" y="2539"/>
                  </a:lnTo>
                  <a:lnTo>
                    <a:pt x="44450" y="2539"/>
                  </a:lnTo>
                  <a:lnTo>
                    <a:pt x="44450" y="1269"/>
                  </a:lnTo>
                  <a:lnTo>
                    <a:pt x="29210" y="1269"/>
                  </a:lnTo>
                  <a:close/>
                </a:path>
                <a:path w="58420" h="6350">
                  <a:moveTo>
                    <a:pt x="44450" y="1142"/>
                  </a:moveTo>
                  <a:lnTo>
                    <a:pt x="38100" y="1142"/>
                  </a:lnTo>
                  <a:lnTo>
                    <a:pt x="44450" y="1269"/>
                  </a:lnTo>
                  <a:close/>
                </a:path>
                <a:path w="58420" h="6350">
                  <a:moveTo>
                    <a:pt x="38100" y="0"/>
                  </a:moveTo>
                  <a:lnTo>
                    <a:pt x="29210" y="0"/>
                  </a:lnTo>
                  <a:lnTo>
                    <a:pt x="29210" y="1142"/>
                  </a:lnTo>
                  <a:lnTo>
                    <a:pt x="38100" y="1142"/>
                  </a:lnTo>
                  <a:lnTo>
                    <a:pt x="38100" y="0"/>
                  </a:lnTo>
                  <a:close/>
                </a:path>
              </a:pathLst>
            </a:custGeom>
            <a:solidFill>
              <a:srgbClr val="003300"/>
            </a:solidFill>
          </p:spPr>
          <p:txBody>
            <a:bodyPr wrap="square" lIns="0" tIns="0" rIns="0" bIns="0" rtlCol="0"/>
            <a:lstStyle/>
            <a:p/>
          </p:txBody>
        </p:sp>
        <p:sp>
          <p:nvSpPr>
            <p:cNvPr id="1319" name="object 1319"/>
            <p:cNvSpPr/>
            <p:nvPr/>
          </p:nvSpPr>
          <p:spPr>
            <a:xfrm>
              <a:off x="6080760" y="1092200"/>
              <a:ext cx="87630" cy="7620"/>
            </a:xfrm>
            <a:custGeom>
              <a:avLst/>
              <a:gdLst/>
              <a:ahLst/>
              <a:cxnLst/>
              <a:rect l="l" t="t" r="r" b="b"/>
              <a:pathLst>
                <a:path w="87629" h="7619">
                  <a:moveTo>
                    <a:pt x="87629" y="6476"/>
                  </a:moveTo>
                  <a:lnTo>
                    <a:pt x="0" y="6476"/>
                  </a:lnTo>
                  <a:lnTo>
                    <a:pt x="0" y="7619"/>
                  </a:lnTo>
                  <a:lnTo>
                    <a:pt x="87629" y="7619"/>
                  </a:lnTo>
                  <a:lnTo>
                    <a:pt x="87629" y="6476"/>
                  </a:lnTo>
                  <a:close/>
                </a:path>
                <a:path w="87629" h="7619">
                  <a:moveTo>
                    <a:pt x="83820" y="5079"/>
                  </a:moveTo>
                  <a:lnTo>
                    <a:pt x="3810" y="5079"/>
                  </a:lnTo>
                  <a:lnTo>
                    <a:pt x="3810" y="6476"/>
                  </a:lnTo>
                  <a:lnTo>
                    <a:pt x="83820" y="6476"/>
                  </a:lnTo>
                  <a:lnTo>
                    <a:pt x="83820" y="5079"/>
                  </a:lnTo>
                  <a:close/>
                </a:path>
                <a:path w="87629" h="7619">
                  <a:moveTo>
                    <a:pt x="6350" y="3809"/>
                  </a:moveTo>
                  <a:lnTo>
                    <a:pt x="5079" y="3809"/>
                  </a:lnTo>
                  <a:lnTo>
                    <a:pt x="5079" y="5079"/>
                  </a:lnTo>
                  <a:lnTo>
                    <a:pt x="81279" y="5079"/>
                  </a:lnTo>
                  <a:lnTo>
                    <a:pt x="81279" y="3937"/>
                  </a:lnTo>
                  <a:lnTo>
                    <a:pt x="6350" y="3937"/>
                  </a:lnTo>
                  <a:lnTo>
                    <a:pt x="6350" y="3809"/>
                  </a:lnTo>
                  <a:close/>
                </a:path>
                <a:path w="87629" h="7619">
                  <a:moveTo>
                    <a:pt x="81279" y="3809"/>
                  </a:moveTo>
                  <a:lnTo>
                    <a:pt x="80010" y="3809"/>
                  </a:lnTo>
                  <a:lnTo>
                    <a:pt x="80010" y="3937"/>
                  </a:lnTo>
                  <a:lnTo>
                    <a:pt x="81279" y="3937"/>
                  </a:lnTo>
                  <a:lnTo>
                    <a:pt x="81279" y="3809"/>
                  </a:lnTo>
                  <a:close/>
                </a:path>
                <a:path w="87629" h="7619">
                  <a:moveTo>
                    <a:pt x="80010" y="2666"/>
                  </a:moveTo>
                  <a:lnTo>
                    <a:pt x="6350" y="2666"/>
                  </a:lnTo>
                  <a:lnTo>
                    <a:pt x="6350" y="3809"/>
                  </a:lnTo>
                  <a:lnTo>
                    <a:pt x="80010" y="3809"/>
                  </a:lnTo>
                  <a:lnTo>
                    <a:pt x="80010" y="2666"/>
                  </a:lnTo>
                  <a:close/>
                </a:path>
                <a:path w="87629" h="7619">
                  <a:moveTo>
                    <a:pt x="11429" y="1269"/>
                  </a:moveTo>
                  <a:lnTo>
                    <a:pt x="8889" y="1269"/>
                  </a:lnTo>
                  <a:lnTo>
                    <a:pt x="8889" y="2666"/>
                  </a:lnTo>
                  <a:lnTo>
                    <a:pt x="77469" y="2666"/>
                  </a:lnTo>
                  <a:lnTo>
                    <a:pt x="77469" y="1396"/>
                  </a:lnTo>
                  <a:lnTo>
                    <a:pt x="11429" y="1396"/>
                  </a:lnTo>
                  <a:close/>
                </a:path>
                <a:path w="87629" h="7619">
                  <a:moveTo>
                    <a:pt x="77469" y="1269"/>
                  </a:moveTo>
                  <a:lnTo>
                    <a:pt x="74929" y="1269"/>
                  </a:lnTo>
                  <a:lnTo>
                    <a:pt x="77469" y="1396"/>
                  </a:lnTo>
                  <a:close/>
                </a:path>
                <a:path w="87629" h="7619">
                  <a:moveTo>
                    <a:pt x="74929" y="126"/>
                  </a:moveTo>
                  <a:lnTo>
                    <a:pt x="11429" y="126"/>
                  </a:lnTo>
                  <a:lnTo>
                    <a:pt x="11429" y="1269"/>
                  </a:lnTo>
                  <a:lnTo>
                    <a:pt x="74929" y="1269"/>
                  </a:lnTo>
                  <a:lnTo>
                    <a:pt x="74929" y="126"/>
                  </a:lnTo>
                  <a:close/>
                </a:path>
                <a:path w="87629" h="7619">
                  <a:moveTo>
                    <a:pt x="73660" y="0"/>
                  </a:moveTo>
                  <a:lnTo>
                    <a:pt x="15239" y="0"/>
                  </a:lnTo>
                  <a:lnTo>
                    <a:pt x="73660" y="126"/>
                  </a:lnTo>
                  <a:close/>
                </a:path>
              </a:pathLst>
            </a:custGeom>
            <a:solidFill>
              <a:srgbClr val="013300"/>
            </a:solidFill>
          </p:spPr>
          <p:txBody>
            <a:bodyPr wrap="square" lIns="0" tIns="0" rIns="0" bIns="0" rtlCol="0"/>
            <a:lstStyle/>
            <a:p/>
          </p:txBody>
        </p:sp>
        <p:sp>
          <p:nvSpPr>
            <p:cNvPr id="1320" name="object 1320"/>
            <p:cNvSpPr/>
            <p:nvPr/>
          </p:nvSpPr>
          <p:spPr>
            <a:xfrm>
              <a:off x="6074410" y="1099819"/>
              <a:ext cx="101600" cy="6350"/>
            </a:xfrm>
            <a:custGeom>
              <a:avLst/>
              <a:gdLst/>
              <a:ahLst/>
              <a:cxnLst/>
              <a:rect l="l" t="t" r="r" b="b"/>
              <a:pathLst>
                <a:path w="101600" h="6350">
                  <a:moveTo>
                    <a:pt x="95250" y="0"/>
                  </a:moveTo>
                  <a:lnTo>
                    <a:pt x="93980" y="0"/>
                  </a:lnTo>
                  <a:lnTo>
                    <a:pt x="5080" y="0"/>
                  </a:lnTo>
                  <a:lnTo>
                    <a:pt x="5080" y="1270"/>
                  </a:lnTo>
                  <a:lnTo>
                    <a:pt x="95250" y="1270"/>
                  </a:lnTo>
                  <a:lnTo>
                    <a:pt x="95250" y="127"/>
                  </a:lnTo>
                  <a:lnTo>
                    <a:pt x="95250" y="0"/>
                  </a:lnTo>
                  <a:close/>
                </a:path>
                <a:path w="101600" h="6350">
                  <a:moveTo>
                    <a:pt x="101600" y="5207"/>
                  </a:moveTo>
                  <a:lnTo>
                    <a:pt x="100330" y="5207"/>
                  </a:lnTo>
                  <a:lnTo>
                    <a:pt x="100330" y="3810"/>
                  </a:lnTo>
                  <a:lnTo>
                    <a:pt x="99060" y="3810"/>
                  </a:lnTo>
                  <a:lnTo>
                    <a:pt x="99060" y="2667"/>
                  </a:lnTo>
                  <a:lnTo>
                    <a:pt x="99060" y="2540"/>
                  </a:lnTo>
                  <a:lnTo>
                    <a:pt x="96520" y="2540"/>
                  </a:lnTo>
                  <a:lnTo>
                    <a:pt x="96520" y="1397"/>
                  </a:lnTo>
                  <a:lnTo>
                    <a:pt x="3810" y="1397"/>
                  </a:lnTo>
                  <a:lnTo>
                    <a:pt x="3810" y="2540"/>
                  </a:lnTo>
                  <a:lnTo>
                    <a:pt x="2540" y="2540"/>
                  </a:lnTo>
                  <a:lnTo>
                    <a:pt x="2540" y="3810"/>
                  </a:lnTo>
                  <a:lnTo>
                    <a:pt x="1270" y="3810"/>
                  </a:lnTo>
                  <a:lnTo>
                    <a:pt x="1270" y="5207"/>
                  </a:lnTo>
                  <a:lnTo>
                    <a:pt x="0" y="5207"/>
                  </a:lnTo>
                  <a:lnTo>
                    <a:pt x="0" y="6350"/>
                  </a:lnTo>
                  <a:lnTo>
                    <a:pt x="101600" y="6350"/>
                  </a:lnTo>
                  <a:lnTo>
                    <a:pt x="101600" y="5207"/>
                  </a:lnTo>
                  <a:close/>
                </a:path>
              </a:pathLst>
            </a:custGeom>
            <a:solidFill>
              <a:srgbClr val="033300"/>
            </a:solidFill>
          </p:spPr>
          <p:txBody>
            <a:bodyPr wrap="square" lIns="0" tIns="0" rIns="0" bIns="0" rtlCol="0"/>
            <a:lstStyle/>
            <a:p/>
          </p:txBody>
        </p:sp>
        <p:sp>
          <p:nvSpPr>
            <p:cNvPr id="1321" name="object 1321"/>
            <p:cNvSpPr/>
            <p:nvPr/>
          </p:nvSpPr>
          <p:spPr>
            <a:xfrm>
              <a:off x="6065520" y="1106169"/>
              <a:ext cx="208279" cy="7620"/>
            </a:xfrm>
            <a:custGeom>
              <a:avLst/>
              <a:gdLst/>
              <a:ahLst/>
              <a:cxnLst/>
              <a:rect l="l" t="t" r="r" b="b"/>
              <a:pathLst>
                <a:path w="208279" h="7619">
                  <a:moveTo>
                    <a:pt x="113030" y="0"/>
                  </a:moveTo>
                  <a:lnTo>
                    <a:pt x="110490" y="0"/>
                  </a:lnTo>
                  <a:lnTo>
                    <a:pt x="6350" y="0"/>
                  </a:lnTo>
                  <a:lnTo>
                    <a:pt x="6350" y="1270"/>
                  </a:lnTo>
                  <a:lnTo>
                    <a:pt x="113030" y="1270"/>
                  </a:lnTo>
                  <a:lnTo>
                    <a:pt x="113030" y="127"/>
                  </a:lnTo>
                  <a:lnTo>
                    <a:pt x="113030" y="0"/>
                  </a:lnTo>
                  <a:close/>
                </a:path>
                <a:path w="208279" h="7619">
                  <a:moveTo>
                    <a:pt x="208280" y="3810"/>
                  </a:moveTo>
                  <a:lnTo>
                    <a:pt x="116827" y="3810"/>
                  </a:lnTo>
                  <a:lnTo>
                    <a:pt x="116827" y="2667"/>
                  </a:lnTo>
                  <a:lnTo>
                    <a:pt x="116827" y="2540"/>
                  </a:lnTo>
                  <a:lnTo>
                    <a:pt x="114300" y="2540"/>
                  </a:lnTo>
                  <a:lnTo>
                    <a:pt x="114300" y="1397"/>
                  </a:lnTo>
                  <a:lnTo>
                    <a:pt x="5080" y="1397"/>
                  </a:lnTo>
                  <a:lnTo>
                    <a:pt x="5080" y="2540"/>
                  </a:lnTo>
                  <a:lnTo>
                    <a:pt x="3810" y="2540"/>
                  </a:lnTo>
                  <a:lnTo>
                    <a:pt x="3810" y="3810"/>
                  </a:lnTo>
                  <a:lnTo>
                    <a:pt x="2540" y="3810"/>
                  </a:lnTo>
                  <a:lnTo>
                    <a:pt x="2540" y="5080"/>
                  </a:lnTo>
                  <a:lnTo>
                    <a:pt x="1270" y="5080"/>
                  </a:lnTo>
                  <a:lnTo>
                    <a:pt x="1270" y="6350"/>
                  </a:lnTo>
                  <a:lnTo>
                    <a:pt x="0" y="6350"/>
                  </a:lnTo>
                  <a:lnTo>
                    <a:pt x="0" y="7620"/>
                  </a:lnTo>
                  <a:lnTo>
                    <a:pt x="208280" y="7620"/>
                  </a:lnTo>
                  <a:lnTo>
                    <a:pt x="208280" y="6350"/>
                  </a:lnTo>
                  <a:lnTo>
                    <a:pt x="208280" y="5080"/>
                  </a:lnTo>
                  <a:lnTo>
                    <a:pt x="208280" y="3810"/>
                  </a:lnTo>
                  <a:close/>
                </a:path>
              </a:pathLst>
            </a:custGeom>
            <a:solidFill>
              <a:srgbClr val="053100"/>
            </a:solidFill>
          </p:spPr>
          <p:txBody>
            <a:bodyPr wrap="square" lIns="0" tIns="0" rIns="0" bIns="0" rtlCol="0"/>
            <a:lstStyle/>
            <a:p/>
          </p:txBody>
        </p:sp>
        <p:sp>
          <p:nvSpPr>
            <p:cNvPr id="1322" name="object 1322"/>
            <p:cNvSpPr/>
            <p:nvPr/>
          </p:nvSpPr>
          <p:spPr>
            <a:xfrm>
              <a:off x="6057900" y="1113789"/>
              <a:ext cx="215900" cy="7620"/>
            </a:xfrm>
            <a:custGeom>
              <a:avLst/>
              <a:gdLst/>
              <a:ahLst/>
              <a:cxnLst/>
              <a:rect l="l" t="t" r="r" b="b"/>
              <a:pathLst>
                <a:path w="215900" h="7619">
                  <a:moveTo>
                    <a:pt x="21590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215900" y="7620"/>
                  </a:lnTo>
                  <a:lnTo>
                    <a:pt x="215900" y="6350"/>
                  </a:lnTo>
                  <a:lnTo>
                    <a:pt x="215900" y="5080"/>
                  </a:lnTo>
                  <a:lnTo>
                    <a:pt x="215900" y="3810"/>
                  </a:lnTo>
                  <a:lnTo>
                    <a:pt x="215900" y="2540"/>
                  </a:lnTo>
                  <a:lnTo>
                    <a:pt x="215900" y="1270"/>
                  </a:lnTo>
                  <a:lnTo>
                    <a:pt x="215900" y="0"/>
                  </a:lnTo>
                  <a:close/>
                </a:path>
              </a:pathLst>
            </a:custGeom>
            <a:solidFill>
              <a:srgbClr val="073100"/>
            </a:solidFill>
          </p:spPr>
          <p:txBody>
            <a:bodyPr wrap="square" lIns="0" tIns="0" rIns="0" bIns="0" rtlCol="0"/>
            <a:lstStyle/>
            <a:p/>
          </p:txBody>
        </p:sp>
        <p:sp>
          <p:nvSpPr>
            <p:cNvPr id="1323" name="object 1323"/>
            <p:cNvSpPr/>
            <p:nvPr/>
          </p:nvSpPr>
          <p:spPr>
            <a:xfrm>
              <a:off x="6054090" y="1121409"/>
              <a:ext cx="219710" cy="6350"/>
            </a:xfrm>
            <a:custGeom>
              <a:avLst/>
              <a:gdLst/>
              <a:ahLst/>
              <a:cxnLst/>
              <a:rect l="l" t="t" r="r" b="b"/>
              <a:pathLst>
                <a:path w="219710" h="6350">
                  <a:moveTo>
                    <a:pt x="66040" y="5207"/>
                  </a:moveTo>
                  <a:lnTo>
                    <a:pt x="0" y="5207"/>
                  </a:lnTo>
                  <a:lnTo>
                    <a:pt x="0" y="6350"/>
                  </a:lnTo>
                  <a:lnTo>
                    <a:pt x="66040" y="6350"/>
                  </a:lnTo>
                  <a:lnTo>
                    <a:pt x="66040" y="5207"/>
                  </a:lnTo>
                  <a:close/>
                </a:path>
                <a:path w="219710" h="6350">
                  <a:moveTo>
                    <a:pt x="76200" y="127"/>
                  </a:moveTo>
                  <a:lnTo>
                    <a:pt x="3810" y="127"/>
                  </a:lnTo>
                  <a:lnTo>
                    <a:pt x="3810" y="1270"/>
                  </a:lnTo>
                  <a:lnTo>
                    <a:pt x="2540" y="1270"/>
                  </a:lnTo>
                  <a:lnTo>
                    <a:pt x="2540" y="2540"/>
                  </a:lnTo>
                  <a:lnTo>
                    <a:pt x="2540" y="3810"/>
                  </a:lnTo>
                  <a:lnTo>
                    <a:pt x="1270" y="3810"/>
                  </a:lnTo>
                  <a:lnTo>
                    <a:pt x="1270" y="5080"/>
                  </a:lnTo>
                  <a:lnTo>
                    <a:pt x="68580" y="5080"/>
                  </a:lnTo>
                  <a:lnTo>
                    <a:pt x="68580" y="3810"/>
                  </a:lnTo>
                  <a:lnTo>
                    <a:pt x="69850" y="3810"/>
                  </a:lnTo>
                  <a:lnTo>
                    <a:pt x="69850" y="2540"/>
                  </a:lnTo>
                  <a:lnTo>
                    <a:pt x="72390" y="2540"/>
                  </a:lnTo>
                  <a:lnTo>
                    <a:pt x="72390" y="1270"/>
                  </a:lnTo>
                  <a:lnTo>
                    <a:pt x="76200" y="1270"/>
                  </a:lnTo>
                  <a:lnTo>
                    <a:pt x="76200" y="127"/>
                  </a:lnTo>
                  <a:close/>
                </a:path>
                <a:path w="219710" h="6350">
                  <a:moveTo>
                    <a:pt x="219710" y="0"/>
                  </a:moveTo>
                  <a:lnTo>
                    <a:pt x="78740" y="0"/>
                  </a:lnTo>
                  <a:lnTo>
                    <a:pt x="76200" y="0"/>
                  </a:lnTo>
                  <a:lnTo>
                    <a:pt x="76200" y="127"/>
                  </a:lnTo>
                  <a:lnTo>
                    <a:pt x="78740" y="127"/>
                  </a:lnTo>
                  <a:lnTo>
                    <a:pt x="78740" y="1270"/>
                  </a:lnTo>
                  <a:lnTo>
                    <a:pt x="81280" y="1270"/>
                  </a:lnTo>
                  <a:lnTo>
                    <a:pt x="81280" y="2540"/>
                  </a:lnTo>
                  <a:lnTo>
                    <a:pt x="85090" y="2540"/>
                  </a:lnTo>
                  <a:lnTo>
                    <a:pt x="85090" y="3810"/>
                  </a:lnTo>
                  <a:lnTo>
                    <a:pt x="86360" y="3810"/>
                  </a:lnTo>
                  <a:lnTo>
                    <a:pt x="86360" y="5080"/>
                  </a:lnTo>
                  <a:lnTo>
                    <a:pt x="88900" y="5080"/>
                  </a:lnTo>
                  <a:lnTo>
                    <a:pt x="88900" y="6350"/>
                  </a:lnTo>
                  <a:lnTo>
                    <a:pt x="219710" y="6350"/>
                  </a:lnTo>
                  <a:lnTo>
                    <a:pt x="219710" y="5080"/>
                  </a:lnTo>
                  <a:lnTo>
                    <a:pt x="219710" y="3810"/>
                  </a:lnTo>
                  <a:lnTo>
                    <a:pt x="219710" y="2540"/>
                  </a:lnTo>
                  <a:lnTo>
                    <a:pt x="219710" y="1270"/>
                  </a:lnTo>
                  <a:lnTo>
                    <a:pt x="219710" y="0"/>
                  </a:lnTo>
                  <a:close/>
                </a:path>
              </a:pathLst>
            </a:custGeom>
            <a:solidFill>
              <a:srgbClr val="0A3000"/>
            </a:solidFill>
          </p:spPr>
          <p:txBody>
            <a:bodyPr wrap="square" lIns="0" tIns="0" rIns="0" bIns="0" rtlCol="0"/>
            <a:lstStyle/>
            <a:p/>
          </p:txBody>
        </p:sp>
        <p:sp>
          <p:nvSpPr>
            <p:cNvPr id="1324" name="object 1324"/>
            <p:cNvSpPr/>
            <p:nvPr/>
          </p:nvSpPr>
          <p:spPr>
            <a:xfrm>
              <a:off x="6047740" y="1127759"/>
              <a:ext cx="226060" cy="7620"/>
            </a:xfrm>
            <a:custGeom>
              <a:avLst/>
              <a:gdLst/>
              <a:ahLst/>
              <a:cxnLst/>
              <a:rect l="l" t="t" r="r" b="b"/>
              <a:pathLst>
                <a:path w="226060" h="7619">
                  <a:moveTo>
                    <a:pt x="72390" y="0"/>
                  </a:moveTo>
                  <a:lnTo>
                    <a:pt x="7112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66040" y="7620"/>
                  </a:lnTo>
                  <a:lnTo>
                    <a:pt x="66040" y="6350"/>
                  </a:lnTo>
                  <a:lnTo>
                    <a:pt x="67310" y="6350"/>
                  </a:lnTo>
                  <a:lnTo>
                    <a:pt x="67310" y="3810"/>
                  </a:lnTo>
                  <a:lnTo>
                    <a:pt x="68567" y="3810"/>
                  </a:lnTo>
                  <a:lnTo>
                    <a:pt x="68567" y="2667"/>
                  </a:lnTo>
                  <a:lnTo>
                    <a:pt x="69850" y="2667"/>
                  </a:lnTo>
                  <a:lnTo>
                    <a:pt x="69850" y="1270"/>
                  </a:lnTo>
                  <a:lnTo>
                    <a:pt x="71120" y="1270"/>
                  </a:lnTo>
                  <a:lnTo>
                    <a:pt x="71120" y="127"/>
                  </a:lnTo>
                  <a:lnTo>
                    <a:pt x="72390" y="127"/>
                  </a:lnTo>
                  <a:lnTo>
                    <a:pt x="72390" y="0"/>
                  </a:lnTo>
                  <a:close/>
                </a:path>
                <a:path w="226060" h="7619">
                  <a:moveTo>
                    <a:pt x="226060" y="6477"/>
                  </a:moveTo>
                  <a:lnTo>
                    <a:pt x="101600" y="6477"/>
                  </a:lnTo>
                  <a:lnTo>
                    <a:pt x="101600" y="7620"/>
                  </a:lnTo>
                  <a:lnTo>
                    <a:pt x="226060" y="7620"/>
                  </a:lnTo>
                  <a:lnTo>
                    <a:pt x="226060" y="6477"/>
                  </a:lnTo>
                  <a:close/>
                </a:path>
                <a:path w="226060" h="7619">
                  <a:moveTo>
                    <a:pt x="226060" y="0"/>
                  </a:moveTo>
                  <a:lnTo>
                    <a:pt x="96520" y="0"/>
                  </a:lnTo>
                  <a:lnTo>
                    <a:pt x="95250" y="0"/>
                  </a:lnTo>
                  <a:lnTo>
                    <a:pt x="95250" y="127"/>
                  </a:lnTo>
                  <a:lnTo>
                    <a:pt x="96520" y="127"/>
                  </a:lnTo>
                  <a:lnTo>
                    <a:pt x="96520" y="1270"/>
                  </a:lnTo>
                  <a:lnTo>
                    <a:pt x="97790" y="1270"/>
                  </a:lnTo>
                  <a:lnTo>
                    <a:pt x="97790" y="2540"/>
                  </a:lnTo>
                  <a:lnTo>
                    <a:pt x="99060" y="2540"/>
                  </a:lnTo>
                  <a:lnTo>
                    <a:pt x="99060" y="3810"/>
                  </a:lnTo>
                  <a:lnTo>
                    <a:pt x="100330" y="3810"/>
                  </a:lnTo>
                  <a:lnTo>
                    <a:pt x="100330" y="5080"/>
                  </a:lnTo>
                  <a:lnTo>
                    <a:pt x="101600" y="5080"/>
                  </a:lnTo>
                  <a:lnTo>
                    <a:pt x="101600" y="6350"/>
                  </a:lnTo>
                  <a:lnTo>
                    <a:pt x="226060" y="6350"/>
                  </a:lnTo>
                  <a:lnTo>
                    <a:pt x="226060" y="5080"/>
                  </a:lnTo>
                  <a:lnTo>
                    <a:pt x="226060" y="3810"/>
                  </a:lnTo>
                  <a:lnTo>
                    <a:pt x="226060" y="2540"/>
                  </a:lnTo>
                  <a:lnTo>
                    <a:pt x="226060" y="1270"/>
                  </a:lnTo>
                  <a:lnTo>
                    <a:pt x="226060" y="0"/>
                  </a:lnTo>
                  <a:close/>
                </a:path>
              </a:pathLst>
            </a:custGeom>
            <a:solidFill>
              <a:srgbClr val="0C3000"/>
            </a:solidFill>
          </p:spPr>
          <p:txBody>
            <a:bodyPr wrap="square" lIns="0" tIns="0" rIns="0" bIns="0" rtlCol="0"/>
            <a:lstStyle/>
            <a:p/>
          </p:txBody>
        </p:sp>
        <p:sp>
          <p:nvSpPr>
            <p:cNvPr id="1325" name="object 1325"/>
            <p:cNvSpPr/>
            <p:nvPr/>
          </p:nvSpPr>
          <p:spPr>
            <a:xfrm>
              <a:off x="6043930" y="1135379"/>
              <a:ext cx="229870" cy="7620"/>
            </a:xfrm>
            <a:custGeom>
              <a:avLst/>
              <a:gdLst/>
              <a:ahLst/>
              <a:cxnLst/>
              <a:rect l="l" t="t" r="r" b="b"/>
              <a:pathLst>
                <a:path w="229870" h="7619">
                  <a:moveTo>
                    <a:pt x="67310" y="2667"/>
                  </a:moveTo>
                  <a:lnTo>
                    <a:pt x="2540" y="2667"/>
                  </a:lnTo>
                  <a:lnTo>
                    <a:pt x="2540" y="3937"/>
                  </a:lnTo>
                  <a:lnTo>
                    <a:pt x="1270" y="3937"/>
                  </a:lnTo>
                  <a:lnTo>
                    <a:pt x="1270" y="5080"/>
                  </a:lnTo>
                  <a:lnTo>
                    <a:pt x="1270" y="6350"/>
                  </a:lnTo>
                  <a:lnTo>
                    <a:pt x="0" y="6350"/>
                  </a:lnTo>
                  <a:lnTo>
                    <a:pt x="0" y="7620"/>
                  </a:lnTo>
                  <a:lnTo>
                    <a:pt x="66027" y="7620"/>
                  </a:lnTo>
                  <a:lnTo>
                    <a:pt x="66027" y="6350"/>
                  </a:lnTo>
                  <a:lnTo>
                    <a:pt x="66040" y="5080"/>
                  </a:lnTo>
                  <a:lnTo>
                    <a:pt x="66040" y="3937"/>
                  </a:lnTo>
                  <a:lnTo>
                    <a:pt x="67310" y="3937"/>
                  </a:lnTo>
                  <a:lnTo>
                    <a:pt x="67310" y="2667"/>
                  </a:lnTo>
                  <a:close/>
                </a:path>
                <a:path w="229870" h="7619">
                  <a:moveTo>
                    <a:pt x="69850" y="0"/>
                  </a:moveTo>
                  <a:lnTo>
                    <a:pt x="3810" y="0"/>
                  </a:lnTo>
                  <a:lnTo>
                    <a:pt x="3810" y="1270"/>
                  </a:lnTo>
                  <a:lnTo>
                    <a:pt x="2540" y="1270"/>
                  </a:lnTo>
                  <a:lnTo>
                    <a:pt x="2540" y="2540"/>
                  </a:lnTo>
                  <a:lnTo>
                    <a:pt x="68580" y="2540"/>
                  </a:lnTo>
                  <a:lnTo>
                    <a:pt x="68580" y="1397"/>
                  </a:lnTo>
                  <a:lnTo>
                    <a:pt x="69850" y="1397"/>
                  </a:lnTo>
                  <a:lnTo>
                    <a:pt x="69850" y="0"/>
                  </a:lnTo>
                  <a:close/>
                </a:path>
                <a:path w="229870" h="7619">
                  <a:moveTo>
                    <a:pt x="229870" y="5207"/>
                  </a:moveTo>
                  <a:lnTo>
                    <a:pt x="109220" y="5207"/>
                  </a:lnTo>
                  <a:lnTo>
                    <a:pt x="109220" y="7620"/>
                  </a:lnTo>
                  <a:lnTo>
                    <a:pt x="229870" y="7620"/>
                  </a:lnTo>
                  <a:lnTo>
                    <a:pt x="229870" y="5207"/>
                  </a:lnTo>
                  <a:close/>
                </a:path>
                <a:path w="229870" h="7619">
                  <a:moveTo>
                    <a:pt x="229870" y="0"/>
                  </a:moveTo>
                  <a:lnTo>
                    <a:pt x="106680" y="0"/>
                  </a:lnTo>
                  <a:lnTo>
                    <a:pt x="106680" y="2540"/>
                  </a:lnTo>
                  <a:lnTo>
                    <a:pt x="107950" y="2540"/>
                  </a:lnTo>
                  <a:lnTo>
                    <a:pt x="107950" y="5080"/>
                  </a:lnTo>
                  <a:lnTo>
                    <a:pt x="229870" y="5080"/>
                  </a:lnTo>
                  <a:lnTo>
                    <a:pt x="229870" y="2540"/>
                  </a:lnTo>
                  <a:lnTo>
                    <a:pt x="229870" y="0"/>
                  </a:lnTo>
                  <a:close/>
                </a:path>
              </a:pathLst>
            </a:custGeom>
            <a:solidFill>
              <a:srgbClr val="0E2F00"/>
            </a:solidFill>
          </p:spPr>
          <p:txBody>
            <a:bodyPr wrap="square" lIns="0" tIns="0" rIns="0" bIns="0" rtlCol="0"/>
            <a:lstStyle/>
            <a:p/>
          </p:txBody>
        </p:sp>
        <p:sp>
          <p:nvSpPr>
            <p:cNvPr id="1326" name="object 1326"/>
            <p:cNvSpPr/>
            <p:nvPr/>
          </p:nvSpPr>
          <p:spPr>
            <a:xfrm>
              <a:off x="6041390" y="1142999"/>
              <a:ext cx="232410" cy="6350"/>
            </a:xfrm>
            <a:custGeom>
              <a:avLst/>
              <a:gdLst/>
              <a:ahLst/>
              <a:cxnLst/>
              <a:rect l="l" t="t" r="r" b="b"/>
              <a:pathLst>
                <a:path w="232410" h="6350">
                  <a:moveTo>
                    <a:pt x="66040" y="3937"/>
                  </a:moveTo>
                  <a:lnTo>
                    <a:pt x="0" y="3937"/>
                  </a:lnTo>
                  <a:lnTo>
                    <a:pt x="0" y="6350"/>
                  </a:lnTo>
                  <a:lnTo>
                    <a:pt x="66040" y="6350"/>
                  </a:lnTo>
                  <a:lnTo>
                    <a:pt x="66040" y="3937"/>
                  </a:lnTo>
                  <a:close/>
                </a:path>
                <a:path w="232410" h="6350">
                  <a:moveTo>
                    <a:pt x="67310" y="0"/>
                  </a:moveTo>
                  <a:lnTo>
                    <a:pt x="2540" y="0"/>
                  </a:lnTo>
                  <a:lnTo>
                    <a:pt x="2540" y="1270"/>
                  </a:lnTo>
                  <a:lnTo>
                    <a:pt x="1270" y="1270"/>
                  </a:lnTo>
                  <a:lnTo>
                    <a:pt x="1270" y="3810"/>
                  </a:lnTo>
                  <a:lnTo>
                    <a:pt x="67310" y="3810"/>
                  </a:lnTo>
                  <a:lnTo>
                    <a:pt x="67310" y="1270"/>
                  </a:lnTo>
                  <a:lnTo>
                    <a:pt x="67310" y="0"/>
                  </a:lnTo>
                  <a:close/>
                </a:path>
                <a:path w="232410" h="6350">
                  <a:moveTo>
                    <a:pt x="232410" y="0"/>
                  </a:moveTo>
                  <a:lnTo>
                    <a:pt x="113030" y="0"/>
                  </a:lnTo>
                  <a:lnTo>
                    <a:pt x="113030" y="1270"/>
                  </a:lnTo>
                  <a:lnTo>
                    <a:pt x="113030" y="2540"/>
                  </a:lnTo>
                  <a:lnTo>
                    <a:pt x="114300" y="2540"/>
                  </a:lnTo>
                  <a:lnTo>
                    <a:pt x="114300" y="6350"/>
                  </a:lnTo>
                  <a:lnTo>
                    <a:pt x="232410" y="6350"/>
                  </a:lnTo>
                  <a:lnTo>
                    <a:pt x="232410" y="2540"/>
                  </a:lnTo>
                  <a:lnTo>
                    <a:pt x="232410" y="1270"/>
                  </a:lnTo>
                  <a:lnTo>
                    <a:pt x="232410" y="0"/>
                  </a:lnTo>
                  <a:close/>
                </a:path>
              </a:pathLst>
            </a:custGeom>
            <a:solidFill>
              <a:srgbClr val="102F00"/>
            </a:solidFill>
          </p:spPr>
          <p:txBody>
            <a:bodyPr wrap="square" lIns="0" tIns="0" rIns="0" bIns="0" rtlCol="0"/>
            <a:lstStyle/>
            <a:p/>
          </p:txBody>
        </p:sp>
        <p:sp>
          <p:nvSpPr>
            <p:cNvPr id="1327" name="object 1327"/>
            <p:cNvSpPr/>
            <p:nvPr/>
          </p:nvSpPr>
          <p:spPr>
            <a:xfrm>
              <a:off x="6037580" y="1149349"/>
              <a:ext cx="236220" cy="7620"/>
            </a:xfrm>
            <a:custGeom>
              <a:avLst/>
              <a:gdLst/>
              <a:ahLst/>
              <a:cxnLst/>
              <a:rect l="l" t="t" r="r" b="b"/>
              <a:pathLst>
                <a:path w="236220" h="7619">
                  <a:moveTo>
                    <a:pt x="66040" y="7620"/>
                  </a:moveTo>
                  <a:lnTo>
                    <a:pt x="66027" y="5092"/>
                  </a:lnTo>
                  <a:lnTo>
                    <a:pt x="0" y="5092"/>
                  </a:lnTo>
                  <a:lnTo>
                    <a:pt x="0" y="7620"/>
                  </a:lnTo>
                  <a:lnTo>
                    <a:pt x="66040" y="7620"/>
                  </a:lnTo>
                  <a:close/>
                </a:path>
                <a:path w="236220" h="7619">
                  <a:moveTo>
                    <a:pt x="69850" y="0"/>
                  </a:moveTo>
                  <a:lnTo>
                    <a:pt x="3810" y="0"/>
                  </a:lnTo>
                  <a:lnTo>
                    <a:pt x="3810" y="127"/>
                  </a:lnTo>
                  <a:lnTo>
                    <a:pt x="2540" y="127"/>
                  </a:lnTo>
                  <a:lnTo>
                    <a:pt x="2540" y="2667"/>
                  </a:lnTo>
                  <a:lnTo>
                    <a:pt x="1270" y="2667"/>
                  </a:lnTo>
                  <a:lnTo>
                    <a:pt x="1270" y="5080"/>
                  </a:lnTo>
                  <a:lnTo>
                    <a:pt x="67310" y="5080"/>
                  </a:lnTo>
                  <a:lnTo>
                    <a:pt x="67310" y="2667"/>
                  </a:lnTo>
                  <a:lnTo>
                    <a:pt x="68580" y="2667"/>
                  </a:lnTo>
                  <a:lnTo>
                    <a:pt x="68580" y="127"/>
                  </a:lnTo>
                  <a:lnTo>
                    <a:pt x="69850" y="127"/>
                  </a:lnTo>
                  <a:lnTo>
                    <a:pt x="69850" y="0"/>
                  </a:lnTo>
                  <a:close/>
                </a:path>
                <a:path w="236220" h="7619">
                  <a:moveTo>
                    <a:pt x="236220" y="5092"/>
                  </a:moveTo>
                  <a:lnTo>
                    <a:pt x="121920" y="5092"/>
                  </a:lnTo>
                  <a:lnTo>
                    <a:pt x="121920" y="7620"/>
                  </a:lnTo>
                  <a:lnTo>
                    <a:pt x="236220" y="7620"/>
                  </a:lnTo>
                  <a:lnTo>
                    <a:pt x="236220" y="5092"/>
                  </a:lnTo>
                  <a:close/>
                </a:path>
                <a:path w="236220" h="7619">
                  <a:moveTo>
                    <a:pt x="236220" y="0"/>
                  </a:moveTo>
                  <a:lnTo>
                    <a:pt x="119380" y="0"/>
                  </a:lnTo>
                  <a:lnTo>
                    <a:pt x="119380" y="2540"/>
                  </a:lnTo>
                  <a:lnTo>
                    <a:pt x="120650" y="2540"/>
                  </a:lnTo>
                  <a:lnTo>
                    <a:pt x="120650" y="5080"/>
                  </a:lnTo>
                  <a:lnTo>
                    <a:pt x="236220" y="5080"/>
                  </a:lnTo>
                  <a:lnTo>
                    <a:pt x="236220" y="2540"/>
                  </a:lnTo>
                  <a:lnTo>
                    <a:pt x="236220" y="0"/>
                  </a:lnTo>
                  <a:close/>
                </a:path>
              </a:pathLst>
            </a:custGeom>
            <a:solidFill>
              <a:srgbClr val="122F00"/>
            </a:solidFill>
          </p:spPr>
          <p:txBody>
            <a:bodyPr wrap="square" lIns="0" tIns="0" rIns="0" bIns="0" rtlCol="0"/>
            <a:lstStyle/>
            <a:p/>
          </p:txBody>
        </p:sp>
        <p:sp>
          <p:nvSpPr>
            <p:cNvPr id="1328" name="object 1328"/>
            <p:cNvSpPr/>
            <p:nvPr/>
          </p:nvSpPr>
          <p:spPr>
            <a:xfrm>
              <a:off x="6033770" y="1156969"/>
              <a:ext cx="240029" cy="7620"/>
            </a:xfrm>
            <a:custGeom>
              <a:avLst/>
              <a:gdLst/>
              <a:ahLst/>
              <a:cxnLst/>
              <a:rect l="l" t="t" r="r" b="b"/>
              <a:pathLst>
                <a:path w="240029" h="7619">
                  <a:moveTo>
                    <a:pt x="69850" y="0"/>
                  </a:moveTo>
                  <a:lnTo>
                    <a:pt x="2540" y="0"/>
                  </a:lnTo>
                  <a:lnTo>
                    <a:pt x="2540" y="1270"/>
                  </a:lnTo>
                  <a:lnTo>
                    <a:pt x="2540" y="2540"/>
                  </a:lnTo>
                  <a:lnTo>
                    <a:pt x="1270" y="2540"/>
                  </a:lnTo>
                  <a:lnTo>
                    <a:pt x="1270" y="5080"/>
                  </a:lnTo>
                  <a:lnTo>
                    <a:pt x="0" y="5080"/>
                  </a:lnTo>
                  <a:lnTo>
                    <a:pt x="0" y="6350"/>
                  </a:lnTo>
                  <a:lnTo>
                    <a:pt x="0" y="7620"/>
                  </a:lnTo>
                  <a:lnTo>
                    <a:pt x="67310" y="7620"/>
                  </a:lnTo>
                  <a:lnTo>
                    <a:pt x="67310" y="6350"/>
                  </a:lnTo>
                  <a:lnTo>
                    <a:pt x="68580" y="6350"/>
                  </a:lnTo>
                  <a:lnTo>
                    <a:pt x="68580" y="5080"/>
                  </a:lnTo>
                  <a:lnTo>
                    <a:pt x="68580" y="2540"/>
                  </a:lnTo>
                  <a:lnTo>
                    <a:pt x="68580" y="1270"/>
                  </a:lnTo>
                  <a:lnTo>
                    <a:pt x="69850" y="1270"/>
                  </a:lnTo>
                  <a:lnTo>
                    <a:pt x="69850" y="0"/>
                  </a:lnTo>
                  <a:close/>
                </a:path>
                <a:path w="240029" h="7619">
                  <a:moveTo>
                    <a:pt x="240030" y="0"/>
                  </a:moveTo>
                  <a:lnTo>
                    <a:pt x="125730" y="0"/>
                  </a:lnTo>
                  <a:lnTo>
                    <a:pt x="125730" y="1270"/>
                  </a:lnTo>
                  <a:lnTo>
                    <a:pt x="127000" y="1270"/>
                  </a:lnTo>
                  <a:lnTo>
                    <a:pt x="127000" y="7620"/>
                  </a:lnTo>
                  <a:lnTo>
                    <a:pt x="240030" y="7620"/>
                  </a:lnTo>
                  <a:lnTo>
                    <a:pt x="240030" y="1270"/>
                  </a:lnTo>
                  <a:lnTo>
                    <a:pt x="240030" y="0"/>
                  </a:lnTo>
                  <a:close/>
                </a:path>
              </a:pathLst>
            </a:custGeom>
            <a:solidFill>
              <a:srgbClr val="152E00"/>
            </a:solidFill>
          </p:spPr>
          <p:txBody>
            <a:bodyPr wrap="square" lIns="0" tIns="0" rIns="0" bIns="0" rtlCol="0"/>
            <a:lstStyle/>
            <a:p/>
          </p:txBody>
        </p:sp>
        <p:sp>
          <p:nvSpPr>
            <p:cNvPr id="1329" name="object 1329"/>
            <p:cNvSpPr/>
            <p:nvPr/>
          </p:nvSpPr>
          <p:spPr>
            <a:xfrm>
              <a:off x="6029960" y="1164589"/>
              <a:ext cx="243840" cy="6350"/>
            </a:xfrm>
            <a:custGeom>
              <a:avLst/>
              <a:gdLst/>
              <a:ahLst/>
              <a:cxnLst/>
              <a:rect l="l" t="t" r="r" b="b"/>
              <a:pathLst>
                <a:path w="243839" h="6350">
                  <a:moveTo>
                    <a:pt x="71120" y="0"/>
                  </a:moveTo>
                  <a:lnTo>
                    <a:pt x="2540" y="0"/>
                  </a:lnTo>
                  <a:lnTo>
                    <a:pt x="2540" y="2540"/>
                  </a:lnTo>
                  <a:lnTo>
                    <a:pt x="1270" y="2540"/>
                  </a:lnTo>
                  <a:lnTo>
                    <a:pt x="1270" y="3810"/>
                  </a:lnTo>
                  <a:lnTo>
                    <a:pt x="1270" y="5080"/>
                  </a:lnTo>
                  <a:lnTo>
                    <a:pt x="0" y="5080"/>
                  </a:lnTo>
                  <a:lnTo>
                    <a:pt x="0" y="6350"/>
                  </a:lnTo>
                  <a:lnTo>
                    <a:pt x="69837" y="6350"/>
                  </a:lnTo>
                  <a:lnTo>
                    <a:pt x="69837" y="5080"/>
                  </a:lnTo>
                  <a:lnTo>
                    <a:pt x="69837" y="3810"/>
                  </a:lnTo>
                  <a:lnTo>
                    <a:pt x="71120" y="3810"/>
                  </a:lnTo>
                  <a:lnTo>
                    <a:pt x="71120" y="2540"/>
                  </a:lnTo>
                  <a:lnTo>
                    <a:pt x="71120" y="0"/>
                  </a:lnTo>
                  <a:close/>
                </a:path>
                <a:path w="243839" h="6350">
                  <a:moveTo>
                    <a:pt x="243840" y="0"/>
                  </a:moveTo>
                  <a:lnTo>
                    <a:pt x="130810" y="0"/>
                  </a:lnTo>
                  <a:lnTo>
                    <a:pt x="130810" y="3810"/>
                  </a:lnTo>
                  <a:lnTo>
                    <a:pt x="132080" y="3810"/>
                  </a:lnTo>
                  <a:lnTo>
                    <a:pt x="132080" y="6350"/>
                  </a:lnTo>
                  <a:lnTo>
                    <a:pt x="243840" y="6350"/>
                  </a:lnTo>
                  <a:lnTo>
                    <a:pt x="243840" y="3810"/>
                  </a:lnTo>
                  <a:lnTo>
                    <a:pt x="243840" y="0"/>
                  </a:lnTo>
                  <a:close/>
                </a:path>
              </a:pathLst>
            </a:custGeom>
            <a:solidFill>
              <a:srgbClr val="172E00"/>
            </a:solidFill>
          </p:spPr>
          <p:txBody>
            <a:bodyPr wrap="square" lIns="0" tIns="0" rIns="0" bIns="0" rtlCol="0"/>
            <a:lstStyle/>
            <a:p/>
          </p:txBody>
        </p:sp>
        <p:sp>
          <p:nvSpPr>
            <p:cNvPr id="1330" name="object 1330"/>
            <p:cNvSpPr/>
            <p:nvPr/>
          </p:nvSpPr>
          <p:spPr>
            <a:xfrm>
              <a:off x="6027420" y="1170940"/>
              <a:ext cx="246379" cy="7620"/>
            </a:xfrm>
            <a:custGeom>
              <a:avLst/>
              <a:gdLst/>
              <a:ahLst/>
              <a:cxnLst/>
              <a:rect l="l" t="t" r="r" b="b"/>
              <a:pathLst>
                <a:path w="246379" h="7619">
                  <a:moveTo>
                    <a:pt x="71120" y="3810"/>
                  </a:moveTo>
                  <a:lnTo>
                    <a:pt x="0" y="3810"/>
                  </a:lnTo>
                  <a:lnTo>
                    <a:pt x="0" y="7620"/>
                  </a:lnTo>
                  <a:lnTo>
                    <a:pt x="71119" y="7620"/>
                  </a:lnTo>
                  <a:lnTo>
                    <a:pt x="71120" y="3810"/>
                  </a:lnTo>
                  <a:close/>
                </a:path>
                <a:path w="246379" h="7619">
                  <a:moveTo>
                    <a:pt x="72389" y="0"/>
                  </a:moveTo>
                  <a:lnTo>
                    <a:pt x="2539" y="0"/>
                  </a:lnTo>
                  <a:lnTo>
                    <a:pt x="2539" y="1270"/>
                  </a:lnTo>
                  <a:lnTo>
                    <a:pt x="1269" y="1270"/>
                  </a:lnTo>
                  <a:lnTo>
                    <a:pt x="1269" y="3810"/>
                  </a:lnTo>
                  <a:lnTo>
                    <a:pt x="72389" y="3810"/>
                  </a:lnTo>
                  <a:lnTo>
                    <a:pt x="72389" y="0"/>
                  </a:lnTo>
                  <a:close/>
                </a:path>
                <a:path w="246379" h="7619">
                  <a:moveTo>
                    <a:pt x="196850" y="6350"/>
                  </a:moveTo>
                  <a:lnTo>
                    <a:pt x="135889" y="6350"/>
                  </a:lnTo>
                  <a:lnTo>
                    <a:pt x="135889" y="7620"/>
                  </a:lnTo>
                  <a:lnTo>
                    <a:pt x="196850" y="7620"/>
                  </a:lnTo>
                  <a:lnTo>
                    <a:pt x="196850" y="6350"/>
                  </a:lnTo>
                  <a:close/>
                </a:path>
                <a:path w="246379" h="7619">
                  <a:moveTo>
                    <a:pt x="246379" y="0"/>
                  </a:moveTo>
                  <a:lnTo>
                    <a:pt x="134619" y="0"/>
                  </a:lnTo>
                  <a:lnTo>
                    <a:pt x="134619" y="6350"/>
                  </a:lnTo>
                  <a:lnTo>
                    <a:pt x="195579" y="6350"/>
                  </a:lnTo>
                  <a:lnTo>
                    <a:pt x="195579" y="3810"/>
                  </a:lnTo>
                  <a:lnTo>
                    <a:pt x="194309" y="3810"/>
                  </a:lnTo>
                  <a:lnTo>
                    <a:pt x="194309" y="1270"/>
                  </a:lnTo>
                  <a:lnTo>
                    <a:pt x="246379" y="1270"/>
                  </a:lnTo>
                  <a:lnTo>
                    <a:pt x="246379" y="0"/>
                  </a:lnTo>
                  <a:close/>
                </a:path>
              </a:pathLst>
            </a:custGeom>
            <a:solidFill>
              <a:srgbClr val="192D00"/>
            </a:solidFill>
          </p:spPr>
          <p:txBody>
            <a:bodyPr wrap="square" lIns="0" tIns="0" rIns="0" bIns="0" rtlCol="0"/>
            <a:lstStyle/>
            <a:p/>
          </p:txBody>
        </p:sp>
        <p:sp>
          <p:nvSpPr>
            <p:cNvPr id="1331" name="object 1331"/>
            <p:cNvSpPr/>
            <p:nvPr/>
          </p:nvSpPr>
          <p:spPr>
            <a:xfrm>
              <a:off x="6024880" y="1178560"/>
              <a:ext cx="203200" cy="7620"/>
            </a:xfrm>
            <a:custGeom>
              <a:avLst/>
              <a:gdLst/>
              <a:ahLst/>
              <a:cxnLst/>
              <a:rect l="l" t="t" r="r" b="b"/>
              <a:pathLst>
                <a:path w="203200" h="7619">
                  <a:moveTo>
                    <a:pt x="73660" y="0"/>
                  </a:moveTo>
                  <a:lnTo>
                    <a:pt x="1270" y="0"/>
                  </a:lnTo>
                  <a:lnTo>
                    <a:pt x="1270" y="1269"/>
                  </a:lnTo>
                  <a:lnTo>
                    <a:pt x="73660" y="1269"/>
                  </a:lnTo>
                  <a:lnTo>
                    <a:pt x="73660" y="0"/>
                  </a:lnTo>
                  <a:close/>
                </a:path>
                <a:path w="203200" h="7619">
                  <a:moveTo>
                    <a:pt x="199390" y="0"/>
                  </a:moveTo>
                  <a:lnTo>
                    <a:pt x="138430" y="0"/>
                  </a:lnTo>
                  <a:lnTo>
                    <a:pt x="138430" y="1269"/>
                  </a:lnTo>
                  <a:lnTo>
                    <a:pt x="199390" y="1269"/>
                  </a:lnTo>
                  <a:lnTo>
                    <a:pt x="199390" y="0"/>
                  </a:lnTo>
                  <a:close/>
                </a:path>
                <a:path w="203200" h="7619">
                  <a:moveTo>
                    <a:pt x="73660" y="1270"/>
                  </a:moveTo>
                  <a:lnTo>
                    <a:pt x="1270" y="1270"/>
                  </a:lnTo>
                  <a:lnTo>
                    <a:pt x="1270" y="3810"/>
                  </a:lnTo>
                  <a:lnTo>
                    <a:pt x="0" y="3810"/>
                  </a:lnTo>
                  <a:lnTo>
                    <a:pt x="0" y="7619"/>
                  </a:lnTo>
                  <a:lnTo>
                    <a:pt x="72389" y="7619"/>
                  </a:lnTo>
                  <a:lnTo>
                    <a:pt x="72389" y="6350"/>
                  </a:lnTo>
                  <a:lnTo>
                    <a:pt x="73660" y="6350"/>
                  </a:lnTo>
                  <a:lnTo>
                    <a:pt x="73660" y="1270"/>
                  </a:lnTo>
                  <a:close/>
                </a:path>
                <a:path w="203200" h="7619">
                  <a:moveTo>
                    <a:pt x="203200" y="6350"/>
                  </a:moveTo>
                  <a:lnTo>
                    <a:pt x="139700" y="6350"/>
                  </a:lnTo>
                  <a:lnTo>
                    <a:pt x="139700" y="7619"/>
                  </a:lnTo>
                  <a:lnTo>
                    <a:pt x="203200" y="7619"/>
                  </a:lnTo>
                  <a:lnTo>
                    <a:pt x="203200" y="6350"/>
                  </a:lnTo>
                  <a:close/>
                </a:path>
                <a:path w="203200" h="7619">
                  <a:moveTo>
                    <a:pt x="200660" y="1270"/>
                  </a:moveTo>
                  <a:lnTo>
                    <a:pt x="138430" y="1270"/>
                  </a:lnTo>
                  <a:lnTo>
                    <a:pt x="138430" y="6350"/>
                  </a:lnTo>
                  <a:lnTo>
                    <a:pt x="201930" y="6350"/>
                  </a:lnTo>
                  <a:lnTo>
                    <a:pt x="201930" y="3810"/>
                  </a:lnTo>
                  <a:lnTo>
                    <a:pt x="200660" y="3810"/>
                  </a:lnTo>
                  <a:lnTo>
                    <a:pt x="200660" y="1270"/>
                  </a:lnTo>
                  <a:close/>
                </a:path>
              </a:pathLst>
            </a:custGeom>
            <a:solidFill>
              <a:srgbClr val="1B2D00"/>
            </a:solidFill>
          </p:spPr>
          <p:txBody>
            <a:bodyPr wrap="square" lIns="0" tIns="0" rIns="0" bIns="0" rtlCol="0"/>
            <a:lstStyle/>
            <a:p/>
          </p:txBody>
        </p:sp>
        <p:sp>
          <p:nvSpPr>
            <p:cNvPr id="1332" name="object 1332"/>
            <p:cNvSpPr/>
            <p:nvPr/>
          </p:nvSpPr>
          <p:spPr>
            <a:xfrm>
              <a:off x="6022340" y="1186180"/>
              <a:ext cx="208279" cy="6350"/>
            </a:xfrm>
            <a:custGeom>
              <a:avLst/>
              <a:gdLst/>
              <a:ahLst/>
              <a:cxnLst/>
              <a:rect l="l" t="t" r="r" b="b"/>
              <a:pathLst>
                <a:path w="208279" h="6350">
                  <a:moveTo>
                    <a:pt x="74929" y="0"/>
                  </a:moveTo>
                  <a:lnTo>
                    <a:pt x="1270" y="0"/>
                  </a:lnTo>
                  <a:lnTo>
                    <a:pt x="1270" y="3810"/>
                  </a:lnTo>
                  <a:lnTo>
                    <a:pt x="0" y="3810"/>
                  </a:lnTo>
                  <a:lnTo>
                    <a:pt x="0" y="6350"/>
                  </a:lnTo>
                  <a:lnTo>
                    <a:pt x="74930" y="6350"/>
                  </a:lnTo>
                  <a:lnTo>
                    <a:pt x="74929" y="0"/>
                  </a:lnTo>
                  <a:close/>
                </a:path>
                <a:path w="208279" h="6350">
                  <a:moveTo>
                    <a:pt x="205739" y="0"/>
                  </a:moveTo>
                  <a:lnTo>
                    <a:pt x="142239" y="0"/>
                  </a:lnTo>
                  <a:lnTo>
                    <a:pt x="142239" y="6350"/>
                  </a:lnTo>
                  <a:lnTo>
                    <a:pt x="208279" y="6350"/>
                  </a:lnTo>
                  <a:lnTo>
                    <a:pt x="208279" y="3810"/>
                  </a:lnTo>
                  <a:lnTo>
                    <a:pt x="207010" y="3810"/>
                  </a:lnTo>
                  <a:lnTo>
                    <a:pt x="207010" y="1270"/>
                  </a:lnTo>
                  <a:lnTo>
                    <a:pt x="205739" y="1270"/>
                  </a:lnTo>
                  <a:lnTo>
                    <a:pt x="205739" y="0"/>
                  </a:lnTo>
                  <a:close/>
                </a:path>
              </a:pathLst>
            </a:custGeom>
            <a:solidFill>
              <a:srgbClr val="1E2C00"/>
            </a:solidFill>
          </p:spPr>
          <p:txBody>
            <a:bodyPr wrap="square" lIns="0" tIns="0" rIns="0" bIns="0" rtlCol="0"/>
            <a:lstStyle/>
            <a:p/>
          </p:txBody>
        </p:sp>
        <p:sp>
          <p:nvSpPr>
            <p:cNvPr id="1333" name="object 1333"/>
            <p:cNvSpPr/>
            <p:nvPr/>
          </p:nvSpPr>
          <p:spPr>
            <a:xfrm>
              <a:off x="6019800" y="1192530"/>
              <a:ext cx="214629" cy="7620"/>
            </a:xfrm>
            <a:custGeom>
              <a:avLst/>
              <a:gdLst/>
              <a:ahLst/>
              <a:cxnLst/>
              <a:rect l="l" t="t" r="r" b="b"/>
              <a:pathLst>
                <a:path w="214629" h="7619">
                  <a:moveTo>
                    <a:pt x="77470" y="0"/>
                  </a:moveTo>
                  <a:lnTo>
                    <a:pt x="2539" y="0"/>
                  </a:lnTo>
                  <a:lnTo>
                    <a:pt x="2539" y="1270"/>
                  </a:lnTo>
                  <a:lnTo>
                    <a:pt x="1270" y="1270"/>
                  </a:lnTo>
                  <a:lnTo>
                    <a:pt x="1270" y="6350"/>
                  </a:lnTo>
                  <a:lnTo>
                    <a:pt x="0" y="6350"/>
                  </a:lnTo>
                  <a:lnTo>
                    <a:pt x="0" y="7620"/>
                  </a:lnTo>
                  <a:lnTo>
                    <a:pt x="76200" y="7620"/>
                  </a:lnTo>
                  <a:lnTo>
                    <a:pt x="76200" y="5080"/>
                  </a:lnTo>
                  <a:lnTo>
                    <a:pt x="77470" y="5080"/>
                  </a:lnTo>
                  <a:lnTo>
                    <a:pt x="77470" y="0"/>
                  </a:lnTo>
                  <a:close/>
                </a:path>
                <a:path w="214629" h="7619">
                  <a:moveTo>
                    <a:pt x="212089" y="0"/>
                  </a:moveTo>
                  <a:lnTo>
                    <a:pt x="146050" y="0"/>
                  </a:lnTo>
                  <a:lnTo>
                    <a:pt x="146050" y="7620"/>
                  </a:lnTo>
                  <a:lnTo>
                    <a:pt x="214629" y="7620"/>
                  </a:lnTo>
                  <a:lnTo>
                    <a:pt x="214629" y="6350"/>
                  </a:lnTo>
                  <a:lnTo>
                    <a:pt x="213360" y="6350"/>
                  </a:lnTo>
                  <a:lnTo>
                    <a:pt x="213360" y="3810"/>
                  </a:lnTo>
                  <a:lnTo>
                    <a:pt x="212089" y="3810"/>
                  </a:lnTo>
                  <a:lnTo>
                    <a:pt x="212089" y="0"/>
                  </a:lnTo>
                  <a:close/>
                </a:path>
              </a:pathLst>
            </a:custGeom>
            <a:solidFill>
              <a:srgbClr val="202C00"/>
            </a:solidFill>
          </p:spPr>
          <p:txBody>
            <a:bodyPr wrap="square" lIns="0" tIns="0" rIns="0" bIns="0" rtlCol="0"/>
            <a:lstStyle/>
            <a:p/>
          </p:txBody>
        </p:sp>
        <p:sp>
          <p:nvSpPr>
            <p:cNvPr id="1334" name="object 1334"/>
            <p:cNvSpPr/>
            <p:nvPr/>
          </p:nvSpPr>
          <p:spPr>
            <a:xfrm>
              <a:off x="6018530" y="1200150"/>
              <a:ext cx="218440" cy="7620"/>
            </a:xfrm>
            <a:custGeom>
              <a:avLst/>
              <a:gdLst/>
              <a:ahLst/>
              <a:cxnLst/>
              <a:rect l="l" t="t" r="r" b="b"/>
              <a:pathLst>
                <a:path w="218439" h="7619">
                  <a:moveTo>
                    <a:pt x="77470" y="0"/>
                  </a:moveTo>
                  <a:lnTo>
                    <a:pt x="1270" y="0"/>
                  </a:lnTo>
                  <a:lnTo>
                    <a:pt x="1270" y="2539"/>
                  </a:lnTo>
                  <a:lnTo>
                    <a:pt x="0" y="2539"/>
                  </a:lnTo>
                  <a:lnTo>
                    <a:pt x="0" y="5079"/>
                  </a:lnTo>
                  <a:lnTo>
                    <a:pt x="77470" y="5079"/>
                  </a:lnTo>
                  <a:lnTo>
                    <a:pt x="77470" y="0"/>
                  </a:lnTo>
                  <a:close/>
                </a:path>
                <a:path w="218439" h="7619">
                  <a:moveTo>
                    <a:pt x="215900" y="0"/>
                  </a:moveTo>
                  <a:lnTo>
                    <a:pt x="148590" y="0"/>
                  </a:lnTo>
                  <a:lnTo>
                    <a:pt x="148590" y="5079"/>
                  </a:lnTo>
                  <a:lnTo>
                    <a:pt x="217170" y="5079"/>
                  </a:lnTo>
                  <a:lnTo>
                    <a:pt x="217170" y="2539"/>
                  </a:lnTo>
                  <a:lnTo>
                    <a:pt x="215900" y="2539"/>
                  </a:lnTo>
                  <a:lnTo>
                    <a:pt x="215900" y="0"/>
                  </a:lnTo>
                  <a:close/>
                </a:path>
                <a:path w="218439" h="7619">
                  <a:moveTo>
                    <a:pt x="76200" y="5080"/>
                  </a:moveTo>
                  <a:lnTo>
                    <a:pt x="0" y="5080"/>
                  </a:lnTo>
                  <a:lnTo>
                    <a:pt x="0" y="7620"/>
                  </a:lnTo>
                  <a:lnTo>
                    <a:pt x="76200" y="7620"/>
                  </a:lnTo>
                  <a:lnTo>
                    <a:pt x="76200" y="5080"/>
                  </a:lnTo>
                  <a:close/>
                </a:path>
                <a:path w="218439" h="7619">
                  <a:moveTo>
                    <a:pt x="218440" y="5080"/>
                  </a:moveTo>
                  <a:lnTo>
                    <a:pt x="148590" y="5080"/>
                  </a:lnTo>
                  <a:lnTo>
                    <a:pt x="148590" y="7620"/>
                  </a:lnTo>
                  <a:lnTo>
                    <a:pt x="218440" y="7620"/>
                  </a:lnTo>
                  <a:lnTo>
                    <a:pt x="218440" y="5080"/>
                  </a:lnTo>
                  <a:close/>
                </a:path>
              </a:pathLst>
            </a:custGeom>
            <a:solidFill>
              <a:srgbClr val="222B00"/>
            </a:solidFill>
          </p:spPr>
          <p:txBody>
            <a:bodyPr wrap="square" lIns="0" tIns="0" rIns="0" bIns="0" rtlCol="0"/>
            <a:lstStyle/>
            <a:p/>
          </p:txBody>
        </p:sp>
        <p:sp>
          <p:nvSpPr>
            <p:cNvPr id="1335" name="object 1335"/>
            <p:cNvSpPr/>
            <p:nvPr/>
          </p:nvSpPr>
          <p:spPr>
            <a:xfrm>
              <a:off x="6017260" y="1207769"/>
              <a:ext cx="220979" cy="6350"/>
            </a:xfrm>
            <a:custGeom>
              <a:avLst/>
              <a:gdLst/>
              <a:ahLst/>
              <a:cxnLst/>
              <a:rect l="l" t="t" r="r" b="b"/>
              <a:pathLst>
                <a:path w="220979" h="6350">
                  <a:moveTo>
                    <a:pt x="77470" y="1282"/>
                  </a:moveTo>
                  <a:lnTo>
                    <a:pt x="0" y="1282"/>
                  </a:lnTo>
                  <a:lnTo>
                    <a:pt x="0" y="6350"/>
                  </a:lnTo>
                  <a:lnTo>
                    <a:pt x="77470" y="6350"/>
                  </a:lnTo>
                  <a:lnTo>
                    <a:pt x="77470" y="1282"/>
                  </a:lnTo>
                  <a:close/>
                </a:path>
                <a:path w="220979" h="6350">
                  <a:moveTo>
                    <a:pt x="77470" y="0"/>
                  </a:moveTo>
                  <a:lnTo>
                    <a:pt x="0" y="0"/>
                  </a:lnTo>
                  <a:lnTo>
                    <a:pt x="0" y="1270"/>
                  </a:lnTo>
                  <a:lnTo>
                    <a:pt x="77470" y="1270"/>
                  </a:lnTo>
                  <a:lnTo>
                    <a:pt x="77470" y="0"/>
                  </a:lnTo>
                  <a:close/>
                </a:path>
                <a:path w="220979" h="6350">
                  <a:moveTo>
                    <a:pt x="219710" y="0"/>
                  </a:moveTo>
                  <a:lnTo>
                    <a:pt x="149860" y="0"/>
                  </a:lnTo>
                  <a:lnTo>
                    <a:pt x="149860" y="1270"/>
                  </a:lnTo>
                  <a:lnTo>
                    <a:pt x="219710" y="1270"/>
                  </a:lnTo>
                  <a:lnTo>
                    <a:pt x="219710" y="0"/>
                  </a:lnTo>
                  <a:close/>
                </a:path>
                <a:path w="220979" h="6350">
                  <a:moveTo>
                    <a:pt x="220980" y="1282"/>
                  </a:moveTo>
                  <a:lnTo>
                    <a:pt x="149860" y="1282"/>
                  </a:lnTo>
                  <a:lnTo>
                    <a:pt x="149860" y="6350"/>
                  </a:lnTo>
                  <a:lnTo>
                    <a:pt x="220980" y="6350"/>
                  </a:lnTo>
                  <a:lnTo>
                    <a:pt x="220980" y="1282"/>
                  </a:lnTo>
                  <a:close/>
                </a:path>
              </a:pathLst>
            </a:custGeom>
            <a:solidFill>
              <a:srgbClr val="242B00"/>
            </a:solidFill>
          </p:spPr>
          <p:txBody>
            <a:bodyPr wrap="square" lIns="0" tIns="0" rIns="0" bIns="0" rtlCol="0"/>
            <a:lstStyle/>
            <a:p/>
          </p:txBody>
        </p:sp>
        <p:sp>
          <p:nvSpPr>
            <p:cNvPr id="1336" name="object 1336"/>
            <p:cNvSpPr/>
            <p:nvPr/>
          </p:nvSpPr>
          <p:spPr>
            <a:xfrm>
              <a:off x="6015990" y="1214120"/>
              <a:ext cx="224790" cy="7620"/>
            </a:xfrm>
            <a:custGeom>
              <a:avLst/>
              <a:gdLst/>
              <a:ahLst/>
              <a:cxnLst/>
              <a:rect l="l" t="t" r="r" b="b"/>
              <a:pathLst>
                <a:path w="224789" h="7619">
                  <a:moveTo>
                    <a:pt x="78739" y="0"/>
                  </a:moveTo>
                  <a:lnTo>
                    <a:pt x="0" y="0"/>
                  </a:lnTo>
                  <a:lnTo>
                    <a:pt x="0" y="1269"/>
                  </a:lnTo>
                  <a:lnTo>
                    <a:pt x="78739" y="1269"/>
                  </a:lnTo>
                  <a:lnTo>
                    <a:pt x="78739" y="0"/>
                  </a:lnTo>
                  <a:close/>
                </a:path>
                <a:path w="224789" h="7619">
                  <a:moveTo>
                    <a:pt x="222250" y="0"/>
                  </a:moveTo>
                  <a:lnTo>
                    <a:pt x="152400" y="0"/>
                  </a:lnTo>
                  <a:lnTo>
                    <a:pt x="152400" y="1269"/>
                  </a:lnTo>
                  <a:lnTo>
                    <a:pt x="222250" y="1269"/>
                  </a:lnTo>
                  <a:lnTo>
                    <a:pt x="222250" y="0"/>
                  </a:lnTo>
                  <a:close/>
                </a:path>
                <a:path w="224789" h="7619">
                  <a:moveTo>
                    <a:pt x="78739" y="1270"/>
                  </a:moveTo>
                  <a:lnTo>
                    <a:pt x="0" y="1270"/>
                  </a:lnTo>
                  <a:lnTo>
                    <a:pt x="0" y="7619"/>
                  </a:lnTo>
                  <a:lnTo>
                    <a:pt x="78739" y="7619"/>
                  </a:lnTo>
                  <a:lnTo>
                    <a:pt x="78739" y="1270"/>
                  </a:lnTo>
                  <a:close/>
                </a:path>
                <a:path w="224789" h="7619">
                  <a:moveTo>
                    <a:pt x="223520" y="1270"/>
                  </a:moveTo>
                  <a:lnTo>
                    <a:pt x="152400" y="1270"/>
                  </a:lnTo>
                  <a:lnTo>
                    <a:pt x="152400" y="7619"/>
                  </a:lnTo>
                  <a:lnTo>
                    <a:pt x="224789" y="7619"/>
                  </a:lnTo>
                  <a:lnTo>
                    <a:pt x="224789" y="6350"/>
                  </a:lnTo>
                  <a:lnTo>
                    <a:pt x="223520" y="6350"/>
                  </a:lnTo>
                  <a:lnTo>
                    <a:pt x="223520" y="1270"/>
                  </a:lnTo>
                  <a:close/>
                </a:path>
              </a:pathLst>
            </a:custGeom>
            <a:solidFill>
              <a:srgbClr val="262B00"/>
            </a:solidFill>
          </p:spPr>
          <p:txBody>
            <a:bodyPr wrap="square" lIns="0" tIns="0" rIns="0" bIns="0" rtlCol="0"/>
            <a:lstStyle/>
            <a:p/>
          </p:txBody>
        </p:sp>
        <p:sp>
          <p:nvSpPr>
            <p:cNvPr id="1337" name="object 1337"/>
            <p:cNvSpPr/>
            <p:nvPr/>
          </p:nvSpPr>
          <p:spPr>
            <a:xfrm>
              <a:off x="6014720" y="1221740"/>
              <a:ext cx="228600" cy="7620"/>
            </a:xfrm>
            <a:custGeom>
              <a:avLst/>
              <a:gdLst/>
              <a:ahLst/>
              <a:cxnLst/>
              <a:rect l="l" t="t" r="r" b="b"/>
              <a:pathLst>
                <a:path w="228600" h="7619">
                  <a:moveTo>
                    <a:pt x="80009" y="0"/>
                  </a:moveTo>
                  <a:lnTo>
                    <a:pt x="0" y="0"/>
                  </a:lnTo>
                  <a:lnTo>
                    <a:pt x="0" y="7620"/>
                  </a:lnTo>
                  <a:lnTo>
                    <a:pt x="80009" y="7620"/>
                  </a:lnTo>
                  <a:lnTo>
                    <a:pt x="80009" y="0"/>
                  </a:lnTo>
                  <a:close/>
                </a:path>
                <a:path w="228600" h="7619">
                  <a:moveTo>
                    <a:pt x="226059" y="0"/>
                  </a:moveTo>
                  <a:lnTo>
                    <a:pt x="153669" y="0"/>
                  </a:lnTo>
                  <a:lnTo>
                    <a:pt x="153669" y="7620"/>
                  </a:lnTo>
                  <a:lnTo>
                    <a:pt x="228599" y="7620"/>
                  </a:lnTo>
                  <a:lnTo>
                    <a:pt x="228599" y="6350"/>
                  </a:lnTo>
                  <a:lnTo>
                    <a:pt x="227329" y="6350"/>
                  </a:lnTo>
                  <a:lnTo>
                    <a:pt x="227329" y="1270"/>
                  </a:lnTo>
                  <a:lnTo>
                    <a:pt x="226059" y="1270"/>
                  </a:lnTo>
                  <a:lnTo>
                    <a:pt x="226059" y="0"/>
                  </a:lnTo>
                  <a:close/>
                </a:path>
              </a:pathLst>
            </a:custGeom>
            <a:solidFill>
              <a:srgbClr val="292A00"/>
            </a:solidFill>
          </p:spPr>
          <p:txBody>
            <a:bodyPr wrap="square" lIns="0" tIns="0" rIns="0" bIns="0" rtlCol="0"/>
            <a:lstStyle/>
            <a:p/>
          </p:txBody>
        </p:sp>
        <p:sp>
          <p:nvSpPr>
            <p:cNvPr id="1338" name="object 1338"/>
            <p:cNvSpPr/>
            <p:nvPr/>
          </p:nvSpPr>
          <p:spPr>
            <a:xfrm>
              <a:off x="6013450" y="1229360"/>
              <a:ext cx="229870" cy="6350"/>
            </a:xfrm>
            <a:custGeom>
              <a:avLst/>
              <a:gdLst/>
              <a:ahLst/>
              <a:cxnLst/>
              <a:rect l="l" t="t" r="r" b="b"/>
              <a:pathLst>
                <a:path w="229870" h="6350">
                  <a:moveTo>
                    <a:pt x="81279" y="0"/>
                  </a:moveTo>
                  <a:lnTo>
                    <a:pt x="1270" y="0"/>
                  </a:lnTo>
                  <a:lnTo>
                    <a:pt x="1270" y="1269"/>
                  </a:lnTo>
                  <a:lnTo>
                    <a:pt x="0" y="1269"/>
                  </a:lnTo>
                  <a:lnTo>
                    <a:pt x="0" y="6350"/>
                  </a:lnTo>
                  <a:lnTo>
                    <a:pt x="81279" y="6350"/>
                  </a:lnTo>
                  <a:lnTo>
                    <a:pt x="81279" y="0"/>
                  </a:lnTo>
                  <a:close/>
                </a:path>
                <a:path w="229870" h="6350">
                  <a:moveTo>
                    <a:pt x="229869" y="0"/>
                  </a:moveTo>
                  <a:lnTo>
                    <a:pt x="154939" y="0"/>
                  </a:lnTo>
                  <a:lnTo>
                    <a:pt x="154939" y="5079"/>
                  </a:lnTo>
                  <a:lnTo>
                    <a:pt x="156210" y="5079"/>
                  </a:lnTo>
                  <a:lnTo>
                    <a:pt x="156210" y="6350"/>
                  </a:lnTo>
                  <a:lnTo>
                    <a:pt x="229870" y="6350"/>
                  </a:lnTo>
                  <a:lnTo>
                    <a:pt x="229869" y="0"/>
                  </a:lnTo>
                  <a:close/>
                </a:path>
              </a:pathLst>
            </a:custGeom>
            <a:solidFill>
              <a:srgbClr val="2B2A00"/>
            </a:solidFill>
          </p:spPr>
          <p:txBody>
            <a:bodyPr wrap="square" lIns="0" tIns="0" rIns="0" bIns="0" rtlCol="0"/>
            <a:lstStyle/>
            <a:p/>
          </p:txBody>
        </p:sp>
        <p:sp>
          <p:nvSpPr>
            <p:cNvPr id="1339" name="object 1339"/>
            <p:cNvSpPr/>
            <p:nvPr/>
          </p:nvSpPr>
          <p:spPr>
            <a:xfrm>
              <a:off x="6012180" y="1235710"/>
              <a:ext cx="232410" cy="7620"/>
            </a:xfrm>
            <a:custGeom>
              <a:avLst/>
              <a:gdLst/>
              <a:ahLst/>
              <a:cxnLst/>
              <a:rect l="l" t="t" r="r" b="b"/>
              <a:pathLst>
                <a:path w="232410" h="7619">
                  <a:moveTo>
                    <a:pt x="82550" y="0"/>
                  </a:moveTo>
                  <a:lnTo>
                    <a:pt x="1270" y="0"/>
                  </a:lnTo>
                  <a:lnTo>
                    <a:pt x="1270" y="3810"/>
                  </a:lnTo>
                  <a:lnTo>
                    <a:pt x="0" y="3810"/>
                  </a:lnTo>
                  <a:lnTo>
                    <a:pt x="0" y="7619"/>
                  </a:lnTo>
                  <a:lnTo>
                    <a:pt x="81280" y="7619"/>
                  </a:lnTo>
                  <a:lnTo>
                    <a:pt x="81280" y="2539"/>
                  </a:lnTo>
                  <a:lnTo>
                    <a:pt x="82550" y="2539"/>
                  </a:lnTo>
                  <a:lnTo>
                    <a:pt x="82550" y="0"/>
                  </a:lnTo>
                  <a:close/>
                </a:path>
                <a:path w="232410" h="7619">
                  <a:moveTo>
                    <a:pt x="232410" y="0"/>
                  </a:moveTo>
                  <a:lnTo>
                    <a:pt x="157480" y="0"/>
                  </a:lnTo>
                  <a:lnTo>
                    <a:pt x="157480" y="7619"/>
                  </a:lnTo>
                  <a:lnTo>
                    <a:pt x="232410" y="7619"/>
                  </a:lnTo>
                  <a:lnTo>
                    <a:pt x="232410" y="0"/>
                  </a:lnTo>
                  <a:close/>
                </a:path>
              </a:pathLst>
            </a:custGeom>
            <a:solidFill>
              <a:srgbClr val="2D2900"/>
            </a:solidFill>
          </p:spPr>
          <p:txBody>
            <a:bodyPr wrap="square" lIns="0" tIns="0" rIns="0" bIns="0" rtlCol="0"/>
            <a:lstStyle/>
            <a:p/>
          </p:txBody>
        </p:sp>
        <p:sp>
          <p:nvSpPr>
            <p:cNvPr id="1340" name="object 1340"/>
            <p:cNvSpPr/>
            <p:nvPr/>
          </p:nvSpPr>
          <p:spPr>
            <a:xfrm>
              <a:off x="6010910" y="1243330"/>
              <a:ext cx="234950" cy="7620"/>
            </a:xfrm>
            <a:custGeom>
              <a:avLst/>
              <a:gdLst/>
              <a:ahLst/>
              <a:cxnLst/>
              <a:rect l="l" t="t" r="r" b="b"/>
              <a:pathLst>
                <a:path w="234950" h="7619">
                  <a:moveTo>
                    <a:pt x="82550" y="0"/>
                  </a:moveTo>
                  <a:lnTo>
                    <a:pt x="1269" y="0"/>
                  </a:lnTo>
                  <a:lnTo>
                    <a:pt x="1269" y="6350"/>
                  </a:lnTo>
                  <a:lnTo>
                    <a:pt x="82549" y="6350"/>
                  </a:lnTo>
                  <a:lnTo>
                    <a:pt x="82550" y="0"/>
                  </a:lnTo>
                  <a:close/>
                </a:path>
                <a:path w="234950" h="7619">
                  <a:moveTo>
                    <a:pt x="233679" y="0"/>
                  </a:moveTo>
                  <a:lnTo>
                    <a:pt x="158750" y="0"/>
                  </a:lnTo>
                  <a:lnTo>
                    <a:pt x="158750" y="6350"/>
                  </a:lnTo>
                  <a:lnTo>
                    <a:pt x="234950" y="6350"/>
                  </a:lnTo>
                  <a:lnTo>
                    <a:pt x="234950" y="1270"/>
                  </a:lnTo>
                  <a:lnTo>
                    <a:pt x="233679" y="1270"/>
                  </a:lnTo>
                  <a:lnTo>
                    <a:pt x="233679" y="0"/>
                  </a:lnTo>
                  <a:close/>
                </a:path>
                <a:path w="234950" h="7619">
                  <a:moveTo>
                    <a:pt x="82550" y="6350"/>
                  </a:moveTo>
                  <a:lnTo>
                    <a:pt x="0" y="6350"/>
                  </a:lnTo>
                  <a:lnTo>
                    <a:pt x="0" y="7620"/>
                  </a:lnTo>
                  <a:lnTo>
                    <a:pt x="82550" y="7620"/>
                  </a:lnTo>
                  <a:lnTo>
                    <a:pt x="82550" y="6350"/>
                  </a:lnTo>
                  <a:close/>
                </a:path>
                <a:path w="234950" h="7619">
                  <a:moveTo>
                    <a:pt x="234950" y="6350"/>
                  </a:moveTo>
                  <a:lnTo>
                    <a:pt x="158750" y="6350"/>
                  </a:lnTo>
                  <a:lnTo>
                    <a:pt x="158750" y="7620"/>
                  </a:lnTo>
                  <a:lnTo>
                    <a:pt x="234950" y="7620"/>
                  </a:lnTo>
                  <a:lnTo>
                    <a:pt x="234950" y="6350"/>
                  </a:lnTo>
                  <a:close/>
                </a:path>
              </a:pathLst>
            </a:custGeom>
            <a:solidFill>
              <a:srgbClr val="2F2900"/>
            </a:solidFill>
          </p:spPr>
          <p:txBody>
            <a:bodyPr wrap="square" lIns="0" tIns="0" rIns="0" bIns="0" rtlCol="0"/>
            <a:lstStyle/>
            <a:p/>
          </p:txBody>
        </p:sp>
        <p:sp>
          <p:nvSpPr>
            <p:cNvPr id="1341" name="object 1341"/>
            <p:cNvSpPr/>
            <p:nvPr/>
          </p:nvSpPr>
          <p:spPr>
            <a:xfrm>
              <a:off x="6010910" y="1250950"/>
              <a:ext cx="236220" cy="6350"/>
            </a:xfrm>
            <a:custGeom>
              <a:avLst/>
              <a:gdLst/>
              <a:ahLst/>
              <a:cxnLst/>
              <a:rect l="l" t="t" r="r" b="b"/>
              <a:pathLst>
                <a:path w="236220" h="6350">
                  <a:moveTo>
                    <a:pt x="82550" y="0"/>
                  </a:moveTo>
                  <a:lnTo>
                    <a:pt x="0" y="0"/>
                  </a:lnTo>
                  <a:lnTo>
                    <a:pt x="0" y="6350"/>
                  </a:lnTo>
                  <a:lnTo>
                    <a:pt x="82550" y="6350"/>
                  </a:lnTo>
                  <a:lnTo>
                    <a:pt x="82550" y="0"/>
                  </a:lnTo>
                  <a:close/>
                </a:path>
                <a:path w="236220" h="6350">
                  <a:moveTo>
                    <a:pt x="234950" y="0"/>
                  </a:moveTo>
                  <a:lnTo>
                    <a:pt x="158750" y="0"/>
                  </a:lnTo>
                  <a:lnTo>
                    <a:pt x="158750" y="6350"/>
                  </a:lnTo>
                  <a:lnTo>
                    <a:pt x="236220" y="6350"/>
                  </a:lnTo>
                  <a:lnTo>
                    <a:pt x="236220" y="1270"/>
                  </a:lnTo>
                  <a:lnTo>
                    <a:pt x="234950" y="1270"/>
                  </a:lnTo>
                  <a:lnTo>
                    <a:pt x="234950" y="0"/>
                  </a:lnTo>
                  <a:close/>
                </a:path>
              </a:pathLst>
            </a:custGeom>
            <a:solidFill>
              <a:srgbClr val="332800"/>
            </a:solidFill>
          </p:spPr>
          <p:txBody>
            <a:bodyPr wrap="square" lIns="0" tIns="0" rIns="0" bIns="0" rtlCol="0"/>
            <a:lstStyle/>
            <a:p/>
          </p:txBody>
        </p:sp>
        <p:sp>
          <p:nvSpPr>
            <p:cNvPr id="1342" name="object 1342"/>
            <p:cNvSpPr/>
            <p:nvPr/>
          </p:nvSpPr>
          <p:spPr>
            <a:xfrm>
              <a:off x="6009640" y="1257300"/>
              <a:ext cx="237490" cy="7620"/>
            </a:xfrm>
            <a:custGeom>
              <a:avLst/>
              <a:gdLst/>
              <a:ahLst/>
              <a:cxnLst/>
              <a:rect l="l" t="t" r="r" b="b"/>
              <a:pathLst>
                <a:path w="237489" h="7619">
                  <a:moveTo>
                    <a:pt x="83820" y="0"/>
                  </a:moveTo>
                  <a:lnTo>
                    <a:pt x="1270" y="0"/>
                  </a:lnTo>
                  <a:lnTo>
                    <a:pt x="1270" y="2539"/>
                  </a:lnTo>
                  <a:lnTo>
                    <a:pt x="0" y="2539"/>
                  </a:lnTo>
                  <a:lnTo>
                    <a:pt x="0" y="7620"/>
                  </a:lnTo>
                  <a:lnTo>
                    <a:pt x="83820" y="7620"/>
                  </a:lnTo>
                  <a:lnTo>
                    <a:pt x="83820" y="0"/>
                  </a:lnTo>
                  <a:close/>
                </a:path>
                <a:path w="237489" h="7619">
                  <a:moveTo>
                    <a:pt x="237490" y="0"/>
                  </a:moveTo>
                  <a:lnTo>
                    <a:pt x="160020" y="0"/>
                  </a:lnTo>
                  <a:lnTo>
                    <a:pt x="160020" y="7620"/>
                  </a:lnTo>
                  <a:lnTo>
                    <a:pt x="237490" y="7620"/>
                  </a:lnTo>
                  <a:lnTo>
                    <a:pt x="237490" y="0"/>
                  </a:lnTo>
                  <a:close/>
                </a:path>
              </a:pathLst>
            </a:custGeom>
            <a:solidFill>
              <a:srgbClr val="342800"/>
            </a:solidFill>
          </p:spPr>
          <p:txBody>
            <a:bodyPr wrap="square" lIns="0" tIns="0" rIns="0" bIns="0" rtlCol="0"/>
            <a:lstStyle/>
            <a:p/>
          </p:txBody>
        </p:sp>
        <p:sp>
          <p:nvSpPr>
            <p:cNvPr id="1343" name="object 1343"/>
            <p:cNvSpPr/>
            <p:nvPr/>
          </p:nvSpPr>
          <p:spPr>
            <a:xfrm>
              <a:off x="6009640" y="1264919"/>
              <a:ext cx="238760" cy="7620"/>
            </a:xfrm>
            <a:custGeom>
              <a:avLst/>
              <a:gdLst/>
              <a:ahLst/>
              <a:cxnLst/>
              <a:rect l="l" t="t" r="r" b="b"/>
              <a:pathLst>
                <a:path w="238760" h="7619">
                  <a:moveTo>
                    <a:pt x="83820" y="3822"/>
                  </a:moveTo>
                  <a:lnTo>
                    <a:pt x="0" y="3822"/>
                  </a:lnTo>
                  <a:lnTo>
                    <a:pt x="0" y="7620"/>
                  </a:lnTo>
                  <a:lnTo>
                    <a:pt x="83820" y="7620"/>
                  </a:lnTo>
                  <a:lnTo>
                    <a:pt x="83820" y="3822"/>
                  </a:lnTo>
                  <a:close/>
                </a:path>
                <a:path w="238760" h="7619">
                  <a:moveTo>
                    <a:pt x="83820" y="0"/>
                  </a:moveTo>
                  <a:lnTo>
                    <a:pt x="0" y="0"/>
                  </a:lnTo>
                  <a:lnTo>
                    <a:pt x="0" y="3810"/>
                  </a:lnTo>
                  <a:lnTo>
                    <a:pt x="83820" y="3810"/>
                  </a:lnTo>
                  <a:lnTo>
                    <a:pt x="83820" y="0"/>
                  </a:lnTo>
                  <a:close/>
                </a:path>
                <a:path w="238760" h="7619">
                  <a:moveTo>
                    <a:pt x="237490" y="0"/>
                  </a:moveTo>
                  <a:lnTo>
                    <a:pt x="160020" y="0"/>
                  </a:lnTo>
                  <a:lnTo>
                    <a:pt x="160020" y="3810"/>
                  </a:lnTo>
                  <a:lnTo>
                    <a:pt x="237490" y="3810"/>
                  </a:lnTo>
                  <a:lnTo>
                    <a:pt x="237490" y="0"/>
                  </a:lnTo>
                  <a:close/>
                </a:path>
                <a:path w="238760" h="7619">
                  <a:moveTo>
                    <a:pt x="238760" y="3822"/>
                  </a:moveTo>
                  <a:lnTo>
                    <a:pt x="160020" y="3822"/>
                  </a:lnTo>
                  <a:lnTo>
                    <a:pt x="160020" y="7620"/>
                  </a:lnTo>
                  <a:lnTo>
                    <a:pt x="238760" y="7620"/>
                  </a:lnTo>
                  <a:lnTo>
                    <a:pt x="238760" y="3822"/>
                  </a:lnTo>
                  <a:close/>
                </a:path>
              </a:pathLst>
            </a:custGeom>
            <a:solidFill>
              <a:srgbClr val="362700"/>
            </a:solidFill>
          </p:spPr>
          <p:txBody>
            <a:bodyPr wrap="square" lIns="0" tIns="0" rIns="0" bIns="0" rtlCol="0"/>
            <a:lstStyle/>
            <a:p/>
          </p:txBody>
        </p:sp>
        <p:sp>
          <p:nvSpPr>
            <p:cNvPr id="1344" name="object 1344"/>
            <p:cNvSpPr/>
            <p:nvPr/>
          </p:nvSpPr>
          <p:spPr>
            <a:xfrm>
              <a:off x="6009640" y="1272540"/>
              <a:ext cx="238760" cy="6350"/>
            </a:xfrm>
            <a:custGeom>
              <a:avLst/>
              <a:gdLst/>
              <a:ahLst/>
              <a:cxnLst/>
              <a:rect l="l" t="t" r="r" b="b"/>
              <a:pathLst>
                <a:path w="238760" h="6350">
                  <a:moveTo>
                    <a:pt x="83820" y="0"/>
                  </a:moveTo>
                  <a:lnTo>
                    <a:pt x="0" y="0"/>
                  </a:lnTo>
                  <a:lnTo>
                    <a:pt x="0" y="6350"/>
                  </a:lnTo>
                  <a:lnTo>
                    <a:pt x="82550" y="6350"/>
                  </a:lnTo>
                  <a:lnTo>
                    <a:pt x="82550" y="1270"/>
                  </a:lnTo>
                  <a:lnTo>
                    <a:pt x="83820" y="1270"/>
                  </a:lnTo>
                  <a:lnTo>
                    <a:pt x="83820" y="0"/>
                  </a:lnTo>
                  <a:close/>
                </a:path>
                <a:path w="238760" h="6350">
                  <a:moveTo>
                    <a:pt x="238760" y="0"/>
                  </a:moveTo>
                  <a:lnTo>
                    <a:pt x="160020" y="0"/>
                  </a:lnTo>
                  <a:lnTo>
                    <a:pt x="160020" y="6350"/>
                  </a:lnTo>
                  <a:lnTo>
                    <a:pt x="238760" y="6350"/>
                  </a:lnTo>
                  <a:lnTo>
                    <a:pt x="238760" y="0"/>
                  </a:lnTo>
                  <a:close/>
                </a:path>
              </a:pathLst>
            </a:custGeom>
            <a:solidFill>
              <a:srgbClr val="382700"/>
            </a:solidFill>
          </p:spPr>
          <p:txBody>
            <a:bodyPr wrap="square" lIns="0" tIns="0" rIns="0" bIns="0" rtlCol="0"/>
            <a:lstStyle/>
            <a:p/>
          </p:txBody>
        </p:sp>
        <p:sp>
          <p:nvSpPr>
            <p:cNvPr id="1345" name="object 1345"/>
            <p:cNvSpPr/>
            <p:nvPr/>
          </p:nvSpPr>
          <p:spPr>
            <a:xfrm>
              <a:off x="6009640" y="1278889"/>
              <a:ext cx="238760" cy="7620"/>
            </a:xfrm>
            <a:custGeom>
              <a:avLst/>
              <a:gdLst/>
              <a:ahLst/>
              <a:cxnLst/>
              <a:rect l="l" t="t" r="r" b="b"/>
              <a:pathLst>
                <a:path w="238760" h="7619">
                  <a:moveTo>
                    <a:pt x="82550" y="0"/>
                  </a:moveTo>
                  <a:lnTo>
                    <a:pt x="0" y="0"/>
                  </a:lnTo>
                  <a:lnTo>
                    <a:pt x="0" y="7620"/>
                  </a:lnTo>
                  <a:lnTo>
                    <a:pt x="82550" y="7620"/>
                  </a:lnTo>
                  <a:lnTo>
                    <a:pt x="82550" y="0"/>
                  </a:lnTo>
                  <a:close/>
                </a:path>
                <a:path w="238760" h="7619">
                  <a:moveTo>
                    <a:pt x="238760" y="0"/>
                  </a:moveTo>
                  <a:lnTo>
                    <a:pt x="160020" y="0"/>
                  </a:lnTo>
                  <a:lnTo>
                    <a:pt x="160020" y="7620"/>
                  </a:lnTo>
                  <a:lnTo>
                    <a:pt x="238760" y="7620"/>
                  </a:lnTo>
                  <a:lnTo>
                    <a:pt x="238760" y="0"/>
                  </a:lnTo>
                  <a:close/>
                </a:path>
              </a:pathLst>
            </a:custGeom>
            <a:solidFill>
              <a:srgbClr val="3A2700"/>
            </a:solidFill>
          </p:spPr>
          <p:txBody>
            <a:bodyPr wrap="square" lIns="0" tIns="0" rIns="0" bIns="0" rtlCol="0"/>
            <a:lstStyle/>
            <a:p/>
          </p:txBody>
        </p:sp>
        <p:sp>
          <p:nvSpPr>
            <p:cNvPr id="1346" name="object 1346"/>
            <p:cNvSpPr/>
            <p:nvPr/>
          </p:nvSpPr>
          <p:spPr>
            <a:xfrm>
              <a:off x="6009640" y="1286509"/>
              <a:ext cx="238760" cy="7620"/>
            </a:xfrm>
            <a:custGeom>
              <a:avLst/>
              <a:gdLst/>
              <a:ahLst/>
              <a:cxnLst/>
              <a:rect l="l" t="t" r="r" b="b"/>
              <a:pathLst>
                <a:path w="238760" h="7619">
                  <a:moveTo>
                    <a:pt x="82550" y="0"/>
                  </a:moveTo>
                  <a:lnTo>
                    <a:pt x="0" y="0"/>
                  </a:lnTo>
                  <a:lnTo>
                    <a:pt x="0" y="7620"/>
                  </a:lnTo>
                  <a:lnTo>
                    <a:pt x="82550" y="7620"/>
                  </a:lnTo>
                  <a:lnTo>
                    <a:pt x="82550" y="0"/>
                  </a:lnTo>
                  <a:close/>
                </a:path>
                <a:path w="238760" h="7619">
                  <a:moveTo>
                    <a:pt x="238760" y="0"/>
                  </a:moveTo>
                  <a:lnTo>
                    <a:pt x="160020" y="0"/>
                  </a:lnTo>
                  <a:lnTo>
                    <a:pt x="160020" y="7620"/>
                  </a:lnTo>
                  <a:lnTo>
                    <a:pt x="238760" y="7620"/>
                  </a:lnTo>
                  <a:lnTo>
                    <a:pt x="238760" y="0"/>
                  </a:lnTo>
                  <a:close/>
                </a:path>
              </a:pathLst>
            </a:custGeom>
            <a:solidFill>
              <a:srgbClr val="3D2600"/>
            </a:solidFill>
          </p:spPr>
          <p:txBody>
            <a:bodyPr wrap="square" lIns="0" tIns="0" rIns="0" bIns="0" rtlCol="0"/>
            <a:lstStyle/>
            <a:p/>
          </p:txBody>
        </p:sp>
        <p:sp>
          <p:nvSpPr>
            <p:cNvPr id="1347" name="object 1347"/>
            <p:cNvSpPr/>
            <p:nvPr/>
          </p:nvSpPr>
          <p:spPr>
            <a:xfrm>
              <a:off x="6009640" y="1294129"/>
              <a:ext cx="238760" cy="6350"/>
            </a:xfrm>
            <a:custGeom>
              <a:avLst/>
              <a:gdLst/>
              <a:ahLst/>
              <a:cxnLst/>
              <a:rect l="l" t="t" r="r" b="b"/>
              <a:pathLst>
                <a:path w="238760" h="6350">
                  <a:moveTo>
                    <a:pt x="82550" y="0"/>
                  </a:moveTo>
                  <a:lnTo>
                    <a:pt x="0" y="0"/>
                  </a:lnTo>
                  <a:lnTo>
                    <a:pt x="0" y="6350"/>
                  </a:lnTo>
                  <a:lnTo>
                    <a:pt x="82550" y="6350"/>
                  </a:lnTo>
                  <a:lnTo>
                    <a:pt x="82550" y="0"/>
                  </a:lnTo>
                  <a:close/>
                </a:path>
                <a:path w="238760" h="6350">
                  <a:moveTo>
                    <a:pt x="238760" y="0"/>
                  </a:moveTo>
                  <a:lnTo>
                    <a:pt x="160020" y="0"/>
                  </a:lnTo>
                  <a:lnTo>
                    <a:pt x="160020" y="6350"/>
                  </a:lnTo>
                  <a:lnTo>
                    <a:pt x="238760" y="6350"/>
                  </a:lnTo>
                  <a:lnTo>
                    <a:pt x="238760" y="0"/>
                  </a:lnTo>
                  <a:close/>
                </a:path>
              </a:pathLst>
            </a:custGeom>
            <a:solidFill>
              <a:srgbClr val="3F2600"/>
            </a:solidFill>
          </p:spPr>
          <p:txBody>
            <a:bodyPr wrap="square" lIns="0" tIns="0" rIns="0" bIns="0" rtlCol="0"/>
            <a:lstStyle/>
            <a:p/>
          </p:txBody>
        </p:sp>
        <p:sp>
          <p:nvSpPr>
            <p:cNvPr id="1348" name="object 1348"/>
            <p:cNvSpPr/>
            <p:nvPr/>
          </p:nvSpPr>
          <p:spPr>
            <a:xfrm>
              <a:off x="6009640" y="1300480"/>
              <a:ext cx="238760" cy="7620"/>
            </a:xfrm>
            <a:custGeom>
              <a:avLst/>
              <a:gdLst/>
              <a:ahLst/>
              <a:cxnLst/>
              <a:rect l="l" t="t" r="r" b="b"/>
              <a:pathLst>
                <a:path w="238760" h="7619">
                  <a:moveTo>
                    <a:pt x="82550" y="0"/>
                  </a:moveTo>
                  <a:lnTo>
                    <a:pt x="0" y="0"/>
                  </a:lnTo>
                  <a:lnTo>
                    <a:pt x="0" y="6350"/>
                  </a:lnTo>
                  <a:lnTo>
                    <a:pt x="1270" y="6350"/>
                  </a:lnTo>
                  <a:lnTo>
                    <a:pt x="1270" y="7620"/>
                  </a:lnTo>
                  <a:lnTo>
                    <a:pt x="82550" y="7620"/>
                  </a:lnTo>
                  <a:lnTo>
                    <a:pt x="82550" y="0"/>
                  </a:lnTo>
                  <a:close/>
                </a:path>
                <a:path w="238760" h="7619">
                  <a:moveTo>
                    <a:pt x="238760" y="0"/>
                  </a:moveTo>
                  <a:lnTo>
                    <a:pt x="160020" y="0"/>
                  </a:lnTo>
                  <a:lnTo>
                    <a:pt x="160020" y="7620"/>
                  </a:lnTo>
                  <a:lnTo>
                    <a:pt x="238760" y="7620"/>
                  </a:lnTo>
                  <a:lnTo>
                    <a:pt x="238760" y="0"/>
                  </a:lnTo>
                  <a:close/>
                </a:path>
              </a:pathLst>
            </a:custGeom>
            <a:solidFill>
              <a:srgbClr val="412500"/>
            </a:solidFill>
          </p:spPr>
          <p:txBody>
            <a:bodyPr wrap="square" lIns="0" tIns="0" rIns="0" bIns="0" rtlCol="0"/>
            <a:lstStyle/>
            <a:p/>
          </p:txBody>
        </p:sp>
        <p:sp>
          <p:nvSpPr>
            <p:cNvPr id="1349" name="object 1349"/>
            <p:cNvSpPr/>
            <p:nvPr/>
          </p:nvSpPr>
          <p:spPr>
            <a:xfrm>
              <a:off x="6010910" y="1308100"/>
              <a:ext cx="237490" cy="7620"/>
            </a:xfrm>
            <a:custGeom>
              <a:avLst/>
              <a:gdLst/>
              <a:ahLst/>
              <a:cxnLst/>
              <a:rect l="l" t="t" r="r" b="b"/>
              <a:pathLst>
                <a:path w="237489" h="7619">
                  <a:moveTo>
                    <a:pt x="82550" y="0"/>
                  </a:moveTo>
                  <a:lnTo>
                    <a:pt x="0" y="0"/>
                  </a:lnTo>
                  <a:lnTo>
                    <a:pt x="0" y="7620"/>
                  </a:lnTo>
                  <a:lnTo>
                    <a:pt x="82550" y="7620"/>
                  </a:lnTo>
                  <a:lnTo>
                    <a:pt x="82550" y="0"/>
                  </a:lnTo>
                  <a:close/>
                </a:path>
                <a:path w="237489" h="7619">
                  <a:moveTo>
                    <a:pt x="237489" y="0"/>
                  </a:moveTo>
                  <a:lnTo>
                    <a:pt x="158750" y="0"/>
                  </a:lnTo>
                  <a:lnTo>
                    <a:pt x="158750" y="7620"/>
                  </a:lnTo>
                  <a:lnTo>
                    <a:pt x="236220" y="7620"/>
                  </a:lnTo>
                  <a:lnTo>
                    <a:pt x="236220" y="3810"/>
                  </a:lnTo>
                  <a:lnTo>
                    <a:pt x="237489" y="3810"/>
                  </a:lnTo>
                  <a:lnTo>
                    <a:pt x="237489" y="0"/>
                  </a:lnTo>
                  <a:close/>
                </a:path>
              </a:pathLst>
            </a:custGeom>
            <a:solidFill>
              <a:srgbClr val="432500"/>
            </a:solidFill>
          </p:spPr>
          <p:txBody>
            <a:bodyPr wrap="square" lIns="0" tIns="0" rIns="0" bIns="0" rtlCol="0"/>
            <a:lstStyle/>
            <a:p/>
          </p:txBody>
        </p:sp>
        <p:sp>
          <p:nvSpPr>
            <p:cNvPr id="1350" name="object 1350"/>
            <p:cNvSpPr/>
            <p:nvPr/>
          </p:nvSpPr>
          <p:spPr>
            <a:xfrm>
              <a:off x="6010910" y="1315720"/>
              <a:ext cx="236220" cy="6350"/>
            </a:xfrm>
            <a:custGeom>
              <a:avLst/>
              <a:gdLst/>
              <a:ahLst/>
              <a:cxnLst/>
              <a:rect l="l" t="t" r="r" b="b"/>
              <a:pathLst>
                <a:path w="236220" h="6350">
                  <a:moveTo>
                    <a:pt x="82550" y="0"/>
                  </a:moveTo>
                  <a:lnTo>
                    <a:pt x="0" y="0"/>
                  </a:lnTo>
                  <a:lnTo>
                    <a:pt x="0" y="5079"/>
                  </a:lnTo>
                  <a:lnTo>
                    <a:pt x="1269" y="5079"/>
                  </a:lnTo>
                  <a:lnTo>
                    <a:pt x="1269" y="6350"/>
                  </a:lnTo>
                  <a:lnTo>
                    <a:pt x="82550" y="6350"/>
                  </a:lnTo>
                  <a:lnTo>
                    <a:pt x="82550" y="0"/>
                  </a:lnTo>
                  <a:close/>
                </a:path>
                <a:path w="236220" h="6350">
                  <a:moveTo>
                    <a:pt x="236220" y="0"/>
                  </a:moveTo>
                  <a:lnTo>
                    <a:pt x="158750" y="0"/>
                  </a:lnTo>
                  <a:lnTo>
                    <a:pt x="158750" y="6350"/>
                  </a:lnTo>
                  <a:lnTo>
                    <a:pt x="236220" y="6350"/>
                  </a:lnTo>
                  <a:lnTo>
                    <a:pt x="236220" y="0"/>
                  </a:lnTo>
                  <a:close/>
                </a:path>
              </a:pathLst>
            </a:custGeom>
            <a:solidFill>
              <a:srgbClr val="452400"/>
            </a:solidFill>
          </p:spPr>
          <p:txBody>
            <a:bodyPr wrap="square" lIns="0" tIns="0" rIns="0" bIns="0" rtlCol="0"/>
            <a:lstStyle/>
            <a:p/>
          </p:txBody>
        </p:sp>
        <p:sp>
          <p:nvSpPr>
            <p:cNvPr id="1351" name="object 1351"/>
            <p:cNvSpPr/>
            <p:nvPr/>
          </p:nvSpPr>
          <p:spPr>
            <a:xfrm>
              <a:off x="6012180" y="1322070"/>
              <a:ext cx="234950" cy="7620"/>
            </a:xfrm>
            <a:custGeom>
              <a:avLst/>
              <a:gdLst/>
              <a:ahLst/>
              <a:cxnLst/>
              <a:rect l="l" t="t" r="r" b="b"/>
              <a:pathLst>
                <a:path w="234950" h="7619">
                  <a:moveTo>
                    <a:pt x="81280" y="0"/>
                  </a:moveTo>
                  <a:lnTo>
                    <a:pt x="0" y="0"/>
                  </a:lnTo>
                  <a:lnTo>
                    <a:pt x="0" y="7619"/>
                  </a:lnTo>
                  <a:lnTo>
                    <a:pt x="81280" y="7619"/>
                  </a:lnTo>
                  <a:lnTo>
                    <a:pt x="81280" y="0"/>
                  </a:lnTo>
                  <a:close/>
                </a:path>
                <a:path w="234950" h="7619">
                  <a:moveTo>
                    <a:pt x="234950" y="0"/>
                  </a:moveTo>
                  <a:lnTo>
                    <a:pt x="157480" y="0"/>
                  </a:lnTo>
                  <a:lnTo>
                    <a:pt x="157480" y="7619"/>
                  </a:lnTo>
                  <a:lnTo>
                    <a:pt x="233680" y="7619"/>
                  </a:lnTo>
                  <a:lnTo>
                    <a:pt x="233680" y="2539"/>
                  </a:lnTo>
                  <a:lnTo>
                    <a:pt x="234950" y="2539"/>
                  </a:lnTo>
                  <a:lnTo>
                    <a:pt x="234950" y="0"/>
                  </a:lnTo>
                  <a:close/>
                </a:path>
              </a:pathLst>
            </a:custGeom>
            <a:solidFill>
              <a:srgbClr val="482400"/>
            </a:solidFill>
          </p:spPr>
          <p:txBody>
            <a:bodyPr wrap="square" lIns="0" tIns="0" rIns="0" bIns="0" rtlCol="0"/>
            <a:lstStyle/>
            <a:p/>
          </p:txBody>
        </p:sp>
        <p:sp>
          <p:nvSpPr>
            <p:cNvPr id="1352" name="object 1352"/>
            <p:cNvSpPr/>
            <p:nvPr/>
          </p:nvSpPr>
          <p:spPr>
            <a:xfrm>
              <a:off x="6012180" y="1329690"/>
              <a:ext cx="233679" cy="7620"/>
            </a:xfrm>
            <a:custGeom>
              <a:avLst/>
              <a:gdLst/>
              <a:ahLst/>
              <a:cxnLst/>
              <a:rect l="l" t="t" r="r" b="b"/>
              <a:pathLst>
                <a:path w="233679" h="7619">
                  <a:moveTo>
                    <a:pt x="81280" y="0"/>
                  </a:moveTo>
                  <a:lnTo>
                    <a:pt x="0" y="0"/>
                  </a:lnTo>
                  <a:lnTo>
                    <a:pt x="0" y="5080"/>
                  </a:lnTo>
                  <a:lnTo>
                    <a:pt x="1270" y="5080"/>
                  </a:lnTo>
                  <a:lnTo>
                    <a:pt x="1270" y="7620"/>
                  </a:lnTo>
                  <a:lnTo>
                    <a:pt x="81280" y="7620"/>
                  </a:lnTo>
                  <a:lnTo>
                    <a:pt x="81280" y="0"/>
                  </a:lnTo>
                  <a:close/>
                </a:path>
                <a:path w="233679" h="7619">
                  <a:moveTo>
                    <a:pt x="233680" y="0"/>
                  </a:moveTo>
                  <a:lnTo>
                    <a:pt x="157480" y="0"/>
                  </a:lnTo>
                  <a:lnTo>
                    <a:pt x="157480" y="7620"/>
                  </a:lnTo>
                  <a:lnTo>
                    <a:pt x="233680" y="7620"/>
                  </a:lnTo>
                  <a:lnTo>
                    <a:pt x="233680" y="0"/>
                  </a:lnTo>
                  <a:close/>
                </a:path>
              </a:pathLst>
            </a:custGeom>
            <a:solidFill>
              <a:srgbClr val="4A2300"/>
            </a:solidFill>
          </p:spPr>
          <p:txBody>
            <a:bodyPr wrap="square" lIns="0" tIns="0" rIns="0" bIns="0" rtlCol="0"/>
            <a:lstStyle/>
            <a:p/>
          </p:txBody>
        </p:sp>
        <p:sp>
          <p:nvSpPr>
            <p:cNvPr id="1353" name="object 1353"/>
            <p:cNvSpPr/>
            <p:nvPr/>
          </p:nvSpPr>
          <p:spPr>
            <a:xfrm>
              <a:off x="6013450" y="1337309"/>
              <a:ext cx="231140" cy="6350"/>
            </a:xfrm>
            <a:custGeom>
              <a:avLst/>
              <a:gdLst/>
              <a:ahLst/>
              <a:cxnLst/>
              <a:rect l="l" t="t" r="r" b="b"/>
              <a:pathLst>
                <a:path w="231139" h="6350">
                  <a:moveTo>
                    <a:pt x="80010" y="0"/>
                  </a:moveTo>
                  <a:lnTo>
                    <a:pt x="0" y="0"/>
                  </a:lnTo>
                  <a:lnTo>
                    <a:pt x="0" y="6350"/>
                  </a:lnTo>
                  <a:lnTo>
                    <a:pt x="80010" y="6350"/>
                  </a:lnTo>
                  <a:lnTo>
                    <a:pt x="80010" y="0"/>
                  </a:lnTo>
                  <a:close/>
                </a:path>
                <a:path w="231139" h="6350">
                  <a:moveTo>
                    <a:pt x="231140" y="0"/>
                  </a:moveTo>
                  <a:lnTo>
                    <a:pt x="156210" y="0"/>
                  </a:lnTo>
                  <a:lnTo>
                    <a:pt x="156210" y="6350"/>
                  </a:lnTo>
                  <a:lnTo>
                    <a:pt x="231140" y="6350"/>
                  </a:lnTo>
                  <a:lnTo>
                    <a:pt x="231140" y="0"/>
                  </a:lnTo>
                  <a:close/>
                </a:path>
              </a:pathLst>
            </a:custGeom>
            <a:solidFill>
              <a:srgbClr val="4C2300"/>
            </a:solidFill>
          </p:spPr>
          <p:txBody>
            <a:bodyPr wrap="square" lIns="0" tIns="0" rIns="0" bIns="0" rtlCol="0"/>
            <a:lstStyle/>
            <a:p/>
          </p:txBody>
        </p:sp>
        <p:sp>
          <p:nvSpPr>
            <p:cNvPr id="1354" name="object 1354"/>
            <p:cNvSpPr/>
            <p:nvPr/>
          </p:nvSpPr>
          <p:spPr>
            <a:xfrm>
              <a:off x="6013450" y="1343660"/>
              <a:ext cx="231140" cy="7620"/>
            </a:xfrm>
            <a:custGeom>
              <a:avLst/>
              <a:gdLst/>
              <a:ahLst/>
              <a:cxnLst/>
              <a:rect l="l" t="t" r="r" b="b"/>
              <a:pathLst>
                <a:path w="231139" h="7619">
                  <a:moveTo>
                    <a:pt x="80010" y="0"/>
                  </a:moveTo>
                  <a:lnTo>
                    <a:pt x="0" y="0"/>
                  </a:lnTo>
                  <a:lnTo>
                    <a:pt x="0" y="1269"/>
                  </a:lnTo>
                  <a:lnTo>
                    <a:pt x="1270" y="1269"/>
                  </a:lnTo>
                  <a:lnTo>
                    <a:pt x="1270" y="7619"/>
                  </a:lnTo>
                  <a:lnTo>
                    <a:pt x="81280" y="7619"/>
                  </a:lnTo>
                  <a:lnTo>
                    <a:pt x="81280" y="2539"/>
                  </a:lnTo>
                  <a:lnTo>
                    <a:pt x="80010" y="2539"/>
                  </a:lnTo>
                  <a:lnTo>
                    <a:pt x="80010" y="0"/>
                  </a:lnTo>
                  <a:close/>
                </a:path>
                <a:path w="231139" h="7619">
                  <a:moveTo>
                    <a:pt x="231139" y="0"/>
                  </a:moveTo>
                  <a:lnTo>
                    <a:pt x="156210" y="0"/>
                  </a:lnTo>
                  <a:lnTo>
                    <a:pt x="156210" y="1269"/>
                  </a:lnTo>
                  <a:lnTo>
                    <a:pt x="154939" y="1269"/>
                  </a:lnTo>
                  <a:lnTo>
                    <a:pt x="154939" y="7619"/>
                  </a:lnTo>
                  <a:lnTo>
                    <a:pt x="229869" y="7619"/>
                  </a:lnTo>
                  <a:lnTo>
                    <a:pt x="229869" y="3810"/>
                  </a:lnTo>
                  <a:lnTo>
                    <a:pt x="231139" y="3810"/>
                  </a:lnTo>
                  <a:lnTo>
                    <a:pt x="231139" y="0"/>
                  </a:lnTo>
                  <a:close/>
                </a:path>
              </a:pathLst>
            </a:custGeom>
            <a:solidFill>
              <a:srgbClr val="4E2300"/>
            </a:solidFill>
          </p:spPr>
          <p:txBody>
            <a:bodyPr wrap="square" lIns="0" tIns="0" rIns="0" bIns="0" rtlCol="0"/>
            <a:lstStyle/>
            <a:p/>
          </p:txBody>
        </p:sp>
        <p:sp>
          <p:nvSpPr>
            <p:cNvPr id="1355" name="object 1355"/>
            <p:cNvSpPr/>
            <p:nvPr/>
          </p:nvSpPr>
          <p:spPr>
            <a:xfrm>
              <a:off x="6015990" y="1351280"/>
              <a:ext cx="227329" cy="7620"/>
            </a:xfrm>
            <a:custGeom>
              <a:avLst/>
              <a:gdLst/>
              <a:ahLst/>
              <a:cxnLst/>
              <a:rect l="l" t="t" r="r" b="b"/>
              <a:pathLst>
                <a:path w="227329" h="7619">
                  <a:moveTo>
                    <a:pt x="78739" y="0"/>
                  </a:moveTo>
                  <a:lnTo>
                    <a:pt x="0" y="0"/>
                  </a:lnTo>
                  <a:lnTo>
                    <a:pt x="0" y="5080"/>
                  </a:lnTo>
                  <a:lnTo>
                    <a:pt x="1270" y="5080"/>
                  </a:lnTo>
                  <a:lnTo>
                    <a:pt x="1270" y="7620"/>
                  </a:lnTo>
                  <a:lnTo>
                    <a:pt x="78740" y="7620"/>
                  </a:lnTo>
                  <a:lnTo>
                    <a:pt x="78739" y="0"/>
                  </a:lnTo>
                  <a:close/>
                </a:path>
                <a:path w="227329" h="7619">
                  <a:moveTo>
                    <a:pt x="227329" y="0"/>
                  </a:moveTo>
                  <a:lnTo>
                    <a:pt x="152400" y="0"/>
                  </a:lnTo>
                  <a:lnTo>
                    <a:pt x="152400" y="7620"/>
                  </a:lnTo>
                  <a:lnTo>
                    <a:pt x="226060" y="7620"/>
                  </a:lnTo>
                  <a:lnTo>
                    <a:pt x="226060" y="2540"/>
                  </a:lnTo>
                  <a:lnTo>
                    <a:pt x="227329" y="2540"/>
                  </a:lnTo>
                  <a:lnTo>
                    <a:pt x="227329" y="0"/>
                  </a:lnTo>
                  <a:close/>
                </a:path>
              </a:pathLst>
            </a:custGeom>
            <a:solidFill>
              <a:srgbClr val="512200"/>
            </a:solidFill>
          </p:spPr>
          <p:txBody>
            <a:bodyPr wrap="square" lIns="0" tIns="0" rIns="0" bIns="0" rtlCol="0"/>
            <a:lstStyle/>
            <a:p/>
          </p:txBody>
        </p:sp>
        <p:sp>
          <p:nvSpPr>
            <p:cNvPr id="1356" name="object 1356"/>
            <p:cNvSpPr/>
            <p:nvPr/>
          </p:nvSpPr>
          <p:spPr>
            <a:xfrm>
              <a:off x="6017260" y="1358900"/>
              <a:ext cx="224790" cy="6350"/>
            </a:xfrm>
            <a:custGeom>
              <a:avLst/>
              <a:gdLst/>
              <a:ahLst/>
              <a:cxnLst/>
              <a:rect l="l" t="t" r="r" b="b"/>
              <a:pathLst>
                <a:path w="224789" h="6350">
                  <a:moveTo>
                    <a:pt x="77469" y="0"/>
                  </a:moveTo>
                  <a:lnTo>
                    <a:pt x="0" y="0"/>
                  </a:lnTo>
                  <a:lnTo>
                    <a:pt x="0" y="2539"/>
                  </a:lnTo>
                  <a:lnTo>
                    <a:pt x="1269" y="2539"/>
                  </a:lnTo>
                  <a:lnTo>
                    <a:pt x="1269" y="6350"/>
                  </a:lnTo>
                  <a:lnTo>
                    <a:pt x="77470" y="6350"/>
                  </a:lnTo>
                  <a:lnTo>
                    <a:pt x="77469" y="0"/>
                  </a:lnTo>
                  <a:close/>
                </a:path>
                <a:path w="224789" h="6350">
                  <a:moveTo>
                    <a:pt x="224789" y="0"/>
                  </a:moveTo>
                  <a:lnTo>
                    <a:pt x="151129" y="0"/>
                  </a:lnTo>
                  <a:lnTo>
                    <a:pt x="151129" y="3810"/>
                  </a:lnTo>
                  <a:lnTo>
                    <a:pt x="149860" y="3810"/>
                  </a:lnTo>
                  <a:lnTo>
                    <a:pt x="149860" y="6350"/>
                  </a:lnTo>
                  <a:lnTo>
                    <a:pt x="223520" y="6350"/>
                  </a:lnTo>
                  <a:lnTo>
                    <a:pt x="223519" y="1270"/>
                  </a:lnTo>
                  <a:lnTo>
                    <a:pt x="224789" y="1270"/>
                  </a:lnTo>
                  <a:lnTo>
                    <a:pt x="224789" y="0"/>
                  </a:lnTo>
                  <a:close/>
                </a:path>
              </a:pathLst>
            </a:custGeom>
            <a:solidFill>
              <a:srgbClr val="532200"/>
            </a:solidFill>
          </p:spPr>
          <p:txBody>
            <a:bodyPr wrap="square" lIns="0" tIns="0" rIns="0" bIns="0" rtlCol="0"/>
            <a:lstStyle/>
            <a:p/>
          </p:txBody>
        </p:sp>
        <p:sp>
          <p:nvSpPr>
            <p:cNvPr id="1357" name="object 1357"/>
            <p:cNvSpPr/>
            <p:nvPr/>
          </p:nvSpPr>
          <p:spPr>
            <a:xfrm>
              <a:off x="6019800" y="1365250"/>
              <a:ext cx="219710" cy="7620"/>
            </a:xfrm>
            <a:custGeom>
              <a:avLst/>
              <a:gdLst/>
              <a:ahLst/>
              <a:cxnLst/>
              <a:rect l="l" t="t" r="r" b="b"/>
              <a:pathLst>
                <a:path w="219710" h="7619">
                  <a:moveTo>
                    <a:pt x="74930" y="0"/>
                  </a:moveTo>
                  <a:lnTo>
                    <a:pt x="0" y="0"/>
                  </a:lnTo>
                  <a:lnTo>
                    <a:pt x="0" y="5079"/>
                  </a:lnTo>
                  <a:lnTo>
                    <a:pt x="1270" y="5079"/>
                  </a:lnTo>
                  <a:lnTo>
                    <a:pt x="1270" y="7620"/>
                  </a:lnTo>
                  <a:lnTo>
                    <a:pt x="74930" y="7620"/>
                  </a:lnTo>
                  <a:lnTo>
                    <a:pt x="74930" y="0"/>
                  </a:lnTo>
                  <a:close/>
                </a:path>
                <a:path w="219710" h="7619">
                  <a:moveTo>
                    <a:pt x="219710" y="0"/>
                  </a:moveTo>
                  <a:lnTo>
                    <a:pt x="147320" y="0"/>
                  </a:lnTo>
                  <a:lnTo>
                    <a:pt x="147320" y="7620"/>
                  </a:lnTo>
                  <a:lnTo>
                    <a:pt x="218440" y="7620"/>
                  </a:lnTo>
                  <a:lnTo>
                    <a:pt x="218440" y="6350"/>
                  </a:lnTo>
                  <a:lnTo>
                    <a:pt x="219710" y="6350"/>
                  </a:lnTo>
                  <a:lnTo>
                    <a:pt x="219710" y="0"/>
                  </a:lnTo>
                  <a:close/>
                </a:path>
              </a:pathLst>
            </a:custGeom>
            <a:solidFill>
              <a:srgbClr val="552100"/>
            </a:solidFill>
          </p:spPr>
          <p:txBody>
            <a:bodyPr wrap="square" lIns="0" tIns="0" rIns="0" bIns="0" rtlCol="0"/>
            <a:lstStyle/>
            <a:p/>
          </p:txBody>
        </p:sp>
        <p:sp>
          <p:nvSpPr>
            <p:cNvPr id="1358" name="object 1358"/>
            <p:cNvSpPr/>
            <p:nvPr/>
          </p:nvSpPr>
          <p:spPr>
            <a:xfrm>
              <a:off x="6021070" y="1372870"/>
              <a:ext cx="217170" cy="7620"/>
            </a:xfrm>
            <a:custGeom>
              <a:avLst/>
              <a:gdLst/>
              <a:ahLst/>
              <a:cxnLst/>
              <a:rect l="l" t="t" r="r" b="b"/>
              <a:pathLst>
                <a:path w="217170" h="7619">
                  <a:moveTo>
                    <a:pt x="73660" y="0"/>
                  </a:moveTo>
                  <a:lnTo>
                    <a:pt x="0" y="0"/>
                  </a:lnTo>
                  <a:lnTo>
                    <a:pt x="0" y="3809"/>
                  </a:lnTo>
                  <a:lnTo>
                    <a:pt x="1269" y="3809"/>
                  </a:lnTo>
                  <a:lnTo>
                    <a:pt x="1269" y="7619"/>
                  </a:lnTo>
                  <a:lnTo>
                    <a:pt x="74929" y="7619"/>
                  </a:lnTo>
                  <a:lnTo>
                    <a:pt x="74929" y="1269"/>
                  </a:lnTo>
                  <a:lnTo>
                    <a:pt x="73660" y="1269"/>
                  </a:lnTo>
                  <a:lnTo>
                    <a:pt x="73660" y="0"/>
                  </a:lnTo>
                  <a:close/>
                </a:path>
                <a:path w="217170" h="7619">
                  <a:moveTo>
                    <a:pt x="217170" y="0"/>
                  </a:moveTo>
                  <a:lnTo>
                    <a:pt x="146050" y="0"/>
                  </a:lnTo>
                  <a:lnTo>
                    <a:pt x="146050" y="5079"/>
                  </a:lnTo>
                  <a:lnTo>
                    <a:pt x="144779" y="5079"/>
                  </a:lnTo>
                  <a:lnTo>
                    <a:pt x="144779" y="7619"/>
                  </a:lnTo>
                  <a:lnTo>
                    <a:pt x="215900" y="7619"/>
                  </a:lnTo>
                  <a:lnTo>
                    <a:pt x="215900" y="3809"/>
                  </a:lnTo>
                  <a:lnTo>
                    <a:pt x="217170" y="3809"/>
                  </a:lnTo>
                  <a:lnTo>
                    <a:pt x="217170" y="0"/>
                  </a:lnTo>
                  <a:close/>
                </a:path>
              </a:pathLst>
            </a:custGeom>
            <a:solidFill>
              <a:srgbClr val="572100"/>
            </a:solidFill>
          </p:spPr>
          <p:txBody>
            <a:bodyPr wrap="square" lIns="0" tIns="0" rIns="0" bIns="0" rtlCol="0"/>
            <a:lstStyle/>
            <a:p/>
          </p:txBody>
        </p:sp>
        <p:sp>
          <p:nvSpPr>
            <p:cNvPr id="1359" name="object 1359"/>
            <p:cNvSpPr/>
            <p:nvPr/>
          </p:nvSpPr>
          <p:spPr>
            <a:xfrm>
              <a:off x="6022340" y="1380490"/>
              <a:ext cx="214629" cy="6350"/>
            </a:xfrm>
            <a:custGeom>
              <a:avLst/>
              <a:gdLst/>
              <a:ahLst/>
              <a:cxnLst/>
              <a:rect l="l" t="t" r="r" b="b"/>
              <a:pathLst>
                <a:path w="214629" h="6350">
                  <a:moveTo>
                    <a:pt x="74930" y="1270"/>
                  </a:moveTo>
                  <a:lnTo>
                    <a:pt x="1270" y="1270"/>
                  </a:lnTo>
                  <a:lnTo>
                    <a:pt x="1270" y="5080"/>
                  </a:lnTo>
                  <a:lnTo>
                    <a:pt x="2539" y="5080"/>
                  </a:lnTo>
                  <a:lnTo>
                    <a:pt x="2539" y="6350"/>
                  </a:lnTo>
                  <a:lnTo>
                    <a:pt x="74930" y="6350"/>
                  </a:lnTo>
                  <a:lnTo>
                    <a:pt x="74930" y="1270"/>
                  </a:lnTo>
                  <a:close/>
                </a:path>
                <a:path w="214629" h="6350">
                  <a:moveTo>
                    <a:pt x="73660" y="0"/>
                  </a:moveTo>
                  <a:lnTo>
                    <a:pt x="0" y="0"/>
                  </a:lnTo>
                  <a:lnTo>
                    <a:pt x="0" y="1270"/>
                  </a:lnTo>
                  <a:lnTo>
                    <a:pt x="73660" y="1270"/>
                  </a:lnTo>
                  <a:lnTo>
                    <a:pt x="73660" y="0"/>
                  </a:lnTo>
                  <a:close/>
                </a:path>
                <a:path w="214629" h="6350">
                  <a:moveTo>
                    <a:pt x="214630" y="0"/>
                  </a:moveTo>
                  <a:lnTo>
                    <a:pt x="143510" y="0"/>
                  </a:lnTo>
                  <a:lnTo>
                    <a:pt x="143510" y="6350"/>
                  </a:lnTo>
                  <a:lnTo>
                    <a:pt x="212089" y="6350"/>
                  </a:lnTo>
                  <a:lnTo>
                    <a:pt x="212089" y="3810"/>
                  </a:lnTo>
                  <a:lnTo>
                    <a:pt x="213360" y="3810"/>
                  </a:lnTo>
                  <a:lnTo>
                    <a:pt x="213360" y="1270"/>
                  </a:lnTo>
                  <a:lnTo>
                    <a:pt x="214630" y="1270"/>
                  </a:lnTo>
                  <a:lnTo>
                    <a:pt x="214630" y="0"/>
                  </a:lnTo>
                  <a:close/>
                </a:path>
              </a:pathLst>
            </a:custGeom>
            <a:solidFill>
              <a:srgbClr val="592000"/>
            </a:solidFill>
          </p:spPr>
          <p:txBody>
            <a:bodyPr wrap="square" lIns="0" tIns="0" rIns="0" bIns="0" rtlCol="0"/>
            <a:lstStyle/>
            <a:p/>
          </p:txBody>
        </p:sp>
        <p:sp>
          <p:nvSpPr>
            <p:cNvPr id="1360" name="object 1360"/>
            <p:cNvSpPr/>
            <p:nvPr/>
          </p:nvSpPr>
          <p:spPr>
            <a:xfrm>
              <a:off x="6024880" y="1386840"/>
              <a:ext cx="209550" cy="7620"/>
            </a:xfrm>
            <a:custGeom>
              <a:avLst/>
              <a:gdLst/>
              <a:ahLst/>
              <a:cxnLst/>
              <a:rect l="l" t="t" r="r" b="b"/>
              <a:pathLst>
                <a:path w="209550" h="7619">
                  <a:moveTo>
                    <a:pt x="72390" y="0"/>
                  </a:moveTo>
                  <a:lnTo>
                    <a:pt x="0" y="0"/>
                  </a:lnTo>
                  <a:lnTo>
                    <a:pt x="0" y="2539"/>
                  </a:lnTo>
                  <a:lnTo>
                    <a:pt x="1270" y="2539"/>
                  </a:lnTo>
                  <a:lnTo>
                    <a:pt x="1270" y="6350"/>
                  </a:lnTo>
                  <a:lnTo>
                    <a:pt x="2540" y="6350"/>
                  </a:lnTo>
                  <a:lnTo>
                    <a:pt x="2540" y="7620"/>
                  </a:lnTo>
                  <a:lnTo>
                    <a:pt x="73660" y="7620"/>
                  </a:lnTo>
                  <a:lnTo>
                    <a:pt x="73660" y="3810"/>
                  </a:lnTo>
                  <a:lnTo>
                    <a:pt x="72390" y="3810"/>
                  </a:lnTo>
                  <a:lnTo>
                    <a:pt x="72390" y="0"/>
                  </a:lnTo>
                  <a:close/>
                </a:path>
                <a:path w="209550" h="7619">
                  <a:moveTo>
                    <a:pt x="139700" y="7481"/>
                  </a:moveTo>
                  <a:lnTo>
                    <a:pt x="138430" y="7620"/>
                  </a:lnTo>
                  <a:lnTo>
                    <a:pt x="139700" y="7620"/>
                  </a:lnTo>
                  <a:lnTo>
                    <a:pt x="139700" y="7481"/>
                  </a:lnTo>
                  <a:close/>
                </a:path>
                <a:path w="209550" h="7619">
                  <a:moveTo>
                    <a:pt x="208280" y="138"/>
                  </a:moveTo>
                  <a:lnTo>
                    <a:pt x="139700" y="7620"/>
                  </a:lnTo>
                  <a:lnTo>
                    <a:pt x="205740" y="7620"/>
                  </a:lnTo>
                  <a:lnTo>
                    <a:pt x="205739" y="6350"/>
                  </a:lnTo>
                  <a:lnTo>
                    <a:pt x="207010" y="6350"/>
                  </a:lnTo>
                  <a:lnTo>
                    <a:pt x="207010" y="2539"/>
                  </a:lnTo>
                  <a:lnTo>
                    <a:pt x="208279" y="2539"/>
                  </a:lnTo>
                  <a:lnTo>
                    <a:pt x="208280" y="138"/>
                  </a:lnTo>
                  <a:close/>
                </a:path>
                <a:path w="209550" h="7619">
                  <a:moveTo>
                    <a:pt x="208280" y="0"/>
                  </a:moveTo>
                  <a:lnTo>
                    <a:pt x="140970" y="0"/>
                  </a:lnTo>
                  <a:lnTo>
                    <a:pt x="140970" y="1270"/>
                  </a:lnTo>
                  <a:lnTo>
                    <a:pt x="139700" y="1270"/>
                  </a:lnTo>
                  <a:lnTo>
                    <a:pt x="139700" y="7481"/>
                  </a:lnTo>
                  <a:lnTo>
                    <a:pt x="208280" y="0"/>
                  </a:lnTo>
                  <a:close/>
                </a:path>
                <a:path w="209550" h="7619">
                  <a:moveTo>
                    <a:pt x="209550" y="0"/>
                  </a:moveTo>
                  <a:lnTo>
                    <a:pt x="208280" y="0"/>
                  </a:lnTo>
                  <a:lnTo>
                    <a:pt x="208280" y="138"/>
                  </a:lnTo>
                  <a:lnTo>
                    <a:pt x="209550" y="0"/>
                  </a:lnTo>
                  <a:close/>
                </a:path>
              </a:pathLst>
            </a:custGeom>
            <a:solidFill>
              <a:srgbClr val="5C2000"/>
            </a:solidFill>
          </p:spPr>
          <p:txBody>
            <a:bodyPr wrap="square" lIns="0" tIns="0" rIns="0" bIns="0" rtlCol="0"/>
            <a:lstStyle/>
            <a:p/>
          </p:txBody>
        </p:sp>
        <p:sp>
          <p:nvSpPr>
            <p:cNvPr id="1361" name="object 1361"/>
            <p:cNvSpPr/>
            <p:nvPr/>
          </p:nvSpPr>
          <p:spPr>
            <a:xfrm>
              <a:off x="6027420" y="1394460"/>
              <a:ext cx="203200" cy="7620"/>
            </a:xfrm>
            <a:custGeom>
              <a:avLst/>
              <a:gdLst/>
              <a:ahLst/>
              <a:cxnLst/>
              <a:rect l="l" t="t" r="r" b="b"/>
              <a:pathLst>
                <a:path w="203200" h="7619">
                  <a:moveTo>
                    <a:pt x="71120" y="0"/>
                  </a:moveTo>
                  <a:lnTo>
                    <a:pt x="0" y="0"/>
                  </a:lnTo>
                  <a:lnTo>
                    <a:pt x="0" y="1269"/>
                  </a:lnTo>
                  <a:lnTo>
                    <a:pt x="71120" y="1269"/>
                  </a:lnTo>
                  <a:lnTo>
                    <a:pt x="71120" y="0"/>
                  </a:lnTo>
                  <a:close/>
                </a:path>
                <a:path w="203200" h="7619">
                  <a:moveTo>
                    <a:pt x="203200" y="0"/>
                  </a:moveTo>
                  <a:lnTo>
                    <a:pt x="135889" y="0"/>
                  </a:lnTo>
                  <a:lnTo>
                    <a:pt x="135889" y="1269"/>
                  </a:lnTo>
                  <a:lnTo>
                    <a:pt x="203200" y="1269"/>
                  </a:lnTo>
                  <a:lnTo>
                    <a:pt x="203200" y="0"/>
                  </a:lnTo>
                  <a:close/>
                </a:path>
                <a:path w="203200" h="7619">
                  <a:moveTo>
                    <a:pt x="71119" y="3936"/>
                  </a:moveTo>
                  <a:lnTo>
                    <a:pt x="2539" y="3936"/>
                  </a:lnTo>
                  <a:lnTo>
                    <a:pt x="2539" y="6476"/>
                  </a:lnTo>
                  <a:lnTo>
                    <a:pt x="3809" y="6476"/>
                  </a:lnTo>
                  <a:lnTo>
                    <a:pt x="3809" y="7619"/>
                  </a:lnTo>
                  <a:lnTo>
                    <a:pt x="72389" y="7619"/>
                  </a:lnTo>
                  <a:lnTo>
                    <a:pt x="72389" y="5206"/>
                  </a:lnTo>
                  <a:lnTo>
                    <a:pt x="71119" y="5206"/>
                  </a:lnTo>
                  <a:lnTo>
                    <a:pt x="71119" y="3936"/>
                  </a:lnTo>
                  <a:close/>
                </a:path>
                <a:path w="203200" h="7619">
                  <a:moveTo>
                    <a:pt x="71119" y="1396"/>
                  </a:moveTo>
                  <a:lnTo>
                    <a:pt x="1269" y="1396"/>
                  </a:lnTo>
                  <a:lnTo>
                    <a:pt x="1269" y="3936"/>
                  </a:lnTo>
                  <a:lnTo>
                    <a:pt x="2539" y="3936"/>
                  </a:lnTo>
                  <a:lnTo>
                    <a:pt x="71119" y="3809"/>
                  </a:lnTo>
                  <a:lnTo>
                    <a:pt x="71119" y="1396"/>
                  </a:lnTo>
                  <a:close/>
                </a:path>
                <a:path w="203200" h="7619">
                  <a:moveTo>
                    <a:pt x="201929" y="3936"/>
                  </a:moveTo>
                  <a:lnTo>
                    <a:pt x="135889" y="3936"/>
                  </a:lnTo>
                  <a:lnTo>
                    <a:pt x="135889" y="6476"/>
                  </a:lnTo>
                  <a:lnTo>
                    <a:pt x="134619" y="6476"/>
                  </a:lnTo>
                  <a:lnTo>
                    <a:pt x="134619" y="7619"/>
                  </a:lnTo>
                  <a:lnTo>
                    <a:pt x="200659" y="7619"/>
                  </a:lnTo>
                  <a:lnTo>
                    <a:pt x="200660" y="5206"/>
                  </a:lnTo>
                  <a:lnTo>
                    <a:pt x="201929" y="5206"/>
                  </a:lnTo>
                  <a:lnTo>
                    <a:pt x="201929" y="3936"/>
                  </a:lnTo>
                  <a:close/>
                </a:path>
                <a:path w="203200" h="7619">
                  <a:moveTo>
                    <a:pt x="201929" y="1396"/>
                  </a:moveTo>
                  <a:lnTo>
                    <a:pt x="135889" y="1396"/>
                  </a:lnTo>
                  <a:lnTo>
                    <a:pt x="135889" y="3809"/>
                  </a:lnTo>
                  <a:lnTo>
                    <a:pt x="201929" y="3809"/>
                  </a:lnTo>
                  <a:lnTo>
                    <a:pt x="201929" y="1396"/>
                  </a:lnTo>
                  <a:close/>
                </a:path>
              </a:pathLst>
            </a:custGeom>
            <a:solidFill>
              <a:srgbClr val="5E1F00"/>
            </a:solidFill>
          </p:spPr>
          <p:txBody>
            <a:bodyPr wrap="square" lIns="0" tIns="0" rIns="0" bIns="0" rtlCol="0"/>
            <a:lstStyle/>
            <a:p/>
          </p:txBody>
        </p:sp>
        <p:sp>
          <p:nvSpPr>
            <p:cNvPr id="1362" name="object 1362"/>
            <p:cNvSpPr/>
            <p:nvPr/>
          </p:nvSpPr>
          <p:spPr>
            <a:xfrm>
              <a:off x="6031230" y="1402080"/>
              <a:ext cx="196850" cy="6350"/>
            </a:xfrm>
            <a:custGeom>
              <a:avLst/>
              <a:gdLst/>
              <a:ahLst/>
              <a:cxnLst/>
              <a:rect l="l" t="t" r="r" b="b"/>
              <a:pathLst>
                <a:path w="196850" h="6350">
                  <a:moveTo>
                    <a:pt x="194310" y="3937"/>
                  </a:moveTo>
                  <a:lnTo>
                    <a:pt x="129540" y="3937"/>
                  </a:lnTo>
                  <a:lnTo>
                    <a:pt x="129540" y="6350"/>
                  </a:lnTo>
                  <a:lnTo>
                    <a:pt x="194310" y="6350"/>
                  </a:lnTo>
                  <a:lnTo>
                    <a:pt x="194310" y="3937"/>
                  </a:lnTo>
                  <a:close/>
                </a:path>
                <a:path w="196850" h="6350">
                  <a:moveTo>
                    <a:pt x="195580" y="2666"/>
                  </a:moveTo>
                  <a:lnTo>
                    <a:pt x="130810" y="2666"/>
                  </a:lnTo>
                  <a:lnTo>
                    <a:pt x="130810" y="3937"/>
                  </a:lnTo>
                  <a:lnTo>
                    <a:pt x="195580" y="3937"/>
                  </a:lnTo>
                  <a:lnTo>
                    <a:pt x="195580" y="2666"/>
                  </a:lnTo>
                  <a:close/>
                </a:path>
                <a:path w="196850" h="6350">
                  <a:moveTo>
                    <a:pt x="69850" y="2539"/>
                  </a:moveTo>
                  <a:lnTo>
                    <a:pt x="68579" y="2539"/>
                  </a:lnTo>
                  <a:lnTo>
                    <a:pt x="1270" y="2666"/>
                  </a:lnTo>
                  <a:lnTo>
                    <a:pt x="1270" y="5207"/>
                  </a:lnTo>
                  <a:lnTo>
                    <a:pt x="2540" y="5207"/>
                  </a:lnTo>
                  <a:lnTo>
                    <a:pt x="2540" y="6350"/>
                  </a:lnTo>
                  <a:lnTo>
                    <a:pt x="69850" y="6350"/>
                  </a:lnTo>
                  <a:lnTo>
                    <a:pt x="69850" y="2539"/>
                  </a:lnTo>
                  <a:close/>
                </a:path>
                <a:path w="196850" h="6350">
                  <a:moveTo>
                    <a:pt x="68580" y="0"/>
                  </a:moveTo>
                  <a:lnTo>
                    <a:pt x="0" y="0"/>
                  </a:lnTo>
                  <a:lnTo>
                    <a:pt x="0" y="2666"/>
                  </a:lnTo>
                  <a:lnTo>
                    <a:pt x="1270" y="2666"/>
                  </a:lnTo>
                  <a:lnTo>
                    <a:pt x="68579" y="2539"/>
                  </a:lnTo>
                  <a:lnTo>
                    <a:pt x="68580" y="0"/>
                  </a:lnTo>
                  <a:close/>
                </a:path>
                <a:path w="196850" h="6350">
                  <a:moveTo>
                    <a:pt x="196850" y="0"/>
                  </a:moveTo>
                  <a:lnTo>
                    <a:pt x="130810" y="0"/>
                  </a:lnTo>
                  <a:lnTo>
                    <a:pt x="130810" y="2539"/>
                  </a:lnTo>
                  <a:lnTo>
                    <a:pt x="195580" y="2539"/>
                  </a:lnTo>
                  <a:lnTo>
                    <a:pt x="195580" y="1397"/>
                  </a:lnTo>
                  <a:lnTo>
                    <a:pt x="196850" y="1397"/>
                  </a:lnTo>
                  <a:lnTo>
                    <a:pt x="196850" y="0"/>
                  </a:lnTo>
                  <a:close/>
                </a:path>
              </a:pathLst>
            </a:custGeom>
            <a:solidFill>
              <a:srgbClr val="601F00"/>
            </a:solidFill>
          </p:spPr>
          <p:txBody>
            <a:bodyPr wrap="square" lIns="0" tIns="0" rIns="0" bIns="0" rtlCol="0"/>
            <a:lstStyle/>
            <a:p/>
          </p:txBody>
        </p:sp>
        <p:sp>
          <p:nvSpPr>
            <p:cNvPr id="1363" name="object 1363"/>
            <p:cNvSpPr/>
            <p:nvPr/>
          </p:nvSpPr>
          <p:spPr>
            <a:xfrm>
              <a:off x="6033770" y="1408430"/>
              <a:ext cx="191770" cy="7620"/>
            </a:xfrm>
            <a:custGeom>
              <a:avLst/>
              <a:gdLst/>
              <a:ahLst/>
              <a:cxnLst/>
              <a:rect l="l" t="t" r="r" b="b"/>
              <a:pathLst>
                <a:path w="191770" h="7619">
                  <a:moveTo>
                    <a:pt x="68579" y="5207"/>
                  </a:moveTo>
                  <a:lnTo>
                    <a:pt x="3809" y="5207"/>
                  </a:lnTo>
                  <a:lnTo>
                    <a:pt x="3809" y="7620"/>
                  </a:lnTo>
                  <a:lnTo>
                    <a:pt x="69850" y="7620"/>
                  </a:lnTo>
                  <a:lnTo>
                    <a:pt x="69849" y="6350"/>
                  </a:lnTo>
                  <a:lnTo>
                    <a:pt x="68579" y="6350"/>
                  </a:lnTo>
                  <a:lnTo>
                    <a:pt x="68579" y="5207"/>
                  </a:lnTo>
                  <a:close/>
                </a:path>
                <a:path w="191770" h="7619">
                  <a:moveTo>
                    <a:pt x="68579" y="2666"/>
                  </a:moveTo>
                  <a:lnTo>
                    <a:pt x="1269" y="2666"/>
                  </a:lnTo>
                  <a:lnTo>
                    <a:pt x="1269" y="3937"/>
                  </a:lnTo>
                  <a:lnTo>
                    <a:pt x="2539" y="3937"/>
                  </a:lnTo>
                  <a:lnTo>
                    <a:pt x="2539" y="5207"/>
                  </a:lnTo>
                  <a:lnTo>
                    <a:pt x="3809" y="5207"/>
                  </a:lnTo>
                  <a:lnTo>
                    <a:pt x="3809" y="5079"/>
                  </a:lnTo>
                  <a:lnTo>
                    <a:pt x="68579" y="5079"/>
                  </a:lnTo>
                  <a:lnTo>
                    <a:pt x="68579" y="2666"/>
                  </a:lnTo>
                  <a:close/>
                </a:path>
                <a:path w="191770" h="7619">
                  <a:moveTo>
                    <a:pt x="187959" y="6350"/>
                  </a:moveTo>
                  <a:lnTo>
                    <a:pt x="124459" y="6350"/>
                  </a:lnTo>
                  <a:lnTo>
                    <a:pt x="124459" y="7620"/>
                  </a:lnTo>
                  <a:lnTo>
                    <a:pt x="187959" y="7620"/>
                  </a:lnTo>
                  <a:lnTo>
                    <a:pt x="187959" y="6350"/>
                  </a:lnTo>
                  <a:close/>
                </a:path>
                <a:path w="191770" h="7619">
                  <a:moveTo>
                    <a:pt x="189229" y="5207"/>
                  </a:moveTo>
                  <a:lnTo>
                    <a:pt x="125729" y="5207"/>
                  </a:lnTo>
                  <a:lnTo>
                    <a:pt x="125729" y="6350"/>
                  </a:lnTo>
                  <a:lnTo>
                    <a:pt x="189229" y="6350"/>
                  </a:lnTo>
                  <a:lnTo>
                    <a:pt x="189229" y="5207"/>
                  </a:lnTo>
                  <a:close/>
                </a:path>
                <a:path w="191770" h="7619">
                  <a:moveTo>
                    <a:pt x="127000" y="2539"/>
                  </a:moveTo>
                  <a:lnTo>
                    <a:pt x="125729" y="2539"/>
                  </a:lnTo>
                  <a:lnTo>
                    <a:pt x="125729" y="5079"/>
                  </a:lnTo>
                  <a:lnTo>
                    <a:pt x="189229" y="5079"/>
                  </a:lnTo>
                  <a:lnTo>
                    <a:pt x="189229" y="3937"/>
                  </a:lnTo>
                  <a:lnTo>
                    <a:pt x="190500" y="3937"/>
                  </a:lnTo>
                  <a:lnTo>
                    <a:pt x="190500" y="2666"/>
                  </a:lnTo>
                  <a:lnTo>
                    <a:pt x="127000" y="2666"/>
                  </a:lnTo>
                  <a:close/>
                </a:path>
                <a:path w="191770" h="7619">
                  <a:moveTo>
                    <a:pt x="191770" y="0"/>
                  </a:moveTo>
                  <a:lnTo>
                    <a:pt x="127000" y="0"/>
                  </a:lnTo>
                  <a:lnTo>
                    <a:pt x="127000" y="2539"/>
                  </a:lnTo>
                  <a:lnTo>
                    <a:pt x="190500" y="2539"/>
                  </a:lnTo>
                  <a:lnTo>
                    <a:pt x="190500" y="1397"/>
                  </a:lnTo>
                  <a:lnTo>
                    <a:pt x="191770" y="1397"/>
                  </a:lnTo>
                  <a:lnTo>
                    <a:pt x="191770" y="0"/>
                  </a:lnTo>
                  <a:close/>
                </a:path>
                <a:path w="191770" h="7619">
                  <a:moveTo>
                    <a:pt x="68579" y="1397"/>
                  </a:moveTo>
                  <a:lnTo>
                    <a:pt x="1269" y="1397"/>
                  </a:lnTo>
                  <a:lnTo>
                    <a:pt x="1269" y="2539"/>
                  </a:lnTo>
                  <a:lnTo>
                    <a:pt x="68579" y="2539"/>
                  </a:lnTo>
                  <a:lnTo>
                    <a:pt x="68579" y="1397"/>
                  </a:lnTo>
                  <a:close/>
                </a:path>
                <a:path w="191770" h="7619">
                  <a:moveTo>
                    <a:pt x="67310" y="0"/>
                  </a:moveTo>
                  <a:lnTo>
                    <a:pt x="0" y="0"/>
                  </a:lnTo>
                  <a:lnTo>
                    <a:pt x="0" y="1397"/>
                  </a:lnTo>
                  <a:lnTo>
                    <a:pt x="67310" y="1397"/>
                  </a:lnTo>
                  <a:lnTo>
                    <a:pt x="67310" y="0"/>
                  </a:lnTo>
                  <a:close/>
                </a:path>
              </a:pathLst>
            </a:custGeom>
            <a:solidFill>
              <a:srgbClr val="621F00"/>
            </a:solidFill>
          </p:spPr>
          <p:txBody>
            <a:bodyPr wrap="square" lIns="0" tIns="0" rIns="0" bIns="0" rtlCol="0"/>
            <a:lstStyle/>
            <a:p/>
          </p:txBody>
        </p:sp>
        <p:sp>
          <p:nvSpPr>
            <p:cNvPr id="1364" name="object 1364"/>
            <p:cNvSpPr/>
            <p:nvPr/>
          </p:nvSpPr>
          <p:spPr>
            <a:xfrm>
              <a:off x="6037580" y="1416050"/>
              <a:ext cx="184150" cy="7620"/>
            </a:xfrm>
            <a:custGeom>
              <a:avLst/>
              <a:gdLst/>
              <a:ahLst/>
              <a:cxnLst/>
              <a:rect l="l" t="t" r="r" b="b"/>
              <a:pathLst>
                <a:path w="184150" h="7619">
                  <a:moveTo>
                    <a:pt x="68579" y="6476"/>
                  </a:moveTo>
                  <a:lnTo>
                    <a:pt x="6350" y="6476"/>
                  </a:lnTo>
                  <a:lnTo>
                    <a:pt x="6350" y="7620"/>
                  </a:lnTo>
                  <a:lnTo>
                    <a:pt x="68580" y="7620"/>
                  </a:lnTo>
                  <a:lnTo>
                    <a:pt x="68579" y="6476"/>
                  </a:lnTo>
                  <a:close/>
                </a:path>
                <a:path w="184150" h="7619">
                  <a:moveTo>
                    <a:pt x="67310" y="3937"/>
                  </a:moveTo>
                  <a:lnTo>
                    <a:pt x="3810" y="3937"/>
                  </a:lnTo>
                  <a:lnTo>
                    <a:pt x="3810" y="5079"/>
                  </a:lnTo>
                  <a:lnTo>
                    <a:pt x="5080" y="5079"/>
                  </a:lnTo>
                  <a:lnTo>
                    <a:pt x="5080" y="6476"/>
                  </a:lnTo>
                  <a:lnTo>
                    <a:pt x="67310" y="6476"/>
                  </a:lnTo>
                  <a:lnTo>
                    <a:pt x="67310" y="3937"/>
                  </a:lnTo>
                  <a:close/>
                </a:path>
                <a:path w="184150" h="7619">
                  <a:moveTo>
                    <a:pt x="181610" y="3937"/>
                  </a:moveTo>
                  <a:lnTo>
                    <a:pt x="119380" y="3937"/>
                  </a:lnTo>
                  <a:lnTo>
                    <a:pt x="119380" y="6476"/>
                  </a:lnTo>
                  <a:lnTo>
                    <a:pt x="118110" y="6476"/>
                  </a:lnTo>
                  <a:lnTo>
                    <a:pt x="118110" y="7620"/>
                  </a:lnTo>
                  <a:lnTo>
                    <a:pt x="180339" y="7620"/>
                  </a:lnTo>
                  <a:lnTo>
                    <a:pt x="180340" y="5079"/>
                  </a:lnTo>
                  <a:lnTo>
                    <a:pt x="181610" y="5079"/>
                  </a:lnTo>
                  <a:lnTo>
                    <a:pt x="181610" y="3937"/>
                  </a:lnTo>
                  <a:close/>
                </a:path>
                <a:path w="184150" h="7619">
                  <a:moveTo>
                    <a:pt x="182879" y="1396"/>
                  </a:moveTo>
                  <a:lnTo>
                    <a:pt x="120650" y="1396"/>
                  </a:lnTo>
                  <a:lnTo>
                    <a:pt x="120650" y="2666"/>
                  </a:lnTo>
                  <a:lnTo>
                    <a:pt x="119380" y="2666"/>
                  </a:lnTo>
                  <a:lnTo>
                    <a:pt x="119380" y="3809"/>
                  </a:lnTo>
                  <a:lnTo>
                    <a:pt x="181610" y="3809"/>
                  </a:lnTo>
                  <a:lnTo>
                    <a:pt x="181610" y="3937"/>
                  </a:lnTo>
                  <a:lnTo>
                    <a:pt x="182880" y="3937"/>
                  </a:lnTo>
                  <a:lnTo>
                    <a:pt x="182879" y="1396"/>
                  </a:lnTo>
                  <a:close/>
                </a:path>
                <a:path w="184150" h="7619">
                  <a:moveTo>
                    <a:pt x="184150" y="0"/>
                  </a:moveTo>
                  <a:lnTo>
                    <a:pt x="120650" y="0"/>
                  </a:lnTo>
                  <a:lnTo>
                    <a:pt x="120650" y="1269"/>
                  </a:lnTo>
                  <a:lnTo>
                    <a:pt x="182879" y="1269"/>
                  </a:lnTo>
                  <a:lnTo>
                    <a:pt x="184150" y="1396"/>
                  </a:lnTo>
                  <a:lnTo>
                    <a:pt x="184150" y="0"/>
                  </a:lnTo>
                  <a:close/>
                </a:path>
                <a:path w="184150" h="7619">
                  <a:moveTo>
                    <a:pt x="67310" y="2666"/>
                  </a:moveTo>
                  <a:lnTo>
                    <a:pt x="3810" y="2666"/>
                  </a:lnTo>
                  <a:lnTo>
                    <a:pt x="3810" y="3809"/>
                  </a:lnTo>
                  <a:lnTo>
                    <a:pt x="67310" y="3809"/>
                  </a:lnTo>
                  <a:lnTo>
                    <a:pt x="67310" y="2666"/>
                  </a:lnTo>
                  <a:close/>
                </a:path>
                <a:path w="184150" h="7619">
                  <a:moveTo>
                    <a:pt x="66040" y="1396"/>
                  </a:moveTo>
                  <a:lnTo>
                    <a:pt x="2540" y="1396"/>
                  </a:lnTo>
                  <a:lnTo>
                    <a:pt x="2540" y="2666"/>
                  </a:lnTo>
                  <a:lnTo>
                    <a:pt x="66040" y="2666"/>
                  </a:lnTo>
                  <a:lnTo>
                    <a:pt x="66040" y="1396"/>
                  </a:lnTo>
                  <a:close/>
                </a:path>
                <a:path w="184150" h="7619">
                  <a:moveTo>
                    <a:pt x="66040" y="0"/>
                  </a:moveTo>
                  <a:lnTo>
                    <a:pt x="0" y="0"/>
                  </a:lnTo>
                  <a:lnTo>
                    <a:pt x="1270" y="126"/>
                  </a:lnTo>
                  <a:lnTo>
                    <a:pt x="1270" y="1396"/>
                  </a:lnTo>
                  <a:lnTo>
                    <a:pt x="2540" y="1396"/>
                  </a:lnTo>
                  <a:lnTo>
                    <a:pt x="66040" y="1269"/>
                  </a:lnTo>
                  <a:lnTo>
                    <a:pt x="66040" y="0"/>
                  </a:lnTo>
                  <a:close/>
                </a:path>
              </a:pathLst>
            </a:custGeom>
            <a:solidFill>
              <a:srgbClr val="661E00"/>
            </a:solidFill>
          </p:spPr>
          <p:txBody>
            <a:bodyPr wrap="square" lIns="0" tIns="0" rIns="0" bIns="0" rtlCol="0"/>
            <a:lstStyle/>
            <a:p/>
          </p:txBody>
        </p:sp>
        <p:sp>
          <p:nvSpPr>
            <p:cNvPr id="1365" name="object 1365"/>
            <p:cNvSpPr/>
            <p:nvPr/>
          </p:nvSpPr>
          <p:spPr>
            <a:xfrm>
              <a:off x="6043930" y="1423670"/>
              <a:ext cx="173990" cy="6350"/>
            </a:xfrm>
            <a:custGeom>
              <a:avLst/>
              <a:gdLst/>
              <a:ahLst/>
              <a:cxnLst/>
              <a:rect l="l" t="t" r="r" b="b"/>
              <a:pathLst>
                <a:path w="173989" h="6350">
                  <a:moveTo>
                    <a:pt x="63500" y="2666"/>
                  </a:moveTo>
                  <a:lnTo>
                    <a:pt x="2540" y="2666"/>
                  </a:lnTo>
                  <a:lnTo>
                    <a:pt x="2540" y="5206"/>
                  </a:lnTo>
                  <a:lnTo>
                    <a:pt x="3810" y="5206"/>
                  </a:lnTo>
                  <a:lnTo>
                    <a:pt x="3810" y="6350"/>
                  </a:lnTo>
                  <a:lnTo>
                    <a:pt x="64770" y="6350"/>
                  </a:lnTo>
                  <a:lnTo>
                    <a:pt x="64770" y="3809"/>
                  </a:lnTo>
                  <a:lnTo>
                    <a:pt x="63500" y="3809"/>
                  </a:lnTo>
                  <a:lnTo>
                    <a:pt x="63500" y="2666"/>
                  </a:lnTo>
                  <a:close/>
                </a:path>
                <a:path w="173989" h="6350">
                  <a:moveTo>
                    <a:pt x="62230" y="126"/>
                  </a:moveTo>
                  <a:lnTo>
                    <a:pt x="1270" y="126"/>
                  </a:lnTo>
                  <a:lnTo>
                    <a:pt x="1270" y="2666"/>
                  </a:lnTo>
                  <a:lnTo>
                    <a:pt x="2540" y="2666"/>
                  </a:lnTo>
                  <a:lnTo>
                    <a:pt x="2540" y="2539"/>
                  </a:lnTo>
                  <a:lnTo>
                    <a:pt x="63500" y="2539"/>
                  </a:lnTo>
                  <a:lnTo>
                    <a:pt x="63500" y="1396"/>
                  </a:lnTo>
                  <a:lnTo>
                    <a:pt x="62230" y="1396"/>
                  </a:lnTo>
                  <a:lnTo>
                    <a:pt x="62230" y="126"/>
                  </a:lnTo>
                  <a:close/>
                </a:path>
                <a:path w="173989" h="6350">
                  <a:moveTo>
                    <a:pt x="1270" y="0"/>
                  </a:moveTo>
                  <a:lnTo>
                    <a:pt x="0" y="0"/>
                  </a:lnTo>
                  <a:lnTo>
                    <a:pt x="1270" y="126"/>
                  </a:lnTo>
                  <a:close/>
                </a:path>
                <a:path w="173989" h="6350">
                  <a:moveTo>
                    <a:pt x="168910" y="5206"/>
                  </a:moveTo>
                  <a:lnTo>
                    <a:pt x="109220" y="5206"/>
                  </a:lnTo>
                  <a:lnTo>
                    <a:pt x="109220" y="6350"/>
                  </a:lnTo>
                  <a:lnTo>
                    <a:pt x="168910" y="6350"/>
                  </a:lnTo>
                  <a:lnTo>
                    <a:pt x="168910" y="5206"/>
                  </a:lnTo>
                  <a:close/>
                </a:path>
                <a:path w="173989" h="6350">
                  <a:moveTo>
                    <a:pt x="111760" y="2539"/>
                  </a:moveTo>
                  <a:lnTo>
                    <a:pt x="110490" y="2539"/>
                  </a:lnTo>
                  <a:lnTo>
                    <a:pt x="110490" y="5206"/>
                  </a:lnTo>
                  <a:lnTo>
                    <a:pt x="170180" y="5206"/>
                  </a:lnTo>
                  <a:lnTo>
                    <a:pt x="170180" y="2666"/>
                  </a:lnTo>
                  <a:lnTo>
                    <a:pt x="111760" y="2666"/>
                  </a:lnTo>
                  <a:lnTo>
                    <a:pt x="111760" y="2539"/>
                  </a:lnTo>
                  <a:close/>
                </a:path>
                <a:path w="173989" h="6350">
                  <a:moveTo>
                    <a:pt x="172720" y="126"/>
                  </a:moveTo>
                  <a:lnTo>
                    <a:pt x="111760" y="126"/>
                  </a:lnTo>
                  <a:lnTo>
                    <a:pt x="111760" y="2539"/>
                  </a:lnTo>
                  <a:lnTo>
                    <a:pt x="170180" y="2539"/>
                  </a:lnTo>
                  <a:lnTo>
                    <a:pt x="170180" y="2666"/>
                  </a:lnTo>
                  <a:lnTo>
                    <a:pt x="171450" y="2666"/>
                  </a:lnTo>
                  <a:lnTo>
                    <a:pt x="171450" y="1396"/>
                  </a:lnTo>
                  <a:lnTo>
                    <a:pt x="172720" y="1396"/>
                  </a:lnTo>
                  <a:lnTo>
                    <a:pt x="172720" y="126"/>
                  </a:lnTo>
                  <a:close/>
                </a:path>
                <a:path w="173989" h="6350">
                  <a:moveTo>
                    <a:pt x="173989" y="0"/>
                  </a:moveTo>
                  <a:lnTo>
                    <a:pt x="172720" y="0"/>
                  </a:lnTo>
                  <a:lnTo>
                    <a:pt x="173989" y="126"/>
                  </a:lnTo>
                  <a:close/>
                </a:path>
              </a:pathLst>
            </a:custGeom>
            <a:solidFill>
              <a:srgbClr val="671E00"/>
            </a:solidFill>
          </p:spPr>
          <p:txBody>
            <a:bodyPr wrap="square" lIns="0" tIns="0" rIns="0" bIns="0" rtlCol="0"/>
            <a:lstStyle/>
            <a:p/>
          </p:txBody>
        </p:sp>
        <p:sp>
          <p:nvSpPr>
            <p:cNvPr id="1366" name="object 1366"/>
            <p:cNvSpPr/>
            <p:nvPr/>
          </p:nvSpPr>
          <p:spPr>
            <a:xfrm>
              <a:off x="6047740" y="1430020"/>
              <a:ext cx="165100" cy="7620"/>
            </a:xfrm>
            <a:custGeom>
              <a:avLst/>
              <a:gdLst/>
              <a:ahLst/>
              <a:cxnLst/>
              <a:rect l="l" t="t" r="r" b="b"/>
              <a:pathLst>
                <a:path w="165100" h="7619">
                  <a:moveTo>
                    <a:pt x="64770" y="6476"/>
                  </a:moveTo>
                  <a:lnTo>
                    <a:pt x="5080" y="6476"/>
                  </a:lnTo>
                  <a:lnTo>
                    <a:pt x="5080" y="7619"/>
                  </a:lnTo>
                  <a:lnTo>
                    <a:pt x="64770" y="7619"/>
                  </a:lnTo>
                  <a:lnTo>
                    <a:pt x="64770" y="6476"/>
                  </a:lnTo>
                  <a:close/>
                </a:path>
                <a:path w="165100" h="7619">
                  <a:moveTo>
                    <a:pt x="63500" y="2666"/>
                  </a:moveTo>
                  <a:lnTo>
                    <a:pt x="2539" y="2666"/>
                  </a:lnTo>
                  <a:lnTo>
                    <a:pt x="2539" y="3809"/>
                  </a:lnTo>
                  <a:lnTo>
                    <a:pt x="3810" y="3809"/>
                  </a:lnTo>
                  <a:lnTo>
                    <a:pt x="3810" y="6476"/>
                  </a:lnTo>
                  <a:lnTo>
                    <a:pt x="5080" y="6476"/>
                  </a:lnTo>
                  <a:lnTo>
                    <a:pt x="64770" y="6349"/>
                  </a:lnTo>
                  <a:lnTo>
                    <a:pt x="64770" y="5206"/>
                  </a:lnTo>
                  <a:lnTo>
                    <a:pt x="63500" y="5206"/>
                  </a:lnTo>
                  <a:lnTo>
                    <a:pt x="63500" y="2666"/>
                  </a:lnTo>
                  <a:close/>
                </a:path>
                <a:path w="165100" h="7619">
                  <a:moveTo>
                    <a:pt x="62230" y="0"/>
                  </a:moveTo>
                  <a:lnTo>
                    <a:pt x="60960" y="0"/>
                  </a:lnTo>
                  <a:lnTo>
                    <a:pt x="1270" y="126"/>
                  </a:lnTo>
                  <a:lnTo>
                    <a:pt x="1270" y="2666"/>
                  </a:lnTo>
                  <a:lnTo>
                    <a:pt x="2539" y="2666"/>
                  </a:lnTo>
                  <a:lnTo>
                    <a:pt x="2539" y="2539"/>
                  </a:lnTo>
                  <a:lnTo>
                    <a:pt x="63500" y="2539"/>
                  </a:lnTo>
                  <a:lnTo>
                    <a:pt x="63500" y="1396"/>
                  </a:lnTo>
                  <a:lnTo>
                    <a:pt x="62230" y="1396"/>
                  </a:lnTo>
                  <a:lnTo>
                    <a:pt x="62230" y="0"/>
                  </a:lnTo>
                  <a:close/>
                </a:path>
                <a:path w="165100" h="7619">
                  <a:moveTo>
                    <a:pt x="1270" y="0"/>
                  </a:moveTo>
                  <a:lnTo>
                    <a:pt x="0" y="0"/>
                  </a:lnTo>
                  <a:lnTo>
                    <a:pt x="1270" y="126"/>
                  </a:lnTo>
                  <a:close/>
                </a:path>
                <a:path w="165100" h="7619">
                  <a:moveTo>
                    <a:pt x="102870" y="6349"/>
                  </a:moveTo>
                  <a:lnTo>
                    <a:pt x="101600" y="6349"/>
                  </a:lnTo>
                  <a:lnTo>
                    <a:pt x="101600" y="7619"/>
                  </a:lnTo>
                  <a:lnTo>
                    <a:pt x="160020" y="7619"/>
                  </a:lnTo>
                  <a:lnTo>
                    <a:pt x="160020" y="6476"/>
                  </a:lnTo>
                  <a:lnTo>
                    <a:pt x="102870" y="6476"/>
                  </a:lnTo>
                  <a:close/>
                </a:path>
                <a:path w="165100" h="7619">
                  <a:moveTo>
                    <a:pt x="104139" y="2539"/>
                  </a:moveTo>
                  <a:lnTo>
                    <a:pt x="102870" y="2539"/>
                  </a:lnTo>
                  <a:lnTo>
                    <a:pt x="102870" y="6349"/>
                  </a:lnTo>
                  <a:lnTo>
                    <a:pt x="160020" y="6349"/>
                  </a:lnTo>
                  <a:lnTo>
                    <a:pt x="161290" y="6476"/>
                  </a:lnTo>
                  <a:lnTo>
                    <a:pt x="161290" y="3809"/>
                  </a:lnTo>
                  <a:lnTo>
                    <a:pt x="162560" y="3809"/>
                  </a:lnTo>
                  <a:lnTo>
                    <a:pt x="162560" y="2666"/>
                  </a:lnTo>
                  <a:lnTo>
                    <a:pt x="104139" y="2666"/>
                  </a:lnTo>
                  <a:lnTo>
                    <a:pt x="104139" y="2539"/>
                  </a:lnTo>
                  <a:close/>
                </a:path>
                <a:path w="165100" h="7619">
                  <a:moveTo>
                    <a:pt x="105410" y="0"/>
                  </a:moveTo>
                  <a:lnTo>
                    <a:pt x="104139" y="0"/>
                  </a:lnTo>
                  <a:lnTo>
                    <a:pt x="104139" y="2539"/>
                  </a:lnTo>
                  <a:lnTo>
                    <a:pt x="162560" y="2539"/>
                  </a:lnTo>
                  <a:lnTo>
                    <a:pt x="162560" y="2666"/>
                  </a:lnTo>
                  <a:lnTo>
                    <a:pt x="163829" y="2666"/>
                  </a:lnTo>
                  <a:lnTo>
                    <a:pt x="163829" y="126"/>
                  </a:lnTo>
                  <a:lnTo>
                    <a:pt x="105410" y="126"/>
                  </a:lnTo>
                  <a:close/>
                </a:path>
                <a:path w="165100" h="7619">
                  <a:moveTo>
                    <a:pt x="165100" y="0"/>
                  </a:moveTo>
                  <a:lnTo>
                    <a:pt x="163829" y="0"/>
                  </a:lnTo>
                  <a:lnTo>
                    <a:pt x="165100" y="126"/>
                  </a:lnTo>
                  <a:close/>
                </a:path>
              </a:pathLst>
            </a:custGeom>
            <a:solidFill>
              <a:srgbClr val="691D00"/>
            </a:solidFill>
          </p:spPr>
          <p:txBody>
            <a:bodyPr wrap="square" lIns="0" tIns="0" rIns="0" bIns="0" rtlCol="0"/>
            <a:lstStyle/>
            <a:p/>
          </p:txBody>
        </p:sp>
        <p:sp>
          <p:nvSpPr>
            <p:cNvPr id="1367" name="object 1367"/>
            <p:cNvSpPr/>
            <p:nvPr/>
          </p:nvSpPr>
          <p:spPr>
            <a:xfrm>
              <a:off x="6052820" y="1437640"/>
              <a:ext cx="154940" cy="7620"/>
            </a:xfrm>
            <a:custGeom>
              <a:avLst/>
              <a:gdLst/>
              <a:ahLst/>
              <a:cxnLst/>
              <a:rect l="l" t="t" r="r" b="b"/>
              <a:pathLst>
                <a:path w="154939" h="7619">
                  <a:moveTo>
                    <a:pt x="67310" y="6476"/>
                  </a:moveTo>
                  <a:lnTo>
                    <a:pt x="6350" y="6476"/>
                  </a:lnTo>
                  <a:lnTo>
                    <a:pt x="6350" y="7620"/>
                  </a:lnTo>
                  <a:lnTo>
                    <a:pt x="67310" y="7620"/>
                  </a:lnTo>
                  <a:lnTo>
                    <a:pt x="67310" y="6476"/>
                  </a:lnTo>
                  <a:close/>
                </a:path>
                <a:path w="154939" h="7619">
                  <a:moveTo>
                    <a:pt x="64769" y="5206"/>
                  </a:moveTo>
                  <a:lnTo>
                    <a:pt x="5079" y="5206"/>
                  </a:lnTo>
                  <a:lnTo>
                    <a:pt x="5079" y="6476"/>
                  </a:lnTo>
                  <a:lnTo>
                    <a:pt x="64769" y="6476"/>
                  </a:lnTo>
                  <a:lnTo>
                    <a:pt x="64769" y="5206"/>
                  </a:lnTo>
                  <a:close/>
                </a:path>
                <a:path w="154939" h="7619">
                  <a:moveTo>
                    <a:pt x="64769" y="3937"/>
                  </a:moveTo>
                  <a:lnTo>
                    <a:pt x="3809" y="3937"/>
                  </a:lnTo>
                  <a:lnTo>
                    <a:pt x="3809" y="5206"/>
                  </a:lnTo>
                  <a:lnTo>
                    <a:pt x="5079" y="5206"/>
                  </a:lnTo>
                  <a:lnTo>
                    <a:pt x="64769" y="5079"/>
                  </a:lnTo>
                  <a:lnTo>
                    <a:pt x="64769" y="3937"/>
                  </a:lnTo>
                  <a:close/>
                </a:path>
                <a:path w="154939" h="7619">
                  <a:moveTo>
                    <a:pt x="63500" y="1269"/>
                  </a:moveTo>
                  <a:lnTo>
                    <a:pt x="62229" y="1269"/>
                  </a:lnTo>
                  <a:lnTo>
                    <a:pt x="62229" y="1397"/>
                  </a:lnTo>
                  <a:lnTo>
                    <a:pt x="2539" y="1397"/>
                  </a:lnTo>
                  <a:lnTo>
                    <a:pt x="2539" y="3937"/>
                  </a:lnTo>
                  <a:lnTo>
                    <a:pt x="63500" y="3937"/>
                  </a:lnTo>
                  <a:lnTo>
                    <a:pt x="63500" y="1269"/>
                  </a:lnTo>
                  <a:close/>
                </a:path>
                <a:path w="154939" h="7619">
                  <a:moveTo>
                    <a:pt x="62229" y="126"/>
                  </a:moveTo>
                  <a:lnTo>
                    <a:pt x="1269" y="126"/>
                  </a:lnTo>
                  <a:lnTo>
                    <a:pt x="1269" y="1397"/>
                  </a:lnTo>
                  <a:lnTo>
                    <a:pt x="2539" y="1397"/>
                  </a:lnTo>
                  <a:lnTo>
                    <a:pt x="2539" y="1269"/>
                  </a:lnTo>
                  <a:lnTo>
                    <a:pt x="62229" y="1269"/>
                  </a:lnTo>
                  <a:lnTo>
                    <a:pt x="62229" y="126"/>
                  </a:lnTo>
                  <a:close/>
                </a:path>
                <a:path w="154939" h="7619">
                  <a:moveTo>
                    <a:pt x="59689" y="0"/>
                  </a:moveTo>
                  <a:lnTo>
                    <a:pt x="0" y="0"/>
                  </a:lnTo>
                  <a:lnTo>
                    <a:pt x="59689" y="126"/>
                  </a:lnTo>
                  <a:close/>
                </a:path>
                <a:path w="154939" h="7619">
                  <a:moveTo>
                    <a:pt x="148589" y="6476"/>
                  </a:moveTo>
                  <a:lnTo>
                    <a:pt x="88900" y="6476"/>
                  </a:lnTo>
                  <a:lnTo>
                    <a:pt x="88900" y="7620"/>
                  </a:lnTo>
                  <a:lnTo>
                    <a:pt x="148589" y="7620"/>
                  </a:lnTo>
                  <a:lnTo>
                    <a:pt x="148589" y="6476"/>
                  </a:lnTo>
                  <a:close/>
                </a:path>
                <a:path w="154939" h="7619">
                  <a:moveTo>
                    <a:pt x="92709" y="5079"/>
                  </a:moveTo>
                  <a:lnTo>
                    <a:pt x="91439" y="5079"/>
                  </a:lnTo>
                  <a:lnTo>
                    <a:pt x="91439" y="6476"/>
                  </a:lnTo>
                  <a:lnTo>
                    <a:pt x="149860" y="6476"/>
                  </a:lnTo>
                  <a:lnTo>
                    <a:pt x="149860" y="5206"/>
                  </a:lnTo>
                  <a:lnTo>
                    <a:pt x="92709" y="5206"/>
                  </a:lnTo>
                  <a:close/>
                </a:path>
                <a:path w="154939" h="7619">
                  <a:moveTo>
                    <a:pt x="151129" y="2539"/>
                  </a:moveTo>
                  <a:lnTo>
                    <a:pt x="92709" y="2539"/>
                  </a:lnTo>
                  <a:lnTo>
                    <a:pt x="92709" y="5079"/>
                  </a:lnTo>
                  <a:lnTo>
                    <a:pt x="149860" y="5079"/>
                  </a:lnTo>
                  <a:lnTo>
                    <a:pt x="151129" y="5206"/>
                  </a:lnTo>
                  <a:lnTo>
                    <a:pt x="151129" y="2539"/>
                  </a:lnTo>
                  <a:close/>
                </a:path>
                <a:path w="154939" h="7619">
                  <a:moveTo>
                    <a:pt x="95250" y="1269"/>
                  </a:moveTo>
                  <a:lnTo>
                    <a:pt x="93979" y="1269"/>
                  </a:lnTo>
                  <a:lnTo>
                    <a:pt x="93979" y="2539"/>
                  </a:lnTo>
                  <a:lnTo>
                    <a:pt x="152400" y="2539"/>
                  </a:lnTo>
                  <a:lnTo>
                    <a:pt x="152400" y="1397"/>
                  </a:lnTo>
                  <a:lnTo>
                    <a:pt x="95250" y="1397"/>
                  </a:lnTo>
                  <a:lnTo>
                    <a:pt x="95250" y="1269"/>
                  </a:lnTo>
                  <a:close/>
                </a:path>
                <a:path w="154939" h="7619">
                  <a:moveTo>
                    <a:pt x="153670" y="126"/>
                  </a:moveTo>
                  <a:lnTo>
                    <a:pt x="95250" y="126"/>
                  </a:lnTo>
                  <a:lnTo>
                    <a:pt x="95250" y="1269"/>
                  </a:lnTo>
                  <a:lnTo>
                    <a:pt x="152400" y="1269"/>
                  </a:lnTo>
                  <a:lnTo>
                    <a:pt x="152400" y="1397"/>
                  </a:lnTo>
                  <a:lnTo>
                    <a:pt x="153670" y="1397"/>
                  </a:lnTo>
                  <a:lnTo>
                    <a:pt x="153670" y="126"/>
                  </a:lnTo>
                  <a:close/>
                </a:path>
                <a:path w="154939" h="7619">
                  <a:moveTo>
                    <a:pt x="154939" y="0"/>
                  </a:moveTo>
                  <a:lnTo>
                    <a:pt x="96519" y="0"/>
                  </a:lnTo>
                  <a:lnTo>
                    <a:pt x="154939" y="126"/>
                  </a:lnTo>
                  <a:close/>
                </a:path>
              </a:pathLst>
            </a:custGeom>
            <a:solidFill>
              <a:srgbClr val="6B1D00"/>
            </a:solidFill>
          </p:spPr>
          <p:txBody>
            <a:bodyPr wrap="square" lIns="0" tIns="0" rIns="0" bIns="0" rtlCol="0"/>
            <a:lstStyle/>
            <a:p/>
          </p:txBody>
        </p:sp>
        <p:sp>
          <p:nvSpPr>
            <p:cNvPr id="1368" name="object 1368"/>
            <p:cNvSpPr/>
            <p:nvPr/>
          </p:nvSpPr>
          <p:spPr>
            <a:xfrm>
              <a:off x="6059170" y="1445260"/>
              <a:ext cx="142240" cy="6350"/>
            </a:xfrm>
            <a:custGeom>
              <a:avLst/>
              <a:gdLst/>
              <a:ahLst/>
              <a:cxnLst/>
              <a:rect l="l" t="t" r="r" b="b"/>
              <a:pathLst>
                <a:path w="142239" h="6350">
                  <a:moveTo>
                    <a:pt x="137160" y="5206"/>
                  </a:moveTo>
                  <a:lnTo>
                    <a:pt x="6350" y="5206"/>
                  </a:lnTo>
                  <a:lnTo>
                    <a:pt x="6350" y="6350"/>
                  </a:lnTo>
                  <a:lnTo>
                    <a:pt x="137160" y="6350"/>
                  </a:lnTo>
                  <a:lnTo>
                    <a:pt x="137160" y="5206"/>
                  </a:lnTo>
                  <a:close/>
                </a:path>
                <a:path w="142239" h="6350">
                  <a:moveTo>
                    <a:pt x="69850" y="3809"/>
                  </a:moveTo>
                  <a:lnTo>
                    <a:pt x="66039" y="3809"/>
                  </a:lnTo>
                  <a:lnTo>
                    <a:pt x="5079" y="3936"/>
                  </a:lnTo>
                  <a:lnTo>
                    <a:pt x="5079" y="5206"/>
                  </a:lnTo>
                  <a:lnTo>
                    <a:pt x="69850" y="5206"/>
                  </a:lnTo>
                  <a:lnTo>
                    <a:pt x="69850" y="3809"/>
                  </a:lnTo>
                  <a:close/>
                </a:path>
                <a:path w="142239" h="6350">
                  <a:moveTo>
                    <a:pt x="74929" y="3809"/>
                  </a:moveTo>
                  <a:lnTo>
                    <a:pt x="72389" y="3809"/>
                  </a:lnTo>
                  <a:lnTo>
                    <a:pt x="72389" y="5206"/>
                  </a:lnTo>
                  <a:lnTo>
                    <a:pt x="138429" y="5206"/>
                  </a:lnTo>
                  <a:lnTo>
                    <a:pt x="138429" y="3936"/>
                  </a:lnTo>
                  <a:lnTo>
                    <a:pt x="74929" y="3936"/>
                  </a:lnTo>
                  <a:close/>
                </a:path>
                <a:path w="142239" h="6350">
                  <a:moveTo>
                    <a:pt x="66039" y="2666"/>
                  </a:moveTo>
                  <a:lnTo>
                    <a:pt x="3809" y="2666"/>
                  </a:lnTo>
                  <a:lnTo>
                    <a:pt x="3809" y="3936"/>
                  </a:lnTo>
                  <a:lnTo>
                    <a:pt x="5079" y="3936"/>
                  </a:lnTo>
                  <a:lnTo>
                    <a:pt x="66039" y="3809"/>
                  </a:lnTo>
                  <a:lnTo>
                    <a:pt x="66039" y="2666"/>
                  </a:lnTo>
                  <a:close/>
                </a:path>
                <a:path w="142239" h="6350">
                  <a:moveTo>
                    <a:pt x="138429" y="2666"/>
                  </a:moveTo>
                  <a:lnTo>
                    <a:pt x="74929" y="2666"/>
                  </a:lnTo>
                  <a:lnTo>
                    <a:pt x="74929" y="3809"/>
                  </a:lnTo>
                  <a:lnTo>
                    <a:pt x="138429" y="3809"/>
                  </a:lnTo>
                  <a:lnTo>
                    <a:pt x="138429" y="2666"/>
                  </a:lnTo>
                  <a:close/>
                </a:path>
                <a:path w="142239" h="6350">
                  <a:moveTo>
                    <a:pt x="63500" y="1269"/>
                  </a:moveTo>
                  <a:lnTo>
                    <a:pt x="2539" y="1269"/>
                  </a:lnTo>
                  <a:lnTo>
                    <a:pt x="2539" y="2666"/>
                  </a:lnTo>
                  <a:lnTo>
                    <a:pt x="63500" y="2666"/>
                  </a:lnTo>
                  <a:lnTo>
                    <a:pt x="63500" y="1269"/>
                  </a:lnTo>
                  <a:close/>
                </a:path>
                <a:path w="142239" h="6350">
                  <a:moveTo>
                    <a:pt x="139700" y="1269"/>
                  </a:moveTo>
                  <a:lnTo>
                    <a:pt x="78739" y="1269"/>
                  </a:lnTo>
                  <a:lnTo>
                    <a:pt x="78739" y="2666"/>
                  </a:lnTo>
                  <a:lnTo>
                    <a:pt x="139700" y="2666"/>
                  </a:lnTo>
                  <a:lnTo>
                    <a:pt x="139700" y="1269"/>
                  </a:lnTo>
                  <a:close/>
                </a:path>
                <a:path w="142239" h="6350">
                  <a:moveTo>
                    <a:pt x="62229" y="0"/>
                  </a:moveTo>
                  <a:lnTo>
                    <a:pt x="60960" y="0"/>
                  </a:lnTo>
                  <a:lnTo>
                    <a:pt x="1269" y="126"/>
                  </a:lnTo>
                  <a:lnTo>
                    <a:pt x="1269" y="1269"/>
                  </a:lnTo>
                  <a:lnTo>
                    <a:pt x="62229" y="1269"/>
                  </a:lnTo>
                  <a:lnTo>
                    <a:pt x="62229" y="0"/>
                  </a:lnTo>
                  <a:close/>
                </a:path>
                <a:path w="142239" h="6350">
                  <a:moveTo>
                    <a:pt x="82550" y="0"/>
                  </a:moveTo>
                  <a:lnTo>
                    <a:pt x="80009" y="0"/>
                  </a:lnTo>
                  <a:lnTo>
                    <a:pt x="80009" y="1269"/>
                  </a:lnTo>
                  <a:lnTo>
                    <a:pt x="140969" y="1269"/>
                  </a:lnTo>
                  <a:lnTo>
                    <a:pt x="140969" y="126"/>
                  </a:lnTo>
                  <a:lnTo>
                    <a:pt x="82550" y="126"/>
                  </a:lnTo>
                  <a:close/>
                </a:path>
                <a:path w="142239" h="6350">
                  <a:moveTo>
                    <a:pt x="1269" y="0"/>
                  </a:moveTo>
                  <a:lnTo>
                    <a:pt x="0" y="0"/>
                  </a:lnTo>
                  <a:lnTo>
                    <a:pt x="1269" y="126"/>
                  </a:lnTo>
                  <a:close/>
                </a:path>
                <a:path w="142239" h="6350">
                  <a:moveTo>
                    <a:pt x="142239" y="0"/>
                  </a:moveTo>
                  <a:lnTo>
                    <a:pt x="140969" y="0"/>
                  </a:lnTo>
                  <a:lnTo>
                    <a:pt x="142239" y="126"/>
                  </a:lnTo>
                  <a:close/>
                </a:path>
              </a:pathLst>
            </a:custGeom>
            <a:solidFill>
              <a:srgbClr val="6D1C00"/>
            </a:solidFill>
          </p:spPr>
          <p:txBody>
            <a:bodyPr wrap="square" lIns="0" tIns="0" rIns="0" bIns="0" rtlCol="0"/>
            <a:lstStyle/>
            <a:p/>
          </p:txBody>
        </p:sp>
        <p:sp>
          <p:nvSpPr>
            <p:cNvPr id="1369" name="object 1369"/>
            <p:cNvSpPr/>
            <p:nvPr/>
          </p:nvSpPr>
          <p:spPr>
            <a:xfrm>
              <a:off x="6065520" y="1451609"/>
              <a:ext cx="130810" cy="7620"/>
            </a:xfrm>
            <a:custGeom>
              <a:avLst/>
              <a:gdLst/>
              <a:ahLst/>
              <a:cxnLst/>
              <a:rect l="l" t="t" r="r" b="b"/>
              <a:pathLst>
                <a:path w="130810" h="7619">
                  <a:moveTo>
                    <a:pt x="1270" y="0"/>
                  </a:moveTo>
                  <a:lnTo>
                    <a:pt x="0" y="0"/>
                  </a:lnTo>
                  <a:lnTo>
                    <a:pt x="0" y="127"/>
                  </a:lnTo>
                  <a:lnTo>
                    <a:pt x="1270" y="127"/>
                  </a:lnTo>
                  <a:lnTo>
                    <a:pt x="1270" y="0"/>
                  </a:lnTo>
                  <a:close/>
                </a:path>
                <a:path w="130810" h="7619">
                  <a:moveTo>
                    <a:pt x="121920" y="6477"/>
                  </a:moveTo>
                  <a:lnTo>
                    <a:pt x="8890" y="6477"/>
                  </a:lnTo>
                  <a:lnTo>
                    <a:pt x="8890" y="7620"/>
                  </a:lnTo>
                  <a:lnTo>
                    <a:pt x="121920" y="7620"/>
                  </a:lnTo>
                  <a:lnTo>
                    <a:pt x="121920" y="6477"/>
                  </a:lnTo>
                  <a:close/>
                </a:path>
                <a:path w="130810" h="7619">
                  <a:moveTo>
                    <a:pt x="124460" y="3937"/>
                  </a:moveTo>
                  <a:lnTo>
                    <a:pt x="6350" y="3937"/>
                  </a:lnTo>
                  <a:lnTo>
                    <a:pt x="6350" y="5207"/>
                  </a:lnTo>
                  <a:lnTo>
                    <a:pt x="7620" y="5207"/>
                  </a:lnTo>
                  <a:lnTo>
                    <a:pt x="7620" y="6350"/>
                  </a:lnTo>
                  <a:lnTo>
                    <a:pt x="121920" y="6350"/>
                  </a:lnTo>
                  <a:lnTo>
                    <a:pt x="121920" y="6477"/>
                  </a:lnTo>
                  <a:lnTo>
                    <a:pt x="123190" y="6477"/>
                  </a:lnTo>
                  <a:lnTo>
                    <a:pt x="123190" y="6350"/>
                  </a:lnTo>
                  <a:lnTo>
                    <a:pt x="123190" y="5207"/>
                  </a:lnTo>
                  <a:lnTo>
                    <a:pt x="124460" y="5207"/>
                  </a:lnTo>
                  <a:lnTo>
                    <a:pt x="124460" y="3937"/>
                  </a:lnTo>
                  <a:close/>
                </a:path>
                <a:path w="130810" h="7619">
                  <a:moveTo>
                    <a:pt x="129540" y="127"/>
                  </a:moveTo>
                  <a:lnTo>
                    <a:pt x="1270" y="127"/>
                  </a:lnTo>
                  <a:lnTo>
                    <a:pt x="1270" y="1270"/>
                  </a:lnTo>
                  <a:lnTo>
                    <a:pt x="2540" y="1270"/>
                  </a:lnTo>
                  <a:lnTo>
                    <a:pt x="2540" y="2667"/>
                  </a:lnTo>
                  <a:lnTo>
                    <a:pt x="5080" y="2667"/>
                  </a:lnTo>
                  <a:lnTo>
                    <a:pt x="5080" y="3810"/>
                  </a:lnTo>
                  <a:lnTo>
                    <a:pt x="124460" y="3810"/>
                  </a:lnTo>
                  <a:lnTo>
                    <a:pt x="124460" y="3937"/>
                  </a:lnTo>
                  <a:lnTo>
                    <a:pt x="127000" y="3937"/>
                  </a:lnTo>
                  <a:lnTo>
                    <a:pt x="127000" y="3810"/>
                  </a:lnTo>
                  <a:lnTo>
                    <a:pt x="127000" y="2667"/>
                  </a:lnTo>
                  <a:lnTo>
                    <a:pt x="128270" y="2667"/>
                  </a:lnTo>
                  <a:lnTo>
                    <a:pt x="128270" y="1270"/>
                  </a:lnTo>
                  <a:lnTo>
                    <a:pt x="129540" y="1270"/>
                  </a:lnTo>
                  <a:lnTo>
                    <a:pt x="129540" y="127"/>
                  </a:lnTo>
                  <a:close/>
                </a:path>
                <a:path w="130810" h="7619">
                  <a:moveTo>
                    <a:pt x="130810" y="0"/>
                  </a:moveTo>
                  <a:lnTo>
                    <a:pt x="129540" y="0"/>
                  </a:lnTo>
                  <a:lnTo>
                    <a:pt x="129540" y="127"/>
                  </a:lnTo>
                  <a:lnTo>
                    <a:pt x="130810" y="127"/>
                  </a:lnTo>
                  <a:lnTo>
                    <a:pt x="130810" y="0"/>
                  </a:lnTo>
                  <a:close/>
                </a:path>
              </a:pathLst>
            </a:custGeom>
            <a:solidFill>
              <a:srgbClr val="701C00"/>
            </a:solidFill>
          </p:spPr>
          <p:txBody>
            <a:bodyPr wrap="square" lIns="0" tIns="0" rIns="0" bIns="0" rtlCol="0"/>
            <a:lstStyle/>
            <a:p/>
          </p:txBody>
        </p:sp>
        <p:sp>
          <p:nvSpPr>
            <p:cNvPr id="1370" name="object 1370"/>
            <p:cNvSpPr/>
            <p:nvPr/>
          </p:nvSpPr>
          <p:spPr>
            <a:xfrm>
              <a:off x="6075680" y="1459229"/>
              <a:ext cx="110489" cy="7620"/>
            </a:xfrm>
            <a:custGeom>
              <a:avLst/>
              <a:gdLst/>
              <a:ahLst/>
              <a:cxnLst/>
              <a:rect l="l" t="t" r="r" b="b"/>
              <a:pathLst>
                <a:path w="110489" h="7619">
                  <a:moveTo>
                    <a:pt x="105410" y="5207"/>
                  </a:moveTo>
                  <a:lnTo>
                    <a:pt x="6350" y="5207"/>
                  </a:lnTo>
                  <a:lnTo>
                    <a:pt x="6350" y="6350"/>
                  </a:lnTo>
                  <a:lnTo>
                    <a:pt x="7620" y="6350"/>
                  </a:lnTo>
                  <a:lnTo>
                    <a:pt x="7620" y="7620"/>
                  </a:lnTo>
                  <a:lnTo>
                    <a:pt x="102870" y="7620"/>
                  </a:lnTo>
                  <a:lnTo>
                    <a:pt x="102870" y="6350"/>
                  </a:lnTo>
                  <a:lnTo>
                    <a:pt x="105410" y="6350"/>
                  </a:lnTo>
                  <a:lnTo>
                    <a:pt x="105410" y="5207"/>
                  </a:lnTo>
                  <a:close/>
                </a:path>
                <a:path w="110489" h="7619">
                  <a:moveTo>
                    <a:pt x="107950" y="2667"/>
                  </a:moveTo>
                  <a:lnTo>
                    <a:pt x="3810" y="2667"/>
                  </a:lnTo>
                  <a:lnTo>
                    <a:pt x="3810" y="3937"/>
                  </a:lnTo>
                  <a:lnTo>
                    <a:pt x="5080" y="3937"/>
                  </a:lnTo>
                  <a:lnTo>
                    <a:pt x="5080" y="5080"/>
                  </a:lnTo>
                  <a:lnTo>
                    <a:pt x="105410" y="5080"/>
                  </a:lnTo>
                  <a:lnTo>
                    <a:pt x="105410" y="5207"/>
                  </a:lnTo>
                  <a:lnTo>
                    <a:pt x="106680" y="5207"/>
                  </a:lnTo>
                  <a:lnTo>
                    <a:pt x="106680" y="5080"/>
                  </a:lnTo>
                  <a:lnTo>
                    <a:pt x="106680" y="3937"/>
                  </a:lnTo>
                  <a:lnTo>
                    <a:pt x="107950" y="3937"/>
                  </a:lnTo>
                  <a:lnTo>
                    <a:pt x="107950" y="2667"/>
                  </a:lnTo>
                  <a:close/>
                </a:path>
                <a:path w="110489" h="7619">
                  <a:moveTo>
                    <a:pt x="110477" y="0"/>
                  </a:moveTo>
                  <a:lnTo>
                    <a:pt x="0" y="0"/>
                  </a:lnTo>
                  <a:lnTo>
                    <a:pt x="0" y="1397"/>
                  </a:lnTo>
                  <a:lnTo>
                    <a:pt x="1270" y="1397"/>
                  </a:lnTo>
                  <a:lnTo>
                    <a:pt x="1270" y="2540"/>
                  </a:lnTo>
                  <a:lnTo>
                    <a:pt x="107950" y="2540"/>
                  </a:lnTo>
                  <a:lnTo>
                    <a:pt x="107950" y="2667"/>
                  </a:lnTo>
                  <a:lnTo>
                    <a:pt x="109220" y="2667"/>
                  </a:lnTo>
                  <a:lnTo>
                    <a:pt x="109220" y="2540"/>
                  </a:lnTo>
                  <a:lnTo>
                    <a:pt x="109220" y="1397"/>
                  </a:lnTo>
                  <a:lnTo>
                    <a:pt x="110477" y="1397"/>
                  </a:lnTo>
                  <a:lnTo>
                    <a:pt x="110477" y="0"/>
                  </a:lnTo>
                  <a:close/>
                </a:path>
              </a:pathLst>
            </a:custGeom>
            <a:solidFill>
              <a:srgbClr val="721B00"/>
            </a:solidFill>
          </p:spPr>
          <p:txBody>
            <a:bodyPr wrap="square" lIns="0" tIns="0" rIns="0" bIns="0" rtlCol="0"/>
            <a:lstStyle/>
            <a:p/>
          </p:txBody>
        </p:sp>
        <p:sp>
          <p:nvSpPr>
            <p:cNvPr id="1371" name="object 1371"/>
            <p:cNvSpPr/>
            <p:nvPr/>
          </p:nvSpPr>
          <p:spPr>
            <a:xfrm>
              <a:off x="6074410" y="1466849"/>
              <a:ext cx="104139" cy="7620"/>
            </a:xfrm>
            <a:custGeom>
              <a:avLst/>
              <a:gdLst/>
              <a:ahLst/>
              <a:cxnLst/>
              <a:rect l="l" t="t" r="r" b="b"/>
              <a:pathLst>
                <a:path w="104139" h="7619">
                  <a:moveTo>
                    <a:pt x="104140" y="0"/>
                  </a:moveTo>
                  <a:lnTo>
                    <a:pt x="102870" y="0"/>
                  </a:lnTo>
                  <a:lnTo>
                    <a:pt x="8890" y="0"/>
                  </a:lnTo>
                  <a:lnTo>
                    <a:pt x="7620" y="0"/>
                  </a:lnTo>
                  <a:lnTo>
                    <a:pt x="7620" y="1270"/>
                  </a:lnTo>
                  <a:lnTo>
                    <a:pt x="5080" y="1270"/>
                  </a:lnTo>
                  <a:lnTo>
                    <a:pt x="5080" y="2540"/>
                  </a:lnTo>
                  <a:lnTo>
                    <a:pt x="3810" y="2540"/>
                  </a:lnTo>
                  <a:lnTo>
                    <a:pt x="3810" y="3810"/>
                  </a:lnTo>
                  <a:lnTo>
                    <a:pt x="2540" y="3810"/>
                  </a:lnTo>
                  <a:lnTo>
                    <a:pt x="2540" y="5080"/>
                  </a:lnTo>
                  <a:lnTo>
                    <a:pt x="1270" y="5080"/>
                  </a:lnTo>
                  <a:lnTo>
                    <a:pt x="1270" y="6477"/>
                  </a:lnTo>
                  <a:lnTo>
                    <a:pt x="0" y="6477"/>
                  </a:lnTo>
                  <a:lnTo>
                    <a:pt x="0" y="7620"/>
                  </a:lnTo>
                  <a:lnTo>
                    <a:pt x="92710" y="7620"/>
                  </a:lnTo>
                  <a:lnTo>
                    <a:pt x="92710" y="6477"/>
                  </a:lnTo>
                  <a:lnTo>
                    <a:pt x="93980" y="6477"/>
                  </a:lnTo>
                  <a:lnTo>
                    <a:pt x="93980" y="5080"/>
                  </a:lnTo>
                  <a:lnTo>
                    <a:pt x="96520" y="5080"/>
                  </a:lnTo>
                  <a:lnTo>
                    <a:pt x="96520" y="3810"/>
                  </a:lnTo>
                  <a:lnTo>
                    <a:pt x="99060" y="3810"/>
                  </a:lnTo>
                  <a:lnTo>
                    <a:pt x="99060" y="2540"/>
                  </a:lnTo>
                  <a:lnTo>
                    <a:pt x="100330" y="2540"/>
                  </a:lnTo>
                  <a:lnTo>
                    <a:pt x="100330" y="1270"/>
                  </a:lnTo>
                  <a:lnTo>
                    <a:pt x="102870" y="1270"/>
                  </a:lnTo>
                  <a:lnTo>
                    <a:pt x="102870" y="127"/>
                  </a:lnTo>
                  <a:lnTo>
                    <a:pt x="104140" y="127"/>
                  </a:lnTo>
                  <a:lnTo>
                    <a:pt x="104140" y="0"/>
                  </a:lnTo>
                  <a:close/>
                </a:path>
              </a:pathLst>
            </a:custGeom>
            <a:solidFill>
              <a:srgbClr val="741B00"/>
            </a:solidFill>
          </p:spPr>
          <p:txBody>
            <a:bodyPr wrap="square" lIns="0" tIns="0" rIns="0" bIns="0" rtlCol="0"/>
            <a:lstStyle/>
            <a:p/>
          </p:txBody>
        </p:sp>
        <p:sp>
          <p:nvSpPr>
            <p:cNvPr id="1372" name="object 1372"/>
            <p:cNvSpPr/>
            <p:nvPr/>
          </p:nvSpPr>
          <p:spPr>
            <a:xfrm>
              <a:off x="6068060" y="1474469"/>
              <a:ext cx="99060" cy="6350"/>
            </a:xfrm>
            <a:custGeom>
              <a:avLst/>
              <a:gdLst/>
              <a:ahLst/>
              <a:cxnLst/>
              <a:rect l="l" t="t" r="r" b="b"/>
              <a:pathLst>
                <a:path w="99060" h="6350">
                  <a:moveTo>
                    <a:pt x="99060" y="0"/>
                  </a:moveTo>
                  <a:lnTo>
                    <a:pt x="96520" y="0"/>
                  </a:lnTo>
                  <a:lnTo>
                    <a:pt x="5080" y="0"/>
                  </a:lnTo>
                  <a:lnTo>
                    <a:pt x="5080" y="1270"/>
                  </a:lnTo>
                  <a:lnTo>
                    <a:pt x="3810" y="1270"/>
                  </a:lnTo>
                  <a:lnTo>
                    <a:pt x="3810" y="2540"/>
                  </a:lnTo>
                  <a:lnTo>
                    <a:pt x="2540" y="2540"/>
                  </a:lnTo>
                  <a:lnTo>
                    <a:pt x="2540" y="3810"/>
                  </a:lnTo>
                  <a:lnTo>
                    <a:pt x="1270" y="3810"/>
                  </a:lnTo>
                  <a:lnTo>
                    <a:pt x="1270" y="5207"/>
                  </a:lnTo>
                  <a:lnTo>
                    <a:pt x="0" y="5207"/>
                  </a:lnTo>
                  <a:lnTo>
                    <a:pt x="0" y="6350"/>
                  </a:lnTo>
                  <a:lnTo>
                    <a:pt x="82550" y="6350"/>
                  </a:lnTo>
                  <a:lnTo>
                    <a:pt x="82550" y="5207"/>
                  </a:lnTo>
                  <a:lnTo>
                    <a:pt x="88887" y="5207"/>
                  </a:lnTo>
                  <a:lnTo>
                    <a:pt x="88887" y="3810"/>
                  </a:lnTo>
                  <a:lnTo>
                    <a:pt x="92710" y="3810"/>
                  </a:lnTo>
                  <a:lnTo>
                    <a:pt x="92710" y="2540"/>
                  </a:lnTo>
                  <a:lnTo>
                    <a:pt x="93980" y="2540"/>
                  </a:lnTo>
                  <a:lnTo>
                    <a:pt x="93980" y="1270"/>
                  </a:lnTo>
                  <a:lnTo>
                    <a:pt x="96520" y="1270"/>
                  </a:lnTo>
                  <a:lnTo>
                    <a:pt x="96520" y="127"/>
                  </a:lnTo>
                  <a:lnTo>
                    <a:pt x="99060" y="127"/>
                  </a:lnTo>
                  <a:lnTo>
                    <a:pt x="99060" y="0"/>
                  </a:lnTo>
                  <a:close/>
                </a:path>
              </a:pathLst>
            </a:custGeom>
            <a:solidFill>
              <a:srgbClr val="761B00"/>
            </a:solidFill>
          </p:spPr>
          <p:txBody>
            <a:bodyPr wrap="square" lIns="0" tIns="0" rIns="0" bIns="0" rtlCol="0"/>
            <a:lstStyle/>
            <a:p/>
          </p:txBody>
        </p:sp>
        <p:sp>
          <p:nvSpPr>
            <p:cNvPr id="1373" name="object 1373"/>
            <p:cNvSpPr/>
            <p:nvPr/>
          </p:nvSpPr>
          <p:spPr>
            <a:xfrm>
              <a:off x="6060440" y="1480820"/>
              <a:ext cx="90170" cy="7620"/>
            </a:xfrm>
            <a:custGeom>
              <a:avLst/>
              <a:gdLst/>
              <a:ahLst/>
              <a:cxnLst/>
              <a:rect l="l" t="t" r="r" b="b"/>
              <a:pathLst>
                <a:path w="90170" h="7619">
                  <a:moveTo>
                    <a:pt x="1270" y="6349"/>
                  </a:moveTo>
                  <a:lnTo>
                    <a:pt x="0" y="6349"/>
                  </a:lnTo>
                  <a:lnTo>
                    <a:pt x="0" y="7619"/>
                  </a:lnTo>
                  <a:lnTo>
                    <a:pt x="29210" y="7619"/>
                  </a:lnTo>
                  <a:lnTo>
                    <a:pt x="29210" y="6476"/>
                  </a:lnTo>
                  <a:lnTo>
                    <a:pt x="1270" y="6476"/>
                  </a:lnTo>
                  <a:close/>
                </a:path>
                <a:path w="90170" h="7619">
                  <a:moveTo>
                    <a:pt x="30480" y="5206"/>
                  </a:moveTo>
                  <a:lnTo>
                    <a:pt x="1270" y="5206"/>
                  </a:lnTo>
                  <a:lnTo>
                    <a:pt x="1270" y="6349"/>
                  </a:lnTo>
                  <a:lnTo>
                    <a:pt x="29210" y="6349"/>
                  </a:lnTo>
                  <a:lnTo>
                    <a:pt x="30480" y="6476"/>
                  </a:lnTo>
                  <a:lnTo>
                    <a:pt x="30480" y="5206"/>
                  </a:lnTo>
                  <a:close/>
                </a:path>
                <a:path w="90170" h="7619">
                  <a:moveTo>
                    <a:pt x="5080" y="2539"/>
                  </a:moveTo>
                  <a:lnTo>
                    <a:pt x="3810" y="2539"/>
                  </a:lnTo>
                  <a:lnTo>
                    <a:pt x="3810" y="3809"/>
                  </a:lnTo>
                  <a:lnTo>
                    <a:pt x="2539" y="3809"/>
                  </a:lnTo>
                  <a:lnTo>
                    <a:pt x="2539" y="5206"/>
                  </a:lnTo>
                  <a:lnTo>
                    <a:pt x="34289" y="5206"/>
                  </a:lnTo>
                  <a:lnTo>
                    <a:pt x="34289" y="2666"/>
                  </a:lnTo>
                  <a:lnTo>
                    <a:pt x="5080" y="2666"/>
                  </a:lnTo>
                  <a:lnTo>
                    <a:pt x="5080" y="2539"/>
                  </a:lnTo>
                  <a:close/>
                </a:path>
                <a:path w="90170" h="7619">
                  <a:moveTo>
                    <a:pt x="38100" y="1396"/>
                  </a:moveTo>
                  <a:lnTo>
                    <a:pt x="5080" y="1396"/>
                  </a:lnTo>
                  <a:lnTo>
                    <a:pt x="5080" y="2539"/>
                  </a:lnTo>
                  <a:lnTo>
                    <a:pt x="34289" y="2539"/>
                  </a:lnTo>
                  <a:lnTo>
                    <a:pt x="34289" y="2666"/>
                  </a:lnTo>
                  <a:lnTo>
                    <a:pt x="38100" y="2666"/>
                  </a:lnTo>
                  <a:lnTo>
                    <a:pt x="38100" y="1396"/>
                  </a:lnTo>
                  <a:close/>
                </a:path>
                <a:path w="90170" h="7619">
                  <a:moveTo>
                    <a:pt x="7620" y="0"/>
                  </a:moveTo>
                  <a:lnTo>
                    <a:pt x="6350" y="0"/>
                  </a:lnTo>
                  <a:lnTo>
                    <a:pt x="6350" y="1396"/>
                  </a:lnTo>
                  <a:lnTo>
                    <a:pt x="41910" y="1396"/>
                  </a:lnTo>
                  <a:lnTo>
                    <a:pt x="41910" y="126"/>
                  </a:lnTo>
                  <a:lnTo>
                    <a:pt x="7620" y="126"/>
                  </a:lnTo>
                  <a:close/>
                </a:path>
                <a:path w="90170" h="7619">
                  <a:moveTo>
                    <a:pt x="90170" y="0"/>
                  </a:moveTo>
                  <a:lnTo>
                    <a:pt x="41910" y="0"/>
                  </a:lnTo>
                  <a:lnTo>
                    <a:pt x="90170" y="126"/>
                  </a:lnTo>
                  <a:close/>
                </a:path>
              </a:pathLst>
            </a:custGeom>
            <a:solidFill>
              <a:srgbClr val="781A00"/>
            </a:solidFill>
          </p:spPr>
          <p:txBody>
            <a:bodyPr wrap="square" lIns="0" tIns="0" rIns="0" bIns="0" rtlCol="0"/>
            <a:lstStyle/>
            <a:p/>
          </p:txBody>
        </p:sp>
        <p:sp>
          <p:nvSpPr>
            <p:cNvPr id="1374" name="object 1374"/>
            <p:cNvSpPr/>
            <p:nvPr/>
          </p:nvSpPr>
          <p:spPr>
            <a:xfrm>
              <a:off x="6055360" y="1488440"/>
              <a:ext cx="34290" cy="7620"/>
            </a:xfrm>
            <a:custGeom>
              <a:avLst/>
              <a:gdLst/>
              <a:ahLst/>
              <a:cxnLst/>
              <a:rect l="l" t="t" r="r" b="b"/>
              <a:pathLst>
                <a:path w="34289" h="7619">
                  <a:moveTo>
                    <a:pt x="1269" y="5079"/>
                  </a:moveTo>
                  <a:lnTo>
                    <a:pt x="0" y="5079"/>
                  </a:lnTo>
                  <a:lnTo>
                    <a:pt x="0" y="7620"/>
                  </a:lnTo>
                  <a:lnTo>
                    <a:pt x="29210" y="7620"/>
                  </a:lnTo>
                  <a:lnTo>
                    <a:pt x="29210" y="6476"/>
                  </a:lnTo>
                  <a:lnTo>
                    <a:pt x="30479" y="6476"/>
                  </a:lnTo>
                  <a:lnTo>
                    <a:pt x="30479" y="5206"/>
                  </a:lnTo>
                  <a:lnTo>
                    <a:pt x="1269" y="5206"/>
                  </a:lnTo>
                  <a:close/>
                </a:path>
                <a:path w="34289" h="7619">
                  <a:moveTo>
                    <a:pt x="30479" y="3937"/>
                  </a:moveTo>
                  <a:lnTo>
                    <a:pt x="1269" y="3937"/>
                  </a:lnTo>
                  <a:lnTo>
                    <a:pt x="1269" y="5079"/>
                  </a:lnTo>
                  <a:lnTo>
                    <a:pt x="30479" y="5079"/>
                  </a:lnTo>
                  <a:lnTo>
                    <a:pt x="30479" y="3937"/>
                  </a:lnTo>
                  <a:close/>
                </a:path>
                <a:path w="34289" h="7619">
                  <a:moveTo>
                    <a:pt x="31750" y="2539"/>
                  </a:moveTo>
                  <a:lnTo>
                    <a:pt x="2539" y="2539"/>
                  </a:lnTo>
                  <a:lnTo>
                    <a:pt x="2539" y="3937"/>
                  </a:lnTo>
                  <a:lnTo>
                    <a:pt x="31750" y="3937"/>
                  </a:lnTo>
                  <a:lnTo>
                    <a:pt x="31750" y="2539"/>
                  </a:lnTo>
                  <a:close/>
                </a:path>
                <a:path w="34289" h="7619">
                  <a:moveTo>
                    <a:pt x="33020" y="126"/>
                  </a:moveTo>
                  <a:lnTo>
                    <a:pt x="3810" y="126"/>
                  </a:lnTo>
                  <a:lnTo>
                    <a:pt x="3810" y="2539"/>
                  </a:lnTo>
                  <a:lnTo>
                    <a:pt x="33020" y="2539"/>
                  </a:lnTo>
                  <a:lnTo>
                    <a:pt x="33020" y="126"/>
                  </a:lnTo>
                  <a:close/>
                </a:path>
                <a:path w="34289" h="7619">
                  <a:moveTo>
                    <a:pt x="34289" y="0"/>
                  </a:moveTo>
                  <a:lnTo>
                    <a:pt x="5079" y="0"/>
                  </a:lnTo>
                  <a:lnTo>
                    <a:pt x="34289" y="126"/>
                  </a:lnTo>
                  <a:close/>
                </a:path>
              </a:pathLst>
            </a:custGeom>
            <a:solidFill>
              <a:srgbClr val="7B1A00"/>
            </a:solidFill>
          </p:spPr>
          <p:txBody>
            <a:bodyPr wrap="square" lIns="0" tIns="0" rIns="0" bIns="0" rtlCol="0"/>
            <a:lstStyle/>
            <a:p/>
          </p:txBody>
        </p:sp>
        <p:sp>
          <p:nvSpPr>
            <p:cNvPr id="1375" name="object 1375"/>
            <p:cNvSpPr/>
            <p:nvPr/>
          </p:nvSpPr>
          <p:spPr>
            <a:xfrm>
              <a:off x="6051550" y="1496060"/>
              <a:ext cx="33020" cy="6350"/>
            </a:xfrm>
            <a:custGeom>
              <a:avLst/>
              <a:gdLst/>
              <a:ahLst/>
              <a:cxnLst/>
              <a:rect l="l" t="t" r="r" b="b"/>
              <a:pathLst>
                <a:path w="33020" h="6350">
                  <a:moveTo>
                    <a:pt x="1270" y="3809"/>
                  </a:moveTo>
                  <a:lnTo>
                    <a:pt x="0" y="3809"/>
                  </a:lnTo>
                  <a:lnTo>
                    <a:pt x="0" y="6350"/>
                  </a:lnTo>
                  <a:lnTo>
                    <a:pt x="29210" y="6350"/>
                  </a:lnTo>
                  <a:lnTo>
                    <a:pt x="29210" y="5206"/>
                  </a:lnTo>
                  <a:lnTo>
                    <a:pt x="30479" y="5206"/>
                  </a:lnTo>
                  <a:lnTo>
                    <a:pt x="30479" y="3936"/>
                  </a:lnTo>
                  <a:lnTo>
                    <a:pt x="1270" y="3936"/>
                  </a:lnTo>
                  <a:close/>
                </a:path>
                <a:path w="33020" h="6350">
                  <a:moveTo>
                    <a:pt x="31750" y="1269"/>
                  </a:moveTo>
                  <a:lnTo>
                    <a:pt x="1270" y="1269"/>
                  </a:lnTo>
                  <a:lnTo>
                    <a:pt x="1270" y="3809"/>
                  </a:lnTo>
                  <a:lnTo>
                    <a:pt x="30480" y="3809"/>
                  </a:lnTo>
                  <a:lnTo>
                    <a:pt x="30480" y="2666"/>
                  </a:lnTo>
                  <a:lnTo>
                    <a:pt x="31750" y="2666"/>
                  </a:lnTo>
                  <a:lnTo>
                    <a:pt x="31750" y="1269"/>
                  </a:lnTo>
                  <a:close/>
                </a:path>
                <a:path w="33020" h="6350">
                  <a:moveTo>
                    <a:pt x="3810" y="0"/>
                  </a:moveTo>
                  <a:lnTo>
                    <a:pt x="2539" y="0"/>
                  </a:lnTo>
                  <a:lnTo>
                    <a:pt x="2539" y="1269"/>
                  </a:lnTo>
                  <a:lnTo>
                    <a:pt x="33019" y="1269"/>
                  </a:lnTo>
                  <a:lnTo>
                    <a:pt x="33019" y="126"/>
                  </a:lnTo>
                  <a:lnTo>
                    <a:pt x="3810" y="126"/>
                  </a:lnTo>
                  <a:close/>
                </a:path>
              </a:pathLst>
            </a:custGeom>
            <a:solidFill>
              <a:srgbClr val="7D1900"/>
            </a:solidFill>
          </p:spPr>
          <p:txBody>
            <a:bodyPr wrap="square" lIns="0" tIns="0" rIns="0" bIns="0" rtlCol="0"/>
            <a:lstStyle/>
            <a:p/>
          </p:txBody>
        </p:sp>
        <p:sp>
          <p:nvSpPr>
            <p:cNvPr id="1376" name="object 1376"/>
            <p:cNvSpPr/>
            <p:nvPr/>
          </p:nvSpPr>
          <p:spPr>
            <a:xfrm>
              <a:off x="6046470" y="1502410"/>
              <a:ext cx="34290" cy="7620"/>
            </a:xfrm>
            <a:custGeom>
              <a:avLst/>
              <a:gdLst/>
              <a:ahLst/>
              <a:cxnLst/>
              <a:rect l="l" t="t" r="r" b="b"/>
              <a:pathLst>
                <a:path w="34289" h="7619">
                  <a:moveTo>
                    <a:pt x="1269" y="6349"/>
                  </a:moveTo>
                  <a:lnTo>
                    <a:pt x="0" y="6349"/>
                  </a:lnTo>
                  <a:lnTo>
                    <a:pt x="0" y="7619"/>
                  </a:lnTo>
                  <a:lnTo>
                    <a:pt x="31750" y="7619"/>
                  </a:lnTo>
                  <a:lnTo>
                    <a:pt x="31750" y="6476"/>
                  </a:lnTo>
                  <a:lnTo>
                    <a:pt x="1269" y="6476"/>
                  </a:lnTo>
                  <a:lnTo>
                    <a:pt x="1269" y="6349"/>
                  </a:lnTo>
                  <a:close/>
                </a:path>
                <a:path w="34289" h="7619">
                  <a:moveTo>
                    <a:pt x="31749" y="3936"/>
                  </a:moveTo>
                  <a:lnTo>
                    <a:pt x="1269" y="3936"/>
                  </a:lnTo>
                  <a:lnTo>
                    <a:pt x="1269" y="6349"/>
                  </a:lnTo>
                  <a:lnTo>
                    <a:pt x="31750" y="6349"/>
                  </a:lnTo>
                  <a:lnTo>
                    <a:pt x="31749" y="3936"/>
                  </a:lnTo>
                  <a:close/>
                </a:path>
                <a:path w="34289" h="7619">
                  <a:moveTo>
                    <a:pt x="5079" y="0"/>
                  </a:moveTo>
                  <a:lnTo>
                    <a:pt x="3809" y="0"/>
                  </a:lnTo>
                  <a:lnTo>
                    <a:pt x="3809" y="2666"/>
                  </a:lnTo>
                  <a:lnTo>
                    <a:pt x="2539" y="2666"/>
                  </a:lnTo>
                  <a:lnTo>
                    <a:pt x="2539" y="3936"/>
                  </a:lnTo>
                  <a:lnTo>
                    <a:pt x="33019" y="3936"/>
                  </a:lnTo>
                  <a:lnTo>
                    <a:pt x="33019" y="1269"/>
                  </a:lnTo>
                  <a:lnTo>
                    <a:pt x="34289" y="1269"/>
                  </a:lnTo>
                  <a:lnTo>
                    <a:pt x="34289" y="126"/>
                  </a:lnTo>
                  <a:lnTo>
                    <a:pt x="5079" y="126"/>
                  </a:lnTo>
                  <a:close/>
                </a:path>
              </a:pathLst>
            </a:custGeom>
            <a:solidFill>
              <a:srgbClr val="7F1900"/>
            </a:solidFill>
          </p:spPr>
          <p:txBody>
            <a:bodyPr wrap="square" lIns="0" tIns="0" rIns="0" bIns="0" rtlCol="0"/>
            <a:lstStyle/>
            <a:p/>
          </p:txBody>
        </p:sp>
        <p:sp>
          <p:nvSpPr>
            <p:cNvPr id="1377" name="object 1377"/>
            <p:cNvSpPr/>
            <p:nvPr/>
          </p:nvSpPr>
          <p:spPr>
            <a:xfrm>
              <a:off x="6042660" y="1510030"/>
              <a:ext cx="35560" cy="6350"/>
            </a:xfrm>
            <a:custGeom>
              <a:avLst/>
              <a:gdLst/>
              <a:ahLst/>
              <a:cxnLst/>
              <a:rect l="l" t="t" r="r" b="b"/>
              <a:pathLst>
                <a:path w="35560" h="6350">
                  <a:moveTo>
                    <a:pt x="34289" y="2539"/>
                  </a:moveTo>
                  <a:lnTo>
                    <a:pt x="1269" y="2539"/>
                  </a:lnTo>
                  <a:lnTo>
                    <a:pt x="1269" y="3809"/>
                  </a:lnTo>
                  <a:lnTo>
                    <a:pt x="0" y="3809"/>
                  </a:lnTo>
                  <a:lnTo>
                    <a:pt x="0" y="6349"/>
                  </a:lnTo>
                  <a:lnTo>
                    <a:pt x="33020" y="6349"/>
                  </a:lnTo>
                  <a:lnTo>
                    <a:pt x="33020" y="5079"/>
                  </a:lnTo>
                  <a:lnTo>
                    <a:pt x="34289" y="5079"/>
                  </a:lnTo>
                  <a:lnTo>
                    <a:pt x="34289" y="2539"/>
                  </a:lnTo>
                  <a:close/>
                </a:path>
                <a:path w="35560" h="6350">
                  <a:moveTo>
                    <a:pt x="35560" y="0"/>
                  </a:moveTo>
                  <a:lnTo>
                    <a:pt x="2539" y="0"/>
                  </a:lnTo>
                  <a:lnTo>
                    <a:pt x="2539" y="2539"/>
                  </a:lnTo>
                  <a:lnTo>
                    <a:pt x="35560" y="2539"/>
                  </a:lnTo>
                  <a:lnTo>
                    <a:pt x="35560" y="0"/>
                  </a:lnTo>
                  <a:close/>
                </a:path>
              </a:pathLst>
            </a:custGeom>
            <a:solidFill>
              <a:srgbClr val="811800"/>
            </a:solidFill>
          </p:spPr>
          <p:txBody>
            <a:bodyPr wrap="square" lIns="0" tIns="0" rIns="0" bIns="0" rtlCol="0"/>
            <a:lstStyle/>
            <a:p/>
          </p:txBody>
        </p:sp>
        <p:sp>
          <p:nvSpPr>
            <p:cNvPr id="1378" name="object 1378"/>
            <p:cNvSpPr/>
            <p:nvPr/>
          </p:nvSpPr>
          <p:spPr>
            <a:xfrm>
              <a:off x="6038850" y="1517650"/>
              <a:ext cx="36830" cy="6350"/>
            </a:xfrm>
            <a:custGeom>
              <a:avLst/>
              <a:gdLst/>
              <a:ahLst/>
              <a:cxnLst/>
              <a:rect l="l" t="t" r="r" b="b"/>
              <a:pathLst>
                <a:path w="36829" h="6350">
                  <a:moveTo>
                    <a:pt x="36829" y="0"/>
                  </a:moveTo>
                  <a:lnTo>
                    <a:pt x="2539" y="0"/>
                  </a:lnTo>
                  <a:lnTo>
                    <a:pt x="2539" y="2539"/>
                  </a:lnTo>
                  <a:lnTo>
                    <a:pt x="1270" y="2539"/>
                  </a:lnTo>
                  <a:lnTo>
                    <a:pt x="1270" y="5079"/>
                  </a:lnTo>
                  <a:lnTo>
                    <a:pt x="0" y="5079"/>
                  </a:lnTo>
                  <a:lnTo>
                    <a:pt x="0" y="6350"/>
                  </a:lnTo>
                  <a:lnTo>
                    <a:pt x="36829" y="6350"/>
                  </a:lnTo>
                  <a:lnTo>
                    <a:pt x="36829" y="0"/>
                  </a:lnTo>
                  <a:close/>
                </a:path>
              </a:pathLst>
            </a:custGeom>
            <a:solidFill>
              <a:srgbClr val="841800"/>
            </a:solidFill>
          </p:spPr>
          <p:txBody>
            <a:bodyPr wrap="square" lIns="0" tIns="0" rIns="0" bIns="0" rtlCol="0"/>
            <a:lstStyle/>
            <a:p/>
          </p:txBody>
        </p:sp>
        <p:sp>
          <p:nvSpPr>
            <p:cNvPr id="1379" name="object 1379"/>
            <p:cNvSpPr/>
            <p:nvPr/>
          </p:nvSpPr>
          <p:spPr>
            <a:xfrm>
              <a:off x="6036310" y="1524000"/>
              <a:ext cx="39370" cy="7620"/>
            </a:xfrm>
            <a:custGeom>
              <a:avLst/>
              <a:gdLst/>
              <a:ahLst/>
              <a:cxnLst/>
              <a:rect l="l" t="t" r="r" b="b"/>
              <a:pathLst>
                <a:path w="39370" h="7619">
                  <a:moveTo>
                    <a:pt x="38099" y="1269"/>
                  </a:moveTo>
                  <a:lnTo>
                    <a:pt x="1269" y="1269"/>
                  </a:lnTo>
                  <a:lnTo>
                    <a:pt x="1269" y="5079"/>
                  </a:lnTo>
                  <a:lnTo>
                    <a:pt x="0" y="5079"/>
                  </a:lnTo>
                  <a:lnTo>
                    <a:pt x="0" y="7620"/>
                  </a:lnTo>
                  <a:lnTo>
                    <a:pt x="38099" y="7620"/>
                  </a:lnTo>
                  <a:lnTo>
                    <a:pt x="38099" y="1269"/>
                  </a:lnTo>
                  <a:close/>
                </a:path>
                <a:path w="39370" h="7619">
                  <a:moveTo>
                    <a:pt x="39369" y="0"/>
                  </a:moveTo>
                  <a:lnTo>
                    <a:pt x="2539" y="0"/>
                  </a:lnTo>
                  <a:lnTo>
                    <a:pt x="2539" y="1269"/>
                  </a:lnTo>
                  <a:lnTo>
                    <a:pt x="39369" y="1269"/>
                  </a:lnTo>
                  <a:lnTo>
                    <a:pt x="39369" y="0"/>
                  </a:lnTo>
                  <a:close/>
                </a:path>
              </a:pathLst>
            </a:custGeom>
            <a:solidFill>
              <a:srgbClr val="861700"/>
            </a:solidFill>
          </p:spPr>
          <p:txBody>
            <a:bodyPr wrap="square" lIns="0" tIns="0" rIns="0" bIns="0" rtlCol="0"/>
            <a:lstStyle/>
            <a:p/>
          </p:txBody>
        </p:sp>
        <p:sp>
          <p:nvSpPr>
            <p:cNvPr id="1380" name="object 1380"/>
            <p:cNvSpPr/>
            <p:nvPr/>
          </p:nvSpPr>
          <p:spPr>
            <a:xfrm>
              <a:off x="6033770" y="1531620"/>
              <a:ext cx="40640" cy="7620"/>
            </a:xfrm>
            <a:custGeom>
              <a:avLst/>
              <a:gdLst/>
              <a:ahLst/>
              <a:cxnLst/>
              <a:rect l="l" t="t" r="r" b="b"/>
              <a:pathLst>
                <a:path w="40639" h="7619">
                  <a:moveTo>
                    <a:pt x="40639" y="0"/>
                  </a:moveTo>
                  <a:lnTo>
                    <a:pt x="1269" y="0"/>
                  </a:lnTo>
                  <a:lnTo>
                    <a:pt x="1269" y="3809"/>
                  </a:lnTo>
                  <a:lnTo>
                    <a:pt x="0" y="3809"/>
                  </a:lnTo>
                  <a:lnTo>
                    <a:pt x="0" y="7619"/>
                  </a:lnTo>
                  <a:lnTo>
                    <a:pt x="40639" y="7619"/>
                  </a:lnTo>
                  <a:lnTo>
                    <a:pt x="40639" y="0"/>
                  </a:lnTo>
                  <a:close/>
                </a:path>
              </a:pathLst>
            </a:custGeom>
            <a:solidFill>
              <a:srgbClr val="881700"/>
            </a:solidFill>
          </p:spPr>
          <p:txBody>
            <a:bodyPr wrap="square" lIns="0" tIns="0" rIns="0" bIns="0" rtlCol="0"/>
            <a:lstStyle/>
            <a:p/>
          </p:txBody>
        </p:sp>
        <p:sp>
          <p:nvSpPr>
            <p:cNvPr id="1381" name="object 1381"/>
            <p:cNvSpPr/>
            <p:nvPr/>
          </p:nvSpPr>
          <p:spPr>
            <a:xfrm>
              <a:off x="6031230" y="1539240"/>
              <a:ext cx="43180" cy="6350"/>
            </a:xfrm>
            <a:custGeom>
              <a:avLst/>
              <a:gdLst/>
              <a:ahLst/>
              <a:cxnLst/>
              <a:rect l="l" t="t" r="r" b="b"/>
              <a:pathLst>
                <a:path w="43179" h="6350">
                  <a:moveTo>
                    <a:pt x="43180" y="0"/>
                  </a:moveTo>
                  <a:lnTo>
                    <a:pt x="1270" y="0"/>
                  </a:lnTo>
                  <a:lnTo>
                    <a:pt x="1270" y="2539"/>
                  </a:lnTo>
                  <a:lnTo>
                    <a:pt x="0" y="2539"/>
                  </a:lnTo>
                  <a:lnTo>
                    <a:pt x="0" y="6350"/>
                  </a:lnTo>
                  <a:lnTo>
                    <a:pt x="43180" y="6350"/>
                  </a:lnTo>
                  <a:lnTo>
                    <a:pt x="43180" y="0"/>
                  </a:lnTo>
                  <a:close/>
                </a:path>
              </a:pathLst>
            </a:custGeom>
            <a:solidFill>
              <a:srgbClr val="8A1700"/>
            </a:solidFill>
          </p:spPr>
          <p:txBody>
            <a:bodyPr wrap="square" lIns="0" tIns="0" rIns="0" bIns="0" rtlCol="0"/>
            <a:lstStyle/>
            <a:p/>
          </p:txBody>
        </p:sp>
        <p:sp>
          <p:nvSpPr>
            <p:cNvPr id="1382" name="object 1382"/>
            <p:cNvSpPr/>
            <p:nvPr/>
          </p:nvSpPr>
          <p:spPr>
            <a:xfrm>
              <a:off x="6027420" y="1545590"/>
              <a:ext cx="48260" cy="7620"/>
            </a:xfrm>
            <a:custGeom>
              <a:avLst/>
              <a:gdLst/>
              <a:ahLst/>
              <a:cxnLst/>
              <a:rect l="l" t="t" r="r" b="b"/>
              <a:pathLst>
                <a:path w="48260" h="7619">
                  <a:moveTo>
                    <a:pt x="48260" y="5079"/>
                  </a:moveTo>
                  <a:lnTo>
                    <a:pt x="46989" y="5079"/>
                  </a:lnTo>
                  <a:lnTo>
                    <a:pt x="46989" y="6350"/>
                  </a:lnTo>
                  <a:lnTo>
                    <a:pt x="0" y="6350"/>
                  </a:lnTo>
                  <a:lnTo>
                    <a:pt x="0" y="7620"/>
                  </a:lnTo>
                  <a:lnTo>
                    <a:pt x="48260" y="7620"/>
                  </a:lnTo>
                  <a:lnTo>
                    <a:pt x="48260" y="5079"/>
                  </a:lnTo>
                  <a:close/>
                </a:path>
                <a:path w="48260" h="7619">
                  <a:moveTo>
                    <a:pt x="46989" y="0"/>
                  </a:moveTo>
                  <a:lnTo>
                    <a:pt x="2539" y="0"/>
                  </a:lnTo>
                  <a:lnTo>
                    <a:pt x="2539" y="2539"/>
                  </a:lnTo>
                  <a:lnTo>
                    <a:pt x="1269" y="2539"/>
                  </a:lnTo>
                  <a:lnTo>
                    <a:pt x="1269" y="5079"/>
                  </a:lnTo>
                  <a:lnTo>
                    <a:pt x="46989" y="5079"/>
                  </a:lnTo>
                  <a:lnTo>
                    <a:pt x="46989" y="0"/>
                  </a:lnTo>
                  <a:close/>
                </a:path>
              </a:pathLst>
            </a:custGeom>
            <a:solidFill>
              <a:srgbClr val="8C1600"/>
            </a:solidFill>
          </p:spPr>
          <p:txBody>
            <a:bodyPr wrap="square" lIns="0" tIns="0" rIns="0" bIns="0" rtlCol="0"/>
            <a:lstStyle/>
            <a:p/>
          </p:txBody>
        </p:sp>
        <p:sp>
          <p:nvSpPr>
            <p:cNvPr id="1383" name="object 1383"/>
            <p:cNvSpPr/>
            <p:nvPr/>
          </p:nvSpPr>
          <p:spPr>
            <a:xfrm>
              <a:off x="6026150" y="1553210"/>
              <a:ext cx="50800" cy="7620"/>
            </a:xfrm>
            <a:custGeom>
              <a:avLst/>
              <a:gdLst/>
              <a:ahLst/>
              <a:cxnLst/>
              <a:rect l="l" t="t" r="r" b="b"/>
              <a:pathLst>
                <a:path w="50800" h="7619">
                  <a:moveTo>
                    <a:pt x="49530" y="0"/>
                  </a:moveTo>
                  <a:lnTo>
                    <a:pt x="1270" y="0"/>
                  </a:lnTo>
                  <a:lnTo>
                    <a:pt x="1270" y="1269"/>
                  </a:lnTo>
                  <a:lnTo>
                    <a:pt x="0" y="1269"/>
                  </a:lnTo>
                  <a:lnTo>
                    <a:pt x="0" y="7619"/>
                  </a:lnTo>
                  <a:lnTo>
                    <a:pt x="50800" y="7619"/>
                  </a:lnTo>
                  <a:lnTo>
                    <a:pt x="50800" y="6349"/>
                  </a:lnTo>
                  <a:lnTo>
                    <a:pt x="49529" y="6349"/>
                  </a:lnTo>
                  <a:lnTo>
                    <a:pt x="49530" y="0"/>
                  </a:lnTo>
                  <a:close/>
                </a:path>
              </a:pathLst>
            </a:custGeom>
            <a:solidFill>
              <a:srgbClr val="8F1600"/>
            </a:solidFill>
          </p:spPr>
          <p:txBody>
            <a:bodyPr wrap="square" lIns="0" tIns="0" rIns="0" bIns="0" rtlCol="0"/>
            <a:lstStyle/>
            <a:p/>
          </p:txBody>
        </p:sp>
        <p:sp>
          <p:nvSpPr>
            <p:cNvPr id="1384" name="object 1384"/>
            <p:cNvSpPr/>
            <p:nvPr/>
          </p:nvSpPr>
          <p:spPr>
            <a:xfrm>
              <a:off x="6023610" y="1560830"/>
              <a:ext cx="54610" cy="6350"/>
            </a:xfrm>
            <a:custGeom>
              <a:avLst/>
              <a:gdLst/>
              <a:ahLst/>
              <a:cxnLst/>
              <a:rect l="l" t="t" r="r" b="b"/>
              <a:pathLst>
                <a:path w="54610" h="6350">
                  <a:moveTo>
                    <a:pt x="53339" y="0"/>
                  </a:moveTo>
                  <a:lnTo>
                    <a:pt x="1269" y="0"/>
                  </a:lnTo>
                  <a:lnTo>
                    <a:pt x="1269" y="3810"/>
                  </a:lnTo>
                  <a:lnTo>
                    <a:pt x="0" y="3810"/>
                  </a:lnTo>
                  <a:lnTo>
                    <a:pt x="0" y="6350"/>
                  </a:lnTo>
                  <a:lnTo>
                    <a:pt x="54610" y="6350"/>
                  </a:lnTo>
                  <a:lnTo>
                    <a:pt x="54609" y="2539"/>
                  </a:lnTo>
                  <a:lnTo>
                    <a:pt x="53339" y="2539"/>
                  </a:lnTo>
                  <a:lnTo>
                    <a:pt x="53339" y="0"/>
                  </a:lnTo>
                  <a:close/>
                </a:path>
              </a:pathLst>
            </a:custGeom>
            <a:solidFill>
              <a:srgbClr val="911500"/>
            </a:solidFill>
          </p:spPr>
          <p:txBody>
            <a:bodyPr wrap="square" lIns="0" tIns="0" rIns="0" bIns="0" rtlCol="0"/>
            <a:lstStyle/>
            <a:p/>
          </p:txBody>
        </p:sp>
        <p:sp>
          <p:nvSpPr>
            <p:cNvPr id="1385" name="object 1385"/>
            <p:cNvSpPr/>
            <p:nvPr/>
          </p:nvSpPr>
          <p:spPr>
            <a:xfrm>
              <a:off x="6022340" y="1567180"/>
              <a:ext cx="60960" cy="7620"/>
            </a:xfrm>
            <a:custGeom>
              <a:avLst/>
              <a:gdLst/>
              <a:ahLst/>
              <a:cxnLst/>
              <a:rect l="l" t="t" r="r" b="b"/>
              <a:pathLst>
                <a:path w="60960" h="7619">
                  <a:moveTo>
                    <a:pt x="58420" y="2539"/>
                  </a:moveTo>
                  <a:lnTo>
                    <a:pt x="57150" y="2539"/>
                  </a:lnTo>
                  <a:lnTo>
                    <a:pt x="57150" y="3810"/>
                  </a:lnTo>
                  <a:lnTo>
                    <a:pt x="0" y="3810"/>
                  </a:lnTo>
                  <a:lnTo>
                    <a:pt x="0" y="7620"/>
                  </a:lnTo>
                  <a:lnTo>
                    <a:pt x="60960" y="7620"/>
                  </a:lnTo>
                  <a:lnTo>
                    <a:pt x="60960" y="6350"/>
                  </a:lnTo>
                  <a:lnTo>
                    <a:pt x="59689" y="6350"/>
                  </a:lnTo>
                  <a:lnTo>
                    <a:pt x="59689" y="5079"/>
                  </a:lnTo>
                  <a:lnTo>
                    <a:pt x="58420" y="5079"/>
                  </a:lnTo>
                  <a:lnTo>
                    <a:pt x="58420" y="2539"/>
                  </a:lnTo>
                  <a:close/>
                </a:path>
                <a:path w="60960" h="7619">
                  <a:moveTo>
                    <a:pt x="57150" y="0"/>
                  </a:moveTo>
                  <a:lnTo>
                    <a:pt x="1270" y="0"/>
                  </a:lnTo>
                  <a:lnTo>
                    <a:pt x="1270" y="2539"/>
                  </a:lnTo>
                  <a:lnTo>
                    <a:pt x="57150" y="2539"/>
                  </a:lnTo>
                  <a:lnTo>
                    <a:pt x="57150" y="0"/>
                  </a:lnTo>
                  <a:close/>
                </a:path>
              </a:pathLst>
            </a:custGeom>
            <a:solidFill>
              <a:srgbClr val="931500"/>
            </a:solidFill>
          </p:spPr>
          <p:txBody>
            <a:bodyPr wrap="square" lIns="0" tIns="0" rIns="0" bIns="0" rtlCol="0"/>
            <a:lstStyle/>
            <a:p/>
          </p:txBody>
        </p:sp>
        <p:sp>
          <p:nvSpPr>
            <p:cNvPr id="1386" name="object 1386"/>
            <p:cNvSpPr/>
            <p:nvPr/>
          </p:nvSpPr>
          <p:spPr>
            <a:xfrm>
              <a:off x="6021070" y="1574800"/>
              <a:ext cx="68580" cy="7620"/>
            </a:xfrm>
            <a:custGeom>
              <a:avLst/>
              <a:gdLst/>
              <a:ahLst/>
              <a:cxnLst/>
              <a:rect l="l" t="t" r="r" b="b"/>
              <a:pathLst>
                <a:path w="68579" h="7619">
                  <a:moveTo>
                    <a:pt x="68579" y="5079"/>
                  </a:moveTo>
                  <a:lnTo>
                    <a:pt x="0" y="5079"/>
                  </a:lnTo>
                  <a:lnTo>
                    <a:pt x="0" y="7619"/>
                  </a:lnTo>
                  <a:lnTo>
                    <a:pt x="68579" y="7619"/>
                  </a:lnTo>
                  <a:lnTo>
                    <a:pt x="68579" y="5079"/>
                  </a:lnTo>
                  <a:close/>
                </a:path>
                <a:path w="68579" h="7619">
                  <a:moveTo>
                    <a:pt x="67310" y="3809"/>
                  </a:moveTo>
                  <a:lnTo>
                    <a:pt x="64770" y="3809"/>
                  </a:lnTo>
                  <a:lnTo>
                    <a:pt x="64770" y="5079"/>
                  </a:lnTo>
                  <a:lnTo>
                    <a:pt x="67310" y="5079"/>
                  </a:lnTo>
                  <a:lnTo>
                    <a:pt x="67310" y="3809"/>
                  </a:lnTo>
                  <a:close/>
                </a:path>
                <a:path w="68579" h="7619">
                  <a:moveTo>
                    <a:pt x="64770" y="2539"/>
                  </a:moveTo>
                  <a:lnTo>
                    <a:pt x="0" y="2539"/>
                  </a:lnTo>
                  <a:lnTo>
                    <a:pt x="0" y="3809"/>
                  </a:lnTo>
                  <a:lnTo>
                    <a:pt x="64770" y="3809"/>
                  </a:lnTo>
                  <a:lnTo>
                    <a:pt x="64770" y="2539"/>
                  </a:lnTo>
                  <a:close/>
                </a:path>
                <a:path w="68579" h="7619">
                  <a:moveTo>
                    <a:pt x="62229" y="0"/>
                  </a:moveTo>
                  <a:lnTo>
                    <a:pt x="1269" y="0"/>
                  </a:lnTo>
                  <a:lnTo>
                    <a:pt x="1269" y="2539"/>
                  </a:lnTo>
                  <a:lnTo>
                    <a:pt x="63499" y="2539"/>
                  </a:lnTo>
                  <a:lnTo>
                    <a:pt x="63499" y="1269"/>
                  </a:lnTo>
                  <a:lnTo>
                    <a:pt x="62229" y="1269"/>
                  </a:lnTo>
                  <a:lnTo>
                    <a:pt x="62229" y="0"/>
                  </a:lnTo>
                  <a:close/>
                </a:path>
              </a:pathLst>
            </a:custGeom>
            <a:solidFill>
              <a:srgbClr val="951400"/>
            </a:solidFill>
          </p:spPr>
          <p:txBody>
            <a:bodyPr wrap="square" lIns="0" tIns="0" rIns="0" bIns="0" rtlCol="0"/>
            <a:lstStyle/>
            <a:p/>
          </p:txBody>
        </p:sp>
        <p:sp>
          <p:nvSpPr>
            <p:cNvPr id="1387" name="object 1387"/>
            <p:cNvSpPr/>
            <p:nvPr/>
          </p:nvSpPr>
          <p:spPr>
            <a:xfrm>
              <a:off x="6019800" y="1582419"/>
              <a:ext cx="152400" cy="6350"/>
            </a:xfrm>
            <a:custGeom>
              <a:avLst/>
              <a:gdLst/>
              <a:ahLst/>
              <a:cxnLst/>
              <a:rect l="l" t="t" r="r" b="b"/>
              <a:pathLst>
                <a:path w="152400" h="6350">
                  <a:moveTo>
                    <a:pt x="72390" y="0"/>
                  </a:moveTo>
                  <a:lnTo>
                    <a:pt x="71120" y="0"/>
                  </a:lnTo>
                  <a:lnTo>
                    <a:pt x="71120" y="1270"/>
                  </a:lnTo>
                  <a:lnTo>
                    <a:pt x="1270" y="1270"/>
                  </a:lnTo>
                  <a:lnTo>
                    <a:pt x="1270" y="2540"/>
                  </a:lnTo>
                  <a:lnTo>
                    <a:pt x="72390" y="2540"/>
                  </a:lnTo>
                  <a:lnTo>
                    <a:pt x="72390" y="1270"/>
                  </a:lnTo>
                  <a:lnTo>
                    <a:pt x="72390" y="0"/>
                  </a:lnTo>
                  <a:close/>
                </a:path>
                <a:path w="152400" h="6350">
                  <a:moveTo>
                    <a:pt x="152400" y="3810"/>
                  </a:moveTo>
                  <a:lnTo>
                    <a:pt x="80010" y="3810"/>
                  </a:lnTo>
                  <a:lnTo>
                    <a:pt x="80010" y="2540"/>
                  </a:lnTo>
                  <a:lnTo>
                    <a:pt x="76200" y="2540"/>
                  </a:lnTo>
                  <a:lnTo>
                    <a:pt x="76200" y="3810"/>
                  </a:lnTo>
                  <a:lnTo>
                    <a:pt x="0" y="3810"/>
                  </a:lnTo>
                  <a:lnTo>
                    <a:pt x="0" y="6350"/>
                  </a:lnTo>
                  <a:lnTo>
                    <a:pt x="152400" y="6350"/>
                  </a:lnTo>
                  <a:lnTo>
                    <a:pt x="152400" y="3810"/>
                  </a:lnTo>
                  <a:close/>
                </a:path>
              </a:pathLst>
            </a:custGeom>
            <a:solidFill>
              <a:srgbClr val="981400"/>
            </a:solidFill>
          </p:spPr>
          <p:txBody>
            <a:bodyPr wrap="square" lIns="0" tIns="0" rIns="0" bIns="0" rtlCol="0"/>
            <a:lstStyle/>
            <a:p/>
          </p:txBody>
        </p:sp>
        <p:sp>
          <p:nvSpPr>
            <p:cNvPr id="1388" name="object 1388"/>
            <p:cNvSpPr/>
            <p:nvPr/>
          </p:nvSpPr>
          <p:spPr>
            <a:xfrm>
              <a:off x="6019800" y="1588769"/>
              <a:ext cx="195580" cy="7620"/>
            </a:xfrm>
            <a:custGeom>
              <a:avLst/>
              <a:gdLst/>
              <a:ahLst/>
              <a:cxnLst/>
              <a:rect l="l" t="t" r="r" b="b"/>
              <a:pathLst>
                <a:path w="195579" h="7619">
                  <a:moveTo>
                    <a:pt x="179070" y="0"/>
                  </a:moveTo>
                  <a:lnTo>
                    <a:pt x="166370" y="0"/>
                  </a:lnTo>
                  <a:lnTo>
                    <a:pt x="166370" y="1270"/>
                  </a:lnTo>
                  <a:lnTo>
                    <a:pt x="0" y="1270"/>
                  </a:lnTo>
                  <a:lnTo>
                    <a:pt x="0" y="2540"/>
                  </a:lnTo>
                  <a:lnTo>
                    <a:pt x="179070" y="2540"/>
                  </a:lnTo>
                  <a:lnTo>
                    <a:pt x="179070" y="1270"/>
                  </a:lnTo>
                  <a:lnTo>
                    <a:pt x="179070" y="0"/>
                  </a:lnTo>
                  <a:close/>
                </a:path>
                <a:path w="195579" h="7619">
                  <a:moveTo>
                    <a:pt x="190500" y="3810"/>
                  </a:moveTo>
                  <a:lnTo>
                    <a:pt x="189230" y="3810"/>
                  </a:lnTo>
                  <a:lnTo>
                    <a:pt x="189230" y="2540"/>
                  </a:lnTo>
                  <a:lnTo>
                    <a:pt x="181610" y="2540"/>
                  </a:lnTo>
                  <a:lnTo>
                    <a:pt x="181610" y="3810"/>
                  </a:lnTo>
                  <a:lnTo>
                    <a:pt x="0" y="3810"/>
                  </a:lnTo>
                  <a:lnTo>
                    <a:pt x="0" y="6350"/>
                  </a:lnTo>
                  <a:lnTo>
                    <a:pt x="190500" y="6350"/>
                  </a:lnTo>
                  <a:lnTo>
                    <a:pt x="190500" y="3810"/>
                  </a:lnTo>
                  <a:close/>
                </a:path>
                <a:path w="195579" h="7619">
                  <a:moveTo>
                    <a:pt x="195580" y="6350"/>
                  </a:moveTo>
                  <a:lnTo>
                    <a:pt x="193040" y="6350"/>
                  </a:lnTo>
                  <a:lnTo>
                    <a:pt x="193040" y="7620"/>
                  </a:lnTo>
                  <a:lnTo>
                    <a:pt x="195580" y="7620"/>
                  </a:lnTo>
                  <a:lnTo>
                    <a:pt x="195580" y="6350"/>
                  </a:lnTo>
                  <a:close/>
                </a:path>
              </a:pathLst>
            </a:custGeom>
            <a:solidFill>
              <a:srgbClr val="9A1300"/>
            </a:solidFill>
          </p:spPr>
          <p:txBody>
            <a:bodyPr wrap="square" lIns="0" tIns="0" rIns="0" bIns="0" rtlCol="0"/>
            <a:lstStyle/>
            <a:p/>
          </p:txBody>
        </p:sp>
        <p:sp>
          <p:nvSpPr>
            <p:cNvPr id="1389" name="object 1389"/>
            <p:cNvSpPr/>
            <p:nvPr/>
          </p:nvSpPr>
          <p:spPr>
            <a:xfrm>
              <a:off x="6019800" y="1596389"/>
              <a:ext cx="209550" cy="7620"/>
            </a:xfrm>
            <a:custGeom>
              <a:avLst/>
              <a:gdLst/>
              <a:ahLst/>
              <a:cxnLst/>
              <a:rect l="l" t="t" r="r" b="b"/>
              <a:pathLst>
                <a:path w="209550" h="7619">
                  <a:moveTo>
                    <a:pt x="195580" y="0"/>
                  </a:moveTo>
                  <a:lnTo>
                    <a:pt x="0" y="0"/>
                  </a:lnTo>
                  <a:lnTo>
                    <a:pt x="0" y="1270"/>
                  </a:lnTo>
                  <a:lnTo>
                    <a:pt x="195580" y="1270"/>
                  </a:lnTo>
                  <a:lnTo>
                    <a:pt x="195580" y="0"/>
                  </a:lnTo>
                  <a:close/>
                </a:path>
                <a:path w="209550" h="7619">
                  <a:moveTo>
                    <a:pt x="204470" y="2540"/>
                  </a:moveTo>
                  <a:lnTo>
                    <a:pt x="201930" y="2540"/>
                  </a:lnTo>
                  <a:lnTo>
                    <a:pt x="201930" y="1270"/>
                  </a:lnTo>
                  <a:lnTo>
                    <a:pt x="199390" y="1270"/>
                  </a:lnTo>
                  <a:lnTo>
                    <a:pt x="199390" y="2540"/>
                  </a:lnTo>
                  <a:lnTo>
                    <a:pt x="0" y="2540"/>
                  </a:lnTo>
                  <a:lnTo>
                    <a:pt x="0" y="5080"/>
                  </a:lnTo>
                  <a:lnTo>
                    <a:pt x="204470" y="5080"/>
                  </a:lnTo>
                  <a:lnTo>
                    <a:pt x="204470" y="2540"/>
                  </a:lnTo>
                  <a:close/>
                </a:path>
                <a:path w="209550" h="7619">
                  <a:moveTo>
                    <a:pt x="209550" y="5080"/>
                  </a:moveTo>
                  <a:lnTo>
                    <a:pt x="208280" y="5080"/>
                  </a:lnTo>
                  <a:lnTo>
                    <a:pt x="208280" y="6350"/>
                  </a:lnTo>
                  <a:lnTo>
                    <a:pt x="0" y="6350"/>
                  </a:lnTo>
                  <a:lnTo>
                    <a:pt x="0" y="7620"/>
                  </a:lnTo>
                  <a:lnTo>
                    <a:pt x="209550" y="7620"/>
                  </a:lnTo>
                  <a:lnTo>
                    <a:pt x="209550" y="6350"/>
                  </a:lnTo>
                  <a:lnTo>
                    <a:pt x="209550" y="5080"/>
                  </a:lnTo>
                  <a:close/>
                </a:path>
              </a:pathLst>
            </a:custGeom>
            <a:solidFill>
              <a:srgbClr val="9C1300"/>
            </a:solidFill>
          </p:spPr>
          <p:txBody>
            <a:bodyPr wrap="square" lIns="0" tIns="0" rIns="0" bIns="0" rtlCol="0"/>
            <a:lstStyle/>
            <a:p/>
          </p:txBody>
        </p:sp>
        <p:sp>
          <p:nvSpPr>
            <p:cNvPr id="1390" name="object 1390"/>
            <p:cNvSpPr/>
            <p:nvPr/>
          </p:nvSpPr>
          <p:spPr>
            <a:xfrm>
              <a:off x="6018530" y="1604009"/>
              <a:ext cx="218440" cy="6350"/>
            </a:xfrm>
            <a:custGeom>
              <a:avLst/>
              <a:gdLst/>
              <a:ahLst/>
              <a:cxnLst/>
              <a:rect l="l" t="t" r="r" b="b"/>
              <a:pathLst>
                <a:path w="218439" h="6350">
                  <a:moveTo>
                    <a:pt x="218427" y="3810"/>
                  </a:moveTo>
                  <a:lnTo>
                    <a:pt x="217170" y="3810"/>
                  </a:lnTo>
                  <a:lnTo>
                    <a:pt x="217170" y="1270"/>
                  </a:lnTo>
                  <a:lnTo>
                    <a:pt x="214630" y="1270"/>
                  </a:lnTo>
                  <a:lnTo>
                    <a:pt x="214630" y="0"/>
                  </a:lnTo>
                  <a:lnTo>
                    <a:pt x="213360" y="0"/>
                  </a:lnTo>
                  <a:lnTo>
                    <a:pt x="213360" y="1270"/>
                  </a:lnTo>
                  <a:lnTo>
                    <a:pt x="1270" y="1270"/>
                  </a:lnTo>
                  <a:lnTo>
                    <a:pt x="1270" y="3810"/>
                  </a:lnTo>
                  <a:lnTo>
                    <a:pt x="0" y="3810"/>
                  </a:lnTo>
                  <a:lnTo>
                    <a:pt x="0" y="6350"/>
                  </a:lnTo>
                  <a:lnTo>
                    <a:pt x="218427" y="6350"/>
                  </a:lnTo>
                  <a:lnTo>
                    <a:pt x="218427" y="3810"/>
                  </a:lnTo>
                  <a:close/>
                </a:path>
              </a:pathLst>
            </a:custGeom>
            <a:solidFill>
              <a:srgbClr val="9E1300"/>
            </a:solidFill>
          </p:spPr>
          <p:txBody>
            <a:bodyPr wrap="square" lIns="0" tIns="0" rIns="0" bIns="0" rtlCol="0"/>
            <a:lstStyle/>
            <a:p/>
          </p:txBody>
        </p:sp>
        <p:sp>
          <p:nvSpPr>
            <p:cNvPr id="1391" name="object 1391"/>
            <p:cNvSpPr/>
            <p:nvPr/>
          </p:nvSpPr>
          <p:spPr>
            <a:xfrm>
              <a:off x="6018530" y="1610359"/>
              <a:ext cx="227329" cy="7620"/>
            </a:xfrm>
            <a:custGeom>
              <a:avLst/>
              <a:gdLst/>
              <a:ahLst/>
              <a:cxnLst/>
              <a:rect l="l" t="t" r="r" b="b"/>
              <a:pathLst>
                <a:path w="227329" h="7619">
                  <a:moveTo>
                    <a:pt x="226060" y="5080"/>
                  </a:moveTo>
                  <a:lnTo>
                    <a:pt x="224777" y="5080"/>
                  </a:lnTo>
                  <a:lnTo>
                    <a:pt x="224777" y="3810"/>
                  </a:lnTo>
                  <a:lnTo>
                    <a:pt x="223520" y="3810"/>
                  </a:lnTo>
                  <a:lnTo>
                    <a:pt x="223520" y="1270"/>
                  </a:lnTo>
                  <a:lnTo>
                    <a:pt x="220967" y="1270"/>
                  </a:lnTo>
                  <a:lnTo>
                    <a:pt x="220967" y="0"/>
                  </a:lnTo>
                  <a:lnTo>
                    <a:pt x="219710" y="0"/>
                  </a:lnTo>
                  <a:lnTo>
                    <a:pt x="219710" y="1270"/>
                  </a:lnTo>
                  <a:lnTo>
                    <a:pt x="0" y="1270"/>
                  </a:lnTo>
                  <a:lnTo>
                    <a:pt x="0" y="3810"/>
                  </a:lnTo>
                  <a:lnTo>
                    <a:pt x="0" y="5080"/>
                  </a:lnTo>
                  <a:lnTo>
                    <a:pt x="0" y="6350"/>
                  </a:lnTo>
                  <a:lnTo>
                    <a:pt x="226060" y="6350"/>
                  </a:lnTo>
                  <a:lnTo>
                    <a:pt x="226060" y="5080"/>
                  </a:lnTo>
                  <a:close/>
                </a:path>
                <a:path w="227329" h="7619">
                  <a:moveTo>
                    <a:pt x="227317" y="6350"/>
                  </a:moveTo>
                  <a:lnTo>
                    <a:pt x="226060" y="6350"/>
                  </a:lnTo>
                  <a:lnTo>
                    <a:pt x="226060" y="7620"/>
                  </a:lnTo>
                  <a:lnTo>
                    <a:pt x="227317" y="7620"/>
                  </a:lnTo>
                  <a:lnTo>
                    <a:pt x="227317" y="6350"/>
                  </a:lnTo>
                  <a:close/>
                </a:path>
              </a:pathLst>
            </a:custGeom>
            <a:solidFill>
              <a:srgbClr val="A01200"/>
            </a:solidFill>
          </p:spPr>
          <p:txBody>
            <a:bodyPr wrap="square" lIns="0" tIns="0" rIns="0" bIns="0" rtlCol="0"/>
            <a:lstStyle/>
            <a:p/>
          </p:txBody>
        </p:sp>
        <p:sp>
          <p:nvSpPr>
            <p:cNvPr id="1392" name="object 1392"/>
            <p:cNvSpPr/>
            <p:nvPr/>
          </p:nvSpPr>
          <p:spPr>
            <a:xfrm>
              <a:off x="6018530" y="1617979"/>
              <a:ext cx="232410" cy="7620"/>
            </a:xfrm>
            <a:custGeom>
              <a:avLst/>
              <a:gdLst/>
              <a:ahLst/>
              <a:cxnLst/>
              <a:rect l="l" t="t" r="r" b="b"/>
              <a:pathLst>
                <a:path w="232410" h="7619">
                  <a:moveTo>
                    <a:pt x="232410" y="6350"/>
                  </a:moveTo>
                  <a:lnTo>
                    <a:pt x="231127" y="6350"/>
                  </a:lnTo>
                  <a:lnTo>
                    <a:pt x="231127" y="5080"/>
                  </a:lnTo>
                  <a:lnTo>
                    <a:pt x="229870" y="5080"/>
                  </a:lnTo>
                  <a:lnTo>
                    <a:pt x="229870" y="2540"/>
                  </a:lnTo>
                  <a:lnTo>
                    <a:pt x="228600" y="2540"/>
                  </a:lnTo>
                  <a:lnTo>
                    <a:pt x="228600" y="0"/>
                  </a:lnTo>
                  <a:lnTo>
                    <a:pt x="0" y="0"/>
                  </a:lnTo>
                  <a:lnTo>
                    <a:pt x="0" y="2540"/>
                  </a:lnTo>
                  <a:lnTo>
                    <a:pt x="0" y="5080"/>
                  </a:lnTo>
                  <a:lnTo>
                    <a:pt x="0" y="6350"/>
                  </a:lnTo>
                  <a:lnTo>
                    <a:pt x="1270" y="6350"/>
                  </a:lnTo>
                  <a:lnTo>
                    <a:pt x="1270" y="7620"/>
                  </a:lnTo>
                  <a:lnTo>
                    <a:pt x="232410" y="7620"/>
                  </a:lnTo>
                  <a:lnTo>
                    <a:pt x="232410" y="6350"/>
                  </a:lnTo>
                  <a:close/>
                </a:path>
              </a:pathLst>
            </a:custGeom>
            <a:solidFill>
              <a:srgbClr val="A31200"/>
            </a:solidFill>
          </p:spPr>
          <p:txBody>
            <a:bodyPr wrap="square" lIns="0" tIns="0" rIns="0" bIns="0" rtlCol="0"/>
            <a:lstStyle/>
            <a:p/>
          </p:txBody>
        </p:sp>
        <p:sp>
          <p:nvSpPr>
            <p:cNvPr id="1393" name="object 1393"/>
            <p:cNvSpPr/>
            <p:nvPr/>
          </p:nvSpPr>
          <p:spPr>
            <a:xfrm>
              <a:off x="6019800" y="1625599"/>
              <a:ext cx="234950" cy="6350"/>
            </a:xfrm>
            <a:custGeom>
              <a:avLst/>
              <a:gdLst/>
              <a:ahLst/>
              <a:cxnLst/>
              <a:rect l="l" t="t" r="r" b="b"/>
              <a:pathLst>
                <a:path w="234950" h="6350">
                  <a:moveTo>
                    <a:pt x="234950" y="5080"/>
                  </a:moveTo>
                  <a:lnTo>
                    <a:pt x="233680" y="5080"/>
                  </a:lnTo>
                  <a:lnTo>
                    <a:pt x="233680" y="3810"/>
                  </a:lnTo>
                  <a:lnTo>
                    <a:pt x="232410" y="3810"/>
                  </a:lnTo>
                  <a:lnTo>
                    <a:pt x="232410" y="1270"/>
                  </a:lnTo>
                  <a:lnTo>
                    <a:pt x="231140" y="1270"/>
                  </a:lnTo>
                  <a:lnTo>
                    <a:pt x="231140" y="0"/>
                  </a:lnTo>
                  <a:lnTo>
                    <a:pt x="0" y="0"/>
                  </a:lnTo>
                  <a:lnTo>
                    <a:pt x="0" y="1270"/>
                  </a:lnTo>
                  <a:lnTo>
                    <a:pt x="0" y="3810"/>
                  </a:lnTo>
                  <a:lnTo>
                    <a:pt x="0" y="5080"/>
                  </a:lnTo>
                  <a:lnTo>
                    <a:pt x="0" y="6350"/>
                  </a:lnTo>
                  <a:lnTo>
                    <a:pt x="234950" y="6350"/>
                  </a:lnTo>
                  <a:lnTo>
                    <a:pt x="234950" y="5080"/>
                  </a:lnTo>
                  <a:close/>
                </a:path>
              </a:pathLst>
            </a:custGeom>
            <a:solidFill>
              <a:srgbClr val="A51100"/>
            </a:solidFill>
          </p:spPr>
          <p:txBody>
            <a:bodyPr wrap="square" lIns="0" tIns="0" rIns="0" bIns="0" rtlCol="0"/>
            <a:lstStyle/>
            <a:p/>
          </p:txBody>
        </p:sp>
        <p:sp>
          <p:nvSpPr>
            <p:cNvPr id="1394" name="object 1394"/>
            <p:cNvSpPr/>
            <p:nvPr/>
          </p:nvSpPr>
          <p:spPr>
            <a:xfrm>
              <a:off x="6019800" y="1631949"/>
              <a:ext cx="237490" cy="7620"/>
            </a:xfrm>
            <a:custGeom>
              <a:avLst/>
              <a:gdLst/>
              <a:ahLst/>
              <a:cxnLst/>
              <a:rect l="l" t="t" r="r" b="b"/>
              <a:pathLst>
                <a:path w="237489" h="7619">
                  <a:moveTo>
                    <a:pt x="237490" y="5080"/>
                  </a:moveTo>
                  <a:lnTo>
                    <a:pt x="236220" y="5080"/>
                  </a:lnTo>
                  <a:lnTo>
                    <a:pt x="236220" y="1270"/>
                  </a:lnTo>
                  <a:lnTo>
                    <a:pt x="234950" y="1270"/>
                  </a:lnTo>
                  <a:lnTo>
                    <a:pt x="234950" y="0"/>
                  </a:lnTo>
                  <a:lnTo>
                    <a:pt x="0" y="0"/>
                  </a:lnTo>
                  <a:lnTo>
                    <a:pt x="0" y="1270"/>
                  </a:lnTo>
                  <a:lnTo>
                    <a:pt x="0" y="5080"/>
                  </a:lnTo>
                  <a:lnTo>
                    <a:pt x="0" y="7620"/>
                  </a:lnTo>
                  <a:lnTo>
                    <a:pt x="237490" y="7620"/>
                  </a:lnTo>
                  <a:lnTo>
                    <a:pt x="237490" y="5080"/>
                  </a:lnTo>
                  <a:close/>
                </a:path>
              </a:pathLst>
            </a:custGeom>
            <a:solidFill>
              <a:srgbClr val="A71100"/>
            </a:solidFill>
          </p:spPr>
          <p:txBody>
            <a:bodyPr wrap="square" lIns="0" tIns="0" rIns="0" bIns="0" rtlCol="0"/>
            <a:lstStyle/>
            <a:p/>
          </p:txBody>
        </p:sp>
        <p:sp>
          <p:nvSpPr>
            <p:cNvPr id="1395" name="object 1395"/>
            <p:cNvSpPr/>
            <p:nvPr/>
          </p:nvSpPr>
          <p:spPr>
            <a:xfrm>
              <a:off x="6021070" y="1639569"/>
              <a:ext cx="240029" cy="7620"/>
            </a:xfrm>
            <a:custGeom>
              <a:avLst/>
              <a:gdLst/>
              <a:ahLst/>
              <a:cxnLst/>
              <a:rect l="l" t="t" r="r" b="b"/>
              <a:pathLst>
                <a:path w="240029" h="7619">
                  <a:moveTo>
                    <a:pt x="240030" y="6350"/>
                  </a:moveTo>
                  <a:lnTo>
                    <a:pt x="238760" y="6350"/>
                  </a:lnTo>
                  <a:lnTo>
                    <a:pt x="238760" y="3810"/>
                  </a:lnTo>
                  <a:lnTo>
                    <a:pt x="237490" y="3810"/>
                  </a:lnTo>
                  <a:lnTo>
                    <a:pt x="237490" y="0"/>
                  </a:lnTo>
                  <a:lnTo>
                    <a:pt x="0" y="0"/>
                  </a:lnTo>
                  <a:lnTo>
                    <a:pt x="0" y="3810"/>
                  </a:lnTo>
                  <a:lnTo>
                    <a:pt x="0" y="6350"/>
                  </a:lnTo>
                  <a:lnTo>
                    <a:pt x="0" y="7620"/>
                  </a:lnTo>
                  <a:lnTo>
                    <a:pt x="240030" y="7620"/>
                  </a:lnTo>
                  <a:lnTo>
                    <a:pt x="240030" y="6350"/>
                  </a:lnTo>
                  <a:close/>
                </a:path>
              </a:pathLst>
            </a:custGeom>
            <a:solidFill>
              <a:srgbClr val="A91000"/>
            </a:solidFill>
          </p:spPr>
          <p:txBody>
            <a:bodyPr wrap="square" lIns="0" tIns="0" rIns="0" bIns="0" rtlCol="0"/>
            <a:lstStyle/>
            <a:p/>
          </p:txBody>
        </p:sp>
        <p:sp>
          <p:nvSpPr>
            <p:cNvPr id="1396" name="object 1396"/>
            <p:cNvSpPr/>
            <p:nvPr/>
          </p:nvSpPr>
          <p:spPr>
            <a:xfrm>
              <a:off x="6022340" y="1647189"/>
              <a:ext cx="241300" cy="6350"/>
            </a:xfrm>
            <a:custGeom>
              <a:avLst/>
              <a:gdLst/>
              <a:ahLst/>
              <a:cxnLst/>
              <a:rect l="l" t="t" r="r" b="b"/>
              <a:pathLst>
                <a:path w="241300" h="6350">
                  <a:moveTo>
                    <a:pt x="241300" y="5080"/>
                  </a:moveTo>
                  <a:lnTo>
                    <a:pt x="240017" y="5080"/>
                  </a:lnTo>
                  <a:lnTo>
                    <a:pt x="240017" y="2540"/>
                  </a:lnTo>
                  <a:lnTo>
                    <a:pt x="238760" y="2540"/>
                  </a:lnTo>
                  <a:lnTo>
                    <a:pt x="238760" y="0"/>
                  </a:lnTo>
                  <a:lnTo>
                    <a:pt x="0" y="0"/>
                  </a:lnTo>
                  <a:lnTo>
                    <a:pt x="0" y="2540"/>
                  </a:lnTo>
                  <a:lnTo>
                    <a:pt x="0" y="5080"/>
                  </a:lnTo>
                  <a:lnTo>
                    <a:pt x="1270" y="5080"/>
                  </a:lnTo>
                  <a:lnTo>
                    <a:pt x="1270" y="6350"/>
                  </a:lnTo>
                  <a:lnTo>
                    <a:pt x="241300" y="6350"/>
                  </a:lnTo>
                  <a:lnTo>
                    <a:pt x="241300" y="5080"/>
                  </a:lnTo>
                  <a:close/>
                </a:path>
              </a:pathLst>
            </a:custGeom>
            <a:solidFill>
              <a:srgbClr val="AB1000"/>
            </a:solidFill>
          </p:spPr>
          <p:txBody>
            <a:bodyPr wrap="square" lIns="0" tIns="0" rIns="0" bIns="0" rtlCol="0"/>
            <a:lstStyle/>
            <a:p/>
          </p:txBody>
        </p:sp>
        <p:sp>
          <p:nvSpPr>
            <p:cNvPr id="1397" name="object 1397"/>
            <p:cNvSpPr/>
            <p:nvPr/>
          </p:nvSpPr>
          <p:spPr>
            <a:xfrm>
              <a:off x="6023610" y="1653539"/>
              <a:ext cx="242570" cy="7620"/>
            </a:xfrm>
            <a:custGeom>
              <a:avLst/>
              <a:gdLst/>
              <a:ahLst/>
              <a:cxnLst/>
              <a:rect l="l" t="t" r="r" b="b"/>
              <a:pathLst>
                <a:path w="242570" h="7619">
                  <a:moveTo>
                    <a:pt x="242570" y="5080"/>
                  </a:moveTo>
                  <a:lnTo>
                    <a:pt x="241287" y="5080"/>
                  </a:lnTo>
                  <a:lnTo>
                    <a:pt x="241287" y="2540"/>
                  </a:lnTo>
                  <a:lnTo>
                    <a:pt x="240030" y="2540"/>
                  </a:lnTo>
                  <a:lnTo>
                    <a:pt x="240030" y="0"/>
                  </a:lnTo>
                  <a:lnTo>
                    <a:pt x="0" y="0"/>
                  </a:lnTo>
                  <a:lnTo>
                    <a:pt x="0" y="2540"/>
                  </a:lnTo>
                  <a:lnTo>
                    <a:pt x="1270" y="2540"/>
                  </a:lnTo>
                  <a:lnTo>
                    <a:pt x="1270" y="5080"/>
                  </a:lnTo>
                  <a:lnTo>
                    <a:pt x="1270" y="7620"/>
                  </a:lnTo>
                  <a:lnTo>
                    <a:pt x="242570" y="7620"/>
                  </a:lnTo>
                  <a:lnTo>
                    <a:pt x="242570" y="5080"/>
                  </a:lnTo>
                  <a:close/>
                </a:path>
              </a:pathLst>
            </a:custGeom>
            <a:solidFill>
              <a:srgbClr val="AE0F00"/>
            </a:solidFill>
          </p:spPr>
          <p:txBody>
            <a:bodyPr wrap="square" lIns="0" tIns="0" rIns="0" bIns="0" rtlCol="0"/>
            <a:lstStyle/>
            <a:p/>
          </p:txBody>
        </p:sp>
        <p:sp>
          <p:nvSpPr>
            <p:cNvPr id="1398" name="object 1398"/>
            <p:cNvSpPr/>
            <p:nvPr/>
          </p:nvSpPr>
          <p:spPr>
            <a:xfrm>
              <a:off x="6026150" y="1661159"/>
              <a:ext cx="242570" cy="7620"/>
            </a:xfrm>
            <a:custGeom>
              <a:avLst/>
              <a:gdLst/>
              <a:ahLst/>
              <a:cxnLst/>
              <a:rect l="l" t="t" r="r" b="b"/>
              <a:pathLst>
                <a:path w="242570" h="7619">
                  <a:moveTo>
                    <a:pt x="242570" y="5080"/>
                  </a:moveTo>
                  <a:lnTo>
                    <a:pt x="241300" y="5080"/>
                  </a:lnTo>
                  <a:lnTo>
                    <a:pt x="241300" y="1270"/>
                  </a:lnTo>
                  <a:lnTo>
                    <a:pt x="240030" y="1270"/>
                  </a:lnTo>
                  <a:lnTo>
                    <a:pt x="240030" y="0"/>
                  </a:lnTo>
                  <a:lnTo>
                    <a:pt x="0" y="0"/>
                  </a:lnTo>
                  <a:lnTo>
                    <a:pt x="0" y="1270"/>
                  </a:lnTo>
                  <a:lnTo>
                    <a:pt x="0" y="5080"/>
                  </a:lnTo>
                  <a:lnTo>
                    <a:pt x="1270" y="5080"/>
                  </a:lnTo>
                  <a:lnTo>
                    <a:pt x="1270" y="7620"/>
                  </a:lnTo>
                  <a:lnTo>
                    <a:pt x="242557" y="7620"/>
                  </a:lnTo>
                  <a:lnTo>
                    <a:pt x="242570" y="5080"/>
                  </a:lnTo>
                  <a:close/>
                </a:path>
              </a:pathLst>
            </a:custGeom>
            <a:solidFill>
              <a:srgbClr val="B00F00"/>
            </a:solidFill>
          </p:spPr>
          <p:txBody>
            <a:bodyPr wrap="square" lIns="0" tIns="0" rIns="0" bIns="0" rtlCol="0"/>
            <a:lstStyle/>
            <a:p/>
          </p:txBody>
        </p:sp>
        <p:sp>
          <p:nvSpPr>
            <p:cNvPr id="1399" name="object 1399"/>
            <p:cNvSpPr/>
            <p:nvPr/>
          </p:nvSpPr>
          <p:spPr>
            <a:xfrm>
              <a:off x="6028690" y="1668779"/>
              <a:ext cx="241300" cy="6350"/>
            </a:xfrm>
            <a:custGeom>
              <a:avLst/>
              <a:gdLst/>
              <a:ahLst/>
              <a:cxnLst/>
              <a:rect l="l" t="t" r="r" b="b"/>
              <a:pathLst>
                <a:path w="241300" h="6350">
                  <a:moveTo>
                    <a:pt x="241300" y="2540"/>
                  </a:moveTo>
                  <a:lnTo>
                    <a:pt x="240017" y="2540"/>
                  </a:lnTo>
                  <a:lnTo>
                    <a:pt x="240017" y="0"/>
                  </a:lnTo>
                  <a:lnTo>
                    <a:pt x="0" y="0"/>
                  </a:lnTo>
                  <a:lnTo>
                    <a:pt x="0" y="2540"/>
                  </a:lnTo>
                  <a:lnTo>
                    <a:pt x="0" y="3810"/>
                  </a:lnTo>
                  <a:lnTo>
                    <a:pt x="1270" y="3810"/>
                  </a:lnTo>
                  <a:lnTo>
                    <a:pt x="1270" y="6350"/>
                  </a:lnTo>
                  <a:lnTo>
                    <a:pt x="241300" y="6350"/>
                  </a:lnTo>
                  <a:lnTo>
                    <a:pt x="241300" y="3810"/>
                  </a:lnTo>
                  <a:lnTo>
                    <a:pt x="241300" y="2540"/>
                  </a:lnTo>
                  <a:close/>
                </a:path>
              </a:pathLst>
            </a:custGeom>
            <a:solidFill>
              <a:srgbClr val="B20F00"/>
            </a:solidFill>
          </p:spPr>
          <p:txBody>
            <a:bodyPr wrap="square" lIns="0" tIns="0" rIns="0" bIns="0" rtlCol="0"/>
            <a:lstStyle/>
            <a:p/>
          </p:txBody>
        </p:sp>
        <p:sp>
          <p:nvSpPr>
            <p:cNvPr id="1400" name="object 1400"/>
            <p:cNvSpPr/>
            <p:nvPr/>
          </p:nvSpPr>
          <p:spPr>
            <a:xfrm>
              <a:off x="6031230" y="1675129"/>
              <a:ext cx="240029" cy="7620"/>
            </a:xfrm>
            <a:custGeom>
              <a:avLst/>
              <a:gdLst/>
              <a:ahLst/>
              <a:cxnLst/>
              <a:rect l="l" t="t" r="r" b="b"/>
              <a:pathLst>
                <a:path w="240029" h="7619">
                  <a:moveTo>
                    <a:pt x="238760" y="0"/>
                  </a:moveTo>
                  <a:lnTo>
                    <a:pt x="0" y="0"/>
                  </a:lnTo>
                  <a:lnTo>
                    <a:pt x="0" y="2540"/>
                  </a:lnTo>
                  <a:lnTo>
                    <a:pt x="0" y="3810"/>
                  </a:lnTo>
                  <a:lnTo>
                    <a:pt x="1270" y="3810"/>
                  </a:lnTo>
                  <a:lnTo>
                    <a:pt x="1270" y="2540"/>
                  </a:lnTo>
                  <a:lnTo>
                    <a:pt x="238760" y="2540"/>
                  </a:lnTo>
                  <a:lnTo>
                    <a:pt x="238760" y="0"/>
                  </a:lnTo>
                  <a:close/>
                </a:path>
                <a:path w="240029" h="7619">
                  <a:moveTo>
                    <a:pt x="240030" y="5080"/>
                  </a:moveTo>
                  <a:lnTo>
                    <a:pt x="238760" y="5080"/>
                  </a:lnTo>
                  <a:lnTo>
                    <a:pt x="238760" y="3810"/>
                  </a:lnTo>
                  <a:lnTo>
                    <a:pt x="1270" y="3810"/>
                  </a:lnTo>
                  <a:lnTo>
                    <a:pt x="1270" y="5080"/>
                  </a:lnTo>
                  <a:lnTo>
                    <a:pt x="1270" y="6350"/>
                  </a:lnTo>
                  <a:lnTo>
                    <a:pt x="2540" y="6350"/>
                  </a:lnTo>
                  <a:lnTo>
                    <a:pt x="2540" y="7620"/>
                  </a:lnTo>
                  <a:lnTo>
                    <a:pt x="240030" y="7620"/>
                  </a:lnTo>
                  <a:lnTo>
                    <a:pt x="240030" y="6350"/>
                  </a:lnTo>
                  <a:lnTo>
                    <a:pt x="240030" y="5080"/>
                  </a:lnTo>
                  <a:close/>
                </a:path>
              </a:pathLst>
            </a:custGeom>
            <a:solidFill>
              <a:srgbClr val="B40E00"/>
            </a:solidFill>
          </p:spPr>
          <p:txBody>
            <a:bodyPr wrap="square" lIns="0" tIns="0" rIns="0" bIns="0" rtlCol="0"/>
            <a:lstStyle/>
            <a:p/>
          </p:txBody>
        </p:sp>
        <p:sp>
          <p:nvSpPr>
            <p:cNvPr id="1401" name="object 1401"/>
            <p:cNvSpPr/>
            <p:nvPr/>
          </p:nvSpPr>
          <p:spPr>
            <a:xfrm>
              <a:off x="6033770" y="1682749"/>
              <a:ext cx="238760" cy="7620"/>
            </a:xfrm>
            <a:custGeom>
              <a:avLst/>
              <a:gdLst/>
              <a:ahLst/>
              <a:cxnLst/>
              <a:rect l="l" t="t" r="r" b="b"/>
              <a:pathLst>
                <a:path w="238760" h="7619">
                  <a:moveTo>
                    <a:pt x="238760" y="5080"/>
                  </a:moveTo>
                  <a:lnTo>
                    <a:pt x="237490" y="5080"/>
                  </a:lnTo>
                  <a:lnTo>
                    <a:pt x="237490" y="2540"/>
                  </a:lnTo>
                  <a:lnTo>
                    <a:pt x="237490" y="0"/>
                  </a:lnTo>
                  <a:lnTo>
                    <a:pt x="0" y="0"/>
                  </a:lnTo>
                  <a:lnTo>
                    <a:pt x="0" y="2540"/>
                  </a:lnTo>
                  <a:lnTo>
                    <a:pt x="1270" y="2540"/>
                  </a:lnTo>
                  <a:lnTo>
                    <a:pt x="1270" y="5080"/>
                  </a:lnTo>
                  <a:lnTo>
                    <a:pt x="2540" y="5080"/>
                  </a:lnTo>
                  <a:lnTo>
                    <a:pt x="2540" y="7620"/>
                  </a:lnTo>
                  <a:lnTo>
                    <a:pt x="238760" y="7620"/>
                  </a:lnTo>
                  <a:lnTo>
                    <a:pt x="238760" y="5080"/>
                  </a:lnTo>
                  <a:close/>
                </a:path>
              </a:pathLst>
            </a:custGeom>
            <a:solidFill>
              <a:srgbClr val="B70E00"/>
            </a:solidFill>
          </p:spPr>
          <p:txBody>
            <a:bodyPr wrap="square" lIns="0" tIns="0" rIns="0" bIns="0" rtlCol="0"/>
            <a:lstStyle/>
            <a:p/>
          </p:txBody>
        </p:sp>
        <p:sp>
          <p:nvSpPr>
            <p:cNvPr id="1402" name="object 1402"/>
            <p:cNvSpPr/>
            <p:nvPr/>
          </p:nvSpPr>
          <p:spPr>
            <a:xfrm>
              <a:off x="6037580" y="1690369"/>
              <a:ext cx="234950" cy="6350"/>
            </a:xfrm>
            <a:custGeom>
              <a:avLst/>
              <a:gdLst/>
              <a:ahLst/>
              <a:cxnLst/>
              <a:rect l="l" t="t" r="r" b="b"/>
              <a:pathLst>
                <a:path w="234950" h="6350">
                  <a:moveTo>
                    <a:pt x="234950" y="3810"/>
                  </a:moveTo>
                  <a:lnTo>
                    <a:pt x="3810" y="3810"/>
                  </a:lnTo>
                  <a:lnTo>
                    <a:pt x="3810" y="6350"/>
                  </a:lnTo>
                  <a:lnTo>
                    <a:pt x="234950" y="6350"/>
                  </a:lnTo>
                  <a:lnTo>
                    <a:pt x="234950" y="3810"/>
                  </a:lnTo>
                  <a:close/>
                </a:path>
                <a:path w="234950" h="6350">
                  <a:moveTo>
                    <a:pt x="234950" y="0"/>
                  </a:moveTo>
                  <a:lnTo>
                    <a:pt x="0" y="0"/>
                  </a:lnTo>
                  <a:lnTo>
                    <a:pt x="0" y="2540"/>
                  </a:lnTo>
                  <a:lnTo>
                    <a:pt x="1270" y="2540"/>
                  </a:lnTo>
                  <a:lnTo>
                    <a:pt x="1270" y="3810"/>
                  </a:lnTo>
                  <a:lnTo>
                    <a:pt x="2540" y="3810"/>
                  </a:lnTo>
                  <a:lnTo>
                    <a:pt x="2540" y="2540"/>
                  </a:lnTo>
                  <a:lnTo>
                    <a:pt x="234950" y="2540"/>
                  </a:lnTo>
                  <a:lnTo>
                    <a:pt x="234950" y="0"/>
                  </a:lnTo>
                  <a:close/>
                </a:path>
              </a:pathLst>
            </a:custGeom>
            <a:solidFill>
              <a:srgbClr val="B90D00"/>
            </a:solidFill>
          </p:spPr>
          <p:txBody>
            <a:bodyPr wrap="square" lIns="0" tIns="0" rIns="0" bIns="0" rtlCol="0"/>
            <a:lstStyle/>
            <a:p/>
          </p:txBody>
        </p:sp>
        <p:sp>
          <p:nvSpPr>
            <p:cNvPr id="1403" name="object 1403"/>
            <p:cNvSpPr/>
            <p:nvPr/>
          </p:nvSpPr>
          <p:spPr>
            <a:xfrm>
              <a:off x="6041390" y="1696719"/>
              <a:ext cx="232410" cy="7620"/>
            </a:xfrm>
            <a:custGeom>
              <a:avLst/>
              <a:gdLst/>
              <a:ahLst/>
              <a:cxnLst/>
              <a:rect l="l" t="t" r="r" b="b"/>
              <a:pathLst>
                <a:path w="232410" h="7619">
                  <a:moveTo>
                    <a:pt x="1270" y="0"/>
                  </a:moveTo>
                  <a:lnTo>
                    <a:pt x="0" y="0"/>
                  </a:lnTo>
                  <a:lnTo>
                    <a:pt x="0" y="1270"/>
                  </a:lnTo>
                  <a:lnTo>
                    <a:pt x="1270" y="1270"/>
                  </a:lnTo>
                  <a:lnTo>
                    <a:pt x="1270" y="0"/>
                  </a:lnTo>
                  <a:close/>
                </a:path>
                <a:path w="232410" h="7619">
                  <a:moveTo>
                    <a:pt x="232410" y="1270"/>
                  </a:moveTo>
                  <a:lnTo>
                    <a:pt x="1270" y="1270"/>
                  </a:lnTo>
                  <a:lnTo>
                    <a:pt x="1270" y="2540"/>
                  </a:lnTo>
                  <a:lnTo>
                    <a:pt x="2540" y="2540"/>
                  </a:lnTo>
                  <a:lnTo>
                    <a:pt x="2540" y="3810"/>
                  </a:lnTo>
                  <a:lnTo>
                    <a:pt x="3810" y="3810"/>
                  </a:lnTo>
                  <a:lnTo>
                    <a:pt x="3810" y="6350"/>
                  </a:lnTo>
                  <a:lnTo>
                    <a:pt x="5080" y="6350"/>
                  </a:lnTo>
                  <a:lnTo>
                    <a:pt x="5080" y="7620"/>
                  </a:lnTo>
                  <a:lnTo>
                    <a:pt x="6350" y="7620"/>
                  </a:lnTo>
                  <a:lnTo>
                    <a:pt x="6350" y="6350"/>
                  </a:lnTo>
                  <a:lnTo>
                    <a:pt x="232410" y="6350"/>
                  </a:lnTo>
                  <a:lnTo>
                    <a:pt x="232410" y="3810"/>
                  </a:lnTo>
                  <a:lnTo>
                    <a:pt x="232410" y="2540"/>
                  </a:lnTo>
                  <a:lnTo>
                    <a:pt x="232410" y="1270"/>
                  </a:lnTo>
                  <a:close/>
                </a:path>
              </a:pathLst>
            </a:custGeom>
            <a:solidFill>
              <a:srgbClr val="BB0D00"/>
            </a:solidFill>
          </p:spPr>
          <p:txBody>
            <a:bodyPr wrap="square" lIns="0" tIns="0" rIns="0" bIns="0" rtlCol="0"/>
            <a:lstStyle/>
            <a:p/>
          </p:txBody>
        </p:sp>
        <p:sp>
          <p:nvSpPr>
            <p:cNvPr id="1404" name="object 1404"/>
            <p:cNvSpPr/>
            <p:nvPr/>
          </p:nvSpPr>
          <p:spPr>
            <a:xfrm>
              <a:off x="6047740" y="1704339"/>
              <a:ext cx="226060" cy="7620"/>
            </a:xfrm>
            <a:custGeom>
              <a:avLst/>
              <a:gdLst/>
              <a:ahLst/>
              <a:cxnLst/>
              <a:rect l="l" t="t" r="r" b="b"/>
              <a:pathLst>
                <a:path w="226060" h="7619">
                  <a:moveTo>
                    <a:pt x="226060" y="2540"/>
                  </a:moveTo>
                  <a:lnTo>
                    <a:pt x="3810" y="2540"/>
                  </a:lnTo>
                  <a:lnTo>
                    <a:pt x="3810" y="5080"/>
                  </a:lnTo>
                  <a:lnTo>
                    <a:pt x="5080" y="5080"/>
                  </a:lnTo>
                  <a:lnTo>
                    <a:pt x="5080" y="6350"/>
                  </a:lnTo>
                  <a:lnTo>
                    <a:pt x="6350" y="6350"/>
                  </a:lnTo>
                  <a:lnTo>
                    <a:pt x="6350" y="7620"/>
                  </a:lnTo>
                  <a:lnTo>
                    <a:pt x="226060" y="7620"/>
                  </a:lnTo>
                  <a:lnTo>
                    <a:pt x="226060" y="6350"/>
                  </a:lnTo>
                  <a:lnTo>
                    <a:pt x="226060" y="5080"/>
                  </a:lnTo>
                  <a:lnTo>
                    <a:pt x="226060" y="2540"/>
                  </a:lnTo>
                  <a:close/>
                </a:path>
                <a:path w="226060" h="7619">
                  <a:moveTo>
                    <a:pt x="226060" y="0"/>
                  </a:moveTo>
                  <a:lnTo>
                    <a:pt x="0" y="0"/>
                  </a:lnTo>
                  <a:lnTo>
                    <a:pt x="0" y="1270"/>
                  </a:lnTo>
                  <a:lnTo>
                    <a:pt x="1270" y="1270"/>
                  </a:lnTo>
                  <a:lnTo>
                    <a:pt x="1270" y="2540"/>
                  </a:lnTo>
                  <a:lnTo>
                    <a:pt x="2540" y="2540"/>
                  </a:lnTo>
                  <a:lnTo>
                    <a:pt x="2540" y="1270"/>
                  </a:lnTo>
                  <a:lnTo>
                    <a:pt x="226060" y="1270"/>
                  </a:lnTo>
                  <a:lnTo>
                    <a:pt x="226060" y="0"/>
                  </a:lnTo>
                  <a:close/>
                </a:path>
              </a:pathLst>
            </a:custGeom>
            <a:solidFill>
              <a:srgbClr val="BD0C00"/>
            </a:solidFill>
          </p:spPr>
          <p:txBody>
            <a:bodyPr wrap="square" lIns="0" tIns="0" rIns="0" bIns="0" rtlCol="0"/>
            <a:lstStyle/>
            <a:p/>
          </p:txBody>
        </p:sp>
        <p:sp>
          <p:nvSpPr>
            <p:cNvPr id="1405" name="object 1405"/>
            <p:cNvSpPr/>
            <p:nvPr/>
          </p:nvSpPr>
          <p:spPr>
            <a:xfrm>
              <a:off x="6051550" y="1711959"/>
              <a:ext cx="222250" cy="6350"/>
            </a:xfrm>
            <a:custGeom>
              <a:avLst/>
              <a:gdLst/>
              <a:ahLst/>
              <a:cxnLst/>
              <a:rect l="l" t="t" r="r" b="b"/>
              <a:pathLst>
                <a:path w="222250" h="6350">
                  <a:moveTo>
                    <a:pt x="3810" y="0"/>
                  </a:moveTo>
                  <a:lnTo>
                    <a:pt x="2540" y="0"/>
                  </a:lnTo>
                  <a:lnTo>
                    <a:pt x="2540" y="1270"/>
                  </a:lnTo>
                  <a:lnTo>
                    <a:pt x="3810" y="1270"/>
                  </a:lnTo>
                  <a:lnTo>
                    <a:pt x="3810" y="0"/>
                  </a:lnTo>
                  <a:close/>
                </a:path>
                <a:path w="222250" h="6350">
                  <a:moveTo>
                    <a:pt x="222250" y="5080"/>
                  </a:moveTo>
                  <a:lnTo>
                    <a:pt x="2540" y="5080"/>
                  </a:lnTo>
                  <a:lnTo>
                    <a:pt x="2540" y="3810"/>
                  </a:lnTo>
                  <a:lnTo>
                    <a:pt x="0" y="3810"/>
                  </a:lnTo>
                  <a:lnTo>
                    <a:pt x="0" y="5080"/>
                  </a:lnTo>
                  <a:lnTo>
                    <a:pt x="0" y="6350"/>
                  </a:lnTo>
                  <a:lnTo>
                    <a:pt x="222250" y="6350"/>
                  </a:lnTo>
                  <a:lnTo>
                    <a:pt x="222250" y="5080"/>
                  </a:lnTo>
                  <a:close/>
                </a:path>
                <a:path w="222250" h="6350">
                  <a:moveTo>
                    <a:pt x="222250" y="1270"/>
                  </a:moveTo>
                  <a:lnTo>
                    <a:pt x="5080" y="1270"/>
                  </a:lnTo>
                  <a:lnTo>
                    <a:pt x="5080" y="3810"/>
                  </a:lnTo>
                  <a:lnTo>
                    <a:pt x="222250" y="3810"/>
                  </a:lnTo>
                  <a:lnTo>
                    <a:pt x="222250" y="1270"/>
                  </a:lnTo>
                  <a:close/>
                </a:path>
              </a:pathLst>
            </a:custGeom>
            <a:solidFill>
              <a:srgbClr val="BF0C00"/>
            </a:solidFill>
          </p:spPr>
          <p:txBody>
            <a:bodyPr wrap="square" lIns="0" tIns="0" rIns="0" bIns="0" rtlCol="0"/>
            <a:lstStyle/>
            <a:p/>
          </p:txBody>
        </p:sp>
        <p:sp>
          <p:nvSpPr>
            <p:cNvPr id="1406" name="object 1406"/>
            <p:cNvSpPr/>
            <p:nvPr/>
          </p:nvSpPr>
          <p:spPr>
            <a:xfrm>
              <a:off x="6040120" y="1718309"/>
              <a:ext cx="233679" cy="7620"/>
            </a:xfrm>
            <a:custGeom>
              <a:avLst/>
              <a:gdLst/>
              <a:ahLst/>
              <a:cxnLst/>
              <a:rect l="l" t="t" r="r" b="b"/>
              <a:pathLst>
                <a:path w="233679" h="7619">
                  <a:moveTo>
                    <a:pt x="1270" y="6350"/>
                  </a:moveTo>
                  <a:lnTo>
                    <a:pt x="0" y="6350"/>
                  </a:lnTo>
                  <a:lnTo>
                    <a:pt x="0" y="7620"/>
                  </a:lnTo>
                  <a:lnTo>
                    <a:pt x="1270" y="7620"/>
                  </a:lnTo>
                  <a:lnTo>
                    <a:pt x="1270" y="6350"/>
                  </a:lnTo>
                  <a:close/>
                </a:path>
                <a:path w="233679" h="7619">
                  <a:moveTo>
                    <a:pt x="233680" y="5080"/>
                  </a:moveTo>
                  <a:lnTo>
                    <a:pt x="3810" y="5080"/>
                  </a:lnTo>
                  <a:lnTo>
                    <a:pt x="3810" y="3810"/>
                  </a:lnTo>
                  <a:lnTo>
                    <a:pt x="2540" y="3810"/>
                  </a:lnTo>
                  <a:lnTo>
                    <a:pt x="2540" y="5080"/>
                  </a:lnTo>
                  <a:lnTo>
                    <a:pt x="2540" y="6350"/>
                  </a:lnTo>
                  <a:lnTo>
                    <a:pt x="233680" y="6350"/>
                  </a:lnTo>
                  <a:lnTo>
                    <a:pt x="233680" y="5080"/>
                  </a:lnTo>
                  <a:close/>
                </a:path>
                <a:path w="233679" h="7619">
                  <a:moveTo>
                    <a:pt x="233680" y="1270"/>
                  </a:moveTo>
                  <a:lnTo>
                    <a:pt x="10160" y="1270"/>
                  </a:lnTo>
                  <a:lnTo>
                    <a:pt x="10160" y="0"/>
                  </a:lnTo>
                  <a:lnTo>
                    <a:pt x="7620" y="0"/>
                  </a:lnTo>
                  <a:lnTo>
                    <a:pt x="7620" y="1270"/>
                  </a:lnTo>
                  <a:lnTo>
                    <a:pt x="5080" y="1270"/>
                  </a:lnTo>
                  <a:lnTo>
                    <a:pt x="5080" y="3810"/>
                  </a:lnTo>
                  <a:lnTo>
                    <a:pt x="233680" y="3810"/>
                  </a:lnTo>
                  <a:lnTo>
                    <a:pt x="233680" y="1270"/>
                  </a:lnTo>
                  <a:close/>
                </a:path>
              </a:pathLst>
            </a:custGeom>
            <a:solidFill>
              <a:srgbClr val="C20B00"/>
            </a:solidFill>
          </p:spPr>
          <p:txBody>
            <a:bodyPr wrap="square" lIns="0" tIns="0" rIns="0" bIns="0" rtlCol="0"/>
            <a:lstStyle/>
            <a:p/>
          </p:txBody>
        </p:sp>
        <p:sp>
          <p:nvSpPr>
            <p:cNvPr id="1407" name="object 1407"/>
            <p:cNvSpPr/>
            <p:nvPr/>
          </p:nvSpPr>
          <p:spPr>
            <a:xfrm>
              <a:off x="6031230" y="1725929"/>
              <a:ext cx="242570" cy="7620"/>
            </a:xfrm>
            <a:custGeom>
              <a:avLst/>
              <a:gdLst/>
              <a:ahLst/>
              <a:cxnLst/>
              <a:rect l="l" t="t" r="r" b="b"/>
              <a:pathLst>
                <a:path w="242570" h="7619">
                  <a:moveTo>
                    <a:pt x="53327" y="6350"/>
                  </a:moveTo>
                  <a:lnTo>
                    <a:pt x="2540" y="6350"/>
                  </a:lnTo>
                  <a:lnTo>
                    <a:pt x="2540" y="5080"/>
                  </a:lnTo>
                  <a:lnTo>
                    <a:pt x="1270" y="5080"/>
                  </a:lnTo>
                  <a:lnTo>
                    <a:pt x="1270" y="6350"/>
                  </a:lnTo>
                  <a:lnTo>
                    <a:pt x="0" y="6350"/>
                  </a:lnTo>
                  <a:lnTo>
                    <a:pt x="0" y="7620"/>
                  </a:lnTo>
                  <a:lnTo>
                    <a:pt x="53327" y="7620"/>
                  </a:lnTo>
                  <a:lnTo>
                    <a:pt x="53327" y="6350"/>
                  </a:lnTo>
                  <a:close/>
                </a:path>
                <a:path w="242570" h="7619">
                  <a:moveTo>
                    <a:pt x="64770" y="3810"/>
                  </a:moveTo>
                  <a:lnTo>
                    <a:pt x="5080" y="3810"/>
                  </a:lnTo>
                  <a:lnTo>
                    <a:pt x="5080" y="2540"/>
                  </a:lnTo>
                  <a:lnTo>
                    <a:pt x="3810" y="2540"/>
                  </a:lnTo>
                  <a:lnTo>
                    <a:pt x="3810" y="3810"/>
                  </a:lnTo>
                  <a:lnTo>
                    <a:pt x="3810" y="5080"/>
                  </a:lnTo>
                  <a:lnTo>
                    <a:pt x="54610" y="5080"/>
                  </a:lnTo>
                  <a:lnTo>
                    <a:pt x="54610" y="6350"/>
                  </a:lnTo>
                  <a:lnTo>
                    <a:pt x="59690" y="6350"/>
                  </a:lnTo>
                  <a:lnTo>
                    <a:pt x="59690" y="5080"/>
                  </a:lnTo>
                  <a:lnTo>
                    <a:pt x="64770" y="5080"/>
                  </a:lnTo>
                  <a:lnTo>
                    <a:pt x="64770" y="3810"/>
                  </a:lnTo>
                  <a:close/>
                </a:path>
                <a:path w="242570" h="7619">
                  <a:moveTo>
                    <a:pt x="242570" y="6350"/>
                  </a:moveTo>
                  <a:lnTo>
                    <a:pt x="162560" y="6350"/>
                  </a:lnTo>
                  <a:lnTo>
                    <a:pt x="162560" y="7620"/>
                  </a:lnTo>
                  <a:lnTo>
                    <a:pt x="242570" y="7620"/>
                  </a:lnTo>
                  <a:lnTo>
                    <a:pt x="242570" y="6350"/>
                  </a:lnTo>
                  <a:close/>
                </a:path>
                <a:path w="242570" h="7619">
                  <a:moveTo>
                    <a:pt x="242570" y="3810"/>
                  </a:moveTo>
                  <a:lnTo>
                    <a:pt x="137160" y="3810"/>
                  </a:lnTo>
                  <a:lnTo>
                    <a:pt x="137160" y="5080"/>
                  </a:lnTo>
                  <a:lnTo>
                    <a:pt x="149860" y="5080"/>
                  </a:lnTo>
                  <a:lnTo>
                    <a:pt x="149860" y="6350"/>
                  </a:lnTo>
                  <a:lnTo>
                    <a:pt x="154940" y="6350"/>
                  </a:lnTo>
                  <a:lnTo>
                    <a:pt x="154940" y="5080"/>
                  </a:lnTo>
                  <a:lnTo>
                    <a:pt x="242570" y="5080"/>
                  </a:lnTo>
                  <a:lnTo>
                    <a:pt x="242570" y="3810"/>
                  </a:lnTo>
                  <a:close/>
                </a:path>
                <a:path w="242570" h="7619">
                  <a:moveTo>
                    <a:pt x="242570" y="0"/>
                  </a:moveTo>
                  <a:lnTo>
                    <a:pt x="7620" y="0"/>
                  </a:lnTo>
                  <a:lnTo>
                    <a:pt x="7620" y="2540"/>
                  </a:lnTo>
                  <a:lnTo>
                    <a:pt x="64770" y="2540"/>
                  </a:lnTo>
                  <a:lnTo>
                    <a:pt x="64770" y="3810"/>
                  </a:lnTo>
                  <a:lnTo>
                    <a:pt x="137160" y="3810"/>
                  </a:lnTo>
                  <a:lnTo>
                    <a:pt x="137160" y="2540"/>
                  </a:lnTo>
                  <a:lnTo>
                    <a:pt x="242570" y="2540"/>
                  </a:lnTo>
                  <a:lnTo>
                    <a:pt x="242570" y="0"/>
                  </a:lnTo>
                  <a:close/>
                </a:path>
              </a:pathLst>
            </a:custGeom>
            <a:solidFill>
              <a:srgbClr val="C40B00"/>
            </a:solidFill>
          </p:spPr>
          <p:txBody>
            <a:bodyPr wrap="square" lIns="0" tIns="0" rIns="0" bIns="0" rtlCol="0"/>
            <a:lstStyle/>
            <a:p/>
          </p:txBody>
        </p:sp>
        <p:sp>
          <p:nvSpPr>
            <p:cNvPr id="1408" name="object 1408"/>
            <p:cNvSpPr/>
            <p:nvPr/>
          </p:nvSpPr>
          <p:spPr>
            <a:xfrm>
              <a:off x="6027420" y="1733550"/>
              <a:ext cx="246379" cy="6350"/>
            </a:xfrm>
            <a:custGeom>
              <a:avLst/>
              <a:gdLst/>
              <a:ahLst/>
              <a:cxnLst/>
              <a:rect l="l" t="t" r="r" b="b"/>
              <a:pathLst>
                <a:path w="246379" h="6350">
                  <a:moveTo>
                    <a:pt x="1269" y="3809"/>
                  </a:moveTo>
                  <a:lnTo>
                    <a:pt x="0" y="3809"/>
                  </a:lnTo>
                  <a:lnTo>
                    <a:pt x="0" y="6350"/>
                  </a:lnTo>
                  <a:lnTo>
                    <a:pt x="46989" y="6350"/>
                  </a:lnTo>
                  <a:lnTo>
                    <a:pt x="46989" y="5079"/>
                  </a:lnTo>
                  <a:lnTo>
                    <a:pt x="1269" y="5079"/>
                  </a:lnTo>
                  <a:lnTo>
                    <a:pt x="1269" y="3809"/>
                  </a:lnTo>
                  <a:close/>
                </a:path>
                <a:path w="246379" h="6350">
                  <a:moveTo>
                    <a:pt x="50799" y="3809"/>
                  </a:moveTo>
                  <a:lnTo>
                    <a:pt x="48260" y="3809"/>
                  </a:lnTo>
                  <a:lnTo>
                    <a:pt x="48260" y="5079"/>
                  </a:lnTo>
                  <a:lnTo>
                    <a:pt x="50799" y="5079"/>
                  </a:lnTo>
                  <a:lnTo>
                    <a:pt x="50799" y="3809"/>
                  </a:lnTo>
                  <a:close/>
                </a:path>
                <a:path w="246379" h="6350">
                  <a:moveTo>
                    <a:pt x="2539" y="1269"/>
                  </a:moveTo>
                  <a:lnTo>
                    <a:pt x="1269" y="1269"/>
                  </a:lnTo>
                  <a:lnTo>
                    <a:pt x="1269" y="3809"/>
                  </a:lnTo>
                  <a:lnTo>
                    <a:pt x="52069" y="3809"/>
                  </a:lnTo>
                  <a:lnTo>
                    <a:pt x="52069" y="2539"/>
                  </a:lnTo>
                  <a:lnTo>
                    <a:pt x="2539" y="2539"/>
                  </a:lnTo>
                  <a:lnTo>
                    <a:pt x="2539" y="1269"/>
                  </a:lnTo>
                  <a:close/>
                </a:path>
                <a:path w="246379" h="6350">
                  <a:moveTo>
                    <a:pt x="53339" y="1269"/>
                  </a:moveTo>
                  <a:lnTo>
                    <a:pt x="52069" y="1269"/>
                  </a:lnTo>
                  <a:lnTo>
                    <a:pt x="52069" y="2539"/>
                  </a:lnTo>
                  <a:lnTo>
                    <a:pt x="53339" y="2539"/>
                  </a:lnTo>
                  <a:lnTo>
                    <a:pt x="53339" y="1269"/>
                  </a:lnTo>
                  <a:close/>
                </a:path>
                <a:path w="246379" h="6350">
                  <a:moveTo>
                    <a:pt x="57149" y="0"/>
                  </a:moveTo>
                  <a:lnTo>
                    <a:pt x="3809" y="0"/>
                  </a:lnTo>
                  <a:lnTo>
                    <a:pt x="3809" y="1269"/>
                  </a:lnTo>
                  <a:lnTo>
                    <a:pt x="57149" y="1269"/>
                  </a:lnTo>
                  <a:lnTo>
                    <a:pt x="57149" y="0"/>
                  </a:lnTo>
                  <a:close/>
                </a:path>
                <a:path w="246379" h="6350">
                  <a:moveTo>
                    <a:pt x="246379" y="5079"/>
                  </a:moveTo>
                  <a:lnTo>
                    <a:pt x="177800" y="5079"/>
                  </a:lnTo>
                  <a:lnTo>
                    <a:pt x="177800" y="6350"/>
                  </a:lnTo>
                  <a:lnTo>
                    <a:pt x="246379" y="6350"/>
                  </a:lnTo>
                  <a:lnTo>
                    <a:pt x="246379" y="5079"/>
                  </a:lnTo>
                  <a:close/>
                </a:path>
                <a:path w="246379" h="6350">
                  <a:moveTo>
                    <a:pt x="176529" y="3809"/>
                  </a:moveTo>
                  <a:lnTo>
                    <a:pt x="175259" y="3809"/>
                  </a:lnTo>
                  <a:lnTo>
                    <a:pt x="175259" y="5079"/>
                  </a:lnTo>
                  <a:lnTo>
                    <a:pt x="176529" y="5079"/>
                  </a:lnTo>
                  <a:lnTo>
                    <a:pt x="176529" y="3809"/>
                  </a:lnTo>
                  <a:close/>
                </a:path>
                <a:path w="246379" h="6350">
                  <a:moveTo>
                    <a:pt x="246379" y="2539"/>
                  </a:moveTo>
                  <a:lnTo>
                    <a:pt x="173989" y="2539"/>
                  </a:lnTo>
                  <a:lnTo>
                    <a:pt x="173989" y="3809"/>
                  </a:lnTo>
                  <a:lnTo>
                    <a:pt x="246379" y="3809"/>
                  </a:lnTo>
                  <a:lnTo>
                    <a:pt x="246379" y="2539"/>
                  </a:lnTo>
                  <a:close/>
                </a:path>
                <a:path w="246379" h="6350">
                  <a:moveTo>
                    <a:pt x="173989" y="1269"/>
                  </a:moveTo>
                  <a:lnTo>
                    <a:pt x="170179" y="1269"/>
                  </a:lnTo>
                  <a:lnTo>
                    <a:pt x="170179" y="2539"/>
                  </a:lnTo>
                  <a:lnTo>
                    <a:pt x="173989" y="2539"/>
                  </a:lnTo>
                  <a:lnTo>
                    <a:pt x="173989" y="1269"/>
                  </a:lnTo>
                  <a:close/>
                </a:path>
                <a:path w="246379" h="6350">
                  <a:moveTo>
                    <a:pt x="246379" y="0"/>
                  </a:moveTo>
                  <a:lnTo>
                    <a:pt x="166369" y="0"/>
                  </a:lnTo>
                  <a:lnTo>
                    <a:pt x="166369" y="1269"/>
                  </a:lnTo>
                  <a:lnTo>
                    <a:pt x="246379" y="1269"/>
                  </a:lnTo>
                  <a:lnTo>
                    <a:pt x="246379" y="0"/>
                  </a:lnTo>
                  <a:close/>
                </a:path>
              </a:pathLst>
            </a:custGeom>
            <a:solidFill>
              <a:srgbClr val="C60B00"/>
            </a:solidFill>
          </p:spPr>
          <p:txBody>
            <a:bodyPr wrap="square" lIns="0" tIns="0" rIns="0" bIns="0" rtlCol="0"/>
            <a:lstStyle/>
            <a:p/>
          </p:txBody>
        </p:sp>
        <p:sp>
          <p:nvSpPr>
            <p:cNvPr id="1409" name="object 1409"/>
            <p:cNvSpPr/>
            <p:nvPr/>
          </p:nvSpPr>
          <p:spPr>
            <a:xfrm>
              <a:off x="6022340" y="1739900"/>
              <a:ext cx="251460" cy="7620"/>
            </a:xfrm>
            <a:custGeom>
              <a:avLst/>
              <a:gdLst/>
              <a:ahLst/>
              <a:cxnLst/>
              <a:rect l="l" t="t" r="r" b="b"/>
              <a:pathLst>
                <a:path w="251460" h="7619">
                  <a:moveTo>
                    <a:pt x="1270" y="3809"/>
                  </a:moveTo>
                  <a:lnTo>
                    <a:pt x="0" y="3809"/>
                  </a:lnTo>
                  <a:lnTo>
                    <a:pt x="0" y="7620"/>
                  </a:lnTo>
                  <a:lnTo>
                    <a:pt x="48260" y="7620"/>
                  </a:lnTo>
                  <a:lnTo>
                    <a:pt x="48260" y="5079"/>
                  </a:lnTo>
                  <a:lnTo>
                    <a:pt x="1270" y="5079"/>
                  </a:lnTo>
                  <a:lnTo>
                    <a:pt x="1270" y="3809"/>
                  </a:lnTo>
                  <a:close/>
                </a:path>
                <a:path w="251460" h="7619">
                  <a:moveTo>
                    <a:pt x="49530" y="3809"/>
                  </a:moveTo>
                  <a:lnTo>
                    <a:pt x="48260" y="3809"/>
                  </a:lnTo>
                  <a:lnTo>
                    <a:pt x="48260" y="5079"/>
                  </a:lnTo>
                  <a:lnTo>
                    <a:pt x="49530" y="5079"/>
                  </a:lnTo>
                  <a:lnTo>
                    <a:pt x="49530" y="3809"/>
                  </a:lnTo>
                  <a:close/>
                </a:path>
                <a:path w="251460" h="7619">
                  <a:moveTo>
                    <a:pt x="3810" y="1269"/>
                  </a:moveTo>
                  <a:lnTo>
                    <a:pt x="1270" y="1269"/>
                  </a:lnTo>
                  <a:lnTo>
                    <a:pt x="1270" y="3809"/>
                  </a:lnTo>
                  <a:lnTo>
                    <a:pt x="50800" y="3809"/>
                  </a:lnTo>
                  <a:lnTo>
                    <a:pt x="50800" y="2539"/>
                  </a:lnTo>
                  <a:lnTo>
                    <a:pt x="3810" y="2539"/>
                  </a:lnTo>
                  <a:lnTo>
                    <a:pt x="3810" y="1269"/>
                  </a:lnTo>
                  <a:close/>
                </a:path>
                <a:path w="251460" h="7619">
                  <a:moveTo>
                    <a:pt x="52070" y="0"/>
                  </a:moveTo>
                  <a:lnTo>
                    <a:pt x="5080" y="0"/>
                  </a:lnTo>
                  <a:lnTo>
                    <a:pt x="5080" y="1269"/>
                  </a:lnTo>
                  <a:lnTo>
                    <a:pt x="50800" y="1269"/>
                  </a:lnTo>
                  <a:lnTo>
                    <a:pt x="50800" y="2539"/>
                  </a:lnTo>
                  <a:lnTo>
                    <a:pt x="52070" y="2539"/>
                  </a:lnTo>
                  <a:lnTo>
                    <a:pt x="52070" y="0"/>
                  </a:lnTo>
                  <a:close/>
                </a:path>
                <a:path w="251460" h="7619">
                  <a:moveTo>
                    <a:pt x="251460" y="5079"/>
                  </a:moveTo>
                  <a:lnTo>
                    <a:pt x="190500" y="5079"/>
                  </a:lnTo>
                  <a:lnTo>
                    <a:pt x="190500" y="7619"/>
                  </a:lnTo>
                  <a:lnTo>
                    <a:pt x="251460" y="7619"/>
                  </a:lnTo>
                  <a:lnTo>
                    <a:pt x="251460" y="5079"/>
                  </a:lnTo>
                  <a:close/>
                </a:path>
                <a:path w="251460" h="7619">
                  <a:moveTo>
                    <a:pt x="189230" y="3809"/>
                  </a:moveTo>
                  <a:lnTo>
                    <a:pt x="187960" y="3809"/>
                  </a:lnTo>
                  <a:lnTo>
                    <a:pt x="187960" y="5079"/>
                  </a:lnTo>
                  <a:lnTo>
                    <a:pt x="189230" y="5079"/>
                  </a:lnTo>
                  <a:lnTo>
                    <a:pt x="189230" y="3809"/>
                  </a:lnTo>
                  <a:close/>
                </a:path>
                <a:path w="251460" h="7619">
                  <a:moveTo>
                    <a:pt x="251460" y="2539"/>
                  </a:moveTo>
                  <a:lnTo>
                    <a:pt x="186689" y="2539"/>
                  </a:lnTo>
                  <a:lnTo>
                    <a:pt x="186689" y="3809"/>
                  </a:lnTo>
                  <a:lnTo>
                    <a:pt x="251460" y="3809"/>
                  </a:lnTo>
                  <a:lnTo>
                    <a:pt x="251460" y="2539"/>
                  </a:lnTo>
                  <a:close/>
                </a:path>
                <a:path w="251460" h="7619">
                  <a:moveTo>
                    <a:pt x="186689" y="1269"/>
                  </a:moveTo>
                  <a:lnTo>
                    <a:pt x="185420" y="1269"/>
                  </a:lnTo>
                  <a:lnTo>
                    <a:pt x="185420" y="2539"/>
                  </a:lnTo>
                  <a:lnTo>
                    <a:pt x="186689" y="2539"/>
                  </a:lnTo>
                  <a:lnTo>
                    <a:pt x="186689" y="1269"/>
                  </a:lnTo>
                  <a:close/>
                </a:path>
                <a:path w="251460" h="7619">
                  <a:moveTo>
                    <a:pt x="251460" y="0"/>
                  </a:moveTo>
                  <a:lnTo>
                    <a:pt x="182880" y="0"/>
                  </a:lnTo>
                  <a:lnTo>
                    <a:pt x="182880" y="1269"/>
                  </a:lnTo>
                  <a:lnTo>
                    <a:pt x="251460" y="1269"/>
                  </a:lnTo>
                  <a:lnTo>
                    <a:pt x="251460" y="0"/>
                  </a:lnTo>
                  <a:close/>
                </a:path>
              </a:pathLst>
            </a:custGeom>
            <a:solidFill>
              <a:srgbClr val="C80A00"/>
            </a:solidFill>
          </p:spPr>
          <p:txBody>
            <a:bodyPr wrap="square" lIns="0" tIns="0" rIns="0" bIns="0" rtlCol="0"/>
            <a:lstStyle/>
            <a:p/>
          </p:txBody>
        </p:sp>
        <p:sp>
          <p:nvSpPr>
            <p:cNvPr id="1410" name="object 1410"/>
            <p:cNvSpPr/>
            <p:nvPr/>
          </p:nvSpPr>
          <p:spPr>
            <a:xfrm>
              <a:off x="6017260" y="1747520"/>
              <a:ext cx="256540" cy="7620"/>
            </a:xfrm>
            <a:custGeom>
              <a:avLst/>
              <a:gdLst/>
              <a:ahLst/>
              <a:cxnLst/>
              <a:rect l="l" t="t" r="r" b="b"/>
              <a:pathLst>
                <a:path w="256539" h="7619">
                  <a:moveTo>
                    <a:pt x="256539" y="1269"/>
                  </a:moveTo>
                  <a:lnTo>
                    <a:pt x="198119" y="1269"/>
                  </a:lnTo>
                  <a:lnTo>
                    <a:pt x="198119" y="3809"/>
                  </a:lnTo>
                  <a:lnTo>
                    <a:pt x="199389" y="3809"/>
                  </a:lnTo>
                  <a:lnTo>
                    <a:pt x="199389" y="2539"/>
                  </a:lnTo>
                  <a:lnTo>
                    <a:pt x="256539" y="2539"/>
                  </a:lnTo>
                  <a:lnTo>
                    <a:pt x="256539" y="1269"/>
                  </a:lnTo>
                  <a:close/>
                </a:path>
                <a:path w="256539" h="7619">
                  <a:moveTo>
                    <a:pt x="198119" y="0"/>
                  </a:moveTo>
                  <a:lnTo>
                    <a:pt x="196850" y="0"/>
                  </a:lnTo>
                  <a:lnTo>
                    <a:pt x="196850" y="1269"/>
                  </a:lnTo>
                  <a:lnTo>
                    <a:pt x="198119" y="1269"/>
                  </a:lnTo>
                  <a:lnTo>
                    <a:pt x="198119" y="0"/>
                  </a:lnTo>
                  <a:close/>
                </a:path>
                <a:path w="256539" h="7619">
                  <a:moveTo>
                    <a:pt x="52070" y="1269"/>
                  </a:moveTo>
                  <a:lnTo>
                    <a:pt x="3810" y="1269"/>
                  </a:lnTo>
                  <a:lnTo>
                    <a:pt x="3810" y="2539"/>
                  </a:lnTo>
                  <a:lnTo>
                    <a:pt x="52070" y="2539"/>
                  </a:lnTo>
                  <a:lnTo>
                    <a:pt x="52070" y="1269"/>
                  </a:lnTo>
                  <a:close/>
                </a:path>
                <a:path w="256539" h="7619">
                  <a:moveTo>
                    <a:pt x="48260" y="6350"/>
                  </a:moveTo>
                  <a:lnTo>
                    <a:pt x="0" y="6350"/>
                  </a:lnTo>
                  <a:lnTo>
                    <a:pt x="0" y="7619"/>
                  </a:lnTo>
                  <a:lnTo>
                    <a:pt x="48260" y="7619"/>
                  </a:lnTo>
                  <a:lnTo>
                    <a:pt x="48260" y="6350"/>
                  </a:lnTo>
                  <a:close/>
                </a:path>
                <a:path w="256539" h="7619">
                  <a:moveTo>
                    <a:pt x="49529" y="3810"/>
                  </a:moveTo>
                  <a:lnTo>
                    <a:pt x="1269" y="3810"/>
                  </a:lnTo>
                  <a:lnTo>
                    <a:pt x="1269" y="6350"/>
                  </a:lnTo>
                  <a:lnTo>
                    <a:pt x="49529" y="6350"/>
                  </a:lnTo>
                  <a:lnTo>
                    <a:pt x="49529" y="3810"/>
                  </a:lnTo>
                  <a:close/>
                </a:path>
                <a:path w="256539" h="7619">
                  <a:moveTo>
                    <a:pt x="256539" y="3810"/>
                  </a:moveTo>
                  <a:lnTo>
                    <a:pt x="200660" y="3810"/>
                  </a:lnTo>
                  <a:lnTo>
                    <a:pt x="200660" y="6350"/>
                  </a:lnTo>
                  <a:lnTo>
                    <a:pt x="201929" y="6350"/>
                  </a:lnTo>
                  <a:lnTo>
                    <a:pt x="201929" y="7619"/>
                  </a:lnTo>
                  <a:lnTo>
                    <a:pt x="256539" y="7619"/>
                  </a:lnTo>
                  <a:lnTo>
                    <a:pt x="256539" y="3810"/>
                  </a:lnTo>
                  <a:close/>
                </a:path>
              </a:pathLst>
            </a:custGeom>
            <a:solidFill>
              <a:srgbClr val="CC0A00"/>
            </a:solidFill>
          </p:spPr>
          <p:txBody>
            <a:bodyPr wrap="square" lIns="0" tIns="0" rIns="0" bIns="0" rtlCol="0"/>
            <a:lstStyle/>
            <a:p/>
          </p:txBody>
        </p:sp>
        <p:sp>
          <p:nvSpPr>
            <p:cNvPr id="1411" name="object 1411"/>
            <p:cNvSpPr/>
            <p:nvPr/>
          </p:nvSpPr>
          <p:spPr>
            <a:xfrm>
              <a:off x="6014720" y="1755140"/>
              <a:ext cx="259079" cy="6350"/>
            </a:xfrm>
            <a:custGeom>
              <a:avLst/>
              <a:gdLst/>
              <a:ahLst/>
              <a:cxnLst/>
              <a:rect l="l" t="t" r="r" b="b"/>
              <a:pathLst>
                <a:path w="259079" h="6350">
                  <a:moveTo>
                    <a:pt x="49529" y="0"/>
                  </a:moveTo>
                  <a:lnTo>
                    <a:pt x="2539" y="0"/>
                  </a:lnTo>
                  <a:lnTo>
                    <a:pt x="2539" y="2539"/>
                  </a:lnTo>
                  <a:lnTo>
                    <a:pt x="49529" y="2539"/>
                  </a:lnTo>
                  <a:lnTo>
                    <a:pt x="49529" y="0"/>
                  </a:lnTo>
                  <a:close/>
                </a:path>
                <a:path w="259079" h="6350">
                  <a:moveTo>
                    <a:pt x="259079" y="0"/>
                  </a:moveTo>
                  <a:lnTo>
                    <a:pt x="205739" y="0"/>
                  </a:lnTo>
                  <a:lnTo>
                    <a:pt x="205739" y="2539"/>
                  </a:lnTo>
                  <a:lnTo>
                    <a:pt x="259079" y="2539"/>
                  </a:lnTo>
                  <a:lnTo>
                    <a:pt x="259079" y="0"/>
                  </a:lnTo>
                  <a:close/>
                </a:path>
                <a:path w="259079" h="6350">
                  <a:moveTo>
                    <a:pt x="48260" y="5080"/>
                  </a:moveTo>
                  <a:lnTo>
                    <a:pt x="0" y="5080"/>
                  </a:lnTo>
                  <a:lnTo>
                    <a:pt x="0" y="6350"/>
                  </a:lnTo>
                  <a:lnTo>
                    <a:pt x="48260" y="6350"/>
                  </a:lnTo>
                  <a:lnTo>
                    <a:pt x="48260" y="5080"/>
                  </a:lnTo>
                  <a:close/>
                </a:path>
                <a:path w="259079" h="6350">
                  <a:moveTo>
                    <a:pt x="49529" y="2540"/>
                  </a:moveTo>
                  <a:lnTo>
                    <a:pt x="1269" y="2540"/>
                  </a:lnTo>
                  <a:lnTo>
                    <a:pt x="1269" y="5080"/>
                  </a:lnTo>
                  <a:lnTo>
                    <a:pt x="49529" y="5080"/>
                  </a:lnTo>
                  <a:lnTo>
                    <a:pt x="49529" y="2540"/>
                  </a:lnTo>
                  <a:close/>
                </a:path>
                <a:path w="259079" h="6350">
                  <a:moveTo>
                    <a:pt x="257809" y="2540"/>
                  </a:moveTo>
                  <a:lnTo>
                    <a:pt x="207009" y="2540"/>
                  </a:lnTo>
                  <a:lnTo>
                    <a:pt x="207009" y="5080"/>
                  </a:lnTo>
                  <a:lnTo>
                    <a:pt x="208279" y="5080"/>
                  </a:lnTo>
                  <a:lnTo>
                    <a:pt x="208279" y="6350"/>
                  </a:lnTo>
                  <a:lnTo>
                    <a:pt x="257809" y="6350"/>
                  </a:lnTo>
                  <a:lnTo>
                    <a:pt x="257809" y="2540"/>
                  </a:lnTo>
                  <a:close/>
                </a:path>
              </a:pathLst>
            </a:custGeom>
            <a:solidFill>
              <a:srgbClr val="CD0900"/>
            </a:solidFill>
          </p:spPr>
          <p:txBody>
            <a:bodyPr wrap="square" lIns="0" tIns="0" rIns="0" bIns="0" rtlCol="0"/>
            <a:lstStyle/>
            <a:p/>
          </p:txBody>
        </p:sp>
        <p:sp>
          <p:nvSpPr>
            <p:cNvPr id="1412" name="object 1412"/>
            <p:cNvSpPr/>
            <p:nvPr/>
          </p:nvSpPr>
          <p:spPr>
            <a:xfrm>
              <a:off x="6013450" y="1761489"/>
              <a:ext cx="259079" cy="7620"/>
            </a:xfrm>
            <a:custGeom>
              <a:avLst/>
              <a:gdLst/>
              <a:ahLst/>
              <a:cxnLst/>
              <a:rect l="l" t="t" r="r" b="b"/>
              <a:pathLst>
                <a:path w="259079" h="7619">
                  <a:moveTo>
                    <a:pt x="48260" y="2552"/>
                  </a:moveTo>
                  <a:lnTo>
                    <a:pt x="0" y="2552"/>
                  </a:lnTo>
                  <a:lnTo>
                    <a:pt x="0" y="7620"/>
                  </a:lnTo>
                  <a:lnTo>
                    <a:pt x="48260" y="7620"/>
                  </a:lnTo>
                  <a:lnTo>
                    <a:pt x="48260" y="2552"/>
                  </a:lnTo>
                  <a:close/>
                </a:path>
                <a:path w="259079" h="7619">
                  <a:moveTo>
                    <a:pt x="49530" y="0"/>
                  </a:moveTo>
                  <a:lnTo>
                    <a:pt x="1270" y="0"/>
                  </a:lnTo>
                  <a:lnTo>
                    <a:pt x="1270" y="2540"/>
                  </a:lnTo>
                  <a:lnTo>
                    <a:pt x="49530" y="2540"/>
                  </a:lnTo>
                  <a:lnTo>
                    <a:pt x="49530" y="0"/>
                  </a:lnTo>
                  <a:close/>
                </a:path>
                <a:path w="259079" h="7619">
                  <a:moveTo>
                    <a:pt x="259080" y="2552"/>
                  </a:moveTo>
                  <a:lnTo>
                    <a:pt x="210820" y="2552"/>
                  </a:lnTo>
                  <a:lnTo>
                    <a:pt x="210820" y="7620"/>
                  </a:lnTo>
                  <a:lnTo>
                    <a:pt x="259080" y="7620"/>
                  </a:lnTo>
                  <a:lnTo>
                    <a:pt x="259080" y="2552"/>
                  </a:lnTo>
                  <a:close/>
                </a:path>
                <a:path w="259079" h="7619">
                  <a:moveTo>
                    <a:pt x="259080" y="0"/>
                  </a:moveTo>
                  <a:lnTo>
                    <a:pt x="209550" y="0"/>
                  </a:lnTo>
                  <a:lnTo>
                    <a:pt x="209550" y="2540"/>
                  </a:lnTo>
                  <a:lnTo>
                    <a:pt x="259080" y="2540"/>
                  </a:lnTo>
                  <a:lnTo>
                    <a:pt x="259080" y="0"/>
                  </a:lnTo>
                  <a:close/>
                </a:path>
              </a:pathLst>
            </a:custGeom>
            <a:solidFill>
              <a:srgbClr val="CF0900"/>
            </a:solidFill>
          </p:spPr>
          <p:txBody>
            <a:bodyPr wrap="square" lIns="0" tIns="0" rIns="0" bIns="0" rtlCol="0"/>
            <a:lstStyle/>
            <a:p/>
          </p:txBody>
        </p:sp>
        <p:sp>
          <p:nvSpPr>
            <p:cNvPr id="1413" name="object 1413"/>
            <p:cNvSpPr/>
            <p:nvPr/>
          </p:nvSpPr>
          <p:spPr>
            <a:xfrm>
              <a:off x="6010910" y="1769110"/>
              <a:ext cx="260350" cy="7620"/>
            </a:xfrm>
            <a:custGeom>
              <a:avLst/>
              <a:gdLst/>
              <a:ahLst/>
              <a:cxnLst/>
              <a:rect l="l" t="t" r="r" b="b"/>
              <a:pathLst>
                <a:path w="260350" h="7619">
                  <a:moveTo>
                    <a:pt x="50800" y="0"/>
                  </a:moveTo>
                  <a:lnTo>
                    <a:pt x="2539" y="0"/>
                  </a:lnTo>
                  <a:lnTo>
                    <a:pt x="2539" y="1269"/>
                  </a:lnTo>
                  <a:lnTo>
                    <a:pt x="50800" y="1269"/>
                  </a:lnTo>
                  <a:lnTo>
                    <a:pt x="50800" y="0"/>
                  </a:lnTo>
                  <a:close/>
                </a:path>
                <a:path w="260350" h="7619">
                  <a:moveTo>
                    <a:pt x="260350" y="0"/>
                  </a:moveTo>
                  <a:lnTo>
                    <a:pt x="214629" y="0"/>
                  </a:lnTo>
                  <a:lnTo>
                    <a:pt x="214629" y="1269"/>
                  </a:lnTo>
                  <a:lnTo>
                    <a:pt x="260350" y="1269"/>
                  </a:lnTo>
                  <a:lnTo>
                    <a:pt x="260350" y="0"/>
                  </a:lnTo>
                  <a:close/>
                </a:path>
                <a:path w="260350" h="7619">
                  <a:moveTo>
                    <a:pt x="49529" y="1270"/>
                  </a:moveTo>
                  <a:lnTo>
                    <a:pt x="1269" y="1270"/>
                  </a:lnTo>
                  <a:lnTo>
                    <a:pt x="1269" y="6350"/>
                  </a:lnTo>
                  <a:lnTo>
                    <a:pt x="0" y="6350"/>
                  </a:lnTo>
                  <a:lnTo>
                    <a:pt x="0" y="7619"/>
                  </a:lnTo>
                  <a:lnTo>
                    <a:pt x="49529" y="7619"/>
                  </a:lnTo>
                  <a:lnTo>
                    <a:pt x="49529" y="1270"/>
                  </a:lnTo>
                  <a:close/>
                </a:path>
                <a:path w="260350" h="7619">
                  <a:moveTo>
                    <a:pt x="260350" y="1270"/>
                  </a:moveTo>
                  <a:lnTo>
                    <a:pt x="214629" y="1270"/>
                  </a:lnTo>
                  <a:lnTo>
                    <a:pt x="214629" y="7619"/>
                  </a:lnTo>
                  <a:lnTo>
                    <a:pt x="260350" y="7619"/>
                  </a:lnTo>
                  <a:lnTo>
                    <a:pt x="260350" y="1270"/>
                  </a:lnTo>
                  <a:close/>
                </a:path>
              </a:pathLst>
            </a:custGeom>
            <a:solidFill>
              <a:srgbClr val="D10800"/>
            </a:solidFill>
          </p:spPr>
          <p:txBody>
            <a:bodyPr wrap="square" lIns="0" tIns="0" rIns="0" bIns="0" rtlCol="0"/>
            <a:lstStyle/>
            <a:p/>
          </p:txBody>
        </p:sp>
        <p:sp>
          <p:nvSpPr>
            <p:cNvPr id="1414" name="object 1414"/>
            <p:cNvSpPr/>
            <p:nvPr/>
          </p:nvSpPr>
          <p:spPr>
            <a:xfrm>
              <a:off x="6009640" y="1776730"/>
              <a:ext cx="260350" cy="6350"/>
            </a:xfrm>
            <a:custGeom>
              <a:avLst/>
              <a:gdLst/>
              <a:ahLst/>
              <a:cxnLst/>
              <a:rect l="l" t="t" r="r" b="b"/>
              <a:pathLst>
                <a:path w="260350" h="6350">
                  <a:moveTo>
                    <a:pt x="49529" y="5080"/>
                  </a:moveTo>
                  <a:lnTo>
                    <a:pt x="0" y="5080"/>
                  </a:lnTo>
                  <a:lnTo>
                    <a:pt x="0" y="6350"/>
                  </a:lnTo>
                  <a:lnTo>
                    <a:pt x="49529" y="6350"/>
                  </a:lnTo>
                  <a:lnTo>
                    <a:pt x="49529" y="5080"/>
                  </a:lnTo>
                  <a:close/>
                </a:path>
                <a:path w="260350" h="6350">
                  <a:moveTo>
                    <a:pt x="50800" y="0"/>
                  </a:moveTo>
                  <a:lnTo>
                    <a:pt x="1270" y="0"/>
                  </a:lnTo>
                  <a:lnTo>
                    <a:pt x="1270" y="5080"/>
                  </a:lnTo>
                  <a:lnTo>
                    <a:pt x="50800" y="5080"/>
                  </a:lnTo>
                  <a:lnTo>
                    <a:pt x="50800" y="0"/>
                  </a:lnTo>
                  <a:close/>
                </a:path>
                <a:path w="260350" h="6350">
                  <a:moveTo>
                    <a:pt x="260350" y="0"/>
                  </a:moveTo>
                  <a:lnTo>
                    <a:pt x="215900" y="0"/>
                  </a:lnTo>
                  <a:lnTo>
                    <a:pt x="215900" y="1270"/>
                  </a:lnTo>
                  <a:lnTo>
                    <a:pt x="217170" y="1270"/>
                  </a:lnTo>
                  <a:lnTo>
                    <a:pt x="217170" y="6350"/>
                  </a:lnTo>
                  <a:lnTo>
                    <a:pt x="259080" y="6350"/>
                  </a:lnTo>
                  <a:lnTo>
                    <a:pt x="259080" y="5080"/>
                  </a:lnTo>
                  <a:lnTo>
                    <a:pt x="260350" y="5080"/>
                  </a:lnTo>
                  <a:lnTo>
                    <a:pt x="260350" y="0"/>
                  </a:lnTo>
                  <a:close/>
                </a:path>
              </a:pathLst>
            </a:custGeom>
            <a:solidFill>
              <a:srgbClr val="D30800"/>
            </a:solidFill>
          </p:spPr>
          <p:txBody>
            <a:bodyPr wrap="square" lIns="0" tIns="0" rIns="0" bIns="0" rtlCol="0"/>
            <a:lstStyle/>
            <a:p/>
          </p:txBody>
        </p:sp>
        <p:sp>
          <p:nvSpPr>
            <p:cNvPr id="1415" name="object 1415"/>
            <p:cNvSpPr/>
            <p:nvPr/>
          </p:nvSpPr>
          <p:spPr>
            <a:xfrm>
              <a:off x="6009640" y="1783080"/>
              <a:ext cx="259079" cy="7620"/>
            </a:xfrm>
            <a:custGeom>
              <a:avLst/>
              <a:gdLst/>
              <a:ahLst/>
              <a:cxnLst/>
              <a:rect l="l" t="t" r="r" b="b"/>
              <a:pathLst>
                <a:path w="259079" h="7619">
                  <a:moveTo>
                    <a:pt x="49529" y="0"/>
                  </a:moveTo>
                  <a:lnTo>
                    <a:pt x="0" y="0"/>
                  </a:lnTo>
                  <a:lnTo>
                    <a:pt x="0" y="7620"/>
                  </a:lnTo>
                  <a:lnTo>
                    <a:pt x="49529" y="7620"/>
                  </a:lnTo>
                  <a:lnTo>
                    <a:pt x="49529" y="0"/>
                  </a:lnTo>
                  <a:close/>
                </a:path>
                <a:path w="259079" h="7619">
                  <a:moveTo>
                    <a:pt x="259080" y="0"/>
                  </a:moveTo>
                  <a:lnTo>
                    <a:pt x="217170" y="0"/>
                  </a:lnTo>
                  <a:lnTo>
                    <a:pt x="217170" y="7620"/>
                  </a:lnTo>
                  <a:lnTo>
                    <a:pt x="257810" y="7620"/>
                  </a:lnTo>
                  <a:lnTo>
                    <a:pt x="257810" y="5080"/>
                  </a:lnTo>
                  <a:lnTo>
                    <a:pt x="259080" y="5080"/>
                  </a:lnTo>
                  <a:lnTo>
                    <a:pt x="259080" y="0"/>
                  </a:lnTo>
                  <a:close/>
                </a:path>
              </a:pathLst>
            </a:custGeom>
            <a:solidFill>
              <a:srgbClr val="D60700"/>
            </a:solidFill>
          </p:spPr>
          <p:txBody>
            <a:bodyPr wrap="square" lIns="0" tIns="0" rIns="0" bIns="0" rtlCol="0"/>
            <a:lstStyle/>
            <a:p/>
          </p:txBody>
        </p:sp>
        <p:sp>
          <p:nvSpPr>
            <p:cNvPr id="1416" name="object 1416"/>
            <p:cNvSpPr/>
            <p:nvPr/>
          </p:nvSpPr>
          <p:spPr>
            <a:xfrm>
              <a:off x="6009640" y="1790699"/>
              <a:ext cx="257810" cy="7620"/>
            </a:xfrm>
            <a:custGeom>
              <a:avLst/>
              <a:gdLst/>
              <a:ahLst/>
              <a:cxnLst/>
              <a:rect l="l" t="t" r="r" b="b"/>
              <a:pathLst>
                <a:path w="257810" h="7619">
                  <a:moveTo>
                    <a:pt x="49517" y="0"/>
                  </a:moveTo>
                  <a:lnTo>
                    <a:pt x="0" y="0"/>
                  </a:lnTo>
                  <a:lnTo>
                    <a:pt x="0" y="2540"/>
                  </a:lnTo>
                  <a:lnTo>
                    <a:pt x="49517" y="2540"/>
                  </a:lnTo>
                  <a:lnTo>
                    <a:pt x="49517" y="0"/>
                  </a:lnTo>
                  <a:close/>
                </a:path>
                <a:path w="257810" h="7619">
                  <a:moveTo>
                    <a:pt x="50800" y="2679"/>
                  </a:moveTo>
                  <a:lnTo>
                    <a:pt x="0" y="2679"/>
                  </a:lnTo>
                  <a:lnTo>
                    <a:pt x="0" y="7620"/>
                  </a:lnTo>
                  <a:lnTo>
                    <a:pt x="50800" y="7620"/>
                  </a:lnTo>
                  <a:lnTo>
                    <a:pt x="50800" y="2679"/>
                  </a:lnTo>
                  <a:close/>
                </a:path>
                <a:path w="257810" h="7619">
                  <a:moveTo>
                    <a:pt x="256540" y="2679"/>
                  </a:moveTo>
                  <a:lnTo>
                    <a:pt x="215900" y="2679"/>
                  </a:lnTo>
                  <a:lnTo>
                    <a:pt x="215900" y="7620"/>
                  </a:lnTo>
                  <a:lnTo>
                    <a:pt x="256540" y="7620"/>
                  </a:lnTo>
                  <a:lnTo>
                    <a:pt x="256540" y="2679"/>
                  </a:lnTo>
                  <a:close/>
                </a:path>
                <a:path w="257810" h="7619">
                  <a:moveTo>
                    <a:pt x="257810" y="0"/>
                  </a:moveTo>
                  <a:lnTo>
                    <a:pt x="215900" y="0"/>
                  </a:lnTo>
                  <a:lnTo>
                    <a:pt x="215900" y="2540"/>
                  </a:lnTo>
                  <a:lnTo>
                    <a:pt x="257810" y="2540"/>
                  </a:lnTo>
                  <a:lnTo>
                    <a:pt x="257810" y="0"/>
                  </a:lnTo>
                  <a:close/>
                </a:path>
              </a:pathLst>
            </a:custGeom>
            <a:solidFill>
              <a:srgbClr val="D80700"/>
            </a:solidFill>
          </p:spPr>
          <p:txBody>
            <a:bodyPr wrap="square" lIns="0" tIns="0" rIns="0" bIns="0" rtlCol="0"/>
            <a:lstStyle/>
            <a:p/>
          </p:txBody>
        </p:sp>
        <p:sp>
          <p:nvSpPr>
            <p:cNvPr id="1417" name="object 1417"/>
            <p:cNvSpPr/>
            <p:nvPr/>
          </p:nvSpPr>
          <p:spPr>
            <a:xfrm>
              <a:off x="6009640" y="1798320"/>
              <a:ext cx="255270" cy="6350"/>
            </a:xfrm>
            <a:custGeom>
              <a:avLst/>
              <a:gdLst/>
              <a:ahLst/>
              <a:cxnLst/>
              <a:rect l="l" t="t" r="r" b="b"/>
              <a:pathLst>
                <a:path w="255270" h="6350">
                  <a:moveTo>
                    <a:pt x="50800" y="0"/>
                  </a:moveTo>
                  <a:lnTo>
                    <a:pt x="0" y="0"/>
                  </a:lnTo>
                  <a:lnTo>
                    <a:pt x="0" y="6350"/>
                  </a:lnTo>
                  <a:lnTo>
                    <a:pt x="52070" y="6350"/>
                  </a:lnTo>
                  <a:lnTo>
                    <a:pt x="52070" y="5079"/>
                  </a:lnTo>
                  <a:lnTo>
                    <a:pt x="50800" y="5079"/>
                  </a:lnTo>
                  <a:lnTo>
                    <a:pt x="50800" y="0"/>
                  </a:lnTo>
                  <a:close/>
                </a:path>
                <a:path w="255270" h="6350">
                  <a:moveTo>
                    <a:pt x="255270" y="0"/>
                  </a:moveTo>
                  <a:lnTo>
                    <a:pt x="215900" y="0"/>
                  </a:lnTo>
                  <a:lnTo>
                    <a:pt x="215900" y="1270"/>
                  </a:lnTo>
                  <a:lnTo>
                    <a:pt x="214630" y="1270"/>
                  </a:lnTo>
                  <a:lnTo>
                    <a:pt x="214630" y="6350"/>
                  </a:lnTo>
                  <a:lnTo>
                    <a:pt x="254000" y="6350"/>
                  </a:lnTo>
                  <a:lnTo>
                    <a:pt x="254000" y="2539"/>
                  </a:lnTo>
                  <a:lnTo>
                    <a:pt x="255270" y="2539"/>
                  </a:lnTo>
                  <a:lnTo>
                    <a:pt x="255270" y="0"/>
                  </a:lnTo>
                  <a:close/>
                </a:path>
              </a:pathLst>
            </a:custGeom>
            <a:solidFill>
              <a:srgbClr val="DA0700"/>
            </a:solidFill>
          </p:spPr>
          <p:txBody>
            <a:bodyPr wrap="square" lIns="0" tIns="0" rIns="0" bIns="0" rtlCol="0"/>
            <a:lstStyle/>
            <a:p/>
          </p:txBody>
        </p:sp>
        <p:sp>
          <p:nvSpPr>
            <p:cNvPr id="1418" name="object 1418"/>
            <p:cNvSpPr/>
            <p:nvPr/>
          </p:nvSpPr>
          <p:spPr>
            <a:xfrm>
              <a:off x="6009640" y="1804670"/>
              <a:ext cx="252730" cy="101600"/>
            </a:xfrm>
            <a:prstGeom prst="rect">
              <a:avLst/>
            </a:prstGeom>
            <a:blipFill>
              <a:blip r:embed="rId21" cstate="print"/>
              <a:stretch>
                <a:fillRect/>
              </a:stretch>
            </a:blipFill>
          </p:spPr>
          <p:txBody>
            <a:bodyPr wrap="square" lIns="0" tIns="0" rIns="0" bIns="0" rtlCol="0"/>
            <a:lstStyle/>
            <a:p/>
          </p:txBody>
        </p:sp>
      </p:grpSp>
      <p:grpSp>
        <p:nvGrpSpPr>
          <p:cNvPr id="1419" name="object 1419"/>
          <p:cNvGrpSpPr/>
          <p:nvPr/>
        </p:nvGrpSpPr>
        <p:grpSpPr>
          <a:xfrm>
            <a:off x="6541769" y="855980"/>
            <a:ext cx="328930" cy="792480"/>
            <a:chOff x="6541769" y="855980"/>
            <a:chExt cx="328930" cy="792480"/>
          </a:xfrm>
        </p:grpSpPr>
        <p:sp>
          <p:nvSpPr>
            <p:cNvPr id="1420" name="object 1420"/>
            <p:cNvSpPr/>
            <p:nvPr/>
          </p:nvSpPr>
          <p:spPr>
            <a:xfrm>
              <a:off x="6541770" y="855979"/>
              <a:ext cx="210820" cy="6350"/>
            </a:xfrm>
            <a:custGeom>
              <a:avLst/>
              <a:gdLst/>
              <a:ahLst/>
              <a:cxnLst/>
              <a:rect l="l" t="t" r="r" b="b"/>
              <a:pathLst>
                <a:path w="210820" h="6350">
                  <a:moveTo>
                    <a:pt x="210820" y="5080"/>
                  </a:moveTo>
                  <a:lnTo>
                    <a:pt x="201930" y="5080"/>
                  </a:lnTo>
                  <a:lnTo>
                    <a:pt x="201930" y="3810"/>
                  </a:lnTo>
                  <a:lnTo>
                    <a:pt x="195580" y="3810"/>
                  </a:lnTo>
                  <a:lnTo>
                    <a:pt x="195580" y="2540"/>
                  </a:lnTo>
                  <a:lnTo>
                    <a:pt x="191770" y="2540"/>
                  </a:lnTo>
                  <a:lnTo>
                    <a:pt x="191770" y="1270"/>
                  </a:lnTo>
                  <a:lnTo>
                    <a:pt x="171450" y="1270"/>
                  </a:lnTo>
                  <a:lnTo>
                    <a:pt x="171450" y="0"/>
                  </a:lnTo>
                  <a:lnTo>
                    <a:pt x="0" y="0"/>
                  </a:lnTo>
                  <a:lnTo>
                    <a:pt x="0" y="6350"/>
                  </a:lnTo>
                  <a:lnTo>
                    <a:pt x="210820" y="6350"/>
                  </a:lnTo>
                  <a:lnTo>
                    <a:pt x="210820" y="5080"/>
                  </a:lnTo>
                  <a:close/>
                </a:path>
              </a:pathLst>
            </a:custGeom>
            <a:solidFill>
              <a:srgbClr val="003300"/>
            </a:solidFill>
          </p:spPr>
          <p:txBody>
            <a:bodyPr wrap="square" lIns="0" tIns="0" rIns="0" bIns="0" rtlCol="0"/>
            <a:lstStyle/>
            <a:p/>
          </p:txBody>
        </p:sp>
        <p:sp>
          <p:nvSpPr>
            <p:cNvPr id="1421" name="object 1421"/>
            <p:cNvSpPr/>
            <p:nvPr/>
          </p:nvSpPr>
          <p:spPr>
            <a:xfrm>
              <a:off x="6541770" y="862329"/>
              <a:ext cx="237490" cy="7620"/>
            </a:xfrm>
            <a:custGeom>
              <a:avLst/>
              <a:gdLst/>
              <a:ahLst/>
              <a:cxnLst/>
              <a:rect l="l" t="t" r="r" b="b"/>
              <a:pathLst>
                <a:path w="237490" h="7619">
                  <a:moveTo>
                    <a:pt x="237490" y="6350"/>
                  </a:moveTo>
                  <a:lnTo>
                    <a:pt x="233680" y="6350"/>
                  </a:lnTo>
                  <a:lnTo>
                    <a:pt x="233680" y="5080"/>
                  </a:lnTo>
                  <a:lnTo>
                    <a:pt x="231140" y="5080"/>
                  </a:lnTo>
                  <a:lnTo>
                    <a:pt x="231140" y="3810"/>
                  </a:lnTo>
                  <a:lnTo>
                    <a:pt x="228600" y="3810"/>
                  </a:lnTo>
                  <a:lnTo>
                    <a:pt x="228600" y="2540"/>
                  </a:lnTo>
                  <a:lnTo>
                    <a:pt x="219710" y="2540"/>
                  </a:lnTo>
                  <a:lnTo>
                    <a:pt x="219710" y="1270"/>
                  </a:lnTo>
                  <a:lnTo>
                    <a:pt x="214630" y="1270"/>
                  </a:lnTo>
                  <a:lnTo>
                    <a:pt x="214630" y="0"/>
                  </a:lnTo>
                  <a:lnTo>
                    <a:pt x="0" y="0"/>
                  </a:lnTo>
                  <a:lnTo>
                    <a:pt x="0" y="1270"/>
                  </a:lnTo>
                  <a:lnTo>
                    <a:pt x="0" y="2540"/>
                  </a:lnTo>
                  <a:lnTo>
                    <a:pt x="0" y="3810"/>
                  </a:lnTo>
                  <a:lnTo>
                    <a:pt x="0" y="5080"/>
                  </a:lnTo>
                  <a:lnTo>
                    <a:pt x="0" y="6350"/>
                  </a:lnTo>
                  <a:lnTo>
                    <a:pt x="0" y="7620"/>
                  </a:lnTo>
                  <a:lnTo>
                    <a:pt x="237490" y="7620"/>
                  </a:lnTo>
                  <a:lnTo>
                    <a:pt x="237490" y="6350"/>
                  </a:lnTo>
                  <a:close/>
                </a:path>
              </a:pathLst>
            </a:custGeom>
            <a:solidFill>
              <a:srgbClr val="013300"/>
            </a:solidFill>
          </p:spPr>
          <p:txBody>
            <a:bodyPr wrap="square" lIns="0" tIns="0" rIns="0" bIns="0" rtlCol="0"/>
            <a:lstStyle/>
            <a:p/>
          </p:txBody>
        </p:sp>
        <p:sp>
          <p:nvSpPr>
            <p:cNvPr id="1422" name="object 1422"/>
            <p:cNvSpPr/>
            <p:nvPr/>
          </p:nvSpPr>
          <p:spPr>
            <a:xfrm>
              <a:off x="6541770" y="869949"/>
              <a:ext cx="251460" cy="7620"/>
            </a:xfrm>
            <a:custGeom>
              <a:avLst/>
              <a:gdLst/>
              <a:ahLst/>
              <a:cxnLst/>
              <a:rect l="l" t="t" r="r" b="b"/>
              <a:pathLst>
                <a:path w="251459" h="7619">
                  <a:moveTo>
                    <a:pt x="251460" y="6350"/>
                  </a:moveTo>
                  <a:lnTo>
                    <a:pt x="250190" y="6350"/>
                  </a:lnTo>
                  <a:lnTo>
                    <a:pt x="250190" y="5080"/>
                  </a:lnTo>
                  <a:lnTo>
                    <a:pt x="247650" y="5080"/>
                  </a:lnTo>
                  <a:lnTo>
                    <a:pt x="247650" y="3810"/>
                  </a:lnTo>
                  <a:lnTo>
                    <a:pt x="246380" y="3810"/>
                  </a:lnTo>
                  <a:lnTo>
                    <a:pt x="246380" y="2540"/>
                  </a:lnTo>
                  <a:lnTo>
                    <a:pt x="245110" y="2540"/>
                  </a:lnTo>
                  <a:lnTo>
                    <a:pt x="245110" y="1270"/>
                  </a:lnTo>
                  <a:lnTo>
                    <a:pt x="241300" y="1270"/>
                  </a:lnTo>
                  <a:lnTo>
                    <a:pt x="241300" y="0"/>
                  </a:lnTo>
                  <a:lnTo>
                    <a:pt x="0" y="0"/>
                  </a:lnTo>
                  <a:lnTo>
                    <a:pt x="0" y="1270"/>
                  </a:lnTo>
                  <a:lnTo>
                    <a:pt x="0" y="2540"/>
                  </a:lnTo>
                  <a:lnTo>
                    <a:pt x="0" y="3810"/>
                  </a:lnTo>
                  <a:lnTo>
                    <a:pt x="0" y="5080"/>
                  </a:lnTo>
                  <a:lnTo>
                    <a:pt x="0" y="6350"/>
                  </a:lnTo>
                  <a:lnTo>
                    <a:pt x="0" y="7620"/>
                  </a:lnTo>
                  <a:lnTo>
                    <a:pt x="251460" y="7620"/>
                  </a:lnTo>
                  <a:lnTo>
                    <a:pt x="251460" y="6350"/>
                  </a:lnTo>
                  <a:close/>
                </a:path>
              </a:pathLst>
            </a:custGeom>
            <a:solidFill>
              <a:srgbClr val="033300"/>
            </a:solidFill>
          </p:spPr>
          <p:txBody>
            <a:bodyPr wrap="square" lIns="0" tIns="0" rIns="0" bIns="0" rtlCol="0"/>
            <a:lstStyle/>
            <a:p/>
          </p:txBody>
        </p:sp>
        <p:sp>
          <p:nvSpPr>
            <p:cNvPr id="1423" name="object 1423"/>
            <p:cNvSpPr/>
            <p:nvPr/>
          </p:nvSpPr>
          <p:spPr>
            <a:xfrm>
              <a:off x="6541770" y="877569"/>
              <a:ext cx="261620" cy="6350"/>
            </a:xfrm>
            <a:custGeom>
              <a:avLst/>
              <a:gdLst/>
              <a:ahLst/>
              <a:cxnLst/>
              <a:rect l="l" t="t" r="r" b="b"/>
              <a:pathLst>
                <a:path w="261620" h="6350">
                  <a:moveTo>
                    <a:pt x="261607" y="5207"/>
                  </a:moveTo>
                  <a:lnTo>
                    <a:pt x="260350" y="5207"/>
                  </a:lnTo>
                  <a:lnTo>
                    <a:pt x="260350" y="3810"/>
                  </a:lnTo>
                  <a:lnTo>
                    <a:pt x="259080" y="3810"/>
                  </a:lnTo>
                  <a:lnTo>
                    <a:pt x="259080" y="2540"/>
                  </a:lnTo>
                  <a:lnTo>
                    <a:pt x="255270" y="2540"/>
                  </a:lnTo>
                  <a:lnTo>
                    <a:pt x="255270" y="1270"/>
                  </a:lnTo>
                  <a:lnTo>
                    <a:pt x="252730" y="1270"/>
                  </a:lnTo>
                  <a:lnTo>
                    <a:pt x="252730" y="0"/>
                  </a:lnTo>
                  <a:lnTo>
                    <a:pt x="0" y="0"/>
                  </a:lnTo>
                  <a:lnTo>
                    <a:pt x="0" y="1270"/>
                  </a:lnTo>
                  <a:lnTo>
                    <a:pt x="11430" y="1270"/>
                  </a:lnTo>
                  <a:lnTo>
                    <a:pt x="11430" y="2540"/>
                  </a:lnTo>
                  <a:lnTo>
                    <a:pt x="21577" y="2540"/>
                  </a:lnTo>
                  <a:lnTo>
                    <a:pt x="21577" y="3810"/>
                  </a:lnTo>
                  <a:lnTo>
                    <a:pt x="26670" y="3810"/>
                  </a:lnTo>
                  <a:lnTo>
                    <a:pt x="26670" y="5207"/>
                  </a:lnTo>
                  <a:lnTo>
                    <a:pt x="29210" y="5207"/>
                  </a:lnTo>
                  <a:lnTo>
                    <a:pt x="29210" y="6350"/>
                  </a:lnTo>
                  <a:lnTo>
                    <a:pt x="261607" y="6350"/>
                  </a:lnTo>
                  <a:lnTo>
                    <a:pt x="261607" y="5207"/>
                  </a:lnTo>
                  <a:close/>
                </a:path>
              </a:pathLst>
            </a:custGeom>
            <a:solidFill>
              <a:srgbClr val="053100"/>
            </a:solidFill>
          </p:spPr>
          <p:txBody>
            <a:bodyPr wrap="square" lIns="0" tIns="0" rIns="0" bIns="0" rtlCol="0"/>
            <a:lstStyle/>
            <a:p/>
          </p:txBody>
        </p:sp>
        <p:sp>
          <p:nvSpPr>
            <p:cNvPr id="1424" name="object 1424"/>
            <p:cNvSpPr/>
            <p:nvPr/>
          </p:nvSpPr>
          <p:spPr>
            <a:xfrm>
              <a:off x="6570980" y="883919"/>
              <a:ext cx="241300" cy="7620"/>
            </a:xfrm>
            <a:custGeom>
              <a:avLst/>
              <a:gdLst/>
              <a:ahLst/>
              <a:cxnLst/>
              <a:rect l="l" t="t" r="r" b="b"/>
              <a:pathLst>
                <a:path w="241300" h="7619">
                  <a:moveTo>
                    <a:pt x="241300" y="6350"/>
                  </a:moveTo>
                  <a:lnTo>
                    <a:pt x="240030" y="6350"/>
                  </a:lnTo>
                  <a:lnTo>
                    <a:pt x="240030" y="5080"/>
                  </a:lnTo>
                  <a:lnTo>
                    <a:pt x="238747" y="5080"/>
                  </a:lnTo>
                  <a:lnTo>
                    <a:pt x="238747" y="3810"/>
                  </a:lnTo>
                  <a:lnTo>
                    <a:pt x="237477" y="3810"/>
                  </a:lnTo>
                  <a:lnTo>
                    <a:pt x="237477" y="2540"/>
                  </a:lnTo>
                  <a:lnTo>
                    <a:pt x="236220" y="2540"/>
                  </a:lnTo>
                  <a:lnTo>
                    <a:pt x="236220" y="1270"/>
                  </a:lnTo>
                  <a:lnTo>
                    <a:pt x="234950" y="1270"/>
                  </a:lnTo>
                  <a:lnTo>
                    <a:pt x="234950" y="0"/>
                  </a:lnTo>
                  <a:lnTo>
                    <a:pt x="1270" y="0"/>
                  </a:lnTo>
                  <a:lnTo>
                    <a:pt x="0" y="0"/>
                  </a:lnTo>
                  <a:lnTo>
                    <a:pt x="0" y="127"/>
                  </a:lnTo>
                  <a:lnTo>
                    <a:pt x="1270" y="127"/>
                  </a:lnTo>
                  <a:lnTo>
                    <a:pt x="1270" y="1270"/>
                  </a:lnTo>
                  <a:lnTo>
                    <a:pt x="3810" y="1270"/>
                  </a:lnTo>
                  <a:lnTo>
                    <a:pt x="3810" y="2540"/>
                  </a:lnTo>
                  <a:lnTo>
                    <a:pt x="5067" y="2540"/>
                  </a:lnTo>
                  <a:lnTo>
                    <a:pt x="5067" y="3810"/>
                  </a:lnTo>
                  <a:lnTo>
                    <a:pt x="6350" y="3810"/>
                  </a:lnTo>
                  <a:lnTo>
                    <a:pt x="6350" y="5207"/>
                  </a:lnTo>
                  <a:lnTo>
                    <a:pt x="7620" y="5207"/>
                  </a:lnTo>
                  <a:lnTo>
                    <a:pt x="7620" y="6350"/>
                  </a:lnTo>
                  <a:lnTo>
                    <a:pt x="8890" y="6350"/>
                  </a:lnTo>
                  <a:lnTo>
                    <a:pt x="8890" y="7620"/>
                  </a:lnTo>
                  <a:lnTo>
                    <a:pt x="241300" y="7620"/>
                  </a:lnTo>
                  <a:lnTo>
                    <a:pt x="241300" y="6350"/>
                  </a:lnTo>
                  <a:close/>
                </a:path>
              </a:pathLst>
            </a:custGeom>
            <a:solidFill>
              <a:srgbClr val="083100"/>
            </a:solidFill>
          </p:spPr>
          <p:txBody>
            <a:bodyPr wrap="square" lIns="0" tIns="0" rIns="0" bIns="0" rtlCol="0"/>
            <a:lstStyle/>
            <a:p/>
          </p:txBody>
        </p:sp>
        <p:sp>
          <p:nvSpPr>
            <p:cNvPr id="1425" name="object 1425"/>
            <p:cNvSpPr/>
            <p:nvPr/>
          </p:nvSpPr>
          <p:spPr>
            <a:xfrm>
              <a:off x="6579870" y="891539"/>
              <a:ext cx="241300" cy="7620"/>
            </a:xfrm>
            <a:custGeom>
              <a:avLst/>
              <a:gdLst/>
              <a:ahLst/>
              <a:cxnLst/>
              <a:rect l="l" t="t" r="r" b="b"/>
              <a:pathLst>
                <a:path w="241300" h="7619">
                  <a:moveTo>
                    <a:pt x="241300" y="6350"/>
                  </a:moveTo>
                  <a:lnTo>
                    <a:pt x="240030" y="6350"/>
                  </a:lnTo>
                  <a:lnTo>
                    <a:pt x="240030" y="5080"/>
                  </a:lnTo>
                  <a:lnTo>
                    <a:pt x="238760" y="5080"/>
                  </a:lnTo>
                  <a:lnTo>
                    <a:pt x="238760" y="3810"/>
                  </a:lnTo>
                  <a:lnTo>
                    <a:pt x="236207" y="3810"/>
                  </a:lnTo>
                  <a:lnTo>
                    <a:pt x="236207" y="2540"/>
                  </a:lnTo>
                  <a:lnTo>
                    <a:pt x="234937" y="2540"/>
                  </a:lnTo>
                  <a:lnTo>
                    <a:pt x="234937" y="1270"/>
                  </a:lnTo>
                  <a:lnTo>
                    <a:pt x="233680" y="1270"/>
                  </a:lnTo>
                  <a:lnTo>
                    <a:pt x="233680" y="0"/>
                  </a:lnTo>
                  <a:lnTo>
                    <a:pt x="232410" y="0"/>
                  </a:lnTo>
                  <a:lnTo>
                    <a:pt x="1270" y="0"/>
                  </a:lnTo>
                  <a:lnTo>
                    <a:pt x="0" y="0"/>
                  </a:lnTo>
                  <a:lnTo>
                    <a:pt x="0" y="127"/>
                  </a:lnTo>
                  <a:lnTo>
                    <a:pt x="1270" y="127"/>
                  </a:lnTo>
                  <a:lnTo>
                    <a:pt x="1270" y="1270"/>
                  </a:lnTo>
                  <a:lnTo>
                    <a:pt x="2527" y="1270"/>
                  </a:lnTo>
                  <a:lnTo>
                    <a:pt x="2527" y="2540"/>
                  </a:lnTo>
                  <a:lnTo>
                    <a:pt x="3810" y="2540"/>
                  </a:lnTo>
                  <a:lnTo>
                    <a:pt x="3810" y="3810"/>
                  </a:lnTo>
                  <a:lnTo>
                    <a:pt x="3810" y="5080"/>
                  </a:lnTo>
                  <a:lnTo>
                    <a:pt x="5080" y="5080"/>
                  </a:lnTo>
                  <a:lnTo>
                    <a:pt x="5080" y="6350"/>
                  </a:lnTo>
                  <a:lnTo>
                    <a:pt x="5080" y="7620"/>
                  </a:lnTo>
                  <a:lnTo>
                    <a:pt x="241300" y="7620"/>
                  </a:lnTo>
                  <a:lnTo>
                    <a:pt x="241300" y="6350"/>
                  </a:lnTo>
                  <a:close/>
                </a:path>
              </a:pathLst>
            </a:custGeom>
            <a:solidFill>
              <a:srgbClr val="0A3000"/>
            </a:solidFill>
          </p:spPr>
          <p:txBody>
            <a:bodyPr wrap="square" lIns="0" tIns="0" rIns="0" bIns="0" rtlCol="0"/>
            <a:lstStyle/>
            <a:p/>
          </p:txBody>
        </p:sp>
        <p:sp>
          <p:nvSpPr>
            <p:cNvPr id="1426" name="object 1426"/>
            <p:cNvSpPr/>
            <p:nvPr/>
          </p:nvSpPr>
          <p:spPr>
            <a:xfrm>
              <a:off x="6584950" y="899159"/>
              <a:ext cx="241300" cy="6350"/>
            </a:xfrm>
            <a:custGeom>
              <a:avLst/>
              <a:gdLst/>
              <a:ahLst/>
              <a:cxnLst/>
              <a:rect l="l" t="t" r="r" b="b"/>
              <a:pathLst>
                <a:path w="241300" h="6350">
                  <a:moveTo>
                    <a:pt x="102870" y="3937"/>
                  </a:moveTo>
                  <a:lnTo>
                    <a:pt x="2540" y="3937"/>
                  </a:lnTo>
                  <a:lnTo>
                    <a:pt x="2540" y="6350"/>
                  </a:lnTo>
                  <a:lnTo>
                    <a:pt x="102870" y="6350"/>
                  </a:lnTo>
                  <a:lnTo>
                    <a:pt x="102870" y="3937"/>
                  </a:lnTo>
                  <a:close/>
                </a:path>
                <a:path w="241300" h="6350">
                  <a:moveTo>
                    <a:pt x="240030" y="3810"/>
                  </a:moveTo>
                  <a:lnTo>
                    <a:pt x="238760" y="3810"/>
                  </a:lnTo>
                  <a:lnTo>
                    <a:pt x="238760" y="2540"/>
                  </a:lnTo>
                  <a:lnTo>
                    <a:pt x="237490" y="2540"/>
                  </a:lnTo>
                  <a:lnTo>
                    <a:pt x="237490" y="127"/>
                  </a:lnTo>
                  <a:lnTo>
                    <a:pt x="236220" y="127"/>
                  </a:lnTo>
                  <a:lnTo>
                    <a:pt x="236220" y="0"/>
                  </a:lnTo>
                  <a:lnTo>
                    <a:pt x="0" y="0"/>
                  </a:lnTo>
                  <a:lnTo>
                    <a:pt x="0" y="127"/>
                  </a:lnTo>
                  <a:lnTo>
                    <a:pt x="1270" y="127"/>
                  </a:lnTo>
                  <a:lnTo>
                    <a:pt x="1270" y="2667"/>
                  </a:lnTo>
                  <a:lnTo>
                    <a:pt x="2540" y="2667"/>
                  </a:lnTo>
                  <a:lnTo>
                    <a:pt x="2540" y="3810"/>
                  </a:lnTo>
                  <a:lnTo>
                    <a:pt x="102870" y="3810"/>
                  </a:lnTo>
                  <a:lnTo>
                    <a:pt x="102870" y="2667"/>
                  </a:lnTo>
                  <a:lnTo>
                    <a:pt x="113030" y="2667"/>
                  </a:lnTo>
                  <a:lnTo>
                    <a:pt x="113030" y="3810"/>
                  </a:lnTo>
                  <a:lnTo>
                    <a:pt x="123190" y="3810"/>
                  </a:lnTo>
                  <a:lnTo>
                    <a:pt x="123190" y="5080"/>
                  </a:lnTo>
                  <a:lnTo>
                    <a:pt x="240030" y="5080"/>
                  </a:lnTo>
                  <a:lnTo>
                    <a:pt x="240030" y="3810"/>
                  </a:lnTo>
                  <a:close/>
                </a:path>
                <a:path w="241300" h="6350">
                  <a:moveTo>
                    <a:pt x="241300" y="5207"/>
                  </a:moveTo>
                  <a:lnTo>
                    <a:pt x="130810" y="5207"/>
                  </a:lnTo>
                  <a:lnTo>
                    <a:pt x="130810" y="6350"/>
                  </a:lnTo>
                  <a:lnTo>
                    <a:pt x="241300" y="6350"/>
                  </a:lnTo>
                  <a:lnTo>
                    <a:pt x="241300" y="5207"/>
                  </a:lnTo>
                  <a:close/>
                </a:path>
              </a:pathLst>
            </a:custGeom>
            <a:solidFill>
              <a:srgbClr val="0C3000"/>
            </a:solidFill>
          </p:spPr>
          <p:txBody>
            <a:bodyPr wrap="square" lIns="0" tIns="0" rIns="0" bIns="0" rtlCol="0"/>
            <a:lstStyle/>
            <a:p/>
          </p:txBody>
        </p:sp>
        <p:sp>
          <p:nvSpPr>
            <p:cNvPr id="1427" name="object 1427"/>
            <p:cNvSpPr/>
            <p:nvPr/>
          </p:nvSpPr>
          <p:spPr>
            <a:xfrm>
              <a:off x="6587490" y="905509"/>
              <a:ext cx="243840" cy="7620"/>
            </a:xfrm>
            <a:custGeom>
              <a:avLst/>
              <a:gdLst/>
              <a:ahLst/>
              <a:cxnLst/>
              <a:rect l="l" t="t" r="r" b="b"/>
              <a:pathLst>
                <a:path w="243840" h="7619">
                  <a:moveTo>
                    <a:pt x="100317" y="0"/>
                  </a:moveTo>
                  <a:lnTo>
                    <a:pt x="1257" y="0"/>
                  </a:lnTo>
                  <a:lnTo>
                    <a:pt x="0" y="0"/>
                  </a:lnTo>
                  <a:lnTo>
                    <a:pt x="0" y="127"/>
                  </a:lnTo>
                  <a:lnTo>
                    <a:pt x="1257" y="127"/>
                  </a:lnTo>
                  <a:lnTo>
                    <a:pt x="1257" y="3810"/>
                  </a:lnTo>
                  <a:lnTo>
                    <a:pt x="100317" y="3810"/>
                  </a:lnTo>
                  <a:lnTo>
                    <a:pt x="100317" y="0"/>
                  </a:lnTo>
                  <a:close/>
                </a:path>
                <a:path w="243840" h="7619">
                  <a:moveTo>
                    <a:pt x="100330" y="6477"/>
                  </a:moveTo>
                  <a:lnTo>
                    <a:pt x="2540" y="6477"/>
                  </a:lnTo>
                  <a:lnTo>
                    <a:pt x="2540" y="7620"/>
                  </a:lnTo>
                  <a:lnTo>
                    <a:pt x="100330" y="7620"/>
                  </a:lnTo>
                  <a:lnTo>
                    <a:pt x="100330" y="6477"/>
                  </a:lnTo>
                  <a:close/>
                </a:path>
                <a:path w="243840" h="7619">
                  <a:moveTo>
                    <a:pt x="100330" y="3937"/>
                  </a:moveTo>
                  <a:lnTo>
                    <a:pt x="2540" y="3937"/>
                  </a:lnTo>
                  <a:lnTo>
                    <a:pt x="2540" y="6350"/>
                  </a:lnTo>
                  <a:lnTo>
                    <a:pt x="100330" y="6350"/>
                  </a:lnTo>
                  <a:lnTo>
                    <a:pt x="100330" y="3937"/>
                  </a:lnTo>
                  <a:close/>
                </a:path>
                <a:path w="243840" h="7619">
                  <a:moveTo>
                    <a:pt x="243840" y="6477"/>
                  </a:moveTo>
                  <a:lnTo>
                    <a:pt x="143510" y="6477"/>
                  </a:lnTo>
                  <a:lnTo>
                    <a:pt x="143510" y="7620"/>
                  </a:lnTo>
                  <a:lnTo>
                    <a:pt x="243840" y="7620"/>
                  </a:lnTo>
                  <a:lnTo>
                    <a:pt x="243840" y="6477"/>
                  </a:lnTo>
                  <a:close/>
                </a:path>
                <a:path w="243840" h="7619">
                  <a:moveTo>
                    <a:pt x="243840" y="5080"/>
                  </a:moveTo>
                  <a:lnTo>
                    <a:pt x="242570" y="5080"/>
                  </a:lnTo>
                  <a:lnTo>
                    <a:pt x="242570" y="3810"/>
                  </a:lnTo>
                  <a:lnTo>
                    <a:pt x="241300" y="3810"/>
                  </a:lnTo>
                  <a:lnTo>
                    <a:pt x="241300" y="2540"/>
                  </a:lnTo>
                  <a:lnTo>
                    <a:pt x="240030" y="2540"/>
                  </a:lnTo>
                  <a:lnTo>
                    <a:pt x="240030" y="1270"/>
                  </a:lnTo>
                  <a:lnTo>
                    <a:pt x="240030" y="0"/>
                  </a:lnTo>
                  <a:lnTo>
                    <a:pt x="132080" y="0"/>
                  </a:lnTo>
                  <a:lnTo>
                    <a:pt x="128270" y="0"/>
                  </a:lnTo>
                  <a:lnTo>
                    <a:pt x="128270" y="127"/>
                  </a:lnTo>
                  <a:lnTo>
                    <a:pt x="132080" y="127"/>
                  </a:lnTo>
                  <a:lnTo>
                    <a:pt x="132080" y="1270"/>
                  </a:lnTo>
                  <a:lnTo>
                    <a:pt x="135890" y="1270"/>
                  </a:lnTo>
                  <a:lnTo>
                    <a:pt x="135890" y="2540"/>
                  </a:lnTo>
                  <a:lnTo>
                    <a:pt x="137160" y="2540"/>
                  </a:lnTo>
                  <a:lnTo>
                    <a:pt x="137160" y="3810"/>
                  </a:lnTo>
                  <a:lnTo>
                    <a:pt x="138430" y="3810"/>
                  </a:lnTo>
                  <a:lnTo>
                    <a:pt x="138430" y="5080"/>
                  </a:lnTo>
                  <a:lnTo>
                    <a:pt x="139700" y="5080"/>
                  </a:lnTo>
                  <a:lnTo>
                    <a:pt x="139700" y="6350"/>
                  </a:lnTo>
                  <a:lnTo>
                    <a:pt x="243840" y="6350"/>
                  </a:lnTo>
                  <a:lnTo>
                    <a:pt x="243840" y="5080"/>
                  </a:lnTo>
                  <a:close/>
                </a:path>
              </a:pathLst>
            </a:custGeom>
            <a:solidFill>
              <a:srgbClr val="0F2F00"/>
            </a:solidFill>
          </p:spPr>
          <p:txBody>
            <a:bodyPr wrap="square" lIns="0" tIns="0" rIns="0" bIns="0" rtlCol="0"/>
            <a:lstStyle/>
            <a:p/>
          </p:txBody>
        </p:sp>
        <p:sp>
          <p:nvSpPr>
            <p:cNvPr id="1428" name="object 1428"/>
            <p:cNvSpPr/>
            <p:nvPr/>
          </p:nvSpPr>
          <p:spPr>
            <a:xfrm>
              <a:off x="6591300" y="913129"/>
              <a:ext cx="245110" cy="7620"/>
            </a:xfrm>
            <a:custGeom>
              <a:avLst/>
              <a:gdLst/>
              <a:ahLst/>
              <a:cxnLst/>
              <a:rect l="l" t="t" r="r" b="b"/>
              <a:pathLst>
                <a:path w="245109" h="7619">
                  <a:moveTo>
                    <a:pt x="96520" y="5207"/>
                  </a:moveTo>
                  <a:lnTo>
                    <a:pt x="1270" y="5207"/>
                  </a:lnTo>
                  <a:lnTo>
                    <a:pt x="1270" y="7620"/>
                  </a:lnTo>
                  <a:lnTo>
                    <a:pt x="96520" y="7620"/>
                  </a:lnTo>
                  <a:lnTo>
                    <a:pt x="96520" y="5207"/>
                  </a:lnTo>
                  <a:close/>
                </a:path>
                <a:path w="245109" h="7619">
                  <a:moveTo>
                    <a:pt x="96520" y="0"/>
                  </a:moveTo>
                  <a:lnTo>
                    <a:pt x="0" y="0"/>
                  </a:lnTo>
                  <a:lnTo>
                    <a:pt x="0" y="2540"/>
                  </a:lnTo>
                  <a:lnTo>
                    <a:pt x="0" y="3810"/>
                  </a:lnTo>
                  <a:lnTo>
                    <a:pt x="1270" y="3810"/>
                  </a:lnTo>
                  <a:lnTo>
                    <a:pt x="1270" y="5080"/>
                  </a:lnTo>
                  <a:lnTo>
                    <a:pt x="96520" y="5080"/>
                  </a:lnTo>
                  <a:lnTo>
                    <a:pt x="96520" y="3810"/>
                  </a:lnTo>
                  <a:lnTo>
                    <a:pt x="96520" y="2540"/>
                  </a:lnTo>
                  <a:lnTo>
                    <a:pt x="96520" y="0"/>
                  </a:lnTo>
                  <a:close/>
                </a:path>
                <a:path w="245109" h="7619">
                  <a:moveTo>
                    <a:pt x="242557" y="1270"/>
                  </a:moveTo>
                  <a:lnTo>
                    <a:pt x="241300" y="1270"/>
                  </a:lnTo>
                  <a:lnTo>
                    <a:pt x="241300" y="0"/>
                  </a:lnTo>
                  <a:lnTo>
                    <a:pt x="142240" y="0"/>
                  </a:lnTo>
                  <a:lnTo>
                    <a:pt x="142240" y="1397"/>
                  </a:lnTo>
                  <a:lnTo>
                    <a:pt x="143510" y="1397"/>
                  </a:lnTo>
                  <a:lnTo>
                    <a:pt x="143510" y="2540"/>
                  </a:lnTo>
                  <a:lnTo>
                    <a:pt x="242557" y="2540"/>
                  </a:lnTo>
                  <a:lnTo>
                    <a:pt x="242557" y="1270"/>
                  </a:lnTo>
                  <a:close/>
                </a:path>
                <a:path w="245109" h="7619">
                  <a:moveTo>
                    <a:pt x="245110" y="5080"/>
                  </a:moveTo>
                  <a:lnTo>
                    <a:pt x="243840" y="5080"/>
                  </a:lnTo>
                  <a:lnTo>
                    <a:pt x="243840" y="3810"/>
                  </a:lnTo>
                  <a:lnTo>
                    <a:pt x="242570" y="3810"/>
                  </a:lnTo>
                  <a:lnTo>
                    <a:pt x="242570" y="2667"/>
                  </a:lnTo>
                  <a:lnTo>
                    <a:pt x="144780" y="2667"/>
                  </a:lnTo>
                  <a:lnTo>
                    <a:pt x="144780" y="3937"/>
                  </a:lnTo>
                  <a:lnTo>
                    <a:pt x="146050" y="3937"/>
                  </a:lnTo>
                  <a:lnTo>
                    <a:pt x="146050" y="5080"/>
                  </a:lnTo>
                  <a:lnTo>
                    <a:pt x="147320" y="5080"/>
                  </a:lnTo>
                  <a:lnTo>
                    <a:pt x="147320" y="6350"/>
                  </a:lnTo>
                  <a:lnTo>
                    <a:pt x="148590" y="6350"/>
                  </a:lnTo>
                  <a:lnTo>
                    <a:pt x="148590" y="7620"/>
                  </a:lnTo>
                  <a:lnTo>
                    <a:pt x="245110" y="7620"/>
                  </a:lnTo>
                  <a:lnTo>
                    <a:pt x="245110" y="6350"/>
                  </a:lnTo>
                  <a:lnTo>
                    <a:pt x="245110" y="5080"/>
                  </a:lnTo>
                  <a:close/>
                </a:path>
              </a:pathLst>
            </a:custGeom>
            <a:solidFill>
              <a:srgbClr val="112F00"/>
            </a:solidFill>
          </p:spPr>
          <p:txBody>
            <a:bodyPr wrap="square" lIns="0" tIns="0" rIns="0" bIns="0" rtlCol="0"/>
            <a:lstStyle/>
            <a:p/>
          </p:txBody>
        </p:sp>
        <p:sp>
          <p:nvSpPr>
            <p:cNvPr id="1429" name="object 1429"/>
            <p:cNvSpPr/>
            <p:nvPr/>
          </p:nvSpPr>
          <p:spPr>
            <a:xfrm>
              <a:off x="6592570" y="920749"/>
              <a:ext cx="247650" cy="6350"/>
            </a:xfrm>
            <a:custGeom>
              <a:avLst/>
              <a:gdLst/>
              <a:ahLst/>
              <a:cxnLst/>
              <a:rect l="l" t="t" r="r" b="b"/>
              <a:pathLst>
                <a:path w="247650" h="6350">
                  <a:moveTo>
                    <a:pt x="95250" y="3937"/>
                  </a:moveTo>
                  <a:lnTo>
                    <a:pt x="1270" y="3937"/>
                  </a:lnTo>
                  <a:lnTo>
                    <a:pt x="1270" y="6350"/>
                  </a:lnTo>
                  <a:lnTo>
                    <a:pt x="95250" y="6350"/>
                  </a:lnTo>
                  <a:lnTo>
                    <a:pt x="95250" y="3937"/>
                  </a:lnTo>
                  <a:close/>
                </a:path>
                <a:path w="247650" h="6350">
                  <a:moveTo>
                    <a:pt x="95250" y="0"/>
                  </a:moveTo>
                  <a:lnTo>
                    <a:pt x="0" y="0"/>
                  </a:lnTo>
                  <a:lnTo>
                    <a:pt x="0" y="2540"/>
                  </a:lnTo>
                  <a:lnTo>
                    <a:pt x="1270" y="2540"/>
                  </a:lnTo>
                  <a:lnTo>
                    <a:pt x="1270" y="3810"/>
                  </a:lnTo>
                  <a:lnTo>
                    <a:pt x="95250" y="3810"/>
                  </a:lnTo>
                  <a:lnTo>
                    <a:pt x="95250" y="2540"/>
                  </a:lnTo>
                  <a:lnTo>
                    <a:pt x="95250" y="0"/>
                  </a:lnTo>
                  <a:close/>
                </a:path>
                <a:path w="247650" h="6350">
                  <a:moveTo>
                    <a:pt x="247650" y="3810"/>
                  </a:moveTo>
                  <a:lnTo>
                    <a:pt x="246380" y="3810"/>
                  </a:lnTo>
                  <a:lnTo>
                    <a:pt x="246380" y="2667"/>
                  </a:lnTo>
                  <a:lnTo>
                    <a:pt x="245110" y="2667"/>
                  </a:lnTo>
                  <a:lnTo>
                    <a:pt x="245110" y="127"/>
                  </a:lnTo>
                  <a:lnTo>
                    <a:pt x="243840" y="127"/>
                  </a:lnTo>
                  <a:lnTo>
                    <a:pt x="243840" y="0"/>
                  </a:lnTo>
                  <a:lnTo>
                    <a:pt x="147320" y="0"/>
                  </a:lnTo>
                  <a:lnTo>
                    <a:pt x="147320" y="127"/>
                  </a:lnTo>
                  <a:lnTo>
                    <a:pt x="148590" y="127"/>
                  </a:lnTo>
                  <a:lnTo>
                    <a:pt x="148590" y="2667"/>
                  </a:lnTo>
                  <a:lnTo>
                    <a:pt x="149860" y="2667"/>
                  </a:lnTo>
                  <a:lnTo>
                    <a:pt x="149860" y="3810"/>
                  </a:lnTo>
                  <a:lnTo>
                    <a:pt x="149860" y="5080"/>
                  </a:lnTo>
                  <a:lnTo>
                    <a:pt x="151130" y="5080"/>
                  </a:lnTo>
                  <a:lnTo>
                    <a:pt x="151130" y="6350"/>
                  </a:lnTo>
                  <a:lnTo>
                    <a:pt x="247650" y="6350"/>
                  </a:lnTo>
                  <a:lnTo>
                    <a:pt x="247650" y="5080"/>
                  </a:lnTo>
                  <a:lnTo>
                    <a:pt x="247650" y="3810"/>
                  </a:lnTo>
                  <a:close/>
                </a:path>
              </a:pathLst>
            </a:custGeom>
            <a:solidFill>
              <a:srgbClr val="132E00"/>
            </a:solidFill>
          </p:spPr>
          <p:txBody>
            <a:bodyPr wrap="square" lIns="0" tIns="0" rIns="0" bIns="0" rtlCol="0"/>
            <a:lstStyle/>
            <a:p/>
          </p:txBody>
        </p:sp>
        <p:sp>
          <p:nvSpPr>
            <p:cNvPr id="1430" name="object 1430"/>
            <p:cNvSpPr/>
            <p:nvPr/>
          </p:nvSpPr>
          <p:spPr>
            <a:xfrm>
              <a:off x="6593840" y="927099"/>
              <a:ext cx="250190" cy="7620"/>
            </a:xfrm>
            <a:custGeom>
              <a:avLst/>
              <a:gdLst/>
              <a:ahLst/>
              <a:cxnLst/>
              <a:rect l="l" t="t" r="r" b="b"/>
              <a:pathLst>
                <a:path w="250190" h="7619">
                  <a:moveTo>
                    <a:pt x="93980" y="3937"/>
                  </a:moveTo>
                  <a:lnTo>
                    <a:pt x="0" y="3937"/>
                  </a:lnTo>
                  <a:lnTo>
                    <a:pt x="0" y="7620"/>
                  </a:lnTo>
                  <a:lnTo>
                    <a:pt x="93980" y="7620"/>
                  </a:lnTo>
                  <a:lnTo>
                    <a:pt x="93980" y="3937"/>
                  </a:lnTo>
                  <a:close/>
                </a:path>
                <a:path w="250190" h="7619">
                  <a:moveTo>
                    <a:pt x="93980" y="1397"/>
                  </a:moveTo>
                  <a:lnTo>
                    <a:pt x="0" y="1397"/>
                  </a:lnTo>
                  <a:lnTo>
                    <a:pt x="0" y="3810"/>
                  </a:lnTo>
                  <a:lnTo>
                    <a:pt x="93980" y="3810"/>
                  </a:lnTo>
                  <a:lnTo>
                    <a:pt x="93980" y="1397"/>
                  </a:lnTo>
                  <a:close/>
                </a:path>
                <a:path w="250190" h="7619">
                  <a:moveTo>
                    <a:pt x="93980" y="0"/>
                  </a:moveTo>
                  <a:lnTo>
                    <a:pt x="0" y="0"/>
                  </a:lnTo>
                  <a:lnTo>
                    <a:pt x="0" y="1270"/>
                  </a:lnTo>
                  <a:lnTo>
                    <a:pt x="93980" y="1270"/>
                  </a:lnTo>
                  <a:lnTo>
                    <a:pt x="93980" y="0"/>
                  </a:lnTo>
                  <a:close/>
                </a:path>
                <a:path w="250190" h="7619">
                  <a:moveTo>
                    <a:pt x="250190" y="5080"/>
                  </a:moveTo>
                  <a:lnTo>
                    <a:pt x="248920" y="5080"/>
                  </a:lnTo>
                  <a:lnTo>
                    <a:pt x="248920" y="3810"/>
                  </a:lnTo>
                  <a:lnTo>
                    <a:pt x="248920" y="2540"/>
                  </a:lnTo>
                  <a:lnTo>
                    <a:pt x="247637" y="2540"/>
                  </a:lnTo>
                  <a:lnTo>
                    <a:pt x="247637" y="1270"/>
                  </a:lnTo>
                  <a:lnTo>
                    <a:pt x="247650" y="0"/>
                  </a:lnTo>
                  <a:lnTo>
                    <a:pt x="246380" y="0"/>
                  </a:lnTo>
                  <a:lnTo>
                    <a:pt x="152400" y="0"/>
                  </a:lnTo>
                  <a:lnTo>
                    <a:pt x="149860" y="0"/>
                  </a:lnTo>
                  <a:lnTo>
                    <a:pt x="149860" y="127"/>
                  </a:lnTo>
                  <a:lnTo>
                    <a:pt x="152400" y="127"/>
                  </a:lnTo>
                  <a:lnTo>
                    <a:pt x="152400" y="1270"/>
                  </a:lnTo>
                  <a:lnTo>
                    <a:pt x="153670" y="1270"/>
                  </a:lnTo>
                  <a:lnTo>
                    <a:pt x="153670" y="2540"/>
                  </a:lnTo>
                  <a:lnTo>
                    <a:pt x="153670" y="3810"/>
                  </a:lnTo>
                  <a:lnTo>
                    <a:pt x="154940" y="3810"/>
                  </a:lnTo>
                  <a:lnTo>
                    <a:pt x="154940" y="5080"/>
                  </a:lnTo>
                  <a:lnTo>
                    <a:pt x="154940" y="6350"/>
                  </a:lnTo>
                  <a:lnTo>
                    <a:pt x="156210" y="6350"/>
                  </a:lnTo>
                  <a:lnTo>
                    <a:pt x="156210" y="7620"/>
                  </a:lnTo>
                  <a:lnTo>
                    <a:pt x="250190" y="7620"/>
                  </a:lnTo>
                  <a:lnTo>
                    <a:pt x="250190" y="6350"/>
                  </a:lnTo>
                  <a:lnTo>
                    <a:pt x="250190" y="5080"/>
                  </a:lnTo>
                  <a:close/>
                </a:path>
              </a:pathLst>
            </a:custGeom>
            <a:solidFill>
              <a:srgbClr val="152E00"/>
            </a:solidFill>
          </p:spPr>
          <p:txBody>
            <a:bodyPr wrap="square" lIns="0" tIns="0" rIns="0" bIns="0" rtlCol="0"/>
            <a:lstStyle/>
            <a:p/>
          </p:txBody>
        </p:sp>
        <p:sp>
          <p:nvSpPr>
            <p:cNvPr id="1431" name="object 1431"/>
            <p:cNvSpPr/>
            <p:nvPr/>
          </p:nvSpPr>
          <p:spPr>
            <a:xfrm>
              <a:off x="6593840" y="934719"/>
              <a:ext cx="254000" cy="7620"/>
            </a:xfrm>
            <a:custGeom>
              <a:avLst/>
              <a:gdLst/>
              <a:ahLst/>
              <a:cxnLst/>
              <a:rect l="l" t="t" r="r" b="b"/>
              <a:pathLst>
                <a:path w="254000" h="7619">
                  <a:moveTo>
                    <a:pt x="93980" y="0"/>
                  </a:moveTo>
                  <a:lnTo>
                    <a:pt x="0" y="0"/>
                  </a:lnTo>
                  <a:lnTo>
                    <a:pt x="0" y="5080"/>
                  </a:lnTo>
                  <a:lnTo>
                    <a:pt x="1257" y="5080"/>
                  </a:lnTo>
                  <a:lnTo>
                    <a:pt x="1257" y="7620"/>
                  </a:lnTo>
                  <a:lnTo>
                    <a:pt x="93967" y="7620"/>
                  </a:lnTo>
                  <a:lnTo>
                    <a:pt x="93967" y="5080"/>
                  </a:lnTo>
                  <a:lnTo>
                    <a:pt x="93980" y="0"/>
                  </a:lnTo>
                  <a:close/>
                </a:path>
                <a:path w="254000" h="7619">
                  <a:moveTo>
                    <a:pt x="253987" y="5207"/>
                  </a:moveTo>
                  <a:lnTo>
                    <a:pt x="252730" y="5207"/>
                  </a:lnTo>
                  <a:lnTo>
                    <a:pt x="252730" y="2667"/>
                  </a:lnTo>
                  <a:lnTo>
                    <a:pt x="251460" y="2667"/>
                  </a:lnTo>
                  <a:lnTo>
                    <a:pt x="251460" y="127"/>
                  </a:lnTo>
                  <a:lnTo>
                    <a:pt x="250190" y="127"/>
                  </a:lnTo>
                  <a:lnTo>
                    <a:pt x="250190" y="0"/>
                  </a:lnTo>
                  <a:lnTo>
                    <a:pt x="156210" y="0"/>
                  </a:lnTo>
                  <a:lnTo>
                    <a:pt x="156210" y="127"/>
                  </a:lnTo>
                  <a:lnTo>
                    <a:pt x="157480" y="127"/>
                  </a:lnTo>
                  <a:lnTo>
                    <a:pt x="157480" y="2667"/>
                  </a:lnTo>
                  <a:lnTo>
                    <a:pt x="158750" y="2667"/>
                  </a:lnTo>
                  <a:lnTo>
                    <a:pt x="158750" y="5207"/>
                  </a:lnTo>
                  <a:lnTo>
                    <a:pt x="160020" y="5207"/>
                  </a:lnTo>
                  <a:lnTo>
                    <a:pt x="160020" y="7620"/>
                  </a:lnTo>
                  <a:lnTo>
                    <a:pt x="253987" y="7620"/>
                  </a:lnTo>
                  <a:lnTo>
                    <a:pt x="253987" y="5207"/>
                  </a:lnTo>
                  <a:close/>
                </a:path>
              </a:pathLst>
            </a:custGeom>
            <a:solidFill>
              <a:srgbClr val="182D00"/>
            </a:solidFill>
          </p:spPr>
          <p:txBody>
            <a:bodyPr wrap="square" lIns="0" tIns="0" rIns="0" bIns="0" rtlCol="0"/>
            <a:lstStyle/>
            <a:p/>
          </p:txBody>
        </p:sp>
        <p:sp>
          <p:nvSpPr>
            <p:cNvPr id="1432" name="object 1432"/>
            <p:cNvSpPr/>
            <p:nvPr/>
          </p:nvSpPr>
          <p:spPr>
            <a:xfrm>
              <a:off x="6595097" y="942339"/>
              <a:ext cx="257175" cy="6350"/>
            </a:xfrm>
            <a:custGeom>
              <a:avLst/>
              <a:gdLst/>
              <a:ahLst/>
              <a:cxnLst/>
              <a:rect l="l" t="t" r="r" b="b"/>
              <a:pathLst>
                <a:path w="257175" h="6350">
                  <a:moveTo>
                    <a:pt x="92710" y="2552"/>
                  </a:moveTo>
                  <a:lnTo>
                    <a:pt x="0" y="2552"/>
                  </a:lnTo>
                  <a:lnTo>
                    <a:pt x="0" y="6350"/>
                  </a:lnTo>
                  <a:lnTo>
                    <a:pt x="92710" y="6350"/>
                  </a:lnTo>
                  <a:lnTo>
                    <a:pt x="92710" y="2552"/>
                  </a:lnTo>
                  <a:close/>
                </a:path>
                <a:path w="257175" h="6350">
                  <a:moveTo>
                    <a:pt x="92710" y="0"/>
                  </a:moveTo>
                  <a:lnTo>
                    <a:pt x="0" y="0"/>
                  </a:lnTo>
                  <a:lnTo>
                    <a:pt x="0" y="2540"/>
                  </a:lnTo>
                  <a:lnTo>
                    <a:pt x="92710" y="2540"/>
                  </a:lnTo>
                  <a:lnTo>
                    <a:pt x="92710" y="0"/>
                  </a:lnTo>
                  <a:close/>
                </a:path>
                <a:path w="257175" h="6350">
                  <a:moveTo>
                    <a:pt x="254012" y="127"/>
                  </a:moveTo>
                  <a:lnTo>
                    <a:pt x="252730" y="127"/>
                  </a:lnTo>
                  <a:lnTo>
                    <a:pt x="252730" y="0"/>
                  </a:lnTo>
                  <a:lnTo>
                    <a:pt x="158762" y="0"/>
                  </a:lnTo>
                  <a:lnTo>
                    <a:pt x="158762" y="127"/>
                  </a:lnTo>
                  <a:lnTo>
                    <a:pt x="160032" y="127"/>
                  </a:lnTo>
                  <a:lnTo>
                    <a:pt x="160032" y="2540"/>
                  </a:lnTo>
                  <a:lnTo>
                    <a:pt x="254012" y="2540"/>
                  </a:lnTo>
                  <a:lnTo>
                    <a:pt x="254012" y="127"/>
                  </a:lnTo>
                  <a:close/>
                </a:path>
                <a:path w="257175" h="6350">
                  <a:moveTo>
                    <a:pt x="256552" y="5080"/>
                  </a:moveTo>
                  <a:lnTo>
                    <a:pt x="255282" y="5080"/>
                  </a:lnTo>
                  <a:lnTo>
                    <a:pt x="255282" y="2552"/>
                  </a:lnTo>
                  <a:lnTo>
                    <a:pt x="161302" y="2552"/>
                  </a:lnTo>
                  <a:lnTo>
                    <a:pt x="161302" y="5080"/>
                  </a:lnTo>
                  <a:lnTo>
                    <a:pt x="162572" y="5080"/>
                  </a:lnTo>
                  <a:lnTo>
                    <a:pt x="162572" y="6350"/>
                  </a:lnTo>
                  <a:lnTo>
                    <a:pt x="256552" y="6350"/>
                  </a:lnTo>
                  <a:lnTo>
                    <a:pt x="256552" y="5080"/>
                  </a:lnTo>
                  <a:close/>
                </a:path>
              </a:pathLst>
            </a:custGeom>
            <a:solidFill>
              <a:srgbClr val="1A2D00"/>
            </a:solidFill>
          </p:spPr>
          <p:txBody>
            <a:bodyPr wrap="square" lIns="0" tIns="0" rIns="0" bIns="0" rtlCol="0"/>
            <a:lstStyle/>
            <a:p/>
          </p:txBody>
        </p:sp>
        <p:sp>
          <p:nvSpPr>
            <p:cNvPr id="1433" name="object 1433"/>
            <p:cNvSpPr/>
            <p:nvPr/>
          </p:nvSpPr>
          <p:spPr>
            <a:xfrm>
              <a:off x="6595097" y="948689"/>
              <a:ext cx="258445" cy="7620"/>
            </a:xfrm>
            <a:custGeom>
              <a:avLst/>
              <a:gdLst/>
              <a:ahLst/>
              <a:cxnLst/>
              <a:rect l="l" t="t" r="r" b="b"/>
              <a:pathLst>
                <a:path w="258445" h="7619">
                  <a:moveTo>
                    <a:pt x="92710" y="0"/>
                  </a:moveTo>
                  <a:lnTo>
                    <a:pt x="0" y="0"/>
                  </a:lnTo>
                  <a:lnTo>
                    <a:pt x="0" y="7620"/>
                  </a:lnTo>
                  <a:lnTo>
                    <a:pt x="92710" y="7620"/>
                  </a:lnTo>
                  <a:lnTo>
                    <a:pt x="92710" y="0"/>
                  </a:lnTo>
                  <a:close/>
                </a:path>
                <a:path w="258445" h="7619">
                  <a:moveTo>
                    <a:pt x="257822" y="2540"/>
                  </a:moveTo>
                  <a:lnTo>
                    <a:pt x="256552" y="2540"/>
                  </a:lnTo>
                  <a:lnTo>
                    <a:pt x="256552" y="1270"/>
                  </a:lnTo>
                  <a:lnTo>
                    <a:pt x="256552" y="0"/>
                  </a:lnTo>
                  <a:lnTo>
                    <a:pt x="162572" y="0"/>
                  </a:lnTo>
                  <a:lnTo>
                    <a:pt x="162572" y="1270"/>
                  </a:lnTo>
                  <a:lnTo>
                    <a:pt x="163842" y="1270"/>
                  </a:lnTo>
                  <a:lnTo>
                    <a:pt x="163842" y="2540"/>
                  </a:lnTo>
                  <a:lnTo>
                    <a:pt x="163842" y="3810"/>
                  </a:lnTo>
                  <a:lnTo>
                    <a:pt x="165112" y="3810"/>
                  </a:lnTo>
                  <a:lnTo>
                    <a:pt x="165112" y="7620"/>
                  </a:lnTo>
                  <a:lnTo>
                    <a:pt x="257810" y="7620"/>
                  </a:lnTo>
                  <a:lnTo>
                    <a:pt x="257810" y="3810"/>
                  </a:lnTo>
                  <a:lnTo>
                    <a:pt x="257822" y="2540"/>
                  </a:lnTo>
                  <a:close/>
                </a:path>
              </a:pathLst>
            </a:custGeom>
            <a:solidFill>
              <a:srgbClr val="1C2D00"/>
            </a:solidFill>
          </p:spPr>
          <p:txBody>
            <a:bodyPr wrap="square" lIns="0" tIns="0" rIns="0" bIns="0" rtlCol="0"/>
            <a:lstStyle/>
            <a:p/>
          </p:txBody>
        </p:sp>
        <p:sp>
          <p:nvSpPr>
            <p:cNvPr id="1434" name="object 1434"/>
            <p:cNvSpPr/>
            <p:nvPr/>
          </p:nvSpPr>
          <p:spPr>
            <a:xfrm>
              <a:off x="6595097" y="956309"/>
              <a:ext cx="262255" cy="7620"/>
            </a:xfrm>
            <a:custGeom>
              <a:avLst/>
              <a:gdLst/>
              <a:ahLst/>
              <a:cxnLst/>
              <a:rect l="l" t="t" r="r" b="b"/>
              <a:pathLst>
                <a:path w="262254" h="7619">
                  <a:moveTo>
                    <a:pt x="92710" y="1282"/>
                  </a:moveTo>
                  <a:lnTo>
                    <a:pt x="0" y="1282"/>
                  </a:lnTo>
                  <a:lnTo>
                    <a:pt x="0" y="7620"/>
                  </a:lnTo>
                  <a:lnTo>
                    <a:pt x="92710" y="7620"/>
                  </a:lnTo>
                  <a:lnTo>
                    <a:pt x="92710" y="1282"/>
                  </a:lnTo>
                  <a:close/>
                </a:path>
                <a:path w="262254" h="7619">
                  <a:moveTo>
                    <a:pt x="92710" y="0"/>
                  </a:moveTo>
                  <a:lnTo>
                    <a:pt x="0" y="0"/>
                  </a:lnTo>
                  <a:lnTo>
                    <a:pt x="0" y="1270"/>
                  </a:lnTo>
                  <a:lnTo>
                    <a:pt x="92710" y="1270"/>
                  </a:lnTo>
                  <a:lnTo>
                    <a:pt x="92710" y="0"/>
                  </a:lnTo>
                  <a:close/>
                </a:path>
                <a:path w="262254" h="7619">
                  <a:moveTo>
                    <a:pt x="261632" y="6350"/>
                  </a:moveTo>
                  <a:lnTo>
                    <a:pt x="260362" y="6350"/>
                  </a:lnTo>
                  <a:lnTo>
                    <a:pt x="260362" y="3810"/>
                  </a:lnTo>
                  <a:lnTo>
                    <a:pt x="259080" y="3810"/>
                  </a:lnTo>
                  <a:lnTo>
                    <a:pt x="259080" y="1270"/>
                  </a:lnTo>
                  <a:lnTo>
                    <a:pt x="259080" y="0"/>
                  </a:lnTo>
                  <a:lnTo>
                    <a:pt x="165112" y="0"/>
                  </a:lnTo>
                  <a:lnTo>
                    <a:pt x="165112" y="1270"/>
                  </a:lnTo>
                  <a:lnTo>
                    <a:pt x="166382" y="1270"/>
                  </a:lnTo>
                  <a:lnTo>
                    <a:pt x="166382" y="3810"/>
                  </a:lnTo>
                  <a:lnTo>
                    <a:pt x="166382" y="6350"/>
                  </a:lnTo>
                  <a:lnTo>
                    <a:pt x="166382" y="7620"/>
                  </a:lnTo>
                  <a:lnTo>
                    <a:pt x="261632" y="7620"/>
                  </a:lnTo>
                  <a:lnTo>
                    <a:pt x="261632" y="6350"/>
                  </a:lnTo>
                  <a:close/>
                </a:path>
              </a:pathLst>
            </a:custGeom>
            <a:solidFill>
              <a:srgbClr val="1F2C00"/>
            </a:solidFill>
          </p:spPr>
          <p:txBody>
            <a:bodyPr wrap="square" lIns="0" tIns="0" rIns="0" bIns="0" rtlCol="0"/>
            <a:lstStyle/>
            <a:p/>
          </p:txBody>
        </p:sp>
        <p:sp>
          <p:nvSpPr>
            <p:cNvPr id="1435" name="object 1435"/>
            <p:cNvSpPr/>
            <p:nvPr/>
          </p:nvSpPr>
          <p:spPr>
            <a:xfrm>
              <a:off x="6595097" y="963929"/>
              <a:ext cx="264795" cy="7620"/>
            </a:xfrm>
            <a:custGeom>
              <a:avLst/>
              <a:gdLst/>
              <a:ahLst/>
              <a:cxnLst/>
              <a:rect l="l" t="t" r="r" b="b"/>
              <a:pathLst>
                <a:path w="264795" h="7619">
                  <a:moveTo>
                    <a:pt x="92710" y="0"/>
                  </a:moveTo>
                  <a:lnTo>
                    <a:pt x="0" y="0"/>
                  </a:lnTo>
                  <a:lnTo>
                    <a:pt x="0" y="7620"/>
                  </a:lnTo>
                  <a:lnTo>
                    <a:pt x="92710" y="7620"/>
                  </a:lnTo>
                  <a:lnTo>
                    <a:pt x="92710" y="0"/>
                  </a:lnTo>
                  <a:close/>
                </a:path>
                <a:path w="264795" h="7619">
                  <a:moveTo>
                    <a:pt x="264172" y="5080"/>
                  </a:moveTo>
                  <a:lnTo>
                    <a:pt x="262902" y="5080"/>
                  </a:lnTo>
                  <a:lnTo>
                    <a:pt x="262902" y="1270"/>
                  </a:lnTo>
                  <a:lnTo>
                    <a:pt x="261632" y="1270"/>
                  </a:lnTo>
                  <a:lnTo>
                    <a:pt x="261632" y="0"/>
                  </a:lnTo>
                  <a:lnTo>
                    <a:pt x="167652" y="0"/>
                  </a:lnTo>
                  <a:lnTo>
                    <a:pt x="167652" y="1270"/>
                  </a:lnTo>
                  <a:lnTo>
                    <a:pt x="167652" y="5080"/>
                  </a:lnTo>
                  <a:lnTo>
                    <a:pt x="168922" y="5080"/>
                  </a:lnTo>
                  <a:lnTo>
                    <a:pt x="168922" y="7620"/>
                  </a:lnTo>
                  <a:lnTo>
                    <a:pt x="264172" y="7620"/>
                  </a:lnTo>
                  <a:lnTo>
                    <a:pt x="264172" y="5080"/>
                  </a:lnTo>
                  <a:close/>
                </a:path>
              </a:pathLst>
            </a:custGeom>
            <a:solidFill>
              <a:srgbClr val="212C00"/>
            </a:solidFill>
          </p:spPr>
          <p:txBody>
            <a:bodyPr wrap="square" lIns="0" tIns="0" rIns="0" bIns="0" rtlCol="0"/>
            <a:lstStyle/>
            <a:p/>
          </p:txBody>
        </p:sp>
        <p:sp>
          <p:nvSpPr>
            <p:cNvPr id="1436" name="object 1436"/>
            <p:cNvSpPr/>
            <p:nvPr/>
          </p:nvSpPr>
          <p:spPr>
            <a:xfrm>
              <a:off x="6595097" y="971549"/>
              <a:ext cx="266065" cy="6350"/>
            </a:xfrm>
            <a:custGeom>
              <a:avLst/>
              <a:gdLst/>
              <a:ahLst/>
              <a:cxnLst/>
              <a:rect l="l" t="t" r="r" b="b"/>
              <a:pathLst>
                <a:path w="266065" h="6350">
                  <a:moveTo>
                    <a:pt x="92710" y="0"/>
                  </a:moveTo>
                  <a:lnTo>
                    <a:pt x="0" y="0"/>
                  </a:lnTo>
                  <a:lnTo>
                    <a:pt x="0" y="6350"/>
                  </a:lnTo>
                  <a:lnTo>
                    <a:pt x="92710" y="6350"/>
                  </a:lnTo>
                  <a:lnTo>
                    <a:pt x="92710" y="0"/>
                  </a:lnTo>
                  <a:close/>
                </a:path>
                <a:path w="266065" h="6350">
                  <a:moveTo>
                    <a:pt x="265442" y="2540"/>
                  </a:moveTo>
                  <a:lnTo>
                    <a:pt x="264172" y="2540"/>
                  </a:lnTo>
                  <a:lnTo>
                    <a:pt x="264172" y="0"/>
                  </a:lnTo>
                  <a:lnTo>
                    <a:pt x="168922" y="0"/>
                  </a:lnTo>
                  <a:lnTo>
                    <a:pt x="168922" y="2540"/>
                  </a:lnTo>
                  <a:lnTo>
                    <a:pt x="170192" y="2540"/>
                  </a:lnTo>
                  <a:lnTo>
                    <a:pt x="170192" y="6350"/>
                  </a:lnTo>
                  <a:lnTo>
                    <a:pt x="265442" y="6350"/>
                  </a:lnTo>
                  <a:lnTo>
                    <a:pt x="265442" y="2540"/>
                  </a:lnTo>
                  <a:close/>
                </a:path>
              </a:pathLst>
            </a:custGeom>
            <a:solidFill>
              <a:srgbClr val="232B00"/>
            </a:solidFill>
          </p:spPr>
          <p:txBody>
            <a:bodyPr wrap="square" lIns="0" tIns="0" rIns="0" bIns="0" rtlCol="0"/>
            <a:lstStyle/>
            <a:p/>
          </p:txBody>
        </p:sp>
        <p:sp>
          <p:nvSpPr>
            <p:cNvPr id="1437" name="object 1437"/>
            <p:cNvSpPr/>
            <p:nvPr/>
          </p:nvSpPr>
          <p:spPr>
            <a:xfrm>
              <a:off x="6595097" y="977899"/>
              <a:ext cx="268605" cy="7620"/>
            </a:xfrm>
            <a:custGeom>
              <a:avLst/>
              <a:gdLst/>
              <a:ahLst/>
              <a:cxnLst/>
              <a:rect l="l" t="t" r="r" b="b"/>
              <a:pathLst>
                <a:path w="268604" h="7619">
                  <a:moveTo>
                    <a:pt x="92710" y="5092"/>
                  </a:moveTo>
                  <a:lnTo>
                    <a:pt x="0" y="5092"/>
                  </a:lnTo>
                  <a:lnTo>
                    <a:pt x="0" y="7620"/>
                  </a:lnTo>
                  <a:lnTo>
                    <a:pt x="92710" y="7620"/>
                  </a:lnTo>
                  <a:lnTo>
                    <a:pt x="92710" y="5092"/>
                  </a:lnTo>
                  <a:close/>
                </a:path>
                <a:path w="268604" h="7619">
                  <a:moveTo>
                    <a:pt x="92710" y="0"/>
                  </a:moveTo>
                  <a:lnTo>
                    <a:pt x="0" y="0"/>
                  </a:lnTo>
                  <a:lnTo>
                    <a:pt x="0" y="5080"/>
                  </a:lnTo>
                  <a:lnTo>
                    <a:pt x="92710" y="5080"/>
                  </a:lnTo>
                  <a:lnTo>
                    <a:pt x="92710" y="0"/>
                  </a:lnTo>
                  <a:close/>
                </a:path>
                <a:path w="268604" h="7619">
                  <a:moveTo>
                    <a:pt x="266712" y="0"/>
                  </a:moveTo>
                  <a:lnTo>
                    <a:pt x="170192" y="0"/>
                  </a:lnTo>
                  <a:lnTo>
                    <a:pt x="170192" y="1270"/>
                  </a:lnTo>
                  <a:lnTo>
                    <a:pt x="171462" y="1270"/>
                  </a:lnTo>
                  <a:lnTo>
                    <a:pt x="171462" y="5080"/>
                  </a:lnTo>
                  <a:lnTo>
                    <a:pt x="266712" y="5080"/>
                  </a:lnTo>
                  <a:lnTo>
                    <a:pt x="266712" y="1270"/>
                  </a:lnTo>
                  <a:lnTo>
                    <a:pt x="266712" y="0"/>
                  </a:lnTo>
                  <a:close/>
                </a:path>
                <a:path w="268604" h="7619">
                  <a:moveTo>
                    <a:pt x="267982" y="5092"/>
                  </a:moveTo>
                  <a:lnTo>
                    <a:pt x="171462" y="5092"/>
                  </a:lnTo>
                  <a:lnTo>
                    <a:pt x="171462" y="7620"/>
                  </a:lnTo>
                  <a:lnTo>
                    <a:pt x="267982" y="7620"/>
                  </a:lnTo>
                  <a:lnTo>
                    <a:pt x="267982" y="5092"/>
                  </a:lnTo>
                  <a:close/>
                </a:path>
              </a:pathLst>
            </a:custGeom>
            <a:solidFill>
              <a:srgbClr val="262B00"/>
            </a:solidFill>
          </p:spPr>
          <p:txBody>
            <a:bodyPr wrap="square" lIns="0" tIns="0" rIns="0" bIns="0" rtlCol="0"/>
            <a:lstStyle/>
            <a:p/>
          </p:txBody>
        </p:sp>
        <p:sp>
          <p:nvSpPr>
            <p:cNvPr id="1438" name="object 1438"/>
            <p:cNvSpPr/>
            <p:nvPr/>
          </p:nvSpPr>
          <p:spPr>
            <a:xfrm>
              <a:off x="6595097" y="985519"/>
              <a:ext cx="269875" cy="7620"/>
            </a:xfrm>
            <a:custGeom>
              <a:avLst/>
              <a:gdLst/>
              <a:ahLst/>
              <a:cxnLst/>
              <a:rect l="l" t="t" r="r" b="b"/>
              <a:pathLst>
                <a:path w="269875" h="7619">
                  <a:moveTo>
                    <a:pt x="92710" y="0"/>
                  </a:moveTo>
                  <a:lnTo>
                    <a:pt x="0" y="0"/>
                  </a:lnTo>
                  <a:lnTo>
                    <a:pt x="0" y="7620"/>
                  </a:lnTo>
                  <a:lnTo>
                    <a:pt x="92710" y="7620"/>
                  </a:lnTo>
                  <a:lnTo>
                    <a:pt x="92710" y="0"/>
                  </a:lnTo>
                  <a:close/>
                </a:path>
                <a:path w="269875" h="7619">
                  <a:moveTo>
                    <a:pt x="269252" y="5080"/>
                  </a:moveTo>
                  <a:lnTo>
                    <a:pt x="267982" y="5080"/>
                  </a:lnTo>
                  <a:lnTo>
                    <a:pt x="267982" y="0"/>
                  </a:lnTo>
                  <a:lnTo>
                    <a:pt x="172732" y="0"/>
                  </a:lnTo>
                  <a:lnTo>
                    <a:pt x="172732" y="5080"/>
                  </a:lnTo>
                  <a:lnTo>
                    <a:pt x="172732" y="7620"/>
                  </a:lnTo>
                  <a:lnTo>
                    <a:pt x="269252" y="7620"/>
                  </a:lnTo>
                  <a:lnTo>
                    <a:pt x="269252" y="5080"/>
                  </a:lnTo>
                  <a:close/>
                </a:path>
              </a:pathLst>
            </a:custGeom>
            <a:solidFill>
              <a:srgbClr val="282A00"/>
            </a:solidFill>
          </p:spPr>
          <p:txBody>
            <a:bodyPr wrap="square" lIns="0" tIns="0" rIns="0" bIns="0" rtlCol="0"/>
            <a:lstStyle/>
            <a:p/>
          </p:txBody>
        </p:sp>
        <p:sp>
          <p:nvSpPr>
            <p:cNvPr id="1439" name="object 1439"/>
            <p:cNvSpPr/>
            <p:nvPr/>
          </p:nvSpPr>
          <p:spPr>
            <a:xfrm>
              <a:off x="6595097" y="993139"/>
              <a:ext cx="271145" cy="6350"/>
            </a:xfrm>
            <a:custGeom>
              <a:avLst/>
              <a:gdLst/>
              <a:ahLst/>
              <a:cxnLst/>
              <a:rect l="l" t="t" r="r" b="b"/>
              <a:pathLst>
                <a:path w="271145" h="6350">
                  <a:moveTo>
                    <a:pt x="92710" y="0"/>
                  </a:moveTo>
                  <a:lnTo>
                    <a:pt x="0" y="0"/>
                  </a:lnTo>
                  <a:lnTo>
                    <a:pt x="0" y="6350"/>
                  </a:lnTo>
                  <a:lnTo>
                    <a:pt x="92710" y="6350"/>
                  </a:lnTo>
                  <a:lnTo>
                    <a:pt x="92710" y="0"/>
                  </a:lnTo>
                  <a:close/>
                </a:path>
                <a:path w="271145" h="6350">
                  <a:moveTo>
                    <a:pt x="270522" y="3810"/>
                  </a:moveTo>
                  <a:lnTo>
                    <a:pt x="269252" y="3810"/>
                  </a:lnTo>
                  <a:lnTo>
                    <a:pt x="269252" y="0"/>
                  </a:lnTo>
                  <a:lnTo>
                    <a:pt x="174002" y="0"/>
                  </a:lnTo>
                  <a:lnTo>
                    <a:pt x="174002" y="3810"/>
                  </a:lnTo>
                  <a:lnTo>
                    <a:pt x="174002" y="6350"/>
                  </a:lnTo>
                  <a:lnTo>
                    <a:pt x="270522" y="6350"/>
                  </a:lnTo>
                  <a:lnTo>
                    <a:pt x="270522" y="3810"/>
                  </a:lnTo>
                  <a:close/>
                </a:path>
              </a:pathLst>
            </a:custGeom>
            <a:solidFill>
              <a:srgbClr val="2A2A00"/>
            </a:solidFill>
          </p:spPr>
          <p:txBody>
            <a:bodyPr wrap="square" lIns="0" tIns="0" rIns="0" bIns="0" rtlCol="0"/>
            <a:lstStyle/>
            <a:p/>
          </p:txBody>
        </p:sp>
        <p:sp>
          <p:nvSpPr>
            <p:cNvPr id="1440" name="object 1440"/>
            <p:cNvSpPr/>
            <p:nvPr/>
          </p:nvSpPr>
          <p:spPr>
            <a:xfrm>
              <a:off x="6595097" y="999489"/>
              <a:ext cx="272415" cy="7620"/>
            </a:xfrm>
            <a:custGeom>
              <a:avLst/>
              <a:gdLst/>
              <a:ahLst/>
              <a:cxnLst/>
              <a:rect l="l" t="t" r="r" b="b"/>
              <a:pathLst>
                <a:path w="272415" h="7619">
                  <a:moveTo>
                    <a:pt x="92710" y="0"/>
                  </a:moveTo>
                  <a:lnTo>
                    <a:pt x="0" y="0"/>
                  </a:lnTo>
                  <a:lnTo>
                    <a:pt x="0" y="7620"/>
                  </a:lnTo>
                  <a:lnTo>
                    <a:pt x="92710" y="7620"/>
                  </a:lnTo>
                  <a:lnTo>
                    <a:pt x="92710" y="0"/>
                  </a:lnTo>
                  <a:close/>
                </a:path>
                <a:path w="272415" h="7619">
                  <a:moveTo>
                    <a:pt x="271792" y="2540"/>
                  </a:moveTo>
                  <a:lnTo>
                    <a:pt x="270522" y="2540"/>
                  </a:lnTo>
                  <a:lnTo>
                    <a:pt x="270522" y="1270"/>
                  </a:lnTo>
                  <a:lnTo>
                    <a:pt x="270522" y="0"/>
                  </a:lnTo>
                  <a:lnTo>
                    <a:pt x="174002" y="0"/>
                  </a:lnTo>
                  <a:lnTo>
                    <a:pt x="174002" y="1270"/>
                  </a:lnTo>
                  <a:lnTo>
                    <a:pt x="175272" y="1270"/>
                  </a:lnTo>
                  <a:lnTo>
                    <a:pt x="175272" y="2540"/>
                  </a:lnTo>
                  <a:lnTo>
                    <a:pt x="175272" y="7620"/>
                  </a:lnTo>
                  <a:lnTo>
                    <a:pt x="271792" y="7620"/>
                  </a:lnTo>
                  <a:lnTo>
                    <a:pt x="271792" y="2540"/>
                  </a:lnTo>
                  <a:close/>
                </a:path>
              </a:pathLst>
            </a:custGeom>
            <a:solidFill>
              <a:srgbClr val="2C2900"/>
            </a:solidFill>
          </p:spPr>
          <p:txBody>
            <a:bodyPr wrap="square" lIns="0" tIns="0" rIns="0" bIns="0" rtlCol="0"/>
            <a:lstStyle/>
            <a:p/>
          </p:txBody>
        </p:sp>
        <p:sp>
          <p:nvSpPr>
            <p:cNvPr id="1441" name="object 1441"/>
            <p:cNvSpPr/>
            <p:nvPr/>
          </p:nvSpPr>
          <p:spPr>
            <a:xfrm>
              <a:off x="6595097" y="1007109"/>
              <a:ext cx="273685" cy="7620"/>
            </a:xfrm>
            <a:custGeom>
              <a:avLst/>
              <a:gdLst/>
              <a:ahLst/>
              <a:cxnLst/>
              <a:rect l="l" t="t" r="r" b="b"/>
              <a:pathLst>
                <a:path w="273684" h="7619">
                  <a:moveTo>
                    <a:pt x="92710" y="0"/>
                  </a:moveTo>
                  <a:lnTo>
                    <a:pt x="0" y="0"/>
                  </a:lnTo>
                  <a:lnTo>
                    <a:pt x="0" y="7620"/>
                  </a:lnTo>
                  <a:lnTo>
                    <a:pt x="92710" y="7620"/>
                  </a:lnTo>
                  <a:lnTo>
                    <a:pt x="92710" y="0"/>
                  </a:lnTo>
                  <a:close/>
                </a:path>
                <a:path w="273684" h="7619">
                  <a:moveTo>
                    <a:pt x="273062" y="2540"/>
                  </a:moveTo>
                  <a:lnTo>
                    <a:pt x="271792" y="2540"/>
                  </a:lnTo>
                  <a:lnTo>
                    <a:pt x="271792" y="1270"/>
                  </a:lnTo>
                  <a:lnTo>
                    <a:pt x="271792" y="0"/>
                  </a:lnTo>
                  <a:lnTo>
                    <a:pt x="175272" y="0"/>
                  </a:lnTo>
                  <a:lnTo>
                    <a:pt x="175272" y="1270"/>
                  </a:lnTo>
                  <a:lnTo>
                    <a:pt x="176542" y="1270"/>
                  </a:lnTo>
                  <a:lnTo>
                    <a:pt x="176542" y="2540"/>
                  </a:lnTo>
                  <a:lnTo>
                    <a:pt x="176542" y="7620"/>
                  </a:lnTo>
                  <a:lnTo>
                    <a:pt x="273062" y="7620"/>
                  </a:lnTo>
                  <a:lnTo>
                    <a:pt x="273062" y="2540"/>
                  </a:lnTo>
                  <a:close/>
                </a:path>
              </a:pathLst>
            </a:custGeom>
            <a:solidFill>
              <a:srgbClr val="2F2900"/>
            </a:solidFill>
          </p:spPr>
          <p:txBody>
            <a:bodyPr wrap="square" lIns="0" tIns="0" rIns="0" bIns="0" rtlCol="0"/>
            <a:lstStyle/>
            <a:p/>
          </p:txBody>
        </p:sp>
        <p:sp>
          <p:nvSpPr>
            <p:cNvPr id="1442" name="object 1442"/>
            <p:cNvSpPr/>
            <p:nvPr/>
          </p:nvSpPr>
          <p:spPr>
            <a:xfrm>
              <a:off x="6595097" y="1014729"/>
              <a:ext cx="274955" cy="6350"/>
            </a:xfrm>
            <a:custGeom>
              <a:avLst/>
              <a:gdLst/>
              <a:ahLst/>
              <a:cxnLst/>
              <a:rect l="l" t="t" r="r" b="b"/>
              <a:pathLst>
                <a:path w="274954" h="6350">
                  <a:moveTo>
                    <a:pt x="92710" y="0"/>
                  </a:moveTo>
                  <a:lnTo>
                    <a:pt x="0" y="0"/>
                  </a:lnTo>
                  <a:lnTo>
                    <a:pt x="0" y="6350"/>
                  </a:lnTo>
                  <a:lnTo>
                    <a:pt x="92710" y="6350"/>
                  </a:lnTo>
                  <a:lnTo>
                    <a:pt x="92710" y="0"/>
                  </a:lnTo>
                  <a:close/>
                </a:path>
                <a:path w="274954" h="6350">
                  <a:moveTo>
                    <a:pt x="274332" y="5080"/>
                  </a:moveTo>
                  <a:lnTo>
                    <a:pt x="273062" y="5080"/>
                  </a:lnTo>
                  <a:lnTo>
                    <a:pt x="273062" y="0"/>
                  </a:lnTo>
                  <a:lnTo>
                    <a:pt x="176542" y="0"/>
                  </a:lnTo>
                  <a:lnTo>
                    <a:pt x="176542" y="5080"/>
                  </a:lnTo>
                  <a:lnTo>
                    <a:pt x="176542" y="6350"/>
                  </a:lnTo>
                  <a:lnTo>
                    <a:pt x="274332" y="6350"/>
                  </a:lnTo>
                  <a:lnTo>
                    <a:pt x="274332" y="5080"/>
                  </a:lnTo>
                  <a:close/>
                </a:path>
              </a:pathLst>
            </a:custGeom>
            <a:solidFill>
              <a:srgbClr val="312800"/>
            </a:solidFill>
          </p:spPr>
          <p:txBody>
            <a:bodyPr wrap="square" lIns="0" tIns="0" rIns="0" bIns="0" rtlCol="0"/>
            <a:lstStyle/>
            <a:p/>
          </p:txBody>
        </p:sp>
        <p:sp>
          <p:nvSpPr>
            <p:cNvPr id="1443" name="object 1443"/>
            <p:cNvSpPr/>
            <p:nvPr/>
          </p:nvSpPr>
          <p:spPr>
            <a:xfrm>
              <a:off x="6595097" y="1021079"/>
              <a:ext cx="274955" cy="7620"/>
            </a:xfrm>
            <a:custGeom>
              <a:avLst/>
              <a:gdLst/>
              <a:ahLst/>
              <a:cxnLst/>
              <a:rect l="l" t="t" r="r" b="b"/>
              <a:pathLst>
                <a:path w="274954" h="7619">
                  <a:moveTo>
                    <a:pt x="92710" y="0"/>
                  </a:moveTo>
                  <a:lnTo>
                    <a:pt x="0" y="0"/>
                  </a:lnTo>
                  <a:lnTo>
                    <a:pt x="0" y="7620"/>
                  </a:lnTo>
                  <a:lnTo>
                    <a:pt x="92710" y="7620"/>
                  </a:lnTo>
                  <a:lnTo>
                    <a:pt x="92710" y="0"/>
                  </a:lnTo>
                  <a:close/>
                </a:path>
                <a:path w="274954" h="7619">
                  <a:moveTo>
                    <a:pt x="274332" y="0"/>
                  </a:moveTo>
                  <a:lnTo>
                    <a:pt x="176542" y="0"/>
                  </a:lnTo>
                  <a:lnTo>
                    <a:pt x="176542" y="1270"/>
                  </a:lnTo>
                  <a:lnTo>
                    <a:pt x="177812" y="1270"/>
                  </a:lnTo>
                  <a:lnTo>
                    <a:pt x="177812" y="7620"/>
                  </a:lnTo>
                  <a:lnTo>
                    <a:pt x="274332" y="7620"/>
                  </a:lnTo>
                  <a:lnTo>
                    <a:pt x="274332" y="1270"/>
                  </a:lnTo>
                  <a:lnTo>
                    <a:pt x="274332" y="0"/>
                  </a:lnTo>
                  <a:close/>
                </a:path>
              </a:pathLst>
            </a:custGeom>
            <a:solidFill>
              <a:srgbClr val="332800"/>
            </a:solidFill>
          </p:spPr>
          <p:txBody>
            <a:bodyPr wrap="square" lIns="0" tIns="0" rIns="0" bIns="0" rtlCol="0"/>
            <a:lstStyle/>
            <a:p/>
          </p:txBody>
        </p:sp>
        <p:sp>
          <p:nvSpPr>
            <p:cNvPr id="1444" name="object 1444"/>
            <p:cNvSpPr/>
            <p:nvPr/>
          </p:nvSpPr>
          <p:spPr>
            <a:xfrm>
              <a:off x="6595097" y="1028699"/>
              <a:ext cx="274955" cy="7620"/>
            </a:xfrm>
            <a:custGeom>
              <a:avLst/>
              <a:gdLst/>
              <a:ahLst/>
              <a:cxnLst/>
              <a:rect l="l" t="t" r="r" b="b"/>
              <a:pathLst>
                <a:path w="274954" h="7619">
                  <a:moveTo>
                    <a:pt x="92710" y="0"/>
                  </a:moveTo>
                  <a:lnTo>
                    <a:pt x="0" y="0"/>
                  </a:lnTo>
                  <a:lnTo>
                    <a:pt x="0" y="7620"/>
                  </a:lnTo>
                  <a:lnTo>
                    <a:pt x="92710" y="7620"/>
                  </a:lnTo>
                  <a:lnTo>
                    <a:pt x="92710" y="0"/>
                  </a:lnTo>
                  <a:close/>
                </a:path>
                <a:path w="274954" h="7619">
                  <a:moveTo>
                    <a:pt x="274332" y="0"/>
                  </a:moveTo>
                  <a:lnTo>
                    <a:pt x="177812" y="0"/>
                  </a:lnTo>
                  <a:lnTo>
                    <a:pt x="177812" y="7620"/>
                  </a:lnTo>
                  <a:lnTo>
                    <a:pt x="274332" y="7620"/>
                  </a:lnTo>
                  <a:lnTo>
                    <a:pt x="274332" y="0"/>
                  </a:lnTo>
                  <a:close/>
                </a:path>
              </a:pathLst>
            </a:custGeom>
            <a:solidFill>
              <a:srgbClr val="362700"/>
            </a:solidFill>
          </p:spPr>
          <p:txBody>
            <a:bodyPr wrap="square" lIns="0" tIns="0" rIns="0" bIns="0" rtlCol="0"/>
            <a:lstStyle/>
            <a:p/>
          </p:txBody>
        </p:sp>
        <p:sp>
          <p:nvSpPr>
            <p:cNvPr id="1445" name="object 1445"/>
            <p:cNvSpPr/>
            <p:nvPr/>
          </p:nvSpPr>
          <p:spPr>
            <a:xfrm>
              <a:off x="6595097" y="1036319"/>
              <a:ext cx="276225" cy="6350"/>
            </a:xfrm>
            <a:custGeom>
              <a:avLst/>
              <a:gdLst/>
              <a:ahLst/>
              <a:cxnLst/>
              <a:rect l="l" t="t" r="r" b="b"/>
              <a:pathLst>
                <a:path w="276225" h="6350">
                  <a:moveTo>
                    <a:pt x="92710" y="0"/>
                  </a:moveTo>
                  <a:lnTo>
                    <a:pt x="0" y="0"/>
                  </a:lnTo>
                  <a:lnTo>
                    <a:pt x="0" y="6350"/>
                  </a:lnTo>
                  <a:lnTo>
                    <a:pt x="92710" y="6350"/>
                  </a:lnTo>
                  <a:lnTo>
                    <a:pt x="92710" y="0"/>
                  </a:lnTo>
                  <a:close/>
                </a:path>
                <a:path w="276225" h="6350">
                  <a:moveTo>
                    <a:pt x="275602" y="0"/>
                  </a:moveTo>
                  <a:lnTo>
                    <a:pt x="177812" y="0"/>
                  </a:lnTo>
                  <a:lnTo>
                    <a:pt x="177812" y="5080"/>
                  </a:lnTo>
                  <a:lnTo>
                    <a:pt x="179082" y="5080"/>
                  </a:lnTo>
                  <a:lnTo>
                    <a:pt x="179082" y="6350"/>
                  </a:lnTo>
                  <a:lnTo>
                    <a:pt x="275602" y="6350"/>
                  </a:lnTo>
                  <a:lnTo>
                    <a:pt x="275602" y="5080"/>
                  </a:lnTo>
                  <a:lnTo>
                    <a:pt x="275602" y="0"/>
                  </a:lnTo>
                  <a:close/>
                </a:path>
              </a:pathLst>
            </a:custGeom>
            <a:solidFill>
              <a:srgbClr val="382700"/>
            </a:solidFill>
          </p:spPr>
          <p:txBody>
            <a:bodyPr wrap="square" lIns="0" tIns="0" rIns="0" bIns="0" rtlCol="0"/>
            <a:lstStyle/>
            <a:p/>
          </p:txBody>
        </p:sp>
        <p:sp>
          <p:nvSpPr>
            <p:cNvPr id="1446" name="object 1446"/>
            <p:cNvSpPr/>
            <p:nvPr/>
          </p:nvSpPr>
          <p:spPr>
            <a:xfrm>
              <a:off x="6595097" y="104266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3A2700"/>
            </a:solidFill>
          </p:spPr>
          <p:txBody>
            <a:bodyPr wrap="square" lIns="0" tIns="0" rIns="0" bIns="0" rtlCol="0"/>
            <a:lstStyle/>
            <a:p/>
          </p:txBody>
        </p:sp>
        <p:sp>
          <p:nvSpPr>
            <p:cNvPr id="1447" name="object 1447"/>
            <p:cNvSpPr/>
            <p:nvPr/>
          </p:nvSpPr>
          <p:spPr>
            <a:xfrm>
              <a:off x="6595097" y="105028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3D2600"/>
            </a:solidFill>
          </p:spPr>
          <p:txBody>
            <a:bodyPr wrap="square" lIns="0" tIns="0" rIns="0" bIns="0" rtlCol="0"/>
            <a:lstStyle/>
            <a:p/>
          </p:txBody>
        </p:sp>
        <p:sp>
          <p:nvSpPr>
            <p:cNvPr id="1448" name="object 1448"/>
            <p:cNvSpPr/>
            <p:nvPr/>
          </p:nvSpPr>
          <p:spPr>
            <a:xfrm>
              <a:off x="6595097" y="1057909"/>
              <a:ext cx="276225" cy="6350"/>
            </a:xfrm>
            <a:custGeom>
              <a:avLst/>
              <a:gdLst/>
              <a:ahLst/>
              <a:cxnLst/>
              <a:rect l="l" t="t" r="r" b="b"/>
              <a:pathLst>
                <a:path w="276225" h="6350">
                  <a:moveTo>
                    <a:pt x="92710" y="0"/>
                  </a:moveTo>
                  <a:lnTo>
                    <a:pt x="0" y="0"/>
                  </a:lnTo>
                  <a:lnTo>
                    <a:pt x="0" y="6350"/>
                  </a:lnTo>
                  <a:lnTo>
                    <a:pt x="92710" y="6350"/>
                  </a:lnTo>
                  <a:lnTo>
                    <a:pt x="92710" y="0"/>
                  </a:lnTo>
                  <a:close/>
                </a:path>
                <a:path w="276225" h="6350">
                  <a:moveTo>
                    <a:pt x="275602" y="0"/>
                  </a:moveTo>
                  <a:lnTo>
                    <a:pt x="179082" y="0"/>
                  </a:lnTo>
                  <a:lnTo>
                    <a:pt x="179082" y="6350"/>
                  </a:lnTo>
                  <a:lnTo>
                    <a:pt x="275602" y="6350"/>
                  </a:lnTo>
                  <a:lnTo>
                    <a:pt x="275602" y="0"/>
                  </a:lnTo>
                  <a:close/>
                </a:path>
              </a:pathLst>
            </a:custGeom>
            <a:solidFill>
              <a:srgbClr val="3F2600"/>
            </a:solidFill>
          </p:spPr>
          <p:txBody>
            <a:bodyPr wrap="square" lIns="0" tIns="0" rIns="0" bIns="0" rtlCol="0"/>
            <a:lstStyle/>
            <a:p/>
          </p:txBody>
        </p:sp>
        <p:sp>
          <p:nvSpPr>
            <p:cNvPr id="1449" name="object 1449"/>
            <p:cNvSpPr/>
            <p:nvPr/>
          </p:nvSpPr>
          <p:spPr>
            <a:xfrm>
              <a:off x="6595097" y="106425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412500"/>
            </a:solidFill>
          </p:spPr>
          <p:txBody>
            <a:bodyPr wrap="square" lIns="0" tIns="0" rIns="0" bIns="0" rtlCol="0"/>
            <a:lstStyle/>
            <a:p/>
          </p:txBody>
        </p:sp>
        <p:sp>
          <p:nvSpPr>
            <p:cNvPr id="1450" name="object 1450"/>
            <p:cNvSpPr/>
            <p:nvPr/>
          </p:nvSpPr>
          <p:spPr>
            <a:xfrm>
              <a:off x="6595097" y="107187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432500"/>
            </a:solidFill>
          </p:spPr>
          <p:txBody>
            <a:bodyPr wrap="square" lIns="0" tIns="0" rIns="0" bIns="0" rtlCol="0"/>
            <a:lstStyle/>
            <a:p/>
          </p:txBody>
        </p:sp>
        <p:sp>
          <p:nvSpPr>
            <p:cNvPr id="1451" name="object 1451"/>
            <p:cNvSpPr/>
            <p:nvPr/>
          </p:nvSpPr>
          <p:spPr>
            <a:xfrm>
              <a:off x="6595097" y="1079499"/>
              <a:ext cx="276225" cy="6350"/>
            </a:xfrm>
            <a:custGeom>
              <a:avLst/>
              <a:gdLst/>
              <a:ahLst/>
              <a:cxnLst/>
              <a:rect l="l" t="t" r="r" b="b"/>
              <a:pathLst>
                <a:path w="276225" h="6350">
                  <a:moveTo>
                    <a:pt x="92710" y="0"/>
                  </a:moveTo>
                  <a:lnTo>
                    <a:pt x="0" y="0"/>
                  </a:lnTo>
                  <a:lnTo>
                    <a:pt x="0" y="6350"/>
                  </a:lnTo>
                  <a:lnTo>
                    <a:pt x="92710" y="6350"/>
                  </a:lnTo>
                  <a:lnTo>
                    <a:pt x="92710" y="0"/>
                  </a:lnTo>
                  <a:close/>
                </a:path>
                <a:path w="276225" h="6350">
                  <a:moveTo>
                    <a:pt x="275602" y="0"/>
                  </a:moveTo>
                  <a:lnTo>
                    <a:pt x="179082" y="0"/>
                  </a:lnTo>
                  <a:lnTo>
                    <a:pt x="179082" y="6350"/>
                  </a:lnTo>
                  <a:lnTo>
                    <a:pt x="275602" y="6350"/>
                  </a:lnTo>
                  <a:lnTo>
                    <a:pt x="275602" y="0"/>
                  </a:lnTo>
                  <a:close/>
                </a:path>
              </a:pathLst>
            </a:custGeom>
            <a:solidFill>
              <a:srgbClr val="462400"/>
            </a:solidFill>
          </p:spPr>
          <p:txBody>
            <a:bodyPr wrap="square" lIns="0" tIns="0" rIns="0" bIns="0" rtlCol="0"/>
            <a:lstStyle/>
            <a:p/>
          </p:txBody>
        </p:sp>
        <p:sp>
          <p:nvSpPr>
            <p:cNvPr id="1452" name="object 1452"/>
            <p:cNvSpPr/>
            <p:nvPr/>
          </p:nvSpPr>
          <p:spPr>
            <a:xfrm>
              <a:off x="6595097" y="108584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482400"/>
            </a:solidFill>
          </p:spPr>
          <p:txBody>
            <a:bodyPr wrap="square" lIns="0" tIns="0" rIns="0" bIns="0" rtlCol="0"/>
            <a:lstStyle/>
            <a:p/>
          </p:txBody>
        </p:sp>
        <p:sp>
          <p:nvSpPr>
            <p:cNvPr id="1453" name="object 1453"/>
            <p:cNvSpPr/>
            <p:nvPr/>
          </p:nvSpPr>
          <p:spPr>
            <a:xfrm>
              <a:off x="6595097" y="109346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9082" y="0"/>
                  </a:lnTo>
                  <a:lnTo>
                    <a:pt x="179082" y="7620"/>
                  </a:lnTo>
                  <a:lnTo>
                    <a:pt x="275602" y="7620"/>
                  </a:lnTo>
                  <a:lnTo>
                    <a:pt x="275602" y="0"/>
                  </a:lnTo>
                  <a:close/>
                </a:path>
              </a:pathLst>
            </a:custGeom>
            <a:solidFill>
              <a:srgbClr val="4A2300"/>
            </a:solidFill>
          </p:spPr>
          <p:txBody>
            <a:bodyPr wrap="square" lIns="0" tIns="0" rIns="0" bIns="0" rtlCol="0"/>
            <a:lstStyle/>
            <a:p/>
          </p:txBody>
        </p:sp>
        <p:sp>
          <p:nvSpPr>
            <p:cNvPr id="1454" name="object 1454"/>
            <p:cNvSpPr/>
            <p:nvPr/>
          </p:nvSpPr>
          <p:spPr>
            <a:xfrm>
              <a:off x="6595097" y="1101089"/>
              <a:ext cx="276225" cy="6350"/>
            </a:xfrm>
            <a:custGeom>
              <a:avLst/>
              <a:gdLst/>
              <a:ahLst/>
              <a:cxnLst/>
              <a:rect l="l" t="t" r="r" b="b"/>
              <a:pathLst>
                <a:path w="276225" h="6350">
                  <a:moveTo>
                    <a:pt x="92710" y="0"/>
                  </a:moveTo>
                  <a:lnTo>
                    <a:pt x="0" y="0"/>
                  </a:lnTo>
                  <a:lnTo>
                    <a:pt x="0" y="6350"/>
                  </a:lnTo>
                  <a:lnTo>
                    <a:pt x="92710" y="6350"/>
                  </a:lnTo>
                  <a:lnTo>
                    <a:pt x="92710" y="0"/>
                  </a:lnTo>
                  <a:close/>
                </a:path>
                <a:path w="276225" h="6350">
                  <a:moveTo>
                    <a:pt x="275602" y="0"/>
                  </a:moveTo>
                  <a:lnTo>
                    <a:pt x="179082" y="0"/>
                  </a:lnTo>
                  <a:lnTo>
                    <a:pt x="179082" y="2540"/>
                  </a:lnTo>
                  <a:lnTo>
                    <a:pt x="177812" y="2540"/>
                  </a:lnTo>
                  <a:lnTo>
                    <a:pt x="177812" y="6350"/>
                  </a:lnTo>
                  <a:lnTo>
                    <a:pt x="275602" y="6350"/>
                  </a:lnTo>
                  <a:lnTo>
                    <a:pt x="275602" y="2540"/>
                  </a:lnTo>
                  <a:lnTo>
                    <a:pt x="275602" y="0"/>
                  </a:lnTo>
                  <a:close/>
                </a:path>
              </a:pathLst>
            </a:custGeom>
            <a:solidFill>
              <a:srgbClr val="4D2300"/>
            </a:solidFill>
          </p:spPr>
          <p:txBody>
            <a:bodyPr wrap="square" lIns="0" tIns="0" rIns="0" bIns="0" rtlCol="0"/>
            <a:lstStyle/>
            <a:p/>
          </p:txBody>
        </p:sp>
        <p:sp>
          <p:nvSpPr>
            <p:cNvPr id="1455" name="object 1455"/>
            <p:cNvSpPr/>
            <p:nvPr/>
          </p:nvSpPr>
          <p:spPr>
            <a:xfrm>
              <a:off x="6595097" y="1107439"/>
              <a:ext cx="276225" cy="7620"/>
            </a:xfrm>
            <a:custGeom>
              <a:avLst/>
              <a:gdLst/>
              <a:ahLst/>
              <a:cxnLst/>
              <a:rect l="l" t="t" r="r" b="b"/>
              <a:pathLst>
                <a:path w="276225" h="7619">
                  <a:moveTo>
                    <a:pt x="92710" y="0"/>
                  </a:moveTo>
                  <a:lnTo>
                    <a:pt x="0" y="0"/>
                  </a:lnTo>
                  <a:lnTo>
                    <a:pt x="0" y="7620"/>
                  </a:lnTo>
                  <a:lnTo>
                    <a:pt x="92710" y="7620"/>
                  </a:lnTo>
                  <a:lnTo>
                    <a:pt x="92710" y="0"/>
                  </a:lnTo>
                  <a:close/>
                </a:path>
                <a:path w="276225" h="7619">
                  <a:moveTo>
                    <a:pt x="275602" y="0"/>
                  </a:moveTo>
                  <a:lnTo>
                    <a:pt x="177812" y="0"/>
                  </a:lnTo>
                  <a:lnTo>
                    <a:pt x="177812" y="3810"/>
                  </a:lnTo>
                  <a:lnTo>
                    <a:pt x="177812" y="7620"/>
                  </a:lnTo>
                  <a:lnTo>
                    <a:pt x="274332" y="7620"/>
                  </a:lnTo>
                  <a:lnTo>
                    <a:pt x="274332" y="3810"/>
                  </a:lnTo>
                  <a:lnTo>
                    <a:pt x="275602" y="3810"/>
                  </a:lnTo>
                  <a:lnTo>
                    <a:pt x="275602" y="0"/>
                  </a:lnTo>
                  <a:close/>
                </a:path>
              </a:pathLst>
            </a:custGeom>
            <a:solidFill>
              <a:srgbClr val="4F2200"/>
            </a:solidFill>
          </p:spPr>
          <p:txBody>
            <a:bodyPr wrap="square" lIns="0" tIns="0" rIns="0" bIns="0" rtlCol="0"/>
            <a:lstStyle/>
            <a:p/>
          </p:txBody>
        </p:sp>
        <p:sp>
          <p:nvSpPr>
            <p:cNvPr id="1456" name="object 1456"/>
            <p:cNvSpPr/>
            <p:nvPr/>
          </p:nvSpPr>
          <p:spPr>
            <a:xfrm>
              <a:off x="6595097" y="1115059"/>
              <a:ext cx="274955" cy="7620"/>
            </a:xfrm>
            <a:custGeom>
              <a:avLst/>
              <a:gdLst/>
              <a:ahLst/>
              <a:cxnLst/>
              <a:rect l="l" t="t" r="r" b="b"/>
              <a:pathLst>
                <a:path w="274954" h="7619">
                  <a:moveTo>
                    <a:pt x="92710" y="0"/>
                  </a:moveTo>
                  <a:lnTo>
                    <a:pt x="0" y="0"/>
                  </a:lnTo>
                  <a:lnTo>
                    <a:pt x="0" y="7620"/>
                  </a:lnTo>
                  <a:lnTo>
                    <a:pt x="92710" y="7620"/>
                  </a:lnTo>
                  <a:lnTo>
                    <a:pt x="92710" y="0"/>
                  </a:lnTo>
                  <a:close/>
                </a:path>
                <a:path w="274954" h="7619">
                  <a:moveTo>
                    <a:pt x="274332" y="0"/>
                  </a:moveTo>
                  <a:lnTo>
                    <a:pt x="177812" y="0"/>
                  </a:lnTo>
                  <a:lnTo>
                    <a:pt x="177812" y="5080"/>
                  </a:lnTo>
                  <a:lnTo>
                    <a:pt x="177812" y="7620"/>
                  </a:lnTo>
                  <a:lnTo>
                    <a:pt x="273062" y="7620"/>
                  </a:lnTo>
                  <a:lnTo>
                    <a:pt x="273062" y="5080"/>
                  </a:lnTo>
                  <a:lnTo>
                    <a:pt x="274332" y="5080"/>
                  </a:lnTo>
                  <a:lnTo>
                    <a:pt x="274332" y="0"/>
                  </a:lnTo>
                  <a:close/>
                </a:path>
              </a:pathLst>
            </a:custGeom>
            <a:solidFill>
              <a:srgbClr val="512200"/>
            </a:solidFill>
          </p:spPr>
          <p:txBody>
            <a:bodyPr wrap="square" lIns="0" tIns="0" rIns="0" bIns="0" rtlCol="0"/>
            <a:lstStyle/>
            <a:p/>
          </p:txBody>
        </p:sp>
        <p:sp>
          <p:nvSpPr>
            <p:cNvPr id="1457" name="object 1457"/>
            <p:cNvSpPr/>
            <p:nvPr/>
          </p:nvSpPr>
          <p:spPr>
            <a:xfrm>
              <a:off x="6595097" y="1122679"/>
              <a:ext cx="273685" cy="6350"/>
            </a:xfrm>
            <a:custGeom>
              <a:avLst/>
              <a:gdLst/>
              <a:ahLst/>
              <a:cxnLst/>
              <a:rect l="l" t="t" r="r" b="b"/>
              <a:pathLst>
                <a:path w="273684" h="6350">
                  <a:moveTo>
                    <a:pt x="92710" y="0"/>
                  </a:moveTo>
                  <a:lnTo>
                    <a:pt x="0" y="0"/>
                  </a:lnTo>
                  <a:lnTo>
                    <a:pt x="0" y="6350"/>
                  </a:lnTo>
                  <a:lnTo>
                    <a:pt x="92710" y="6350"/>
                  </a:lnTo>
                  <a:lnTo>
                    <a:pt x="92710" y="0"/>
                  </a:lnTo>
                  <a:close/>
                </a:path>
                <a:path w="273684" h="6350">
                  <a:moveTo>
                    <a:pt x="273062" y="0"/>
                  </a:moveTo>
                  <a:lnTo>
                    <a:pt x="176542" y="0"/>
                  </a:lnTo>
                  <a:lnTo>
                    <a:pt x="176542" y="6350"/>
                  </a:lnTo>
                  <a:lnTo>
                    <a:pt x="273062" y="6350"/>
                  </a:lnTo>
                  <a:lnTo>
                    <a:pt x="273062" y="0"/>
                  </a:lnTo>
                  <a:close/>
                </a:path>
              </a:pathLst>
            </a:custGeom>
            <a:solidFill>
              <a:srgbClr val="542100"/>
            </a:solidFill>
          </p:spPr>
          <p:txBody>
            <a:bodyPr wrap="square" lIns="0" tIns="0" rIns="0" bIns="0" rtlCol="0"/>
            <a:lstStyle/>
            <a:p/>
          </p:txBody>
        </p:sp>
        <p:sp>
          <p:nvSpPr>
            <p:cNvPr id="1458" name="object 1458"/>
            <p:cNvSpPr/>
            <p:nvPr/>
          </p:nvSpPr>
          <p:spPr>
            <a:xfrm>
              <a:off x="6595097" y="1129029"/>
              <a:ext cx="272415" cy="7620"/>
            </a:xfrm>
            <a:custGeom>
              <a:avLst/>
              <a:gdLst/>
              <a:ahLst/>
              <a:cxnLst/>
              <a:rect l="l" t="t" r="r" b="b"/>
              <a:pathLst>
                <a:path w="272415" h="7619">
                  <a:moveTo>
                    <a:pt x="92710" y="0"/>
                  </a:moveTo>
                  <a:lnTo>
                    <a:pt x="0" y="0"/>
                  </a:lnTo>
                  <a:lnTo>
                    <a:pt x="0" y="7620"/>
                  </a:lnTo>
                  <a:lnTo>
                    <a:pt x="92710" y="7620"/>
                  </a:lnTo>
                  <a:lnTo>
                    <a:pt x="92710" y="0"/>
                  </a:lnTo>
                  <a:close/>
                </a:path>
                <a:path w="272415" h="7619">
                  <a:moveTo>
                    <a:pt x="271792" y="0"/>
                  </a:moveTo>
                  <a:lnTo>
                    <a:pt x="176542" y="0"/>
                  </a:lnTo>
                  <a:lnTo>
                    <a:pt x="176542" y="7620"/>
                  </a:lnTo>
                  <a:lnTo>
                    <a:pt x="271792" y="7620"/>
                  </a:lnTo>
                  <a:lnTo>
                    <a:pt x="271792" y="0"/>
                  </a:lnTo>
                  <a:close/>
                </a:path>
              </a:pathLst>
            </a:custGeom>
            <a:solidFill>
              <a:srgbClr val="562100"/>
            </a:solidFill>
          </p:spPr>
          <p:txBody>
            <a:bodyPr wrap="square" lIns="0" tIns="0" rIns="0" bIns="0" rtlCol="0"/>
            <a:lstStyle/>
            <a:p/>
          </p:txBody>
        </p:sp>
        <p:sp>
          <p:nvSpPr>
            <p:cNvPr id="1459" name="object 1459"/>
            <p:cNvSpPr/>
            <p:nvPr/>
          </p:nvSpPr>
          <p:spPr>
            <a:xfrm>
              <a:off x="6595097" y="1136649"/>
              <a:ext cx="271145" cy="7620"/>
            </a:xfrm>
            <a:custGeom>
              <a:avLst/>
              <a:gdLst/>
              <a:ahLst/>
              <a:cxnLst/>
              <a:rect l="l" t="t" r="r" b="b"/>
              <a:pathLst>
                <a:path w="271145" h="7619">
                  <a:moveTo>
                    <a:pt x="92710" y="0"/>
                  </a:moveTo>
                  <a:lnTo>
                    <a:pt x="0" y="0"/>
                  </a:lnTo>
                  <a:lnTo>
                    <a:pt x="0" y="7620"/>
                  </a:lnTo>
                  <a:lnTo>
                    <a:pt x="92710" y="7620"/>
                  </a:lnTo>
                  <a:lnTo>
                    <a:pt x="92710" y="0"/>
                  </a:lnTo>
                  <a:close/>
                </a:path>
                <a:path w="271145" h="7619">
                  <a:moveTo>
                    <a:pt x="270522" y="0"/>
                  </a:moveTo>
                  <a:lnTo>
                    <a:pt x="175272" y="0"/>
                  </a:lnTo>
                  <a:lnTo>
                    <a:pt x="175272" y="7620"/>
                  </a:lnTo>
                  <a:lnTo>
                    <a:pt x="270522" y="7620"/>
                  </a:lnTo>
                  <a:lnTo>
                    <a:pt x="270522" y="0"/>
                  </a:lnTo>
                  <a:close/>
                </a:path>
              </a:pathLst>
            </a:custGeom>
            <a:solidFill>
              <a:srgbClr val="582100"/>
            </a:solidFill>
          </p:spPr>
          <p:txBody>
            <a:bodyPr wrap="square" lIns="0" tIns="0" rIns="0" bIns="0" rtlCol="0"/>
            <a:lstStyle/>
            <a:p/>
          </p:txBody>
        </p:sp>
        <p:sp>
          <p:nvSpPr>
            <p:cNvPr id="1460" name="object 1460"/>
            <p:cNvSpPr/>
            <p:nvPr/>
          </p:nvSpPr>
          <p:spPr>
            <a:xfrm>
              <a:off x="6595097" y="1144269"/>
              <a:ext cx="271145" cy="6350"/>
            </a:xfrm>
            <a:custGeom>
              <a:avLst/>
              <a:gdLst/>
              <a:ahLst/>
              <a:cxnLst/>
              <a:rect l="l" t="t" r="r" b="b"/>
              <a:pathLst>
                <a:path w="271145" h="6350">
                  <a:moveTo>
                    <a:pt x="92710" y="0"/>
                  </a:moveTo>
                  <a:lnTo>
                    <a:pt x="0" y="0"/>
                  </a:lnTo>
                  <a:lnTo>
                    <a:pt x="0" y="6350"/>
                  </a:lnTo>
                  <a:lnTo>
                    <a:pt x="92710" y="6350"/>
                  </a:lnTo>
                  <a:lnTo>
                    <a:pt x="92710" y="0"/>
                  </a:lnTo>
                  <a:close/>
                </a:path>
                <a:path w="271145" h="6350">
                  <a:moveTo>
                    <a:pt x="270522" y="0"/>
                  </a:moveTo>
                  <a:lnTo>
                    <a:pt x="174002" y="0"/>
                  </a:lnTo>
                  <a:lnTo>
                    <a:pt x="174002" y="1270"/>
                  </a:lnTo>
                  <a:lnTo>
                    <a:pt x="174002" y="6350"/>
                  </a:lnTo>
                  <a:lnTo>
                    <a:pt x="269252" y="6350"/>
                  </a:lnTo>
                  <a:lnTo>
                    <a:pt x="269252" y="1270"/>
                  </a:lnTo>
                  <a:lnTo>
                    <a:pt x="270522" y="1270"/>
                  </a:lnTo>
                  <a:lnTo>
                    <a:pt x="270522" y="0"/>
                  </a:lnTo>
                  <a:close/>
                </a:path>
              </a:pathLst>
            </a:custGeom>
            <a:solidFill>
              <a:srgbClr val="5A2000"/>
            </a:solidFill>
          </p:spPr>
          <p:txBody>
            <a:bodyPr wrap="square" lIns="0" tIns="0" rIns="0" bIns="0" rtlCol="0"/>
            <a:lstStyle/>
            <a:p/>
          </p:txBody>
        </p:sp>
        <p:sp>
          <p:nvSpPr>
            <p:cNvPr id="1461" name="object 1461"/>
            <p:cNvSpPr/>
            <p:nvPr/>
          </p:nvSpPr>
          <p:spPr>
            <a:xfrm>
              <a:off x="6595097" y="1150619"/>
              <a:ext cx="269875" cy="7620"/>
            </a:xfrm>
            <a:custGeom>
              <a:avLst/>
              <a:gdLst/>
              <a:ahLst/>
              <a:cxnLst/>
              <a:rect l="l" t="t" r="r" b="b"/>
              <a:pathLst>
                <a:path w="269875" h="7619">
                  <a:moveTo>
                    <a:pt x="92710" y="0"/>
                  </a:moveTo>
                  <a:lnTo>
                    <a:pt x="0" y="0"/>
                  </a:lnTo>
                  <a:lnTo>
                    <a:pt x="0" y="7620"/>
                  </a:lnTo>
                  <a:lnTo>
                    <a:pt x="92710" y="7620"/>
                  </a:lnTo>
                  <a:lnTo>
                    <a:pt x="92710" y="0"/>
                  </a:lnTo>
                  <a:close/>
                </a:path>
                <a:path w="269875" h="7619">
                  <a:moveTo>
                    <a:pt x="269252" y="0"/>
                  </a:moveTo>
                  <a:lnTo>
                    <a:pt x="174002" y="0"/>
                  </a:lnTo>
                  <a:lnTo>
                    <a:pt x="174002" y="2540"/>
                  </a:lnTo>
                  <a:lnTo>
                    <a:pt x="172732" y="2540"/>
                  </a:lnTo>
                  <a:lnTo>
                    <a:pt x="172732" y="7620"/>
                  </a:lnTo>
                  <a:lnTo>
                    <a:pt x="267982" y="7620"/>
                  </a:lnTo>
                  <a:lnTo>
                    <a:pt x="267982" y="2540"/>
                  </a:lnTo>
                  <a:lnTo>
                    <a:pt x="269252" y="2540"/>
                  </a:lnTo>
                  <a:lnTo>
                    <a:pt x="269252" y="0"/>
                  </a:lnTo>
                  <a:close/>
                </a:path>
              </a:pathLst>
            </a:custGeom>
            <a:solidFill>
              <a:srgbClr val="5D2000"/>
            </a:solidFill>
          </p:spPr>
          <p:txBody>
            <a:bodyPr wrap="square" lIns="0" tIns="0" rIns="0" bIns="0" rtlCol="0"/>
            <a:lstStyle/>
            <a:p/>
          </p:txBody>
        </p:sp>
        <p:sp>
          <p:nvSpPr>
            <p:cNvPr id="1462" name="object 1462"/>
            <p:cNvSpPr/>
            <p:nvPr/>
          </p:nvSpPr>
          <p:spPr>
            <a:xfrm>
              <a:off x="6595097" y="1158239"/>
              <a:ext cx="268605" cy="7620"/>
            </a:xfrm>
            <a:custGeom>
              <a:avLst/>
              <a:gdLst/>
              <a:ahLst/>
              <a:cxnLst/>
              <a:rect l="l" t="t" r="r" b="b"/>
              <a:pathLst>
                <a:path w="268604" h="7619">
                  <a:moveTo>
                    <a:pt x="92710" y="2552"/>
                  </a:moveTo>
                  <a:lnTo>
                    <a:pt x="0" y="2552"/>
                  </a:lnTo>
                  <a:lnTo>
                    <a:pt x="0" y="7620"/>
                  </a:lnTo>
                  <a:lnTo>
                    <a:pt x="92710" y="7620"/>
                  </a:lnTo>
                  <a:lnTo>
                    <a:pt x="92710" y="2552"/>
                  </a:lnTo>
                  <a:close/>
                </a:path>
                <a:path w="268604" h="7619">
                  <a:moveTo>
                    <a:pt x="92710" y="0"/>
                  </a:moveTo>
                  <a:lnTo>
                    <a:pt x="0" y="0"/>
                  </a:lnTo>
                  <a:lnTo>
                    <a:pt x="0" y="2540"/>
                  </a:lnTo>
                  <a:lnTo>
                    <a:pt x="92710" y="2540"/>
                  </a:lnTo>
                  <a:lnTo>
                    <a:pt x="92710" y="0"/>
                  </a:lnTo>
                  <a:close/>
                </a:path>
                <a:path w="268604" h="7619">
                  <a:moveTo>
                    <a:pt x="267982" y="0"/>
                  </a:moveTo>
                  <a:lnTo>
                    <a:pt x="172732" y="0"/>
                  </a:lnTo>
                  <a:lnTo>
                    <a:pt x="172732" y="1270"/>
                  </a:lnTo>
                  <a:lnTo>
                    <a:pt x="172732" y="2540"/>
                  </a:lnTo>
                  <a:lnTo>
                    <a:pt x="171462" y="2540"/>
                  </a:lnTo>
                  <a:lnTo>
                    <a:pt x="171462" y="5080"/>
                  </a:lnTo>
                  <a:lnTo>
                    <a:pt x="171462" y="7620"/>
                  </a:lnTo>
                  <a:lnTo>
                    <a:pt x="265430" y="7620"/>
                  </a:lnTo>
                  <a:lnTo>
                    <a:pt x="265430" y="5080"/>
                  </a:lnTo>
                  <a:lnTo>
                    <a:pt x="266712" y="5080"/>
                  </a:lnTo>
                  <a:lnTo>
                    <a:pt x="266712" y="2540"/>
                  </a:lnTo>
                  <a:lnTo>
                    <a:pt x="266712" y="1270"/>
                  </a:lnTo>
                  <a:lnTo>
                    <a:pt x="267982" y="1270"/>
                  </a:lnTo>
                  <a:lnTo>
                    <a:pt x="267982" y="0"/>
                  </a:lnTo>
                  <a:close/>
                </a:path>
              </a:pathLst>
            </a:custGeom>
            <a:solidFill>
              <a:srgbClr val="5F1F00"/>
            </a:solidFill>
          </p:spPr>
          <p:txBody>
            <a:bodyPr wrap="square" lIns="0" tIns="0" rIns="0" bIns="0" rtlCol="0"/>
            <a:lstStyle/>
            <a:p/>
          </p:txBody>
        </p:sp>
        <p:sp>
          <p:nvSpPr>
            <p:cNvPr id="1463" name="object 1463"/>
            <p:cNvSpPr/>
            <p:nvPr/>
          </p:nvSpPr>
          <p:spPr>
            <a:xfrm>
              <a:off x="6595097" y="1165859"/>
              <a:ext cx="265430" cy="6350"/>
            </a:xfrm>
            <a:custGeom>
              <a:avLst/>
              <a:gdLst/>
              <a:ahLst/>
              <a:cxnLst/>
              <a:rect l="l" t="t" r="r" b="b"/>
              <a:pathLst>
                <a:path w="265429" h="6350">
                  <a:moveTo>
                    <a:pt x="92710" y="0"/>
                  </a:moveTo>
                  <a:lnTo>
                    <a:pt x="0" y="0"/>
                  </a:lnTo>
                  <a:lnTo>
                    <a:pt x="0" y="6350"/>
                  </a:lnTo>
                  <a:lnTo>
                    <a:pt x="92710" y="6350"/>
                  </a:lnTo>
                  <a:lnTo>
                    <a:pt x="92710" y="0"/>
                  </a:lnTo>
                  <a:close/>
                </a:path>
                <a:path w="265429" h="6350">
                  <a:moveTo>
                    <a:pt x="265430" y="0"/>
                  </a:moveTo>
                  <a:lnTo>
                    <a:pt x="171462" y="0"/>
                  </a:lnTo>
                  <a:lnTo>
                    <a:pt x="171462" y="1270"/>
                  </a:lnTo>
                  <a:lnTo>
                    <a:pt x="170192" y="1270"/>
                  </a:lnTo>
                  <a:lnTo>
                    <a:pt x="170192" y="5080"/>
                  </a:lnTo>
                  <a:lnTo>
                    <a:pt x="170192" y="6350"/>
                  </a:lnTo>
                  <a:lnTo>
                    <a:pt x="262902" y="6350"/>
                  </a:lnTo>
                  <a:lnTo>
                    <a:pt x="262902" y="5080"/>
                  </a:lnTo>
                  <a:lnTo>
                    <a:pt x="264172" y="5080"/>
                  </a:lnTo>
                  <a:lnTo>
                    <a:pt x="264172" y="1270"/>
                  </a:lnTo>
                  <a:lnTo>
                    <a:pt x="265430" y="1270"/>
                  </a:lnTo>
                  <a:lnTo>
                    <a:pt x="265430" y="0"/>
                  </a:lnTo>
                  <a:close/>
                </a:path>
              </a:pathLst>
            </a:custGeom>
            <a:solidFill>
              <a:srgbClr val="611F00"/>
            </a:solidFill>
          </p:spPr>
          <p:txBody>
            <a:bodyPr wrap="square" lIns="0" tIns="0" rIns="0" bIns="0" rtlCol="0"/>
            <a:lstStyle/>
            <a:p/>
          </p:txBody>
        </p:sp>
        <p:sp>
          <p:nvSpPr>
            <p:cNvPr id="1464" name="object 1464"/>
            <p:cNvSpPr/>
            <p:nvPr/>
          </p:nvSpPr>
          <p:spPr>
            <a:xfrm>
              <a:off x="6595097" y="1172209"/>
              <a:ext cx="263525" cy="7620"/>
            </a:xfrm>
            <a:custGeom>
              <a:avLst/>
              <a:gdLst/>
              <a:ahLst/>
              <a:cxnLst/>
              <a:rect l="l" t="t" r="r" b="b"/>
              <a:pathLst>
                <a:path w="263525" h="7619">
                  <a:moveTo>
                    <a:pt x="92710" y="0"/>
                  </a:moveTo>
                  <a:lnTo>
                    <a:pt x="0" y="0"/>
                  </a:lnTo>
                  <a:lnTo>
                    <a:pt x="0" y="7620"/>
                  </a:lnTo>
                  <a:lnTo>
                    <a:pt x="92710" y="7620"/>
                  </a:lnTo>
                  <a:lnTo>
                    <a:pt x="92710" y="0"/>
                  </a:lnTo>
                  <a:close/>
                </a:path>
                <a:path w="263525" h="7619">
                  <a:moveTo>
                    <a:pt x="262902" y="0"/>
                  </a:moveTo>
                  <a:lnTo>
                    <a:pt x="168922" y="0"/>
                  </a:lnTo>
                  <a:lnTo>
                    <a:pt x="168922" y="2540"/>
                  </a:lnTo>
                  <a:lnTo>
                    <a:pt x="168922" y="5080"/>
                  </a:lnTo>
                  <a:lnTo>
                    <a:pt x="167652" y="5080"/>
                  </a:lnTo>
                  <a:lnTo>
                    <a:pt x="167652" y="7620"/>
                  </a:lnTo>
                  <a:lnTo>
                    <a:pt x="261632" y="7620"/>
                  </a:lnTo>
                  <a:lnTo>
                    <a:pt x="261632" y="5080"/>
                  </a:lnTo>
                  <a:lnTo>
                    <a:pt x="261632" y="2540"/>
                  </a:lnTo>
                  <a:lnTo>
                    <a:pt x="262902" y="2540"/>
                  </a:lnTo>
                  <a:lnTo>
                    <a:pt x="262902" y="0"/>
                  </a:lnTo>
                  <a:close/>
                </a:path>
              </a:pathLst>
            </a:custGeom>
            <a:solidFill>
              <a:srgbClr val="641E00"/>
            </a:solidFill>
          </p:spPr>
          <p:txBody>
            <a:bodyPr wrap="square" lIns="0" tIns="0" rIns="0" bIns="0" rtlCol="0"/>
            <a:lstStyle/>
            <a:p/>
          </p:txBody>
        </p:sp>
        <p:sp>
          <p:nvSpPr>
            <p:cNvPr id="1465" name="object 1465"/>
            <p:cNvSpPr/>
            <p:nvPr/>
          </p:nvSpPr>
          <p:spPr>
            <a:xfrm>
              <a:off x="6595097" y="1179829"/>
              <a:ext cx="260985" cy="7620"/>
            </a:xfrm>
            <a:custGeom>
              <a:avLst/>
              <a:gdLst/>
              <a:ahLst/>
              <a:cxnLst/>
              <a:rect l="l" t="t" r="r" b="b"/>
              <a:pathLst>
                <a:path w="260984" h="7619">
                  <a:moveTo>
                    <a:pt x="92710" y="0"/>
                  </a:moveTo>
                  <a:lnTo>
                    <a:pt x="0" y="0"/>
                  </a:lnTo>
                  <a:lnTo>
                    <a:pt x="0" y="7620"/>
                  </a:lnTo>
                  <a:lnTo>
                    <a:pt x="92710" y="7620"/>
                  </a:lnTo>
                  <a:lnTo>
                    <a:pt x="92710" y="0"/>
                  </a:lnTo>
                  <a:close/>
                </a:path>
                <a:path w="260984" h="7619">
                  <a:moveTo>
                    <a:pt x="260362" y="0"/>
                  </a:moveTo>
                  <a:lnTo>
                    <a:pt x="167652" y="0"/>
                  </a:lnTo>
                  <a:lnTo>
                    <a:pt x="167652" y="2540"/>
                  </a:lnTo>
                  <a:lnTo>
                    <a:pt x="166382" y="2540"/>
                  </a:lnTo>
                  <a:lnTo>
                    <a:pt x="166382" y="5080"/>
                  </a:lnTo>
                  <a:lnTo>
                    <a:pt x="166382" y="7620"/>
                  </a:lnTo>
                  <a:lnTo>
                    <a:pt x="259080" y="7620"/>
                  </a:lnTo>
                  <a:lnTo>
                    <a:pt x="259080" y="5080"/>
                  </a:lnTo>
                  <a:lnTo>
                    <a:pt x="260362" y="5080"/>
                  </a:lnTo>
                  <a:lnTo>
                    <a:pt x="260362" y="2540"/>
                  </a:lnTo>
                  <a:lnTo>
                    <a:pt x="260362" y="0"/>
                  </a:lnTo>
                  <a:close/>
                </a:path>
              </a:pathLst>
            </a:custGeom>
            <a:solidFill>
              <a:srgbClr val="661E00"/>
            </a:solidFill>
          </p:spPr>
          <p:txBody>
            <a:bodyPr wrap="square" lIns="0" tIns="0" rIns="0" bIns="0" rtlCol="0"/>
            <a:lstStyle/>
            <a:p/>
          </p:txBody>
        </p:sp>
        <p:sp>
          <p:nvSpPr>
            <p:cNvPr id="1466" name="object 1466"/>
            <p:cNvSpPr/>
            <p:nvPr/>
          </p:nvSpPr>
          <p:spPr>
            <a:xfrm>
              <a:off x="6595097" y="1187449"/>
              <a:ext cx="259079" cy="5080"/>
            </a:xfrm>
            <a:custGeom>
              <a:avLst/>
              <a:gdLst/>
              <a:ahLst/>
              <a:cxnLst/>
              <a:rect l="l" t="t" r="r" b="b"/>
              <a:pathLst>
                <a:path w="259079" h="5080">
                  <a:moveTo>
                    <a:pt x="92710" y="0"/>
                  </a:moveTo>
                  <a:lnTo>
                    <a:pt x="0" y="0"/>
                  </a:lnTo>
                  <a:lnTo>
                    <a:pt x="0" y="5080"/>
                  </a:lnTo>
                  <a:lnTo>
                    <a:pt x="92710" y="5080"/>
                  </a:lnTo>
                  <a:lnTo>
                    <a:pt x="92710" y="0"/>
                  </a:lnTo>
                  <a:close/>
                </a:path>
                <a:path w="259079" h="5080">
                  <a:moveTo>
                    <a:pt x="259080" y="0"/>
                  </a:moveTo>
                  <a:lnTo>
                    <a:pt x="166382" y="0"/>
                  </a:lnTo>
                  <a:lnTo>
                    <a:pt x="166382" y="1270"/>
                  </a:lnTo>
                  <a:lnTo>
                    <a:pt x="165112" y="1270"/>
                  </a:lnTo>
                  <a:lnTo>
                    <a:pt x="165112" y="2540"/>
                  </a:lnTo>
                  <a:lnTo>
                    <a:pt x="165112" y="5080"/>
                  </a:lnTo>
                  <a:lnTo>
                    <a:pt x="257810" y="5080"/>
                  </a:lnTo>
                  <a:lnTo>
                    <a:pt x="257810" y="2540"/>
                  </a:lnTo>
                  <a:lnTo>
                    <a:pt x="259080" y="2540"/>
                  </a:lnTo>
                  <a:lnTo>
                    <a:pt x="259080" y="1270"/>
                  </a:lnTo>
                  <a:lnTo>
                    <a:pt x="259080" y="0"/>
                  </a:lnTo>
                  <a:close/>
                </a:path>
              </a:pathLst>
            </a:custGeom>
            <a:solidFill>
              <a:srgbClr val="681D00"/>
            </a:solidFill>
          </p:spPr>
          <p:txBody>
            <a:bodyPr wrap="square" lIns="0" tIns="0" rIns="0" bIns="0" rtlCol="0"/>
            <a:lstStyle/>
            <a:p/>
          </p:txBody>
        </p:sp>
        <p:sp>
          <p:nvSpPr>
            <p:cNvPr id="1467" name="object 1467"/>
            <p:cNvSpPr/>
            <p:nvPr/>
          </p:nvSpPr>
          <p:spPr>
            <a:xfrm>
              <a:off x="6595097" y="1193799"/>
              <a:ext cx="257175" cy="7620"/>
            </a:xfrm>
            <a:custGeom>
              <a:avLst/>
              <a:gdLst/>
              <a:ahLst/>
              <a:cxnLst/>
              <a:rect l="l" t="t" r="r" b="b"/>
              <a:pathLst>
                <a:path w="257175" h="7619">
                  <a:moveTo>
                    <a:pt x="92710" y="5080"/>
                  </a:moveTo>
                  <a:lnTo>
                    <a:pt x="0" y="5080"/>
                  </a:lnTo>
                  <a:lnTo>
                    <a:pt x="0" y="7620"/>
                  </a:lnTo>
                  <a:lnTo>
                    <a:pt x="92710" y="7620"/>
                  </a:lnTo>
                  <a:lnTo>
                    <a:pt x="92710" y="5080"/>
                  </a:lnTo>
                  <a:close/>
                </a:path>
                <a:path w="257175" h="7619">
                  <a:moveTo>
                    <a:pt x="92710" y="0"/>
                  </a:moveTo>
                  <a:lnTo>
                    <a:pt x="0" y="0"/>
                  </a:lnTo>
                  <a:lnTo>
                    <a:pt x="0" y="3810"/>
                  </a:lnTo>
                  <a:lnTo>
                    <a:pt x="92710" y="3810"/>
                  </a:lnTo>
                  <a:lnTo>
                    <a:pt x="92710" y="0"/>
                  </a:lnTo>
                  <a:close/>
                </a:path>
                <a:path w="257175" h="7619">
                  <a:moveTo>
                    <a:pt x="254012" y="5080"/>
                  </a:moveTo>
                  <a:lnTo>
                    <a:pt x="161302" y="5080"/>
                  </a:lnTo>
                  <a:lnTo>
                    <a:pt x="161302" y="7620"/>
                  </a:lnTo>
                  <a:lnTo>
                    <a:pt x="254012" y="7620"/>
                  </a:lnTo>
                  <a:lnTo>
                    <a:pt x="254012" y="5080"/>
                  </a:lnTo>
                  <a:close/>
                </a:path>
                <a:path w="257175" h="7619">
                  <a:moveTo>
                    <a:pt x="256552" y="0"/>
                  </a:moveTo>
                  <a:lnTo>
                    <a:pt x="163842" y="0"/>
                  </a:lnTo>
                  <a:lnTo>
                    <a:pt x="163842" y="2540"/>
                  </a:lnTo>
                  <a:lnTo>
                    <a:pt x="162572" y="2540"/>
                  </a:lnTo>
                  <a:lnTo>
                    <a:pt x="162572" y="3810"/>
                  </a:lnTo>
                  <a:lnTo>
                    <a:pt x="254012" y="3810"/>
                  </a:lnTo>
                  <a:lnTo>
                    <a:pt x="254012" y="5080"/>
                  </a:lnTo>
                  <a:lnTo>
                    <a:pt x="255282" y="5080"/>
                  </a:lnTo>
                  <a:lnTo>
                    <a:pt x="255282" y="3810"/>
                  </a:lnTo>
                  <a:lnTo>
                    <a:pt x="255282" y="2540"/>
                  </a:lnTo>
                  <a:lnTo>
                    <a:pt x="256552" y="2540"/>
                  </a:lnTo>
                  <a:lnTo>
                    <a:pt x="256552" y="0"/>
                  </a:lnTo>
                  <a:close/>
                </a:path>
              </a:pathLst>
            </a:custGeom>
            <a:solidFill>
              <a:srgbClr val="6A1D00"/>
            </a:solidFill>
          </p:spPr>
          <p:txBody>
            <a:bodyPr wrap="square" lIns="0" tIns="0" rIns="0" bIns="0" rtlCol="0"/>
            <a:lstStyle/>
            <a:p/>
          </p:txBody>
        </p:sp>
        <p:sp>
          <p:nvSpPr>
            <p:cNvPr id="1468" name="object 1468"/>
            <p:cNvSpPr/>
            <p:nvPr/>
          </p:nvSpPr>
          <p:spPr>
            <a:xfrm>
              <a:off x="6595097" y="1201419"/>
              <a:ext cx="252729" cy="7620"/>
            </a:xfrm>
            <a:custGeom>
              <a:avLst/>
              <a:gdLst/>
              <a:ahLst/>
              <a:cxnLst/>
              <a:rect l="l" t="t" r="r" b="b"/>
              <a:pathLst>
                <a:path w="252729" h="7619">
                  <a:moveTo>
                    <a:pt x="92710" y="3810"/>
                  </a:moveTo>
                  <a:lnTo>
                    <a:pt x="0" y="3810"/>
                  </a:lnTo>
                  <a:lnTo>
                    <a:pt x="0" y="6350"/>
                  </a:lnTo>
                  <a:lnTo>
                    <a:pt x="92710" y="6350"/>
                  </a:lnTo>
                  <a:lnTo>
                    <a:pt x="92710" y="3810"/>
                  </a:lnTo>
                  <a:close/>
                </a:path>
                <a:path w="252729" h="7619">
                  <a:moveTo>
                    <a:pt x="92710" y="1270"/>
                  </a:moveTo>
                  <a:lnTo>
                    <a:pt x="0" y="1270"/>
                  </a:lnTo>
                  <a:lnTo>
                    <a:pt x="0" y="2540"/>
                  </a:lnTo>
                  <a:lnTo>
                    <a:pt x="92710" y="2540"/>
                  </a:lnTo>
                  <a:lnTo>
                    <a:pt x="92710" y="1270"/>
                  </a:lnTo>
                  <a:close/>
                </a:path>
                <a:path w="252729" h="7619">
                  <a:moveTo>
                    <a:pt x="250202" y="3810"/>
                  </a:moveTo>
                  <a:lnTo>
                    <a:pt x="160032" y="3810"/>
                  </a:lnTo>
                  <a:lnTo>
                    <a:pt x="160032" y="2540"/>
                  </a:lnTo>
                  <a:lnTo>
                    <a:pt x="158762" y="2540"/>
                  </a:lnTo>
                  <a:lnTo>
                    <a:pt x="158762" y="3810"/>
                  </a:lnTo>
                  <a:lnTo>
                    <a:pt x="158762" y="6350"/>
                  </a:lnTo>
                  <a:lnTo>
                    <a:pt x="248932" y="6350"/>
                  </a:lnTo>
                  <a:lnTo>
                    <a:pt x="248932" y="7620"/>
                  </a:lnTo>
                  <a:lnTo>
                    <a:pt x="250202" y="7620"/>
                  </a:lnTo>
                  <a:lnTo>
                    <a:pt x="250202" y="6350"/>
                  </a:lnTo>
                  <a:lnTo>
                    <a:pt x="250202" y="3810"/>
                  </a:lnTo>
                  <a:close/>
                </a:path>
                <a:path w="252729" h="7619">
                  <a:moveTo>
                    <a:pt x="252730" y="1270"/>
                  </a:moveTo>
                  <a:lnTo>
                    <a:pt x="161302" y="1270"/>
                  </a:lnTo>
                  <a:lnTo>
                    <a:pt x="161302" y="0"/>
                  </a:lnTo>
                  <a:lnTo>
                    <a:pt x="160032" y="0"/>
                  </a:lnTo>
                  <a:lnTo>
                    <a:pt x="160032" y="1270"/>
                  </a:lnTo>
                  <a:lnTo>
                    <a:pt x="160032" y="2540"/>
                  </a:lnTo>
                  <a:lnTo>
                    <a:pt x="252730" y="2540"/>
                  </a:lnTo>
                  <a:lnTo>
                    <a:pt x="252730" y="1270"/>
                  </a:lnTo>
                  <a:close/>
                </a:path>
              </a:pathLst>
            </a:custGeom>
            <a:solidFill>
              <a:srgbClr val="6D1C00"/>
            </a:solidFill>
          </p:spPr>
          <p:txBody>
            <a:bodyPr wrap="square" lIns="0" tIns="0" rIns="0" bIns="0" rtlCol="0"/>
            <a:lstStyle/>
            <a:p/>
          </p:txBody>
        </p:sp>
        <p:sp>
          <p:nvSpPr>
            <p:cNvPr id="1469" name="object 1469"/>
            <p:cNvSpPr/>
            <p:nvPr/>
          </p:nvSpPr>
          <p:spPr>
            <a:xfrm>
              <a:off x="6595097" y="1209039"/>
              <a:ext cx="249554" cy="6350"/>
            </a:xfrm>
            <a:custGeom>
              <a:avLst/>
              <a:gdLst/>
              <a:ahLst/>
              <a:cxnLst/>
              <a:rect l="l" t="t" r="r" b="b"/>
              <a:pathLst>
                <a:path w="249554" h="6350">
                  <a:moveTo>
                    <a:pt x="92710" y="2540"/>
                  </a:moveTo>
                  <a:lnTo>
                    <a:pt x="0" y="2540"/>
                  </a:lnTo>
                  <a:lnTo>
                    <a:pt x="0" y="5080"/>
                  </a:lnTo>
                  <a:lnTo>
                    <a:pt x="92710" y="5080"/>
                  </a:lnTo>
                  <a:lnTo>
                    <a:pt x="92710" y="2540"/>
                  </a:lnTo>
                  <a:close/>
                </a:path>
                <a:path w="249554" h="6350">
                  <a:moveTo>
                    <a:pt x="92710" y="0"/>
                  </a:moveTo>
                  <a:lnTo>
                    <a:pt x="0" y="0"/>
                  </a:lnTo>
                  <a:lnTo>
                    <a:pt x="0" y="1270"/>
                  </a:lnTo>
                  <a:lnTo>
                    <a:pt x="92710" y="1270"/>
                  </a:lnTo>
                  <a:lnTo>
                    <a:pt x="92710" y="0"/>
                  </a:lnTo>
                  <a:close/>
                </a:path>
                <a:path w="249554" h="6350">
                  <a:moveTo>
                    <a:pt x="154952" y="5080"/>
                  </a:moveTo>
                  <a:lnTo>
                    <a:pt x="153682" y="5080"/>
                  </a:lnTo>
                  <a:lnTo>
                    <a:pt x="153682" y="6350"/>
                  </a:lnTo>
                  <a:lnTo>
                    <a:pt x="154952" y="6350"/>
                  </a:lnTo>
                  <a:lnTo>
                    <a:pt x="154952" y="5080"/>
                  </a:lnTo>
                  <a:close/>
                </a:path>
                <a:path w="249554" h="6350">
                  <a:moveTo>
                    <a:pt x="247662" y="2540"/>
                  </a:moveTo>
                  <a:lnTo>
                    <a:pt x="154952" y="2540"/>
                  </a:lnTo>
                  <a:lnTo>
                    <a:pt x="154952" y="5080"/>
                  </a:lnTo>
                  <a:lnTo>
                    <a:pt x="247662" y="5080"/>
                  </a:lnTo>
                  <a:lnTo>
                    <a:pt x="247662" y="2540"/>
                  </a:lnTo>
                  <a:close/>
                </a:path>
                <a:path w="249554" h="6350">
                  <a:moveTo>
                    <a:pt x="248932" y="0"/>
                  </a:moveTo>
                  <a:lnTo>
                    <a:pt x="157492" y="0"/>
                  </a:lnTo>
                  <a:lnTo>
                    <a:pt x="157492" y="1270"/>
                  </a:lnTo>
                  <a:lnTo>
                    <a:pt x="247662" y="1270"/>
                  </a:lnTo>
                  <a:lnTo>
                    <a:pt x="247662" y="2540"/>
                  </a:lnTo>
                  <a:lnTo>
                    <a:pt x="248932" y="2540"/>
                  </a:lnTo>
                  <a:lnTo>
                    <a:pt x="248932" y="1270"/>
                  </a:lnTo>
                  <a:lnTo>
                    <a:pt x="248932" y="0"/>
                  </a:lnTo>
                  <a:close/>
                </a:path>
              </a:pathLst>
            </a:custGeom>
            <a:solidFill>
              <a:srgbClr val="6F1C00"/>
            </a:solidFill>
          </p:spPr>
          <p:txBody>
            <a:bodyPr wrap="square" lIns="0" tIns="0" rIns="0" bIns="0" rtlCol="0"/>
            <a:lstStyle/>
            <a:p/>
          </p:txBody>
        </p:sp>
        <p:sp>
          <p:nvSpPr>
            <p:cNvPr id="1470" name="object 1470"/>
            <p:cNvSpPr/>
            <p:nvPr/>
          </p:nvSpPr>
          <p:spPr>
            <a:xfrm>
              <a:off x="6595097" y="1215389"/>
              <a:ext cx="246379" cy="7620"/>
            </a:xfrm>
            <a:custGeom>
              <a:avLst/>
              <a:gdLst/>
              <a:ahLst/>
              <a:cxnLst/>
              <a:rect l="l" t="t" r="r" b="b"/>
              <a:pathLst>
                <a:path w="246379" h="7619">
                  <a:moveTo>
                    <a:pt x="92710" y="6350"/>
                  </a:moveTo>
                  <a:lnTo>
                    <a:pt x="0" y="6350"/>
                  </a:lnTo>
                  <a:lnTo>
                    <a:pt x="0" y="7620"/>
                  </a:lnTo>
                  <a:lnTo>
                    <a:pt x="92710" y="7620"/>
                  </a:lnTo>
                  <a:lnTo>
                    <a:pt x="92710" y="6350"/>
                  </a:lnTo>
                  <a:close/>
                </a:path>
                <a:path w="246379" h="7619">
                  <a:moveTo>
                    <a:pt x="92710" y="2540"/>
                  </a:moveTo>
                  <a:lnTo>
                    <a:pt x="0" y="2540"/>
                  </a:lnTo>
                  <a:lnTo>
                    <a:pt x="0" y="5080"/>
                  </a:lnTo>
                  <a:lnTo>
                    <a:pt x="92710" y="5080"/>
                  </a:lnTo>
                  <a:lnTo>
                    <a:pt x="92710" y="2540"/>
                  </a:lnTo>
                  <a:close/>
                </a:path>
                <a:path w="246379" h="7619">
                  <a:moveTo>
                    <a:pt x="92710" y="0"/>
                  </a:moveTo>
                  <a:lnTo>
                    <a:pt x="0" y="0"/>
                  </a:lnTo>
                  <a:lnTo>
                    <a:pt x="0" y="1270"/>
                  </a:lnTo>
                  <a:lnTo>
                    <a:pt x="92710" y="1270"/>
                  </a:lnTo>
                  <a:lnTo>
                    <a:pt x="92710" y="0"/>
                  </a:lnTo>
                  <a:close/>
                </a:path>
                <a:path w="246379" h="7619">
                  <a:moveTo>
                    <a:pt x="242582" y="6350"/>
                  </a:moveTo>
                  <a:lnTo>
                    <a:pt x="149872" y="6350"/>
                  </a:lnTo>
                  <a:lnTo>
                    <a:pt x="149872" y="5080"/>
                  </a:lnTo>
                  <a:lnTo>
                    <a:pt x="148602" y="5080"/>
                  </a:lnTo>
                  <a:lnTo>
                    <a:pt x="148602" y="6350"/>
                  </a:lnTo>
                  <a:lnTo>
                    <a:pt x="148602" y="7620"/>
                  </a:lnTo>
                  <a:lnTo>
                    <a:pt x="242582" y="7620"/>
                  </a:lnTo>
                  <a:lnTo>
                    <a:pt x="242582" y="6350"/>
                  </a:lnTo>
                  <a:close/>
                </a:path>
                <a:path w="246379" h="7619">
                  <a:moveTo>
                    <a:pt x="243852" y="2540"/>
                  </a:moveTo>
                  <a:lnTo>
                    <a:pt x="153682" y="2540"/>
                  </a:lnTo>
                  <a:lnTo>
                    <a:pt x="153682" y="1270"/>
                  </a:lnTo>
                  <a:lnTo>
                    <a:pt x="152412" y="1270"/>
                  </a:lnTo>
                  <a:lnTo>
                    <a:pt x="152412" y="2540"/>
                  </a:lnTo>
                  <a:lnTo>
                    <a:pt x="151142" y="2540"/>
                  </a:lnTo>
                  <a:lnTo>
                    <a:pt x="151142" y="5080"/>
                  </a:lnTo>
                  <a:lnTo>
                    <a:pt x="242582" y="5080"/>
                  </a:lnTo>
                  <a:lnTo>
                    <a:pt x="242582" y="6350"/>
                  </a:lnTo>
                  <a:lnTo>
                    <a:pt x="243852" y="6350"/>
                  </a:lnTo>
                  <a:lnTo>
                    <a:pt x="243852" y="5080"/>
                  </a:lnTo>
                  <a:lnTo>
                    <a:pt x="243852" y="2540"/>
                  </a:lnTo>
                  <a:close/>
                </a:path>
                <a:path w="246379" h="7619">
                  <a:moveTo>
                    <a:pt x="246380" y="0"/>
                  </a:moveTo>
                  <a:lnTo>
                    <a:pt x="153682" y="0"/>
                  </a:lnTo>
                  <a:lnTo>
                    <a:pt x="153682" y="1270"/>
                  </a:lnTo>
                  <a:lnTo>
                    <a:pt x="246380" y="1270"/>
                  </a:lnTo>
                  <a:lnTo>
                    <a:pt x="246380" y="0"/>
                  </a:lnTo>
                  <a:close/>
                </a:path>
              </a:pathLst>
            </a:custGeom>
            <a:solidFill>
              <a:srgbClr val="711C00"/>
            </a:solidFill>
          </p:spPr>
          <p:txBody>
            <a:bodyPr wrap="square" lIns="0" tIns="0" rIns="0" bIns="0" rtlCol="0"/>
            <a:lstStyle/>
            <a:p/>
          </p:txBody>
        </p:sp>
        <p:sp>
          <p:nvSpPr>
            <p:cNvPr id="1471" name="object 1471"/>
            <p:cNvSpPr/>
            <p:nvPr/>
          </p:nvSpPr>
          <p:spPr>
            <a:xfrm>
              <a:off x="6595097" y="1223009"/>
              <a:ext cx="243204" cy="7620"/>
            </a:xfrm>
            <a:custGeom>
              <a:avLst/>
              <a:gdLst/>
              <a:ahLst/>
              <a:cxnLst/>
              <a:rect l="l" t="t" r="r" b="b"/>
              <a:pathLst>
                <a:path w="243204" h="7619">
                  <a:moveTo>
                    <a:pt x="92710" y="5080"/>
                  </a:moveTo>
                  <a:lnTo>
                    <a:pt x="0" y="5080"/>
                  </a:lnTo>
                  <a:lnTo>
                    <a:pt x="0" y="6350"/>
                  </a:lnTo>
                  <a:lnTo>
                    <a:pt x="92710" y="6350"/>
                  </a:lnTo>
                  <a:lnTo>
                    <a:pt x="92710" y="5080"/>
                  </a:lnTo>
                  <a:close/>
                </a:path>
                <a:path w="243204" h="7619">
                  <a:moveTo>
                    <a:pt x="92710" y="1270"/>
                  </a:moveTo>
                  <a:lnTo>
                    <a:pt x="0" y="1270"/>
                  </a:lnTo>
                  <a:lnTo>
                    <a:pt x="0" y="3810"/>
                  </a:lnTo>
                  <a:lnTo>
                    <a:pt x="92710" y="3810"/>
                  </a:lnTo>
                  <a:lnTo>
                    <a:pt x="92710" y="1270"/>
                  </a:lnTo>
                  <a:close/>
                </a:path>
                <a:path w="243204" h="7619">
                  <a:moveTo>
                    <a:pt x="143522" y="6350"/>
                  </a:moveTo>
                  <a:lnTo>
                    <a:pt x="142252" y="6350"/>
                  </a:lnTo>
                  <a:lnTo>
                    <a:pt x="142252" y="7620"/>
                  </a:lnTo>
                  <a:lnTo>
                    <a:pt x="143522" y="7620"/>
                  </a:lnTo>
                  <a:lnTo>
                    <a:pt x="143522" y="6350"/>
                  </a:lnTo>
                  <a:close/>
                </a:path>
                <a:path w="243204" h="7619">
                  <a:moveTo>
                    <a:pt x="238772" y="5080"/>
                  </a:moveTo>
                  <a:lnTo>
                    <a:pt x="144792" y="5080"/>
                  </a:lnTo>
                  <a:lnTo>
                    <a:pt x="144792" y="6350"/>
                  </a:lnTo>
                  <a:lnTo>
                    <a:pt x="237502" y="6350"/>
                  </a:lnTo>
                  <a:lnTo>
                    <a:pt x="237502" y="7620"/>
                  </a:lnTo>
                  <a:lnTo>
                    <a:pt x="238772" y="7620"/>
                  </a:lnTo>
                  <a:lnTo>
                    <a:pt x="238772" y="6350"/>
                  </a:lnTo>
                  <a:lnTo>
                    <a:pt x="238772" y="5080"/>
                  </a:lnTo>
                  <a:close/>
                </a:path>
                <a:path w="243204" h="7619">
                  <a:moveTo>
                    <a:pt x="241312" y="1270"/>
                  </a:moveTo>
                  <a:lnTo>
                    <a:pt x="146062" y="1270"/>
                  </a:lnTo>
                  <a:lnTo>
                    <a:pt x="146062" y="3810"/>
                  </a:lnTo>
                  <a:lnTo>
                    <a:pt x="238772" y="3810"/>
                  </a:lnTo>
                  <a:lnTo>
                    <a:pt x="238772" y="5080"/>
                  </a:lnTo>
                  <a:lnTo>
                    <a:pt x="240042" y="5080"/>
                  </a:lnTo>
                  <a:lnTo>
                    <a:pt x="240042" y="3810"/>
                  </a:lnTo>
                  <a:lnTo>
                    <a:pt x="241312" y="3810"/>
                  </a:lnTo>
                  <a:lnTo>
                    <a:pt x="241312" y="1270"/>
                  </a:lnTo>
                  <a:close/>
                </a:path>
                <a:path w="243204" h="7619">
                  <a:moveTo>
                    <a:pt x="242582" y="0"/>
                  </a:moveTo>
                  <a:lnTo>
                    <a:pt x="241312" y="0"/>
                  </a:lnTo>
                  <a:lnTo>
                    <a:pt x="241312" y="1270"/>
                  </a:lnTo>
                  <a:lnTo>
                    <a:pt x="242582" y="1270"/>
                  </a:lnTo>
                  <a:lnTo>
                    <a:pt x="242582" y="0"/>
                  </a:lnTo>
                  <a:close/>
                </a:path>
              </a:pathLst>
            </a:custGeom>
            <a:solidFill>
              <a:srgbClr val="741B00"/>
            </a:solidFill>
          </p:spPr>
          <p:txBody>
            <a:bodyPr wrap="square" lIns="0" tIns="0" rIns="0" bIns="0" rtlCol="0"/>
            <a:lstStyle/>
            <a:p/>
          </p:txBody>
        </p:sp>
        <p:sp>
          <p:nvSpPr>
            <p:cNvPr id="1472" name="object 1472"/>
            <p:cNvSpPr/>
            <p:nvPr/>
          </p:nvSpPr>
          <p:spPr>
            <a:xfrm>
              <a:off x="6595097" y="1230629"/>
              <a:ext cx="236854" cy="6350"/>
            </a:xfrm>
            <a:custGeom>
              <a:avLst/>
              <a:gdLst/>
              <a:ahLst/>
              <a:cxnLst/>
              <a:rect l="l" t="t" r="r" b="b"/>
              <a:pathLst>
                <a:path w="236854" h="6350">
                  <a:moveTo>
                    <a:pt x="92710" y="3810"/>
                  </a:moveTo>
                  <a:lnTo>
                    <a:pt x="0" y="3810"/>
                  </a:lnTo>
                  <a:lnTo>
                    <a:pt x="0" y="5080"/>
                  </a:lnTo>
                  <a:lnTo>
                    <a:pt x="92710" y="5080"/>
                  </a:lnTo>
                  <a:lnTo>
                    <a:pt x="92710" y="3810"/>
                  </a:lnTo>
                  <a:close/>
                </a:path>
                <a:path w="236854" h="6350">
                  <a:moveTo>
                    <a:pt x="92710" y="0"/>
                  </a:moveTo>
                  <a:lnTo>
                    <a:pt x="0" y="0"/>
                  </a:lnTo>
                  <a:lnTo>
                    <a:pt x="0" y="2540"/>
                  </a:lnTo>
                  <a:lnTo>
                    <a:pt x="92710" y="2540"/>
                  </a:lnTo>
                  <a:lnTo>
                    <a:pt x="92710" y="0"/>
                  </a:lnTo>
                  <a:close/>
                </a:path>
                <a:path w="236854" h="6350">
                  <a:moveTo>
                    <a:pt x="137172" y="5080"/>
                  </a:moveTo>
                  <a:lnTo>
                    <a:pt x="133362" y="5080"/>
                  </a:lnTo>
                  <a:lnTo>
                    <a:pt x="133362" y="6350"/>
                  </a:lnTo>
                  <a:lnTo>
                    <a:pt x="137172" y="6350"/>
                  </a:lnTo>
                  <a:lnTo>
                    <a:pt x="137172" y="5080"/>
                  </a:lnTo>
                  <a:close/>
                </a:path>
                <a:path w="236854" h="6350">
                  <a:moveTo>
                    <a:pt x="234962" y="3810"/>
                  </a:moveTo>
                  <a:lnTo>
                    <a:pt x="139712" y="3810"/>
                  </a:lnTo>
                  <a:lnTo>
                    <a:pt x="139712" y="2540"/>
                  </a:lnTo>
                  <a:lnTo>
                    <a:pt x="138442" y="2540"/>
                  </a:lnTo>
                  <a:lnTo>
                    <a:pt x="138442" y="3810"/>
                  </a:lnTo>
                  <a:lnTo>
                    <a:pt x="138442" y="5080"/>
                  </a:lnTo>
                  <a:lnTo>
                    <a:pt x="234962" y="5080"/>
                  </a:lnTo>
                  <a:lnTo>
                    <a:pt x="234962" y="3810"/>
                  </a:lnTo>
                  <a:close/>
                </a:path>
                <a:path w="236854" h="6350">
                  <a:moveTo>
                    <a:pt x="236232" y="0"/>
                  </a:moveTo>
                  <a:lnTo>
                    <a:pt x="140982" y="0"/>
                  </a:lnTo>
                  <a:lnTo>
                    <a:pt x="140982" y="2540"/>
                  </a:lnTo>
                  <a:lnTo>
                    <a:pt x="234962" y="2540"/>
                  </a:lnTo>
                  <a:lnTo>
                    <a:pt x="234962" y="3810"/>
                  </a:lnTo>
                  <a:lnTo>
                    <a:pt x="236232" y="3810"/>
                  </a:lnTo>
                  <a:lnTo>
                    <a:pt x="236232" y="2540"/>
                  </a:lnTo>
                  <a:lnTo>
                    <a:pt x="236232" y="0"/>
                  </a:lnTo>
                  <a:close/>
                </a:path>
              </a:pathLst>
            </a:custGeom>
            <a:solidFill>
              <a:srgbClr val="761B00"/>
            </a:solidFill>
          </p:spPr>
          <p:txBody>
            <a:bodyPr wrap="square" lIns="0" tIns="0" rIns="0" bIns="0" rtlCol="0"/>
            <a:lstStyle/>
            <a:p/>
          </p:txBody>
        </p:sp>
        <p:sp>
          <p:nvSpPr>
            <p:cNvPr id="1473" name="object 1473"/>
            <p:cNvSpPr/>
            <p:nvPr/>
          </p:nvSpPr>
          <p:spPr>
            <a:xfrm>
              <a:off x="6595097" y="1236979"/>
              <a:ext cx="233045" cy="7620"/>
            </a:xfrm>
            <a:custGeom>
              <a:avLst/>
              <a:gdLst/>
              <a:ahLst/>
              <a:cxnLst/>
              <a:rect l="l" t="t" r="r" b="b"/>
              <a:pathLst>
                <a:path w="233045" h="7619">
                  <a:moveTo>
                    <a:pt x="92710" y="6350"/>
                  </a:moveTo>
                  <a:lnTo>
                    <a:pt x="0" y="6350"/>
                  </a:lnTo>
                  <a:lnTo>
                    <a:pt x="0" y="7620"/>
                  </a:lnTo>
                  <a:lnTo>
                    <a:pt x="92710" y="7620"/>
                  </a:lnTo>
                  <a:lnTo>
                    <a:pt x="92710" y="6350"/>
                  </a:lnTo>
                  <a:close/>
                </a:path>
                <a:path w="233045" h="7619">
                  <a:moveTo>
                    <a:pt x="92710" y="3810"/>
                  </a:moveTo>
                  <a:lnTo>
                    <a:pt x="0" y="3810"/>
                  </a:lnTo>
                  <a:lnTo>
                    <a:pt x="0" y="5080"/>
                  </a:lnTo>
                  <a:lnTo>
                    <a:pt x="92710" y="5080"/>
                  </a:lnTo>
                  <a:lnTo>
                    <a:pt x="92710" y="3810"/>
                  </a:lnTo>
                  <a:close/>
                </a:path>
                <a:path w="233045" h="7619">
                  <a:moveTo>
                    <a:pt x="92710" y="0"/>
                  </a:moveTo>
                  <a:lnTo>
                    <a:pt x="0" y="0"/>
                  </a:lnTo>
                  <a:lnTo>
                    <a:pt x="0" y="2540"/>
                  </a:lnTo>
                  <a:lnTo>
                    <a:pt x="92710" y="2540"/>
                  </a:lnTo>
                  <a:lnTo>
                    <a:pt x="92710" y="0"/>
                  </a:lnTo>
                  <a:close/>
                </a:path>
                <a:path w="233045" h="7619">
                  <a:moveTo>
                    <a:pt x="227330" y="6350"/>
                  </a:moveTo>
                  <a:lnTo>
                    <a:pt x="125742" y="6350"/>
                  </a:lnTo>
                  <a:lnTo>
                    <a:pt x="125742" y="5080"/>
                  </a:lnTo>
                  <a:lnTo>
                    <a:pt x="121932" y="5080"/>
                  </a:lnTo>
                  <a:lnTo>
                    <a:pt x="121932" y="6350"/>
                  </a:lnTo>
                  <a:lnTo>
                    <a:pt x="114312" y="6350"/>
                  </a:lnTo>
                  <a:lnTo>
                    <a:pt x="114312" y="7620"/>
                  </a:lnTo>
                  <a:lnTo>
                    <a:pt x="227330" y="7620"/>
                  </a:lnTo>
                  <a:lnTo>
                    <a:pt x="227330" y="6350"/>
                  </a:lnTo>
                  <a:close/>
                </a:path>
                <a:path w="233045" h="7619">
                  <a:moveTo>
                    <a:pt x="229882" y="3810"/>
                  </a:moveTo>
                  <a:lnTo>
                    <a:pt x="129552" y="3810"/>
                  </a:lnTo>
                  <a:lnTo>
                    <a:pt x="129552" y="2540"/>
                  </a:lnTo>
                  <a:lnTo>
                    <a:pt x="127012" y="2540"/>
                  </a:lnTo>
                  <a:lnTo>
                    <a:pt x="127012" y="3810"/>
                  </a:lnTo>
                  <a:lnTo>
                    <a:pt x="127012" y="5080"/>
                  </a:lnTo>
                  <a:lnTo>
                    <a:pt x="228612" y="5080"/>
                  </a:lnTo>
                  <a:lnTo>
                    <a:pt x="228612" y="6350"/>
                  </a:lnTo>
                  <a:lnTo>
                    <a:pt x="229882" y="6350"/>
                  </a:lnTo>
                  <a:lnTo>
                    <a:pt x="229882" y="5080"/>
                  </a:lnTo>
                  <a:lnTo>
                    <a:pt x="229882" y="3810"/>
                  </a:lnTo>
                  <a:close/>
                </a:path>
                <a:path w="233045" h="7619">
                  <a:moveTo>
                    <a:pt x="232422" y="0"/>
                  </a:moveTo>
                  <a:lnTo>
                    <a:pt x="130822" y="0"/>
                  </a:lnTo>
                  <a:lnTo>
                    <a:pt x="130822" y="2540"/>
                  </a:lnTo>
                  <a:lnTo>
                    <a:pt x="229882" y="2540"/>
                  </a:lnTo>
                  <a:lnTo>
                    <a:pt x="229882" y="3810"/>
                  </a:lnTo>
                  <a:lnTo>
                    <a:pt x="231152" y="3810"/>
                  </a:lnTo>
                  <a:lnTo>
                    <a:pt x="231152" y="2540"/>
                  </a:lnTo>
                  <a:lnTo>
                    <a:pt x="232422" y="2540"/>
                  </a:lnTo>
                  <a:lnTo>
                    <a:pt x="232422" y="0"/>
                  </a:lnTo>
                  <a:close/>
                </a:path>
              </a:pathLst>
            </a:custGeom>
            <a:solidFill>
              <a:srgbClr val="781A00"/>
            </a:solidFill>
          </p:spPr>
          <p:txBody>
            <a:bodyPr wrap="square" lIns="0" tIns="0" rIns="0" bIns="0" rtlCol="0"/>
            <a:lstStyle/>
            <a:p/>
          </p:txBody>
        </p:sp>
        <p:sp>
          <p:nvSpPr>
            <p:cNvPr id="1474" name="object 1474"/>
            <p:cNvSpPr/>
            <p:nvPr/>
          </p:nvSpPr>
          <p:spPr>
            <a:xfrm>
              <a:off x="6595097" y="1244599"/>
              <a:ext cx="227329" cy="7620"/>
            </a:xfrm>
            <a:custGeom>
              <a:avLst/>
              <a:gdLst/>
              <a:ahLst/>
              <a:cxnLst/>
              <a:rect l="l" t="t" r="r" b="b"/>
              <a:pathLst>
                <a:path w="227329" h="7619">
                  <a:moveTo>
                    <a:pt x="92710" y="0"/>
                  </a:moveTo>
                  <a:lnTo>
                    <a:pt x="0" y="0"/>
                  </a:lnTo>
                  <a:lnTo>
                    <a:pt x="0" y="1270"/>
                  </a:lnTo>
                  <a:lnTo>
                    <a:pt x="92710" y="1270"/>
                  </a:lnTo>
                  <a:lnTo>
                    <a:pt x="92710" y="0"/>
                  </a:lnTo>
                  <a:close/>
                </a:path>
                <a:path w="227329" h="7619">
                  <a:moveTo>
                    <a:pt x="222262" y="5080"/>
                  </a:moveTo>
                  <a:lnTo>
                    <a:pt x="0" y="5080"/>
                  </a:lnTo>
                  <a:lnTo>
                    <a:pt x="0" y="7620"/>
                  </a:lnTo>
                  <a:lnTo>
                    <a:pt x="222262" y="7620"/>
                  </a:lnTo>
                  <a:lnTo>
                    <a:pt x="222262" y="5080"/>
                  </a:lnTo>
                  <a:close/>
                </a:path>
                <a:path w="227329" h="7619">
                  <a:moveTo>
                    <a:pt x="226060" y="2540"/>
                  </a:moveTo>
                  <a:lnTo>
                    <a:pt x="105422" y="2540"/>
                  </a:lnTo>
                  <a:lnTo>
                    <a:pt x="105422" y="1270"/>
                  </a:lnTo>
                  <a:lnTo>
                    <a:pt x="92710" y="1270"/>
                  </a:lnTo>
                  <a:lnTo>
                    <a:pt x="92710" y="2540"/>
                  </a:lnTo>
                  <a:lnTo>
                    <a:pt x="0" y="2540"/>
                  </a:lnTo>
                  <a:lnTo>
                    <a:pt x="0" y="3810"/>
                  </a:lnTo>
                  <a:lnTo>
                    <a:pt x="223532" y="3810"/>
                  </a:lnTo>
                  <a:lnTo>
                    <a:pt x="223532" y="5080"/>
                  </a:lnTo>
                  <a:lnTo>
                    <a:pt x="224802" y="5080"/>
                  </a:lnTo>
                  <a:lnTo>
                    <a:pt x="224802" y="3810"/>
                  </a:lnTo>
                  <a:lnTo>
                    <a:pt x="226060" y="3810"/>
                  </a:lnTo>
                  <a:lnTo>
                    <a:pt x="226060" y="2540"/>
                  </a:lnTo>
                  <a:close/>
                </a:path>
                <a:path w="227329" h="7619">
                  <a:moveTo>
                    <a:pt x="227330" y="0"/>
                  </a:moveTo>
                  <a:lnTo>
                    <a:pt x="114312" y="0"/>
                  </a:lnTo>
                  <a:lnTo>
                    <a:pt x="114312" y="1270"/>
                  </a:lnTo>
                  <a:lnTo>
                    <a:pt x="227330" y="1270"/>
                  </a:lnTo>
                  <a:lnTo>
                    <a:pt x="227330" y="0"/>
                  </a:lnTo>
                  <a:close/>
                </a:path>
              </a:pathLst>
            </a:custGeom>
            <a:solidFill>
              <a:srgbClr val="7B1A00"/>
            </a:solidFill>
          </p:spPr>
          <p:txBody>
            <a:bodyPr wrap="square" lIns="0" tIns="0" rIns="0" bIns="0" rtlCol="0"/>
            <a:lstStyle/>
            <a:p/>
          </p:txBody>
        </p:sp>
        <p:sp>
          <p:nvSpPr>
            <p:cNvPr id="1475" name="object 1475"/>
            <p:cNvSpPr/>
            <p:nvPr/>
          </p:nvSpPr>
          <p:spPr>
            <a:xfrm>
              <a:off x="6595097" y="1252219"/>
              <a:ext cx="220979" cy="6350"/>
            </a:xfrm>
            <a:custGeom>
              <a:avLst/>
              <a:gdLst/>
              <a:ahLst/>
              <a:cxnLst/>
              <a:rect l="l" t="t" r="r" b="b"/>
              <a:pathLst>
                <a:path w="220979" h="6350">
                  <a:moveTo>
                    <a:pt x="217182" y="3810"/>
                  </a:moveTo>
                  <a:lnTo>
                    <a:pt x="0" y="3810"/>
                  </a:lnTo>
                  <a:lnTo>
                    <a:pt x="0" y="6350"/>
                  </a:lnTo>
                  <a:lnTo>
                    <a:pt x="217182" y="6350"/>
                  </a:lnTo>
                  <a:lnTo>
                    <a:pt x="217182" y="3810"/>
                  </a:lnTo>
                  <a:close/>
                </a:path>
                <a:path w="220979" h="6350">
                  <a:moveTo>
                    <a:pt x="220980" y="0"/>
                  </a:moveTo>
                  <a:lnTo>
                    <a:pt x="0" y="0"/>
                  </a:lnTo>
                  <a:lnTo>
                    <a:pt x="0" y="2540"/>
                  </a:lnTo>
                  <a:lnTo>
                    <a:pt x="218452" y="2540"/>
                  </a:lnTo>
                  <a:lnTo>
                    <a:pt x="218452" y="3810"/>
                  </a:lnTo>
                  <a:lnTo>
                    <a:pt x="219710" y="3810"/>
                  </a:lnTo>
                  <a:lnTo>
                    <a:pt x="219710" y="2540"/>
                  </a:lnTo>
                  <a:lnTo>
                    <a:pt x="220980" y="2540"/>
                  </a:lnTo>
                  <a:lnTo>
                    <a:pt x="220980" y="0"/>
                  </a:lnTo>
                  <a:close/>
                </a:path>
              </a:pathLst>
            </a:custGeom>
            <a:solidFill>
              <a:srgbClr val="7D1900"/>
            </a:solidFill>
          </p:spPr>
          <p:txBody>
            <a:bodyPr wrap="square" lIns="0" tIns="0" rIns="0" bIns="0" rtlCol="0"/>
            <a:lstStyle/>
            <a:p/>
          </p:txBody>
        </p:sp>
        <p:sp>
          <p:nvSpPr>
            <p:cNvPr id="1476" name="object 1476"/>
            <p:cNvSpPr/>
            <p:nvPr/>
          </p:nvSpPr>
          <p:spPr>
            <a:xfrm>
              <a:off x="6595097" y="1258569"/>
              <a:ext cx="216535" cy="7620"/>
            </a:xfrm>
            <a:custGeom>
              <a:avLst/>
              <a:gdLst/>
              <a:ahLst/>
              <a:cxnLst/>
              <a:rect l="l" t="t" r="r" b="b"/>
              <a:pathLst>
                <a:path w="216534" h="7619">
                  <a:moveTo>
                    <a:pt x="209562" y="3810"/>
                  </a:moveTo>
                  <a:lnTo>
                    <a:pt x="0" y="3810"/>
                  </a:lnTo>
                  <a:lnTo>
                    <a:pt x="0" y="6350"/>
                  </a:lnTo>
                  <a:lnTo>
                    <a:pt x="205752" y="6350"/>
                  </a:lnTo>
                  <a:lnTo>
                    <a:pt x="205752" y="7620"/>
                  </a:lnTo>
                  <a:lnTo>
                    <a:pt x="207010" y="7620"/>
                  </a:lnTo>
                  <a:lnTo>
                    <a:pt x="207010" y="6350"/>
                  </a:lnTo>
                  <a:lnTo>
                    <a:pt x="209562" y="6350"/>
                  </a:lnTo>
                  <a:lnTo>
                    <a:pt x="209562" y="3810"/>
                  </a:lnTo>
                  <a:close/>
                </a:path>
                <a:path w="216534" h="7619">
                  <a:moveTo>
                    <a:pt x="214630" y="1270"/>
                  </a:moveTo>
                  <a:lnTo>
                    <a:pt x="0" y="1270"/>
                  </a:lnTo>
                  <a:lnTo>
                    <a:pt x="0" y="2540"/>
                  </a:lnTo>
                  <a:lnTo>
                    <a:pt x="210832" y="2540"/>
                  </a:lnTo>
                  <a:lnTo>
                    <a:pt x="210832" y="3810"/>
                  </a:lnTo>
                  <a:lnTo>
                    <a:pt x="212102" y="3810"/>
                  </a:lnTo>
                  <a:lnTo>
                    <a:pt x="212102" y="2540"/>
                  </a:lnTo>
                  <a:lnTo>
                    <a:pt x="214630" y="2540"/>
                  </a:lnTo>
                  <a:lnTo>
                    <a:pt x="214630" y="1270"/>
                  </a:lnTo>
                  <a:close/>
                </a:path>
                <a:path w="216534" h="7619">
                  <a:moveTo>
                    <a:pt x="215912" y="0"/>
                  </a:moveTo>
                  <a:lnTo>
                    <a:pt x="214630" y="0"/>
                  </a:lnTo>
                  <a:lnTo>
                    <a:pt x="214630" y="1270"/>
                  </a:lnTo>
                  <a:lnTo>
                    <a:pt x="215912" y="1270"/>
                  </a:lnTo>
                  <a:lnTo>
                    <a:pt x="215912" y="0"/>
                  </a:lnTo>
                  <a:close/>
                </a:path>
              </a:pathLst>
            </a:custGeom>
            <a:solidFill>
              <a:srgbClr val="7F1900"/>
            </a:solidFill>
          </p:spPr>
          <p:txBody>
            <a:bodyPr wrap="square" lIns="0" tIns="0" rIns="0" bIns="0" rtlCol="0"/>
            <a:lstStyle/>
            <a:p/>
          </p:txBody>
        </p:sp>
        <p:sp>
          <p:nvSpPr>
            <p:cNvPr id="1477" name="object 1477"/>
            <p:cNvSpPr/>
            <p:nvPr/>
          </p:nvSpPr>
          <p:spPr>
            <a:xfrm>
              <a:off x="6595097" y="1266189"/>
              <a:ext cx="206375" cy="7620"/>
            </a:xfrm>
            <a:custGeom>
              <a:avLst/>
              <a:gdLst/>
              <a:ahLst/>
              <a:cxnLst/>
              <a:rect l="l" t="t" r="r" b="b"/>
              <a:pathLst>
                <a:path w="206375" h="7619">
                  <a:moveTo>
                    <a:pt x="194310" y="6350"/>
                  </a:moveTo>
                  <a:lnTo>
                    <a:pt x="0" y="6350"/>
                  </a:lnTo>
                  <a:lnTo>
                    <a:pt x="0" y="7620"/>
                  </a:lnTo>
                  <a:lnTo>
                    <a:pt x="194310" y="7620"/>
                  </a:lnTo>
                  <a:lnTo>
                    <a:pt x="194310" y="6350"/>
                  </a:lnTo>
                  <a:close/>
                </a:path>
                <a:path w="206375" h="7619">
                  <a:moveTo>
                    <a:pt x="198132" y="2540"/>
                  </a:moveTo>
                  <a:lnTo>
                    <a:pt x="0" y="2540"/>
                  </a:lnTo>
                  <a:lnTo>
                    <a:pt x="0" y="5080"/>
                  </a:lnTo>
                  <a:lnTo>
                    <a:pt x="194310" y="5080"/>
                  </a:lnTo>
                  <a:lnTo>
                    <a:pt x="194310" y="6350"/>
                  </a:lnTo>
                  <a:lnTo>
                    <a:pt x="196862" y="6350"/>
                  </a:lnTo>
                  <a:lnTo>
                    <a:pt x="196862" y="5080"/>
                  </a:lnTo>
                  <a:lnTo>
                    <a:pt x="198132" y="5080"/>
                  </a:lnTo>
                  <a:lnTo>
                    <a:pt x="198132" y="2540"/>
                  </a:lnTo>
                  <a:close/>
                </a:path>
                <a:path w="206375" h="7619">
                  <a:moveTo>
                    <a:pt x="205752" y="0"/>
                  </a:moveTo>
                  <a:lnTo>
                    <a:pt x="0" y="0"/>
                  </a:lnTo>
                  <a:lnTo>
                    <a:pt x="0" y="1270"/>
                  </a:lnTo>
                  <a:lnTo>
                    <a:pt x="200660" y="1270"/>
                  </a:lnTo>
                  <a:lnTo>
                    <a:pt x="200660" y="2540"/>
                  </a:lnTo>
                  <a:lnTo>
                    <a:pt x="203212" y="2540"/>
                  </a:lnTo>
                  <a:lnTo>
                    <a:pt x="203212" y="1270"/>
                  </a:lnTo>
                  <a:lnTo>
                    <a:pt x="205752" y="1270"/>
                  </a:lnTo>
                  <a:lnTo>
                    <a:pt x="205752" y="0"/>
                  </a:lnTo>
                  <a:close/>
                </a:path>
              </a:pathLst>
            </a:custGeom>
            <a:solidFill>
              <a:srgbClr val="811800"/>
            </a:solidFill>
          </p:spPr>
          <p:txBody>
            <a:bodyPr wrap="square" lIns="0" tIns="0" rIns="0" bIns="0" rtlCol="0"/>
            <a:lstStyle/>
            <a:p/>
          </p:txBody>
        </p:sp>
        <p:sp>
          <p:nvSpPr>
            <p:cNvPr id="1478" name="object 1478"/>
            <p:cNvSpPr/>
            <p:nvPr/>
          </p:nvSpPr>
          <p:spPr>
            <a:xfrm>
              <a:off x="6595097" y="1273809"/>
              <a:ext cx="193675" cy="6350"/>
            </a:xfrm>
            <a:custGeom>
              <a:avLst/>
              <a:gdLst/>
              <a:ahLst/>
              <a:cxnLst/>
              <a:rect l="l" t="t" r="r" b="b"/>
              <a:pathLst>
                <a:path w="193675" h="6350">
                  <a:moveTo>
                    <a:pt x="184162" y="5080"/>
                  </a:moveTo>
                  <a:lnTo>
                    <a:pt x="0" y="5080"/>
                  </a:lnTo>
                  <a:lnTo>
                    <a:pt x="0" y="6350"/>
                  </a:lnTo>
                  <a:lnTo>
                    <a:pt x="184162" y="6350"/>
                  </a:lnTo>
                  <a:lnTo>
                    <a:pt x="184162" y="5080"/>
                  </a:lnTo>
                  <a:close/>
                </a:path>
                <a:path w="193675" h="6350">
                  <a:moveTo>
                    <a:pt x="187960" y="1270"/>
                  </a:moveTo>
                  <a:lnTo>
                    <a:pt x="0" y="1270"/>
                  </a:lnTo>
                  <a:lnTo>
                    <a:pt x="0" y="3810"/>
                  </a:lnTo>
                  <a:lnTo>
                    <a:pt x="184162" y="3810"/>
                  </a:lnTo>
                  <a:lnTo>
                    <a:pt x="184162" y="5080"/>
                  </a:lnTo>
                  <a:lnTo>
                    <a:pt x="186702" y="5080"/>
                  </a:lnTo>
                  <a:lnTo>
                    <a:pt x="186702" y="3810"/>
                  </a:lnTo>
                  <a:lnTo>
                    <a:pt x="187960" y="3810"/>
                  </a:lnTo>
                  <a:lnTo>
                    <a:pt x="187960" y="1270"/>
                  </a:lnTo>
                  <a:close/>
                </a:path>
                <a:path w="193675" h="6350">
                  <a:moveTo>
                    <a:pt x="193052" y="0"/>
                  </a:moveTo>
                  <a:lnTo>
                    <a:pt x="190512" y="0"/>
                  </a:lnTo>
                  <a:lnTo>
                    <a:pt x="190512" y="1270"/>
                  </a:lnTo>
                  <a:lnTo>
                    <a:pt x="193052" y="1270"/>
                  </a:lnTo>
                  <a:lnTo>
                    <a:pt x="193052" y="0"/>
                  </a:lnTo>
                  <a:close/>
                </a:path>
              </a:pathLst>
            </a:custGeom>
            <a:solidFill>
              <a:srgbClr val="841800"/>
            </a:solidFill>
          </p:spPr>
          <p:txBody>
            <a:bodyPr wrap="square" lIns="0" tIns="0" rIns="0" bIns="0" rtlCol="0"/>
            <a:lstStyle/>
            <a:p/>
          </p:txBody>
        </p:sp>
        <p:sp>
          <p:nvSpPr>
            <p:cNvPr id="1479" name="object 1479"/>
            <p:cNvSpPr/>
            <p:nvPr/>
          </p:nvSpPr>
          <p:spPr>
            <a:xfrm>
              <a:off x="6595097" y="1280159"/>
              <a:ext cx="180975" cy="7620"/>
            </a:xfrm>
            <a:custGeom>
              <a:avLst/>
              <a:gdLst/>
              <a:ahLst/>
              <a:cxnLst/>
              <a:rect l="l" t="t" r="r" b="b"/>
              <a:pathLst>
                <a:path w="180975" h="7619">
                  <a:moveTo>
                    <a:pt x="161302" y="5080"/>
                  </a:moveTo>
                  <a:lnTo>
                    <a:pt x="0" y="5080"/>
                  </a:lnTo>
                  <a:lnTo>
                    <a:pt x="0" y="6350"/>
                  </a:lnTo>
                  <a:lnTo>
                    <a:pt x="149860" y="6350"/>
                  </a:lnTo>
                  <a:lnTo>
                    <a:pt x="149860" y="7620"/>
                  </a:lnTo>
                  <a:lnTo>
                    <a:pt x="157480" y="7620"/>
                  </a:lnTo>
                  <a:lnTo>
                    <a:pt x="157480" y="6350"/>
                  </a:lnTo>
                  <a:lnTo>
                    <a:pt x="161302" y="6350"/>
                  </a:lnTo>
                  <a:lnTo>
                    <a:pt x="161302" y="5080"/>
                  </a:lnTo>
                  <a:close/>
                </a:path>
                <a:path w="180975" h="7619">
                  <a:moveTo>
                    <a:pt x="171462" y="1270"/>
                  </a:moveTo>
                  <a:lnTo>
                    <a:pt x="0" y="1270"/>
                  </a:lnTo>
                  <a:lnTo>
                    <a:pt x="0" y="3810"/>
                  </a:lnTo>
                  <a:lnTo>
                    <a:pt x="161302" y="3810"/>
                  </a:lnTo>
                  <a:lnTo>
                    <a:pt x="161302" y="5080"/>
                  </a:lnTo>
                  <a:lnTo>
                    <a:pt x="168910" y="5080"/>
                  </a:lnTo>
                  <a:lnTo>
                    <a:pt x="168910" y="3810"/>
                  </a:lnTo>
                  <a:lnTo>
                    <a:pt x="171462" y="3810"/>
                  </a:lnTo>
                  <a:lnTo>
                    <a:pt x="171462" y="1270"/>
                  </a:lnTo>
                  <a:close/>
                </a:path>
                <a:path w="180975" h="7619">
                  <a:moveTo>
                    <a:pt x="180352" y="0"/>
                  </a:moveTo>
                  <a:lnTo>
                    <a:pt x="177812" y="0"/>
                  </a:lnTo>
                  <a:lnTo>
                    <a:pt x="177812" y="1270"/>
                  </a:lnTo>
                  <a:lnTo>
                    <a:pt x="180352" y="1270"/>
                  </a:lnTo>
                  <a:lnTo>
                    <a:pt x="180352" y="0"/>
                  </a:lnTo>
                  <a:close/>
                </a:path>
              </a:pathLst>
            </a:custGeom>
            <a:solidFill>
              <a:srgbClr val="861700"/>
            </a:solidFill>
          </p:spPr>
          <p:txBody>
            <a:bodyPr wrap="square" lIns="0" tIns="0" rIns="0" bIns="0" rtlCol="0"/>
            <a:lstStyle/>
            <a:p/>
          </p:txBody>
        </p:sp>
        <p:sp>
          <p:nvSpPr>
            <p:cNvPr id="1480" name="object 1480"/>
            <p:cNvSpPr/>
            <p:nvPr/>
          </p:nvSpPr>
          <p:spPr>
            <a:xfrm>
              <a:off x="6595097" y="1287779"/>
              <a:ext cx="142875" cy="7620"/>
            </a:xfrm>
            <a:custGeom>
              <a:avLst/>
              <a:gdLst/>
              <a:ahLst/>
              <a:cxnLst/>
              <a:rect l="l" t="t" r="r" b="b"/>
              <a:pathLst>
                <a:path w="142875" h="7619">
                  <a:moveTo>
                    <a:pt x="142252" y="0"/>
                  </a:moveTo>
                  <a:lnTo>
                    <a:pt x="0" y="0"/>
                  </a:lnTo>
                  <a:lnTo>
                    <a:pt x="0" y="2540"/>
                  </a:lnTo>
                  <a:lnTo>
                    <a:pt x="0" y="7620"/>
                  </a:lnTo>
                  <a:lnTo>
                    <a:pt x="92710" y="7620"/>
                  </a:lnTo>
                  <a:lnTo>
                    <a:pt x="92710" y="2540"/>
                  </a:lnTo>
                  <a:lnTo>
                    <a:pt x="142252" y="2540"/>
                  </a:lnTo>
                  <a:lnTo>
                    <a:pt x="142252" y="0"/>
                  </a:lnTo>
                  <a:close/>
                </a:path>
              </a:pathLst>
            </a:custGeom>
            <a:solidFill>
              <a:srgbClr val="881700"/>
            </a:solidFill>
          </p:spPr>
          <p:txBody>
            <a:bodyPr wrap="square" lIns="0" tIns="0" rIns="0" bIns="0" rtlCol="0"/>
            <a:lstStyle/>
            <a:p/>
          </p:txBody>
        </p:sp>
        <p:sp>
          <p:nvSpPr>
            <p:cNvPr id="1481" name="object 1481"/>
            <p:cNvSpPr/>
            <p:nvPr/>
          </p:nvSpPr>
          <p:spPr>
            <a:xfrm>
              <a:off x="6595109" y="129540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8B1600"/>
            </a:solidFill>
          </p:spPr>
          <p:txBody>
            <a:bodyPr wrap="square" lIns="0" tIns="0" rIns="0" bIns="0" rtlCol="0"/>
            <a:lstStyle/>
            <a:p/>
          </p:txBody>
        </p:sp>
        <p:sp>
          <p:nvSpPr>
            <p:cNvPr id="1482" name="object 1482"/>
            <p:cNvSpPr/>
            <p:nvPr/>
          </p:nvSpPr>
          <p:spPr>
            <a:xfrm>
              <a:off x="6595109" y="130175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8D1600"/>
            </a:solidFill>
          </p:spPr>
          <p:txBody>
            <a:bodyPr wrap="square" lIns="0" tIns="0" rIns="0" bIns="0" rtlCol="0"/>
            <a:lstStyle/>
            <a:p/>
          </p:txBody>
        </p:sp>
        <p:sp>
          <p:nvSpPr>
            <p:cNvPr id="1483" name="object 1483"/>
            <p:cNvSpPr/>
            <p:nvPr/>
          </p:nvSpPr>
          <p:spPr>
            <a:xfrm>
              <a:off x="6595109" y="130937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8F1600"/>
            </a:solidFill>
          </p:spPr>
          <p:txBody>
            <a:bodyPr wrap="square" lIns="0" tIns="0" rIns="0" bIns="0" rtlCol="0"/>
            <a:lstStyle/>
            <a:p/>
          </p:txBody>
        </p:sp>
        <p:sp>
          <p:nvSpPr>
            <p:cNvPr id="1484" name="object 1484"/>
            <p:cNvSpPr/>
            <p:nvPr/>
          </p:nvSpPr>
          <p:spPr>
            <a:xfrm>
              <a:off x="6595109" y="131699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921500"/>
            </a:solidFill>
          </p:spPr>
          <p:txBody>
            <a:bodyPr wrap="square" lIns="0" tIns="0" rIns="0" bIns="0" rtlCol="0"/>
            <a:lstStyle/>
            <a:p/>
          </p:txBody>
        </p:sp>
        <p:sp>
          <p:nvSpPr>
            <p:cNvPr id="1485" name="object 1485"/>
            <p:cNvSpPr/>
            <p:nvPr/>
          </p:nvSpPr>
          <p:spPr>
            <a:xfrm>
              <a:off x="6595109" y="132334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941500"/>
            </a:solidFill>
          </p:spPr>
          <p:txBody>
            <a:bodyPr wrap="square" lIns="0" tIns="0" rIns="0" bIns="0" rtlCol="0"/>
            <a:lstStyle/>
            <a:p/>
          </p:txBody>
        </p:sp>
        <p:sp>
          <p:nvSpPr>
            <p:cNvPr id="1486" name="object 1486"/>
            <p:cNvSpPr/>
            <p:nvPr/>
          </p:nvSpPr>
          <p:spPr>
            <a:xfrm>
              <a:off x="6595109" y="133096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961400"/>
            </a:solidFill>
          </p:spPr>
          <p:txBody>
            <a:bodyPr wrap="square" lIns="0" tIns="0" rIns="0" bIns="0" rtlCol="0"/>
            <a:lstStyle/>
            <a:p/>
          </p:txBody>
        </p:sp>
        <p:sp>
          <p:nvSpPr>
            <p:cNvPr id="1487" name="object 1487"/>
            <p:cNvSpPr/>
            <p:nvPr/>
          </p:nvSpPr>
          <p:spPr>
            <a:xfrm>
              <a:off x="6595109" y="133858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981400"/>
            </a:solidFill>
          </p:spPr>
          <p:txBody>
            <a:bodyPr wrap="square" lIns="0" tIns="0" rIns="0" bIns="0" rtlCol="0"/>
            <a:lstStyle/>
            <a:p/>
          </p:txBody>
        </p:sp>
        <p:sp>
          <p:nvSpPr>
            <p:cNvPr id="1488" name="object 1488"/>
            <p:cNvSpPr/>
            <p:nvPr/>
          </p:nvSpPr>
          <p:spPr>
            <a:xfrm>
              <a:off x="6595109" y="134493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9B1300"/>
            </a:solidFill>
          </p:spPr>
          <p:txBody>
            <a:bodyPr wrap="square" lIns="0" tIns="0" rIns="0" bIns="0" rtlCol="0"/>
            <a:lstStyle/>
            <a:p/>
          </p:txBody>
        </p:sp>
        <p:sp>
          <p:nvSpPr>
            <p:cNvPr id="1489" name="object 1489"/>
            <p:cNvSpPr/>
            <p:nvPr/>
          </p:nvSpPr>
          <p:spPr>
            <a:xfrm>
              <a:off x="6595109" y="135255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9D1300"/>
            </a:solidFill>
          </p:spPr>
          <p:txBody>
            <a:bodyPr wrap="square" lIns="0" tIns="0" rIns="0" bIns="0" rtlCol="0"/>
            <a:lstStyle/>
            <a:p/>
          </p:txBody>
        </p:sp>
        <p:sp>
          <p:nvSpPr>
            <p:cNvPr id="1490" name="object 1490"/>
            <p:cNvSpPr/>
            <p:nvPr/>
          </p:nvSpPr>
          <p:spPr>
            <a:xfrm>
              <a:off x="6595109" y="136017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9F1200"/>
            </a:solidFill>
          </p:spPr>
          <p:txBody>
            <a:bodyPr wrap="square" lIns="0" tIns="0" rIns="0" bIns="0" rtlCol="0"/>
            <a:lstStyle/>
            <a:p/>
          </p:txBody>
        </p:sp>
        <p:sp>
          <p:nvSpPr>
            <p:cNvPr id="1491" name="object 1491"/>
            <p:cNvSpPr/>
            <p:nvPr/>
          </p:nvSpPr>
          <p:spPr>
            <a:xfrm>
              <a:off x="6595109" y="136652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A21200"/>
            </a:solidFill>
          </p:spPr>
          <p:txBody>
            <a:bodyPr wrap="square" lIns="0" tIns="0" rIns="0" bIns="0" rtlCol="0"/>
            <a:lstStyle/>
            <a:p/>
          </p:txBody>
        </p:sp>
        <p:sp>
          <p:nvSpPr>
            <p:cNvPr id="1492" name="object 1492"/>
            <p:cNvSpPr/>
            <p:nvPr/>
          </p:nvSpPr>
          <p:spPr>
            <a:xfrm>
              <a:off x="6595109" y="137414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A41100"/>
            </a:solidFill>
          </p:spPr>
          <p:txBody>
            <a:bodyPr wrap="square" lIns="0" tIns="0" rIns="0" bIns="0" rtlCol="0"/>
            <a:lstStyle/>
            <a:p/>
          </p:txBody>
        </p:sp>
        <p:sp>
          <p:nvSpPr>
            <p:cNvPr id="1493" name="object 1493"/>
            <p:cNvSpPr/>
            <p:nvPr/>
          </p:nvSpPr>
          <p:spPr>
            <a:xfrm>
              <a:off x="6595109" y="138176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A61100"/>
            </a:solidFill>
          </p:spPr>
          <p:txBody>
            <a:bodyPr wrap="square" lIns="0" tIns="0" rIns="0" bIns="0" rtlCol="0"/>
            <a:lstStyle/>
            <a:p/>
          </p:txBody>
        </p:sp>
        <p:sp>
          <p:nvSpPr>
            <p:cNvPr id="1494" name="object 1494"/>
            <p:cNvSpPr/>
            <p:nvPr/>
          </p:nvSpPr>
          <p:spPr>
            <a:xfrm>
              <a:off x="6595109" y="138811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A91000"/>
            </a:solidFill>
          </p:spPr>
          <p:txBody>
            <a:bodyPr wrap="square" lIns="0" tIns="0" rIns="0" bIns="0" rtlCol="0"/>
            <a:lstStyle/>
            <a:p/>
          </p:txBody>
        </p:sp>
        <p:sp>
          <p:nvSpPr>
            <p:cNvPr id="1495" name="object 1495"/>
            <p:cNvSpPr/>
            <p:nvPr/>
          </p:nvSpPr>
          <p:spPr>
            <a:xfrm>
              <a:off x="6595109" y="139573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AB1000"/>
            </a:solidFill>
          </p:spPr>
          <p:txBody>
            <a:bodyPr wrap="square" lIns="0" tIns="0" rIns="0" bIns="0" rtlCol="0"/>
            <a:lstStyle/>
            <a:p/>
          </p:txBody>
        </p:sp>
        <p:sp>
          <p:nvSpPr>
            <p:cNvPr id="1496" name="object 1496"/>
            <p:cNvSpPr/>
            <p:nvPr/>
          </p:nvSpPr>
          <p:spPr>
            <a:xfrm>
              <a:off x="6595109" y="140335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AD1000"/>
            </a:solidFill>
          </p:spPr>
          <p:txBody>
            <a:bodyPr wrap="square" lIns="0" tIns="0" rIns="0" bIns="0" rtlCol="0"/>
            <a:lstStyle/>
            <a:p/>
          </p:txBody>
        </p:sp>
        <p:sp>
          <p:nvSpPr>
            <p:cNvPr id="1497" name="object 1497"/>
            <p:cNvSpPr/>
            <p:nvPr/>
          </p:nvSpPr>
          <p:spPr>
            <a:xfrm>
              <a:off x="6595109" y="140970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AF0F00"/>
            </a:solidFill>
          </p:spPr>
          <p:txBody>
            <a:bodyPr wrap="square" lIns="0" tIns="0" rIns="0" bIns="0" rtlCol="0"/>
            <a:lstStyle/>
            <a:p/>
          </p:txBody>
        </p:sp>
        <p:sp>
          <p:nvSpPr>
            <p:cNvPr id="1498" name="object 1498"/>
            <p:cNvSpPr/>
            <p:nvPr/>
          </p:nvSpPr>
          <p:spPr>
            <a:xfrm>
              <a:off x="6595109" y="141732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B20F00"/>
            </a:solidFill>
          </p:spPr>
          <p:txBody>
            <a:bodyPr wrap="square" lIns="0" tIns="0" rIns="0" bIns="0" rtlCol="0"/>
            <a:lstStyle/>
            <a:p/>
          </p:txBody>
        </p:sp>
        <p:sp>
          <p:nvSpPr>
            <p:cNvPr id="1499" name="object 1499"/>
            <p:cNvSpPr/>
            <p:nvPr/>
          </p:nvSpPr>
          <p:spPr>
            <a:xfrm>
              <a:off x="6595109" y="142494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B40E00"/>
            </a:solidFill>
          </p:spPr>
          <p:txBody>
            <a:bodyPr wrap="square" lIns="0" tIns="0" rIns="0" bIns="0" rtlCol="0"/>
            <a:lstStyle/>
            <a:p/>
          </p:txBody>
        </p:sp>
        <p:sp>
          <p:nvSpPr>
            <p:cNvPr id="1500" name="object 1500"/>
            <p:cNvSpPr/>
            <p:nvPr/>
          </p:nvSpPr>
          <p:spPr>
            <a:xfrm>
              <a:off x="6595109" y="143129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B60E00"/>
            </a:solidFill>
          </p:spPr>
          <p:txBody>
            <a:bodyPr wrap="square" lIns="0" tIns="0" rIns="0" bIns="0" rtlCol="0"/>
            <a:lstStyle/>
            <a:p/>
          </p:txBody>
        </p:sp>
        <p:sp>
          <p:nvSpPr>
            <p:cNvPr id="1501" name="object 1501"/>
            <p:cNvSpPr/>
            <p:nvPr/>
          </p:nvSpPr>
          <p:spPr>
            <a:xfrm>
              <a:off x="6595109" y="143891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B90D00"/>
            </a:solidFill>
          </p:spPr>
          <p:txBody>
            <a:bodyPr wrap="square" lIns="0" tIns="0" rIns="0" bIns="0" rtlCol="0"/>
            <a:lstStyle/>
            <a:p/>
          </p:txBody>
        </p:sp>
        <p:sp>
          <p:nvSpPr>
            <p:cNvPr id="1502" name="object 1502"/>
            <p:cNvSpPr/>
            <p:nvPr/>
          </p:nvSpPr>
          <p:spPr>
            <a:xfrm>
              <a:off x="6595109" y="144653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BB0D00"/>
            </a:solidFill>
          </p:spPr>
          <p:txBody>
            <a:bodyPr wrap="square" lIns="0" tIns="0" rIns="0" bIns="0" rtlCol="0"/>
            <a:lstStyle/>
            <a:p/>
          </p:txBody>
        </p:sp>
        <p:sp>
          <p:nvSpPr>
            <p:cNvPr id="1503" name="object 1503"/>
            <p:cNvSpPr/>
            <p:nvPr/>
          </p:nvSpPr>
          <p:spPr>
            <a:xfrm>
              <a:off x="6595109" y="145288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BD0C00"/>
            </a:solidFill>
          </p:spPr>
          <p:txBody>
            <a:bodyPr wrap="square" lIns="0" tIns="0" rIns="0" bIns="0" rtlCol="0"/>
            <a:lstStyle/>
            <a:p/>
          </p:txBody>
        </p:sp>
        <p:sp>
          <p:nvSpPr>
            <p:cNvPr id="1504" name="object 1504"/>
            <p:cNvSpPr/>
            <p:nvPr/>
          </p:nvSpPr>
          <p:spPr>
            <a:xfrm>
              <a:off x="6595109" y="146050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BF0C00"/>
            </a:solidFill>
          </p:spPr>
          <p:txBody>
            <a:bodyPr wrap="square" lIns="0" tIns="0" rIns="0" bIns="0" rtlCol="0"/>
            <a:lstStyle/>
            <a:p/>
          </p:txBody>
        </p:sp>
        <p:sp>
          <p:nvSpPr>
            <p:cNvPr id="1505" name="object 1505"/>
            <p:cNvSpPr/>
            <p:nvPr/>
          </p:nvSpPr>
          <p:spPr>
            <a:xfrm>
              <a:off x="6595109" y="146812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C20B00"/>
            </a:solidFill>
          </p:spPr>
          <p:txBody>
            <a:bodyPr wrap="square" lIns="0" tIns="0" rIns="0" bIns="0" rtlCol="0"/>
            <a:lstStyle/>
            <a:p/>
          </p:txBody>
        </p:sp>
        <p:sp>
          <p:nvSpPr>
            <p:cNvPr id="1506" name="object 1506"/>
            <p:cNvSpPr/>
            <p:nvPr/>
          </p:nvSpPr>
          <p:spPr>
            <a:xfrm>
              <a:off x="6595109" y="147447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C40B00"/>
            </a:solidFill>
          </p:spPr>
          <p:txBody>
            <a:bodyPr wrap="square" lIns="0" tIns="0" rIns="0" bIns="0" rtlCol="0"/>
            <a:lstStyle/>
            <a:p/>
          </p:txBody>
        </p:sp>
        <p:sp>
          <p:nvSpPr>
            <p:cNvPr id="1507" name="object 1507"/>
            <p:cNvSpPr/>
            <p:nvPr/>
          </p:nvSpPr>
          <p:spPr>
            <a:xfrm>
              <a:off x="6595109" y="148209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C60B00"/>
            </a:solidFill>
          </p:spPr>
          <p:txBody>
            <a:bodyPr wrap="square" lIns="0" tIns="0" rIns="0" bIns="0" rtlCol="0"/>
            <a:lstStyle/>
            <a:p/>
          </p:txBody>
        </p:sp>
        <p:sp>
          <p:nvSpPr>
            <p:cNvPr id="1508" name="object 1508"/>
            <p:cNvSpPr/>
            <p:nvPr/>
          </p:nvSpPr>
          <p:spPr>
            <a:xfrm>
              <a:off x="6595109" y="148971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C90A00"/>
            </a:solidFill>
          </p:spPr>
          <p:txBody>
            <a:bodyPr wrap="square" lIns="0" tIns="0" rIns="0" bIns="0" rtlCol="0"/>
            <a:lstStyle/>
            <a:p/>
          </p:txBody>
        </p:sp>
        <p:sp>
          <p:nvSpPr>
            <p:cNvPr id="1509" name="object 1509"/>
            <p:cNvSpPr/>
            <p:nvPr/>
          </p:nvSpPr>
          <p:spPr>
            <a:xfrm>
              <a:off x="6595109" y="149606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CC0A00"/>
            </a:solidFill>
          </p:spPr>
          <p:txBody>
            <a:bodyPr wrap="square" lIns="0" tIns="0" rIns="0" bIns="0" rtlCol="0"/>
            <a:lstStyle/>
            <a:p/>
          </p:txBody>
        </p:sp>
        <p:sp>
          <p:nvSpPr>
            <p:cNvPr id="1510" name="object 1510"/>
            <p:cNvSpPr/>
            <p:nvPr/>
          </p:nvSpPr>
          <p:spPr>
            <a:xfrm>
              <a:off x="6595109" y="150368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CD0900"/>
            </a:solidFill>
          </p:spPr>
          <p:txBody>
            <a:bodyPr wrap="square" lIns="0" tIns="0" rIns="0" bIns="0" rtlCol="0"/>
            <a:lstStyle/>
            <a:p/>
          </p:txBody>
        </p:sp>
        <p:sp>
          <p:nvSpPr>
            <p:cNvPr id="1511" name="object 1511"/>
            <p:cNvSpPr/>
            <p:nvPr/>
          </p:nvSpPr>
          <p:spPr>
            <a:xfrm>
              <a:off x="6595109" y="151130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D00900"/>
            </a:solidFill>
          </p:spPr>
          <p:txBody>
            <a:bodyPr wrap="square" lIns="0" tIns="0" rIns="0" bIns="0" rtlCol="0"/>
            <a:lstStyle/>
            <a:p/>
          </p:txBody>
        </p:sp>
        <p:sp>
          <p:nvSpPr>
            <p:cNvPr id="1512" name="object 1512"/>
            <p:cNvSpPr/>
            <p:nvPr/>
          </p:nvSpPr>
          <p:spPr>
            <a:xfrm>
              <a:off x="6595109" y="151765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D20800"/>
            </a:solidFill>
          </p:spPr>
          <p:txBody>
            <a:bodyPr wrap="square" lIns="0" tIns="0" rIns="0" bIns="0" rtlCol="0"/>
            <a:lstStyle/>
            <a:p/>
          </p:txBody>
        </p:sp>
        <p:sp>
          <p:nvSpPr>
            <p:cNvPr id="1513" name="object 1513"/>
            <p:cNvSpPr/>
            <p:nvPr/>
          </p:nvSpPr>
          <p:spPr>
            <a:xfrm>
              <a:off x="6595109" y="152527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D40800"/>
            </a:solidFill>
          </p:spPr>
          <p:txBody>
            <a:bodyPr wrap="square" lIns="0" tIns="0" rIns="0" bIns="0" rtlCol="0"/>
            <a:lstStyle/>
            <a:p/>
          </p:txBody>
        </p:sp>
        <p:sp>
          <p:nvSpPr>
            <p:cNvPr id="1514" name="object 1514"/>
            <p:cNvSpPr/>
            <p:nvPr/>
          </p:nvSpPr>
          <p:spPr>
            <a:xfrm>
              <a:off x="6595109" y="153289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D60700"/>
            </a:solidFill>
          </p:spPr>
          <p:txBody>
            <a:bodyPr wrap="square" lIns="0" tIns="0" rIns="0" bIns="0" rtlCol="0"/>
            <a:lstStyle/>
            <a:p/>
          </p:txBody>
        </p:sp>
        <p:sp>
          <p:nvSpPr>
            <p:cNvPr id="1515" name="object 1515"/>
            <p:cNvSpPr/>
            <p:nvPr/>
          </p:nvSpPr>
          <p:spPr>
            <a:xfrm>
              <a:off x="6595109" y="1539240"/>
              <a:ext cx="92710" cy="7620"/>
            </a:xfrm>
            <a:custGeom>
              <a:avLst/>
              <a:gdLst/>
              <a:ahLst/>
              <a:cxnLst/>
              <a:rect l="l" t="t" r="r" b="b"/>
              <a:pathLst>
                <a:path w="92709" h="7619">
                  <a:moveTo>
                    <a:pt x="0" y="7620"/>
                  </a:moveTo>
                  <a:lnTo>
                    <a:pt x="0" y="0"/>
                  </a:lnTo>
                  <a:lnTo>
                    <a:pt x="92709" y="0"/>
                  </a:lnTo>
                  <a:lnTo>
                    <a:pt x="92709" y="7620"/>
                  </a:lnTo>
                  <a:lnTo>
                    <a:pt x="0" y="7620"/>
                  </a:lnTo>
                  <a:close/>
                </a:path>
              </a:pathLst>
            </a:custGeom>
            <a:solidFill>
              <a:srgbClr val="D90700"/>
            </a:solidFill>
          </p:spPr>
          <p:txBody>
            <a:bodyPr wrap="square" lIns="0" tIns="0" rIns="0" bIns="0" rtlCol="0"/>
            <a:lstStyle/>
            <a:p/>
          </p:txBody>
        </p:sp>
        <p:sp>
          <p:nvSpPr>
            <p:cNvPr id="1516" name="object 1516"/>
            <p:cNvSpPr/>
            <p:nvPr/>
          </p:nvSpPr>
          <p:spPr>
            <a:xfrm>
              <a:off x="6595109" y="1546860"/>
              <a:ext cx="92710" cy="7620"/>
            </a:xfrm>
            <a:custGeom>
              <a:avLst/>
              <a:gdLst/>
              <a:ahLst/>
              <a:cxnLst/>
              <a:rect l="l" t="t" r="r" b="b"/>
              <a:pathLst>
                <a:path w="92709" h="7619">
                  <a:moveTo>
                    <a:pt x="0" y="7619"/>
                  </a:moveTo>
                  <a:lnTo>
                    <a:pt x="0" y="0"/>
                  </a:lnTo>
                  <a:lnTo>
                    <a:pt x="92709" y="0"/>
                  </a:lnTo>
                  <a:lnTo>
                    <a:pt x="92709" y="7619"/>
                  </a:lnTo>
                  <a:lnTo>
                    <a:pt x="0" y="7619"/>
                  </a:lnTo>
                  <a:close/>
                </a:path>
              </a:pathLst>
            </a:custGeom>
            <a:solidFill>
              <a:srgbClr val="DB0600"/>
            </a:solidFill>
          </p:spPr>
          <p:txBody>
            <a:bodyPr wrap="square" lIns="0" tIns="0" rIns="0" bIns="0" rtlCol="0"/>
            <a:lstStyle/>
            <a:p/>
          </p:txBody>
        </p:sp>
        <p:sp>
          <p:nvSpPr>
            <p:cNvPr id="1517" name="object 1517"/>
            <p:cNvSpPr/>
            <p:nvPr/>
          </p:nvSpPr>
          <p:spPr>
            <a:xfrm>
              <a:off x="6595109" y="1554480"/>
              <a:ext cx="92710" cy="6350"/>
            </a:xfrm>
            <a:custGeom>
              <a:avLst/>
              <a:gdLst/>
              <a:ahLst/>
              <a:cxnLst/>
              <a:rect l="l" t="t" r="r" b="b"/>
              <a:pathLst>
                <a:path w="92709" h="6350">
                  <a:moveTo>
                    <a:pt x="0" y="6350"/>
                  </a:moveTo>
                  <a:lnTo>
                    <a:pt x="0" y="0"/>
                  </a:lnTo>
                  <a:lnTo>
                    <a:pt x="92709" y="0"/>
                  </a:lnTo>
                  <a:lnTo>
                    <a:pt x="92709" y="6350"/>
                  </a:lnTo>
                  <a:lnTo>
                    <a:pt x="0" y="6350"/>
                  </a:lnTo>
                  <a:close/>
                </a:path>
              </a:pathLst>
            </a:custGeom>
            <a:solidFill>
              <a:srgbClr val="DD0600"/>
            </a:solidFill>
          </p:spPr>
          <p:txBody>
            <a:bodyPr wrap="square" lIns="0" tIns="0" rIns="0" bIns="0" rtlCol="0"/>
            <a:lstStyle/>
            <a:p/>
          </p:txBody>
        </p:sp>
        <p:sp>
          <p:nvSpPr>
            <p:cNvPr id="1518" name="object 1518"/>
            <p:cNvSpPr/>
            <p:nvPr/>
          </p:nvSpPr>
          <p:spPr>
            <a:xfrm>
              <a:off x="6593840" y="1560829"/>
              <a:ext cx="95250" cy="7620"/>
            </a:xfrm>
            <a:custGeom>
              <a:avLst/>
              <a:gdLst/>
              <a:ahLst/>
              <a:cxnLst/>
              <a:rect l="l" t="t" r="r" b="b"/>
              <a:pathLst>
                <a:path w="95250" h="7619">
                  <a:moveTo>
                    <a:pt x="95250" y="6350"/>
                  </a:moveTo>
                  <a:lnTo>
                    <a:pt x="93967" y="6350"/>
                  </a:lnTo>
                  <a:lnTo>
                    <a:pt x="93967" y="0"/>
                  </a:lnTo>
                  <a:lnTo>
                    <a:pt x="1257" y="0"/>
                  </a:lnTo>
                  <a:lnTo>
                    <a:pt x="1257" y="6350"/>
                  </a:lnTo>
                  <a:lnTo>
                    <a:pt x="0" y="6350"/>
                  </a:lnTo>
                  <a:lnTo>
                    <a:pt x="0" y="7620"/>
                  </a:lnTo>
                  <a:lnTo>
                    <a:pt x="95250" y="7620"/>
                  </a:lnTo>
                  <a:lnTo>
                    <a:pt x="95250" y="6350"/>
                  </a:lnTo>
                  <a:close/>
                </a:path>
              </a:pathLst>
            </a:custGeom>
            <a:solidFill>
              <a:srgbClr val="E00500"/>
            </a:solidFill>
          </p:spPr>
          <p:txBody>
            <a:bodyPr wrap="square" lIns="0" tIns="0" rIns="0" bIns="0" rtlCol="0"/>
            <a:lstStyle/>
            <a:p/>
          </p:txBody>
        </p:sp>
        <p:sp>
          <p:nvSpPr>
            <p:cNvPr id="1519" name="object 1519"/>
            <p:cNvSpPr/>
            <p:nvPr/>
          </p:nvSpPr>
          <p:spPr>
            <a:xfrm>
              <a:off x="6593839" y="1568450"/>
              <a:ext cx="95250" cy="7620"/>
            </a:xfrm>
            <a:custGeom>
              <a:avLst/>
              <a:gdLst/>
              <a:ahLst/>
              <a:cxnLst/>
              <a:rect l="l" t="t" r="r" b="b"/>
              <a:pathLst>
                <a:path w="95250" h="7619">
                  <a:moveTo>
                    <a:pt x="0" y="7620"/>
                  </a:moveTo>
                  <a:lnTo>
                    <a:pt x="0" y="0"/>
                  </a:lnTo>
                  <a:lnTo>
                    <a:pt x="95250" y="0"/>
                  </a:lnTo>
                  <a:lnTo>
                    <a:pt x="95250" y="7620"/>
                  </a:lnTo>
                  <a:lnTo>
                    <a:pt x="0" y="7620"/>
                  </a:lnTo>
                  <a:close/>
                </a:path>
              </a:pathLst>
            </a:custGeom>
            <a:solidFill>
              <a:srgbClr val="E20500"/>
            </a:solidFill>
          </p:spPr>
          <p:txBody>
            <a:bodyPr wrap="square" lIns="0" tIns="0" rIns="0" bIns="0" rtlCol="0"/>
            <a:lstStyle/>
            <a:p/>
          </p:txBody>
        </p:sp>
        <p:sp>
          <p:nvSpPr>
            <p:cNvPr id="1520" name="object 1520"/>
            <p:cNvSpPr/>
            <p:nvPr/>
          </p:nvSpPr>
          <p:spPr>
            <a:xfrm>
              <a:off x="6593839" y="1576070"/>
              <a:ext cx="95250" cy="6350"/>
            </a:xfrm>
            <a:custGeom>
              <a:avLst/>
              <a:gdLst/>
              <a:ahLst/>
              <a:cxnLst/>
              <a:rect l="l" t="t" r="r" b="b"/>
              <a:pathLst>
                <a:path w="95250" h="6350">
                  <a:moveTo>
                    <a:pt x="95250" y="0"/>
                  </a:moveTo>
                  <a:lnTo>
                    <a:pt x="0" y="0"/>
                  </a:lnTo>
                  <a:lnTo>
                    <a:pt x="0" y="6350"/>
                  </a:lnTo>
                  <a:lnTo>
                    <a:pt x="95250" y="6350"/>
                  </a:lnTo>
                  <a:lnTo>
                    <a:pt x="95250" y="0"/>
                  </a:lnTo>
                  <a:close/>
                </a:path>
              </a:pathLst>
            </a:custGeom>
            <a:solidFill>
              <a:srgbClr val="E40500"/>
            </a:solidFill>
          </p:spPr>
          <p:txBody>
            <a:bodyPr wrap="square" lIns="0" tIns="0" rIns="0" bIns="0" rtlCol="0"/>
            <a:lstStyle/>
            <a:p/>
          </p:txBody>
        </p:sp>
        <p:sp>
          <p:nvSpPr>
            <p:cNvPr id="1521" name="object 1521"/>
            <p:cNvSpPr/>
            <p:nvPr/>
          </p:nvSpPr>
          <p:spPr>
            <a:xfrm>
              <a:off x="6591300" y="1582419"/>
              <a:ext cx="100330" cy="7620"/>
            </a:xfrm>
            <a:custGeom>
              <a:avLst/>
              <a:gdLst/>
              <a:ahLst/>
              <a:cxnLst/>
              <a:rect l="l" t="t" r="r" b="b"/>
              <a:pathLst>
                <a:path w="100329" h="7619">
                  <a:moveTo>
                    <a:pt x="100330" y="3810"/>
                  </a:moveTo>
                  <a:lnTo>
                    <a:pt x="99060" y="3810"/>
                  </a:lnTo>
                  <a:lnTo>
                    <a:pt x="99060" y="1270"/>
                  </a:lnTo>
                  <a:lnTo>
                    <a:pt x="2540" y="1270"/>
                  </a:lnTo>
                  <a:lnTo>
                    <a:pt x="2540" y="0"/>
                  </a:lnTo>
                  <a:lnTo>
                    <a:pt x="1270" y="0"/>
                  </a:lnTo>
                  <a:lnTo>
                    <a:pt x="1270" y="1270"/>
                  </a:lnTo>
                  <a:lnTo>
                    <a:pt x="1270" y="3810"/>
                  </a:lnTo>
                  <a:lnTo>
                    <a:pt x="1270" y="6350"/>
                  </a:lnTo>
                  <a:lnTo>
                    <a:pt x="0" y="6350"/>
                  </a:lnTo>
                  <a:lnTo>
                    <a:pt x="0" y="7620"/>
                  </a:lnTo>
                  <a:lnTo>
                    <a:pt x="100330" y="7620"/>
                  </a:lnTo>
                  <a:lnTo>
                    <a:pt x="100330" y="6350"/>
                  </a:lnTo>
                  <a:lnTo>
                    <a:pt x="100330" y="3810"/>
                  </a:lnTo>
                  <a:close/>
                </a:path>
              </a:pathLst>
            </a:custGeom>
            <a:solidFill>
              <a:srgbClr val="E70400"/>
            </a:solidFill>
          </p:spPr>
          <p:txBody>
            <a:bodyPr wrap="square" lIns="0" tIns="0" rIns="0" bIns="0" rtlCol="0"/>
            <a:lstStyle/>
            <a:p/>
          </p:txBody>
        </p:sp>
        <p:sp>
          <p:nvSpPr>
            <p:cNvPr id="1522" name="object 1522"/>
            <p:cNvSpPr/>
            <p:nvPr/>
          </p:nvSpPr>
          <p:spPr>
            <a:xfrm>
              <a:off x="6590030" y="1590039"/>
              <a:ext cx="104139" cy="7620"/>
            </a:xfrm>
            <a:custGeom>
              <a:avLst/>
              <a:gdLst/>
              <a:ahLst/>
              <a:cxnLst/>
              <a:rect l="l" t="t" r="r" b="b"/>
              <a:pathLst>
                <a:path w="104140" h="7619">
                  <a:moveTo>
                    <a:pt x="104140" y="5080"/>
                  </a:moveTo>
                  <a:lnTo>
                    <a:pt x="102870" y="5080"/>
                  </a:lnTo>
                  <a:lnTo>
                    <a:pt x="102870" y="1270"/>
                  </a:lnTo>
                  <a:lnTo>
                    <a:pt x="101600" y="1270"/>
                  </a:lnTo>
                  <a:lnTo>
                    <a:pt x="101600" y="0"/>
                  </a:lnTo>
                  <a:lnTo>
                    <a:pt x="1270" y="0"/>
                  </a:lnTo>
                  <a:lnTo>
                    <a:pt x="1270" y="1270"/>
                  </a:lnTo>
                  <a:lnTo>
                    <a:pt x="0" y="1270"/>
                  </a:lnTo>
                  <a:lnTo>
                    <a:pt x="0" y="5080"/>
                  </a:lnTo>
                  <a:lnTo>
                    <a:pt x="0" y="7620"/>
                  </a:lnTo>
                  <a:lnTo>
                    <a:pt x="104140" y="7620"/>
                  </a:lnTo>
                  <a:lnTo>
                    <a:pt x="104140" y="5080"/>
                  </a:lnTo>
                  <a:close/>
                </a:path>
              </a:pathLst>
            </a:custGeom>
            <a:solidFill>
              <a:srgbClr val="E90400"/>
            </a:solidFill>
          </p:spPr>
          <p:txBody>
            <a:bodyPr wrap="square" lIns="0" tIns="0" rIns="0" bIns="0" rtlCol="0"/>
            <a:lstStyle/>
            <a:p/>
          </p:txBody>
        </p:sp>
        <p:sp>
          <p:nvSpPr>
            <p:cNvPr id="1523" name="object 1523"/>
            <p:cNvSpPr/>
            <p:nvPr/>
          </p:nvSpPr>
          <p:spPr>
            <a:xfrm>
              <a:off x="6586220" y="1597659"/>
              <a:ext cx="110489" cy="6350"/>
            </a:xfrm>
            <a:custGeom>
              <a:avLst/>
              <a:gdLst/>
              <a:ahLst/>
              <a:cxnLst/>
              <a:rect l="l" t="t" r="r" b="b"/>
              <a:pathLst>
                <a:path w="110490" h="6350">
                  <a:moveTo>
                    <a:pt x="110490" y="5080"/>
                  </a:moveTo>
                  <a:lnTo>
                    <a:pt x="109220" y="5080"/>
                  </a:lnTo>
                  <a:lnTo>
                    <a:pt x="109220" y="2540"/>
                  </a:lnTo>
                  <a:lnTo>
                    <a:pt x="109207" y="1270"/>
                  </a:lnTo>
                  <a:lnTo>
                    <a:pt x="107937" y="1270"/>
                  </a:lnTo>
                  <a:lnTo>
                    <a:pt x="107937" y="0"/>
                  </a:lnTo>
                  <a:lnTo>
                    <a:pt x="2527" y="0"/>
                  </a:lnTo>
                  <a:lnTo>
                    <a:pt x="2527" y="1270"/>
                  </a:lnTo>
                  <a:lnTo>
                    <a:pt x="2527" y="2540"/>
                  </a:lnTo>
                  <a:lnTo>
                    <a:pt x="1270" y="2540"/>
                  </a:lnTo>
                  <a:lnTo>
                    <a:pt x="1270" y="5080"/>
                  </a:lnTo>
                  <a:lnTo>
                    <a:pt x="0" y="5080"/>
                  </a:lnTo>
                  <a:lnTo>
                    <a:pt x="0" y="6350"/>
                  </a:lnTo>
                  <a:lnTo>
                    <a:pt x="110490" y="6350"/>
                  </a:lnTo>
                  <a:lnTo>
                    <a:pt x="110490" y="5080"/>
                  </a:lnTo>
                  <a:close/>
                </a:path>
              </a:pathLst>
            </a:custGeom>
            <a:solidFill>
              <a:srgbClr val="EB0300"/>
            </a:solidFill>
          </p:spPr>
          <p:txBody>
            <a:bodyPr wrap="square" lIns="0" tIns="0" rIns="0" bIns="0" rtlCol="0"/>
            <a:lstStyle/>
            <a:p/>
          </p:txBody>
        </p:sp>
        <p:sp>
          <p:nvSpPr>
            <p:cNvPr id="1524" name="object 1524"/>
            <p:cNvSpPr/>
            <p:nvPr/>
          </p:nvSpPr>
          <p:spPr>
            <a:xfrm>
              <a:off x="6582397" y="1604009"/>
              <a:ext cx="118745" cy="7620"/>
            </a:xfrm>
            <a:custGeom>
              <a:avLst/>
              <a:gdLst/>
              <a:ahLst/>
              <a:cxnLst/>
              <a:rect l="l" t="t" r="r" b="b"/>
              <a:pathLst>
                <a:path w="118745" h="7619">
                  <a:moveTo>
                    <a:pt x="118122" y="5080"/>
                  </a:moveTo>
                  <a:lnTo>
                    <a:pt x="116852" y="5080"/>
                  </a:lnTo>
                  <a:lnTo>
                    <a:pt x="116852" y="3810"/>
                  </a:lnTo>
                  <a:lnTo>
                    <a:pt x="115582" y="3810"/>
                  </a:lnTo>
                  <a:lnTo>
                    <a:pt x="115582" y="2540"/>
                  </a:lnTo>
                  <a:lnTo>
                    <a:pt x="115582" y="1270"/>
                  </a:lnTo>
                  <a:lnTo>
                    <a:pt x="114312" y="1270"/>
                  </a:lnTo>
                  <a:lnTo>
                    <a:pt x="114312" y="0"/>
                  </a:lnTo>
                  <a:lnTo>
                    <a:pt x="3822" y="0"/>
                  </a:lnTo>
                  <a:lnTo>
                    <a:pt x="3822" y="1270"/>
                  </a:lnTo>
                  <a:lnTo>
                    <a:pt x="3822" y="2540"/>
                  </a:lnTo>
                  <a:lnTo>
                    <a:pt x="2552" y="2540"/>
                  </a:lnTo>
                  <a:lnTo>
                    <a:pt x="2552" y="3810"/>
                  </a:lnTo>
                  <a:lnTo>
                    <a:pt x="1282" y="3810"/>
                  </a:lnTo>
                  <a:lnTo>
                    <a:pt x="1282" y="5080"/>
                  </a:lnTo>
                  <a:lnTo>
                    <a:pt x="1282" y="6350"/>
                  </a:lnTo>
                  <a:lnTo>
                    <a:pt x="0" y="6350"/>
                  </a:lnTo>
                  <a:lnTo>
                    <a:pt x="0" y="7620"/>
                  </a:lnTo>
                  <a:lnTo>
                    <a:pt x="118110" y="7620"/>
                  </a:lnTo>
                  <a:lnTo>
                    <a:pt x="118110" y="6350"/>
                  </a:lnTo>
                  <a:lnTo>
                    <a:pt x="118122" y="5080"/>
                  </a:lnTo>
                  <a:close/>
                </a:path>
              </a:pathLst>
            </a:custGeom>
            <a:solidFill>
              <a:srgbClr val="ED0300"/>
            </a:solidFill>
          </p:spPr>
          <p:txBody>
            <a:bodyPr wrap="square" lIns="0" tIns="0" rIns="0" bIns="0" rtlCol="0"/>
            <a:lstStyle/>
            <a:p/>
          </p:txBody>
        </p:sp>
        <p:sp>
          <p:nvSpPr>
            <p:cNvPr id="1525" name="object 1525"/>
            <p:cNvSpPr/>
            <p:nvPr/>
          </p:nvSpPr>
          <p:spPr>
            <a:xfrm>
              <a:off x="6573520" y="1611629"/>
              <a:ext cx="134620" cy="7620"/>
            </a:xfrm>
            <a:custGeom>
              <a:avLst/>
              <a:gdLst/>
              <a:ahLst/>
              <a:cxnLst/>
              <a:rect l="l" t="t" r="r" b="b"/>
              <a:pathLst>
                <a:path w="134620" h="7619">
                  <a:moveTo>
                    <a:pt x="134620" y="6350"/>
                  </a:moveTo>
                  <a:lnTo>
                    <a:pt x="133337" y="6350"/>
                  </a:lnTo>
                  <a:lnTo>
                    <a:pt x="133337" y="5080"/>
                  </a:lnTo>
                  <a:lnTo>
                    <a:pt x="132080" y="5080"/>
                  </a:lnTo>
                  <a:lnTo>
                    <a:pt x="132080" y="3810"/>
                  </a:lnTo>
                  <a:lnTo>
                    <a:pt x="130810" y="3810"/>
                  </a:lnTo>
                  <a:lnTo>
                    <a:pt x="130810" y="2540"/>
                  </a:lnTo>
                  <a:lnTo>
                    <a:pt x="129540" y="2540"/>
                  </a:lnTo>
                  <a:lnTo>
                    <a:pt x="129540" y="1270"/>
                  </a:lnTo>
                  <a:lnTo>
                    <a:pt x="128270" y="1270"/>
                  </a:lnTo>
                  <a:lnTo>
                    <a:pt x="128270" y="0"/>
                  </a:lnTo>
                  <a:lnTo>
                    <a:pt x="7620" y="0"/>
                  </a:lnTo>
                  <a:lnTo>
                    <a:pt x="7620" y="1270"/>
                  </a:lnTo>
                  <a:lnTo>
                    <a:pt x="6350" y="1270"/>
                  </a:lnTo>
                  <a:lnTo>
                    <a:pt x="6350" y="2540"/>
                  </a:lnTo>
                  <a:lnTo>
                    <a:pt x="5080" y="2540"/>
                  </a:lnTo>
                  <a:lnTo>
                    <a:pt x="5080" y="3810"/>
                  </a:lnTo>
                  <a:lnTo>
                    <a:pt x="3810" y="3810"/>
                  </a:lnTo>
                  <a:lnTo>
                    <a:pt x="3810" y="5080"/>
                  </a:lnTo>
                  <a:lnTo>
                    <a:pt x="2527" y="5080"/>
                  </a:lnTo>
                  <a:lnTo>
                    <a:pt x="2527" y="6350"/>
                  </a:lnTo>
                  <a:lnTo>
                    <a:pt x="0" y="6350"/>
                  </a:lnTo>
                  <a:lnTo>
                    <a:pt x="0" y="7620"/>
                  </a:lnTo>
                  <a:lnTo>
                    <a:pt x="134620" y="7620"/>
                  </a:lnTo>
                  <a:lnTo>
                    <a:pt x="134620" y="6350"/>
                  </a:lnTo>
                  <a:close/>
                </a:path>
              </a:pathLst>
            </a:custGeom>
            <a:solidFill>
              <a:srgbClr val="F00200"/>
            </a:solidFill>
          </p:spPr>
          <p:txBody>
            <a:bodyPr wrap="square" lIns="0" tIns="0" rIns="0" bIns="0" rtlCol="0"/>
            <a:lstStyle/>
            <a:p/>
          </p:txBody>
        </p:sp>
        <p:sp>
          <p:nvSpPr>
            <p:cNvPr id="1526" name="object 1526"/>
            <p:cNvSpPr/>
            <p:nvPr/>
          </p:nvSpPr>
          <p:spPr>
            <a:xfrm>
              <a:off x="6555740" y="1619249"/>
              <a:ext cx="168910" cy="6350"/>
            </a:xfrm>
            <a:custGeom>
              <a:avLst/>
              <a:gdLst/>
              <a:ahLst/>
              <a:cxnLst/>
              <a:rect l="l" t="t" r="r" b="b"/>
              <a:pathLst>
                <a:path w="168909" h="6350">
                  <a:moveTo>
                    <a:pt x="168910" y="5080"/>
                  </a:moveTo>
                  <a:lnTo>
                    <a:pt x="163830" y="5080"/>
                  </a:lnTo>
                  <a:lnTo>
                    <a:pt x="163830" y="3810"/>
                  </a:lnTo>
                  <a:lnTo>
                    <a:pt x="158750" y="3810"/>
                  </a:lnTo>
                  <a:lnTo>
                    <a:pt x="158750" y="2540"/>
                  </a:lnTo>
                  <a:lnTo>
                    <a:pt x="156210" y="2540"/>
                  </a:lnTo>
                  <a:lnTo>
                    <a:pt x="156210" y="1270"/>
                  </a:lnTo>
                  <a:lnTo>
                    <a:pt x="154940" y="1270"/>
                  </a:lnTo>
                  <a:lnTo>
                    <a:pt x="154940" y="0"/>
                  </a:lnTo>
                  <a:lnTo>
                    <a:pt x="16510" y="0"/>
                  </a:lnTo>
                  <a:lnTo>
                    <a:pt x="16510" y="1270"/>
                  </a:lnTo>
                  <a:lnTo>
                    <a:pt x="13957" y="1270"/>
                  </a:lnTo>
                  <a:lnTo>
                    <a:pt x="13957" y="2540"/>
                  </a:lnTo>
                  <a:lnTo>
                    <a:pt x="12700" y="2540"/>
                  </a:lnTo>
                  <a:lnTo>
                    <a:pt x="12700" y="3810"/>
                  </a:lnTo>
                  <a:lnTo>
                    <a:pt x="3810" y="3810"/>
                  </a:lnTo>
                  <a:lnTo>
                    <a:pt x="3810" y="5080"/>
                  </a:lnTo>
                  <a:lnTo>
                    <a:pt x="0" y="5080"/>
                  </a:lnTo>
                  <a:lnTo>
                    <a:pt x="0" y="6350"/>
                  </a:lnTo>
                  <a:lnTo>
                    <a:pt x="168910" y="6350"/>
                  </a:lnTo>
                  <a:lnTo>
                    <a:pt x="168910" y="5080"/>
                  </a:lnTo>
                  <a:close/>
                </a:path>
              </a:pathLst>
            </a:custGeom>
            <a:solidFill>
              <a:srgbClr val="F20200"/>
            </a:solidFill>
          </p:spPr>
          <p:txBody>
            <a:bodyPr wrap="square" lIns="0" tIns="0" rIns="0" bIns="0" rtlCol="0"/>
            <a:lstStyle/>
            <a:p/>
          </p:txBody>
        </p:sp>
        <p:sp>
          <p:nvSpPr>
            <p:cNvPr id="1527" name="object 1527"/>
            <p:cNvSpPr/>
            <p:nvPr/>
          </p:nvSpPr>
          <p:spPr>
            <a:xfrm>
              <a:off x="6541770" y="1625599"/>
              <a:ext cx="200660" cy="7620"/>
            </a:xfrm>
            <a:custGeom>
              <a:avLst/>
              <a:gdLst/>
              <a:ahLst/>
              <a:cxnLst/>
              <a:rect l="l" t="t" r="r" b="b"/>
              <a:pathLst>
                <a:path w="200659" h="7619">
                  <a:moveTo>
                    <a:pt x="200660" y="1270"/>
                  </a:moveTo>
                  <a:lnTo>
                    <a:pt x="187960" y="1270"/>
                  </a:lnTo>
                  <a:lnTo>
                    <a:pt x="187960" y="0"/>
                  </a:lnTo>
                  <a:lnTo>
                    <a:pt x="0" y="0"/>
                  </a:lnTo>
                  <a:lnTo>
                    <a:pt x="0" y="1270"/>
                  </a:lnTo>
                  <a:lnTo>
                    <a:pt x="0" y="7620"/>
                  </a:lnTo>
                  <a:lnTo>
                    <a:pt x="200660" y="7620"/>
                  </a:lnTo>
                  <a:lnTo>
                    <a:pt x="200660" y="1270"/>
                  </a:lnTo>
                  <a:close/>
                </a:path>
              </a:pathLst>
            </a:custGeom>
            <a:solidFill>
              <a:srgbClr val="F40100"/>
            </a:solidFill>
          </p:spPr>
          <p:txBody>
            <a:bodyPr wrap="square" lIns="0" tIns="0" rIns="0" bIns="0" rtlCol="0"/>
            <a:lstStyle/>
            <a:p/>
          </p:txBody>
        </p:sp>
        <p:sp>
          <p:nvSpPr>
            <p:cNvPr id="1528" name="object 1528"/>
            <p:cNvSpPr/>
            <p:nvPr/>
          </p:nvSpPr>
          <p:spPr>
            <a:xfrm>
              <a:off x="6541769" y="1633220"/>
              <a:ext cx="200660" cy="7620"/>
            </a:xfrm>
            <a:custGeom>
              <a:avLst/>
              <a:gdLst/>
              <a:ahLst/>
              <a:cxnLst/>
              <a:rect l="l" t="t" r="r" b="b"/>
              <a:pathLst>
                <a:path w="200659" h="7619">
                  <a:moveTo>
                    <a:pt x="0" y="7619"/>
                  </a:moveTo>
                  <a:lnTo>
                    <a:pt x="0" y="0"/>
                  </a:lnTo>
                  <a:lnTo>
                    <a:pt x="200659" y="0"/>
                  </a:lnTo>
                  <a:lnTo>
                    <a:pt x="200659" y="7619"/>
                  </a:lnTo>
                  <a:lnTo>
                    <a:pt x="0" y="7619"/>
                  </a:lnTo>
                  <a:close/>
                </a:path>
              </a:pathLst>
            </a:custGeom>
            <a:solidFill>
              <a:srgbClr val="F70100"/>
            </a:solidFill>
          </p:spPr>
          <p:txBody>
            <a:bodyPr wrap="square" lIns="0" tIns="0" rIns="0" bIns="0" rtlCol="0"/>
            <a:lstStyle/>
            <a:p/>
          </p:txBody>
        </p:sp>
        <p:sp>
          <p:nvSpPr>
            <p:cNvPr id="1529" name="object 1529"/>
            <p:cNvSpPr/>
            <p:nvPr/>
          </p:nvSpPr>
          <p:spPr>
            <a:xfrm>
              <a:off x="6541769" y="1640840"/>
              <a:ext cx="200660" cy="7620"/>
            </a:xfrm>
            <a:custGeom>
              <a:avLst/>
              <a:gdLst/>
              <a:ahLst/>
              <a:cxnLst/>
              <a:rect l="l" t="t" r="r" b="b"/>
              <a:pathLst>
                <a:path w="200659" h="7619">
                  <a:moveTo>
                    <a:pt x="0" y="7620"/>
                  </a:moveTo>
                  <a:lnTo>
                    <a:pt x="0" y="0"/>
                  </a:lnTo>
                  <a:lnTo>
                    <a:pt x="200659" y="0"/>
                  </a:lnTo>
                  <a:lnTo>
                    <a:pt x="200659" y="7620"/>
                  </a:lnTo>
                  <a:lnTo>
                    <a:pt x="0" y="7620"/>
                  </a:lnTo>
                  <a:close/>
                </a:path>
              </a:pathLst>
            </a:custGeom>
            <a:solidFill>
              <a:srgbClr val="F90000"/>
            </a:solidFill>
          </p:spPr>
          <p:txBody>
            <a:bodyPr wrap="square" lIns="0" tIns="0" rIns="0" bIns="0" rtlCol="0"/>
            <a:lstStyle/>
            <a:p/>
          </p:txBody>
        </p:sp>
      </p:grpSp>
      <p:grpSp>
        <p:nvGrpSpPr>
          <p:cNvPr id="1530" name="object 1530"/>
          <p:cNvGrpSpPr/>
          <p:nvPr/>
        </p:nvGrpSpPr>
        <p:grpSpPr>
          <a:xfrm>
            <a:off x="6986269" y="1085850"/>
            <a:ext cx="233679" cy="562610"/>
            <a:chOff x="6986269" y="1085850"/>
            <a:chExt cx="233679" cy="562610"/>
          </a:xfrm>
        </p:grpSpPr>
        <p:sp>
          <p:nvSpPr>
            <p:cNvPr id="1531" name="object 1531"/>
            <p:cNvSpPr/>
            <p:nvPr/>
          </p:nvSpPr>
          <p:spPr>
            <a:xfrm>
              <a:off x="7165339" y="1085850"/>
              <a:ext cx="33020" cy="6350"/>
            </a:xfrm>
            <a:custGeom>
              <a:avLst/>
              <a:gdLst/>
              <a:ahLst/>
              <a:cxnLst/>
              <a:rect l="l" t="t" r="r" b="b"/>
              <a:pathLst>
                <a:path w="33020" h="6350">
                  <a:moveTo>
                    <a:pt x="33020" y="5079"/>
                  </a:moveTo>
                  <a:lnTo>
                    <a:pt x="0" y="5079"/>
                  </a:lnTo>
                  <a:lnTo>
                    <a:pt x="0" y="6350"/>
                  </a:lnTo>
                  <a:lnTo>
                    <a:pt x="33020" y="6350"/>
                  </a:lnTo>
                  <a:lnTo>
                    <a:pt x="33020" y="5079"/>
                  </a:lnTo>
                  <a:close/>
                </a:path>
                <a:path w="33020" h="6350">
                  <a:moveTo>
                    <a:pt x="31750" y="3810"/>
                  </a:moveTo>
                  <a:lnTo>
                    <a:pt x="3809" y="3810"/>
                  </a:lnTo>
                  <a:lnTo>
                    <a:pt x="3809" y="5079"/>
                  </a:lnTo>
                  <a:lnTo>
                    <a:pt x="31750" y="5079"/>
                  </a:lnTo>
                  <a:lnTo>
                    <a:pt x="31750" y="3810"/>
                  </a:lnTo>
                  <a:close/>
                </a:path>
                <a:path w="33020" h="6350">
                  <a:moveTo>
                    <a:pt x="30479" y="2539"/>
                  </a:moveTo>
                  <a:lnTo>
                    <a:pt x="5079" y="2539"/>
                  </a:lnTo>
                  <a:lnTo>
                    <a:pt x="5079" y="3810"/>
                  </a:lnTo>
                  <a:lnTo>
                    <a:pt x="30479" y="3810"/>
                  </a:lnTo>
                  <a:lnTo>
                    <a:pt x="30479" y="2539"/>
                  </a:lnTo>
                  <a:close/>
                </a:path>
                <a:path w="33020" h="6350">
                  <a:moveTo>
                    <a:pt x="26669" y="1270"/>
                  </a:moveTo>
                  <a:lnTo>
                    <a:pt x="8889" y="1270"/>
                  </a:lnTo>
                  <a:lnTo>
                    <a:pt x="8889" y="2539"/>
                  </a:lnTo>
                  <a:lnTo>
                    <a:pt x="26669" y="2539"/>
                  </a:lnTo>
                  <a:lnTo>
                    <a:pt x="26669" y="1270"/>
                  </a:lnTo>
                  <a:close/>
                </a:path>
                <a:path w="33020" h="6350">
                  <a:moveTo>
                    <a:pt x="25400" y="0"/>
                  </a:moveTo>
                  <a:lnTo>
                    <a:pt x="12700" y="0"/>
                  </a:lnTo>
                  <a:lnTo>
                    <a:pt x="12700" y="1270"/>
                  </a:lnTo>
                  <a:lnTo>
                    <a:pt x="25400" y="1270"/>
                  </a:lnTo>
                  <a:lnTo>
                    <a:pt x="25400" y="0"/>
                  </a:lnTo>
                  <a:close/>
                </a:path>
              </a:pathLst>
            </a:custGeom>
            <a:solidFill>
              <a:srgbClr val="003300"/>
            </a:solidFill>
          </p:spPr>
          <p:txBody>
            <a:bodyPr wrap="square" lIns="0" tIns="0" rIns="0" bIns="0" rtlCol="0"/>
            <a:lstStyle/>
            <a:p/>
          </p:txBody>
        </p:sp>
        <p:sp>
          <p:nvSpPr>
            <p:cNvPr id="1532" name="object 1532"/>
            <p:cNvSpPr/>
            <p:nvPr/>
          </p:nvSpPr>
          <p:spPr>
            <a:xfrm>
              <a:off x="7156449" y="1092200"/>
              <a:ext cx="49530" cy="7620"/>
            </a:xfrm>
            <a:custGeom>
              <a:avLst/>
              <a:gdLst/>
              <a:ahLst/>
              <a:cxnLst/>
              <a:rect l="l" t="t" r="r" b="b"/>
              <a:pathLst>
                <a:path w="49529" h="7619">
                  <a:moveTo>
                    <a:pt x="49529" y="6350"/>
                  </a:moveTo>
                  <a:lnTo>
                    <a:pt x="0" y="6350"/>
                  </a:lnTo>
                  <a:lnTo>
                    <a:pt x="0" y="7620"/>
                  </a:lnTo>
                  <a:lnTo>
                    <a:pt x="49529" y="7620"/>
                  </a:lnTo>
                  <a:lnTo>
                    <a:pt x="49529" y="6350"/>
                  </a:lnTo>
                  <a:close/>
                </a:path>
                <a:path w="49529" h="7619">
                  <a:moveTo>
                    <a:pt x="48260" y="5079"/>
                  </a:moveTo>
                  <a:lnTo>
                    <a:pt x="2540" y="5079"/>
                  </a:lnTo>
                  <a:lnTo>
                    <a:pt x="2540" y="6350"/>
                  </a:lnTo>
                  <a:lnTo>
                    <a:pt x="48260" y="6350"/>
                  </a:lnTo>
                  <a:lnTo>
                    <a:pt x="48260" y="5079"/>
                  </a:lnTo>
                  <a:close/>
                </a:path>
                <a:path w="49529" h="7619">
                  <a:moveTo>
                    <a:pt x="46989" y="2539"/>
                  </a:moveTo>
                  <a:lnTo>
                    <a:pt x="5079" y="2539"/>
                  </a:lnTo>
                  <a:lnTo>
                    <a:pt x="5079" y="3810"/>
                  </a:lnTo>
                  <a:lnTo>
                    <a:pt x="3809" y="3810"/>
                  </a:lnTo>
                  <a:lnTo>
                    <a:pt x="3809" y="5079"/>
                  </a:lnTo>
                  <a:lnTo>
                    <a:pt x="46989" y="5079"/>
                  </a:lnTo>
                  <a:lnTo>
                    <a:pt x="46989" y="2539"/>
                  </a:lnTo>
                  <a:close/>
                </a:path>
                <a:path w="49529" h="7619">
                  <a:moveTo>
                    <a:pt x="45720" y="1270"/>
                  </a:moveTo>
                  <a:lnTo>
                    <a:pt x="6350" y="1270"/>
                  </a:lnTo>
                  <a:lnTo>
                    <a:pt x="6350" y="2539"/>
                  </a:lnTo>
                  <a:lnTo>
                    <a:pt x="45720" y="2539"/>
                  </a:lnTo>
                  <a:lnTo>
                    <a:pt x="45720" y="1270"/>
                  </a:lnTo>
                  <a:close/>
                </a:path>
                <a:path w="49529" h="7619">
                  <a:moveTo>
                    <a:pt x="44450" y="0"/>
                  </a:moveTo>
                  <a:lnTo>
                    <a:pt x="7620" y="0"/>
                  </a:lnTo>
                  <a:lnTo>
                    <a:pt x="7620" y="1270"/>
                  </a:lnTo>
                  <a:lnTo>
                    <a:pt x="44450" y="1270"/>
                  </a:lnTo>
                  <a:lnTo>
                    <a:pt x="44450" y="0"/>
                  </a:lnTo>
                  <a:close/>
                </a:path>
              </a:pathLst>
            </a:custGeom>
            <a:solidFill>
              <a:srgbClr val="023300"/>
            </a:solidFill>
          </p:spPr>
          <p:txBody>
            <a:bodyPr wrap="square" lIns="0" tIns="0" rIns="0" bIns="0" rtlCol="0"/>
            <a:lstStyle/>
            <a:p/>
          </p:txBody>
        </p:sp>
        <p:sp>
          <p:nvSpPr>
            <p:cNvPr id="1533" name="object 1533"/>
            <p:cNvSpPr/>
            <p:nvPr/>
          </p:nvSpPr>
          <p:spPr>
            <a:xfrm>
              <a:off x="6986269" y="1099820"/>
              <a:ext cx="223520" cy="6350"/>
            </a:xfrm>
            <a:custGeom>
              <a:avLst/>
              <a:gdLst/>
              <a:ahLst/>
              <a:cxnLst/>
              <a:rect l="l" t="t" r="r" b="b"/>
              <a:pathLst>
                <a:path w="223520" h="6350">
                  <a:moveTo>
                    <a:pt x="222250" y="2539"/>
                  </a:moveTo>
                  <a:lnTo>
                    <a:pt x="166370" y="2539"/>
                  </a:lnTo>
                  <a:lnTo>
                    <a:pt x="166370" y="3809"/>
                  </a:lnTo>
                  <a:lnTo>
                    <a:pt x="165100" y="3809"/>
                  </a:lnTo>
                  <a:lnTo>
                    <a:pt x="165100" y="6350"/>
                  </a:lnTo>
                  <a:lnTo>
                    <a:pt x="223520" y="6350"/>
                  </a:lnTo>
                  <a:lnTo>
                    <a:pt x="223520" y="5079"/>
                  </a:lnTo>
                  <a:lnTo>
                    <a:pt x="222250" y="5079"/>
                  </a:lnTo>
                  <a:lnTo>
                    <a:pt x="222250" y="2539"/>
                  </a:lnTo>
                  <a:close/>
                </a:path>
                <a:path w="223520" h="6350">
                  <a:moveTo>
                    <a:pt x="220979" y="0"/>
                  </a:moveTo>
                  <a:lnTo>
                    <a:pt x="168909" y="0"/>
                  </a:lnTo>
                  <a:lnTo>
                    <a:pt x="168909" y="1269"/>
                  </a:lnTo>
                  <a:lnTo>
                    <a:pt x="167639" y="1269"/>
                  </a:lnTo>
                  <a:lnTo>
                    <a:pt x="167639" y="2539"/>
                  </a:lnTo>
                  <a:lnTo>
                    <a:pt x="220979" y="2539"/>
                  </a:lnTo>
                  <a:lnTo>
                    <a:pt x="220979" y="0"/>
                  </a:lnTo>
                  <a:close/>
                </a:path>
                <a:path w="223520" h="6350">
                  <a:moveTo>
                    <a:pt x="111759" y="2539"/>
                  </a:moveTo>
                  <a:lnTo>
                    <a:pt x="0" y="2539"/>
                  </a:lnTo>
                  <a:lnTo>
                    <a:pt x="0" y="6350"/>
                  </a:lnTo>
                  <a:lnTo>
                    <a:pt x="111759" y="6350"/>
                  </a:lnTo>
                  <a:lnTo>
                    <a:pt x="111759" y="2539"/>
                  </a:lnTo>
                  <a:close/>
                </a:path>
              </a:pathLst>
            </a:custGeom>
            <a:solidFill>
              <a:srgbClr val="053100"/>
            </a:solidFill>
          </p:spPr>
          <p:txBody>
            <a:bodyPr wrap="square" lIns="0" tIns="0" rIns="0" bIns="0" rtlCol="0"/>
            <a:lstStyle/>
            <a:p/>
          </p:txBody>
        </p:sp>
        <p:sp>
          <p:nvSpPr>
            <p:cNvPr id="1534" name="object 1534"/>
            <p:cNvSpPr/>
            <p:nvPr/>
          </p:nvSpPr>
          <p:spPr>
            <a:xfrm>
              <a:off x="6986270" y="1106169"/>
              <a:ext cx="227329" cy="7620"/>
            </a:xfrm>
            <a:custGeom>
              <a:avLst/>
              <a:gdLst/>
              <a:ahLst/>
              <a:cxnLst/>
              <a:rect l="l" t="t" r="r" b="b"/>
              <a:pathLst>
                <a:path w="227329" h="7619">
                  <a:moveTo>
                    <a:pt x="111760" y="3822"/>
                  </a:moveTo>
                  <a:lnTo>
                    <a:pt x="0" y="3822"/>
                  </a:lnTo>
                  <a:lnTo>
                    <a:pt x="0" y="7620"/>
                  </a:lnTo>
                  <a:lnTo>
                    <a:pt x="111760" y="7620"/>
                  </a:lnTo>
                  <a:lnTo>
                    <a:pt x="111760" y="3822"/>
                  </a:lnTo>
                  <a:close/>
                </a:path>
                <a:path w="227329" h="7619">
                  <a:moveTo>
                    <a:pt x="111760" y="0"/>
                  </a:moveTo>
                  <a:lnTo>
                    <a:pt x="0" y="0"/>
                  </a:lnTo>
                  <a:lnTo>
                    <a:pt x="0" y="3810"/>
                  </a:lnTo>
                  <a:lnTo>
                    <a:pt x="111760" y="3810"/>
                  </a:lnTo>
                  <a:lnTo>
                    <a:pt x="111760" y="0"/>
                  </a:lnTo>
                  <a:close/>
                </a:path>
                <a:path w="227329" h="7619">
                  <a:moveTo>
                    <a:pt x="224790" y="1270"/>
                  </a:moveTo>
                  <a:lnTo>
                    <a:pt x="223520" y="1270"/>
                  </a:lnTo>
                  <a:lnTo>
                    <a:pt x="223520" y="0"/>
                  </a:lnTo>
                  <a:lnTo>
                    <a:pt x="163830" y="0"/>
                  </a:lnTo>
                  <a:lnTo>
                    <a:pt x="163830" y="1270"/>
                  </a:lnTo>
                  <a:lnTo>
                    <a:pt x="162560" y="1270"/>
                  </a:lnTo>
                  <a:lnTo>
                    <a:pt x="162560" y="2540"/>
                  </a:lnTo>
                  <a:lnTo>
                    <a:pt x="161290" y="2540"/>
                  </a:lnTo>
                  <a:lnTo>
                    <a:pt x="161290" y="3810"/>
                  </a:lnTo>
                  <a:lnTo>
                    <a:pt x="224790" y="3810"/>
                  </a:lnTo>
                  <a:lnTo>
                    <a:pt x="224790" y="2540"/>
                  </a:lnTo>
                  <a:lnTo>
                    <a:pt x="224790" y="1270"/>
                  </a:lnTo>
                  <a:close/>
                </a:path>
                <a:path w="227329" h="7619">
                  <a:moveTo>
                    <a:pt x="227330" y="6350"/>
                  </a:moveTo>
                  <a:lnTo>
                    <a:pt x="226060" y="6350"/>
                  </a:lnTo>
                  <a:lnTo>
                    <a:pt x="226060" y="3822"/>
                  </a:lnTo>
                  <a:lnTo>
                    <a:pt x="160020" y="3822"/>
                  </a:lnTo>
                  <a:lnTo>
                    <a:pt x="160020" y="6350"/>
                  </a:lnTo>
                  <a:lnTo>
                    <a:pt x="158750" y="6350"/>
                  </a:lnTo>
                  <a:lnTo>
                    <a:pt x="158750" y="7620"/>
                  </a:lnTo>
                  <a:lnTo>
                    <a:pt x="227330" y="7620"/>
                  </a:lnTo>
                  <a:lnTo>
                    <a:pt x="227330" y="6350"/>
                  </a:lnTo>
                  <a:close/>
                </a:path>
              </a:pathLst>
            </a:custGeom>
            <a:solidFill>
              <a:srgbClr val="083100"/>
            </a:solidFill>
          </p:spPr>
          <p:txBody>
            <a:bodyPr wrap="square" lIns="0" tIns="0" rIns="0" bIns="0" rtlCol="0"/>
            <a:lstStyle/>
            <a:p/>
          </p:txBody>
        </p:sp>
        <p:sp>
          <p:nvSpPr>
            <p:cNvPr id="1535" name="object 1535"/>
            <p:cNvSpPr/>
            <p:nvPr/>
          </p:nvSpPr>
          <p:spPr>
            <a:xfrm>
              <a:off x="6986269" y="1113790"/>
              <a:ext cx="228600" cy="7620"/>
            </a:xfrm>
            <a:custGeom>
              <a:avLst/>
              <a:gdLst/>
              <a:ahLst/>
              <a:cxnLst/>
              <a:rect l="l" t="t" r="r" b="b"/>
              <a:pathLst>
                <a:path w="228600" h="7619">
                  <a:moveTo>
                    <a:pt x="111759" y="0"/>
                  </a:moveTo>
                  <a:lnTo>
                    <a:pt x="0" y="0"/>
                  </a:lnTo>
                  <a:lnTo>
                    <a:pt x="0" y="7620"/>
                  </a:lnTo>
                  <a:lnTo>
                    <a:pt x="111759" y="7620"/>
                  </a:lnTo>
                  <a:lnTo>
                    <a:pt x="111759" y="0"/>
                  </a:lnTo>
                  <a:close/>
                </a:path>
                <a:path w="228600" h="7619">
                  <a:moveTo>
                    <a:pt x="227329" y="0"/>
                  </a:moveTo>
                  <a:lnTo>
                    <a:pt x="157479" y="0"/>
                  </a:lnTo>
                  <a:lnTo>
                    <a:pt x="157479" y="1270"/>
                  </a:lnTo>
                  <a:lnTo>
                    <a:pt x="156209" y="1270"/>
                  </a:lnTo>
                  <a:lnTo>
                    <a:pt x="156209" y="3810"/>
                  </a:lnTo>
                  <a:lnTo>
                    <a:pt x="154939" y="3810"/>
                  </a:lnTo>
                  <a:lnTo>
                    <a:pt x="154939" y="5080"/>
                  </a:lnTo>
                  <a:lnTo>
                    <a:pt x="153670" y="5080"/>
                  </a:lnTo>
                  <a:lnTo>
                    <a:pt x="153670" y="7620"/>
                  </a:lnTo>
                  <a:lnTo>
                    <a:pt x="228600" y="7620"/>
                  </a:lnTo>
                  <a:lnTo>
                    <a:pt x="228600" y="6350"/>
                  </a:lnTo>
                  <a:lnTo>
                    <a:pt x="227329" y="6350"/>
                  </a:lnTo>
                  <a:lnTo>
                    <a:pt x="227329" y="0"/>
                  </a:lnTo>
                  <a:close/>
                </a:path>
              </a:pathLst>
            </a:custGeom>
            <a:solidFill>
              <a:srgbClr val="0B3000"/>
            </a:solidFill>
          </p:spPr>
          <p:txBody>
            <a:bodyPr wrap="square" lIns="0" tIns="0" rIns="0" bIns="0" rtlCol="0"/>
            <a:lstStyle/>
            <a:p/>
          </p:txBody>
        </p:sp>
        <p:sp>
          <p:nvSpPr>
            <p:cNvPr id="1536" name="object 1536"/>
            <p:cNvSpPr/>
            <p:nvPr/>
          </p:nvSpPr>
          <p:spPr>
            <a:xfrm>
              <a:off x="6986270" y="1121409"/>
              <a:ext cx="229870" cy="6350"/>
            </a:xfrm>
            <a:custGeom>
              <a:avLst/>
              <a:gdLst/>
              <a:ahLst/>
              <a:cxnLst/>
              <a:rect l="l" t="t" r="r" b="b"/>
              <a:pathLst>
                <a:path w="229870" h="6350">
                  <a:moveTo>
                    <a:pt x="111760" y="0"/>
                  </a:moveTo>
                  <a:lnTo>
                    <a:pt x="0" y="0"/>
                  </a:lnTo>
                  <a:lnTo>
                    <a:pt x="0" y="3810"/>
                  </a:lnTo>
                  <a:lnTo>
                    <a:pt x="6350" y="3810"/>
                  </a:lnTo>
                  <a:lnTo>
                    <a:pt x="6350" y="5080"/>
                  </a:lnTo>
                  <a:lnTo>
                    <a:pt x="8890" y="5080"/>
                  </a:lnTo>
                  <a:lnTo>
                    <a:pt x="8890" y="6350"/>
                  </a:lnTo>
                  <a:lnTo>
                    <a:pt x="111760" y="6350"/>
                  </a:lnTo>
                  <a:lnTo>
                    <a:pt x="111760" y="5080"/>
                  </a:lnTo>
                  <a:lnTo>
                    <a:pt x="111760" y="3810"/>
                  </a:lnTo>
                  <a:lnTo>
                    <a:pt x="111760" y="0"/>
                  </a:lnTo>
                  <a:close/>
                </a:path>
                <a:path w="229870" h="6350">
                  <a:moveTo>
                    <a:pt x="229870" y="1270"/>
                  </a:moveTo>
                  <a:lnTo>
                    <a:pt x="228600" y="1270"/>
                  </a:lnTo>
                  <a:lnTo>
                    <a:pt x="228600" y="0"/>
                  </a:lnTo>
                  <a:lnTo>
                    <a:pt x="152400" y="0"/>
                  </a:lnTo>
                  <a:lnTo>
                    <a:pt x="152400" y="1270"/>
                  </a:lnTo>
                  <a:lnTo>
                    <a:pt x="152400" y="2540"/>
                  </a:lnTo>
                  <a:lnTo>
                    <a:pt x="151130" y="2540"/>
                  </a:lnTo>
                  <a:lnTo>
                    <a:pt x="151130" y="5080"/>
                  </a:lnTo>
                  <a:lnTo>
                    <a:pt x="149860" y="5080"/>
                  </a:lnTo>
                  <a:lnTo>
                    <a:pt x="149860" y="6350"/>
                  </a:lnTo>
                  <a:lnTo>
                    <a:pt x="229857" y="6350"/>
                  </a:lnTo>
                  <a:lnTo>
                    <a:pt x="229857" y="5080"/>
                  </a:lnTo>
                  <a:lnTo>
                    <a:pt x="229857" y="2540"/>
                  </a:lnTo>
                  <a:lnTo>
                    <a:pt x="229870" y="1270"/>
                  </a:lnTo>
                  <a:close/>
                </a:path>
              </a:pathLst>
            </a:custGeom>
            <a:solidFill>
              <a:srgbClr val="0F2F00"/>
            </a:solidFill>
          </p:spPr>
          <p:txBody>
            <a:bodyPr wrap="square" lIns="0" tIns="0" rIns="0" bIns="0" rtlCol="0"/>
            <a:lstStyle/>
            <a:p/>
          </p:txBody>
        </p:sp>
        <p:sp>
          <p:nvSpPr>
            <p:cNvPr id="1537" name="object 1537"/>
            <p:cNvSpPr/>
            <p:nvPr/>
          </p:nvSpPr>
          <p:spPr>
            <a:xfrm>
              <a:off x="6997700" y="1127759"/>
              <a:ext cx="220979" cy="7620"/>
            </a:xfrm>
            <a:custGeom>
              <a:avLst/>
              <a:gdLst/>
              <a:ahLst/>
              <a:cxnLst/>
              <a:rect l="l" t="t" r="r" b="b"/>
              <a:pathLst>
                <a:path w="220979" h="7619">
                  <a:moveTo>
                    <a:pt x="100330" y="0"/>
                  </a:moveTo>
                  <a:lnTo>
                    <a:pt x="0" y="0"/>
                  </a:lnTo>
                  <a:lnTo>
                    <a:pt x="0" y="1270"/>
                  </a:lnTo>
                  <a:lnTo>
                    <a:pt x="2540" y="1270"/>
                  </a:lnTo>
                  <a:lnTo>
                    <a:pt x="2540" y="2540"/>
                  </a:lnTo>
                  <a:lnTo>
                    <a:pt x="5080" y="2540"/>
                  </a:lnTo>
                  <a:lnTo>
                    <a:pt x="5080" y="5080"/>
                  </a:lnTo>
                  <a:lnTo>
                    <a:pt x="6350" y="5080"/>
                  </a:lnTo>
                  <a:lnTo>
                    <a:pt x="6350" y="6350"/>
                  </a:lnTo>
                  <a:lnTo>
                    <a:pt x="7620" y="6350"/>
                  </a:lnTo>
                  <a:lnTo>
                    <a:pt x="7620" y="7620"/>
                  </a:lnTo>
                  <a:lnTo>
                    <a:pt x="100330" y="7620"/>
                  </a:lnTo>
                  <a:lnTo>
                    <a:pt x="100330" y="6350"/>
                  </a:lnTo>
                  <a:lnTo>
                    <a:pt x="100330" y="5080"/>
                  </a:lnTo>
                  <a:lnTo>
                    <a:pt x="100330" y="2540"/>
                  </a:lnTo>
                  <a:lnTo>
                    <a:pt x="100330" y="1270"/>
                  </a:lnTo>
                  <a:lnTo>
                    <a:pt x="100330" y="0"/>
                  </a:lnTo>
                  <a:close/>
                </a:path>
                <a:path w="220979" h="7619">
                  <a:moveTo>
                    <a:pt x="220980" y="6350"/>
                  </a:moveTo>
                  <a:lnTo>
                    <a:pt x="219710" y="6350"/>
                  </a:lnTo>
                  <a:lnTo>
                    <a:pt x="219710" y="3810"/>
                  </a:lnTo>
                  <a:lnTo>
                    <a:pt x="219710" y="1270"/>
                  </a:lnTo>
                  <a:lnTo>
                    <a:pt x="219710" y="0"/>
                  </a:lnTo>
                  <a:lnTo>
                    <a:pt x="138430" y="0"/>
                  </a:lnTo>
                  <a:lnTo>
                    <a:pt x="138430" y="1270"/>
                  </a:lnTo>
                  <a:lnTo>
                    <a:pt x="137160" y="1270"/>
                  </a:lnTo>
                  <a:lnTo>
                    <a:pt x="137160" y="3810"/>
                  </a:lnTo>
                  <a:lnTo>
                    <a:pt x="135890" y="3810"/>
                  </a:lnTo>
                  <a:lnTo>
                    <a:pt x="135890" y="6350"/>
                  </a:lnTo>
                  <a:lnTo>
                    <a:pt x="134620" y="6350"/>
                  </a:lnTo>
                  <a:lnTo>
                    <a:pt x="134620" y="7620"/>
                  </a:lnTo>
                  <a:lnTo>
                    <a:pt x="220980" y="7620"/>
                  </a:lnTo>
                  <a:lnTo>
                    <a:pt x="220980" y="6350"/>
                  </a:lnTo>
                  <a:close/>
                </a:path>
              </a:pathLst>
            </a:custGeom>
            <a:solidFill>
              <a:srgbClr val="122F00"/>
            </a:solidFill>
          </p:spPr>
          <p:txBody>
            <a:bodyPr wrap="square" lIns="0" tIns="0" rIns="0" bIns="0" rtlCol="0"/>
            <a:lstStyle/>
            <a:p/>
          </p:txBody>
        </p:sp>
        <p:sp>
          <p:nvSpPr>
            <p:cNvPr id="1538" name="object 1538"/>
            <p:cNvSpPr/>
            <p:nvPr/>
          </p:nvSpPr>
          <p:spPr>
            <a:xfrm>
              <a:off x="7005320" y="1135379"/>
              <a:ext cx="213360" cy="7620"/>
            </a:xfrm>
            <a:custGeom>
              <a:avLst/>
              <a:gdLst/>
              <a:ahLst/>
              <a:cxnLst/>
              <a:rect l="l" t="t" r="r" b="b"/>
              <a:pathLst>
                <a:path w="213359" h="7619">
                  <a:moveTo>
                    <a:pt x="92710" y="0"/>
                  </a:moveTo>
                  <a:lnTo>
                    <a:pt x="0" y="0"/>
                  </a:lnTo>
                  <a:lnTo>
                    <a:pt x="0" y="1270"/>
                  </a:lnTo>
                  <a:lnTo>
                    <a:pt x="1270" y="1270"/>
                  </a:lnTo>
                  <a:lnTo>
                    <a:pt x="1270" y="3810"/>
                  </a:lnTo>
                  <a:lnTo>
                    <a:pt x="2540" y="3810"/>
                  </a:lnTo>
                  <a:lnTo>
                    <a:pt x="2540" y="5080"/>
                  </a:lnTo>
                  <a:lnTo>
                    <a:pt x="3810" y="5080"/>
                  </a:lnTo>
                  <a:lnTo>
                    <a:pt x="3810" y="7620"/>
                  </a:lnTo>
                  <a:lnTo>
                    <a:pt x="92710" y="7620"/>
                  </a:lnTo>
                  <a:lnTo>
                    <a:pt x="92710" y="5080"/>
                  </a:lnTo>
                  <a:lnTo>
                    <a:pt x="92710" y="3810"/>
                  </a:lnTo>
                  <a:lnTo>
                    <a:pt x="92710" y="1270"/>
                  </a:lnTo>
                  <a:lnTo>
                    <a:pt x="92710" y="0"/>
                  </a:lnTo>
                  <a:close/>
                </a:path>
                <a:path w="213359" h="7619">
                  <a:moveTo>
                    <a:pt x="213360" y="0"/>
                  </a:moveTo>
                  <a:lnTo>
                    <a:pt x="127000" y="0"/>
                  </a:lnTo>
                  <a:lnTo>
                    <a:pt x="127000" y="1270"/>
                  </a:lnTo>
                  <a:lnTo>
                    <a:pt x="125730" y="1270"/>
                  </a:lnTo>
                  <a:lnTo>
                    <a:pt x="125730" y="3810"/>
                  </a:lnTo>
                  <a:lnTo>
                    <a:pt x="124460" y="3810"/>
                  </a:lnTo>
                  <a:lnTo>
                    <a:pt x="124460" y="6350"/>
                  </a:lnTo>
                  <a:lnTo>
                    <a:pt x="123190" y="6350"/>
                  </a:lnTo>
                  <a:lnTo>
                    <a:pt x="123190" y="7620"/>
                  </a:lnTo>
                  <a:lnTo>
                    <a:pt x="213360" y="7620"/>
                  </a:lnTo>
                  <a:lnTo>
                    <a:pt x="213360" y="6350"/>
                  </a:lnTo>
                  <a:lnTo>
                    <a:pt x="213360" y="3810"/>
                  </a:lnTo>
                  <a:lnTo>
                    <a:pt x="213360" y="1270"/>
                  </a:lnTo>
                  <a:lnTo>
                    <a:pt x="213360" y="0"/>
                  </a:lnTo>
                  <a:close/>
                </a:path>
              </a:pathLst>
            </a:custGeom>
            <a:solidFill>
              <a:srgbClr val="152E00"/>
            </a:solidFill>
          </p:spPr>
          <p:txBody>
            <a:bodyPr wrap="square" lIns="0" tIns="0" rIns="0" bIns="0" rtlCol="0"/>
            <a:lstStyle/>
            <a:p/>
          </p:txBody>
        </p:sp>
        <p:sp>
          <p:nvSpPr>
            <p:cNvPr id="1539" name="object 1539"/>
            <p:cNvSpPr/>
            <p:nvPr/>
          </p:nvSpPr>
          <p:spPr>
            <a:xfrm>
              <a:off x="7010400" y="1142999"/>
              <a:ext cx="208279" cy="6350"/>
            </a:xfrm>
            <a:custGeom>
              <a:avLst/>
              <a:gdLst/>
              <a:ahLst/>
              <a:cxnLst/>
              <a:rect l="l" t="t" r="r" b="b"/>
              <a:pathLst>
                <a:path w="208279" h="6350">
                  <a:moveTo>
                    <a:pt x="87630" y="0"/>
                  </a:moveTo>
                  <a:lnTo>
                    <a:pt x="0" y="0"/>
                  </a:lnTo>
                  <a:lnTo>
                    <a:pt x="0" y="3810"/>
                  </a:lnTo>
                  <a:lnTo>
                    <a:pt x="1270" y="3810"/>
                  </a:lnTo>
                  <a:lnTo>
                    <a:pt x="1270" y="6350"/>
                  </a:lnTo>
                  <a:lnTo>
                    <a:pt x="87630" y="6350"/>
                  </a:lnTo>
                  <a:lnTo>
                    <a:pt x="87630" y="3810"/>
                  </a:lnTo>
                  <a:lnTo>
                    <a:pt x="87630" y="0"/>
                  </a:lnTo>
                  <a:close/>
                </a:path>
                <a:path w="208279" h="6350">
                  <a:moveTo>
                    <a:pt x="208280" y="0"/>
                  </a:moveTo>
                  <a:lnTo>
                    <a:pt x="118110" y="0"/>
                  </a:lnTo>
                  <a:lnTo>
                    <a:pt x="118110" y="1270"/>
                  </a:lnTo>
                  <a:lnTo>
                    <a:pt x="116840" y="1270"/>
                  </a:lnTo>
                  <a:lnTo>
                    <a:pt x="116840" y="3810"/>
                  </a:lnTo>
                  <a:lnTo>
                    <a:pt x="115570" y="3810"/>
                  </a:lnTo>
                  <a:lnTo>
                    <a:pt x="115570" y="6350"/>
                  </a:lnTo>
                  <a:lnTo>
                    <a:pt x="208280" y="6350"/>
                  </a:lnTo>
                  <a:lnTo>
                    <a:pt x="208280" y="3810"/>
                  </a:lnTo>
                  <a:lnTo>
                    <a:pt x="208280" y="1270"/>
                  </a:lnTo>
                  <a:lnTo>
                    <a:pt x="208280" y="0"/>
                  </a:lnTo>
                  <a:close/>
                </a:path>
              </a:pathLst>
            </a:custGeom>
            <a:solidFill>
              <a:srgbClr val="182D00"/>
            </a:solidFill>
          </p:spPr>
          <p:txBody>
            <a:bodyPr wrap="square" lIns="0" tIns="0" rIns="0" bIns="0" rtlCol="0"/>
            <a:lstStyle/>
            <a:p/>
          </p:txBody>
        </p:sp>
        <p:sp>
          <p:nvSpPr>
            <p:cNvPr id="1540" name="object 1540"/>
            <p:cNvSpPr/>
            <p:nvPr/>
          </p:nvSpPr>
          <p:spPr>
            <a:xfrm>
              <a:off x="7011670" y="1149349"/>
              <a:ext cx="208279" cy="7620"/>
            </a:xfrm>
            <a:custGeom>
              <a:avLst/>
              <a:gdLst/>
              <a:ahLst/>
              <a:cxnLst/>
              <a:rect l="l" t="t" r="r" b="b"/>
              <a:pathLst>
                <a:path w="208279" h="7619">
                  <a:moveTo>
                    <a:pt x="86360" y="5092"/>
                  </a:moveTo>
                  <a:lnTo>
                    <a:pt x="1270" y="5092"/>
                  </a:lnTo>
                  <a:lnTo>
                    <a:pt x="1270" y="7620"/>
                  </a:lnTo>
                  <a:lnTo>
                    <a:pt x="86360" y="7620"/>
                  </a:lnTo>
                  <a:lnTo>
                    <a:pt x="86360" y="5092"/>
                  </a:lnTo>
                  <a:close/>
                </a:path>
                <a:path w="208279" h="7619">
                  <a:moveTo>
                    <a:pt x="86360" y="0"/>
                  </a:moveTo>
                  <a:lnTo>
                    <a:pt x="0" y="0"/>
                  </a:lnTo>
                  <a:lnTo>
                    <a:pt x="0" y="3810"/>
                  </a:lnTo>
                  <a:lnTo>
                    <a:pt x="1270" y="3810"/>
                  </a:lnTo>
                  <a:lnTo>
                    <a:pt x="1270" y="5080"/>
                  </a:lnTo>
                  <a:lnTo>
                    <a:pt x="86360" y="5080"/>
                  </a:lnTo>
                  <a:lnTo>
                    <a:pt x="86360" y="3810"/>
                  </a:lnTo>
                  <a:lnTo>
                    <a:pt x="86360" y="0"/>
                  </a:lnTo>
                  <a:close/>
                </a:path>
                <a:path w="208279" h="7619">
                  <a:moveTo>
                    <a:pt x="208280" y="5092"/>
                  </a:moveTo>
                  <a:lnTo>
                    <a:pt x="110490" y="5092"/>
                  </a:lnTo>
                  <a:lnTo>
                    <a:pt x="110490" y="7620"/>
                  </a:lnTo>
                  <a:lnTo>
                    <a:pt x="208280" y="7620"/>
                  </a:lnTo>
                  <a:lnTo>
                    <a:pt x="208280" y="5092"/>
                  </a:lnTo>
                  <a:close/>
                </a:path>
                <a:path w="208279" h="7619">
                  <a:moveTo>
                    <a:pt x="208280" y="1270"/>
                  </a:moveTo>
                  <a:lnTo>
                    <a:pt x="207010" y="1270"/>
                  </a:lnTo>
                  <a:lnTo>
                    <a:pt x="207010" y="0"/>
                  </a:lnTo>
                  <a:lnTo>
                    <a:pt x="113030" y="0"/>
                  </a:lnTo>
                  <a:lnTo>
                    <a:pt x="113030" y="1270"/>
                  </a:lnTo>
                  <a:lnTo>
                    <a:pt x="113030" y="2540"/>
                  </a:lnTo>
                  <a:lnTo>
                    <a:pt x="111760" y="2540"/>
                  </a:lnTo>
                  <a:lnTo>
                    <a:pt x="111760" y="5080"/>
                  </a:lnTo>
                  <a:lnTo>
                    <a:pt x="208280" y="5080"/>
                  </a:lnTo>
                  <a:lnTo>
                    <a:pt x="208280" y="2540"/>
                  </a:lnTo>
                  <a:lnTo>
                    <a:pt x="208280" y="1270"/>
                  </a:lnTo>
                  <a:close/>
                </a:path>
              </a:pathLst>
            </a:custGeom>
            <a:solidFill>
              <a:srgbClr val="1C2D00"/>
            </a:solidFill>
          </p:spPr>
          <p:txBody>
            <a:bodyPr wrap="square" lIns="0" tIns="0" rIns="0" bIns="0" rtlCol="0"/>
            <a:lstStyle/>
            <a:p/>
          </p:txBody>
        </p:sp>
        <p:sp>
          <p:nvSpPr>
            <p:cNvPr id="1541" name="object 1541"/>
            <p:cNvSpPr/>
            <p:nvPr/>
          </p:nvSpPr>
          <p:spPr>
            <a:xfrm>
              <a:off x="7014210" y="1156969"/>
              <a:ext cx="205740" cy="7620"/>
            </a:xfrm>
            <a:custGeom>
              <a:avLst/>
              <a:gdLst/>
              <a:ahLst/>
              <a:cxnLst/>
              <a:rect l="l" t="t" r="r" b="b"/>
              <a:pathLst>
                <a:path w="205740" h="7619">
                  <a:moveTo>
                    <a:pt x="83820" y="3822"/>
                  </a:moveTo>
                  <a:lnTo>
                    <a:pt x="0" y="3822"/>
                  </a:lnTo>
                  <a:lnTo>
                    <a:pt x="0" y="7620"/>
                  </a:lnTo>
                  <a:lnTo>
                    <a:pt x="83820" y="7620"/>
                  </a:lnTo>
                  <a:lnTo>
                    <a:pt x="83820" y="3822"/>
                  </a:lnTo>
                  <a:close/>
                </a:path>
                <a:path w="205740" h="7619">
                  <a:moveTo>
                    <a:pt x="83820" y="0"/>
                  </a:moveTo>
                  <a:lnTo>
                    <a:pt x="0" y="0"/>
                  </a:lnTo>
                  <a:lnTo>
                    <a:pt x="0" y="3810"/>
                  </a:lnTo>
                  <a:lnTo>
                    <a:pt x="83820" y="3810"/>
                  </a:lnTo>
                  <a:lnTo>
                    <a:pt x="83820" y="0"/>
                  </a:lnTo>
                  <a:close/>
                </a:path>
                <a:path w="205740" h="7619">
                  <a:moveTo>
                    <a:pt x="205740" y="0"/>
                  </a:moveTo>
                  <a:lnTo>
                    <a:pt x="107950" y="0"/>
                  </a:lnTo>
                  <a:lnTo>
                    <a:pt x="107950" y="1270"/>
                  </a:lnTo>
                  <a:lnTo>
                    <a:pt x="106680" y="1270"/>
                  </a:lnTo>
                  <a:lnTo>
                    <a:pt x="106680" y="3810"/>
                  </a:lnTo>
                  <a:lnTo>
                    <a:pt x="105410" y="3810"/>
                  </a:lnTo>
                  <a:lnTo>
                    <a:pt x="105410" y="6350"/>
                  </a:lnTo>
                  <a:lnTo>
                    <a:pt x="104140" y="6350"/>
                  </a:lnTo>
                  <a:lnTo>
                    <a:pt x="104140" y="7620"/>
                  </a:lnTo>
                  <a:lnTo>
                    <a:pt x="205740" y="7620"/>
                  </a:lnTo>
                  <a:lnTo>
                    <a:pt x="205740" y="6350"/>
                  </a:lnTo>
                  <a:lnTo>
                    <a:pt x="205740" y="3810"/>
                  </a:lnTo>
                  <a:lnTo>
                    <a:pt x="205740" y="1270"/>
                  </a:lnTo>
                  <a:lnTo>
                    <a:pt x="205740" y="0"/>
                  </a:lnTo>
                  <a:close/>
                </a:path>
              </a:pathLst>
            </a:custGeom>
            <a:solidFill>
              <a:srgbClr val="1F2C00"/>
            </a:solidFill>
          </p:spPr>
          <p:txBody>
            <a:bodyPr wrap="square" lIns="0" tIns="0" rIns="0" bIns="0" rtlCol="0"/>
            <a:lstStyle/>
            <a:p/>
          </p:txBody>
        </p:sp>
        <p:sp>
          <p:nvSpPr>
            <p:cNvPr id="1542" name="object 1542"/>
            <p:cNvSpPr/>
            <p:nvPr/>
          </p:nvSpPr>
          <p:spPr>
            <a:xfrm>
              <a:off x="7015480" y="1164589"/>
              <a:ext cx="204470" cy="6350"/>
            </a:xfrm>
            <a:custGeom>
              <a:avLst/>
              <a:gdLst/>
              <a:ahLst/>
              <a:cxnLst/>
              <a:rect l="l" t="t" r="r" b="b"/>
              <a:pathLst>
                <a:path w="204470" h="6350">
                  <a:moveTo>
                    <a:pt x="82550" y="0"/>
                  </a:moveTo>
                  <a:lnTo>
                    <a:pt x="0" y="0"/>
                  </a:lnTo>
                  <a:lnTo>
                    <a:pt x="0" y="6350"/>
                  </a:lnTo>
                  <a:lnTo>
                    <a:pt x="82550" y="6350"/>
                  </a:lnTo>
                  <a:lnTo>
                    <a:pt x="82550" y="0"/>
                  </a:lnTo>
                  <a:close/>
                </a:path>
                <a:path w="204470" h="6350">
                  <a:moveTo>
                    <a:pt x="204470" y="0"/>
                  </a:moveTo>
                  <a:lnTo>
                    <a:pt x="102870" y="0"/>
                  </a:lnTo>
                  <a:lnTo>
                    <a:pt x="102870" y="1270"/>
                  </a:lnTo>
                  <a:lnTo>
                    <a:pt x="101600" y="1270"/>
                  </a:lnTo>
                  <a:lnTo>
                    <a:pt x="101600" y="3810"/>
                  </a:lnTo>
                  <a:lnTo>
                    <a:pt x="100330" y="3810"/>
                  </a:lnTo>
                  <a:lnTo>
                    <a:pt x="100330" y="6350"/>
                  </a:lnTo>
                  <a:lnTo>
                    <a:pt x="204470" y="6350"/>
                  </a:lnTo>
                  <a:lnTo>
                    <a:pt x="204470" y="3810"/>
                  </a:lnTo>
                  <a:lnTo>
                    <a:pt x="204470" y="1270"/>
                  </a:lnTo>
                  <a:lnTo>
                    <a:pt x="204470" y="0"/>
                  </a:lnTo>
                  <a:close/>
                </a:path>
              </a:pathLst>
            </a:custGeom>
            <a:solidFill>
              <a:srgbClr val="222B00"/>
            </a:solidFill>
          </p:spPr>
          <p:txBody>
            <a:bodyPr wrap="square" lIns="0" tIns="0" rIns="0" bIns="0" rtlCol="0"/>
            <a:lstStyle/>
            <a:p/>
          </p:txBody>
        </p:sp>
        <p:sp>
          <p:nvSpPr>
            <p:cNvPr id="1543" name="object 1543"/>
            <p:cNvSpPr/>
            <p:nvPr/>
          </p:nvSpPr>
          <p:spPr>
            <a:xfrm>
              <a:off x="7015480" y="117093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00330" y="0"/>
                  </a:lnTo>
                  <a:lnTo>
                    <a:pt x="100330" y="1270"/>
                  </a:lnTo>
                  <a:lnTo>
                    <a:pt x="99060" y="1270"/>
                  </a:lnTo>
                  <a:lnTo>
                    <a:pt x="99060" y="5080"/>
                  </a:lnTo>
                  <a:lnTo>
                    <a:pt x="97790" y="5080"/>
                  </a:lnTo>
                  <a:lnTo>
                    <a:pt x="97790" y="6350"/>
                  </a:lnTo>
                  <a:lnTo>
                    <a:pt x="97790" y="7620"/>
                  </a:lnTo>
                  <a:lnTo>
                    <a:pt x="203200" y="7620"/>
                  </a:lnTo>
                  <a:lnTo>
                    <a:pt x="203200" y="6350"/>
                  </a:lnTo>
                  <a:lnTo>
                    <a:pt x="204470" y="6350"/>
                  </a:lnTo>
                  <a:lnTo>
                    <a:pt x="204470" y="5080"/>
                  </a:lnTo>
                  <a:lnTo>
                    <a:pt x="204470" y="1270"/>
                  </a:lnTo>
                  <a:lnTo>
                    <a:pt x="204470" y="0"/>
                  </a:lnTo>
                  <a:close/>
                </a:path>
              </a:pathLst>
            </a:custGeom>
            <a:solidFill>
              <a:srgbClr val="252B00"/>
            </a:solidFill>
          </p:spPr>
          <p:txBody>
            <a:bodyPr wrap="square" lIns="0" tIns="0" rIns="0" bIns="0" rtlCol="0"/>
            <a:lstStyle/>
            <a:p/>
          </p:txBody>
        </p:sp>
        <p:sp>
          <p:nvSpPr>
            <p:cNvPr id="1544" name="object 1544"/>
            <p:cNvSpPr/>
            <p:nvPr/>
          </p:nvSpPr>
          <p:spPr>
            <a:xfrm>
              <a:off x="7015480" y="1178559"/>
              <a:ext cx="203200" cy="7620"/>
            </a:xfrm>
            <a:custGeom>
              <a:avLst/>
              <a:gdLst/>
              <a:ahLst/>
              <a:cxnLst/>
              <a:rect l="l" t="t" r="r" b="b"/>
              <a:pathLst>
                <a:path w="203200" h="7619">
                  <a:moveTo>
                    <a:pt x="82550" y="3937"/>
                  </a:moveTo>
                  <a:lnTo>
                    <a:pt x="0" y="3937"/>
                  </a:lnTo>
                  <a:lnTo>
                    <a:pt x="0" y="7620"/>
                  </a:lnTo>
                  <a:lnTo>
                    <a:pt x="82550" y="7620"/>
                  </a:lnTo>
                  <a:lnTo>
                    <a:pt x="82550" y="3937"/>
                  </a:lnTo>
                  <a:close/>
                </a:path>
                <a:path w="203200" h="7619">
                  <a:moveTo>
                    <a:pt x="82550" y="1397"/>
                  </a:moveTo>
                  <a:lnTo>
                    <a:pt x="0" y="1397"/>
                  </a:lnTo>
                  <a:lnTo>
                    <a:pt x="0" y="3810"/>
                  </a:lnTo>
                  <a:lnTo>
                    <a:pt x="82550" y="3810"/>
                  </a:lnTo>
                  <a:lnTo>
                    <a:pt x="82550" y="1397"/>
                  </a:lnTo>
                  <a:close/>
                </a:path>
                <a:path w="203200" h="7619">
                  <a:moveTo>
                    <a:pt x="82550" y="0"/>
                  </a:moveTo>
                  <a:lnTo>
                    <a:pt x="0" y="0"/>
                  </a:lnTo>
                  <a:lnTo>
                    <a:pt x="0" y="1270"/>
                  </a:lnTo>
                  <a:lnTo>
                    <a:pt x="82550" y="1270"/>
                  </a:lnTo>
                  <a:lnTo>
                    <a:pt x="82550" y="0"/>
                  </a:lnTo>
                  <a:close/>
                </a:path>
                <a:path w="203200" h="7619">
                  <a:moveTo>
                    <a:pt x="203200" y="1397"/>
                  </a:moveTo>
                  <a:lnTo>
                    <a:pt x="96520" y="1397"/>
                  </a:lnTo>
                  <a:lnTo>
                    <a:pt x="96520" y="3810"/>
                  </a:lnTo>
                  <a:lnTo>
                    <a:pt x="95250" y="3810"/>
                  </a:lnTo>
                  <a:lnTo>
                    <a:pt x="95250" y="7620"/>
                  </a:lnTo>
                  <a:lnTo>
                    <a:pt x="203200" y="7620"/>
                  </a:lnTo>
                  <a:lnTo>
                    <a:pt x="203200" y="3810"/>
                  </a:lnTo>
                  <a:lnTo>
                    <a:pt x="203200" y="1397"/>
                  </a:lnTo>
                  <a:close/>
                </a:path>
                <a:path w="203200" h="7619">
                  <a:moveTo>
                    <a:pt x="203200" y="0"/>
                  </a:moveTo>
                  <a:lnTo>
                    <a:pt x="97790" y="0"/>
                  </a:lnTo>
                  <a:lnTo>
                    <a:pt x="97790" y="1270"/>
                  </a:lnTo>
                  <a:lnTo>
                    <a:pt x="203200" y="1270"/>
                  </a:lnTo>
                  <a:lnTo>
                    <a:pt x="203200" y="0"/>
                  </a:lnTo>
                  <a:close/>
                </a:path>
              </a:pathLst>
            </a:custGeom>
            <a:solidFill>
              <a:srgbClr val="282A00"/>
            </a:solidFill>
          </p:spPr>
          <p:txBody>
            <a:bodyPr wrap="square" lIns="0" tIns="0" rIns="0" bIns="0" rtlCol="0"/>
            <a:lstStyle/>
            <a:p/>
          </p:txBody>
        </p:sp>
        <p:sp>
          <p:nvSpPr>
            <p:cNvPr id="1545" name="object 1545"/>
            <p:cNvSpPr/>
            <p:nvPr/>
          </p:nvSpPr>
          <p:spPr>
            <a:xfrm>
              <a:off x="7015480" y="1186179"/>
              <a:ext cx="203200" cy="6350"/>
            </a:xfrm>
            <a:custGeom>
              <a:avLst/>
              <a:gdLst/>
              <a:ahLst/>
              <a:cxnLst/>
              <a:rect l="l" t="t" r="r" b="b"/>
              <a:pathLst>
                <a:path w="203200" h="6350">
                  <a:moveTo>
                    <a:pt x="82550" y="0"/>
                  </a:moveTo>
                  <a:lnTo>
                    <a:pt x="0" y="0"/>
                  </a:lnTo>
                  <a:lnTo>
                    <a:pt x="0" y="6350"/>
                  </a:lnTo>
                  <a:lnTo>
                    <a:pt x="82550" y="6350"/>
                  </a:lnTo>
                  <a:lnTo>
                    <a:pt x="82550" y="0"/>
                  </a:lnTo>
                  <a:close/>
                </a:path>
                <a:path w="203200" h="6350">
                  <a:moveTo>
                    <a:pt x="203200" y="0"/>
                  </a:moveTo>
                  <a:lnTo>
                    <a:pt x="93980" y="0"/>
                  </a:lnTo>
                  <a:lnTo>
                    <a:pt x="93980" y="3810"/>
                  </a:lnTo>
                  <a:lnTo>
                    <a:pt x="92710" y="3810"/>
                  </a:lnTo>
                  <a:lnTo>
                    <a:pt x="92710" y="6350"/>
                  </a:lnTo>
                  <a:lnTo>
                    <a:pt x="203200" y="6350"/>
                  </a:lnTo>
                  <a:lnTo>
                    <a:pt x="203200" y="3810"/>
                  </a:lnTo>
                  <a:lnTo>
                    <a:pt x="203200" y="0"/>
                  </a:lnTo>
                  <a:close/>
                </a:path>
              </a:pathLst>
            </a:custGeom>
            <a:solidFill>
              <a:srgbClr val="2C2900"/>
            </a:solidFill>
          </p:spPr>
          <p:txBody>
            <a:bodyPr wrap="square" lIns="0" tIns="0" rIns="0" bIns="0" rtlCol="0"/>
            <a:lstStyle/>
            <a:p/>
          </p:txBody>
        </p:sp>
        <p:sp>
          <p:nvSpPr>
            <p:cNvPr id="1546" name="object 1546"/>
            <p:cNvSpPr/>
            <p:nvPr/>
          </p:nvSpPr>
          <p:spPr>
            <a:xfrm>
              <a:off x="7015480" y="1192529"/>
              <a:ext cx="203200" cy="7620"/>
            </a:xfrm>
            <a:custGeom>
              <a:avLst/>
              <a:gdLst/>
              <a:ahLst/>
              <a:cxnLst/>
              <a:rect l="l" t="t" r="r" b="b"/>
              <a:pathLst>
                <a:path w="203200" h="7619">
                  <a:moveTo>
                    <a:pt x="82550" y="5207"/>
                  </a:moveTo>
                  <a:lnTo>
                    <a:pt x="0" y="5207"/>
                  </a:lnTo>
                  <a:lnTo>
                    <a:pt x="0" y="7620"/>
                  </a:lnTo>
                  <a:lnTo>
                    <a:pt x="82550" y="7620"/>
                  </a:lnTo>
                  <a:lnTo>
                    <a:pt x="82550" y="5207"/>
                  </a:lnTo>
                  <a:close/>
                </a:path>
                <a:path w="203200" h="7619">
                  <a:moveTo>
                    <a:pt x="82550" y="0"/>
                  </a:moveTo>
                  <a:lnTo>
                    <a:pt x="0" y="0"/>
                  </a:lnTo>
                  <a:lnTo>
                    <a:pt x="0" y="5080"/>
                  </a:lnTo>
                  <a:lnTo>
                    <a:pt x="82550" y="5080"/>
                  </a:lnTo>
                  <a:lnTo>
                    <a:pt x="82550" y="0"/>
                  </a:lnTo>
                  <a:close/>
                </a:path>
                <a:path w="203200" h="7619">
                  <a:moveTo>
                    <a:pt x="203200" y="0"/>
                  </a:moveTo>
                  <a:lnTo>
                    <a:pt x="92710" y="0"/>
                  </a:lnTo>
                  <a:lnTo>
                    <a:pt x="92710" y="1397"/>
                  </a:lnTo>
                  <a:lnTo>
                    <a:pt x="91440" y="1397"/>
                  </a:lnTo>
                  <a:lnTo>
                    <a:pt x="91440" y="5080"/>
                  </a:lnTo>
                  <a:lnTo>
                    <a:pt x="90170" y="5080"/>
                  </a:lnTo>
                  <a:lnTo>
                    <a:pt x="90170" y="6350"/>
                  </a:lnTo>
                  <a:lnTo>
                    <a:pt x="90170" y="7620"/>
                  </a:lnTo>
                  <a:lnTo>
                    <a:pt x="123190" y="7620"/>
                  </a:lnTo>
                  <a:lnTo>
                    <a:pt x="123190" y="6350"/>
                  </a:lnTo>
                  <a:lnTo>
                    <a:pt x="125730" y="6350"/>
                  </a:lnTo>
                  <a:lnTo>
                    <a:pt x="125730" y="7620"/>
                  </a:lnTo>
                  <a:lnTo>
                    <a:pt x="201930" y="7620"/>
                  </a:lnTo>
                  <a:lnTo>
                    <a:pt x="201930" y="6350"/>
                  </a:lnTo>
                  <a:lnTo>
                    <a:pt x="201930" y="5080"/>
                  </a:lnTo>
                  <a:lnTo>
                    <a:pt x="201930" y="1397"/>
                  </a:lnTo>
                  <a:lnTo>
                    <a:pt x="203200" y="1397"/>
                  </a:lnTo>
                  <a:lnTo>
                    <a:pt x="203200" y="0"/>
                  </a:lnTo>
                  <a:close/>
                </a:path>
              </a:pathLst>
            </a:custGeom>
            <a:solidFill>
              <a:srgbClr val="2F2900"/>
            </a:solidFill>
          </p:spPr>
          <p:txBody>
            <a:bodyPr wrap="square" lIns="0" tIns="0" rIns="0" bIns="0" rtlCol="0"/>
            <a:lstStyle/>
            <a:p/>
          </p:txBody>
        </p:sp>
        <p:sp>
          <p:nvSpPr>
            <p:cNvPr id="1547" name="object 1547"/>
            <p:cNvSpPr/>
            <p:nvPr/>
          </p:nvSpPr>
          <p:spPr>
            <a:xfrm>
              <a:off x="7015479" y="1200150"/>
              <a:ext cx="201930" cy="7620"/>
            </a:xfrm>
            <a:custGeom>
              <a:avLst/>
              <a:gdLst/>
              <a:ahLst/>
              <a:cxnLst/>
              <a:rect l="l" t="t" r="r" b="b"/>
              <a:pathLst>
                <a:path w="201929" h="7619">
                  <a:moveTo>
                    <a:pt x="114300" y="5079"/>
                  </a:moveTo>
                  <a:lnTo>
                    <a:pt x="87629" y="5079"/>
                  </a:lnTo>
                  <a:lnTo>
                    <a:pt x="87629" y="7620"/>
                  </a:lnTo>
                  <a:lnTo>
                    <a:pt x="114300" y="7620"/>
                  </a:lnTo>
                  <a:lnTo>
                    <a:pt x="114300" y="5079"/>
                  </a:lnTo>
                  <a:close/>
                </a:path>
                <a:path w="201929" h="7619">
                  <a:moveTo>
                    <a:pt x="115570" y="3937"/>
                  </a:moveTo>
                  <a:lnTo>
                    <a:pt x="88900" y="3937"/>
                  </a:lnTo>
                  <a:lnTo>
                    <a:pt x="88900" y="5079"/>
                  </a:lnTo>
                  <a:lnTo>
                    <a:pt x="115570" y="5079"/>
                  </a:lnTo>
                  <a:lnTo>
                    <a:pt x="115570" y="3937"/>
                  </a:lnTo>
                  <a:close/>
                </a:path>
                <a:path w="201929" h="7619">
                  <a:moveTo>
                    <a:pt x="90170" y="1269"/>
                  </a:moveTo>
                  <a:lnTo>
                    <a:pt x="88900" y="1269"/>
                  </a:lnTo>
                  <a:lnTo>
                    <a:pt x="88900" y="3810"/>
                  </a:lnTo>
                  <a:lnTo>
                    <a:pt x="115570" y="3810"/>
                  </a:lnTo>
                  <a:lnTo>
                    <a:pt x="116840" y="3937"/>
                  </a:lnTo>
                  <a:lnTo>
                    <a:pt x="116840" y="2539"/>
                  </a:lnTo>
                  <a:lnTo>
                    <a:pt x="118109" y="2539"/>
                  </a:lnTo>
                  <a:lnTo>
                    <a:pt x="118109" y="1397"/>
                  </a:lnTo>
                  <a:lnTo>
                    <a:pt x="90170" y="1397"/>
                  </a:lnTo>
                  <a:lnTo>
                    <a:pt x="90170" y="1269"/>
                  </a:lnTo>
                  <a:close/>
                </a:path>
                <a:path w="201929" h="7619">
                  <a:moveTo>
                    <a:pt x="123190" y="0"/>
                  </a:moveTo>
                  <a:lnTo>
                    <a:pt x="90170" y="0"/>
                  </a:lnTo>
                  <a:lnTo>
                    <a:pt x="90170" y="1269"/>
                  </a:lnTo>
                  <a:lnTo>
                    <a:pt x="118109" y="1269"/>
                  </a:lnTo>
                  <a:lnTo>
                    <a:pt x="118109" y="1397"/>
                  </a:lnTo>
                  <a:lnTo>
                    <a:pt x="120650" y="1397"/>
                  </a:lnTo>
                  <a:lnTo>
                    <a:pt x="120650" y="126"/>
                  </a:lnTo>
                  <a:lnTo>
                    <a:pt x="123190" y="126"/>
                  </a:lnTo>
                  <a:close/>
                </a:path>
                <a:path w="201929" h="7619">
                  <a:moveTo>
                    <a:pt x="200659" y="3937"/>
                  </a:moveTo>
                  <a:lnTo>
                    <a:pt x="132079" y="3937"/>
                  </a:lnTo>
                  <a:lnTo>
                    <a:pt x="132079" y="6476"/>
                  </a:lnTo>
                  <a:lnTo>
                    <a:pt x="133350" y="6476"/>
                  </a:lnTo>
                  <a:lnTo>
                    <a:pt x="133350" y="7620"/>
                  </a:lnTo>
                  <a:lnTo>
                    <a:pt x="200659" y="7620"/>
                  </a:lnTo>
                  <a:lnTo>
                    <a:pt x="200659" y="3937"/>
                  </a:lnTo>
                  <a:close/>
                </a:path>
                <a:path w="201929" h="7619">
                  <a:moveTo>
                    <a:pt x="200660" y="1397"/>
                  </a:moveTo>
                  <a:lnTo>
                    <a:pt x="129540" y="1397"/>
                  </a:lnTo>
                  <a:lnTo>
                    <a:pt x="129540" y="2539"/>
                  </a:lnTo>
                  <a:lnTo>
                    <a:pt x="130810" y="2539"/>
                  </a:lnTo>
                  <a:lnTo>
                    <a:pt x="130810" y="3937"/>
                  </a:lnTo>
                  <a:lnTo>
                    <a:pt x="132079" y="3937"/>
                  </a:lnTo>
                  <a:lnTo>
                    <a:pt x="200660" y="3810"/>
                  </a:lnTo>
                  <a:lnTo>
                    <a:pt x="200660" y="1397"/>
                  </a:lnTo>
                  <a:close/>
                </a:path>
                <a:path w="201929" h="7619">
                  <a:moveTo>
                    <a:pt x="201929" y="0"/>
                  </a:moveTo>
                  <a:lnTo>
                    <a:pt x="125729" y="0"/>
                  </a:lnTo>
                  <a:lnTo>
                    <a:pt x="127000" y="126"/>
                  </a:lnTo>
                  <a:lnTo>
                    <a:pt x="127000" y="1397"/>
                  </a:lnTo>
                  <a:lnTo>
                    <a:pt x="129540" y="1397"/>
                  </a:lnTo>
                  <a:lnTo>
                    <a:pt x="129540" y="1269"/>
                  </a:lnTo>
                  <a:lnTo>
                    <a:pt x="201929" y="1269"/>
                  </a:lnTo>
                  <a:lnTo>
                    <a:pt x="201929" y="0"/>
                  </a:lnTo>
                  <a:close/>
                </a:path>
                <a:path w="201929" h="7619">
                  <a:moveTo>
                    <a:pt x="201929" y="1269"/>
                  </a:moveTo>
                  <a:lnTo>
                    <a:pt x="200660" y="1269"/>
                  </a:lnTo>
                  <a:lnTo>
                    <a:pt x="200660" y="1397"/>
                  </a:lnTo>
                  <a:lnTo>
                    <a:pt x="201929" y="1397"/>
                  </a:lnTo>
                  <a:lnTo>
                    <a:pt x="201929" y="1269"/>
                  </a:lnTo>
                  <a:close/>
                </a:path>
                <a:path w="201929" h="7619">
                  <a:moveTo>
                    <a:pt x="82550" y="3937"/>
                  </a:moveTo>
                  <a:lnTo>
                    <a:pt x="0" y="3937"/>
                  </a:lnTo>
                  <a:lnTo>
                    <a:pt x="0" y="7619"/>
                  </a:lnTo>
                  <a:lnTo>
                    <a:pt x="82550" y="7619"/>
                  </a:lnTo>
                  <a:lnTo>
                    <a:pt x="82550" y="3937"/>
                  </a:lnTo>
                  <a:close/>
                </a:path>
                <a:path w="201929" h="7619">
                  <a:moveTo>
                    <a:pt x="82550" y="1397"/>
                  </a:moveTo>
                  <a:lnTo>
                    <a:pt x="0" y="1397"/>
                  </a:lnTo>
                  <a:lnTo>
                    <a:pt x="0" y="3810"/>
                  </a:lnTo>
                  <a:lnTo>
                    <a:pt x="82550" y="3810"/>
                  </a:lnTo>
                  <a:lnTo>
                    <a:pt x="82550" y="1397"/>
                  </a:lnTo>
                  <a:close/>
                </a:path>
                <a:path w="201929" h="7619">
                  <a:moveTo>
                    <a:pt x="82550" y="0"/>
                  </a:moveTo>
                  <a:lnTo>
                    <a:pt x="0" y="0"/>
                  </a:lnTo>
                  <a:lnTo>
                    <a:pt x="0" y="1269"/>
                  </a:lnTo>
                  <a:lnTo>
                    <a:pt x="82550" y="1269"/>
                  </a:lnTo>
                  <a:lnTo>
                    <a:pt x="82550" y="0"/>
                  </a:lnTo>
                  <a:close/>
                </a:path>
              </a:pathLst>
            </a:custGeom>
            <a:solidFill>
              <a:srgbClr val="332800"/>
            </a:solidFill>
          </p:spPr>
          <p:txBody>
            <a:bodyPr wrap="square" lIns="0" tIns="0" rIns="0" bIns="0" rtlCol="0"/>
            <a:lstStyle/>
            <a:p/>
          </p:txBody>
        </p:sp>
        <p:sp>
          <p:nvSpPr>
            <p:cNvPr id="1548" name="object 1548"/>
            <p:cNvSpPr/>
            <p:nvPr/>
          </p:nvSpPr>
          <p:spPr>
            <a:xfrm>
              <a:off x="7015479" y="1207770"/>
              <a:ext cx="200660" cy="6350"/>
            </a:xfrm>
            <a:custGeom>
              <a:avLst/>
              <a:gdLst/>
              <a:ahLst/>
              <a:cxnLst/>
              <a:rect l="l" t="t" r="r" b="b"/>
              <a:pathLst>
                <a:path w="200659" h="6350">
                  <a:moveTo>
                    <a:pt x="109220" y="5206"/>
                  </a:moveTo>
                  <a:lnTo>
                    <a:pt x="85090" y="5206"/>
                  </a:lnTo>
                  <a:lnTo>
                    <a:pt x="85090" y="6350"/>
                  </a:lnTo>
                  <a:lnTo>
                    <a:pt x="109220" y="6350"/>
                  </a:lnTo>
                  <a:lnTo>
                    <a:pt x="109220" y="5206"/>
                  </a:lnTo>
                  <a:close/>
                </a:path>
                <a:path w="200659" h="6350">
                  <a:moveTo>
                    <a:pt x="111760" y="1269"/>
                  </a:moveTo>
                  <a:lnTo>
                    <a:pt x="86360" y="1269"/>
                  </a:lnTo>
                  <a:lnTo>
                    <a:pt x="86360" y="5206"/>
                  </a:lnTo>
                  <a:lnTo>
                    <a:pt x="110490" y="5206"/>
                  </a:lnTo>
                  <a:lnTo>
                    <a:pt x="110490" y="2666"/>
                  </a:lnTo>
                  <a:lnTo>
                    <a:pt x="111760" y="2666"/>
                  </a:lnTo>
                  <a:lnTo>
                    <a:pt x="111760" y="1269"/>
                  </a:lnTo>
                  <a:close/>
                </a:path>
                <a:path w="200659" h="6350">
                  <a:moveTo>
                    <a:pt x="113029" y="126"/>
                  </a:moveTo>
                  <a:lnTo>
                    <a:pt x="87629" y="126"/>
                  </a:lnTo>
                  <a:lnTo>
                    <a:pt x="87629" y="1269"/>
                  </a:lnTo>
                  <a:lnTo>
                    <a:pt x="113029" y="1269"/>
                  </a:lnTo>
                  <a:lnTo>
                    <a:pt x="113029" y="126"/>
                  </a:lnTo>
                  <a:close/>
                </a:path>
                <a:path w="200659" h="6350">
                  <a:moveTo>
                    <a:pt x="114300" y="0"/>
                  </a:moveTo>
                  <a:lnTo>
                    <a:pt x="113029" y="0"/>
                  </a:lnTo>
                  <a:lnTo>
                    <a:pt x="114300" y="126"/>
                  </a:lnTo>
                  <a:close/>
                </a:path>
                <a:path w="200659" h="6350">
                  <a:moveTo>
                    <a:pt x="82550" y="126"/>
                  </a:moveTo>
                  <a:lnTo>
                    <a:pt x="0" y="126"/>
                  </a:lnTo>
                  <a:lnTo>
                    <a:pt x="0" y="6349"/>
                  </a:lnTo>
                  <a:lnTo>
                    <a:pt x="82550" y="6349"/>
                  </a:lnTo>
                  <a:lnTo>
                    <a:pt x="82550" y="126"/>
                  </a:lnTo>
                  <a:close/>
                </a:path>
                <a:path w="200659" h="6350">
                  <a:moveTo>
                    <a:pt x="198120" y="5206"/>
                  </a:moveTo>
                  <a:lnTo>
                    <a:pt x="138429" y="5206"/>
                  </a:lnTo>
                  <a:lnTo>
                    <a:pt x="138429" y="6349"/>
                  </a:lnTo>
                  <a:lnTo>
                    <a:pt x="198120" y="6349"/>
                  </a:lnTo>
                  <a:lnTo>
                    <a:pt x="198120" y="5206"/>
                  </a:lnTo>
                  <a:close/>
                </a:path>
                <a:path w="200659" h="6350">
                  <a:moveTo>
                    <a:pt x="199390" y="126"/>
                  </a:moveTo>
                  <a:lnTo>
                    <a:pt x="134620" y="126"/>
                  </a:lnTo>
                  <a:lnTo>
                    <a:pt x="134620" y="1269"/>
                  </a:lnTo>
                  <a:lnTo>
                    <a:pt x="135890" y="1269"/>
                  </a:lnTo>
                  <a:lnTo>
                    <a:pt x="135890" y="2666"/>
                  </a:lnTo>
                  <a:lnTo>
                    <a:pt x="137160" y="2666"/>
                  </a:lnTo>
                  <a:lnTo>
                    <a:pt x="137160" y="5206"/>
                  </a:lnTo>
                  <a:lnTo>
                    <a:pt x="199390" y="5206"/>
                  </a:lnTo>
                  <a:lnTo>
                    <a:pt x="199390" y="126"/>
                  </a:lnTo>
                  <a:close/>
                </a:path>
                <a:path w="200659" h="6350">
                  <a:moveTo>
                    <a:pt x="134620" y="0"/>
                  </a:moveTo>
                  <a:lnTo>
                    <a:pt x="133350" y="0"/>
                  </a:lnTo>
                  <a:lnTo>
                    <a:pt x="134620" y="126"/>
                  </a:lnTo>
                  <a:close/>
                </a:path>
                <a:path w="200659" h="6350">
                  <a:moveTo>
                    <a:pt x="200659" y="0"/>
                  </a:moveTo>
                  <a:lnTo>
                    <a:pt x="199390" y="0"/>
                  </a:lnTo>
                  <a:lnTo>
                    <a:pt x="200659" y="126"/>
                  </a:lnTo>
                  <a:close/>
                </a:path>
              </a:pathLst>
            </a:custGeom>
            <a:solidFill>
              <a:srgbClr val="352800"/>
            </a:solidFill>
          </p:spPr>
          <p:txBody>
            <a:bodyPr wrap="square" lIns="0" tIns="0" rIns="0" bIns="0" rtlCol="0"/>
            <a:lstStyle/>
            <a:p/>
          </p:txBody>
        </p:sp>
        <p:sp>
          <p:nvSpPr>
            <p:cNvPr id="1549" name="object 1549"/>
            <p:cNvSpPr/>
            <p:nvPr/>
          </p:nvSpPr>
          <p:spPr>
            <a:xfrm>
              <a:off x="7015479" y="1214120"/>
              <a:ext cx="198120" cy="7620"/>
            </a:xfrm>
            <a:custGeom>
              <a:avLst/>
              <a:gdLst/>
              <a:ahLst/>
              <a:cxnLst/>
              <a:rect l="l" t="t" r="r" b="b"/>
              <a:pathLst>
                <a:path w="198120" h="7619">
                  <a:moveTo>
                    <a:pt x="196850" y="6476"/>
                  </a:moveTo>
                  <a:lnTo>
                    <a:pt x="142240" y="6476"/>
                  </a:lnTo>
                  <a:lnTo>
                    <a:pt x="142240" y="7619"/>
                  </a:lnTo>
                  <a:lnTo>
                    <a:pt x="196850" y="7619"/>
                  </a:lnTo>
                  <a:lnTo>
                    <a:pt x="196850" y="6476"/>
                  </a:lnTo>
                  <a:close/>
                </a:path>
                <a:path w="198120" h="7619">
                  <a:moveTo>
                    <a:pt x="196850" y="2666"/>
                  </a:moveTo>
                  <a:lnTo>
                    <a:pt x="139700" y="2666"/>
                  </a:lnTo>
                  <a:lnTo>
                    <a:pt x="139700" y="3809"/>
                  </a:lnTo>
                  <a:lnTo>
                    <a:pt x="140970" y="3809"/>
                  </a:lnTo>
                  <a:lnTo>
                    <a:pt x="140970" y="6476"/>
                  </a:lnTo>
                  <a:lnTo>
                    <a:pt x="142240" y="6476"/>
                  </a:lnTo>
                  <a:lnTo>
                    <a:pt x="142240" y="6349"/>
                  </a:lnTo>
                  <a:lnTo>
                    <a:pt x="196850" y="6349"/>
                  </a:lnTo>
                  <a:lnTo>
                    <a:pt x="196850" y="2666"/>
                  </a:lnTo>
                  <a:close/>
                </a:path>
                <a:path w="198120" h="7619">
                  <a:moveTo>
                    <a:pt x="105409" y="6476"/>
                  </a:moveTo>
                  <a:lnTo>
                    <a:pt x="0" y="6476"/>
                  </a:lnTo>
                  <a:lnTo>
                    <a:pt x="0" y="7619"/>
                  </a:lnTo>
                  <a:lnTo>
                    <a:pt x="105409" y="7619"/>
                  </a:lnTo>
                  <a:lnTo>
                    <a:pt x="105409" y="6476"/>
                  </a:lnTo>
                  <a:close/>
                </a:path>
                <a:path w="198120" h="7619">
                  <a:moveTo>
                    <a:pt x="83820" y="6349"/>
                  </a:moveTo>
                  <a:lnTo>
                    <a:pt x="82550" y="6349"/>
                  </a:lnTo>
                  <a:lnTo>
                    <a:pt x="82550" y="6476"/>
                  </a:lnTo>
                  <a:lnTo>
                    <a:pt x="83820" y="6476"/>
                  </a:lnTo>
                  <a:lnTo>
                    <a:pt x="83820" y="6349"/>
                  </a:lnTo>
                  <a:close/>
                </a:path>
                <a:path w="198120" h="7619">
                  <a:moveTo>
                    <a:pt x="82550" y="2666"/>
                  </a:moveTo>
                  <a:lnTo>
                    <a:pt x="0" y="2666"/>
                  </a:lnTo>
                  <a:lnTo>
                    <a:pt x="0" y="6349"/>
                  </a:lnTo>
                  <a:lnTo>
                    <a:pt x="82550" y="6349"/>
                  </a:lnTo>
                  <a:lnTo>
                    <a:pt x="82550" y="2666"/>
                  </a:lnTo>
                  <a:close/>
                </a:path>
                <a:path w="198120" h="7619">
                  <a:moveTo>
                    <a:pt x="85090" y="2539"/>
                  </a:moveTo>
                  <a:lnTo>
                    <a:pt x="83820" y="2539"/>
                  </a:lnTo>
                  <a:lnTo>
                    <a:pt x="83820" y="6349"/>
                  </a:lnTo>
                  <a:lnTo>
                    <a:pt x="105410" y="6349"/>
                  </a:lnTo>
                  <a:lnTo>
                    <a:pt x="105410" y="5206"/>
                  </a:lnTo>
                  <a:lnTo>
                    <a:pt x="106679" y="5206"/>
                  </a:lnTo>
                  <a:lnTo>
                    <a:pt x="106679" y="2666"/>
                  </a:lnTo>
                  <a:lnTo>
                    <a:pt x="85090" y="2666"/>
                  </a:lnTo>
                  <a:close/>
                </a:path>
                <a:path w="198120" h="7619">
                  <a:moveTo>
                    <a:pt x="107950" y="126"/>
                  </a:moveTo>
                  <a:lnTo>
                    <a:pt x="85090" y="126"/>
                  </a:lnTo>
                  <a:lnTo>
                    <a:pt x="85090" y="2539"/>
                  </a:lnTo>
                  <a:lnTo>
                    <a:pt x="106679" y="2539"/>
                  </a:lnTo>
                  <a:lnTo>
                    <a:pt x="107950" y="2666"/>
                  </a:lnTo>
                  <a:lnTo>
                    <a:pt x="107950" y="126"/>
                  </a:lnTo>
                  <a:close/>
                </a:path>
                <a:path w="198120" h="7619">
                  <a:moveTo>
                    <a:pt x="82550" y="126"/>
                  </a:moveTo>
                  <a:lnTo>
                    <a:pt x="0" y="126"/>
                  </a:lnTo>
                  <a:lnTo>
                    <a:pt x="0" y="2539"/>
                  </a:lnTo>
                  <a:lnTo>
                    <a:pt x="82550" y="2539"/>
                  </a:lnTo>
                  <a:lnTo>
                    <a:pt x="82550" y="126"/>
                  </a:lnTo>
                  <a:close/>
                </a:path>
                <a:path w="198120" h="7619">
                  <a:moveTo>
                    <a:pt x="109220" y="0"/>
                  </a:moveTo>
                  <a:lnTo>
                    <a:pt x="107950" y="0"/>
                  </a:lnTo>
                  <a:lnTo>
                    <a:pt x="109220" y="126"/>
                  </a:lnTo>
                  <a:close/>
                </a:path>
                <a:path w="198120" h="7619">
                  <a:moveTo>
                    <a:pt x="196850" y="1269"/>
                  </a:moveTo>
                  <a:lnTo>
                    <a:pt x="139700" y="1269"/>
                  </a:lnTo>
                  <a:lnTo>
                    <a:pt x="139700" y="2539"/>
                  </a:lnTo>
                  <a:lnTo>
                    <a:pt x="196850" y="2539"/>
                  </a:lnTo>
                  <a:lnTo>
                    <a:pt x="196850" y="1269"/>
                  </a:lnTo>
                  <a:close/>
                </a:path>
                <a:path w="198120" h="7619">
                  <a:moveTo>
                    <a:pt x="198120" y="126"/>
                  </a:moveTo>
                  <a:lnTo>
                    <a:pt x="138429" y="126"/>
                  </a:lnTo>
                  <a:lnTo>
                    <a:pt x="138429" y="1269"/>
                  </a:lnTo>
                  <a:lnTo>
                    <a:pt x="198120" y="1269"/>
                  </a:lnTo>
                  <a:lnTo>
                    <a:pt x="198120" y="126"/>
                  </a:lnTo>
                  <a:close/>
                </a:path>
              </a:pathLst>
            </a:custGeom>
            <a:solidFill>
              <a:srgbClr val="392700"/>
            </a:solidFill>
          </p:spPr>
          <p:txBody>
            <a:bodyPr wrap="square" lIns="0" tIns="0" rIns="0" bIns="0" rtlCol="0"/>
            <a:lstStyle/>
            <a:p/>
          </p:txBody>
        </p:sp>
        <p:sp>
          <p:nvSpPr>
            <p:cNvPr id="1550" name="object 1550"/>
            <p:cNvSpPr/>
            <p:nvPr/>
          </p:nvSpPr>
          <p:spPr>
            <a:xfrm>
              <a:off x="7015480" y="1221739"/>
              <a:ext cx="195580" cy="7620"/>
            </a:xfrm>
            <a:custGeom>
              <a:avLst/>
              <a:gdLst/>
              <a:ahLst/>
              <a:cxnLst/>
              <a:rect l="l" t="t" r="r" b="b"/>
              <a:pathLst>
                <a:path w="195579" h="7619">
                  <a:moveTo>
                    <a:pt x="104140" y="0"/>
                  </a:moveTo>
                  <a:lnTo>
                    <a:pt x="0" y="0"/>
                  </a:lnTo>
                  <a:lnTo>
                    <a:pt x="0" y="1270"/>
                  </a:lnTo>
                  <a:lnTo>
                    <a:pt x="0" y="3810"/>
                  </a:lnTo>
                  <a:lnTo>
                    <a:pt x="0" y="5080"/>
                  </a:lnTo>
                  <a:lnTo>
                    <a:pt x="0" y="6350"/>
                  </a:lnTo>
                  <a:lnTo>
                    <a:pt x="0" y="7620"/>
                  </a:lnTo>
                  <a:lnTo>
                    <a:pt x="101600" y="7620"/>
                  </a:lnTo>
                  <a:lnTo>
                    <a:pt x="101600" y="6350"/>
                  </a:lnTo>
                  <a:lnTo>
                    <a:pt x="102870" y="6350"/>
                  </a:lnTo>
                  <a:lnTo>
                    <a:pt x="102870" y="5080"/>
                  </a:lnTo>
                  <a:lnTo>
                    <a:pt x="102870" y="3810"/>
                  </a:lnTo>
                  <a:lnTo>
                    <a:pt x="104140" y="3810"/>
                  </a:lnTo>
                  <a:lnTo>
                    <a:pt x="104140" y="1270"/>
                  </a:lnTo>
                  <a:lnTo>
                    <a:pt x="104140" y="0"/>
                  </a:lnTo>
                  <a:close/>
                </a:path>
                <a:path w="195579" h="7619">
                  <a:moveTo>
                    <a:pt x="195580" y="0"/>
                  </a:moveTo>
                  <a:lnTo>
                    <a:pt x="142240" y="0"/>
                  </a:lnTo>
                  <a:lnTo>
                    <a:pt x="142240" y="1270"/>
                  </a:lnTo>
                  <a:lnTo>
                    <a:pt x="143510" y="1270"/>
                  </a:lnTo>
                  <a:lnTo>
                    <a:pt x="143510" y="2540"/>
                  </a:lnTo>
                  <a:lnTo>
                    <a:pt x="143510" y="3810"/>
                  </a:lnTo>
                  <a:lnTo>
                    <a:pt x="144780" y="3810"/>
                  </a:lnTo>
                  <a:lnTo>
                    <a:pt x="144780" y="5080"/>
                  </a:lnTo>
                  <a:lnTo>
                    <a:pt x="144780" y="6350"/>
                  </a:lnTo>
                  <a:lnTo>
                    <a:pt x="146050" y="6350"/>
                  </a:lnTo>
                  <a:lnTo>
                    <a:pt x="146050" y="7620"/>
                  </a:lnTo>
                  <a:lnTo>
                    <a:pt x="193040" y="7620"/>
                  </a:lnTo>
                  <a:lnTo>
                    <a:pt x="193040" y="6350"/>
                  </a:lnTo>
                  <a:lnTo>
                    <a:pt x="193027" y="5080"/>
                  </a:lnTo>
                  <a:lnTo>
                    <a:pt x="194297" y="5080"/>
                  </a:lnTo>
                  <a:lnTo>
                    <a:pt x="194297" y="3810"/>
                  </a:lnTo>
                  <a:lnTo>
                    <a:pt x="194310" y="2540"/>
                  </a:lnTo>
                  <a:lnTo>
                    <a:pt x="195580" y="2540"/>
                  </a:lnTo>
                  <a:lnTo>
                    <a:pt x="195580" y="1270"/>
                  </a:lnTo>
                  <a:lnTo>
                    <a:pt x="195580" y="0"/>
                  </a:lnTo>
                  <a:close/>
                </a:path>
              </a:pathLst>
            </a:custGeom>
            <a:solidFill>
              <a:srgbClr val="3C2600"/>
            </a:solidFill>
          </p:spPr>
          <p:txBody>
            <a:bodyPr wrap="square" lIns="0" tIns="0" rIns="0" bIns="0" rtlCol="0"/>
            <a:lstStyle/>
            <a:p/>
          </p:txBody>
        </p:sp>
        <p:sp>
          <p:nvSpPr>
            <p:cNvPr id="1551" name="object 1551"/>
            <p:cNvSpPr/>
            <p:nvPr/>
          </p:nvSpPr>
          <p:spPr>
            <a:xfrm>
              <a:off x="7015480" y="1229359"/>
              <a:ext cx="193040" cy="7620"/>
            </a:xfrm>
            <a:custGeom>
              <a:avLst/>
              <a:gdLst/>
              <a:ahLst/>
              <a:cxnLst/>
              <a:rect l="l" t="t" r="r" b="b"/>
              <a:pathLst>
                <a:path w="193040" h="7619">
                  <a:moveTo>
                    <a:pt x="99047" y="6477"/>
                  </a:moveTo>
                  <a:lnTo>
                    <a:pt x="0" y="6477"/>
                  </a:lnTo>
                  <a:lnTo>
                    <a:pt x="0" y="7620"/>
                  </a:lnTo>
                  <a:lnTo>
                    <a:pt x="99047" y="7620"/>
                  </a:lnTo>
                  <a:lnTo>
                    <a:pt x="99047" y="6477"/>
                  </a:lnTo>
                  <a:close/>
                </a:path>
                <a:path w="193040" h="7619">
                  <a:moveTo>
                    <a:pt x="101600" y="0"/>
                  </a:moveTo>
                  <a:lnTo>
                    <a:pt x="0" y="0"/>
                  </a:lnTo>
                  <a:lnTo>
                    <a:pt x="0" y="2540"/>
                  </a:lnTo>
                  <a:lnTo>
                    <a:pt x="0" y="3810"/>
                  </a:lnTo>
                  <a:lnTo>
                    <a:pt x="0" y="5080"/>
                  </a:lnTo>
                  <a:lnTo>
                    <a:pt x="0" y="6350"/>
                  </a:lnTo>
                  <a:lnTo>
                    <a:pt x="99047" y="6350"/>
                  </a:lnTo>
                  <a:lnTo>
                    <a:pt x="99047" y="5080"/>
                  </a:lnTo>
                  <a:lnTo>
                    <a:pt x="100330" y="5080"/>
                  </a:lnTo>
                  <a:lnTo>
                    <a:pt x="100330" y="3810"/>
                  </a:lnTo>
                  <a:lnTo>
                    <a:pt x="100330" y="2540"/>
                  </a:lnTo>
                  <a:lnTo>
                    <a:pt x="101600" y="2540"/>
                  </a:lnTo>
                  <a:lnTo>
                    <a:pt x="101600" y="0"/>
                  </a:lnTo>
                  <a:close/>
                </a:path>
                <a:path w="193040" h="7619">
                  <a:moveTo>
                    <a:pt x="187947" y="6477"/>
                  </a:moveTo>
                  <a:lnTo>
                    <a:pt x="152400" y="6477"/>
                  </a:lnTo>
                  <a:lnTo>
                    <a:pt x="152400" y="7620"/>
                  </a:lnTo>
                  <a:lnTo>
                    <a:pt x="187947" y="7620"/>
                  </a:lnTo>
                  <a:lnTo>
                    <a:pt x="187947" y="6477"/>
                  </a:lnTo>
                  <a:close/>
                </a:path>
                <a:path w="193040" h="7619">
                  <a:moveTo>
                    <a:pt x="193040" y="0"/>
                  </a:moveTo>
                  <a:lnTo>
                    <a:pt x="191770" y="0"/>
                  </a:lnTo>
                  <a:lnTo>
                    <a:pt x="146050" y="0"/>
                  </a:lnTo>
                  <a:lnTo>
                    <a:pt x="146050" y="1270"/>
                  </a:lnTo>
                  <a:lnTo>
                    <a:pt x="147320" y="1270"/>
                  </a:lnTo>
                  <a:lnTo>
                    <a:pt x="147320" y="2540"/>
                  </a:lnTo>
                  <a:lnTo>
                    <a:pt x="148590" y="2540"/>
                  </a:lnTo>
                  <a:lnTo>
                    <a:pt x="148590" y="3810"/>
                  </a:lnTo>
                  <a:lnTo>
                    <a:pt x="148590" y="5080"/>
                  </a:lnTo>
                  <a:lnTo>
                    <a:pt x="149860" y="5080"/>
                  </a:lnTo>
                  <a:lnTo>
                    <a:pt x="149860" y="6350"/>
                  </a:lnTo>
                  <a:lnTo>
                    <a:pt x="187947" y="6350"/>
                  </a:lnTo>
                  <a:lnTo>
                    <a:pt x="187947" y="6477"/>
                  </a:lnTo>
                  <a:lnTo>
                    <a:pt x="189230" y="6477"/>
                  </a:lnTo>
                  <a:lnTo>
                    <a:pt x="189230" y="6350"/>
                  </a:lnTo>
                  <a:lnTo>
                    <a:pt x="189230" y="5080"/>
                  </a:lnTo>
                  <a:lnTo>
                    <a:pt x="189230" y="3810"/>
                  </a:lnTo>
                  <a:lnTo>
                    <a:pt x="190500" y="3810"/>
                  </a:lnTo>
                  <a:lnTo>
                    <a:pt x="190500" y="2540"/>
                  </a:lnTo>
                  <a:lnTo>
                    <a:pt x="191770" y="2540"/>
                  </a:lnTo>
                  <a:lnTo>
                    <a:pt x="191770" y="1270"/>
                  </a:lnTo>
                  <a:lnTo>
                    <a:pt x="191770" y="127"/>
                  </a:lnTo>
                  <a:lnTo>
                    <a:pt x="193040" y="127"/>
                  </a:lnTo>
                  <a:lnTo>
                    <a:pt x="193040" y="0"/>
                  </a:lnTo>
                  <a:close/>
                </a:path>
              </a:pathLst>
            </a:custGeom>
            <a:solidFill>
              <a:srgbClr val="3F2600"/>
            </a:solidFill>
          </p:spPr>
          <p:txBody>
            <a:bodyPr wrap="square" lIns="0" tIns="0" rIns="0" bIns="0" rtlCol="0"/>
            <a:lstStyle/>
            <a:p/>
          </p:txBody>
        </p:sp>
        <p:sp>
          <p:nvSpPr>
            <p:cNvPr id="1552" name="object 1552"/>
            <p:cNvSpPr/>
            <p:nvPr/>
          </p:nvSpPr>
          <p:spPr>
            <a:xfrm>
              <a:off x="7015480" y="1236979"/>
              <a:ext cx="186690" cy="6350"/>
            </a:xfrm>
            <a:custGeom>
              <a:avLst/>
              <a:gdLst/>
              <a:ahLst/>
              <a:cxnLst/>
              <a:rect l="l" t="t" r="r" b="b"/>
              <a:pathLst>
                <a:path w="186690" h="6350">
                  <a:moveTo>
                    <a:pt x="97790" y="5207"/>
                  </a:moveTo>
                  <a:lnTo>
                    <a:pt x="0" y="5207"/>
                  </a:lnTo>
                  <a:lnTo>
                    <a:pt x="0" y="6350"/>
                  </a:lnTo>
                  <a:lnTo>
                    <a:pt x="97790" y="6350"/>
                  </a:lnTo>
                  <a:lnTo>
                    <a:pt x="97790" y="5207"/>
                  </a:lnTo>
                  <a:close/>
                </a:path>
                <a:path w="186690" h="6350">
                  <a:moveTo>
                    <a:pt x="97790" y="2667"/>
                  </a:moveTo>
                  <a:lnTo>
                    <a:pt x="0" y="2667"/>
                  </a:lnTo>
                  <a:lnTo>
                    <a:pt x="0" y="5080"/>
                  </a:lnTo>
                  <a:lnTo>
                    <a:pt x="97790" y="5080"/>
                  </a:lnTo>
                  <a:lnTo>
                    <a:pt x="97790" y="2667"/>
                  </a:lnTo>
                  <a:close/>
                </a:path>
                <a:path w="186690" h="6350">
                  <a:moveTo>
                    <a:pt x="99047" y="0"/>
                  </a:moveTo>
                  <a:lnTo>
                    <a:pt x="0" y="0"/>
                  </a:lnTo>
                  <a:lnTo>
                    <a:pt x="0" y="2540"/>
                  </a:lnTo>
                  <a:lnTo>
                    <a:pt x="99047" y="2540"/>
                  </a:lnTo>
                  <a:lnTo>
                    <a:pt x="99047" y="0"/>
                  </a:lnTo>
                  <a:close/>
                </a:path>
                <a:path w="186690" h="6350">
                  <a:moveTo>
                    <a:pt x="181610" y="5207"/>
                  </a:moveTo>
                  <a:lnTo>
                    <a:pt x="160020" y="5207"/>
                  </a:lnTo>
                  <a:lnTo>
                    <a:pt x="160020" y="6350"/>
                  </a:lnTo>
                  <a:lnTo>
                    <a:pt x="181610" y="6350"/>
                  </a:lnTo>
                  <a:lnTo>
                    <a:pt x="181610" y="5207"/>
                  </a:lnTo>
                  <a:close/>
                </a:path>
                <a:path w="186690" h="6350">
                  <a:moveTo>
                    <a:pt x="184150" y="2667"/>
                  </a:moveTo>
                  <a:lnTo>
                    <a:pt x="156210" y="2667"/>
                  </a:lnTo>
                  <a:lnTo>
                    <a:pt x="156210" y="3810"/>
                  </a:lnTo>
                  <a:lnTo>
                    <a:pt x="158750" y="3810"/>
                  </a:lnTo>
                  <a:lnTo>
                    <a:pt x="158750" y="5080"/>
                  </a:lnTo>
                  <a:lnTo>
                    <a:pt x="181610" y="5080"/>
                  </a:lnTo>
                  <a:lnTo>
                    <a:pt x="181610" y="5207"/>
                  </a:lnTo>
                  <a:lnTo>
                    <a:pt x="182880" y="5207"/>
                  </a:lnTo>
                  <a:lnTo>
                    <a:pt x="182880" y="5080"/>
                  </a:lnTo>
                  <a:lnTo>
                    <a:pt x="182880" y="3810"/>
                  </a:lnTo>
                  <a:lnTo>
                    <a:pt x="184150" y="3810"/>
                  </a:lnTo>
                  <a:lnTo>
                    <a:pt x="184150" y="2667"/>
                  </a:lnTo>
                  <a:close/>
                </a:path>
                <a:path w="186690" h="6350">
                  <a:moveTo>
                    <a:pt x="186690" y="0"/>
                  </a:moveTo>
                  <a:lnTo>
                    <a:pt x="153670" y="0"/>
                  </a:lnTo>
                  <a:lnTo>
                    <a:pt x="153670" y="1270"/>
                  </a:lnTo>
                  <a:lnTo>
                    <a:pt x="154940" y="1270"/>
                  </a:lnTo>
                  <a:lnTo>
                    <a:pt x="154940" y="2540"/>
                  </a:lnTo>
                  <a:lnTo>
                    <a:pt x="184150" y="2540"/>
                  </a:lnTo>
                  <a:lnTo>
                    <a:pt x="184150" y="2667"/>
                  </a:lnTo>
                  <a:lnTo>
                    <a:pt x="186690" y="2667"/>
                  </a:lnTo>
                  <a:lnTo>
                    <a:pt x="186690" y="2540"/>
                  </a:lnTo>
                  <a:lnTo>
                    <a:pt x="186690" y="1270"/>
                  </a:lnTo>
                  <a:lnTo>
                    <a:pt x="186690" y="0"/>
                  </a:lnTo>
                  <a:close/>
                </a:path>
              </a:pathLst>
            </a:custGeom>
            <a:solidFill>
              <a:srgbClr val="422500"/>
            </a:solidFill>
          </p:spPr>
          <p:txBody>
            <a:bodyPr wrap="square" lIns="0" tIns="0" rIns="0" bIns="0" rtlCol="0"/>
            <a:lstStyle/>
            <a:p/>
          </p:txBody>
        </p:sp>
        <p:sp>
          <p:nvSpPr>
            <p:cNvPr id="1553" name="object 1553"/>
            <p:cNvSpPr/>
            <p:nvPr/>
          </p:nvSpPr>
          <p:spPr>
            <a:xfrm>
              <a:off x="7015480" y="1243329"/>
              <a:ext cx="179070" cy="7620"/>
            </a:xfrm>
            <a:custGeom>
              <a:avLst/>
              <a:gdLst/>
              <a:ahLst/>
              <a:cxnLst/>
              <a:rect l="l" t="t" r="r" b="b"/>
              <a:pathLst>
                <a:path w="179070" h="7619">
                  <a:moveTo>
                    <a:pt x="97790" y="0"/>
                  </a:moveTo>
                  <a:lnTo>
                    <a:pt x="0" y="0"/>
                  </a:lnTo>
                  <a:lnTo>
                    <a:pt x="0" y="2540"/>
                  </a:lnTo>
                  <a:lnTo>
                    <a:pt x="0" y="6350"/>
                  </a:lnTo>
                  <a:lnTo>
                    <a:pt x="0" y="7620"/>
                  </a:lnTo>
                  <a:lnTo>
                    <a:pt x="95250" y="7620"/>
                  </a:lnTo>
                  <a:lnTo>
                    <a:pt x="95250" y="6350"/>
                  </a:lnTo>
                  <a:lnTo>
                    <a:pt x="96520" y="6350"/>
                  </a:lnTo>
                  <a:lnTo>
                    <a:pt x="96520" y="2540"/>
                  </a:lnTo>
                  <a:lnTo>
                    <a:pt x="97790" y="2540"/>
                  </a:lnTo>
                  <a:lnTo>
                    <a:pt x="97790" y="0"/>
                  </a:lnTo>
                  <a:close/>
                </a:path>
                <a:path w="179070" h="7619">
                  <a:moveTo>
                    <a:pt x="173990" y="2667"/>
                  </a:moveTo>
                  <a:lnTo>
                    <a:pt x="168910" y="2667"/>
                  </a:lnTo>
                  <a:lnTo>
                    <a:pt x="168910" y="3810"/>
                  </a:lnTo>
                  <a:lnTo>
                    <a:pt x="173990" y="3810"/>
                  </a:lnTo>
                  <a:lnTo>
                    <a:pt x="173990" y="2667"/>
                  </a:lnTo>
                  <a:close/>
                </a:path>
                <a:path w="179070" h="7619">
                  <a:moveTo>
                    <a:pt x="179070" y="0"/>
                  </a:moveTo>
                  <a:lnTo>
                    <a:pt x="161290" y="0"/>
                  </a:lnTo>
                  <a:lnTo>
                    <a:pt x="161290" y="1397"/>
                  </a:lnTo>
                  <a:lnTo>
                    <a:pt x="165100" y="1397"/>
                  </a:lnTo>
                  <a:lnTo>
                    <a:pt x="165100" y="2540"/>
                  </a:lnTo>
                  <a:lnTo>
                    <a:pt x="173990" y="2540"/>
                  </a:lnTo>
                  <a:lnTo>
                    <a:pt x="173990" y="2667"/>
                  </a:lnTo>
                  <a:lnTo>
                    <a:pt x="175247" y="2667"/>
                  </a:lnTo>
                  <a:lnTo>
                    <a:pt x="175247" y="2540"/>
                  </a:lnTo>
                  <a:lnTo>
                    <a:pt x="175247" y="1397"/>
                  </a:lnTo>
                  <a:lnTo>
                    <a:pt x="179070" y="1397"/>
                  </a:lnTo>
                  <a:lnTo>
                    <a:pt x="179070" y="0"/>
                  </a:lnTo>
                  <a:close/>
                </a:path>
              </a:pathLst>
            </a:custGeom>
            <a:solidFill>
              <a:srgbClr val="462400"/>
            </a:solidFill>
          </p:spPr>
          <p:txBody>
            <a:bodyPr wrap="square" lIns="0" tIns="0" rIns="0" bIns="0" rtlCol="0"/>
            <a:lstStyle/>
            <a:p/>
          </p:txBody>
        </p:sp>
        <p:sp>
          <p:nvSpPr>
            <p:cNvPr id="1554" name="object 1554"/>
            <p:cNvSpPr/>
            <p:nvPr/>
          </p:nvSpPr>
          <p:spPr>
            <a:xfrm>
              <a:off x="7015480" y="1250949"/>
              <a:ext cx="95250" cy="7620"/>
            </a:xfrm>
            <a:custGeom>
              <a:avLst/>
              <a:gdLst/>
              <a:ahLst/>
              <a:cxnLst/>
              <a:rect l="l" t="t" r="r" b="b"/>
              <a:pathLst>
                <a:path w="95250" h="7619">
                  <a:moveTo>
                    <a:pt x="93980" y="2552"/>
                  </a:moveTo>
                  <a:lnTo>
                    <a:pt x="0" y="2552"/>
                  </a:lnTo>
                  <a:lnTo>
                    <a:pt x="0" y="7620"/>
                  </a:lnTo>
                  <a:lnTo>
                    <a:pt x="93980" y="7620"/>
                  </a:lnTo>
                  <a:lnTo>
                    <a:pt x="93980" y="2552"/>
                  </a:lnTo>
                  <a:close/>
                </a:path>
                <a:path w="95250" h="7619">
                  <a:moveTo>
                    <a:pt x="95250" y="0"/>
                  </a:moveTo>
                  <a:lnTo>
                    <a:pt x="0" y="0"/>
                  </a:lnTo>
                  <a:lnTo>
                    <a:pt x="0" y="2540"/>
                  </a:lnTo>
                  <a:lnTo>
                    <a:pt x="95250" y="2540"/>
                  </a:lnTo>
                  <a:lnTo>
                    <a:pt x="95250" y="0"/>
                  </a:lnTo>
                  <a:close/>
                </a:path>
              </a:pathLst>
            </a:custGeom>
            <a:solidFill>
              <a:srgbClr val="492400"/>
            </a:solidFill>
          </p:spPr>
          <p:txBody>
            <a:bodyPr wrap="square" lIns="0" tIns="0" rIns="0" bIns="0" rtlCol="0"/>
            <a:lstStyle/>
            <a:p/>
          </p:txBody>
        </p:sp>
        <p:sp>
          <p:nvSpPr>
            <p:cNvPr id="1555" name="object 1555"/>
            <p:cNvSpPr/>
            <p:nvPr/>
          </p:nvSpPr>
          <p:spPr>
            <a:xfrm>
              <a:off x="7015479" y="1258570"/>
              <a:ext cx="92710" cy="6350"/>
            </a:xfrm>
            <a:custGeom>
              <a:avLst/>
              <a:gdLst/>
              <a:ahLst/>
              <a:cxnLst/>
              <a:rect l="l" t="t" r="r" b="b"/>
              <a:pathLst>
                <a:path w="92709" h="6350">
                  <a:moveTo>
                    <a:pt x="92709" y="0"/>
                  </a:moveTo>
                  <a:lnTo>
                    <a:pt x="0" y="0"/>
                  </a:lnTo>
                  <a:lnTo>
                    <a:pt x="0" y="6350"/>
                  </a:lnTo>
                  <a:lnTo>
                    <a:pt x="92709" y="6350"/>
                  </a:lnTo>
                  <a:lnTo>
                    <a:pt x="92709" y="0"/>
                  </a:lnTo>
                  <a:close/>
                </a:path>
              </a:pathLst>
            </a:custGeom>
            <a:solidFill>
              <a:srgbClr val="4C2300"/>
            </a:solidFill>
          </p:spPr>
          <p:txBody>
            <a:bodyPr wrap="square" lIns="0" tIns="0" rIns="0" bIns="0" rtlCol="0"/>
            <a:lstStyle/>
            <a:p/>
          </p:txBody>
        </p:sp>
        <p:sp>
          <p:nvSpPr>
            <p:cNvPr id="1556" name="object 1556"/>
            <p:cNvSpPr/>
            <p:nvPr/>
          </p:nvSpPr>
          <p:spPr>
            <a:xfrm>
              <a:off x="7015479" y="1264920"/>
              <a:ext cx="91440" cy="7620"/>
            </a:xfrm>
            <a:custGeom>
              <a:avLst/>
              <a:gdLst/>
              <a:ahLst/>
              <a:cxnLst/>
              <a:rect l="l" t="t" r="r" b="b"/>
              <a:pathLst>
                <a:path w="91440" h="7619">
                  <a:moveTo>
                    <a:pt x="91440" y="0"/>
                  </a:moveTo>
                  <a:lnTo>
                    <a:pt x="0" y="0"/>
                  </a:lnTo>
                  <a:lnTo>
                    <a:pt x="0" y="7619"/>
                  </a:lnTo>
                  <a:lnTo>
                    <a:pt x="91440" y="7619"/>
                  </a:lnTo>
                  <a:lnTo>
                    <a:pt x="91440" y="0"/>
                  </a:lnTo>
                  <a:close/>
                </a:path>
              </a:pathLst>
            </a:custGeom>
            <a:solidFill>
              <a:srgbClr val="4F2200"/>
            </a:solidFill>
          </p:spPr>
          <p:txBody>
            <a:bodyPr wrap="square" lIns="0" tIns="0" rIns="0" bIns="0" rtlCol="0"/>
            <a:lstStyle/>
            <a:p/>
          </p:txBody>
        </p:sp>
        <p:sp>
          <p:nvSpPr>
            <p:cNvPr id="1557" name="object 1557"/>
            <p:cNvSpPr/>
            <p:nvPr/>
          </p:nvSpPr>
          <p:spPr>
            <a:xfrm>
              <a:off x="7015480" y="1272539"/>
              <a:ext cx="91440" cy="7620"/>
            </a:xfrm>
            <a:custGeom>
              <a:avLst/>
              <a:gdLst/>
              <a:ahLst/>
              <a:cxnLst/>
              <a:rect l="l" t="t" r="r" b="b"/>
              <a:pathLst>
                <a:path w="91440" h="7619">
                  <a:moveTo>
                    <a:pt x="91440" y="0"/>
                  </a:moveTo>
                  <a:lnTo>
                    <a:pt x="0" y="0"/>
                  </a:lnTo>
                  <a:lnTo>
                    <a:pt x="0" y="3810"/>
                  </a:lnTo>
                  <a:lnTo>
                    <a:pt x="0" y="7620"/>
                  </a:lnTo>
                  <a:lnTo>
                    <a:pt x="90170" y="7620"/>
                  </a:lnTo>
                  <a:lnTo>
                    <a:pt x="90170" y="3810"/>
                  </a:lnTo>
                  <a:lnTo>
                    <a:pt x="91440" y="3810"/>
                  </a:lnTo>
                  <a:lnTo>
                    <a:pt x="91440" y="0"/>
                  </a:lnTo>
                  <a:close/>
                </a:path>
              </a:pathLst>
            </a:custGeom>
            <a:solidFill>
              <a:srgbClr val="522200"/>
            </a:solidFill>
          </p:spPr>
          <p:txBody>
            <a:bodyPr wrap="square" lIns="0" tIns="0" rIns="0" bIns="0" rtlCol="0"/>
            <a:lstStyle/>
            <a:p/>
          </p:txBody>
        </p:sp>
        <p:sp>
          <p:nvSpPr>
            <p:cNvPr id="1558" name="object 1558"/>
            <p:cNvSpPr/>
            <p:nvPr/>
          </p:nvSpPr>
          <p:spPr>
            <a:xfrm>
              <a:off x="7015479" y="1280160"/>
              <a:ext cx="90170" cy="6350"/>
            </a:xfrm>
            <a:custGeom>
              <a:avLst/>
              <a:gdLst/>
              <a:ahLst/>
              <a:cxnLst/>
              <a:rect l="l" t="t" r="r" b="b"/>
              <a:pathLst>
                <a:path w="90170" h="6350">
                  <a:moveTo>
                    <a:pt x="0" y="6350"/>
                  </a:moveTo>
                  <a:lnTo>
                    <a:pt x="0" y="0"/>
                  </a:lnTo>
                  <a:lnTo>
                    <a:pt x="90170" y="0"/>
                  </a:lnTo>
                  <a:lnTo>
                    <a:pt x="90170" y="6350"/>
                  </a:lnTo>
                  <a:lnTo>
                    <a:pt x="0" y="6350"/>
                  </a:lnTo>
                  <a:close/>
                </a:path>
              </a:pathLst>
            </a:custGeom>
            <a:solidFill>
              <a:srgbClr val="562100"/>
            </a:solidFill>
          </p:spPr>
          <p:txBody>
            <a:bodyPr wrap="square" lIns="0" tIns="0" rIns="0" bIns="0" rtlCol="0"/>
            <a:lstStyle/>
            <a:p/>
          </p:txBody>
        </p:sp>
        <p:sp>
          <p:nvSpPr>
            <p:cNvPr id="1559" name="object 1559"/>
            <p:cNvSpPr/>
            <p:nvPr/>
          </p:nvSpPr>
          <p:spPr>
            <a:xfrm>
              <a:off x="7015480" y="1286509"/>
              <a:ext cx="90170" cy="7620"/>
            </a:xfrm>
            <a:custGeom>
              <a:avLst/>
              <a:gdLst/>
              <a:ahLst/>
              <a:cxnLst/>
              <a:rect l="l" t="t" r="r" b="b"/>
              <a:pathLst>
                <a:path w="90170" h="7619">
                  <a:moveTo>
                    <a:pt x="90170" y="0"/>
                  </a:moveTo>
                  <a:lnTo>
                    <a:pt x="0" y="0"/>
                  </a:lnTo>
                  <a:lnTo>
                    <a:pt x="0" y="1270"/>
                  </a:lnTo>
                  <a:lnTo>
                    <a:pt x="0" y="7620"/>
                  </a:lnTo>
                  <a:lnTo>
                    <a:pt x="88900" y="7620"/>
                  </a:lnTo>
                  <a:lnTo>
                    <a:pt x="88900" y="1270"/>
                  </a:lnTo>
                  <a:lnTo>
                    <a:pt x="90170" y="1270"/>
                  </a:lnTo>
                  <a:lnTo>
                    <a:pt x="90170" y="0"/>
                  </a:lnTo>
                  <a:close/>
                </a:path>
              </a:pathLst>
            </a:custGeom>
            <a:solidFill>
              <a:srgbClr val="592000"/>
            </a:solidFill>
          </p:spPr>
          <p:txBody>
            <a:bodyPr wrap="square" lIns="0" tIns="0" rIns="0" bIns="0" rtlCol="0"/>
            <a:lstStyle/>
            <a:p/>
          </p:txBody>
        </p:sp>
        <p:sp>
          <p:nvSpPr>
            <p:cNvPr id="1560" name="object 1560"/>
            <p:cNvSpPr/>
            <p:nvPr/>
          </p:nvSpPr>
          <p:spPr>
            <a:xfrm>
              <a:off x="7015479" y="1294129"/>
              <a:ext cx="88900" cy="7620"/>
            </a:xfrm>
            <a:custGeom>
              <a:avLst/>
              <a:gdLst/>
              <a:ahLst/>
              <a:cxnLst/>
              <a:rect l="l" t="t" r="r" b="b"/>
              <a:pathLst>
                <a:path w="88900" h="7619">
                  <a:moveTo>
                    <a:pt x="88900" y="0"/>
                  </a:moveTo>
                  <a:lnTo>
                    <a:pt x="0" y="0"/>
                  </a:lnTo>
                  <a:lnTo>
                    <a:pt x="0" y="7620"/>
                  </a:lnTo>
                  <a:lnTo>
                    <a:pt x="87629" y="7620"/>
                  </a:lnTo>
                  <a:lnTo>
                    <a:pt x="87629" y="1270"/>
                  </a:lnTo>
                  <a:lnTo>
                    <a:pt x="88900" y="1270"/>
                  </a:lnTo>
                  <a:lnTo>
                    <a:pt x="88900" y="0"/>
                  </a:lnTo>
                  <a:close/>
                </a:path>
              </a:pathLst>
            </a:custGeom>
            <a:solidFill>
              <a:srgbClr val="5C2000"/>
            </a:solidFill>
          </p:spPr>
          <p:txBody>
            <a:bodyPr wrap="square" lIns="0" tIns="0" rIns="0" bIns="0" rtlCol="0"/>
            <a:lstStyle/>
            <a:p/>
          </p:txBody>
        </p:sp>
        <p:sp>
          <p:nvSpPr>
            <p:cNvPr id="1561" name="object 1561"/>
            <p:cNvSpPr/>
            <p:nvPr/>
          </p:nvSpPr>
          <p:spPr>
            <a:xfrm>
              <a:off x="7015479" y="1301750"/>
              <a:ext cx="87630" cy="6350"/>
            </a:xfrm>
            <a:custGeom>
              <a:avLst/>
              <a:gdLst/>
              <a:ahLst/>
              <a:cxnLst/>
              <a:rect l="l" t="t" r="r" b="b"/>
              <a:pathLst>
                <a:path w="87629" h="6350">
                  <a:moveTo>
                    <a:pt x="87629" y="0"/>
                  </a:moveTo>
                  <a:lnTo>
                    <a:pt x="0" y="0"/>
                  </a:lnTo>
                  <a:lnTo>
                    <a:pt x="0" y="6350"/>
                  </a:lnTo>
                  <a:lnTo>
                    <a:pt x="86359" y="6350"/>
                  </a:lnTo>
                  <a:lnTo>
                    <a:pt x="86359" y="3810"/>
                  </a:lnTo>
                  <a:lnTo>
                    <a:pt x="87629" y="3810"/>
                  </a:lnTo>
                  <a:lnTo>
                    <a:pt x="87629" y="0"/>
                  </a:lnTo>
                  <a:close/>
                </a:path>
              </a:pathLst>
            </a:custGeom>
            <a:solidFill>
              <a:srgbClr val="5F1F00"/>
            </a:solidFill>
          </p:spPr>
          <p:txBody>
            <a:bodyPr wrap="square" lIns="0" tIns="0" rIns="0" bIns="0" rtlCol="0"/>
            <a:lstStyle/>
            <a:p/>
          </p:txBody>
        </p:sp>
        <p:sp>
          <p:nvSpPr>
            <p:cNvPr id="1562" name="object 1562"/>
            <p:cNvSpPr/>
            <p:nvPr/>
          </p:nvSpPr>
          <p:spPr>
            <a:xfrm>
              <a:off x="7015479" y="1308100"/>
              <a:ext cx="86360" cy="7620"/>
            </a:xfrm>
            <a:custGeom>
              <a:avLst/>
              <a:gdLst/>
              <a:ahLst/>
              <a:cxnLst/>
              <a:rect l="l" t="t" r="r" b="b"/>
              <a:pathLst>
                <a:path w="86359" h="7619">
                  <a:moveTo>
                    <a:pt x="0" y="7620"/>
                  </a:moveTo>
                  <a:lnTo>
                    <a:pt x="0" y="0"/>
                  </a:lnTo>
                  <a:lnTo>
                    <a:pt x="86359" y="0"/>
                  </a:lnTo>
                  <a:lnTo>
                    <a:pt x="86359" y="7620"/>
                  </a:lnTo>
                  <a:lnTo>
                    <a:pt x="0" y="7620"/>
                  </a:lnTo>
                  <a:close/>
                </a:path>
              </a:pathLst>
            </a:custGeom>
            <a:solidFill>
              <a:srgbClr val="631E00"/>
            </a:solidFill>
          </p:spPr>
          <p:txBody>
            <a:bodyPr wrap="square" lIns="0" tIns="0" rIns="0" bIns="0" rtlCol="0"/>
            <a:lstStyle/>
            <a:p/>
          </p:txBody>
        </p:sp>
        <p:sp>
          <p:nvSpPr>
            <p:cNvPr id="1563" name="object 1563"/>
            <p:cNvSpPr/>
            <p:nvPr/>
          </p:nvSpPr>
          <p:spPr>
            <a:xfrm>
              <a:off x="7015479" y="1315720"/>
              <a:ext cx="86360" cy="7620"/>
            </a:xfrm>
            <a:custGeom>
              <a:avLst/>
              <a:gdLst/>
              <a:ahLst/>
              <a:cxnLst/>
              <a:rect l="l" t="t" r="r" b="b"/>
              <a:pathLst>
                <a:path w="86359" h="7619">
                  <a:moveTo>
                    <a:pt x="86359" y="0"/>
                  </a:moveTo>
                  <a:lnTo>
                    <a:pt x="0" y="0"/>
                  </a:lnTo>
                  <a:lnTo>
                    <a:pt x="0" y="7619"/>
                  </a:lnTo>
                  <a:lnTo>
                    <a:pt x="85090" y="7619"/>
                  </a:lnTo>
                  <a:lnTo>
                    <a:pt x="85090" y="5079"/>
                  </a:lnTo>
                  <a:lnTo>
                    <a:pt x="86359" y="5079"/>
                  </a:lnTo>
                  <a:lnTo>
                    <a:pt x="86359" y="0"/>
                  </a:lnTo>
                  <a:close/>
                </a:path>
              </a:pathLst>
            </a:custGeom>
            <a:solidFill>
              <a:srgbClr val="661E00"/>
            </a:solidFill>
          </p:spPr>
          <p:txBody>
            <a:bodyPr wrap="square" lIns="0" tIns="0" rIns="0" bIns="0" rtlCol="0"/>
            <a:lstStyle/>
            <a:p/>
          </p:txBody>
        </p:sp>
        <p:sp>
          <p:nvSpPr>
            <p:cNvPr id="1564" name="object 1564"/>
            <p:cNvSpPr/>
            <p:nvPr/>
          </p:nvSpPr>
          <p:spPr>
            <a:xfrm>
              <a:off x="7015479" y="1323340"/>
              <a:ext cx="85090" cy="6350"/>
            </a:xfrm>
            <a:custGeom>
              <a:avLst/>
              <a:gdLst/>
              <a:ahLst/>
              <a:cxnLst/>
              <a:rect l="l" t="t" r="r" b="b"/>
              <a:pathLst>
                <a:path w="85090" h="6350">
                  <a:moveTo>
                    <a:pt x="0" y="6350"/>
                  </a:moveTo>
                  <a:lnTo>
                    <a:pt x="0" y="0"/>
                  </a:lnTo>
                  <a:lnTo>
                    <a:pt x="85090" y="0"/>
                  </a:lnTo>
                  <a:lnTo>
                    <a:pt x="85090" y="6350"/>
                  </a:lnTo>
                  <a:lnTo>
                    <a:pt x="0" y="6350"/>
                  </a:lnTo>
                  <a:close/>
                </a:path>
              </a:pathLst>
            </a:custGeom>
            <a:solidFill>
              <a:srgbClr val="691D00"/>
            </a:solidFill>
          </p:spPr>
          <p:txBody>
            <a:bodyPr wrap="square" lIns="0" tIns="0" rIns="0" bIns="0" rtlCol="0"/>
            <a:lstStyle/>
            <a:p/>
          </p:txBody>
        </p:sp>
        <p:sp>
          <p:nvSpPr>
            <p:cNvPr id="1565" name="object 1565"/>
            <p:cNvSpPr/>
            <p:nvPr/>
          </p:nvSpPr>
          <p:spPr>
            <a:xfrm>
              <a:off x="7015479" y="132969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6C1D00"/>
            </a:solidFill>
          </p:spPr>
          <p:txBody>
            <a:bodyPr wrap="square" lIns="0" tIns="0" rIns="0" bIns="0" rtlCol="0"/>
            <a:lstStyle/>
            <a:p/>
          </p:txBody>
        </p:sp>
        <p:sp>
          <p:nvSpPr>
            <p:cNvPr id="1566" name="object 1566"/>
            <p:cNvSpPr/>
            <p:nvPr/>
          </p:nvSpPr>
          <p:spPr>
            <a:xfrm>
              <a:off x="7015479" y="1337309"/>
              <a:ext cx="83820" cy="7620"/>
            </a:xfrm>
            <a:custGeom>
              <a:avLst/>
              <a:gdLst/>
              <a:ahLst/>
              <a:cxnLst/>
              <a:rect l="l" t="t" r="r" b="b"/>
              <a:pathLst>
                <a:path w="83820" h="7619">
                  <a:moveTo>
                    <a:pt x="83820" y="0"/>
                  </a:moveTo>
                  <a:lnTo>
                    <a:pt x="0" y="0"/>
                  </a:lnTo>
                  <a:lnTo>
                    <a:pt x="0" y="7619"/>
                  </a:lnTo>
                  <a:lnTo>
                    <a:pt x="83820" y="7619"/>
                  </a:lnTo>
                  <a:lnTo>
                    <a:pt x="83820" y="0"/>
                  </a:lnTo>
                  <a:close/>
                </a:path>
              </a:pathLst>
            </a:custGeom>
            <a:solidFill>
              <a:srgbClr val="6F1C00"/>
            </a:solidFill>
          </p:spPr>
          <p:txBody>
            <a:bodyPr wrap="square" lIns="0" tIns="0" rIns="0" bIns="0" rtlCol="0"/>
            <a:lstStyle/>
            <a:p/>
          </p:txBody>
        </p:sp>
        <p:sp>
          <p:nvSpPr>
            <p:cNvPr id="1567" name="object 1567"/>
            <p:cNvSpPr/>
            <p:nvPr/>
          </p:nvSpPr>
          <p:spPr>
            <a:xfrm>
              <a:off x="7015479" y="13449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731B00"/>
            </a:solidFill>
          </p:spPr>
          <p:txBody>
            <a:bodyPr wrap="square" lIns="0" tIns="0" rIns="0" bIns="0" rtlCol="0"/>
            <a:lstStyle/>
            <a:p/>
          </p:txBody>
        </p:sp>
        <p:sp>
          <p:nvSpPr>
            <p:cNvPr id="1568" name="object 1568"/>
            <p:cNvSpPr/>
            <p:nvPr/>
          </p:nvSpPr>
          <p:spPr>
            <a:xfrm>
              <a:off x="7015479" y="13512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61B00"/>
            </a:solidFill>
          </p:spPr>
          <p:txBody>
            <a:bodyPr wrap="square" lIns="0" tIns="0" rIns="0" bIns="0" rtlCol="0"/>
            <a:lstStyle/>
            <a:p/>
          </p:txBody>
        </p:sp>
        <p:sp>
          <p:nvSpPr>
            <p:cNvPr id="1569" name="object 1569"/>
            <p:cNvSpPr/>
            <p:nvPr/>
          </p:nvSpPr>
          <p:spPr>
            <a:xfrm>
              <a:off x="7015479" y="13589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91A00"/>
            </a:solidFill>
          </p:spPr>
          <p:txBody>
            <a:bodyPr wrap="square" lIns="0" tIns="0" rIns="0" bIns="0" rtlCol="0"/>
            <a:lstStyle/>
            <a:p/>
          </p:txBody>
        </p:sp>
        <p:sp>
          <p:nvSpPr>
            <p:cNvPr id="1570" name="object 1570"/>
            <p:cNvSpPr/>
            <p:nvPr/>
          </p:nvSpPr>
          <p:spPr>
            <a:xfrm>
              <a:off x="7015479" y="136652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7C1900"/>
            </a:solidFill>
          </p:spPr>
          <p:txBody>
            <a:bodyPr wrap="square" lIns="0" tIns="0" rIns="0" bIns="0" rtlCol="0"/>
            <a:lstStyle/>
            <a:p/>
          </p:txBody>
        </p:sp>
        <p:sp>
          <p:nvSpPr>
            <p:cNvPr id="1571" name="object 1571"/>
            <p:cNvSpPr/>
            <p:nvPr/>
          </p:nvSpPr>
          <p:spPr>
            <a:xfrm>
              <a:off x="7015479" y="1374140"/>
              <a:ext cx="83820" cy="6350"/>
            </a:xfrm>
            <a:custGeom>
              <a:avLst/>
              <a:gdLst/>
              <a:ahLst/>
              <a:cxnLst/>
              <a:rect l="l" t="t" r="r" b="b"/>
              <a:pathLst>
                <a:path w="83820" h="6350">
                  <a:moveTo>
                    <a:pt x="83820" y="0"/>
                  </a:moveTo>
                  <a:lnTo>
                    <a:pt x="0" y="0"/>
                  </a:lnTo>
                  <a:lnTo>
                    <a:pt x="0" y="6350"/>
                  </a:lnTo>
                  <a:lnTo>
                    <a:pt x="82550" y="6350"/>
                  </a:lnTo>
                  <a:lnTo>
                    <a:pt x="82550" y="3810"/>
                  </a:lnTo>
                  <a:lnTo>
                    <a:pt x="83820" y="3810"/>
                  </a:lnTo>
                  <a:lnTo>
                    <a:pt x="83820" y="0"/>
                  </a:lnTo>
                  <a:close/>
                </a:path>
              </a:pathLst>
            </a:custGeom>
            <a:solidFill>
              <a:srgbClr val="801900"/>
            </a:solidFill>
          </p:spPr>
          <p:txBody>
            <a:bodyPr wrap="square" lIns="0" tIns="0" rIns="0" bIns="0" rtlCol="0"/>
            <a:lstStyle/>
            <a:p/>
          </p:txBody>
        </p:sp>
        <p:sp>
          <p:nvSpPr>
            <p:cNvPr id="1572" name="object 1572"/>
            <p:cNvSpPr/>
            <p:nvPr/>
          </p:nvSpPr>
          <p:spPr>
            <a:xfrm>
              <a:off x="7015479" y="13804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31800"/>
            </a:solidFill>
          </p:spPr>
          <p:txBody>
            <a:bodyPr wrap="square" lIns="0" tIns="0" rIns="0" bIns="0" rtlCol="0"/>
            <a:lstStyle/>
            <a:p/>
          </p:txBody>
        </p:sp>
        <p:sp>
          <p:nvSpPr>
            <p:cNvPr id="1573" name="object 1573"/>
            <p:cNvSpPr/>
            <p:nvPr/>
          </p:nvSpPr>
          <p:spPr>
            <a:xfrm>
              <a:off x="7015479" y="13881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861700"/>
            </a:solidFill>
          </p:spPr>
          <p:txBody>
            <a:bodyPr wrap="square" lIns="0" tIns="0" rIns="0" bIns="0" rtlCol="0"/>
            <a:lstStyle/>
            <a:p/>
          </p:txBody>
        </p:sp>
        <p:sp>
          <p:nvSpPr>
            <p:cNvPr id="1574" name="object 1574"/>
            <p:cNvSpPr/>
            <p:nvPr/>
          </p:nvSpPr>
          <p:spPr>
            <a:xfrm>
              <a:off x="7015479" y="13957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891700"/>
            </a:solidFill>
          </p:spPr>
          <p:txBody>
            <a:bodyPr wrap="square" lIns="0" tIns="0" rIns="0" bIns="0" rtlCol="0"/>
            <a:lstStyle/>
            <a:p/>
          </p:txBody>
        </p:sp>
        <p:sp>
          <p:nvSpPr>
            <p:cNvPr id="1575" name="object 1575"/>
            <p:cNvSpPr/>
            <p:nvPr/>
          </p:nvSpPr>
          <p:spPr>
            <a:xfrm>
              <a:off x="7015479" y="14020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8D1600"/>
            </a:solidFill>
          </p:spPr>
          <p:txBody>
            <a:bodyPr wrap="square" lIns="0" tIns="0" rIns="0" bIns="0" rtlCol="0"/>
            <a:lstStyle/>
            <a:p/>
          </p:txBody>
        </p:sp>
        <p:sp>
          <p:nvSpPr>
            <p:cNvPr id="1576" name="object 1576"/>
            <p:cNvSpPr/>
            <p:nvPr/>
          </p:nvSpPr>
          <p:spPr>
            <a:xfrm>
              <a:off x="7015479" y="14097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01500"/>
            </a:solidFill>
          </p:spPr>
          <p:txBody>
            <a:bodyPr wrap="square" lIns="0" tIns="0" rIns="0" bIns="0" rtlCol="0"/>
            <a:lstStyle/>
            <a:p/>
          </p:txBody>
        </p:sp>
        <p:sp>
          <p:nvSpPr>
            <p:cNvPr id="1577" name="object 1577"/>
            <p:cNvSpPr/>
            <p:nvPr/>
          </p:nvSpPr>
          <p:spPr>
            <a:xfrm>
              <a:off x="7015479" y="14173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31500"/>
            </a:solidFill>
          </p:spPr>
          <p:txBody>
            <a:bodyPr wrap="square" lIns="0" tIns="0" rIns="0" bIns="0" rtlCol="0"/>
            <a:lstStyle/>
            <a:p/>
          </p:txBody>
        </p:sp>
        <p:sp>
          <p:nvSpPr>
            <p:cNvPr id="1578" name="object 1578"/>
            <p:cNvSpPr/>
            <p:nvPr/>
          </p:nvSpPr>
          <p:spPr>
            <a:xfrm>
              <a:off x="7015479" y="14236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961400"/>
            </a:solidFill>
          </p:spPr>
          <p:txBody>
            <a:bodyPr wrap="square" lIns="0" tIns="0" rIns="0" bIns="0" rtlCol="0"/>
            <a:lstStyle/>
            <a:p/>
          </p:txBody>
        </p:sp>
        <p:sp>
          <p:nvSpPr>
            <p:cNvPr id="1579" name="object 1579"/>
            <p:cNvSpPr/>
            <p:nvPr/>
          </p:nvSpPr>
          <p:spPr>
            <a:xfrm>
              <a:off x="7015479" y="14312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991400"/>
            </a:solidFill>
          </p:spPr>
          <p:txBody>
            <a:bodyPr wrap="square" lIns="0" tIns="0" rIns="0" bIns="0" rtlCol="0"/>
            <a:lstStyle/>
            <a:p/>
          </p:txBody>
        </p:sp>
        <p:sp>
          <p:nvSpPr>
            <p:cNvPr id="1580" name="object 1580"/>
            <p:cNvSpPr/>
            <p:nvPr/>
          </p:nvSpPr>
          <p:spPr>
            <a:xfrm>
              <a:off x="7015479" y="143890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9D1300"/>
            </a:solidFill>
          </p:spPr>
          <p:txBody>
            <a:bodyPr wrap="square" lIns="0" tIns="0" rIns="0" bIns="0" rtlCol="0"/>
            <a:lstStyle/>
            <a:p/>
          </p:txBody>
        </p:sp>
        <p:sp>
          <p:nvSpPr>
            <p:cNvPr id="1581" name="object 1581"/>
            <p:cNvSpPr/>
            <p:nvPr/>
          </p:nvSpPr>
          <p:spPr>
            <a:xfrm>
              <a:off x="7015479" y="14452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01200"/>
            </a:solidFill>
          </p:spPr>
          <p:txBody>
            <a:bodyPr wrap="square" lIns="0" tIns="0" rIns="0" bIns="0" rtlCol="0"/>
            <a:lstStyle/>
            <a:p/>
          </p:txBody>
        </p:sp>
        <p:sp>
          <p:nvSpPr>
            <p:cNvPr id="1582" name="object 1582"/>
            <p:cNvSpPr/>
            <p:nvPr/>
          </p:nvSpPr>
          <p:spPr>
            <a:xfrm>
              <a:off x="7015479" y="14528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31200"/>
            </a:solidFill>
          </p:spPr>
          <p:txBody>
            <a:bodyPr wrap="square" lIns="0" tIns="0" rIns="0" bIns="0" rtlCol="0"/>
            <a:lstStyle/>
            <a:p/>
          </p:txBody>
        </p:sp>
        <p:sp>
          <p:nvSpPr>
            <p:cNvPr id="1583" name="object 1583"/>
            <p:cNvSpPr/>
            <p:nvPr/>
          </p:nvSpPr>
          <p:spPr>
            <a:xfrm>
              <a:off x="7015479" y="14605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A61100"/>
            </a:solidFill>
          </p:spPr>
          <p:txBody>
            <a:bodyPr wrap="square" lIns="0" tIns="0" rIns="0" bIns="0" rtlCol="0"/>
            <a:lstStyle/>
            <a:p/>
          </p:txBody>
        </p:sp>
        <p:sp>
          <p:nvSpPr>
            <p:cNvPr id="1584" name="object 1584"/>
            <p:cNvSpPr/>
            <p:nvPr/>
          </p:nvSpPr>
          <p:spPr>
            <a:xfrm>
              <a:off x="7015479" y="14668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AA1000"/>
            </a:solidFill>
          </p:spPr>
          <p:txBody>
            <a:bodyPr wrap="square" lIns="0" tIns="0" rIns="0" bIns="0" rtlCol="0"/>
            <a:lstStyle/>
            <a:p/>
          </p:txBody>
        </p:sp>
        <p:sp>
          <p:nvSpPr>
            <p:cNvPr id="1585" name="object 1585"/>
            <p:cNvSpPr/>
            <p:nvPr/>
          </p:nvSpPr>
          <p:spPr>
            <a:xfrm>
              <a:off x="7015479" y="14744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AD1000"/>
            </a:solidFill>
          </p:spPr>
          <p:txBody>
            <a:bodyPr wrap="square" lIns="0" tIns="0" rIns="0" bIns="0" rtlCol="0"/>
            <a:lstStyle/>
            <a:p/>
          </p:txBody>
        </p:sp>
        <p:sp>
          <p:nvSpPr>
            <p:cNvPr id="1586" name="object 1586"/>
            <p:cNvSpPr/>
            <p:nvPr/>
          </p:nvSpPr>
          <p:spPr>
            <a:xfrm>
              <a:off x="7015479" y="14820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00F00"/>
            </a:solidFill>
          </p:spPr>
          <p:txBody>
            <a:bodyPr wrap="square" lIns="0" tIns="0" rIns="0" bIns="0" rtlCol="0"/>
            <a:lstStyle/>
            <a:p/>
          </p:txBody>
        </p:sp>
        <p:sp>
          <p:nvSpPr>
            <p:cNvPr id="1587" name="object 1587"/>
            <p:cNvSpPr/>
            <p:nvPr/>
          </p:nvSpPr>
          <p:spPr>
            <a:xfrm>
              <a:off x="7015479" y="14884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30E00"/>
            </a:solidFill>
          </p:spPr>
          <p:txBody>
            <a:bodyPr wrap="square" lIns="0" tIns="0" rIns="0" bIns="0" rtlCol="0"/>
            <a:lstStyle/>
            <a:p/>
          </p:txBody>
        </p:sp>
        <p:sp>
          <p:nvSpPr>
            <p:cNvPr id="1588" name="object 1588"/>
            <p:cNvSpPr/>
            <p:nvPr/>
          </p:nvSpPr>
          <p:spPr>
            <a:xfrm>
              <a:off x="7015479" y="14960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B60E00"/>
            </a:solidFill>
          </p:spPr>
          <p:txBody>
            <a:bodyPr wrap="square" lIns="0" tIns="0" rIns="0" bIns="0" rtlCol="0"/>
            <a:lstStyle/>
            <a:p/>
          </p:txBody>
        </p:sp>
        <p:sp>
          <p:nvSpPr>
            <p:cNvPr id="1589" name="object 1589"/>
            <p:cNvSpPr/>
            <p:nvPr/>
          </p:nvSpPr>
          <p:spPr>
            <a:xfrm>
              <a:off x="7015479" y="1503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BA0D00"/>
            </a:solidFill>
          </p:spPr>
          <p:txBody>
            <a:bodyPr wrap="square" lIns="0" tIns="0" rIns="0" bIns="0" rtlCol="0"/>
            <a:lstStyle/>
            <a:p/>
          </p:txBody>
        </p:sp>
        <p:sp>
          <p:nvSpPr>
            <p:cNvPr id="1590" name="object 1590"/>
            <p:cNvSpPr/>
            <p:nvPr/>
          </p:nvSpPr>
          <p:spPr>
            <a:xfrm>
              <a:off x="7015479" y="15113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BD0C00"/>
            </a:solidFill>
          </p:spPr>
          <p:txBody>
            <a:bodyPr wrap="square" lIns="0" tIns="0" rIns="0" bIns="0" rtlCol="0"/>
            <a:lstStyle/>
            <a:p/>
          </p:txBody>
        </p:sp>
        <p:sp>
          <p:nvSpPr>
            <p:cNvPr id="1591" name="object 1591"/>
            <p:cNvSpPr/>
            <p:nvPr/>
          </p:nvSpPr>
          <p:spPr>
            <a:xfrm>
              <a:off x="7015479" y="1517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00C00"/>
            </a:solidFill>
          </p:spPr>
          <p:txBody>
            <a:bodyPr wrap="square" lIns="0" tIns="0" rIns="0" bIns="0" rtlCol="0"/>
            <a:lstStyle/>
            <a:p/>
          </p:txBody>
        </p:sp>
        <p:sp>
          <p:nvSpPr>
            <p:cNvPr id="1592" name="object 1592"/>
            <p:cNvSpPr/>
            <p:nvPr/>
          </p:nvSpPr>
          <p:spPr>
            <a:xfrm>
              <a:off x="7015479" y="15252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30B00"/>
            </a:solidFill>
          </p:spPr>
          <p:txBody>
            <a:bodyPr wrap="square" lIns="0" tIns="0" rIns="0" bIns="0" rtlCol="0"/>
            <a:lstStyle/>
            <a:p/>
          </p:txBody>
        </p:sp>
        <p:sp>
          <p:nvSpPr>
            <p:cNvPr id="1593" name="object 1593"/>
            <p:cNvSpPr/>
            <p:nvPr/>
          </p:nvSpPr>
          <p:spPr>
            <a:xfrm>
              <a:off x="7015479" y="15328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C70A00"/>
            </a:solidFill>
          </p:spPr>
          <p:txBody>
            <a:bodyPr wrap="square" lIns="0" tIns="0" rIns="0" bIns="0" rtlCol="0"/>
            <a:lstStyle/>
            <a:p/>
          </p:txBody>
        </p:sp>
        <p:sp>
          <p:nvSpPr>
            <p:cNvPr id="1594" name="object 1594"/>
            <p:cNvSpPr/>
            <p:nvPr/>
          </p:nvSpPr>
          <p:spPr>
            <a:xfrm>
              <a:off x="7015479" y="15392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CA0A00"/>
            </a:solidFill>
          </p:spPr>
          <p:txBody>
            <a:bodyPr wrap="square" lIns="0" tIns="0" rIns="0" bIns="0" rtlCol="0"/>
            <a:lstStyle/>
            <a:p/>
          </p:txBody>
        </p:sp>
        <p:sp>
          <p:nvSpPr>
            <p:cNvPr id="1595" name="object 1595"/>
            <p:cNvSpPr/>
            <p:nvPr/>
          </p:nvSpPr>
          <p:spPr>
            <a:xfrm>
              <a:off x="7015479" y="15468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CD0900"/>
            </a:solidFill>
          </p:spPr>
          <p:txBody>
            <a:bodyPr wrap="square" lIns="0" tIns="0" rIns="0" bIns="0" rtlCol="0"/>
            <a:lstStyle/>
            <a:p/>
          </p:txBody>
        </p:sp>
        <p:sp>
          <p:nvSpPr>
            <p:cNvPr id="1596" name="object 1596"/>
            <p:cNvSpPr/>
            <p:nvPr/>
          </p:nvSpPr>
          <p:spPr>
            <a:xfrm>
              <a:off x="7015479" y="15544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D00900"/>
            </a:solidFill>
          </p:spPr>
          <p:txBody>
            <a:bodyPr wrap="square" lIns="0" tIns="0" rIns="0" bIns="0" rtlCol="0"/>
            <a:lstStyle/>
            <a:p/>
          </p:txBody>
        </p:sp>
        <p:sp>
          <p:nvSpPr>
            <p:cNvPr id="1597" name="object 1597"/>
            <p:cNvSpPr/>
            <p:nvPr/>
          </p:nvSpPr>
          <p:spPr>
            <a:xfrm>
              <a:off x="7015479" y="15608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D40800"/>
            </a:solidFill>
          </p:spPr>
          <p:txBody>
            <a:bodyPr wrap="square" lIns="0" tIns="0" rIns="0" bIns="0" rtlCol="0"/>
            <a:lstStyle/>
            <a:p/>
          </p:txBody>
        </p:sp>
        <p:sp>
          <p:nvSpPr>
            <p:cNvPr id="1598" name="object 1598"/>
            <p:cNvSpPr/>
            <p:nvPr/>
          </p:nvSpPr>
          <p:spPr>
            <a:xfrm>
              <a:off x="7014209" y="1568450"/>
              <a:ext cx="85090" cy="7620"/>
            </a:xfrm>
            <a:custGeom>
              <a:avLst/>
              <a:gdLst/>
              <a:ahLst/>
              <a:cxnLst/>
              <a:rect l="l" t="t" r="r" b="b"/>
              <a:pathLst>
                <a:path w="85090" h="7619">
                  <a:moveTo>
                    <a:pt x="83820" y="0"/>
                  </a:moveTo>
                  <a:lnTo>
                    <a:pt x="1270" y="0"/>
                  </a:lnTo>
                  <a:lnTo>
                    <a:pt x="1270" y="2539"/>
                  </a:lnTo>
                  <a:lnTo>
                    <a:pt x="0" y="2539"/>
                  </a:lnTo>
                  <a:lnTo>
                    <a:pt x="0" y="5079"/>
                  </a:lnTo>
                  <a:lnTo>
                    <a:pt x="83820" y="5079"/>
                  </a:lnTo>
                  <a:lnTo>
                    <a:pt x="83820" y="0"/>
                  </a:lnTo>
                  <a:close/>
                </a:path>
                <a:path w="85090" h="7619">
                  <a:moveTo>
                    <a:pt x="85090" y="5080"/>
                  </a:moveTo>
                  <a:lnTo>
                    <a:pt x="0" y="5080"/>
                  </a:lnTo>
                  <a:lnTo>
                    <a:pt x="0" y="7620"/>
                  </a:lnTo>
                  <a:lnTo>
                    <a:pt x="85090" y="7620"/>
                  </a:lnTo>
                  <a:lnTo>
                    <a:pt x="85090" y="5080"/>
                  </a:lnTo>
                  <a:close/>
                </a:path>
              </a:pathLst>
            </a:custGeom>
            <a:solidFill>
              <a:srgbClr val="D70700"/>
            </a:solidFill>
          </p:spPr>
          <p:txBody>
            <a:bodyPr wrap="square" lIns="0" tIns="0" rIns="0" bIns="0" rtlCol="0"/>
            <a:lstStyle/>
            <a:p/>
          </p:txBody>
        </p:sp>
        <p:sp>
          <p:nvSpPr>
            <p:cNvPr id="1599" name="object 1599"/>
            <p:cNvSpPr/>
            <p:nvPr/>
          </p:nvSpPr>
          <p:spPr>
            <a:xfrm>
              <a:off x="7014209" y="1576069"/>
              <a:ext cx="85090" cy="6350"/>
            </a:xfrm>
            <a:custGeom>
              <a:avLst/>
              <a:gdLst/>
              <a:ahLst/>
              <a:cxnLst/>
              <a:rect l="l" t="t" r="r" b="b"/>
              <a:pathLst>
                <a:path w="85090" h="6350">
                  <a:moveTo>
                    <a:pt x="85090" y="0"/>
                  </a:moveTo>
                  <a:lnTo>
                    <a:pt x="0" y="0"/>
                  </a:lnTo>
                  <a:lnTo>
                    <a:pt x="0" y="6350"/>
                  </a:lnTo>
                  <a:lnTo>
                    <a:pt x="85090" y="6350"/>
                  </a:lnTo>
                  <a:lnTo>
                    <a:pt x="85090" y="0"/>
                  </a:lnTo>
                  <a:close/>
                </a:path>
              </a:pathLst>
            </a:custGeom>
            <a:solidFill>
              <a:srgbClr val="DA0700"/>
            </a:solidFill>
          </p:spPr>
          <p:txBody>
            <a:bodyPr wrap="square" lIns="0" tIns="0" rIns="0" bIns="0" rtlCol="0"/>
            <a:lstStyle/>
            <a:p/>
          </p:txBody>
        </p:sp>
        <p:sp>
          <p:nvSpPr>
            <p:cNvPr id="1600" name="object 1600"/>
            <p:cNvSpPr/>
            <p:nvPr/>
          </p:nvSpPr>
          <p:spPr>
            <a:xfrm>
              <a:off x="7012939" y="1582419"/>
              <a:ext cx="86360" cy="7620"/>
            </a:xfrm>
            <a:custGeom>
              <a:avLst/>
              <a:gdLst/>
              <a:ahLst/>
              <a:cxnLst/>
              <a:rect l="l" t="t" r="r" b="b"/>
              <a:pathLst>
                <a:path w="86359" h="7619">
                  <a:moveTo>
                    <a:pt x="0" y="7619"/>
                  </a:moveTo>
                  <a:lnTo>
                    <a:pt x="0" y="0"/>
                  </a:lnTo>
                  <a:lnTo>
                    <a:pt x="86359" y="0"/>
                  </a:lnTo>
                  <a:lnTo>
                    <a:pt x="86359" y="7619"/>
                  </a:lnTo>
                  <a:lnTo>
                    <a:pt x="0" y="7619"/>
                  </a:lnTo>
                  <a:close/>
                </a:path>
              </a:pathLst>
            </a:custGeom>
            <a:solidFill>
              <a:srgbClr val="DD0600"/>
            </a:solidFill>
          </p:spPr>
          <p:txBody>
            <a:bodyPr wrap="square" lIns="0" tIns="0" rIns="0" bIns="0" rtlCol="0"/>
            <a:lstStyle/>
            <a:p/>
          </p:txBody>
        </p:sp>
        <p:sp>
          <p:nvSpPr>
            <p:cNvPr id="1601" name="object 1601"/>
            <p:cNvSpPr/>
            <p:nvPr/>
          </p:nvSpPr>
          <p:spPr>
            <a:xfrm>
              <a:off x="7012939" y="1590040"/>
              <a:ext cx="87630" cy="7620"/>
            </a:xfrm>
            <a:custGeom>
              <a:avLst/>
              <a:gdLst/>
              <a:ahLst/>
              <a:cxnLst/>
              <a:rect l="l" t="t" r="r" b="b"/>
              <a:pathLst>
                <a:path w="87629" h="7619">
                  <a:moveTo>
                    <a:pt x="86359" y="0"/>
                  </a:moveTo>
                  <a:lnTo>
                    <a:pt x="0" y="0"/>
                  </a:lnTo>
                  <a:lnTo>
                    <a:pt x="0" y="7620"/>
                  </a:lnTo>
                  <a:lnTo>
                    <a:pt x="87629" y="7620"/>
                  </a:lnTo>
                  <a:lnTo>
                    <a:pt x="87629" y="1270"/>
                  </a:lnTo>
                  <a:lnTo>
                    <a:pt x="86359" y="1270"/>
                  </a:lnTo>
                  <a:lnTo>
                    <a:pt x="86359" y="0"/>
                  </a:lnTo>
                  <a:close/>
                </a:path>
              </a:pathLst>
            </a:custGeom>
            <a:solidFill>
              <a:srgbClr val="E00500"/>
            </a:solidFill>
          </p:spPr>
          <p:txBody>
            <a:bodyPr wrap="square" lIns="0" tIns="0" rIns="0" bIns="0" rtlCol="0"/>
            <a:lstStyle/>
            <a:p/>
          </p:txBody>
        </p:sp>
        <p:sp>
          <p:nvSpPr>
            <p:cNvPr id="1602" name="object 1602"/>
            <p:cNvSpPr/>
            <p:nvPr/>
          </p:nvSpPr>
          <p:spPr>
            <a:xfrm>
              <a:off x="7011670" y="1597659"/>
              <a:ext cx="90170" cy="6350"/>
            </a:xfrm>
            <a:custGeom>
              <a:avLst/>
              <a:gdLst/>
              <a:ahLst/>
              <a:cxnLst/>
              <a:rect l="l" t="t" r="r" b="b"/>
              <a:pathLst>
                <a:path w="90170" h="6350">
                  <a:moveTo>
                    <a:pt x="90170" y="3810"/>
                  </a:moveTo>
                  <a:lnTo>
                    <a:pt x="88900" y="3810"/>
                  </a:lnTo>
                  <a:lnTo>
                    <a:pt x="88900" y="0"/>
                  </a:lnTo>
                  <a:lnTo>
                    <a:pt x="0" y="0"/>
                  </a:lnTo>
                  <a:lnTo>
                    <a:pt x="0" y="3810"/>
                  </a:lnTo>
                  <a:lnTo>
                    <a:pt x="0" y="6350"/>
                  </a:lnTo>
                  <a:lnTo>
                    <a:pt x="90170" y="6350"/>
                  </a:lnTo>
                  <a:lnTo>
                    <a:pt x="90170" y="3810"/>
                  </a:lnTo>
                  <a:close/>
                </a:path>
              </a:pathLst>
            </a:custGeom>
            <a:solidFill>
              <a:srgbClr val="E40500"/>
            </a:solidFill>
          </p:spPr>
          <p:txBody>
            <a:bodyPr wrap="square" lIns="0" tIns="0" rIns="0" bIns="0" rtlCol="0"/>
            <a:lstStyle/>
            <a:p/>
          </p:txBody>
        </p:sp>
        <p:sp>
          <p:nvSpPr>
            <p:cNvPr id="1603" name="object 1603"/>
            <p:cNvSpPr/>
            <p:nvPr/>
          </p:nvSpPr>
          <p:spPr>
            <a:xfrm>
              <a:off x="7007860" y="1604009"/>
              <a:ext cx="97790" cy="7620"/>
            </a:xfrm>
            <a:custGeom>
              <a:avLst/>
              <a:gdLst/>
              <a:ahLst/>
              <a:cxnLst/>
              <a:rect l="l" t="t" r="r" b="b"/>
              <a:pathLst>
                <a:path w="97790" h="7619">
                  <a:moveTo>
                    <a:pt x="97790" y="6350"/>
                  </a:moveTo>
                  <a:lnTo>
                    <a:pt x="96520" y="6350"/>
                  </a:lnTo>
                  <a:lnTo>
                    <a:pt x="96520" y="3810"/>
                  </a:lnTo>
                  <a:lnTo>
                    <a:pt x="95250" y="3810"/>
                  </a:lnTo>
                  <a:lnTo>
                    <a:pt x="95250" y="0"/>
                  </a:lnTo>
                  <a:lnTo>
                    <a:pt x="2540" y="0"/>
                  </a:lnTo>
                  <a:lnTo>
                    <a:pt x="2540" y="3810"/>
                  </a:lnTo>
                  <a:lnTo>
                    <a:pt x="1270" y="3810"/>
                  </a:lnTo>
                  <a:lnTo>
                    <a:pt x="1270" y="6350"/>
                  </a:lnTo>
                  <a:lnTo>
                    <a:pt x="0" y="6350"/>
                  </a:lnTo>
                  <a:lnTo>
                    <a:pt x="0" y="7620"/>
                  </a:lnTo>
                  <a:lnTo>
                    <a:pt x="97790" y="7620"/>
                  </a:lnTo>
                  <a:lnTo>
                    <a:pt x="97790" y="6350"/>
                  </a:lnTo>
                  <a:close/>
                </a:path>
              </a:pathLst>
            </a:custGeom>
            <a:solidFill>
              <a:srgbClr val="E70400"/>
            </a:solidFill>
          </p:spPr>
          <p:txBody>
            <a:bodyPr wrap="square" lIns="0" tIns="0" rIns="0" bIns="0" rtlCol="0"/>
            <a:lstStyle/>
            <a:p/>
          </p:txBody>
        </p:sp>
        <p:sp>
          <p:nvSpPr>
            <p:cNvPr id="1604" name="object 1604"/>
            <p:cNvSpPr/>
            <p:nvPr/>
          </p:nvSpPr>
          <p:spPr>
            <a:xfrm>
              <a:off x="7002780" y="1611629"/>
              <a:ext cx="107950" cy="7620"/>
            </a:xfrm>
            <a:custGeom>
              <a:avLst/>
              <a:gdLst/>
              <a:ahLst/>
              <a:cxnLst/>
              <a:rect l="l" t="t" r="r" b="b"/>
              <a:pathLst>
                <a:path w="107950" h="7619">
                  <a:moveTo>
                    <a:pt x="107950" y="6350"/>
                  </a:moveTo>
                  <a:lnTo>
                    <a:pt x="106680" y="6350"/>
                  </a:lnTo>
                  <a:lnTo>
                    <a:pt x="106680" y="5080"/>
                  </a:lnTo>
                  <a:lnTo>
                    <a:pt x="105410" y="5080"/>
                  </a:lnTo>
                  <a:lnTo>
                    <a:pt x="105410" y="3810"/>
                  </a:lnTo>
                  <a:lnTo>
                    <a:pt x="104140" y="3810"/>
                  </a:lnTo>
                  <a:lnTo>
                    <a:pt x="104140" y="1270"/>
                  </a:lnTo>
                  <a:lnTo>
                    <a:pt x="102870" y="1270"/>
                  </a:lnTo>
                  <a:lnTo>
                    <a:pt x="102870" y="0"/>
                  </a:lnTo>
                  <a:lnTo>
                    <a:pt x="3810" y="0"/>
                  </a:lnTo>
                  <a:lnTo>
                    <a:pt x="3810" y="1270"/>
                  </a:lnTo>
                  <a:lnTo>
                    <a:pt x="3810" y="3810"/>
                  </a:lnTo>
                  <a:lnTo>
                    <a:pt x="2540" y="3810"/>
                  </a:lnTo>
                  <a:lnTo>
                    <a:pt x="2540" y="5080"/>
                  </a:lnTo>
                  <a:lnTo>
                    <a:pt x="1270" y="5080"/>
                  </a:lnTo>
                  <a:lnTo>
                    <a:pt x="1270" y="6350"/>
                  </a:lnTo>
                  <a:lnTo>
                    <a:pt x="0" y="6350"/>
                  </a:lnTo>
                  <a:lnTo>
                    <a:pt x="0" y="7620"/>
                  </a:lnTo>
                  <a:lnTo>
                    <a:pt x="107950" y="7620"/>
                  </a:lnTo>
                  <a:lnTo>
                    <a:pt x="107950" y="6350"/>
                  </a:lnTo>
                  <a:close/>
                </a:path>
              </a:pathLst>
            </a:custGeom>
            <a:solidFill>
              <a:srgbClr val="EA0300"/>
            </a:solidFill>
          </p:spPr>
          <p:txBody>
            <a:bodyPr wrap="square" lIns="0" tIns="0" rIns="0" bIns="0" rtlCol="0"/>
            <a:lstStyle/>
            <a:p/>
          </p:txBody>
        </p:sp>
        <p:sp>
          <p:nvSpPr>
            <p:cNvPr id="1605" name="object 1605"/>
            <p:cNvSpPr/>
            <p:nvPr/>
          </p:nvSpPr>
          <p:spPr>
            <a:xfrm>
              <a:off x="6991350" y="1619249"/>
              <a:ext cx="130810" cy="6350"/>
            </a:xfrm>
            <a:custGeom>
              <a:avLst/>
              <a:gdLst/>
              <a:ahLst/>
              <a:cxnLst/>
              <a:rect l="l" t="t" r="r" b="b"/>
              <a:pathLst>
                <a:path w="130809" h="6350">
                  <a:moveTo>
                    <a:pt x="130810" y="5080"/>
                  </a:moveTo>
                  <a:lnTo>
                    <a:pt x="125730" y="5080"/>
                  </a:lnTo>
                  <a:lnTo>
                    <a:pt x="125730" y="3810"/>
                  </a:lnTo>
                  <a:lnTo>
                    <a:pt x="124460" y="3810"/>
                  </a:lnTo>
                  <a:lnTo>
                    <a:pt x="124460" y="2540"/>
                  </a:lnTo>
                  <a:lnTo>
                    <a:pt x="123190" y="2540"/>
                  </a:lnTo>
                  <a:lnTo>
                    <a:pt x="123190" y="1270"/>
                  </a:lnTo>
                  <a:lnTo>
                    <a:pt x="120650" y="1270"/>
                  </a:lnTo>
                  <a:lnTo>
                    <a:pt x="120650" y="0"/>
                  </a:lnTo>
                  <a:lnTo>
                    <a:pt x="10160" y="0"/>
                  </a:lnTo>
                  <a:lnTo>
                    <a:pt x="10160" y="1270"/>
                  </a:lnTo>
                  <a:lnTo>
                    <a:pt x="7620" y="1270"/>
                  </a:lnTo>
                  <a:lnTo>
                    <a:pt x="7620" y="2540"/>
                  </a:lnTo>
                  <a:lnTo>
                    <a:pt x="6350" y="2540"/>
                  </a:lnTo>
                  <a:lnTo>
                    <a:pt x="6350" y="3810"/>
                  </a:lnTo>
                  <a:lnTo>
                    <a:pt x="2540" y="3810"/>
                  </a:lnTo>
                  <a:lnTo>
                    <a:pt x="2540" y="5080"/>
                  </a:lnTo>
                  <a:lnTo>
                    <a:pt x="0" y="5080"/>
                  </a:lnTo>
                  <a:lnTo>
                    <a:pt x="0" y="6350"/>
                  </a:lnTo>
                  <a:lnTo>
                    <a:pt x="130810" y="6350"/>
                  </a:lnTo>
                  <a:lnTo>
                    <a:pt x="130810" y="5080"/>
                  </a:lnTo>
                  <a:close/>
                </a:path>
              </a:pathLst>
            </a:custGeom>
            <a:solidFill>
              <a:srgbClr val="ED0300"/>
            </a:solidFill>
          </p:spPr>
          <p:txBody>
            <a:bodyPr wrap="square" lIns="0" tIns="0" rIns="0" bIns="0" rtlCol="0"/>
            <a:lstStyle/>
            <a:p/>
          </p:txBody>
        </p:sp>
        <p:sp>
          <p:nvSpPr>
            <p:cNvPr id="1606" name="object 1606"/>
            <p:cNvSpPr/>
            <p:nvPr/>
          </p:nvSpPr>
          <p:spPr>
            <a:xfrm>
              <a:off x="6986270" y="1625599"/>
              <a:ext cx="147320" cy="7620"/>
            </a:xfrm>
            <a:custGeom>
              <a:avLst/>
              <a:gdLst/>
              <a:ahLst/>
              <a:cxnLst/>
              <a:rect l="l" t="t" r="r" b="b"/>
              <a:pathLst>
                <a:path w="147320" h="7619">
                  <a:moveTo>
                    <a:pt x="147320" y="1270"/>
                  </a:moveTo>
                  <a:lnTo>
                    <a:pt x="139700" y="1270"/>
                  </a:lnTo>
                  <a:lnTo>
                    <a:pt x="139700" y="0"/>
                  </a:lnTo>
                  <a:lnTo>
                    <a:pt x="0" y="0"/>
                  </a:lnTo>
                  <a:lnTo>
                    <a:pt x="0" y="1270"/>
                  </a:lnTo>
                  <a:lnTo>
                    <a:pt x="0" y="7620"/>
                  </a:lnTo>
                  <a:lnTo>
                    <a:pt x="147320" y="7620"/>
                  </a:lnTo>
                  <a:lnTo>
                    <a:pt x="147320" y="1270"/>
                  </a:lnTo>
                  <a:close/>
                </a:path>
              </a:pathLst>
            </a:custGeom>
            <a:solidFill>
              <a:srgbClr val="F10200"/>
            </a:solidFill>
          </p:spPr>
          <p:txBody>
            <a:bodyPr wrap="square" lIns="0" tIns="0" rIns="0" bIns="0" rtlCol="0"/>
            <a:lstStyle/>
            <a:p/>
          </p:txBody>
        </p:sp>
        <p:sp>
          <p:nvSpPr>
            <p:cNvPr id="1607" name="object 1607"/>
            <p:cNvSpPr/>
            <p:nvPr/>
          </p:nvSpPr>
          <p:spPr>
            <a:xfrm>
              <a:off x="6986269" y="1633219"/>
              <a:ext cx="147320" cy="7620"/>
            </a:xfrm>
            <a:custGeom>
              <a:avLst/>
              <a:gdLst/>
              <a:ahLst/>
              <a:cxnLst/>
              <a:rect l="l" t="t" r="r" b="b"/>
              <a:pathLst>
                <a:path w="147320" h="7619">
                  <a:moveTo>
                    <a:pt x="0" y="7619"/>
                  </a:moveTo>
                  <a:lnTo>
                    <a:pt x="0" y="0"/>
                  </a:lnTo>
                  <a:lnTo>
                    <a:pt x="147320" y="0"/>
                  </a:lnTo>
                  <a:lnTo>
                    <a:pt x="147320" y="7619"/>
                  </a:lnTo>
                  <a:lnTo>
                    <a:pt x="0" y="7619"/>
                  </a:lnTo>
                  <a:close/>
                </a:path>
              </a:pathLst>
            </a:custGeom>
            <a:solidFill>
              <a:srgbClr val="F40100"/>
            </a:solidFill>
          </p:spPr>
          <p:txBody>
            <a:bodyPr wrap="square" lIns="0" tIns="0" rIns="0" bIns="0" rtlCol="0"/>
            <a:lstStyle/>
            <a:p/>
          </p:txBody>
        </p:sp>
        <p:sp>
          <p:nvSpPr>
            <p:cNvPr id="1608" name="object 1608"/>
            <p:cNvSpPr/>
            <p:nvPr/>
          </p:nvSpPr>
          <p:spPr>
            <a:xfrm>
              <a:off x="6986269" y="1640840"/>
              <a:ext cx="147320" cy="7620"/>
            </a:xfrm>
            <a:custGeom>
              <a:avLst/>
              <a:gdLst/>
              <a:ahLst/>
              <a:cxnLst/>
              <a:rect l="l" t="t" r="r" b="b"/>
              <a:pathLst>
                <a:path w="147320" h="7619">
                  <a:moveTo>
                    <a:pt x="0" y="7620"/>
                  </a:moveTo>
                  <a:lnTo>
                    <a:pt x="0" y="0"/>
                  </a:lnTo>
                  <a:lnTo>
                    <a:pt x="147320" y="0"/>
                  </a:lnTo>
                  <a:lnTo>
                    <a:pt x="147320" y="7620"/>
                  </a:lnTo>
                  <a:lnTo>
                    <a:pt x="0" y="7620"/>
                  </a:lnTo>
                  <a:close/>
                </a:path>
              </a:pathLst>
            </a:custGeom>
            <a:solidFill>
              <a:srgbClr val="F70100"/>
            </a:solidFill>
          </p:spPr>
          <p:txBody>
            <a:bodyPr wrap="square" lIns="0" tIns="0" rIns="0" bIns="0" rtlCol="0"/>
            <a:lstStyle/>
            <a:p/>
          </p:txBody>
        </p:sp>
      </p:grpSp>
      <p:grpSp>
        <p:nvGrpSpPr>
          <p:cNvPr id="1609" name="object 1609"/>
          <p:cNvGrpSpPr/>
          <p:nvPr/>
        </p:nvGrpSpPr>
        <p:grpSpPr>
          <a:xfrm>
            <a:off x="7305040" y="1085977"/>
            <a:ext cx="255270" cy="577850"/>
            <a:chOff x="7305040" y="1085977"/>
            <a:chExt cx="255270" cy="577850"/>
          </a:xfrm>
        </p:grpSpPr>
        <p:sp>
          <p:nvSpPr>
            <p:cNvPr id="1610" name="object 1610"/>
            <p:cNvSpPr/>
            <p:nvPr/>
          </p:nvSpPr>
          <p:spPr>
            <a:xfrm>
              <a:off x="7306310" y="1085977"/>
              <a:ext cx="254000" cy="274193"/>
            </a:xfrm>
            <a:prstGeom prst="rect">
              <a:avLst/>
            </a:prstGeom>
            <a:blipFill>
              <a:blip r:embed="rId22" cstate="print"/>
              <a:stretch>
                <a:fillRect/>
              </a:stretch>
            </a:blipFill>
          </p:spPr>
          <p:txBody>
            <a:bodyPr wrap="square" lIns="0" tIns="0" rIns="0" bIns="0" rtlCol="0"/>
            <a:lstStyle/>
            <a:p/>
          </p:txBody>
        </p:sp>
        <p:sp>
          <p:nvSpPr>
            <p:cNvPr id="1611" name="object 1611"/>
            <p:cNvSpPr/>
            <p:nvPr/>
          </p:nvSpPr>
          <p:spPr>
            <a:xfrm>
              <a:off x="7305040" y="1360170"/>
              <a:ext cx="255270" cy="7620"/>
            </a:xfrm>
            <a:custGeom>
              <a:avLst/>
              <a:gdLst/>
              <a:ahLst/>
              <a:cxnLst/>
              <a:rect l="l" t="t" r="r" b="b"/>
              <a:pathLst>
                <a:path w="255270" h="7619">
                  <a:moveTo>
                    <a:pt x="87629" y="0"/>
                  </a:moveTo>
                  <a:lnTo>
                    <a:pt x="1269" y="0"/>
                  </a:lnTo>
                  <a:lnTo>
                    <a:pt x="1269" y="3809"/>
                  </a:lnTo>
                  <a:lnTo>
                    <a:pt x="0" y="3809"/>
                  </a:lnTo>
                  <a:lnTo>
                    <a:pt x="0" y="7619"/>
                  </a:lnTo>
                  <a:lnTo>
                    <a:pt x="87629" y="7619"/>
                  </a:lnTo>
                  <a:lnTo>
                    <a:pt x="87629" y="0"/>
                  </a:lnTo>
                  <a:close/>
                </a:path>
                <a:path w="255270" h="7619">
                  <a:moveTo>
                    <a:pt x="255269" y="0"/>
                  </a:moveTo>
                  <a:lnTo>
                    <a:pt x="168909" y="0"/>
                  </a:lnTo>
                  <a:lnTo>
                    <a:pt x="168909" y="7619"/>
                  </a:lnTo>
                  <a:lnTo>
                    <a:pt x="255269" y="7619"/>
                  </a:lnTo>
                  <a:lnTo>
                    <a:pt x="255269" y="0"/>
                  </a:lnTo>
                  <a:close/>
                </a:path>
              </a:pathLst>
            </a:custGeom>
            <a:solidFill>
              <a:srgbClr val="761B00"/>
            </a:solidFill>
          </p:spPr>
          <p:txBody>
            <a:bodyPr wrap="square" lIns="0" tIns="0" rIns="0" bIns="0" rtlCol="0"/>
            <a:lstStyle/>
            <a:p/>
          </p:txBody>
        </p:sp>
        <p:sp>
          <p:nvSpPr>
            <p:cNvPr id="1612" name="object 1612"/>
            <p:cNvSpPr/>
            <p:nvPr/>
          </p:nvSpPr>
          <p:spPr>
            <a:xfrm>
              <a:off x="7305040" y="1367789"/>
              <a:ext cx="255270" cy="6350"/>
            </a:xfrm>
            <a:custGeom>
              <a:avLst/>
              <a:gdLst/>
              <a:ahLst/>
              <a:cxnLst/>
              <a:rect l="l" t="t" r="r" b="b"/>
              <a:pathLst>
                <a:path w="255270" h="6350">
                  <a:moveTo>
                    <a:pt x="86360" y="2552"/>
                  </a:moveTo>
                  <a:lnTo>
                    <a:pt x="0" y="2552"/>
                  </a:lnTo>
                  <a:lnTo>
                    <a:pt x="0" y="6350"/>
                  </a:lnTo>
                  <a:lnTo>
                    <a:pt x="86360" y="6350"/>
                  </a:lnTo>
                  <a:lnTo>
                    <a:pt x="86360" y="2552"/>
                  </a:lnTo>
                  <a:close/>
                </a:path>
                <a:path w="255270" h="6350">
                  <a:moveTo>
                    <a:pt x="87630" y="0"/>
                  </a:moveTo>
                  <a:lnTo>
                    <a:pt x="0" y="0"/>
                  </a:lnTo>
                  <a:lnTo>
                    <a:pt x="0" y="2540"/>
                  </a:lnTo>
                  <a:lnTo>
                    <a:pt x="87630" y="2540"/>
                  </a:lnTo>
                  <a:lnTo>
                    <a:pt x="87630" y="0"/>
                  </a:lnTo>
                  <a:close/>
                </a:path>
                <a:path w="255270" h="6350">
                  <a:moveTo>
                    <a:pt x="255270" y="2552"/>
                  </a:moveTo>
                  <a:lnTo>
                    <a:pt x="168910" y="2552"/>
                  </a:lnTo>
                  <a:lnTo>
                    <a:pt x="168910" y="6350"/>
                  </a:lnTo>
                  <a:lnTo>
                    <a:pt x="255270" y="6350"/>
                  </a:lnTo>
                  <a:lnTo>
                    <a:pt x="255270" y="2552"/>
                  </a:lnTo>
                  <a:close/>
                </a:path>
                <a:path w="255270" h="6350">
                  <a:moveTo>
                    <a:pt x="255270" y="0"/>
                  </a:moveTo>
                  <a:lnTo>
                    <a:pt x="168910" y="0"/>
                  </a:lnTo>
                  <a:lnTo>
                    <a:pt x="168910" y="2540"/>
                  </a:lnTo>
                  <a:lnTo>
                    <a:pt x="255270" y="2540"/>
                  </a:lnTo>
                  <a:lnTo>
                    <a:pt x="255270" y="0"/>
                  </a:lnTo>
                  <a:close/>
                </a:path>
              </a:pathLst>
            </a:custGeom>
            <a:solidFill>
              <a:srgbClr val="791A00"/>
            </a:solidFill>
          </p:spPr>
          <p:txBody>
            <a:bodyPr wrap="square" lIns="0" tIns="0" rIns="0" bIns="0" rtlCol="0"/>
            <a:lstStyle/>
            <a:p/>
          </p:txBody>
        </p:sp>
        <p:sp>
          <p:nvSpPr>
            <p:cNvPr id="1613" name="object 1613"/>
            <p:cNvSpPr/>
            <p:nvPr/>
          </p:nvSpPr>
          <p:spPr>
            <a:xfrm>
              <a:off x="7305040" y="1374139"/>
              <a:ext cx="255270" cy="7620"/>
            </a:xfrm>
            <a:custGeom>
              <a:avLst/>
              <a:gdLst/>
              <a:ahLst/>
              <a:cxnLst/>
              <a:rect l="l" t="t" r="r" b="b"/>
              <a:pathLst>
                <a:path w="255270" h="7619">
                  <a:moveTo>
                    <a:pt x="86360" y="0"/>
                  </a:moveTo>
                  <a:lnTo>
                    <a:pt x="0" y="0"/>
                  </a:lnTo>
                  <a:lnTo>
                    <a:pt x="0" y="7620"/>
                  </a:lnTo>
                  <a:lnTo>
                    <a:pt x="86360" y="7620"/>
                  </a:lnTo>
                  <a:lnTo>
                    <a:pt x="86360" y="0"/>
                  </a:lnTo>
                  <a:close/>
                </a:path>
                <a:path w="255270" h="7619">
                  <a:moveTo>
                    <a:pt x="255270" y="0"/>
                  </a:moveTo>
                  <a:lnTo>
                    <a:pt x="168910" y="0"/>
                  </a:lnTo>
                  <a:lnTo>
                    <a:pt x="168910" y="7620"/>
                  </a:lnTo>
                  <a:lnTo>
                    <a:pt x="255270" y="7620"/>
                  </a:lnTo>
                  <a:lnTo>
                    <a:pt x="255270" y="0"/>
                  </a:lnTo>
                  <a:close/>
                </a:path>
              </a:pathLst>
            </a:custGeom>
            <a:solidFill>
              <a:srgbClr val="7C1900"/>
            </a:solidFill>
          </p:spPr>
          <p:txBody>
            <a:bodyPr wrap="square" lIns="0" tIns="0" rIns="0" bIns="0" rtlCol="0"/>
            <a:lstStyle/>
            <a:p/>
          </p:txBody>
        </p:sp>
        <p:sp>
          <p:nvSpPr>
            <p:cNvPr id="1614" name="object 1614"/>
            <p:cNvSpPr/>
            <p:nvPr/>
          </p:nvSpPr>
          <p:spPr>
            <a:xfrm>
              <a:off x="7305040" y="1381759"/>
              <a:ext cx="255270" cy="7620"/>
            </a:xfrm>
            <a:custGeom>
              <a:avLst/>
              <a:gdLst/>
              <a:ahLst/>
              <a:cxnLst/>
              <a:rect l="l" t="t" r="r" b="b"/>
              <a:pathLst>
                <a:path w="255270" h="7619">
                  <a:moveTo>
                    <a:pt x="86360" y="0"/>
                  </a:moveTo>
                  <a:lnTo>
                    <a:pt x="0" y="0"/>
                  </a:lnTo>
                  <a:lnTo>
                    <a:pt x="0" y="7620"/>
                  </a:lnTo>
                  <a:lnTo>
                    <a:pt x="86360" y="7620"/>
                  </a:lnTo>
                  <a:lnTo>
                    <a:pt x="86360" y="0"/>
                  </a:lnTo>
                  <a:close/>
                </a:path>
                <a:path w="255270" h="7619">
                  <a:moveTo>
                    <a:pt x="255270" y="0"/>
                  </a:moveTo>
                  <a:lnTo>
                    <a:pt x="168910" y="0"/>
                  </a:lnTo>
                  <a:lnTo>
                    <a:pt x="168910" y="7620"/>
                  </a:lnTo>
                  <a:lnTo>
                    <a:pt x="255270" y="7620"/>
                  </a:lnTo>
                  <a:lnTo>
                    <a:pt x="255270" y="0"/>
                  </a:lnTo>
                  <a:close/>
                </a:path>
              </a:pathLst>
            </a:custGeom>
            <a:solidFill>
              <a:srgbClr val="801900"/>
            </a:solidFill>
          </p:spPr>
          <p:txBody>
            <a:bodyPr wrap="square" lIns="0" tIns="0" rIns="0" bIns="0" rtlCol="0"/>
            <a:lstStyle/>
            <a:p/>
          </p:txBody>
        </p:sp>
        <p:sp>
          <p:nvSpPr>
            <p:cNvPr id="1615" name="object 1615"/>
            <p:cNvSpPr/>
            <p:nvPr/>
          </p:nvSpPr>
          <p:spPr>
            <a:xfrm>
              <a:off x="7305040" y="1389380"/>
              <a:ext cx="255270" cy="6350"/>
            </a:xfrm>
            <a:custGeom>
              <a:avLst/>
              <a:gdLst/>
              <a:ahLst/>
              <a:cxnLst/>
              <a:rect l="l" t="t" r="r" b="b"/>
              <a:pathLst>
                <a:path w="255270" h="6350">
                  <a:moveTo>
                    <a:pt x="86359" y="0"/>
                  </a:moveTo>
                  <a:lnTo>
                    <a:pt x="0" y="0"/>
                  </a:lnTo>
                  <a:lnTo>
                    <a:pt x="0" y="2540"/>
                  </a:lnTo>
                  <a:lnTo>
                    <a:pt x="1269" y="2540"/>
                  </a:lnTo>
                  <a:lnTo>
                    <a:pt x="1269" y="6350"/>
                  </a:lnTo>
                  <a:lnTo>
                    <a:pt x="86359" y="6350"/>
                  </a:lnTo>
                  <a:lnTo>
                    <a:pt x="86359" y="0"/>
                  </a:lnTo>
                  <a:close/>
                </a:path>
                <a:path w="255270" h="6350">
                  <a:moveTo>
                    <a:pt x="255269" y="0"/>
                  </a:moveTo>
                  <a:lnTo>
                    <a:pt x="168909" y="0"/>
                  </a:lnTo>
                  <a:lnTo>
                    <a:pt x="168909" y="6350"/>
                  </a:lnTo>
                  <a:lnTo>
                    <a:pt x="255269" y="6350"/>
                  </a:lnTo>
                  <a:lnTo>
                    <a:pt x="255269" y="0"/>
                  </a:lnTo>
                  <a:close/>
                </a:path>
              </a:pathLst>
            </a:custGeom>
            <a:solidFill>
              <a:srgbClr val="831800"/>
            </a:solidFill>
          </p:spPr>
          <p:txBody>
            <a:bodyPr wrap="square" lIns="0" tIns="0" rIns="0" bIns="0" rtlCol="0"/>
            <a:lstStyle/>
            <a:p/>
          </p:txBody>
        </p:sp>
        <p:sp>
          <p:nvSpPr>
            <p:cNvPr id="1616" name="object 1616"/>
            <p:cNvSpPr/>
            <p:nvPr/>
          </p:nvSpPr>
          <p:spPr>
            <a:xfrm>
              <a:off x="7306310" y="1395730"/>
              <a:ext cx="254000" cy="267970"/>
            </a:xfrm>
            <a:prstGeom prst="rect">
              <a:avLst/>
            </a:prstGeom>
            <a:blipFill>
              <a:blip r:embed="rId23" cstate="print"/>
              <a:stretch>
                <a:fillRect/>
              </a:stretch>
            </a:blipFill>
          </p:spPr>
          <p:txBody>
            <a:bodyPr wrap="square" lIns="0" tIns="0" rIns="0" bIns="0" rtlCol="0"/>
            <a:lstStyle/>
            <a:p/>
          </p:txBody>
        </p:sp>
      </p:grpSp>
      <p:grpSp>
        <p:nvGrpSpPr>
          <p:cNvPr id="1617" name="object 1617"/>
          <p:cNvGrpSpPr/>
          <p:nvPr/>
        </p:nvGrpSpPr>
        <p:grpSpPr>
          <a:xfrm>
            <a:off x="7663180" y="1085977"/>
            <a:ext cx="227329" cy="577850"/>
            <a:chOff x="7663180" y="1085977"/>
            <a:chExt cx="227329" cy="577850"/>
          </a:xfrm>
        </p:grpSpPr>
        <p:sp>
          <p:nvSpPr>
            <p:cNvPr id="1618" name="object 1618"/>
            <p:cNvSpPr/>
            <p:nvPr/>
          </p:nvSpPr>
          <p:spPr>
            <a:xfrm>
              <a:off x="7763510" y="1085977"/>
              <a:ext cx="57150" cy="6350"/>
            </a:xfrm>
            <a:custGeom>
              <a:avLst/>
              <a:gdLst/>
              <a:ahLst/>
              <a:cxnLst/>
              <a:rect l="l" t="t" r="r" b="b"/>
              <a:pathLst>
                <a:path w="57150" h="6350">
                  <a:moveTo>
                    <a:pt x="57150" y="4952"/>
                  </a:moveTo>
                  <a:lnTo>
                    <a:pt x="0" y="4952"/>
                  </a:lnTo>
                  <a:lnTo>
                    <a:pt x="0" y="6223"/>
                  </a:lnTo>
                  <a:lnTo>
                    <a:pt x="57150" y="6223"/>
                  </a:lnTo>
                  <a:lnTo>
                    <a:pt x="57150" y="4952"/>
                  </a:lnTo>
                  <a:close/>
                </a:path>
                <a:path w="57150" h="6350">
                  <a:moveTo>
                    <a:pt x="7620" y="3682"/>
                  </a:moveTo>
                  <a:lnTo>
                    <a:pt x="5080" y="3682"/>
                  </a:lnTo>
                  <a:lnTo>
                    <a:pt x="5080" y="4952"/>
                  </a:lnTo>
                  <a:lnTo>
                    <a:pt x="50800" y="4952"/>
                  </a:lnTo>
                  <a:lnTo>
                    <a:pt x="50800" y="3810"/>
                  </a:lnTo>
                  <a:lnTo>
                    <a:pt x="7620" y="3810"/>
                  </a:lnTo>
                  <a:lnTo>
                    <a:pt x="7620" y="3682"/>
                  </a:lnTo>
                  <a:close/>
                </a:path>
                <a:path w="57150" h="6350">
                  <a:moveTo>
                    <a:pt x="50800" y="3682"/>
                  </a:moveTo>
                  <a:lnTo>
                    <a:pt x="48260" y="3682"/>
                  </a:lnTo>
                  <a:lnTo>
                    <a:pt x="48260" y="3810"/>
                  </a:lnTo>
                  <a:lnTo>
                    <a:pt x="50800" y="3810"/>
                  </a:lnTo>
                  <a:lnTo>
                    <a:pt x="50800" y="3682"/>
                  </a:lnTo>
                  <a:close/>
                </a:path>
                <a:path w="57150" h="6350">
                  <a:moveTo>
                    <a:pt x="48260" y="2539"/>
                  </a:moveTo>
                  <a:lnTo>
                    <a:pt x="7620" y="2539"/>
                  </a:lnTo>
                  <a:lnTo>
                    <a:pt x="7620" y="3682"/>
                  </a:lnTo>
                  <a:lnTo>
                    <a:pt x="48260" y="3682"/>
                  </a:lnTo>
                  <a:lnTo>
                    <a:pt x="48260" y="2539"/>
                  </a:lnTo>
                  <a:close/>
                </a:path>
                <a:path w="57150" h="6350">
                  <a:moveTo>
                    <a:pt x="19050" y="1142"/>
                  </a:moveTo>
                  <a:lnTo>
                    <a:pt x="11430" y="1142"/>
                  </a:lnTo>
                  <a:lnTo>
                    <a:pt x="11430" y="2539"/>
                  </a:lnTo>
                  <a:lnTo>
                    <a:pt x="40640" y="2539"/>
                  </a:lnTo>
                  <a:lnTo>
                    <a:pt x="40640" y="1269"/>
                  </a:lnTo>
                  <a:lnTo>
                    <a:pt x="19050" y="1269"/>
                  </a:lnTo>
                  <a:close/>
                </a:path>
                <a:path w="57150" h="6350">
                  <a:moveTo>
                    <a:pt x="40640" y="1142"/>
                  </a:moveTo>
                  <a:lnTo>
                    <a:pt x="38100" y="1142"/>
                  </a:lnTo>
                  <a:lnTo>
                    <a:pt x="40640" y="1269"/>
                  </a:lnTo>
                  <a:close/>
                </a:path>
                <a:path w="57150" h="6350">
                  <a:moveTo>
                    <a:pt x="38100" y="0"/>
                  </a:moveTo>
                  <a:lnTo>
                    <a:pt x="19050" y="0"/>
                  </a:lnTo>
                  <a:lnTo>
                    <a:pt x="19050" y="1142"/>
                  </a:lnTo>
                  <a:lnTo>
                    <a:pt x="38100" y="1142"/>
                  </a:lnTo>
                  <a:lnTo>
                    <a:pt x="38100" y="0"/>
                  </a:lnTo>
                  <a:close/>
                </a:path>
              </a:pathLst>
            </a:custGeom>
            <a:solidFill>
              <a:srgbClr val="003300"/>
            </a:solidFill>
          </p:spPr>
          <p:txBody>
            <a:bodyPr wrap="square" lIns="0" tIns="0" rIns="0" bIns="0" rtlCol="0"/>
            <a:lstStyle/>
            <a:p/>
          </p:txBody>
        </p:sp>
        <p:sp>
          <p:nvSpPr>
            <p:cNvPr id="1619" name="object 1619"/>
            <p:cNvSpPr/>
            <p:nvPr/>
          </p:nvSpPr>
          <p:spPr>
            <a:xfrm>
              <a:off x="7748270" y="1092200"/>
              <a:ext cx="85090" cy="7620"/>
            </a:xfrm>
            <a:custGeom>
              <a:avLst/>
              <a:gdLst/>
              <a:ahLst/>
              <a:cxnLst/>
              <a:rect l="l" t="t" r="r" b="b"/>
              <a:pathLst>
                <a:path w="85090" h="7619">
                  <a:moveTo>
                    <a:pt x="85090" y="6476"/>
                  </a:moveTo>
                  <a:lnTo>
                    <a:pt x="0" y="6476"/>
                  </a:lnTo>
                  <a:lnTo>
                    <a:pt x="0" y="7619"/>
                  </a:lnTo>
                  <a:lnTo>
                    <a:pt x="85090" y="7619"/>
                  </a:lnTo>
                  <a:lnTo>
                    <a:pt x="85090" y="6476"/>
                  </a:lnTo>
                  <a:close/>
                </a:path>
                <a:path w="85090" h="7619">
                  <a:moveTo>
                    <a:pt x="82549" y="5079"/>
                  </a:moveTo>
                  <a:lnTo>
                    <a:pt x="2539" y="5079"/>
                  </a:lnTo>
                  <a:lnTo>
                    <a:pt x="2539" y="6476"/>
                  </a:lnTo>
                  <a:lnTo>
                    <a:pt x="82549" y="6476"/>
                  </a:lnTo>
                  <a:lnTo>
                    <a:pt x="82549" y="5079"/>
                  </a:lnTo>
                  <a:close/>
                </a:path>
                <a:path w="85090" h="7619">
                  <a:moveTo>
                    <a:pt x="6350" y="3809"/>
                  </a:moveTo>
                  <a:lnTo>
                    <a:pt x="5079" y="3809"/>
                  </a:lnTo>
                  <a:lnTo>
                    <a:pt x="5079" y="5079"/>
                  </a:lnTo>
                  <a:lnTo>
                    <a:pt x="81279" y="5079"/>
                  </a:lnTo>
                  <a:lnTo>
                    <a:pt x="81279" y="3937"/>
                  </a:lnTo>
                  <a:lnTo>
                    <a:pt x="6350" y="3937"/>
                  </a:lnTo>
                  <a:lnTo>
                    <a:pt x="6350" y="3809"/>
                  </a:lnTo>
                  <a:close/>
                </a:path>
                <a:path w="85090" h="7619">
                  <a:moveTo>
                    <a:pt x="81279" y="3809"/>
                  </a:moveTo>
                  <a:lnTo>
                    <a:pt x="78740" y="3809"/>
                  </a:lnTo>
                  <a:lnTo>
                    <a:pt x="78740" y="3937"/>
                  </a:lnTo>
                  <a:lnTo>
                    <a:pt x="81279" y="3937"/>
                  </a:lnTo>
                  <a:lnTo>
                    <a:pt x="81279" y="3809"/>
                  </a:lnTo>
                  <a:close/>
                </a:path>
                <a:path w="85090" h="7619">
                  <a:moveTo>
                    <a:pt x="78740" y="2666"/>
                  </a:moveTo>
                  <a:lnTo>
                    <a:pt x="6350" y="2666"/>
                  </a:lnTo>
                  <a:lnTo>
                    <a:pt x="6350" y="3809"/>
                  </a:lnTo>
                  <a:lnTo>
                    <a:pt x="78740" y="3809"/>
                  </a:lnTo>
                  <a:lnTo>
                    <a:pt x="78740" y="2666"/>
                  </a:lnTo>
                  <a:close/>
                </a:path>
                <a:path w="85090" h="7619">
                  <a:moveTo>
                    <a:pt x="12700" y="1269"/>
                  </a:moveTo>
                  <a:lnTo>
                    <a:pt x="8889" y="1269"/>
                  </a:lnTo>
                  <a:lnTo>
                    <a:pt x="8889" y="2666"/>
                  </a:lnTo>
                  <a:lnTo>
                    <a:pt x="77469" y="2666"/>
                  </a:lnTo>
                  <a:lnTo>
                    <a:pt x="77469" y="1396"/>
                  </a:lnTo>
                  <a:lnTo>
                    <a:pt x="12700" y="1396"/>
                  </a:lnTo>
                  <a:close/>
                </a:path>
                <a:path w="85090" h="7619">
                  <a:moveTo>
                    <a:pt x="77469" y="1269"/>
                  </a:moveTo>
                  <a:lnTo>
                    <a:pt x="73659" y="1269"/>
                  </a:lnTo>
                  <a:lnTo>
                    <a:pt x="77469" y="1396"/>
                  </a:lnTo>
                  <a:close/>
                </a:path>
                <a:path w="85090" h="7619">
                  <a:moveTo>
                    <a:pt x="73659" y="126"/>
                  </a:moveTo>
                  <a:lnTo>
                    <a:pt x="12700" y="126"/>
                  </a:lnTo>
                  <a:lnTo>
                    <a:pt x="12700" y="1269"/>
                  </a:lnTo>
                  <a:lnTo>
                    <a:pt x="73659" y="1269"/>
                  </a:lnTo>
                  <a:lnTo>
                    <a:pt x="73659" y="126"/>
                  </a:lnTo>
                  <a:close/>
                </a:path>
                <a:path w="85090" h="7619">
                  <a:moveTo>
                    <a:pt x="72389" y="0"/>
                  </a:moveTo>
                  <a:lnTo>
                    <a:pt x="15239" y="0"/>
                  </a:lnTo>
                  <a:lnTo>
                    <a:pt x="72389" y="126"/>
                  </a:lnTo>
                  <a:close/>
                </a:path>
              </a:pathLst>
            </a:custGeom>
            <a:solidFill>
              <a:srgbClr val="023300"/>
            </a:solidFill>
          </p:spPr>
          <p:txBody>
            <a:bodyPr wrap="square" lIns="0" tIns="0" rIns="0" bIns="0" rtlCol="0"/>
            <a:lstStyle/>
            <a:p/>
          </p:txBody>
        </p:sp>
        <p:sp>
          <p:nvSpPr>
            <p:cNvPr id="1620" name="object 1620"/>
            <p:cNvSpPr/>
            <p:nvPr/>
          </p:nvSpPr>
          <p:spPr>
            <a:xfrm>
              <a:off x="7740650" y="1099819"/>
              <a:ext cx="99060" cy="6350"/>
            </a:xfrm>
            <a:custGeom>
              <a:avLst/>
              <a:gdLst/>
              <a:ahLst/>
              <a:cxnLst/>
              <a:rect l="l" t="t" r="r" b="b"/>
              <a:pathLst>
                <a:path w="99059" h="6350">
                  <a:moveTo>
                    <a:pt x="93980" y="0"/>
                  </a:moveTo>
                  <a:lnTo>
                    <a:pt x="92710" y="0"/>
                  </a:lnTo>
                  <a:lnTo>
                    <a:pt x="6350" y="0"/>
                  </a:lnTo>
                  <a:lnTo>
                    <a:pt x="6350" y="1270"/>
                  </a:lnTo>
                  <a:lnTo>
                    <a:pt x="93980" y="1270"/>
                  </a:lnTo>
                  <a:lnTo>
                    <a:pt x="93980" y="127"/>
                  </a:lnTo>
                  <a:lnTo>
                    <a:pt x="93980" y="0"/>
                  </a:lnTo>
                  <a:close/>
                </a:path>
                <a:path w="99059" h="6350">
                  <a:moveTo>
                    <a:pt x="99060" y="5207"/>
                  </a:moveTo>
                  <a:lnTo>
                    <a:pt x="97790" y="5207"/>
                  </a:lnTo>
                  <a:lnTo>
                    <a:pt x="97790" y="3810"/>
                  </a:lnTo>
                  <a:lnTo>
                    <a:pt x="96520" y="3810"/>
                  </a:lnTo>
                  <a:lnTo>
                    <a:pt x="96520" y="2667"/>
                  </a:lnTo>
                  <a:lnTo>
                    <a:pt x="96520" y="2540"/>
                  </a:lnTo>
                  <a:lnTo>
                    <a:pt x="95250" y="2540"/>
                  </a:lnTo>
                  <a:lnTo>
                    <a:pt x="95250" y="1397"/>
                  </a:lnTo>
                  <a:lnTo>
                    <a:pt x="5080" y="1397"/>
                  </a:lnTo>
                  <a:lnTo>
                    <a:pt x="5080" y="2540"/>
                  </a:lnTo>
                  <a:lnTo>
                    <a:pt x="2540" y="2540"/>
                  </a:lnTo>
                  <a:lnTo>
                    <a:pt x="2540" y="3810"/>
                  </a:lnTo>
                  <a:lnTo>
                    <a:pt x="1270" y="3810"/>
                  </a:lnTo>
                  <a:lnTo>
                    <a:pt x="1270" y="5207"/>
                  </a:lnTo>
                  <a:lnTo>
                    <a:pt x="0" y="5207"/>
                  </a:lnTo>
                  <a:lnTo>
                    <a:pt x="0" y="6350"/>
                  </a:lnTo>
                  <a:lnTo>
                    <a:pt x="99060" y="6350"/>
                  </a:lnTo>
                  <a:lnTo>
                    <a:pt x="99060" y="5207"/>
                  </a:lnTo>
                  <a:close/>
                </a:path>
              </a:pathLst>
            </a:custGeom>
            <a:solidFill>
              <a:srgbClr val="053100"/>
            </a:solidFill>
          </p:spPr>
          <p:txBody>
            <a:bodyPr wrap="square" lIns="0" tIns="0" rIns="0" bIns="0" rtlCol="0"/>
            <a:lstStyle/>
            <a:p/>
          </p:txBody>
        </p:sp>
        <p:sp>
          <p:nvSpPr>
            <p:cNvPr id="1621" name="object 1621"/>
            <p:cNvSpPr/>
            <p:nvPr/>
          </p:nvSpPr>
          <p:spPr>
            <a:xfrm>
              <a:off x="7733030" y="1106169"/>
              <a:ext cx="114300" cy="7620"/>
            </a:xfrm>
            <a:custGeom>
              <a:avLst/>
              <a:gdLst/>
              <a:ahLst/>
              <a:cxnLst/>
              <a:rect l="l" t="t" r="r" b="b"/>
              <a:pathLst>
                <a:path w="114300" h="7619">
                  <a:moveTo>
                    <a:pt x="107950" y="0"/>
                  </a:moveTo>
                  <a:lnTo>
                    <a:pt x="106680" y="0"/>
                  </a:lnTo>
                  <a:lnTo>
                    <a:pt x="6350" y="0"/>
                  </a:lnTo>
                  <a:lnTo>
                    <a:pt x="6350" y="1270"/>
                  </a:lnTo>
                  <a:lnTo>
                    <a:pt x="107950" y="1270"/>
                  </a:lnTo>
                  <a:lnTo>
                    <a:pt x="107950" y="127"/>
                  </a:lnTo>
                  <a:lnTo>
                    <a:pt x="107950" y="0"/>
                  </a:lnTo>
                  <a:close/>
                </a:path>
                <a:path w="114300" h="7619">
                  <a:moveTo>
                    <a:pt x="114300" y="6350"/>
                  </a:moveTo>
                  <a:lnTo>
                    <a:pt x="113030" y="6350"/>
                  </a:lnTo>
                  <a:lnTo>
                    <a:pt x="113030" y="5207"/>
                  </a:lnTo>
                  <a:lnTo>
                    <a:pt x="111760" y="5207"/>
                  </a:lnTo>
                  <a:lnTo>
                    <a:pt x="111760" y="3810"/>
                  </a:lnTo>
                  <a:lnTo>
                    <a:pt x="110490" y="3810"/>
                  </a:lnTo>
                  <a:lnTo>
                    <a:pt x="110490" y="2667"/>
                  </a:lnTo>
                  <a:lnTo>
                    <a:pt x="110490" y="2540"/>
                  </a:lnTo>
                  <a:lnTo>
                    <a:pt x="109220" y="2540"/>
                  </a:lnTo>
                  <a:lnTo>
                    <a:pt x="109220" y="1397"/>
                  </a:lnTo>
                  <a:lnTo>
                    <a:pt x="5080" y="1397"/>
                  </a:lnTo>
                  <a:lnTo>
                    <a:pt x="5080" y="2540"/>
                  </a:lnTo>
                  <a:lnTo>
                    <a:pt x="3810" y="2540"/>
                  </a:lnTo>
                  <a:lnTo>
                    <a:pt x="3810" y="3810"/>
                  </a:lnTo>
                  <a:lnTo>
                    <a:pt x="2540" y="3810"/>
                  </a:lnTo>
                  <a:lnTo>
                    <a:pt x="2540" y="5207"/>
                  </a:lnTo>
                  <a:lnTo>
                    <a:pt x="1270" y="5207"/>
                  </a:lnTo>
                  <a:lnTo>
                    <a:pt x="1270" y="6350"/>
                  </a:lnTo>
                  <a:lnTo>
                    <a:pt x="0" y="6350"/>
                  </a:lnTo>
                  <a:lnTo>
                    <a:pt x="0" y="7620"/>
                  </a:lnTo>
                  <a:lnTo>
                    <a:pt x="114300" y="7620"/>
                  </a:lnTo>
                  <a:lnTo>
                    <a:pt x="114300" y="6477"/>
                  </a:lnTo>
                  <a:lnTo>
                    <a:pt x="114300" y="6350"/>
                  </a:lnTo>
                  <a:close/>
                </a:path>
              </a:pathLst>
            </a:custGeom>
            <a:solidFill>
              <a:srgbClr val="083100"/>
            </a:solidFill>
          </p:spPr>
          <p:txBody>
            <a:bodyPr wrap="square" lIns="0" tIns="0" rIns="0" bIns="0" rtlCol="0"/>
            <a:lstStyle/>
            <a:p/>
          </p:txBody>
        </p:sp>
        <p:sp>
          <p:nvSpPr>
            <p:cNvPr id="1622" name="object 1622"/>
            <p:cNvSpPr/>
            <p:nvPr/>
          </p:nvSpPr>
          <p:spPr>
            <a:xfrm>
              <a:off x="7726680" y="1113789"/>
              <a:ext cx="127000" cy="7620"/>
            </a:xfrm>
            <a:custGeom>
              <a:avLst/>
              <a:gdLst/>
              <a:ahLst/>
              <a:cxnLst/>
              <a:rect l="l" t="t" r="r" b="b"/>
              <a:pathLst>
                <a:path w="127000" h="7619">
                  <a:moveTo>
                    <a:pt x="127000" y="5207"/>
                  </a:moveTo>
                  <a:lnTo>
                    <a:pt x="125730" y="5207"/>
                  </a:lnTo>
                  <a:lnTo>
                    <a:pt x="125730" y="3937"/>
                  </a:lnTo>
                  <a:lnTo>
                    <a:pt x="124460" y="3937"/>
                  </a:lnTo>
                  <a:lnTo>
                    <a:pt x="124460" y="2540"/>
                  </a:lnTo>
                  <a:lnTo>
                    <a:pt x="123190" y="2540"/>
                  </a:lnTo>
                  <a:lnTo>
                    <a:pt x="123190" y="1397"/>
                  </a:lnTo>
                  <a:lnTo>
                    <a:pt x="123190" y="1270"/>
                  </a:lnTo>
                  <a:lnTo>
                    <a:pt x="121920" y="1270"/>
                  </a:lnTo>
                  <a:lnTo>
                    <a:pt x="121920" y="127"/>
                  </a:lnTo>
                  <a:lnTo>
                    <a:pt x="120650" y="127"/>
                  </a:lnTo>
                  <a:lnTo>
                    <a:pt x="120650" y="0"/>
                  </a:lnTo>
                  <a:lnTo>
                    <a:pt x="6350" y="0"/>
                  </a:lnTo>
                  <a:lnTo>
                    <a:pt x="6350" y="127"/>
                  </a:lnTo>
                  <a:lnTo>
                    <a:pt x="5080" y="127"/>
                  </a:lnTo>
                  <a:lnTo>
                    <a:pt x="5080" y="1270"/>
                  </a:lnTo>
                  <a:lnTo>
                    <a:pt x="3810" y="1270"/>
                  </a:lnTo>
                  <a:lnTo>
                    <a:pt x="3810" y="2540"/>
                  </a:lnTo>
                  <a:lnTo>
                    <a:pt x="2540" y="2540"/>
                  </a:lnTo>
                  <a:lnTo>
                    <a:pt x="2540" y="3937"/>
                  </a:lnTo>
                  <a:lnTo>
                    <a:pt x="1270" y="3937"/>
                  </a:lnTo>
                  <a:lnTo>
                    <a:pt x="1270" y="5207"/>
                  </a:lnTo>
                  <a:lnTo>
                    <a:pt x="0" y="5207"/>
                  </a:lnTo>
                  <a:lnTo>
                    <a:pt x="0" y="7620"/>
                  </a:lnTo>
                  <a:lnTo>
                    <a:pt x="127000" y="7620"/>
                  </a:lnTo>
                  <a:lnTo>
                    <a:pt x="127000" y="5207"/>
                  </a:lnTo>
                  <a:close/>
                </a:path>
              </a:pathLst>
            </a:custGeom>
            <a:solidFill>
              <a:srgbClr val="0B3000"/>
            </a:solidFill>
          </p:spPr>
          <p:txBody>
            <a:bodyPr wrap="square" lIns="0" tIns="0" rIns="0" bIns="0" rtlCol="0"/>
            <a:lstStyle/>
            <a:p/>
          </p:txBody>
        </p:sp>
        <p:sp>
          <p:nvSpPr>
            <p:cNvPr id="1623" name="object 1623"/>
            <p:cNvSpPr/>
            <p:nvPr/>
          </p:nvSpPr>
          <p:spPr>
            <a:xfrm>
              <a:off x="7721600" y="1121409"/>
              <a:ext cx="135890" cy="6350"/>
            </a:xfrm>
            <a:custGeom>
              <a:avLst/>
              <a:gdLst/>
              <a:ahLst/>
              <a:cxnLst/>
              <a:rect l="l" t="t" r="r" b="b"/>
              <a:pathLst>
                <a:path w="135890" h="6350">
                  <a:moveTo>
                    <a:pt x="58420" y="5207"/>
                  </a:moveTo>
                  <a:lnTo>
                    <a:pt x="0" y="5207"/>
                  </a:lnTo>
                  <a:lnTo>
                    <a:pt x="0" y="6350"/>
                  </a:lnTo>
                  <a:lnTo>
                    <a:pt x="58420" y="6350"/>
                  </a:lnTo>
                  <a:lnTo>
                    <a:pt x="58420" y="5207"/>
                  </a:lnTo>
                  <a:close/>
                </a:path>
                <a:path w="135890" h="6350">
                  <a:moveTo>
                    <a:pt x="135890" y="3810"/>
                  </a:moveTo>
                  <a:lnTo>
                    <a:pt x="134620" y="3810"/>
                  </a:lnTo>
                  <a:lnTo>
                    <a:pt x="134620" y="2540"/>
                  </a:lnTo>
                  <a:lnTo>
                    <a:pt x="133350" y="2540"/>
                  </a:lnTo>
                  <a:lnTo>
                    <a:pt x="133350" y="1270"/>
                  </a:lnTo>
                  <a:lnTo>
                    <a:pt x="133350" y="127"/>
                  </a:lnTo>
                  <a:lnTo>
                    <a:pt x="133350" y="0"/>
                  </a:lnTo>
                  <a:lnTo>
                    <a:pt x="132080" y="0"/>
                  </a:lnTo>
                  <a:lnTo>
                    <a:pt x="3810" y="0"/>
                  </a:lnTo>
                  <a:lnTo>
                    <a:pt x="3810" y="1270"/>
                  </a:lnTo>
                  <a:lnTo>
                    <a:pt x="2540" y="1270"/>
                  </a:lnTo>
                  <a:lnTo>
                    <a:pt x="2540" y="2540"/>
                  </a:lnTo>
                  <a:lnTo>
                    <a:pt x="2540" y="3810"/>
                  </a:lnTo>
                  <a:lnTo>
                    <a:pt x="1270" y="3810"/>
                  </a:lnTo>
                  <a:lnTo>
                    <a:pt x="1270" y="5080"/>
                  </a:lnTo>
                  <a:lnTo>
                    <a:pt x="59690" y="5080"/>
                  </a:lnTo>
                  <a:lnTo>
                    <a:pt x="59690" y="6350"/>
                  </a:lnTo>
                  <a:lnTo>
                    <a:pt x="135890" y="6350"/>
                  </a:lnTo>
                  <a:lnTo>
                    <a:pt x="135890" y="5080"/>
                  </a:lnTo>
                  <a:lnTo>
                    <a:pt x="135890" y="3937"/>
                  </a:lnTo>
                  <a:lnTo>
                    <a:pt x="135890" y="3810"/>
                  </a:lnTo>
                  <a:close/>
                </a:path>
              </a:pathLst>
            </a:custGeom>
            <a:solidFill>
              <a:srgbClr val="0E2F00"/>
            </a:solidFill>
          </p:spPr>
          <p:txBody>
            <a:bodyPr wrap="square" lIns="0" tIns="0" rIns="0" bIns="0" rtlCol="0"/>
            <a:lstStyle/>
            <a:p/>
          </p:txBody>
        </p:sp>
        <p:sp>
          <p:nvSpPr>
            <p:cNvPr id="1624" name="object 1624"/>
            <p:cNvSpPr/>
            <p:nvPr/>
          </p:nvSpPr>
          <p:spPr>
            <a:xfrm>
              <a:off x="7716520" y="1127760"/>
              <a:ext cx="144780" cy="7620"/>
            </a:xfrm>
            <a:custGeom>
              <a:avLst/>
              <a:gdLst/>
              <a:ahLst/>
              <a:cxnLst/>
              <a:rect l="l" t="t" r="r" b="b"/>
              <a:pathLst>
                <a:path w="144779" h="7619">
                  <a:moveTo>
                    <a:pt x="144779" y="6476"/>
                  </a:moveTo>
                  <a:lnTo>
                    <a:pt x="74929" y="6476"/>
                  </a:lnTo>
                  <a:lnTo>
                    <a:pt x="74929" y="7619"/>
                  </a:lnTo>
                  <a:lnTo>
                    <a:pt x="144779" y="7619"/>
                  </a:lnTo>
                  <a:lnTo>
                    <a:pt x="144779" y="6476"/>
                  </a:lnTo>
                  <a:close/>
                </a:path>
                <a:path w="144779" h="7619">
                  <a:moveTo>
                    <a:pt x="144779" y="5206"/>
                  </a:moveTo>
                  <a:lnTo>
                    <a:pt x="73659" y="5206"/>
                  </a:lnTo>
                  <a:lnTo>
                    <a:pt x="73659" y="6476"/>
                  </a:lnTo>
                  <a:lnTo>
                    <a:pt x="74929" y="6476"/>
                  </a:lnTo>
                  <a:lnTo>
                    <a:pt x="74929" y="6349"/>
                  </a:lnTo>
                  <a:lnTo>
                    <a:pt x="144779" y="6349"/>
                  </a:lnTo>
                  <a:lnTo>
                    <a:pt x="144779" y="5206"/>
                  </a:lnTo>
                  <a:close/>
                </a:path>
                <a:path w="144779" h="7619">
                  <a:moveTo>
                    <a:pt x="143509" y="3936"/>
                  </a:moveTo>
                  <a:lnTo>
                    <a:pt x="72389" y="3936"/>
                  </a:lnTo>
                  <a:lnTo>
                    <a:pt x="72389" y="5206"/>
                  </a:lnTo>
                  <a:lnTo>
                    <a:pt x="143509" y="5206"/>
                  </a:lnTo>
                  <a:lnTo>
                    <a:pt x="143509" y="3936"/>
                  </a:lnTo>
                  <a:close/>
                </a:path>
                <a:path w="144779" h="7619">
                  <a:moveTo>
                    <a:pt x="142239" y="0"/>
                  </a:moveTo>
                  <a:lnTo>
                    <a:pt x="140970" y="0"/>
                  </a:lnTo>
                  <a:lnTo>
                    <a:pt x="66039" y="126"/>
                  </a:lnTo>
                  <a:lnTo>
                    <a:pt x="66039" y="1269"/>
                  </a:lnTo>
                  <a:lnTo>
                    <a:pt x="71120" y="1269"/>
                  </a:lnTo>
                  <a:lnTo>
                    <a:pt x="71120" y="3936"/>
                  </a:lnTo>
                  <a:lnTo>
                    <a:pt x="72389" y="3936"/>
                  </a:lnTo>
                  <a:lnTo>
                    <a:pt x="143510" y="3809"/>
                  </a:lnTo>
                  <a:lnTo>
                    <a:pt x="143510" y="2666"/>
                  </a:lnTo>
                  <a:lnTo>
                    <a:pt x="142240" y="2666"/>
                  </a:lnTo>
                  <a:lnTo>
                    <a:pt x="142239" y="0"/>
                  </a:lnTo>
                  <a:close/>
                </a:path>
                <a:path w="144779" h="7619">
                  <a:moveTo>
                    <a:pt x="66039" y="0"/>
                  </a:moveTo>
                  <a:lnTo>
                    <a:pt x="64770" y="0"/>
                  </a:lnTo>
                  <a:lnTo>
                    <a:pt x="66039" y="126"/>
                  </a:lnTo>
                  <a:close/>
                </a:path>
                <a:path w="144779" h="7619">
                  <a:moveTo>
                    <a:pt x="1270" y="6349"/>
                  </a:moveTo>
                  <a:lnTo>
                    <a:pt x="0" y="6349"/>
                  </a:lnTo>
                  <a:lnTo>
                    <a:pt x="0" y="7619"/>
                  </a:lnTo>
                  <a:lnTo>
                    <a:pt x="52070" y="7619"/>
                  </a:lnTo>
                  <a:lnTo>
                    <a:pt x="52070" y="6476"/>
                  </a:lnTo>
                  <a:lnTo>
                    <a:pt x="1270" y="6476"/>
                  </a:lnTo>
                  <a:lnTo>
                    <a:pt x="1270" y="6349"/>
                  </a:lnTo>
                  <a:close/>
                </a:path>
                <a:path w="144779" h="7619">
                  <a:moveTo>
                    <a:pt x="2539" y="3809"/>
                  </a:moveTo>
                  <a:lnTo>
                    <a:pt x="1270" y="3809"/>
                  </a:lnTo>
                  <a:lnTo>
                    <a:pt x="1270" y="6349"/>
                  </a:lnTo>
                  <a:lnTo>
                    <a:pt x="52070" y="6349"/>
                  </a:lnTo>
                  <a:lnTo>
                    <a:pt x="52070" y="5206"/>
                  </a:lnTo>
                  <a:lnTo>
                    <a:pt x="53340" y="5206"/>
                  </a:lnTo>
                  <a:lnTo>
                    <a:pt x="53340" y="3936"/>
                  </a:lnTo>
                  <a:lnTo>
                    <a:pt x="2539" y="3936"/>
                  </a:lnTo>
                  <a:close/>
                </a:path>
                <a:path w="144779" h="7619">
                  <a:moveTo>
                    <a:pt x="54609" y="2666"/>
                  </a:moveTo>
                  <a:lnTo>
                    <a:pt x="2539" y="2666"/>
                  </a:lnTo>
                  <a:lnTo>
                    <a:pt x="2539" y="3809"/>
                  </a:lnTo>
                  <a:lnTo>
                    <a:pt x="53340" y="3809"/>
                  </a:lnTo>
                  <a:lnTo>
                    <a:pt x="54609" y="3936"/>
                  </a:lnTo>
                  <a:lnTo>
                    <a:pt x="54609" y="2666"/>
                  </a:lnTo>
                  <a:close/>
                </a:path>
                <a:path w="144779" h="7619">
                  <a:moveTo>
                    <a:pt x="55879" y="1269"/>
                  </a:moveTo>
                  <a:lnTo>
                    <a:pt x="3809" y="1269"/>
                  </a:lnTo>
                  <a:lnTo>
                    <a:pt x="3809" y="2666"/>
                  </a:lnTo>
                  <a:lnTo>
                    <a:pt x="55879" y="2666"/>
                  </a:lnTo>
                  <a:lnTo>
                    <a:pt x="55879" y="1269"/>
                  </a:lnTo>
                  <a:close/>
                </a:path>
                <a:path w="144779" h="7619">
                  <a:moveTo>
                    <a:pt x="58420" y="126"/>
                  </a:moveTo>
                  <a:lnTo>
                    <a:pt x="5079" y="126"/>
                  </a:lnTo>
                  <a:lnTo>
                    <a:pt x="5079" y="1269"/>
                  </a:lnTo>
                  <a:lnTo>
                    <a:pt x="58420" y="1269"/>
                  </a:lnTo>
                  <a:lnTo>
                    <a:pt x="58420" y="126"/>
                  </a:lnTo>
                  <a:close/>
                </a:path>
                <a:path w="144779" h="7619">
                  <a:moveTo>
                    <a:pt x="63500" y="0"/>
                  </a:moveTo>
                  <a:lnTo>
                    <a:pt x="58420" y="0"/>
                  </a:lnTo>
                  <a:lnTo>
                    <a:pt x="63500" y="126"/>
                  </a:lnTo>
                  <a:close/>
                </a:path>
              </a:pathLst>
            </a:custGeom>
            <a:solidFill>
              <a:srgbClr val="112F00"/>
            </a:solidFill>
          </p:spPr>
          <p:txBody>
            <a:bodyPr wrap="square" lIns="0" tIns="0" rIns="0" bIns="0" rtlCol="0"/>
            <a:lstStyle/>
            <a:p/>
          </p:txBody>
        </p:sp>
        <p:sp>
          <p:nvSpPr>
            <p:cNvPr id="1625" name="object 1625"/>
            <p:cNvSpPr/>
            <p:nvPr/>
          </p:nvSpPr>
          <p:spPr>
            <a:xfrm>
              <a:off x="7712710" y="1135380"/>
              <a:ext cx="152400" cy="7620"/>
            </a:xfrm>
            <a:custGeom>
              <a:avLst/>
              <a:gdLst/>
              <a:ahLst/>
              <a:cxnLst/>
              <a:rect l="l" t="t" r="r" b="b"/>
              <a:pathLst>
                <a:path w="152400" h="7619">
                  <a:moveTo>
                    <a:pt x="1270" y="5079"/>
                  </a:moveTo>
                  <a:lnTo>
                    <a:pt x="0" y="5079"/>
                  </a:lnTo>
                  <a:lnTo>
                    <a:pt x="0" y="7620"/>
                  </a:lnTo>
                  <a:lnTo>
                    <a:pt x="49530" y="7620"/>
                  </a:lnTo>
                  <a:lnTo>
                    <a:pt x="49529" y="6350"/>
                  </a:lnTo>
                  <a:lnTo>
                    <a:pt x="50800" y="6350"/>
                  </a:lnTo>
                  <a:lnTo>
                    <a:pt x="50800" y="5207"/>
                  </a:lnTo>
                  <a:lnTo>
                    <a:pt x="1270" y="5207"/>
                  </a:lnTo>
                  <a:lnTo>
                    <a:pt x="1270" y="5079"/>
                  </a:lnTo>
                  <a:close/>
                </a:path>
                <a:path w="152400" h="7619">
                  <a:moveTo>
                    <a:pt x="2540" y="2539"/>
                  </a:moveTo>
                  <a:lnTo>
                    <a:pt x="1270" y="2539"/>
                  </a:lnTo>
                  <a:lnTo>
                    <a:pt x="1270" y="5079"/>
                  </a:lnTo>
                  <a:lnTo>
                    <a:pt x="50800" y="5079"/>
                  </a:lnTo>
                  <a:lnTo>
                    <a:pt x="50800" y="3937"/>
                  </a:lnTo>
                  <a:lnTo>
                    <a:pt x="52070" y="3937"/>
                  </a:lnTo>
                  <a:lnTo>
                    <a:pt x="52070" y="2666"/>
                  </a:lnTo>
                  <a:lnTo>
                    <a:pt x="2540" y="2666"/>
                  </a:lnTo>
                  <a:close/>
                </a:path>
                <a:path w="152400" h="7619">
                  <a:moveTo>
                    <a:pt x="53340" y="0"/>
                  </a:moveTo>
                  <a:lnTo>
                    <a:pt x="2540" y="0"/>
                  </a:lnTo>
                  <a:lnTo>
                    <a:pt x="2540" y="2539"/>
                  </a:lnTo>
                  <a:lnTo>
                    <a:pt x="52070" y="2539"/>
                  </a:lnTo>
                  <a:lnTo>
                    <a:pt x="52070" y="1397"/>
                  </a:lnTo>
                  <a:lnTo>
                    <a:pt x="53340" y="1397"/>
                  </a:lnTo>
                  <a:lnTo>
                    <a:pt x="53340" y="0"/>
                  </a:lnTo>
                  <a:close/>
                </a:path>
                <a:path w="152400" h="7619">
                  <a:moveTo>
                    <a:pt x="151129" y="5207"/>
                  </a:moveTo>
                  <a:lnTo>
                    <a:pt x="82550" y="5207"/>
                  </a:lnTo>
                  <a:lnTo>
                    <a:pt x="82550" y="7620"/>
                  </a:lnTo>
                  <a:lnTo>
                    <a:pt x="152400" y="7620"/>
                  </a:lnTo>
                  <a:lnTo>
                    <a:pt x="152400" y="6350"/>
                  </a:lnTo>
                  <a:lnTo>
                    <a:pt x="151129" y="6350"/>
                  </a:lnTo>
                  <a:lnTo>
                    <a:pt x="151129" y="5207"/>
                  </a:lnTo>
                  <a:close/>
                </a:path>
                <a:path w="152400" h="7619">
                  <a:moveTo>
                    <a:pt x="151130" y="2539"/>
                  </a:moveTo>
                  <a:lnTo>
                    <a:pt x="149860" y="2539"/>
                  </a:lnTo>
                  <a:lnTo>
                    <a:pt x="81280" y="2666"/>
                  </a:lnTo>
                  <a:lnTo>
                    <a:pt x="81280" y="5207"/>
                  </a:lnTo>
                  <a:lnTo>
                    <a:pt x="82550" y="5207"/>
                  </a:lnTo>
                  <a:lnTo>
                    <a:pt x="82550" y="5079"/>
                  </a:lnTo>
                  <a:lnTo>
                    <a:pt x="151130" y="5079"/>
                  </a:lnTo>
                  <a:lnTo>
                    <a:pt x="151130" y="2539"/>
                  </a:lnTo>
                  <a:close/>
                </a:path>
                <a:path w="152400" h="7619">
                  <a:moveTo>
                    <a:pt x="149860" y="0"/>
                  </a:moveTo>
                  <a:lnTo>
                    <a:pt x="80010" y="0"/>
                  </a:lnTo>
                  <a:lnTo>
                    <a:pt x="80010" y="2666"/>
                  </a:lnTo>
                  <a:lnTo>
                    <a:pt x="81280" y="2666"/>
                  </a:lnTo>
                  <a:lnTo>
                    <a:pt x="149860" y="2539"/>
                  </a:lnTo>
                  <a:lnTo>
                    <a:pt x="149860" y="0"/>
                  </a:lnTo>
                  <a:close/>
                </a:path>
              </a:pathLst>
            </a:custGeom>
            <a:solidFill>
              <a:srgbClr val="152E00"/>
            </a:solidFill>
          </p:spPr>
          <p:txBody>
            <a:bodyPr wrap="square" lIns="0" tIns="0" rIns="0" bIns="0" rtlCol="0"/>
            <a:lstStyle/>
            <a:p/>
          </p:txBody>
        </p:sp>
        <p:sp>
          <p:nvSpPr>
            <p:cNvPr id="1626" name="object 1626"/>
            <p:cNvSpPr/>
            <p:nvPr/>
          </p:nvSpPr>
          <p:spPr>
            <a:xfrm>
              <a:off x="7708900" y="1143000"/>
              <a:ext cx="160020" cy="7620"/>
            </a:xfrm>
            <a:custGeom>
              <a:avLst/>
              <a:gdLst/>
              <a:ahLst/>
              <a:cxnLst/>
              <a:rect l="l" t="t" r="r" b="b"/>
              <a:pathLst>
                <a:path w="160020" h="7619">
                  <a:moveTo>
                    <a:pt x="50800" y="5079"/>
                  </a:moveTo>
                  <a:lnTo>
                    <a:pt x="0" y="5079"/>
                  </a:lnTo>
                  <a:lnTo>
                    <a:pt x="0" y="7619"/>
                  </a:lnTo>
                  <a:lnTo>
                    <a:pt x="50800" y="7619"/>
                  </a:lnTo>
                  <a:lnTo>
                    <a:pt x="50800" y="5079"/>
                  </a:lnTo>
                  <a:close/>
                </a:path>
                <a:path w="160020" h="7619">
                  <a:moveTo>
                    <a:pt x="52070" y="3937"/>
                  </a:moveTo>
                  <a:lnTo>
                    <a:pt x="1270" y="3937"/>
                  </a:lnTo>
                  <a:lnTo>
                    <a:pt x="1270" y="5079"/>
                  </a:lnTo>
                  <a:lnTo>
                    <a:pt x="52070" y="5079"/>
                  </a:lnTo>
                  <a:lnTo>
                    <a:pt x="52070" y="3937"/>
                  </a:lnTo>
                  <a:close/>
                </a:path>
                <a:path w="160020" h="7619">
                  <a:moveTo>
                    <a:pt x="158750" y="3809"/>
                  </a:moveTo>
                  <a:lnTo>
                    <a:pt x="157479" y="3809"/>
                  </a:lnTo>
                  <a:lnTo>
                    <a:pt x="157479" y="3937"/>
                  </a:lnTo>
                  <a:lnTo>
                    <a:pt x="88900" y="3937"/>
                  </a:lnTo>
                  <a:lnTo>
                    <a:pt x="88900" y="7620"/>
                  </a:lnTo>
                  <a:lnTo>
                    <a:pt x="160020" y="7620"/>
                  </a:lnTo>
                  <a:lnTo>
                    <a:pt x="160020" y="6476"/>
                  </a:lnTo>
                  <a:lnTo>
                    <a:pt x="158750" y="6476"/>
                  </a:lnTo>
                  <a:lnTo>
                    <a:pt x="158750" y="3809"/>
                  </a:lnTo>
                  <a:close/>
                </a:path>
                <a:path w="160020" h="7619">
                  <a:moveTo>
                    <a:pt x="157479" y="1269"/>
                  </a:moveTo>
                  <a:lnTo>
                    <a:pt x="156209" y="1269"/>
                  </a:lnTo>
                  <a:lnTo>
                    <a:pt x="86359" y="1396"/>
                  </a:lnTo>
                  <a:lnTo>
                    <a:pt x="86359" y="2666"/>
                  </a:lnTo>
                  <a:lnTo>
                    <a:pt x="87629" y="2666"/>
                  </a:lnTo>
                  <a:lnTo>
                    <a:pt x="87629" y="3937"/>
                  </a:lnTo>
                  <a:lnTo>
                    <a:pt x="88900" y="3937"/>
                  </a:lnTo>
                  <a:lnTo>
                    <a:pt x="88900" y="3809"/>
                  </a:lnTo>
                  <a:lnTo>
                    <a:pt x="157479" y="3809"/>
                  </a:lnTo>
                  <a:lnTo>
                    <a:pt x="157479" y="1269"/>
                  </a:lnTo>
                  <a:close/>
                </a:path>
                <a:path w="160020" h="7619">
                  <a:moveTo>
                    <a:pt x="156209" y="0"/>
                  </a:moveTo>
                  <a:lnTo>
                    <a:pt x="86359" y="0"/>
                  </a:lnTo>
                  <a:lnTo>
                    <a:pt x="86359" y="1269"/>
                  </a:lnTo>
                  <a:lnTo>
                    <a:pt x="156209" y="1269"/>
                  </a:lnTo>
                  <a:lnTo>
                    <a:pt x="156209" y="0"/>
                  </a:lnTo>
                  <a:close/>
                </a:path>
                <a:path w="160020" h="7619">
                  <a:moveTo>
                    <a:pt x="52070" y="2666"/>
                  </a:moveTo>
                  <a:lnTo>
                    <a:pt x="1270" y="2666"/>
                  </a:lnTo>
                  <a:lnTo>
                    <a:pt x="1270" y="3809"/>
                  </a:lnTo>
                  <a:lnTo>
                    <a:pt x="52070" y="3809"/>
                  </a:lnTo>
                  <a:lnTo>
                    <a:pt x="52070" y="2666"/>
                  </a:lnTo>
                  <a:close/>
                </a:path>
                <a:path w="160020" h="7619">
                  <a:moveTo>
                    <a:pt x="53340" y="1396"/>
                  </a:moveTo>
                  <a:lnTo>
                    <a:pt x="2540" y="1396"/>
                  </a:lnTo>
                  <a:lnTo>
                    <a:pt x="2540" y="2666"/>
                  </a:lnTo>
                  <a:lnTo>
                    <a:pt x="53340" y="2666"/>
                  </a:lnTo>
                  <a:lnTo>
                    <a:pt x="53340" y="1396"/>
                  </a:lnTo>
                  <a:close/>
                </a:path>
                <a:path w="160020" h="7619">
                  <a:moveTo>
                    <a:pt x="53340" y="0"/>
                  </a:moveTo>
                  <a:lnTo>
                    <a:pt x="3809" y="0"/>
                  </a:lnTo>
                  <a:lnTo>
                    <a:pt x="2540" y="126"/>
                  </a:lnTo>
                  <a:lnTo>
                    <a:pt x="2540" y="1269"/>
                  </a:lnTo>
                  <a:lnTo>
                    <a:pt x="53340" y="1269"/>
                  </a:lnTo>
                  <a:lnTo>
                    <a:pt x="53340" y="0"/>
                  </a:lnTo>
                  <a:close/>
                </a:path>
              </a:pathLst>
            </a:custGeom>
            <a:solidFill>
              <a:srgbClr val="182D00"/>
            </a:solidFill>
          </p:spPr>
          <p:txBody>
            <a:bodyPr wrap="square" lIns="0" tIns="0" rIns="0" bIns="0" rtlCol="0"/>
            <a:lstStyle/>
            <a:p/>
          </p:txBody>
        </p:sp>
        <p:sp>
          <p:nvSpPr>
            <p:cNvPr id="1627" name="object 1627"/>
            <p:cNvSpPr/>
            <p:nvPr/>
          </p:nvSpPr>
          <p:spPr>
            <a:xfrm>
              <a:off x="7705090" y="1150620"/>
              <a:ext cx="166370" cy="6350"/>
            </a:xfrm>
            <a:custGeom>
              <a:avLst/>
              <a:gdLst/>
              <a:ahLst/>
              <a:cxnLst/>
              <a:rect l="l" t="t" r="r" b="b"/>
              <a:pathLst>
                <a:path w="166370" h="6350">
                  <a:moveTo>
                    <a:pt x="2539" y="2539"/>
                  </a:moveTo>
                  <a:lnTo>
                    <a:pt x="1269" y="2539"/>
                  </a:lnTo>
                  <a:lnTo>
                    <a:pt x="1269" y="5206"/>
                  </a:lnTo>
                  <a:lnTo>
                    <a:pt x="0" y="5206"/>
                  </a:lnTo>
                  <a:lnTo>
                    <a:pt x="0" y="6350"/>
                  </a:lnTo>
                  <a:lnTo>
                    <a:pt x="52070" y="6350"/>
                  </a:lnTo>
                  <a:lnTo>
                    <a:pt x="52069" y="3809"/>
                  </a:lnTo>
                  <a:lnTo>
                    <a:pt x="53339" y="3809"/>
                  </a:lnTo>
                  <a:lnTo>
                    <a:pt x="53339" y="2666"/>
                  </a:lnTo>
                  <a:lnTo>
                    <a:pt x="2539" y="2666"/>
                  </a:lnTo>
                  <a:lnTo>
                    <a:pt x="2539" y="2539"/>
                  </a:lnTo>
                  <a:close/>
                </a:path>
                <a:path w="166370" h="6350">
                  <a:moveTo>
                    <a:pt x="3809" y="0"/>
                  </a:moveTo>
                  <a:lnTo>
                    <a:pt x="2539" y="0"/>
                  </a:lnTo>
                  <a:lnTo>
                    <a:pt x="2539" y="2539"/>
                  </a:lnTo>
                  <a:lnTo>
                    <a:pt x="53339" y="2539"/>
                  </a:lnTo>
                  <a:lnTo>
                    <a:pt x="53339" y="1396"/>
                  </a:lnTo>
                  <a:lnTo>
                    <a:pt x="54609" y="1396"/>
                  </a:lnTo>
                  <a:lnTo>
                    <a:pt x="54609" y="126"/>
                  </a:lnTo>
                  <a:lnTo>
                    <a:pt x="3809" y="126"/>
                  </a:lnTo>
                  <a:close/>
                </a:path>
                <a:path w="166370" h="6350">
                  <a:moveTo>
                    <a:pt x="166370" y="3809"/>
                  </a:moveTo>
                  <a:lnTo>
                    <a:pt x="95250" y="3809"/>
                  </a:lnTo>
                  <a:lnTo>
                    <a:pt x="95250" y="6349"/>
                  </a:lnTo>
                  <a:lnTo>
                    <a:pt x="166370" y="6349"/>
                  </a:lnTo>
                  <a:lnTo>
                    <a:pt x="166370" y="3809"/>
                  </a:lnTo>
                  <a:close/>
                </a:path>
                <a:path w="166370" h="6350">
                  <a:moveTo>
                    <a:pt x="165100" y="2666"/>
                  </a:moveTo>
                  <a:lnTo>
                    <a:pt x="93979" y="2666"/>
                  </a:lnTo>
                  <a:lnTo>
                    <a:pt x="93979" y="3809"/>
                  </a:lnTo>
                  <a:lnTo>
                    <a:pt x="165100" y="3809"/>
                  </a:lnTo>
                  <a:lnTo>
                    <a:pt x="165100" y="2666"/>
                  </a:lnTo>
                  <a:close/>
                </a:path>
                <a:path w="166370" h="6350">
                  <a:moveTo>
                    <a:pt x="165100" y="1396"/>
                  </a:moveTo>
                  <a:lnTo>
                    <a:pt x="93979" y="1396"/>
                  </a:lnTo>
                  <a:lnTo>
                    <a:pt x="93979" y="2539"/>
                  </a:lnTo>
                  <a:lnTo>
                    <a:pt x="165100" y="2539"/>
                  </a:lnTo>
                  <a:lnTo>
                    <a:pt x="165100" y="1396"/>
                  </a:lnTo>
                  <a:close/>
                </a:path>
                <a:path w="166370" h="6350">
                  <a:moveTo>
                    <a:pt x="163829" y="126"/>
                  </a:moveTo>
                  <a:lnTo>
                    <a:pt x="92709" y="126"/>
                  </a:lnTo>
                  <a:lnTo>
                    <a:pt x="92709" y="1396"/>
                  </a:lnTo>
                  <a:lnTo>
                    <a:pt x="163829" y="1396"/>
                  </a:lnTo>
                  <a:lnTo>
                    <a:pt x="163829" y="126"/>
                  </a:lnTo>
                  <a:close/>
                </a:path>
              </a:pathLst>
            </a:custGeom>
            <a:solidFill>
              <a:srgbClr val="1B2D00"/>
            </a:solidFill>
          </p:spPr>
          <p:txBody>
            <a:bodyPr wrap="square" lIns="0" tIns="0" rIns="0" bIns="0" rtlCol="0"/>
            <a:lstStyle/>
            <a:p/>
          </p:txBody>
        </p:sp>
        <p:sp>
          <p:nvSpPr>
            <p:cNvPr id="1628" name="object 1628"/>
            <p:cNvSpPr/>
            <p:nvPr/>
          </p:nvSpPr>
          <p:spPr>
            <a:xfrm>
              <a:off x="7701280" y="1156970"/>
              <a:ext cx="172720" cy="7620"/>
            </a:xfrm>
            <a:custGeom>
              <a:avLst/>
              <a:gdLst/>
              <a:ahLst/>
              <a:cxnLst/>
              <a:rect l="l" t="t" r="r" b="b"/>
              <a:pathLst>
                <a:path w="172720" h="7619">
                  <a:moveTo>
                    <a:pt x="172720" y="6476"/>
                  </a:moveTo>
                  <a:lnTo>
                    <a:pt x="99060" y="6476"/>
                  </a:lnTo>
                  <a:lnTo>
                    <a:pt x="99060" y="7619"/>
                  </a:lnTo>
                  <a:lnTo>
                    <a:pt x="172720" y="7619"/>
                  </a:lnTo>
                  <a:lnTo>
                    <a:pt x="172720" y="6476"/>
                  </a:lnTo>
                  <a:close/>
                </a:path>
                <a:path w="172720" h="7619">
                  <a:moveTo>
                    <a:pt x="1270" y="6349"/>
                  </a:moveTo>
                  <a:lnTo>
                    <a:pt x="0" y="6349"/>
                  </a:lnTo>
                  <a:lnTo>
                    <a:pt x="0" y="7619"/>
                  </a:lnTo>
                  <a:lnTo>
                    <a:pt x="53340" y="7619"/>
                  </a:lnTo>
                  <a:lnTo>
                    <a:pt x="53340" y="6476"/>
                  </a:lnTo>
                  <a:lnTo>
                    <a:pt x="1270" y="6476"/>
                  </a:lnTo>
                  <a:close/>
                </a:path>
                <a:path w="172720" h="7619">
                  <a:moveTo>
                    <a:pt x="54610" y="2666"/>
                  </a:moveTo>
                  <a:lnTo>
                    <a:pt x="2540" y="2666"/>
                  </a:lnTo>
                  <a:lnTo>
                    <a:pt x="2540" y="3809"/>
                  </a:lnTo>
                  <a:lnTo>
                    <a:pt x="1270" y="3809"/>
                  </a:lnTo>
                  <a:lnTo>
                    <a:pt x="1270" y="6349"/>
                  </a:lnTo>
                  <a:lnTo>
                    <a:pt x="53340" y="6349"/>
                  </a:lnTo>
                  <a:lnTo>
                    <a:pt x="53340" y="5206"/>
                  </a:lnTo>
                  <a:lnTo>
                    <a:pt x="54610" y="5206"/>
                  </a:lnTo>
                  <a:lnTo>
                    <a:pt x="54610" y="2666"/>
                  </a:lnTo>
                  <a:close/>
                </a:path>
                <a:path w="172720" h="7619">
                  <a:moveTo>
                    <a:pt x="172720" y="2539"/>
                  </a:moveTo>
                  <a:lnTo>
                    <a:pt x="171450" y="2539"/>
                  </a:lnTo>
                  <a:lnTo>
                    <a:pt x="171450" y="2666"/>
                  </a:lnTo>
                  <a:lnTo>
                    <a:pt x="99060" y="2666"/>
                  </a:lnTo>
                  <a:lnTo>
                    <a:pt x="99060" y="6349"/>
                  </a:lnTo>
                  <a:lnTo>
                    <a:pt x="172720" y="6349"/>
                  </a:lnTo>
                  <a:lnTo>
                    <a:pt x="172720" y="2539"/>
                  </a:lnTo>
                  <a:close/>
                </a:path>
                <a:path w="172720" h="7619">
                  <a:moveTo>
                    <a:pt x="171450" y="0"/>
                  </a:moveTo>
                  <a:lnTo>
                    <a:pt x="170180" y="0"/>
                  </a:lnTo>
                  <a:lnTo>
                    <a:pt x="99060" y="126"/>
                  </a:lnTo>
                  <a:lnTo>
                    <a:pt x="99060" y="2539"/>
                  </a:lnTo>
                  <a:lnTo>
                    <a:pt x="171450" y="2539"/>
                  </a:lnTo>
                  <a:lnTo>
                    <a:pt x="171450" y="0"/>
                  </a:lnTo>
                  <a:close/>
                </a:path>
                <a:path w="172720" h="7619">
                  <a:moveTo>
                    <a:pt x="54610" y="1396"/>
                  </a:moveTo>
                  <a:lnTo>
                    <a:pt x="2540" y="1396"/>
                  </a:lnTo>
                  <a:lnTo>
                    <a:pt x="2540" y="2539"/>
                  </a:lnTo>
                  <a:lnTo>
                    <a:pt x="54610" y="2539"/>
                  </a:lnTo>
                  <a:lnTo>
                    <a:pt x="54610" y="1396"/>
                  </a:lnTo>
                  <a:close/>
                </a:path>
                <a:path w="172720" h="7619">
                  <a:moveTo>
                    <a:pt x="55880" y="126"/>
                  </a:moveTo>
                  <a:lnTo>
                    <a:pt x="3810" y="126"/>
                  </a:lnTo>
                  <a:lnTo>
                    <a:pt x="3810" y="1396"/>
                  </a:lnTo>
                  <a:lnTo>
                    <a:pt x="55880" y="1396"/>
                  </a:lnTo>
                  <a:lnTo>
                    <a:pt x="55880" y="126"/>
                  </a:lnTo>
                  <a:close/>
                </a:path>
              </a:pathLst>
            </a:custGeom>
            <a:solidFill>
              <a:srgbClr val="1E2C00"/>
            </a:solidFill>
          </p:spPr>
          <p:txBody>
            <a:bodyPr wrap="square" lIns="0" tIns="0" rIns="0" bIns="0" rtlCol="0"/>
            <a:lstStyle/>
            <a:p/>
          </p:txBody>
        </p:sp>
        <p:sp>
          <p:nvSpPr>
            <p:cNvPr id="1629" name="object 1629"/>
            <p:cNvSpPr/>
            <p:nvPr/>
          </p:nvSpPr>
          <p:spPr>
            <a:xfrm>
              <a:off x="7698740" y="1164590"/>
              <a:ext cx="177800" cy="7620"/>
            </a:xfrm>
            <a:custGeom>
              <a:avLst/>
              <a:gdLst/>
              <a:ahLst/>
              <a:cxnLst/>
              <a:rect l="l" t="t" r="r" b="b"/>
              <a:pathLst>
                <a:path w="177800" h="7619">
                  <a:moveTo>
                    <a:pt x="2539" y="1269"/>
                  </a:moveTo>
                  <a:lnTo>
                    <a:pt x="1269" y="1269"/>
                  </a:lnTo>
                  <a:lnTo>
                    <a:pt x="1269" y="3937"/>
                  </a:lnTo>
                  <a:lnTo>
                    <a:pt x="0" y="3937"/>
                  </a:lnTo>
                  <a:lnTo>
                    <a:pt x="0" y="7620"/>
                  </a:lnTo>
                  <a:lnTo>
                    <a:pt x="54609" y="7620"/>
                  </a:lnTo>
                  <a:lnTo>
                    <a:pt x="54609" y="2539"/>
                  </a:lnTo>
                  <a:lnTo>
                    <a:pt x="55879" y="2539"/>
                  </a:lnTo>
                  <a:lnTo>
                    <a:pt x="55879" y="1397"/>
                  </a:lnTo>
                  <a:lnTo>
                    <a:pt x="2539" y="1397"/>
                  </a:lnTo>
                  <a:lnTo>
                    <a:pt x="2539" y="1269"/>
                  </a:lnTo>
                  <a:close/>
                </a:path>
                <a:path w="177800" h="7619">
                  <a:moveTo>
                    <a:pt x="55879" y="0"/>
                  </a:moveTo>
                  <a:lnTo>
                    <a:pt x="2539" y="0"/>
                  </a:lnTo>
                  <a:lnTo>
                    <a:pt x="2539" y="1269"/>
                  </a:lnTo>
                  <a:lnTo>
                    <a:pt x="55879" y="1269"/>
                  </a:lnTo>
                  <a:lnTo>
                    <a:pt x="55879" y="0"/>
                  </a:lnTo>
                  <a:close/>
                </a:path>
                <a:path w="177800" h="7619">
                  <a:moveTo>
                    <a:pt x="176529" y="1397"/>
                  </a:moveTo>
                  <a:lnTo>
                    <a:pt x="102869" y="1397"/>
                  </a:lnTo>
                  <a:lnTo>
                    <a:pt x="102869" y="7620"/>
                  </a:lnTo>
                  <a:lnTo>
                    <a:pt x="177799" y="7620"/>
                  </a:lnTo>
                  <a:lnTo>
                    <a:pt x="177799" y="6476"/>
                  </a:lnTo>
                  <a:lnTo>
                    <a:pt x="176529" y="6476"/>
                  </a:lnTo>
                  <a:lnTo>
                    <a:pt x="176529" y="1397"/>
                  </a:lnTo>
                  <a:close/>
                </a:path>
                <a:path w="177800" h="7619">
                  <a:moveTo>
                    <a:pt x="175259" y="0"/>
                  </a:moveTo>
                  <a:lnTo>
                    <a:pt x="101600" y="0"/>
                  </a:lnTo>
                  <a:lnTo>
                    <a:pt x="101600" y="1397"/>
                  </a:lnTo>
                  <a:lnTo>
                    <a:pt x="102869" y="1397"/>
                  </a:lnTo>
                  <a:lnTo>
                    <a:pt x="102869" y="1269"/>
                  </a:lnTo>
                  <a:lnTo>
                    <a:pt x="176529" y="1269"/>
                  </a:lnTo>
                  <a:lnTo>
                    <a:pt x="176529" y="126"/>
                  </a:lnTo>
                  <a:lnTo>
                    <a:pt x="175259" y="126"/>
                  </a:lnTo>
                  <a:close/>
                </a:path>
              </a:pathLst>
            </a:custGeom>
            <a:solidFill>
              <a:srgbClr val="212C00"/>
            </a:solidFill>
          </p:spPr>
          <p:txBody>
            <a:bodyPr wrap="square" lIns="0" tIns="0" rIns="0" bIns="0" rtlCol="0"/>
            <a:lstStyle/>
            <a:p/>
          </p:txBody>
        </p:sp>
        <p:sp>
          <p:nvSpPr>
            <p:cNvPr id="1630" name="object 1630"/>
            <p:cNvSpPr/>
            <p:nvPr/>
          </p:nvSpPr>
          <p:spPr>
            <a:xfrm>
              <a:off x="7696200" y="1172210"/>
              <a:ext cx="181610" cy="6350"/>
            </a:xfrm>
            <a:custGeom>
              <a:avLst/>
              <a:gdLst/>
              <a:ahLst/>
              <a:cxnLst/>
              <a:rect l="l" t="t" r="r" b="b"/>
              <a:pathLst>
                <a:path w="181609" h="6350">
                  <a:moveTo>
                    <a:pt x="180339" y="126"/>
                  </a:moveTo>
                  <a:lnTo>
                    <a:pt x="105409" y="126"/>
                  </a:lnTo>
                  <a:lnTo>
                    <a:pt x="105409" y="1269"/>
                  </a:lnTo>
                  <a:lnTo>
                    <a:pt x="106679" y="1269"/>
                  </a:lnTo>
                  <a:lnTo>
                    <a:pt x="106679" y="6350"/>
                  </a:lnTo>
                  <a:lnTo>
                    <a:pt x="181609" y="6350"/>
                  </a:lnTo>
                  <a:lnTo>
                    <a:pt x="181609" y="5206"/>
                  </a:lnTo>
                  <a:lnTo>
                    <a:pt x="180339" y="5206"/>
                  </a:lnTo>
                  <a:lnTo>
                    <a:pt x="180339" y="126"/>
                  </a:lnTo>
                  <a:close/>
                </a:path>
                <a:path w="181609" h="6350">
                  <a:moveTo>
                    <a:pt x="2540" y="0"/>
                  </a:moveTo>
                  <a:lnTo>
                    <a:pt x="1270" y="0"/>
                  </a:lnTo>
                  <a:lnTo>
                    <a:pt x="1270" y="2666"/>
                  </a:lnTo>
                  <a:lnTo>
                    <a:pt x="0" y="2666"/>
                  </a:lnTo>
                  <a:lnTo>
                    <a:pt x="0" y="6350"/>
                  </a:lnTo>
                  <a:lnTo>
                    <a:pt x="55879" y="6350"/>
                  </a:lnTo>
                  <a:lnTo>
                    <a:pt x="55879" y="126"/>
                  </a:lnTo>
                  <a:lnTo>
                    <a:pt x="2540" y="126"/>
                  </a:lnTo>
                  <a:close/>
                </a:path>
                <a:path w="181609" h="6350">
                  <a:moveTo>
                    <a:pt x="57150" y="0"/>
                  </a:moveTo>
                  <a:lnTo>
                    <a:pt x="55879" y="0"/>
                  </a:lnTo>
                  <a:lnTo>
                    <a:pt x="57150" y="126"/>
                  </a:lnTo>
                  <a:close/>
                </a:path>
              </a:pathLst>
            </a:custGeom>
            <a:solidFill>
              <a:srgbClr val="242B00"/>
            </a:solidFill>
          </p:spPr>
          <p:txBody>
            <a:bodyPr wrap="square" lIns="0" tIns="0" rIns="0" bIns="0" rtlCol="0"/>
            <a:lstStyle/>
            <a:p/>
          </p:txBody>
        </p:sp>
        <p:sp>
          <p:nvSpPr>
            <p:cNvPr id="1631" name="object 1631"/>
            <p:cNvSpPr/>
            <p:nvPr/>
          </p:nvSpPr>
          <p:spPr>
            <a:xfrm>
              <a:off x="7693660" y="1178560"/>
              <a:ext cx="186690" cy="7620"/>
            </a:xfrm>
            <a:custGeom>
              <a:avLst/>
              <a:gdLst/>
              <a:ahLst/>
              <a:cxnLst/>
              <a:rect l="l" t="t" r="r" b="b"/>
              <a:pathLst>
                <a:path w="186690" h="7619">
                  <a:moveTo>
                    <a:pt x="55879" y="6476"/>
                  </a:moveTo>
                  <a:lnTo>
                    <a:pt x="0" y="6476"/>
                  </a:lnTo>
                  <a:lnTo>
                    <a:pt x="0" y="7619"/>
                  </a:lnTo>
                  <a:lnTo>
                    <a:pt x="55879" y="7619"/>
                  </a:lnTo>
                  <a:lnTo>
                    <a:pt x="55879" y="6476"/>
                  </a:lnTo>
                  <a:close/>
                </a:path>
                <a:path w="186690" h="7619">
                  <a:moveTo>
                    <a:pt x="1270" y="3809"/>
                  </a:moveTo>
                  <a:lnTo>
                    <a:pt x="0" y="3809"/>
                  </a:lnTo>
                  <a:lnTo>
                    <a:pt x="0" y="6349"/>
                  </a:lnTo>
                  <a:lnTo>
                    <a:pt x="55879" y="6349"/>
                  </a:lnTo>
                  <a:lnTo>
                    <a:pt x="55879" y="6476"/>
                  </a:lnTo>
                  <a:lnTo>
                    <a:pt x="57150" y="6476"/>
                  </a:lnTo>
                  <a:lnTo>
                    <a:pt x="57150" y="3936"/>
                  </a:lnTo>
                  <a:lnTo>
                    <a:pt x="1270" y="3936"/>
                  </a:lnTo>
                  <a:close/>
                </a:path>
                <a:path w="186690" h="7619">
                  <a:moveTo>
                    <a:pt x="57150" y="126"/>
                  </a:moveTo>
                  <a:lnTo>
                    <a:pt x="1270" y="126"/>
                  </a:lnTo>
                  <a:lnTo>
                    <a:pt x="1270" y="3809"/>
                  </a:lnTo>
                  <a:lnTo>
                    <a:pt x="57150" y="3809"/>
                  </a:lnTo>
                  <a:lnTo>
                    <a:pt x="57150" y="126"/>
                  </a:lnTo>
                  <a:close/>
                </a:path>
                <a:path w="186690" h="7619">
                  <a:moveTo>
                    <a:pt x="58420" y="0"/>
                  </a:moveTo>
                  <a:lnTo>
                    <a:pt x="2540" y="0"/>
                  </a:lnTo>
                  <a:lnTo>
                    <a:pt x="58420" y="126"/>
                  </a:lnTo>
                  <a:close/>
                </a:path>
                <a:path w="186690" h="7619">
                  <a:moveTo>
                    <a:pt x="186690" y="6476"/>
                  </a:moveTo>
                  <a:lnTo>
                    <a:pt x="109220" y="6476"/>
                  </a:lnTo>
                  <a:lnTo>
                    <a:pt x="109220" y="7619"/>
                  </a:lnTo>
                  <a:lnTo>
                    <a:pt x="186690" y="7619"/>
                  </a:lnTo>
                  <a:lnTo>
                    <a:pt x="186690" y="6476"/>
                  </a:lnTo>
                  <a:close/>
                </a:path>
                <a:path w="186690" h="7619">
                  <a:moveTo>
                    <a:pt x="185420" y="3936"/>
                  </a:moveTo>
                  <a:lnTo>
                    <a:pt x="109220" y="3936"/>
                  </a:lnTo>
                  <a:lnTo>
                    <a:pt x="109220" y="6349"/>
                  </a:lnTo>
                  <a:lnTo>
                    <a:pt x="186690" y="6349"/>
                  </a:lnTo>
                  <a:lnTo>
                    <a:pt x="186690" y="5206"/>
                  </a:lnTo>
                  <a:lnTo>
                    <a:pt x="185420" y="5206"/>
                  </a:lnTo>
                  <a:lnTo>
                    <a:pt x="185420" y="3936"/>
                  </a:lnTo>
                  <a:close/>
                </a:path>
                <a:path w="186690" h="7619">
                  <a:moveTo>
                    <a:pt x="184150" y="0"/>
                  </a:moveTo>
                  <a:lnTo>
                    <a:pt x="109220" y="0"/>
                  </a:lnTo>
                  <a:lnTo>
                    <a:pt x="109220" y="3809"/>
                  </a:lnTo>
                  <a:lnTo>
                    <a:pt x="185420" y="3809"/>
                  </a:lnTo>
                  <a:lnTo>
                    <a:pt x="185420" y="2666"/>
                  </a:lnTo>
                  <a:lnTo>
                    <a:pt x="184150" y="2666"/>
                  </a:lnTo>
                  <a:lnTo>
                    <a:pt x="184150" y="0"/>
                  </a:lnTo>
                  <a:close/>
                </a:path>
              </a:pathLst>
            </a:custGeom>
            <a:solidFill>
              <a:srgbClr val="272A00"/>
            </a:solidFill>
          </p:spPr>
          <p:txBody>
            <a:bodyPr wrap="square" lIns="0" tIns="0" rIns="0" bIns="0" rtlCol="0"/>
            <a:lstStyle/>
            <a:p/>
          </p:txBody>
        </p:sp>
        <p:sp>
          <p:nvSpPr>
            <p:cNvPr id="1632" name="object 1632"/>
            <p:cNvSpPr/>
            <p:nvPr/>
          </p:nvSpPr>
          <p:spPr>
            <a:xfrm>
              <a:off x="7691120" y="1186180"/>
              <a:ext cx="189230" cy="7620"/>
            </a:xfrm>
            <a:custGeom>
              <a:avLst/>
              <a:gdLst/>
              <a:ahLst/>
              <a:cxnLst/>
              <a:rect l="l" t="t" r="r" b="b"/>
              <a:pathLst>
                <a:path w="189229" h="7619">
                  <a:moveTo>
                    <a:pt x="58420" y="0"/>
                  </a:moveTo>
                  <a:lnTo>
                    <a:pt x="1270" y="0"/>
                  </a:lnTo>
                  <a:lnTo>
                    <a:pt x="1270" y="3810"/>
                  </a:lnTo>
                  <a:lnTo>
                    <a:pt x="0" y="3810"/>
                  </a:lnTo>
                  <a:lnTo>
                    <a:pt x="0" y="7620"/>
                  </a:lnTo>
                  <a:lnTo>
                    <a:pt x="57150" y="7620"/>
                  </a:lnTo>
                  <a:lnTo>
                    <a:pt x="57150" y="6350"/>
                  </a:lnTo>
                  <a:lnTo>
                    <a:pt x="58420" y="6350"/>
                  </a:lnTo>
                  <a:lnTo>
                    <a:pt x="58420" y="0"/>
                  </a:lnTo>
                  <a:close/>
                </a:path>
                <a:path w="189229" h="7619">
                  <a:moveTo>
                    <a:pt x="189229" y="0"/>
                  </a:moveTo>
                  <a:lnTo>
                    <a:pt x="111759" y="0"/>
                  </a:lnTo>
                  <a:lnTo>
                    <a:pt x="111759" y="2540"/>
                  </a:lnTo>
                  <a:lnTo>
                    <a:pt x="113029" y="2540"/>
                  </a:lnTo>
                  <a:lnTo>
                    <a:pt x="113029" y="7620"/>
                  </a:lnTo>
                  <a:lnTo>
                    <a:pt x="189229" y="7620"/>
                  </a:lnTo>
                  <a:lnTo>
                    <a:pt x="189229" y="0"/>
                  </a:lnTo>
                  <a:close/>
                </a:path>
              </a:pathLst>
            </a:custGeom>
            <a:solidFill>
              <a:srgbClr val="2B2A00"/>
            </a:solidFill>
          </p:spPr>
          <p:txBody>
            <a:bodyPr wrap="square" lIns="0" tIns="0" rIns="0" bIns="0" rtlCol="0"/>
            <a:lstStyle/>
            <a:p/>
          </p:txBody>
        </p:sp>
        <p:sp>
          <p:nvSpPr>
            <p:cNvPr id="1633" name="object 1633"/>
            <p:cNvSpPr/>
            <p:nvPr/>
          </p:nvSpPr>
          <p:spPr>
            <a:xfrm>
              <a:off x="7688580" y="1193800"/>
              <a:ext cx="193040" cy="6350"/>
            </a:xfrm>
            <a:custGeom>
              <a:avLst/>
              <a:gdLst/>
              <a:ahLst/>
              <a:cxnLst/>
              <a:rect l="l" t="t" r="r" b="b"/>
              <a:pathLst>
                <a:path w="193040" h="6350">
                  <a:moveTo>
                    <a:pt x="59690" y="0"/>
                  </a:moveTo>
                  <a:lnTo>
                    <a:pt x="1270" y="0"/>
                  </a:lnTo>
                  <a:lnTo>
                    <a:pt x="1270" y="3810"/>
                  </a:lnTo>
                  <a:lnTo>
                    <a:pt x="0" y="3810"/>
                  </a:lnTo>
                  <a:lnTo>
                    <a:pt x="0" y="6350"/>
                  </a:lnTo>
                  <a:lnTo>
                    <a:pt x="59689" y="6350"/>
                  </a:lnTo>
                  <a:lnTo>
                    <a:pt x="59690" y="0"/>
                  </a:lnTo>
                  <a:close/>
                </a:path>
                <a:path w="193040" h="6350">
                  <a:moveTo>
                    <a:pt x="191770" y="0"/>
                  </a:moveTo>
                  <a:lnTo>
                    <a:pt x="115570" y="0"/>
                  </a:lnTo>
                  <a:lnTo>
                    <a:pt x="115570" y="6350"/>
                  </a:lnTo>
                  <a:lnTo>
                    <a:pt x="193040" y="6350"/>
                  </a:lnTo>
                  <a:lnTo>
                    <a:pt x="193040" y="1270"/>
                  </a:lnTo>
                  <a:lnTo>
                    <a:pt x="191770" y="1270"/>
                  </a:lnTo>
                  <a:lnTo>
                    <a:pt x="191770" y="0"/>
                  </a:lnTo>
                  <a:close/>
                </a:path>
              </a:pathLst>
            </a:custGeom>
            <a:solidFill>
              <a:srgbClr val="2E2900"/>
            </a:solidFill>
          </p:spPr>
          <p:txBody>
            <a:bodyPr wrap="square" lIns="0" tIns="0" rIns="0" bIns="0" rtlCol="0"/>
            <a:lstStyle/>
            <a:p/>
          </p:txBody>
        </p:sp>
        <p:sp>
          <p:nvSpPr>
            <p:cNvPr id="1634" name="object 1634"/>
            <p:cNvSpPr/>
            <p:nvPr/>
          </p:nvSpPr>
          <p:spPr>
            <a:xfrm>
              <a:off x="7686040" y="1200150"/>
              <a:ext cx="195580" cy="7620"/>
            </a:xfrm>
            <a:custGeom>
              <a:avLst/>
              <a:gdLst/>
              <a:ahLst/>
              <a:cxnLst/>
              <a:rect l="l" t="t" r="r" b="b"/>
              <a:pathLst>
                <a:path w="195579" h="7619">
                  <a:moveTo>
                    <a:pt x="62229" y="0"/>
                  </a:moveTo>
                  <a:lnTo>
                    <a:pt x="1269" y="0"/>
                  </a:lnTo>
                  <a:lnTo>
                    <a:pt x="1269" y="3810"/>
                  </a:lnTo>
                  <a:lnTo>
                    <a:pt x="0" y="3810"/>
                  </a:lnTo>
                  <a:lnTo>
                    <a:pt x="0" y="7620"/>
                  </a:lnTo>
                  <a:lnTo>
                    <a:pt x="60959" y="7620"/>
                  </a:lnTo>
                  <a:lnTo>
                    <a:pt x="60959" y="1270"/>
                  </a:lnTo>
                  <a:lnTo>
                    <a:pt x="62229" y="1270"/>
                  </a:lnTo>
                  <a:lnTo>
                    <a:pt x="62229" y="0"/>
                  </a:lnTo>
                  <a:close/>
                </a:path>
                <a:path w="195579" h="7619">
                  <a:moveTo>
                    <a:pt x="195579" y="0"/>
                  </a:moveTo>
                  <a:lnTo>
                    <a:pt x="118109" y="0"/>
                  </a:lnTo>
                  <a:lnTo>
                    <a:pt x="118109" y="7620"/>
                  </a:lnTo>
                  <a:lnTo>
                    <a:pt x="195579" y="7620"/>
                  </a:lnTo>
                  <a:lnTo>
                    <a:pt x="195579" y="0"/>
                  </a:lnTo>
                  <a:close/>
                </a:path>
              </a:pathLst>
            </a:custGeom>
            <a:solidFill>
              <a:srgbClr val="312800"/>
            </a:solidFill>
          </p:spPr>
          <p:txBody>
            <a:bodyPr wrap="square" lIns="0" tIns="0" rIns="0" bIns="0" rtlCol="0"/>
            <a:lstStyle/>
            <a:p/>
          </p:txBody>
        </p:sp>
        <p:sp>
          <p:nvSpPr>
            <p:cNvPr id="1635" name="object 1635"/>
            <p:cNvSpPr/>
            <p:nvPr/>
          </p:nvSpPr>
          <p:spPr>
            <a:xfrm>
              <a:off x="7683500" y="1207770"/>
              <a:ext cx="199390" cy="7620"/>
            </a:xfrm>
            <a:custGeom>
              <a:avLst/>
              <a:gdLst/>
              <a:ahLst/>
              <a:cxnLst/>
              <a:rect l="l" t="t" r="r" b="b"/>
              <a:pathLst>
                <a:path w="199390" h="7619">
                  <a:moveTo>
                    <a:pt x="63500" y="0"/>
                  </a:moveTo>
                  <a:lnTo>
                    <a:pt x="1270" y="0"/>
                  </a:lnTo>
                  <a:lnTo>
                    <a:pt x="1270" y="5079"/>
                  </a:lnTo>
                  <a:lnTo>
                    <a:pt x="0" y="5079"/>
                  </a:lnTo>
                  <a:lnTo>
                    <a:pt x="0" y="7619"/>
                  </a:lnTo>
                  <a:lnTo>
                    <a:pt x="62229" y="7619"/>
                  </a:lnTo>
                  <a:lnTo>
                    <a:pt x="62229" y="1269"/>
                  </a:lnTo>
                  <a:lnTo>
                    <a:pt x="63500" y="1269"/>
                  </a:lnTo>
                  <a:lnTo>
                    <a:pt x="63500" y="0"/>
                  </a:lnTo>
                  <a:close/>
                </a:path>
                <a:path w="199390" h="7619">
                  <a:moveTo>
                    <a:pt x="199390" y="0"/>
                  </a:moveTo>
                  <a:lnTo>
                    <a:pt x="120650" y="0"/>
                  </a:lnTo>
                  <a:lnTo>
                    <a:pt x="120650" y="6350"/>
                  </a:lnTo>
                  <a:lnTo>
                    <a:pt x="121920" y="6350"/>
                  </a:lnTo>
                  <a:lnTo>
                    <a:pt x="121920" y="7619"/>
                  </a:lnTo>
                  <a:lnTo>
                    <a:pt x="199390" y="7619"/>
                  </a:lnTo>
                  <a:lnTo>
                    <a:pt x="199390" y="0"/>
                  </a:lnTo>
                  <a:close/>
                </a:path>
              </a:pathLst>
            </a:custGeom>
            <a:solidFill>
              <a:srgbClr val="342800"/>
            </a:solidFill>
          </p:spPr>
          <p:txBody>
            <a:bodyPr wrap="square" lIns="0" tIns="0" rIns="0" bIns="0" rtlCol="0"/>
            <a:lstStyle/>
            <a:p/>
          </p:txBody>
        </p:sp>
        <p:sp>
          <p:nvSpPr>
            <p:cNvPr id="1636" name="object 1636"/>
            <p:cNvSpPr/>
            <p:nvPr/>
          </p:nvSpPr>
          <p:spPr>
            <a:xfrm>
              <a:off x="7682230" y="1215390"/>
              <a:ext cx="200660" cy="7620"/>
            </a:xfrm>
            <a:custGeom>
              <a:avLst/>
              <a:gdLst/>
              <a:ahLst/>
              <a:cxnLst/>
              <a:rect l="l" t="t" r="r" b="b"/>
              <a:pathLst>
                <a:path w="200659" h="7619">
                  <a:moveTo>
                    <a:pt x="63500" y="0"/>
                  </a:moveTo>
                  <a:lnTo>
                    <a:pt x="1270" y="0"/>
                  </a:lnTo>
                  <a:lnTo>
                    <a:pt x="1270" y="2539"/>
                  </a:lnTo>
                  <a:lnTo>
                    <a:pt x="0" y="2539"/>
                  </a:lnTo>
                  <a:lnTo>
                    <a:pt x="0" y="7620"/>
                  </a:lnTo>
                  <a:lnTo>
                    <a:pt x="62229" y="7620"/>
                  </a:lnTo>
                  <a:lnTo>
                    <a:pt x="62229" y="6350"/>
                  </a:lnTo>
                  <a:lnTo>
                    <a:pt x="63500" y="6350"/>
                  </a:lnTo>
                  <a:lnTo>
                    <a:pt x="63500" y="0"/>
                  </a:lnTo>
                  <a:close/>
                </a:path>
                <a:path w="200659" h="7619">
                  <a:moveTo>
                    <a:pt x="200660" y="0"/>
                  </a:moveTo>
                  <a:lnTo>
                    <a:pt x="123190" y="0"/>
                  </a:lnTo>
                  <a:lnTo>
                    <a:pt x="123190" y="7620"/>
                  </a:lnTo>
                  <a:lnTo>
                    <a:pt x="200660" y="7620"/>
                  </a:lnTo>
                  <a:lnTo>
                    <a:pt x="200660" y="0"/>
                  </a:lnTo>
                  <a:close/>
                </a:path>
              </a:pathLst>
            </a:custGeom>
            <a:solidFill>
              <a:srgbClr val="372700"/>
            </a:solidFill>
          </p:spPr>
          <p:txBody>
            <a:bodyPr wrap="square" lIns="0" tIns="0" rIns="0" bIns="0" rtlCol="0"/>
            <a:lstStyle/>
            <a:p/>
          </p:txBody>
        </p:sp>
        <p:sp>
          <p:nvSpPr>
            <p:cNvPr id="1637" name="object 1637"/>
            <p:cNvSpPr/>
            <p:nvPr/>
          </p:nvSpPr>
          <p:spPr>
            <a:xfrm>
              <a:off x="7680960" y="1223010"/>
              <a:ext cx="201930" cy="6350"/>
            </a:xfrm>
            <a:custGeom>
              <a:avLst/>
              <a:gdLst/>
              <a:ahLst/>
              <a:cxnLst/>
              <a:rect l="l" t="t" r="r" b="b"/>
              <a:pathLst>
                <a:path w="201929" h="6350">
                  <a:moveTo>
                    <a:pt x="63500" y="0"/>
                  </a:moveTo>
                  <a:lnTo>
                    <a:pt x="1270" y="0"/>
                  </a:lnTo>
                  <a:lnTo>
                    <a:pt x="1270" y="1269"/>
                  </a:lnTo>
                  <a:lnTo>
                    <a:pt x="0" y="1269"/>
                  </a:lnTo>
                  <a:lnTo>
                    <a:pt x="0" y="6350"/>
                  </a:lnTo>
                  <a:lnTo>
                    <a:pt x="63500" y="6350"/>
                  </a:lnTo>
                  <a:lnTo>
                    <a:pt x="63500" y="0"/>
                  </a:lnTo>
                  <a:close/>
                </a:path>
                <a:path w="201929" h="6350">
                  <a:moveTo>
                    <a:pt x="201930" y="0"/>
                  </a:moveTo>
                  <a:lnTo>
                    <a:pt x="124460" y="0"/>
                  </a:lnTo>
                  <a:lnTo>
                    <a:pt x="124460" y="2539"/>
                  </a:lnTo>
                  <a:lnTo>
                    <a:pt x="125730" y="2539"/>
                  </a:lnTo>
                  <a:lnTo>
                    <a:pt x="125730" y="6350"/>
                  </a:lnTo>
                  <a:lnTo>
                    <a:pt x="201929" y="6350"/>
                  </a:lnTo>
                  <a:lnTo>
                    <a:pt x="201930" y="0"/>
                  </a:lnTo>
                  <a:close/>
                </a:path>
              </a:pathLst>
            </a:custGeom>
            <a:solidFill>
              <a:srgbClr val="3A2700"/>
            </a:solidFill>
          </p:spPr>
          <p:txBody>
            <a:bodyPr wrap="square" lIns="0" tIns="0" rIns="0" bIns="0" rtlCol="0"/>
            <a:lstStyle/>
            <a:p/>
          </p:txBody>
        </p:sp>
        <p:sp>
          <p:nvSpPr>
            <p:cNvPr id="1638" name="object 1638"/>
            <p:cNvSpPr/>
            <p:nvPr/>
          </p:nvSpPr>
          <p:spPr>
            <a:xfrm>
              <a:off x="7678420" y="1229360"/>
              <a:ext cx="204470" cy="7620"/>
            </a:xfrm>
            <a:custGeom>
              <a:avLst/>
              <a:gdLst/>
              <a:ahLst/>
              <a:cxnLst/>
              <a:rect l="l" t="t" r="r" b="b"/>
              <a:pathLst>
                <a:path w="204470" h="7619">
                  <a:moveTo>
                    <a:pt x="66039" y="0"/>
                  </a:moveTo>
                  <a:lnTo>
                    <a:pt x="1270" y="0"/>
                  </a:lnTo>
                  <a:lnTo>
                    <a:pt x="1270" y="6350"/>
                  </a:lnTo>
                  <a:lnTo>
                    <a:pt x="0" y="6350"/>
                  </a:lnTo>
                  <a:lnTo>
                    <a:pt x="0" y="7619"/>
                  </a:lnTo>
                  <a:lnTo>
                    <a:pt x="66040" y="7619"/>
                  </a:lnTo>
                  <a:lnTo>
                    <a:pt x="66039" y="0"/>
                  </a:lnTo>
                  <a:close/>
                </a:path>
                <a:path w="204470" h="7619">
                  <a:moveTo>
                    <a:pt x="204469" y="0"/>
                  </a:moveTo>
                  <a:lnTo>
                    <a:pt x="128270" y="0"/>
                  </a:lnTo>
                  <a:lnTo>
                    <a:pt x="128270" y="7619"/>
                  </a:lnTo>
                  <a:lnTo>
                    <a:pt x="204469" y="7619"/>
                  </a:lnTo>
                  <a:lnTo>
                    <a:pt x="204469" y="0"/>
                  </a:lnTo>
                  <a:close/>
                </a:path>
              </a:pathLst>
            </a:custGeom>
            <a:solidFill>
              <a:srgbClr val="3D2600"/>
            </a:solidFill>
          </p:spPr>
          <p:txBody>
            <a:bodyPr wrap="square" lIns="0" tIns="0" rIns="0" bIns="0" rtlCol="0"/>
            <a:lstStyle/>
            <a:p/>
          </p:txBody>
        </p:sp>
        <p:sp>
          <p:nvSpPr>
            <p:cNvPr id="1639" name="object 1639"/>
            <p:cNvSpPr/>
            <p:nvPr/>
          </p:nvSpPr>
          <p:spPr>
            <a:xfrm>
              <a:off x="7677150" y="1236980"/>
              <a:ext cx="205740" cy="7620"/>
            </a:xfrm>
            <a:custGeom>
              <a:avLst/>
              <a:gdLst/>
              <a:ahLst/>
              <a:cxnLst/>
              <a:rect l="l" t="t" r="r" b="b"/>
              <a:pathLst>
                <a:path w="205740" h="7619">
                  <a:moveTo>
                    <a:pt x="66040" y="3810"/>
                  </a:moveTo>
                  <a:lnTo>
                    <a:pt x="0" y="3810"/>
                  </a:lnTo>
                  <a:lnTo>
                    <a:pt x="0" y="7620"/>
                  </a:lnTo>
                  <a:lnTo>
                    <a:pt x="66040" y="7620"/>
                  </a:lnTo>
                  <a:lnTo>
                    <a:pt x="66040" y="3810"/>
                  </a:lnTo>
                  <a:close/>
                </a:path>
                <a:path w="205740" h="7619">
                  <a:moveTo>
                    <a:pt x="67310" y="0"/>
                  </a:moveTo>
                  <a:lnTo>
                    <a:pt x="1270" y="0"/>
                  </a:lnTo>
                  <a:lnTo>
                    <a:pt x="1270" y="3810"/>
                  </a:lnTo>
                  <a:lnTo>
                    <a:pt x="67310" y="3810"/>
                  </a:lnTo>
                  <a:lnTo>
                    <a:pt x="67310" y="0"/>
                  </a:lnTo>
                  <a:close/>
                </a:path>
                <a:path w="205740" h="7619">
                  <a:moveTo>
                    <a:pt x="205739" y="0"/>
                  </a:moveTo>
                  <a:lnTo>
                    <a:pt x="130809" y="0"/>
                  </a:lnTo>
                  <a:lnTo>
                    <a:pt x="130809" y="7620"/>
                  </a:lnTo>
                  <a:lnTo>
                    <a:pt x="204469" y="7620"/>
                  </a:lnTo>
                  <a:lnTo>
                    <a:pt x="204469" y="6350"/>
                  </a:lnTo>
                  <a:lnTo>
                    <a:pt x="205739" y="6350"/>
                  </a:lnTo>
                  <a:lnTo>
                    <a:pt x="205739" y="0"/>
                  </a:lnTo>
                  <a:close/>
                </a:path>
              </a:pathLst>
            </a:custGeom>
            <a:solidFill>
              <a:srgbClr val="412500"/>
            </a:solidFill>
          </p:spPr>
          <p:txBody>
            <a:bodyPr wrap="square" lIns="0" tIns="0" rIns="0" bIns="0" rtlCol="0"/>
            <a:lstStyle/>
            <a:p/>
          </p:txBody>
        </p:sp>
        <p:sp>
          <p:nvSpPr>
            <p:cNvPr id="1640" name="object 1640"/>
            <p:cNvSpPr/>
            <p:nvPr/>
          </p:nvSpPr>
          <p:spPr>
            <a:xfrm>
              <a:off x="7675880" y="1244600"/>
              <a:ext cx="205740" cy="6350"/>
            </a:xfrm>
            <a:custGeom>
              <a:avLst/>
              <a:gdLst/>
              <a:ahLst/>
              <a:cxnLst/>
              <a:rect l="l" t="t" r="r" b="b"/>
              <a:pathLst>
                <a:path w="205740" h="6350">
                  <a:moveTo>
                    <a:pt x="67310" y="0"/>
                  </a:moveTo>
                  <a:lnTo>
                    <a:pt x="1270" y="0"/>
                  </a:lnTo>
                  <a:lnTo>
                    <a:pt x="1270" y="2539"/>
                  </a:lnTo>
                  <a:lnTo>
                    <a:pt x="0" y="2539"/>
                  </a:lnTo>
                  <a:lnTo>
                    <a:pt x="0" y="5079"/>
                  </a:lnTo>
                  <a:lnTo>
                    <a:pt x="67309" y="5079"/>
                  </a:lnTo>
                  <a:lnTo>
                    <a:pt x="67310" y="0"/>
                  </a:lnTo>
                  <a:close/>
                </a:path>
                <a:path w="205740" h="6350">
                  <a:moveTo>
                    <a:pt x="205739" y="0"/>
                  </a:moveTo>
                  <a:lnTo>
                    <a:pt x="133350" y="0"/>
                  </a:lnTo>
                  <a:lnTo>
                    <a:pt x="133350" y="5079"/>
                  </a:lnTo>
                  <a:lnTo>
                    <a:pt x="205740" y="5079"/>
                  </a:lnTo>
                  <a:lnTo>
                    <a:pt x="205739" y="0"/>
                  </a:lnTo>
                  <a:close/>
                </a:path>
                <a:path w="205740" h="6350">
                  <a:moveTo>
                    <a:pt x="67309" y="5080"/>
                  </a:moveTo>
                  <a:lnTo>
                    <a:pt x="0" y="5080"/>
                  </a:lnTo>
                  <a:lnTo>
                    <a:pt x="0" y="6350"/>
                  </a:lnTo>
                  <a:lnTo>
                    <a:pt x="67309" y="6350"/>
                  </a:lnTo>
                  <a:lnTo>
                    <a:pt x="67309" y="5080"/>
                  </a:lnTo>
                  <a:close/>
                </a:path>
                <a:path w="205740" h="6350">
                  <a:moveTo>
                    <a:pt x="204470" y="5080"/>
                  </a:moveTo>
                  <a:lnTo>
                    <a:pt x="134620" y="5080"/>
                  </a:lnTo>
                  <a:lnTo>
                    <a:pt x="134620" y="6350"/>
                  </a:lnTo>
                  <a:lnTo>
                    <a:pt x="204470" y="6350"/>
                  </a:lnTo>
                  <a:lnTo>
                    <a:pt x="204470" y="5080"/>
                  </a:lnTo>
                  <a:close/>
                </a:path>
              </a:pathLst>
            </a:custGeom>
            <a:solidFill>
              <a:srgbClr val="442500"/>
            </a:solidFill>
          </p:spPr>
          <p:txBody>
            <a:bodyPr wrap="square" lIns="0" tIns="0" rIns="0" bIns="0" rtlCol="0"/>
            <a:lstStyle/>
            <a:p/>
          </p:txBody>
        </p:sp>
        <p:sp>
          <p:nvSpPr>
            <p:cNvPr id="1641" name="object 1641"/>
            <p:cNvSpPr/>
            <p:nvPr/>
          </p:nvSpPr>
          <p:spPr>
            <a:xfrm>
              <a:off x="7674610" y="1250950"/>
              <a:ext cx="205740" cy="7620"/>
            </a:xfrm>
            <a:custGeom>
              <a:avLst/>
              <a:gdLst/>
              <a:ahLst/>
              <a:cxnLst/>
              <a:rect l="l" t="t" r="r" b="b"/>
              <a:pathLst>
                <a:path w="205740" h="7619">
                  <a:moveTo>
                    <a:pt x="68579" y="0"/>
                  </a:moveTo>
                  <a:lnTo>
                    <a:pt x="1270" y="0"/>
                  </a:lnTo>
                  <a:lnTo>
                    <a:pt x="1270" y="1270"/>
                  </a:lnTo>
                  <a:lnTo>
                    <a:pt x="0" y="1270"/>
                  </a:lnTo>
                  <a:lnTo>
                    <a:pt x="0" y="7620"/>
                  </a:lnTo>
                  <a:lnTo>
                    <a:pt x="68580" y="7620"/>
                  </a:lnTo>
                  <a:lnTo>
                    <a:pt x="68579" y="0"/>
                  </a:lnTo>
                  <a:close/>
                </a:path>
                <a:path w="205740" h="7619">
                  <a:moveTo>
                    <a:pt x="205740" y="0"/>
                  </a:moveTo>
                  <a:lnTo>
                    <a:pt x="135890" y="0"/>
                  </a:lnTo>
                  <a:lnTo>
                    <a:pt x="135890" y="5079"/>
                  </a:lnTo>
                  <a:lnTo>
                    <a:pt x="137160" y="5079"/>
                  </a:lnTo>
                  <a:lnTo>
                    <a:pt x="137160" y="7620"/>
                  </a:lnTo>
                  <a:lnTo>
                    <a:pt x="204470" y="7620"/>
                  </a:lnTo>
                  <a:lnTo>
                    <a:pt x="204470" y="6350"/>
                  </a:lnTo>
                  <a:lnTo>
                    <a:pt x="205740" y="6350"/>
                  </a:lnTo>
                  <a:lnTo>
                    <a:pt x="205740" y="0"/>
                  </a:lnTo>
                  <a:close/>
                </a:path>
              </a:pathLst>
            </a:custGeom>
            <a:solidFill>
              <a:srgbClr val="472400"/>
            </a:solidFill>
          </p:spPr>
          <p:txBody>
            <a:bodyPr wrap="square" lIns="0" tIns="0" rIns="0" bIns="0" rtlCol="0"/>
            <a:lstStyle/>
            <a:p/>
          </p:txBody>
        </p:sp>
        <p:sp>
          <p:nvSpPr>
            <p:cNvPr id="1642" name="object 1642"/>
            <p:cNvSpPr/>
            <p:nvPr/>
          </p:nvSpPr>
          <p:spPr>
            <a:xfrm>
              <a:off x="7672070" y="1258570"/>
              <a:ext cx="207010" cy="7620"/>
            </a:xfrm>
            <a:custGeom>
              <a:avLst/>
              <a:gdLst/>
              <a:ahLst/>
              <a:cxnLst/>
              <a:rect l="l" t="t" r="r" b="b"/>
              <a:pathLst>
                <a:path w="207009" h="7619">
                  <a:moveTo>
                    <a:pt x="71120" y="0"/>
                  </a:moveTo>
                  <a:lnTo>
                    <a:pt x="1270" y="0"/>
                  </a:lnTo>
                  <a:lnTo>
                    <a:pt x="1270" y="6350"/>
                  </a:lnTo>
                  <a:lnTo>
                    <a:pt x="0" y="6350"/>
                  </a:lnTo>
                  <a:lnTo>
                    <a:pt x="0" y="7619"/>
                  </a:lnTo>
                  <a:lnTo>
                    <a:pt x="69850" y="7619"/>
                  </a:lnTo>
                  <a:lnTo>
                    <a:pt x="69850" y="2539"/>
                  </a:lnTo>
                  <a:lnTo>
                    <a:pt x="71120" y="2539"/>
                  </a:lnTo>
                  <a:lnTo>
                    <a:pt x="71120" y="0"/>
                  </a:lnTo>
                  <a:close/>
                </a:path>
                <a:path w="207009" h="7619">
                  <a:moveTo>
                    <a:pt x="207009" y="0"/>
                  </a:moveTo>
                  <a:lnTo>
                    <a:pt x="139700" y="0"/>
                  </a:lnTo>
                  <a:lnTo>
                    <a:pt x="139700" y="3809"/>
                  </a:lnTo>
                  <a:lnTo>
                    <a:pt x="140970" y="3809"/>
                  </a:lnTo>
                  <a:lnTo>
                    <a:pt x="140970" y="7619"/>
                  </a:lnTo>
                  <a:lnTo>
                    <a:pt x="205739" y="7619"/>
                  </a:lnTo>
                  <a:lnTo>
                    <a:pt x="205740" y="5079"/>
                  </a:lnTo>
                  <a:lnTo>
                    <a:pt x="207010" y="5079"/>
                  </a:lnTo>
                  <a:lnTo>
                    <a:pt x="207009" y="0"/>
                  </a:lnTo>
                  <a:close/>
                </a:path>
              </a:pathLst>
            </a:custGeom>
            <a:solidFill>
              <a:srgbClr val="4A2300"/>
            </a:solidFill>
          </p:spPr>
          <p:txBody>
            <a:bodyPr wrap="square" lIns="0" tIns="0" rIns="0" bIns="0" rtlCol="0"/>
            <a:lstStyle/>
            <a:p/>
          </p:txBody>
        </p:sp>
        <p:sp>
          <p:nvSpPr>
            <p:cNvPr id="1643" name="object 1643"/>
            <p:cNvSpPr/>
            <p:nvPr/>
          </p:nvSpPr>
          <p:spPr>
            <a:xfrm>
              <a:off x="7670800" y="1266190"/>
              <a:ext cx="207010" cy="6350"/>
            </a:xfrm>
            <a:custGeom>
              <a:avLst/>
              <a:gdLst/>
              <a:ahLst/>
              <a:cxnLst/>
              <a:rect l="l" t="t" r="r" b="b"/>
              <a:pathLst>
                <a:path w="207009" h="6350">
                  <a:moveTo>
                    <a:pt x="71120" y="0"/>
                  </a:moveTo>
                  <a:lnTo>
                    <a:pt x="1270" y="0"/>
                  </a:lnTo>
                  <a:lnTo>
                    <a:pt x="1270" y="3810"/>
                  </a:lnTo>
                  <a:lnTo>
                    <a:pt x="0" y="3810"/>
                  </a:lnTo>
                  <a:lnTo>
                    <a:pt x="0" y="6350"/>
                  </a:lnTo>
                  <a:lnTo>
                    <a:pt x="71120" y="6350"/>
                  </a:lnTo>
                  <a:lnTo>
                    <a:pt x="71120" y="0"/>
                  </a:lnTo>
                  <a:close/>
                </a:path>
                <a:path w="207009" h="6350">
                  <a:moveTo>
                    <a:pt x="204470" y="3810"/>
                  </a:moveTo>
                  <a:lnTo>
                    <a:pt x="144779" y="3810"/>
                  </a:lnTo>
                  <a:lnTo>
                    <a:pt x="144779" y="6350"/>
                  </a:lnTo>
                  <a:lnTo>
                    <a:pt x="204470" y="6350"/>
                  </a:lnTo>
                  <a:lnTo>
                    <a:pt x="204470" y="3810"/>
                  </a:lnTo>
                  <a:close/>
                </a:path>
                <a:path w="207009" h="6350">
                  <a:moveTo>
                    <a:pt x="207009" y="0"/>
                  </a:moveTo>
                  <a:lnTo>
                    <a:pt x="143509" y="0"/>
                  </a:lnTo>
                  <a:lnTo>
                    <a:pt x="143509" y="3810"/>
                  </a:lnTo>
                  <a:lnTo>
                    <a:pt x="205739" y="3810"/>
                  </a:lnTo>
                  <a:lnTo>
                    <a:pt x="205739" y="1270"/>
                  </a:lnTo>
                  <a:lnTo>
                    <a:pt x="207009" y="1270"/>
                  </a:lnTo>
                  <a:lnTo>
                    <a:pt x="207009" y="0"/>
                  </a:lnTo>
                  <a:close/>
                </a:path>
              </a:pathLst>
            </a:custGeom>
            <a:solidFill>
              <a:srgbClr val="4D2300"/>
            </a:solidFill>
          </p:spPr>
          <p:txBody>
            <a:bodyPr wrap="square" lIns="0" tIns="0" rIns="0" bIns="0" rtlCol="0"/>
            <a:lstStyle/>
            <a:p/>
          </p:txBody>
        </p:sp>
        <p:sp>
          <p:nvSpPr>
            <p:cNvPr id="1644" name="object 1644"/>
            <p:cNvSpPr/>
            <p:nvPr/>
          </p:nvSpPr>
          <p:spPr>
            <a:xfrm>
              <a:off x="7669530" y="1272540"/>
              <a:ext cx="204470" cy="7620"/>
            </a:xfrm>
            <a:custGeom>
              <a:avLst/>
              <a:gdLst/>
              <a:ahLst/>
              <a:cxnLst/>
              <a:rect l="l" t="t" r="r" b="b"/>
              <a:pathLst>
                <a:path w="204470" h="7619">
                  <a:moveTo>
                    <a:pt x="72390" y="0"/>
                  </a:moveTo>
                  <a:lnTo>
                    <a:pt x="1270" y="0"/>
                  </a:lnTo>
                  <a:lnTo>
                    <a:pt x="1270" y="3810"/>
                  </a:lnTo>
                  <a:lnTo>
                    <a:pt x="0" y="3810"/>
                  </a:lnTo>
                  <a:lnTo>
                    <a:pt x="0" y="7620"/>
                  </a:lnTo>
                  <a:lnTo>
                    <a:pt x="72390" y="7620"/>
                  </a:lnTo>
                  <a:lnTo>
                    <a:pt x="72390" y="0"/>
                  </a:lnTo>
                  <a:close/>
                </a:path>
                <a:path w="204470" h="7619">
                  <a:moveTo>
                    <a:pt x="201929" y="6350"/>
                  </a:moveTo>
                  <a:lnTo>
                    <a:pt x="151129" y="6350"/>
                  </a:lnTo>
                  <a:lnTo>
                    <a:pt x="151129" y="7620"/>
                  </a:lnTo>
                  <a:lnTo>
                    <a:pt x="201929" y="7620"/>
                  </a:lnTo>
                  <a:lnTo>
                    <a:pt x="201929" y="6350"/>
                  </a:lnTo>
                  <a:close/>
                </a:path>
                <a:path w="204470" h="7619">
                  <a:moveTo>
                    <a:pt x="203200" y="2539"/>
                  </a:moveTo>
                  <a:lnTo>
                    <a:pt x="148590" y="2539"/>
                  </a:lnTo>
                  <a:lnTo>
                    <a:pt x="148590" y="5080"/>
                  </a:lnTo>
                  <a:lnTo>
                    <a:pt x="149860" y="5080"/>
                  </a:lnTo>
                  <a:lnTo>
                    <a:pt x="149860" y="6350"/>
                  </a:lnTo>
                  <a:lnTo>
                    <a:pt x="203200" y="6350"/>
                  </a:lnTo>
                  <a:lnTo>
                    <a:pt x="203200" y="2539"/>
                  </a:lnTo>
                  <a:close/>
                </a:path>
                <a:path w="204470" h="7619">
                  <a:moveTo>
                    <a:pt x="204470" y="0"/>
                  </a:moveTo>
                  <a:lnTo>
                    <a:pt x="146050" y="0"/>
                  </a:lnTo>
                  <a:lnTo>
                    <a:pt x="146050" y="1270"/>
                  </a:lnTo>
                  <a:lnTo>
                    <a:pt x="147320" y="1270"/>
                  </a:lnTo>
                  <a:lnTo>
                    <a:pt x="147320" y="2539"/>
                  </a:lnTo>
                  <a:lnTo>
                    <a:pt x="204470" y="2539"/>
                  </a:lnTo>
                  <a:lnTo>
                    <a:pt x="204470" y="0"/>
                  </a:lnTo>
                  <a:close/>
                </a:path>
              </a:pathLst>
            </a:custGeom>
            <a:solidFill>
              <a:srgbClr val="502200"/>
            </a:solidFill>
          </p:spPr>
          <p:txBody>
            <a:bodyPr wrap="square" lIns="0" tIns="0" rIns="0" bIns="0" rtlCol="0"/>
            <a:lstStyle/>
            <a:p/>
          </p:txBody>
        </p:sp>
        <p:sp>
          <p:nvSpPr>
            <p:cNvPr id="1645" name="object 1645"/>
            <p:cNvSpPr/>
            <p:nvPr/>
          </p:nvSpPr>
          <p:spPr>
            <a:xfrm>
              <a:off x="7668260" y="1280160"/>
              <a:ext cx="203200" cy="7620"/>
            </a:xfrm>
            <a:custGeom>
              <a:avLst/>
              <a:gdLst/>
              <a:ahLst/>
              <a:cxnLst/>
              <a:rect l="l" t="t" r="r" b="b"/>
              <a:pathLst>
                <a:path w="203200" h="7619">
                  <a:moveTo>
                    <a:pt x="73660" y="0"/>
                  </a:moveTo>
                  <a:lnTo>
                    <a:pt x="1270" y="0"/>
                  </a:lnTo>
                  <a:lnTo>
                    <a:pt x="1270" y="6350"/>
                  </a:lnTo>
                  <a:lnTo>
                    <a:pt x="0" y="6350"/>
                  </a:lnTo>
                  <a:lnTo>
                    <a:pt x="0" y="7619"/>
                  </a:lnTo>
                  <a:lnTo>
                    <a:pt x="73660" y="7619"/>
                  </a:lnTo>
                  <a:lnTo>
                    <a:pt x="73660" y="0"/>
                  </a:lnTo>
                  <a:close/>
                </a:path>
                <a:path w="203200" h="7619">
                  <a:moveTo>
                    <a:pt x="198120" y="6350"/>
                  </a:moveTo>
                  <a:lnTo>
                    <a:pt x="156210" y="6350"/>
                  </a:lnTo>
                  <a:lnTo>
                    <a:pt x="156210" y="7619"/>
                  </a:lnTo>
                  <a:lnTo>
                    <a:pt x="198120" y="7619"/>
                  </a:lnTo>
                  <a:lnTo>
                    <a:pt x="198120" y="6350"/>
                  </a:lnTo>
                  <a:close/>
                </a:path>
                <a:path w="203200" h="7619">
                  <a:moveTo>
                    <a:pt x="199390" y="3810"/>
                  </a:moveTo>
                  <a:lnTo>
                    <a:pt x="154940" y="3810"/>
                  </a:lnTo>
                  <a:lnTo>
                    <a:pt x="154940" y="6350"/>
                  </a:lnTo>
                  <a:lnTo>
                    <a:pt x="199390" y="6350"/>
                  </a:lnTo>
                  <a:lnTo>
                    <a:pt x="199390" y="3810"/>
                  </a:lnTo>
                  <a:close/>
                </a:path>
                <a:path w="203200" h="7619">
                  <a:moveTo>
                    <a:pt x="203200" y="0"/>
                  </a:moveTo>
                  <a:lnTo>
                    <a:pt x="152400" y="0"/>
                  </a:lnTo>
                  <a:lnTo>
                    <a:pt x="152400" y="1269"/>
                  </a:lnTo>
                  <a:lnTo>
                    <a:pt x="153670" y="1269"/>
                  </a:lnTo>
                  <a:lnTo>
                    <a:pt x="153670" y="3810"/>
                  </a:lnTo>
                  <a:lnTo>
                    <a:pt x="200660" y="3810"/>
                  </a:lnTo>
                  <a:lnTo>
                    <a:pt x="200660" y="2539"/>
                  </a:lnTo>
                  <a:lnTo>
                    <a:pt x="203200" y="2539"/>
                  </a:lnTo>
                  <a:lnTo>
                    <a:pt x="203200" y="0"/>
                  </a:lnTo>
                  <a:close/>
                </a:path>
              </a:pathLst>
            </a:custGeom>
            <a:solidFill>
              <a:srgbClr val="542100"/>
            </a:solidFill>
          </p:spPr>
          <p:txBody>
            <a:bodyPr wrap="square" lIns="0" tIns="0" rIns="0" bIns="0" rtlCol="0"/>
            <a:lstStyle/>
            <a:p/>
          </p:txBody>
        </p:sp>
        <p:sp>
          <p:nvSpPr>
            <p:cNvPr id="1646" name="object 1646"/>
            <p:cNvSpPr/>
            <p:nvPr/>
          </p:nvSpPr>
          <p:spPr>
            <a:xfrm>
              <a:off x="7668260" y="1287780"/>
              <a:ext cx="196850" cy="7620"/>
            </a:xfrm>
            <a:custGeom>
              <a:avLst/>
              <a:gdLst/>
              <a:ahLst/>
              <a:cxnLst/>
              <a:rect l="l" t="t" r="r" b="b"/>
              <a:pathLst>
                <a:path w="196850" h="7619">
                  <a:moveTo>
                    <a:pt x="73660" y="0"/>
                  </a:moveTo>
                  <a:lnTo>
                    <a:pt x="0" y="0"/>
                  </a:lnTo>
                  <a:lnTo>
                    <a:pt x="0" y="7620"/>
                  </a:lnTo>
                  <a:lnTo>
                    <a:pt x="73660" y="7620"/>
                  </a:lnTo>
                  <a:lnTo>
                    <a:pt x="73660" y="0"/>
                  </a:lnTo>
                  <a:close/>
                </a:path>
                <a:path w="196850" h="7619">
                  <a:moveTo>
                    <a:pt x="187960" y="6350"/>
                  </a:moveTo>
                  <a:lnTo>
                    <a:pt x="167640" y="6350"/>
                  </a:lnTo>
                  <a:lnTo>
                    <a:pt x="167640" y="7620"/>
                  </a:lnTo>
                  <a:lnTo>
                    <a:pt x="187960" y="7620"/>
                  </a:lnTo>
                  <a:lnTo>
                    <a:pt x="187960" y="6350"/>
                  </a:lnTo>
                  <a:close/>
                </a:path>
                <a:path w="196850" h="7619">
                  <a:moveTo>
                    <a:pt x="190500" y="5080"/>
                  </a:moveTo>
                  <a:lnTo>
                    <a:pt x="165100" y="5080"/>
                  </a:lnTo>
                  <a:lnTo>
                    <a:pt x="165100" y="6350"/>
                  </a:lnTo>
                  <a:lnTo>
                    <a:pt x="190500" y="6350"/>
                  </a:lnTo>
                  <a:lnTo>
                    <a:pt x="190500" y="5080"/>
                  </a:lnTo>
                  <a:close/>
                </a:path>
                <a:path w="196850" h="7619">
                  <a:moveTo>
                    <a:pt x="191770" y="3810"/>
                  </a:moveTo>
                  <a:lnTo>
                    <a:pt x="163830" y="3810"/>
                  </a:lnTo>
                  <a:lnTo>
                    <a:pt x="163830" y="5080"/>
                  </a:lnTo>
                  <a:lnTo>
                    <a:pt x="191770" y="5080"/>
                  </a:lnTo>
                  <a:lnTo>
                    <a:pt x="191770" y="3810"/>
                  </a:lnTo>
                  <a:close/>
                </a:path>
                <a:path w="196850" h="7619">
                  <a:moveTo>
                    <a:pt x="195579" y="1270"/>
                  </a:moveTo>
                  <a:lnTo>
                    <a:pt x="160020" y="1270"/>
                  </a:lnTo>
                  <a:lnTo>
                    <a:pt x="160020" y="2540"/>
                  </a:lnTo>
                  <a:lnTo>
                    <a:pt x="161290" y="2540"/>
                  </a:lnTo>
                  <a:lnTo>
                    <a:pt x="161290" y="3810"/>
                  </a:lnTo>
                  <a:lnTo>
                    <a:pt x="195580" y="3810"/>
                  </a:lnTo>
                  <a:lnTo>
                    <a:pt x="195579" y="1270"/>
                  </a:lnTo>
                  <a:close/>
                </a:path>
                <a:path w="196850" h="7619">
                  <a:moveTo>
                    <a:pt x="196850" y="0"/>
                  </a:moveTo>
                  <a:lnTo>
                    <a:pt x="158750" y="0"/>
                  </a:lnTo>
                  <a:lnTo>
                    <a:pt x="158750" y="1270"/>
                  </a:lnTo>
                  <a:lnTo>
                    <a:pt x="196850" y="1270"/>
                  </a:lnTo>
                  <a:lnTo>
                    <a:pt x="196850" y="0"/>
                  </a:lnTo>
                  <a:close/>
                </a:path>
              </a:pathLst>
            </a:custGeom>
            <a:solidFill>
              <a:srgbClr val="572100"/>
            </a:solidFill>
          </p:spPr>
          <p:txBody>
            <a:bodyPr wrap="square" lIns="0" tIns="0" rIns="0" bIns="0" rtlCol="0"/>
            <a:lstStyle/>
            <a:p/>
          </p:txBody>
        </p:sp>
        <p:sp>
          <p:nvSpPr>
            <p:cNvPr id="1647" name="object 1647"/>
            <p:cNvSpPr/>
            <p:nvPr/>
          </p:nvSpPr>
          <p:spPr>
            <a:xfrm>
              <a:off x="7666990" y="1295400"/>
              <a:ext cx="184150" cy="6350"/>
            </a:xfrm>
            <a:custGeom>
              <a:avLst/>
              <a:gdLst/>
              <a:ahLst/>
              <a:cxnLst/>
              <a:rect l="l" t="t" r="r" b="b"/>
              <a:pathLst>
                <a:path w="184150" h="6350">
                  <a:moveTo>
                    <a:pt x="74929" y="0"/>
                  </a:moveTo>
                  <a:lnTo>
                    <a:pt x="1269" y="0"/>
                  </a:lnTo>
                  <a:lnTo>
                    <a:pt x="1269" y="3810"/>
                  </a:lnTo>
                  <a:lnTo>
                    <a:pt x="0" y="3810"/>
                  </a:lnTo>
                  <a:lnTo>
                    <a:pt x="0" y="6350"/>
                  </a:lnTo>
                  <a:lnTo>
                    <a:pt x="74929" y="6350"/>
                  </a:lnTo>
                  <a:lnTo>
                    <a:pt x="74929" y="0"/>
                  </a:lnTo>
                  <a:close/>
                </a:path>
                <a:path w="184150" h="6350">
                  <a:moveTo>
                    <a:pt x="180339" y="1270"/>
                  </a:moveTo>
                  <a:lnTo>
                    <a:pt x="176529" y="1270"/>
                  </a:lnTo>
                  <a:lnTo>
                    <a:pt x="176529" y="2539"/>
                  </a:lnTo>
                  <a:lnTo>
                    <a:pt x="180339" y="2539"/>
                  </a:lnTo>
                  <a:lnTo>
                    <a:pt x="180339" y="1270"/>
                  </a:lnTo>
                  <a:close/>
                </a:path>
                <a:path w="184150" h="6350">
                  <a:moveTo>
                    <a:pt x="184150" y="0"/>
                  </a:moveTo>
                  <a:lnTo>
                    <a:pt x="170179" y="0"/>
                  </a:lnTo>
                  <a:lnTo>
                    <a:pt x="170179" y="1270"/>
                  </a:lnTo>
                  <a:lnTo>
                    <a:pt x="184150" y="1270"/>
                  </a:lnTo>
                  <a:lnTo>
                    <a:pt x="184150" y="0"/>
                  </a:lnTo>
                  <a:close/>
                </a:path>
              </a:pathLst>
            </a:custGeom>
            <a:solidFill>
              <a:srgbClr val="5A2000"/>
            </a:solidFill>
          </p:spPr>
          <p:txBody>
            <a:bodyPr wrap="square" lIns="0" tIns="0" rIns="0" bIns="0" rtlCol="0"/>
            <a:lstStyle/>
            <a:p/>
          </p:txBody>
        </p:sp>
        <p:sp>
          <p:nvSpPr>
            <p:cNvPr id="1648" name="object 1648"/>
            <p:cNvSpPr/>
            <p:nvPr/>
          </p:nvSpPr>
          <p:spPr>
            <a:xfrm>
              <a:off x="7666990" y="1301750"/>
              <a:ext cx="74930" cy="7620"/>
            </a:xfrm>
            <a:custGeom>
              <a:avLst/>
              <a:gdLst/>
              <a:ahLst/>
              <a:cxnLst/>
              <a:rect l="l" t="t" r="r" b="b"/>
              <a:pathLst>
                <a:path w="74929" h="7619">
                  <a:moveTo>
                    <a:pt x="0" y="7620"/>
                  </a:moveTo>
                  <a:lnTo>
                    <a:pt x="0" y="0"/>
                  </a:lnTo>
                  <a:lnTo>
                    <a:pt x="74929" y="0"/>
                  </a:lnTo>
                  <a:lnTo>
                    <a:pt x="74929" y="7620"/>
                  </a:lnTo>
                  <a:lnTo>
                    <a:pt x="0" y="7620"/>
                  </a:lnTo>
                  <a:close/>
                </a:path>
              </a:pathLst>
            </a:custGeom>
            <a:solidFill>
              <a:srgbClr val="5D2000"/>
            </a:solidFill>
          </p:spPr>
          <p:txBody>
            <a:bodyPr wrap="square" lIns="0" tIns="0" rIns="0" bIns="0" rtlCol="0"/>
            <a:lstStyle/>
            <a:p/>
          </p:txBody>
        </p:sp>
        <p:sp>
          <p:nvSpPr>
            <p:cNvPr id="1649" name="object 1649"/>
            <p:cNvSpPr/>
            <p:nvPr/>
          </p:nvSpPr>
          <p:spPr>
            <a:xfrm>
              <a:off x="7665720" y="1309370"/>
              <a:ext cx="76200" cy="7620"/>
            </a:xfrm>
            <a:custGeom>
              <a:avLst/>
              <a:gdLst/>
              <a:ahLst/>
              <a:cxnLst/>
              <a:rect l="l" t="t" r="r" b="b"/>
              <a:pathLst>
                <a:path w="76200" h="7619">
                  <a:moveTo>
                    <a:pt x="76200" y="0"/>
                  </a:moveTo>
                  <a:lnTo>
                    <a:pt x="1270" y="0"/>
                  </a:lnTo>
                  <a:lnTo>
                    <a:pt x="1270" y="2539"/>
                  </a:lnTo>
                  <a:lnTo>
                    <a:pt x="0" y="2539"/>
                  </a:lnTo>
                  <a:lnTo>
                    <a:pt x="0" y="7619"/>
                  </a:lnTo>
                  <a:lnTo>
                    <a:pt x="76200" y="7619"/>
                  </a:lnTo>
                  <a:lnTo>
                    <a:pt x="76200" y="0"/>
                  </a:lnTo>
                  <a:close/>
                </a:path>
              </a:pathLst>
            </a:custGeom>
            <a:solidFill>
              <a:srgbClr val="601F00"/>
            </a:solidFill>
          </p:spPr>
          <p:txBody>
            <a:bodyPr wrap="square" lIns="0" tIns="0" rIns="0" bIns="0" rtlCol="0"/>
            <a:lstStyle/>
            <a:p/>
          </p:txBody>
        </p:sp>
        <p:sp>
          <p:nvSpPr>
            <p:cNvPr id="1650" name="object 1650"/>
            <p:cNvSpPr/>
            <p:nvPr/>
          </p:nvSpPr>
          <p:spPr>
            <a:xfrm>
              <a:off x="7665720" y="1316990"/>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631E00"/>
            </a:solidFill>
          </p:spPr>
          <p:txBody>
            <a:bodyPr wrap="square" lIns="0" tIns="0" rIns="0" bIns="0" rtlCol="0"/>
            <a:lstStyle/>
            <a:p/>
          </p:txBody>
        </p:sp>
        <p:sp>
          <p:nvSpPr>
            <p:cNvPr id="1651" name="object 1651"/>
            <p:cNvSpPr/>
            <p:nvPr/>
          </p:nvSpPr>
          <p:spPr>
            <a:xfrm>
              <a:off x="7664450" y="1323340"/>
              <a:ext cx="78740" cy="7620"/>
            </a:xfrm>
            <a:custGeom>
              <a:avLst/>
              <a:gdLst/>
              <a:ahLst/>
              <a:cxnLst/>
              <a:rect l="l" t="t" r="r" b="b"/>
              <a:pathLst>
                <a:path w="78740" h="7619">
                  <a:moveTo>
                    <a:pt x="78740" y="0"/>
                  </a:moveTo>
                  <a:lnTo>
                    <a:pt x="1270" y="0"/>
                  </a:lnTo>
                  <a:lnTo>
                    <a:pt x="1270" y="1270"/>
                  </a:lnTo>
                  <a:lnTo>
                    <a:pt x="0" y="1270"/>
                  </a:lnTo>
                  <a:lnTo>
                    <a:pt x="0" y="7620"/>
                  </a:lnTo>
                  <a:lnTo>
                    <a:pt x="78740" y="7620"/>
                  </a:lnTo>
                  <a:lnTo>
                    <a:pt x="78740" y="0"/>
                  </a:lnTo>
                  <a:close/>
                </a:path>
              </a:pathLst>
            </a:custGeom>
            <a:solidFill>
              <a:srgbClr val="661E00"/>
            </a:solidFill>
          </p:spPr>
          <p:txBody>
            <a:bodyPr wrap="square" lIns="0" tIns="0" rIns="0" bIns="0" rtlCol="0"/>
            <a:lstStyle/>
            <a:p/>
          </p:txBody>
        </p:sp>
        <p:sp>
          <p:nvSpPr>
            <p:cNvPr id="1652" name="object 1652"/>
            <p:cNvSpPr/>
            <p:nvPr/>
          </p:nvSpPr>
          <p:spPr>
            <a:xfrm>
              <a:off x="7664450" y="1330960"/>
              <a:ext cx="78740" cy="7620"/>
            </a:xfrm>
            <a:custGeom>
              <a:avLst/>
              <a:gdLst/>
              <a:ahLst/>
              <a:cxnLst/>
              <a:rect l="l" t="t" r="r" b="b"/>
              <a:pathLst>
                <a:path w="78740" h="7619">
                  <a:moveTo>
                    <a:pt x="0" y="7619"/>
                  </a:moveTo>
                  <a:lnTo>
                    <a:pt x="0" y="0"/>
                  </a:lnTo>
                  <a:lnTo>
                    <a:pt x="78740" y="0"/>
                  </a:lnTo>
                  <a:lnTo>
                    <a:pt x="78740" y="7619"/>
                  </a:lnTo>
                  <a:lnTo>
                    <a:pt x="0" y="7619"/>
                  </a:lnTo>
                  <a:close/>
                </a:path>
              </a:pathLst>
            </a:custGeom>
            <a:solidFill>
              <a:srgbClr val="6A1D00"/>
            </a:solidFill>
          </p:spPr>
          <p:txBody>
            <a:bodyPr wrap="square" lIns="0" tIns="0" rIns="0" bIns="0" rtlCol="0"/>
            <a:lstStyle/>
            <a:p/>
          </p:txBody>
        </p:sp>
        <p:sp>
          <p:nvSpPr>
            <p:cNvPr id="1653" name="object 1653"/>
            <p:cNvSpPr/>
            <p:nvPr/>
          </p:nvSpPr>
          <p:spPr>
            <a:xfrm>
              <a:off x="7663180" y="1338580"/>
              <a:ext cx="80010" cy="7620"/>
            </a:xfrm>
            <a:custGeom>
              <a:avLst/>
              <a:gdLst/>
              <a:ahLst/>
              <a:cxnLst/>
              <a:rect l="l" t="t" r="r" b="b"/>
              <a:pathLst>
                <a:path w="80009" h="7619">
                  <a:moveTo>
                    <a:pt x="80010" y="0"/>
                  </a:moveTo>
                  <a:lnTo>
                    <a:pt x="1270" y="0"/>
                  </a:lnTo>
                  <a:lnTo>
                    <a:pt x="1270" y="5080"/>
                  </a:lnTo>
                  <a:lnTo>
                    <a:pt x="0" y="5080"/>
                  </a:lnTo>
                  <a:lnTo>
                    <a:pt x="0" y="7620"/>
                  </a:lnTo>
                  <a:lnTo>
                    <a:pt x="80009" y="7620"/>
                  </a:lnTo>
                  <a:lnTo>
                    <a:pt x="80010" y="0"/>
                  </a:lnTo>
                  <a:close/>
                </a:path>
              </a:pathLst>
            </a:custGeom>
            <a:solidFill>
              <a:srgbClr val="6D1C00"/>
            </a:solidFill>
          </p:spPr>
          <p:txBody>
            <a:bodyPr wrap="square" lIns="0" tIns="0" rIns="0" bIns="0" rtlCol="0"/>
            <a:lstStyle/>
            <a:p/>
          </p:txBody>
        </p:sp>
        <p:sp>
          <p:nvSpPr>
            <p:cNvPr id="1654" name="object 1654"/>
            <p:cNvSpPr/>
            <p:nvPr/>
          </p:nvSpPr>
          <p:spPr>
            <a:xfrm>
              <a:off x="7663180" y="1346200"/>
              <a:ext cx="80010" cy="6350"/>
            </a:xfrm>
            <a:custGeom>
              <a:avLst/>
              <a:gdLst/>
              <a:ahLst/>
              <a:cxnLst/>
              <a:rect l="l" t="t" r="r" b="b"/>
              <a:pathLst>
                <a:path w="80009" h="6350">
                  <a:moveTo>
                    <a:pt x="0" y="6350"/>
                  </a:moveTo>
                  <a:lnTo>
                    <a:pt x="0" y="0"/>
                  </a:lnTo>
                  <a:lnTo>
                    <a:pt x="80009" y="0"/>
                  </a:lnTo>
                  <a:lnTo>
                    <a:pt x="80009" y="6350"/>
                  </a:lnTo>
                  <a:lnTo>
                    <a:pt x="0" y="6350"/>
                  </a:lnTo>
                  <a:close/>
                </a:path>
              </a:pathLst>
            </a:custGeom>
            <a:solidFill>
              <a:srgbClr val="701C00"/>
            </a:solidFill>
          </p:spPr>
          <p:txBody>
            <a:bodyPr wrap="square" lIns="0" tIns="0" rIns="0" bIns="0" rtlCol="0"/>
            <a:lstStyle/>
            <a:p/>
          </p:txBody>
        </p:sp>
        <p:sp>
          <p:nvSpPr>
            <p:cNvPr id="1655" name="object 1655"/>
            <p:cNvSpPr/>
            <p:nvPr/>
          </p:nvSpPr>
          <p:spPr>
            <a:xfrm>
              <a:off x="7663180" y="1352550"/>
              <a:ext cx="81280" cy="7620"/>
            </a:xfrm>
            <a:custGeom>
              <a:avLst/>
              <a:gdLst/>
              <a:ahLst/>
              <a:cxnLst/>
              <a:rect l="l" t="t" r="r" b="b"/>
              <a:pathLst>
                <a:path w="81279" h="7619">
                  <a:moveTo>
                    <a:pt x="80009" y="0"/>
                  </a:moveTo>
                  <a:lnTo>
                    <a:pt x="0" y="0"/>
                  </a:lnTo>
                  <a:lnTo>
                    <a:pt x="0" y="7620"/>
                  </a:lnTo>
                  <a:lnTo>
                    <a:pt x="81279" y="7620"/>
                  </a:lnTo>
                  <a:lnTo>
                    <a:pt x="81279" y="2539"/>
                  </a:lnTo>
                  <a:lnTo>
                    <a:pt x="80009" y="2539"/>
                  </a:lnTo>
                  <a:lnTo>
                    <a:pt x="80009" y="0"/>
                  </a:lnTo>
                  <a:close/>
                </a:path>
              </a:pathLst>
            </a:custGeom>
            <a:solidFill>
              <a:srgbClr val="731B00"/>
            </a:solidFill>
          </p:spPr>
          <p:txBody>
            <a:bodyPr wrap="square" lIns="0" tIns="0" rIns="0" bIns="0" rtlCol="0"/>
            <a:lstStyle/>
            <a:p/>
          </p:txBody>
        </p:sp>
        <p:sp>
          <p:nvSpPr>
            <p:cNvPr id="1656" name="object 1656"/>
            <p:cNvSpPr/>
            <p:nvPr/>
          </p:nvSpPr>
          <p:spPr>
            <a:xfrm>
              <a:off x="7663180" y="1360170"/>
              <a:ext cx="82550" cy="7620"/>
            </a:xfrm>
            <a:custGeom>
              <a:avLst/>
              <a:gdLst/>
              <a:ahLst/>
              <a:cxnLst/>
              <a:rect l="l" t="t" r="r" b="b"/>
              <a:pathLst>
                <a:path w="82550" h="7619">
                  <a:moveTo>
                    <a:pt x="81279" y="0"/>
                  </a:moveTo>
                  <a:lnTo>
                    <a:pt x="0" y="0"/>
                  </a:lnTo>
                  <a:lnTo>
                    <a:pt x="0" y="7619"/>
                  </a:lnTo>
                  <a:lnTo>
                    <a:pt x="82550" y="7619"/>
                  </a:lnTo>
                  <a:lnTo>
                    <a:pt x="82550" y="5079"/>
                  </a:lnTo>
                  <a:lnTo>
                    <a:pt x="81279" y="5079"/>
                  </a:lnTo>
                  <a:lnTo>
                    <a:pt x="81279" y="0"/>
                  </a:lnTo>
                  <a:close/>
                </a:path>
              </a:pathLst>
            </a:custGeom>
            <a:solidFill>
              <a:srgbClr val="761B00"/>
            </a:solidFill>
          </p:spPr>
          <p:txBody>
            <a:bodyPr wrap="square" lIns="0" tIns="0" rIns="0" bIns="0" rtlCol="0"/>
            <a:lstStyle/>
            <a:p/>
          </p:txBody>
        </p:sp>
        <p:sp>
          <p:nvSpPr>
            <p:cNvPr id="1657" name="object 1657"/>
            <p:cNvSpPr/>
            <p:nvPr/>
          </p:nvSpPr>
          <p:spPr>
            <a:xfrm>
              <a:off x="7663180" y="13677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91A00"/>
            </a:solidFill>
          </p:spPr>
          <p:txBody>
            <a:bodyPr wrap="square" lIns="0" tIns="0" rIns="0" bIns="0" rtlCol="0"/>
            <a:lstStyle/>
            <a:p/>
          </p:txBody>
        </p:sp>
        <p:sp>
          <p:nvSpPr>
            <p:cNvPr id="1658" name="object 1658"/>
            <p:cNvSpPr/>
            <p:nvPr/>
          </p:nvSpPr>
          <p:spPr>
            <a:xfrm>
              <a:off x="7663180" y="1374140"/>
              <a:ext cx="83820" cy="7620"/>
            </a:xfrm>
            <a:custGeom>
              <a:avLst/>
              <a:gdLst/>
              <a:ahLst/>
              <a:cxnLst/>
              <a:rect l="l" t="t" r="r" b="b"/>
              <a:pathLst>
                <a:path w="83820" h="7619">
                  <a:moveTo>
                    <a:pt x="82550" y="0"/>
                  </a:moveTo>
                  <a:lnTo>
                    <a:pt x="0" y="0"/>
                  </a:lnTo>
                  <a:lnTo>
                    <a:pt x="0" y="7620"/>
                  </a:lnTo>
                  <a:lnTo>
                    <a:pt x="83820" y="7620"/>
                  </a:lnTo>
                  <a:lnTo>
                    <a:pt x="83820" y="3810"/>
                  </a:lnTo>
                  <a:lnTo>
                    <a:pt x="82550" y="3810"/>
                  </a:lnTo>
                  <a:lnTo>
                    <a:pt x="82550" y="0"/>
                  </a:lnTo>
                  <a:close/>
                </a:path>
              </a:pathLst>
            </a:custGeom>
            <a:solidFill>
              <a:srgbClr val="7C1900"/>
            </a:solidFill>
          </p:spPr>
          <p:txBody>
            <a:bodyPr wrap="square" lIns="0" tIns="0" rIns="0" bIns="0" rtlCol="0"/>
            <a:lstStyle/>
            <a:p/>
          </p:txBody>
        </p:sp>
        <p:sp>
          <p:nvSpPr>
            <p:cNvPr id="1659" name="object 1659"/>
            <p:cNvSpPr/>
            <p:nvPr/>
          </p:nvSpPr>
          <p:spPr>
            <a:xfrm>
              <a:off x="7663180" y="13817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801900"/>
            </a:solidFill>
          </p:spPr>
          <p:txBody>
            <a:bodyPr wrap="square" lIns="0" tIns="0" rIns="0" bIns="0" rtlCol="0"/>
            <a:lstStyle/>
            <a:p/>
          </p:txBody>
        </p:sp>
        <p:sp>
          <p:nvSpPr>
            <p:cNvPr id="1660" name="object 1660"/>
            <p:cNvSpPr/>
            <p:nvPr/>
          </p:nvSpPr>
          <p:spPr>
            <a:xfrm>
              <a:off x="7663180" y="13893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831800"/>
            </a:solidFill>
          </p:spPr>
          <p:txBody>
            <a:bodyPr wrap="square" lIns="0" tIns="0" rIns="0" bIns="0" rtlCol="0"/>
            <a:lstStyle/>
            <a:p/>
          </p:txBody>
        </p:sp>
        <p:sp>
          <p:nvSpPr>
            <p:cNvPr id="1661" name="object 1661"/>
            <p:cNvSpPr/>
            <p:nvPr/>
          </p:nvSpPr>
          <p:spPr>
            <a:xfrm>
              <a:off x="7663180" y="1395730"/>
              <a:ext cx="85090" cy="7620"/>
            </a:xfrm>
            <a:custGeom>
              <a:avLst/>
              <a:gdLst/>
              <a:ahLst/>
              <a:cxnLst/>
              <a:rect l="l" t="t" r="r" b="b"/>
              <a:pathLst>
                <a:path w="85090" h="7619">
                  <a:moveTo>
                    <a:pt x="83820" y="0"/>
                  </a:moveTo>
                  <a:lnTo>
                    <a:pt x="0" y="0"/>
                  </a:lnTo>
                  <a:lnTo>
                    <a:pt x="0" y="7620"/>
                  </a:lnTo>
                  <a:lnTo>
                    <a:pt x="85090" y="7620"/>
                  </a:lnTo>
                  <a:lnTo>
                    <a:pt x="85090" y="1270"/>
                  </a:lnTo>
                  <a:lnTo>
                    <a:pt x="83820" y="1270"/>
                  </a:lnTo>
                  <a:lnTo>
                    <a:pt x="83820" y="0"/>
                  </a:lnTo>
                  <a:close/>
                </a:path>
              </a:pathLst>
            </a:custGeom>
            <a:solidFill>
              <a:srgbClr val="861700"/>
            </a:solidFill>
          </p:spPr>
          <p:txBody>
            <a:bodyPr wrap="square" lIns="0" tIns="0" rIns="0" bIns="0" rtlCol="0"/>
            <a:lstStyle/>
            <a:p/>
          </p:txBody>
        </p:sp>
        <p:sp>
          <p:nvSpPr>
            <p:cNvPr id="1662" name="object 1662"/>
            <p:cNvSpPr/>
            <p:nvPr/>
          </p:nvSpPr>
          <p:spPr>
            <a:xfrm>
              <a:off x="7663180" y="1403350"/>
              <a:ext cx="86360" cy="7620"/>
            </a:xfrm>
            <a:custGeom>
              <a:avLst/>
              <a:gdLst/>
              <a:ahLst/>
              <a:cxnLst/>
              <a:rect l="l" t="t" r="r" b="b"/>
              <a:pathLst>
                <a:path w="86359" h="7619">
                  <a:moveTo>
                    <a:pt x="85090" y="0"/>
                  </a:moveTo>
                  <a:lnTo>
                    <a:pt x="0" y="0"/>
                  </a:lnTo>
                  <a:lnTo>
                    <a:pt x="0" y="7620"/>
                  </a:lnTo>
                  <a:lnTo>
                    <a:pt x="86359" y="7620"/>
                  </a:lnTo>
                  <a:lnTo>
                    <a:pt x="86359" y="6350"/>
                  </a:lnTo>
                  <a:lnTo>
                    <a:pt x="85090" y="6350"/>
                  </a:lnTo>
                  <a:lnTo>
                    <a:pt x="85090" y="0"/>
                  </a:lnTo>
                  <a:close/>
                </a:path>
              </a:pathLst>
            </a:custGeom>
            <a:solidFill>
              <a:srgbClr val="891700"/>
            </a:solidFill>
          </p:spPr>
          <p:txBody>
            <a:bodyPr wrap="square" lIns="0" tIns="0" rIns="0" bIns="0" rtlCol="0"/>
            <a:lstStyle/>
            <a:p/>
          </p:txBody>
        </p:sp>
        <p:sp>
          <p:nvSpPr>
            <p:cNvPr id="1663" name="object 1663"/>
            <p:cNvSpPr/>
            <p:nvPr/>
          </p:nvSpPr>
          <p:spPr>
            <a:xfrm>
              <a:off x="7663180" y="1410970"/>
              <a:ext cx="87630" cy="7620"/>
            </a:xfrm>
            <a:custGeom>
              <a:avLst/>
              <a:gdLst/>
              <a:ahLst/>
              <a:cxnLst/>
              <a:rect l="l" t="t" r="r" b="b"/>
              <a:pathLst>
                <a:path w="87629" h="7619">
                  <a:moveTo>
                    <a:pt x="86359" y="0"/>
                  </a:moveTo>
                  <a:lnTo>
                    <a:pt x="0" y="0"/>
                  </a:lnTo>
                  <a:lnTo>
                    <a:pt x="0" y="7619"/>
                  </a:lnTo>
                  <a:lnTo>
                    <a:pt x="87629" y="7619"/>
                  </a:lnTo>
                  <a:lnTo>
                    <a:pt x="87629" y="3809"/>
                  </a:lnTo>
                  <a:lnTo>
                    <a:pt x="86359" y="3809"/>
                  </a:lnTo>
                  <a:lnTo>
                    <a:pt x="86359" y="0"/>
                  </a:lnTo>
                  <a:close/>
                </a:path>
              </a:pathLst>
            </a:custGeom>
            <a:solidFill>
              <a:srgbClr val="8C1600"/>
            </a:solidFill>
          </p:spPr>
          <p:txBody>
            <a:bodyPr wrap="square" lIns="0" tIns="0" rIns="0" bIns="0" rtlCol="0"/>
            <a:lstStyle/>
            <a:p/>
          </p:txBody>
        </p:sp>
        <p:sp>
          <p:nvSpPr>
            <p:cNvPr id="1664" name="object 1664"/>
            <p:cNvSpPr/>
            <p:nvPr/>
          </p:nvSpPr>
          <p:spPr>
            <a:xfrm>
              <a:off x="7663180" y="1418590"/>
              <a:ext cx="88900" cy="6350"/>
            </a:xfrm>
            <a:custGeom>
              <a:avLst/>
              <a:gdLst/>
              <a:ahLst/>
              <a:cxnLst/>
              <a:rect l="l" t="t" r="r" b="b"/>
              <a:pathLst>
                <a:path w="88900" h="6350">
                  <a:moveTo>
                    <a:pt x="87629" y="0"/>
                  </a:moveTo>
                  <a:lnTo>
                    <a:pt x="0" y="0"/>
                  </a:lnTo>
                  <a:lnTo>
                    <a:pt x="0" y="2539"/>
                  </a:lnTo>
                  <a:lnTo>
                    <a:pt x="87629" y="2539"/>
                  </a:lnTo>
                  <a:lnTo>
                    <a:pt x="87629" y="0"/>
                  </a:lnTo>
                  <a:close/>
                </a:path>
                <a:path w="88900" h="6350">
                  <a:moveTo>
                    <a:pt x="88900" y="2540"/>
                  </a:moveTo>
                  <a:lnTo>
                    <a:pt x="0" y="2540"/>
                  </a:lnTo>
                  <a:lnTo>
                    <a:pt x="0" y="6350"/>
                  </a:lnTo>
                  <a:lnTo>
                    <a:pt x="88900" y="6350"/>
                  </a:lnTo>
                  <a:lnTo>
                    <a:pt x="88900" y="2540"/>
                  </a:lnTo>
                  <a:close/>
                </a:path>
              </a:pathLst>
            </a:custGeom>
            <a:solidFill>
              <a:srgbClr val="8F1600"/>
            </a:solidFill>
          </p:spPr>
          <p:txBody>
            <a:bodyPr wrap="square" lIns="0" tIns="0" rIns="0" bIns="0" rtlCol="0"/>
            <a:lstStyle/>
            <a:p/>
          </p:txBody>
        </p:sp>
        <p:sp>
          <p:nvSpPr>
            <p:cNvPr id="1665" name="object 1665"/>
            <p:cNvSpPr/>
            <p:nvPr/>
          </p:nvSpPr>
          <p:spPr>
            <a:xfrm>
              <a:off x="7663180" y="1424939"/>
              <a:ext cx="90170" cy="7620"/>
            </a:xfrm>
            <a:custGeom>
              <a:avLst/>
              <a:gdLst/>
              <a:ahLst/>
              <a:cxnLst/>
              <a:rect l="l" t="t" r="r" b="b"/>
              <a:pathLst>
                <a:path w="90170" h="7619">
                  <a:moveTo>
                    <a:pt x="90170" y="3810"/>
                  </a:moveTo>
                  <a:lnTo>
                    <a:pt x="88900" y="3810"/>
                  </a:lnTo>
                  <a:lnTo>
                    <a:pt x="88900" y="1270"/>
                  </a:lnTo>
                  <a:lnTo>
                    <a:pt x="88900" y="0"/>
                  </a:lnTo>
                  <a:lnTo>
                    <a:pt x="0" y="0"/>
                  </a:lnTo>
                  <a:lnTo>
                    <a:pt x="0" y="1270"/>
                  </a:lnTo>
                  <a:lnTo>
                    <a:pt x="1270" y="1270"/>
                  </a:lnTo>
                  <a:lnTo>
                    <a:pt x="1270" y="3810"/>
                  </a:lnTo>
                  <a:lnTo>
                    <a:pt x="1270" y="7620"/>
                  </a:lnTo>
                  <a:lnTo>
                    <a:pt x="90170" y="7620"/>
                  </a:lnTo>
                  <a:lnTo>
                    <a:pt x="90170" y="3810"/>
                  </a:lnTo>
                  <a:close/>
                </a:path>
              </a:pathLst>
            </a:custGeom>
            <a:solidFill>
              <a:srgbClr val="921500"/>
            </a:solidFill>
          </p:spPr>
          <p:txBody>
            <a:bodyPr wrap="square" lIns="0" tIns="0" rIns="0" bIns="0" rtlCol="0"/>
            <a:lstStyle/>
            <a:p/>
          </p:txBody>
        </p:sp>
        <p:sp>
          <p:nvSpPr>
            <p:cNvPr id="1666" name="object 1666"/>
            <p:cNvSpPr/>
            <p:nvPr/>
          </p:nvSpPr>
          <p:spPr>
            <a:xfrm>
              <a:off x="7664450" y="1432559"/>
              <a:ext cx="90170" cy="7620"/>
            </a:xfrm>
            <a:custGeom>
              <a:avLst/>
              <a:gdLst/>
              <a:ahLst/>
              <a:cxnLst/>
              <a:rect l="l" t="t" r="r" b="b"/>
              <a:pathLst>
                <a:path w="90170" h="7619">
                  <a:moveTo>
                    <a:pt x="90170" y="5080"/>
                  </a:moveTo>
                  <a:lnTo>
                    <a:pt x="88900" y="5080"/>
                  </a:lnTo>
                  <a:lnTo>
                    <a:pt x="88900" y="0"/>
                  </a:lnTo>
                  <a:lnTo>
                    <a:pt x="0" y="0"/>
                  </a:lnTo>
                  <a:lnTo>
                    <a:pt x="0" y="5080"/>
                  </a:lnTo>
                  <a:lnTo>
                    <a:pt x="0" y="7620"/>
                  </a:lnTo>
                  <a:lnTo>
                    <a:pt x="90170" y="7620"/>
                  </a:lnTo>
                  <a:lnTo>
                    <a:pt x="90170" y="5080"/>
                  </a:lnTo>
                  <a:close/>
                </a:path>
              </a:pathLst>
            </a:custGeom>
            <a:solidFill>
              <a:srgbClr val="961400"/>
            </a:solidFill>
          </p:spPr>
          <p:txBody>
            <a:bodyPr wrap="square" lIns="0" tIns="0" rIns="0" bIns="0" rtlCol="0"/>
            <a:lstStyle/>
            <a:p/>
          </p:txBody>
        </p:sp>
        <p:sp>
          <p:nvSpPr>
            <p:cNvPr id="1667" name="object 1667"/>
            <p:cNvSpPr/>
            <p:nvPr/>
          </p:nvSpPr>
          <p:spPr>
            <a:xfrm>
              <a:off x="7664450" y="1440180"/>
              <a:ext cx="90170" cy="6350"/>
            </a:xfrm>
            <a:custGeom>
              <a:avLst/>
              <a:gdLst/>
              <a:ahLst/>
              <a:cxnLst/>
              <a:rect l="l" t="t" r="r" b="b"/>
              <a:pathLst>
                <a:path w="90170" h="6350">
                  <a:moveTo>
                    <a:pt x="90170" y="0"/>
                  </a:moveTo>
                  <a:lnTo>
                    <a:pt x="0" y="0"/>
                  </a:lnTo>
                  <a:lnTo>
                    <a:pt x="0" y="6350"/>
                  </a:lnTo>
                  <a:lnTo>
                    <a:pt x="90170" y="6350"/>
                  </a:lnTo>
                  <a:lnTo>
                    <a:pt x="90170" y="0"/>
                  </a:lnTo>
                  <a:close/>
                </a:path>
              </a:pathLst>
            </a:custGeom>
            <a:solidFill>
              <a:srgbClr val="991400"/>
            </a:solidFill>
          </p:spPr>
          <p:txBody>
            <a:bodyPr wrap="square" lIns="0" tIns="0" rIns="0" bIns="0" rtlCol="0"/>
            <a:lstStyle/>
            <a:p/>
          </p:txBody>
        </p:sp>
        <p:sp>
          <p:nvSpPr>
            <p:cNvPr id="1668" name="object 1668"/>
            <p:cNvSpPr/>
            <p:nvPr/>
          </p:nvSpPr>
          <p:spPr>
            <a:xfrm>
              <a:off x="7665720" y="1446530"/>
              <a:ext cx="90170" cy="7620"/>
            </a:xfrm>
            <a:custGeom>
              <a:avLst/>
              <a:gdLst/>
              <a:ahLst/>
              <a:cxnLst/>
              <a:rect l="l" t="t" r="r" b="b"/>
              <a:pathLst>
                <a:path w="90170" h="7619">
                  <a:moveTo>
                    <a:pt x="90170" y="0"/>
                  </a:moveTo>
                  <a:lnTo>
                    <a:pt x="0" y="0"/>
                  </a:lnTo>
                  <a:lnTo>
                    <a:pt x="0" y="7620"/>
                  </a:lnTo>
                  <a:lnTo>
                    <a:pt x="90170" y="7620"/>
                  </a:lnTo>
                  <a:lnTo>
                    <a:pt x="90170" y="0"/>
                  </a:lnTo>
                  <a:close/>
                </a:path>
              </a:pathLst>
            </a:custGeom>
            <a:solidFill>
              <a:srgbClr val="9C1300"/>
            </a:solidFill>
          </p:spPr>
          <p:txBody>
            <a:bodyPr wrap="square" lIns="0" tIns="0" rIns="0" bIns="0" rtlCol="0"/>
            <a:lstStyle/>
            <a:p/>
          </p:txBody>
        </p:sp>
        <p:sp>
          <p:nvSpPr>
            <p:cNvPr id="1669" name="object 1669"/>
            <p:cNvSpPr/>
            <p:nvPr/>
          </p:nvSpPr>
          <p:spPr>
            <a:xfrm>
              <a:off x="7665720" y="1454149"/>
              <a:ext cx="91440" cy="7620"/>
            </a:xfrm>
            <a:custGeom>
              <a:avLst/>
              <a:gdLst/>
              <a:ahLst/>
              <a:cxnLst/>
              <a:rect l="l" t="t" r="r" b="b"/>
              <a:pathLst>
                <a:path w="91440" h="7619">
                  <a:moveTo>
                    <a:pt x="91440" y="5092"/>
                  </a:moveTo>
                  <a:lnTo>
                    <a:pt x="1270" y="5092"/>
                  </a:lnTo>
                  <a:lnTo>
                    <a:pt x="1270" y="7620"/>
                  </a:lnTo>
                  <a:lnTo>
                    <a:pt x="91440" y="7620"/>
                  </a:lnTo>
                  <a:lnTo>
                    <a:pt x="91440" y="5092"/>
                  </a:lnTo>
                  <a:close/>
                </a:path>
                <a:path w="91440" h="7619">
                  <a:moveTo>
                    <a:pt x="91440" y="0"/>
                  </a:moveTo>
                  <a:lnTo>
                    <a:pt x="0" y="0"/>
                  </a:lnTo>
                  <a:lnTo>
                    <a:pt x="0" y="5080"/>
                  </a:lnTo>
                  <a:lnTo>
                    <a:pt x="91440" y="5080"/>
                  </a:lnTo>
                  <a:lnTo>
                    <a:pt x="91440" y="0"/>
                  </a:lnTo>
                  <a:close/>
                </a:path>
              </a:pathLst>
            </a:custGeom>
            <a:solidFill>
              <a:srgbClr val="9F1200"/>
            </a:solidFill>
          </p:spPr>
          <p:txBody>
            <a:bodyPr wrap="square" lIns="0" tIns="0" rIns="0" bIns="0" rtlCol="0"/>
            <a:lstStyle/>
            <a:p/>
          </p:txBody>
        </p:sp>
        <p:sp>
          <p:nvSpPr>
            <p:cNvPr id="1670" name="object 1670"/>
            <p:cNvSpPr/>
            <p:nvPr/>
          </p:nvSpPr>
          <p:spPr>
            <a:xfrm>
              <a:off x="7666990" y="1461769"/>
              <a:ext cx="92710" cy="6350"/>
            </a:xfrm>
            <a:custGeom>
              <a:avLst/>
              <a:gdLst/>
              <a:ahLst/>
              <a:cxnLst/>
              <a:rect l="l" t="t" r="r" b="b"/>
              <a:pathLst>
                <a:path w="92709" h="6350">
                  <a:moveTo>
                    <a:pt x="92710" y="5080"/>
                  </a:moveTo>
                  <a:lnTo>
                    <a:pt x="91440" y="5080"/>
                  </a:lnTo>
                  <a:lnTo>
                    <a:pt x="91440" y="0"/>
                  </a:lnTo>
                  <a:lnTo>
                    <a:pt x="0" y="0"/>
                  </a:lnTo>
                  <a:lnTo>
                    <a:pt x="0" y="5080"/>
                  </a:lnTo>
                  <a:lnTo>
                    <a:pt x="0" y="6350"/>
                  </a:lnTo>
                  <a:lnTo>
                    <a:pt x="92710" y="6350"/>
                  </a:lnTo>
                  <a:lnTo>
                    <a:pt x="92710" y="5080"/>
                  </a:lnTo>
                  <a:close/>
                </a:path>
              </a:pathLst>
            </a:custGeom>
            <a:solidFill>
              <a:srgbClr val="A21200"/>
            </a:solidFill>
          </p:spPr>
          <p:txBody>
            <a:bodyPr wrap="square" lIns="0" tIns="0" rIns="0" bIns="0" rtlCol="0"/>
            <a:lstStyle/>
            <a:p/>
          </p:txBody>
        </p:sp>
        <p:sp>
          <p:nvSpPr>
            <p:cNvPr id="1671" name="object 1671"/>
            <p:cNvSpPr/>
            <p:nvPr/>
          </p:nvSpPr>
          <p:spPr>
            <a:xfrm>
              <a:off x="7666990" y="1468119"/>
              <a:ext cx="93980" cy="7620"/>
            </a:xfrm>
            <a:custGeom>
              <a:avLst/>
              <a:gdLst/>
              <a:ahLst/>
              <a:cxnLst/>
              <a:rect l="l" t="t" r="r" b="b"/>
              <a:pathLst>
                <a:path w="93979" h="7619">
                  <a:moveTo>
                    <a:pt x="92710" y="0"/>
                  </a:moveTo>
                  <a:lnTo>
                    <a:pt x="0" y="0"/>
                  </a:lnTo>
                  <a:lnTo>
                    <a:pt x="0" y="2540"/>
                  </a:lnTo>
                  <a:lnTo>
                    <a:pt x="1270" y="2540"/>
                  </a:lnTo>
                  <a:lnTo>
                    <a:pt x="1270" y="3810"/>
                  </a:lnTo>
                  <a:lnTo>
                    <a:pt x="92710" y="3810"/>
                  </a:lnTo>
                  <a:lnTo>
                    <a:pt x="92710" y="2540"/>
                  </a:lnTo>
                  <a:lnTo>
                    <a:pt x="92710" y="0"/>
                  </a:lnTo>
                  <a:close/>
                </a:path>
                <a:path w="93979" h="7619">
                  <a:moveTo>
                    <a:pt x="93967" y="3822"/>
                  </a:moveTo>
                  <a:lnTo>
                    <a:pt x="1270" y="3822"/>
                  </a:lnTo>
                  <a:lnTo>
                    <a:pt x="1270" y="7620"/>
                  </a:lnTo>
                  <a:lnTo>
                    <a:pt x="93967" y="7620"/>
                  </a:lnTo>
                  <a:lnTo>
                    <a:pt x="93967" y="3822"/>
                  </a:lnTo>
                  <a:close/>
                </a:path>
              </a:pathLst>
            </a:custGeom>
            <a:solidFill>
              <a:srgbClr val="A51100"/>
            </a:solidFill>
          </p:spPr>
          <p:txBody>
            <a:bodyPr wrap="square" lIns="0" tIns="0" rIns="0" bIns="0" rtlCol="0"/>
            <a:lstStyle/>
            <a:p/>
          </p:txBody>
        </p:sp>
        <p:sp>
          <p:nvSpPr>
            <p:cNvPr id="1672" name="object 1672"/>
            <p:cNvSpPr/>
            <p:nvPr/>
          </p:nvSpPr>
          <p:spPr>
            <a:xfrm>
              <a:off x="7668260" y="1475739"/>
              <a:ext cx="95250" cy="7620"/>
            </a:xfrm>
            <a:custGeom>
              <a:avLst/>
              <a:gdLst/>
              <a:ahLst/>
              <a:cxnLst/>
              <a:rect l="l" t="t" r="r" b="b"/>
              <a:pathLst>
                <a:path w="95250" h="7619">
                  <a:moveTo>
                    <a:pt x="93967" y="1270"/>
                  </a:moveTo>
                  <a:lnTo>
                    <a:pt x="92697" y="1270"/>
                  </a:lnTo>
                  <a:lnTo>
                    <a:pt x="92697" y="0"/>
                  </a:lnTo>
                  <a:lnTo>
                    <a:pt x="0" y="0"/>
                  </a:lnTo>
                  <a:lnTo>
                    <a:pt x="0" y="1270"/>
                  </a:lnTo>
                  <a:lnTo>
                    <a:pt x="0" y="3810"/>
                  </a:lnTo>
                  <a:lnTo>
                    <a:pt x="1270" y="3810"/>
                  </a:lnTo>
                  <a:lnTo>
                    <a:pt x="1270" y="6350"/>
                  </a:lnTo>
                  <a:lnTo>
                    <a:pt x="93967" y="6350"/>
                  </a:lnTo>
                  <a:lnTo>
                    <a:pt x="93967" y="3810"/>
                  </a:lnTo>
                  <a:lnTo>
                    <a:pt x="93967" y="1270"/>
                  </a:lnTo>
                  <a:close/>
                </a:path>
                <a:path w="95250" h="7619">
                  <a:moveTo>
                    <a:pt x="95250" y="6477"/>
                  </a:moveTo>
                  <a:lnTo>
                    <a:pt x="1270" y="6477"/>
                  </a:lnTo>
                  <a:lnTo>
                    <a:pt x="1270" y="7620"/>
                  </a:lnTo>
                  <a:lnTo>
                    <a:pt x="95250" y="7620"/>
                  </a:lnTo>
                  <a:lnTo>
                    <a:pt x="95250" y="6477"/>
                  </a:lnTo>
                  <a:close/>
                </a:path>
              </a:pathLst>
            </a:custGeom>
            <a:solidFill>
              <a:srgbClr val="A91000"/>
            </a:solidFill>
          </p:spPr>
          <p:txBody>
            <a:bodyPr wrap="square" lIns="0" tIns="0" rIns="0" bIns="0" rtlCol="0"/>
            <a:lstStyle/>
            <a:p/>
          </p:txBody>
        </p:sp>
        <p:sp>
          <p:nvSpPr>
            <p:cNvPr id="1673" name="object 1673"/>
            <p:cNvSpPr/>
            <p:nvPr/>
          </p:nvSpPr>
          <p:spPr>
            <a:xfrm>
              <a:off x="7669530" y="1483359"/>
              <a:ext cx="95250" cy="7620"/>
            </a:xfrm>
            <a:custGeom>
              <a:avLst/>
              <a:gdLst/>
              <a:ahLst/>
              <a:cxnLst/>
              <a:rect l="l" t="t" r="r" b="b"/>
              <a:pathLst>
                <a:path w="95250" h="7619">
                  <a:moveTo>
                    <a:pt x="95250" y="3810"/>
                  </a:moveTo>
                  <a:lnTo>
                    <a:pt x="93980" y="3810"/>
                  </a:lnTo>
                  <a:lnTo>
                    <a:pt x="93980" y="0"/>
                  </a:lnTo>
                  <a:lnTo>
                    <a:pt x="0" y="0"/>
                  </a:lnTo>
                  <a:lnTo>
                    <a:pt x="0" y="3810"/>
                  </a:lnTo>
                  <a:lnTo>
                    <a:pt x="1270" y="3810"/>
                  </a:lnTo>
                  <a:lnTo>
                    <a:pt x="1270" y="7620"/>
                  </a:lnTo>
                  <a:lnTo>
                    <a:pt x="95250" y="7620"/>
                  </a:lnTo>
                  <a:lnTo>
                    <a:pt x="95250" y="3810"/>
                  </a:lnTo>
                  <a:close/>
                </a:path>
              </a:pathLst>
            </a:custGeom>
            <a:solidFill>
              <a:srgbClr val="AC1000"/>
            </a:solidFill>
          </p:spPr>
          <p:txBody>
            <a:bodyPr wrap="square" lIns="0" tIns="0" rIns="0" bIns="0" rtlCol="0"/>
            <a:lstStyle/>
            <a:p/>
          </p:txBody>
        </p:sp>
        <p:sp>
          <p:nvSpPr>
            <p:cNvPr id="1674" name="object 1674"/>
            <p:cNvSpPr/>
            <p:nvPr/>
          </p:nvSpPr>
          <p:spPr>
            <a:xfrm>
              <a:off x="7670800" y="1490979"/>
              <a:ext cx="96520" cy="6350"/>
            </a:xfrm>
            <a:custGeom>
              <a:avLst/>
              <a:gdLst/>
              <a:ahLst/>
              <a:cxnLst/>
              <a:rect l="l" t="t" r="r" b="b"/>
              <a:pathLst>
                <a:path w="96520" h="6350">
                  <a:moveTo>
                    <a:pt x="96520" y="5080"/>
                  </a:moveTo>
                  <a:lnTo>
                    <a:pt x="95250" y="5080"/>
                  </a:lnTo>
                  <a:lnTo>
                    <a:pt x="95250" y="3810"/>
                  </a:lnTo>
                  <a:lnTo>
                    <a:pt x="95250" y="0"/>
                  </a:lnTo>
                  <a:lnTo>
                    <a:pt x="0" y="0"/>
                  </a:lnTo>
                  <a:lnTo>
                    <a:pt x="0" y="3810"/>
                  </a:lnTo>
                  <a:lnTo>
                    <a:pt x="1270" y="3810"/>
                  </a:lnTo>
                  <a:lnTo>
                    <a:pt x="1270" y="5080"/>
                  </a:lnTo>
                  <a:lnTo>
                    <a:pt x="1270" y="6350"/>
                  </a:lnTo>
                  <a:lnTo>
                    <a:pt x="96520" y="6350"/>
                  </a:lnTo>
                  <a:lnTo>
                    <a:pt x="96520" y="5080"/>
                  </a:lnTo>
                  <a:close/>
                </a:path>
              </a:pathLst>
            </a:custGeom>
            <a:solidFill>
              <a:srgbClr val="AF0F00"/>
            </a:solidFill>
          </p:spPr>
          <p:txBody>
            <a:bodyPr wrap="square" lIns="0" tIns="0" rIns="0" bIns="0" rtlCol="0"/>
            <a:lstStyle/>
            <a:p/>
          </p:txBody>
        </p:sp>
        <p:sp>
          <p:nvSpPr>
            <p:cNvPr id="1675" name="object 1675"/>
            <p:cNvSpPr/>
            <p:nvPr/>
          </p:nvSpPr>
          <p:spPr>
            <a:xfrm>
              <a:off x="7672070" y="1497329"/>
              <a:ext cx="96520" cy="7620"/>
            </a:xfrm>
            <a:custGeom>
              <a:avLst/>
              <a:gdLst/>
              <a:ahLst/>
              <a:cxnLst/>
              <a:rect l="l" t="t" r="r" b="b"/>
              <a:pathLst>
                <a:path w="96520" h="7619">
                  <a:moveTo>
                    <a:pt x="96520" y="3937"/>
                  </a:moveTo>
                  <a:lnTo>
                    <a:pt x="95250" y="3937"/>
                  </a:lnTo>
                  <a:lnTo>
                    <a:pt x="95250" y="0"/>
                  </a:lnTo>
                  <a:lnTo>
                    <a:pt x="0" y="0"/>
                  </a:lnTo>
                  <a:lnTo>
                    <a:pt x="0" y="3937"/>
                  </a:lnTo>
                  <a:lnTo>
                    <a:pt x="1270" y="3937"/>
                  </a:lnTo>
                  <a:lnTo>
                    <a:pt x="1270" y="7620"/>
                  </a:lnTo>
                  <a:lnTo>
                    <a:pt x="96520" y="7620"/>
                  </a:lnTo>
                  <a:lnTo>
                    <a:pt x="96520" y="3937"/>
                  </a:lnTo>
                  <a:close/>
                </a:path>
              </a:pathLst>
            </a:custGeom>
            <a:solidFill>
              <a:srgbClr val="B20F00"/>
            </a:solidFill>
          </p:spPr>
          <p:txBody>
            <a:bodyPr wrap="square" lIns="0" tIns="0" rIns="0" bIns="0" rtlCol="0"/>
            <a:lstStyle/>
            <a:p/>
          </p:txBody>
        </p:sp>
        <p:sp>
          <p:nvSpPr>
            <p:cNvPr id="1676" name="object 1676"/>
            <p:cNvSpPr/>
            <p:nvPr/>
          </p:nvSpPr>
          <p:spPr>
            <a:xfrm>
              <a:off x="7673340" y="1504949"/>
              <a:ext cx="213360" cy="7620"/>
            </a:xfrm>
            <a:custGeom>
              <a:avLst/>
              <a:gdLst/>
              <a:ahLst/>
              <a:cxnLst/>
              <a:rect l="l" t="t" r="r" b="b"/>
              <a:pathLst>
                <a:path w="213359" h="7619">
                  <a:moveTo>
                    <a:pt x="96520" y="0"/>
                  </a:moveTo>
                  <a:lnTo>
                    <a:pt x="0" y="0"/>
                  </a:lnTo>
                  <a:lnTo>
                    <a:pt x="0" y="1270"/>
                  </a:lnTo>
                  <a:lnTo>
                    <a:pt x="96520" y="1270"/>
                  </a:lnTo>
                  <a:lnTo>
                    <a:pt x="96520" y="0"/>
                  </a:lnTo>
                  <a:close/>
                </a:path>
                <a:path w="213359" h="7619">
                  <a:moveTo>
                    <a:pt x="97790" y="3810"/>
                  </a:moveTo>
                  <a:lnTo>
                    <a:pt x="96520" y="3810"/>
                  </a:lnTo>
                  <a:lnTo>
                    <a:pt x="96520" y="1397"/>
                  </a:lnTo>
                  <a:lnTo>
                    <a:pt x="1270" y="1397"/>
                  </a:lnTo>
                  <a:lnTo>
                    <a:pt x="1270" y="3810"/>
                  </a:lnTo>
                  <a:lnTo>
                    <a:pt x="1270" y="7620"/>
                  </a:lnTo>
                  <a:lnTo>
                    <a:pt x="97790" y="7620"/>
                  </a:lnTo>
                  <a:lnTo>
                    <a:pt x="97790" y="3810"/>
                  </a:lnTo>
                  <a:close/>
                </a:path>
                <a:path w="213359" h="7619">
                  <a:moveTo>
                    <a:pt x="212090" y="5080"/>
                  </a:moveTo>
                  <a:lnTo>
                    <a:pt x="210820" y="5080"/>
                  </a:lnTo>
                  <a:lnTo>
                    <a:pt x="210820" y="3810"/>
                  </a:lnTo>
                  <a:lnTo>
                    <a:pt x="210820" y="2540"/>
                  </a:lnTo>
                  <a:lnTo>
                    <a:pt x="209550" y="2540"/>
                  </a:lnTo>
                  <a:lnTo>
                    <a:pt x="209550" y="1270"/>
                  </a:lnTo>
                  <a:lnTo>
                    <a:pt x="208280" y="1270"/>
                  </a:lnTo>
                  <a:lnTo>
                    <a:pt x="208280" y="2540"/>
                  </a:lnTo>
                  <a:lnTo>
                    <a:pt x="208280" y="3810"/>
                  </a:lnTo>
                  <a:lnTo>
                    <a:pt x="207010" y="3810"/>
                  </a:lnTo>
                  <a:lnTo>
                    <a:pt x="207010" y="5080"/>
                  </a:lnTo>
                  <a:lnTo>
                    <a:pt x="207010" y="6350"/>
                  </a:lnTo>
                  <a:lnTo>
                    <a:pt x="212090" y="6350"/>
                  </a:lnTo>
                  <a:lnTo>
                    <a:pt x="212090" y="5080"/>
                  </a:lnTo>
                  <a:close/>
                </a:path>
                <a:path w="213359" h="7619">
                  <a:moveTo>
                    <a:pt x="213360" y="6477"/>
                  </a:moveTo>
                  <a:lnTo>
                    <a:pt x="205740" y="6477"/>
                  </a:lnTo>
                  <a:lnTo>
                    <a:pt x="205740" y="7620"/>
                  </a:lnTo>
                  <a:lnTo>
                    <a:pt x="213360" y="7620"/>
                  </a:lnTo>
                  <a:lnTo>
                    <a:pt x="213360" y="6477"/>
                  </a:lnTo>
                  <a:close/>
                </a:path>
              </a:pathLst>
            </a:custGeom>
            <a:solidFill>
              <a:srgbClr val="B50E00"/>
            </a:solidFill>
          </p:spPr>
          <p:txBody>
            <a:bodyPr wrap="square" lIns="0" tIns="0" rIns="0" bIns="0" rtlCol="0"/>
            <a:lstStyle/>
            <a:p/>
          </p:txBody>
        </p:sp>
        <p:sp>
          <p:nvSpPr>
            <p:cNvPr id="1677" name="object 1677"/>
            <p:cNvSpPr/>
            <p:nvPr/>
          </p:nvSpPr>
          <p:spPr>
            <a:xfrm>
              <a:off x="7674610" y="1512569"/>
              <a:ext cx="215900" cy="6350"/>
            </a:xfrm>
            <a:custGeom>
              <a:avLst/>
              <a:gdLst/>
              <a:ahLst/>
              <a:cxnLst/>
              <a:rect l="l" t="t" r="r" b="b"/>
              <a:pathLst>
                <a:path w="215900" h="6350">
                  <a:moveTo>
                    <a:pt x="99060" y="5080"/>
                  </a:moveTo>
                  <a:lnTo>
                    <a:pt x="97790" y="5080"/>
                  </a:lnTo>
                  <a:lnTo>
                    <a:pt x="97790" y="1270"/>
                  </a:lnTo>
                  <a:lnTo>
                    <a:pt x="96520" y="1270"/>
                  </a:lnTo>
                  <a:lnTo>
                    <a:pt x="96520" y="0"/>
                  </a:lnTo>
                  <a:lnTo>
                    <a:pt x="1270" y="0"/>
                  </a:lnTo>
                  <a:lnTo>
                    <a:pt x="0" y="0"/>
                  </a:lnTo>
                  <a:lnTo>
                    <a:pt x="0" y="127"/>
                  </a:lnTo>
                  <a:lnTo>
                    <a:pt x="1270" y="127"/>
                  </a:lnTo>
                  <a:lnTo>
                    <a:pt x="1270" y="1270"/>
                  </a:lnTo>
                  <a:lnTo>
                    <a:pt x="1270" y="5080"/>
                  </a:lnTo>
                  <a:lnTo>
                    <a:pt x="1270" y="6350"/>
                  </a:lnTo>
                  <a:lnTo>
                    <a:pt x="99060" y="6350"/>
                  </a:lnTo>
                  <a:lnTo>
                    <a:pt x="99060" y="5080"/>
                  </a:lnTo>
                  <a:close/>
                </a:path>
                <a:path w="215900" h="6350">
                  <a:moveTo>
                    <a:pt x="215900" y="5080"/>
                  </a:moveTo>
                  <a:lnTo>
                    <a:pt x="214630" y="5080"/>
                  </a:lnTo>
                  <a:lnTo>
                    <a:pt x="214630" y="3810"/>
                  </a:lnTo>
                  <a:lnTo>
                    <a:pt x="213347" y="3810"/>
                  </a:lnTo>
                  <a:lnTo>
                    <a:pt x="213347" y="1397"/>
                  </a:lnTo>
                  <a:lnTo>
                    <a:pt x="212090" y="1397"/>
                  </a:lnTo>
                  <a:lnTo>
                    <a:pt x="212090" y="127"/>
                  </a:lnTo>
                  <a:lnTo>
                    <a:pt x="204470" y="127"/>
                  </a:lnTo>
                  <a:lnTo>
                    <a:pt x="204470" y="1397"/>
                  </a:lnTo>
                  <a:lnTo>
                    <a:pt x="203200" y="1397"/>
                  </a:lnTo>
                  <a:lnTo>
                    <a:pt x="203200" y="3810"/>
                  </a:lnTo>
                  <a:lnTo>
                    <a:pt x="201930" y="3810"/>
                  </a:lnTo>
                  <a:lnTo>
                    <a:pt x="201930" y="5080"/>
                  </a:lnTo>
                  <a:lnTo>
                    <a:pt x="201930" y="6350"/>
                  </a:lnTo>
                  <a:lnTo>
                    <a:pt x="215900" y="6350"/>
                  </a:lnTo>
                  <a:lnTo>
                    <a:pt x="215900" y="5080"/>
                  </a:lnTo>
                  <a:close/>
                </a:path>
              </a:pathLst>
            </a:custGeom>
            <a:solidFill>
              <a:srgbClr val="B80D00"/>
            </a:solidFill>
          </p:spPr>
          <p:txBody>
            <a:bodyPr wrap="square" lIns="0" tIns="0" rIns="0" bIns="0" rtlCol="0"/>
            <a:lstStyle/>
            <a:p/>
          </p:txBody>
        </p:sp>
        <p:sp>
          <p:nvSpPr>
            <p:cNvPr id="1678" name="object 1678"/>
            <p:cNvSpPr/>
            <p:nvPr/>
          </p:nvSpPr>
          <p:spPr>
            <a:xfrm>
              <a:off x="7675880" y="1518919"/>
              <a:ext cx="214629" cy="7620"/>
            </a:xfrm>
            <a:custGeom>
              <a:avLst/>
              <a:gdLst/>
              <a:ahLst/>
              <a:cxnLst/>
              <a:rect l="l" t="t" r="r" b="b"/>
              <a:pathLst>
                <a:path w="214629" h="7619">
                  <a:moveTo>
                    <a:pt x="101600" y="6350"/>
                  </a:moveTo>
                  <a:lnTo>
                    <a:pt x="100330" y="6350"/>
                  </a:lnTo>
                  <a:lnTo>
                    <a:pt x="100330" y="5080"/>
                  </a:lnTo>
                  <a:lnTo>
                    <a:pt x="100330" y="3810"/>
                  </a:lnTo>
                  <a:lnTo>
                    <a:pt x="99060" y="3810"/>
                  </a:lnTo>
                  <a:lnTo>
                    <a:pt x="99060" y="2540"/>
                  </a:lnTo>
                  <a:lnTo>
                    <a:pt x="99060" y="1270"/>
                  </a:lnTo>
                  <a:lnTo>
                    <a:pt x="97790" y="1270"/>
                  </a:lnTo>
                  <a:lnTo>
                    <a:pt x="97790" y="0"/>
                  </a:lnTo>
                  <a:lnTo>
                    <a:pt x="1270" y="0"/>
                  </a:lnTo>
                  <a:lnTo>
                    <a:pt x="0" y="0"/>
                  </a:lnTo>
                  <a:lnTo>
                    <a:pt x="0" y="127"/>
                  </a:lnTo>
                  <a:lnTo>
                    <a:pt x="1270" y="127"/>
                  </a:lnTo>
                  <a:lnTo>
                    <a:pt x="1270" y="1270"/>
                  </a:lnTo>
                  <a:lnTo>
                    <a:pt x="1270" y="2540"/>
                  </a:lnTo>
                  <a:lnTo>
                    <a:pt x="1270" y="3810"/>
                  </a:lnTo>
                  <a:lnTo>
                    <a:pt x="1270" y="5080"/>
                  </a:lnTo>
                  <a:lnTo>
                    <a:pt x="2540" y="5080"/>
                  </a:lnTo>
                  <a:lnTo>
                    <a:pt x="2540" y="6350"/>
                  </a:lnTo>
                  <a:lnTo>
                    <a:pt x="2540" y="7620"/>
                  </a:lnTo>
                  <a:lnTo>
                    <a:pt x="101600" y="7620"/>
                  </a:lnTo>
                  <a:lnTo>
                    <a:pt x="101600" y="6350"/>
                  </a:lnTo>
                  <a:close/>
                </a:path>
                <a:path w="214629" h="7619">
                  <a:moveTo>
                    <a:pt x="214630" y="6477"/>
                  </a:moveTo>
                  <a:lnTo>
                    <a:pt x="196850" y="6477"/>
                  </a:lnTo>
                  <a:lnTo>
                    <a:pt x="196850" y="7620"/>
                  </a:lnTo>
                  <a:lnTo>
                    <a:pt x="214630" y="7620"/>
                  </a:lnTo>
                  <a:lnTo>
                    <a:pt x="214630" y="6477"/>
                  </a:lnTo>
                  <a:close/>
                </a:path>
                <a:path w="214629" h="7619">
                  <a:moveTo>
                    <a:pt x="214630" y="0"/>
                  </a:moveTo>
                  <a:lnTo>
                    <a:pt x="199390" y="0"/>
                  </a:lnTo>
                  <a:lnTo>
                    <a:pt x="199390" y="2540"/>
                  </a:lnTo>
                  <a:lnTo>
                    <a:pt x="198120" y="2540"/>
                  </a:lnTo>
                  <a:lnTo>
                    <a:pt x="198120" y="5080"/>
                  </a:lnTo>
                  <a:lnTo>
                    <a:pt x="196850" y="5080"/>
                  </a:lnTo>
                  <a:lnTo>
                    <a:pt x="196850" y="6350"/>
                  </a:lnTo>
                  <a:lnTo>
                    <a:pt x="214630" y="6350"/>
                  </a:lnTo>
                  <a:lnTo>
                    <a:pt x="214630" y="5080"/>
                  </a:lnTo>
                  <a:lnTo>
                    <a:pt x="214630" y="2540"/>
                  </a:lnTo>
                  <a:lnTo>
                    <a:pt x="214630" y="0"/>
                  </a:lnTo>
                  <a:close/>
                </a:path>
              </a:pathLst>
            </a:custGeom>
            <a:solidFill>
              <a:srgbClr val="BB0D00"/>
            </a:solidFill>
          </p:spPr>
          <p:txBody>
            <a:bodyPr wrap="square" lIns="0" tIns="0" rIns="0" bIns="0" rtlCol="0"/>
            <a:lstStyle/>
            <a:p/>
          </p:txBody>
        </p:sp>
        <p:sp>
          <p:nvSpPr>
            <p:cNvPr id="1679" name="object 1679"/>
            <p:cNvSpPr/>
            <p:nvPr/>
          </p:nvSpPr>
          <p:spPr>
            <a:xfrm>
              <a:off x="7678420" y="1526539"/>
              <a:ext cx="212090" cy="7620"/>
            </a:xfrm>
            <a:custGeom>
              <a:avLst/>
              <a:gdLst/>
              <a:ahLst/>
              <a:cxnLst/>
              <a:rect l="l" t="t" r="r" b="b"/>
              <a:pathLst>
                <a:path w="212090" h="7619">
                  <a:moveTo>
                    <a:pt x="100330" y="1270"/>
                  </a:moveTo>
                  <a:lnTo>
                    <a:pt x="99060" y="1270"/>
                  </a:lnTo>
                  <a:lnTo>
                    <a:pt x="99060" y="0"/>
                  </a:lnTo>
                  <a:lnTo>
                    <a:pt x="0" y="0"/>
                  </a:lnTo>
                  <a:lnTo>
                    <a:pt x="0" y="1270"/>
                  </a:lnTo>
                  <a:lnTo>
                    <a:pt x="0" y="3810"/>
                  </a:lnTo>
                  <a:lnTo>
                    <a:pt x="100330" y="3810"/>
                  </a:lnTo>
                  <a:lnTo>
                    <a:pt x="100330" y="1270"/>
                  </a:lnTo>
                  <a:close/>
                </a:path>
                <a:path w="212090" h="7619">
                  <a:moveTo>
                    <a:pt x="102870" y="6350"/>
                  </a:moveTo>
                  <a:lnTo>
                    <a:pt x="101600" y="6350"/>
                  </a:lnTo>
                  <a:lnTo>
                    <a:pt x="101600" y="5080"/>
                  </a:lnTo>
                  <a:lnTo>
                    <a:pt x="101600" y="3937"/>
                  </a:lnTo>
                  <a:lnTo>
                    <a:pt x="1270" y="3937"/>
                  </a:lnTo>
                  <a:lnTo>
                    <a:pt x="1270" y="5080"/>
                  </a:lnTo>
                  <a:lnTo>
                    <a:pt x="1270" y="6350"/>
                  </a:lnTo>
                  <a:lnTo>
                    <a:pt x="1270" y="7620"/>
                  </a:lnTo>
                  <a:lnTo>
                    <a:pt x="102870" y="7620"/>
                  </a:lnTo>
                  <a:lnTo>
                    <a:pt x="102870" y="6350"/>
                  </a:lnTo>
                  <a:close/>
                </a:path>
                <a:path w="212090" h="7619">
                  <a:moveTo>
                    <a:pt x="212090" y="0"/>
                  </a:moveTo>
                  <a:lnTo>
                    <a:pt x="193040" y="0"/>
                  </a:lnTo>
                  <a:lnTo>
                    <a:pt x="193040" y="1270"/>
                  </a:lnTo>
                  <a:lnTo>
                    <a:pt x="193040" y="2540"/>
                  </a:lnTo>
                  <a:lnTo>
                    <a:pt x="191770" y="2540"/>
                  </a:lnTo>
                  <a:lnTo>
                    <a:pt x="191770" y="5080"/>
                  </a:lnTo>
                  <a:lnTo>
                    <a:pt x="190500" y="5080"/>
                  </a:lnTo>
                  <a:lnTo>
                    <a:pt x="190500" y="6350"/>
                  </a:lnTo>
                  <a:lnTo>
                    <a:pt x="189230" y="6350"/>
                  </a:lnTo>
                  <a:lnTo>
                    <a:pt x="189230" y="7620"/>
                  </a:lnTo>
                  <a:lnTo>
                    <a:pt x="209550" y="7620"/>
                  </a:lnTo>
                  <a:lnTo>
                    <a:pt x="209550" y="6350"/>
                  </a:lnTo>
                  <a:lnTo>
                    <a:pt x="209550" y="5080"/>
                  </a:lnTo>
                  <a:lnTo>
                    <a:pt x="210820" y="5080"/>
                  </a:lnTo>
                  <a:lnTo>
                    <a:pt x="210820" y="2540"/>
                  </a:lnTo>
                  <a:lnTo>
                    <a:pt x="210807" y="1270"/>
                  </a:lnTo>
                  <a:lnTo>
                    <a:pt x="212090" y="1270"/>
                  </a:lnTo>
                  <a:lnTo>
                    <a:pt x="212090" y="0"/>
                  </a:lnTo>
                  <a:close/>
                </a:path>
              </a:pathLst>
            </a:custGeom>
            <a:solidFill>
              <a:srgbClr val="BF0C00"/>
            </a:solidFill>
          </p:spPr>
          <p:txBody>
            <a:bodyPr wrap="square" lIns="0" tIns="0" rIns="0" bIns="0" rtlCol="0"/>
            <a:lstStyle/>
            <a:p/>
          </p:txBody>
        </p:sp>
        <p:sp>
          <p:nvSpPr>
            <p:cNvPr id="1680" name="object 1680"/>
            <p:cNvSpPr/>
            <p:nvPr/>
          </p:nvSpPr>
          <p:spPr>
            <a:xfrm>
              <a:off x="7679690" y="1534159"/>
              <a:ext cx="208279" cy="7620"/>
            </a:xfrm>
            <a:custGeom>
              <a:avLst/>
              <a:gdLst/>
              <a:ahLst/>
              <a:cxnLst/>
              <a:rect l="l" t="t" r="r" b="b"/>
              <a:pathLst>
                <a:path w="208279" h="7619">
                  <a:moveTo>
                    <a:pt x="105410" y="6350"/>
                  </a:moveTo>
                  <a:lnTo>
                    <a:pt x="104140" y="6350"/>
                  </a:lnTo>
                  <a:lnTo>
                    <a:pt x="104140" y="3810"/>
                  </a:lnTo>
                  <a:lnTo>
                    <a:pt x="102870" y="3810"/>
                  </a:lnTo>
                  <a:lnTo>
                    <a:pt x="102870" y="1270"/>
                  </a:lnTo>
                  <a:lnTo>
                    <a:pt x="101600" y="1270"/>
                  </a:lnTo>
                  <a:lnTo>
                    <a:pt x="101600" y="0"/>
                  </a:lnTo>
                  <a:lnTo>
                    <a:pt x="0" y="0"/>
                  </a:lnTo>
                  <a:lnTo>
                    <a:pt x="0" y="1270"/>
                  </a:lnTo>
                  <a:lnTo>
                    <a:pt x="1270" y="1270"/>
                  </a:lnTo>
                  <a:lnTo>
                    <a:pt x="1270" y="3810"/>
                  </a:lnTo>
                  <a:lnTo>
                    <a:pt x="1270" y="6350"/>
                  </a:lnTo>
                  <a:lnTo>
                    <a:pt x="2540" y="6350"/>
                  </a:lnTo>
                  <a:lnTo>
                    <a:pt x="2540" y="7620"/>
                  </a:lnTo>
                  <a:lnTo>
                    <a:pt x="105410" y="7620"/>
                  </a:lnTo>
                  <a:lnTo>
                    <a:pt x="105410" y="6350"/>
                  </a:lnTo>
                  <a:close/>
                </a:path>
                <a:path w="208279" h="7619">
                  <a:moveTo>
                    <a:pt x="205740" y="6477"/>
                  </a:moveTo>
                  <a:lnTo>
                    <a:pt x="184150" y="6477"/>
                  </a:lnTo>
                  <a:lnTo>
                    <a:pt x="184150" y="7620"/>
                  </a:lnTo>
                  <a:lnTo>
                    <a:pt x="205740" y="7620"/>
                  </a:lnTo>
                  <a:lnTo>
                    <a:pt x="205740" y="6477"/>
                  </a:lnTo>
                  <a:close/>
                </a:path>
                <a:path w="208279" h="7619">
                  <a:moveTo>
                    <a:pt x="208280" y="0"/>
                  </a:moveTo>
                  <a:lnTo>
                    <a:pt x="187960" y="0"/>
                  </a:lnTo>
                  <a:lnTo>
                    <a:pt x="187960" y="1270"/>
                  </a:lnTo>
                  <a:lnTo>
                    <a:pt x="186690" y="1270"/>
                  </a:lnTo>
                  <a:lnTo>
                    <a:pt x="186690" y="2540"/>
                  </a:lnTo>
                  <a:lnTo>
                    <a:pt x="186690" y="3810"/>
                  </a:lnTo>
                  <a:lnTo>
                    <a:pt x="185420" y="3810"/>
                  </a:lnTo>
                  <a:lnTo>
                    <a:pt x="185420" y="5080"/>
                  </a:lnTo>
                  <a:lnTo>
                    <a:pt x="184150" y="5080"/>
                  </a:lnTo>
                  <a:lnTo>
                    <a:pt x="184150" y="6350"/>
                  </a:lnTo>
                  <a:lnTo>
                    <a:pt x="207010" y="6350"/>
                  </a:lnTo>
                  <a:lnTo>
                    <a:pt x="207010" y="5080"/>
                  </a:lnTo>
                  <a:lnTo>
                    <a:pt x="207010" y="3810"/>
                  </a:lnTo>
                  <a:lnTo>
                    <a:pt x="207010" y="2540"/>
                  </a:lnTo>
                  <a:lnTo>
                    <a:pt x="208280" y="2540"/>
                  </a:lnTo>
                  <a:lnTo>
                    <a:pt x="208280" y="1270"/>
                  </a:lnTo>
                  <a:lnTo>
                    <a:pt x="208280" y="0"/>
                  </a:lnTo>
                  <a:close/>
                </a:path>
              </a:pathLst>
            </a:custGeom>
            <a:solidFill>
              <a:srgbClr val="C20B00"/>
            </a:solidFill>
          </p:spPr>
          <p:txBody>
            <a:bodyPr wrap="square" lIns="0" tIns="0" rIns="0" bIns="0" rtlCol="0"/>
            <a:lstStyle/>
            <a:p/>
          </p:txBody>
        </p:sp>
        <p:sp>
          <p:nvSpPr>
            <p:cNvPr id="1681" name="object 1681"/>
            <p:cNvSpPr/>
            <p:nvPr/>
          </p:nvSpPr>
          <p:spPr>
            <a:xfrm>
              <a:off x="7682230" y="1541779"/>
              <a:ext cx="203200" cy="6350"/>
            </a:xfrm>
            <a:custGeom>
              <a:avLst/>
              <a:gdLst/>
              <a:ahLst/>
              <a:cxnLst/>
              <a:rect l="l" t="t" r="r" b="b"/>
              <a:pathLst>
                <a:path w="203200" h="6350">
                  <a:moveTo>
                    <a:pt x="104140" y="1270"/>
                  </a:moveTo>
                  <a:lnTo>
                    <a:pt x="102870" y="1270"/>
                  </a:lnTo>
                  <a:lnTo>
                    <a:pt x="102870" y="0"/>
                  </a:lnTo>
                  <a:lnTo>
                    <a:pt x="0" y="0"/>
                  </a:lnTo>
                  <a:lnTo>
                    <a:pt x="0" y="1270"/>
                  </a:lnTo>
                  <a:lnTo>
                    <a:pt x="0" y="2540"/>
                  </a:lnTo>
                  <a:lnTo>
                    <a:pt x="104140" y="2540"/>
                  </a:lnTo>
                  <a:lnTo>
                    <a:pt x="104140" y="1270"/>
                  </a:lnTo>
                  <a:close/>
                </a:path>
                <a:path w="203200" h="6350">
                  <a:moveTo>
                    <a:pt x="106680" y="5080"/>
                  </a:moveTo>
                  <a:lnTo>
                    <a:pt x="105410" y="5080"/>
                  </a:lnTo>
                  <a:lnTo>
                    <a:pt x="105410" y="3810"/>
                  </a:lnTo>
                  <a:lnTo>
                    <a:pt x="104140" y="3810"/>
                  </a:lnTo>
                  <a:lnTo>
                    <a:pt x="104140" y="2667"/>
                  </a:lnTo>
                  <a:lnTo>
                    <a:pt x="0" y="2667"/>
                  </a:lnTo>
                  <a:lnTo>
                    <a:pt x="0" y="3937"/>
                  </a:lnTo>
                  <a:lnTo>
                    <a:pt x="1270" y="3937"/>
                  </a:lnTo>
                  <a:lnTo>
                    <a:pt x="1270" y="5080"/>
                  </a:lnTo>
                  <a:lnTo>
                    <a:pt x="1270" y="6350"/>
                  </a:lnTo>
                  <a:lnTo>
                    <a:pt x="106680" y="6350"/>
                  </a:lnTo>
                  <a:lnTo>
                    <a:pt x="106680" y="5080"/>
                  </a:lnTo>
                  <a:close/>
                </a:path>
                <a:path w="203200" h="6350">
                  <a:moveTo>
                    <a:pt x="203200" y="0"/>
                  </a:moveTo>
                  <a:lnTo>
                    <a:pt x="180340" y="0"/>
                  </a:lnTo>
                  <a:lnTo>
                    <a:pt x="180340" y="1270"/>
                  </a:lnTo>
                  <a:lnTo>
                    <a:pt x="179070" y="1270"/>
                  </a:lnTo>
                  <a:lnTo>
                    <a:pt x="179070" y="2540"/>
                  </a:lnTo>
                  <a:lnTo>
                    <a:pt x="177800" y="2540"/>
                  </a:lnTo>
                  <a:lnTo>
                    <a:pt x="177800" y="5080"/>
                  </a:lnTo>
                  <a:lnTo>
                    <a:pt x="176530" y="5080"/>
                  </a:lnTo>
                  <a:lnTo>
                    <a:pt x="176530" y="6350"/>
                  </a:lnTo>
                  <a:lnTo>
                    <a:pt x="201930" y="6350"/>
                  </a:lnTo>
                  <a:lnTo>
                    <a:pt x="201930" y="5080"/>
                  </a:lnTo>
                  <a:lnTo>
                    <a:pt x="201930" y="2540"/>
                  </a:lnTo>
                  <a:lnTo>
                    <a:pt x="203200" y="2540"/>
                  </a:lnTo>
                  <a:lnTo>
                    <a:pt x="203200" y="1270"/>
                  </a:lnTo>
                  <a:lnTo>
                    <a:pt x="203200" y="0"/>
                  </a:lnTo>
                  <a:close/>
                </a:path>
              </a:pathLst>
            </a:custGeom>
            <a:solidFill>
              <a:srgbClr val="C50B00"/>
            </a:solidFill>
          </p:spPr>
          <p:txBody>
            <a:bodyPr wrap="square" lIns="0" tIns="0" rIns="0" bIns="0" rtlCol="0"/>
            <a:lstStyle/>
            <a:p/>
          </p:txBody>
        </p:sp>
        <p:sp>
          <p:nvSpPr>
            <p:cNvPr id="1682" name="object 1682"/>
            <p:cNvSpPr/>
            <p:nvPr/>
          </p:nvSpPr>
          <p:spPr>
            <a:xfrm>
              <a:off x="7683500" y="1548129"/>
              <a:ext cx="200660" cy="7620"/>
            </a:xfrm>
            <a:custGeom>
              <a:avLst/>
              <a:gdLst/>
              <a:ahLst/>
              <a:cxnLst/>
              <a:rect l="l" t="t" r="r" b="b"/>
              <a:pathLst>
                <a:path w="200659" h="7619">
                  <a:moveTo>
                    <a:pt x="110490" y="6350"/>
                  </a:moveTo>
                  <a:lnTo>
                    <a:pt x="109220" y="6350"/>
                  </a:lnTo>
                  <a:lnTo>
                    <a:pt x="109220" y="5080"/>
                  </a:lnTo>
                  <a:lnTo>
                    <a:pt x="107950" y="5080"/>
                  </a:lnTo>
                  <a:lnTo>
                    <a:pt x="107950" y="3810"/>
                  </a:lnTo>
                  <a:lnTo>
                    <a:pt x="106680" y="3810"/>
                  </a:lnTo>
                  <a:lnTo>
                    <a:pt x="106680" y="2540"/>
                  </a:lnTo>
                  <a:lnTo>
                    <a:pt x="106680" y="1270"/>
                  </a:lnTo>
                  <a:lnTo>
                    <a:pt x="105410" y="1270"/>
                  </a:lnTo>
                  <a:lnTo>
                    <a:pt x="105410" y="0"/>
                  </a:lnTo>
                  <a:lnTo>
                    <a:pt x="0" y="0"/>
                  </a:lnTo>
                  <a:lnTo>
                    <a:pt x="0" y="1270"/>
                  </a:lnTo>
                  <a:lnTo>
                    <a:pt x="0" y="2540"/>
                  </a:lnTo>
                  <a:lnTo>
                    <a:pt x="1270" y="2540"/>
                  </a:lnTo>
                  <a:lnTo>
                    <a:pt x="1270" y="3810"/>
                  </a:lnTo>
                  <a:lnTo>
                    <a:pt x="1270" y="5080"/>
                  </a:lnTo>
                  <a:lnTo>
                    <a:pt x="1270" y="6350"/>
                  </a:lnTo>
                  <a:lnTo>
                    <a:pt x="2540" y="6350"/>
                  </a:lnTo>
                  <a:lnTo>
                    <a:pt x="2540" y="7620"/>
                  </a:lnTo>
                  <a:lnTo>
                    <a:pt x="110490" y="7620"/>
                  </a:lnTo>
                  <a:lnTo>
                    <a:pt x="110490" y="6350"/>
                  </a:lnTo>
                  <a:close/>
                </a:path>
                <a:path w="200659" h="7619">
                  <a:moveTo>
                    <a:pt x="200660" y="0"/>
                  </a:moveTo>
                  <a:lnTo>
                    <a:pt x="175260" y="0"/>
                  </a:lnTo>
                  <a:lnTo>
                    <a:pt x="175260" y="1397"/>
                  </a:lnTo>
                  <a:lnTo>
                    <a:pt x="173990" y="1397"/>
                  </a:lnTo>
                  <a:lnTo>
                    <a:pt x="173990" y="2540"/>
                  </a:lnTo>
                  <a:lnTo>
                    <a:pt x="172720" y="2540"/>
                  </a:lnTo>
                  <a:lnTo>
                    <a:pt x="172720" y="3810"/>
                  </a:lnTo>
                  <a:lnTo>
                    <a:pt x="171450" y="3810"/>
                  </a:lnTo>
                  <a:lnTo>
                    <a:pt x="171450" y="5080"/>
                  </a:lnTo>
                  <a:lnTo>
                    <a:pt x="170180" y="5080"/>
                  </a:lnTo>
                  <a:lnTo>
                    <a:pt x="170180" y="6350"/>
                  </a:lnTo>
                  <a:lnTo>
                    <a:pt x="168910" y="6350"/>
                  </a:lnTo>
                  <a:lnTo>
                    <a:pt x="168910" y="7620"/>
                  </a:lnTo>
                  <a:lnTo>
                    <a:pt x="198107" y="7620"/>
                  </a:lnTo>
                  <a:lnTo>
                    <a:pt x="198107" y="6350"/>
                  </a:lnTo>
                  <a:lnTo>
                    <a:pt x="198120" y="5080"/>
                  </a:lnTo>
                  <a:lnTo>
                    <a:pt x="199390" y="5080"/>
                  </a:lnTo>
                  <a:lnTo>
                    <a:pt x="199390" y="3810"/>
                  </a:lnTo>
                  <a:lnTo>
                    <a:pt x="199390" y="2540"/>
                  </a:lnTo>
                  <a:lnTo>
                    <a:pt x="199390" y="1397"/>
                  </a:lnTo>
                  <a:lnTo>
                    <a:pt x="200660" y="1397"/>
                  </a:lnTo>
                  <a:lnTo>
                    <a:pt x="200660" y="0"/>
                  </a:lnTo>
                  <a:close/>
                </a:path>
              </a:pathLst>
            </a:custGeom>
            <a:solidFill>
              <a:srgbClr val="C80A00"/>
            </a:solidFill>
          </p:spPr>
          <p:txBody>
            <a:bodyPr wrap="square" lIns="0" tIns="0" rIns="0" bIns="0" rtlCol="0"/>
            <a:lstStyle/>
            <a:p/>
          </p:txBody>
        </p:sp>
        <p:sp>
          <p:nvSpPr>
            <p:cNvPr id="1683" name="object 1683"/>
            <p:cNvSpPr/>
            <p:nvPr/>
          </p:nvSpPr>
          <p:spPr>
            <a:xfrm>
              <a:off x="7686040" y="1555749"/>
              <a:ext cx="195580" cy="7620"/>
            </a:xfrm>
            <a:custGeom>
              <a:avLst/>
              <a:gdLst/>
              <a:ahLst/>
              <a:cxnLst/>
              <a:rect l="l" t="t" r="r" b="b"/>
              <a:pathLst>
                <a:path w="195579" h="7619">
                  <a:moveTo>
                    <a:pt x="115570" y="6350"/>
                  </a:moveTo>
                  <a:lnTo>
                    <a:pt x="114287" y="6350"/>
                  </a:lnTo>
                  <a:lnTo>
                    <a:pt x="114287" y="5080"/>
                  </a:lnTo>
                  <a:lnTo>
                    <a:pt x="113017" y="5080"/>
                  </a:lnTo>
                  <a:lnTo>
                    <a:pt x="113017" y="3810"/>
                  </a:lnTo>
                  <a:lnTo>
                    <a:pt x="111760" y="3810"/>
                  </a:lnTo>
                  <a:lnTo>
                    <a:pt x="111760" y="2540"/>
                  </a:lnTo>
                  <a:lnTo>
                    <a:pt x="110490" y="2540"/>
                  </a:lnTo>
                  <a:lnTo>
                    <a:pt x="110490" y="1270"/>
                  </a:lnTo>
                  <a:lnTo>
                    <a:pt x="109220" y="1270"/>
                  </a:lnTo>
                  <a:lnTo>
                    <a:pt x="109220" y="0"/>
                  </a:lnTo>
                  <a:lnTo>
                    <a:pt x="0" y="0"/>
                  </a:lnTo>
                  <a:lnTo>
                    <a:pt x="0" y="1270"/>
                  </a:lnTo>
                  <a:lnTo>
                    <a:pt x="0" y="2540"/>
                  </a:lnTo>
                  <a:lnTo>
                    <a:pt x="0" y="3810"/>
                  </a:lnTo>
                  <a:lnTo>
                    <a:pt x="1270" y="3810"/>
                  </a:lnTo>
                  <a:lnTo>
                    <a:pt x="1270" y="5080"/>
                  </a:lnTo>
                  <a:lnTo>
                    <a:pt x="1270" y="6350"/>
                  </a:lnTo>
                  <a:lnTo>
                    <a:pt x="1270" y="7620"/>
                  </a:lnTo>
                  <a:lnTo>
                    <a:pt x="115570" y="7620"/>
                  </a:lnTo>
                  <a:lnTo>
                    <a:pt x="115570" y="6350"/>
                  </a:lnTo>
                  <a:close/>
                </a:path>
                <a:path w="195579" h="7619">
                  <a:moveTo>
                    <a:pt x="195567" y="0"/>
                  </a:moveTo>
                  <a:lnTo>
                    <a:pt x="166370" y="0"/>
                  </a:lnTo>
                  <a:lnTo>
                    <a:pt x="166370" y="1270"/>
                  </a:lnTo>
                  <a:lnTo>
                    <a:pt x="165100" y="1270"/>
                  </a:lnTo>
                  <a:lnTo>
                    <a:pt x="165100" y="2540"/>
                  </a:lnTo>
                  <a:lnTo>
                    <a:pt x="163830" y="2540"/>
                  </a:lnTo>
                  <a:lnTo>
                    <a:pt x="163830" y="3810"/>
                  </a:lnTo>
                  <a:lnTo>
                    <a:pt x="162560" y="3810"/>
                  </a:lnTo>
                  <a:lnTo>
                    <a:pt x="162560" y="5080"/>
                  </a:lnTo>
                  <a:lnTo>
                    <a:pt x="161290" y="5080"/>
                  </a:lnTo>
                  <a:lnTo>
                    <a:pt x="161290" y="6350"/>
                  </a:lnTo>
                  <a:lnTo>
                    <a:pt x="160020" y="6350"/>
                  </a:lnTo>
                  <a:lnTo>
                    <a:pt x="160020" y="7620"/>
                  </a:lnTo>
                  <a:lnTo>
                    <a:pt x="193040" y="7620"/>
                  </a:lnTo>
                  <a:lnTo>
                    <a:pt x="193040" y="6350"/>
                  </a:lnTo>
                  <a:lnTo>
                    <a:pt x="193040" y="5080"/>
                  </a:lnTo>
                  <a:lnTo>
                    <a:pt x="194310" y="5080"/>
                  </a:lnTo>
                  <a:lnTo>
                    <a:pt x="194310" y="3810"/>
                  </a:lnTo>
                  <a:lnTo>
                    <a:pt x="194310" y="2540"/>
                  </a:lnTo>
                  <a:lnTo>
                    <a:pt x="194310" y="1270"/>
                  </a:lnTo>
                  <a:lnTo>
                    <a:pt x="195567" y="1270"/>
                  </a:lnTo>
                  <a:lnTo>
                    <a:pt x="195567" y="0"/>
                  </a:lnTo>
                  <a:close/>
                </a:path>
              </a:pathLst>
            </a:custGeom>
            <a:solidFill>
              <a:srgbClr val="CC0A00"/>
            </a:solidFill>
          </p:spPr>
          <p:txBody>
            <a:bodyPr wrap="square" lIns="0" tIns="0" rIns="0" bIns="0" rtlCol="0"/>
            <a:lstStyle/>
            <a:p/>
          </p:txBody>
        </p:sp>
        <p:sp>
          <p:nvSpPr>
            <p:cNvPr id="1684" name="object 1684"/>
            <p:cNvSpPr/>
            <p:nvPr/>
          </p:nvSpPr>
          <p:spPr>
            <a:xfrm>
              <a:off x="7687310" y="1563369"/>
              <a:ext cx="191770" cy="6350"/>
            </a:xfrm>
            <a:custGeom>
              <a:avLst/>
              <a:gdLst/>
              <a:ahLst/>
              <a:cxnLst/>
              <a:rect l="l" t="t" r="r" b="b"/>
              <a:pathLst>
                <a:path w="191770" h="6350">
                  <a:moveTo>
                    <a:pt x="123190" y="5080"/>
                  </a:moveTo>
                  <a:lnTo>
                    <a:pt x="121920" y="5080"/>
                  </a:lnTo>
                  <a:lnTo>
                    <a:pt x="121920" y="3810"/>
                  </a:lnTo>
                  <a:lnTo>
                    <a:pt x="119367" y="3810"/>
                  </a:lnTo>
                  <a:lnTo>
                    <a:pt x="119367" y="2540"/>
                  </a:lnTo>
                  <a:lnTo>
                    <a:pt x="118110" y="2540"/>
                  </a:lnTo>
                  <a:lnTo>
                    <a:pt x="118110" y="1270"/>
                  </a:lnTo>
                  <a:lnTo>
                    <a:pt x="115570" y="1270"/>
                  </a:lnTo>
                  <a:lnTo>
                    <a:pt x="115570" y="0"/>
                  </a:lnTo>
                  <a:lnTo>
                    <a:pt x="1270" y="0"/>
                  </a:lnTo>
                  <a:lnTo>
                    <a:pt x="0" y="0"/>
                  </a:lnTo>
                  <a:lnTo>
                    <a:pt x="0" y="127"/>
                  </a:lnTo>
                  <a:lnTo>
                    <a:pt x="1270" y="127"/>
                  </a:lnTo>
                  <a:lnTo>
                    <a:pt x="1270" y="1270"/>
                  </a:lnTo>
                  <a:lnTo>
                    <a:pt x="1270" y="2540"/>
                  </a:lnTo>
                  <a:lnTo>
                    <a:pt x="1270" y="3810"/>
                  </a:lnTo>
                  <a:lnTo>
                    <a:pt x="2540" y="3810"/>
                  </a:lnTo>
                  <a:lnTo>
                    <a:pt x="2540" y="5080"/>
                  </a:lnTo>
                  <a:lnTo>
                    <a:pt x="2540" y="6350"/>
                  </a:lnTo>
                  <a:lnTo>
                    <a:pt x="123190" y="6350"/>
                  </a:lnTo>
                  <a:lnTo>
                    <a:pt x="123190" y="5080"/>
                  </a:lnTo>
                  <a:close/>
                </a:path>
                <a:path w="191770" h="6350">
                  <a:moveTo>
                    <a:pt x="189230" y="5207"/>
                  </a:moveTo>
                  <a:lnTo>
                    <a:pt x="148590" y="5207"/>
                  </a:lnTo>
                  <a:lnTo>
                    <a:pt x="148590" y="6350"/>
                  </a:lnTo>
                  <a:lnTo>
                    <a:pt x="189230" y="6350"/>
                  </a:lnTo>
                  <a:lnTo>
                    <a:pt x="189230" y="5207"/>
                  </a:lnTo>
                  <a:close/>
                </a:path>
                <a:path w="191770" h="6350">
                  <a:moveTo>
                    <a:pt x="190500" y="1397"/>
                  </a:moveTo>
                  <a:lnTo>
                    <a:pt x="154940" y="1397"/>
                  </a:lnTo>
                  <a:lnTo>
                    <a:pt x="154940" y="2540"/>
                  </a:lnTo>
                  <a:lnTo>
                    <a:pt x="153670" y="2540"/>
                  </a:lnTo>
                  <a:lnTo>
                    <a:pt x="153670" y="3810"/>
                  </a:lnTo>
                  <a:lnTo>
                    <a:pt x="151130" y="3810"/>
                  </a:lnTo>
                  <a:lnTo>
                    <a:pt x="151130" y="5080"/>
                  </a:lnTo>
                  <a:lnTo>
                    <a:pt x="190500" y="5080"/>
                  </a:lnTo>
                  <a:lnTo>
                    <a:pt x="190500" y="3810"/>
                  </a:lnTo>
                  <a:lnTo>
                    <a:pt x="190500" y="2540"/>
                  </a:lnTo>
                  <a:lnTo>
                    <a:pt x="190500" y="1397"/>
                  </a:lnTo>
                  <a:close/>
                </a:path>
                <a:path w="191770" h="6350">
                  <a:moveTo>
                    <a:pt x="191770" y="0"/>
                  </a:moveTo>
                  <a:lnTo>
                    <a:pt x="157480" y="0"/>
                  </a:lnTo>
                  <a:lnTo>
                    <a:pt x="157480" y="1270"/>
                  </a:lnTo>
                  <a:lnTo>
                    <a:pt x="191770" y="1270"/>
                  </a:lnTo>
                  <a:lnTo>
                    <a:pt x="191770" y="0"/>
                  </a:lnTo>
                  <a:close/>
                </a:path>
              </a:pathLst>
            </a:custGeom>
            <a:solidFill>
              <a:srgbClr val="CE0900"/>
            </a:solidFill>
          </p:spPr>
          <p:txBody>
            <a:bodyPr wrap="square" lIns="0" tIns="0" rIns="0" bIns="0" rtlCol="0"/>
            <a:lstStyle/>
            <a:p/>
          </p:txBody>
        </p:sp>
        <p:sp>
          <p:nvSpPr>
            <p:cNvPr id="1685" name="object 1685"/>
            <p:cNvSpPr/>
            <p:nvPr/>
          </p:nvSpPr>
          <p:spPr>
            <a:xfrm>
              <a:off x="7689850" y="1569719"/>
              <a:ext cx="186690" cy="7620"/>
            </a:xfrm>
            <a:custGeom>
              <a:avLst/>
              <a:gdLst/>
              <a:ahLst/>
              <a:cxnLst/>
              <a:rect l="l" t="t" r="r" b="b"/>
              <a:pathLst>
                <a:path w="186690" h="7619">
                  <a:moveTo>
                    <a:pt x="186690" y="0"/>
                  </a:moveTo>
                  <a:lnTo>
                    <a:pt x="140970" y="0"/>
                  </a:lnTo>
                  <a:lnTo>
                    <a:pt x="140970" y="1270"/>
                  </a:lnTo>
                  <a:lnTo>
                    <a:pt x="137160" y="1270"/>
                  </a:lnTo>
                  <a:lnTo>
                    <a:pt x="137160" y="2540"/>
                  </a:lnTo>
                  <a:lnTo>
                    <a:pt x="135890" y="2540"/>
                  </a:lnTo>
                  <a:lnTo>
                    <a:pt x="135890" y="1270"/>
                  </a:lnTo>
                  <a:lnTo>
                    <a:pt x="124460" y="1270"/>
                  </a:lnTo>
                  <a:lnTo>
                    <a:pt x="124460" y="0"/>
                  </a:lnTo>
                  <a:lnTo>
                    <a:pt x="1270" y="0"/>
                  </a:lnTo>
                  <a:lnTo>
                    <a:pt x="0" y="0"/>
                  </a:lnTo>
                  <a:lnTo>
                    <a:pt x="0" y="127"/>
                  </a:lnTo>
                  <a:lnTo>
                    <a:pt x="1270" y="127"/>
                  </a:lnTo>
                  <a:lnTo>
                    <a:pt x="1270" y="1270"/>
                  </a:lnTo>
                  <a:lnTo>
                    <a:pt x="1270" y="2540"/>
                  </a:lnTo>
                  <a:lnTo>
                    <a:pt x="1270" y="3810"/>
                  </a:lnTo>
                  <a:lnTo>
                    <a:pt x="2540" y="3810"/>
                  </a:lnTo>
                  <a:lnTo>
                    <a:pt x="2540" y="5080"/>
                  </a:lnTo>
                  <a:lnTo>
                    <a:pt x="2540" y="7620"/>
                  </a:lnTo>
                  <a:lnTo>
                    <a:pt x="184150" y="7620"/>
                  </a:lnTo>
                  <a:lnTo>
                    <a:pt x="184150" y="5080"/>
                  </a:lnTo>
                  <a:lnTo>
                    <a:pt x="185420" y="5080"/>
                  </a:lnTo>
                  <a:lnTo>
                    <a:pt x="185420" y="3810"/>
                  </a:lnTo>
                  <a:lnTo>
                    <a:pt x="185420" y="2540"/>
                  </a:lnTo>
                  <a:lnTo>
                    <a:pt x="186677" y="2540"/>
                  </a:lnTo>
                  <a:lnTo>
                    <a:pt x="186677" y="1270"/>
                  </a:lnTo>
                  <a:lnTo>
                    <a:pt x="186690" y="0"/>
                  </a:lnTo>
                  <a:close/>
                </a:path>
              </a:pathLst>
            </a:custGeom>
            <a:solidFill>
              <a:srgbClr val="D10800"/>
            </a:solidFill>
          </p:spPr>
          <p:txBody>
            <a:bodyPr wrap="square" lIns="0" tIns="0" rIns="0" bIns="0" rtlCol="0"/>
            <a:lstStyle/>
            <a:p/>
          </p:txBody>
        </p:sp>
        <p:sp>
          <p:nvSpPr>
            <p:cNvPr id="1686" name="object 1686"/>
            <p:cNvSpPr/>
            <p:nvPr/>
          </p:nvSpPr>
          <p:spPr>
            <a:xfrm>
              <a:off x="7692390" y="1577339"/>
              <a:ext cx="181610" cy="7620"/>
            </a:xfrm>
            <a:custGeom>
              <a:avLst/>
              <a:gdLst/>
              <a:ahLst/>
              <a:cxnLst/>
              <a:rect l="l" t="t" r="r" b="b"/>
              <a:pathLst>
                <a:path w="181609" h="7619">
                  <a:moveTo>
                    <a:pt x="181610" y="0"/>
                  </a:moveTo>
                  <a:lnTo>
                    <a:pt x="0" y="0"/>
                  </a:lnTo>
                  <a:lnTo>
                    <a:pt x="0" y="127"/>
                  </a:lnTo>
                  <a:lnTo>
                    <a:pt x="1270" y="127"/>
                  </a:lnTo>
                  <a:lnTo>
                    <a:pt x="1270" y="2540"/>
                  </a:lnTo>
                  <a:lnTo>
                    <a:pt x="2540" y="2540"/>
                  </a:lnTo>
                  <a:lnTo>
                    <a:pt x="2540" y="5080"/>
                  </a:lnTo>
                  <a:lnTo>
                    <a:pt x="2540" y="6350"/>
                  </a:lnTo>
                  <a:lnTo>
                    <a:pt x="3810" y="6350"/>
                  </a:lnTo>
                  <a:lnTo>
                    <a:pt x="3810" y="7620"/>
                  </a:lnTo>
                  <a:lnTo>
                    <a:pt x="177800" y="7620"/>
                  </a:lnTo>
                  <a:lnTo>
                    <a:pt x="177800" y="6350"/>
                  </a:lnTo>
                  <a:lnTo>
                    <a:pt x="177787" y="5080"/>
                  </a:lnTo>
                  <a:lnTo>
                    <a:pt x="179070" y="5080"/>
                  </a:lnTo>
                  <a:lnTo>
                    <a:pt x="179070" y="2540"/>
                  </a:lnTo>
                  <a:lnTo>
                    <a:pt x="180340" y="2540"/>
                  </a:lnTo>
                  <a:lnTo>
                    <a:pt x="180340" y="127"/>
                  </a:lnTo>
                  <a:lnTo>
                    <a:pt x="181610" y="127"/>
                  </a:lnTo>
                  <a:lnTo>
                    <a:pt x="181610" y="0"/>
                  </a:lnTo>
                  <a:close/>
                </a:path>
              </a:pathLst>
            </a:custGeom>
            <a:solidFill>
              <a:srgbClr val="D50800"/>
            </a:solidFill>
          </p:spPr>
          <p:txBody>
            <a:bodyPr wrap="square" lIns="0" tIns="0" rIns="0" bIns="0" rtlCol="0"/>
            <a:lstStyle/>
            <a:p/>
          </p:txBody>
        </p:sp>
        <p:sp>
          <p:nvSpPr>
            <p:cNvPr id="1687" name="object 1687"/>
            <p:cNvSpPr/>
            <p:nvPr/>
          </p:nvSpPr>
          <p:spPr>
            <a:xfrm>
              <a:off x="7696200" y="1584959"/>
              <a:ext cx="172720" cy="6350"/>
            </a:xfrm>
            <a:custGeom>
              <a:avLst/>
              <a:gdLst/>
              <a:ahLst/>
              <a:cxnLst/>
              <a:rect l="l" t="t" r="r" b="b"/>
              <a:pathLst>
                <a:path w="172720" h="6350">
                  <a:moveTo>
                    <a:pt x="172720" y="0"/>
                  </a:moveTo>
                  <a:lnTo>
                    <a:pt x="0" y="0"/>
                  </a:lnTo>
                  <a:lnTo>
                    <a:pt x="0" y="2540"/>
                  </a:lnTo>
                  <a:lnTo>
                    <a:pt x="1270" y="2540"/>
                  </a:lnTo>
                  <a:lnTo>
                    <a:pt x="1270" y="5080"/>
                  </a:lnTo>
                  <a:lnTo>
                    <a:pt x="2540" y="5080"/>
                  </a:lnTo>
                  <a:lnTo>
                    <a:pt x="2540" y="6350"/>
                  </a:lnTo>
                  <a:lnTo>
                    <a:pt x="170180" y="6350"/>
                  </a:lnTo>
                  <a:lnTo>
                    <a:pt x="170180" y="5080"/>
                  </a:lnTo>
                  <a:lnTo>
                    <a:pt x="171450" y="5080"/>
                  </a:lnTo>
                  <a:lnTo>
                    <a:pt x="171450" y="2540"/>
                  </a:lnTo>
                  <a:lnTo>
                    <a:pt x="172720" y="2540"/>
                  </a:lnTo>
                  <a:lnTo>
                    <a:pt x="172720" y="0"/>
                  </a:lnTo>
                  <a:close/>
                </a:path>
              </a:pathLst>
            </a:custGeom>
            <a:solidFill>
              <a:srgbClr val="D80700"/>
            </a:solidFill>
          </p:spPr>
          <p:txBody>
            <a:bodyPr wrap="square" lIns="0" tIns="0" rIns="0" bIns="0" rtlCol="0"/>
            <a:lstStyle/>
            <a:p/>
          </p:txBody>
        </p:sp>
        <p:sp>
          <p:nvSpPr>
            <p:cNvPr id="1688" name="object 1688"/>
            <p:cNvSpPr/>
            <p:nvPr/>
          </p:nvSpPr>
          <p:spPr>
            <a:xfrm>
              <a:off x="7698740" y="1591309"/>
              <a:ext cx="167640" cy="7620"/>
            </a:xfrm>
            <a:custGeom>
              <a:avLst/>
              <a:gdLst/>
              <a:ahLst/>
              <a:cxnLst/>
              <a:rect l="l" t="t" r="r" b="b"/>
              <a:pathLst>
                <a:path w="167640" h="7619">
                  <a:moveTo>
                    <a:pt x="166370" y="1282"/>
                  </a:moveTo>
                  <a:lnTo>
                    <a:pt x="1270" y="1282"/>
                  </a:lnTo>
                  <a:lnTo>
                    <a:pt x="1270" y="3810"/>
                  </a:lnTo>
                  <a:lnTo>
                    <a:pt x="2540" y="3810"/>
                  </a:lnTo>
                  <a:lnTo>
                    <a:pt x="2540" y="6350"/>
                  </a:lnTo>
                  <a:lnTo>
                    <a:pt x="3810" y="6350"/>
                  </a:lnTo>
                  <a:lnTo>
                    <a:pt x="3810" y="7620"/>
                  </a:lnTo>
                  <a:lnTo>
                    <a:pt x="163830" y="7620"/>
                  </a:lnTo>
                  <a:lnTo>
                    <a:pt x="163830" y="6350"/>
                  </a:lnTo>
                  <a:lnTo>
                    <a:pt x="165087" y="6350"/>
                  </a:lnTo>
                  <a:lnTo>
                    <a:pt x="165087" y="3810"/>
                  </a:lnTo>
                  <a:lnTo>
                    <a:pt x="166370" y="3810"/>
                  </a:lnTo>
                  <a:lnTo>
                    <a:pt x="166370" y="1282"/>
                  </a:lnTo>
                  <a:close/>
                </a:path>
                <a:path w="167640" h="7619">
                  <a:moveTo>
                    <a:pt x="167640" y="0"/>
                  </a:moveTo>
                  <a:lnTo>
                    <a:pt x="0" y="0"/>
                  </a:lnTo>
                  <a:lnTo>
                    <a:pt x="0" y="1270"/>
                  </a:lnTo>
                  <a:lnTo>
                    <a:pt x="167640" y="1270"/>
                  </a:lnTo>
                  <a:lnTo>
                    <a:pt x="167640" y="0"/>
                  </a:lnTo>
                  <a:close/>
                </a:path>
              </a:pathLst>
            </a:custGeom>
            <a:solidFill>
              <a:srgbClr val="DB0600"/>
            </a:solidFill>
          </p:spPr>
          <p:txBody>
            <a:bodyPr wrap="square" lIns="0" tIns="0" rIns="0" bIns="0" rtlCol="0"/>
            <a:lstStyle/>
            <a:p/>
          </p:txBody>
        </p:sp>
        <p:sp>
          <p:nvSpPr>
            <p:cNvPr id="1689" name="object 1689"/>
            <p:cNvSpPr/>
            <p:nvPr/>
          </p:nvSpPr>
          <p:spPr>
            <a:xfrm>
              <a:off x="7702550" y="1598929"/>
              <a:ext cx="160020" cy="7620"/>
            </a:xfrm>
            <a:custGeom>
              <a:avLst/>
              <a:gdLst/>
              <a:ahLst/>
              <a:cxnLst/>
              <a:rect l="l" t="t" r="r" b="b"/>
              <a:pathLst>
                <a:path w="160020" h="7619">
                  <a:moveTo>
                    <a:pt x="156210" y="6362"/>
                  </a:moveTo>
                  <a:lnTo>
                    <a:pt x="3810" y="6362"/>
                  </a:lnTo>
                  <a:lnTo>
                    <a:pt x="3810" y="7620"/>
                  </a:lnTo>
                  <a:lnTo>
                    <a:pt x="156210" y="7620"/>
                  </a:lnTo>
                  <a:lnTo>
                    <a:pt x="156210" y="6362"/>
                  </a:lnTo>
                  <a:close/>
                </a:path>
                <a:path w="160020" h="7619">
                  <a:moveTo>
                    <a:pt x="160020" y="0"/>
                  </a:moveTo>
                  <a:lnTo>
                    <a:pt x="0" y="0"/>
                  </a:lnTo>
                  <a:lnTo>
                    <a:pt x="0" y="1270"/>
                  </a:lnTo>
                  <a:lnTo>
                    <a:pt x="1270" y="1270"/>
                  </a:lnTo>
                  <a:lnTo>
                    <a:pt x="1270" y="3810"/>
                  </a:lnTo>
                  <a:lnTo>
                    <a:pt x="2540" y="3810"/>
                  </a:lnTo>
                  <a:lnTo>
                    <a:pt x="2540" y="6350"/>
                  </a:lnTo>
                  <a:lnTo>
                    <a:pt x="157480" y="6350"/>
                  </a:lnTo>
                  <a:lnTo>
                    <a:pt x="157480" y="3810"/>
                  </a:lnTo>
                  <a:lnTo>
                    <a:pt x="158750" y="3810"/>
                  </a:lnTo>
                  <a:lnTo>
                    <a:pt x="158750" y="1270"/>
                  </a:lnTo>
                  <a:lnTo>
                    <a:pt x="160020" y="1270"/>
                  </a:lnTo>
                  <a:lnTo>
                    <a:pt x="160020" y="0"/>
                  </a:lnTo>
                  <a:close/>
                </a:path>
              </a:pathLst>
            </a:custGeom>
            <a:solidFill>
              <a:srgbClr val="DE0600"/>
            </a:solidFill>
          </p:spPr>
          <p:txBody>
            <a:bodyPr wrap="square" lIns="0" tIns="0" rIns="0" bIns="0" rtlCol="0"/>
            <a:lstStyle/>
            <a:p/>
          </p:txBody>
        </p:sp>
        <p:sp>
          <p:nvSpPr>
            <p:cNvPr id="1690" name="object 1690"/>
            <p:cNvSpPr/>
            <p:nvPr/>
          </p:nvSpPr>
          <p:spPr>
            <a:xfrm>
              <a:off x="7706360" y="1606549"/>
              <a:ext cx="152400" cy="6350"/>
            </a:xfrm>
            <a:custGeom>
              <a:avLst/>
              <a:gdLst/>
              <a:ahLst/>
              <a:cxnLst/>
              <a:rect l="l" t="t" r="r" b="b"/>
              <a:pathLst>
                <a:path w="152400" h="6350">
                  <a:moveTo>
                    <a:pt x="152400" y="0"/>
                  </a:moveTo>
                  <a:lnTo>
                    <a:pt x="0" y="0"/>
                  </a:lnTo>
                  <a:lnTo>
                    <a:pt x="0" y="1270"/>
                  </a:lnTo>
                  <a:lnTo>
                    <a:pt x="1270" y="1270"/>
                  </a:lnTo>
                  <a:lnTo>
                    <a:pt x="1270" y="2540"/>
                  </a:lnTo>
                  <a:lnTo>
                    <a:pt x="1270" y="3810"/>
                  </a:lnTo>
                  <a:lnTo>
                    <a:pt x="2540" y="3810"/>
                  </a:lnTo>
                  <a:lnTo>
                    <a:pt x="2540" y="5080"/>
                  </a:lnTo>
                  <a:lnTo>
                    <a:pt x="2540" y="6350"/>
                  </a:lnTo>
                  <a:lnTo>
                    <a:pt x="148590" y="6350"/>
                  </a:lnTo>
                  <a:lnTo>
                    <a:pt x="148590" y="5080"/>
                  </a:lnTo>
                  <a:lnTo>
                    <a:pt x="149860" y="5080"/>
                  </a:lnTo>
                  <a:lnTo>
                    <a:pt x="149860" y="3810"/>
                  </a:lnTo>
                  <a:lnTo>
                    <a:pt x="149860" y="2540"/>
                  </a:lnTo>
                  <a:lnTo>
                    <a:pt x="151117" y="2540"/>
                  </a:lnTo>
                  <a:lnTo>
                    <a:pt x="151117" y="1270"/>
                  </a:lnTo>
                  <a:lnTo>
                    <a:pt x="152400" y="1270"/>
                  </a:lnTo>
                  <a:lnTo>
                    <a:pt x="152400" y="0"/>
                  </a:lnTo>
                  <a:close/>
                </a:path>
              </a:pathLst>
            </a:custGeom>
            <a:solidFill>
              <a:srgbClr val="E10500"/>
            </a:solidFill>
          </p:spPr>
          <p:txBody>
            <a:bodyPr wrap="square" lIns="0" tIns="0" rIns="0" bIns="0" rtlCol="0"/>
            <a:lstStyle/>
            <a:p/>
          </p:txBody>
        </p:sp>
        <p:sp>
          <p:nvSpPr>
            <p:cNvPr id="1691" name="object 1691"/>
            <p:cNvSpPr/>
            <p:nvPr/>
          </p:nvSpPr>
          <p:spPr>
            <a:xfrm>
              <a:off x="7710170" y="1612899"/>
              <a:ext cx="143510" cy="7620"/>
            </a:xfrm>
            <a:custGeom>
              <a:avLst/>
              <a:gdLst/>
              <a:ahLst/>
              <a:cxnLst/>
              <a:rect l="l" t="t" r="r" b="b"/>
              <a:pathLst>
                <a:path w="143509" h="7619">
                  <a:moveTo>
                    <a:pt x="143510" y="0"/>
                  </a:moveTo>
                  <a:lnTo>
                    <a:pt x="0" y="0"/>
                  </a:lnTo>
                  <a:lnTo>
                    <a:pt x="0" y="2540"/>
                  </a:lnTo>
                  <a:lnTo>
                    <a:pt x="1270" y="2540"/>
                  </a:lnTo>
                  <a:lnTo>
                    <a:pt x="1270" y="5080"/>
                  </a:lnTo>
                  <a:lnTo>
                    <a:pt x="2540" y="5080"/>
                  </a:lnTo>
                  <a:lnTo>
                    <a:pt x="2540" y="6350"/>
                  </a:lnTo>
                  <a:lnTo>
                    <a:pt x="3810" y="6350"/>
                  </a:lnTo>
                  <a:lnTo>
                    <a:pt x="3810" y="7620"/>
                  </a:lnTo>
                  <a:lnTo>
                    <a:pt x="139700" y="7620"/>
                  </a:lnTo>
                  <a:lnTo>
                    <a:pt x="139700" y="6350"/>
                  </a:lnTo>
                  <a:lnTo>
                    <a:pt x="140957" y="6350"/>
                  </a:lnTo>
                  <a:lnTo>
                    <a:pt x="140957" y="5080"/>
                  </a:lnTo>
                  <a:lnTo>
                    <a:pt x="142240" y="5080"/>
                  </a:lnTo>
                  <a:lnTo>
                    <a:pt x="142240" y="2540"/>
                  </a:lnTo>
                  <a:lnTo>
                    <a:pt x="143510" y="2540"/>
                  </a:lnTo>
                  <a:lnTo>
                    <a:pt x="143510" y="0"/>
                  </a:lnTo>
                  <a:close/>
                </a:path>
              </a:pathLst>
            </a:custGeom>
            <a:solidFill>
              <a:srgbClr val="E40500"/>
            </a:solidFill>
          </p:spPr>
          <p:txBody>
            <a:bodyPr wrap="square" lIns="0" tIns="0" rIns="0" bIns="0" rtlCol="0"/>
            <a:lstStyle/>
            <a:p/>
          </p:txBody>
        </p:sp>
        <p:sp>
          <p:nvSpPr>
            <p:cNvPr id="1692" name="object 1692"/>
            <p:cNvSpPr/>
            <p:nvPr/>
          </p:nvSpPr>
          <p:spPr>
            <a:xfrm>
              <a:off x="7715250" y="1620519"/>
              <a:ext cx="133350" cy="7620"/>
            </a:xfrm>
            <a:custGeom>
              <a:avLst/>
              <a:gdLst/>
              <a:ahLst/>
              <a:cxnLst/>
              <a:rect l="l" t="t" r="r" b="b"/>
              <a:pathLst>
                <a:path w="133350" h="7619">
                  <a:moveTo>
                    <a:pt x="133350" y="0"/>
                  </a:moveTo>
                  <a:lnTo>
                    <a:pt x="0" y="0"/>
                  </a:lnTo>
                  <a:lnTo>
                    <a:pt x="0" y="2540"/>
                  </a:lnTo>
                  <a:lnTo>
                    <a:pt x="1270" y="2540"/>
                  </a:lnTo>
                  <a:lnTo>
                    <a:pt x="1270" y="3810"/>
                  </a:lnTo>
                  <a:lnTo>
                    <a:pt x="2540" y="3810"/>
                  </a:lnTo>
                  <a:lnTo>
                    <a:pt x="2540" y="5080"/>
                  </a:lnTo>
                  <a:lnTo>
                    <a:pt x="3810" y="5080"/>
                  </a:lnTo>
                  <a:lnTo>
                    <a:pt x="3810" y="6350"/>
                  </a:lnTo>
                  <a:lnTo>
                    <a:pt x="5080" y="6350"/>
                  </a:lnTo>
                  <a:lnTo>
                    <a:pt x="5080" y="7620"/>
                  </a:lnTo>
                  <a:lnTo>
                    <a:pt x="129527" y="7620"/>
                  </a:lnTo>
                  <a:lnTo>
                    <a:pt x="129527" y="6350"/>
                  </a:lnTo>
                  <a:lnTo>
                    <a:pt x="129527" y="5080"/>
                  </a:lnTo>
                  <a:lnTo>
                    <a:pt x="130810" y="5080"/>
                  </a:lnTo>
                  <a:lnTo>
                    <a:pt x="130810" y="3810"/>
                  </a:lnTo>
                  <a:lnTo>
                    <a:pt x="132080" y="3810"/>
                  </a:lnTo>
                  <a:lnTo>
                    <a:pt x="132080" y="2540"/>
                  </a:lnTo>
                  <a:lnTo>
                    <a:pt x="133350" y="2540"/>
                  </a:lnTo>
                  <a:lnTo>
                    <a:pt x="133350" y="0"/>
                  </a:lnTo>
                  <a:close/>
                </a:path>
              </a:pathLst>
            </a:custGeom>
            <a:solidFill>
              <a:srgbClr val="E70400"/>
            </a:solidFill>
          </p:spPr>
          <p:txBody>
            <a:bodyPr wrap="square" lIns="0" tIns="0" rIns="0" bIns="0" rtlCol="0"/>
            <a:lstStyle/>
            <a:p/>
          </p:txBody>
        </p:sp>
        <p:sp>
          <p:nvSpPr>
            <p:cNvPr id="1693" name="object 1693"/>
            <p:cNvSpPr/>
            <p:nvPr/>
          </p:nvSpPr>
          <p:spPr>
            <a:xfrm>
              <a:off x="7720330" y="1628139"/>
              <a:ext cx="123189" cy="6350"/>
            </a:xfrm>
            <a:custGeom>
              <a:avLst/>
              <a:gdLst/>
              <a:ahLst/>
              <a:cxnLst/>
              <a:rect l="l" t="t" r="r" b="b"/>
              <a:pathLst>
                <a:path w="123190" h="6350">
                  <a:moveTo>
                    <a:pt x="12319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119380" y="6350"/>
                  </a:lnTo>
                  <a:lnTo>
                    <a:pt x="119380" y="5080"/>
                  </a:lnTo>
                  <a:lnTo>
                    <a:pt x="119380" y="3810"/>
                  </a:lnTo>
                  <a:lnTo>
                    <a:pt x="120650" y="3810"/>
                  </a:lnTo>
                  <a:lnTo>
                    <a:pt x="120650" y="2540"/>
                  </a:lnTo>
                  <a:lnTo>
                    <a:pt x="121920" y="2540"/>
                  </a:lnTo>
                  <a:lnTo>
                    <a:pt x="121920" y="1270"/>
                  </a:lnTo>
                  <a:lnTo>
                    <a:pt x="123190" y="1270"/>
                  </a:lnTo>
                  <a:lnTo>
                    <a:pt x="123190" y="0"/>
                  </a:lnTo>
                  <a:close/>
                </a:path>
              </a:pathLst>
            </a:custGeom>
            <a:solidFill>
              <a:srgbClr val="EB0300"/>
            </a:solidFill>
          </p:spPr>
          <p:txBody>
            <a:bodyPr wrap="square" lIns="0" tIns="0" rIns="0" bIns="0" rtlCol="0"/>
            <a:lstStyle/>
            <a:p/>
          </p:txBody>
        </p:sp>
        <p:sp>
          <p:nvSpPr>
            <p:cNvPr id="1694" name="object 1694"/>
            <p:cNvSpPr/>
            <p:nvPr/>
          </p:nvSpPr>
          <p:spPr>
            <a:xfrm>
              <a:off x="7725410" y="1634489"/>
              <a:ext cx="113030" cy="7620"/>
            </a:xfrm>
            <a:custGeom>
              <a:avLst/>
              <a:gdLst/>
              <a:ahLst/>
              <a:cxnLst/>
              <a:rect l="l" t="t" r="r" b="b"/>
              <a:pathLst>
                <a:path w="113029" h="7619">
                  <a:moveTo>
                    <a:pt x="113017"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5080" y="7620"/>
                  </a:lnTo>
                  <a:lnTo>
                    <a:pt x="106680" y="7620"/>
                  </a:lnTo>
                  <a:lnTo>
                    <a:pt x="106680" y="6350"/>
                  </a:lnTo>
                  <a:lnTo>
                    <a:pt x="107950" y="6350"/>
                  </a:lnTo>
                  <a:lnTo>
                    <a:pt x="107950" y="5080"/>
                  </a:lnTo>
                  <a:lnTo>
                    <a:pt x="109220" y="5080"/>
                  </a:lnTo>
                  <a:lnTo>
                    <a:pt x="109220" y="3810"/>
                  </a:lnTo>
                  <a:lnTo>
                    <a:pt x="110490" y="3810"/>
                  </a:lnTo>
                  <a:lnTo>
                    <a:pt x="110490" y="2540"/>
                  </a:lnTo>
                  <a:lnTo>
                    <a:pt x="111760" y="2540"/>
                  </a:lnTo>
                  <a:lnTo>
                    <a:pt x="111760" y="1270"/>
                  </a:lnTo>
                  <a:lnTo>
                    <a:pt x="113017" y="1270"/>
                  </a:lnTo>
                  <a:lnTo>
                    <a:pt x="113017" y="0"/>
                  </a:lnTo>
                  <a:close/>
                </a:path>
              </a:pathLst>
            </a:custGeom>
            <a:solidFill>
              <a:srgbClr val="EE0300"/>
            </a:solidFill>
          </p:spPr>
          <p:txBody>
            <a:bodyPr wrap="square" lIns="0" tIns="0" rIns="0" bIns="0" rtlCol="0"/>
            <a:lstStyle/>
            <a:p/>
          </p:txBody>
        </p:sp>
        <p:sp>
          <p:nvSpPr>
            <p:cNvPr id="1695" name="object 1695"/>
            <p:cNvSpPr/>
            <p:nvPr/>
          </p:nvSpPr>
          <p:spPr>
            <a:xfrm>
              <a:off x="7731760" y="1642109"/>
              <a:ext cx="99060" cy="7620"/>
            </a:xfrm>
            <a:custGeom>
              <a:avLst/>
              <a:gdLst/>
              <a:ahLst/>
              <a:cxnLst/>
              <a:rect l="l" t="t" r="r" b="b"/>
              <a:pathLst>
                <a:path w="99059" h="7619">
                  <a:moveTo>
                    <a:pt x="99047"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7620" y="6350"/>
                  </a:lnTo>
                  <a:lnTo>
                    <a:pt x="7620" y="7620"/>
                  </a:lnTo>
                  <a:lnTo>
                    <a:pt x="91440" y="7620"/>
                  </a:lnTo>
                  <a:lnTo>
                    <a:pt x="91440" y="6350"/>
                  </a:lnTo>
                  <a:lnTo>
                    <a:pt x="93967" y="6350"/>
                  </a:lnTo>
                  <a:lnTo>
                    <a:pt x="93967" y="5080"/>
                  </a:lnTo>
                  <a:lnTo>
                    <a:pt x="95250" y="5080"/>
                  </a:lnTo>
                  <a:lnTo>
                    <a:pt x="95250" y="3810"/>
                  </a:lnTo>
                  <a:lnTo>
                    <a:pt x="96520" y="3810"/>
                  </a:lnTo>
                  <a:lnTo>
                    <a:pt x="96520" y="2540"/>
                  </a:lnTo>
                  <a:lnTo>
                    <a:pt x="97790" y="2540"/>
                  </a:lnTo>
                  <a:lnTo>
                    <a:pt x="97790" y="1270"/>
                  </a:lnTo>
                  <a:lnTo>
                    <a:pt x="99047" y="1270"/>
                  </a:lnTo>
                  <a:lnTo>
                    <a:pt x="99047" y="0"/>
                  </a:lnTo>
                  <a:close/>
                </a:path>
              </a:pathLst>
            </a:custGeom>
            <a:solidFill>
              <a:srgbClr val="F10200"/>
            </a:solidFill>
          </p:spPr>
          <p:txBody>
            <a:bodyPr wrap="square" lIns="0" tIns="0" rIns="0" bIns="0" rtlCol="0"/>
            <a:lstStyle/>
            <a:p/>
          </p:txBody>
        </p:sp>
        <p:sp>
          <p:nvSpPr>
            <p:cNvPr id="1696" name="object 1696"/>
            <p:cNvSpPr/>
            <p:nvPr/>
          </p:nvSpPr>
          <p:spPr>
            <a:xfrm>
              <a:off x="7741920" y="1649730"/>
              <a:ext cx="80010" cy="7620"/>
            </a:xfrm>
            <a:custGeom>
              <a:avLst/>
              <a:gdLst/>
              <a:ahLst/>
              <a:cxnLst/>
              <a:rect l="l" t="t" r="r" b="b"/>
              <a:pathLst>
                <a:path w="80009" h="7619">
                  <a:moveTo>
                    <a:pt x="71119" y="6350"/>
                  </a:moveTo>
                  <a:lnTo>
                    <a:pt x="10159" y="6350"/>
                  </a:lnTo>
                  <a:lnTo>
                    <a:pt x="10159" y="7620"/>
                  </a:lnTo>
                  <a:lnTo>
                    <a:pt x="71119" y="7620"/>
                  </a:lnTo>
                  <a:lnTo>
                    <a:pt x="71119" y="6350"/>
                  </a:lnTo>
                  <a:close/>
                </a:path>
                <a:path w="80009" h="7619">
                  <a:moveTo>
                    <a:pt x="72390" y="5080"/>
                  </a:moveTo>
                  <a:lnTo>
                    <a:pt x="7620" y="5080"/>
                  </a:lnTo>
                  <a:lnTo>
                    <a:pt x="7620" y="6350"/>
                  </a:lnTo>
                  <a:lnTo>
                    <a:pt x="72390" y="6350"/>
                  </a:lnTo>
                  <a:lnTo>
                    <a:pt x="72390" y="5080"/>
                  </a:lnTo>
                  <a:close/>
                </a:path>
                <a:path w="80009" h="7619">
                  <a:moveTo>
                    <a:pt x="74929" y="3810"/>
                  </a:moveTo>
                  <a:lnTo>
                    <a:pt x="6350" y="3810"/>
                  </a:lnTo>
                  <a:lnTo>
                    <a:pt x="6350" y="5080"/>
                  </a:lnTo>
                  <a:lnTo>
                    <a:pt x="74929" y="5080"/>
                  </a:lnTo>
                  <a:lnTo>
                    <a:pt x="74929" y="3810"/>
                  </a:lnTo>
                  <a:close/>
                </a:path>
                <a:path w="80009" h="7619">
                  <a:moveTo>
                    <a:pt x="76199" y="2540"/>
                  </a:moveTo>
                  <a:lnTo>
                    <a:pt x="2539" y="2540"/>
                  </a:lnTo>
                  <a:lnTo>
                    <a:pt x="2539" y="3810"/>
                  </a:lnTo>
                  <a:lnTo>
                    <a:pt x="76199" y="3810"/>
                  </a:lnTo>
                  <a:lnTo>
                    <a:pt x="76199" y="2540"/>
                  </a:lnTo>
                  <a:close/>
                </a:path>
                <a:path w="80009" h="7619">
                  <a:moveTo>
                    <a:pt x="78740" y="1270"/>
                  </a:moveTo>
                  <a:lnTo>
                    <a:pt x="1270" y="1270"/>
                  </a:lnTo>
                  <a:lnTo>
                    <a:pt x="1270" y="2540"/>
                  </a:lnTo>
                  <a:lnTo>
                    <a:pt x="78740" y="2540"/>
                  </a:lnTo>
                  <a:lnTo>
                    <a:pt x="78740" y="1270"/>
                  </a:lnTo>
                  <a:close/>
                </a:path>
                <a:path w="80009" h="7619">
                  <a:moveTo>
                    <a:pt x="80009" y="0"/>
                  </a:moveTo>
                  <a:lnTo>
                    <a:pt x="0" y="0"/>
                  </a:lnTo>
                  <a:lnTo>
                    <a:pt x="0" y="1270"/>
                  </a:lnTo>
                  <a:lnTo>
                    <a:pt x="80009" y="1270"/>
                  </a:lnTo>
                  <a:lnTo>
                    <a:pt x="80009" y="0"/>
                  </a:lnTo>
                  <a:close/>
                </a:path>
              </a:pathLst>
            </a:custGeom>
            <a:solidFill>
              <a:srgbClr val="F40100"/>
            </a:solidFill>
          </p:spPr>
          <p:txBody>
            <a:bodyPr wrap="square" lIns="0" tIns="0" rIns="0" bIns="0" rtlCol="0"/>
            <a:lstStyle/>
            <a:p/>
          </p:txBody>
        </p:sp>
        <p:sp>
          <p:nvSpPr>
            <p:cNvPr id="1697" name="object 1697"/>
            <p:cNvSpPr/>
            <p:nvPr/>
          </p:nvSpPr>
          <p:spPr>
            <a:xfrm>
              <a:off x="7754620" y="1657350"/>
              <a:ext cx="55880" cy="6350"/>
            </a:xfrm>
            <a:custGeom>
              <a:avLst/>
              <a:gdLst/>
              <a:ahLst/>
              <a:cxnLst/>
              <a:rect l="l" t="t" r="r" b="b"/>
              <a:pathLst>
                <a:path w="55879" h="6350">
                  <a:moveTo>
                    <a:pt x="36829" y="5079"/>
                  </a:moveTo>
                  <a:lnTo>
                    <a:pt x="13970" y="5079"/>
                  </a:lnTo>
                  <a:lnTo>
                    <a:pt x="13970" y="6350"/>
                  </a:lnTo>
                  <a:lnTo>
                    <a:pt x="36829" y="6350"/>
                  </a:lnTo>
                  <a:lnTo>
                    <a:pt x="36829" y="5079"/>
                  </a:lnTo>
                  <a:close/>
                </a:path>
                <a:path w="55879" h="6350">
                  <a:moveTo>
                    <a:pt x="44450" y="3810"/>
                  </a:moveTo>
                  <a:lnTo>
                    <a:pt x="11429" y="3810"/>
                  </a:lnTo>
                  <a:lnTo>
                    <a:pt x="11429" y="5079"/>
                  </a:lnTo>
                  <a:lnTo>
                    <a:pt x="44450" y="5079"/>
                  </a:lnTo>
                  <a:lnTo>
                    <a:pt x="44450" y="3810"/>
                  </a:lnTo>
                  <a:close/>
                </a:path>
                <a:path w="55879" h="6350">
                  <a:moveTo>
                    <a:pt x="49529" y="2539"/>
                  </a:moveTo>
                  <a:lnTo>
                    <a:pt x="7620" y="2539"/>
                  </a:lnTo>
                  <a:lnTo>
                    <a:pt x="7620" y="3810"/>
                  </a:lnTo>
                  <a:lnTo>
                    <a:pt x="49529" y="3810"/>
                  </a:lnTo>
                  <a:lnTo>
                    <a:pt x="49529" y="2539"/>
                  </a:lnTo>
                  <a:close/>
                </a:path>
                <a:path w="55879" h="6350">
                  <a:moveTo>
                    <a:pt x="52070" y="1270"/>
                  </a:moveTo>
                  <a:lnTo>
                    <a:pt x="1270" y="1270"/>
                  </a:lnTo>
                  <a:lnTo>
                    <a:pt x="1270" y="2539"/>
                  </a:lnTo>
                  <a:lnTo>
                    <a:pt x="52070" y="2539"/>
                  </a:lnTo>
                  <a:lnTo>
                    <a:pt x="52070" y="1270"/>
                  </a:lnTo>
                  <a:close/>
                </a:path>
                <a:path w="55879" h="6350">
                  <a:moveTo>
                    <a:pt x="55879" y="0"/>
                  </a:moveTo>
                  <a:lnTo>
                    <a:pt x="0" y="0"/>
                  </a:lnTo>
                  <a:lnTo>
                    <a:pt x="0" y="1270"/>
                  </a:lnTo>
                  <a:lnTo>
                    <a:pt x="55879" y="1270"/>
                  </a:lnTo>
                  <a:lnTo>
                    <a:pt x="55879" y="0"/>
                  </a:lnTo>
                  <a:close/>
                </a:path>
              </a:pathLst>
            </a:custGeom>
            <a:solidFill>
              <a:srgbClr val="F70100"/>
            </a:solidFill>
          </p:spPr>
          <p:txBody>
            <a:bodyPr wrap="square" lIns="0" tIns="0" rIns="0" bIns="0" rtlCol="0"/>
            <a:lstStyle/>
            <a:p/>
          </p:txBody>
        </p:sp>
      </p:grpSp>
      <p:grpSp>
        <p:nvGrpSpPr>
          <p:cNvPr id="1860" name="object 1860"/>
          <p:cNvGrpSpPr/>
          <p:nvPr/>
        </p:nvGrpSpPr>
        <p:grpSpPr>
          <a:xfrm>
            <a:off x="8576309" y="1085977"/>
            <a:ext cx="187960" cy="577850"/>
            <a:chOff x="8576309" y="1085977"/>
            <a:chExt cx="187960" cy="577850"/>
          </a:xfrm>
        </p:grpSpPr>
        <p:sp>
          <p:nvSpPr>
            <p:cNvPr id="1861" name="object 1861"/>
            <p:cNvSpPr/>
            <p:nvPr/>
          </p:nvSpPr>
          <p:spPr>
            <a:xfrm>
              <a:off x="8637269" y="1085977"/>
              <a:ext cx="107950" cy="6350"/>
            </a:xfrm>
            <a:custGeom>
              <a:avLst/>
              <a:gdLst/>
              <a:ahLst/>
              <a:cxnLst/>
              <a:rect l="l" t="t" r="r" b="b"/>
              <a:pathLst>
                <a:path w="107950" h="6350">
                  <a:moveTo>
                    <a:pt x="97789" y="3682"/>
                  </a:moveTo>
                  <a:lnTo>
                    <a:pt x="96520" y="3682"/>
                  </a:lnTo>
                  <a:lnTo>
                    <a:pt x="96520" y="6223"/>
                  </a:lnTo>
                  <a:lnTo>
                    <a:pt x="107950" y="6223"/>
                  </a:lnTo>
                  <a:lnTo>
                    <a:pt x="107950" y="3810"/>
                  </a:lnTo>
                  <a:lnTo>
                    <a:pt x="97789" y="3810"/>
                  </a:lnTo>
                  <a:lnTo>
                    <a:pt x="97789" y="3682"/>
                  </a:lnTo>
                  <a:close/>
                </a:path>
                <a:path w="107950" h="6350">
                  <a:moveTo>
                    <a:pt x="107949" y="1142"/>
                  </a:moveTo>
                  <a:lnTo>
                    <a:pt x="97789" y="1142"/>
                  </a:lnTo>
                  <a:lnTo>
                    <a:pt x="97789" y="3682"/>
                  </a:lnTo>
                  <a:lnTo>
                    <a:pt x="107950" y="3682"/>
                  </a:lnTo>
                  <a:lnTo>
                    <a:pt x="107949" y="1142"/>
                  </a:lnTo>
                  <a:close/>
                </a:path>
                <a:path w="107950" h="6350">
                  <a:moveTo>
                    <a:pt x="45720" y="4952"/>
                  </a:moveTo>
                  <a:lnTo>
                    <a:pt x="0" y="4952"/>
                  </a:lnTo>
                  <a:lnTo>
                    <a:pt x="0" y="6223"/>
                  </a:lnTo>
                  <a:lnTo>
                    <a:pt x="45720" y="6223"/>
                  </a:lnTo>
                  <a:lnTo>
                    <a:pt x="45720" y="4952"/>
                  </a:lnTo>
                  <a:close/>
                </a:path>
                <a:path w="107950" h="6350">
                  <a:moveTo>
                    <a:pt x="3809" y="3682"/>
                  </a:moveTo>
                  <a:lnTo>
                    <a:pt x="1270" y="3682"/>
                  </a:lnTo>
                  <a:lnTo>
                    <a:pt x="1270" y="4952"/>
                  </a:lnTo>
                  <a:lnTo>
                    <a:pt x="41910" y="4952"/>
                  </a:lnTo>
                  <a:lnTo>
                    <a:pt x="41910" y="3810"/>
                  </a:lnTo>
                  <a:lnTo>
                    <a:pt x="3809" y="3810"/>
                  </a:lnTo>
                  <a:lnTo>
                    <a:pt x="3809" y="3682"/>
                  </a:lnTo>
                  <a:close/>
                </a:path>
                <a:path w="107950" h="6350">
                  <a:moveTo>
                    <a:pt x="41910" y="3682"/>
                  </a:moveTo>
                  <a:lnTo>
                    <a:pt x="40639" y="3682"/>
                  </a:lnTo>
                  <a:lnTo>
                    <a:pt x="40639" y="3810"/>
                  </a:lnTo>
                  <a:lnTo>
                    <a:pt x="41910" y="3810"/>
                  </a:lnTo>
                  <a:lnTo>
                    <a:pt x="41910" y="3682"/>
                  </a:lnTo>
                  <a:close/>
                </a:path>
                <a:path w="107950" h="6350">
                  <a:moveTo>
                    <a:pt x="40639" y="2539"/>
                  </a:moveTo>
                  <a:lnTo>
                    <a:pt x="3809" y="2539"/>
                  </a:lnTo>
                  <a:lnTo>
                    <a:pt x="3809" y="3682"/>
                  </a:lnTo>
                  <a:lnTo>
                    <a:pt x="40639" y="3682"/>
                  </a:lnTo>
                  <a:lnTo>
                    <a:pt x="40639" y="2539"/>
                  </a:lnTo>
                  <a:close/>
                </a:path>
                <a:path w="107950" h="6350">
                  <a:moveTo>
                    <a:pt x="13970" y="1142"/>
                  </a:moveTo>
                  <a:lnTo>
                    <a:pt x="8889" y="1142"/>
                  </a:lnTo>
                  <a:lnTo>
                    <a:pt x="8889" y="2539"/>
                  </a:lnTo>
                  <a:lnTo>
                    <a:pt x="35559" y="2539"/>
                  </a:lnTo>
                  <a:lnTo>
                    <a:pt x="35559" y="1269"/>
                  </a:lnTo>
                  <a:lnTo>
                    <a:pt x="13970" y="1269"/>
                  </a:lnTo>
                  <a:close/>
                </a:path>
                <a:path w="107950" h="6350">
                  <a:moveTo>
                    <a:pt x="35559" y="1142"/>
                  </a:moveTo>
                  <a:lnTo>
                    <a:pt x="30479" y="1142"/>
                  </a:lnTo>
                  <a:lnTo>
                    <a:pt x="35559" y="1269"/>
                  </a:lnTo>
                  <a:close/>
                </a:path>
                <a:path w="107950" h="6350">
                  <a:moveTo>
                    <a:pt x="30479" y="0"/>
                  </a:moveTo>
                  <a:lnTo>
                    <a:pt x="13970" y="0"/>
                  </a:lnTo>
                  <a:lnTo>
                    <a:pt x="13970" y="1142"/>
                  </a:lnTo>
                  <a:lnTo>
                    <a:pt x="30479" y="1142"/>
                  </a:lnTo>
                  <a:lnTo>
                    <a:pt x="30479" y="0"/>
                  </a:lnTo>
                  <a:close/>
                </a:path>
              </a:pathLst>
            </a:custGeom>
            <a:solidFill>
              <a:srgbClr val="003300"/>
            </a:solidFill>
          </p:spPr>
          <p:txBody>
            <a:bodyPr wrap="square" lIns="0" tIns="0" rIns="0" bIns="0" rtlCol="0"/>
            <a:lstStyle/>
            <a:p/>
          </p:txBody>
        </p:sp>
        <p:sp>
          <p:nvSpPr>
            <p:cNvPr id="1862" name="object 1862"/>
            <p:cNvSpPr/>
            <p:nvPr/>
          </p:nvSpPr>
          <p:spPr>
            <a:xfrm>
              <a:off x="8624569" y="1092200"/>
              <a:ext cx="120650" cy="7620"/>
            </a:xfrm>
            <a:custGeom>
              <a:avLst/>
              <a:gdLst/>
              <a:ahLst/>
              <a:cxnLst/>
              <a:rect l="l" t="t" r="r" b="b"/>
              <a:pathLst>
                <a:path w="120650" h="7619">
                  <a:moveTo>
                    <a:pt x="69850" y="6476"/>
                  </a:moveTo>
                  <a:lnTo>
                    <a:pt x="0" y="6476"/>
                  </a:lnTo>
                  <a:lnTo>
                    <a:pt x="0" y="7619"/>
                  </a:lnTo>
                  <a:lnTo>
                    <a:pt x="69850" y="7619"/>
                  </a:lnTo>
                  <a:lnTo>
                    <a:pt x="69850" y="6476"/>
                  </a:lnTo>
                  <a:close/>
                </a:path>
                <a:path w="120650" h="7619">
                  <a:moveTo>
                    <a:pt x="68579" y="5079"/>
                  </a:moveTo>
                  <a:lnTo>
                    <a:pt x="1270" y="5079"/>
                  </a:lnTo>
                  <a:lnTo>
                    <a:pt x="1270" y="6476"/>
                  </a:lnTo>
                  <a:lnTo>
                    <a:pt x="68579" y="6476"/>
                  </a:lnTo>
                  <a:lnTo>
                    <a:pt x="68579" y="5079"/>
                  </a:lnTo>
                  <a:close/>
                </a:path>
                <a:path w="120650" h="7619">
                  <a:moveTo>
                    <a:pt x="5079" y="3809"/>
                  </a:moveTo>
                  <a:lnTo>
                    <a:pt x="3809" y="3809"/>
                  </a:lnTo>
                  <a:lnTo>
                    <a:pt x="3809" y="5079"/>
                  </a:lnTo>
                  <a:lnTo>
                    <a:pt x="67309" y="5079"/>
                  </a:lnTo>
                  <a:lnTo>
                    <a:pt x="67309" y="3937"/>
                  </a:lnTo>
                  <a:lnTo>
                    <a:pt x="5079" y="3937"/>
                  </a:lnTo>
                  <a:lnTo>
                    <a:pt x="5079" y="3809"/>
                  </a:lnTo>
                  <a:close/>
                </a:path>
                <a:path w="120650" h="7619">
                  <a:moveTo>
                    <a:pt x="67309" y="3809"/>
                  </a:moveTo>
                  <a:lnTo>
                    <a:pt x="66039" y="3809"/>
                  </a:lnTo>
                  <a:lnTo>
                    <a:pt x="66039" y="3937"/>
                  </a:lnTo>
                  <a:lnTo>
                    <a:pt x="67309" y="3937"/>
                  </a:lnTo>
                  <a:lnTo>
                    <a:pt x="67309" y="3809"/>
                  </a:lnTo>
                  <a:close/>
                </a:path>
                <a:path w="120650" h="7619">
                  <a:moveTo>
                    <a:pt x="66039" y="2666"/>
                  </a:moveTo>
                  <a:lnTo>
                    <a:pt x="5079" y="2666"/>
                  </a:lnTo>
                  <a:lnTo>
                    <a:pt x="5079" y="3809"/>
                  </a:lnTo>
                  <a:lnTo>
                    <a:pt x="66039" y="3809"/>
                  </a:lnTo>
                  <a:lnTo>
                    <a:pt x="66039" y="2666"/>
                  </a:lnTo>
                  <a:close/>
                </a:path>
                <a:path w="120650" h="7619">
                  <a:moveTo>
                    <a:pt x="7620" y="1269"/>
                  </a:moveTo>
                  <a:lnTo>
                    <a:pt x="6350" y="1269"/>
                  </a:lnTo>
                  <a:lnTo>
                    <a:pt x="6350" y="2666"/>
                  </a:lnTo>
                  <a:lnTo>
                    <a:pt x="64770" y="2666"/>
                  </a:lnTo>
                  <a:lnTo>
                    <a:pt x="64770" y="1396"/>
                  </a:lnTo>
                  <a:lnTo>
                    <a:pt x="7620" y="1396"/>
                  </a:lnTo>
                  <a:close/>
                </a:path>
                <a:path w="120650" h="7619">
                  <a:moveTo>
                    <a:pt x="64770" y="1269"/>
                  </a:moveTo>
                  <a:lnTo>
                    <a:pt x="60960" y="1269"/>
                  </a:lnTo>
                  <a:lnTo>
                    <a:pt x="64770" y="1396"/>
                  </a:lnTo>
                  <a:close/>
                </a:path>
                <a:path w="120650" h="7619">
                  <a:moveTo>
                    <a:pt x="60960" y="126"/>
                  </a:moveTo>
                  <a:lnTo>
                    <a:pt x="7620" y="126"/>
                  </a:lnTo>
                  <a:lnTo>
                    <a:pt x="7620" y="1269"/>
                  </a:lnTo>
                  <a:lnTo>
                    <a:pt x="60960" y="1269"/>
                  </a:lnTo>
                  <a:lnTo>
                    <a:pt x="60960" y="126"/>
                  </a:lnTo>
                  <a:close/>
                </a:path>
                <a:path w="120650" h="7619">
                  <a:moveTo>
                    <a:pt x="58420" y="0"/>
                  </a:moveTo>
                  <a:lnTo>
                    <a:pt x="12700" y="0"/>
                  </a:lnTo>
                  <a:lnTo>
                    <a:pt x="58420" y="126"/>
                  </a:lnTo>
                  <a:close/>
                </a:path>
                <a:path w="120650" h="7619">
                  <a:moveTo>
                    <a:pt x="120650" y="3937"/>
                  </a:moveTo>
                  <a:lnTo>
                    <a:pt x="106679" y="3937"/>
                  </a:lnTo>
                  <a:lnTo>
                    <a:pt x="106679" y="6476"/>
                  </a:lnTo>
                  <a:lnTo>
                    <a:pt x="105409" y="6476"/>
                  </a:lnTo>
                  <a:lnTo>
                    <a:pt x="105409" y="7620"/>
                  </a:lnTo>
                  <a:lnTo>
                    <a:pt x="120650" y="7620"/>
                  </a:lnTo>
                  <a:lnTo>
                    <a:pt x="120650" y="3937"/>
                  </a:lnTo>
                  <a:close/>
                </a:path>
                <a:path w="120650" h="7619">
                  <a:moveTo>
                    <a:pt x="120650" y="1396"/>
                  </a:moveTo>
                  <a:lnTo>
                    <a:pt x="107950" y="1396"/>
                  </a:lnTo>
                  <a:lnTo>
                    <a:pt x="107950" y="2666"/>
                  </a:lnTo>
                  <a:lnTo>
                    <a:pt x="106679" y="2666"/>
                  </a:lnTo>
                  <a:lnTo>
                    <a:pt x="106679" y="3809"/>
                  </a:lnTo>
                  <a:lnTo>
                    <a:pt x="120650" y="3809"/>
                  </a:lnTo>
                  <a:lnTo>
                    <a:pt x="120650" y="1396"/>
                  </a:lnTo>
                  <a:close/>
                </a:path>
                <a:path w="120650" h="7619">
                  <a:moveTo>
                    <a:pt x="120650" y="0"/>
                  </a:moveTo>
                  <a:lnTo>
                    <a:pt x="109220" y="0"/>
                  </a:lnTo>
                  <a:lnTo>
                    <a:pt x="107950" y="126"/>
                  </a:lnTo>
                  <a:lnTo>
                    <a:pt x="107950" y="1269"/>
                  </a:lnTo>
                  <a:lnTo>
                    <a:pt x="120650" y="1269"/>
                  </a:lnTo>
                  <a:lnTo>
                    <a:pt x="120650" y="0"/>
                  </a:lnTo>
                  <a:close/>
                </a:path>
              </a:pathLst>
            </a:custGeom>
            <a:solidFill>
              <a:srgbClr val="023300"/>
            </a:solidFill>
          </p:spPr>
          <p:txBody>
            <a:bodyPr wrap="square" lIns="0" tIns="0" rIns="0" bIns="0" rtlCol="0"/>
            <a:lstStyle/>
            <a:p/>
          </p:txBody>
        </p:sp>
        <p:sp>
          <p:nvSpPr>
            <p:cNvPr id="1863" name="object 1863"/>
            <p:cNvSpPr/>
            <p:nvPr/>
          </p:nvSpPr>
          <p:spPr>
            <a:xfrm>
              <a:off x="8618219" y="1099820"/>
              <a:ext cx="127000" cy="6350"/>
            </a:xfrm>
            <a:custGeom>
              <a:avLst/>
              <a:gdLst/>
              <a:ahLst/>
              <a:cxnLst/>
              <a:rect l="l" t="t" r="r" b="b"/>
              <a:pathLst>
                <a:path w="127000" h="6350">
                  <a:moveTo>
                    <a:pt x="111759" y="2539"/>
                  </a:moveTo>
                  <a:lnTo>
                    <a:pt x="110489" y="2539"/>
                  </a:lnTo>
                  <a:lnTo>
                    <a:pt x="110489" y="6350"/>
                  </a:lnTo>
                  <a:lnTo>
                    <a:pt x="127000" y="6350"/>
                  </a:lnTo>
                  <a:lnTo>
                    <a:pt x="126999" y="2666"/>
                  </a:lnTo>
                  <a:lnTo>
                    <a:pt x="111759" y="2666"/>
                  </a:lnTo>
                  <a:lnTo>
                    <a:pt x="111759" y="2539"/>
                  </a:lnTo>
                  <a:close/>
                </a:path>
                <a:path w="127000" h="6350">
                  <a:moveTo>
                    <a:pt x="127000" y="126"/>
                  </a:moveTo>
                  <a:lnTo>
                    <a:pt x="111759" y="126"/>
                  </a:lnTo>
                  <a:lnTo>
                    <a:pt x="111759" y="2539"/>
                  </a:lnTo>
                  <a:lnTo>
                    <a:pt x="127000" y="2539"/>
                  </a:lnTo>
                  <a:lnTo>
                    <a:pt x="127000" y="126"/>
                  </a:lnTo>
                  <a:close/>
                </a:path>
                <a:path w="127000" h="6350">
                  <a:moveTo>
                    <a:pt x="83820" y="5206"/>
                  </a:moveTo>
                  <a:lnTo>
                    <a:pt x="0" y="5206"/>
                  </a:lnTo>
                  <a:lnTo>
                    <a:pt x="0" y="6349"/>
                  </a:lnTo>
                  <a:lnTo>
                    <a:pt x="83820" y="6349"/>
                  </a:lnTo>
                  <a:lnTo>
                    <a:pt x="83820" y="5206"/>
                  </a:lnTo>
                  <a:close/>
                </a:path>
                <a:path w="127000" h="6350">
                  <a:moveTo>
                    <a:pt x="82550" y="3809"/>
                  </a:moveTo>
                  <a:lnTo>
                    <a:pt x="1270" y="3809"/>
                  </a:lnTo>
                  <a:lnTo>
                    <a:pt x="1270" y="5206"/>
                  </a:lnTo>
                  <a:lnTo>
                    <a:pt x="82550" y="5206"/>
                  </a:lnTo>
                  <a:lnTo>
                    <a:pt x="82550" y="3809"/>
                  </a:lnTo>
                  <a:close/>
                </a:path>
                <a:path w="127000" h="6350">
                  <a:moveTo>
                    <a:pt x="3809" y="2539"/>
                  </a:moveTo>
                  <a:lnTo>
                    <a:pt x="2539" y="2539"/>
                  </a:lnTo>
                  <a:lnTo>
                    <a:pt x="2539" y="3809"/>
                  </a:lnTo>
                  <a:lnTo>
                    <a:pt x="81279" y="3809"/>
                  </a:lnTo>
                  <a:lnTo>
                    <a:pt x="81279" y="2666"/>
                  </a:lnTo>
                  <a:lnTo>
                    <a:pt x="3809" y="2666"/>
                  </a:lnTo>
                  <a:lnTo>
                    <a:pt x="3809" y="2539"/>
                  </a:lnTo>
                  <a:close/>
                </a:path>
                <a:path w="127000" h="6350">
                  <a:moveTo>
                    <a:pt x="81279" y="2539"/>
                  </a:moveTo>
                  <a:lnTo>
                    <a:pt x="78739" y="2539"/>
                  </a:lnTo>
                  <a:lnTo>
                    <a:pt x="78739" y="2666"/>
                  </a:lnTo>
                  <a:lnTo>
                    <a:pt x="81279" y="2666"/>
                  </a:lnTo>
                  <a:lnTo>
                    <a:pt x="81279" y="2539"/>
                  </a:lnTo>
                  <a:close/>
                </a:path>
                <a:path w="127000" h="6350">
                  <a:moveTo>
                    <a:pt x="78739" y="1396"/>
                  </a:moveTo>
                  <a:lnTo>
                    <a:pt x="3809" y="1396"/>
                  </a:lnTo>
                  <a:lnTo>
                    <a:pt x="3809" y="2539"/>
                  </a:lnTo>
                  <a:lnTo>
                    <a:pt x="78739" y="2539"/>
                  </a:lnTo>
                  <a:lnTo>
                    <a:pt x="78739" y="1396"/>
                  </a:lnTo>
                  <a:close/>
                </a:path>
                <a:path w="127000" h="6350">
                  <a:moveTo>
                    <a:pt x="6350" y="0"/>
                  </a:moveTo>
                  <a:lnTo>
                    <a:pt x="5079" y="0"/>
                  </a:lnTo>
                  <a:lnTo>
                    <a:pt x="5079" y="1396"/>
                  </a:lnTo>
                  <a:lnTo>
                    <a:pt x="77470" y="1396"/>
                  </a:lnTo>
                  <a:lnTo>
                    <a:pt x="77470" y="126"/>
                  </a:lnTo>
                  <a:lnTo>
                    <a:pt x="6350" y="126"/>
                  </a:lnTo>
                  <a:close/>
                </a:path>
                <a:path w="127000" h="6350">
                  <a:moveTo>
                    <a:pt x="77470" y="0"/>
                  </a:moveTo>
                  <a:lnTo>
                    <a:pt x="76200" y="0"/>
                  </a:lnTo>
                  <a:lnTo>
                    <a:pt x="77470" y="126"/>
                  </a:lnTo>
                  <a:close/>
                </a:path>
              </a:pathLst>
            </a:custGeom>
            <a:solidFill>
              <a:srgbClr val="053100"/>
            </a:solidFill>
          </p:spPr>
          <p:txBody>
            <a:bodyPr wrap="square" lIns="0" tIns="0" rIns="0" bIns="0" rtlCol="0"/>
            <a:lstStyle/>
            <a:p/>
          </p:txBody>
        </p:sp>
        <p:sp>
          <p:nvSpPr>
            <p:cNvPr id="1864" name="object 1864"/>
            <p:cNvSpPr/>
            <p:nvPr/>
          </p:nvSpPr>
          <p:spPr>
            <a:xfrm>
              <a:off x="8611870" y="1106169"/>
              <a:ext cx="134620" cy="7620"/>
            </a:xfrm>
            <a:custGeom>
              <a:avLst/>
              <a:gdLst/>
              <a:ahLst/>
              <a:cxnLst/>
              <a:rect l="l" t="t" r="r" b="b"/>
              <a:pathLst>
                <a:path w="134620" h="7619">
                  <a:moveTo>
                    <a:pt x="91440" y="0"/>
                  </a:moveTo>
                  <a:lnTo>
                    <a:pt x="90170" y="0"/>
                  </a:lnTo>
                  <a:lnTo>
                    <a:pt x="5080" y="0"/>
                  </a:lnTo>
                  <a:lnTo>
                    <a:pt x="5080" y="1270"/>
                  </a:lnTo>
                  <a:lnTo>
                    <a:pt x="91440" y="1270"/>
                  </a:lnTo>
                  <a:lnTo>
                    <a:pt x="91440" y="127"/>
                  </a:lnTo>
                  <a:lnTo>
                    <a:pt x="91440" y="0"/>
                  </a:lnTo>
                  <a:close/>
                </a:path>
                <a:path w="134620" h="7619">
                  <a:moveTo>
                    <a:pt x="93980" y="2540"/>
                  </a:moveTo>
                  <a:lnTo>
                    <a:pt x="92710" y="2540"/>
                  </a:lnTo>
                  <a:lnTo>
                    <a:pt x="92710" y="1397"/>
                  </a:lnTo>
                  <a:lnTo>
                    <a:pt x="3810" y="1397"/>
                  </a:lnTo>
                  <a:lnTo>
                    <a:pt x="3810" y="2540"/>
                  </a:lnTo>
                  <a:lnTo>
                    <a:pt x="2540" y="2540"/>
                  </a:lnTo>
                  <a:lnTo>
                    <a:pt x="2540" y="3810"/>
                  </a:lnTo>
                  <a:lnTo>
                    <a:pt x="1270" y="3810"/>
                  </a:lnTo>
                  <a:lnTo>
                    <a:pt x="1270" y="5080"/>
                  </a:lnTo>
                  <a:lnTo>
                    <a:pt x="93980" y="5080"/>
                  </a:lnTo>
                  <a:lnTo>
                    <a:pt x="93980" y="3810"/>
                  </a:lnTo>
                  <a:lnTo>
                    <a:pt x="93980" y="2667"/>
                  </a:lnTo>
                  <a:lnTo>
                    <a:pt x="93980" y="2540"/>
                  </a:lnTo>
                  <a:close/>
                </a:path>
                <a:path w="134620" h="7619">
                  <a:moveTo>
                    <a:pt x="97790" y="6350"/>
                  </a:moveTo>
                  <a:lnTo>
                    <a:pt x="96520" y="6350"/>
                  </a:lnTo>
                  <a:lnTo>
                    <a:pt x="96520" y="5207"/>
                  </a:lnTo>
                  <a:lnTo>
                    <a:pt x="0" y="5207"/>
                  </a:lnTo>
                  <a:lnTo>
                    <a:pt x="0" y="6350"/>
                  </a:lnTo>
                  <a:lnTo>
                    <a:pt x="0" y="7620"/>
                  </a:lnTo>
                  <a:lnTo>
                    <a:pt x="97790" y="7620"/>
                  </a:lnTo>
                  <a:lnTo>
                    <a:pt x="97790" y="6350"/>
                  </a:lnTo>
                  <a:close/>
                </a:path>
                <a:path w="134620" h="7619">
                  <a:moveTo>
                    <a:pt x="134620" y="5080"/>
                  </a:moveTo>
                  <a:lnTo>
                    <a:pt x="133350" y="5080"/>
                  </a:lnTo>
                  <a:lnTo>
                    <a:pt x="133350" y="3810"/>
                  </a:lnTo>
                  <a:lnTo>
                    <a:pt x="133350" y="2540"/>
                  </a:lnTo>
                  <a:lnTo>
                    <a:pt x="133350" y="0"/>
                  </a:lnTo>
                  <a:lnTo>
                    <a:pt x="115570" y="0"/>
                  </a:lnTo>
                  <a:lnTo>
                    <a:pt x="115570" y="2540"/>
                  </a:lnTo>
                  <a:lnTo>
                    <a:pt x="114300" y="2540"/>
                  </a:lnTo>
                  <a:lnTo>
                    <a:pt x="114300" y="3810"/>
                  </a:lnTo>
                  <a:lnTo>
                    <a:pt x="113030" y="3810"/>
                  </a:lnTo>
                  <a:lnTo>
                    <a:pt x="113030" y="5080"/>
                  </a:lnTo>
                  <a:lnTo>
                    <a:pt x="113030" y="6350"/>
                  </a:lnTo>
                  <a:lnTo>
                    <a:pt x="111760" y="6350"/>
                  </a:lnTo>
                  <a:lnTo>
                    <a:pt x="111760" y="7620"/>
                  </a:lnTo>
                  <a:lnTo>
                    <a:pt x="134607" y="7620"/>
                  </a:lnTo>
                  <a:lnTo>
                    <a:pt x="134607" y="6350"/>
                  </a:lnTo>
                  <a:lnTo>
                    <a:pt x="134620" y="5080"/>
                  </a:lnTo>
                  <a:close/>
                </a:path>
              </a:pathLst>
            </a:custGeom>
            <a:solidFill>
              <a:srgbClr val="083100"/>
            </a:solidFill>
          </p:spPr>
          <p:txBody>
            <a:bodyPr wrap="square" lIns="0" tIns="0" rIns="0" bIns="0" rtlCol="0"/>
            <a:lstStyle/>
            <a:p/>
          </p:txBody>
        </p:sp>
        <p:sp>
          <p:nvSpPr>
            <p:cNvPr id="1865" name="object 1865"/>
            <p:cNvSpPr/>
            <p:nvPr/>
          </p:nvSpPr>
          <p:spPr>
            <a:xfrm>
              <a:off x="8606790" y="1113789"/>
              <a:ext cx="139700" cy="7620"/>
            </a:xfrm>
            <a:custGeom>
              <a:avLst/>
              <a:gdLst/>
              <a:ahLst/>
              <a:cxnLst/>
              <a:rect l="l" t="t" r="r" b="b"/>
              <a:pathLst>
                <a:path w="139700" h="7619">
                  <a:moveTo>
                    <a:pt x="139700" y="0"/>
                  </a:moveTo>
                  <a:lnTo>
                    <a:pt x="114300" y="0"/>
                  </a:lnTo>
                  <a:lnTo>
                    <a:pt x="114300" y="1270"/>
                  </a:lnTo>
                  <a:lnTo>
                    <a:pt x="113030" y="1270"/>
                  </a:lnTo>
                  <a:lnTo>
                    <a:pt x="113030" y="2540"/>
                  </a:lnTo>
                  <a:lnTo>
                    <a:pt x="111760" y="2540"/>
                  </a:lnTo>
                  <a:lnTo>
                    <a:pt x="111760" y="3810"/>
                  </a:lnTo>
                  <a:lnTo>
                    <a:pt x="109220" y="3810"/>
                  </a:lnTo>
                  <a:lnTo>
                    <a:pt x="109220" y="2540"/>
                  </a:lnTo>
                  <a:lnTo>
                    <a:pt x="106680" y="2540"/>
                  </a:lnTo>
                  <a:lnTo>
                    <a:pt x="106680" y="1397"/>
                  </a:lnTo>
                  <a:lnTo>
                    <a:pt x="106680" y="1270"/>
                  </a:lnTo>
                  <a:lnTo>
                    <a:pt x="104140" y="1270"/>
                  </a:lnTo>
                  <a:lnTo>
                    <a:pt x="104140" y="127"/>
                  </a:lnTo>
                  <a:lnTo>
                    <a:pt x="102870" y="127"/>
                  </a:lnTo>
                  <a:lnTo>
                    <a:pt x="102870" y="0"/>
                  </a:lnTo>
                  <a:lnTo>
                    <a:pt x="5080" y="0"/>
                  </a:lnTo>
                  <a:lnTo>
                    <a:pt x="5080" y="127"/>
                  </a:lnTo>
                  <a:lnTo>
                    <a:pt x="3810" y="127"/>
                  </a:lnTo>
                  <a:lnTo>
                    <a:pt x="3810" y="1270"/>
                  </a:lnTo>
                  <a:lnTo>
                    <a:pt x="2540" y="1270"/>
                  </a:lnTo>
                  <a:lnTo>
                    <a:pt x="2540" y="2540"/>
                  </a:lnTo>
                  <a:lnTo>
                    <a:pt x="2540" y="3810"/>
                  </a:lnTo>
                  <a:lnTo>
                    <a:pt x="1270" y="3810"/>
                  </a:lnTo>
                  <a:lnTo>
                    <a:pt x="1270" y="6350"/>
                  </a:lnTo>
                  <a:lnTo>
                    <a:pt x="0" y="6350"/>
                  </a:lnTo>
                  <a:lnTo>
                    <a:pt x="0" y="7620"/>
                  </a:lnTo>
                  <a:lnTo>
                    <a:pt x="139700" y="7620"/>
                  </a:lnTo>
                  <a:lnTo>
                    <a:pt x="139700" y="6350"/>
                  </a:lnTo>
                  <a:lnTo>
                    <a:pt x="139700" y="3810"/>
                  </a:lnTo>
                  <a:lnTo>
                    <a:pt x="139700" y="2540"/>
                  </a:lnTo>
                  <a:lnTo>
                    <a:pt x="139700" y="1270"/>
                  </a:lnTo>
                  <a:lnTo>
                    <a:pt x="139700" y="0"/>
                  </a:lnTo>
                  <a:close/>
                </a:path>
              </a:pathLst>
            </a:custGeom>
            <a:solidFill>
              <a:srgbClr val="0B3000"/>
            </a:solidFill>
          </p:spPr>
          <p:txBody>
            <a:bodyPr wrap="square" lIns="0" tIns="0" rIns="0" bIns="0" rtlCol="0"/>
            <a:lstStyle/>
            <a:p/>
          </p:txBody>
        </p:sp>
        <p:sp>
          <p:nvSpPr>
            <p:cNvPr id="1866" name="object 1866"/>
            <p:cNvSpPr/>
            <p:nvPr/>
          </p:nvSpPr>
          <p:spPr>
            <a:xfrm>
              <a:off x="8604250" y="1121409"/>
              <a:ext cx="142240" cy="6350"/>
            </a:xfrm>
            <a:custGeom>
              <a:avLst/>
              <a:gdLst/>
              <a:ahLst/>
              <a:cxnLst/>
              <a:rect l="l" t="t" r="r" b="b"/>
              <a:pathLst>
                <a:path w="142240" h="6350">
                  <a:moveTo>
                    <a:pt x="142240" y="0"/>
                  </a:moveTo>
                  <a:lnTo>
                    <a:pt x="2540" y="0"/>
                  </a:lnTo>
                  <a:lnTo>
                    <a:pt x="2540" y="1270"/>
                  </a:lnTo>
                  <a:lnTo>
                    <a:pt x="1270" y="1270"/>
                  </a:lnTo>
                  <a:lnTo>
                    <a:pt x="1270" y="3810"/>
                  </a:lnTo>
                  <a:lnTo>
                    <a:pt x="0" y="3810"/>
                  </a:lnTo>
                  <a:lnTo>
                    <a:pt x="0" y="6350"/>
                  </a:lnTo>
                  <a:lnTo>
                    <a:pt x="142240" y="6350"/>
                  </a:lnTo>
                  <a:lnTo>
                    <a:pt x="142240" y="3810"/>
                  </a:lnTo>
                  <a:lnTo>
                    <a:pt x="142240" y="1270"/>
                  </a:lnTo>
                  <a:lnTo>
                    <a:pt x="142240" y="0"/>
                  </a:lnTo>
                  <a:close/>
                </a:path>
              </a:pathLst>
            </a:custGeom>
            <a:solidFill>
              <a:srgbClr val="0E2F00"/>
            </a:solidFill>
          </p:spPr>
          <p:txBody>
            <a:bodyPr wrap="square" lIns="0" tIns="0" rIns="0" bIns="0" rtlCol="0"/>
            <a:lstStyle/>
            <a:p/>
          </p:txBody>
        </p:sp>
        <p:sp>
          <p:nvSpPr>
            <p:cNvPr id="1867" name="object 1867"/>
            <p:cNvSpPr/>
            <p:nvPr/>
          </p:nvSpPr>
          <p:spPr>
            <a:xfrm>
              <a:off x="8599169" y="1127760"/>
              <a:ext cx="147320" cy="7620"/>
            </a:xfrm>
            <a:custGeom>
              <a:avLst/>
              <a:gdLst/>
              <a:ahLst/>
              <a:cxnLst/>
              <a:rect l="l" t="t" r="r" b="b"/>
              <a:pathLst>
                <a:path w="147320" h="7619">
                  <a:moveTo>
                    <a:pt x="147319" y="6476"/>
                  </a:moveTo>
                  <a:lnTo>
                    <a:pt x="80009" y="6476"/>
                  </a:lnTo>
                  <a:lnTo>
                    <a:pt x="80009" y="7619"/>
                  </a:lnTo>
                  <a:lnTo>
                    <a:pt x="147319" y="7619"/>
                  </a:lnTo>
                  <a:lnTo>
                    <a:pt x="147319" y="6476"/>
                  </a:lnTo>
                  <a:close/>
                </a:path>
                <a:path w="147320" h="7619">
                  <a:moveTo>
                    <a:pt x="1270" y="6349"/>
                  </a:moveTo>
                  <a:lnTo>
                    <a:pt x="0" y="6349"/>
                  </a:lnTo>
                  <a:lnTo>
                    <a:pt x="0" y="7619"/>
                  </a:lnTo>
                  <a:lnTo>
                    <a:pt x="54609" y="7619"/>
                  </a:lnTo>
                  <a:lnTo>
                    <a:pt x="54609" y="6476"/>
                  </a:lnTo>
                  <a:lnTo>
                    <a:pt x="1270" y="6476"/>
                  </a:lnTo>
                  <a:lnTo>
                    <a:pt x="1270" y="6349"/>
                  </a:lnTo>
                  <a:close/>
                </a:path>
                <a:path w="147320" h="7619">
                  <a:moveTo>
                    <a:pt x="2539" y="3809"/>
                  </a:moveTo>
                  <a:lnTo>
                    <a:pt x="1270" y="3809"/>
                  </a:lnTo>
                  <a:lnTo>
                    <a:pt x="1270" y="6349"/>
                  </a:lnTo>
                  <a:lnTo>
                    <a:pt x="54609" y="6349"/>
                  </a:lnTo>
                  <a:lnTo>
                    <a:pt x="54609" y="6476"/>
                  </a:lnTo>
                  <a:lnTo>
                    <a:pt x="55879" y="6476"/>
                  </a:lnTo>
                  <a:lnTo>
                    <a:pt x="55879" y="5206"/>
                  </a:lnTo>
                  <a:lnTo>
                    <a:pt x="57150" y="5206"/>
                  </a:lnTo>
                  <a:lnTo>
                    <a:pt x="57150" y="3936"/>
                  </a:lnTo>
                  <a:lnTo>
                    <a:pt x="2539" y="3936"/>
                  </a:lnTo>
                  <a:close/>
                </a:path>
                <a:path w="147320" h="7619">
                  <a:moveTo>
                    <a:pt x="147320" y="3936"/>
                  </a:moveTo>
                  <a:lnTo>
                    <a:pt x="74929" y="3936"/>
                  </a:lnTo>
                  <a:lnTo>
                    <a:pt x="74929" y="5206"/>
                  </a:lnTo>
                  <a:lnTo>
                    <a:pt x="80009" y="5206"/>
                  </a:lnTo>
                  <a:lnTo>
                    <a:pt x="80009" y="6349"/>
                  </a:lnTo>
                  <a:lnTo>
                    <a:pt x="147319" y="6349"/>
                  </a:lnTo>
                  <a:lnTo>
                    <a:pt x="147320" y="3936"/>
                  </a:lnTo>
                  <a:close/>
                </a:path>
                <a:path w="147320" h="7619">
                  <a:moveTo>
                    <a:pt x="60959" y="2666"/>
                  </a:moveTo>
                  <a:lnTo>
                    <a:pt x="2539" y="2666"/>
                  </a:lnTo>
                  <a:lnTo>
                    <a:pt x="2539" y="3809"/>
                  </a:lnTo>
                  <a:lnTo>
                    <a:pt x="57150" y="3809"/>
                  </a:lnTo>
                  <a:lnTo>
                    <a:pt x="60959" y="3936"/>
                  </a:lnTo>
                  <a:lnTo>
                    <a:pt x="60959" y="2666"/>
                  </a:lnTo>
                  <a:close/>
                </a:path>
                <a:path w="147320" h="7619">
                  <a:moveTo>
                    <a:pt x="147319" y="1269"/>
                  </a:moveTo>
                  <a:lnTo>
                    <a:pt x="67309" y="1269"/>
                  </a:lnTo>
                  <a:lnTo>
                    <a:pt x="67309" y="2666"/>
                  </a:lnTo>
                  <a:lnTo>
                    <a:pt x="69850" y="2666"/>
                  </a:lnTo>
                  <a:lnTo>
                    <a:pt x="69850" y="3936"/>
                  </a:lnTo>
                  <a:lnTo>
                    <a:pt x="74929" y="3936"/>
                  </a:lnTo>
                  <a:lnTo>
                    <a:pt x="147320" y="3809"/>
                  </a:lnTo>
                  <a:lnTo>
                    <a:pt x="147319" y="1269"/>
                  </a:lnTo>
                  <a:close/>
                </a:path>
                <a:path w="147320" h="7619">
                  <a:moveTo>
                    <a:pt x="5079" y="0"/>
                  </a:moveTo>
                  <a:lnTo>
                    <a:pt x="3809" y="0"/>
                  </a:lnTo>
                  <a:lnTo>
                    <a:pt x="3809" y="2666"/>
                  </a:lnTo>
                  <a:lnTo>
                    <a:pt x="63500" y="2666"/>
                  </a:lnTo>
                  <a:lnTo>
                    <a:pt x="63500" y="1269"/>
                  </a:lnTo>
                  <a:lnTo>
                    <a:pt x="147319" y="1269"/>
                  </a:lnTo>
                  <a:lnTo>
                    <a:pt x="147319" y="126"/>
                  </a:lnTo>
                  <a:lnTo>
                    <a:pt x="5079" y="126"/>
                  </a:lnTo>
                  <a:close/>
                </a:path>
              </a:pathLst>
            </a:custGeom>
            <a:solidFill>
              <a:srgbClr val="112F00"/>
            </a:solidFill>
          </p:spPr>
          <p:txBody>
            <a:bodyPr wrap="square" lIns="0" tIns="0" rIns="0" bIns="0" rtlCol="0"/>
            <a:lstStyle/>
            <a:p/>
          </p:txBody>
        </p:sp>
        <p:sp>
          <p:nvSpPr>
            <p:cNvPr id="1868" name="object 1868"/>
            <p:cNvSpPr/>
            <p:nvPr/>
          </p:nvSpPr>
          <p:spPr>
            <a:xfrm>
              <a:off x="8595359" y="1135380"/>
              <a:ext cx="151130" cy="7620"/>
            </a:xfrm>
            <a:custGeom>
              <a:avLst/>
              <a:gdLst/>
              <a:ahLst/>
              <a:cxnLst/>
              <a:rect l="l" t="t" r="r" b="b"/>
              <a:pathLst>
                <a:path w="151129" h="7619">
                  <a:moveTo>
                    <a:pt x="52070" y="5207"/>
                  </a:moveTo>
                  <a:lnTo>
                    <a:pt x="1270" y="5207"/>
                  </a:lnTo>
                  <a:lnTo>
                    <a:pt x="1270" y="6350"/>
                  </a:lnTo>
                  <a:lnTo>
                    <a:pt x="0" y="6350"/>
                  </a:lnTo>
                  <a:lnTo>
                    <a:pt x="0" y="7620"/>
                  </a:lnTo>
                  <a:lnTo>
                    <a:pt x="52070" y="7620"/>
                  </a:lnTo>
                  <a:lnTo>
                    <a:pt x="52070" y="5207"/>
                  </a:lnTo>
                  <a:close/>
                </a:path>
                <a:path w="151129" h="7619">
                  <a:moveTo>
                    <a:pt x="53340" y="3937"/>
                  </a:moveTo>
                  <a:lnTo>
                    <a:pt x="1270" y="3937"/>
                  </a:lnTo>
                  <a:lnTo>
                    <a:pt x="1270" y="5079"/>
                  </a:lnTo>
                  <a:lnTo>
                    <a:pt x="52070" y="5079"/>
                  </a:lnTo>
                  <a:lnTo>
                    <a:pt x="52070" y="5207"/>
                  </a:lnTo>
                  <a:lnTo>
                    <a:pt x="53340" y="5207"/>
                  </a:lnTo>
                  <a:lnTo>
                    <a:pt x="53340" y="3937"/>
                  </a:lnTo>
                  <a:close/>
                </a:path>
                <a:path w="151129" h="7619">
                  <a:moveTo>
                    <a:pt x="54610" y="2666"/>
                  </a:moveTo>
                  <a:lnTo>
                    <a:pt x="2540" y="2666"/>
                  </a:lnTo>
                  <a:lnTo>
                    <a:pt x="2540" y="3937"/>
                  </a:lnTo>
                  <a:lnTo>
                    <a:pt x="54610" y="3937"/>
                  </a:lnTo>
                  <a:lnTo>
                    <a:pt x="54610" y="2666"/>
                  </a:lnTo>
                  <a:close/>
                </a:path>
                <a:path w="151129" h="7619">
                  <a:moveTo>
                    <a:pt x="55880" y="1397"/>
                  </a:moveTo>
                  <a:lnTo>
                    <a:pt x="2540" y="1397"/>
                  </a:lnTo>
                  <a:lnTo>
                    <a:pt x="2540" y="2539"/>
                  </a:lnTo>
                  <a:lnTo>
                    <a:pt x="54610" y="2539"/>
                  </a:lnTo>
                  <a:lnTo>
                    <a:pt x="55880" y="2666"/>
                  </a:lnTo>
                  <a:lnTo>
                    <a:pt x="55880" y="1397"/>
                  </a:lnTo>
                  <a:close/>
                </a:path>
                <a:path w="151129" h="7619">
                  <a:moveTo>
                    <a:pt x="57150" y="0"/>
                  </a:moveTo>
                  <a:lnTo>
                    <a:pt x="3810" y="0"/>
                  </a:lnTo>
                  <a:lnTo>
                    <a:pt x="3810" y="1397"/>
                  </a:lnTo>
                  <a:lnTo>
                    <a:pt x="57150" y="1397"/>
                  </a:lnTo>
                  <a:lnTo>
                    <a:pt x="57150" y="0"/>
                  </a:lnTo>
                  <a:close/>
                </a:path>
                <a:path w="151129" h="7619">
                  <a:moveTo>
                    <a:pt x="151130" y="5207"/>
                  </a:moveTo>
                  <a:lnTo>
                    <a:pt x="92710" y="5207"/>
                  </a:lnTo>
                  <a:lnTo>
                    <a:pt x="92710" y="6350"/>
                  </a:lnTo>
                  <a:lnTo>
                    <a:pt x="93980" y="6350"/>
                  </a:lnTo>
                  <a:lnTo>
                    <a:pt x="93980" y="7620"/>
                  </a:lnTo>
                  <a:lnTo>
                    <a:pt x="151129" y="7620"/>
                  </a:lnTo>
                  <a:lnTo>
                    <a:pt x="151130" y="5207"/>
                  </a:lnTo>
                  <a:close/>
                </a:path>
                <a:path w="151129" h="7619">
                  <a:moveTo>
                    <a:pt x="151129" y="2666"/>
                  </a:moveTo>
                  <a:lnTo>
                    <a:pt x="90170" y="2666"/>
                  </a:lnTo>
                  <a:lnTo>
                    <a:pt x="90170" y="3937"/>
                  </a:lnTo>
                  <a:lnTo>
                    <a:pt x="91440" y="3937"/>
                  </a:lnTo>
                  <a:lnTo>
                    <a:pt x="91440" y="5207"/>
                  </a:lnTo>
                  <a:lnTo>
                    <a:pt x="92710" y="5207"/>
                  </a:lnTo>
                  <a:lnTo>
                    <a:pt x="92710" y="5079"/>
                  </a:lnTo>
                  <a:lnTo>
                    <a:pt x="151130" y="5079"/>
                  </a:lnTo>
                  <a:lnTo>
                    <a:pt x="151129" y="2666"/>
                  </a:lnTo>
                  <a:close/>
                </a:path>
                <a:path w="151129" h="7619">
                  <a:moveTo>
                    <a:pt x="151129" y="0"/>
                  </a:moveTo>
                  <a:lnTo>
                    <a:pt x="85090" y="0"/>
                  </a:lnTo>
                  <a:lnTo>
                    <a:pt x="85090" y="1397"/>
                  </a:lnTo>
                  <a:lnTo>
                    <a:pt x="87630" y="1397"/>
                  </a:lnTo>
                  <a:lnTo>
                    <a:pt x="87630" y="2666"/>
                  </a:lnTo>
                  <a:lnTo>
                    <a:pt x="90170" y="2666"/>
                  </a:lnTo>
                  <a:lnTo>
                    <a:pt x="151130" y="2539"/>
                  </a:lnTo>
                  <a:lnTo>
                    <a:pt x="151129" y="0"/>
                  </a:lnTo>
                  <a:close/>
                </a:path>
              </a:pathLst>
            </a:custGeom>
            <a:solidFill>
              <a:srgbClr val="152E00"/>
            </a:solidFill>
          </p:spPr>
          <p:txBody>
            <a:bodyPr wrap="square" lIns="0" tIns="0" rIns="0" bIns="0" rtlCol="0"/>
            <a:lstStyle/>
            <a:p/>
          </p:txBody>
        </p:sp>
        <p:sp>
          <p:nvSpPr>
            <p:cNvPr id="1869" name="object 1869"/>
            <p:cNvSpPr/>
            <p:nvPr/>
          </p:nvSpPr>
          <p:spPr>
            <a:xfrm>
              <a:off x="8592819" y="1143000"/>
              <a:ext cx="153670" cy="7620"/>
            </a:xfrm>
            <a:custGeom>
              <a:avLst/>
              <a:gdLst/>
              <a:ahLst/>
              <a:cxnLst/>
              <a:rect l="l" t="t" r="r" b="b"/>
              <a:pathLst>
                <a:path w="153670" h="7619">
                  <a:moveTo>
                    <a:pt x="52070" y="3937"/>
                  </a:moveTo>
                  <a:lnTo>
                    <a:pt x="1270" y="3937"/>
                  </a:lnTo>
                  <a:lnTo>
                    <a:pt x="1270" y="5079"/>
                  </a:lnTo>
                  <a:lnTo>
                    <a:pt x="0" y="5079"/>
                  </a:lnTo>
                  <a:lnTo>
                    <a:pt x="0" y="7620"/>
                  </a:lnTo>
                  <a:lnTo>
                    <a:pt x="50800" y="7620"/>
                  </a:lnTo>
                  <a:lnTo>
                    <a:pt x="50800" y="6476"/>
                  </a:lnTo>
                  <a:lnTo>
                    <a:pt x="52070" y="6476"/>
                  </a:lnTo>
                  <a:lnTo>
                    <a:pt x="52070" y="3937"/>
                  </a:lnTo>
                  <a:close/>
                </a:path>
                <a:path w="153670" h="7619">
                  <a:moveTo>
                    <a:pt x="53339" y="1396"/>
                  </a:moveTo>
                  <a:lnTo>
                    <a:pt x="2539" y="1396"/>
                  </a:lnTo>
                  <a:lnTo>
                    <a:pt x="2539" y="2666"/>
                  </a:lnTo>
                  <a:lnTo>
                    <a:pt x="1270" y="2666"/>
                  </a:lnTo>
                  <a:lnTo>
                    <a:pt x="1270" y="3809"/>
                  </a:lnTo>
                  <a:lnTo>
                    <a:pt x="52070" y="3809"/>
                  </a:lnTo>
                  <a:lnTo>
                    <a:pt x="52070" y="3937"/>
                  </a:lnTo>
                  <a:lnTo>
                    <a:pt x="53340" y="3937"/>
                  </a:lnTo>
                  <a:lnTo>
                    <a:pt x="53339" y="1396"/>
                  </a:lnTo>
                  <a:close/>
                </a:path>
                <a:path w="153670" h="7619">
                  <a:moveTo>
                    <a:pt x="54609" y="0"/>
                  </a:moveTo>
                  <a:lnTo>
                    <a:pt x="2539" y="0"/>
                  </a:lnTo>
                  <a:lnTo>
                    <a:pt x="2539" y="1269"/>
                  </a:lnTo>
                  <a:lnTo>
                    <a:pt x="53339" y="1269"/>
                  </a:lnTo>
                  <a:lnTo>
                    <a:pt x="54609" y="1396"/>
                  </a:lnTo>
                  <a:lnTo>
                    <a:pt x="54609" y="0"/>
                  </a:lnTo>
                  <a:close/>
                </a:path>
                <a:path w="153670" h="7619">
                  <a:moveTo>
                    <a:pt x="153670" y="3937"/>
                  </a:moveTo>
                  <a:lnTo>
                    <a:pt x="100329" y="3937"/>
                  </a:lnTo>
                  <a:lnTo>
                    <a:pt x="100329" y="5079"/>
                  </a:lnTo>
                  <a:lnTo>
                    <a:pt x="101600" y="5079"/>
                  </a:lnTo>
                  <a:lnTo>
                    <a:pt x="101600" y="7620"/>
                  </a:lnTo>
                  <a:lnTo>
                    <a:pt x="153670" y="7620"/>
                  </a:lnTo>
                  <a:lnTo>
                    <a:pt x="153670" y="3937"/>
                  </a:lnTo>
                  <a:close/>
                </a:path>
                <a:path w="153670" h="7619">
                  <a:moveTo>
                    <a:pt x="153669" y="1396"/>
                  </a:moveTo>
                  <a:lnTo>
                    <a:pt x="97789" y="1396"/>
                  </a:lnTo>
                  <a:lnTo>
                    <a:pt x="97789" y="2666"/>
                  </a:lnTo>
                  <a:lnTo>
                    <a:pt x="99059" y="2666"/>
                  </a:lnTo>
                  <a:lnTo>
                    <a:pt x="99059" y="3937"/>
                  </a:lnTo>
                  <a:lnTo>
                    <a:pt x="100329" y="3937"/>
                  </a:lnTo>
                  <a:lnTo>
                    <a:pt x="100329" y="3809"/>
                  </a:lnTo>
                  <a:lnTo>
                    <a:pt x="153670" y="3809"/>
                  </a:lnTo>
                  <a:lnTo>
                    <a:pt x="153669" y="1396"/>
                  </a:lnTo>
                  <a:close/>
                </a:path>
                <a:path w="153670" h="7619">
                  <a:moveTo>
                    <a:pt x="153669" y="0"/>
                  </a:moveTo>
                  <a:lnTo>
                    <a:pt x="96520" y="0"/>
                  </a:lnTo>
                  <a:lnTo>
                    <a:pt x="97789" y="126"/>
                  </a:lnTo>
                  <a:lnTo>
                    <a:pt x="97789" y="1269"/>
                  </a:lnTo>
                  <a:lnTo>
                    <a:pt x="153669" y="1269"/>
                  </a:lnTo>
                  <a:lnTo>
                    <a:pt x="153669" y="0"/>
                  </a:lnTo>
                  <a:close/>
                </a:path>
              </a:pathLst>
            </a:custGeom>
            <a:solidFill>
              <a:srgbClr val="182D00"/>
            </a:solidFill>
          </p:spPr>
          <p:txBody>
            <a:bodyPr wrap="square" lIns="0" tIns="0" rIns="0" bIns="0" rtlCol="0"/>
            <a:lstStyle/>
            <a:p/>
          </p:txBody>
        </p:sp>
        <p:sp>
          <p:nvSpPr>
            <p:cNvPr id="1870" name="object 1870"/>
            <p:cNvSpPr/>
            <p:nvPr/>
          </p:nvSpPr>
          <p:spPr>
            <a:xfrm>
              <a:off x="8591549" y="1150620"/>
              <a:ext cx="154940" cy="6350"/>
            </a:xfrm>
            <a:custGeom>
              <a:avLst/>
              <a:gdLst/>
              <a:ahLst/>
              <a:cxnLst/>
              <a:rect l="l" t="t" r="r" b="b"/>
              <a:pathLst>
                <a:path w="154940" h="6350">
                  <a:moveTo>
                    <a:pt x="154939" y="2666"/>
                  </a:moveTo>
                  <a:lnTo>
                    <a:pt x="105409" y="2666"/>
                  </a:lnTo>
                  <a:lnTo>
                    <a:pt x="105409" y="3809"/>
                  </a:lnTo>
                  <a:lnTo>
                    <a:pt x="106679" y="3809"/>
                  </a:lnTo>
                  <a:lnTo>
                    <a:pt x="106679" y="5206"/>
                  </a:lnTo>
                  <a:lnTo>
                    <a:pt x="107950" y="5206"/>
                  </a:lnTo>
                  <a:lnTo>
                    <a:pt x="107950" y="6350"/>
                  </a:lnTo>
                  <a:lnTo>
                    <a:pt x="154940" y="6350"/>
                  </a:lnTo>
                  <a:lnTo>
                    <a:pt x="154939" y="2666"/>
                  </a:lnTo>
                  <a:close/>
                </a:path>
                <a:path w="154940" h="6350">
                  <a:moveTo>
                    <a:pt x="154940" y="126"/>
                  </a:moveTo>
                  <a:lnTo>
                    <a:pt x="104140" y="126"/>
                  </a:lnTo>
                  <a:lnTo>
                    <a:pt x="104140" y="2666"/>
                  </a:lnTo>
                  <a:lnTo>
                    <a:pt x="105409" y="2666"/>
                  </a:lnTo>
                  <a:lnTo>
                    <a:pt x="105409" y="2539"/>
                  </a:lnTo>
                  <a:lnTo>
                    <a:pt x="154940" y="2539"/>
                  </a:lnTo>
                  <a:lnTo>
                    <a:pt x="154940" y="126"/>
                  </a:lnTo>
                  <a:close/>
                </a:path>
                <a:path w="154940" h="6350">
                  <a:moveTo>
                    <a:pt x="104140" y="0"/>
                  </a:moveTo>
                  <a:lnTo>
                    <a:pt x="102870" y="0"/>
                  </a:lnTo>
                  <a:lnTo>
                    <a:pt x="104140" y="126"/>
                  </a:lnTo>
                  <a:close/>
                </a:path>
                <a:path w="154940" h="6350">
                  <a:moveTo>
                    <a:pt x="49529" y="2666"/>
                  </a:moveTo>
                  <a:lnTo>
                    <a:pt x="0" y="2666"/>
                  </a:lnTo>
                  <a:lnTo>
                    <a:pt x="0" y="6350"/>
                  </a:lnTo>
                  <a:lnTo>
                    <a:pt x="49529" y="6350"/>
                  </a:lnTo>
                  <a:lnTo>
                    <a:pt x="49529" y="2666"/>
                  </a:lnTo>
                  <a:close/>
                </a:path>
                <a:path w="154940" h="6350">
                  <a:moveTo>
                    <a:pt x="50800" y="126"/>
                  </a:moveTo>
                  <a:lnTo>
                    <a:pt x="1270" y="126"/>
                  </a:lnTo>
                  <a:lnTo>
                    <a:pt x="1270" y="1396"/>
                  </a:lnTo>
                  <a:lnTo>
                    <a:pt x="0" y="1396"/>
                  </a:lnTo>
                  <a:lnTo>
                    <a:pt x="0" y="2539"/>
                  </a:lnTo>
                  <a:lnTo>
                    <a:pt x="49529" y="2539"/>
                  </a:lnTo>
                  <a:lnTo>
                    <a:pt x="49529" y="2666"/>
                  </a:lnTo>
                  <a:lnTo>
                    <a:pt x="50800" y="2666"/>
                  </a:lnTo>
                  <a:lnTo>
                    <a:pt x="50800" y="126"/>
                  </a:lnTo>
                  <a:close/>
                </a:path>
                <a:path w="154940" h="6350">
                  <a:moveTo>
                    <a:pt x="52070" y="0"/>
                  </a:moveTo>
                  <a:lnTo>
                    <a:pt x="50800" y="0"/>
                  </a:lnTo>
                  <a:lnTo>
                    <a:pt x="52070" y="126"/>
                  </a:lnTo>
                  <a:close/>
                </a:path>
              </a:pathLst>
            </a:custGeom>
            <a:solidFill>
              <a:srgbClr val="1B2D00"/>
            </a:solidFill>
          </p:spPr>
          <p:txBody>
            <a:bodyPr wrap="square" lIns="0" tIns="0" rIns="0" bIns="0" rtlCol="0"/>
            <a:lstStyle/>
            <a:p/>
          </p:txBody>
        </p:sp>
        <p:sp>
          <p:nvSpPr>
            <p:cNvPr id="1871" name="object 1871"/>
            <p:cNvSpPr/>
            <p:nvPr/>
          </p:nvSpPr>
          <p:spPr>
            <a:xfrm>
              <a:off x="8589009" y="1156970"/>
              <a:ext cx="158750" cy="7620"/>
            </a:xfrm>
            <a:custGeom>
              <a:avLst/>
              <a:gdLst/>
              <a:ahLst/>
              <a:cxnLst/>
              <a:rect l="l" t="t" r="r" b="b"/>
              <a:pathLst>
                <a:path w="158750" h="7619">
                  <a:moveTo>
                    <a:pt x="50800" y="2666"/>
                  </a:moveTo>
                  <a:lnTo>
                    <a:pt x="1270" y="2666"/>
                  </a:lnTo>
                  <a:lnTo>
                    <a:pt x="1270" y="5206"/>
                  </a:lnTo>
                  <a:lnTo>
                    <a:pt x="0" y="5206"/>
                  </a:lnTo>
                  <a:lnTo>
                    <a:pt x="0" y="7619"/>
                  </a:lnTo>
                  <a:lnTo>
                    <a:pt x="49529" y="7619"/>
                  </a:lnTo>
                  <a:lnTo>
                    <a:pt x="49529" y="3809"/>
                  </a:lnTo>
                  <a:lnTo>
                    <a:pt x="50800" y="3809"/>
                  </a:lnTo>
                  <a:lnTo>
                    <a:pt x="50800" y="2666"/>
                  </a:lnTo>
                  <a:close/>
                </a:path>
                <a:path w="158750" h="7619">
                  <a:moveTo>
                    <a:pt x="158750" y="2666"/>
                  </a:moveTo>
                  <a:lnTo>
                    <a:pt x="113030" y="2666"/>
                  </a:lnTo>
                  <a:lnTo>
                    <a:pt x="113030" y="3809"/>
                  </a:lnTo>
                  <a:lnTo>
                    <a:pt x="114300" y="3809"/>
                  </a:lnTo>
                  <a:lnTo>
                    <a:pt x="114300" y="6476"/>
                  </a:lnTo>
                  <a:lnTo>
                    <a:pt x="115570" y="6476"/>
                  </a:lnTo>
                  <a:lnTo>
                    <a:pt x="115570" y="7619"/>
                  </a:lnTo>
                  <a:lnTo>
                    <a:pt x="158750" y="7619"/>
                  </a:lnTo>
                  <a:lnTo>
                    <a:pt x="158750" y="2666"/>
                  </a:lnTo>
                  <a:close/>
                </a:path>
                <a:path w="158750" h="7619">
                  <a:moveTo>
                    <a:pt x="158750" y="0"/>
                  </a:moveTo>
                  <a:lnTo>
                    <a:pt x="157480" y="0"/>
                  </a:lnTo>
                  <a:lnTo>
                    <a:pt x="110490" y="126"/>
                  </a:lnTo>
                  <a:lnTo>
                    <a:pt x="110490" y="1396"/>
                  </a:lnTo>
                  <a:lnTo>
                    <a:pt x="111760" y="1396"/>
                  </a:lnTo>
                  <a:lnTo>
                    <a:pt x="111760" y="2666"/>
                  </a:lnTo>
                  <a:lnTo>
                    <a:pt x="113030" y="2666"/>
                  </a:lnTo>
                  <a:lnTo>
                    <a:pt x="113030" y="2539"/>
                  </a:lnTo>
                  <a:lnTo>
                    <a:pt x="158750" y="2539"/>
                  </a:lnTo>
                  <a:lnTo>
                    <a:pt x="158750" y="0"/>
                  </a:lnTo>
                  <a:close/>
                </a:path>
                <a:path w="158750" h="7619">
                  <a:moveTo>
                    <a:pt x="2540" y="0"/>
                  </a:moveTo>
                  <a:lnTo>
                    <a:pt x="1270" y="0"/>
                  </a:lnTo>
                  <a:lnTo>
                    <a:pt x="1270" y="2539"/>
                  </a:lnTo>
                  <a:lnTo>
                    <a:pt x="50800" y="2539"/>
                  </a:lnTo>
                  <a:lnTo>
                    <a:pt x="50800" y="126"/>
                  </a:lnTo>
                  <a:lnTo>
                    <a:pt x="2540" y="126"/>
                  </a:lnTo>
                  <a:close/>
                </a:path>
                <a:path w="158750" h="7619">
                  <a:moveTo>
                    <a:pt x="52070" y="0"/>
                  </a:moveTo>
                  <a:lnTo>
                    <a:pt x="50800" y="0"/>
                  </a:lnTo>
                  <a:lnTo>
                    <a:pt x="52070" y="126"/>
                  </a:lnTo>
                  <a:close/>
                </a:path>
              </a:pathLst>
            </a:custGeom>
            <a:solidFill>
              <a:srgbClr val="1E2C00"/>
            </a:solidFill>
          </p:spPr>
          <p:txBody>
            <a:bodyPr wrap="square" lIns="0" tIns="0" rIns="0" bIns="0" rtlCol="0"/>
            <a:lstStyle/>
            <a:p/>
          </p:txBody>
        </p:sp>
        <p:sp>
          <p:nvSpPr>
            <p:cNvPr id="1872" name="object 1872"/>
            <p:cNvSpPr/>
            <p:nvPr/>
          </p:nvSpPr>
          <p:spPr>
            <a:xfrm>
              <a:off x="8586469" y="1164590"/>
              <a:ext cx="161290" cy="7620"/>
            </a:xfrm>
            <a:custGeom>
              <a:avLst/>
              <a:gdLst/>
              <a:ahLst/>
              <a:cxnLst/>
              <a:rect l="l" t="t" r="r" b="b"/>
              <a:pathLst>
                <a:path w="161290" h="7619">
                  <a:moveTo>
                    <a:pt x="161290" y="5206"/>
                  </a:moveTo>
                  <a:lnTo>
                    <a:pt x="120650" y="5206"/>
                  </a:lnTo>
                  <a:lnTo>
                    <a:pt x="120650" y="6476"/>
                  </a:lnTo>
                  <a:lnTo>
                    <a:pt x="121920" y="6476"/>
                  </a:lnTo>
                  <a:lnTo>
                    <a:pt x="121920" y="7620"/>
                  </a:lnTo>
                  <a:lnTo>
                    <a:pt x="161290" y="7620"/>
                  </a:lnTo>
                  <a:lnTo>
                    <a:pt x="161290" y="5206"/>
                  </a:lnTo>
                  <a:close/>
                </a:path>
                <a:path w="161290" h="7619">
                  <a:moveTo>
                    <a:pt x="50800" y="5206"/>
                  </a:moveTo>
                  <a:lnTo>
                    <a:pt x="1270" y="5206"/>
                  </a:lnTo>
                  <a:lnTo>
                    <a:pt x="1270" y="6476"/>
                  </a:lnTo>
                  <a:lnTo>
                    <a:pt x="0" y="6476"/>
                  </a:lnTo>
                  <a:lnTo>
                    <a:pt x="0" y="7620"/>
                  </a:lnTo>
                  <a:lnTo>
                    <a:pt x="50800" y="7620"/>
                  </a:lnTo>
                  <a:lnTo>
                    <a:pt x="50800" y="5206"/>
                  </a:lnTo>
                  <a:close/>
                </a:path>
                <a:path w="161290" h="7619">
                  <a:moveTo>
                    <a:pt x="52069" y="0"/>
                  </a:moveTo>
                  <a:lnTo>
                    <a:pt x="2539" y="0"/>
                  </a:lnTo>
                  <a:lnTo>
                    <a:pt x="2539" y="1397"/>
                  </a:lnTo>
                  <a:lnTo>
                    <a:pt x="1270" y="1397"/>
                  </a:lnTo>
                  <a:lnTo>
                    <a:pt x="1270" y="5079"/>
                  </a:lnTo>
                  <a:lnTo>
                    <a:pt x="50800" y="5079"/>
                  </a:lnTo>
                  <a:lnTo>
                    <a:pt x="52070" y="5206"/>
                  </a:lnTo>
                  <a:lnTo>
                    <a:pt x="52069" y="0"/>
                  </a:lnTo>
                  <a:close/>
                </a:path>
                <a:path w="161290" h="7619">
                  <a:moveTo>
                    <a:pt x="161290" y="0"/>
                  </a:moveTo>
                  <a:lnTo>
                    <a:pt x="118109" y="0"/>
                  </a:lnTo>
                  <a:lnTo>
                    <a:pt x="118109" y="1397"/>
                  </a:lnTo>
                  <a:lnTo>
                    <a:pt x="119379" y="1397"/>
                  </a:lnTo>
                  <a:lnTo>
                    <a:pt x="119379" y="3937"/>
                  </a:lnTo>
                  <a:lnTo>
                    <a:pt x="120650" y="3937"/>
                  </a:lnTo>
                  <a:lnTo>
                    <a:pt x="120650" y="5079"/>
                  </a:lnTo>
                  <a:lnTo>
                    <a:pt x="161290" y="5079"/>
                  </a:lnTo>
                  <a:lnTo>
                    <a:pt x="161290" y="0"/>
                  </a:lnTo>
                  <a:close/>
                </a:path>
              </a:pathLst>
            </a:custGeom>
            <a:solidFill>
              <a:srgbClr val="212C00"/>
            </a:solidFill>
          </p:spPr>
          <p:txBody>
            <a:bodyPr wrap="square" lIns="0" tIns="0" rIns="0" bIns="0" rtlCol="0"/>
            <a:lstStyle/>
            <a:p/>
          </p:txBody>
        </p:sp>
        <p:sp>
          <p:nvSpPr>
            <p:cNvPr id="1873" name="object 1873"/>
            <p:cNvSpPr/>
            <p:nvPr/>
          </p:nvSpPr>
          <p:spPr>
            <a:xfrm>
              <a:off x="8585199" y="1172210"/>
              <a:ext cx="162560" cy="6350"/>
            </a:xfrm>
            <a:custGeom>
              <a:avLst/>
              <a:gdLst/>
              <a:ahLst/>
              <a:cxnLst/>
              <a:rect l="l" t="t" r="r" b="b"/>
              <a:pathLst>
                <a:path w="162559" h="6350">
                  <a:moveTo>
                    <a:pt x="162560" y="0"/>
                  </a:moveTo>
                  <a:lnTo>
                    <a:pt x="123190" y="0"/>
                  </a:lnTo>
                  <a:lnTo>
                    <a:pt x="123190" y="1269"/>
                  </a:lnTo>
                  <a:lnTo>
                    <a:pt x="124459" y="1269"/>
                  </a:lnTo>
                  <a:lnTo>
                    <a:pt x="124459" y="3936"/>
                  </a:lnTo>
                  <a:lnTo>
                    <a:pt x="125729" y="3936"/>
                  </a:lnTo>
                  <a:lnTo>
                    <a:pt x="125729" y="6350"/>
                  </a:lnTo>
                  <a:lnTo>
                    <a:pt x="162559" y="6350"/>
                  </a:lnTo>
                  <a:lnTo>
                    <a:pt x="162560" y="0"/>
                  </a:lnTo>
                  <a:close/>
                </a:path>
                <a:path w="162559" h="6350">
                  <a:moveTo>
                    <a:pt x="52070" y="0"/>
                  </a:moveTo>
                  <a:lnTo>
                    <a:pt x="1270" y="0"/>
                  </a:lnTo>
                  <a:lnTo>
                    <a:pt x="1270" y="2666"/>
                  </a:lnTo>
                  <a:lnTo>
                    <a:pt x="0" y="2666"/>
                  </a:lnTo>
                  <a:lnTo>
                    <a:pt x="0" y="6350"/>
                  </a:lnTo>
                  <a:lnTo>
                    <a:pt x="52070" y="6350"/>
                  </a:lnTo>
                  <a:lnTo>
                    <a:pt x="52070" y="0"/>
                  </a:lnTo>
                  <a:close/>
                </a:path>
              </a:pathLst>
            </a:custGeom>
            <a:solidFill>
              <a:srgbClr val="242B00"/>
            </a:solidFill>
          </p:spPr>
          <p:txBody>
            <a:bodyPr wrap="square" lIns="0" tIns="0" rIns="0" bIns="0" rtlCol="0"/>
            <a:lstStyle/>
            <a:p/>
          </p:txBody>
        </p:sp>
        <p:sp>
          <p:nvSpPr>
            <p:cNvPr id="1874" name="object 1874"/>
            <p:cNvSpPr/>
            <p:nvPr/>
          </p:nvSpPr>
          <p:spPr>
            <a:xfrm>
              <a:off x="8583929" y="1178560"/>
              <a:ext cx="163830" cy="7620"/>
            </a:xfrm>
            <a:custGeom>
              <a:avLst/>
              <a:gdLst/>
              <a:ahLst/>
              <a:cxnLst/>
              <a:rect l="l" t="t" r="r" b="b"/>
              <a:pathLst>
                <a:path w="163829" h="7619">
                  <a:moveTo>
                    <a:pt x="163829" y="126"/>
                  </a:moveTo>
                  <a:lnTo>
                    <a:pt x="128270" y="126"/>
                  </a:lnTo>
                  <a:lnTo>
                    <a:pt x="128270" y="2666"/>
                  </a:lnTo>
                  <a:lnTo>
                    <a:pt x="129540" y="2666"/>
                  </a:lnTo>
                  <a:lnTo>
                    <a:pt x="129540" y="6476"/>
                  </a:lnTo>
                  <a:lnTo>
                    <a:pt x="130810" y="6476"/>
                  </a:lnTo>
                  <a:lnTo>
                    <a:pt x="130810" y="7619"/>
                  </a:lnTo>
                  <a:lnTo>
                    <a:pt x="163830" y="7619"/>
                  </a:lnTo>
                  <a:lnTo>
                    <a:pt x="163829" y="126"/>
                  </a:lnTo>
                  <a:close/>
                </a:path>
                <a:path w="163829" h="7619">
                  <a:moveTo>
                    <a:pt x="128270" y="0"/>
                  </a:moveTo>
                  <a:lnTo>
                    <a:pt x="127000" y="0"/>
                  </a:lnTo>
                  <a:lnTo>
                    <a:pt x="128270" y="126"/>
                  </a:lnTo>
                  <a:close/>
                </a:path>
                <a:path w="163829" h="7619">
                  <a:moveTo>
                    <a:pt x="53340" y="126"/>
                  </a:moveTo>
                  <a:lnTo>
                    <a:pt x="1270" y="126"/>
                  </a:lnTo>
                  <a:lnTo>
                    <a:pt x="1270" y="1269"/>
                  </a:lnTo>
                  <a:lnTo>
                    <a:pt x="0" y="1269"/>
                  </a:lnTo>
                  <a:lnTo>
                    <a:pt x="0" y="7619"/>
                  </a:lnTo>
                  <a:lnTo>
                    <a:pt x="53339" y="7619"/>
                  </a:lnTo>
                  <a:lnTo>
                    <a:pt x="53340" y="126"/>
                  </a:lnTo>
                  <a:close/>
                </a:path>
              </a:pathLst>
            </a:custGeom>
            <a:solidFill>
              <a:srgbClr val="272A00"/>
            </a:solidFill>
          </p:spPr>
          <p:txBody>
            <a:bodyPr wrap="square" lIns="0" tIns="0" rIns="0" bIns="0" rtlCol="0"/>
            <a:lstStyle/>
            <a:p/>
          </p:txBody>
        </p:sp>
        <p:sp>
          <p:nvSpPr>
            <p:cNvPr id="1875" name="object 1875"/>
            <p:cNvSpPr/>
            <p:nvPr/>
          </p:nvSpPr>
          <p:spPr>
            <a:xfrm>
              <a:off x="8582659" y="1186180"/>
              <a:ext cx="165100" cy="7620"/>
            </a:xfrm>
            <a:custGeom>
              <a:avLst/>
              <a:gdLst/>
              <a:ahLst/>
              <a:cxnLst/>
              <a:rect l="l" t="t" r="r" b="b"/>
              <a:pathLst>
                <a:path w="165100" h="7619">
                  <a:moveTo>
                    <a:pt x="54609" y="2666"/>
                  </a:moveTo>
                  <a:lnTo>
                    <a:pt x="0" y="2666"/>
                  </a:lnTo>
                  <a:lnTo>
                    <a:pt x="0" y="6350"/>
                  </a:lnTo>
                  <a:lnTo>
                    <a:pt x="54609" y="6350"/>
                  </a:lnTo>
                  <a:lnTo>
                    <a:pt x="54609" y="2666"/>
                  </a:lnTo>
                  <a:close/>
                </a:path>
                <a:path w="165100" h="7619">
                  <a:moveTo>
                    <a:pt x="165100" y="2666"/>
                  </a:moveTo>
                  <a:lnTo>
                    <a:pt x="133350" y="2666"/>
                  </a:lnTo>
                  <a:lnTo>
                    <a:pt x="133350" y="6350"/>
                  </a:lnTo>
                  <a:lnTo>
                    <a:pt x="165100" y="6350"/>
                  </a:lnTo>
                  <a:lnTo>
                    <a:pt x="165100" y="2666"/>
                  </a:lnTo>
                  <a:close/>
                </a:path>
                <a:path w="165100" h="7619">
                  <a:moveTo>
                    <a:pt x="165100" y="0"/>
                  </a:moveTo>
                  <a:lnTo>
                    <a:pt x="132080" y="0"/>
                  </a:lnTo>
                  <a:lnTo>
                    <a:pt x="132080" y="2666"/>
                  </a:lnTo>
                  <a:lnTo>
                    <a:pt x="133350" y="2666"/>
                  </a:lnTo>
                  <a:lnTo>
                    <a:pt x="165100" y="2539"/>
                  </a:lnTo>
                  <a:lnTo>
                    <a:pt x="165100" y="0"/>
                  </a:lnTo>
                  <a:close/>
                </a:path>
                <a:path w="165100" h="7619">
                  <a:moveTo>
                    <a:pt x="54609" y="0"/>
                  </a:moveTo>
                  <a:lnTo>
                    <a:pt x="1270" y="0"/>
                  </a:lnTo>
                  <a:lnTo>
                    <a:pt x="1270" y="1397"/>
                  </a:lnTo>
                  <a:lnTo>
                    <a:pt x="0" y="1397"/>
                  </a:lnTo>
                  <a:lnTo>
                    <a:pt x="0" y="2539"/>
                  </a:lnTo>
                  <a:lnTo>
                    <a:pt x="54609" y="2539"/>
                  </a:lnTo>
                  <a:lnTo>
                    <a:pt x="54609" y="0"/>
                  </a:lnTo>
                  <a:close/>
                </a:path>
                <a:path w="165100" h="7619">
                  <a:moveTo>
                    <a:pt x="54609" y="6350"/>
                  </a:moveTo>
                  <a:lnTo>
                    <a:pt x="0" y="6350"/>
                  </a:lnTo>
                  <a:lnTo>
                    <a:pt x="0" y="7620"/>
                  </a:lnTo>
                  <a:lnTo>
                    <a:pt x="54609" y="7620"/>
                  </a:lnTo>
                  <a:lnTo>
                    <a:pt x="54609" y="6350"/>
                  </a:lnTo>
                  <a:close/>
                </a:path>
                <a:path w="165100" h="7619">
                  <a:moveTo>
                    <a:pt x="165100" y="6350"/>
                  </a:moveTo>
                  <a:lnTo>
                    <a:pt x="134620" y="6350"/>
                  </a:lnTo>
                  <a:lnTo>
                    <a:pt x="134620" y="7620"/>
                  </a:lnTo>
                  <a:lnTo>
                    <a:pt x="165100" y="7620"/>
                  </a:lnTo>
                  <a:lnTo>
                    <a:pt x="165100" y="6350"/>
                  </a:lnTo>
                  <a:close/>
                </a:path>
              </a:pathLst>
            </a:custGeom>
            <a:solidFill>
              <a:srgbClr val="2B2A00"/>
            </a:solidFill>
          </p:spPr>
          <p:txBody>
            <a:bodyPr wrap="square" lIns="0" tIns="0" rIns="0" bIns="0" rtlCol="0"/>
            <a:lstStyle/>
            <a:p/>
          </p:txBody>
        </p:sp>
        <p:sp>
          <p:nvSpPr>
            <p:cNvPr id="1876" name="object 1876"/>
            <p:cNvSpPr/>
            <p:nvPr/>
          </p:nvSpPr>
          <p:spPr>
            <a:xfrm>
              <a:off x="8581389" y="1193800"/>
              <a:ext cx="166370" cy="6350"/>
            </a:xfrm>
            <a:custGeom>
              <a:avLst/>
              <a:gdLst/>
              <a:ahLst/>
              <a:cxnLst/>
              <a:rect l="l" t="t" r="r" b="b"/>
              <a:pathLst>
                <a:path w="166370" h="6350">
                  <a:moveTo>
                    <a:pt x="55879" y="0"/>
                  </a:moveTo>
                  <a:lnTo>
                    <a:pt x="1269" y="0"/>
                  </a:lnTo>
                  <a:lnTo>
                    <a:pt x="1269" y="1270"/>
                  </a:lnTo>
                  <a:lnTo>
                    <a:pt x="0" y="1270"/>
                  </a:lnTo>
                  <a:lnTo>
                    <a:pt x="0" y="6350"/>
                  </a:lnTo>
                  <a:lnTo>
                    <a:pt x="57150" y="6350"/>
                  </a:lnTo>
                  <a:lnTo>
                    <a:pt x="57150" y="2539"/>
                  </a:lnTo>
                  <a:lnTo>
                    <a:pt x="55879" y="2539"/>
                  </a:lnTo>
                  <a:lnTo>
                    <a:pt x="55879" y="0"/>
                  </a:lnTo>
                  <a:close/>
                </a:path>
                <a:path w="166370" h="6350">
                  <a:moveTo>
                    <a:pt x="166369" y="0"/>
                  </a:moveTo>
                  <a:lnTo>
                    <a:pt x="135889" y="0"/>
                  </a:lnTo>
                  <a:lnTo>
                    <a:pt x="135889" y="1270"/>
                  </a:lnTo>
                  <a:lnTo>
                    <a:pt x="137159" y="1270"/>
                  </a:lnTo>
                  <a:lnTo>
                    <a:pt x="137159" y="5079"/>
                  </a:lnTo>
                  <a:lnTo>
                    <a:pt x="138429" y="5079"/>
                  </a:lnTo>
                  <a:lnTo>
                    <a:pt x="138429" y="6350"/>
                  </a:lnTo>
                  <a:lnTo>
                    <a:pt x="166370" y="6350"/>
                  </a:lnTo>
                  <a:lnTo>
                    <a:pt x="166369" y="0"/>
                  </a:lnTo>
                  <a:close/>
                </a:path>
              </a:pathLst>
            </a:custGeom>
            <a:solidFill>
              <a:srgbClr val="2E2900"/>
            </a:solidFill>
          </p:spPr>
          <p:txBody>
            <a:bodyPr wrap="square" lIns="0" tIns="0" rIns="0" bIns="0" rtlCol="0"/>
            <a:lstStyle/>
            <a:p/>
          </p:txBody>
        </p:sp>
        <p:sp>
          <p:nvSpPr>
            <p:cNvPr id="1877" name="object 1877"/>
            <p:cNvSpPr/>
            <p:nvPr/>
          </p:nvSpPr>
          <p:spPr>
            <a:xfrm>
              <a:off x="8580119" y="1200150"/>
              <a:ext cx="168910" cy="7620"/>
            </a:xfrm>
            <a:custGeom>
              <a:avLst/>
              <a:gdLst/>
              <a:ahLst/>
              <a:cxnLst/>
              <a:rect l="l" t="t" r="r" b="b"/>
              <a:pathLst>
                <a:path w="168909" h="7619">
                  <a:moveTo>
                    <a:pt x="59690" y="0"/>
                  </a:moveTo>
                  <a:lnTo>
                    <a:pt x="1270" y="0"/>
                  </a:lnTo>
                  <a:lnTo>
                    <a:pt x="1270" y="2539"/>
                  </a:lnTo>
                  <a:lnTo>
                    <a:pt x="0" y="2539"/>
                  </a:lnTo>
                  <a:lnTo>
                    <a:pt x="0" y="7620"/>
                  </a:lnTo>
                  <a:lnTo>
                    <a:pt x="59690" y="7620"/>
                  </a:lnTo>
                  <a:lnTo>
                    <a:pt x="59690" y="0"/>
                  </a:lnTo>
                  <a:close/>
                </a:path>
                <a:path w="168909" h="7619">
                  <a:moveTo>
                    <a:pt x="167640" y="0"/>
                  </a:moveTo>
                  <a:lnTo>
                    <a:pt x="139700" y="0"/>
                  </a:lnTo>
                  <a:lnTo>
                    <a:pt x="139700" y="1270"/>
                  </a:lnTo>
                  <a:lnTo>
                    <a:pt x="140970" y="1270"/>
                  </a:lnTo>
                  <a:lnTo>
                    <a:pt x="140970" y="6350"/>
                  </a:lnTo>
                  <a:lnTo>
                    <a:pt x="142239" y="6350"/>
                  </a:lnTo>
                  <a:lnTo>
                    <a:pt x="142239" y="7620"/>
                  </a:lnTo>
                  <a:lnTo>
                    <a:pt x="168909" y="7620"/>
                  </a:lnTo>
                  <a:lnTo>
                    <a:pt x="168910" y="3810"/>
                  </a:lnTo>
                  <a:lnTo>
                    <a:pt x="167640" y="3810"/>
                  </a:lnTo>
                  <a:lnTo>
                    <a:pt x="167640" y="0"/>
                  </a:lnTo>
                  <a:close/>
                </a:path>
              </a:pathLst>
            </a:custGeom>
            <a:solidFill>
              <a:srgbClr val="312800"/>
            </a:solidFill>
          </p:spPr>
          <p:txBody>
            <a:bodyPr wrap="square" lIns="0" tIns="0" rIns="0" bIns="0" rtlCol="0"/>
            <a:lstStyle/>
            <a:p/>
          </p:txBody>
        </p:sp>
        <p:sp>
          <p:nvSpPr>
            <p:cNvPr id="1878" name="object 1878"/>
            <p:cNvSpPr/>
            <p:nvPr/>
          </p:nvSpPr>
          <p:spPr>
            <a:xfrm>
              <a:off x="8578849" y="1207770"/>
              <a:ext cx="170180" cy="7620"/>
            </a:xfrm>
            <a:custGeom>
              <a:avLst/>
              <a:gdLst/>
              <a:ahLst/>
              <a:cxnLst/>
              <a:rect l="l" t="t" r="r" b="b"/>
              <a:pathLst>
                <a:path w="170179" h="7619">
                  <a:moveTo>
                    <a:pt x="62229" y="0"/>
                  </a:moveTo>
                  <a:lnTo>
                    <a:pt x="1270" y="0"/>
                  </a:lnTo>
                  <a:lnTo>
                    <a:pt x="1270" y="2539"/>
                  </a:lnTo>
                  <a:lnTo>
                    <a:pt x="0" y="2539"/>
                  </a:lnTo>
                  <a:lnTo>
                    <a:pt x="0" y="3809"/>
                  </a:lnTo>
                  <a:lnTo>
                    <a:pt x="62229" y="3809"/>
                  </a:lnTo>
                  <a:lnTo>
                    <a:pt x="62229" y="0"/>
                  </a:lnTo>
                  <a:close/>
                </a:path>
                <a:path w="170179" h="7619">
                  <a:moveTo>
                    <a:pt x="170179" y="0"/>
                  </a:moveTo>
                  <a:lnTo>
                    <a:pt x="143509" y="0"/>
                  </a:lnTo>
                  <a:lnTo>
                    <a:pt x="143509" y="3809"/>
                  </a:lnTo>
                  <a:lnTo>
                    <a:pt x="170179" y="3809"/>
                  </a:lnTo>
                  <a:lnTo>
                    <a:pt x="170179" y="0"/>
                  </a:lnTo>
                  <a:close/>
                </a:path>
                <a:path w="170179" h="7619">
                  <a:moveTo>
                    <a:pt x="63500" y="3810"/>
                  </a:moveTo>
                  <a:lnTo>
                    <a:pt x="0" y="3810"/>
                  </a:lnTo>
                  <a:lnTo>
                    <a:pt x="0" y="7619"/>
                  </a:lnTo>
                  <a:lnTo>
                    <a:pt x="64770" y="7619"/>
                  </a:lnTo>
                  <a:lnTo>
                    <a:pt x="64770" y="6350"/>
                  </a:lnTo>
                  <a:lnTo>
                    <a:pt x="63500" y="6350"/>
                  </a:lnTo>
                  <a:lnTo>
                    <a:pt x="63500" y="3810"/>
                  </a:lnTo>
                  <a:close/>
                </a:path>
                <a:path w="170179" h="7619">
                  <a:moveTo>
                    <a:pt x="170179" y="3810"/>
                  </a:moveTo>
                  <a:lnTo>
                    <a:pt x="144779" y="3810"/>
                  </a:lnTo>
                  <a:lnTo>
                    <a:pt x="144779" y="7619"/>
                  </a:lnTo>
                  <a:lnTo>
                    <a:pt x="170179" y="7619"/>
                  </a:lnTo>
                  <a:lnTo>
                    <a:pt x="170179" y="3810"/>
                  </a:lnTo>
                  <a:close/>
                </a:path>
              </a:pathLst>
            </a:custGeom>
            <a:solidFill>
              <a:srgbClr val="342800"/>
            </a:solidFill>
          </p:spPr>
          <p:txBody>
            <a:bodyPr wrap="square" lIns="0" tIns="0" rIns="0" bIns="0" rtlCol="0"/>
            <a:lstStyle/>
            <a:p/>
          </p:txBody>
        </p:sp>
        <p:sp>
          <p:nvSpPr>
            <p:cNvPr id="1879" name="object 1879"/>
            <p:cNvSpPr/>
            <p:nvPr/>
          </p:nvSpPr>
          <p:spPr>
            <a:xfrm>
              <a:off x="8577579" y="1215390"/>
              <a:ext cx="171450" cy="7620"/>
            </a:xfrm>
            <a:custGeom>
              <a:avLst/>
              <a:gdLst/>
              <a:ahLst/>
              <a:cxnLst/>
              <a:rect l="l" t="t" r="r" b="b"/>
              <a:pathLst>
                <a:path w="171450" h="7619">
                  <a:moveTo>
                    <a:pt x="66040" y="0"/>
                  </a:moveTo>
                  <a:lnTo>
                    <a:pt x="1270" y="0"/>
                  </a:lnTo>
                  <a:lnTo>
                    <a:pt x="1270" y="2539"/>
                  </a:lnTo>
                  <a:lnTo>
                    <a:pt x="0" y="2539"/>
                  </a:lnTo>
                  <a:lnTo>
                    <a:pt x="0" y="7620"/>
                  </a:lnTo>
                  <a:lnTo>
                    <a:pt x="69850" y="7620"/>
                  </a:lnTo>
                  <a:lnTo>
                    <a:pt x="69850" y="5080"/>
                  </a:lnTo>
                  <a:lnTo>
                    <a:pt x="68579" y="5080"/>
                  </a:lnTo>
                  <a:lnTo>
                    <a:pt x="68579" y="3810"/>
                  </a:lnTo>
                  <a:lnTo>
                    <a:pt x="67309" y="3810"/>
                  </a:lnTo>
                  <a:lnTo>
                    <a:pt x="67310" y="1270"/>
                  </a:lnTo>
                  <a:lnTo>
                    <a:pt x="66040" y="1270"/>
                  </a:lnTo>
                  <a:lnTo>
                    <a:pt x="66040" y="0"/>
                  </a:lnTo>
                  <a:close/>
                </a:path>
                <a:path w="171450" h="7619">
                  <a:moveTo>
                    <a:pt x="171450" y="0"/>
                  </a:moveTo>
                  <a:lnTo>
                    <a:pt x="146050" y="0"/>
                  </a:lnTo>
                  <a:lnTo>
                    <a:pt x="146050" y="1270"/>
                  </a:lnTo>
                  <a:lnTo>
                    <a:pt x="147320" y="1270"/>
                  </a:lnTo>
                  <a:lnTo>
                    <a:pt x="147320" y="5080"/>
                  </a:lnTo>
                  <a:lnTo>
                    <a:pt x="148590" y="5080"/>
                  </a:lnTo>
                  <a:lnTo>
                    <a:pt x="148590" y="7620"/>
                  </a:lnTo>
                  <a:lnTo>
                    <a:pt x="171450" y="7620"/>
                  </a:lnTo>
                  <a:lnTo>
                    <a:pt x="171450" y="0"/>
                  </a:lnTo>
                  <a:close/>
                </a:path>
              </a:pathLst>
            </a:custGeom>
            <a:solidFill>
              <a:srgbClr val="372700"/>
            </a:solidFill>
          </p:spPr>
          <p:txBody>
            <a:bodyPr wrap="square" lIns="0" tIns="0" rIns="0" bIns="0" rtlCol="0"/>
            <a:lstStyle/>
            <a:p/>
          </p:txBody>
        </p:sp>
        <p:sp>
          <p:nvSpPr>
            <p:cNvPr id="1880" name="object 1880"/>
            <p:cNvSpPr/>
            <p:nvPr/>
          </p:nvSpPr>
          <p:spPr>
            <a:xfrm>
              <a:off x="8577579" y="1223010"/>
              <a:ext cx="171450" cy="6350"/>
            </a:xfrm>
            <a:custGeom>
              <a:avLst/>
              <a:gdLst/>
              <a:ahLst/>
              <a:cxnLst/>
              <a:rect l="l" t="t" r="r" b="b"/>
              <a:pathLst>
                <a:path w="171450" h="6350">
                  <a:moveTo>
                    <a:pt x="71120" y="0"/>
                  </a:moveTo>
                  <a:lnTo>
                    <a:pt x="0" y="0"/>
                  </a:lnTo>
                  <a:lnTo>
                    <a:pt x="0" y="6350"/>
                  </a:lnTo>
                  <a:lnTo>
                    <a:pt x="73659" y="6350"/>
                  </a:lnTo>
                  <a:lnTo>
                    <a:pt x="73659" y="5079"/>
                  </a:lnTo>
                  <a:lnTo>
                    <a:pt x="72390" y="5079"/>
                  </a:lnTo>
                  <a:lnTo>
                    <a:pt x="72390" y="2539"/>
                  </a:lnTo>
                  <a:lnTo>
                    <a:pt x="71120" y="2539"/>
                  </a:lnTo>
                  <a:lnTo>
                    <a:pt x="71120" y="0"/>
                  </a:lnTo>
                  <a:close/>
                </a:path>
                <a:path w="171450" h="6350">
                  <a:moveTo>
                    <a:pt x="171450" y="0"/>
                  </a:moveTo>
                  <a:lnTo>
                    <a:pt x="148590" y="0"/>
                  </a:lnTo>
                  <a:lnTo>
                    <a:pt x="148590" y="1269"/>
                  </a:lnTo>
                  <a:lnTo>
                    <a:pt x="149860" y="1269"/>
                  </a:lnTo>
                  <a:lnTo>
                    <a:pt x="149860" y="6350"/>
                  </a:lnTo>
                  <a:lnTo>
                    <a:pt x="171450" y="6350"/>
                  </a:lnTo>
                  <a:lnTo>
                    <a:pt x="171450" y="0"/>
                  </a:lnTo>
                  <a:close/>
                </a:path>
              </a:pathLst>
            </a:custGeom>
            <a:solidFill>
              <a:srgbClr val="3A2700"/>
            </a:solidFill>
          </p:spPr>
          <p:txBody>
            <a:bodyPr wrap="square" lIns="0" tIns="0" rIns="0" bIns="0" rtlCol="0"/>
            <a:lstStyle/>
            <a:p/>
          </p:txBody>
        </p:sp>
        <p:sp>
          <p:nvSpPr>
            <p:cNvPr id="1881" name="object 1881"/>
            <p:cNvSpPr/>
            <p:nvPr/>
          </p:nvSpPr>
          <p:spPr>
            <a:xfrm>
              <a:off x="8577579" y="1229360"/>
              <a:ext cx="171450" cy="7620"/>
            </a:xfrm>
            <a:custGeom>
              <a:avLst/>
              <a:gdLst/>
              <a:ahLst/>
              <a:cxnLst/>
              <a:rect l="l" t="t" r="r" b="b"/>
              <a:pathLst>
                <a:path w="171450" h="7619">
                  <a:moveTo>
                    <a:pt x="73659" y="0"/>
                  </a:moveTo>
                  <a:lnTo>
                    <a:pt x="0" y="0"/>
                  </a:lnTo>
                  <a:lnTo>
                    <a:pt x="0" y="1269"/>
                  </a:lnTo>
                  <a:lnTo>
                    <a:pt x="73659" y="1269"/>
                  </a:lnTo>
                  <a:lnTo>
                    <a:pt x="73659" y="0"/>
                  </a:lnTo>
                  <a:close/>
                </a:path>
                <a:path w="171450" h="7619">
                  <a:moveTo>
                    <a:pt x="171450" y="0"/>
                  </a:moveTo>
                  <a:lnTo>
                    <a:pt x="151129" y="0"/>
                  </a:lnTo>
                  <a:lnTo>
                    <a:pt x="151129" y="1269"/>
                  </a:lnTo>
                  <a:lnTo>
                    <a:pt x="171450" y="1269"/>
                  </a:lnTo>
                  <a:lnTo>
                    <a:pt x="171450" y="0"/>
                  </a:lnTo>
                  <a:close/>
                </a:path>
                <a:path w="171450" h="7619">
                  <a:moveTo>
                    <a:pt x="74929" y="1270"/>
                  </a:moveTo>
                  <a:lnTo>
                    <a:pt x="0" y="1270"/>
                  </a:lnTo>
                  <a:lnTo>
                    <a:pt x="0" y="7619"/>
                  </a:lnTo>
                  <a:lnTo>
                    <a:pt x="77470" y="7619"/>
                  </a:lnTo>
                  <a:lnTo>
                    <a:pt x="77470" y="6350"/>
                  </a:lnTo>
                  <a:lnTo>
                    <a:pt x="76200" y="6350"/>
                  </a:lnTo>
                  <a:lnTo>
                    <a:pt x="76200" y="3810"/>
                  </a:lnTo>
                  <a:lnTo>
                    <a:pt x="74929" y="3810"/>
                  </a:lnTo>
                  <a:lnTo>
                    <a:pt x="74929" y="1270"/>
                  </a:lnTo>
                  <a:close/>
                </a:path>
                <a:path w="171450" h="7619">
                  <a:moveTo>
                    <a:pt x="171450" y="1270"/>
                  </a:moveTo>
                  <a:lnTo>
                    <a:pt x="151129" y="1270"/>
                  </a:lnTo>
                  <a:lnTo>
                    <a:pt x="151129" y="3810"/>
                  </a:lnTo>
                  <a:lnTo>
                    <a:pt x="152400" y="3810"/>
                  </a:lnTo>
                  <a:lnTo>
                    <a:pt x="152400" y="7619"/>
                  </a:lnTo>
                  <a:lnTo>
                    <a:pt x="171450" y="7619"/>
                  </a:lnTo>
                  <a:lnTo>
                    <a:pt x="171450" y="1270"/>
                  </a:lnTo>
                  <a:close/>
                </a:path>
              </a:pathLst>
            </a:custGeom>
            <a:solidFill>
              <a:srgbClr val="3D2600"/>
            </a:solidFill>
          </p:spPr>
          <p:txBody>
            <a:bodyPr wrap="square" lIns="0" tIns="0" rIns="0" bIns="0" rtlCol="0"/>
            <a:lstStyle/>
            <a:p/>
          </p:txBody>
        </p:sp>
        <p:sp>
          <p:nvSpPr>
            <p:cNvPr id="1882" name="object 1882"/>
            <p:cNvSpPr/>
            <p:nvPr/>
          </p:nvSpPr>
          <p:spPr>
            <a:xfrm>
              <a:off x="8577579" y="1236980"/>
              <a:ext cx="171450" cy="7620"/>
            </a:xfrm>
            <a:custGeom>
              <a:avLst/>
              <a:gdLst/>
              <a:ahLst/>
              <a:cxnLst/>
              <a:rect l="l" t="t" r="r" b="b"/>
              <a:pathLst>
                <a:path w="171450" h="7619">
                  <a:moveTo>
                    <a:pt x="78740" y="0"/>
                  </a:moveTo>
                  <a:lnTo>
                    <a:pt x="0" y="0"/>
                  </a:lnTo>
                  <a:lnTo>
                    <a:pt x="0" y="7620"/>
                  </a:lnTo>
                  <a:lnTo>
                    <a:pt x="81279" y="7620"/>
                  </a:lnTo>
                  <a:lnTo>
                    <a:pt x="81279" y="5080"/>
                  </a:lnTo>
                  <a:lnTo>
                    <a:pt x="80009" y="5080"/>
                  </a:lnTo>
                  <a:lnTo>
                    <a:pt x="80009" y="2540"/>
                  </a:lnTo>
                  <a:lnTo>
                    <a:pt x="78740" y="2540"/>
                  </a:lnTo>
                  <a:lnTo>
                    <a:pt x="78740" y="0"/>
                  </a:lnTo>
                  <a:close/>
                </a:path>
                <a:path w="171450" h="7619">
                  <a:moveTo>
                    <a:pt x="171450" y="0"/>
                  </a:moveTo>
                  <a:lnTo>
                    <a:pt x="152400" y="0"/>
                  </a:lnTo>
                  <a:lnTo>
                    <a:pt x="152400" y="1270"/>
                  </a:lnTo>
                  <a:lnTo>
                    <a:pt x="153670" y="1270"/>
                  </a:lnTo>
                  <a:lnTo>
                    <a:pt x="153670" y="7620"/>
                  </a:lnTo>
                  <a:lnTo>
                    <a:pt x="171450" y="7620"/>
                  </a:lnTo>
                  <a:lnTo>
                    <a:pt x="171450" y="0"/>
                  </a:lnTo>
                  <a:close/>
                </a:path>
              </a:pathLst>
            </a:custGeom>
            <a:solidFill>
              <a:srgbClr val="412500"/>
            </a:solidFill>
          </p:spPr>
          <p:txBody>
            <a:bodyPr wrap="square" lIns="0" tIns="0" rIns="0" bIns="0" rtlCol="0"/>
            <a:lstStyle/>
            <a:p/>
          </p:txBody>
        </p:sp>
        <p:sp>
          <p:nvSpPr>
            <p:cNvPr id="1883" name="object 1883"/>
            <p:cNvSpPr/>
            <p:nvPr/>
          </p:nvSpPr>
          <p:spPr>
            <a:xfrm>
              <a:off x="8576309" y="1244600"/>
              <a:ext cx="173990" cy="6350"/>
            </a:xfrm>
            <a:custGeom>
              <a:avLst/>
              <a:gdLst/>
              <a:ahLst/>
              <a:cxnLst/>
              <a:rect l="l" t="t" r="r" b="b"/>
              <a:pathLst>
                <a:path w="173990" h="6350">
                  <a:moveTo>
                    <a:pt x="83820" y="0"/>
                  </a:moveTo>
                  <a:lnTo>
                    <a:pt x="0" y="0"/>
                  </a:lnTo>
                  <a:lnTo>
                    <a:pt x="0" y="6350"/>
                  </a:lnTo>
                  <a:lnTo>
                    <a:pt x="86359" y="6350"/>
                  </a:lnTo>
                  <a:lnTo>
                    <a:pt x="86359" y="5079"/>
                  </a:lnTo>
                  <a:lnTo>
                    <a:pt x="85090" y="5079"/>
                  </a:lnTo>
                  <a:lnTo>
                    <a:pt x="85090" y="2539"/>
                  </a:lnTo>
                  <a:lnTo>
                    <a:pt x="83820" y="2539"/>
                  </a:lnTo>
                  <a:lnTo>
                    <a:pt x="83820" y="0"/>
                  </a:lnTo>
                  <a:close/>
                </a:path>
                <a:path w="173990" h="6350">
                  <a:moveTo>
                    <a:pt x="172720" y="0"/>
                  </a:moveTo>
                  <a:lnTo>
                    <a:pt x="156210" y="0"/>
                  </a:lnTo>
                  <a:lnTo>
                    <a:pt x="156210" y="6350"/>
                  </a:lnTo>
                  <a:lnTo>
                    <a:pt x="173990" y="6350"/>
                  </a:lnTo>
                  <a:lnTo>
                    <a:pt x="173990" y="5079"/>
                  </a:lnTo>
                  <a:lnTo>
                    <a:pt x="172720" y="5079"/>
                  </a:lnTo>
                  <a:lnTo>
                    <a:pt x="172720" y="0"/>
                  </a:lnTo>
                  <a:close/>
                </a:path>
              </a:pathLst>
            </a:custGeom>
            <a:solidFill>
              <a:srgbClr val="442500"/>
            </a:solidFill>
          </p:spPr>
          <p:txBody>
            <a:bodyPr wrap="square" lIns="0" tIns="0" rIns="0" bIns="0" rtlCol="0"/>
            <a:lstStyle/>
            <a:p/>
          </p:txBody>
        </p:sp>
        <p:sp>
          <p:nvSpPr>
            <p:cNvPr id="1884" name="object 1884"/>
            <p:cNvSpPr/>
            <p:nvPr/>
          </p:nvSpPr>
          <p:spPr>
            <a:xfrm>
              <a:off x="8576310" y="1250949"/>
              <a:ext cx="173990" cy="7620"/>
            </a:xfrm>
            <a:custGeom>
              <a:avLst/>
              <a:gdLst/>
              <a:ahLst/>
              <a:cxnLst/>
              <a:rect l="l" t="t" r="r" b="b"/>
              <a:pathLst>
                <a:path w="173990" h="7619">
                  <a:moveTo>
                    <a:pt x="90170" y="3810"/>
                  </a:moveTo>
                  <a:lnTo>
                    <a:pt x="88900" y="3810"/>
                  </a:lnTo>
                  <a:lnTo>
                    <a:pt x="88900" y="1270"/>
                  </a:lnTo>
                  <a:lnTo>
                    <a:pt x="87617" y="1270"/>
                  </a:lnTo>
                  <a:lnTo>
                    <a:pt x="87617" y="0"/>
                  </a:lnTo>
                  <a:lnTo>
                    <a:pt x="0" y="0"/>
                  </a:lnTo>
                  <a:lnTo>
                    <a:pt x="0" y="1270"/>
                  </a:lnTo>
                  <a:lnTo>
                    <a:pt x="0" y="3810"/>
                  </a:lnTo>
                  <a:lnTo>
                    <a:pt x="0" y="5080"/>
                  </a:lnTo>
                  <a:lnTo>
                    <a:pt x="90170" y="5080"/>
                  </a:lnTo>
                  <a:lnTo>
                    <a:pt x="90170" y="3810"/>
                  </a:lnTo>
                  <a:close/>
                </a:path>
                <a:path w="173990" h="7619">
                  <a:moveTo>
                    <a:pt x="91440" y="5092"/>
                  </a:moveTo>
                  <a:lnTo>
                    <a:pt x="0" y="5092"/>
                  </a:lnTo>
                  <a:lnTo>
                    <a:pt x="0" y="7620"/>
                  </a:lnTo>
                  <a:lnTo>
                    <a:pt x="91440" y="7620"/>
                  </a:lnTo>
                  <a:lnTo>
                    <a:pt x="91440" y="5092"/>
                  </a:lnTo>
                  <a:close/>
                </a:path>
                <a:path w="173990" h="7619">
                  <a:moveTo>
                    <a:pt x="173990" y="5092"/>
                  </a:moveTo>
                  <a:lnTo>
                    <a:pt x="158750" y="5092"/>
                  </a:lnTo>
                  <a:lnTo>
                    <a:pt x="158750" y="7620"/>
                  </a:lnTo>
                  <a:lnTo>
                    <a:pt x="173990" y="7620"/>
                  </a:lnTo>
                  <a:lnTo>
                    <a:pt x="173990" y="5092"/>
                  </a:lnTo>
                  <a:close/>
                </a:path>
                <a:path w="173990" h="7619">
                  <a:moveTo>
                    <a:pt x="173990" y="0"/>
                  </a:moveTo>
                  <a:lnTo>
                    <a:pt x="157480" y="0"/>
                  </a:lnTo>
                  <a:lnTo>
                    <a:pt x="157480" y="5080"/>
                  </a:lnTo>
                  <a:lnTo>
                    <a:pt x="173990" y="5080"/>
                  </a:lnTo>
                  <a:lnTo>
                    <a:pt x="173990" y="0"/>
                  </a:lnTo>
                  <a:close/>
                </a:path>
              </a:pathLst>
            </a:custGeom>
            <a:solidFill>
              <a:srgbClr val="472400"/>
            </a:solidFill>
          </p:spPr>
          <p:txBody>
            <a:bodyPr wrap="square" lIns="0" tIns="0" rIns="0" bIns="0" rtlCol="0"/>
            <a:lstStyle/>
            <a:p/>
          </p:txBody>
        </p:sp>
        <p:sp>
          <p:nvSpPr>
            <p:cNvPr id="1885" name="object 1885"/>
            <p:cNvSpPr/>
            <p:nvPr/>
          </p:nvSpPr>
          <p:spPr>
            <a:xfrm>
              <a:off x="8577580" y="1258569"/>
              <a:ext cx="172720" cy="7620"/>
            </a:xfrm>
            <a:custGeom>
              <a:avLst/>
              <a:gdLst/>
              <a:ahLst/>
              <a:cxnLst/>
              <a:rect l="l" t="t" r="r" b="b"/>
              <a:pathLst>
                <a:path w="172720" h="7619">
                  <a:moveTo>
                    <a:pt x="96520" y="6350"/>
                  </a:moveTo>
                  <a:lnTo>
                    <a:pt x="95250" y="6350"/>
                  </a:lnTo>
                  <a:lnTo>
                    <a:pt x="95250" y="5080"/>
                  </a:lnTo>
                  <a:lnTo>
                    <a:pt x="93980" y="5080"/>
                  </a:lnTo>
                  <a:lnTo>
                    <a:pt x="93980" y="3810"/>
                  </a:lnTo>
                  <a:lnTo>
                    <a:pt x="92697" y="3810"/>
                  </a:lnTo>
                  <a:lnTo>
                    <a:pt x="92697" y="1270"/>
                  </a:lnTo>
                  <a:lnTo>
                    <a:pt x="91440" y="1270"/>
                  </a:lnTo>
                  <a:lnTo>
                    <a:pt x="91440" y="0"/>
                  </a:lnTo>
                  <a:lnTo>
                    <a:pt x="0" y="0"/>
                  </a:lnTo>
                  <a:lnTo>
                    <a:pt x="0" y="7620"/>
                  </a:lnTo>
                  <a:lnTo>
                    <a:pt x="96520" y="7620"/>
                  </a:lnTo>
                  <a:lnTo>
                    <a:pt x="96520" y="6350"/>
                  </a:lnTo>
                  <a:close/>
                </a:path>
                <a:path w="172720" h="7619">
                  <a:moveTo>
                    <a:pt x="172720" y="0"/>
                  </a:moveTo>
                  <a:lnTo>
                    <a:pt x="157480" y="0"/>
                  </a:lnTo>
                  <a:lnTo>
                    <a:pt x="157480" y="2540"/>
                  </a:lnTo>
                  <a:lnTo>
                    <a:pt x="158750" y="2540"/>
                  </a:lnTo>
                  <a:lnTo>
                    <a:pt x="158750" y="7620"/>
                  </a:lnTo>
                  <a:lnTo>
                    <a:pt x="172720" y="7620"/>
                  </a:lnTo>
                  <a:lnTo>
                    <a:pt x="172720" y="2540"/>
                  </a:lnTo>
                  <a:lnTo>
                    <a:pt x="172720" y="0"/>
                  </a:lnTo>
                  <a:close/>
                </a:path>
              </a:pathLst>
            </a:custGeom>
            <a:solidFill>
              <a:srgbClr val="4A2300"/>
            </a:solidFill>
          </p:spPr>
          <p:txBody>
            <a:bodyPr wrap="square" lIns="0" tIns="0" rIns="0" bIns="0" rtlCol="0"/>
            <a:lstStyle/>
            <a:p/>
          </p:txBody>
        </p:sp>
        <p:sp>
          <p:nvSpPr>
            <p:cNvPr id="1886" name="object 1886"/>
            <p:cNvSpPr/>
            <p:nvPr/>
          </p:nvSpPr>
          <p:spPr>
            <a:xfrm>
              <a:off x="8577580" y="1266189"/>
              <a:ext cx="172720" cy="6350"/>
            </a:xfrm>
            <a:custGeom>
              <a:avLst/>
              <a:gdLst/>
              <a:ahLst/>
              <a:cxnLst/>
              <a:rect l="l" t="t" r="r" b="b"/>
              <a:pathLst>
                <a:path w="172720" h="6350">
                  <a:moveTo>
                    <a:pt x="100330" y="5080"/>
                  </a:moveTo>
                  <a:lnTo>
                    <a:pt x="99047" y="5080"/>
                  </a:lnTo>
                  <a:lnTo>
                    <a:pt x="99047" y="2540"/>
                  </a:lnTo>
                  <a:lnTo>
                    <a:pt x="97790" y="2540"/>
                  </a:lnTo>
                  <a:lnTo>
                    <a:pt x="97790" y="1270"/>
                  </a:lnTo>
                  <a:lnTo>
                    <a:pt x="96520" y="1270"/>
                  </a:lnTo>
                  <a:lnTo>
                    <a:pt x="96520" y="0"/>
                  </a:lnTo>
                  <a:lnTo>
                    <a:pt x="0" y="0"/>
                  </a:lnTo>
                  <a:lnTo>
                    <a:pt x="0" y="1270"/>
                  </a:lnTo>
                  <a:lnTo>
                    <a:pt x="0" y="2540"/>
                  </a:lnTo>
                  <a:lnTo>
                    <a:pt x="0" y="5080"/>
                  </a:lnTo>
                  <a:lnTo>
                    <a:pt x="0" y="6350"/>
                  </a:lnTo>
                  <a:lnTo>
                    <a:pt x="100330" y="6350"/>
                  </a:lnTo>
                  <a:lnTo>
                    <a:pt x="100330" y="5080"/>
                  </a:lnTo>
                  <a:close/>
                </a:path>
                <a:path w="172720" h="6350">
                  <a:moveTo>
                    <a:pt x="172720" y="0"/>
                  </a:moveTo>
                  <a:lnTo>
                    <a:pt x="160020" y="0"/>
                  </a:lnTo>
                  <a:lnTo>
                    <a:pt x="160020" y="2540"/>
                  </a:lnTo>
                  <a:lnTo>
                    <a:pt x="160020" y="5080"/>
                  </a:lnTo>
                  <a:lnTo>
                    <a:pt x="161290" y="5080"/>
                  </a:lnTo>
                  <a:lnTo>
                    <a:pt x="161290" y="6350"/>
                  </a:lnTo>
                  <a:lnTo>
                    <a:pt x="172720" y="6350"/>
                  </a:lnTo>
                  <a:lnTo>
                    <a:pt x="172720" y="5080"/>
                  </a:lnTo>
                  <a:lnTo>
                    <a:pt x="172720" y="2540"/>
                  </a:lnTo>
                  <a:lnTo>
                    <a:pt x="172720" y="0"/>
                  </a:lnTo>
                  <a:close/>
                </a:path>
              </a:pathLst>
            </a:custGeom>
            <a:solidFill>
              <a:srgbClr val="4D2300"/>
            </a:solidFill>
          </p:spPr>
          <p:txBody>
            <a:bodyPr wrap="square" lIns="0" tIns="0" rIns="0" bIns="0" rtlCol="0"/>
            <a:lstStyle/>
            <a:p/>
          </p:txBody>
        </p:sp>
        <p:sp>
          <p:nvSpPr>
            <p:cNvPr id="1887" name="object 1887"/>
            <p:cNvSpPr/>
            <p:nvPr/>
          </p:nvSpPr>
          <p:spPr>
            <a:xfrm>
              <a:off x="8577580" y="1272539"/>
              <a:ext cx="172720" cy="7620"/>
            </a:xfrm>
            <a:custGeom>
              <a:avLst/>
              <a:gdLst/>
              <a:ahLst/>
              <a:cxnLst/>
              <a:rect l="l" t="t" r="r" b="b"/>
              <a:pathLst>
                <a:path w="172720" h="7619">
                  <a:moveTo>
                    <a:pt x="105397" y="5080"/>
                  </a:moveTo>
                  <a:lnTo>
                    <a:pt x="104140" y="5080"/>
                  </a:lnTo>
                  <a:lnTo>
                    <a:pt x="104140" y="3810"/>
                  </a:lnTo>
                  <a:lnTo>
                    <a:pt x="102870" y="3810"/>
                  </a:lnTo>
                  <a:lnTo>
                    <a:pt x="102870" y="1270"/>
                  </a:lnTo>
                  <a:lnTo>
                    <a:pt x="101600" y="1270"/>
                  </a:lnTo>
                  <a:lnTo>
                    <a:pt x="101600" y="0"/>
                  </a:lnTo>
                  <a:lnTo>
                    <a:pt x="0" y="0"/>
                  </a:lnTo>
                  <a:lnTo>
                    <a:pt x="0" y="1270"/>
                  </a:lnTo>
                  <a:lnTo>
                    <a:pt x="0" y="3810"/>
                  </a:lnTo>
                  <a:lnTo>
                    <a:pt x="0" y="5080"/>
                  </a:lnTo>
                  <a:lnTo>
                    <a:pt x="0" y="7620"/>
                  </a:lnTo>
                  <a:lnTo>
                    <a:pt x="105397" y="7620"/>
                  </a:lnTo>
                  <a:lnTo>
                    <a:pt x="105397" y="5080"/>
                  </a:lnTo>
                  <a:close/>
                </a:path>
                <a:path w="172720" h="7619">
                  <a:moveTo>
                    <a:pt x="172720" y="0"/>
                  </a:moveTo>
                  <a:lnTo>
                    <a:pt x="161290" y="0"/>
                  </a:lnTo>
                  <a:lnTo>
                    <a:pt x="161290" y="1270"/>
                  </a:lnTo>
                  <a:lnTo>
                    <a:pt x="172720" y="1270"/>
                  </a:lnTo>
                  <a:lnTo>
                    <a:pt x="172720" y="0"/>
                  </a:lnTo>
                  <a:close/>
                </a:path>
              </a:pathLst>
            </a:custGeom>
            <a:solidFill>
              <a:srgbClr val="502200"/>
            </a:solidFill>
          </p:spPr>
          <p:txBody>
            <a:bodyPr wrap="square" lIns="0" tIns="0" rIns="0" bIns="0" rtlCol="0"/>
            <a:lstStyle/>
            <a:p/>
          </p:txBody>
        </p:sp>
        <p:sp>
          <p:nvSpPr>
            <p:cNvPr id="1888" name="object 1888"/>
            <p:cNvSpPr/>
            <p:nvPr/>
          </p:nvSpPr>
          <p:spPr>
            <a:xfrm>
              <a:off x="8577580" y="1280159"/>
              <a:ext cx="111760" cy="7620"/>
            </a:xfrm>
            <a:custGeom>
              <a:avLst/>
              <a:gdLst/>
              <a:ahLst/>
              <a:cxnLst/>
              <a:rect l="l" t="t" r="r" b="b"/>
              <a:pathLst>
                <a:path w="111759" h="7619">
                  <a:moveTo>
                    <a:pt x="111760" y="6350"/>
                  </a:moveTo>
                  <a:lnTo>
                    <a:pt x="110490" y="6350"/>
                  </a:lnTo>
                  <a:lnTo>
                    <a:pt x="110490" y="5080"/>
                  </a:lnTo>
                  <a:lnTo>
                    <a:pt x="109220" y="5080"/>
                  </a:lnTo>
                  <a:lnTo>
                    <a:pt x="109220" y="2540"/>
                  </a:lnTo>
                  <a:lnTo>
                    <a:pt x="107950" y="2540"/>
                  </a:lnTo>
                  <a:lnTo>
                    <a:pt x="107950" y="1270"/>
                  </a:lnTo>
                  <a:lnTo>
                    <a:pt x="106680" y="1270"/>
                  </a:lnTo>
                  <a:lnTo>
                    <a:pt x="106680" y="0"/>
                  </a:lnTo>
                  <a:lnTo>
                    <a:pt x="0" y="0"/>
                  </a:lnTo>
                  <a:lnTo>
                    <a:pt x="0" y="1270"/>
                  </a:lnTo>
                  <a:lnTo>
                    <a:pt x="0" y="2540"/>
                  </a:lnTo>
                  <a:lnTo>
                    <a:pt x="1270" y="2540"/>
                  </a:lnTo>
                  <a:lnTo>
                    <a:pt x="1270" y="5080"/>
                  </a:lnTo>
                  <a:lnTo>
                    <a:pt x="1270" y="6350"/>
                  </a:lnTo>
                  <a:lnTo>
                    <a:pt x="1270" y="7620"/>
                  </a:lnTo>
                  <a:lnTo>
                    <a:pt x="111760" y="7620"/>
                  </a:lnTo>
                  <a:lnTo>
                    <a:pt x="111760" y="6350"/>
                  </a:lnTo>
                  <a:close/>
                </a:path>
              </a:pathLst>
            </a:custGeom>
            <a:solidFill>
              <a:srgbClr val="542100"/>
            </a:solidFill>
          </p:spPr>
          <p:txBody>
            <a:bodyPr wrap="square" lIns="0" tIns="0" rIns="0" bIns="0" rtlCol="0"/>
            <a:lstStyle/>
            <a:p/>
          </p:txBody>
        </p:sp>
        <p:sp>
          <p:nvSpPr>
            <p:cNvPr id="1889" name="object 1889"/>
            <p:cNvSpPr/>
            <p:nvPr/>
          </p:nvSpPr>
          <p:spPr>
            <a:xfrm>
              <a:off x="8578850" y="1287779"/>
              <a:ext cx="115570" cy="7620"/>
            </a:xfrm>
            <a:custGeom>
              <a:avLst/>
              <a:gdLst/>
              <a:ahLst/>
              <a:cxnLst/>
              <a:rect l="l" t="t" r="r" b="b"/>
              <a:pathLst>
                <a:path w="115570" h="7619">
                  <a:moveTo>
                    <a:pt x="115570" y="6350"/>
                  </a:moveTo>
                  <a:lnTo>
                    <a:pt x="114300" y="6350"/>
                  </a:lnTo>
                  <a:lnTo>
                    <a:pt x="114300" y="3810"/>
                  </a:lnTo>
                  <a:lnTo>
                    <a:pt x="113030" y="3810"/>
                  </a:lnTo>
                  <a:lnTo>
                    <a:pt x="113030" y="2540"/>
                  </a:lnTo>
                  <a:lnTo>
                    <a:pt x="111760" y="2540"/>
                  </a:lnTo>
                  <a:lnTo>
                    <a:pt x="111760" y="1270"/>
                  </a:lnTo>
                  <a:lnTo>
                    <a:pt x="110490" y="1270"/>
                  </a:lnTo>
                  <a:lnTo>
                    <a:pt x="110490" y="0"/>
                  </a:lnTo>
                  <a:lnTo>
                    <a:pt x="0" y="0"/>
                  </a:lnTo>
                  <a:lnTo>
                    <a:pt x="0" y="1270"/>
                  </a:lnTo>
                  <a:lnTo>
                    <a:pt x="0" y="2540"/>
                  </a:lnTo>
                  <a:lnTo>
                    <a:pt x="1270" y="2540"/>
                  </a:lnTo>
                  <a:lnTo>
                    <a:pt x="1270" y="3810"/>
                  </a:lnTo>
                  <a:lnTo>
                    <a:pt x="1270" y="6350"/>
                  </a:lnTo>
                  <a:lnTo>
                    <a:pt x="1270" y="7620"/>
                  </a:lnTo>
                  <a:lnTo>
                    <a:pt x="115570" y="7620"/>
                  </a:lnTo>
                  <a:lnTo>
                    <a:pt x="115570" y="6350"/>
                  </a:lnTo>
                  <a:close/>
                </a:path>
              </a:pathLst>
            </a:custGeom>
            <a:solidFill>
              <a:srgbClr val="572100"/>
            </a:solidFill>
          </p:spPr>
          <p:txBody>
            <a:bodyPr wrap="square" lIns="0" tIns="0" rIns="0" bIns="0" rtlCol="0"/>
            <a:lstStyle/>
            <a:p/>
          </p:txBody>
        </p:sp>
        <p:sp>
          <p:nvSpPr>
            <p:cNvPr id="1890" name="object 1890"/>
            <p:cNvSpPr/>
            <p:nvPr/>
          </p:nvSpPr>
          <p:spPr>
            <a:xfrm>
              <a:off x="8580120" y="1295399"/>
              <a:ext cx="118110" cy="6350"/>
            </a:xfrm>
            <a:custGeom>
              <a:avLst/>
              <a:gdLst/>
              <a:ahLst/>
              <a:cxnLst/>
              <a:rect l="l" t="t" r="r" b="b"/>
              <a:pathLst>
                <a:path w="118109" h="6350">
                  <a:moveTo>
                    <a:pt x="118110" y="3810"/>
                  </a:moveTo>
                  <a:lnTo>
                    <a:pt x="116840" y="3810"/>
                  </a:lnTo>
                  <a:lnTo>
                    <a:pt x="116840" y="2540"/>
                  </a:lnTo>
                  <a:lnTo>
                    <a:pt x="115570" y="2540"/>
                  </a:lnTo>
                  <a:lnTo>
                    <a:pt x="115570" y="0"/>
                  </a:lnTo>
                  <a:lnTo>
                    <a:pt x="0" y="0"/>
                  </a:lnTo>
                  <a:lnTo>
                    <a:pt x="0" y="2540"/>
                  </a:lnTo>
                  <a:lnTo>
                    <a:pt x="0" y="3810"/>
                  </a:lnTo>
                  <a:lnTo>
                    <a:pt x="0" y="5080"/>
                  </a:lnTo>
                  <a:lnTo>
                    <a:pt x="1270" y="5080"/>
                  </a:lnTo>
                  <a:lnTo>
                    <a:pt x="1270" y="6350"/>
                  </a:lnTo>
                  <a:lnTo>
                    <a:pt x="118110" y="6350"/>
                  </a:lnTo>
                  <a:lnTo>
                    <a:pt x="118110" y="5080"/>
                  </a:lnTo>
                  <a:lnTo>
                    <a:pt x="118110" y="3810"/>
                  </a:lnTo>
                  <a:close/>
                </a:path>
              </a:pathLst>
            </a:custGeom>
            <a:solidFill>
              <a:srgbClr val="5A2000"/>
            </a:solidFill>
          </p:spPr>
          <p:txBody>
            <a:bodyPr wrap="square" lIns="0" tIns="0" rIns="0" bIns="0" rtlCol="0"/>
            <a:lstStyle/>
            <a:p/>
          </p:txBody>
        </p:sp>
        <p:sp>
          <p:nvSpPr>
            <p:cNvPr id="1891" name="object 1891"/>
            <p:cNvSpPr/>
            <p:nvPr/>
          </p:nvSpPr>
          <p:spPr>
            <a:xfrm>
              <a:off x="8581390" y="1301749"/>
              <a:ext cx="123189" cy="7620"/>
            </a:xfrm>
            <a:custGeom>
              <a:avLst/>
              <a:gdLst/>
              <a:ahLst/>
              <a:cxnLst/>
              <a:rect l="l" t="t" r="r" b="b"/>
              <a:pathLst>
                <a:path w="123190" h="7619">
                  <a:moveTo>
                    <a:pt x="123190" y="6350"/>
                  </a:moveTo>
                  <a:lnTo>
                    <a:pt x="121920" y="6350"/>
                  </a:lnTo>
                  <a:lnTo>
                    <a:pt x="121920" y="5080"/>
                  </a:lnTo>
                  <a:lnTo>
                    <a:pt x="120650" y="5080"/>
                  </a:lnTo>
                  <a:lnTo>
                    <a:pt x="120650" y="3810"/>
                  </a:lnTo>
                  <a:lnTo>
                    <a:pt x="119380" y="3810"/>
                  </a:lnTo>
                  <a:lnTo>
                    <a:pt x="119380" y="1270"/>
                  </a:lnTo>
                  <a:lnTo>
                    <a:pt x="118110" y="1270"/>
                  </a:lnTo>
                  <a:lnTo>
                    <a:pt x="118110" y="0"/>
                  </a:lnTo>
                  <a:lnTo>
                    <a:pt x="0" y="0"/>
                  </a:lnTo>
                  <a:lnTo>
                    <a:pt x="0" y="7620"/>
                  </a:lnTo>
                  <a:lnTo>
                    <a:pt x="123190" y="7620"/>
                  </a:lnTo>
                  <a:lnTo>
                    <a:pt x="123190" y="6350"/>
                  </a:lnTo>
                  <a:close/>
                </a:path>
              </a:pathLst>
            </a:custGeom>
            <a:solidFill>
              <a:srgbClr val="5D2000"/>
            </a:solidFill>
          </p:spPr>
          <p:txBody>
            <a:bodyPr wrap="square" lIns="0" tIns="0" rIns="0" bIns="0" rtlCol="0"/>
            <a:lstStyle/>
            <a:p/>
          </p:txBody>
        </p:sp>
        <p:sp>
          <p:nvSpPr>
            <p:cNvPr id="1892" name="object 1892"/>
            <p:cNvSpPr/>
            <p:nvPr/>
          </p:nvSpPr>
          <p:spPr>
            <a:xfrm>
              <a:off x="8582660" y="1309369"/>
              <a:ext cx="127000" cy="7620"/>
            </a:xfrm>
            <a:custGeom>
              <a:avLst/>
              <a:gdLst/>
              <a:ahLst/>
              <a:cxnLst/>
              <a:rect l="l" t="t" r="r" b="b"/>
              <a:pathLst>
                <a:path w="127000" h="7619">
                  <a:moveTo>
                    <a:pt x="127000" y="6350"/>
                  </a:moveTo>
                  <a:lnTo>
                    <a:pt x="125717" y="6350"/>
                  </a:lnTo>
                  <a:lnTo>
                    <a:pt x="125717" y="5080"/>
                  </a:lnTo>
                  <a:lnTo>
                    <a:pt x="124447" y="5080"/>
                  </a:lnTo>
                  <a:lnTo>
                    <a:pt x="124447" y="2540"/>
                  </a:lnTo>
                  <a:lnTo>
                    <a:pt x="123190" y="2540"/>
                  </a:lnTo>
                  <a:lnTo>
                    <a:pt x="123190" y="1270"/>
                  </a:lnTo>
                  <a:lnTo>
                    <a:pt x="121920" y="1270"/>
                  </a:lnTo>
                  <a:lnTo>
                    <a:pt x="121920" y="0"/>
                  </a:lnTo>
                  <a:lnTo>
                    <a:pt x="0" y="0"/>
                  </a:lnTo>
                  <a:lnTo>
                    <a:pt x="0" y="7620"/>
                  </a:lnTo>
                  <a:lnTo>
                    <a:pt x="127000" y="7620"/>
                  </a:lnTo>
                  <a:lnTo>
                    <a:pt x="127000" y="6350"/>
                  </a:lnTo>
                  <a:close/>
                </a:path>
              </a:pathLst>
            </a:custGeom>
            <a:solidFill>
              <a:srgbClr val="601F00"/>
            </a:solidFill>
          </p:spPr>
          <p:txBody>
            <a:bodyPr wrap="square" lIns="0" tIns="0" rIns="0" bIns="0" rtlCol="0"/>
            <a:lstStyle/>
            <a:p/>
          </p:txBody>
        </p:sp>
        <p:sp>
          <p:nvSpPr>
            <p:cNvPr id="1893" name="object 1893"/>
            <p:cNvSpPr/>
            <p:nvPr/>
          </p:nvSpPr>
          <p:spPr>
            <a:xfrm>
              <a:off x="8583930" y="1316989"/>
              <a:ext cx="129539" cy="6350"/>
            </a:xfrm>
            <a:custGeom>
              <a:avLst/>
              <a:gdLst/>
              <a:ahLst/>
              <a:cxnLst/>
              <a:rect l="l" t="t" r="r" b="b"/>
              <a:pathLst>
                <a:path w="129540" h="6350">
                  <a:moveTo>
                    <a:pt x="127000" y="1270"/>
                  </a:moveTo>
                  <a:lnTo>
                    <a:pt x="125730" y="1270"/>
                  </a:lnTo>
                  <a:lnTo>
                    <a:pt x="125730" y="0"/>
                  </a:lnTo>
                  <a:lnTo>
                    <a:pt x="0" y="0"/>
                  </a:lnTo>
                  <a:lnTo>
                    <a:pt x="0" y="1270"/>
                  </a:lnTo>
                  <a:lnTo>
                    <a:pt x="0" y="2540"/>
                  </a:lnTo>
                  <a:lnTo>
                    <a:pt x="127000" y="2540"/>
                  </a:lnTo>
                  <a:lnTo>
                    <a:pt x="127000" y="1270"/>
                  </a:lnTo>
                  <a:close/>
                </a:path>
                <a:path w="129540" h="6350">
                  <a:moveTo>
                    <a:pt x="129540" y="5080"/>
                  </a:moveTo>
                  <a:lnTo>
                    <a:pt x="128270" y="5080"/>
                  </a:lnTo>
                  <a:lnTo>
                    <a:pt x="128270" y="2552"/>
                  </a:lnTo>
                  <a:lnTo>
                    <a:pt x="0" y="2552"/>
                  </a:lnTo>
                  <a:lnTo>
                    <a:pt x="0" y="5080"/>
                  </a:lnTo>
                  <a:lnTo>
                    <a:pt x="1270" y="5080"/>
                  </a:lnTo>
                  <a:lnTo>
                    <a:pt x="1270" y="6350"/>
                  </a:lnTo>
                  <a:lnTo>
                    <a:pt x="129540" y="6350"/>
                  </a:lnTo>
                  <a:lnTo>
                    <a:pt x="129540" y="5080"/>
                  </a:lnTo>
                  <a:close/>
                </a:path>
              </a:pathLst>
            </a:custGeom>
            <a:solidFill>
              <a:srgbClr val="631E00"/>
            </a:solidFill>
          </p:spPr>
          <p:txBody>
            <a:bodyPr wrap="square" lIns="0" tIns="0" rIns="0" bIns="0" rtlCol="0"/>
            <a:lstStyle/>
            <a:p/>
          </p:txBody>
        </p:sp>
        <p:sp>
          <p:nvSpPr>
            <p:cNvPr id="1894" name="object 1894"/>
            <p:cNvSpPr/>
            <p:nvPr/>
          </p:nvSpPr>
          <p:spPr>
            <a:xfrm>
              <a:off x="8585200" y="1323339"/>
              <a:ext cx="133350" cy="7620"/>
            </a:xfrm>
            <a:custGeom>
              <a:avLst/>
              <a:gdLst/>
              <a:ahLst/>
              <a:cxnLst/>
              <a:rect l="l" t="t" r="r" b="b"/>
              <a:pathLst>
                <a:path w="133350" h="7619">
                  <a:moveTo>
                    <a:pt x="133350" y="5080"/>
                  </a:moveTo>
                  <a:lnTo>
                    <a:pt x="132080" y="5080"/>
                  </a:lnTo>
                  <a:lnTo>
                    <a:pt x="132080" y="3810"/>
                  </a:lnTo>
                  <a:lnTo>
                    <a:pt x="130810" y="3810"/>
                  </a:lnTo>
                  <a:lnTo>
                    <a:pt x="130810" y="2540"/>
                  </a:lnTo>
                  <a:lnTo>
                    <a:pt x="129540" y="2540"/>
                  </a:lnTo>
                  <a:lnTo>
                    <a:pt x="129540" y="0"/>
                  </a:lnTo>
                  <a:lnTo>
                    <a:pt x="0" y="0"/>
                  </a:lnTo>
                  <a:lnTo>
                    <a:pt x="0" y="2540"/>
                  </a:lnTo>
                  <a:lnTo>
                    <a:pt x="0" y="3810"/>
                  </a:lnTo>
                  <a:lnTo>
                    <a:pt x="1270" y="3810"/>
                  </a:lnTo>
                  <a:lnTo>
                    <a:pt x="1270" y="5080"/>
                  </a:lnTo>
                  <a:lnTo>
                    <a:pt x="1270" y="7620"/>
                  </a:lnTo>
                  <a:lnTo>
                    <a:pt x="133350" y="7620"/>
                  </a:lnTo>
                  <a:lnTo>
                    <a:pt x="133350" y="5080"/>
                  </a:lnTo>
                  <a:close/>
                </a:path>
              </a:pathLst>
            </a:custGeom>
            <a:solidFill>
              <a:srgbClr val="661E00"/>
            </a:solidFill>
          </p:spPr>
          <p:txBody>
            <a:bodyPr wrap="square" lIns="0" tIns="0" rIns="0" bIns="0" rtlCol="0"/>
            <a:lstStyle/>
            <a:p/>
          </p:txBody>
        </p:sp>
        <p:sp>
          <p:nvSpPr>
            <p:cNvPr id="1895" name="object 1895"/>
            <p:cNvSpPr/>
            <p:nvPr/>
          </p:nvSpPr>
          <p:spPr>
            <a:xfrm>
              <a:off x="8587740" y="1330959"/>
              <a:ext cx="135890" cy="7620"/>
            </a:xfrm>
            <a:custGeom>
              <a:avLst/>
              <a:gdLst/>
              <a:ahLst/>
              <a:cxnLst/>
              <a:rect l="l" t="t" r="r" b="b"/>
              <a:pathLst>
                <a:path w="135890" h="7619">
                  <a:moveTo>
                    <a:pt x="132080" y="0"/>
                  </a:moveTo>
                  <a:lnTo>
                    <a:pt x="0" y="0"/>
                  </a:lnTo>
                  <a:lnTo>
                    <a:pt x="0" y="1270"/>
                  </a:lnTo>
                  <a:lnTo>
                    <a:pt x="132080" y="1270"/>
                  </a:lnTo>
                  <a:lnTo>
                    <a:pt x="132080" y="0"/>
                  </a:lnTo>
                  <a:close/>
                </a:path>
                <a:path w="135890" h="7619">
                  <a:moveTo>
                    <a:pt x="135890" y="5080"/>
                  </a:moveTo>
                  <a:lnTo>
                    <a:pt x="134620" y="5080"/>
                  </a:lnTo>
                  <a:lnTo>
                    <a:pt x="134620" y="3810"/>
                  </a:lnTo>
                  <a:lnTo>
                    <a:pt x="133350" y="3810"/>
                  </a:lnTo>
                  <a:lnTo>
                    <a:pt x="133350" y="1282"/>
                  </a:lnTo>
                  <a:lnTo>
                    <a:pt x="0" y="1282"/>
                  </a:lnTo>
                  <a:lnTo>
                    <a:pt x="0" y="3810"/>
                  </a:lnTo>
                  <a:lnTo>
                    <a:pt x="1270" y="3810"/>
                  </a:lnTo>
                  <a:lnTo>
                    <a:pt x="1270" y="5080"/>
                  </a:lnTo>
                  <a:lnTo>
                    <a:pt x="1270" y="7620"/>
                  </a:lnTo>
                  <a:lnTo>
                    <a:pt x="135890" y="7620"/>
                  </a:lnTo>
                  <a:lnTo>
                    <a:pt x="135890" y="5080"/>
                  </a:lnTo>
                  <a:close/>
                </a:path>
              </a:pathLst>
            </a:custGeom>
            <a:solidFill>
              <a:srgbClr val="6A1D00"/>
            </a:solidFill>
          </p:spPr>
          <p:txBody>
            <a:bodyPr wrap="square" lIns="0" tIns="0" rIns="0" bIns="0" rtlCol="0"/>
            <a:lstStyle/>
            <a:p/>
          </p:txBody>
        </p:sp>
        <p:sp>
          <p:nvSpPr>
            <p:cNvPr id="1896" name="object 1896"/>
            <p:cNvSpPr/>
            <p:nvPr/>
          </p:nvSpPr>
          <p:spPr>
            <a:xfrm>
              <a:off x="8590280" y="1338579"/>
              <a:ext cx="137160" cy="7620"/>
            </a:xfrm>
            <a:custGeom>
              <a:avLst/>
              <a:gdLst/>
              <a:ahLst/>
              <a:cxnLst/>
              <a:rect l="l" t="t" r="r" b="b"/>
              <a:pathLst>
                <a:path w="137159" h="7619">
                  <a:moveTo>
                    <a:pt x="137160" y="5080"/>
                  </a:moveTo>
                  <a:lnTo>
                    <a:pt x="135890" y="5080"/>
                  </a:lnTo>
                  <a:lnTo>
                    <a:pt x="135890" y="3810"/>
                  </a:lnTo>
                  <a:lnTo>
                    <a:pt x="135890" y="2540"/>
                  </a:lnTo>
                  <a:lnTo>
                    <a:pt x="134620" y="2540"/>
                  </a:lnTo>
                  <a:lnTo>
                    <a:pt x="134620" y="0"/>
                  </a:lnTo>
                  <a:lnTo>
                    <a:pt x="0" y="0"/>
                  </a:lnTo>
                  <a:lnTo>
                    <a:pt x="0" y="2540"/>
                  </a:lnTo>
                  <a:lnTo>
                    <a:pt x="0" y="3810"/>
                  </a:lnTo>
                  <a:lnTo>
                    <a:pt x="1270" y="3810"/>
                  </a:lnTo>
                  <a:lnTo>
                    <a:pt x="1270" y="5080"/>
                  </a:lnTo>
                  <a:lnTo>
                    <a:pt x="1270" y="7620"/>
                  </a:lnTo>
                  <a:lnTo>
                    <a:pt x="137160" y="7620"/>
                  </a:lnTo>
                  <a:lnTo>
                    <a:pt x="137160" y="5080"/>
                  </a:lnTo>
                  <a:close/>
                </a:path>
              </a:pathLst>
            </a:custGeom>
            <a:solidFill>
              <a:srgbClr val="6D1C00"/>
            </a:solidFill>
          </p:spPr>
          <p:txBody>
            <a:bodyPr wrap="square" lIns="0" tIns="0" rIns="0" bIns="0" rtlCol="0"/>
            <a:lstStyle/>
            <a:p/>
          </p:txBody>
        </p:sp>
        <p:sp>
          <p:nvSpPr>
            <p:cNvPr id="1897" name="object 1897"/>
            <p:cNvSpPr/>
            <p:nvPr/>
          </p:nvSpPr>
          <p:spPr>
            <a:xfrm>
              <a:off x="8592820" y="1346199"/>
              <a:ext cx="138430" cy="6350"/>
            </a:xfrm>
            <a:custGeom>
              <a:avLst/>
              <a:gdLst/>
              <a:ahLst/>
              <a:cxnLst/>
              <a:rect l="l" t="t" r="r" b="b"/>
              <a:pathLst>
                <a:path w="138429" h="6350">
                  <a:moveTo>
                    <a:pt x="138430" y="3810"/>
                  </a:moveTo>
                  <a:lnTo>
                    <a:pt x="137160" y="3810"/>
                  </a:lnTo>
                  <a:lnTo>
                    <a:pt x="137160" y="2540"/>
                  </a:lnTo>
                  <a:lnTo>
                    <a:pt x="135890" y="2540"/>
                  </a:lnTo>
                  <a:lnTo>
                    <a:pt x="135890" y="0"/>
                  </a:lnTo>
                  <a:lnTo>
                    <a:pt x="0" y="0"/>
                  </a:lnTo>
                  <a:lnTo>
                    <a:pt x="0" y="2540"/>
                  </a:lnTo>
                  <a:lnTo>
                    <a:pt x="0" y="3810"/>
                  </a:lnTo>
                  <a:lnTo>
                    <a:pt x="0" y="5080"/>
                  </a:lnTo>
                  <a:lnTo>
                    <a:pt x="1270" y="5080"/>
                  </a:lnTo>
                  <a:lnTo>
                    <a:pt x="1270" y="6350"/>
                  </a:lnTo>
                  <a:lnTo>
                    <a:pt x="138430" y="6350"/>
                  </a:lnTo>
                  <a:lnTo>
                    <a:pt x="138430" y="5080"/>
                  </a:lnTo>
                  <a:lnTo>
                    <a:pt x="138430" y="3810"/>
                  </a:lnTo>
                  <a:close/>
                </a:path>
              </a:pathLst>
            </a:custGeom>
            <a:solidFill>
              <a:srgbClr val="701C00"/>
            </a:solidFill>
          </p:spPr>
          <p:txBody>
            <a:bodyPr wrap="square" lIns="0" tIns="0" rIns="0" bIns="0" rtlCol="0"/>
            <a:lstStyle/>
            <a:p/>
          </p:txBody>
        </p:sp>
        <p:sp>
          <p:nvSpPr>
            <p:cNvPr id="1898" name="object 1898"/>
            <p:cNvSpPr/>
            <p:nvPr/>
          </p:nvSpPr>
          <p:spPr>
            <a:xfrm>
              <a:off x="8594090" y="1352549"/>
              <a:ext cx="140970" cy="7620"/>
            </a:xfrm>
            <a:custGeom>
              <a:avLst/>
              <a:gdLst/>
              <a:ahLst/>
              <a:cxnLst/>
              <a:rect l="l" t="t" r="r" b="b"/>
              <a:pathLst>
                <a:path w="140970" h="7619">
                  <a:moveTo>
                    <a:pt x="140970" y="5080"/>
                  </a:moveTo>
                  <a:lnTo>
                    <a:pt x="139687" y="5080"/>
                  </a:lnTo>
                  <a:lnTo>
                    <a:pt x="139687" y="2540"/>
                  </a:lnTo>
                  <a:lnTo>
                    <a:pt x="138430" y="2540"/>
                  </a:lnTo>
                  <a:lnTo>
                    <a:pt x="138430" y="0"/>
                  </a:lnTo>
                  <a:lnTo>
                    <a:pt x="0" y="0"/>
                  </a:lnTo>
                  <a:lnTo>
                    <a:pt x="0" y="2540"/>
                  </a:lnTo>
                  <a:lnTo>
                    <a:pt x="1270" y="2540"/>
                  </a:lnTo>
                  <a:lnTo>
                    <a:pt x="1270" y="5080"/>
                  </a:lnTo>
                  <a:lnTo>
                    <a:pt x="1270" y="6350"/>
                  </a:lnTo>
                  <a:lnTo>
                    <a:pt x="2540" y="6350"/>
                  </a:lnTo>
                  <a:lnTo>
                    <a:pt x="2540" y="7620"/>
                  </a:lnTo>
                  <a:lnTo>
                    <a:pt x="140970" y="7620"/>
                  </a:lnTo>
                  <a:lnTo>
                    <a:pt x="140970" y="6350"/>
                  </a:lnTo>
                  <a:lnTo>
                    <a:pt x="140970" y="5080"/>
                  </a:lnTo>
                  <a:close/>
                </a:path>
              </a:pathLst>
            </a:custGeom>
            <a:solidFill>
              <a:srgbClr val="731B00"/>
            </a:solidFill>
          </p:spPr>
          <p:txBody>
            <a:bodyPr wrap="square" lIns="0" tIns="0" rIns="0" bIns="0" rtlCol="0"/>
            <a:lstStyle/>
            <a:p/>
          </p:txBody>
        </p:sp>
        <p:sp>
          <p:nvSpPr>
            <p:cNvPr id="1899" name="object 1899"/>
            <p:cNvSpPr/>
            <p:nvPr/>
          </p:nvSpPr>
          <p:spPr>
            <a:xfrm>
              <a:off x="8596630" y="1360169"/>
              <a:ext cx="143510" cy="7620"/>
            </a:xfrm>
            <a:custGeom>
              <a:avLst/>
              <a:gdLst/>
              <a:ahLst/>
              <a:cxnLst/>
              <a:rect l="l" t="t" r="r" b="b"/>
              <a:pathLst>
                <a:path w="143509" h="7619">
                  <a:moveTo>
                    <a:pt x="140970" y="1270"/>
                  </a:moveTo>
                  <a:lnTo>
                    <a:pt x="139700" y="1270"/>
                  </a:lnTo>
                  <a:lnTo>
                    <a:pt x="139700" y="0"/>
                  </a:lnTo>
                  <a:lnTo>
                    <a:pt x="0" y="0"/>
                  </a:lnTo>
                  <a:lnTo>
                    <a:pt x="0" y="1270"/>
                  </a:lnTo>
                  <a:lnTo>
                    <a:pt x="1270" y="1270"/>
                  </a:lnTo>
                  <a:lnTo>
                    <a:pt x="1270" y="3810"/>
                  </a:lnTo>
                  <a:lnTo>
                    <a:pt x="140970" y="3810"/>
                  </a:lnTo>
                  <a:lnTo>
                    <a:pt x="140970" y="1270"/>
                  </a:lnTo>
                  <a:close/>
                </a:path>
                <a:path w="143509" h="7619">
                  <a:moveTo>
                    <a:pt x="143510" y="6350"/>
                  </a:moveTo>
                  <a:lnTo>
                    <a:pt x="142240" y="6350"/>
                  </a:lnTo>
                  <a:lnTo>
                    <a:pt x="142240" y="3822"/>
                  </a:lnTo>
                  <a:lnTo>
                    <a:pt x="2540" y="3822"/>
                  </a:lnTo>
                  <a:lnTo>
                    <a:pt x="2540" y="6350"/>
                  </a:lnTo>
                  <a:lnTo>
                    <a:pt x="3810" y="6350"/>
                  </a:lnTo>
                  <a:lnTo>
                    <a:pt x="3810" y="7620"/>
                  </a:lnTo>
                  <a:lnTo>
                    <a:pt x="143510" y="7620"/>
                  </a:lnTo>
                  <a:lnTo>
                    <a:pt x="143510" y="6350"/>
                  </a:lnTo>
                  <a:close/>
                </a:path>
              </a:pathLst>
            </a:custGeom>
            <a:solidFill>
              <a:srgbClr val="761B00"/>
            </a:solidFill>
          </p:spPr>
          <p:txBody>
            <a:bodyPr wrap="square" lIns="0" tIns="0" rIns="0" bIns="0" rtlCol="0"/>
            <a:lstStyle/>
            <a:p/>
          </p:txBody>
        </p:sp>
        <p:sp>
          <p:nvSpPr>
            <p:cNvPr id="1900" name="object 1900"/>
            <p:cNvSpPr/>
            <p:nvPr/>
          </p:nvSpPr>
          <p:spPr>
            <a:xfrm>
              <a:off x="8600440" y="1367789"/>
              <a:ext cx="142240" cy="6350"/>
            </a:xfrm>
            <a:custGeom>
              <a:avLst/>
              <a:gdLst/>
              <a:ahLst/>
              <a:cxnLst/>
              <a:rect l="l" t="t" r="r" b="b"/>
              <a:pathLst>
                <a:path w="142240" h="6350">
                  <a:moveTo>
                    <a:pt x="142240" y="3810"/>
                  </a:moveTo>
                  <a:lnTo>
                    <a:pt x="140970" y="3810"/>
                  </a:lnTo>
                  <a:lnTo>
                    <a:pt x="140970" y="1270"/>
                  </a:lnTo>
                  <a:lnTo>
                    <a:pt x="139700" y="1270"/>
                  </a:lnTo>
                  <a:lnTo>
                    <a:pt x="139700" y="0"/>
                  </a:lnTo>
                  <a:lnTo>
                    <a:pt x="0" y="0"/>
                  </a:lnTo>
                  <a:lnTo>
                    <a:pt x="0" y="1270"/>
                  </a:lnTo>
                  <a:lnTo>
                    <a:pt x="1270" y="1270"/>
                  </a:lnTo>
                  <a:lnTo>
                    <a:pt x="1270" y="3810"/>
                  </a:lnTo>
                  <a:lnTo>
                    <a:pt x="2540" y="3810"/>
                  </a:lnTo>
                  <a:lnTo>
                    <a:pt x="2540" y="6350"/>
                  </a:lnTo>
                  <a:lnTo>
                    <a:pt x="142240" y="6350"/>
                  </a:lnTo>
                  <a:lnTo>
                    <a:pt x="142240" y="3810"/>
                  </a:lnTo>
                  <a:close/>
                </a:path>
              </a:pathLst>
            </a:custGeom>
            <a:solidFill>
              <a:srgbClr val="791A00"/>
            </a:solidFill>
          </p:spPr>
          <p:txBody>
            <a:bodyPr wrap="square" lIns="0" tIns="0" rIns="0" bIns="0" rtlCol="0"/>
            <a:lstStyle/>
            <a:p/>
          </p:txBody>
        </p:sp>
        <p:sp>
          <p:nvSpPr>
            <p:cNvPr id="1901" name="object 1901"/>
            <p:cNvSpPr/>
            <p:nvPr/>
          </p:nvSpPr>
          <p:spPr>
            <a:xfrm>
              <a:off x="8604250" y="1374139"/>
              <a:ext cx="140970" cy="7620"/>
            </a:xfrm>
            <a:custGeom>
              <a:avLst/>
              <a:gdLst/>
              <a:ahLst/>
              <a:cxnLst/>
              <a:rect l="l" t="t" r="r" b="b"/>
              <a:pathLst>
                <a:path w="140970" h="7619">
                  <a:moveTo>
                    <a:pt x="140970" y="3810"/>
                  </a:moveTo>
                  <a:lnTo>
                    <a:pt x="139700" y="3810"/>
                  </a:lnTo>
                  <a:lnTo>
                    <a:pt x="139700" y="1270"/>
                  </a:lnTo>
                  <a:lnTo>
                    <a:pt x="139700" y="0"/>
                  </a:lnTo>
                  <a:lnTo>
                    <a:pt x="0" y="0"/>
                  </a:lnTo>
                  <a:lnTo>
                    <a:pt x="0" y="1270"/>
                  </a:lnTo>
                  <a:lnTo>
                    <a:pt x="1270" y="1270"/>
                  </a:lnTo>
                  <a:lnTo>
                    <a:pt x="1270" y="3810"/>
                  </a:lnTo>
                  <a:lnTo>
                    <a:pt x="2540" y="3810"/>
                  </a:lnTo>
                  <a:lnTo>
                    <a:pt x="2540" y="6350"/>
                  </a:lnTo>
                  <a:lnTo>
                    <a:pt x="3810" y="6350"/>
                  </a:lnTo>
                  <a:lnTo>
                    <a:pt x="3810" y="7620"/>
                  </a:lnTo>
                  <a:lnTo>
                    <a:pt x="140957" y="7620"/>
                  </a:lnTo>
                  <a:lnTo>
                    <a:pt x="140957" y="6350"/>
                  </a:lnTo>
                  <a:lnTo>
                    <a:pt x="140970" y="3810"/>
                  </a:lnTo>
                  <a:close/>
                </a:path>
              </a:pathLst>
            </a:custGeom>
            <a:solidFill>
              <a:srgbClr val="7C1900"/>
            </a:solidFill>
          </p:spPr>
          <p:txBody>
            <a:bodyPr wrap="square" lIns="0" tIns="0" rIns="0" bIns="0" rtlCol="0"/>
            <a:lstStyle/>
            <a:p/>
          </p:txBody>
        </p:sp>
        <p:sp>
          <p:nvSpPr>
            <p:cNvPr id="1902" name="object 1902"/>
            <p:cNvSpPr/>
            <p:nvPr/>
          </p:nvSpPr>
          <p:spPr>
            <a:xfrm>
              <a:off x="8609330" y="1381759"/>
              <a:ext cx="139700" cy="7620"/>
            </a:xfrm>
            <a:custGeom>
              <a:avLst/>
              <a:gdLst/>
              <a:ahLst/>
              <a:cxnLst/>
              <a:rect l="l" t="t" r="r" b="b"/>
              <a:pathLst>
                <a:path w="139700" h="7619">
                  <a:moveTo>
                    <a:pt x="139700" y="6350"/>
                  </a:moveTo>
                  <a:lnTo>
                    <a:pt x="138430" y="6350"/>
                  </a:lnTo>
                  <a:lnTo>
                    <a:pt x="138430" y="3810"/>
                  </a:lnTo>
                  <a:lnTo>
                    <a:pt x="137160" y="3810"/>
                  </a:lnTo>
                  <a:lnTo>
                    <a:pt x="137160" y="2540"/>
                  </a:lnTo>
                  <a:lnTo>
                    <a:pt x="137147" y="0"/>
                  </a:lnTo>
                  <a:lnTo>
                    <a:pt x="0" y="0"/>
                  </a:lnTo>
                  <a:lnTo>
                    <a:pt x="0" y="2540"/>
                  </a:lnTo>
                  <a:lnTo>
                    <a:pt x="1270" y="2540"/>
                  </a:lnTo>
                  <a:lnTo>
                    <a:pt x="1270" y="3810"/>
                  </a:lnTo>
                  <a:lnTo>
                    <a:pt x="2540" y="3810"/>
                  </a:lnTo>
                  <a:lnTo>
                    <a:pt x="2540" y="6350"/>
                  </a:lnTo>
                  <a:lnTo>
                    <a:pt x="3810" y="6350"/>
                  </a:lnTo>
                  <a:lnTo>
                    <a:pt x="3810" y="7620"/>
                  </a:lnTo>
                  <a:lnTo>
                    <a:pt x="139700" y="7620"/>
                  </a:lnTo>
                  <a:lnTo>
                    <a:pt x="139700" y="6350"/>
                  </a:lnTo>
                  <a:close/>
                </a:path>
              </a:pathLst>
            </a:custGeom>
            <a:solidFill>
              <a:srgbClr val="801900"/>
            </a:solidFill>
          </p:spPr>
          <p:txBody>
            <a:bodyPr wrap="square" lIns="0" tIns="0" rIns="0" bIns="0" rtlCol="0"/>
            <a:lstStyle/>
            <a:p/>
          </p:txBody>
        </p:sp>
        <p:sp>
          <p:nvSpPr>
            <p:cNvPr id="1903" name="object 1903"/>
            <p:cNvSpPr/>
            <p:nvPr/>
          </p:nvSpPr>
          <p:spPr>
            <a:xfrm>
              <a:off x="8613140" y="1389379"/>
              <a:ext cx="137160" cy="6350"/>
            </a:xfrm>
            <a:custGeom>
              <a:avLst/>
              <a:gdLst/>
              <a:ahLst/>
              <a:cxnLst/>
              <a:rect l="l" t="t" r="r" b="b"/>
              <a:pathLst>
                <a:path w="137159" h="6350">
                  <a:moveTo>
                    <a:pt x="137160" y="2540"/>
                  </a:moveTo>
                  <a:lnTo>
                    <a:pt x="135890" y="2540"/>
                  </a:lnTo>
                  <a:lnTo>
                    <a:pt x="135890" y="1270"/>
                  </a:lnTo>
                  <a:lnTo>
                    <a:pt x="135890" y="0"/>
                  </a:lnTo>
                  <a:lnTo>
                    <a:pt x="0" y="0"/>
                  </a:lnTo>
                  <a:lnTo>
                    <a:pt x="0" y="1270"/>
                  </a:lnTo>
                  <a:lnTo>
                    <a:pt x="1270" y="1270"/>
                  </a:lnTo>
                  <a:lnTo>
                    <a:pt x="1270" y="2540"/>
                  </a:lnTo>
                  <a:lnTo>
                    <a:pt x="1270" y="3810"/>
                  </a:lnTo>
                  <a:lnTo>
                    <a:pt x="2540" y="3810"/>
                  </a:lnTo>
                  <a:lnTo>
                    <a:pt x="2540" y="6350"/>
                  </a:lnTo>
                  <a:lnTo>
                    <a:pt x="137160" y="6350"/>
                  </a:lnTo>
                  <a:lnTo>
                    <a:pt x="137160" y="3810"/>
                  </a:lnTo>
                  <a:lnTo>
                    <a:pt x="137160" y="2540"/>
                  </a:lnTo>
                  <a:close/>
                </a:path>
              </a:pathLst>
            </a:custGeom>
            <a:solidFill>
              <a:srgbClr val="831800"/>
            </a:solidFill>
          </p:spPr>
          <p:txBody>
            <a:bodyPr wrap="square" lIns="0" tIns="0" rIns="0" bIns="0" rtlCol="0"/>
            <a:lstStyle/>
            <a:p/>
          </p:txBody>
        </p:sp>
        <p:sp>
          <p:nvSpPr>
            <p:cNvPr id="1904" name="object 1904"/>
            <p:cNvSpPr/>
            <p:nvPr/>
          </p:nvSpPr>
          <p:spPr>
            <a:xfrm>
              <a:off x="8616950" y="1395729"/>
              <a:ext cx="135890" cy="7620"/>
            </a:xfrm>
            <a:custGeom>
              <a:avLst/>
              <a:gdLst/>
              <a:ahLst/>
              <a:cxnLst/>
              <a:rect l="l" t="t" r="r" b="b"/>
              <a:pathLst>
                <a:path w="135890" h="7619">
                  <a:moveTo>
                    <a:pt x="135890" y="3810"/>
                  </a:moveTo>
                  <a:lnTo>
                    <a:pt x="134620" y="3810"/>
                  </a:lnTo>
                  <a:lnTo>
                    <a:pt x="134620" y="1270"/>
                  </a:lnTo>
                  <a:lnTo>
                    <a:pt x="134620" y="0"/>
                  </a:lnTo>
                  <a:lnTo>
                    <a:pt x="0" y="0"/>
                  </a:lnTo>
                  <a:lnTo>
                    <a:pt x="0" y="1270"/>
                  </a:lnTo>
                  <a:lnTo>
                    <a:pt x="1270" y="1270"/>
                  </a:lnTo>
                  <a:lnTo>
                    <a:pt x="1270" y="3810"/>
                  </a:lnTo>
                  <a:lnTo>
                    <a:pt x="2540" y="3810"/>
                  </a:lnTo>
                  <a:lnTo>
                    <a:pt x="2540" y="6350"/>
                  </a:lnTo>
                  <a:lnTo>
                    <a:pt x="3810" y="6350"/>
                  </a:lnTo>
                  <a:lnTo>
                    <a:pt x="3810" y="7620"/>
                  </a:lnTo>
                  <a:lnTo>
                    <a:pt x="135877" y="7620"/>
                  </a:lnTo>
                  <a:lnTo>
                    <a:pt x="135877" y="6350"/>
                  </a:lnTo>
                  <a:lnTo>
                    <a:pt x="135890" y="3810"/>
                  </a:lnTo>
                  <a:close/>
                </a:path>
              </a:pathLst>
            </a:custGeom>
            <a:solidFill>
              <a:srgbClr val="861700"/>
            </a:solidFill>
          </p:spPr>
          <p:txBody>
            <a:bodyPr wrap="square" lIns="0" tIns="0" rIns="0" bIns="0" rtlCol="0"/>
            <a:lstStyle/>
            <a:p/>
          </p:txBody>
        </p:sp>
        <p:sp>
          <p:nvSpPr>
            <p:cNvPr id="1905" name="object 1905"/>
            <p:cNvSpPr/>
            <p:nvPr/>
          </p:nvSpPr>
          <p:spPr>
            <a:xfrm>
              <a:off x="8622030" y="1403349"/>
              <a:ext cx="133350" cy="7620"/>
            </a:xfrm>
            <a:custGeom>
              <a:avLst/>
              <a:gdLst/>
              <a:ahLst/>
              <a:cxnLst/>
              <a:rect l="l" t="t" r="r" b="b"/>
              <a:pathLst>
                <a:path w="133350" h="7619">
                  <a:moveTo>
                    <a:pt x="133350" y="3810"/>
                  </a:moveTo>
                  <a:lnTo>
                    <a:pt x="132080" y="3810"/>
                  </a:lnTo>
                  <a:lnTo>
                    <a:pt x="132080" y="2540"/>
                  </a:lnTo>
                  <a:lnTo>
                    <a:pt x="132080" y="0"/>
                  </a:lnTo>
                  <a:lnTo>
                    <a:pt x="0" y="0"/>
                  </a:lnTo>
                  <a:lnTo>
                    <a:pt x="0" y="2540"/>
                  </a:lnTo>
                  <a:lnTo>
                    <a:pt x="1270" y="2540"/>
                  </a:lnTo>
                  <a:lnTo>
                    <a:pt x="1270" y="3810"/>
                  </a:lnTo>
                  <a:lnTo>
                    <a:pt x="1270" y="5080"/>
                  </a:lnTo>
                  <a:lnTo>
                    <a:pt x="2540" y="5080"/>
                  </a:lnTo>
                  <a:lnTo>
                    <a:pt x="2540" y="6350"/>
                  </a:lnTo>
                  <a:lnTo>
                    <a:pt x="3810" y="6350"/>
                  </a:lnTo>
                  <a:lnTo>
                    <a:pt x="3810" y="7620"/>
                  </a:lnTo>
                  <a:lnTo>
                    <a:pt x="133350" y="7620"/>
                  </a:lnTo>
                  <a:lnTo>
                    <a:pt x="133350" y="6350"/>
                  </a:lnTo>
                  <a:lnTo>
                    <a:pt x="133350" y="5080"/>
                  </a:lnTo>
                  <a:lnTo>
                    <a:pt x="133350" y="3810"/>
                  </a:lnTo>
                  <a:close/>
                </a:path>
              </a:pathLst>
            </a:custGeom>
            <a:solidFill>
              <a:srgbClr val="891700"/>
            </a:solidFill>
          </p:spPr>
          <p:txBody>
            <a:bodyPr wrap="square" lIns="0" tIns="0" rIns="0" bIns="0" rtlCol="0"/>
            <a:lstStyle/>
            <a:p/>
          </p:txBody>
        </p:sp>
        <p:sp>
          <p:nvSpPr>
            <p:cNvPr id="1906" name="object 1906"/>
            <p:cNvSpPr/>
            <p:nvPr/>
          </p:nvSpPr>
          <p:spPr>
            <a:xfrm>
              <a:off x="8625840" y="1410969"/>
              <a:ext cx="132080" cy="7620"/>
            </a:xfrm>
            <a:custGeom>
              <a:avLst/>
              <a:gdLst/>
              <a:ahLst/>
              <a:cxnLst/>
              <a:rect l="l" t="t" r="r" b="b"/>
              <a:pathLst>
                <a:path w="132079" h="7619">
                  <a:moveTo>
                    <a:pt x="132080" y="6350"/>
                  </a:moveTo>
                  <a:lnTo>
                    <a:pt x="130810" y="6350"/>
                  </a:lnTo>
                  <a:lnTo>
                    <a:pt x="130810" y="5080"/>
                  </a:lnTo>
                  <a:lnTo>
                    <a:pt x="130810" y="3810"/>
                  </a:lnTo>
                  <a:lnTo>
                    <a:pt x="130810" y="1270"/>
                  </a:lnTo>
                  <a:lnTo>
                    <a:pt x="129540" y="1270"/>
                  </a:lnTo>
                  <a:lnTo>
                    <a:pt x="129540" y="0"/>
                  </a:lnTo>
                  <a:lnTo>
                    <a:pt x="0" y="0"/>
                  </a:lnTo>
                  <a:lnTo>
                    <a:pt x="0" y="1270"/>
                  </a:lnTo>
                  <a:lnTo>
                    <a:pt x="1270" y="1270"/>
                  </a:lnTo>
                  <a:lnTo>
                    <a:pt x="1270" y="3810"/>
                  </a:lnTo>
                  <a:lnTo>
                    <a:pt x="2540" y="3810"/>
                  </a:lnTo>
                  <a:lnTo>
                    <a:pt x="2540" y="5080"/>
                  </a:lnTo>
                  <a:lnTo>
                    <a:pt x="3810" y="5080"/>
                  </a:lnTo>
                  <a:lnTo>
                    <a:pt x="3810" y="6350"/>
                  </a:lnTo>
                  <a:lnTo>
                    <a:pt x="3810" y="7620"/>
                  </a:lnTo>
                  <a:lnTo>
                    <a:pt x="132080" y="7620"/>
                  </a:lnTo>
                  <a:lnTo>
                    <a:pt x="132080" y="6350"/>
                  </a:lnTo>
                  <a:close/>
                </a:path>
              </a:pathLst>
            </a:custGeom>
            <a:solidFill>
              <a:srgbClr val="8C1600"/>
            </a:solidFill>
          </p:spPr>
          <p:txBody>
            <a:bodyPr wrap="square" lIns="0" tIns="0" rIns="0" bIns="0" rtlCol="0"/>
            <a:lstStyle/>
            <a:p/>
          </p:txBody>
        </p:sp>
        <p:sp>
          <p:nvSpPr>
            <p:cNvPr id="1907" name="object 1907"/>
            <p:cNvSpPr/>
            <p:nvPr/>
          </p:nvSpPr>
          <p:spPr>
            <a:xfrm>
              <a:off x="8630920" y="1418589"/>
              <a:ext cx="128270" cy="6350"/>
            </a:xfrm>
            <a:custGeom>
              <a:avLst/>
              <a:gdLst/>
              <a:ahLst/>
              <a:cxnLst/>
              <a:rect l="l" t="t" r="r" b="b"/>
              <a:pathLst>
                <a:path w="128270" h="6350">
                  <a:moveTo>
                    <a:pt x="128270" y="6350"/>
                  </a:moveTo>
                  <a:lnTo>
                    <a:pt x="128257" y="3810"/>
                  </a:lnTo>
                  <a:lnTo>
                    <a:pt x="127000" y="3810"/>
                  </a:lnTo>
                  <a:lnTo>
                    <a:pt x="127000" y="2540"/>
                  </a:lnTo>
                  <a:lnTo>
                    <a:pt x="127000" y="0"/>
                  </a:lnTo>
                  <a:lnTo>
                    <a:pt x="0" y="0"/>
                  </a:lnTo>
                  <a:lnTo>
                    <a:pt x="0" y="2540"/>
                  </a:lnTo>
                  <a:lnTo>
                    <a:pt x="1270" y="2540"/>
                  </a:lnTo>
                  <a:lnTo>
                    <a:pt x="1270" y="3810"/>
                  </a:lnTo>
                  <a:lnTo>
                    <a:pt x="2540" y="3810"/>
                  </a:lnTo>
                  <a:lnTo>
                    <a:pt x="2540" y="6350"/>
                  </a:lnTo>
                  <a:lnTo>
                    <a:pt x="128270" y="6350"/>
                  </a:lnTo>
                  <a:close/>
                </a:path>
              </a:pathLst>
            </a:custGeom>
            <a:solidFill>
              <a:srgbClr val="8F1600"/>
            </a:solidFill>
          </p:spPr>
          <p:txBody>
            <a:bodyPr wrap="square" lIns="0" tIns="0" rIns="0" bIns="0" rtlCol="0"/>
            <a:lstStyle/>
            <a:p/>
          </p:txBody>
        </p:sp>
        <p:sp>
          <p:nvSpPr>
            <p:cNvPr id="1908" name="object 1908"/>
            <p:cNvSpPr/>
            <p:nvPr/>
          </p:nvSpPr>
          <p:spPr>
            <a:xfrm>
              <a:off x="8634730" y="1424939"/>
              <a:ext cx="125730" cy="7620"/>
            </a:xfrm>
            <a:custGeom>
              <a:avLst/>
              <a:gdLst/>
              <a:ahLst/>
              <a:cxnLst/>
              <a:rect l="l" t="t" r="r" b="b"/>
              <a:pathLst>
                <a:path w="125729" h="7619">
                  <a:moveTo>
                    <a:pt x="125730" y="6350"/>
                  </a:moveTo>
                  <a:lnTo>
                    <a:pt x="124460" y="6350"/>
                  </a:lnTo>
                  <a:lnTo>
                    <a:pt x="124460" y="5080"/>
                  </a:lnTo>
                  <a:lnTo>
                    <a:pt x="124460" y="2540"/>
                  </a:lnTo>
                  <a:lnTo>
                    <a:pt x="124460" y="1270"/>
                  </a:lnTo>
                  <a:lnTo>
                    <a:pt x="124460" y="0"/>
                  </a:lnTo>
                  <a:lnTo>
                    <a:pt x="0" y="0"/>
                  </a:lnTo>
                  <a:lnTo>
                    <a:pt x="0" y="1270"/>
                  </a:lnTo>
                  <a:lnTo>
                    <a:pt x="1270" y="1270"/>
                  </a:lnTo>
                  <a:lnTo>
                    <a:pt x="1270" y="2540"/>
                  </a:lnTo>
                  <a:lnTo>
                    <a:pt x="2540" y="2540"/>
                  </a:lnTo>
                  <a:lnTo>
                    <a:pt x="2540" y="5080"/>
                  </a:lnTo>
                  <a:lnTo>
                    <a:pt x="3810" y="5080"/>
                  </a:lnTo>
                  <a:lnTo>
                    <a:pt x="3810" y="6350"/>
                  </a:lnTo>
                  <a:lnTo>
                    <a:pt x="5080" y="6350"/>
                  </a:lnTo>
                  <a:lnTo>
                    <a:pt x="5080" y="7620"/>
                  </a:lnTo>
                  <a:lnTo>
                    <a:pt x="125730" y="7620"/>
                  </a:lnTo>
                  <a:lnTo>
                    <a:pt x="125730" y="6350"/>
                  </a:lnTo>
                  <a:close/>
                </a:path>
              </a:pathLst>
            </a:custGeom>
            <a:solidFill>
              <a:srgbClr val="921500"/>
            </a:solidFill>
          </p:spPr>
          <p:txBody>
            <a:bodyPr wrap="square" lIns="0" tIns="0" rIns="0" bIns="0" rtlCol="0"/>
            <a:lstStyle/>
            <a:p/>
          </p:txBody>
        </p:sp>
        <p:sp>
          <p:nvSpPr>
            <p:cNvPr id="1909" name="object 1909"/>
            <p:cNvSpPr/>
            <p:nvPr/>
          </p:nvSpPr>
          <p:spPr>
            <a:xfrm>
              <a:off x="8641080" y="1432559"/>
              <a:ext cx="119380" cy="7620"/>
            </a:xfrm>
            <a:custGeom>
              <a:avLst/>
              <a:gdLst/>
              <a:ahLst/>
              <a:cxnLst/>
              <a:rect l="l" t="t" r="r" b="b"/>
              <a:pathLst>
                <a:path w="119379" h="7619">
                  <a:moveTo>
                    <a:pt x="119380" y="0"/>
                  </a:moveTo>
                  <a:lnTo>
                    <a:pt x="0" y="0"/>
                  </a:lnTo>
                  <a:lnTo>
                    <a:pt x="0" y="2540"/>
                  </a:lnTo>
                  <a:lnTo>
                    <a:pt x="1270" y="2540"/>
                  </a:lnTo>
                  <a:lnTo>
                    <a:pt x="1270" y="3810"/>
                  </a:lnTo>
                  <a:lnTo>
                    <a:pt x="2540" y="3810"/>
                  </a:lnTo>
                  <a:lnTo>
                    <a:pt x="2540" y="5080"/>
                  </a:lnTo>
                  <a:lnTo>
                    <a:pt x="3810" y="5080"/>
                  </a:lnTo>
                  <a:lnTo>
                    <a:pt x="3810" y="7620"/>
                  </a:lnTo>
                  <a:lnTo>
                    <a:pt x="119380" y="7620"/>
                  </a:lnTo>
                  <a:lnTo>
                    <a:pt x="119380" y="5080"/>
                  </a:lnTo>
                  <a:lnTo>
                    <a:pt x="119380" y="3810"/>
                  </a:lnTo>
                  <a:lnTo>
                    <a:pt x="119380" y="2540"/>
                  </a:lnTo>
                  <a:lnTo>
                    <a:pt x="119380" y="0"/>
                  </a:lnTo>
                  <a:close/>
                </a:path>
              </a:pathLst>
            </a:custGeom>
            <a:solidFill>
              <a:srgbClr val="961400"/>
            </a:solidFill>
          </p:spPr>
          <p:txBody>
            <a:bodyPr wrap="square" lIns="0" tIns="0" rIns="0" bIns="0" rtlCol="0"/>
            <a:lstStyle/>
            <a:p/>
          </p:txBody>
        </p:sp>
        <p:sp>
          <p:nvSpPr>
            <p:cNvPr id="1910" name="object 1910"/>
            <p:cNvSpPr/>
            <p:nvPr/>
          </p:nvSpPr>
          <p:spPr>
            <a:xfrm>
              <a:off x="8646160" y="1440179"/>
              <a:ext cx="116839" cy="6350"/>
            </a:xfrm>
            <a:custGeom>
              <a:avLst/>
              <a:gdLst/>
              <a:ahLst/>
              <a:cxnLst/>
              <a:rect l="l" t="t" r="r" b="b"/>
              <a:pathLst>
                <a:path w="116840" h="6350">
                  <a:moveTo>
                    <a:pt x="116840" y="5080"/>
                  </a:moveTo>
                  <a:lnTo>
                    <a:pt x="115570" y="5080"/>
                  </a:lnTo>
                  <a:lnTo>
                    <a:pt x="115570" y="2540"/>
                  </a:lnTo>
                  <a:lnTo>
                    <a:pt x="115570" y="1270"/>
                  </a:lnTo>
                  <a:lnTo>
                    <a:pt x="115570" y="0"/>
                  </a:lnTo>
                  <a:lnTo>
                    <a:pt x="0" y="0"/>
                  </a:lnTo>
                  <a:lnTo>
                    <a:pt x="0" y="1270"/>
                  </a:lnTo>
                  <a:lnTo>
                    <a:pt x="1270" y="1270"/>
                  </a:lnTo>
                  <a:lnTo>
                    <a:pt x="1270" y="2540"/>
                  </a:lnTo>
                  <a:lnTo>
                    <a:pt x="2540" y="2540"/>
                  </a:lnTo>
                  <a:lnTo>
                    <a:pt x="2540" y="5080"/>
                  </a:lnTo>
                  <a:lnTo>
                    <a:pt x="3810" y="5080"/>
                  </a:lnTo>
                  <a:lnTo>
                    <a:pt x="3810" y="6350"/>
                  </a:lnTo>
                  <a:lnTo>
                    <a:pt x="116840" y="6350"/>
                  </a:lnTo>
                  <a:lnTo>
                    <a:pt x="116840" y="5080"/>
                  </a:lnTo>
                  <a:close/>
                </a:path>
              </a:pathLst>
            </a:custGeom>
            <a:solidFill>
              <a:srgbClr val="991400"/>
            </a:solidFill>
          </p:spPr>
          <p:txBody>
            <a:bodyPr wrap="square" lIns="0" tIns="0" rIns="0" bIns="0" rtlCol="0"/>
            <a:lstStyle/>
            <a:p/>
          </p:txBody>
        </p:sp>
        <p:sp>
          <p:nvSpPr>
            <p:cNvPr id="1911" name="object 1911"/>
            <p:cNvSpPr/>
            <p:nvPr/>
          </p:nvSpPr>
          <p:spPr>
            <a:xfrm>
              <a:off x="8651240" y="1446529"/>
              <a:ext cx="111760" cy="7620"/>
            </a:xfrm>
            <a:custGeom>
              <a:avLst/>
              <a:gdLst/>
              <a:ahLst/>
              <a:cxnLst/>
              <a:rect l="l" t="t" r="r" b="b"/>
              <a:pathLst>
                <a:path w="111759" h="7619">
                  <a:moveTo>
                    <a:pt x="111760" y="0"/>
                  </a:moveTo>
                  <a:lnTo>
                    <a:pt x="0" y="0"/>
                  </a:lnTo>
                  <a:lnTo>
                    <a:pt x="0" y="1270"/>
                  </a:lnTo>
                  <a:lnTo>
                    <a:pt x="1270" y="1270"/>
                  </a:lnTo>
                  <a:lnTo>
                    <a:pt x="1270" y="3810"/>
                  </a:lnTo>
                  <a:lnTo>
                    <a:pt x="2540" y="3810"/>
                  </a:lnTo>
                  <a:lnTo>
                    <a:pt x="2540" y="5080"/>
                  </a:lnTo>
                  <a:lnTo>
                    <a:pt x="3810" y="5080"/>
                  </a:lnTo>
                  <a:lnTo>
                    <a:pt x="3810" y="7620"/>
                  </a:lnTo>
                  <a:lnTo>
                    <a:pt x="111760" y="7620"/>
                  </a:lnTo>
                  <a:lnTo>
                    <a:pt x="111760" y="5080"/>
                  </a:lnTo>
                  <a:lnTo>
                    <a:pt x="111760" y="3810"/>
                  </a:lnTo>
                  <a:lnTo>
                    <a:pt x="111760" y="1270"/>
                  </a:lnTo>
                  <a:lnTo>
                    <a:pt x="111760" y="0"/>
                  </a:lnTo>
                  <a:close/>
                </a:path>
              </a:pathLst>
            </a:custGeom>
            <a:solidFill>
              <a:srgbClr val="9C1300"/>
            </a:solidFill>
          </p:spPr>
          <p:txBody>
            <a:bodyPr wrap="square" lIns="0" tIns="0" rIns="0" bIns="0" rtlCol="0"/>
            <a:lstStyle/>
            <a:p/>
          </p:txBody>
        </p:sp>
        <p:sp>
          <p:nvSpPr>
            <p:cNvPr id="1912" name="object 1912"/>
            <p:cNvSpPr/>
            <p:nvPr/>
          </p:nvSpPr>
          <p:spPr>
            <a:xfrm>
              <a:off x="8656320" y="1454149"/>
              <a:ext cx="107950" cy="7620"/>
            </a:xfrm>
            <a:custGeom>
              <a:avLst/>
              <a:gdLst/>
              <a:ahLst/>
              <a:cxnLst/>
              <a:rect l="l" t="t" r="r" b="b"/>
              <a:pathLst>
                <a:path w="107950" h="7619">
                  <a:moveTo>
                    <a:pt x="107950" y="0"/>
                  </a:moveTo>
                  <a:lnTo>
                    <a:pt x="0" y="0"/>
                  </a:lnTo>
                  <a:lnTo>
                    <a:pt x="0" y="2540"/>
                  </a:lnTo>
                  <a:lnTo>
                    <a:pt x="1270" y="2540"/>
                  </a:lnTo>
                  <a:lnTo>
                    <a:pt x="1270" y="3810"/>
                  </a:lnTo>
                  <a:lnTo>
                    <a:pt x="2540" y="3810"/>
                  </a:lnTo>
                  <a:lnTo>
                    <a:pt x="2540" y="6350"/>
                  </a:lnTo>
                  <a:lnTo>
                    <a:pt x="3810" y="6350"/>
                  </a:lnTo>
                  <a:lnTo>
                    <a:pt x="3810" y="7620"/>
                  </a:lnTo>
                  <a:lnTo>
                    <a:pt x="107950" y="7620"/>
                  </a:lnTo>
                  <a:lnTo>
                    <a:pt x="107950" y="6350"/>
                  </a:lnTo>
                  <a:lnTo>
                    <a:pt x="107950" y="3810"/>
                  </a:lnTo>
                  <a:lnTo>
                    <a:pt x="107950" y="2540"/>
                  </a:lnTo>
                  <a:lnTo>
                    <a:pt x="107950" y="0"/>
                  </a:lnTo>
                  <a:close/>
                </a:path>
              </a:pathLst>
            </a:custGeom>
            <a:solidFill>
              <a:srgbClr val="9F1200"/>
            </a:solidFill>
          </p:spPr>
          <p:txBody>
            <a:bodyPr wrap="square" lIns="0" tIns="0" rIns="0" bIns="0" rtlCol="0"/>
            <a:lstStyle/>
            <a:p/>
          </p:txBody>
        </p:sp>
        <p:sp>
          <p:nvSpPr>
            <p:cNvPr id="1913" name="object 1913"/>
            <p:cNvSpPr/>
            <p:nvPr/>
          </p:nvSpPr>
          <p:spPr>
            <a:xfrm>
              <a:off x="8580120" y="1461769"/>
              <a:ext cx="184150" cy="6350"/>
            </a:xfrm>
            <a:custGeom>
              <a:avLst/>
              <a:gdLst/>
              <a:ahLst/>
              <a:cxnLst/>
              <a:rect l="l" t="t" r="r" b="b"/>
              <a:pathLst>
                <a:path w="184150" h="6350">
                  <a:moveTo>
                    <a:pt x="11430" y="3810"/>
                  </a:moveTo>
                  <a:lnTo>
                    <a:pt x="0" y="3810"/>
                  </a:lnTo>
                  <a:lnTo>
                    <a:pt x="0" y="6350"/>
                  </a:lnTo>
                  <a:lnTo>
                    <a:pt x="11430" y="6350"/>
                  </a:lnTo>
                  <a:lnTo>
                    <a:pt x="11430" y="3810"/>
                  </a:lnTo>
                  <a:close/>
                </a:path>
                <a:path w="184150" h="6350">
                  <a:moveTo>
                    <a:pt x="184150" y="0"/>
                  </a:moveTo>
                  <a:lnTo>
                    <a:pt x="81280" y="0"/>
                  </a:lnTo>
                  <a:lnTo>
                    <a:pt x="81280" y="2540"/>
                  </a:lnTo>
                  <a:lnTo>
                    <a:pt x="82550" y="2540"/>
                  </a:lnTo>
                  <a:lnTo>
                    <a:pt x="82550" y="5080"/>
                  </a:lnTo>
                  <a:lnTo>
                    <a:pt x="83820" y="5080"/>
                  </a:lnTo>
                  <a:lnTo>
                    <a:pt x="83820" y="6350"/>
                  </a:lnTo>
                  <a:lnTo>
                    <a:pt x="184150" y="6350"/>
                  </a:lnTo>
                  <a:lnTo>
                    <a:pt x="184150" y="5080"/>
                  </a:lnTo>
                  <a:lnTo>
                    <a:pt x="184150" y="2540"/>
                  </a:lnTo>
                  <a:lnTo>
                    <a:pt x="184150" y="0"/>
                  </a:lnTo>
                  <a:close/>
                </a:path>
              </a:pathLst>
            </a:custGeom>
            <a:solidFill>
              <a:srgbClr val="A21200"/>
            </a:solidFill>
          </p:spPr>
          <p:txBody>
            <a:bodyPr wrap="square" lIns="0" tIns="0" rIns="0" bIns="0" rtlCol="0"/>
            <a:lstStyle/>
            <a:p/>
          </p:txBody>
        </p:sp>
        <p:sp>
          <p:nvSpPr>
            <p:cNvPr id="1914" name="object 1914"/>
            <p:cNvSpPr/>
            <p:nvPr/>
          </p:nvSpPr>
          <p:spPr>
            <a:xfrm>
              <a:off x="8580120" y="1468119"/>
              <a:ext cx="184150" cy="7620"/>
            </a:xfrm>
            <a:custGeom>
              <a:avLst/>
              <a:gdLst/>
              <a:ahLst/>
              <a:cxnLst/>
              <a:rect l="l" t="t" r="r" b="b"/>
              <a:pathLst>
                <a:path w="184150" h="7619">
                  <a:moveTo>
                    <a:pt x="12700" y="3822"/>
                  </a:moveTo>
                  <a:lnTo>
                    <a:pt x="0" y="3822"/>
                  </a:lnTo>
                  <a:lnTo>
                    <a:pt x="0" y="7620"/>
                  </a:lnTo>
                  <a:lnTo>
                    <a:pt x="12700" y="7620"/>
                  </a:lnTo>
                  <a:lnTo>
                    <a:pt x="12700" y="3822"/>
                  </a:lnTo>
                  <a:close/>
                </a:path>
                <a:path w="184150" h="7619">
                  <a:moveTo>
                    <a:pt x="12700" y="1270"/>
                  </a:moveTo>
                  <a:lnTo>
                    <a:pt x="11430" y="1270"/>
                  </a:lnTo>
                  <a:lnTo>
                    <a:pt x="11430" y="0"/>
                  </a:lnTo>
                  <a:lnTo>
                    <a:pt x="0" y="0"/>
                  </a:lnTo>
                  <a:lnTo>
                    <a:pt x="0" y="1270"/>
                  </a:lnTo>
                  <a:lnTo>
                    <a:pt x="0" y="3810"/>
                  </a:lnTo>
                  <a:lnTo>
                    <a:pt x="12700" y="3810"/>
                  </a:lnTo>
                  <a:lnTo>
                    <a:pt x="12700" y="1270"/>
                  </a:lnTo>
                  <a:close/>
                </a:path>
                <a:path w="184150" h="7619">
                  <a:moveTo>
                    <a:pt x="184150" y="0"/>
                  </a:moveTo>
                  <a:lnTo>
                    <a:pt x="85090" y="0"/>
                  </a:lnTo>
                  <a:lnTo>
                    <a:pt x="85090" y="2540"/>
                  </a:lnTo>
                  <a:lnTo>
                    <a:pt x="86360" y="2540"/>
                  </a:lnTo>
                  <a:lnTo>
                    <a:pt x="86360" y="3810"/>
                  </a:lnTo>
                  <a:lnTo>
                    <a:pt x="87630" y="3810"/>
                  </a:lnTo>
                  <a:lnTo>
                    <a:pt x="87630" y="6350"/>
                  </a:lnTo>
                  <a:lnTo>
                    <a:pt x="88900" y="6350"/>
                  </a:lnTo>
                  <a:lnTo>
                    <a:pt x="88900" y="7620"/>
                  </a:lnTo>
                  <a:lnTo>
                    <a:pt x="184150" y="7620"/>
                  </a:lnTo>
                  <a:lnTo>
                    <a:pt x="184150" y="6350"/>
                  </a:lnTo>
                  <a:lnTo>
                    <a:pt x="184150" y="3810"/>
                  </a:lnTo>
                  <a:lnTo>
                    <a:pt x="184150" y="2540"/>
                  </a:lnTo>
                  <a:lnTo>
                    <a:pt x="184150" y="0"/>
                  </a:lnTo>
                  <a:close/>
                </a:path>
              </a:pathLst>
            </a:custGeom>
            <a:solidFill>
              <a:srgbClr val="A51100"/>
            </a:solidFill>
          </p:spPr>
          <p:txBody>
            <a:bodyPr wrap="square" lIns="0" tIns="0" rIns="0" bIns="0" rtlCol="0"/>
            <a:lstStyle/>
            <a:p/>
          </p:txBody>
        </p:sp>
        <p:sp>
          <p:nvSpPr>
            <p:cNvPr id="1915" name="object 1915"/>
            <p:cNvSpPr/>
            <p:nvPr/>
          </p:nvSpPr>
          <p:spPr>
            <a:xfrm>
              <a:off x="8580120" y="1475739"/>
              <a:ext cx="184150" cy="7620"/>
            </a:xfrm>
            <a:custGeom>
              <a:avLst/>
              <a:gdLst/>
              <a:ahLst/>
              <a:cxnLst/>
              <a:rect l="l" t="t" r="r" b="b"/>
              <a:pathLst>
                <a:path w="184150" h="7619">
                  <a:moveTo>
                    <a:pt x="15240" y="6350"/>
                  </a:moveTo>
                  <a:lnTo>
                    <a:pt x="13970" y="6350"/>
                  </a:lnTo>
                  <a:lnTo>
                    <a:pt x="13970" y="0"/>
                  </a:lnTo>
                  <a:lnTo>
                    <a:pt x="0" y="0"/>
                  </a:lnTo>
                  <a:lnTo>
                    <a:pt x="0" y="6350"/>
                  </a:lnTo>
                  <a:lnTo>
                    <a:pt x="0" y="7620"/>
                  </a:lnTo>
                  <a:lnTo>
                    <a:pt x="15240" y="7620"/>
                  </a:lnTo>
                  <a:lnTo>
                    <a:pt x="15240" y="6350"/>
                  </a:lnTo>
                  <a:close/>
                </a:path>
                <a:path w="184150" h="7619">
                  <a:moveTo>
                    <a:pt x="184150" y="0"/>
                  </a:moveTo>
                  <a:lnTo>
                    <a:pt x="90170" y="0"/>
                  </a:lnTo>
                  <a:lnTo>
                    <a:pt x="90170" y="1270"/>
                  </a:lnTo>
                  <a:lnTo>
                    <a:pt x="91440" y="1270"/>
                  </a:lnTo>
                  <a:lnTo>
                    <a:pt x="91440" y="3810"/>
                  </a:lnTo>
                  <a:lnTo>
                    <a:pt x="92710" y="3810"/>
                  </a:lnTo>
                  <a:lnTo>
                    <a:pt x="92710" y="5080"/>
                  </a:lnTo>
                  <a:lnTo>
                    <a:pt x="93980" y="5080"/>
                  </a:lnTo>
                  <a:lnTo>
                    <a:pt x="93980" y="6350"/>
                  </a:lnTo>
                  <a:lnTo>
                    <a:pt x="95250" y="6350"/>
                  </a:lnTo>
                  <a:lnTo>
                    <a:pt x="95250" y="7620"/>
                  </a:lnTo>
                  <a:lnTo>
                    <a:pt x="184150" y="7620"/>
                  </a:lnTo>
                  <a:lnTo>
                    <a:pt x="184150" y="6350"/>
                  </a:lnTo>
                  <a:lnTo>
                    <a:pt x="184150" y="5080"/>
                  </a:lnTo>
                  <a:lnTo>
                    <a:pt x="184150" y="3810"/>
                  </a:lnTo>
                  <a:lnTo>
                    <a:pt x="184150" y="1270"/>
                  </a:lnTo>
                  <a:lnTo>
                    <a:pt x="184150" y="0"/>
                  </a:lnTo>
                  <a:close/>
                </a:path>
              </a:pathLst>
            </a:custGeom>
            <a:solidFill>
              <a:srgbClr val="A91000"/>
            </a:solidFill>
          </p:spPr>
          <p:txBody>
            <a:bodyPr wrap="square" lIns="0" tIns="0" rIns="0" bIns="0" rtlCol="0"/>
            <a:lstStyle/>
            <a:p/>
          </p:txBody>
        </p:sp>
        <p:sp>
          <p:nvSpPr>
            <p:cNvPr id="1916" name="object 1916"/>
            <p:cNvSpPr/>
            <p:nvPr/>
          </p:nvSpPr>
          <p:spPr>
            <a:xfrm>
              <a:off x="8580119" y="1483360"/>
              <a:ext cx="184150" cy="7620"/>
            </a:xfrm>
            <a:custGeom>
              <a:avLst/>
              <a:gdLst/>
              <a:ahLst/>
              <a:cxnLst/>
              <a:rect l="l" t="t" r="r" b="b"/>
              <a:pathLst>
                <a:path w="184150" h="7619">
                  <a:moveTo>
                    <a:pt x="15240" y="0"/>
                  </a:moveTo>
                  <a:lnTo>
                    <a:pt x="0" y="0"/>
                  </a:lnTo>
                  <a:lnTo>
                    <a:pt x="0" y="7619"/>
                  </a:lnTo>
                  <a:lnTo>
                    <a:pt x="16509" y="7619"/>
                  </a:lnTo>
                  <a:lnTo>
                    <a:pt x="16509" y="6350"/>
                  </a:lnTo>
                  <a:lnTo>
                    <a:pt x="15240" y="6350"/>
                  </a:lnTo>
                  <a:lnTo>
                    <a:pt x="15240" y="0"/>
                  </a:lnTo>
                  <a:close/>
                </a:path>
                <a:path w="184150" h="7619">
                  <a:moveTo>
                    <a:pt x="184150" y="0"/>
                  </a:moveTo>
                  <a:lnTo>
                    <a:pt x="95250" y="0"/>
                  </a:lnTo>
                  <a:lnTo>
                    <a:pt x="95250" y="1269"/>
                  </a:lnTo>
                  <a:lnTo>
                    <a:pt x="96520" y="1269"/>
                  </a:lnTo>
                  <a:lnTo>
                    <a:pt x="96520" y="2539"/>
                  </a:lnTo>
                  <a:lnTo>
                    <a:pt x="97789" y="2539"/>
                  </a:lnTo>
                  <a:lnTo>
                    <a:pt x="97789" y="5079"/>
                  </a:lnTo>
                  <a:lnTo>
                    <a:pt x="99059" y="5079"/>
                  </a:lnTo>
                  <a:lnTo>
                    <a:pt x="99059" y="7619"/>
                  </a:lnTo>
                  <a:lnTo>
                    <a:pt x="184150" y="7619"/>
                  </a:lnTo>
                  <a:lnTo>
                    <a:pt x="184150" y="0"/>
                  </a:lnTo>
                  <a:close/>
                </a:path>
              </a:pathLst>
            </a:custGeom>
            <a:solidFill>
              <a:srgbClr val="AC1000"/>
            </a:solidFill>
          </p:spPr>
          <p:txBody>
            <a:bodyPr wrap="square" lIns="0" tIns="0" rIns="0" bIns="0" rtlCol="0"/>
            <a:lstStyle/>
            <a:p/>
          </p:txBody>
        </p:sp>
        <p:sp>
          <p:nvSpPr>
            <p:cNvPr id="1917" name="object 1917"/>
            <p:cNvSpPr/>
            <p:nvPr/>
          </p:nvSpPr>
          <p:spPr>
            <a:xfrm>
              <a:off x="8581389" y="1490980"/>
              <a:ext cx="182880" cy="6350"/>
            </a:xfrm>
            <a:custGeom>
              <a:avLst/>
              <a:gdLst/>
              <a:ahLst/>
              <a:cxnLst/>
              <a:rect l="l" t="t" r="r" b="b"/>
              <a:pathLst>
                <a:path w="182879" h="6350">
                  <a:moveTo>
                    <a:pt x="182879" y="0"/>
                  </a:moveTo>
                  <a:lnTo>
                    <a:pt x="99059" y="0"/>
                  </a:lnTo>
                  <a:lnTo>
                    <a:pt x="99059" y="2540"/>
                  </a:lnTo>
                  <a:lnTo>
                    <a:pt x="100329" y="2540"/>
                  </a:lnTo>
                  <a:lnTo>
                    <a:pt x="100329" y="3810"/>
                  </a:lnTo>
                  <a:lnTo>
                    <a:pt x="101600" y="3810"/>
                  </a:lnTo>
                  <a:lnTo>
                    <a:pt x="101600" y="6350"/>
                  </a:lnTo>
                  <a:lnTo>
                    <a:pt x="182879" y="6350"/>
                  </a:lnTo>
                  <a:lnTo>
                    <a:pt x="182879" y="0"/>
                  </a:lnTo>
                  <a:close/>
                </a:path>
                <a:path w="182879" h="6350">
                  <a:moveTo>
                    <a:pt x="15240" y="0"/>
                  </a:moveTo>
                  <a:lnTo>
                    <a:pt x="0" y="0"/>
                  </a:lnTo>
                  <a:lnTo>
                    <a:pt x="0" y="6350"/>
                  </a:lnTo>
                  <a:lnTo>
                    <a:pt x="15240" y="6350"/>
                  </a:lnTo>
                  <a:lnTo>
                    <a:pt x="15240" y="0"/>
                  </a:lnTo>
                  <a:close/>
                </a:path>
              </a:pathLst>
            </a:custGeom>
            <a:solidFill>
              <a:srgbClr val="AF0F00"/>
            </a:solidFill>
          </p:spPr>
          <p:txBody>
            <a:bodyPr wrap="square" lIns="0" tIns="0" rIns="0" bIns="0" rtlCol="0"/>
            <a:lstStyle/>
            <a:p/>
          </p:txBody>
        </p:sp>
        <p:sp>
          <p:nvSpPr>
            <p:cNvPr id="1918" name="object 1918"/>
            <p:cNvSpPr/>
            <p:nvPr/>
          </p:nvSpPr>
          <p:spPr>
            <a:xfrm>
              <a:off x="8581389" y="1497330"/>
              <a:ext cx="182880" cy="7620"/>
            </a:xfrm>
            <a:custGeom>
              <a:avLst/>
              <a:gdLst/>
              <a:ahLst/>
              <a:cxnLst/>
              <a:rect l="l" t="t" r="r" b="b"/>
              <a:pathLst>
                <a:path w="182879" h="7619">
                  <a:moveTo>
                    <a:pt x="16509" y="0"/>
                  </a:moveTo>
                  <a:lnTo>
                    <a:pt x="0" y="0"/>
                  </a:lnTo>
                  <a:lnTo>
                    <a:pt x="0" y="7620"/>
                  </a:lnTo>
                  <a:lnTo>
                    <a:pt x="17779" y="7620"/>
                  </a:lnTo>
                  <a:lnTo>
                    <a:pt x="17779" y="6350"/>
                  </a:lnTo>
                  <a:lnTo>
                    <a:pt x="16509" y="6350"/>
                  </a:lnTo>
                  <a:lnTo>
                    <a:pt x="16509" y="0"/>
                  </a:lnTo>
                  <a:close/>
                </a:path>
                <a:path w="182879" h="7619">
                  <a:moveTo>
                    <a:pt x="182879" y="0"/>
                  </a:moveTo>
                  <a:lnTo>
                    <a:pt x="102869" y="0"/>
                  </a:lnTo>
                  <a:lnTo>
                    <a:pt x="102869" y="2540"/>
                  </a:lnTo>
                  <a:lnTo>
                    <a:pt x="104139" y="2540"/>
                  </a:lnTo>
                  <a:lnTo>
                    <a:pt x="104139" y="5080"/>
                  </a:lnTo>
                  <a:lnTo>
                    <a:pt x="105409" y="5080"/>
                  </a:lnTo>
                  <a:lnTo>
                    <a:pt x="105409" y="7620"/>
                  </a:lnTo>
                  <a:lnTo>
                    <a:pt x="182879" y="7620"/>
                  </a:lnTo>
                  <a:lnTo>
                    <a:pt x="182879" y="0"/>
                  </a:lnTo>
                  <a:close/>
                </a:path>
              </a:pathLst>
            </a:custGeom>
            <a:solidFill>
              <a:srgbClr val="B20F00"/>
            </a:solidFill>
          </p:spPr>
          <p:txBody>
            <a:bodyPr wrap="square" lIns="0" tIns="0" rIns="0" bIns="0" rtlCol="0"/>
            <a:lstStyle/>
            <a:p/>
          </p:txBody>
        </p:sp>
        <p:sp>
          <p:nvSpPr>
            <p:cNvPr id="1919" name="object 1919"/>
            <p:cNvSpPr/>
            <p:nvPr/>
          </p:nvSpPr>
          <p:spPr>
            <a:xfrm>
              <a:off x="8581389" y="1504950"/>
              <a:ext cx="182880" cy="7620"/>
            </a:xfrm>
            <a:custGeom>
              <a:avLst/>
              <a:gdLst/>
              <a:ahLst/>
              <a:cxnLst/>
              <a:rect l="l" t="t" r="r" b="b"/>
              <a:pathLst>
                <a:path w="182879" h="7619">
                  <a:moveTo>
                    <a:pt x="17779" y="0"/>
                  </a:moveTo>
                  <a:lnTo>
                    <a:pt x="0" y="0"/>
                  </a:lnTo>
                  <a:lnTo>
                    <a:pt x="0" y="5079"/>
                  </a:lnTo>
                  <a:lnTo>
                    <a:pt x="19050" y="5079"/>
                  </a:lnTo>
                  <a:lnTo>
                    <a:pt x="19050" y="2539"/>
                  </a:lnTo>
                  <a:lnTo>
                    <a:pt x="17779" y="2539"/>
                  </a:lnTo>
                  <a:lnTo>
                    <a:pt x="17779" y="0"/>
                  </a:lnTo>
                  <a:close/>
                </a:path>
                <a:path w="182879" h="7619">
                  <a:moveTo>
                    <a:pt x="182879" y="0"/>
                  </a:moveTo>
                  <a:lnTo>
                    <a:pt x="106679" y="0"/>
                  </a:lnTo>
                  <a:lnTo>
                    <a:pt x="106679" y="2539"/>
                  </a:lnTo>
                  <a:lnTo>
                    <a:pt x="107950" y="2539"/>
                  </a:lnTo>
                  <a:lnTo>
                    <a:pt x="107950" y="5079"/>
                  </a:lnTo>
                  <a:lnTo>
                    <a:pt x="182879" y="5079"/>
                  </a:lnTo>
                  <a:lnTo>
                    <a:pt x="182879" y="0"/>
                  </a:lnTo>
                  <a:close/>
                </a:path>
                <a:path w="182879" h="7619">
                  <a:moveTo>
                    <a:pt x="19050" y="5080"/>
                  </a:moveTo>
                  <a:lnTo>
                    <a:pt x="0" y="5080"/>
                  </a:lnTo>
                  <a:lnTo>
                    <a:pt x="0" y="7620"/>
                  </a:lnTo>
                  <a:lnTo>
                    <a:pt x="19050" y="7620"/>
                  </a:lnTo>
                  <a:lnTo>
                    <a:pt x="19050" y="5080"/>
                  </a:lnTo>
                  <a:close/>
                </a:path>
                <a:path w="182879" h="7619">
                  <a:moveTo>
                    <a:pt x="182879" y="5080"/>
                  </a:moveTo>
                  <a:lnTo>
                    <a:pt x="109219" y="5080"/>
                  </a:lnTo>
                  <a:lnTo>
                    <a:pt x="109219" y="7620"/>
                  </a:lnTo>
                  <a:lnTo>
                    <a:pt x="182879" y="7620"/>
                  </a:lnTo>
                  <a:lnTo>
                    <a:pt x="182879" y="5080"/>
                  </a:lnTo>
                  <a:close/>
                </a:path>
              </a:pathLst>
            </a:custGeom>
            <a:solidFill>
              <a:srgbClr val="B50E00"/>
            </a:solidFill>
          </p:spPr>
          <p:txBody>
            <a:bodyPr wrap="square" lIns="0" tIns="0" rIns="0" bIns="0" rtlCol="0"/>
            <a:lstStyle/>
            <a:p/>
          </p:txBody>
        </p:sp>
        <p:sp>
          <p:nvSpPr>
            <p:cNvPr id="1920" name="object 1920"/>
            <p:cNvSpPr/>
            <p:nvPr/>
          </p:nvSpPr>
          <p:spPr>
            <a:xfrm>
              <a:off x="8581389" y="1512570"/>
              <a:ext cx="181610" cy="6350"/>
            </a:xfrm>
            <a:custGeom>
              <a:avLst/>
              <a:gdLst/>
              <a:ahLst/>
              <a:cxnLst/>
              <a:rect l="l" t="t" r="r" b="b"/>
              <a:pathLst>
                <a:path w="181609" h="6350">
                  <a:moveTo>
                    <a:pt x="20320" y="0"/>
                  </a:moveTo>
                  <a:lnTo>
                    <a:pt x="0" y="0"/>
                  </a:lnTo>
                  <a:lnTo>
                    <a:pt x="0" y="6350"/>
                  </a:lnTo>
                  <a:lnTo>
                    <a:pt x="21590" y="6350"/>
                  </a:lnTo>
                  <a:lnTo>
                    <a:pt x="21590" y="3809"/>
                  </a:lnTo>
                  <a:lnTo>
                    <a:pt x="20320" y="3809"/>
                  </a:lnTo>
                  <a:lnTo>
                    <a:pt x="20320" y="0"/>
                  </a:lnTo>
                  <a:close/>
                </a:path>
                <a:path w="181609" h="6350">
                  <a:moveTo>
                    <a:pt x="181609" y="0"/>
                  </a:moveTo>
                  <a:lnTo>
                    <a:pt x="110489" y="0"/>
                  </a:lnTo>
                  <a:lnTo>
                    <a:pt x="110489" y="2539"/>
                  </a:lnTo>
                  <a:lnTo>
                    <a:pt x="111759" y="2539"/>
                  </a:lnTo>
                  <a:lnTo>
                    <a:pt x="111759" y="5079"/>
                  </a:lnTo>
                  <a:lnTo>
                    <a:pt x="113029" y="5079"/>
                  </a:lnTo>
                  <a:lnTo>
                    <a:pt x="113029" y="6350"/>
                  </a:lnTo>
                  <a:lnTo>
                    <a:pt x="181609" y="6350"/>
                  </a:lnTo>
                  <a:lnTo>
                    <a:pt x="181609" y="0"/>
                  </a:lnTo>
                  <a:close/>
                </a:path>
              </a:pathLst>
            </a:custGeom>
            <a:solidFill>
              <a:srgbClr val="B80D00"/>
            </a:solidFill>
          </p:spPr>
          <p:txBody>
            <a:bodyPr wrap="square" lIns="0" tIns="0" rIns="0" bIns="0" rtlCol="0"/>
            <a:lstStyle/>
            <a:p/>
          </p:txBody>
        </p:sp>
        <p:sp>
          <p:nvSpPr>
            <p:cNvPr id="1921" name="object 1921"/>
            <p:cNvSpPr/>
            <p:nvPr/>
          </p:nvSpPr>
          <p:spPr>
            <a:xfrm>
              <a:off x="8581389" y="1518920"/>
              <a:ext cx="181610" cy="7620"/>
            </a:xfrm>
            <a:custGeom>
              <a:avLst/>
              <a:gdLst/>
              <a:ahLst/>
              <a:cxnLst/>
              <a:rect l="l" t="t" r="r" b="b"/>
              <a:pathLst>
                <a:path w="181609" h="7619">
                  <a:moveTo>
                    <a:pt x="21590" y="0"/>
                  </a:moveTo>
                  <a:lnTo>
                    <a:pt x="0" y="0"/>
                  </a:lnTo>
                  <a:lnTo>
                    <a:pt x="0" y="7619"/>
                  </a:lnTo>
                  <a:lnTo>
                    <a:pt x="24129" y="7619"/>
                  </a:lnTo>
                  <a:lnTo>
                    <a:pt x="24129" y="6350"/>
                  </a:lnTo>
                  <a:lnTo>
                    <a:pt x="22859" y="6350"/>
                  </a:lnTo>
                  <a:lnTo>
                    <a:pt x="22859" y="1269"/>
                  </a:lnTo>
                  <a:lnTo>
                    <a:pt x="21590" y="1269"/>
                  </a:lnTo>
                  <a:lnTo>
                    <a:pt x="21590" y="0"/>
                  </a:lnTo>
                  <a:close/>
                </a:path>
                <a:path w="181609" h="7619">
                  <a:moveTo>
                    <a:pt x="181609" y="0"/>
                  </a:moveTo>
                  <a:lnTo>
                    <a:pt x="113029" y="0"/>
                  </a:lnTo>
                  <a:lnTo>
                    <a:pt x="113029" y="2539"/>
                  </a:lnTo>
                  <a:lnTo>
                    <a:pt x="114300" y="2539"/>
                  </a:lnTo>
                  <a:lnTo>
                    <a:pt x="114300" y="7619"/>
                  </a:lnTo>
                  <a:lnTo>
                    <a:pt x="180340" y="7619"/>
                  </a:lnTo>
                  <a:lnTo>
                    <a:pt x="180340" y="5079"/>
                  </a:lnTo>
                  <a:lnTo>
                    <a:pt x="181609" y="5079"/>
                  </a:lnTo>
                  <a:lnTo>
                    <a:pt x="181609" y="0"/>
                  </a:lnTo>
                  <a:close/>
                </a:path>
              </a:pathLst>
            </a:custGeom>
            <a:solidFill>
              <a:srgbClr val="BB0D00"/>
            </a:solidFill>
          </p:spPr>
          <p:txBody>
            <a:bodyPr wrap="square" lIns="0" tIns="0" rIns="0" bIns="0" rtlCol="0"/>
            <a:lstStyle/>
            <a:p/>
          </p:txBody>
        </p:sp>
        <p:sp>
          <p:nvSpPr>
            <p:cNvPr id="1922" name="object 1922"/>
            <p:cNvSpPr/>
            <p:nvPr/>
          </p:nvSpPr>
          <p:spPr>
            <a:xfrm>
              <a:off x="8581389" y="1526540"/>
              <a:ext cx="180340" cy="7620"/>
            </a:xfrm>
            <a:custGeom>
              <a:avLst/>
              <a:gdLst/>
              <a:ahLst/>
              <a:cxnLst/>
              <a:rect l="l" t="t" r="r" b="b"/>
              <a:pathLst>
                <a:path w="180340" h="7619">
                  <a:moveTo>
                    <a:pt x="24129" y="0"/>
                  </a:moveTo>
                  <a:lnTo>
                    <a:pt x="0" y="0"/>
                  </a:lnTo>
                  <a:lnTo>
                    <a:pt x="0" y="7620"/>
                  </a:lnTo>
                  <a:lnTo>
                    <a:pt x="25400" y="7620"/>
                  </a:lnTo>
                  <a:lnTo>
                    <a:pt x="25400" y="3810"/>
                  </a:lnTo>
                  <a:lnTo>
                    <a:pt x="24129" y="3810"/>
                  </a:lnTo>
                  <a:lnTo>
                    <a:pt x="24129" y="0"/>
                  </a:lnTo>
                  <a:close/>
                </a:path>
                <a:path w="180340" h="7619">
                  <a:moveTo>
                    <a:pt x="179069" y="6350"/>
                  </a:moveTo>
                  <a:lnTo>
                    <a:pt x="116839" y="6350"/>
                  </a:lnTo>
                  <a:lnTo>
                    <a:pt x="116839" y="7620"/>
                  </a:lnTo>
                  <a:lnTo>
                    <a:pt x="179069" y="7620"/>
                  </a:lnTo>
                  <a:lnTo>
                    <a:pt x="179069" y="6350"/>
                  </a:lnTo>
                  <a:close/>
                </a:path>
                <a:path w="180340" h="7619">
                  <a:moveTo>
                    <a:pt x="180340" y="0"/>
                  </a:moveTo>
                  <a:lnTo>
                    <a:pt x="115569" y="0"/>
                  </a:lnTo>
                  <a:lnTo>
                    <a:pt x="115569" y="6350"/>
                  </a:lnTo>
                  <a:lnTo>
                    <a:pt x="180339" y="6350"/>
                  </a:lnTo>
                  <a:lnTo>
                    <a:pt x="180340" y="0"/>
                  </a:lnTo>
                  <a:close/>
                </a:path>
              </a:pathLst>
            </a:custGeom>
            <a:solidFill>
              <a:srgbClr val="BF0C00"/>
            </a:solidFill>
          </p:spPr>
          <p:txBody>
            <a:bodyPr wrap="square" lIns="0" tIns="0" rIns="0" bIns="0" rtlCol="0"/>
            <a:lstStyle/>
            <a:p/>
          </p:txBody>
        </p:sp>
        <p:sp>
          <p:nvSpPr>
            <p:cNvPr id="1923" name="object 1923"/>
            <p:cNvSpPr/>
            <p:nvPr/>
          </p:nvSpPr>
          <p:spPr>
            <a:xfrm>
              <a:off x="8581389" y="1534160"/>
              <a:ext cx="179070" cy="7620"/>
            </a:xfrm>
            <a:custGeom>
              <a:avLst/>
              <a:gdLst/>
              <a:ahLst/>
              <a:cxnLst/>
              <a:rect l="l" t="t" r="r" b="b"/>
              <a:pathLst>
                <a:path w="179070" h="7619">
                  <a:moveTo>
                    <a:pt x="25400" y="0"/>
                  </a:moveTo>
                  <a:lnTo>
                    <a:pt x="0" y="0"/>
                  </a:lnTo>
                  <a:lnTo>
                    <a:pt x="0" y="1269"/>
                  </a:lnTo>
                  <a:lnTo>
                    <a:pt x="25400" y="1269"/>
                  </a:lnTo>
                  <a:lnTo>
                    <a:pt x="25400" y="0"/>
                  </a:lnTo>
                  <a:close/>
                </a:path>
                <a:path w="179070" h="7619">
                  <a:moveTo>
                    <a:pt x="179069" y="0"/>
                  </a:moveTo>
                  <a:lnTo>
                    <a:pt x="116839" y="0"/>
                  </a:lnTo>
                  <a:lnTo>
                    <a:pt x="116839" y="1269"/>
                  </a:lnTo>
                  <a:lnTo>
                    <a:pt x="179069" y="1269"/>
                  </a:lnTo>
                  <a:lnTo>
                    <a:pt x="179069" y="0"/>
                  </a:lnTo>
                  <a:close/>
                </a:path>
                <a:path w="179070" h="7619">
                  <a:moveTo>
                    <a:pt x="27939" y="5079"/>
                  </a:moveTo>
                  <a:lnTo>
                    <a:pt x="1269" y="5079"/>
                  </a:lnTo>
                  <a:lnTo>
                    <a:pt x="1269" y="7619"/>
                  </a:lnTo>
                  <a:lnTo>
                    <a:pt x="27939" y="7619"/>
                  </a:lnTo>
                  <a:lnTo>
                    <a:pt x="27939" y="5079"/>
                  </a:lnTo>
                  <a:close/>
                </a:path>
                <a:path w="179070" h="7619">
                  <a:moveTo>
                    <a:pt x="26670" y="1270"/>
                  </a:moveTo>
                  <a:lnTo>
                    <a:pt x="0" y="1270"/>
                  </a:lnTo>
                  <a:lnTo>
                    <a:pt x="0" y="5079"/>
                  </a:lnTo>
                  <a:lnTo>
                    <a:pt x="26670" y="5079"/>
                  </a:lnTo>
                  <a:lnTo>
                    <a:pt x="26670" y="1270"/>
                  </a:lnTo>
                  <a:close/>
                </a:path>
                <a:path w="179070" h="7619">
                  <a:moveTo>
                    <a:pt x="179069" y="1270"/>
                  </a:moveTo>
                  <a:lnTo>
                    <a:pt x="116839" y="1270"/>
                  </a:lnTo>
                  <a:lnTo>
                    <a:pt x="116839" y="5079"/>
                  </a:lnTo>
                  <a:lnTo>
                    <a:pt x="118109" y="5079"/>
                  </a:lnTo>
                  <a:lnTo>
                    <a:pt x="118109" y="7619"/>
                  </a:lnTo>
                  <a:lnTo>
                    <a:pt x="177800" y="7619"/>
                  </a:lnTo>
                  <a:lnTo>
                    <a:pt x="177799" y="3810"/>
                  </a:lnTo>
                  <a:lnTo>
                    <a:pt x="179069" y="3810"/>
                  </a:lnTo>
                  <a:lnTo>
                    <a:pt x="179069" y="1270"/>
                  </a:lnTo>
                  <a:close/>
                </a:path>
              </a:pathLst>
            </a:custGeom>
            <a:solidFill>
              <a:srgbClr val="C20B00"/>
            </a:solidFill>
          </p:spPr>
          <p:txBody>
            <a:bodyPr wrap="square" lIns="0" tIns="0" rIns="0" bIns="0" rtlCol="0"/>
            <a:lstStyle/>
            <a:p/>
          </p:txBody>
        </p:sp>
        <p:sp>
          <p:nvSpPr>
            <p:cNvPr id="1924" name="object 1924"/>
            <p:cNvSpPr/>
            <p:nvPr/>
          </p:nvSpPr>
          <p:spPr>
            <a:xfrm>
              <a:off x="8582659" y="1541780"/>
              <a:ext cx="176530" cy="6350"/>
            </a:xfrm>
            <a:custGeom>
              <a:avLst/>
              <a:gdLst/>
              <a:ahLst/>
              <a:cxnLst/>
              <a:rect l="l" t="t" r="r" b="b"/>
              <a:pathLst>
                <a:path w="176529" h="6350">
                  <a:moveTo>
                    <a:pt x="27940" y="0"/>
                  </a:moveTo>
                  <a:lnTo>
                    <a:pt x="0" y="0"/>
                  </a:lnTo>
                  <a:lnTo>
                    <a:pt x="0" y="6350"/>
                  </a:lnTo>
                  <a:lnTo>
                    <a:pt x="29209" y="6350"/>
                  </a:lnTo>
                  <a:lnTo>
                    <a:pt x="29209" y="3810"/>
                  </a:lnTo>
                  <a:lnTo>
                    <a:pt x="27940" y="3810"/>
                  </a:lnTo>
                  <a:lnTo>
                    <a:pt x="27940" y="0"/>
                  </a:lnTo>
                  <a:close/>
                </a:path>
                <a:path w="176529" h="6350">
                  <a:moveTo>
                    <a:pt x="176530" y="0"/>
                  </a:moveTo>
                  <a:lnTo>
                    <a:pt x="116840" y="0"/>
                  </a:lnTo>
                  <a:lnTo>
                    <a:pt x="116840" y="6350"/>
                  </a:lnTo>
                  <a:lnTo>
                    <a:pt x="175260" y="6350"/>
                  </a:lnTo>
                  <a:lnTo>
                    <a:pt x="175260" y="3810"/>
                  </a:lnTo>
                  <a:lnTo>
                    <a:pt x="176530" y="3810"/>
                  </a:lnTo>
                  <a:lnTo>
                    <a:pt x="176530" y="0"/>
                  </a:lnTo>
                  <a:close/>
                </a:path>
              </a:pathLst>
            </a:custGeom>
            <a:solidFill>
              <a:srgbClr val="C50B00"/>
            </a:solidFill>
          </p:spPr>
          <p:txBody>
            <a:bodyPr wrap="square" lIns="0" tIns="0" rIns="0" bIns="0" rtlCol="0"/>
            <a:lstStyle/>
            <a:p/>
          </p:txBody>
        </p:sp>
        <p:sp>
          <p:nvSpPr>
            <p:cNvPr id="1925" name="object 1925"/>
            <p:cNvSpPr/>
            <p:nvPr/>
          </p:nvSpPr>
          <p:spPr>
            <a:xfrm>
              <a:off x="8582659" y="1548130"/>
              <a:ext cx="175260" cy="7620"/>
            </a:xfrm>
            <a:custGeom>
              <a:avLst/>
              <a:gdLst/>
              <a:ahLst/>
              <a:cxnLst/>
              <a:rect l="l" t="t" r="r" b="b"/>
              <a:pathLst>
                <a:path w="175259" h="7619">
                  <a:moveTo>
                    <a:pt x="29209" y="0"/>
                  </a:moveTo>
                  <a:lnTo>
                    <a:pt x="0" y="0"/>
                  </a:lnTo>
                  <a:lnTo>
                    <a:pt x="0" y="7620"/>
                  </a:lnTo>
                  <a:lnTo>
                    <a:pt x="31750" y="7620"/>
                  </a:lnTo>
                  <a:lnTo>
                    <a:pt x="31750" y="3810"/>
                  </a:lnTo>
                  <a:lnTo>
                    <a:pt x="30479" y="3810"/>
                  </a:lnTo>
                  <a:lnTo>
                    <a:pt x="30479" y="1270"/>
                  </a:lnTo>
                  <a:lnTo>
                    <a:pt x="29209" y="1270"/>
                  </a:lnTo>
                  <a:lnTo>
                    <a:pt x="29209" y="0"/>
                  </a:lnTo>
                  <a:close/>
                </a:path>
                <a:path w="175259" h="7619">
                  <a:moveTo>
                    <a:pt x="175260" y="0"/>
                  </a:moveTo>
                  <a:lnTo>
                    <a:pt x="116840" y="0"/>
                  </a:lnTo>
                  <a:lnTo>
                    <a:pt x="116840" y="3810"/>
                  </a:lnTo>
                  <a:lnTo>
                    <a:pt x="118110" y="3810"/>
                  </a:lnTo>
                  <a:lnTo>
                    <a:pt x="118110" y="7620"/>
                  </a:lnTo>
                  <a:lnTo>
                    <a:pt x="173990" y="7620"/>
                  </a:lnTo>
                  <a:lnTo>
                    <a:pt x="173990" y="6350"/>
                  </a:lnTo>
                  <a:lnTo>
                    <a:pt x="175260" y="6350"/>
                  </a:lnTo>
                  <a:lnTo>
                    <a:pt x="175260" y="0"/>
                  </a:lnTo>
                  <a:close/>
                </a:path>
              </a:pathLst>
            </a:custGeom>
            <a:solidFill>
              <a:srgbClr val="C80A00"/>
            </a:solidFill>
          </p:spPr>
          <p:txBody>
            <a:bodyPr wrap="square" lIns="0" tIns="0" rIns="0" bIns="0" rtlCol="0"/>
            <a:lstStyle/>
            <a:p/>
          </p:txBody>
        </p:sp>
        <p:sp>
          <p:nvSpPr>
            <p:cNvPr id="1926" name="object 1926"/>
            <p:cNvSpPr/>
            <p:nvPr/>
          </p:nvSpPr>
          <p:spPr>
            <a:xfrm>
              <a:off x="8582659" y="1555750"/>
              <a:ext cx="173990" cy="7620"/>
            </a:xfrm>
            <a:custGeom>
              <a:avLst/>
              <a:gdLst/>
              <a:ahLst/>
              <a:cxnLst/>
              <a:rect l="l" t="t" r="r" b="b"/>
              <a:pathLst>
                <a:path w="173990" h="7619">
                  <a:moveTo>
                    <a:pt x="33020" y="0"/>
                  </a:moveTo>
                  <a:lnTo>
                    <a:pt x="0" y="0"/>
                  </a:lnTo>
                  <a:lnTo>
                    <a:pt x="0" y="7620"/>
                  </a:lnTo>
                  <a:lnTo>
                    <a:pt x="35559" y="7620"/>
                  </a:lnTo>
                  <a:lnTo>
                    <a:pt x="35559" y="6350"/>
                  </a:lnTo>
                  <a:lnTo>
                    <a:pt x="34290" y="6350"/>
                  </a:lnTo>
                  <a:lnTo>
                    <a:pt x="34290" y="2539"/>
                  </a:lnTo>
                  <a:lnTo>
                    <a:pt x="33020" y="2539"/>
                  </a:lnTo>
                  <a:lnTo>
                    <a:pt x="33020" y="0"/>
                  </a:lnTo>
                  <a:close/>
                </a:path>
                <a:path w="173990" h="7619">
                  <a:moveTo>
                    <a:pt x="173990" y="0"/>
                  </a:moveTo>
                  <a:lnTo>
                    <a:pt x="118110" y="0"/>
                  </a:lnTo>
                  <a:lnTo>
                    <a:pt x="118110" y="7620"/>
                  </a:lnTo>
                  <a:lnTo>
                    <a:pt x="172720" y="7620"/>
                  </a:lnTo>
                  <a:lnTo>
                    <a:pt x="172720" y="3810"/>
                  </a:lnTo>
                  <a:lnTo>
                    <a:pt x="173990" y="3810"/>
                  </a:lnTo>
                  <a:lnTo>
                    <a:pt x="173990" y="0"/>
                  </a:lnTo>
                  <a:close/>
                </a:path>
              </a:pathLst>
            </a:custGeom>
            <a:solidFill>
              <a:srgbClr val="CC0A00"/>
            </a:solidFill>
          </p:spPr>
          <p:txBody>
            <a:bodyPr wrap="square" lIns="0" tIns="0" rIns="0" bIns="0" rtlCol="0"/>
            <a:lstStyle/>
            <a:p/>
          </p:txBody>
        </p:sp>
        <p:sp>
          <p:nvSpPr>
            <p:cNvPr id="1927" name="object 1927"/>
            <p:cNvSpPr/>
            <p:nvPr/>
          </p:nvSpPr>
          <p:spPr>
            <a:xfrm>
              <a:off x="8582659" y="1563370"/>
              <a:ext cx="172720" cy="6350"/>
            </a:xfrm>
            <a:custGeom>
              <a:avLst/>
              <a:gdLst/>
              <a:ahLst/>
              <a:cxnLst/>
              <a:rect l="l" t="t" r="r" b="b"/>
              <a:pathLst>
                <a:path w="172720" h="6350">
                  <a:moveTo>
                    <a:pt x="35559" y="0"/>
                  </a:moveTo>
                  <a:lnTo>
                    <a:pt x="0" y="0"/>
                  </a:lnTo>
                  <a:lnTo>
                    <a:pt x="0" y="3809"/>
                  </a:lnTo>
                  <a:lnTo>
                    <a:pt x="36829" y="3809"/>
                  </a:lnTo>
                  <a:lnTo>
                    <a:pt x="36829" y="1269"/>
                  </a:lnTo>
                  <a:lnTo>
                    <a:pt x="35559" y="1269"/>
                  </a:lnTo>
                  <a:lnTo>
                    <a:pt x="35559" y="0"/>
                  </a:lnTo>
                  <a:close/>
                </a:path>
                <a:path w="172720" h="6350">
                  <a:moveTo>
                    <a:pt x="172720" y="0"/>
                  </a:moveTo>
                  <a:lnTo>
                    <a:pt x="118110" y="0"/>
                  </a:lnTo>
                  <a:lnTo>
                    <a:pt x="118110" y="3809"/>
                  </a:lnTo>
                  <a:lnTo>
                    <a:pt x="171450" y="3809"/>
                  </a:lnTo>
                  <a:lnTo>
                    <a:pt x="171450" y="2539"/>
                  </a:lnTo>
                  <a:lnTo>
                    <a:pt x="172720" y="2539"/>
                  </a:lnTo>
                  <a:lnTo>
                    <a:pt x="172720" y="0"/>
                  </a:lnTo>
                  <a:close/>
                </a:path>
                <a:path w="172720" h="6350">
                  <a:moveTo>
                    <a:pt x="38100" y="3937"/>
                  </a:moveTo>
                  <a:lnTo>
                    <a:pt x="0" y="3937"/>
                  </a:lnTo>
                  <a:lnTo>
                    <a:pt x="0" y="6350"/>
                  </a:lnTo>
                  <a:lnTo>
                    <a:pt x="38100" y="6350"/>
                  </a:lnTo>
                  <a:lnTo>
                    <a:pt x="38100" y="3937"/>
                  </a:lnTo>
                  <a:close/>
                </a:path>
                <a:path w="172720" h="6350">
                  <a:moveTo>
                    <a:pt x="171450" y="3937"/>
                  </a:moveTo>
                  <a:lnTo>
                    <a:pt x="118110" y="3937"/>
                  </a:lnTo>
                  <a:lnTo>
                    <a:pt x="118110" y="6350"/>
                  </a:lnTo>
                  <a:lnTo>
                    <a:pt x="171450" y="6350"/>
                  </a:lnTo>
                  <a:lnTo>
                    <a:pt x="171450" y="3937"/>
                  </a:lnTo>
                  <a:close/>
                </a:path>
              </a:pathLst>
            </a:custGeom>
            <a:solidFill>
              <a:srgbClr val="CE0900"/>
            </a:solidFill>
          </p:spPr>
          <p:txBody>
            <a:bodyPr wrap="square" lIns="0" tIns="0" rIns="0" bIns="0" rtlCol="0"/>
            <a:lstStyle/>
            <a:p/>
          </p:txBody>
        </p:sp>
        <p:sp>
          <p:nvSpPr>
            <p:cNvPr id="1928" name="object 1928"/>
            <p:cNvSpPr/>
            <p:nvPr/>
          </p:nvSpPr>
          <p:spPr>
            <a:xfrm>
              <a:off x="8582659" y="1569720"/>
              <a:ext cx="171450" cy="7620"/>
            </a:xfrm>
            <a:custGeom>
              <a:avLst/>
              <a:gdLst/>
              <a:ahLst/>
              <a:cxnLst/>
              <a:rect l="l" t="t" r="r" b="b"/>
              <a:pathLst>
                <a:path w="171450" h="7619">
                  <a:moveTo>
                    <a:pt x="39370" y="0"/>
                  </a:moveTo>
                  <a:lnTo>
                    <a:pt x="0" y="0"/>
                  </a:lnTo>
                  <a:lnTo>
                    <a:pt x="0" y="7619"/>
                  </a:lnTo>
                  <a:lnTo>
                    <a:pt x="41909" y="7619"/>
                  </a:lnTo>
                  <a:lnTo>
                    <a:pt x="41909" y="5079"/>
                  </a:lnTo>
                  <a:lnTo>
                    <a:pt x="40640" y="5079"/>
                  </a:lnTo>
                  <a:lnTo>
                    <a:pt x="40640" y="2539"/>
                  </a:lnTo>
                  <a:lnTo>
                    <a:pt x="39370" y="2539"/>
                  </a:lnTo>
                  <a:lnTo>
                    <a:pt x="39370" y="0"/>
                  </a:lnTo>
                  <a:close/>
                </a:path>
                <a:path w="171450" h="7619">
                  <a:moveTo>
                    <a:pt x="170180" y="1270"/>
                  </a:moveTo>
                  <a:lnTo>
                    <a:pt x="116840" y="1270"/>
                  </a:lnTo>
                  <a:lnTo>
                    <a:pt x="116840" y="7619"/>
                  </a:lnTo>
                  <a:lnTo>
                    <a:pt x="168910" y="7619"/>
                  </a:lnTo>
                  <a:lnTo>
                    <a:pt x="168910" y="6350"/>
                  </a:lnTo>
                  <a:lnTo>
                    <a:pt x="170180" y="6350"/>
                  </a:lnTo>
                  <a:lnTo>
                    <a:pt x="170180" y="1270"/>
                  </a:lnTo>
                  <a:close/>
                </a:path>
                <a:path w="171450" h="7619">
                  <a:moveTo>
                    <a:pt x="171450" y="0"/>
                  </a:moveTo>
                  <a:lnTo>
                    <a:pt x="118110" y="0"/>
                  </a:lnTo>
                  <a:lnTo>
                    <a:pt x="118110" y="1270"/>
                  </a:lnTo>
                  <a:lnTo>
                    <a:pt x="171450" y="1270"/>
                  </a:lnTo>
                  <a:lnTo>
                    <a:pt x="171450" y="0"/>
                  </a:lnTo>
                  <a:close/>
                </a:path>
              </a:pathLst>
            </a:custGeom>
            <a:solidFill>
              <a:srgbClr val="D10800"/>
            </a:solidFill>
          </p:spPr>
          <p:txBody>
            <a:bodyPr wrap="square" lIns="0" tIns="0" rIns="0" bIns="0" rtlCol="0"/>
            <a:lstStyle/>
            <a:p/>
          </p:txBody>
        </p:sp>
        <p:sp>
          <p:nvSpPr>
            <p:cNvPr id="1929" name="object 1929"/>
            <p:cNvSpPr/>
            <p:nvPr/>
          </p:nvSpPr>
          <p:spPr>
            <a:xfrm>
              <a:off x="8582659" y="1577340"/>
              <a:ext cx="168910" cy="7620"/>
            </a:xfrm>
            <a:custGeom>
              <a:avLst/>
              <a:gdLst/>
              <a:ahLst/>
              <a:cxnLst/>
              <a:rect l="l" t="t" r="r" b="b"/>
              <a:pathLst>
                <a:path w="168909" h="7619">
                  <a:moveTo>
                    <a:pt x="43179" y="0"/>
                  </a:moveTo>
                  <a:lnTo>
                    <a:pt x="0" y="0"/>
                  </a:lnTo>
                  <a:lnTo>
                    <a:pt x="0" y="7620"/>
                  </a:lnTo>
                  <a:lnTo>
                    <a:pt x="45720" y="7620"/>
                  </a:lnTo>
                  <a:lnTo>
                    <a:pt x="45720" y="5080"/>
                  </a:lnTo>
                  <a:lnTo>
                    <a:pt x="44450" y="5080"/>
                  </a:lnTo>
                  <a:lnTo>
                    <a:pt x="44450" y="2540"/>
                  </a:lnTo>
                  <a:lnTo>
                    <a:pt x="43179" y="2540"/>
                  </a:lnTo>
                  <a:lnTo>
                    <a:pt x="43179" y="0"/>
                  </a:lnTo>
                  <a:close/>
                </a:path>
                <a:path w="168909" h="7619">
                  <a:moveTo>
                    <a:pt x="168910" y="0"/>
                  </a:moveTo>
                  <a:lnTo>
                    <a:pt x="116840" y="0"/>
                  </a:lnTo>
                  <a:lnTo>
                    <a:pt x="116840" y="3810"/>
                  </a:lnTo>
                  <a:lnTo>
                    <a:pt x="115570" y="3810"/>
                  </a:lnTo>
                  <a:lnTo>
                    <a:pt x="115570" y="7620"/>
                  </a:lnTo>
                  <a:lnTo>
                    <a:pt x="166370" y="7620"/>
                  </a:lnTo>
                  <a:lnTo>
                    <a:pt x="166370" y="5080"/>
                  </a:lnTo>
                  <a:lnTo>
                    <a:pt x="167640" y="5080"/>
                  </a:lnTo>
                  <a:lnTo>
                    <a:pt x="167640" y="1270"/>
                  </a:lnTo>
                  <a:lnTo>
                    <a:pt x="168910" y="1270"/>
                  </a:lnTo>
                  <a:lnTo>
                    <a:pt x="168910" y="0"/>
                  </a:lnTo>
                  <a:close/>
                </a:path>
              </a:pathLst>
            </a:custGeom>
            <a:solidFill>
              <a:srgbClr val="D50800"/>
            </a:solidFill>
          </p:spPr>
          <p:txBody>
            <a:bodyPr wrap="square" lIns="0" tIns="0" rIns="0" bIns="0" rtlCol="0"/>
            <a:lstStyle/>
            <a:p/>
          </p:txBody>
        </p:sp>
        <p:sp>
          <p:nvSpPr>
            <p:cNvPr id="1930" name="object 1930"/>
            <p:cNvSpPr/>
            <p:nvPr/>
          </p:nvSpPr>
          <p:spPr>
            <a:xfrm>
              <a:off x="8582659" y="1584960"/>
              <a:ext cx="166370" cy="6350"/>
            </a:xfrm>
            <a:custGeom>
              <a:avLst/>
              <a:gdLst/>
              <a:ahLst/>
              <a:cxnLst/>
              <a:rect l="l" t="t" r="r" b="b"/>
              <a:pathLst>
                <a:path w="166370" h="6350">
                  <a:moveTo>
                    <a:pt x="46990" y="0"/>
                  </a:moveTo>
                  <a:lnTo>
                    <a:pt x="0" y="0"/>
                  </a:lnTo>
                  <a:lnTo>
                    <a:pt x="0" y="3810"/>
                  </a:lnTo>
                  <a:lnTo>
                    <a:pt x="1270" y="3810"/>
                  </a:lnTo>
                  <a:lnTo>
                    <a:pt x="1270" y="6350"/>
                  </a:lnTo>
                  <a:lnTo>
                    <a:pt x="49529" y="6350"/>
                  </a:lnTo>
                  <a:lnTo>
                    <a:pt x="49529" y="5080"/>
                  </a:lnTo>
                  <a:lnTo>
                    <a:pt x="48260" y="5080"/>
                  </a:lnTo>
                  <a:lnTo>
                    <a:pt x="48259" y="2539"/>
                  </a:lnTo>
                  <a:lnTo>
                    <a:pt x="46990" y="2539"/>
                  </a:lnTo>
                  <a:lnTo>
                    <a:pt x="46990" y="0"/>
                  </a:lnTo>
                  <a:close/>
                </a:path>
                <a:path w="166370" h="6350">
                  <a:moveTo>
                    <a:pt x="166370" y="0"/>
                  </a:moveTo>
                  <a:lnTo>
                    <a:pt x="115570" y="0"/>
                  </a:lnTo>
                  <a:lnTo>
                    <a:pt x="115570" y="2539"/>
                  </a:lnTo>
                  <a:lnTo>
                    <a:pt x="114300" y="2539"/>
                  </a:lnTo>
                  <a:lnTo>
                    <a:pt x="114300" y="6350"/>
                  </a:lnTo>
                  <a:lnTo>
                    <a:pt x="165100" y="6350"/>
                  </a:lnTo>
                  <a:lnTo>
                    <a:pt x="165100" y="1270"/>
                  </a:lnTo>
                  <a:lnTo>
                    <a:pt x="166370" y="1270"/>
                  </a:lnTo>
                  <a:lnTo>
                    <a:pt x="166370" y="0"/>
                  </a:lnTo>
                  <a:close/>
                </a:path>
              </a:pathLst>
            </a:custGeom>
            <a:solidFill>
              <a:srgbClr val="D80700"/>
            </a:solidFill>
          </p:spPr>
          <p:txBody>
            <a:bodyPr wrap="square" lIns="0" tIns="0" rIns="0" bIns="0" rtlCol="0"/>
            <a:lstStyle/>
            <a:p/>
          </p:txBody>
        </p:sp>
        <p:sp>
          <p:nvSpPr>
            <p:cNvPr id="1931" name="object 1931"/>
            <p:cNvSpPr/>
            <p:nvPr/>
          </p:nvSpPr>
          <p:spPr>
            <a:xfrm>
              <a:off x="8583929" y="1591310"/>
              <a:ext cx="162560" cy="7620"/>
            </a:xfrm>
            <a:custGeom>
              <a:avLst/>
              <a:gdLst/>
              <a:ahLst/>
              <a:cxnLst/>
              <a:rect l="l" t="t" r="r" b="b"/>
              <a:pathLst>
                <a:path w="162559" h="7619">
                  <a:moveTo>
                    <a:pt x="49529" y="0"/>
                  </a:moveTo>
                  <a:lnTo>
                    <a:pt x="0" y="0"/>
                  </a:lnTo>
                  <a:lnTo>
                    <a:pt x="0" y="7619"/>
                  </a:lnTo>
                  <a:lnTo>
                    <a:pt x="54609" y="7619"/>
                  </a:lnTo>
                  <a:lnTo>
                    <a:pt x="54609" y="6350"/>
                  </a:lnTo>
                  <a:lnTo>
                    <a:pt x="53340" y="6350"/>
                  </a:lnTo>
                  <a:lnTo>
                    <a:pt x="53340" y="5080"/>
                  </a:lnTo>
                  <a:lnTo>
                    <a:pt x="52070" y="5080"/>
                  </a:lnTo>
                  <a:lnTo>
                    <a:pt x="52070" y="2539"/>
                  </a:lnTo>
                  <a:lnTo>
                    <a:pt x="50800" y="2539"/>
                  </a:lnTo>
                  <a:lnTo>
                    <a:pt x="50800" y="1270"/>
                  </a:lnTo>
                  <a:lnTo>
                    <a:pt x="49529" y="1270"/>
                  </a:lnTo>
                  <a:lnTo>
                    <a:pt x="49529" y="0"/>
                  </a:lnTo>
                  <a:close/>
                </a:path>
                <a:path w="162559" h="7619">
                  <a:moveTo>
                    <a:pt x="161290" y="5080"/>
                  </a:moveTo>
                  <a:lnTo>
                    <a:pt x="110490" y="5080"/>
                  </a:lnTo>
                  <a:lnTo>
                    <a:pt x="110490" y="7619"/>
                  </a:lnTo>
                  <a:lnTo>
                    <a:pt x="161290" y="7619"/>
                  </a:lnTo>
                  <a:lnTo>
                    <a:pt x="161290" y="5080"/>
                  </a:lnTo>
                  <a:close/>
                </a:path>
                <a:path w="162559" h="7619">
                  <a:moveTo>
                    <a:pt x="162560" y="0"/>
                  </a:moveTo>
                  <a:lnTo>
                    <a:pt x="111760" y="0"/>
                  </a:lnTo>
                  <a:lnTo>
                    <a:pt x="111760" y="5080"/>
                  </a:lnTo>
                  <a:lnTo>
                    <a:pt x="162560" y="5080"/>
                  </a:lnTo>
                  <a:lnTo>
                    <a:pt x="162560" y="0"/>
                  </a:lnTo>
                  <a:close/>
                </a:path>
              </a:pathLst>
            </a:custGeom>
            <a:solidFill>
              <a:srgbClr val="DB0600"/>
            </a:solidFill>
          </p:spPr>
          <p:txBody>
            <a:bodyPr wrap="square" lIns="0" tIns="0" rIns="0" bIns="0" rtlCol="0"/>
            <a:lstStyle/>
            <a:p/>
          </p:txBody>
        </p:sp>
        <p:sp>
          <p:nvSpPr>
            <p:cNvPr id="1932" name="object 1932"/>
            <p:cNvSpPr/>
            <p:nvPr/>
          </p:nvSpPr>
          <p:spPr>
            <a:xfrm>
              <a:off x="8583929" y="1598930"/>
              <a:ext cx="161290" cy="7620"/>
            </a:xfrm>
            <a:custGeom>
              <a:avLst/>
              <a:gdLst/>
              <a:ahLst/>
              <a:cxnLst/>
              <a:rect l="l" t="t" r="r" b="b"/>
              <a:pathLst>
                <a:path w="161290" h="7619">
                  <a:moveTo>
                    <a:pt x="55879" y="0"/>
                  </a:moveTo>
                  <a:lnTo>
                    <a:pt x="0" y="0"/>
                  </a:lnTo>
                  <a:lnTo>
                    <a:pt x="0" y="7620"/>
                  </a:lnTo>
                  <a:lnTo>
                    <a:pt x="60959" y="7620"/>
                  </a:lnTo>
                  <a:lnTo>
                    <a:pt x="60959" y="6350"/>
                  </a:lnTo>
                  <a:lnTo>
                    <a:pt x="59690" y="6350"/>
                  </a:lnTo>
                  <a:lnTo>
                    <a:pt x="59690" y="5080"/>
                  </a:lnTo>
                  <a:lnTo>
                    <a:pt x="58420" y="5080"/>
                  </a:lnTo>
                  <a:lnTo>
                    <a:pt x="58420" y="3810"/>
                  </a:lnTo>
                  <a:lnTo>
                    <a:pt x="57150" y="3810"/>
                  </a:lnTo>
                  <a:lnTo>
                    <a:pt x="57150" y="1270"/>
                  </a:lnTo>
                  <a:lnTo>
                    <a:pt x="55879" y="1270"/>
                  </a:lnTo>
                  <a:lnTo>
                    <a:pt x="55879" y="0"/>
                  </a:lnTo>
                  <a:close/>
                </a:path>
                <a:path w="161290" h="7619">
                  <a:moveTo>
                    <a:pt x="106679" y="7442"/>
                  </a:moveTo>
                  <a:lnTo>
                    <a:pt x="105410" y="7620"/>
                  </a:lnTo>
                  <a:lnTo>
                    <a:pt x="106679" y="7620"/>
                  </a:lnTo>
                  <a:lnTo>
                    <a:pt x="106679" y="7442"/>
                  </a:lnTo>
                  <a:close/>
                </a:path>
                <a:path w="161290" h="7619">
                  <a:moveTo>
                    <a:pt x="160020" y="177"/>
                  </a:moveTo>
                  <a:lnTo>
                    <a:pt x="106679" y="7620"/>
                  </a:lnTo>
                  <a:lnTo>
                    <a:pt x="157479" y="7620"/>
                  </a:lnTo>
                  <a:lnTo>
                    <a:pt x="157479" y="6350"/>
                  </a:lnTo>
                  <a:lnTo>
                    <a:pt x="158750" y="6350"/>
                  </a:lnTo>
                  <a:lnTo>
                    <a:pt x="158750" y="2540"/>
                  </a:lnTo>
                  <a:lnTo>
                    <a:pt x="160020" y="2540"/>
                  </a:lnTo>
                  <a:lnTo>
                    <a:pt x="160020" y="177"/>
                  </a:lnTo>
                  <a:close/>
                </a:path>
                <a:path w="161290" h="7619">
                  <a:moveTo>
                    <a:pt x="160020" y="0"/>
                  </a:moveTo>
                  <a:lnTo>
                    <a:pt x="110490" y="0"/>
                  </a:lnTo>
                  <a:lnTo>
                    <a:pt x="110490" y="1270"/>
                  </a:lnTo>
                  <a:lnTo>
                    <a:pt x="109220" y="1270"/>
                  </a:lnTo>
                  <a:lnTo>
                    <a:pt x="109220" y="3810"/>
                  </a:lnTo>
                  <a:lnTo>
                    <a:pt x="107950" y="3810"/>
                  </a:lnTo>
                  <a:lnTo>
                    <a:pt x="107950" y="5080"/>
                  </a:lnTo>
                  <a:lnTo>
                    <a:pt x="106679" y="5080"/>
                  </a:lnTo>
                  <a:lnTo>
                    <a:pt x="106679" y="7442"/>
                  </a:lnTo>
                  <a:lnTo>
                    <a:pt x="160020" y="0"/>
                  </a:lnTo>
                  <a:close/>
                </a:path>
                <a:path w="161290" h="7619">
                  <a:moveTo>
                    <a:pt x="161290" y="0"/>
                  </a:moveTo>
                  <a:lnTo>
                    <a:pt x="160020" y="0"/>
                  </a:lnTo>
                  <a:lnTo>
                    <a:pt x="160020" y="177"/>
                  </a:lnTo>
                  <a:lnTo>
                    <a:pt x="161290" y="0"/>
                  </a:lnTo>
                  <a:close/>
                </a:path>
              </a:pathLst>
            </a:custGeom>
            <a:solidFill>
              <a:srgbClr val="DE0600"/>
            </a:solidFill>
          </p:spPr>
          <p:txBody>
            <a:bodyPr wrap="square" lIns="0" tIns="0" rIns="0" bIns="0" rtlCol="0"/>
            <a:lstStyle/>
            <a:p/>
          </p:txBody>
        </p:sp>
        <p:sp>
          <p:nvSpPr>
            <p:cNvPr id="1933" name="object 1933"/>
            <p:cNvSpPr/>
            <p:nvPr/>
          </p:nvSpPr>
          <p:spPr>
            <a:xfrm>
              <a:off x="8583929" y="1606550"/>
              <a:ext cx="157480" cy="6350"/>
            </a:xfrm>
            <a:custGeom>
              <a:avLst/>
              <a:gdLst/>
              <a:ahLst/>
              <a:cxnLst/>
              <a:rect l="l" t="t" r="r" b="b"/>
              <a:pathLst>
                <a:path w="157479" h="6350">
                  <a:moveTo>
                    <a:pt x="62229" y="0"/>
                  </a:moveTo>
                  <a:lnTo>
                    <a:pt x="0" y="0"/>
                  </a:lnTo>
                  <a:lnTo>
                    <a:pt x="0" y="6350"/>
                  </a:lnTo>
                  <a:lnTo>
                    <a:pt x="68579" y="6350"/>
                  </a:lnTo>
                  <a:lnTo>
                    <a:pt x="68579" y="5080"/>
                  </a:lnTo>
                  <a:lnTo>
                    <a:pt x="64770" y="5080"/>
                  </a:lnTo>
                  <a:lnTo>
                    <a:pt x="64770" y="3810"/>
                  </a:lnTo>
                  <a:lnTo>
                    <a:pt x="63500" y="3810"/>
                  </a:lnTo>
                  <a:lnTo>
                    <a:pt x="63500" y="2540"/>
                  </a:lnTo>
                  <a:lnTo>
                    <a:pt x="62229" y="2540"/>
                  </a:lnTo>
                  <a:lnTo>
                    <a:pt x="62229" y="0"/>
                  </a:lnTo>
                  <a:close/>
                </a:path>
                <a:path w="157479" h="6350">
                  <a:moveTo>
                    <a:pt x="156210" y="3810"/>
                  </a:moveTo>
                  <a:lnTo>
                    <a:pt x="102870" y="3810"/>
                  </a:lnTo>
                  <a:lnTo>
                    <a:pt x="102870" y="5080"/>
                  </a:lnTo>
                  <a:lnTo>
                    <a:pt x="101600" y="5080"/>
                  </a:lnTo>
                  <a:lnTo>
                    <a:pt x="101600" y="6350"/>
                  </a:lnTo>
                  <a:lnTo>
                    <a:pt x="156209" y="6350"/>
                  </a:lnTo>
                  <a:lnTo>
                    <a:pt x="156210" y="3810"/>
                  </a:lnTo>
                  <a:close/>
                </a:path>
                <a:path w="157479" h="6350">
                  <a:moveTo>
                    <a:pt x="157479" y="0"/>
                  </a:moveTo>
                  <a:lnTo>
                    <a:pt x="105410" y="0"/>
                  </a:lnTo>
                  <a:lnTo>
                    <a:pt x="105410" y="1270"/>
                  </a:lnTo>
                  <a:lnTo>
                    <a:pt x="104140" y="1270"/>
                  </a:lnTo>
                  <a:lnTo>
                    <a:pt x="104140" y="3810"/>
                  </a:lnTo>
                  <a:lnTo>
                    <a:pt x="157480" y="3810"/>
                  </a:lnTo>
                  <a:lnTo>
                    <a:pt x="157479" y="0"/>
                  </a:lnTo>
                  <a:close/>
                </a:path>
              </a:pathLst>
            </a:custGeom>
            <a:solidFill>
              <a:srgbClr val="E10500"/>
            </a:solidFill>
          </p:spPr>
          <p:txBody>
            <a:bodyPr wrap="square" lIns="0" tIns="0" rIns="0" bIns="0" rtlCol="0"/>
            <a:lstStyle/>
            <a:p/>
          </p:txBody>
        </p:sp>
        <p:sp>
          <p:nvSpPr>
            <p:cNvPr id="1934" name="object 1934"/>
            <p:cNvSpPr/>
            <p:nvPr/>
          </p:nvSpPr>
          <p:spPr>
            <a:xfrm>
              <a:off x="8583929" y="1612900"/>
              <a:ext cx="154940" cy="7620"/>
            </a:xfrm>
            <a:custGeom>
              <a:avLst/>
              <a:gdLst/>
              <a:ahLst/>
              <a:cxnLst/>
              <a:rect l="l" t="t" r="r" b="b"/>
              <a:pathLst>
                <a:path w="154940" h="7619">
                  <a:moveTo>
                    <a:pt x="69850" y="0"/>
                  </a:moveTo>
                  <a:lnTo>
                    <a:pt x="0" y="0"/>
                  </a:lnTo>
                  <a:lnTo>
                    <a:pt x="0" y="7620"/>
                  </a:lnTo>
                  <a:lnTo>
                    <a:pt x="81279" y="7620"/>
                  </a:lnTo>
                  <a:lnTo>
                    <a:pt x="81279" y="6350"/>
                  </a:lnTo>
                  <a:lnTo>
                    <a:pt x="76200" y="6350"/>
                  </a:lnTo>
                  <a:lnTo>
                    <a:pt x="76200" y="5080"/>
                  </a:lnTo>
                  <a:lnTo>
                    <a:pt x="74929" y="5080"/>
                  </a:lnTo>
                  <a:lnTo>
                    <a:pt x="74929" y="3810"/>
                  </a:lnTo>
                  <a:lnTo>
                    <a:pt x="73659" y="3810"/>
                  </a:lnTo>
                  <a:lnTo>
                    <a:pt x="73659" y="2540"/>
                  </a:lnTo>
                  <a:lnTo>
                    <a:pt x="71120" y="2540"/>
                  </a:lnTo>
                  <a:lnTo>
                    <a:pt x="71120" y="1270"/>
                  </a:lnTo>
                  <a:lnTo>
                    <a:pt x="69850" y="1270"/>
                  </a:lnTo>
                  <a:lnTo>
                    <a:pt x="69850" y="0"/>
                  </a:lnTo>
                  <a:close/>
                </a:path>
                <a:path w="154940" h="7619">
                  <a:moveTo>
                    <a:pt x="151129" y="6350"/>
                  </a:moveTo>
                  <a:lnTo>
                    <a:pt x="90170" y="6350"/>
                  </a:lnTo>
                  <a:lnTo>
                    <a:pt x="90170" y="7620"/>
                  </a:lnTo>
                  <a:lnTo>
                    <a:pt x="151129" y="7620"/>
                  </a:lnTo>
                  <a:lnTo>
                    <a:pt x="151129" y="6350"/>
                  </a:lnTo>
                  <a:close/>
                </a:path>
                <a:path w="154940" h="7619">
                  <a:moveTo>
                    <a:pt x="153670" y="2540"/>
                  </a:moveTo>
                  <a:lnTo>
                    <a:pt x="96520" y="2540"/>
                  </a:lnTo>
                  <a:lnTo>
                    <a:pt x="96520" y="5080"/>
                  </a:lnTo>
                  <a:lnTo>
                    <a:pt x="91440" y="5080"/>
                  </a:lnTo>
                  <a:lnTo>
                    <a:pt x="91440" y="6350"/>
                  </a:lnTo>
                  <a:lnTo>
                    <a:pt x="152400" y="6350"/>
                  </a:lnTo>
                  <a:lnTo>
                    <a:pt x="152400" y="3810"/>
                  </a:lnTo>
                  <a:lnTo>
                    <a:pt x="153670" y="3810"/>
                  </a:lnTo>
                  <a:lnTo>
                    <a:pt x="153670" y="2540"/>
                  </a:lnTo>
                  <a:close/>
                </a:path>
                <a:path w="154940" h="7619">
                  <a:moveTo>
                    <a:pt x="154939" y="0"/>
                  </a:moveTo>
                  <a:lnTo>
                    <a:pt x="100329" y="0"/>
                  </a:lnTo>
                  <a:lnTo>
                    <a:pt x="100329" y="1270"/>
                  </a:lnTo>
                  <a:lnTo>
                    <a:pt x="99060" y="1270"/>
                  </a:lnTo>
                  <a:lnTo>
                    <a:pt x="99060" y="2540"/>
                  </a:lnTo>
                  <a:lnTo>
                    <a:pt x="154940" y="2540"/>
                  </a:lnTo>
                  <a:lnTo>
                    <a:pt x="154939" y="0"/>
                  </a:lnTo>
                  <a:close/>
                </a:path>
              </a:pathLst>
            </a:custGeom>
            <a:solidFill>
              <a:srgbClr val="E40500"/>
            </a:solidFill>
          </p:spPr>
          <p:txBody>
            <a:bodyPr wrap="square" lIns="0" tIns="0" rIns="0" bIns="0" rtlCol="0"/>
            <a:lstStyle/>
            <a:p/>
          </p:txBody>
        </p:sp>
        <p:sp>
          <p:nvSpPr>
            <p:cNvPr id="1935" name="object 1935"/>
            <p:cNvSpPr/>
            <p:nvPr/>
          </p:nvSpPr>
          <p:spPr>
            <a:xfrm>
              <a:off x="8583930" y="1620519"/>
              <a:ext cx="149860" cy="7620"/>
            </a:xfrm>
            <a:custGeom>
              <a:avLst/>
              <a:gdLst/>
              <a:ahLst/>
              <a:cxnLst/>
              <a:rect l="l" t="t" r="r" b="b"/>
              <a:pathLst>
                <a:path w="149859" h="7619">
                  <a:moveTo>
                    <a:pt x="149847" y="0"/>
                  </a:moveTo>
                  <a:lnTo>
                    <a:pt x="0" y="0"/>
                  </a:lnTo>
                  <a:lnTo>
                    <a:pt x="0" y="2540"/>
                  </a:lnTo>
                  <a:lnTo>
                    <a:pt x="0" y="5080"/>
                  </a:lnTo>
                  <a:lnTo>
                    <a:pt x="0" y="7620"/>
                  </a:lnTo>
                  <a:lnTo>
                    <a:pt x="147320" y="7620"/>
                  </a:lnTo>
                  <a:lnTo>
                    <a:pt x="147320" y="5080"/>
                  </a:lnTo>
                  <a:lnTo>
                    <a:pt x="148590" y="5080"/>
                  </a:lnTo>
                  <a:lnTo>
                    <a:pt x="148590" y="2540"/>
                  </a:lnTo>
                  <a:lnTo>
                    <a:pt x="149847" y="2540"/>
                  </a:lnTo>
                  <a:lnTo>
                    <a:pt x="149847" y="0"/>
                  </a:lnTo>
                  <a:close/>
                </a:path>
              </a:pathLst>
            </a:custGeom>
            <a:solidFill>
              <a:srgbClr val="E70400"/>
            </a:solidFill>
          </p:spPr>
          <p:txBody>
            <a:bodyPr wrap="square" lIns="0" tIns="0" rIns="0" bIns="0" rtlCol="0"/>
            <a:lstStyle/>
            <a:p/>
          </p:txBody>
        </p:sp>
        <p:sp>
          <p:nvSpPr>
            <p:cNvPr id="1936" name="object 1936"/>
            <p:cNvSpPr/>
            <p:nvPr/>
          </p:nvSpPr>
          <p:spPr>
            <a:xfrm>
              <a:off x="8583930" y="1628139"/>
              <a:ext cx="146050" cy="6985"/>
            </a:xfrm>
            <a:custGeom>
              <a:avLst/>
              <a:gdLst/>
              <a:ahLst/>
              <a:cxnLst/>
              <a:rect l="l" t="t" r="r" b="b"/>
              <a:pathLst>
                <a:path w="146050" h="6985">
                  <a:moveTo>
                    <a:pt x="146050" y="0"/>
                  </a:moveTo>
                  <a:lnTo>
                    <a:pt x="0" y="0"/>
                  </a:lnTo>
                  <a:lnTo>
                    <a:pt x="0" y="1270"/>
                  </a:lnTo>
                  <a:lnTo>
                    <a:pt x="0" y="3810"/>
                  </a:lnTo>
                  <a:lnTo>
                    <a:pt x="0" y="5080"/>
                  </a:lnTo>
                  <a:lnTo>
                    <a:pt x="0" y="6350"/>
                  </a:lnTo>
                  <a:lnTo>
                    <a:pt x="24130" y="6350"/>
                  </a:lnTo>
                  <a:lnTo>
                    <a:pt x="24130" y="5080"/>
                  </a:lnTo>
                  <a:lnTo>
                    <a:pt x="29210" y="5080"/>
                  </a:lnTo>
                  <a:lnTo>
                    <a:pt x="29210" y="6362"/>
                  </a:lnTo>
                  <a:lnTo>
                    <a:pt x="142240" y="6362"/>
                  </a:lnTo>
                  <a:lnTo>
                    <a:pt x="142240" y="5080"/>
                  </a:lnTo>
                  <a:lnTo>
                    <a:pt x="143497" y="5080"/>
                  </a:lnTo>
                  <a:lnTo>
                    <a:pt x="143497" y="3810"/>
                  </a:lnTo>
                  <a:lnTo>
                    <a:pt x="144780" y="3810"/>
                  </a:lnTo>
                  <a:lnTo>
                    <a:pt x="144780" y="1270"/>
                  </a:lnTo>
                  <a:lnTo>
                    <a:pt x="146050" y="1270"/>
                  </a:lnTo>
                  <a:lnTo>
                    <a:pt x="146050" y="0"/>
                  </a:lnTo>
                  <a:close/>
                </a:path>
              </a:pathLst>
            </a:custGeom>
            <a:solidFill>
              <a:srgbClr val="EB0300"/>
            </a:solidFill>
          </p:spPr>
          <p:txBody>
            <a:bodyPr wrap="square" lIns="0" tIns="0" rIns="0" bIns="0" rtlCol="0"/>
            <a:lstStyle/>
            <a:p/>
          </p:txBody>
        </p:sp>
        <p:sp>
          <p:nvSpPr>
            <p:cNvPr id="1937" name="object 1937"/>
            <p:cNvSpPr/>
            <p:nvPr/>
          </p:nvSpPr>
          <p:spPr>
            <a:xfrm>
              <a:off x="8583930" y="1634489"/>
              <a:ext cx="140970" cy="7620"/>
            </a:xfrm>
            <a:custGeom>
              <a:avLst/>
              <a:gdLst/>
              <a:ahLst/>
              <a:cxnLst/>
              <a:rect l="l" t="t" r="r" b="b"/>
              <a:pathLst>
                <a:path w="140970" h="7619">
                  <a:moveTo>
                    <a:pt x="22847" y="0"/>
                  </a:moveTo>
                  <a:lnTo>
                    <a:pt x="0" y="0"/>
                  </a:lnTo>
                  <a:lnTo>
                    <a:pt x="0" y="1270"/>
                  </a:lnTo>
                  <a:lnTo>
                    <a:pt x="0" y="2540"/>
                  </a:lnTo>
                  <a:lnTo>
                    <a:pt x="1270" y="2540"/>
                  </a:lnTo>
                  <a:lnTo>
                    <a:pt x="1270" y="3810"/>
                  </a:lnTo>
                  <a:lnTo>
                    <a:pt x="1270" y="5080"/>
                  </a:lnTo>
                  <a:lnTo>
                    <a:pt x="1270" y="6350"/>
                  </a:lnTo>
                  <a:lnTo>
                    <a:pt x="1270" y="7620"/>
                  </a:lnTo>
                  <a:lnTo>
                    <a:pt x="17780" y="7620"/>
                  </a:lnTo>
                  <a:lnTo>
                    <a:pt x="17780" y="6350"/>
                  </a:lnTo>
                  <a:lnTo>
                    <a:pt x="19050" y="6350"/>
                  </a:lnTo>
                  <a:lnTo>
                    <a:pt x="19050" y="5080"/>
                  </a:lnTo>
                  <a:lnTo>
                    <a:pt x="20320" y="5080"/>
                  </a:lnTo>
                  <a:lnTo>
                    <a:pt x="20320" y="3810"/>
                  </a:lnTo>
                  <a:lnTo>
                    <a:pt x="21590" y="3810"/>
                  </a:lnTo>
                  <a:lnTo>
                    <a:pt x="21590" y="2540"/>
                  </a:lnTo>
                  <a:lnTo>
                    <a:pt x="21590" y="1270"/>
                  </a:lnTo>
                  <a:lnTo>
                    <a:pt x="22847" y="1270"/>
                  </a:lnTo>
                  <a:lnTo>
                    <a:pt x="22847" y="0"/>
                  </a:lnTo>
                  <a:close/>
                </a:path>
                <a:path w="140970" h="7619">
                  <a:moveTo>
                    <a:pt x="140970" y="12"/>
                  </a:moveTo>
                  <a:lnTo>
                    <a:pt x="30480" y="12"/>
                  </a:lnTo>
                  <a:lnTo>
                    <a:pt x="30480" y="1270"/>
                  </a:lnTo>
                  <a:lnTo>
                    <a:pt x="34290" y="1270"/>
                  </a:lnTo>
                  <a:lnTo>
                    <a:pt x="34290" y="2540"/>
                  </a:lnTo>
                  <a:lnTo>
                    <a:pt x="36830" y="2540"/>
                  </a:lnTo>
                  <a:lnTo>
                    <a:pt x="36830" y="3810"/>
                  </a:lnTo>
                  <a:lnTo>
                    <a:pt x="38100" y="3810"/>
                  </a:lnTo>
                  <a:lnTo>
                    <a:pt x="38100" y="5080"/>
                  </a:lnTo>
                  <a:lnTo>
                    <a:pt x="39370" y="5080"/>
                  </a:lnTo>
                  <a:lnTo>
                    <a:pt x="39370" y="6362"/>
                  </a:lnTo>
                  <a:lnTo>
                    <a:pt x="41910" y="6362"/>
                  </a:lnTo>
                  <a:lnTo>
                    <a:pt x="41910" y="7620"/>
                  </a:lnTo>
                  <a:lnTo>
                    <a:pt x="135890" y="7620"/>
                  </a:lnTo>
                  <a:lnTo>
                    <a:pt x="135890" y="6362"/>
                  </a:lnTo>
                  <a:lnTo>
                    <a:pt x="137160" y="6362"/>
                  </a:lnTo>
                  <a:lnTo>
                    <a:pt x="137160" y="5080"/>
                  </a:lnTo>
                  <a:lnTo>
                    <a:pt x="138430" y="5080"/>
                  </a:lnTo>
                  <a:lnTo>
                    <a:pt x="138430" y="3810"/>
                  </a:lnTo>
                  <a:lnTo>
                    <a:pt x="139700" y="3810"/>
                  </a:lnTo>
                  <a:lnTo>
                    <a:pt x="139700" y="2540"/>
                  </a:lnTo>
                  <a:lnTo>
                    <a:pt x="139700" y="1270"/>
                  </a:lnTo>
                  <a:lnTo>
                    <a:pt x="140970" y="1270"/>
                  </a:lnTo>
                  <a:lnTo>
                    <a:pt x="140970" y="12"/>
                  </a:lnTo>
                  <a:close/>
                </a:path>
              </a:pathLst>
            </a:custGeom>
            <a:solidFill>
              <a:srgbClr val="EE0300"/>
            </a:solidFill>
          </p:spPr>
          <p:txBody>
            <a:bodyPr wrap="square" lIns="0" tIns="0" rIns="0" bIns="0" rtlCol="0"/>
            <a:lstStyle/>
            <a:p/>
          </p:txBody>
        </p:sp>
        <p:sp>
          <p:nvSpPr>
            <p:cNvPr id="1938" name="object 1938"/>
            <p:cNvSpPr/>
            <p:nvPr/>
          </p:nvSpPr>
          <p:spPr>
            <a:xfrm>
              <a:off x="8585200" y="1642109"/>
              <a:ext cx="133350" cy="7620"/>
            </a:xfrm>
            <a:custGeom>
              <a:avLst/>
              <a:gdLst/>
              <a:ahLst/>
              <a:cxnLst/>
              <a:rect l="l" t="t" r="r" b="b"/>
              <a:pathLst>
                <a:path w="133350" h="7619">
                  <a:moveTo>
                    <a:pt x="16510" y="0"/>
                  </a:moveTo>
                  <a:lnTo>
                    <a:pt x="0" y="0"/>
                  </a:lnTo>
                  <a:lnTo>
                    <a:pt x="0" y="1270"/>
                  </a:lnTo>
                  <a:lnTo>
                    <a:pt x="0" y="5080"/>
                  </a:lnTo>
                  <a:lnTo>
                    <a:pt x="0" y="7620"/>
                  </a:lnTo>
                  <a:lnTo>
                    <a:pt x="13970" y="7620"/>
                  </a:lnTo>
                  <a:lnTo>
                    <a:pt x="13970" y="5080"/>
                  </a:lnTo>
                  <a:lnTo>
                    <a:pt x="15240" y="5080"/>
                  </a:lnTo>
                  <a:lnTo>
                    <a:pt x="15240" y="1270"/>
                  </a:lnTo>
                  <a:lnTo>
                    <a:pt x="16510" y="1270"/>
                  </a:lnTo>
                  <a:lnTo>
                    <a:pt x="16510" y="0"/>
                  </a:lnTo>
                  <a:close/>
                </a:path>
                <a:path w="133350" h="7619">
                  <a:moveTo>
                    <a:pt x="133350" y="0"/>
                  </a:moveTo>
                  <a:lnTo>
                    <a:pt x="41910" y="0"/>
                  </a:lnTo>
                  <a:lnTo>
                    <a:pt x="41910" y="1282"/>
                  </a:lnTo>
                  <a:lnTo>
                    <a:pt x="43180" y="1282"/>
                  </a:lnTo>
                  <a:lnTo>
                    <a:pt x="43180" y="2540"/>
                  </a:lnTo>
                  <a:lnTo>
                    <a:pt x="44450" y="2540"/>
                  </a:lnTo>
                  <a:lnTo>
                    <a:pt x="44450" y="3810"/>
                  </a:lnTo>
                  <a:lnTo>
                    <a:pt x="46990" y="3810"/>
                  </a:lnTo>
                  <a:lnTo>
                    <a:pt x="46990" y="5092"/>
                  </a:lnTo>
                  <a:lnTo>
                    <a:pt x="48260" y="5092"/>
                  </a:lnTo>
                  <a:lnTo>
                    <a:pt x="48260" y="6350"/>
                  </a:lnTo>
                  <a:lnTo>
                    <a:pt x="50800" y="6350"/>
                  </a:lnTo>
                  <a:lnTo>
                    <a:pt x="50800" y="7620"/>
                  </a:lnTo>
                  <a:lnTo>
                    <a:pt x="128270" y="7620"/>
                  </a:lnTo>
                  <a:lnTo>
                    <a:pt x="128270" y="6350"/>
                  </a:lnTo>
                  <a:lnTo>
                    <a:pt x="128257" y="5092"/>
                  </a:lnTo>
                  <a:lnTo>
                    <a:pt x="129540" y="5092"/>
                  </a:lnTo>
                  <a:lnTo>
                    <a:pt x="129540" y="3810"/>
                  </a:lnTo>
                  <a:lnTo>
                    <a:pt x="130810" y="3810"/>
                  </a:lnTo>
                  <a:lnTo>
                    <a:pt x="130810" y="2540"/>
                  </a:lnTo>
                  <a:lnTo>
                    <a:pt x="132080" y="2540"/>
                  </a:lnTo>
                  <a:lnTo>
                    <a:pt x="132080" y="1282"/>
                  </a:lnTo>
                  <a:lnTo>
                    <a:pt x="133350" y="1282"/>
                  </a:lnTo>
                  <a:lnTo>
                    <a:pt x="133350" y="0"/>
                  </a:lnTo>
                  <a:close/>
                </a:path>
              </a:pathLst>
            </a:custGeom>
            <a:solidFill>
              <a:srgbClr val="F10200"/>
            </a:solidFill>
          </p:spPr>
          <p:txBody>
            <a:bodyPr wrap="square" lIns="0" tIns="0" rIns="0" bIns="0" rtlCol="0"/>
            <a:lstStyle/>
            <a:p/>
          </p:txBody>
        </p:sp>
        <p:sp>
          <p:nvSpPr>
            <p:cNvPr id="1939" name="object 1939"/>
            <p:cNvSpPr/>
            <p:nvPr/>
          </p:nvSpPr>
          <p:spPr>
            <a:xfrm>
              <a:off x="8585199" y="1649730"/>
              <a:ext cx="127000" cy="7620"/>
            </a:xfrm>
            <a:custGeom>
              <a:avLst/>
              <a:gdLst/>
              <a:ahLst/>
              <a:cxnLst/>
              <a:rect l="l" t="t" r="r" b="b"/>
              <a:pathLst>
                <a:path w="127000" h="7619">
                  <a:moveTo>
                    <a:pt x="13970" y="0"/>
                  </a:moveTo>
                  <a:lnTo>
                    <a:pt x="0" y="0"/>
                  </a:lnTo>
                  <a:lnTo>
                    <a:pt x="0" y="7620"/>
                  </a:lnTo>
                  <a:lnTo>
                    <a:pt x="12700" y="7620"/>
                  </a:lnTo>
                  <a:lnTo>
                    <a:pt x="12700" y="2540"/>
                  </a:lnTo>
                  <a:lnTo>
                    <a:pt x="13970" y="2540"/>
                  </a:lnTo>
                  <a:lnTo>
                    <a:pt x="13970" y="0"/>
                  </a:lnTo>
                  <a:close/>
                </a:path>
                <a:path w="127000" h="7619">
                  <a:moveTo>
                    <a:pt x="118110" y="6350"/>
                  </a:moveTo>
                  <a:lnTo>
                    <a:pt x="64770" y="6350"/>
                  </a:lnTo>
                  <a:lnTo>
                    <a:pt x="64770" y="7620"/>
                  </a:lnTo>
                  <a:lnTo>
                    <a:pt x="118110" y="7620"/>
                  </a:lnTo>
                  <a:lnTo>
                    <a:pt x="118110" y="6350"/>
                  </a:lnTo>
                  <a:close/>
                </a:path>
                <a:path w="127000" h="7619">
                  <a:moveTo>
                    <a:pt x="119379" y="5080"/>
                  </a:moveTo>
                  <a:lnTo>
                    <a:pt x="62229" y="5080"/>
                  </a:lnTo>
                  <a:lnTo>
                    <a:pt x="62229" y="6350"/>
                  </a:lnTo>
                  <a:lnTo>
                    <a:pt x="119379" y="6350"/>
                  </a:lnTo>
                  <a:lnTo>
                    <a:pt x="119379" y="5080"/>
                  </a:lnTo>
                  <a:close/>
                </a:path>
                <a:path w="127000" h="7619">
                  <a:moveTo>
                    <a:pt x="121920" y="3810"/>
                  </a:moveTo>
                  <a:lnTo>
                    <a:pt x="59690" y="3810"/>
                  </a:lnTo>
                  <a:lnTo>
                    <a:pt x="59690" y="5080"/>
                  </a:lnTo>
                  <a:lnTo>
                    <a:pt x="121920" y="5080"/>
                  </a:lnTo>
                  <a:lnTo>
                    <a:pt x="121920" y="3810"/>
                  </a:lnTo>
                  <a:close/>
                </a:path>
                <a:path w="127000" h="7619">
                  <a:moveTo>
                    <a:pt x="124460" y="2540"/>
                  </a:moveTo>
                  <a:lnTo>
                    <a:pt x="58420" y="2540"/>
                  </a:lnTo>
                  <a:lnTo>
                    <a:pt x="58420" y="3810"/>
                  </a:lnTo>
                  <a:lnTo>
                    <a:pt x="124460" y="3810"/>
                  </a:lnTo>
                  <a:lnTo>
                    <a:pt x="124460" y="2540"/>
                  </a:lnTo>
                  <a:close/>
                </a:path>
                <a:path w="127000" h="7619">
                  <a:moveTo>
                    <a:pt x="125729" y="1270"/>
                  </a:moveTo>
                  <a:lnTo>
                    <a:pt x="55879" y="1270"/>
                  </a:lnTo>
                  <a:lnTo>
                    <a:pt x="55879" y="2540"/>
                  </a:lnTo>
                  <a:lnTo>
                    <a:pt x="125729" y="2540"/>
                  </a:lnTo>
                  <a:lnTo>
                    <a:pt x="125729" y="1270"/>
                  </a:lnTo>
                  <a:close/>
                </a:path>
                <a:path w="127000" h="7619">
                  <a:moveTo>
                    <a:pt x="127000" y="0"/>
                  </a:moveTo>
                  <a:lnTo>
                    <a:pt x="52070" y="0"/>
                  </a:lnTo>
                  <a:lnTo>
                    <a:pt x="52070" y="1270"/>
                  </a:lnTo>
                  <a:lnTo>
                    <a:pt x="127000" y="1270"/>
                  </a:lnTo>
                  <a:lnTo>
                    <a:pt x="127000" y="0"/>
                  </a:lnTo>
                  <a:close/>
                </a:path>
              </a:pathLst>
            </a:custGeom>
            <a:solidFill>
              <a:srgbClr val="F40100"/>
            </a:solidFill>
          </p:spPr>
          <p:txBody>
            <a:bodyPr wrap="square" lIns="0" tIns="0" rIns="0" bIns="0" rtlCol="0"/>
            <a:lstStyle/>
            <a:p/>
          </p:txBody>
        </p:sp>
        <p:sp>
          <p:nvSpPr>
            <p:cNvPr id="1940" name="object 1940"/>
            <p:cNvSpPr/>
            <p:nvPr/>
          </p:nvSpPr>
          <p:spPr>
            <a:xfrm>
              <a:off x="8585199" y="1657350"/>
              <a:ext cx="114300" cy="6350"/>
            </a:xfrm>
            <a:custGeom>
              <a:avLst/>
              <a:gdLst/>
              <a:ahLst/>
              <a:cxnLst/>
              <a:rect l="l" t="t" r="r" b="b"/>
              <a:pathLst>
                <a:path w="114300" h="6350">
                  <a:moveTo>
                    <a:pt x="96520" y="5080"/>
                  </a:moveTo>
                  <a:lnTo>
                    <a:pt x="83820" y="5080"/>
                  </a:lnTo>
                  <a:lnTo>
                    <a:pt x="83820" y="6350"/>
                  </a:lnTo>
                  <a:lnTo>
                    <a:pt x="96520" y="6350"/>
                  </a:lnTo>
                  <a:lnTo>
                    <a:pt x="96520" y="5080"/>
                  </a:lnTo>
                  <a:close/>
                </a:path>
                <a:path w="114300" h="6350">
                  <a:moveTo>
                    <a:pt x="106680" y="3810"/>
                  </a:moveTo>
                  <a:lnTo>
                    <a:pt x="78740" y="3810"/>
                  </a:lnTo>
                  <a:lnTo>
                    <a:pt x="78740" y="5080"/>
                  </a:lnTo>
                  <a:lnTo>
                    <a:pt x="106680" y="5080"/>
                  </a:lnTo>
                  <a:lnTo>
                    <a:pt x="106680" y="3810"/>
                  </a:lnTo>
                  <a:close/>
                </a:path>
                <a:path w="114300" h="6350">
                  <a:moveTo>
                    <a:pt x="107950" y="2540"/>
                  </a:moveTo>
                  <a:lnTo>
                    <a:pt x="72390" y="2540"/>
                  </a:lnTo>
                  <a:lnTo>
                    <a:pt x="72390" y="3810"/>
                  </a:lnTo>
                  <a:lnTo>
                    <a:pt x="107950" y="3810"/>
                  </a:lnTo>
                  <a:lnTo>
                    <a:pt x="107950" y="2540"/>
                  </a:lnTo>
                  <a:close/>
                </a:path>
                <a:path w="114300" h="6350">
                  <a:moveTo>
                    <a:pt x="111759" y="1270"/>
                  </a:moveTo>
                  <a:lnTo>
                    <a:pt x="69850" y="1270"/>
                  </a:lnTo>
                  <a:lnTo>
                    <a:pt x="69850" y="2540"/>
                  </a:lnTo>
                  <a:lnTo>
                    <a:pt x="111759" y="2540"/>
                  </a:lnTo>
                  <a:lnTo>
                    <a:pt x="111759" y="1270"/>
                  </a:lnTo>
                  <a:close/>
                </a:path>
                <a:path w="114300" h="6350">
                  <a:moveTo>
                    <a:pt x="114300" y="0"/>
                  </a:moveTo>
                  <a:lnTo>
                    <a:pt x="66040" y="0"/>
                  </a:lnTo>
                  <a:lnTo>
                    <a:pt x="66040" y="1270"/>
                  </a:lnTo>
                  <a:lnTo>
                    <a:pt x="114300" y="1270"/>
                  </a:lnTo>
                  <a:lnTo>
                    <a:pt x="114300" y="0"/>
                  </a:lnTo>
                  <a:close/>
                </a:path>
                <a:path w="114300" h="6350">
                  <a:moveTo>
                    <a:pt x="11429" y="0"/>
                  </a:moveTo>
                  <a:lnTo>
                    <a:pt x="0" y="0"/>
                  </a:lnTo>
                  <a:lnTo>
                    <a:pt x="0" y="5080"/>
                  </a:lnTo>
                  <a:lnTo>
                    <a:pt x="10159" y="5080"/>
                  </a:lnTo>
                  <a:lnTo>
                    <a:pt x="10159" y="2540"/>
                  </a:lnTo>
                  <a:lnTo>
                    <a:pt x="11429" y="2540"/>
                  </a:lnTo>
                  <a:lnTo>
                    <a:pt x="11429" y="0"/>
                  </a:lnTo>
                  <a:close/>
                </a:path>
              </a:pathLst>
            </a:custGeom>
            <a:solidFill>
              <a:srgbClr val="F70100"/>
            </a:solidFill>
          </p:spPr>
          <p:txBody>
            <a:bodyPr wrap="square" lIns="0" tIns="0" rIns="0" bIns="0" rtlCol="0"/>
            <a:lstStyle/>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946">
                                            <p:txEl>
                                              <p:pRg st="0" end="0"/>
                                            </p:txEl>
                                          </p:spTgt>
                                        </p:tgtEl>
                                        <p:attrNameLst>
                                          <p:attrName>style.visibility</p:attrName>
                                        </p:attrNameLst>
                                      </p:cBhvr>
                                      <p:to>
                                        <p:strVal val="visible"/>
                                      </p:to>
                                    </p:set>
                                    <p:anim calcmode="lin" valueType="num">
                                      <p:cBhvr additive="base">
                                        <p:cTn id="7" dur="500" fill="hold"/>
                                        <p:tgtEl>
                                          <p:spTgt spid="1946">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9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946">
                                            <p:txEl>
                                              <p:pRg st="1" end="1"/>
                                            </p:txEl>
                                          </p:spTgt>
                                        </p:tgtEl>
                                        <p:attrNameLst>
                                          <p:attrName>style.visibility</p:attrName>
                                        </p:attrNameLst>
                                      </p:cBhvr>
                                      <p:to>
                                        <p:strVal val="visible"/>
                                      </p:to>
                                    </p:set>
                                    <p:anim calcmode="lin" valueType="num">
                                      <p:cBhvr additive="base">
                                        <p:cTn id="13" dur="500" fill="hold"/>
                                        <p:tgtEl>
                                          <p:spTgt spid="1946">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9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946">
                                            <p:txEl>
                                              <p:pRg st="2" end="2"/>
                                            </p:txEl>
                                          </p:spTgt>
                                        </p:tgtEl>
                                        <p:attrNameLst>
                                          <p:attrName>style.visibility</p:attrName>
                                        </p:attrNameLst>
                                      </p:cBhvr>
                                      <p:to>
                                        <p:strVal val="visible"/>
                                      </p:to>
                                    </p:set>
                                    <p:anim calcmode="lin" valueType="num">
                                      <p:cBhvr additive="base">
                                        <p:cTn id="19" dur="500" fill="hold"/>
                                        <p:tgtEl>
                                          <p:spTgt spid="1946">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9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946">
                                            <p:txEl>
                                              <p:pRg st="3" end="3"/>
                                            </p:txEl>
                                          </p:spTgt>
                                        </p:tgtEl>
                                        <p:attrNameLst>
                                          <p:attrName>style.visibility</p:attrName>
                                        </p:attrNameLst>
                                      </p:cBhvr>
                                      <p:to>
                                        <p:strVal val="visible"/>
                                      </p:to>
                                    </p:set>
                                    <p:anim calcmode="lin" valueType="num">
                                      <p:cBhvr additive="base">
                                        <p:cTn id="25" dur="500" fill="hold"/>
                                        <p:tgtEl>
                                          <p:spTgt spid="1946">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94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946">
                                            <p:txEl>
                                              <p:pRg st="4" end="4"/>
                                            </p:txEl>
                                          </p:spTgt>
                                        </p:tgtEl>
                                        <p:attrNameLst>
                                          <p:attrName>style.visibility</p:attrName>
                                        </p:attrNameLst>
                                      </p:cBhvr>
                                      <p:to>
                                        <p:strVal val="visible"/>
                                      </p:to>
                                    </p:set>
                                    <p:anim calcmode="lin" valueType="num">
                                      <p:cBhvr additive="base">
                                        <p:cTn id="31" dur="500" fill="hold"/>
                                        <p:tgtEl>
                                          <p:spTgt spid="1946">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946">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946">
                                            <p:txEl>
                                              <p:pRg st="5" end="5"/>
                                            </p:txEl>
                                          </p:spTgt>
                                        </p:tgtEl>
                                        <p:attrNameLst>
                                          <p:attrName>style.visibility</p:attrName>
                                        </p:attrNameLst>
                                      </p:cBhvr>
                                      <p:to>
                                        <p:strVal val="visible"/>
                                      </p:to>
                                    </p:set>
                                    <p:anim calcmode="lin" valueType="num">
                                      <p:cBhvr additive="base">
                                        <p:cTn id="37" dur="500" fill="hold"/>
                                        <p:tgtEl>
                                          <p:spTgt spid="1946">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946">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29" name="Title 928"/>
          <p:cNvSpPr>
            <a:spLocks noGrp="1"/>
          </p:cNvSpPr>
          <p:nvPr>
            <p:ph type="title"/>
          </p:nvPr>
        </p:nvSpPr>
        <p:spPr>
          <a:xfrm>
            <a:off x="469265" y="2167890"/>
            <a:ext cx="8205469" cy="430530"/>
          </a:xfrm>
        </p:spPr>
        <p:txBody>
          <a:bodyPr/>
          <a:p>
            <a:r>
              <a:rPr lang="en-IN" altLang="en-US"/>
              <a:t>                     </a:t>
            </a:r>
            <a:r>
              <a:rPr lang="en-IN" altLang="en-US" sz="2800"/>
              <a:t>DISCRIMINATIVE LISTENING</a:t>
            </a:r>
            <a:endParaRPr lang="en-IN" altLang="en-US" sz="2800"/>
          </a:p>
        </p:txBody>
      </p:sp>
      <p:sp>
        <p:nvSpPr>
          <p:cNvPr id="930" name="Text Placeholder 929"/>
          <p:cNvSpPr>
            <a:spLocks noGrp="1"/>
          </p:cNvSpPr>
          <p:nvPr>
            <p:ph type="body" idx="1"/>
          </p:nvPr>
        </p:nvSpPr>
        <p:spPr>
          <a:xfrm>
            <a:off x="534669" y="2457450"/>
            <a:ext cx="8153400" cy="3323590"/>
          </a:xfrm>
        </p:spPr>
        <p:txBody>
          <a:bodyPr/>
          <a:p>
            <a:endParaRPr lang="en-US" sz="2400"/>
          </a:p>
          <a:p>
            <a:pPr marL="342900" indent="-342900">
              <a:buFont typeface="Wingdings" panose="05000000000000000000" charset="0"/>
              <a:buChar char="Ø"/>
            </a:pPr>
            <a:r>
              <a:rPr lang="en-IN" altLang="en-US" sz="2400"/>
              <a:t> When the listener discriminates the sounds while listening, it is called discriminative listening.</a:t>
            </a:r>
            <a:endParaRPr lang="en-IN" altLang="en-US" sz="2400"/>
          </a:p>
          <a:p>
            <a:pPr marL="342900" indent="-342900">
              <a:buFont typeface="Wingdings" panose="05000000000000000000" charset="0"/>
              <a:buChar char="Ø"/>
            </a:pPr>
            <a:r>
              <a:rPr lang="en-IN" altLang="en-US" sz="2400"/>
              <a:t>It is the first stage of listening.</a:t>
            </a:r>
            <a:endParaRPr lang="en-IN" altLang="en-US" sz="2400"/>
          </a:p>
          <a:p>
            <a:pPr marL="342900" indent="-342900">
              <a:buFont typeface="Wingdings" panose="05000000000000000000" charset="0"/>
              <a:buChar char="Ø"/>
            </a:pPr>
            <a:r>
              <a:rPr lang="en-IN" altLang="en-US" sz="2400"/>
              <a:t> It is all about distinguishing between sounds and individual words.</a:t>
            </a:r>
            <a:endParaRPr lang="en-IN" altLang="en-US" sz="2400"/>
          </a:p>
          <a:p>
            <a:pPr marL="342900" indent="-342900">
              <a:buFont typeface="Wingdings" panose="05000000000000000000" charset="0"/>
              <a:buChar char="Ø"/>
            </a:pPr>
            <a:r>
              <a:rPr lang="en-IN" altLang="en-US" sz="2400"/>
              <a:t> A person recognizes the sounds and identifies the speaker.</a:t>
            </a:r>
            <a:endParaRPr lang="en-IN" altLang="en-US" sz="2400"/>
          </a:p>
          <a:p>
            <a:pPr marL="342900" indent="-342900">
              <a:buFont typeface="Wingdings" panose="05000000000000000000" charset="0"/>
              <a:buChar char="Ø"/>
            </a:pPr>
            <a:r>
              <a:rPr lang="en-IN" altLang="en-US" sz="2400"/>
              <a:t> This is easier when one uses mother tougue.</a:t>
            </a:r>
            <a:endParaRPr lang="en-IN" altLang="en-US" sz="2400"/>
          </a:p>
        </p:txBody>
      </p:sp>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33500" y="855980"/>
            <a:ext cx="668020" cy="830580"/>
            <a:chOff x="1333500" y="855980"/>
            <a:chExt cx="668020" cy="830580"/>
          </a:xfrm>
        </p:grpSpPr>
        <p:sp>
          <p:nvSpPr>
            <p:cNvPr id="374" name="object 374"/>
            <p:cNvSpPr/>
            <p:nvPr/>
          </p:nvSpPr>
          <p:spPr>
            <a:xfrm>
              <a:off x="1333500" y="855979"/>
              <a:ext cx="462280" cy="54610"/>
            </a:xfrm>
            <a:custGeom>
              <a:avLst/>
              <a:gdLst/>
              <a:ahLst/>
              <a:cxnLst/>
              <a:rect l="l" t="t" r="r" b="b"/>
              <a:pathLst>
                <a:path w="462280" h="54609">
                  <a:moveTo>
                    <a:pt x="462280" y="0"/>
                  </a:moveTo>
                  <a:lnTo>
                    <a:pt x="0" y="0"/>
                  </a:lnTo>
                  <a:lnTo>
                    <a:pt x="0" y="26670"/>
                  </a:lnTo>
                  <a:lnTo>
                    <a:pt x="0" y="54610"/>
                  </a:lnTo>
                  <a:lnTo>
                    <a:pt x="462280" y="54610"/>
                  </a:lnTo>
                  <a:lnTo>
                    <a:pt x="462280" y="26670"/>
                  </a:lnTo>
                  <a:lnTo>
                    <a:pt x="462280" y="0"/>
                  </a:lnTo>
                  <a:close/>
                </a:path>
              </a:pathLst>
            </a:custGeom>
            <a:solidFill>
              <a:srgbClr val="10101C"/>
            </a:solidFill>
          </p:spPr>
          <p:txBody>
            <a:bodyPr wrap="square" lIns="0" tIns="0" rIns="0" bIns="0" rtlCol="0"/>
            <a:lstStyle/>
            <a:p/>
          </p:txBody>
        </p:sp>
        <p:sp>
          <p:nvSpPr>
            <p:cNvPr id="375" name="object 375"/>
            <p:cNvSpPr/>
            <p:nvPr/>
          </p:nvSpPr>
          <p:spPr>
            <a:xfrm>
              <a:off x="1333500" y="910590"/>
              <a:ext cx="462280" cy="27940"/>
            </a:xfrm>
            <a:custGeom>
              <a:avLst/>
              <a:gdLst/>
              <a:ahLst/>
              <a:cxnLst/>
              <a:rect l="l" t="t" r="r" b="b"/>
              <a:pathLst>
                <a:path w="462280" h="27940">
                  <a:moveTo>
                    <a:pt x="0" y="27939"/>
                  </a:moveTo>
                  <a:lnTo>
                    <a:pt x="0" y="0"/>
                  </a:lnTo>
                  <a:lnTo>
                    <a:pt x="462280" y="0"/>
                  </a:lnTo>
                  <a:lnTo>
                    <a:pt x="462280" y="27939"/>
                  </a:lnTo>
                  <a:lnTo>
                    <a:pt x="0" y="27939"/>
                  </a:lnTo>
                  <a:close/>
                </a:path>
              </a:pathLst>
            </a:custGeom>
            <a:solidFill>
              <a:srgbClr val="11111D"/>
            </a:solidFill>
          </p:spPr>
          <p:txBody>
            <a:bodyPr wrap="square" lIns="0" tIns="0" rIns="0" bIns="0" rtlCol="0"/>
            <a:lstStyle/>
            <a:p/>
          </p:txBody>
        </p:sp>
        <p:sp>
          <p:nvSpPr>
            <p:cNvPr id="376" name="object 376"/>
            <p:cNvSpPr/>
            <p:nvPr/>
          </p:nvSpPr>
          <p:spPr>
            <a:xfrm>
              <a:off x="1333500" y="938530"/>
              <a:ext cx="462280" cy="27940"/>
            </a:xfrm>
            <a:custGeom>
              <a:avLst/>
              <a:gdLst/>
              <a:ahLst/>
              <a:cxnLst/>
              <a:rect l="l" t="t" r="r" b="b"/>
              <a:pathLst>
                <a:path w="462280" h="27940">
                  <a:moveTo>
                    <a:pt x="0" y="27940"/>
                  </a:moveTo>
                  <a:lnTo>
                    <a:pt x="0" y="0"/>
                  </a:lnTo>
                  <a:lnTo>
                    <a:pt x="462280" y="0"/>
                  </a:lnTo>
                  <a:lnTo>
                    <a:pt x="462280" y="27940"/>
                  </a:lnTo>
                  <a:lnTo>
                    <a:pt x="0" y="27940"/>
                  </a:lnTo>
                  <a:close/>
                </a:path>
              </a:pathLst>
            </a:custGeom>
            <a:solidFill>
              <a:srgbClr val="11111E"/>
            </a:solidFill>
          </p:spPr>
          <p:txBody>
            <a:bodyPr wrap="square" lIns="0" tIns="0" rIns="0" bIns="0" rtlCol="0"/>
            <a:lstStyle/>
            <a:p/>
          </p:txBody>
        </p:sp>
        <p:sp>
          <p:nvSpPr>
            <p:cNvPr id="377" name="object 377"/>
            <p:cNvSpPr/>
            <p:nvPr/>
          </p:nvSpPr>
          <p:spPr>
            <a:xfrm>
              <a:off x="1333500" y="966470"/>
              <a:ext cx="462280" cy="26670"/>
            </a:xfrm>
            <a:custGeom>
              <a:avLst/>
              <a:gdLst/>
              <a:ahLst/>
              <a:cxnLst/>
              <a:rect l="l" t="t" r="r" b="b"/>
              <a:pathLst>
                <a:path w="462280" h="26669">
                  <a:moveTo>
                    <a:pt x="0" y="26669"/>
                  </a:moveTo>
                  <a:lnTo>
                    <a:pt x="0" y="0"/>
                  </a:lnTo>
                  <a:lnTo>
                    <a:pt x="462280" y="0"/>
                  </a:lnTo>
                  <a:lnTo>
                    <a:pt x="462280" y="26669"/>
                  </a:lnTo>
                  <a:lnTo>
                    <a:pt x="0" y="26669"/>
                  </a:lnTo>
                  <a:close/>
                </a:path>
              </a:pathLst>
            </a:custGeom>
            <a:solidFill>
              <a:srgbClr val="12121F"/>
            </a:solidFill>
          </p:spPr>
          <p:txBody>
            <a:bodyPr wrap="square" lIns="0" tIns="0" rIns="0" bIns="0" rtlCol="0"/>
            <a:lstStyle/>
            <a:p/>
          </p:txBody>
        </p:sp>
        <p:sp>
          <p:nvSpPr>
            <p:cNvPr id="378" name="object 378"/>
            <p:cNvSpPr/>
            <p:nvPr/>
          </p:nvSpPr>
          <p:spPr>
            <a:xfrm>
              <a:off x="1333500" y="993140"/>
              <a:ext cx="462280" cy="27940"/>
            </a:xfrm>
            <a:custGeom>
              <a:avLst/>
              <a:gdLst/>
              <a:ahLst/>
              <a:cxnLst/>
              <a:rect l="l" t="t" r="r" b="b"/>
              <a:pathLst>
                <a:path w="462280" h="27940">
                  <a:moveTo>
                    <a:pt x="0" y="27939"/>
                  </a:moveTo>
                  <a:lnTo>
                    <a:pt x="0" y="0"/>
                  </a:lnTo>
                  <a:lnTo>
                    <a:pt x="462280" y="0"/>
                  </a:lnTo>
                  <a:lnTo>
                    <a:pt x="462280" y="27939"/>
                  </a:lnTo>
                  <a:lnTo>
                    <a:pt x="0" y="27939"/>
                  </a:lnTo>
                  <a:close/>
                </a:path>
              </a:pathLst>
            </a:custGeom>
            <a:solidFill>
              <a:srgbClr val="121220"/>
            </a:solidFill>
          </p:spPr>
          <p:txBody>
            <a:bodyPr wrap="square" lIns="0" tIns="0" rIns="0" bIns="0" rtlCol="0"/>
            <a:lstStyle/>
            <a:p/>
          </p:txBody>
        </p:sp>
        <p:sp>
          <p:nvSpPr>
            <p:cNvPr id="379" name="object 379"/>
            <p:cNvSpPr/>
            <p:nvPr/>
          </p:nvSpPr>
          <p:spPr>
            <a:xfrm>
              <a:off x="1333500" y="1021080"/>
              <a:ext cx="462280" cy="27940"/>
            </a:xfrm>
            <a:custGeom>
              <a:avLst/>
              <a:gdLst/>
              <a:ahLst/>
              <a:cxnLst/>
              <a:rect l="l" t="t" r="r" b="b"/>
              <a:pathLst>
                <a:path w="462280" h="27940">
                  <a:moveTo>
                    <a:pt x="0" y="27940"/>
                  </a:moveTo>
                  <a:lnTo>
                    <a:pt x="0" y="0"/>
                  </a:lnTo>
                  <a:lnTo>
                    <a:pt x="462280" y="0"/>
                  </a:lnTo>
                  <a:lnTo>
                    <a:pt x="462280" y="27940"/>
                  </a:lnTo>
                  <a:lnTo>
                    <a:pt x="0" y="27940"/>
                  </a:lnTo>
                  <a:close/>
                </a:path>
              </a:pathLst>
            </a:custGeom>
            <a:solidFill>
              <a:srgbClr val="131321"/>
            </a:solidFill>
          </p:spPr>
          <p:txBody>
            <a:bodyPr wrap="square" lIns="0" tIns="0" rIns="0" bIns="0" rtlCol="0"/>
            <a:lstStyle/>
            <a:p/>
          </p:txBody>
        </p:sp>
        <p:sp>
          <p:nvSpPr>
            <p:cNvPr id="380" name="object 380"/>
            <p:cNvSpPr/>
            <p:nvPr/>
          </p:nvSpPr>
          <p:spPr>
            <a:xfrm>
              <a:off x="1333500" y="1049020"/>
              <a:ext cx="462280" cy="27940"/>
            </a:xfrm>
            <a:custGeom>
              <a:avLst/>
              <a:gdLst/>
              <a:ahLst/>
              <a:cxnLst/>
              <a:rect l="l" t="t" r="r" b="b"/>
              <a:pathLst>
                <a:path w="462280" h="27940">
                  <a:moveTo>
                    <a:pt x="0" y="27939"/>
                  </a:moveTo>
                  <a:lnTo>
                    <a:pt x="0" y="0"/>
                  </a:lnTo>
                  <a:lnTo>
                    <a:pt x="462280" y="0"/>
                  </a:lnTo>
                  <a:lnTo>
                    <a:pt x="462280" y="27939"/>
                  </a:lnTo>
                  <a:lnTo>
                    <a:pt x="0" y="27939"/>
                  </a:lnTo>
                  <a:close/>
                </a:path>
              </a:pathLst>
            </a:custGeom>
            <a:solidFill>
              <a:srgbClr val="141422"/>
            </a:solidFill>
          </p:spPr>
          <p:txBody>
            <a:bodyPr wrap="square" lIns="0" tIns="0" rIns="0" bIns="0" rtlCol="0"/>
            <a:lstStyle/>
            <a:p/>
          </p:txBody>
        </p:sp>
        <p:sp>
          <p:nvSpPr>
            <p:cNvPr id="381" name="object 381"/>
            <p:cNvSpPr/>
            <p:nvPr/>
          </p:nvSpPr>
          <p:spPr>
            <a:xfrm>
              <a:off x="1333500" y="1076959"/>
              <a:ext cx="462280" cy="27940"/>
            </a:xfrm>
            <a:custGeom>
              <a:avLst/>
              <a:gdLst/>
              <a:ahLst/>
              <a:cxnLst/>
              <a:rect l="l" t="t" r="r" b="b"/>
              <a:pathLst>
                <a:path w="462280" h="27940">
                  <a:moveTo>
                    <a:pt x="462280" y="0"/>
                  </a:moveTo>
                  <a:lnTo>
                    <a:pt x="0" y="0"/>
                  </a:lnTo>
                  <a:lnTo>
                    <a:pt x="0" y="17780"/>
                  </a:lnTo>
                  <a:lnTo>
                    <a:pt x="0" y="19050"/>
                  </a:lnTo>
                  <a:lnTo>
                    <a:pt x="144780" y="19050"/>
                  </a:lnTo>
                  <a:lnTo>
                    <a:pt x="144780" y="27940"/>
                  </a:lnTo>
                  <a:lnTo>
                    <a:pt x="317500" y="27940"/>
                  </a:lnTo>
                  <a:lnTo>
                    <a:pt x="317500" y="19050"/>
                  </a:lnTo>
                  <a:lnTo>
                    <a:pt x="317500" y="17780"/>
                  </a:lnTo>
                  <a:lnTo>
                    <a:pt x="462280" y="17780"/>
                  </a:lnTo>
                  <a:lnTo>
                    <a:pt x="462280" y="0"/>
                  </a:lnTo>
                  <a:close/>
                </a:path>
              </a:pathLst>
            </a:custGeom>
            <a:solidFill>
              <a:srgbClr val="141423"/>
            </a:solidFill>
          </p:spPr>
          <p:txBody>
            <a:bodyPr wrap="square" lIns="0" tIns="0" rIns="0" bIns="0" rtlCol="0"/>
            <a:lstStyle/>
            <a:p/>
          </p:txBody>
        </p:sp>
        <p:sp>
          <p:nvSpPr>
            <p:cNvPr id="382" name="object 382"/>
            <p:cNvSpPr/>
            <p:nvPr/>
          </p:nvSpPr>
          <p:spPr>
            <a:xfrm>
              <a:off x="1478279" y="1104900"/>
              <a:ext cx="172720" cy="26670"/>
            </a:xfrm>
            <a:custGeom>
              <a:avLst/>
              <a:gdLst/>
              <a:ahLst/>
              <a:cxnLst/>
              <a:rect l="l" t="t" r="r" b="b"/>
              <a:pathLst>
                <a:path w="172719" h="26669">
                  <a:moveTo>
                    <a:pt x="0" y="26670"/>
                  </a:moveTo>
                  <a:lnTo>
                    <a:pt x="0" y="0"/>
                  </a:lnTo>
                  <a:lnTo>
                    <a:pt x="172719" y="0"/>
                  </a:lnTo>
                  <a:lnTo>
                    <a:pt x="172719" y="26670"/>
                  </a:lnTo>
                  <a:lnTo>
                    <a:pt x="0" y="26670"/>
                  </a:lnTo>
                  <a:close/>
                </a:path>
              </a:pathLst>
            </a:custGeom>
            <a:solidFill>
              <a:srgbClr val="151524"/>
            </a:solidFill>
          </p:spPr>
          <p:txBody>
            <a:bodyPr wrap="square" lIns="0" tIns="0" rIns="0" bIns="0" rtlCol="0"/>
            <a:lstStyle/>
            <a:p/>
          </p:txBody>
        </p:sp>
        <p:sp>
          <p:nvSpPr>
            <p:cNvPr id="383" name="object 383"/>
            <p:cNvSpPr/>
            <p:nvPr/>
          </p:nvSpPr>
          <p:spPr>
            <a:xfrm>
              <a:off x="1478279" y="113157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51525"/>
            </a:solidFill>
          </p:spPr>
          <p:txBody>
            <a:bodyPr wrap="square" lIns="0" tIns="0" rIns="0" bIns="0" rtlCol="0"/>
            <a:lstStyle/>
            <a:p/>
          </p:txBody>
        </p:sp>
        <p:sp>
          <p:nvSpPr>
            <p:cNvPr id="384" name="object 384"/>
            <p:cNvSpPr/>
            <p:nvPr/>
          </p:nvSpPr>
          <p:spPr>
            <a:xfrm>
              <a:off x="1478279" y="115951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61626"/>
            </a:solidFill>
          </p:spPr>
          <p:txBody>
            <a:bodyPr wrap="square" lIns="0" tIns="0" rIns="0" bIns="0" rtlCol="0"/>
            <a:lstStyle/>
            <a:p/>
          </p:txBody>
        </p:sp>
        <p:sp>
          <p:nvSpPr>
            <p:cNvPr id="385" name="object 385"/>
            <p:cNvSpPr/>
            <p:nvPr/>
          </p:nvSpPr>
          <p:spPr>
            <a:xfrm>
              <a:off x="1478279" y="118745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61627"/>
            </a:solidFill>
          </p:spPr>
          <p:txBody>
            <a:bodyPr wrap="square" lIns="0" tIns="0" rIns="0" bIns="0" rtlCol="0"/>
            <a:lstStyle/>
            <a:p/>
          </p:txBody>
        </p:sp>
        <p:sp>
          <p:nvSpPr>
            <p:cNvPr id="386" name="object 386"/>
            <p:cNvSpPr/>
            <p:nvPr/>
          </p:nvSpPr>
          <p:spPr>
            <a:xfrm>
              <a:off x="1478279" y="121539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71728"/>
            </a:solidFill>
          </p:spPr>
          <p:txBody>
            <a:bodyPr wrap="square" lIns="0" tIns="0" rIns="0" bIns="0" rtlCol="0"/>
            <a:lstStyle/>
            <a:p/>
          </p:txBody>
        </p:sp>
        <p:sp>
          <p:nvSpPr>
            <p:cNvPr id="387" name="object 387"/>
            <p:cNvSpPr/>
            <p:nvPr/>
          </p:nvSpPr>
          <p:spPr>
            <a:xfrm>
              <a:off x="1478279" y="1243330"/>
              <a:ext cx="172720" cy="27940"/>
            </a:xfrm>
            <a:custGeom>
              <a:avLst/>
              <a:gdLst/>
              <a:ahLst/>
              <a:cxnLst/>
              <a:rect l="l" t="t" r="r" b="b"/>
              <a:pathLst>
                <a:path w="172719" h="27940">
                  <a:moveTo>
                    <a:pt x="0" y="27940"/>
                  </a:moveTo>
                  <a:lnTo>
                    <a:pt x="0" y="0"/>
                  </a:lnTo>
                  <a:lnTo>
                    <a:pt x="172719" y="0"/>
                  </a:lnTo>
                  <a:lnTo>
                    <a:pt x="172719" y="27940"/>
                  </a:lnTo>
                  <a:lnTo>
                    <a:pt x="0" y="27940"/>
                  </a:lnTo>
                  <a:close/>
                </a:path>
              </a:pathLst>
            </a:custGeom>
            <a:solidFill>
              <a:srgbClr val="181829"/>
            </a:solidFill>
          </p:spPr>
          <p:txBody>
            <a:bodyPr wrap="square" lIns="0" tIns="0" rIns="0" bIns="0" rtlCol="0"/>
            <a:lstStyle/>
            <a:p/>
          </p:txBody>
        </p:sp>
        <p:sp>
          <p:nvSpPr>
            <p:cNvPr id="388" name="object 388"/>
            <p:cNvSpPr/>
            <p:nvPr/>
          </p:nvSpPr>
          <p:spPr>
            <a:xfrm>
              <a:off x="1478279" y="127127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8182A"/>
            </a:solidFill>
          </p:spPr>
          <p:txBody>
            <a:bodyPr wrap="square" lIns="0" tIns="0" rIns="0" bIns="0" rtlCol="0"/>
            <a:lstStyle/>
            <a:p/>
          </p:txBody>
        </p:sp>
        <p:sp>
          <p:nvSpPr>
            <p:cNvPr id="389" name="object 389"/>
            <p:cNvSpPr/>
            <p:nvPr/>
          </p:nvSpPr>
          <p:spPr>
            <a:xfrm>
              <a:off x="1478279" y="129921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9192B"/>
            </a:solidFill>
          </p:spPr>
          <p:txBody>
            <a:bodyPr wrap="square" lIns="0" tIns="0" rIns="0" bIns="0" rtlCol="0"/>
            <a:lstStyle/>
            <a:p/>
          </p:txBody>
        </p:sp>
        <p:sp>
          <p:nvSpPr>
            <p:cNvPr id="390" name="object 390"/>
            <p:cNvSpPr/>
            <p:nvPr/>
          </p:nvSpPr>
          <p:spPr>
            <a:xfrm>
              <a:off x="1478279" y="1327150"/>
              <a:ext cx="172720" cy="26670"/>
            </a:xfrm>
            <a:custGeom>
              <a:avLst/>
              <a:gdLst/>
              <a:ahLst/>
              <a:cxnLst/>
              <a:rect l="l" t="t" r="r" b="b"/>
              <a:pathLst>
                <a:path w="172719" h="26669">
                  <a:moveTo>
                    <a:pt x="0" y="26670"/>
                  </a:moveTo>
                  <a:lnTo>
                    <a:pt x="0" y="0"/>
                  </a:lnTo>
                  <a:lnTo>
                    <a:pt x="172719" y="0"/>
                  </a:lnTo>
                  <a:lnTo>
                    <a:pt x="172719" y="26670"/>
                  </a:lnTo>
                  <a:lnTo>
                    <a:pt x="0" y="26670"/>
                  </a:lnTo>
                  <a:close/>
                </a:path>
              </a:pathLst>
            </a:custGeom>
            <a:solidFill>
              <a:srgbClr val="19192C"/>
            </a:solidFill>
          </p:spPr>
          <p:txBody>
            <a:bodyPr wrap="square" lIns="0" tIns="0" rIns="0" bIns="0" rtlCol="0"/>
            <a:lstStyle/>
            <a:p/>
          </p:txBody>
        </p:sp>
        <p:sp>
          <p:nvSpPr>
            <p:cNvPr id="391" name="object 391"/>
            <p:cNvSpPr/>
            <p:nvPr/>
          </p:nvSpPr>
          <p:spPr>
            <a:xfrm>
              <a:off x="1478279" y="135382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A1A2D"/>
            </a:solidFill>
          </p:spPr>
          <p:txBody>
            <a:bodyPr wrap="square" lIns="0" tIns="0" rIns="0" bIns="0" rtlCol="0"/>
            <a:lstStyle/>
            <a:p/>
          </p:txBody>
        </p:sp>
        <p:sp>
          <p:nvSpPr>
            <p:cNvPr id="392" name="object 392"/>
            <p:cNvSpPr/>
            <p:nvPr/>
          </p:nvSpPr>
          <p:spPr>
            <a:xfrm>
              <a:off x="1478279" y="138176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B1B2E"/>
            </a:solidFill>
          </p:spPr>
          <p:txBody>
            <a:bodyPr wrap="square" lIns="0" tIns="0" rIns="0" bIns="0" rtlCol="0"/>
            <a:lstStyle/>
            <a:p/>
          </p:txBody>
        </p:sp>
        <p:sp>
          <p:nvSpPr>
            <p:cNvPr id="393" name="object 393"/>
            <p:cNvSpPr/>
            <p:nvPr/>
          </p:nvSpPr>
          <p:spPr>
            <a:xfrm>
              <a:off x="1478279" y="140970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B1B2F"/>
            </a:solidFill>
          </p:spPr>
          <p:txBody>
            <a:bodyPr wrap="square" lIns="0" tIns="0" rIns="0" bIns="0" rtlCol="0"/>
            <a:lstStyle/>
            <a:p/>
          </p:txBody>
        </p:sp>
        <p:sp>
          <p:nvSpPr>
            <p:cNvPr id="394" name="object 394"/>
            <p:cNvSpPr/>
            <p:nvPr/>
          </p:nvSpPr>
          <p:spPr>
            <a:xfrm>
              <a:off x="1478279" y="143764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C1C30"/>
            </a:solidFill>
          </p:spPr>
          <p:txBody>
            <a:bodyPr wrap="square" lIns="0" tIns="0" rIns="0" bIns="0" rtlCol="0"/>
            <a:lstStyle/>
            <a:p/>
          </p:txBody>
        </p:sp>
        <p:sp>
          <p:nvSpPr>
            <p:cNvPr id="395" name="object 395"/>
            <p:cNvSpPr/>
            <p:nvPr/>
          </p:nvSpPr>
          <p:spPr>
            <a:xfrm>
              <a:off x="1478279" y="1465580"/>
              <a:ext cx="172720" cy="27940"/>
            </a:xfrm>
            <a:custGeom>
              <a:avLst/>
              <a:gdLst/>
              <a:ahLst/>
              <a:cxnLst/>
              <a:rect l="l" t="t" r="r" b="b"/>
              <a:pathLst>
                <a:path w="172719" h="27940">
                  <a:moveTo>
                    <a:pt x="0" y="27940"/>
                  </a:moveTo>
                  <a:lnTo>
                    <a:pt x="0" y="0"/>
                  </a:lnTo>
                  <a:lnTo>
                    <a:pt x="172719" y="0"/>
                  </a:lnTo>
                  <a:lnTo>
                    <a:pt x="172719" y="27940"/>
                  </a:lnTo>
                  <a:lnTo>
                    <a:pt x="0" y="27940"/>
                  </a:lnTo>
                  <a:close/>
                </a:path>
              </a:pathLst>
            </a:custGeom>
            <a:solidFill>
              <a:srgbClr val="1C1C31"/>
            </a:solidFill>
          </p:spPr>
          <p:txBody>
            <a:bodyPr wrap="square" lIns="0" tIns="0" rIns="0" bIns="0" rtlCol="0"/>
            <a:lstStyle/>
            <a:p/>
          </p:txBody>
        </p:sp>
        <p:sp>
          <p:nvSpPr>
            <p:cNvPr id="396" name="object 396"/>
            <p:cNvSpPr/>
            <p:nvPr/>
          </p:nvSpPr>
          <p:spPr>
            <a:xfrm>
              <a:off x="1478280" y="1493519"/>
              <a:ext cx="172720" cy="54610"/>
            </a:xfrm>
            <a:custGeom>
              <a:avLst/>
              <a:gdLst/>
              <a:ahLst/>
              <a:cxnLst/>
              <a:rect l="l" t="t" r="r" b="b"/>
              <a:pathLst>
                <a:path w="172719" h="54609">
                  <a:moveTo>
                    <a:pt x="172720" y="0"/>
                  </a:moveTo>
                  <a:lnTo>
                    <a:pt x="0" y="0"/>
                  </a:lnTo>
                  <a:lnTo>
                    <a:pt x="0" y="26670"/>
                  </a:lnTo>
                  <a:lnTo>
                    <a:pt x="0" y="54610"/>
                  </a:lnTo>
                  <a:lnTo>
                    <a:pt x="172720" y="54610"/>
                  </a:lnTo>
                  <a:lnTo>
                    <a:pt x="172720" y="26670"/>
                  </a:lnTo>
                  <a:lnTo>
                    <a:pt x="172720" y="0"/>
                  </a:lnTo>
                  <a:close/>
                </a:path>
              </a:pathLst>
            </a:custGeom>
            <a:solidFill>
              <a:srgbClr val="1D1D33"/>
            </a:solidFill>
          </p:spPr>
          <p:txBody>
            <a:bodyPr wrap="square" lIns="0" tIns="0" rIns="0" bIns="0" rtlCol="0"/>
            <a:lstStyle/>
            <a:p/>
          </p:txBody>
        </p:sp>
        <p:sp>
          <p:nvSpPr>
            <p:cNvPr id="397" name="object 397"/>
            <p:cNvSpPr/>
            <p:nvPr/>
          </p:nvSpPr>
          <p:spPr>
            <a:xfrm>
              <a:off x="1478279" y="1548130"/>
              <a:ext cx="172720" cy="27940"/>
            </a:xfrm>
            <a:custGeom>
              <a:avLst/>
              <a:gdLst/>
              <a:ahLst/>
              <a:cxnLst/>
              <a:rect l="l" t="t" r="r" b="b"/>
              <a:pathLst>
                <a:path w="172719" h="27940">
                  <a:moveTo>
                    <a:pt x="0" y="27940"/>
                  </a:moveTo>
                  <a:lnTo>
                    <a:pt x="0" y="0"/>
                  </a:lnTo>
                  <a:lnTo>
                    <a:pt x="172719" y="0"/>
                  </a:lnTo>
                  <a:lnTo>
                    <a:pt x="172719" y="27940"/>
                  </a:lnTo>
                  <a:lnTo>
                    <a:pt x="0" y="27940"/>
                  </a:lnTo>
                  <a:close/>
                </a:path>
              </a:pathLst>
            </a:custGeom>
            <a:solidFill>
              <a:srgbClr val="1E1E34"/>
            </a:solidFill>
          </p:spPr>
          <p:txBody>
            <a:bodyPr wrap="square" lIns="0" tIns="0" rIns="0" bIns="0" rtlCol="0"/>
            <a:lstStyle/>
            <a:p/>
          </p:txBody>
        </p:sp>
        <p:sp>
          <p:nvSpPr>
            <p:cNvPr id="398" name="object 398"/>
            <p:cNvSpPr/>
            <p:nvPr/>
          </p:nvSpPr>
          <p:spPr>
            <a:xfrm>
              <a:off x="1478279" y="1576070"/>
              <a:ext cx="172720" cy="27940"/>
            </a:xfrm>
            <a:custGeom>
              <a:avLst/>
              <a:gdLst/>
              <a:ahLst/>
              <a:cxnLst/>
              <a:rect l="l" t="t" r="r" b="b"/>
              <a:pathLst>
                <a:path w="172719" h="27940">
                  <a:moveTo>
                    <a:pt x="0" y="27939"/>
                  </a:moveTo>
                  <a:lnTo>
                    <a:pt x="0" y="0"/>
                  </a:lnTo>
                  <a:lnTo>
                    <a:pt x="172719" y="0"/>
                  </a:lnTo>
                  <a:lnTo>
                    <a:pt x="172719" y="27939"/>
                  </a:lnTo>
                  <a:lnTo>
                    <a:pt x="0" y="27939"/>
                  </a:lnTo>
                  <a:close/>
                </a:path>
              </a:pathLst>
            </a:custGeom>
            <a:solidFill>
              <a:srgbClr val="1F1F35"/>
            </a:solidFill>
          </p:spPr>
          <p:txBody>
            <a:bodyPr wrap="square" lIns="0" tIns="0" rIns="0" bIns="0" rtlCol="0"/>
            <a:lstStyle/>
            <a:p/>
          </p:txBody>
        </p:sp>
        <p:sp>
          <p:nvSpPr>
            <p:cNvPr id="399" name="object 399"/>
            <p:cNvSpPr/>
            <p:nvPr/>
          </p:nvSpPr>
          <p:spPr>
            <a:xfrm>
              <a:off x="1478279" y="1604010"/>
              <a:ext cx="172720" cy="27940"/>
            </a:xfrm>
            <a:custGeom>
              <a:avLst/>
              <a:gdLst/>
              <a:ahLst/>
              <a:cxnLst/>
              <a:rect l="l" t="t" r="r" b="b"/>
              <a:pathLst>
                <a:path w="172719" h="27939">
                  <a:moveTo>
                    <a:pt x="0" y="27939"/>
                  </a:moveTo>
                  <a:lnTo>
                    <a:pt x="0" y="0"/>
                  </a:lnTo>
                  <a:lnTo>
                    <a:pt x="172719" y="0"/>
                  </a:lnTo>
                  <a:lnTo>
                    <a:pt x="172719" y="27939"/>
                  </a:lnTo>
                  <a:lnTo>
                    <a:pt x="0" y="27939"/>
                  </a:lnTo>
                  <a:close/>
                </a:path>
              </a:pathLst>
            </a:custGeom>
            <a:solidFill>
              <a:srgbClr val="1F1F36"/>
            </a:solidFill>
          </p:spPr>
          <p:txBody>
            <a:bodyPr wrap="square" lIns="0" tIns="0" rIns="0" bIns="0" rtlCol="0"/>
            <a:lstStyle/>
            <a:p/>
          </p:txBody>
        </p:sp>
        <p:sp>
          <p:nvSpPr>
            <p:cNvPr id="400" name="object 400"/>
            <p:cNvSpPr/>
            <p:nvPr/>
          </p:nvSpPr>
          <p:spPr>
            <a:xfrm>
              <a:off x="1478279" y="1631950"/>
              <a:ext cx="172720" cy="26670"/>
            </a:xfrm>
            <a:custGeom>
              <a:avLst/>
              <a:gdLst/>
              <a:ahLst/>
              <a:cxnLst/>
              <a:rect l="l" t="t" r="r" b="b"/>
              <a:pathLst>
                <a:path w="172719" h="26669">
                  <a:moveTo>
                    <a:pt x="0" y="26670"/>
                  </a:moveTo>
                  <a:lnTo>
                    <a:pt x="0" y="0"/>
                  </a:lnTo>
                  <a:lnTo>
                    <a:pt x="172719" y="0"/>
                  </a:lnTo>
                  <a:lnTo>
                    <a:pt x="172719" y="26670"/>
                  </a:lnTo>
                  <a:lnTo>
                    <a:pt x="0" y="26670"/>
                  </a:lnTo>
                  <a:close/>
                </a:path>
              </a:pathLst>
            </a:custGeom>
            <a:solidFill>
              <a:srgbClr val="202037"/>
            </a:solidFill>
          </p:spPr>
          <p:txBody>
            <a:bodyPr wrap="square" lIns="0" tIns="0" rIns="0" bIns="0" rtlCol="0"/>
            <a:lstStyle/>
            <a:p/>
          </p:txBody>
        </p:sp>
        <p:sp>
          <p:nvSpPr>
            <p:cNvPr id="401" name="object 401"/>
            <p:cNvSpPr/>
            <p:nvPr/>
          </p:nvSpPr>
          <p:spPr>
            <a:xfrm>
              <a:off x="1478279" y="1658620"/>
              <a:ext cx="172720" cy="27940"/>
            </a:xfrm>
            <a:custGeom>
              <a:avLst/>
              <a:gdLst/>
              <a:ahLst/>
              <a:cxnLst/>
              <a:rect l="l" t="t" r="r" b="b"/>
              <a:pathLst>
                <a:path w="172719" h="27939">
                  <a:moveTo>
                    <a:pt x="0" y="27939"/>
                  </a:moveTo>
                  <a:lnTo>
                    <a:pt x="0" y="0"/>
                  </a:lnTo>
                  <a:lnTo>
                    <a:pt x="172719" y="0"/>
                  </a:lnTo>
                  <a:lnTo>
                    <a:pt x="172719" y="27939"/>
                  </a:lnTo>
                  <a:lnTo>
                    <a:pt x="0" y="27939"/>
                  </a:lnTo>
                  <a:close/>
                </a:path>
              </a:pathLst>
            </a:custGeom>
            <a:solidFill>
              <a:srgbClr val="202038"/>
            </a:solidFill>
          </p:spPr>
          <p:txBody>
            <a:bodyPr wrap="square" lIns="0" tIns="0" rIns="0" bIns="0" rtlCol="0"/>
            <a:lstStyle/>
            <a:p/>
          </p:txBody>
        </p:sp>
        <p:sp>
          <p:nvSpPr>
            <p:cNvPr id="402" name="object 402"/>
            <p:cNvSpPr/>
            <p:nvPr/>
          </p:nvSpPr>
          <p:spPr>
            <a:xfrm>
              <a:off x="1833880" y="1071880"/>
              <a:ext cx="167640" cy="0"/>
            </a:xfrm>
            <a:custGeom>
              <a:avLst/>
              <a:gdLst/>
              <a:ahLst/>
              <a:cxnLst/>
              <a:rect l="l" t="t" r="r" b="b"/>
              <a:pathLst>
                <a:path w="167639">
                  <a:moveTo>
                    <a:pt x="0" y="0"/>
                  </a:moveTo>
                  <a:lnTo>
                    <a:pt x="167639" y="0"/>
                  </a:lnTo>
                  <a:lnTo>
                    <a:pt x="0" y="0"/>
                  </a:lnTo>
                  <a:close/>
                </a:path>
              </a:pathLst>
            </a:custGeom>
            <a:solidFill>
              <a:srgbClr val="10101C"/>
            </a:solidFill>
          </p:spPr>
          <p:txBody>
            <a:bodyPr wrap="square" lIns="0" tIns="0" rIns="0" bIns="0" rtlCol="0"/>
            <a:lstStyle/>
            <a:p/>
          </p:txBody>
        </p:sp>
      </p:grpSp>
      <p:sp>
        <p:nvSpPr>
          <p:cNvPr id="403" name="object 403"/>
          <p:cNvSpPr/>
          <p:nvPr/>
        </p:nvSpPr>
        <p:spPr>
          <a:xfrm>
            <a:off x="2113279" y="1071880"/>
            <a:ext cx="157480" cy="0"/>
          </a:xfrm>
          <a:custGeom>
            <a:avLst/>
            <a:gdLst/>
            <a:ahLst/>
            <a:cxnLst/>
            <a:rect l="l" t="t" r="r" b="b"/>
            <a:pathLst>
              <a:path w="157480">
                <a:moveTo>
                  <a:pt x="0" y="0"/>
                </a:moveTo>
                <a:lnTo>
                  <a:pt x="157480" y="0"/>
                </a:lnTo>
                <a:lnTo>
                  <a:pt x="0" y="0"/>
                </a:lnTo>
                <a:close/>
              </a:path>
            </a:pathLst>
          </a:custGeom>
          <a:solidFill>
            <a:srgbClr val="10101C"/>
          </a:solidFill>
        </p:spPr>
        <p:txBody>
          <a:bodyPr wrap="square" lIns="0" tIns="0" rIns="0" bIns="0" rtlCol="0"/>
          <a:lstStyle/>
          <a:p/>
        </p:txBody>
      </p:sp>
      <p:sp>
        <p:nvSpPr>
          <p:cNvPr id="404" name="object 404"/>
          <p:cNvSpPr/>
          <p:nvPr/>
        </p:nvSpPr>
        <p:spPr>
          <a:xfrm>
            <a:off x="1833879" y="1071880"/>
            <a:ext cx="167640" cy="3810"/>
          </a:xfrm>
          <a:custGeom>
            <a:avLst/>
            <a:gdLst/>
            <a:ahLst/>
            <a:cxnLst/>
            <a:rect l="l" t="t" r="r" b="b"/>
            <a:pathLst>
              <a:path w="167639" h="3809">
                <a:moveTo>
                  <a:pt x="167639" y="0"/>
                </a:moveTo>
                <a:lnTo>
                  <a:pt x="0" y="0"/>
                </a:lnTo>
                <a:lnTo>
                  <a:pt x="0" y="3810"/>
                </a:lnTo>
                <a:lnTo>
                  <a:pt x="167639" y="3810"/>
                </a:lnTo>
                <a:lnTo>
                  <a:pt x="167639" y="0"/>
                </a:lnTo>
                <a:close/>
              </a:path>
            </a:pathLst>
          </a:custGeom>
          <a:solidFill>
            <a:srgbClr val="10101C"/>
          </a:solidFill>
        </p:spPr>
        <p:txBody>
          <a:bodyPr wrap="square" lIns="0" tIns="0" rIns="0" bIns="0" rtlCol="0"/>
          <a:lstStyle/>
          <a:p/>
        </p:txBody>
      </p:sp>
      <p:sp>
        <p:nvSpPr>
          <p:cNvPr id="405" name="object 405"/>
          <p:cNvSpPr/>
          <p:nvPr/>
        </p:nvSpPr>
        <p:spPr>
          <a:xfrm>
            <a:off x="2113279" y="1071880"/>
            <a:ext cx="157480" cy="3810"/>
          </a:xfrm>
          <a:custGeom>
            <a:avLst/>
            <a:gdLst/>
            <a:ahLst/>
            <a:cxnLst/>
            <a:rect l="l" t="t" r="r" b="b"/>
            <a:pathLst>
              <a:path w="157480" h="3809">
                <a:moveTo>
                  <a:pt x="157480" y="0"/>
                </a:moveTo>
                <a:lnTo>
                  <a:pt x="0" y="0"/>
                </a:lnTo>
                <a:lnTo>
                  <a:pt x="0" y="3810"/>
                </a:lnTo>
                <a:lnTo>
                  <a:pt x="157480" y="3810"/>
                </a:lnTo>
                <a:lnTo>
                  <a:pt x="157480" y="0"/>
                </a:lnTo>
                <a:close/>
              </a:path>
            </a:pathLst>
          </a:custGeom>
          <a:solidFill>
            <a:srgbClr val="10101C"/>
          </a:solidFill>
        </p:spPr>
        <p:txBody>
          <a:bodyPr wrap="square" lIns="0" tIns="0" rIns="0" bIns="0" rtlCol="0"/>
          <a:lstStyle/>
          <a:p/>
        </p:txBody>
      </p:sp>
      <p:sp>
        <p:nvSpPr>
          <p:cNvPr id="406" name="object 406"/>
          <p:cNvSpPr/>
          <p:nvPr/>
        </p:nvSpPr>
        <p:spPr>
          <a:xfrm>
            <a:off x="1835150" y="1075689"/>
            <a:ext cx="170180" cy="15240"/>
          </a:xfrm>
          <a:custGeom>
            <a:avLst/>
            <a:gdLst/>
            <a:ahLst/>
            <a:cxnLst/>
            <a:rect l="l" t="t" r="r" b="b"/>
            <a:pathLst>
              <a:path w="170180" h="15240">
                <a:moveTo>
                  <a:pt x="170167" y="13970"/>
                </a:moveTo>
                <a:lnTo>
                  <a:pt x="168897" y="13970"/>
                </a:lnTo>
                <a:lnTo>
                  <a:pt x="168897" y="10160"/>
                </a:lnTo>
                <a:lnTo>
                  <a:pt x="168897" y="7620"/>
                </a:lnTo>
                <a:lnTo>
                  <a:pt x="167640" y="7620"/>
                </a:lnTo>
                <a:lnTo>
                  <a:pt x="167640" y="5080"/>
                </a:lnTo>
                <a:lnTo>
                  <a:pt x="167640" y="0"/>
                </a:lnTo>
                <a:lnTo>
                  <a:pt x="0" y="0"/>
                </a:lnTo>
                <a:lnTo>
                  <a:pt x="0" y="5080"/>
                </a:lnTo>
                <a:lnTo>
                  <a:pt x="1270" y="5080"/>
                </a:lnTo>
                <a:lnTo>
                  <a:pt x="1270" y="7620"/>
                </a:lnTo>
                <a:lnTo>
                  <a:pt x="1270" y="10160"/>
                </a:lnTo>
                <a:lnTo>
                  <a:pt x="2540" y="10160"/>
                </a:lnTo>
                <a:lnTo>
                  <a:pt x="2540" y="13970"/>
                </a:lnTo>
                <a:lnTo>
                  <a:pt x="2540" y="15240"/>
                </a:lnTo>
                <a:lnTo>
                  <a:pt x="170167" y="15240"/>
                </a:lnTo>
                <a:lnTo>
                  <a:pt x="170167" y="13970"/>
                </a:lnTo>
                <a:close/>
              </a:path>
            </a:pathLst>
          </a:custGeom>
          <a:solidFill>
            <a:srgbClr val="10101C"/>
          </a:solidFill>
        </p:spPr>
        <p:txBody>
          <a:bodyPr wrap="square" lIns="0" tIns="0" rIns="0" bIns="0" rtlCol="0"/>
          <a:lstStyle/>
          <a:p/>
        </p:txBody>
      </p:sp>
      <p:sp>
        <p:nvSpPr>
          <p:cNvPr id="407" name="object 407"/>
          <p:cNvSpPr/>
          <p:nvPr/>
        </p:nvSpPr>
        <p:spPr>
          <a:xfrm>
            <a:off x="2110740" y="1075689"/>
            <a:ext cx="158750" cy="15240"/>
          </a:xfrm>
          <a:custGeom>
            <a:avLst/>
            <a:gdLst/>
            <a:ahLst/>
            <a:cxnLst/>
            <a:rect l="l" t="t" r="r" b="b"/>
            <a:pathLst>
              <a:path w="158750" h="15240">
                <a:moveTo>
                  <a:pt x="158750" y="0"/>
                </a:moveTo>
                <a:lnTo>
                  <a:pt x="1270" y="0"/>
                </a:lnTo>
                <a:lnTo>
                  <a:pt x="1270" y="5080"/>
                </a:lnTo>
                <a:lnTo>
                  <a:pt x="1270" y="7620"/>
                </a:lnTo>
                <a:lnTo>
                  <a:pt x="0" y="7620"/>
                </a:lnTo>
                <a:lnTo>
                  <a:pt x="0" y="11430"/>
                </a:lnTo>
                <a:lnTo>
                  <a:pt x="0" y="15240"/>
                </a:lnTo>
                <a:lnTo>
                  <a:pt x="156210" y="15240"/>
                </a:lnTo>
                <a:lnTo>
                  <a:pt x="156210" y="11430"/>
                </a:lnTo>
                <a:lnTo>
                  <a:pt x="157480" y="11430"/>
                </a:lnTo>
                <a:lnTo>
                  <a:pt x="157480" y="7620"/>
                </a:lnTo>
                <a:lnTo>
                  <a:pt x="157480" y="5080"/>
                </a:lnTo>
                <a:lnTo>
                  <a:pt x="158750" y="5080"/>
                </a:lnTo>
                <a:lnTo>
                  <a:pt x="158750" y="0"/>
                </a:lnTo>
                <a:close/>
              </a:path>
            </a:pathLst>
          </a:custGeom>
          <a:solidFill>
            <a:srgbClr val="10101C"/>
          </a:solidFill>
        </p:spPr>
        <p:txBody>
          <a:bodyPr wrap="square" lIns="0" tIns="0" rIns="0" bIns="0" rtlCol="0"/>
          <a:lstStyle/>
          <a:p/>
        </p:txBody>
      </p:sp>
      <p:sp>
        <p:nvSpPr>
          <p:cNvPr id="408" name="object 408"/>
          <p:cNvSpPr/>
          <p:nvPr/>
        </p:nvSpPr>
        <p:spPr>
          <a:xfrm>
            <a:off x="1838960" y="1090929"/>
            <a:ext cx="167640" cy="8890"/>
          </a:xfrm>
          <a:custGeom>
            <a:avLst/>
            <a:gdLst/>
            <a:ahLst/>
            <a:cxnLst/>
            <a:rect l="l" t="t" r="r" b="b"/>
            <a:pathLst>
              <a:path w="167639" h="8890">
                <a:moveTo>
                  <a:pt x="167640" y="6350"/>
                </a:moveTo>
                <a:lnTo>
                  <a:pt x="166370" y="6350"/>
                </a:lnTo>
                <a:lnTo>
                  <a:pt x="166370" y="5080"/>
                </a:lnTo>
                <a:lnTo>
                  <a:pt x="166370" y="0"/>
                </a:lnTo>
                <a:lnTo>
                  <a:pt x="0" y="0"/>
                </a:lnTo>
                <a:lnTo>
                  <a:pt x="0" y="5080"/>
                </a:lnTo>
                <a:lnTo>
                  <a:pt x="1270" y="5080"/>
                </a:lnTo>
                <a:lnTo>
                  <a:pt x="1270" y="6350"/>
                </a:lnTo>
                <a:lnTo>
                  <a:pt x="1270" y="8890"/>
                </a:lnTo>
                <a:lnTo>
                  <a:pt x="167640" y="8890"/>
                </a:lnTo>
                <a:lnTo>
                  <a:pt x="167640" y="6350"/>
                </a:lnTo>
                <a:close/>
              </a:path>
            </a:pathLst>
          </a:custGeom>
          <a:solidFill>
            <a:srgbClr val="10101C"/>
          </a:solidFill>
        </p:spPr>
        <p:txBody>
          <a:bodyPr wrap="square" lIns="0" tIns="0" rIns="0" bIns="0" rtlCol="0"/>
          <a:lstStyle/>
          <a:p/>
        </p:txBody>
      </p:sp>
      <p:sp>
        <p:nvSpPr>
          <p:cNvPr id="409" name="object 409"/>
          <p:cNvSpPr/>
          <p:nvPr/>
        </p:nvSpPr>
        <p:spPr>
          <a:xfrm>
            <a:off x="2108200" y="1090929"/>
            <a:ext cx="158750" cy="8890"/>
          </a:xfrm>
          <a:custGeom>
            <a:avLst/>
            <a:gdLst/>
            <a:ahLst/>
            <a:cxnLst/>
            <a:rect l="l" t="t" r="r" b="b"/>
            <a:pathLst>
              <a:path w="158750" h="8890">
                <a:moveTo>
                  <a:pt x="158750" y="0"/>
                </a:moveTo>
                <a:lnTo>
                  <a:pt x="1270" y="0"/>
                </a:lnTo>
                <a:lnTo>
                  <a:pt x="1270" y="2540"/>
                </a:lnTo>
                <a:lnTo>
                  <a:pt x="1270" y="7620"/>
                </a:lnTo>
                <a:lnTo>
                  <a:pt x="0" y="7620"/>
                </a:lnTo>
                <a:lnTo>
                  <a:pt x="0" y="8890"/>
                </a:lnTo>
                <a:lnTo>
                  <a:pt x="156210" y="8890"/>
                </a:lnTo>
                <a:lnTo>
                  <a:pt x="156210" y="7620"/>
                </a:lnTo>
                <a:lnTo>
                  <a:pt x="157480" y="7620"/>
                </a:lnTo>
                <a:lnTo>
                  <a:pt x="157480" y="2540"/>
                </a:lnTo>
                <a:lnTo>
                  <a:pt x="158750" y="2540"/>
                </a:lnTo>
                <a:lnTo>
                  <a:pt x="158750" y="0"/>
                </a:lnTo>
                <a:close/>
              </a:path>
            </a:pathLst>
          </a:custGeom>
          <a:solidFill>
            <a:srgbClr val="10101C"/>
          </a:solidFill>
        </p:spPr>
        <p:txBody>
          <a:bodyPr wrap="square" lIns="0" tIns="0" rIns="0" bIns="0" rtlCol="0"/>
          <a:lstStyle/>
          <a:p/>
        </p:txBody>
      </p:sp>
      <p:sp>
        <p:nvSpPr>
          <p:cNvPr id="410" name="object 410"/>
          <p:cNvSpPr/>
          <p:nvPr/>
        </p:nvSpPr>
        <p:spPr>
          <a:xfrm>
            <a:off x="1840230" y="1099819"/>
            <a:ext cx="171450" cy="27940"/>
          </a:xfrm>
          <a:custGeom>
            <a:avLst/>
            <a:gdLst/>
            <a:ahLst/>
            <a:cxnLst/>
            <a:rect l="l" t="t" r="r" b="b"/>
            <a:pathLst>
              <a:path w="171450" h="27940">
                <a:moveTo>
                  <a:pt x="171450" y="25400"/>
                </a:moveTo>
                <a:lnTo>
                  <a:pt x="170180" y="25400"/>
                </a:lnTo>
                <a:lnTo>
                  <a:pt x="170180" y="21590"/>
                </a:lnTo>
                <a:lnTo>
                  <a:pt x="170180" y="17780"/>
                </a:lnTo>
                <a:lnTo>
                  <a:pt x="168910" y="17780"/>
                </a:lnTo>
                <a:lnTo>
                  <a:pt x="168910" y="16510"/>
                </a:lnTo>
                <a:lnTo>
                  <a:pt x="168910" y="11430"/>
                </a:lnTo>
                <a:lnTo>
                  <a:pt x="167640" y="11430"/>
                </a:lnTo>
                <a:lnTo>
                  <a:pt x="167640" y="6350"/>
                </a:lnTo>
                <a:lnTo>
                  <a:pt x="167640" y="3810"/>
                </a:lnTo>
                <a:lnTo>
                  <a:pt x="166370" y="3810"/>
                </a:lnTo>
                <a:lnTo>
                  <a:pt x="166370" y="1270"/>
                </a:lnTo>
                <a:lnTo>
                  <a:pt x="166370" y="0"/>
                </a:lnTo>
                <a:lnTo>
                  <a:pt x="0" y="0"/>
                </a:lnTo>
                <a:lnTo>
                  <a:pt x="0" y="1270"/>
                </a:lnTo>
                <a:lnTo>
                  <a:pt x="1270" y="1270"/>
                </a:lnTo>
                <a:lnTo>
                  <a:pt x="1270" y="3810"/>
                </a:lnTo>
                <a:lnTo>
                  <a:pt x="1270" y="6350"/>
                </a:lnTo>
                <a:lnTo>
                  <a:pt x="2540" y="6350"/>
                </a:lnTo>
                <a:lnTo>
                  <a:pt x="2540" y="11430"/>
                </a:lnTo>
                <a:lnTo>
                  <a:pt x="3810" y="11430"/>
                </a:lnTo>
                <a:lnTo>
                  <a:pt x="3810" y="16510"/>
                </a:lnTo>
                <a:lnTo>
                  <a:pt x="5080" y="16510"/>
                </a:lnTo>
                <a:lnTo>
                  <a:pt x="5080" y="17780"/>
                </a:lnTo>
                <a:lnTo>
                  <a:pt x="5080" y="21590"/>
                </a:lnTo>
                <a:lnTo>
                  <a:pt x="6350" y="21590"/>
                </a:lnTo>
                <a:lnTo>
                  <a:pt x="6350" y="25400"/>
                </a:lnTo>
                <a:lnTo>
                  <a:pt x="6350" y="26670"/>
                </a:lnTo>
                <a:lnTo>
                  <a:pt x="7620" y="26670"/>
                </a:lnTo>
                <a:lnTo>
                  <a:pt x="7620" y="27940"/>
                </a:lnTo>
                <a:lnTo>
                  <a:pt x="171450" y="27940"/>
                </a:lnTo>
                <a:lnTo>
                  <a:pt x="171450" y="26670"/>
                </a:lnTo>
                <a:lnTo>
                  <a:pt x="171450" y="25400"/>
                </a:lnTo>
                <a:close/>
              </a:path>
            </a:pathLst>
          </a:custGeom>
          <a:solidFill>
            <a:srgbClr val="10101C"/>
          </a:solidFill>
        </p:spPr>
        <p:txBody>
          <a:bodyPr wrap="square" lIns="0" tIns="0" rIns="0" bIns="0" rtlCol="0"/>
          <a:lstStyle/>
          <a:p/>
        </p:txBody>
      </p:sp>
      <p:sp>
        <p:nvSpPr>
          <p:cNvPr id="411" name="object 411"/>
          <p:cNvSpPr/>
          <p:nvPr/>
        </p:nvSpPr>
        <p:spPr>
          <a:xfrm>
            <a:off x="2104390" y="1099819"/>
            <a:ext cx="160020" cy="27940"/>
          </a:xfrm>
          <a:custGeom>
            <a:avLst/>
            <a:gdLst/>
            <a:ahLst/>
            <a:cxnLst/>
            <a:rect l="l" t="t" r="r" b="b"/>
            <a:pathLst>
              <a:path w="160019" h="27940">
                <a:moveTo>
                  <a:pt x="160020" y="0"/>
                </a:moveTo>
                <a:lnTo>
                  <a:pt x="3810" y="0"/>
                </a:lnTo>
                <a:lnTo>
                  <a:pt x="3810" y="5080"/>
                </a:lnTo>
                <a:lnTo>
                  <a:pt x="3810" y="6350"/>
                </a:lnTo>
                <a:lnTo>
                  <a:pt x="2540" y="6350"/>
                </a:lnTo>
                <a:lnTo>
                  <a:pt x="2540" y="10160"/>
                </a:lnTo>
                <a:lnTo>
                  <a:pt x="2540" y="13970"/>
                </a:lnTo>
                <a:lnTo>
                  <a:pt x="1270" y="13970"/>
                </a:lnTo>
                <a:lnTo>
                  <a:pt x="1270" y="16510"/>
                </a:lnTo>
                <a:lnTo>
                  <a:pt x="1270" y="21590"/>
                </a:lnTo>
                <a:lnTo>
                  <a:pt x="0" y="21590"/>
                </a:lnTo>
                <a:lnTo>
                  <a:pt x="0" y="27940"/>
                </a:lnTo>
                <a:lnTo>
                  <a:pt x="154927" y="27940"/>
                </a:lnTo>
                <a:lnTo>
                  <a:pt x="154927" y="21590"/>
                </a:lnTo>
                <a:lnTo>
                  <a:pt x="156210" y="21590"/>
                </a:lnTo>
                <a:lnTo>
                  <a:pt x="156210" y="16510"/>
                </a:lnTo>
                <a:lnTo>
                  <a:pt x="157480" y="16510"/>
                </a:lnTo>
                <a:lnTo>
                  <a:pt x="157480" y="13970"/>
                </a:lnTo>
                <a:lnTo>
                  <a:pt x="157480" y="10160"/>
                </a:lnTo>
                <a:lnTo>
                  <a:pt x="158750" y="10160"/>
                </a:lnTo>
                <a:lnTo>
                  <a:pt x="158750" y="6350"/>
                </a:lnTo>
                <a:lnTo>
                  <a:pt x="158750" y="5080"/>
                </a:lnTo>
                <a:lnTo>
                  <a:pt x="160020" y="5080"/>
                </a:lnTo>
                <a:lnTo>
                  <a:pt x="160020" y="0"/>
                </a:lnTo>
                <a:close/>
              </a:path>
            </a:pathLst>
          </a:custGeom>
          <a:solidFill>
            <a:srgbClr val="10101C"/>
          </a:solidFill>
        </p:spPr>
        <p:txBody>
          <a:bodyPr wrap="square" lIns="0" tIns="0" rIns="0" bIns="0" rtlCol="0"/>
          <a:lstStyle/>
          <a:p/>
        </p:txBody>
      </p:sp>
      <p:sp>
        <p:nvSpPr>
          <p:cNvPr id="412" name="object 412"/>
          <p:cNvSpPr/>
          <p:nvPr/>
        </p:nvSpPr>
        <p:spPr>
          <a:xfrm>
            <a:off x="1847850" y="1127760"/>
            <a:ext cx="163830" cy="1270"/>
          </a:xfrm>
          <a:custGeom>
            <a:avLst/>
            <a:gdLst/>
            <a:ahLst/>
            <a:cxnLst/>
            <a:rect l="l" t="t" r="r" b="b"/>
            <a:pathLst>
              <a:path w="163830" h="1269">
                <a:moveTo>
                  <a:pt x="163830" y="0"/>
                </a:moveTo>
                <a:lnTo>
                  <a:pt x="0" y="0"/>
                </a:lnTo>
                <a:lnTo>
                  <a:pt x="0" y="1269"/>
                </a:lnTo>
                <a:lnTo>
                  <a:pt x="163830" y="1269"/>
                </a:lnTo>
                <a:lnTo>
                  <a:pt x="163830" y="0"/>
                </a:lnTo>
                <a:close/>
              </a:path>
            </a:pathLst>
          </a:custGeom>
          <a:solidFill>
            <a:srgbClr val="11111D"/>
          </a:solidFill>
        </p:spPr>
        <p:txBody>
          <a:bodyPr wrap="square" lIns="0" tIns="0" rIns="0" bIns="0" rtlCol="0"/>
          <a:lstStyle/>
          <a:p/>
        </p:txBody>
      </p:sp>
      <p:sp>
        <p:nvSpPr>
          <p:cNvPr id="413" name="object 413"/>
          <p:cNvSpPr/>
          <p:nvPr/>
        </p:nvSpPr>
        <p:spPr>
          <a:xfrm>
            <a:off x="2104389" y="1127760"/>
            <a:ext cx="153670" cy="1270"/>
          </a:xfrm>
          <a:custGeom>
            <a:avLst/>
            <a:gdLst/>
            <a:ahLst/>
            <a:cxnLst/>
            <a:rect l="l" t="t" r="r" b="b"/>
            <a:pathLst>
              <a:path w="153669" h="1269">
                <a:moveTo>
                  <a:pt x="153669" y="0"/>
                </a:moveTo>
                <a:lnTo>
                  <a:pt x="0" y="0"/>
                </a:lnTo>
                <a:lnTo>
                  <a:pt x="0" y="1269"/>
                </a:lnTo>
                <a:lnTo>
                  <a:pt x="153669" y="1269"/>
                </a:lnTo>
                <a:lnTo>
                  <a:pt x="153669" y="0"/>
                </a:lnTo>
                <a:close/>
              </a:path>
            </a:pathLst>
          </a:custGeom>
          <a:solidFill>
            <a:srgbClr val="11111D"/>
          </a:solidFill>
        </p:spPr>
        <p:txBody>
          <a:bodyPr wrap="square" lIns="0" tIns="0" rIns="0" bIns="0" rtlCol="0"/>
          <a:lstStyle/>
          <a:p/>
        </p:txBody>
      </p:sp>
      <p:sp>
        <p:nvSpPr>
          <p:cNvPr id="414" name="object 414"/>
          <p:cNvSpPr/>
          <p:nvPr/>
        </p:nvSpPr>
        <p:spPr>
          <a:xfrm>
            <a:off x="1847850" y="1129042"/>
            <a:ext cx="168910" cy="26670"/>
          </a:xfrm>
          <a:custGeom>
            <a:avLst/>
            <a:gdLst/>
            <a:ahLst/>
            <a:cxnLst/>
            <a:rect l="l" t="t" r="r" b="b"/>
            <a:pathLst>
              <a:path w="168910" h="26669">
                <a:moveTo>
                  <a:pt x="168910" y="24117"/>
                </a:moveTo>
                <a:lnTo>
                  <a:pt x="167640" y="24117"/>
                </a:lnTo>
                <a:lnTo>
                  <a:pt x="167640" y="22847"/>
                </a:lnTo>
                <a:lnTo>
                  <a:pt x="167640" y="17767"/>
                </a:lnTo>
                <a:lnTo>
                  <a:pt x="167640" y="16497"/>
                </a:lnTo>
                <a:lnTo>
                  <a:pt x="166370" y="16497"/>
                </a:lnTo>
                <a:lnTo>
                  <a:pt x="166370" y="12687"/>
                </a:lnTo>
                <a:lnTo>
                  <a:pt x="166370" y="10147"/>
                </a:lnTo>
                <a:lnTo>
                  <a:pt x="165100" y="10147"/>
                </a:lnTo>
                <a:lnTo>
                  <a:pt x="165100" y="7607"/>
                </a:lnTo>
                <a:lnTo>
                  <a:pt x="165100" y="2527"/>
                </a:lnTo>
                <a:lnTo>
                  <a:pt x="163830" y="2527"/>
                </a:lnTo>
                <a:lnTo>
                  <a:pt x="163830" y="0"/>
                </a:lnTo>
                <a:lnTo>
                  <a:pt x="0" y="0"/>
                </a:lnTo>
                <a:lnTo>
                  <a:pt x="0" y="2527"/>
                </a:lnTo>
                <a:lnTo>
                  <a:pt x="1270" y="2527"/>
                </a:lnTo>
                <a:lnTo>
                  <a:pt x="1270" y="7607"/>
                </a:lnTo>
                <a:lnTo>
                  <a:pt x="2540" y="7607"/>
                </a:lnTo>
                <a:lnTo>
                  <a:pt x="2540" y="10147"/>
                </a:lnTo>
                <a:lnTo>
                  <a:pt x="2540" y="12687"/>
                </a:lnTo>
                <a:lnTo>
                  <a:pt x="3810" y="12687"/>
                </a:lnTo>
                <a:lnTo>
                  <a:pt x="3810" y="16497"/>
                </a:lnTo>
                <a:lnTo>
                  <a:pt x="3810" y="17767"/>
                </a:lnTo>
                <a:lnTo>
                  <a:pt x="5080" y="17767"/>
                </a:lnTo>
                <a:lnTo>
                  <a:pt x="5080" y="22847"/>
                </a:lnTo>
                <a:lnTo>
                  <a:pt x="6350" y="22847"/>
                </a:lnTo>
                <a:lnTo>
                  <a:pt x="6350" y="24117"/>
                </a:lnTo>
                <a:lnTo>
                  <a:pt x="6350" y="26657"/>
                </a:lnTo>
                <a:lnTo>
                  <a:pt x="168910" y="26657"/>
                </a:lnTo>
                <a:lnTo>
                  <a:pt x="168910" y="24117"/>
                </a:lnTo>
                <a:close/>
              </a:path>
            </a:pathLst>
          </a:custGeom>
          <a:solidFill>
            <a:srgbClr val="11111D"/>
          </a:solidFill>
        </p:spPr>
        <p:txBody>
          <a:bodyPr wrap="square" lIns="0" tIns="0" rIns="0" bIns="0" rtlCol="0"/>
          <a:lstStyle/>
          <a:p/>
        </p:txBody>
      </p:sp>
      <p:sp>
        <p:nvSpPr>
          <p:cNvPr id="415" name="object 415"/>
          <p:cNvSpPr/>
          <p:nvPr/>
        </p:nvSpPr>
        <p:spPr>
          <a:xfrm>
            <a:off x="2099310" y="1129029"/>
            <a:ext cx="158750" cy="26670"/>
          </a:xfrm>
          <a:custGeom>
            <a:avLst/>
            <a:gdLst/>
            <a:ahLst/>
            <a:cxnLst/>
            <a:rect l="l" t="t" r="r" b="b"/>
            <a:pathLst>
              <a:path w="158750" h="26669">
                <a:moveTo>
                  <a:pt x="158737" y="0"/>
                </a:moveTo>
                <a:lnTo>
                  <a:pt x="3810" y="0"/>
                </a:lnTo>
                <a:lnTo>
                  <a:pt x="3810" y="5080"/>
                </a:lnTo>
                <a:lnTo>
                  <a:pt x="3810" y="7620"/>
                </a:lnTo>
                <a:lnTo>
                  <a:pt x="2540" y="7620"/>
                </a:lnTo>
                <a:lnTo>
                  <a:pt x="2540" y="10160"/>
                </a:lnTo>
                <a:lnTo>
                  <a:pt x="2540" y="13970"/>
                </a:lnTo>
                <a:lnTo>
                  <a:pt x="1270" y="13970"/>
                </a:lnTo>
                <a:lnTo>
                  <a:pt x="1270" y="16510"/>
                </a:lnTo>
                <a:lnTo>
                  <a:pt x="1270" y="21590"/>
                </a:lnTo>
                <a:lnTo>
                  <a:pt x="0" y="21590"/>
                </a:lnTo>
                <a:lnTo>
                  <a:pt x="0" y="26670"/>
                </a:lnTo>
                <a:lnTo>
                  <a:pt x="153670" y="26670"/>
                </a:lnTo>
                <a:lnTo>
                  <a:pt x="153670" y="21590"/>
                </a:lnTo>
                <a:lnTo>
                  <a:pt x="154940" y="21590"/>
                </a:lnTo>
                <a:lnTo>
                  <a:pt x="154940" y="16510"/>
                </a:lnTo>
                <a:lnTo>
                  <a:pt x="156210" y="16510"/>
                </a:lnTo>
                <a:lnTo>
                  <a:pt x="156210" y="13970"/>
                </a:lnTo>
                <a:lnTo>
                  <a:pt x="156210" y="10160"/>
                </a:lnTo>
                <a:lnTo>
                  <a:pt x="157480" y="10160"/>
                </a:lnTo>
                <a:lnTo>
                  <a:pt x="157480" y="7620"/>
                </a:lnTo>
                <a:lnTo>
                  <a:pt x="157480" y="5080"/>
                </a:lnTo>
                <a:lnTo>
                  <a:pt x="158737" y="5080"/>
                </a:lnTo>
                <a:lnTo>
                  <a:pt x="158737" y="0"/>
                </a:lnTo>
                <a:close/>
              </a:path>
            </a:pathLst>
          </a:custGeom>
          <a:solidFill>
            <a:srgbClr val="11111D"/>
          </a:solidFill>
        </p:spPr>
        <p:txBody>
          <a:bodyPr wrap="square" lIns="0" tIns="0" rIns="0" bIns="0" rtlCol="0"/>
          <a:lstStyle/>
          <a:p/>
        </p:txBody>
      </p:sp>
      <p:sp>
        <p:nvSpPr>
          <p:cNvPr id="416" name="object 416"/>
          <p:cNvSpPr/>
          <p:nvPr/>
        </p:nvSpPr>
        <p:spPr>
          <a:xfrm>
            <a:off x="1854200" y="1155699"/>
            <a:ext cx="167640" cy="27940"/>
          </a:xfrm>
          <a:custGeom>
            <a:avLst/>
            <a:gdLst/>
            <a:ahLst/>
            <a:cxnLst/>
            <a:rect l="l" t="t" r="r" b="b"/>
            <a:pathLst>
              <a:path w="167639" h="27940">
                <a:moveTo>
                  <a:pt x="167640" y="25400"/>
                </a:moveTo>
                <a:lnTo>
                  <a:pt x="166370" y="25400"/>
                </a:lnTo>
                <a:lnTo>
                  <a:pt x="166370" y="21590"/>
                </a:lnTo>
                <a:lnTo>
                  <a:pt x="166370" y="17780"/>
                </a:lnTo>
                <a:lnTo>
                  <a:pt x="165100" y="17780"/>
                </a:lnTo>
                <a:lnTo>
                  <a:pt x="165100" y="16510"/>
                </a:lnTo>
                <a:lnTo>
                  <a:pt x="165100" y="11430"/>
                </a:lnTo>
                <a:lnTo>
                  <a:pt x="163817" y="11430"/>
                </a:lnTo>
                <a:lnTo>
                  <a:pt x="163817" y="6350"/>
                </a:lnTo>
                <a:lnTo>
                  <a:pt x="163830" y="3810"/>
                </a:lnTo>
                <a:lnTo>
                  <a:pt x="162547" y="3810"/>
                </a:lnTo>
                <a:lnTo>
                  <a:pt x="162547" y="1270"/>
                </a:lnTo>
                <a:lnTo>
                  <a:pt x="162560" y="0"/>
                </a:lnTo>
                <a:lnTo>
                  <a:pt x="0" y="0"/>
                </a:lnTo>
                <a:lnTo>
                  <a:pt x="0" y="1270"/>
                </a:lnTo>
                <a:lnTo>
                  <a:pt x="1270" y="1270"/>
                </a:lnTo>
                <a:lnTo>
                  <a:pt x="1270" y="3810"/>
                </a:lnTo>
                <a:lnTo>
                  <a:pt x="1270" y="6350"/>
                </a:lnTo>
                <a:lnTo>
                  <a:pt x="2540" y="6350"/>
                </a:lnTo>
                <a:lnTo>
                  <a:pt x="2540" y="11430"/>
                </a:lnTo>
                <a:lnTo>
                  <a:pt x="3810" y="11430"/>
                </a:lnTo>
                <a:lnTo>
                  <a:pt x="3810" y="16510"/>
                </a:lnTo>
                <a:lnTo>
                  <a:pt x="5080" y="16510"/>
                </a:lnTo>
                <a:lnTo>
                  <a:pt x="5080" y="17780"/>
                </a:lnTo>
                <a:lnTo>
                  <a:pt x="5080" y="21590"/>
                </a:lnTo>
                <a:lnTo>
                  <a:pt x="6350" y="21590"/>
                </a:lnTo>
                <a:lnTo>
                  <a:pt x="6350" y="25400"/>
                </a:lnTo>
                <a:lnTo>
                  <a:pt x="6350" y="26670"/>
                </a:lnTo>
                <a:lnTo>
                  <a:pt x="7620" y="26670"/>
                </a:lnTo>
                <a:lnTo>
                  <a:pt x="7620" y="27940"/>
                </a:lnTo>
                <a:lnTo>
                  <a:pt x="167640" y="27940"/>
                </a:lnTo>
                <a:lnTo>
                  <a:pt x="167640" y="26670"/>
                </a:lnTo>
                <a:lnTo>
                  <a:pt x="167640" y="25400"/>
                </a:lnTo>
                <a:close/>
              </a:path>
            </a:pathLst>
          </a:custGeom>
          <a:solidFill>
            <a:srgbClr val="11111E"/>
          </a:solidFill>
        </p:spPr>
        <p:txBody>
          <a:bodyPr wrap="square" lIns="0" tIns="0" rIns="0" bIns="0" rtlCol="0"/>
          <a:lstStyle/>
          <a:p/>
        </p:txBody>
      </p:sp>
      <p:sp>
        <p:nvSpPr>
          <p:cNvPr id="417" name="object 417"/>
          <p:cNvSpPr/>
          <p:nvPr/>
        </p:nvSpPr>
        <p:spPr>
          <a:xfrm>
            <a:off x="2094230" y="1155699"/>
            <a:ext cx="158750" cy="27940"/>
          </a:xfrm>
          <a:custGeom>
            <a:avLst/>
            <a:gdLst/>
            <a:ahLst/>
            <a:cxnLst/>
            <a:rect l="l" t="t" r="r" b="b"/>
            <a:pathLst>
              <a:path w="158750" h="27940">
                <a:moveTo>
                  <a:pt x="158750" y="0"/>
                </a:moveTo>
                <a:lnTo>
                  <a:pt x="5080" y="0"/>
                </a:lnTo>
                <a:lnTo>
                  <a:pt x="5080" y="1270"/>
                </a:lnTo>
                <a:lnTo>
                  <a:pt x="5080" y="2540"/>
                </a:lnTo>
                <a:lnTo>
                  <a:pt x="3810" y="2540"/>
                </a:lnTo>
                <a:lnTo>
                  <a:pt x="3810" y="6350"/>
                </a:lnTo>
                <a:lnTo>
                  <a:pt x="3810" y="10160"/>
                </a:lnTo>
                <a:lnTo>
                  <a:pt x="2540" y="10160"/>
                </a:lnTo>
                <a:lnTo>
                  <a:pt x="2540" y="12700"/>
                </a:lnTo>
                <a:lnTo>
                  <a:pt x="2540" y="17780"/>
                </a:lnTo>
                <a:lnTo>
                  <a:pt x="1270" y="17780"/>
                </a:lnTo>
                <a:lnTo>
                  <a:pt x="1270" y="19050"/>
                </a:lnTo>
                <a:lnTo>
                  <a:pt x="1270" y="24130"/>
                </a:lnTo>
                <a:lnTo>
                  <a:pt x="1270" y="25400"/>
                </a:lnTo>
                <a:lnTo>
                  <a:pt x="0" y="25400"/>
                </a:lnTo>
                <a:lnTo>
                  <a:pt x="0" y="27940"/>
                </a:lnTo>
                <a:lnTo>
                  <a:pt x="152400" y="27940"/>
                </a:lnTo>
                <a:lnTo>
                  <a:pt x="152400" y="25400"/>
                </a:lnTo>
                <a:lnTo>
                  <a:pt x="152400" y="24130"/>
                </a:lnTo>
                <a:lnTo>
                  <a:pt x="153670" y="24130"/>
                </a:lnTo>
                <a:lnTo>
                  <a:pt x="153670" y="19050"/>
                </a:lnTo>
                <a:lnTo>
                  <a:pt x="154940" y="19050"/>
                </a:lnTo>
                <a:lnTo>
                  <a:pt x="154940" y="17780"/>
                </a:lnTo>
                <a:lnTo>
                  <a:pt x="154940" y="12700"/>
                </a:lnTo>
                <a:lnTo>
                  <a:pt x="156210" y="12700"/>
                </a:lnTo>
                <a:lnTo>
                  <a:pt x="156210" y="10160"/>
                </a:lnTo>
                <a:lnTo>
                  <a:pt x="156210" y="6350"/>
                </a:lnTo>
                <a:lnTo>
                  <a:pt x="157467" y="6350"/>
                </a:lnTo>
                <a:lnTo>
                  <a:pt x="157467" y="2540"/>
                </a:lnTo>
                <a:lnTo>
                  <a:pt x="157480" y="1270"/>
                </a:lnTo>
                <a:lnTo>
                  <a:pt x="158750" y="1270"/>
                </a:lnTo>
                <a:lnTo>
                  <a:pt x="158750" y="0"/>
                </a:lnTo>
                <a:close/>
              </a:path>
            </a:pathLst>
          </a:custGeom>
          <a:solidFill>
            <a:srgbClr val="11111E"/>
          </a:solidFill>
        </p:spPr>
        <p:txBody>
          <a:bodyPr wrap="square" lIns="0" tIns="0" rIns="0" bIns="0" rtlCol="0"/>
          <a:lstStyle/>
          <a:p/>
        </p:txBody>
      </p:sp>
      <p:sp>
        <p:nvSpPr>
          <p:cNvPr id="418" name="object 418"/>
          <p:cNvSpPr/>
          <p:nvPr/>
        </p:nvSpPr>
        <p:spPr>
          <a:xfrm>
            <a:off x="1861820" y="1183639"/>
            <a:ext cx="161290" cy="8890"/>
          </a:xfrm>
          <a:custGeom>
            <a:avLst/>
            <a:gdLst/>
            <a:ahLst/>
            <a:cxnLst/>
            <a:rect l="l" t="t" r="r" b="b"/>
            <a:pathLst>
              <a:path w="161289" h="8890">
                <a:moveTo>
                  <a:pt x="161277" y="3810"/>
                </a:moveTo>
                <a:lnTo>
                  <a:pt x="160020" y="3810"/>
                </a:lnTo>
                <a:lnTo>
                  <a:pt x="160020" y="0"/>
                </a:lnTo>
                <a:lnTo>
                  <a:pt x="0" y="0"/>
                </a:lnTo>
                <a:lnTo>
                  <a:pt x="0" y="3810"/>
                </a:lnTo>
                <a:lnTo>
                  <a:pt x="1270" y="3810"/>
                </a:lnTo>
                <a:lnTo>
                  <a:pt x="1270" y="8890"/>
                </a:lnTo>
                <a:lnTo>
                  <a:pt x="161277" y="8890"/>
                </a:lnTo>
                <a:lnTo>
                  <a:pt x="161277" y="3810"/>
                </a:lnTo>
                <a:close/>
              </a:path>
            </a:pathLst>
          </a:custGeom>
          <a:solidFill>
            <a:srgbClr val="12121F"/>
          </a:solidFill>
        </p:spPr>
        <p:txBody>
          <a:bodyPr wrap="square" lIns="0" tIns="0" rIns="0" bIns="0" rtlCol="0"/>
          <a:lstStyle/>
          <a:p/>
        </p:txBody>
      </p:sp>
      <p:sp>
        <p:nvSpPr>
          <p:cNvPr id="419" name="object 419"/>
          <p:cNvSpPr/>
          <p:nvPr/>
        </p:nvSpPr>
        <p:spPr>
          <a:xfrm>
            <a:off x="2092960" y="1183639"/>
            <a:ext cx="153670" cy="8890"/>
          </a:xfrm>
          <a:custGeom>
            <a:avLst/>
            <a:gdLst/>
            <a:ahLst/>
            <a:cxnLst/>
            <a:rect l="l" t="t" r="r" b="b"/>
            <a:pathLst>
              <a:path w="153669" h="8890">
                <a:moveTo>
                  <a:pt x="153670" y="0"/>
                </a:moveTo>
                <a:lnTo>
                  <a:pt x="1270" y="0"/>
                </a:lnTo>
                <a:lnTo>
                  <a:pt x="1270" y="2540"/>
                </a:lnTo>
                <a:lnTo>
                  <a:pt x="1270" y="5080"/>
                </a:lnTo>
                <a:lnTo>
                  <a:pt x="0" y="5080"/>
                </a:lnTo>
                <a:lnTo>
                  <a:pt x="0" y="7620"/>
                </a:lnTo>
                <a:lnTo>
                  <a:pt x="0" y="8890"/>
                </a:lnTo>
                <a:lnTo>
                  <a:pt x="151130" y="8890"/>
                </a:lnTo>
                <a:lnTo>
                  <a:pt x="151130" y="7620"/>
                </a:lnTo>
                <a:lnTo>
                  <a:pt x="152400" y="7620"/>
                </a:lnTo>
                <a:lnTo>
                  <a:pt x="152400" y="5080"/>
                </a:lnTo>
                <a:lnTo>
                  <a:pt x="152400" y="2540"/>
                </a:lnTo>
                <a:lnTo>
                  <a:pt x="153670" y="2540"/>
                </a:lnTo>
                <a:lnTo>
                  <a:pt x="153670" y="0"/>
                </a:lnTo>
                <a:close/>
              </a:path>
            </a:pathLst>
          </a:custGeom>
          <a:solidFill>
            <a:srgbClr val="12121F"/>
          </a:solidFill>
        </p:spPr>
        <p:txBody>
          <a:bodyPr wrap="square" lIns="0" tIns="0" rIns="0" bIns="0" rtlCol="0"/>
          <a:lstStyle/>
          <a:p/>
        </p:txBody>
      </p:sp>
      <p:sp>
        <p:nvSpPr>
          <p:cNvPr id="420" name="object 420"/>
          <p:cNvSpPr/>
          <p:nvPr/>
        </p:nvSpPr>
        <p:spPr>
          <a:xfrm>
            <a:off x="1864360" y="1192529"/>
            <a:ext cx="161290" cy="10160"/>
          </a:xfrm>
          <a:custGeom>
            <a:avLst/>
            <a:gdLst/>
            <a:ahLst/>
            <a:cxnLst/>
            <a:rect l="l" t="t" r="r" b="b"/>
            <a:pathLst>
              <a:path w="161289" h="10159">
                <a:moveTo>
                  <a:pt x="161290" y="8890"/>
                </a:moveTo>
                <a:lnTo>
                  <a:pt x="160020" y="8890"/>
                </a:lnTo>
                <a:lnTo>
                  <a:pt x="160020" y="5080"/>
                </a:lnTo>
                <a:lnTo>
                  <a:pt x="160020" y="2540"/>
                </a:lnTo>
                <a:lnTo>
                  <a:pt x="158750" y="2540"/>
                </a:lnTo>
                <a:lnTo>
                  <a:pt x="158750" y="0"/>
                </a:lnTo>
                <a:lnTo>
                  <a:pt x="0" y="0"/>
                </a:lnTo>
                <a:lnTo>
                  <a:pt x="0" y="2540"/>
                </a:lnTo>
                <a:lnTo>
                  <a:pt x="0" y="5080"/>
                </a:lnTo>
                <a:lnTo>
                  <a:pt x="1270" y="5080"/>
                </a:lnTo>
                <a:lnTo>
                  <a:pt x="1270" y="8890"/>
                </a:lnTo>
                <a:lnTo>
                  <a:pt x="1270" y="10160"/>
                </a:lnTo>
                <a:lnTo>
                  <a:pt x="161290" y="10160"/>
                </a:lnTo>
                <a:lnTo>
                  <a:pt x="161290" y="8890"/>
                </a:lnTo>
                <a:close/>
              </a:path>
            </a:pathLst>
          </a:custGeom>
          <a:solidFill>
            <a:srgbClr val="12121F"/>
          </a:solidFill>
        </p:spPr>
        <p:txBody>
          <a:bodyPr wrap="square" lIns="0" tIns="0" rIns="0" bIns="0" rtlCol="0"/>
          <a:lstStyle/>
          <a:p/>
        </p:txBody>
      </p:sp>
      <p:sp>
        <p:nvSpPr>
          <p:cNvPr id="421" name="object 421"/>
          <p:cNvSpPr/>
          <p:nvPr/>
        </p:nvSpPr>
        <p:spPr>
          <a:xfrm>
            <a:off x="2091690" y="1192529"/>
            <a:ext cx="152400" cy="10160"/>
          </a:xfrm>
          <a:custGeom>
            <a:avLst/>
            <a:gdLst/>
            <a:ahLst/>
            <a:cxnLst/>
            <a:rect l="l" t="t" r="r" b="b"/>
            <a:pathLst>
              <a:path w="152400" h="10159">
                <a:moveTo>
                  <a:pt x="152400" y="0"/>
                </a:moveTo>
                <a:lnTo>
                  <a:pt x="1270" y="0"/>
                </a:lnTo>
                <a:lnTo>
                  <a:pt x="1270" y="3810"/>
                </a:lnTo>
                <a:lnTo>
                  <a:pt x="0" y="3810"/>
                </a:lnTo>
                <a:lnTo>
                  <a:pt x="0" y="5080"/>
                </a:lnTo>
                <a:lnTo>
                  <a:pt x="0" y="10160"/>
                </a:lnTo>
                <a:lnTo>
                  <a:pt x="151130" y="10160"/>
                </a:lnTo>
                <a:lnTo>
                  <a:pt x="151130" y="5080"/>
                </a:lnTo>
                <a:lnTo>
                  <a:pt x="152400" y="5080"/>
                </a:lnTo>
                <a:lnTo>
                  <a:pt x="152400" y="3810"/>
                </a:lnTo>
                <a:lnTo>
                  <a:pt x="152400" y="0"/>
                </a:lnTo>
                <a:close/>
              </a:path>
            </a:pathLst>
          </a:custGeom>
          <a:solidFill>
            <a:srgbClr val="12121F"/>
          </a:solidFill>
        </p:spPr>
        <p:txBody>
          <a:bodyPr wrap="square" lIns="0" tIns="0" rIns="0" bIns="0" rtlCol="0"/>
          <a:lstStyle/>
          <a:p/>
        </p:txBody>
      </p:sp>
      <p:sp>
        <p:nvSpPr>
          <p:cNvPr id="422" name="object 422"/>
          <p:cNvSpPr/>
          <p:nvPr/>
        </p:nvSpPr>
        <p:spPr>
          <a:xfrm>
            <a:off x="1866900" y="1202689"/>
            <a:ext cx="160020" cy="10160"/>
          </a:xfrm>
          <a:custGeom>
            <a:avLst/>
            <a:gdLst/>
            <a:ahLst/>
            <a:cxnLst/>
            <a:rect l="l" t="t" r="r" b="b"/>
            <a:pathLst>
              <a:path w="160019" h="10159">
                <a:moveTo>
                  <a:pt x="160020" y="6350"/>
                </a:moveTo>
                <a:lnTo>
                  <a:pt x="158750" y="6350"/>
                </a:lnTo>
                <a:lnTo>
                  <a:pt x="158750" y="5080"/>
                </a:lnTo>
                <a:lnTo>
                  <a:pt x="158750" y="0"/>
                </a:lnTo>
                <a:lnTo>
                  <a:pt x="0" y="0"/>
                </a:lnTo>
                <a:lnTo>
                  <a:pt x="0" y="5080"/>
                </a:lnTo>
                <a:lnTo>
                  <a:pt x="1270" y="5080"/>
                </a:lnTo>
                <a:lnTo>
                  <a:pt x="1270" y="6350"/>
                </a:lnTo>
                <a:lnTo>
                  <a:pt x="1270" y="10160"/>
                </a:lnTo>
                <a:lnTo>
                  <a:pt x="160020" y="10160"/>
                </a:lnTo>
                <a:lnTo>
                  <a:pt x="160020" y="6350"/>
                </a:lnTo>
                <a:close/>
              </a:path>
            </a:pathLst>
          </a:custGeom>
          <a:solidFill>
            <a:srgbClr val="12121F"/>
          </a:solidFill>
        </p:spPr>
        <p:txBody>
          <a:bodyPr wrap="square" lIns="0" tIns="0" rIns="0" bIns="0" rtlCol="0"/>
          <a:lstStyle/>
          <a:p/>
        </p:txBody>
      </p:sp>
      <p:sp>
        <p:nvSpPr>
          <p:cNvPr id="423" name="object 423"/>
          <p:cNvSpPr/>
          <p:nvPr/>
        </p:nvSpPr>
        <p:spPr>
          <a:xfrm>
            <a:off x="2089150" y="1202689"/>
            <a:ext cx="152400" cy="10160"/>
          </a:xfrm>
          <a:custGeom>
            <a:avLst/>
            <a:gdLst/>
            <a:ahLst/>
            <a:cxnLst/>
            <a:rect l="l" t="t" r="r" b="b"/>
            <a:pathLst>
              <a:path w="152400" h="10159">
                <a:moveTo>
                  <a:pt x="152400" y="0"/>
                </a:moveTo>
                <a:lnTo>
                  <a:pt x="1270" y="0"/>
                </a:lnTo>
                <a:lnTo>
                  <a:pt x="1270" y="6350"/>
                </a:lnTo>
                <a:lnTo>
                  <a:pt x="1270" y="7620"/>
                </a:lnTo>
                <a:lnTo>
                  <a:pt x="0" y="7620"/>
                </a:lnTo>
                <a:lnTo>
                  <a:pt x="0" y="10160"/>
                </a:lnTo>
                <a:lnTo>
                  <a:pt x="151130" y="10160"/>
                </a:lnTo>
                <a:lnTo>
                  <a:pt x="151130" y="7620"/>
                </a:lnTo>
                <a:lnTo>
                  <a:pt x="151130" y="6350"/>
                </a:lnTo>
                <a:lnTo>
                  <a:pt x="152400" y="6350"/>
                </a:lnTo>
                <a:lnTo>
                  <a:pt x="152400" y="0"/>
                </a:lnTo>
                <a:close/>
              </a:path>
            </a:pathLst>
          </a:custGeom>
          <a:solidFill>
            <a:srgbClr val="12121F"/>
          </a:solidFill>
        </p:spPr>
        <p:txBody>
          <a:bodyPr wrap="square" lIns="0" tIns="0" rIns="0" bIns="0" rtlCol="0"/>
          <a:lstStyle/>
          <a:p/>
        </p:txBody>
      </p:sp>
      <p:sp>
        <p:nvSpPr>
          <p:cNvPr id="424" name="object 424"/>
          <p:cNvSpPr/>
          <p:nvPr/>
        </p:nvSpPr>
        <p:spPr>
          <a:xfrm>
            <a:off x="1869440" y="1212849"/>
            <a:ext cx="158750" cy="5080"/>
          </a:xfrm>
          <a:custGeom>
            <a:avLst/>
            <a:gdLst/>
            <a:ahLst/>
            <a:cxnLst/>
            <a:rect l="l" t="t" r="r" b="b"/>
            <a:pathLst>
              <a:path w="158750" h="5080">
                <a:moveTo>
                  <a:pt x="158750" y="2540"/>
                </a:moveTo>
                <a:lnTo>
                  <a:pt x="157480" y="2540"/>
                </a:lnTo>
                <a:lnTo>
                  <a:pt x="157480" y="0"/>
                </a:lnTo>
                <a:lnTo>
                  <a:pt x="0" y="0"/>
                </a:lnTo>
                <a:lnTo>
                  <a:pt x="0" y="2540"/>
                </a:lnTo>
                <a:lnTo>
                  <a:pt x="0" y="5080"/>
                </a:lnTo>
                <a:lnTo>
                  <a:pt x="158750" y="5080"/>
                </a:lnTo>
                <a:lnTo>
                  <a:pt x="158750" y="2540"/>
                </a:lnTo>
                <a:close/>
              </a:path>
            </a:pathLst>
          </a:custGeom>
          <a:solidFill>
            <a:srgbClr val="121220"/>
          </a:solidFill>
        </p:spPr>
        <p:txBody>
          <a:bodyPr wrap="square" lIns="0" tIns="0" rIns="0" bIns="0" rtlCol="0"/>
          <a:lstStyle/>
          <a:p/>
        </p:txBody>
      </p:sp>
      <p:sp>
        <p:nvSpPr>
          <p:cNvPr id="425" name="object 425"/>
          <p:cNvSpPr/>
          <p:nvPr/>
        </p:nvSpPr>
        <p:spPr>
          <a:xfrm>
            <a:off x="2089150" y="1212849"/>
            <a:ext cx="151130" cy="5080"/>
          </a:xfrm>
          <a:custGeom>
            <a:avLst/>
            <a:gdLst/>
            <a:ahLst/>
            <a:cxnLst/>
            <a:rect l="l" t="t" r="r" b="b"/>
            <a:pathLst>
              <a:path w="151130" h="5080">
                <a:moveTo>
                  <a:pt x="151130" y="0"/>
                </a:moveTo>
                <a:lnTo>
                  <a:pt x="0" y="0"/>
                </a:lnTo>
                <a:lnTo>
                  <a:pt x="0" y="2540"/>
                </a:lnTo>
                <a:lnTo>
                  <a:pt x="0" y="5080"/>
                </a:lnTo>
                <a:lnTo>
                  <a:pt x="149860" y="5080"/>
                </a:lnTo>
                <a:lnTo>
                  <a:pt x="149860" y="2540"/>
                </a:lnTo>
                <a:lnTo>
                  <a:pt x="151130" y="2540"/>
                </a:lnTo>
                <a:lnTo>
                  <a:pt x="151130" y="0"/>
                </a:lnTo>
                <a:close/>
              </a:path>
            </a:pathLst>
          </a:custGeom>
          <a:solidFill>
            <a:srgbClr val="121220"/>
          </a:solidFill>
        </p:spPr>
        <p:txBody>
          <a:bodyPr wrap="square" lIns="0" tIns="0" rIns="0" bIns="0" rtlCol="0"/>
          <a:lstStyle/>
          <a:p/>
        </p:txBody>
      </p:sp>
      <p:sp>
        <p:nvSpPr>
          <p:cNvPr id="426" name="object 426"/>
          <p:cNvSpPr/>
          <p:nvPr/>
        </p:nvSpPr>
        <p:spPr>
          <a:xfrm>
            <a:off x="1870710" y="1217942"/>
            <a:ext cx="161290" cy="22860"/>
          </a:xfrm>
          <a:custGeom>
            <a:avLst/>
            <a:gdLst/>
            <a:ahLst/>
            <a:cxnLst/>
            <a:rect l="l" t="t" r="r" b="b"/>
            <a:pathLst>
              <a:path w="161289" h="22859">
                <a:moveTo>
                  <a:pt x="161290" y="19037"/>
                </a:moveTo>
                <a:lnTo>
                  <a:pt x="160020" y="19037"/>
                </a:lnTo>
                <a:lnTo>
                  <a:pt x="160020" y="15227"/>
                </a:lnTo>
                <a:lnTo>
                  <a:pt x="160020" y="11417"/>
                </a:lnTo>
                <a:lnTo>
                  <a:pt x="158750" y="11417"/>
                </a:lnTo>
                <a:lnTo>
                  <a:pt x="158750" y="10147"/>
                </a:lnTo>
                <a:lnTo>
                  <a:pt x="158750" y="5067"/>
                </a:lnTo>
                <a:lnTo>
                  <a:pt x="157480" y="5067"/>
                </a:lnTo>
                <a:lnTo>
                  <a:pt x="157480" y="0"/>
                </a:lnTo>
                <a:lnTo>
                  <a:pt x="0" y="0"/>
                </a:lnTo>
                <a:lnTo>
                  <a:pt x="0" y="5067"/>
                </a:lnTo>
                <a:lnTo>
                  <a:pt x="1270" y="5067"/>
                </a:lnTo>
                <a:lnTo>
                  <a:pt x="1270" y="10147"/>
                </a:lnTo>
                <a:lnTo>
                  <a:pt x="2540" y="10147"/>
                </a:lnTo>
                <a:lnTo>
                  <a:pt x="2540" y="11417"/>
                </a:lnTo>
                <a:lnTo>
                  <a:pt x="2540" y="15227"/>
                </a:lnTo>
                <a:lnTo>
                  <a:pt x="3810" y="15227"/>
                </a:lnTo>
                <a:lnTo>
                  <a:pt x="3810" y="19037"/>
                </a:lnTo>
                <a:lnTo>
                  <a:pt x="3810" y="20307"/>
                </a:lnTo>
                <a:lnTo>
                  <a:pt x="5080" y="20307"/>
                </a:lnTo>
                <a:lnTo>
                  <a:pt x="5080" y="22847"/>
                </a:lnTo>
                <a:lnTo>
                  <a:pt x="161290" y="22847"/>
                </a:lnTo>
                <a:lnTo>
                  <a:pt x="161290" y="20307"/>
                </a:lnTo>
                <a:lnTo>
                  <a:pt x="161290" y="19037"/>
                </a:lnTo>
                <a:close/>
              </a:path>
            </a:pathLst>
          </a:custGeom>
          <a:solidFill>
            <a:srgbClr val="121220"/>
          </a:solidFill>
        </p:spPr>
        <p:txBody>
          <a:bodyPr wrap="square" lIns="0" tIns="0" rIns="0" bIns="0" rtlCol="0"/>
          <a:lstStyle/>
          <a:p/>
        </p:txBody>
      </p:sp>
      <p:sp>
        <p:nvSpPr>
          <p:cNvPr id="427" name="object 427"/>
          <p:cNvSpPr/>
          <p:nvPr/>
        </p:nvSpPr>
        <p:spPr>
          <a:xfrm>
            <a:off x="2085340" y="1217929"/>
            <a:ext cx="153670" cy="22860"/>
          </a:xfrm>
          <a:custGeom>
            <a:avLst/>
            <a:gdLst/>
            <a:ahLst/>
            <a:cxnLst/>
            <a:rect l="l" t="t" r="r" b="b"/>
            <a:pathLst>
              <a:path w="153669" h="22859">
                <a:moveTo>
                  <a:pt x="153670" y="0"/>
                </a:moveTo>
                <a:lnTo>
                  <a:pt x="2540" y="0"/>
                </a:lnTo>
                <a:lnTo>
                  <a:pt x="2540" y="2540"/>
                </a:lnTo>
                <a:lnTo>
                  <a:pt x="2540" y="7620"/>
                </a:lnTo>
                <a:lnTo>
                  <a:pt x="1270" y="7620"/>
                </a:lnTo>
                <a:lnTo>
                  <a:pt x="1270" y="8890"/>
                </a:lnTo>
                <a:lnTo>
                  <a:pt x="1270" y="13970"/>
                </a:lnTo>
                <a:lnTo>
                  <a:pt x="1270" y="15240"/>
                </a:lnTo>
                <a:lnTo>
                  <a:pt x="0" y="15240"/>
                </a:lnTo>
                <a:lnTo>
                  <a:pt x="0" y="20320"/>
                </a:lnTo>
                <a:lnTo>
                  <a:pt x="0" y="22860"/>
                </a:lnTo>
                <a:lnTo>
                  <a:pt x="148577" y="22860"/>
                </a:lnTo>
                <a:lnTo>
                  <a:pt x="148577" y="20320"/>
                </a:lnTo>
                <a:lnTo>
                  <a:pt x="149860" y="20320"/>
                </a:lnTo>
                <a:lnTo>
                  <a:pt x="149860" y="15240"/>
                </a:lnTo>
                <a:lnTo>
                  <a:pt x="149860" y="13970"/>
                </a:lnTo>
                <a:lnTo>
                  <a:pt x="151130" y="13970"/>
                </a:lnTo>
                <a:lnTo>
                  <a:pt x="151130" y="8890"/>
                </a:lnTo>
                <a:lnTo>
                  <a:pt x="152400" y="8890"/>
                </a:lnTo>
                <a:lnTo>
                  <a:pt x="152400" y="7620"/>
                </a:lnTo>
                <a:lnTo>
                  <a:pt x="152400" y="2540"/>
                </a:lnTo>
                <a:lnTo>
                  <a:pt x="153670" y="2540"/>
                </a:lnTo>
                <a:lnTo>
                  <a:pt x="153670" y="0"/>
                </a:lnTo>
                <a:close/>
              </a:path>
            </a:pathLst>
          </a:custGeom>
          <a:solidFill>
            <a:srgbClr val="121220"/>
          </a:solidFill>
        </p:spPr>
        <p:txBody>
          <a:bodyPr wrap="square" lIns="0" tIns="0" rIns="0" bIns="0" rtlCol="0"/>
          <a:lstStyle/>
          <a:p/>
        </p:txBody>
      </p:sp>
      <p:sp>
        <p:nvSpPr>
          <p:cNvPr id="428" name="object 428"/>
          <p:cNvSpPr/>
          <p:nvPr/>
        </p:nvSpPr>
        <p:spPr>
          <a:xfrm>
            <a:off x="1875789" y="1240789"/>
            <a:ext cx="156210" cy="2540"/>
          </a:xfrm>
          <a:custGeom>
            <a:avLst/>
            <a:gdLst/>
            <a:ahLst/>
            <a:cxnLst/>
            <a:rect l="l" t="t" r="r" b="b"/>
            <a:pathLst>
              <a:path w="156210" h="2540">
                <a:moveTo>
                  <a:pt x="156210" y="0"/>
                </a:moveTo>
                <a:lnTo>
                  <a:pt x="0" y="0"/>
                </a:lnTo>
                <a:lnTo>
                  <a:pt x="0" y="2539"/>
                </a:lnTo>
                <a:lnTo>
                  <a:pt x="156210" y="2539"/>
                </a:lnTo>
                <a:lnTo>
                  <a:pt x="156210" y="0"/>
                </a:lnTo>
                <a:close/>
              </a:path>
            </a:pathLst>
          </a:custGeom>
          <a:solidFill>
            <a:srgbClr val="131321"/>
          </a:solidFill>
        </p:spPr>
        <p:txBody>
          <a:bodyPr wrap="square" lIns="0" tIns="0" rIns="0" bIns="0" rtlCol="0"/>
          <a:lstStyle/>
          <a:p/>
        </p:txBody>
      </p:sp>
      <p:sp>
        <p:nvSpPr>
          <p:cNvPr id="429" name="object 429"/>
          <p:cNvSpPr/>
          <p:nvPr/>
        </p:nvSpPr>
        <p:spPr>
          <a:xfrm>
            <a:off x="2084070" y="1240789"/>
            <a:ext cx="149860" cy="2540"/>
          </a:xfrm>
          <a:custGeom>
            <a:avLst/>
            <a:gdLst/>
            <a:ahLst/>
            <a:cxnLst/>
            <a:rect l="l" t="t" r="r" b="b"/>
            <a:pathLst>
              <a:path w="149860" h="2540">
                <a:moveTo>
                  <a:pt x="149860" y="0"/>
                </a:moveTo>
                <a:lnTo>
                  <a:pt x="0" y="0"/>
                </a:lnTo>
                <a:lnTo>
                  <a:pt x="0" y="2539"/>
                </a:lnTo>
                <a:lnTo>
                  <a:pt x="149860" y="2539"/>
                </a:lnTo>
                <a:lnTo>
                  <a:pt x="149860" y="0"/>
                </a:lnTo>
                <a:close/>
              </a:path>
            </a:pathLst>
          </a:custGeom>
          <a:solidFill>
            <a:srgbClr val="131321"/>
          </a:solidFill>
        </p:spPr>
        <p:txBody>
          <a:bodyPr wrap="square" lIns="0" tIns="0" rIns="0" bIns="0" rtlCol="0"/>
          <a:lstStyle/>
          <a:p/>
        </p:txBody>
      </p:sp>
      <p:grpSp>
        <p:nvGrpSpPr>
          <p:cNvPr id="430" name="object 430"/>
          <p:cNvGrpSpPr/>
          <p:nvPr/>
        </p:nvGrpSpPr>
        <p:grpSpPr>
          <a:xfrm>
            <a:off x="1827590" y="1065590"/>
            <a:ext cx="448309" cy="858519"/>
            <a:chOff x="1827590" y="1065590"/>
            <a:chExt cx="448309" cy="858519"/>
          </a:xfrm>
        </p:grpSpPr>
        <p:sp>
          <p:nvSpPr>
            <p:cNvPr id="431" name="object 431"/>
            <p:cNvSpPr/>
            <p:nvPr/>
          </p:nvSpPr>
          <p:spPr>
            <a:xfrm>
              <a:off x="1877060" y="1243329"/>
              <a:ext cx="355600" cy="25400"/>
            </a:xfrm>
            <a:custGeom>
              <a:avLst/>
              <a:gdLst/>
              <a:ahLst/>
              <a:cxnLst/>
              <a:rect l="l" t="t" r="r" b="b"/>
              <a:pathLst>
                <a:path w="355600" h="25400">
                  <a:moveTo>
                    <a:pt x="160007" y="21590"/>
                  </a:moveTo>
                  <a:lnTo>
                    <a:pt x="158737" y="21590"/>
                  </a:lnTo>
                  <a:lnTo>
                    <a:pt x="158737" y="20320"/>
                  </a:lnTo>
                  <a:lnTo>
                    <a:pt x="158750" y="15240"/>
                  </a:lnTo>
                  <a:lnTo>
                    <a:pt x="158750" y="13970"/>
                  </a:lnTo>
                  <a:lnTo>
                    <a:pt x="157480" y="13970"/>
                  </a:lnTo>
                  <a:lnTo>
                    <a:pt x="157480" y="10160"/>
                  </a:lnTo>
                  <a:lnTo>
                    <a:pt x="157480" y="7620"/>
                  </a:lnTo>
                  <a:lnTo>
                    <a:pt x="156210" y="7620"/>
                  </a:lnTo>
                  <a:lnTo>
                    <a:pt x="156210" y="5080"/>
                  </a:lnTo>
                  <a:lnTo>
                    <a:pt x="156210" y="0"/>
                  </a:lnTo>
                  <a:lnTo>
                    <a:pt x="0" y="0"/>
                  </a:lnTo>
                  <a:lnTo>
                    <a:pt x="0" y="5080"/>
                  </a:lnTo>
                  <a:lnTo>
                    <a:pt x="1270" y="5080"/>
                  </a:lnTo>
                  <a:lnTo>
                    <a:pt x="1270" y="7620"/>
                  </a:lnTo>
                  <a:lnTo>
                    <a:pt x="1270" y="10160"/>
                  </a:lnTo>
                  <a:lnTo>
                    <a:pt x="2540" y="10160"/>
                  </a:lnTo>
                  <a:lnTo>
                    <a:pt x="2540" y="13970"/>
                  </a:lnTo>
                  <a:lnTo>
                    <a:pt x="2540" y="15240"/>
                  </a:lnTo>
                  <a:lnTo>
                    <a:pt x="3810" y="15240"/>
                  </a:lnTo>
                  <a:lnTo>
                    <a:pt x="3810" y="20320"/>
                  </a:lnTo>
                  <a:lnTo>
                    <a:pt x="5080" y="20320"/>
                  </a:lnTo>
                  <a:lnTo>
                    <a:pt x="5080" y="21590"/>
                  </a:lnTo>
                  <a:lnTo>
                    <a:pt x="5080" y="25400"/>
                  </a:lnTo>
                  <a:lnTo>
                    <a:pt x="160007" y="25400"/>
                  </a:lnTo>
                  <a:lnTo>
                    <a:pt x="160007" y="21590"/>
                  </a:lnTo>
                  <a:close/>
                </a:path>
                <a:path w="355600" h="25400">
                  <a:moveTo>
                    <a:pt x="355600" y="5080"/>
                  </a:moveTo>
                  <a:lnTo>
                    <a:pt x="355587" y="0"/>
                  </a:lnTo>
                  <a:lnTo>
                    <a:pt x="207010" y="0"/>
                  </a:lnTo>
                  <a:lnTo>
                    <a:pt x="207010" y="5080"/>
                  </a:lnTo>
                  <a:lnTo>
                    <a:pt x="205740" y="5080"/>
                  </a:lnTo>
                  <a:lnTo>
                    <a:pt x="205740" y="6350"/>
                  </a:lnTo>
                  <a:lnTo>
                    <a:pt x="205740" y="12700"/>
                  </a:lnTo>
                  <a:lnTo>
                    <a:pt x="204470" y="12700"/>
                  </a:lnTo>
                  <a:lnTo>
                    <a:pt x="204470" y="17780"/>
                  </a:lnTo>
                  <a:lnTo>
                    <a:pt x="204470" y="20320"/>
                  </a:lnTo>
                  <a:lnTo>
                    <a:pt x="203200" y="20320"/>
                  </a:lnTo>
                  <a:lnTo>
                    <a:pt x="203200" y="24130"/>
                  </a:lnTo>
                  <a:lnTo>
                    <a:pt x="203200" y="25400"/>
                  </a:lnTo>
                  <a:lnTo>
                    <a:pt x="350520" y="25400"/>
                  </a:lnTo>
                  <a:lnTo>
                    <a:pt x="350520" y="24130"/>
                  </a:lnTo>
                  <a:lnTo>
                    <a:pt x="351790" y="24130"/>
                  </a:lnTo>
                  <a:lnTo>
                    <a:pt x="351790" y="20320"/>
                  </a:lnTo>
                  <a:lnTo>
                    <a:pt x="351790" y="17780"/>
                  </a:lnTo>
                  <a:lnTo>
                    <a:pt x="353060" y="17780"/>
                  </a:lnTo>
                  <a:lnTo>
                    <a:pt x="353060" y="12700"/>
                  </a:lnTo>
                  <a:lnTo>
                    <a:pt x="354330" y="12700"/>
                  </a:lnTo>
                  <a:lnTo>
                    <a:pt x="354330" y="6350"/>
                  </a:lnTo>
                  <a:lnTo>
                    <a:pt x="355600" y="6350"/>
                  </a:lnTo>
                  <a:lnTo>
                    <a:pt x="355600" y="5080"/>
                  </a:lnTo>
                  <a:close/>
                </a:path>
              </a:pathLst>
            </a:custGeom>
            <a:solidFill>
              <a:srgbClr val="131321"/>
            </a:solidFill>
          </p:spPr>
          <p:txBody>
            <a:bodyPr wrap="square" lIns="0" tIns="0" rIns="0" bIns="0" rtlCol="0"/>
            <a:lstStyle/>
            <a:p/>
          </p:txBody>
        </p:sp>
        <p:sp>
          <p:nvSpPr>
            <p:cNvPr id="432" name="object 432"/>
            <p:cNvSpPr/>
            <p:nvPr/>
          </p:nvSpPr>
          <p:spPr>
            <a:xfrm>
              <a:off x="1883410" y="1268729"/>
              <a:ext cx="344170" cy="27940"/>
            </a:xfrm>
            <a:custGeom>
              <a:avLst/>
              <a:gdLst/>
              <a:ahLst/>
              <a:cxnLst/>
              <a:rect l="l" t="t" r="r" b="b"/>
              <a:pathLst>
                <a:path w="344169" h="27940">
                  <a:moveTo>
                    <a:pt x="158737" y="24130"/>
                  </a:moveTo>
                  <a:lnTo>
                    <a:pt x="157480" y="24130"/>
                  </a:lnTo>
                  <a:lnTo>
                    <a:pt x="157480" y="20320"/>
                  </a:lnTo>
                  <a:lnTo>
                    <a:pt x="157480" y="16510"/>
                  </a:lnTo>
                  <a:lnTo>
                    <a:pt x="156210" y="16510"/>
                  </a:lnTo>
                  <a:lnTo>
                    <a:pt x="156210" y="15240"/>
                  </a:lnTo>
                  <a:lnTo>
                    <a:pt x="156210" y="10160"/>
                  </a:lnTo>
                  <a:lnTo>
                    <a:pt x="154940" y="10160"/>
                  </a:lnTo>
                  <a:lnTo>
                    <a:pt x="154940" y="5080"/>
                  </a:lnTo>
                  <a:lnTo>
                    <a:pt x="154940" y="2540"/>
                  </a:lnTo>
                  <a:lnTo>
                    <a:pt x="153670" y="2540"/>
                  </a:lnTo>
                  <a:lnTo>
                    <a:pt x="153670" y="0"/>
                  </a:lnTo>
                  <a:lnTo>
                    <a:pt x="0" y="0"/>
                  </a:lnTo>
                  <a:lnTo>
                    <a:pt x="0" y="2540"/>
                  </a:lnTo>
                  <a:lnTo>
                    <a:pt x="0" y="5080"/>
                  </a:lnTo>
                  <a:lnTo>
                    <a:pt x="1270" y="5080"/>
                  </a:lnTo>
                  <a:lnTo>
                    <a:pt x="1270" y="10160"/>
                  </a:lnTo>
                  <a:lnTo>
                    <a:pt x="2540" y="10160"/>
                  </a:lnTo>
                  <a:lnTo>
                    <a:pt x="2540" y="15240"/>
                  </a:lnTo>
                  <a:lnTo>
                    <a:pt x="3810" y="15240"/>
                  </a:lnTo>
                  <a:lnTo>
                    <a:pt x="3810" y="16510"/>
                  </a:lnTo>
                  <a:lnTo>
                    <a:pt x="3810" y="20320"/>
                  </a:lnTo>
                  <a:lnTo>
                    <a:pt x="5080" y="20320"/>
                  </a:lnTo>
                  <a:lnTo>
                    <a:pt x="5080" y="24130"/>
                  </a:lnTo>
                  <a:lnTo>
                    <a:pt x="5080" y="25400"/>
                  </a:lnTo>
                  <a:lnTo>
                    <a:pt x="158737" y="25400"/>
                  </a:lnTo>
                  <a:lnTo>
                    <a:pt x="158737" y="24130"/>
                  </a:lnTo>
                  <a:close/>
                </a:path>
                <a:path w="344169" h="27940">
                  <a:moveTo>
                    <a:pt x="158750" y="25412"/>
                  </a:moveTo>
                  <a:lnTo>
                    <a:pt x="6350" y="25412"/>
                  </a:lnTo>
                  <a:lnTo>
                    <a:pt x="6350" y="27940"/>
                  </a:lnTo>
                  <a:lnTo>
                    <a:pt x="158750" y="27940"/>
                  </a:lnTo>
                  <a:lnTo>
                    <a:pt x="158750" y="25412"/>
                  </a:lnTo>
                  <a:close/>
                </a:path>
                <a:path w="344169" h="27940">
                  <a:moveTo>
                    <a:pt x="339090" y="25412"/>
                  </a:moveTo>
                  <a:lnTo>
                    <a:pt x="191770" y="25412"/>
                  </a:lnTo>
                  <a:lnTo>
                    <a:pt x="191770" y="27940"/>
                  </a:lnTo>
                  <a:lnTo>
                    <a:pt x="339090" y="27940"/>
                  </a:lnTo>
                  <a:lnTo>
                    <a:pt x="339090" y="25412"/>
                  </a:lnTo>
                  <a:close/>
                </a:path>
                <a:path w="344169" h="27940">
                  <a:moveTo>
                    <a:pt x="344170" y="0"/>
                  </a:moveTo>
                  <a:lnTo>
                    <a:pt x="196850" y="0"/>
                  </a:lnTo>
                  <a:lnTo>
                    <a:pt x="196850" y="1270"/>
                  </a:lnTo>
                  <a:lnTo>
                    <a:pt x="195580" y="1270"/>
                  </a:lnTo>
                  <a:lnTo>
                    <a:pt x="195580" y="3810"/>
                  </a:lnTo>
                  <a:lnTo>
                    <a:pt x="195580" y="8890"/>
                  </a:lnTo>
                  <a:lnTo>
                    <a:pt x="194310" y="8890"/>
                  </a:lnTo>
                  <a:lnTo>
                    <a:pt x="194310" y="10160"/>
                  </a:lnTo>
                  <a:lnTo>
                    <a:pt x="194310" y="15240"/>
                  </a:lnTo>
                  <a:lnTo>
                    <a:pt x="194310" y="16510"/>
                  </a:lnTo>
                  <a:lnTo>
                    <a:pt x="193040" y="16510"/>
                  </a:lnTo>
                  <a:lnTo>
                    <a:pt x="193040" y="21590"/>
                  </a:lnTo>
                  <a:lnTo>
                    <a:pt x="193040" y="24130"/>
                  </a:lnTo>
                  <a:lnTo>
                    <a:pt x="191770" y="24130"/>
                  </a:lnTo>
                  <a:lnTo>
                    <a:pt x="191770" y="25400"/>
                  </a:lnTo>
                  <a:lnTo>
                    <a:pt x="339090" y="25400"/>
                  </a:lnTo>
                  <a:lnTo>
                    <a:pt x="339090" y="24130"/>
                  </a:lnTo>
                  <a:lnTo>
                    <a:pt x="339090" y="21590"/>
                  </a:lnTo>
                  <a:lnTo>
                    <a:pt x="340360" y="21590"/>
                  </a:lnTo>
                  <a:lnTo>
                    <a:pt x="340360" y="16510"/>
                  </a:lnTo>
                  <a:lnTo>
                    <a:pt x="340360" y="15240"/>
                  </a:lnTo>
                  <a:lnTo>
                    <a:pt x="341630" y="15240"/>
                  </a:lnTo>
                  <a:lnTo>
                    <a:pt x="341630" y="10160"/>
                  </a:lnTo>
                  <a:lnTo>
                    <a:pt x="342887" y="10160"/>
                  </a:lnTo>
                  <a:lnTo>
                    <a:pt x="342887" y="8890"/>
                  </a:lnTo>
                  <a:lnTo>
                    <a:pt x="342887" y="3810"/>
                  </a:lnTo>
                  <a:lnTo>
                    <a:pt x="344157" y="3810"/>
                  </a:lnTo>
                  <a:lnTo>
                    <a:pt x="344157" y="1270"/>
                  </a:lnTo>
                  <a:lnTo>
                    <a:pt x="344170" y="0"/>
                  </a:lnTo>
                  <a:close/>
                </a:path>
              </a:pathLst>
            </a:custGeom>
            <a:solidFill>
              <a:srgbClr val="141422"/>
            </a:solidFill>
          </p:spPr>
          <p:txBody>
            <a:bodyPr wrap="square" lIns="0" tIns="0" rIns="0" bIns="0" rtlCol="0"/>
            <a:lstStyle/>
            <a:p/>
          </p:txBody>
        </p:sp>
        <p:sp>
          <p:nvSpPr>
            <p:cNvPr id="433" name="object 433"/>
            <p:cNvSpPr/>
            <p:nvPr/>
          </p:nvSpPr>
          <p:spPr>
            <a:xfrm>
              <a:off x="1889760" y="1296669"/>
              <a:ext cx="331470" cy="27940"/>
            </a:xfrm>
            <a:custGeom>
              <a:avLst/>
              <a:gdLst/>
              <a:ahLst/>
              <a:cxnLst/>
              <a:rect l="l" t="t" r="r" b="b"/>
              <a:pathLst>
                <a:path w="331469" h="27940">
                  <a:moveTo>
                    <a:pt x="153669" y="2539"/>
                  </a:moveTo>
                  <a:lnTo>
                    <a:pt x="1269" y="2539"/>
                  </a:lnTo>
                  <a:lnTo>
                    <a:pt x="1269" y="7619"/>
                  </a:lnTo>
                  <a:lnTo>
                    <a:pt x="2539" y="7619"/>
                  </a:lnTo>
                  <a:lnTo>
                    <a:pt x="2539" y="12700"/>
                  </a:lnTo>
                  <a:lnTo>
                    <a:pt x="3809" y="12700"/>
                  </a:lnTo>
                  <a:lnTo>
                    <a:pt x="3809" y="17779"/>
                  </a:lnTo>
                  <a:lnTo>
                    <a:pt x="5079" y="17779"/>
                  </a:lnTo>
                  <a:lnTo>
                    <a:pt x="5079" y="22859"/>
                  </a:lnTo>
                  <a:lnTo>
                    <a:pt x="6350" y="22859"/>
                  </a:lnTo>
                  <a:lnTo>
                    <a:pt x="6350" y="27939"/>
                  </a:lnTo>
                  <a:lnTo>
                    <a:pt x="157480" y="27939"/>
                  </a:lnTo>
                  <a:lnTo>
                    <a:pt x="157480" y="24129"/>
                  </a:lnTo>
                  <a:lnTo>
                    <a:pt x="156210" y="24129"/>
                  </a:lnTo>
                  <a:lnTo>
                    <a:pt x="156209" y="16509"/>
                  </a:lnTo>
                  <a:lnTo>
                    <a:pt x="154939" y="16509"/>
                  </a:lnTo>
                  <a:lnTo>
                    <a:pt x="154939" y="10159"/>
                  </a:lnTo>
                  <a:lnTo>
                    <a:pt x="153669" y="10159"/>
                  </a:lnTo>
                  <a:lnTo>
                    <a:pt x="153669" y="2539"/>
                  </a:lnTo>
                  <a:close/>
                </a:path>
                <a:path w="331469" h="27940">
                  <a:moveTo>
                    <a:pt x="152400" y="0"/>
                  </a:moveTo>
                  <a:lnTo>
                    <a:pt x="0" y="0"/>
                  </a:lnTo>
                  <a:lnTo>
                    <a:pt x="0" y="2539"/>
                  </a:lnTo>
                  <a:lnTo>
                    <a:pt x="152400" y="2539"/>
                  </a:lnTo>
                  <a:lnTo>
                    <a:pt x="152400" y="0"/>
                  </a:lnTo>
                  <a:close/>
                </a:path>
                <a:path w="331469" h="27940">
                  <a:moveTo>
                    <a:pt x="328929" y="11429"/>
                  </a:moveTo>
                  <a:lnTo>
                    <a:pt x="182879" y="11429"/>
                  </a:lnTo>
                  <a:lnTo>
                    <a:pt x="182879" y="19050"/>
                  </a:lnTo>
                  <a:lnTo>
                    <a:pt x="181609" y="19050"/>
                  </a:lnTo>
                  <a:lnTo>
                    <a:pt x="181609" y="26669"/>
                  </a:lnTo>
                  <a:lnTo>
                    <a:pt x="180339" y="26669"/>
                  </a:lnTo>
                  <a:lnTo>
                    <a:pt x="180339" y="27939"/>
                  </a:lnTo>
                  <a:lnTo>
                    <a:pt x="326389" y="27939"/>
                  </a:lnTo>
                  <a:lnTo>
                    <a:pt x="326389" y="22859"/>
                  </a:lnTo>
                  <a:lnTo>
                    <a:pt x="327659" y="22859"/>
                  </a:lnTo>
                  <a:lnTo>
                    <a:pt x="327659" y="16509"/>
                  </a:lnTo>
                  <a:lnTo>
                    <a:pt x="328929" y="16509"/>
                  </a:lnTo>
                  <a:lnTo>
                    <a:pt x="328929" y="11429"/>
                  </a:lnTo>
                  <a:close/>
                </a:path>
                <a:path w="331469" h="27940">
                  <a:moveTo>
                    <a:pt x="331469" y="0"/>
                  </a:moveTo>
                  <a:lnTo>
                    <a:pt x="185419" y="0"/>
                  </a:lnTo>
                  <a:lnTo>
                    <a:pt x="185419" y="3809"/>
                  </a:lnTo>
                  <a:lnTo>
                    <a:pt x="184150" y="3809"/>
                  </a:lnTo>
                  <a:lnTo>
                    <a:pt x="184150" y="11429"/>
                  </a:lnTo>
                  <a:lnTo>
                    <a:pt x="330200" y="11429"/>
                  </a:lnTo>
                  <a:lnTo>
                    <a:pt x="330200" y="5079"/>
                  </a:lnTo>
                  <a:lnTo>
                    <a:pt x="331469" y="5079"/>
                  </a:lnTo>
                  <a:lnTo>
                    <a:pt x="331469" y="0"/>
                  </a:lnTo>
                  <a:close/>
                </a:path>
              </a:pathLst>
            </a:custGeom>
            <a:solidFill>
              <a:srgbClr val="141423"/>
            </a:solidFill>
          </p:spPr>
          <p:txBody>
            <a:bodyPr wrap="square" lIns="0" tIns="0" rIns="0" bIns="0" rtlCol="0"/>
            <a:lstStyle/>
            <a:p/>
          </p:txBody>
        </p:sp>
        <p:sp>
          <p:nvSpPr>
            <p:cNvPr id="434" name="object 434"/>
            <p:cNvSpPr/>
            <p:nvPr/>
          </p:nvSpPr>
          <p:spPr>
            <a:xfrm>
              <a:off x="1897380" y="1324609"/>
              <a:ext cx="317500" cy="29209"/>
            </a:xfrm>
            <a:custGeom>
              <a:avLst/>
              <a:gdLst/>
              <a:ahLst/>
              <a:cxnLst/>
              <a:rect l="l" t="t" r="r" b="b"/>
              <a:pathLst>
                <a:path w="317500" h="29209">
                  <a:moveTo>
                    <a:pt x="154940" y="24130"/>
                  </a:moveTo>
                  <a:lnTo>
                    <a:pt x="153670" y="24130"/>
                  </a:lnTo>
                  <a:lnTo>
                    <a:pt x="153670" y="20320"/>
                  </a:lnTo>
                  <a:lnTo>
                    <a:pt x="153670" y="16510"/>
                  </a:lnTo>
                  <a:lnTo>
                    <a:pt x="152387" y="16510"/>
                  </a:lnTo>
                  <a:lnTo>
                    <a:pt x="152387" y="15240"/>
                  </a:lnTo>
                  <a:lnTo>
                    <a:pt x="152400" y="10160"/>
                  </a:lnTo>
                  <a:lnTo>
                    <a:pt x="151130" y="10160"/>
                  </a:lnTo>
                  <a:lnTo>
                    <a:pt x="151130" y="5080"/>
                  </a:lnTo>
                  <a:lnTo>
                    <a:pt x="151130" y="2540"/>
                  </a:lnTo>
                  <a:lnTo>
                    <a:pt x="149860" y="2540"/>
                  </a:lnTo>
                  <a:lnTo>
                    <a:pt x="149860" y="0"/>
                  </a:lnTo>
                  <a:lnTo>
                    <a:pt x="0" y="0"/>
                  </a:lnTo>
                  <a:lnTo>
                    <a:pt x="0" y="2540"/>
                  </a:lnTo>
                  <a:lnTo>
                    <a:pt x="0" y="5080"/>
                  </a:lnTo>
                  <a:lnTo>
                    <a:pt x="1270" y="5080"/>
                  </a:lnTo>
                  <a:lnTo>
                    <a:pt x="1270" y="10160"/>
                  </a:lnTo>
                  <a:lnTo>
                    <a:pt x="2540" y="10160"/>
                  </a:lnTo>
                  <a:lnTo>
                    <a:pt x="2540" y="15240"/>
                  </a:lnTo>
                  <a:lnTo>
                    <a:pt x="3810" y="15240"/>
                  </a:lnTo>
                  <a:lnTo>
                    <a:pt x="3810" y="16510"/>
                  </a:lnTo>
                  <a:lnTo>
                    <a:pt x="3810" y="20320"/>
                  </a:lnTo>
                  <a:lnTo>
                    <a:pt x="5080" y="20320"/>
                  </a:lnTo>
                  <a:lnTo>
                    <a:pt x="5080" y="24130"/>
                  </a:lnTo>
                  <a:lnTo>
                    <a:pt x="5080" y="25400"/>
                  </a:lnTo>
                  <a:lnTo>
                    <a:pt x="6350" y="25400"/>
                  </a:lnTo>
                  <a:lnTo>
                    <a:pt x="6350" y="29210"/>
                  </a:lnTo>
                  <a:lnTo>
                    <a:pt x="154940" y="29210"/>
                  </a:lnTo>
                  <a:lnTo>
                    <a:pt x="154940" y="25400"/>
                  </a:lnTo>
                  <a:lnTo>
                    <a:pt x="154940" y="24130"/>
                  </a:lnTo>
                  <a:close/>
                </a:path>
                <a:path w="317500" h="29209">
                  <a:moveTo>
                    <a:pt x="317500" y="0"/>
                  </a:moveTo>
                  <a:lnTo>
                    <a:pt x="172720" y="0"/>
                  </a:lnTo>
                  <a:lnTo>
                    <a:pt x="172720" y="5080"/>
                  </a:lnTo>
                  <a:lnTo>
                    <a:pt x="171450" y="5080"/>
                  </a:lnTo>
                  <a:lnTo>
                    <a:pt x="171450" y="6350"/>
                  </a:lnTo>
                  <a:lnTo>
                    <a:pt x="171450" y="12700"/>
                  </a:lnTo>
                  <a:lnTo>
                    <a:pt x="170180" y="12700"/>
                  </a:lnTo>
                  <a:lnTo>
                    <a:pt x="170180" y="17780"/>
                  </a:lnTo>
                  <a:lnTo>
                    <a:pt x="170180" y="20320"/>
                  </a:lnTo>
                  <a:lnTo>
                    <a:pt x="168910" y="20320"/>
                  </a:lnTo>
                  <a:lnTo>
                    <a:pt x="168910" y="24130"/>
                  </a:lnTo>
                  <a:lnTo>
                    <a:pt x="168910" y="27940"/>
                  </a:lnTo>
                  <a:lnTo>
                    <a:pt x="167640" y="27940"/>
                  </a:lnTo>
                  <a:lnTo>
                    <a:pt x="167640" y="29210"/>
                  </a:lnTo>
                  <a:lnTo>
                    <a:pt x="312420" y="29210"/>
                  </a:lnTo>
                  <a:lnTo>
                    <a:pt x="312420" y="27940"/>
                  </a:lnTo>
                  <a:lnTo>
                    <a:pt x="312420" y="24130"/>
                  </a:lnTo>
                  <a:lnTo>
                    <a:pt x="313690" y="24130"/>
                  </a:lnTo>
                  <a:lnTo>
                    <a:pt x="313690" y="20320"/>
                  </a:lnTo>
                  <a:lnTo>
                    <a:pt x="313690" y="17780"/>
                  </a:lnTo>
                  <a:lnTo>
                    <a:pt x="314960" y="17780"/>
                  </a:lnTo>
                  <a:lnTo>
                    <a:pt x="314960" y="12700"/>
                  </a:lnTo>
                  <a:lnTo>
                    <a:pt x="316230" y="12700"/>
                  </a:lnTo>
                  <a:lnTo>
                    <a:pt x="316230" y="6350"/>
                  </a:lnTo>
                  <a:lnTo>
                    <a:pt x="317500" y="6350"/>
                  </a:lnTo>
                  <a:lnTo>
                    <a:pt x="317500" y="5080"/>
                  </a:lnTo>
                  <a:lnTo>
                    <a:pt x="317500" y="0"/>
                  </a:lnTo>
                  <a:close/>
                </a:path>
              </a:pathLst>
            </a:custGeom>
            <a:solidFill>
              <a:srgbClr val="151524"/>
            </a:solidFill>
          </p:spPr>
          <p:txBody>
            <a:bodyPr wrap="square" lIns="0" tIns="0" rIns="0" bIns="0" rtlCol="0"/>
            <a:lstStyle/>
            <a:p/>
          </p:txBody>
        </p:sp>
        <p:sp>
          <p:nvSpPr>
            <p:cNvPr id="435" name="object 435"/>
            <p:cNvSpPr/>
            <p:nvPr/>
          </p:nvSpPr>
          <p:spPr>
            <a:xfrm>
              <a:off x="1903730" y="1353819"/>
              <a:ext cx="304800" cy="27940"/>
            </a:xfrm>
            <a:custGeom>
              <a:avLst/>
              <a:gdLst/>
              <a:ahLst/>
              <a:cxnLst/>
              <a:rect l="l" t="t" r="r" b="b"/>
              <a:pathLst>
                <a:path w="304800" h="27940">
                  <a:moveTo>
                    <a:pt x="153670" y="22860"/>
                  </a:moveTo>
                  <a:lnTo>
                    <a:pt x="152400" y="22860"/>
                  </a:lnTo>
                  <a:lnTo>
                    <a:pt x="152400" y="17780"/>
                  </a:lnTo>
                  <a:lnTo>
                    <a:pt x="152387" y="15240"/>
                  </a:lnTo>
                  <a:lnTo>
                    <a:pt x="151117" y="15240"/>
                  </a:lnTo>
                  <a:lnTo>
                    <a:pt x="151117" y="11430"/>
                  </a:lnTo>
                  <a:lnTo>
                    <a:pt x="151117" y="8890"/>
                  </a:lnTo>
                  <a:lnTo>
                    <a:pt x="149860" y="8890"/>
                  </a:lnTo>
                  <a:lnTo>
                    <a:pt x="149860" y="6350"/>
                  </a:lnTo>
                  <a:lnTo>
                    <a:pt x="149860" y="1270"/>
                  </a:lnTo>
                  <a:lnTo>
                    <a:pt x="148590" y="1270"/>
                  </a:lnTo>
                  <a:lnTo>
                    <a:pt x="148590" y="0"/>
                  </a:lnTo>
                  <a:lnTo>
                    <a:pt x="0" y="0"/>
                  </a:lnTo>
                  <a:lnTo>
                    <a:pt x="0" y="1270"/>
                  </a:lnTo>
                  <a:lnTo>
                    <a:pt x="1270" y="1270"/>
                  </a:lnTo>
                  <a:lnTo>
                    <a:pt x="1270" y="6350"/>
                  </a:lnTo>
                  <a:lnTo>
                    <a:pt x="2540" y="6350"/>
                  </a:lnTo>
                  <a:lnTo>
                    <a:pt x="2540" y="8890"/>
                  </a:lnTo>
                  <a:lnTo>
                    <a:pt x="2540" y="11430"/>
                  </a:lnTo>
                  <a:lnTo>
                    <a:pt x="3810" y="11430"/>
                  </a:lnTo>
                  <a:lnTo>
                    <a:pt x="3810" y="15240"/>
                  </a:lnTo>
                  <a:lnTo>
                    <a:pt x="3810" y="17780"/>
                  </a:lnTo>
                  <a:lnTo>
                    <a:pt x="5080" y="17780"/>
                  </a:lnTo>
                  <a:lnTo>
                    <a:pt x="5080" y="22860"/>
                  </a:lnTo>
                  <a:lnTo>
                    <a:pt x="6350" y="22860"/>
                  </a:lnTo>
                  <a:lnTo>
                    <a:pt x="6350" y="27940"/>
                  </a:lnTo>
                  <a:lnTo>
                    <a:pt x="153670" y="27940"/>
                  </a:lnTo>
                  <a:lnTo>
                    <a:pt x="153670" y="22860"/>
                  </a:lnTo>
                  <a:close/>
                </a:path>
                <a:path w="304800" h="27940">
                  <a:moveTo>
                    <a:pt x="304800" y="1282"/>
                  </a:moveTo>
                  <a:lnTo>
                    <a:pt x="161290" y="1282"/>
                  </a:lnTo>
                  <a:lnTo>
                    <a:pt x="161290" y="6350"/>
                  </a:lnTo>
                  <a:lnTo>
                    <a:pt x="160020" y="6350"/>
                  </a:lnTo>
                  <a:lnTo>
                    <a:pt x="160020" y="11430"/>
                  </a:lnTo>
                  <a:lnTo>
                    <a:pt x="160020" y="13970"/>
                  </a:lnTo>
                  <a:lnTo>
                    <a:pt x="158750" y="13970"/>
                  </a:lnTo>
                  <a:lnTo>
                    <a:pt x="158750" y="17780"/>
                  </a:lnTo>
                  <a:lnTo>
                    <a:pt x="158750" y="21590"/>
                  </a:lnTo>
                  <a:lnTo>
                    <a:pt x="157480" y="21590"/>
                  </a:lnTo>
                  <a:lnTo>
                    <a:pt x="157480" y="24130"/>
                  </a:lnTo>
                  <a:lnTo>
                    <a:pt x="157480" y="27940"/>
                  </a:lnTo>
                  <a:lnTo>
                    <a:pt x="299720" y="27940"/>
                  </a:lnTo>
                  <a:lnTo>
                    <a:pt x="299720" y="24130"/>
                  </a:lnTo>
                  <a:lnTo>
                    <a:pt x="300990" y="24130"/>
                  </a:lnTo>
                  <a:lnTo>
                    <a:pt x="300990" y="21590"/>
                  </a:lnTo>
                  <a:lnTo>
                    <a:pt x="300990" y="17780"/>
                  </a:lnTo>
                  <a:lnTo>
                    <a:pt x="302260" y="17780"/>
                  </a:lnTo>
                  <a:lnTo>
                    <a:pt x="302260" y="13970"/>
                  </a:lnTo>
                  <a:lnTo>
                    <a:pt x="302260" y="11430"/>
                  </a:lnTo>
                  <a:lnTo>
                    <a:pt x="303530" y="11430"/>
                  </a:lnTo>
                  <a:lnTo>
                    <a:pt x="303530" y="6350"/>
                  </a:lnTo>
                  <a:lnTo>
                    <a:pt x="304800" y="6350"/>
                  </a:lnTo>
                  <a:lnTo>
                    <a:pt x="304800" y="1282"/>
                  </a:lnTo>
                  <a:close/>
                </a:path>
                <a:path w="304800" h="27940">
                  <a:moveTo>
                    <a:pt x="304800" y="0"/>
                  </a:moveTo>
                  <a:lnTo>
                    <a:pt x="161290" y="0"/>
                  </a:lnTo>
                  <a:lnTo>
                    <a:pt x="161290" y="1270"/>
                  </a:lnTo>
                  <a:lnTo>
                    <a:pt x="304800" y="1270"/>
                  </a:lnTo>
                  <a:lnTo>
                    <a:pt x="304800" y="0"/>
                  </a:lnTo>
                  <a:close/>
                </a:path>
              </a:pathLst>
            </a:custGeom>
            <a:solidFill>
              <a:srgbClr val="151525"/>
            </a:solidFill>
          </p:spPr>
          <p:txBody>
            <a:bodyPr wrap="square" lIns="0" tIns="0" rIns="0" bIns="0" rtlCol="0"/>
            <a:lstStyle/>
            <a:p/>
          </p:txBody>
        </p:sp>
        <p:sp>
          <p:nvSpPr>
            <p:cNvPr id="436" name="object 436"/>
            <p:cNvSpPr/>
            <p:nvPr/>
          </p:nvSpPr>
          <p:spPr>
            <a:xfrm>
              <a:off x="1911350" y="1381759"/>
              <a:ext cx="292100" cy="27940"/>
            </a:xfrm>
            <a:custGeom>
              <a:avLst/>
              <a:gdLst/>
              <a:ahLst/>
              <a:cxnLst/>
              <a:rect l="l" t="t" r="r" b="b"/>
              <a:pathLst>
                <a:path w="292100" h="27940">
                  <a:moveTo>
                    <a:pt x="146050" y="0"/>
                  </a:moveTo>
                  <a:lnTo>
                    <a:pt x="0" y="0"/>
                  </a:lnTo>
                  <a:lnTo>
                    <a:pt x="0" y="5079"/>
                  </a:lnTo>
                  <a:lnTo>
                    <a:pt x="1269" y="5079"/>
                  </a:lnTo>
                  <a:lnTo>
                    <a:pt x="1269" y="10160"/>
                  </a:lnTo>
                  <a:lnTo>
                    <a:pt x="2539" y="10160"/>
                  </a:lnTo>
                  <a:lnTo>
                    <a:pt x="2539" y="15239"/>
                  </a:lnTo>
                  <a:lnTo>
                    <a:pt x="3810" y="15239"/>
                  </a:lnTo>
                  <a:lnTo>
                    <a:pt x="3810" y="20319"/>
                  </a:lnTo>
                  <a:lnTo>
                    <a:pt x="5080" y="20319"/>
                  </a:lnTo>
                  <a:lnTo>
                    <a:pt x="5080" y="25400"/>
                  </a:lnTo>
                  <a:lnTo>
                    <a:pt x="6350" y="25400"/>
                  </a:lnTo>
                  <a:lnTo>
                    <a:pt x="6350" y="27939"/>
                  </a:lnTo>
                  <a:lnTo>
                    <a:pt x="285750" y="27939"/>
                  </a:lnTo>
                  <a:lnTo>
                    <a:pt x="285750" y="24129"/>
                  </a:lnTo>
                  <a:lnTo>
                    <a:pt x="287019" y="24129"/>
                  </a:lnTo>
                  <a:lnTo>
                    <a:pt x="287020" y="19050"/>
                  </a:lnTo>
                  <a:lnTo>
                    <a:pt x="288290" y="19050"/>
                  </a:lnTo>
                  <a:lnTo>
                    <a:pt x="288289" y="12700"/>
                  </a:lnTo>
                  <a:lnTo>
                    <a:pt x="289559" y="12700"/>
                  </a:lnTo>
                  <a:lnTo>
                    <a:pt x="289559" y="8889"/>
                  </a:lnTo>
                  <a:lnTo>
                    <a:pt x="147319" y="8889"/>
                  </a:lnTo>
                  <a:lnTo>
                    <a:pt x="147319" y="1269"/>
                  </a:lnTo>
                  <a:lnTo>
                    <a:pt x="146050" y="1269"/>
                  </a:lnTo>
                  <a:lnTo>
                    <a:pt x="146050" y="0"/>
                  </a:lnTo>
                  <a:close/>
                </a:path>
                <a:path w="292100" h="27940">
                  <a:moveTo>
                    <a:pt x="290829" y="1269"/>
                  </a:moveTo>
                  <a:lnTo>
                    <a:pt x="148589" y="1269"/>
                  </a:lnTo>
                  <a:lnTo>
                    <a:pt x="148589" y="8889"/>
                  </a:lnTo>
                  <a:lnTo>
                    <a:pt x="289559" y="8889"/>
                  </a:lnTo>
                  <a:lnTo>
                    <a:pt x="289559" y="7619"/>
                  </a:lnTo>
                  <a:lnTo>
                    <a:pt x="290829" y="7619"/>
                  </a:lnTo>
                  <a:lnTo>
                    <a:pt x="290829" y="1269"/>
                  </a:lnTo>
                  <a:close/>
                </a:path>
                <a:path w="292100" h="27940">
                  <a:moveTo>
                    <a:pt x="292100" y="0"/>
                  </a:moveTo>
                  <a:lnTo>
                    <a:pt x="149860" y="0"/>
                  </a:lnTo>
                  <a:lnTo>
                    <a:pt x="149860" y="1269"/>
                  </a:lnTo>
                  <a:lnTo>
                    <a:pt x="292100" y="1269"/>
                  </a:lnTo>
                  <a:lnTo>
                    <a:pt x="292100" y="0"/>
                  </a:lnTo>
                  <a:close/>
                </a:path>
              </a:pathLst>
            </a:custGeom>
            <a:solidFill>
              <a:srgbClr val="161626"/>
            </a:solidFill>
          </p:spPr>
          <p:txBody>
            <a:bodyPr wrap="square" lIns="0" tIns="0" rIns="0" bIns="0" rtlCol="0"/>
            <a:lstStyle/>
            <a:p/>
          </p:txBody>
        </p:sp>
        <p:sp>
          <p:nvSpPr>
            <p:cNvPr id="437" name="object 437"/>
            <p:cNvSpPr/>
            <p:nvPr/>
          </p:nvSpPr>
          <p:spPr>
            <a:xfrm>
              <a:off x="1917700" y="1409699"/>
              <a:ext cx="279400" cy="27940"/>
            </a:xfrm>
            <a:custGeom>
              <a:avLst/>
              <a:gdLst/>
              <a:ahLst/>
              <a:cxnLst/>
              <a:rect l="l" t="t" r="r" b="b"/>
              <a:pathLst>
                <a:path w="279400" h="27940">
                  <a:moveTo>
                    <a:pt x="279400" y="0"/>
                  </a:moveTo>
                  <a:lnTo>
                    <a:pt x="0" y="0"/>
                  </a:lnTo>
                  <a:lnTo>
                    <a:pt x="0" y="2540"/>
                  </a:lnTo>
                  <a:lnTo>
                    <a:pt x="1270" y="2540"/>
                  </a:lnTo>
                  <a:lnTo>
                    <a:pt x="1270" y="7620"/>
                  </a:lnTo>
                  <a:lnTo>
                    <a:pt x="2540" y="7620"/>
                  </a:lnTo>
                  <a:lnTo>
                    <a:pt x="2540" y="8890"/>
                  </a:lnTo>
                  <a:lnTo>
                    <a:pt x="2540" y="12700"/>
                  </a:lnTo>
                  <a:lnTo>
                    <a:pt x="3810" y="12700"/>
                  </a:lnTo>
                  <a:lnTo>
                    <a:pt x="3810" y="13970"/>
                  </a:lnTo>
                  <a:lnTo>
                    <a:pt x="3810" y="17780"/>
                  </a:lnTo>
                  <a:lnTo>
                    <a:pt x="5080" y="17780"/>
                  </a:lnTo>
                  <a:lnTo>
                    <a:pt x="5080" y="20320"/>
                  </a:lnTo>
                  <a:lnTo>
                    <a:pt x="5080" y="22860"/>
                  </a:lnTo>
                  <a:lnTo>
                    <a:pt x="6350" y="22860"/>
                  </a:lnTo>
                  <a:lnTo>
                    <a:pt x="6350" y="25400"/>
                  </a:lnTo>
                  <a:lnTo>
                    <a:pt x="6350" y="27940"/>
                  </a:lnTo>
                  <a:lnTo>
                    <a:pt x="273050" y="27940"/>
                  </a:lnTo>
                  <a:lnTo>
                    <a:pt x="273050" y="25400"/>
                  </a:lnTo>
                  <a:lnTo>
                    <a:pt x="274320" y="25400"/>
                  </a:lnTo>
                  <a:lnTo>
                    <a:pt x="274320" y="22860"/>
                  </a:lnTo>
                  <a:lnTo>
                    <a:pt x="274320" y="20320"/>
                  </a:lnTo>
                  <a:lnTo>
                    <a:pt x="275590" y="20320"/>
                  </a:lnTo>
                  <a:lnTo>
                    <a:pt x="275590" y="17780"/>
                  </a:lnTo>
                  <a:lnTo>
                    <a:pt x="275590" y="13970"/>
                  </a:lnTo>
                  <a:lnTo>
                    <a:pt x="276860" y="13970"/>
                  </a:lnTo>
                  <a:lnTo>
                    <a:pt x="276860" y="12700"/>
                  </a:lnTo>
                  <a:lnTo>
                    <a:pt x="276847" y="8890"/>
                  </a:lnTo>
                  <a:lnTo>
                    <a:pt x="278117" y="8890"/>
                  </a:lnTo>
                  <a:lnTo>
                    <a:pt x="278117" y="7620"/>
                  </a:lnTo>
                  <a:lnTo>
                    <a:pt x="278130" y="2540"/>
                  </a:lnTo>
                  <a:lnTo>
                    <a:pt x="279400" y="2540"/>
                  </a:lnTo>
                  <a:lnTo>
                    <a:pt x="279400" y="0"/>
                  </a:lnTo>
                  <a:close/>
                </a:path>
              </a:pathLst>
            </a:custGeom>
            <a:solidFill>
              <a:srgbClr val="161627"/>
            </a:solidFill>
          </p:spPr>
          <p:txBody>
            <a:bodyPr wrap="square" lIns="0" tIns="0" rIns="0" bIns="0" rtlCol="0"/>
            <a:lstStyle/>
            <a:p/>
          </p:txBody>
        </p:sp>
        <p:sp>
          <p:nvSpPr>
            <p:cNvPr id="438" name="object 438"/>
            <p:cNvSpPr/>
            <p:nvPr/>
          </p:nvSpPr>
          <p:spPr>
            <a:xfrm>
              <a:off x="1925320" y="1437639"/>
              <a:ext cx="265430" cy="29209"/>
            </a:xfrm>
            <a:custGeom>
              <a:avLst/>
              <a:gdLst/>
              <a:ahLst/>
              <a:cxnLst/>
              <a:rect l="l" t="t" r="r" b="b"/>
              <a:pathLst>
                <a:path w="265430" h="29209">
                  <a:moveTo>
                    <a:pt x="265430" y="0"/>
                  </a:moveTo>
                  <a:lnTo>
                    <a:pt x="0" y="0"/>
                  </a:lnTo>
                  <a:lnTo>
                    <a:pt x="0" y="3810"/>
                  </a:lnTo>
                  <a:lnTo>
                    <a:pt x="0" y="5080"/>
                  </a:lnTo>
                  <a:lnTo>
                    <a:pt x="1270" y="5080"/>
                  </a:lnTo>
                  <a:lnTo>
                    <a:pt x="1270" y="8890"/>
                  </a:lnTo>
                  <a:lnTo>
                    <a:pt x="1270" y="10160"/>
                  </a:lnTo>
                  <a:lnTo>
                    <a:pt x="2540" y="10160"/>
                  </a:lnTo>
                  <a:lnTo>
                    <a:pt x="2540" y="15240"/>
                  </a:lnTo>
                  <a:lnTo>
                    <a:pt x="3810" y="15240"/>
                  </a:lnTo>
                  <a:lnTo>
                    <a:pt x="3810" y="20320"/>
                  </a:lnTo>
                  <a:lnTo>
                    <a:pt x="5080" y="20320"/>
                  </a:lnTo>
                  <a:lnTo>
                    <a:pt x="5080" y="21590"/>
                  </a:lnTo>
                  <a:lnTo>
                    <a:pt x="5080" y="25400"/>
                  </a:lnTo>
                  <a:lnTo>
                    <a:pt x="6350" y="25400"/>
                  </a:lnTo>
                  <a:lnTo>
                    <a:pt x="6350" y="26670"/>
                  </a:lnTo>
                  <a:lnTo>
                    <a:pt x="6350" y="29210"/>
                  </a:lnTo>
                  <a:lnTo>
                    <a:pt x="259080" y="29210"/>
                  </a:lnTo>
                  <a:lnTo>
                    <a:pt x="259080" y="26670"/>
                  </a:lnTo>
                  <a:lnTo>
                    <a:pt x="260350" y="26670"/>
                  </a:lnTo>
                  <a:lnTo>
                    <a:pt x="260350" y="25400"/>
                  </a:lnTo>
                  <a:lnTo>
                    <a:pt x="260350" y="21590"/>
                  </a:lnTo>
                  <a:lnTo>
                    <a:pt x="261620" y="21590"/>
                  </a:lnTo>
                  <a:lnTo>
                    <a:pt x="261620" y="20320"/>
                  </a:lnTo>
                  <a:lnTo>
                    <a:pt x="261620" y="15240"/>
                  </a:lnTo>
                  <a:lnTo>
                    <a:pt x="262890" y="15240"/>
                  </a:lnTo>
                  <a:lnTo>
                    <a:pt x="262890" y="10160"/>
                  </a:lnTo>
                  <a:lnTo>
                    <a:pt x="262877" y="8890"/>
                  </a:lnTo>
                  <a:lnTo>
                    <a:pt x="264147" y="8890"/>
                  </a:lnTo>
                  <a:lnTo>
                    <a:pt x="264147" y="5080"/>
                  </a:lnTo>
                  <a:lnTo>
                    <a:pt x="264160" y="3810"/>
                  </a:lnTo>
                  <a:lnTo>
                    <a:pt x="265430" y="3810"/>
                  </a:lnTo>
                  <a:lnTo>
                    <a:pt x="265430" y="0"/>
                  </a:lnTo>
                  <a:close/>
                </a:path>
              </a:pathLst>
            </a:custGeom>
            <a:solidFill>
              <a:srgbClr val="171728"/>
            </a:solidFill>
          </p:spPr>
          <p:txBody>
            <a:bodyPr wrap="square" lIns="0" tIns="0" rIns="0" bIns="0" rtlCol="0"/>
            <a:lstStyle/>
            <a:p/>
          </p:txBody>
        </p:sp>
        <p:sp>
          <p:nvSpPr>
            <p:cNvPr id="439" name="object 439"/>
            <p:cNvSpPr/>
            <p:nvPr/>
          </p:nvSpPr>
          <p:spPr>
            <a:xfrm>
              <a:off x="1931670" y="1466849"/>
              <a:ext cx="252729" cy="27940"/>
            </a:xfrm>
            <a:custGeom>
              <a:avLst/>
              <a:gdLst/>
              <a:ahLst/>
              <a:cxnLst/>
              <a:rect l="l" t="t" r="r" b="b"/>
              <a:pathLst>
                <a:path w="252730" h="27940">
                  <a:moveTo>
                    <a:pt x="252730" y="0"/>
                  </a:moveTo>
                  <a:lnTo>
                    <a:pt x="0" y="0"/>
                  </a:lnTo>
                  <a:lnTo>
                    <a:pt x="0" y="1270"/>
                  </a:lnTo>
                  <a:lnTo>
                    <a:pt x="1269" y="1270"/>
                  </a:lnTo>
                  <a:lnTo>
                    <a:pt x="1269" y="6350"/>
                  </a:lnTo>
                  <a:lnTo>
                    <a:pt x="2540" y="6350"/>
                  </a:lnTo>
                  <a:lnTo>
                    <a:pt x="2540" y="11429"/>
                  </a:lnTo>
                  <a:lnTo>
                    <a:pt x="3810" y="11429"/>
                  </a:lnTo>
                  <a:lnTo>
                    <a:pt x="3810" y="16510"/>
                  </a:lnTo>
                  <a:lnTo>
                    <a:pt x="5080" y="16510"/>
                  </a:lnTo>
                  <a:lnTo>
                    <a:pt x="5080" y="21589"/>
                  </a:lnTo>
                  <a:lnTo>
                    <a:pt x="247650" y="21589"/>
                  </a:lnTo>
                  <a:lnTo>
                    <a:pt x="247650" y="20320"/>
                  </a:lnTo>
                  <a:lnTo>
                    <a:pt x="248919" y="20320"/>
                  </a:lnTo>
                  <a:lnTo>
                    <a:pt x="248920" y="15239"/>
                  </a:lnTo>
                  <a:lnTo>
                    <a:pt x="250190" y="15239"/>
                  </a:lnTo>
                  <a:lnTo>
                    <a:pt x="250190" y="8889"/>
                  </a:lnTo>
                  <a:lnTo>
                    <a:pt x="251460" y="8889"/>
                  </a:lnTo>
                  <a:lnTo>
                    <a:pt x="251459" y="3810"/>
                  </a:lnTo>
                  <a:lnTo>
                    <a:pt x="252730" y="3810"/>
                  </a:lnTo>
                  <a:lnTo>
                    <a:pt x="252730" y="0"/>
                  </a:lnTo>
                  <a:close/>
                </a:path>
                <a:path w="252730" h="27940">
                  <a:moveTo>
                    <a:pt x="246380" y="26670"/>
                  </a:moveTo>
                  <a:lnTo>
                    <a:pt x="7619" y="26670"/>
                  </a:lnTo>
                  <a:lnTo>
                    <a:pt x="7619" y="27939"/>
                  </a:lnTo>
                  <a:lnTo>
                    <a:pt x="246380" y="27939"/>
                  </a:lnTo>
                  <a:lnTo>
                    <a:pt x="246380" y="26670"/>
                  </a:lnTo>
                  <a:close/>
                </a:path>
                <a:path w="252730" h="27940">
                  <a:moveTo>
                    <a:pt x="247650" y="21590"/>
                  </a:moveTo>
                  <a:lnTo>
                    <a:pt x="6350" y="21590"/>
                  </a:lnTo>
                  <a:lnTo>
                    <a:pt x="6350" y="26670"/>
                  </a:lnTo>
                  <a:lnTo>
                    <a:pt x="247650" y="26670"/>
                  </a:lnTo>
                  <a:lnTo>
                    <a:pt x="247650" y="21590"/>
                  </a:lnTo>
                  <a:close/>
                </a:path>
              </a:pathLst>
            </a:custGeom>
            <a:solidFill>
              <a:srgbClr val="181829"/>
            </a:solidFill>
          </p:spPr>
          <p:txBody>
            <a:bodyPr wrap="square" lIns="0" tIns="0" rIns="0" bIns="0" rtlCol="0"/>
            <a:lstStyle/>
            <a:p/>
          </p:txBody>
        </p:sp>
        <p:sp>
          <p:nvSpPr>
            <p:cNvPr id="440" name="object 440"/>
            <p:cNvSpPr/>
            <p:nvPr/>
          </p:nvSpPr>
          <p:spPr>
            <a:xfrm>
              <a:off x="1939290" y="1494789"/>
              <a:ext cx="238760" cy="27940"/>
            </a:xfrm>
            <a:custGeom>
              <a:avLst/>
              <a:gdLst/>
              <a:ahLst/>
              <a:cxnLst/>
              <a:rect l="l" t="t" r="r" b="b"/>
              <a:pathLst>
                <a:path w="238760" h="27940">
                  <a:moveTo>
                    <a:pt x="238760" y="0"/>
                  </a:moveTo>
                  <a:lnTo>
                    <a:pt x="0" y="0"/>
                  </a:lnTo>
                  <a:lnTo>
                    <a:pt x="0" y="3810"/>
                  </a:lnTo>
                  <a:lnTo>
                    <a:pt x="1270" y="3810"/>
                  </a:lnTo>
                  <a:lnTo>
                    <a:pt x="1270" y="5080"/>
                  </a:lnTo>
                  <a:lnTo>
                    <a:pt x="1270" y="8890"/>
                  </a:lnTo>
                  <a:lnTo>
                    <a:pt x="2540" y="8890"/>
                  </a:lnTo>
                  <a:lnTo>
                    <a:pt x="2540" y="10160"/>
                  </a:lnTo>
                  <a:lnTo>
                    <a:pt x="2540" y="13970"/>
                  </a:lnTo>
                  <a:lnTo>
                    <a:pt x="3810" y="13970"/>
                  </a:lnTo>
                  <a:lnTo>
                    <a:pt x="3810" y="16510"/>
                  </a:lnTo>
                  <a:lnTo>
                    <a:pt x="3810" y="19050"/>
                  </a:lnTo>
                  <a:lnTo>
                    <a:pt x="5080" y="19050"/>
                  </a:lnTo>
                  <a:lnTo>
                    <a:pt x="5080" y="21590"/>
                  </a:lnTo>
                  <a:lnTo>
                    <a:pt x="5080" y="24130"/>
                  </a:lnTo>
                  <a:lnTo>
                    <a:pt x="6350" y="24130"/>
                  </a:lnTo>
                  <a:lnTo>
                    <a:pt x="6350" y="27940"/>
                  </a:lnTo>
                  <a:lnTo>
                    <a:pt x="233680" y="27940"/>
                  </a:lnTo>
                  <a:lnTo>
                    <a:pt x="233680" y="24130"/>
                  </a:lnTo>
                  <a:lnTo>
                    <a:pt x="233680" y="21590"/>
                  </a:lnTo>
                  <a:lnTo>
                    <a:pt x="234950" y="21590"/>
                  </a:lnTo>
                  <a:lnTo>
                    <a:pt x="234950" y="19050"/>
                  </a:lnTo>
                  <a:lnTo>
                    <a:pt x="234950" y="16510"/>
                  </a:lnTo>
                  <a:lnTo>
                    <a:pt x="236220" y="16510"/>
                  </a:lnTo>
                  <a:lnTo>
                    <a:pt x="236220" y="13970"/>
                  </a:lnTo>
                  <a:lnTo>
                    <a:pt x="236220" y="10160"/>
                  </a:lnTo>
                  <a:lnTo>
                    <a:pt x="237490" y="10160"/>
                  </a:lnTo>
                  <a:lnTo>
                    <a:pt x="237490" y="8890"/>
                  </a:lnTo>
                  <a:lnTo>
                    <a:pt x="237490" y="5080"/>
                  </a:lnTo>
                  <a:lnTo>
                    <a:pt x="238760" y="5080"/>
                  </a:lnTo>
                  <a:lnTo>
                    <a:pt x="238760" y="3810"/>
                  </a:lnTo>
                  <a:lnTo>
                    <a:pt x="238760" y="0"/>
                  </a:lnTo>
                  <a:close/>
                </a:path>
              </a:pathLst>
            </a:custGeom>
            <a:solidFill>
              <a:srgbClr val="18182A"/>
            </a:solidFill>
          </p:spPr>
          <p:txBody>
            <a:bodyPr wrap="square" lIns="0" tIns="0" rIns="0" bIns="0" rtlCol="0"/>
            <a:lstStyle/>
            <a:p/>
          </p:txBody>
        </p:sp>
        <p:sp>
          <p:nvSpPr>
            <p:cNvPr id="441" name="object 441"/>
            <p:cNvSpPr/>
            <p:nvPr/>
          </p:nvSpPr>
          <p:spPr>
            <a:xfrm>
              <a:off x="1945640" y="1522729"/>
              <a:ext cx="226060" cy="27940"/>
            </a:xfrm>
            <a:custGeom>
              <a:avLst/>
              <a:gdLst/>
              <a:ahLst/>
              <a:cxnLst/>
              <a:rect l="l" t="t" r="r" b="b"/>
              <a:pathLst>
                <a:path w="226060" h="27940">
                  <a:moveTo>
                    <a:pt x="224790" y="6362"/>
                  </a:moveTo>
                  <a:lnTo>
                    <a:pt x="2540" y="6362"/>
                  </a:lnTo>
                  <a:lnTo>
                    <a:pt x="2540" y="11430"/>
                  </a:lnTo>
                  <a:lnTo>
                    <a:pt x="3810" y="11430"/>
                  </a:lnTo>
                  <a:lnTo>
                    <a:pt x="3810" y="16510"/>
                  </a:lnTo>
                  <a:lnTo>
                    <a:pt x="5080" y="16510"/>
                  </a:lnTo>
                  <a:lnTo>
                    <a:pt x="5080" y="17780"/>
                  </a:lnTo>
                  <a:lnTo>
                    <a:pt x="5080" y="21590"/>
                  </a:lnTo>
                  <a:lnTo>
                    <a:pt x="6350" y="21590"/>
                  </a:lnTo>
                  <a:lnTo>
                    <a:pt x="6350" y="22860"/>
                  </a:lnTo>
                  <a:lnTo>
                    <a:pt x="6350" y="26670"/>
                  </a:lnTo>
                  <a:lnTo>
                    <a:pt x="7620" y="26670"/>
                  </a:lnTo>
                  <a:lnTo>
                    <a:pt x="7620" y="27940"/>
                  </a:lnTo>
                  <a:lnTo>
                    <a:pt x="220980" y="27940"/>
                  </a:lnTo>
                  <a:lnTo>
                    <a:pt x="220980" y="26670"/>
                  </a:lnTo>
                  <a:lnTo>
                    <a:pt x="220980" y="22860"/>
                  </a:lnTo>
                  <a:lnTo>
                    <a:pt x="222250" y="22860"/>
                  </a:lnTo>
                  <a:lnTo>
                    <a:pt x="222250" y="21590"/>
                  </a:lnTo>
                  <a:lnTo>
                    <a:pt x="222250" y="17780"/>
                  </a:lnTo>
                  <a:lnTo>
                    <a:pt x="223507" y="17780"/>
                  </a:lnTo>
                  <a:lnTo>
                    <a:pt x="223507" y="16510"/>
                  </a:lnTo>
                  <a:lnTo>
                    <a:pt x="223520" y="11430"/>
                  </a:lnTo>
                  <a:lnTo>
                    <a:pt x="224790" y="11430"/>
                  </a:lnTo>
                  <a:lnTo>
                    <a:pt x="224790" y="6362"/>
                  </a:lnTo>
                  <a:close/>
                </a:path>
                <a:path w="226060" h="27940">
                  <a:moveTo>
                    <a:pt x="226060" y="0"/>
                  </a:moveTo>
                  <a:lnTo>
                    <a:pt x="0" y="0"/>
                  </a:lnTo>
                  <a:lnTo>
                    <a:pt x="0" y="1270"/>
                  </a:lnTo>
                  <a:lnTo>
                    <a:pt x="1270" y="1270"/>
                  </a:lnTo>
                  <a:lnTo>
                    <a:pt x="1270" y="5080"/>
                  </a:lnTo>
                  <a:lnTo>
                    <a:pt x="1270" y="6350"/>
                  </a:lnTo>
                  <a:lnTo>
                    <a:pt x="224790" y="6350"/>
                  </a:lnTo>
                  <a:lnTo>
                    <a:pt x="224790" y="5080"/>
                  </a:lnTo>
                  <a:lnTo>
                    <a:pt x="226060" y="5080"/>
                  </a:lnTo>
                  <a:lnTo>
                    <a:pt x="226060" y="1270"/>
                  </a:lnTo>
                  <a:lnTo>
                    <a:pt x="226060" y="0"/>
                  </a:lnTo>
                  <a:close/>
                </a:path>
              </a:pathLst>
            </a:custGeom>
            <a:solidFill>
              <a:srgbClr val="19192B"/>
            </a:solidFill>
          </p:spPr>
          <p:txBody>
            <a:bodyPr wrap="square" lIns="0" tIns="0" rIns="0" bIns="0" rtlCol="0"/>
            <a:lstStyle/>
            <a:p/>
          </p:txBody>
        </p:sp>
        <p:sp>
          <p:nvSpPr>
            <p:cNvPr id="442" name="object 442"/>
            <p:cNvSpPr/>
            <p:nvPr/>
          </p:nvSpPr>
          <p:spPr>
            <a:xfrm>
              <a:off x="1953260" y="1550669"/>
              <a:ext cx="213360" cy="29209"/>
            </a:xfrm>
            <a:custGeom>
              <a:avLst/>
              <a:gdLst/>
              <a:ahLst/>
              <a:cxnLst/>
              <a:rect l="l" t="t" r="r" b="b"/>
              <a:pathLst>
                <a:path w="213360" h="29209">
                  <a:moveTo>
                    <a:pt x="213360" y="0"/>
                  </a:moveTo>
                  <a:lnTo>
                    <a:pt x="0" y="0"/>
                  </a:lnTo>
                  <a:lnTo>
                    <a:pt x="0" y="3809"/>
                  </a:lnTo>
                  <a:lnTo>
                    <a:pt x="212089" y="3809"/>
                  </a:lnTo>
                  <a:lnTo>
                    <a:pt x="212089" y="1269"/>
                  </a:lnTo>
                  <a:lnTo>
                    <a:pt x="213360" y="1269"/>
                  </a:lnTo>
                  <a:lnTo>
                    <a:pt x="213360" y="0"/>
                  </a:lnTo>
                  <a:close/>
                </a:path>
                <a:path w="213360" h="29209">
                  <a:moveTo>
                    <a:pt x="207010" y="24129"/>
                  </a:moveTo>
                  <a:lnTo>
                    <a:pt x="6350" y="24129"/>
                  </a:lnTo>
                  <a:lnTo>
                    <a:pt x="6350" y="29209"/>
                  </a:lnTo>
                  <a:lnTo>
                    <a:pt x="207009" y="29209"/>
                  </a:lnTo>
                  <a:lnTo>
                    <a:pt x="207010" y="24129"/>
                  </a:lnTo>
                  <a:close/>
                </a:path>
                <a:path w="213360" h="29209">
                  <a:moveTo>
                    <a:pt x="212089" y="3810"/>
                  </a:moveTo>
                  <a:lnTo>
                    <a:pt x="1269" y="3810"/>
                  </a:lnTo>
                  <a:lnTo>
                    <a:pt x="1269" y="8889"/>
                  </a:lnTo>
                  <a:lnTo>
                    <a:pt x="2539" y="8889"/>
                  </a:lnTo>
                  <a:lnTo>
                    <a:pt x="2539" y="13969"/>
                  </a:lnTo>
                  <a:lnTo>
                    <a:pt x="3809" y="13969"/>
                  </a:lnTo>
                  <a:lnTo>
                    <a:pt x="3809" y="19050"/>
                  </a:lnTo>
                  <a:lnTo>
                    <a:pt x="5079" y="19050"/>
                  </a:lnTo>
                  <a:lnTo>
                    <a:pt x="5079" y="24129"/>
                  </a:lnTo>
                  <a:lnTo>
                    <a:pt x="208279" y="24129"/>
                  </a:lnTo>
                  <a:lnTo>
                    <a:pt x="208279" y="17779"/>
                  </a:lnTo>
                  <a:lnTo>
                    <a:pt x="209549" y="17779"/>
                  </a:lnTo>
                  <a:lnTo>
                    <a:pt x="209550" y="12700"/>
                  </a:lnTo>
                  <a:lnTo>
                    <a:pt x="210819" y="12700"/>
                  </a:lnTo>
                  <a:lnTo>
                    <a:pt x="210819" y="6350"/>
                  </a:lnTo>
                  <a:lnTo>
                    <a:pt x="212089" y="6350"/>
                  </a:lnTo>
                  <a:lnTo>
                    <a:pt x="212089" y="3810"/>
                  </a:lnTo>
                  <a:close/>
                </a:path>
              </a:pathLst>
            </a:custGeom>
            <a:solidFill>
              <a:srgbClr val="19192C"/>
            </a:solidFill>
          </p:spPr>
          <p:txBody>
            <a:bodyPr wrap="square" lIns="0" tIns="0" rIns="0" bIns="0" rtlCol="0"/>
            <a:lstStyle/>
            <a:p/>
          </p:txBody>
        </p:sp>
        <p:sp>
          <p:nvSpPr>
            <p:cNvPr id="443" name="object 443"/>
            <p:cNvSpPr/>
            <p:nvPr/>
          </p:nvSpPr>
          <p:spPr>
            <a:xfrm>
              <a:off x="1960880" y="1579879"/>
              <a:ext cx="199390" cy="27940"/>
            </a:xfrm>
            <a:custGeom>
              <a:avLst/>
              <a:gdLst/>
              <a:ahLst/>
              <a:cxnLst/>
              <a:rect l="l" t="t" r="r" b="b"/>
              <a:pathLst>
                <a:path w="199389" h="27940">
                  <a:moveTo>
                    <a:pt x="199390" y="0"/>
                  </a:moveTo>
                  <a:lnTo>
                    <a:pt x="0" y="0"/>
                  </a:lnTo>
                  <a:lnTo>
                    <a:pt x="0" y="1270"/>
                  </a:lnTo>
                  <a:lnTo>
                    <a:pt x="0" y="5080"/>
                  </a:lnTo>
                  <a:lnTo>
                    <a:pt x="1270" y="5080"/>
                  </a:lnTo>
                  <a:lnTo>
                    <a:pt x="1270" y="6350"/>
                  </a:lnTo>
                  <a:lnTo>
                    <a:pt x="1270" y="10160"/>
                  </a:lnTo>
                  <a:lnTo>
                    <a:pt x="2540" y="10160"/>
                  </a:lnTo>
                  <a:lnTo>
                    <a:pt x="2540" y="12700"/>
                  </a:lnTo>
                  <a:lnTo>
                    <a:pt x="2540" y="15240"/>
                  </a:lnTo>
                  <a:lnTo>
                    <a:pt x="3810" y="15240"/>
                  </a:lnTo>
                  <a:lnTo>
                    <a:pt x="3810" y="17780"/>
                  </a:lnTo>
                  <a:lnTo>
                    <a:pt x="3810" y="20320"/>
                  </a:lnTo>
                  <a:lnTo>
                    <a:pt x="5080" y="20320"/>
                  </a:lnTo>
                  <a:lnTo>
                    <a:pt x="5080" y="24130"/>
                  </a:lnTo>
                  <a:lnTo>
                    <a:pt x="5080" y="25400"/>
                  </a:lnTo>
                  <a:lnTo>
                    <a:pt x="6350" y="25400"/>
                  </a:lnTo>
                  <a:lnTo>
                    <a:pt x="6350" y="27940"/>
                  </a:lnTo>
                  <a:lnTo>
                    <a:pt x="193040" y="27940"/>
                  </a:lnTo>
                  <a:lnTo>
                    <a:pt x="193040" y="25400"/>
                  </a:lnTo>
                  <a:lnTo>
                    <a:pt x="193040" y="24130"/>
                  </a:lnTo>
                  <a:lnTo>
                    <a:pt x="194310" y="24130"/>
                  </a:lnTo>
                  <a:lnTo>
                    <a:pt x="194310" y="20320"/>
                  </a:lnTo>
                  <a:lnTo>
                    <a:pt x="194310" y="17780"/>
                  </a:lnTo>
                  <a:lnTo>
                    <a:pt x="195567" y="17780"/>
                  </a:lnTo>
                  <a:lnTo>
                    <a:pt x="195567" y="15240"/>
                  </a:lnTo>
                  <a:lnTo>
                    <a:pt x="195567" y="12700"/>
                  </a:lnTo>
                  <a:lnTo>
                    <a:pt x="196850" y="12700"/>
                  </a:lnTo>
                  <a:lnTo>
                    <a:pt x="196850" y="10160"/>
                  </a:lnTo>
                  <a:lnTo>
                    <a:pt x="196850" y="6350"/>
                  </a:lnTo>
                  <a:lnTo>
                    <a:pt x="198120" y="6350"/>
                  </a:lnTo>
                  <a:lnTo>
                    <a:pt x="198120" y="5080"/>
                  </a:lnTo>
                  <a:lnTo>
                    <a:pt x="198120" y="1270"/>
                  </a:lnTo>
                  <a:lnTo>
                    <a:pt x="199390" y="1270"/>
                  </a:lnTo>
                  <a:lnTo>
                    <a:pt x="199390" y="0"/>
                  </a:lnTo>
                  <a:close/>
                </a:path>
              </a:pathLst>
            </a:custGeom>
            <a:solidFill>
              <a:srgbClr val="1A1A2D"/>
            </a:solidFill>
          </p:spPr>
          <p:txBody>
            <a:bodyPr wrap="square" lIns="0" tIns="0" rIns="0" bIns="0" rtlCol="0"/>
            <a:lstStyle/>
            <a:p/>
          </p:txBody>
        </p:sp>
        <p:sp>
          <p:nvSpPr>
            <p:cNvPr id="444" name="object 444"/>
            <p:cNvSpPr/>
            <p:nvPr/>
          </p:nvSpPr>
          <p:spPr>
            <a:xfrm>
              <a:off x="1967230" y="1607819"/>
              <a:ext cx="186690" cy="27940"/>
            </a:xfrm>
            <a:custGeom>
              <a:avLst/>
              <a:gdLst/>
              <a:ahLst/>
              <a:cxnLst/>
              <a:rect l="l" t="t" r="r" b="b"/>
              <a:pathLst>
                <a:path w="186689" h="27939">
                  <a:moveTo>
                    <a:pt x="186690" y="0"/>
                  </a:moveTo>
                  <a:lnTo>
                    <a:pt x="0" y="0"/>
                  </a:lnTo>
                  <a:lnTo>
                    <a:pt x="0" y="1270"/>
                  </a:lnTo>
                  <a:lnTo>
                    <a:pt x="0" y="2540"/>
                  </a:lnTo>
                  <a:lnTo>
                    <a:pt x="1270" y="2540"/>
                  </a:lnTo>
                  <a:lnTo>
                    <a:pt x="1270" y="7620"/>
                  </a:lnTo>
                  <a:lnTo>
                    <a:pt x="2540" y="7620"/>
                  </a:lnTo>
                  <a:lnTo>
                    <a:pt x="2540" y="12700"/>
                  </a:lnTo>
                  <a:lnTo>
                    <a:pt x="3810" y="12700"/>
                  </a:lnTo>
                  <a:lnTo>
                    <a:pt x="3810" y="13970"/>
                  </a:lnTo>
                  <a:lnTo>
                    <a:pt x="3810" y="17780"/>
                  </a:lnTo>
                  <a:lnTo>
                    <a:pt x="5080" y="17780"/>
                  </a:lnTo>
                  <a:lnTo>
                    <a:pt x="5080" y="19050"/>
                  </a:lnTo>
                  <a:lnTo>
                    <a:pt x="5080" y="22860"/>
                  </a:lnTo>
                  <a:lnTo>
                    <a:pt x="6350" y="22860"/>
                  </a:lnTo>
                  <a:lnTo>
                    <a:pt x="6350" y="25400"/>
                  </a:lnTo>
                  <a:lnTo>
                    <a:pt x="6350" y="27940"/>
                  </a:lnTo>
                  <a:lnTo>
                    <a:pt x="180340" y="27940"/>
                  </a:lnTo>
                  <a:lnTo>
                    <a:pt x="180340" y="25400"/>
                  </a:lnTo>
                  <a:lnTo>
                    <a:pt x="181610" y="25400"/>
                  </a:lnTo>
                  <a:lnTo>
                    <a:pt x="181610" y="22860"/>
                  </a:lnTo>
                  <a:lnTo>
                    <a:pt x="181610" y="19050"/>
                  </a:lnTo>
                  <a:lnTo>
                    <a:pt x="182880" y="19050"/>
                  </a:lnTo>
                  <a:lnTo>
                    <a:pt x="182880" y="17780"/>
                  </a:lnTo>
                  <a:lnTo>
                    <a:pt x="182867" y="13970"/>
                  </a:lnTo>
                  <a:lnTo>
                    <a:pt x="184137" y="13970"/>
                  </a:lnTo>
                  <a:lnTo>
                    <a:pt x="184137" y="12700"/>
                  </a:lnTo>
                  <a:lnTo>
                    <a:pt x="184150" y="7620"/>
                  </a:lnTo>
                  <a:lnTo>
                    <a:pt x="185420" y="7620"/>
                  </a:lnTo>
                  <a:lnTo>
                    <a:pt x="185420" y="2540"/>
                  </a:lnTo>
                  <a:lnTo>
                    <a:pt x="185420" y="1270"/>
                  </a:lnTo>
                  <a:lnTo>
                    <a:pt x="186690" y="1270"/>
                  </a:lnTo>
                  <a:lnTo>
                    <a:pt x="186690" y="0"/>
                  </a:lnTo>
                  <a:close/>
                </a:path>
              </a:pathLst>
            </a:custGeom>
            <a:solidFill>
              <a:srgbClr val="1B1B2E"/>
            </a:solidFill>
          </p:spPr>
          <p:txBody>
            <a:bodyPr wrap="square" lIns="0" tIns="0" rIns="0" bIns="0" rtlCol="0"/>
            <a:lstStyle/>
            <a:p/>
          </p:txBody>
        </p:sp>
        <p:sp>
          <p:nvSpPr>
            <p:cNvPr id="445" name="object 445"/>
            <p:cNvSpPr/>
            <p:nvPr/>
          </p:nvSpPr>
          <p:spPr>
            <a:xfrm>
              <a:off x="1974850" y="1635759"/>
              <a:ext cx="172720" cy="27940"/>
            </a:xfrm>
            <a:custGeom>
              <a:avLst/>
              <a:gdLst/>
              <a:ahLst/>
              <a:cxnLst/>
              <a:rect l="l" t="t" r="r" b="b"/>
              <a:pathLst>
                <a:path w="172719" h="27939">
                  <a:moveTo>
                    <a:pt x="172719" y="0"/>
                  </a:moveTo>
                  <a:lnTo>
                    <a:pt x="0" y="0"/>
                  </a:lnTo>
                  <a:lnTo>
                    <a:pt x="0" y="5079"/>
                  </a:lnTo>
                  <a:lnTo>
                    <a:pt x="1269" y="5079"/>
                  </a:lnTo>
                  <a:lnTo>
                    <a:pt x="1269" y="10160"/>
                  </a:lnTo>
                  <a:lnTo>
                    <a:pt x="2539" y="10160"/>
                  </a:lnTo>
                  <a:lnTo>
                    <a:pt x="2539" y="15239"/>
                  </a:lnTo>
                  <a:lnTo>
                    <a:pt x="3810" y="15239"/>
                  </a:lnTo>
                  <a:lnTo>
                    <a:pt x="3810" y="20319"/>
                  </a:lnTo>
                  <a:lnTo>
                    <a:pt x="168910" y="20319"/>
                  </a:lnTo>
                  <a:lnTo>
                    <a:pt x="168909" y="13969"/>
                  </a:lnTo>
                  <a:lnTo>
                    <a:pt x="170179" y="13969"/>
                  </a:lnTo>
                  <a:lnTo>
                    <a:pt x="170180" y="8889"/>
                  </a:lnTo>
                  <a:lnTo>
                    <a:pt x="171450" y="8889"/>
                  </a:lnTo>
                  <a:lnTo>
                    <a:pt x="171450" y="2539"/>
                  </a:lnTo>
                  <a:lnTo>
                    <a:pt x="172719" y="2539"/>
                  </a:lnTo>
                  <a:lnTo>
                    <a:pt x="172719" y="0"/>
                  </a:lnTo>
                  <a:close/>
                </a:path>
                <a:path w="172719" h="27939">
                  <a:moveTo>
                    <a:pt x="167640" y="20320"/>
                  </a:moveTo>
                  <a:lnTo>
                    <a:pt x="5080" y="20320"/>
                  </a:lnTo>
                  <a:lnTo>
                    <a:pt x="5080" y="25400"/>
                  </a:lnTo>
                  <a:lnTo>
                    <a:pt x="6350" y="25400"/>
                  </a:lnTo>
                  <a:lnTo>
                    <a:pt x="6350" y="27939"/>
                  </a:lnTo>
                  <a:lnTo>
                    <a:pt x="166369" y="27939"/>
                  </a:lnTo>
                  <a:lnTo>
                    <a:pt x="166369" y="26669"/>
                  </a:lnTo>
                  <a:lnTo>
                    <a:pt x="167639" y="26669"/>
                  </a:lnTo>
                  <a:lnTo>
                    <a:pt x="167640" y="20320"/>
                  </a:lnTo>
                  <a:close/>
                </a:path>
              </a:pathLst>
            </a:custGeom>
            <a:solidFill>
              <a:srgbClr val="1B1B2F"/>
            </a:solidFill>
          </p:spPr>
          <p:txBody>
            <a:bodyPr wrap="square" lIns="0" tIns="0" rIns="0" bIns="0" rtlCol="0"/>
            <a:lstStyle/>
            <a:p/>
          </p:txBody>
        </p:sp>
        <p:sp>
          <p:nvSpPr>
            <p:cNvPr id="446" name="object 446"/>
            <p:cNvSpPr/>
            <p:nvPr/>
          </p:nvSpPr>
          <p:spPr>
            <a:xfrm>
              <a:off x="1973580" y="1663699"/>
              <a:ext cx="167640" cy="29209"/>
            </a:xfrm>
            <a:custGeom>
              <a:avLst/>
              <a:gdLst/>
              <a:ahLst/>
              <a:cxnLst/>
              <a:rect l="l" t="t" r="r" b="b"/>
              <a:pathLst>
                <a:path w="167639" h="29210">
                  <a:moveTo>
                    <a:pt x="167639" y="0"/>
                  </a:moveTo>
                  <a:lnTo>
                    <a:pt x="7619" y="0"/>
                  </a:lnTo>
                  <a:lnTo>
                    <a:pt x="7619" y="2539"/>
                  </a:lnTo>
                  <a:lnTo>
                    <a:pt x="6350" y="2539"/>
                  </a:lnTo>
                  <a:lnTo>
                    <a:pt x="6350" y="6350"/>
                  </a:lnTo>
                  <a:lnTo>
                    <a:pt x="5080" y="6350"/>
                  </a:lnTo>
                  <a:lnTo>
                    <a:pt x="5080" y="12700"/>
                  </a:lnTo>
                  <a:lnTo>
                    <a:pt x="3809" y="12700"/>
                  </a:lnTo>
                  <a:lnTo>
                    <a:pt x="3809" y="17779"/>
                  </a:lnTo>
                  <a:lnTo>
                    <a:pt x="163829" y="17779"/>
                  </a:lnTo>
                  <a:lnTo>
                    <a:pt x="163829" y="15239"/>
                  </a:lnTo>
                  <a:lnTo>
                    <a:pt x="165099" y="15239"/>
                  </a:lnTo>
                  <a:lnTo>
                    <a:pt x="165100" y="10160"/>
                  </a:lnTo>
                  <a:lnTo>
                    <a:pt x="166369" y="10160"/>
                  </a:lnTo>
                  <a:lnTo>
                    <a:pt x="166369" y="3810"/>
                  </a:lnTo>
                  <a:lnTo>
                    <a:pt x="167639" y="3810"/>
                  </a:lnTo>
                  <a:lnTo>
                    <a:pt x="167639" y="0"/>
                  </a:lnTo>
                  <a:close/>
                </a:path>
                <a:path w="167639" h="29210">
                  <a:moveTo>
                    <a:pt x="2539" y="20319"/>
                  </a:moveTo>
                  <a:lnTo>
                    <a:pt x="1269" y="20319"/>
                  </a:lnTo>
                  <a:lnTo>
                    <a:pt x="1269" y="25526"/>
                  </a:lnTo>
                  <a:lnTo>
                    <a:pt x="0" y="25526"/>
                  </a:lnTo>
                  <a:lnTo>
                    <a:pt x="0" y="29210"/>
                  </a:lnTo>
                  <a:lnTo>
                    <a:pt x="161289" y="29210"/>
                  </a:lnTo>
                  <a:lnTo>
                    <a:pt x="161289" y="26797"/>
                  </a:lnTo>
                  <a:lnTo>
                    <a:pt x="162560" y="26797"/>
                  </a:lnTo>
                  <a:lnTo>
                    <a:pt x="162559" y="21589"/>
                  </a:lnTo>
                  <a:lnTo>
                    <a:pt x="163830" y="21589"/>
                  </a:lnTo>
                  <a:lnTo>
                    <a:pt x="163830" y="20447"/>
                  </a:lnTo>
                  <a:lnTo>
                    <a:pt x="2539" y="20447"/>
                  </a:lnTo>
                  <a:lnTo>
                    <a:pt x="2539" y="20319"/>
                  </a:lnTo>
                  <a:close/>
                </a:path>
                <a:path w="167639" h="29210">
                  <a:moveTo>
                    <a:pt x="163829" y="17906"/>
                  </a:moveTo>
                  <a:lnTo>
                    <a:pt x="2539" y="17906"/>
                  </a:lnTo>
                  <a:lnTo>
                    <a:pt x="2539" y="20319"/>
                  </a:lnTo>
                  <a:lnTo>
                    <a:pt x="163830" y="20319"/>
                  </a:lnTo>
                  <a:lnTo>
                    <a:pt x="163829" y="17906"/>
                  </a:lnTo>
                  <a:close/>
                </a:path>
              </a:pathLst>
            </a:custGeom>
            <a:solidFill>
              <a:srgbClr val="1C1C30"/>
            </a:solidFill>
          </p:spPr>
          <p:txBody>
            <a:bodyPr wrap="square" lIns="0" tIns="0" rIns="0" bIns="0" rtlCol="0"/>
            <a:lstStyle/>
            <a:p/>
          </p:txBody>
        </p:sp>
        <p:sp>
          <p:nvSpPr>
            <p:cNvPr id="447" name="object 447"/>
            <p:cNvSpPr/>
            <p:nvPr/>
          </p:nvSpPr>
          <p:spPr>
            <a:xfrm>
              <a:off x="1856740" y="1692909"/>
              <a:ext cx="278130" cy="27940"/>
            </a:xfrm>
            <a:custGeom>
              <a:avLst/>
              <a:gdLst/>
              <a:ahLst/>
              <a:cxnLst/>
              <a:rect l="l" t="t" r="r" b="b"/>
              <a:pathLst>
                <a:path w="278130" h="27939">
                  <a:moveTo>
                    <a:pt x="62230" y="26670"/>
                  </a:moveTo>
                  <a:lnTo>
                    <a:pt x="53340" y="26670"/>
                  </a:lnTo>
                  <a:lnTo>
                    <a:pt x="53340" y="25400"/>
                  </a:lnTo>
                  <a:lnTo>
                    <a:pt x="45720" y="25400"/>
                  </a:lnTo>
                  <a:lnTo>
                    <a:pt x="45720" y="24130"/>
                  </a:lnTo>
                  <a:lnTo>
                    <a:pt x="43180" y="24130"/>
                  </a:lnTo>
                  <a:lnTo>
                    <a:pt x="43180" y="22860"/>
                  </a:lnTo>
                  <a:lnTo>
                    <a:pt x="39370" y="22860"/>
                  </a:lnTo>
                  <a:lnTo>
                    <a:pt x="39370" y="21590"/>
                  </a:lnTo>
                  <a:lnTo>
                    <a:pt x="36830" y="21590"/>
                  </a:lnTo>
                  <a:lnTo>
                    <a:pt x="36830" y="20320"/>
                  </a:lnTo>
                  <a:lnTo>
                    <a:pt x="34290" y="20320"/>
                  </a:lnTo>
                  <a:lnTo>
                    <a:pt x="34290" y="19050"/>
                  </a:lnTo>
                  <a:lnTo>
                    <a:pt x="29210" y="19050"/>
                  </a:lnTo>
                  <a:lnTo>
                    <a:pt x="29210" y="17780"/>
                  </a:lnTo>
                  <a:lnTo>
                    <a:pt x="25400" y="17780"/>
                  </a:lnTo>
                  <a:lnTo>
                    <a:pt x="25400" y="16510"/>
                  </a:lnTo>
                  <a:lnTo>
                    <a:pt x="22860" y="16510"/>
                  </a:lnTo>
                  <a:lnTo>
                    <a:pt x="22860" y="15240"/>
                  </a:lnTo>
                  <a:lnTo>
                    <a:pt x="20320" y="15240"/>
                  </a:lnTo>
                  <a:lnTo>
                    <a:pt x="20320" y="13970"/>
                  </a:lnTo>
                  <a:lnTo>
                    <a:pt x="17780" y="13970"/>
                  </a:lnTo>
                  <a:lnTo>
                    <a:pt x="17780" y="12700"/>
                  </a:lnTo>
                  <a:lnTo>
                    <a:pt x="15227" y="12700"/>
                  </a:lnTo>
                  <a:lnTo>
                    <a:pt x="15227" y="11430"/>
                  </a:lnTo>
                  <a:lnTo>
                    <a:pt x="12700" y="11430"/>
                  </a:lnTo>
                  <a:lnTo>
                    <a:pt x="12700" y="10160"/>
                  </a:lnTo>
                  <a:lnTo>
                    <a:pt x="10160" y="10160"/>
                  </a:lnTo>
                  <a:lnTo>
                    <a:pt x="10160" y="8890"/>
                  </a:lnTo>
                  <a:lnTo>
                    <a:pt x="7607" y="8890"/>
                  </a:lnTo>
                  <a:lnTo>
                    <a:pt x="7607" y="7620"/>
                  </a:lnTo>
                  <a:lnTo>
                    <a:pt x="5080" y="7620"/>
                  </a:lnTo>
                  <a:lnTo>
                    <a:pt x="5080" y="6350"/>
                  </a:lnTo>
                  <a:lnTo>
                    <a:pt x="2527" y="6350"/>
                  </a:lnTo>
                  <a:lnTo>
                    <a:pt x="2527" y="5080"/>
                  </a:lnTo>
                  <a:lnTo>
                    <a:pt x="1257" y="5080"/>
                  </a:lnTo>
                  <a:lnTo>
                    <a:pt x="1257" y="3810"/>
                  </a:lnTo>
                  <a:lnTo>
                    <a:pt x="0" y="3810"/>
                  </a:lnTo>
                  <a:lnTo>
                    <a:pt x="0" y="5080"/>
                  </a:lnTo>
                  <a:lnTo>
                    <a:pt x="0" y="6350"/>
                  </a:lnTo>
                  <a:lnTo>
                    <a:pt x="0" y="13970"/>
                  </a:lnTo>
                  <a:lnTo>
                    <a:pt x="1270" y="13970"/>
                  </a:lnTo>
                  <a:lnTo>
                    <a:pt x="1270" y="27940"/>
                  </a:lnTo>
                  <a:lnTo>
                    <a:pt x="62230" y="27940"/>
                  </a:lnTo>
                  <a:lnTo>
                    <a:pt x="62230" y="26670"/>
                  </a:lnTo>
                  <a:close/>
                </a:path>
                <a:path w="278130" h="27939">
                  <a:moveTo>
                    <a:pt x="273050" y="21717"/>
                  </a:moveTo>
                  <a:lnTo>
                    <a:pt x="100330" y="21717"/>
                  </a:lnTo>
                  <a:lnTo>
                    <a:pt x="100330" y="22860"/>
                  </a:lnTo>
                  <a:lnTo>
                    <a:pt x="99060" y="22860"/>
                  </a:lnTo>
                  <a:lnTo>
                    <a:pt x="99060" y="24130"/>
                  </a:lnTo>
                  <a:lnTo>
                    <a:pt x="97790" y="24130"/>
                  </a:lnTo>
                  <a:lnTo>
                    <a:pt x="97790" y="25400"/>
                  </a:lnTo>
                  <a:lnTo>
                    <a:pt x="93980" y="25400"/>
                  </a:lnTo>
                  <a:lnTo>
                    <a:pt x="93980" y="26670"/>
                  </a:lnTo>
                  <a:lnTo>
                    <a:pt x="90170" y="26670"/>
                  </a:lnTo>
                  <a:lnTo>
                    <a:pt x="90170" y="27940"/>
                  </a:lnTo>
                  <a:lnTo>
                    <a:pt x="271780" y="27940"/>
                  </a:lnTo>
                  <a:lnTo>
                    <a:pt x="271780" y="26670"/>
                  </a:lnTo>
                  <a:lnTo>
                    <a:pt x="273050" y="26670"/>
                  </a:lnTo>
                  <a:lnTo>
                    <a:pt x="273050" y="25400"/>
                  </a:lnTo>
                  <a:lnTo>
                    <a:pt x="273050" y="24130"/>
                  </a:lnTo>
                  <a:lnTo>
                    <a:pt x="273050" y="22860"/>
                  </a:lnTo>
                  <a:lnTo>
                    <a:pt x="273050" y="21717"/>
                  </a:lnTo>
                  <a:close/>
                </a:path>
                <a:path w="278130" h="27939">
                  <a:moveTo>
                    <a:pt x="274320" y="16510"/>
                  </a:moveTo>
                  <a:lnTo>
                    <a:pt x="274307" y="15367"/>
                  </a:lnTo>
                  <a:lnTo>
                    <a:pt x="106680" y="15367"/>
                  </a:lnTo>
                  <a:lnTo>
                    <a:pt x="106680" y="16510"/>
                  </a:lnTo>
                  <a:lnTo>
                    <a:pt x="105410" y="16510"/>
                  </a:lnTo>
                  <a:lnTo>
                    <a:pt x="105410" y="19050"/>
                  </a:lnTo>
                  <a:lnTo>
                    <a:pt x="104140" y="19050"/>
                  </a:lnTo>
                  <a:lnTo>
                    <a:pt x="104140" y="20320"/>
                  </a:lnTo>
                  <a:lnTo>
                    <a:pt x="101600" y="20320"/>
                  </a:lnTo>
                  <a:lnTo>
                    <a:pt x="101600" y="21590"/>
                  </a:lnTo>
                  <a:lnTo>
                    <a:pt x="274307" y="21590"/>
                  </a:lnTo>
                  <a:lnTo>
                    <a:pt x="274307" y="20320"/>
                  </a:lnTo>
                  <a:lnTo>
                    <a:pt x="274320" y="19050"/>
                  </a:lnTo>
                  <a:lnTo>
                    <a:pt x="274320" y="16510"/>
                  </a:lnTo>
                  <a:close/>
                </a:path>
                <a:path w="278130" h="27939">
                  <a:moveTo>
                    <a:pt x="278130" y="0"/>
                  </a:moveTo>
                  <a:lnTo>
                    <a:pt x="115570" y="0"/>
                  </a:lnTo>
                  <a:lnTo>
                    <a:pt x="115570" y="2540"/>
                  </a:lnTo>
                  <a:lnTo>
                    <a:pt x="114300" y="2540"/>
                  </a:lnTo>
                  <a:lnTo>
                    <a:pt x="114300" y="3810"/>
                  </a:lnTo>
                  <a:lnTo>
                    <a:pt x="114300" y="5080"/>
                  </a:lnTo>
                  <a:lnTo>
                    <a:pt x="113030" y="5080"/>
                  </a:lnTo>
                  <a:lnTo>
                    <a:pt x="113030" y="6350"/>
                  </a:lnTo>
                  <a:lnTo>
                    <a:pt x="113030" y="7620"/>
                  </a:lnTo>
                  <a:lnTo>
                    <a:pt x="111760" y="7620"/>
                  </a:lnTo>
                  <a:lnTo>
                    <a:pt x="111760" y="8890"/>
                  </a:lnTo>
                  <a:lnTo>
                    <a:pt x="110490" y="8890"/>
                  </a:lnTo>
                  <a:lnTo>
                    <a:pt x="110490" y="10160"/>
                  </a:lnTo>
                  <a:lnTo>
                    <a:pt x="110490" y="11430"/>
                  </a:lnTo>
                  <a:lnTo>
                    <a:pt x="109220" y="11430"/>
                  </a:lnTo>
                  <a:lnTo>
                    <a:pt x="109220" y="12700"/>
                  </a:lnTo>
                  <a:lnTo>
                    <a:pt x="107950" y="12700"/>
                  </a:lnTo>
                  <a:lnTo>
                    <a:pt x="107950" y="15240"/>
                  </a:lnTo>
                  <a:lnTo>
                    <a:pt x="275577" y="15240"/>
                  </a:lnTo>
                  <a:lnTo>
                    <a:pt x="275577" y="12700"/>
                  </a:lnTo>
                  <a:lnTo>
                    <a:pt x="275590" y="11430"/>
                  </a:lnTo>
                  <a:lnTo>
                    <a:pt x="275590" y="10160"/>
                  </a:lnTo>
                  <a:lnTo>
                    <a:pt x="276860" y="10160"/>
                  </a:lnTo>
                  <a:lnTo>
                    <a:pt x="276860" y="3810"/>
                  </a:lnTo>
                  <a:lnTo>
                    <a:pt x="278130" y="3810"/>
                  </a:lnTo>
                  <a:lnTo>
                    <a:pt x="278130" y="2540"/>
                  </a:lnTo>
                  <a:lnTo>
                    <a:pt x="278130" y="0"/>
                  </a:lnTo>
                  <a:close/>
                </a:path>
              </a:pathLst>
            </a:custGeom>
            <a:solidFill>
              <a:srgbClr val="1C1C31"/>
            </a:solidFill>
          </p:spPr>
          <p:txBody>
            <a:bodyPr wrap="square" lIns="0" tIns="0" rIns="0" bIns="0" rtlCol="0"/>
            <a:lstStyle/>
            <a:p/>
          </p:txBody>
        </p:sp>
        <p:sp>
          <p:nvSpPr>
            <p:cNvPr id="448" name="object 448"/>
            <p:cNvSpPr/>
            <p:nvPr/>
          </p:nvSpPr>
          <p:spPr>
            <a:xfrm>
              <a:off x="1858010" y="1720849"/>
              <a:ext cx="270510" cy="55880"/>
            </a:xfrm>
            <a:custGeom>
              <a:avLst/>
              <a:gdLst/>
              <a:ahLst/>
              <a:cxnLst/>
              <a:rect l="l" t="t" r="r" b="b"/>
              <a:pathLst>
                <a:path w="270510" h="55880">
                  <a:moveTo>
                    <a:pt x="69850" y="127"/>
                  </a:moveTo>
                  <a:lnTo>
                    <a:pt x="60960" y="127"/>
                  </a:lnTo>
                  <a:lnTo>
                    <a:pt x="60960" y="0"/>
                  </a:lnTo>
                  <a:lnTo>
                    <a:pt x="0" y="0"/>
                  </a:lnTo>
                  <a:lnTo>
                    <a:pt x="0" y="1270"/>
                  </a:lnTo>
                  <a:lnTo>
                    <a:pt x="69850" y="1270"/>
                  </a:lnTo>
                  <a:lnTo>
                    <a:pt x="69850" y="127"/>
                  </a:lnTo>
                  <a:close/>
                </a:path>
                <a:path w="270510" h="55880">
                  <a:moveTo>
                    <a:pt x="267970" y="8902"/>
                  </a:moveTo>
                  <a:lnTo>
                    <a:pt x="1270" y="8902"/>
                  </a:lnTo>
                  <a:lnTo>
                    <a:pt x="1270" y="22860"/>
                  </a:lnTo>
                  <a:lnTo>
                    <a:pt x="2540" y="22860"/>
                  </a:lnTo>
                  <a:lnTo>
                    <a:pt x="2540" y="27940"/>
                  </a:lnTo>
                  <a:lnTo>
                    <a:pt x="2540" y="33020"/>
                  </a:lnTo>
                  <a:lnTo>
                    <a:pt x="2540" y="38100"/>
                  </a:lnTo>
                  <a:lnTo>
                    <a:pt x="2540" y="41910"/>
                  </a:lnTo>
                  <a:lnTo>
                    <a:pt x="3810" y="41910"/>
                  </a:lnTo>
                  <a:lnTo>
                    <a:pt x="3810" y="43180"/>
                  </a:lnTo>
                  <a:lnTo>
                    <a:pt x="3810" y="48260"/>
                  </a:lnTo>
                  <a:lnTo>
                    <a:pt x="3810" y="54610"/>
                  </a:lnTo>
                  <a:lnTo>
                    <a:pt x="3810" y="55880"/>
                  </a:lnTo>
                  <a:lnTo>
                    <a:pt x="256540" y="55880"/>
                  </a:lnTo>
                  <a:lnTo>
                    <a:pt x="256540" y="54610"/>
                  </a:lnTo>
                  <a:lnTo>
                    <a:pt x="257810" y="54610"/>
                  </a:lnTo>
                  <a:lnTo>
                    <a:pt x="257810" y="48260"/>
                  </a:lnTo>
                  <a:lnTo>
                    <a:pt x="259080" y="48260"/>
                  </a:lnTo>
                  <a:lnTo>
                    <a:pt x="259080" y="43180"/>
                  </a:lnTo>
                  <a:lnTo>
                    <a:pt x="260337" y="43180"/>
                  </a:lnTo>
                  <a:lnTo>
                    <a:pt x="260337" y="41910"/>
                  </a:lnTo>
                  <a:lnTo>
                    <a:pt x="260350" y="38100"/>
                  </a:lnTo>
                  <a:lnTo>
                    <a:pt x="261620" y="38100"/>
                  </a:lnTo>
                  <a:lnTo>
                    <a:pt x="261620" y="33020"/>
                  </a:lnTo>
                  <a:lnTo>
                    <a:pt x="262890" y="33020"/>
                  </a:lnTo>
                  <a:lnTo>
                    <a:pt x="262890" y="27940"/>
                  </a:lnTo>
                  <a:lnTo>
                    <a:pt x="264160" y="27940"/>
                  </a:lnTo>
                  <a:lnTo>
                    <a:pt x="264160" y="24130"/>
                  </a:lnTo>
                  <a:lnTo>
                    <a:pt x="265430" y="24130"/>
                  </a:lnTo>
                  <a:lnTo>
                    <a:pt x="265430" y="19050"/>
                  </a:lnTo>
                  <a:lnTo>
                    <a:pt x="266700" y="19050"/>
                  </a:lnTo>
                  <a:lnTo>
                    <a:pt x="266700" y="13970"/>
                  </a:lnTo>
                  <a:lnTo>
                    <a:pt x="267970" y="13970"/>
                  </a:lnTo>
                  <a:lnTo>
                    <a:pt x="267970" y="8902"/>
                  </a:lnTo>
                  <a:close/>
                </a:path>
                <a:path w="270510" h="55880">
                  <a:moveTo>
                    <a:pt x="269240" y="3937"/>
                  </a:moveTo>
                  <a:lnTo>
                    <a:pt x="0" y="3937"/>
                  </a:lnTo>
                  <a:lnTo>
                    <a:pt x="0" y="5080"/>
                  </a:lnTo>
                  <a:lnTo>
                    <a:pt x="1270" y="5080"/>
                  </a:lnTo>
                  <a:lnTo>
                    <a:pt x="1270" y="8890"/>
                  </a:lnTo>
                  <a:lnTo>
                    <a:pt x="269240" y="8890"/>
                  </a:lnTo>
                  <a:lnTo>
                    <a:pt x="269240" y="3937"/>
                  </a:lnTo>
                  <a:close/>
                </a:path>
                <a:path w="270510" h="55880">
                  <a:moveTo>
                    <a:pt x="270510" y="1397"/>
                  </a:moveTo>
                  <a:lnTo>
                    <a:pt x="85090" y="1397"/>
                  </a:lnTo>
                  <a:lnTo>
                    <a:pt x="85090" y="1270"/>
                  </a:lnTo>
                  <a:lnTo>
                    <a:pt x="81280" y="1270"/>
                  </a:lnTo>
                  <a:lnTo>
                    <a:pt x="81280" y="2540"/>
                  </a:lnTo>
                  <a:lnTo>
                    <a:pt x="77470" y="2540"/>
                  </a:lnTo>
                  <a:lnTo>
                    <a:pt x="77470" y="1270"/>
                  </a:lnTo>
                  <a:lnTo>
                    <a:pt x="69850" y="1270"/>
                  </a:lnTo>
                  <a:lnTo>
                    <a:pt x="69850" y="1397"/>
                  </a:lnTo>
                  <a:lnTo>
                    <a:pt x="0" y="1397"/>
                  </a:lnTo>
                  <a:lnTo>
                    <a:pt x="0" y="3810"/>
                  </a:lnTo>
                  <a:lnTo>
                    <a:pt x="269240" y="3810"/>
                  </a:lnTo>
                  <a:lnTo>
                    <a:pt x="269240" y="3937"/>
                  </a:lnTo>
                  <a:lnTo>
                    <a:pt x="270510" y="3937"/>
                  </a:lnTo>
                  <a:lnTo>
                    <a:pt x="270510" y="2540"/>
                  </a:lnTo>
                  <a:lnTo>
                    <a:pt x="270510" y="1397"/>
                  </a:lnTo>
                  <a:close/>
                </a:path>
                <a:path w="270510" h="55880">
                  <a:moveTo>
                    <a:pt x="270510" y="0"/>
                  </a:moveTo>
                  <a:lnTo>
                    <a:pt x="88900" y="0"/>
                  </a:lnTo>
                  <a:lnTo>
                    <a:pt x="88900" y="127"/>
                  </a:lnTo>
                  <a:lnTo>
                    <a:pt x="85090" y="127"/>
                  </a:lnTo>
                  <a:lnTo>
                    <a:pt x="85090" y="1270"/>
                  </a:lnTo>
                  <a:lnTo>
                    <a:pt x="270510" y="1270"/>
                  </a:lnTo>
                  <a:lnTo>
                    <a:pt x="270510" y="0"/>
                  </a:lnTo>
                  <a:close/>
                </a:path>
              </a:pathLst>
            </a:custGeom>
            <a:solidFill>
              <a:srgbClr val="1D1D33"/>
            </a:solidFill>
          </p:spPr>
          <p:txBody>
            <a:bodyPr wrap="square" lIns="0" tIns="0" rIns="0" bIns="0" rtlCol="0"/>
            <a:lstStyle/>
            <a:p/>
          </p:txBody>
        </p:sp>
        <p:sp>
          <p:nvSpPr>
            <p:cNvPr id="449" name="object 449"/>
            <p:cNvSpPr/>
            <p:nvPr/>
          </p:nvSpPr>
          <p:spPr>
            <a:xfrm>
              <a:off x="1861820" y="1776729"/>
              <a:ext cx="252730" cy="142240"/>
            </a:xfrm>
            <a:prstGeom prst="rect">
              <a:avLst/>
            </a:prstGeom>
            <a:blipFill>
              <a:blip r:embed="rId3" cstate="print"/>
              <a:stretch>
                <a:fillRect/>
              </a:stretch>
            </a:blipFill>
          </p:spPr>
          <p:txBody>
            <a:bodyPr wrap="square" lIns="0" tIns="0" rIns="0" bIns="0" rtlCol="0"/>
            <a:lstStyle/>
            <a:p/>
          </p:txBody>
        </p:sp>
        <p:sp>
          <p:nvSpPr>
            <p:cNvPr id="450" name="object 450"/>
            <p:cNvSpPr/>
            <p:nvPr/>
          </p:nvSpPr>
          <p:spPr>
            <a:xfrm>
              <a:off x="1833880" y="1071879"/>
              <a:ext cx="435609" cy="845819"/>
            </a:xfrm>
            <a:custGeom>
              <a:avLst/>
              <a:gdLst/>
              <a:ahLst/>
              <a:cxnLst/>
              <a:rect l="l" t="t" r="r" b="b"/>
              <a:pathLst>
                <a:path w="435610" h="845819">
                  <a:moveTo>
                    <a:pt x="0" y="0"/>
                  </a:moveTo>
                  <a:lnTo>
                    <a:pt x="166369" y="0"/>
                  </a:lnTo>
                  <a:lnTo>
                    <a:pt x="224789" y="321310"/>
                  </a:lnTo>
                  <a:lnTo>
                    <a:pt x="279400" y="0"/>
                  </a:lnTo>
                  <a:lnTo>
                    <a:pt x="435609" y="0"/>
                  </a:lnTo>
                  <a:lnTo>
                    <a:pt x="295909" y="638810"/>
                  </a:lnTo>
                  <a:lnTo>
                    <a:pt x="289559" y="665480"/>
                  </a:lnTo>
                  <a:lnTo>
                    <a:pt x="283209" y="688340"/>
                  </a:lnTo>
                  <a:lnTo>
                    <a:pt x="278130" y="711200"/>
                  </a:lnTo>
                  <a:lnTo>
                    <a:pt x="265430" y="748030"/>
                  </a:lnTo>
                  <a:lnTo>
                    <a:pt x="248919" y="782320"/>
                  </a:lnTo>
                  <a:lnTo>
                    <a:pt x="246380" y="788670"/>
                  </a:lnTo>
                  <a:lnTo>
                    <a:pt x="241300" y="795020"/>
                  </a:lnTo>
                  <a:lnTo>
                    <a:pt x="236219" y="801370"/>
                  </a:lnTo>
                  <a:lnTo>
                    <a:pt x="231139" y="807720"/>
                  </a:lnTo>
                  <a:lnTo>
                    <a:pt x="224789" y="814070"/>
                  </a:lnTo>
                  <a:lnTo>
                    <a:pt x="218439" y="817880"/>
                  </a:lnTo>
                  <a:lnTo>
                    <a:pt x="212089" y="822960"/>
                  </a:lnTo>
                  <a:lnTo>
                    <a:pt x="199389" y="830580"/>
                  </a:lnTo>
                  <a:lnTo>
                    <a:pt x="185419" y="836930"/>
                  </a:lnTo>
                  <a:lnTo>
                    <a:pt x="168909" y="842010"/>
                  </a:lnTo>
                  <a:lnTo>
                    <a:pt x="152400" y="844550"/>
                  </a:lnTo>
                  <a:lnTo>
                    <a:pt x="134619" y="845820"/>
                  </a:lnTo>
                  <a:lnTo>
                    <a:pt x="118109" y="844550"/>
                  </a:lnTo>
                  <a:lnTo>
                    <a:pt x="95250" y="842010"/>
                  </a:lnTo>
                  <a:lnTo>
                    <a:pt x="36830" y="830580"/>
                  </a:lnTo>
                  <a:lnTo>
                    <a:pt x="22859" y="624840"/>
                  </a:lnTo>
                  <a:lnTo>
                    <a:pt x="44450" y="636270"/>
                  </a:lnTo>
                  <a:lnTo>
                    <a:pt x="55880" y="640080"/>
                  </a:lnTo>
                  <a:lnTo>
                    <a:pt x="64769" y="643890"/>
                  </a:lnTo>
                  <a:lnTo>
                    <a:pt x="74930" y="646430"/>
                  </a:lnTo>
                  <a:lnTo>
                    <a:pt x="83819" y="647700"/>
                  </a:lnTo>
                  <a:lnTo>
                    <a:pt x="92709" y="648970"/>
                  </a:lnTo>
                  <a:lnTo>
                    <a:pt x="100330" y="650240"/>
                  </a:lnTo>
                  <a:lnTo>
                    <a:pt x="105409" y="650240"/>
                  </a:lnTo>
                  <a:lnTo>
                    <a:pt x="109219" y="648970"/>
                  </a:lnTo>
                  <a:lnTo>
                    <a:pt x="113030" y="647700"/>
                  </a:lnTo>
                  <a:lnTo>
                    <a:pt x="116839" y="646430"/>
                  </a:lnTo>
                  <a:lnTo>
                    <a:pt x="120650" y="645160"/>
                  </a:lnTo>
                  <a:lnTo>
                    <a:pt x="123189" y="642620"/>
                  </a:lnTo>
                  <a:lnTo>
                    <a:pt x="127000" y="640080"/>
                  </a:lnTo>
                  <a:lnTo>
                    <a:pt x="129539" y="636270"/>
                  </a:lnTo>
                  <a:lnTo>
                    <a:pt x="132080" y="632460"/>
                  </a:lnTo>
                  <a:lnTo>
                    <a:pt x="134619" y="628650"/>
                  </a:lnTo>
                  <a:lnTo>
                    <a:pt x="137159" y="623570"/>
                  </a:lnTo>
                  <a:lnTo>
                    <a:pt x="139700" y="618490"/>
                  </a:lnTo>
                  <a:lnTo>
                    <a:pt x="140969" y="613410"/>
                  </a:lnTo>
                  <a:lnTo>
                    <a:pt x="143509" y="607060"/>
                  </a:lnTo>
                  <a:lnTo>
                    <a:pt x="144780" y="599440"/>
                  </a:lnTo>
                  <a:lnTo>
                    <a:pt x="147319" y="591820"/>
                  </a:lnTo>
                  <a:lnTo>
                    <a:pt x="0" y="0"/>
                  </a:lnTo>
                  <a:close/>
                </a:path>
              </a:pathLst>
            </a:custGeom>
            <a:ln w="12579">
              <a:solidFill>
                <a:srgbClr val="9898FF"/>
              </a:solidFill>
            </a:ln>
          </p:spPr>
          <p:txBody>
            <a:bodyPr wrap="square" lIns="0" tIns="0" rIns="0" bIns="0" rtlCol="0"/>
            <a:lstStyle/>
            <a:p/>
          </p:txBody>
        </p:sp>
      </p:grpSp>
      <p:grpSp>
        <p:nvGrpSpPr>
          <p:cNvPr id="451" name="object 451"/>
          <p:cNvGrpSpPr/>
          <p:nvPr/>
        </p:nvGrpSpPr>
        <p:grpSpPr>
          <a:xfrm>
            <a:off x="2321560" y="1052830"/>
            <a:ext cx="408940" cy="855980"/>
            <a:chOff x="2321560" y="1052830"/>
            <a:chExt cx="408940" cy="855980"/>
          </a:xfrm>
        </p:grpSpPr>
        <p:sp>
          <p:nvSpPr>
            <p:cNvPr id="452" name="object 452"/>
            <p:cNvSpPr/>
            <p:nvPr/>
          </p:nvSpPr>
          <p:spPr>
            <a:xfrm>
              <a:off x="2327910" y="1059179"/>
              <a:ext cx="336550" cy="55880"/>
            </a:xfrm>
            <a:custGeom>
              <a:avLst/>
              <a:gdLst/>
              <a:ahLst/>
              <a:cxnLst/>
              <a:rect l="l" t="t" r="r" b="b"/>
              <a:pathLst>
                <a:path w="336550" h="55880">
                  <a:moveTo>
                    <a:pt x="148590" y="43307"/>
                  </a:moveTo>
                  <a:lnTo>
                    <a:pt x="0" y="43307"/>
                  </a:lnTo>
                  <a:lnTo>
                    <a:pt x="0" y="46990"/>
                  </a:lnTo>
                  <a:lnTo>
                    <a:pt x="148590" y="46990"/>
                  </a:lnTo>
                  <a:lnTo>
                    <a:pt x="148590" y="43307"/>
                  </a:lnTo>
                  <a:close/>
                </a:path>
                <a:path w="336550" h="55880">
                  <a:moveTo>
                    <a:pt x="148590" y="40767"/>
                  </a:moveTo>
                  <a:lnTo>
                    <a:pt x="0" y="40767"/>
                  </a:lnTo>
                  <a:lnTo>
                    <a:pt x="0" y="43180"/>
                  </a:lnTo>
                  <a:lnTo>
                    <a:pt x="148590" y="43180"/>
                  </a:lnTo>
                  <a:lnTo>
                    <a:pt x="148590" y="40767"/>
                  </a:lnTo>
                  <a:close/>
                </a:path>
                <a:path w="336550" h="55880">
                  <a:moveTo>
                    <a:pt x="148590" y="36957"/>
                  </a:moveTo>
                  <a:lnTo>
                    <a:pt x="0" y="36957"/>
                  </a:lnTo>
                  <a:lnTo>
                    <a:pt x="0" y="40640"/>
                  </a:lnTo>
                  <a:lnTo>
                    <a:pt x="148590" y="40640"/>
                  </a:lnTo>
                  <a:lnTo>
                    <a:pt x="148590" y="36957"/>
                  </a:lnTo>
                  <a:close/>
                </a:path>
                <a:path w="336550" h="55880">
                  <a:moveTo>
                    <a:pt x="148590" y="34417"/>
                  </a:moveTo>
                  <a:lnTo>
                    <a:pt x="0" y="34417"/>
                  </a:lnTo>
                  <a:lnTo>
                    <a:pt x="0" y="36830"/>
                  </a:lnTo>
                  <a:lnTo>
                    <a:pt x="148590" y="36830"/>
                  </a:lnTo>
                  <a:lnTo>
                    <a:pt x="148590" y="34417"/>
                  </a:lnTo>
                  <a:close/>
                </a:path>
                <a:path w="336550" h="55880">
                  <a:moveTo>
                    <a:pt x="148590" y="30607"/>
                  </a:moveTo>
                  <a:lnTo>
                    <a:pt x="0" y="30607"/>
                  </a:lnTo>
                  <a:lnTo>
                    <a:pt x="0" y="34290"/>
                  </a:lnTo>
                  <a:lnTo>
                    <a:pt x="148590" y="34290"/>
                  </a:lnTo>
                  <a:lnTo>
                    <a:pt x="148590" y="30607"/>
                  </a:lnTo>
                  <a:close/>
                </a:path>
                <a:path w="336550" h="55880">
                  <a:moveTo>
                    <a:pt x="148590" y="28067"/>
                  </a:moveTo>
                  <a:lnTo>
                    <a:pt x="0" y="28067"/>
                  </a:lnTo>
                  <a:lnTo>
                    <a:pt x="0" y="30480"/>
                  </a:lnTo>
                  <a:lnTo>
                    <a:pt x="148590" y="30480"/>
                  </a:lnTo>
                  <a:lnTo>
                    <a:pt x="148590" y="28067"/>
                  </a:lnTo>
                  <a:close/>
                </a:path>
                <a:path w="336550" h="55880">
                  <a:moveTo>
                    <a:pt x="148590" y="24257"/>
                  </a:moveTo>
                  <a:lnTo>
                    <a:pt x="0" y="24257"/>
                  </a:lnTo>
                  <a:lnTo>
                    <a:pt x="0" y="26670"/>
                  </a:lnTo>
                  <a:lnTo>
                    <a:pt x="148590" y="26670"/>
                  </a:lnTo>
                  <a:lnTo>
                    <a:pt x="148590" y="24257"/>
                  </a:lnTo>
                  <a:close/>
                </a:path>
                <a:path w="336550" h="55880">
                  <a:moveTo>
                    <a:pt x="148590" y="21717"/>
                  </a:moveTo>
                  <a:lnTo>
                    <a:pt x="0" y="21717"/>
                  </a:lnTo>
                  <a:lnTo>
                    <a:pt x="0" y="24130"/>
                  </a:lnTo>
                  <a:lnTo>
                    <a:pt x="148590" y="24130"/>
                  </a:lnTo>
                  <a:lnTo>
                    <a:pt x="148590" y="21717"/>
                  </a:lnTo>
                  <a:close/>
                </a:path>
                <a:path w="336550" h="55880">
                  <a:moveTo>
                    <a:pt x="148590" y="17907"/>
                  </a:moveTo>
                  <a:lnTo>
                    <a:pt x="0" y="17907"/>
                  </a:lnTo>
                  <a:lnTo>
                    <a:pt x="0" y="21590"/>
                  </a:lnTo>
                  <a:lnTo>
                    <a:pt x="148590" y="21590"/>
                  </a:lnTo>
                  <a:lnTo>
                    <a:pt x="148590" y="17907"/>
                  </a:lnTo>
                  <a:close/>
                </a:path>
                <a:path w="336550" h="55880">
                  <a:moveTo>
                    <a:pt x="148590" y="15367"/>
                  </a:moveTo>
                  <a:lnTo>
                    <a:pt x="0" y="15367"/>
                  </a:lnTo>
                  <a:lnTo>
                    <a:pt x="0" y="17780"/>
                  </a:lnTo>
                  <a:lnTo>
                    <a:pt x="148590" y="17780"/>
                  </a:lnTo>
                  <a:lnTo>
                    <a:pt x="148590" y="15367"/>
                  </a:lnTo>
                  <a:close/>
                </a:path>
                <a:path w="336550" h="55880">
                  <a:moveTo>
                    <a:pt x="148590" y="12700"/>
                  </a:moveTo>
                  <a:lnTo>
                    <a:pt x="0" y="12700"/>
                  </a:lnTo>
                  <a:lnTo>
                    <a:pt x="0" y="15240"/>
                  </a:lnTo>
                  <a:lnTo>
                    <a:pt x="148590" y="15240"/>
                  </a:lnTo>
                  <a:lnTo>
                    <a:pt x="148590" y="12700"/>
                  </a:lnTo>
                  <a:close/>
                </a:path>
                <a:path w="336550" h="55880">
                  <a:moveTo>
                    <a:pt x="262890" y="2540"/>
                  </a:moveTo>
                  <a:lnTo>
                    <a:pt x="260350" y="2540"/>
                  </a:lnTo>
                  <a:lnTo>
                    <a:pt x="260350" y="1397"/>
                  </a:lnTo>
                  <a:lnTo>
                    <a:pt x="242570" y="1397"/>
                  </a:lnTo>
                  <a:lnTo>
                    <a:pt x="242570" y="0"/>
                  </a:lnTo>
                  <a:lnTo>
                    <a:pt x="241300" y="0"/>
                  </a:lnTo>
                  <a:lnTo>
                    <a:pt x="241300" y="1397"/>
                  </a:lnTo>
                  <a:lnTo>
                    <a:pt x="223520" y="1397"/>
                  </a:lnTo>
                  <a:lnTo>
                    <a:pt x="223520" y="2540"/>
                  </a:lnTo>
                  <a:lnTo>
                    <a:pt x="217170" y="2540"/>
                  </a:lnTo>
                  <a:lnTo>
                    <a:pt x="217170" y="3810"/>
                  </a:lnTo>
                  <a:lnTo>
                    <a:pt x="262890" y="3810"/>
                  </a:lnTo>
                  <a:lnTo>
                    <a:pt x="262890" y="2667"/>
                  </a:lnTo>
                  <a:lnTo>
                    <a:pt x="262890" y="2540"/>
                  </a:lnTo>
                  <a:close/>
                </a:path>
                <a:path w="336550" h="55880">
                  <a:moveTo>
                    <a:pt x="285750" y="8890"/>
                  </a:moveTo>
                  <a:lnTo>
                    <a:pt x="280670" y="8890"/>
                  </a:lnTo>
                  <a:lnTo>
                    <a:pt x="280670" y="7747"/>
                  </a:lnTo>
                  <a:lnTo>
                    <a:pt x="278130" y="7747"/>
                  </a:lnTo>
                  <a:lnTo>
                    <a:pt x="278130" y="6350"/>
                  </a:lnTo>
                  <a:lnTo>
                    <a:pt x="271780" y="6350"/>
                  </a:lnTo>
                  <a:lnTo>
                    <a:pt x="271780" y="5207"/>
                  </a:lnTo>
                  <a:lnTo>
                    <a:pt x="271780" y="5080"/>
                  </a:lnTo>
                  <a:lnTo>
                    <a:pt x="269240" y="5080"/>
                  </a:lnTo>
                  <a:lnTo>
                    <a:pt x="269240" y="3937"/>
                  </a:lnTo>
                  <a:lnTo>
                    <a:pt x="214630" y="3937"/>
                  </a:lnTo>
                  <a:lnTo>
                    <a:pt x="214630" y="5080"/>
                  </a:lnTo>
                  <a:lnTo>
                    <a:pt x="210820" y="5080"/>
                  </a:lnTo>
                  <a:lnTo>
                    <a:pt x="210820" y="6350"/>
                  </a:lnTo>
                  <a:lnTo>
                    <a:pt x="208280" y="6350"/>
                  </a:lnTo>
                  <a:lnTo>
                    <a:pt x="208280" y="7747"/>
                  </a:lnTo>
                  <a:lnTo>
                    <a:pt x="205740" y="7747"/>
                  </a:lnTo>
                  <a:lnTo>
                    <a:pt x="205740" y="8890"/>
                  </a:lnTo>
                  <a:lnTo>
                    <a:pt x="199390" y="8890"/>
                  </a:lnTo>
                  <a:lnTo>
                    <a:pt x="199390" y="10160"/>
                  </a:lnTo>
                  <a:lnTo>
                    <a:pt x="285750" y="10160"/>
                  </a:lnTo>
                  <a:lnTo>
                    <a:pt x="285750" y="9017"/>
                  </a:lnTo>
                  <a:lnTo>
                    <a:pt x="285750" y="8890"/>
                  </a:lnTo>
                  <a:close/>
                </a:path>
                <a:path w="336550" h="55880">
                  <a:moveTo>
                    <a:pt x="294640" y="15240"/>
                  </a:moveTo>
                  <a:lnTo>
                    <a:pt x="293370" y="15240"/>
                  </a:lnTo>
                  <a:lnTo>
                    <a:pt x="293370" y="14097"/>
                  </a:lnTo>
                  <a:lnTo>
                    <a:pt x="290830" y="14097"/>
                  </a:lnTo>
                  <a:lnTo>
                    <a:pt x="290830" y="12700"/>
                  </a:lnTo>
                  <a:lnTo>
                    <a:pt x="289560" y="12700"/>
                  </a:lnTo>
                  <a:lnTo>
                    <a:pt x="289560" y="11557"/>
                  </a:lnTo>
                  <a:lnTo>
                    <a:pt x="289560" y="11430"/>
                  </a:lnTo>
                  <a:lnTo>
                    <a:pt x="287020" y="11430"/>
                  </a:lnTo>
                  <a:lnTo>
                    <a:pt x="287020" y="10287"/>
                  </a:lnTo>
                  <a:lnTo>
                    <a:pt x="196850" y="10287"/>
                  </a:lnTo>
                  <a:lnTo>
                    <a:pt x="196850" y="11430"/>
                  </a:lnTo>
                  <a:lnTo>
                    <a:pt x="194310" y="11430"/>
                  </a:lnTo>
                  <a:lnTo>
                    <a:pt x="194310" y="12700"/>
                  </a:lnTo>
                  <a:lnTo>
                    <a:pt x="193040" y="12700"/>
                  </a:lnTo>
                  <a:lnTo>
                    <a:pt x="193040" y="14097"/>
                  </a:lnTo>
                  <a:lnTo>
                    <a:pt x="190500" y="14097"/>
                  </a:lnTo>
                  <a:lnTo>
                    <a:pt x="190500" y="15240"/>
                  </a:lnTo>
                  <a:lnTo>
                    <a:pt x="189230" y="15240"/>
                  </a:lnTo>
                  <a:lnTo>
                    <a:pt x="189230" y="16510"/>
                  </a:lnTo>
                  <a:lnTo>
                    <a:pt x="294640" y="16510"/>
                  </a:lnTo>
                  <a:lnTo>
                    <a:pt x="294640" y="15367"/>
                  </a:lnTo>
                  <a:lnTo>
                    <a:pt x="294640" y="15240"/>
                  </a:lnTo>
                  <a:close/>
                </a:path>
                <a:path w="336550" h="55880">
                  <a:moveTo>
                    <a:pt x="304800" y="21590"/>
                  </a:moveTo>
                  <a:lnTo>
                    <a:pt x="303530" y="21590"/>
                  </a:lnTo>
                  <a:lnTo>
                    <a:pt x="303530" y="20447"/>
                  </a:lnTo>
                  <a:lnTo>
                    <a:pt x="302260" y="20447"/>
                  </a:lnTo>
                  <a:lnTo>
                    <a:pt x="302260" y="19050"/>
                  </a:lnTo>
                  <a:lnTo>
                    <a:pt x="300990" y="19050"/>
                  </a:lnTo>
                  <a:lnTo>
                    <a:pt x="300990" y="17907"/>
                  </a:lnTo>
                  <a:lnTo>
                    <a:pt x="300990" y="17780"/>
                  </a:lnTo>
                  <a:lnTo>
                    <a:pt x="297180" y="17780"/>
                  </a:lnTo>
                  <a:lnTo>
                    <a:pt x="297180" y="16637"/>
                  </a:lnTo>
                  <a:lnTo>
                    <a:pt x="186690" y="16637"/>
                  </a:lnTo>
                  <a:lnTo>
                    <a:pt x="186690" y="17780"/>
                  </a:lnTo>
                  <a:lnTo>
                    <a:pt x="185420" y="17780"/>
                  </a:lnTo>
                  <a:lnTo>
                    <a:pt x="185420" y="19050"/>
                  </a:lnTo>
                  <a:lnTo>
                    <a:pt x="184150" y="19050"/>
                  </a:lnTo>
                  <a:lnTo>
                    <a:pt x="184150" y="20447"/>
                  </a:lnTo>
                  <a:lnTo>
                    <a:pt x="181610" y="20447"/>
                  </a:lnTo>
                  <a:lnTo>
                    <a:pt x="181610" y="21590"/>
                  </a:lnTo>
                  <a:lnTo>
                    <a:pt x="180340" y="21590"/>
                  </a:lnTo>
                  <a:lnTo>
                    <a:pt x="180340" y="22860"/>
                  </a:lnTo>
                  <a:lnTo>
                    <a:pt x="304800" y="22860"/>
                  </a:lnTo>
                  <a:lnTo>
                    <a:pt x="304800" y="21717"/>
                  </a:lnTo>
                  <a:lnTo>
                    <a:pt x="304800" y="21590"/>
                  </a:lnTo>
                  <a:close/>
                </a:path>
                <a:path w="336550" h="55880">
                  <a:moveTo>
                    <a:pt x="309880" y="25400"/>
                  </a:moveTo>
                  <a:lnTo>
                    <a:pt x="308610" y="25400"/>
                  </a:lnTo>
                  <a:lnTo>
                    <a:pt x="308610" y="24257"/>
                  </a:lnTo>
                  <a:lnTo>
                    <a:pt x="308610" y="24130"/>
                  </a:lnTo>
                  <a:lnTo>
                    <a:pt x="307340" y="24130"/>
                  </a:lnTo>
                  <a:lnTo>
                    <a:pt x="307340" y="22987"/>
                  </a:lnTo>
                  <a:lnTo>
                    <a:pt x="179070" y="22987"/>
                  </a:lnTo>
                  <a:lnTo>
                    <a:pt x="179070" y="24130"/>
                  </a:lnTo>
                  <a:lnTo>
                    <a:pt x="176530" y="24130"/>
                  </a:lnTo>
                  <a:lnTo>
                    <a:pt x="176530" y="25400"/>
                  </a:lnTo>
                  <a:lnTo>
                    <a:pt x="175260" y="25400"/>
                  </a:lnTo>
                  <a:lnTo>
                    <a:pt x="175260" y="26670"/>
                  </a:lnTo>
                  <a:lnTo>
                    <a:pt x="309880" y="26670"/>
                  </a:lnTo>
                  <a:lnTo>
                    <a:pt x="309880" y="25400"/>
                  </a:lnTo>
                  <a:close/>
                </a:path>
                <a:path w="336550" h="55880">
                  <a:moveTo>
                    <a:pt x="312420" y="27940"/>
                  </a:moveTo>
                  <a:lnTo>
                    <a:pt x="172720" y="27940"/>
                  </a:lnTo>
                  <a:lnTo>
                    <a:pt x="172720" y="29210"/>
                  </a:lnTo>
                  <a:lnTo>
                    <a:pt x="312420" y="29210"/>
                  </a:lnTo>
                  <a:lnTo>
                    <a:pt x="312420" y="27940"/>
                  </a:lnTo>
                  <a:close/>
                </a:path>
                <a:path w="336550" h="55880">
                  <a:moveTo>
                    <a:pt x="318770" y="34290"/>
                  </a:moveTo>
                  <a:lnTo>
                    <a:pt x="317500" y="34290"/>
                  </a:lnTo>
                  <a:lnTo>
                    <a:pt x="317500" y="33147"/>
                  </a:lnTo>
                  <a:lnTo>
                    <a:pt x="316230" y="33147"/>
                  </a:lnTo>
                  <a:lnTo>
                    <a:pt x="316230" y="31750"/>
                  </a:lnTo>
                  <a:lnTo>
                    <a:pt x="314960" y="31750"/>
                  </a:lnTo>
                  <a:lnTo>
                    <a:pt x="314960" y="30607"/>
                  </a:lnTo>
                  <a:lnTo>
                    <a:pt x="314960" y="30480"/>
                  </a:lnTo>
                  <a:lnTo>
                    <a:pt x="313690" y="30480"/>
                  </a:lnTo>
                  <a:lnTo>
                    <a:pt x="313690" y="29337"/>
                  </a:lnTo>
                  <a:lnTo>
                    <a:pt x="171450" y="29337"/>
                  </a:lnTo>
                  <a:lnTo>
                    <a:pt x="171450" y="30480"/>
                  </a:lnTo>
                  <a:lnTo>
                    <a:pt x="170180" y="30480"/>
                  </a:lnTo>
                  <a:lnTo>
                    <a:pt x="170180" y="31750"/>
                  </a:lnTo>
                  <a:lnTo>
                    <a:pt x="168910" y="31750"/>
                  </a:lnTo>
                  <a:lnTo>
                    <a:pt x="168910" y="33147"/>
                  </a:lnTo>
                  <a:lnTo>
                    <a:pt x="167640" y="33147"/>
                  </a:lnTo>
                  <a:lnTo>
                    <a:pt x="167640" y="34290"/>
                  </a:lnTo>
                  <a:lnTo>
                    <a:pt x="166370" y="34290"/>
                  </a:lnTo>
                  <a:lnTo>
                    <a:pt x="166370" y="35560"/>
                  </a:lnTo>
                  <a:lnTo>
                    <a:pt x="318770" y="35560"/>
                  </a:lnTo>
                  <a:lnTo>
                    <a:pt x="318770" y="34417"/>
                  </a:lnTo>
                  <a:lnTo>
                    <a:pt x="318770" y="34290"/>
                  </a:lnTo>
                  <a:close/>
                </a:path>
                <a:path w="336550" h="55880">
                  <a:moveTo>
                    <a:pt x="325120" y="40640"/>
                  </a:moveTo>
                  <a:lnTo>
                    <a:pt x="323850" y="40640"/>
                  </a:lnTo>
                  <a:lnTo>
                    <a:pt x="323850" y="39370"/>
                  </a:lnTo>
                  <a:lnTo>
                    <a:pt x="323837" y="38100"/>
                  </a:lnTo>
                  <a:lnTo>
                    <a:pt x="322580" y="38100"/>
                  </a:lnTo>
                  <a:lnTo>
                    <a:pt x="322580" y="36957"/>
                  </a:lnTo>
                  <a:lnTo>
                    <a:pt x="322580" y="36830"/>
                  </a:lnTo>
                  <a:lnTo>
                    <a:pt x="321310" y="36830"/>
                  </a:lnTo>
                  <a:lnTo>
                    <a:pt x="321310" y="35687"/>
                  </a:lnTo>
                  <a:lnTo>
                    <a:pt x="165100" y="35687"/>
                  </a:lnTo>
                  <a:lnTo>
                    <a:pt x="165100" y="36830"/>
                  </a:lnTo>
                  <a:lnTo>
                    <a:pt x="163830" y="36830"/>
                  </a:lnTo>
                  <a:lnTo>
                    <a:pt x="163830" y="38100"/>
                  </a:lnTo>
                  <a:lnTo>
                    <a:pt x="162560" y="38100"/>
                  </a:lnTo>
                  <a:lnTo>
                    <a:pt x="162560" y="39370"/>
                  </a:lnTo>
                  <a:lnTo>
                    <a:pt x="161290" y="39370"/>
                  </a:lnTo>
                  <a:lnTo>
                    <a:pt x="161290" y="40640"/>
                  </a:lnTo>
                  <a:lnTo>
                    <a:pt x="160020" y="40640"/>
                  </a:lnTo>
                  <a:lnTo>
                    <a:pt x="160020" y="41910"/>
                  </a:lnTo>
                  <a:lnTo>
                    <a:pt x="325120" y="41910"/>
                  </a:lnTo>
                  <a:lnTo>
                    <a:pt x="325120" y="40767"/>
                  </a:lnTo>
                  <a:lnTo>
                    <a:pt x="325120" y="40640"/>
                  </a:lnTo>
                  <a:close/>
                </a:path>
                <a:path w="336550" h="55880">
                  <a:moveTo>
                    <a:pt x="327660" y="43180"/>
                  </a:moveTo>
                  <a:lnTo>
                    <a:pt x="326390" y="43180"/>
                  </a:lnTo>
                  <a:lnTo>
                    <a:pt x="326390" y="42037"/>
                  </a:lnTo>
                  <a:lnTo>
                    <a:pt x="158750" y="42037"/>
                  </a:lnTo>
                  <a:lnTo>
                    <a:pt x="158750" y="43180"/>
                  </a:lnTo>
                  <a:lnTo>
                    <a:pt x="157480" y="43180"/>
                  </a:lnTo>
                  <a:lnTo>
                    <a:pt x="157480" y="44450"/>
                  </a:lnTo>
                  <a:lnTo>
                    <a:pt x="156210" y="44450"/>
                  </a:lnTo>
                  <a:lnTo>
                    <a:pt x="156210" y="45720"/>
                  </a:lnTo>
                  <a:lnTo>
                    <a:pt x="327660" y="45720"/>
                  </a:lnTo>
                  <a:lnTo>
                    <a:pt x="327660" y="44450"/>
                  </a:lnTo>
                  <a:lnTo>
                    <a:pt x="327660" y="43307"/>
                  </a:lnTo>
                  <a:lnTo>
                    <a:pt x="327660" y="43180"/>
                  </a:lnTo>
                  <a:close/>
                </a:path>
                <a:path w="336550" h="55880">
                  <a:moveTo>
                    <a:pt x="330200" y="46990"/>
                  </a:moveTo>
                  <a:lnTo>
                    <a:pt x="328930" y="46990"/>
                  </a:lnTo>
                  <a:lnTo>
                    <a:pt x="328930" y="45847"/>
                  </a:lnTo>
                  <a:lnTo>
                    <a:pt x="154940" y="45847"/>
                  </a:lnTo>
                  <a:lnTo>
                    <a:pt x="154940" y="46990"/>
                  </a:lnTo>
                  <a:lnTo>
                    <a:pt x="153670" y="46990"/>
                  </a:lnTo>
                  <a:lnTo>
                    <a:pt x="153670" y="48260"/>
                  </a:lnTo>
                  <a:lnTo>
                    <a:pt x="330200" y="48260"/>
                  </a:lnTo>
                  <a:lnTo>
                    <a:pt x="330200" y="47117"/>
                  </a:lnTo>
                  <a:lnTo>
                    <a:pt x="330200" y="46990"/>
                  </a:lnTo>
                  <a:close/>
                </a:path>
                <a:path w="336550" h="55880">
                  <a:moveTo>
                    <a:pt x="336550" y="54610"/>
                  </a:moveTo>
                  <a:lnTo>
                    <a:pt x="335280" y="54610"/>
                  </a:lnTo>
                  <a:lnTo>
                    <a:pt x="335280" y="53340"/>
                  </a:lnTo>
                  <a:lnTo>
                    <a:pt x="334010" y="53340"/>
                  </a:lnTo>
                  <a:lnTo>
                    <a:pt x="334010" y="52070"/>
                  </a:lnTo>
                  <a:lnTo>
                    <a:pt x="332740" y="52070"/>
                  </a:lnTo>
                  <a:lnTo>
                    <a:pt x="332740" y="50800"/>
                  </a:lnTo>
                  <a:lnTo>
                    <a:pt x="332740" y="49657"/>
                  </a:lnTo>
                  <a:lnTo>
                    <a:pt x="332740" y="49530"/>
                  </a:lnTo>
                  <a:lnTo>
                    <a:pt x="331470" y="49530"/>
                  </a:lnTo>
                  <a:lnTo>
                    <a:pt x="331470" y="48387"/>
                  </a:lnTo>
                  <a:lnTo>
                    <a:pt x="152400" y="48387"/>
                  </a:lnTo>
                  <a:lnTo>
                    <a:pt x="152400" y="49530"/>
                  </a:lnTo>
                  <a:lnTo>
                    <a:pt x="151130" y="49530"/>
                  </a:lnTo>
                  <a:lnTo>
                    <a:pt x="151130" y="50800"/>
                  </a:lnTo>
                  <a:lnTo>
                    <a:pt x="149860" y="50800"/>
                  </a:lnTo>
                  <a:lnTo>
                    <a:pt x="149860" y="52070"/>
                  </a:lnTo>
                  <a:lnTo>
                    <a:pt x="148590" y="52070"/>
                  </a:lnTo>
                  <a:lnTo>
                    <a:pt x="148590" y="49530"/>
                  </a:lnTo>
                  <a:lnTo>
                    <a:pt x="148590" y="47117"/>
                  </a:lnTo>
                  <a:lnTo>
                    <a:pt x="0" y="47117"/>
                  </a:lnTo>
                  <a:lnTo>
                    <a:pt x="0" y="49530"/>
                  </a:lnTo>
                  <a:lnTo>
                    <a:pt x="0" y="52070"/>
                  </a:lnTo>
                  <a:lnTo>
                    <a:pt x="0" y="53340"/>
                  </a:lnTo>
                  <a:lnTo>
                    <a:pt x="0" y="54610"/>
                  </a:lnTo>
                  <a:lnTo>
                    <a:pt x="0" y="55880"/>
                  </a:lnTo>
                  <a:lnTo>
                    <a:pt x="336550" y="55880"/>
                  </a:lnTo>
                  <a:lnTo>
                    <a:pt x="336550" y="54610"/>
                  </a:lnTo>
                  <a:close/>
                </a:path>
              </a:pathLst>
            </a:custGeom>
            <a:solidFill>
              <a:srgbClr val="10101C"/>
            </a:solidFill>
          </p:spPr>
          <p:txBody>
            <a:bodyPr wrap="square" lIns="0" tIns="0" rIns="0" bIns="0" rtlCol="0"/>
            <a:lstStyle/>
            <a:p/>
          </p:txBody>
        </p:sp>
        <p:sp>
          <p:nvSpPr>
            <p:cNvPr id="453" name="object 453"/>
            <p:cNvSpPr/>
            <p:nvPr/>
          </p:nvSpPr>
          <p:spPr>
            <a:xfrm>
              <a:off x="2327910" y="1085849"/>
              <a:ext cx="312420" cy="2540"/>
            </a:xfrm>
            <a:custGeom>
              <a:avLst/>
              <a:gdLst/>
              <a:ahLst/>
              <a:cxnLst/>
              <a:rect l="l" t="t" r="r" b="b"/>
              <a:pathLst>
                <a:path w="312419" h="2540">
                  <a:moveTo>
                    <a:pt x="148590" y="0"/>
                  </a:moveTo>
                  <a:lnTo>
                    <a:pt x="0" y="0"/>
                  </a:lnTo>
                  <a:lnTo>
                    <a:pt x="0" y="1270"/>
                  </a:lnTo>
                  <a:lnTo>
                    <a:pt x="148590" y="1270"/>
                  </a:lnTo>
                  <a:lnTo>
                    <a:pt x="148590" y="0"/>
                  </a:lnTo>
                  <a:close/>
                </a:path>
                <a:path w="312419" h="2540">
                  <a:moveTo>
                    <a:pt x="312420" y="1270"/>
                  </a:moveTo>
                  <a:lnTo>
                    <a:pt x="311150" y="1270"/>
                  </a:lnTo>
                  <a:lnTo>
                    <a:pt x="311150" y="127"/>
                  </a:lnTo>
                  <a:lnTo>
                    <a:pt x="309880" y="127"/>
                  </a:lnTo>
                  <a:lnTo>
                    <a:pt x="309880" y="0"/>
                  </a:lnTo>
                  <a:lnTo>
                    <a:pt x="175260" y="0"/>
                  </a:lnTo>
                  <a:lnTo>
                    <a:pt x="175260" y="127"/>
                  </a:lnTo>
                  <a:lnTo>
                    <a:pt x="173990" y="127"/>
                  </a:lnTo>
                  <a:lnTo>
                    <a:pt x="173990" y="1270"/>
                  </a:lnTo>
                  <a:lnTo>
                    <a:pt x="172720" y="1270"/>
                  </a:lnTo>
                  <a:lnTo>
                    <a:pt x="172720" y="2540"/>
                  </a:lnTo>
                  <a:lnTo>
                    <a:pt x="312420" y="2540"/>
                  </a:lnTo>
                  <a:lnTo>
                    <a:pt x="312420" y="1397"/>
                  </a:lnTo>
                  <a:lnTo>
                    <a:pt x="312420" y="1270"/>
                  </a:lnTo>
                  <a:close/>
                </a:path>
              </a:pathLst>
            </a:custGeom>
            <a:solidFill>
              <a:srgbClr val="10101C"/>
            </a:solidFill>
          </p:spPr>
          <p:txBody>
            <a:bodyPr wrap="square" lIns="0" tIns="0" rIns="0" bIns="0" rtlCol="0"/>
            <a:lstStyle/>
            <a:p/>
          </p:txBody>
        </p:sp>
        <p:sp>
          <p:nvSpPr>
            <p:cNvPr id="454" name="object 454"/>
            <p:cNvSpPr/>
            <p:nvPr/>
          </p:nvSpPr>
          <p:spPr>
            <a:xfrm>
              <a:off x="2327910" y="1115059"/>
              <a:ext cx="351790" cy="27940"/>
            </a:xfrm>
            <a:custGeom>
              <a:avLst/>
              <a:gdLst/>
              <a:ahLst/>
              <a:cxnLst/>
              <a:rect l="l" t="t" r="r" b="b"/>
              <a:pathLst>
                <a:path w="351789" h="27940">
                  <a:moveTo>
                    <a:pt x="351790" y="26670"/>
                  </a:moveTo>
                  <a:lnTo>
                    <a:pt x="350520" y="26670"/>
                  </a:lnTo>
                  <a:lnTo>
                    <a:pt x="350520" y="24130"/>
                  </a:lnTo>
                  <a:lnTo>
                    <a:pt x="349250" y="24130"/>
                  </a:lnTo>
                  <a:lnTo>
                    <a:pt x="349250" y="21590"/>
                  </a:lnTo>
                  <a:lnTo>
                    <a:pt x="347980" y="21590"/>
                  </a:lnTo>
                  <a:lnTo>
                    <a:pt x="347980" y="19050"/>
                  </a:lnTo>
                  <a:lnTo>
                    <a:pt x="346710" y="19050"/>
                  </a:lnTo>
                  <a:lnTo>
                    <a:pt x="346710" y="16510"/>
                  </a:lnTo>
                  <a:lnTo>
                    <a:pt x="345440" y="16510"/>
                  </a:lnTo>
                  <a:lnTo>
                    <a:pt x="345440" y="13970"/>
                  </a:lnTo>
                  <a:lnTo>
                    <a:pt x="344170" y="13970"/>
                  </a:lnTo>
                  <a:lnTo>
                    <a:pt x="344170" y="12700"/>
                  </a:lnTo>
                  <a:lnTo>
                    <a:pt x="342900" y="12700"/>
                  </a:lnTo>
                  <a:lnTo>
                    <a:pt x="342900" y="11430"/>
                  </a:lnTo>
                  <a:lnTo>
                    <a:pt x="341630" y="11430"/>
                  </a:lnTo>
                  <a:lnTo>
                    <a:pt x="341630" y="8890"/>
                  </a:lnTo>
                  <a:lnTo>
                    <a:pt x="340360" y="8890"/>
                  </a:lnTo>
                  <a:lnTo>
                    <a:pt x="340360" y="6350"/>
                  </a:lnTo>
                  <a:lnTo>
                    <a:pt x="339090" y="6350"/>
                  </a:lnTo>
                  <a:lnTo>
                    <a:pt x="339090" y="3810"/>
                  </a:lnTo>
                  <a:lnTo>
                    <a:pt x="337820" y="3810"/>
                  </a:lnTo>
                  <a:lnTo>
                    <a:pt x="337820" y="1270"/>
                  </a:lnTo>
                  <a:lnTo>
                    <a:pt x="336550" y="1270"/>
                  </a:lnTo>
                  <a:lnTo>
                    <a:pt x="336550" y="0"/>
                  </a:lnTo>
                  <a:lnTo>
                    <a:pt x="0" y="0"/>
                  </a:lnTo>
                  <a:lnTo>
                    <a:pt x="0" y="1270"/>
                  </a:lnTo>
                  <a:lnTo>
                    <a:pt x="0" y="3810"/>
                  </a:lnTo>
                  <a:lnTo>
                    <a:pt x="0" y="27940"/>
                  </a:lnTo>
                  <a:lnTo>
                    <a:pt x="351790" y="27940"/>
                  </a:lnTo>
                  <a:lnTo>
                    <a:pt x="351790" y="26670"/>
                  </a:lnTo>
                  <a:close/>
                </a:path>
              </a:pathLst>
            </a:custGeom>
            <a:solidFill>
              <a:srgbClr val="11111D"/>
            </a:solidFill>
          </p:spPr>
          <p:txBody>
            <a:bodyPr wrap="square" lIns="0" tIns="0" rIns="0" bIns="0" rtlCol="0"/>
            <a:lstStyle/>
            <a:p/>
          </p:txBody>
        </p:sp>
        <p:sp>
          <p:nvSpPr>
            <p:cNvPr id="455" name="object 455"/>
            <p:cNvSpPr/>
            <p:nvPr/>
          </p:nvSpPr>
          <p:spPr>
            <a:xfrm>
              <a:off x="2327910" y="1142999"/>
              <a:ext cx="363220" cy="27940"/>
            </a:xfrm>
            <a:custGeom>
              <a:avLst/>
              <a:gdLst/>
              <a:ahLst/>
              <a:cxnLst/>
              <a:rect l="l" t="t" r="r" b="b"/>
              <a:pathLst>
                <a:path w="363219" h="27940">
                  <a:moveTo>
                    <a:pt x="363220" y="25400"/>
                  </a:moveTo>
                  <a:lnTo>
                    <a:pt x="361950" y="25400"/>
                  </a:lnTo>
                  <a:lnTo>
                    <a:pt x="361950" y="22860"/>
                  </a:lnTo>
                  <a:lnTo>
                    <a:pt x="360680" y="22860"/>
                  </a:lnTo>
                  <a:lnTo>
                    <a:pt x="360680" y="19050"/>
                  </a:lnTo>
                  <a:lnTo>
                    <a:pt x="359410" y="19050"/>
                  </a:lnTo>
                  <a:lnTo>
                    <a:pt x="359410" y="16510"/>
                  </a:lnTo>
                  <a:lnTo>
                    <a:pt x="358140" y="16510"/>
                  </a:lnTo>
                  <a:lnTo>
                    <a:pt x="358140" y="13970"/>
                  </a:lnTo>
                  <a:lnTo>
                    <a:pt x="356870" y="13970"/>
                  </a:lnTo>
                  <a:lnTo>
                    <a:pt x="356870" y="10160"/>
                  </a:lnTo>
                  <a:lnTo>
                    <a:pt x="355600" y="10160"/>
                  </a:lnTo>
                  <a:lnTo>
                    <a:pt x="355600" y="7620"/>
                  </a:lnTo>
                  <a:lnTo>
                    <a:pt x="354330" y="7620"/>
                  </a:lnTo>
                  <a:lnTo>
                    <a:pt x="354330" y="5080"/>
                  </a:lnTo>
                  <a:lnTo>
                    <a:pt x="353060" y="5080"/>
                  </a:lnTo>
                  <a:lnTo>
                    <a:pt x="353060" y="2540"/>
                  </a:lnTo>
                  <a:lnTo>
                    <a:pt x="351790" y="2540"/>
                  </a:lnTo>
                  <a:lnTo>
                    <a:pt x="351790" y="0"/>
                  </a:lnTo>
                  <a:lnTo>
                    <a:pt x="0" y="0"/>
                  </a:lnTo>
                  <a:lnTo>
                    <a:pt x="0" y="2540"/>
                  </a:lnTo>
                  <a:lnTo>
                    <a:pt x="0" y="5080"/>
                  </a:lnTo>
                  <a:lnTo>
                    <a:pt x="0" y="27940"/>
                  </a:lnTo>
                  <a:lnTo>
                    <a:pt x="363220" y="27940"/>
                  </a:lnTo>
                  <a:lnTo>
                    <a:pt x="363220" y="25400"/>
                  </a:lnTo>
                  <a:close/>
                </a:path>
              </a:pathLst>
            </a:custGeom>
            <a:solidFill>
              <a:srgbClr val="11111E"/>
            </a:solidFill>
          </p:spPr>
          <p:txBody>
            <a:bodyPr wrap="square" lIns="0" tIns="0" rIns="0" bIns="0" rtlCol="0"/>
            <a:lstStyle/>
            <a:p/>
          </p:txBody>
        </p:sp>
        <p:sp>
          <p:nvSpPr>
            <p:cNvPr id="456" name="object 456"/>
            <p:cNvSpPr/>
            <p:nvPr/>
          </p:nvSpPr>
          <p:spPr>
            <a:xfrm>
              <a:off x="2327910" y="1170939"/>
              <a:ext cx="373380" cy="27940"/>
            </a:xfrm>
            <a:custGeom>
              <a:avLst/>
              <a:gdLst/>
              <a:ahLst/>
              <a:cxnLst/>
              <a:rect l="l" t="t" r="r" b="b"/>
              <a:pathLst>
                <a:path w="373380" h="27940">
                  <a:moveTo>
                    <a:pt x="373380" y="26670"/>
                  </a:moveTo>
                  <a:lnTo>
                    <a:pt x="372110" y="26670"/>
                  </a:lnTo>
                  <a:lnTo>
                    <a:pt x="372110" y="22860"/>
                  </a:lnTo>
                  <a:lnTo>
                    <a:pt x="370840" y="22860"/>
                  </a:lnTo>
                  <a:lnTo>
                    <a:pt x="370840" y="19050"/>
                  </a:lnTo>
                  <a:lnTo>
                    <a:pt x="369570" y="19050"/>
                  </a:lnTo>
                  <a:lnTo>
                    <a:pt x="369570" y="13970"/>
                  </a:lnTo>
                  <a:lnTo>
                    <a:pt x="368300" y="13970"/>
                  </a:lnTo>
                  <a:lnTo>
                    <a:pt x="368300" y="10160"/>
                  </a:lnTo>
                  <a:lnTo>
                    <a:pt x="367030" y="10160"/>
                  </a:lnTo>
                  <a:lnTo>
                    <a:pt x="367030" y="6350"/>
                  </a:lnTo>
                  <a:lnTo>
                    <a:pt x="365760" y="6350"/>
                  </a:lnTo>
                  <a:lnTo>
                    <a:pt x="365760" y="3810"/>
                  </a:lnTo>
                  <a:lnTo>
                    <a:pt x="364490" y="3810"/>
                  </a:lnTo>
                  <a:lnTo>
                    <a:pt x="364490" y="1270"/>
                  </a:lnTo>
                  <a:lnTo>
                    <a:pt x="363220" y="1270"/>
                  </a:lnTo>
                  <a:lnTo>
                    <a:pt x="363220" y="0"/>
                  </a:lnTo>
                  <a:lnTo>
                    <a:pt x="0" y="0"/>
                  </a:lnTo>
                  <a:lnTo>
                    <a:pt x="0" y="1270"/>
                  </a:lnTo>
                  <a:lnTo>
                    <a:pt x="0" y="3810"/>
                  </a:lnTo>
                  <a:lnTo>
                    <a:pt x="0" y="27940"/>
                  </a:lnTo>
                  <a:lnTo>
                    <a:pt x="373380" y="27940"/>
                  </a:lnTo>
                  <a:lnTo>
                    <a:pt x="373380" y="26670"/>
                  </a:lnTo>
                  <a:close/>
                </a:path>
              </a:pathLst>
            </a:custGeom>
            <a:solidFill>
              <a:srgbClr val="12121F"/>
            </a:solidFill>
          </p:spPr>
          <p:txBody>
            <a:bodyPr wrap="square" lIns="0" tIns="0" rIns="0" bIns="0" rtlCol="0"/>
            <a:lstStyle/>
            <a:p/>
          </p:txBody>
        </p:sp>
        <p:sp>
          <p:nvSpPr>
            <p:cNvPr id="457" name="object 457"/>
            <p:cNvSpPr/>
            <p:nvPr/>
          </p:nvSpPr>
          <p:spPr>
            <a:xfrm>
              <a:off x="2327910" y="1198879"/>
              <a:ext cx="379730" cy="27940"/>
            </a:xfrm>
            <a:custGeom>
              <a:avLst/>
              <a:gdLst/>
              <a:ahLst/>
              <a:cxnLst/>
              <a:rect l="l" t="t" r="r" b="b"/>
              <a:pathLst>
                <a:path w="379730" h="27940">
                  <a:moveTo>
                    <a:pt x="379730" y="24130"/>
                  </a:moveTo>
                  <a:lnTo>
                    <a:pt x="378460" y="24130"/>
                  </a:lnTo>
                  <a:lnTo>
                    <a:pt x="378460" y="19050"/>
                  </a:lnTo>
                  <a:lnTo>
                    <a:pt x="377190" y="19050"/>
                  </a:lnTo>
                  <a:lnTo>
                    <a:pt x="377190" y="13970"/>
                  </a:lnTo>
                  <a:lnTo>
                    <a:pt x="375920" y="13970"/>
                  </a:lnTo>
                  <a:lnTo>
                    <a:pt x="375920" y="8890"/>
                  </a:lnTo>
                  <a:lnTo>
                    <a:pt x="374650" y="8890"/>
                  </a:lnTo>
                  <a:lnTo>
                    <a:pt x="374650" y="3810"/>
                  </a:lnTo>
                  <a:lnTo>
                    <a:pt x="373380" y="3810"/>
                  </a:lnTo>
                  <a:lnTo>
                    <a:pt x="373380" y="0"/>
                  </a:lnTo>
                  <a:lnTo>
                    <a:pt x="0" y="0"/>
                  </a:lnTo>
                  <a:lnTo>
                    <a:pt x="0" y="3810"/>
                  </a:lnTo>
                  <a:lnTo>
                    <a:pt x="0" y="8890"/>
                  </a:lnTo>
                  <a:lnTo>
                    <a:pt x="0" y="13970"/>
                  </a:lnTo>
                  <a:lnTo>
                    <a:pt x="0" y="19050"/>
                  </a:lnTo>
                  <a:lnTo>
                    <a:pt x="0" y="24130"/>
                  </a:lnTo>
                  <a:lnTo>
                    <a:pt x="0" y="27940"/>
                  </a:lnTo>
                  <a:lnTo>
                    <a:pt x="379730" y="27940"/>
                  </a:lnTo>
                  <a:lnTo>
                    <a:pt x="379730" y="24130"/>
                  </a:lnTo>
                  <a:close/>
                </a:path>
              </a:pathLst>
            </a:custGeom>
            <a:solidFill>
              <a:srgbClr val="121220"/>
            </a:solidFill>
          </p:spPr>
          <p:txBody>
            <a:bodyPr wrap="square" lIns="0" tIns="0" rIns="0" bIns="0" rtlCol="0"/>
            <a:lstStyle/>
            <a:p/>
          </p:txBody>
        </p:sp>
        <p:sp>
          <p:nvSpPr>
            <p:cNvPr id="458" name="object 458"/>
            <p:cNvSpPr/>
            <p:nvPr/>
          </p:nvSpPr>
          <p:spPr>
            <a:xfrm>
              <a:off x="2327910" y="1226819"/>
              <a:ext cx="386080" cy="29209"/>
            </a:xfrm>
            <a:custGeom>
              <a:avLst/>
              <a:gdLst/>
              <a:ahLst/>
              <a:cxnLst/>
              <a:rect l="l" t="t" r="r" b="b"/>
              <a:pathLst>
                <a:path w="386080" h="29209">
                  <a:moveTo>
                    <a:pt x="386080" y="25400"/>
                  </a:moveTo>
                  <a:lnTo>
                    <a:pt x="384810" y="25400"/>
                  </a:lnTo>
                  <a:lnTo>
                    <a:pt x="384810" y="19050"/>
                  </a:lnTo>
                  <a:lnTo>
                    <a:pt x="383540" y="19050"/>
                  </a:lnTo>
                  <a:lnTo>
                    <a:pt x="383540" y="12700"/>
                  </a:lnTo>
                  <a:lnTo>
                    <a:pt x="382270" y="12700"/>
                  </a:lnTo>
                  <a:lnTo>
                    <a:pt x="382270" y="7620"/>
                  </a:lnTo>
                  <a:lnTo>
                    <a:pt x="381000" y="7620"/>
                  </a:lnTo>
                  <a:lnTo>
                    <a:pt x="381000" y="1270"/>
                  </a:lnTo>
                  <a:lnTo>
                    <a:pt x="379730" y="1270"/>
                  </a:lnTo>
                  <a:lnTo>
                    <a:pt x="379730" y="0"/>
                  </a:lnTo>
                  <a:lnTo>
                    <a:pt x="0" y="0"/>
                  </a:lnTo>
                  <a:lnTo>
                    <a:pt x="0" y="1270"/>
                  </a:lnTo>
                  <a:lnTo>
                    <a:pt x="0" y="7620"/>
                  </a:lnTo>
                  <a:lnTo>
                    <a:pt x="0" y="12700"/>
                  </a:lnTo>
                  <a:lnTo>
                    <a:pt x="0" y="19050"/>
                  </a:lnTo>
                  <a:lnTo>
                    <a:pt x="0" y="25400"/>
                  </a:lnTo>
                  <a:lnTo>
                    <a:pt x="0" y="29210"/>
                  </a:lnTo>
                  <a:lnTo>
                    <a:pt x="386080" y="29210"/>
                  </a:lnTo>
                  <a:lnTo>
                    <a:pt x="386080" y="25400"/>
                  </a:lnTo>
                  <a:close/>
                </a:path>
              </a:pathLst>
            </a:custGeom>
            <a:solidFill>
              <a:srgbClr val="131321"/>
            </a:solidFill>
          </p:spPr>
          <p:txBody>
            <a:bodyPr wrap="square" lIns="0" tIns="0" rIns="0" bIns="0" rtlCol="0"/>
            <a:lstStyle/>
            <a:p/>
          </p:txBody>
        </p:sp>
        <p:sp>
          <p:nvSpPr>
            <p:cNvPr id="459" name="object 459"/>
            <p:cNvSpPr/>
            <p:nvPr/>
          </p:nvSpPr>
          <p:spPr>
            <a:xfrm>
              <a:off x="2327910" y="1256029"/>
              <a:ext cx="389890" cy="27940"/>
            </a:xfrm>
            <a:custGeom>
              <a:avLst/>
              <a:gdLst/>
              <a:ahLst/>
              <a:cxnLst/>
              <a:rect l="l" t="t" r="r" b="b"/>
              <a:pathLst>
                <a:path w="389889" h="27940">
                  <a:moveTo>
                    <a:pt x="388620" y="10160"/>
                  </a:moveTo>
                  <a:lnTo>
                    <a:pt x="388607" y="8890"/>
                  </a:lnTo>
                  <a:lnTo>
                    <a:pt x="387350" y="8890"/>
                  </a:lnTo>
                  <a:lnTo>
                    <a:pt x="387350" y="1270"/>
                  </a:lnTo>
                  <a:lnTo>
                    <a:pt x="386080" y="1270"/>
                  </a:lnTo>
                  <a:lnTo>
                    <a:pt x="386080" y="0"/>
                  </a:lnTo>
                  <a:lnTo>
                    <a:pt x="0" y="0"/>
                  </a:lnTo>
                  <a:lnTo>
                    <a:pt x="0" y="1270"/>
                  </a:lnTo>
                  <a:lnTo>
                    <a:pt x="0" y="8890"/>
                  </a:lnTo>
                  <a:lnTo>
                    <a:pt x="0" y="27940"/>
                  </a:lnTo>
                  <a:lnTo>
                    <a:pt x="173990" y="27940"/>
                  </a:lnTo>
                  <a:lnTo>
                    <a:pt x="173990" y="25400"/>
                  </a:lnTo>
                  <a:lnTo>
                    <a:pt x="175260" y="25400"/>
                  </a:lnTo>
                  <a:lnTo>
                    <a:pt x="175260" y="24130"/>
                  </a:lnTo>
                  <a:lnTo>
                    <a:pt x="176530" y="24130"/>
                  </a:lnTo>
                  <a:lnTo>
                    <a:pt x="176530" y="21590"/>
                  </a:lnTo>
                  <a:lnTo>
                    <a:pt x="177800" y="21590"/>
                  </a:lnTo>
                  <a:lnTo>
                    <a:pt x="177800" y="20320"/>
                  </a:lnTo>
                  <a:lnTo>
                    <a:pt x="180340" y="20320"/>
                  </a:lnTo>
                  <a:lnTo>
                    <a:pt x="180340" y="17780"/>
                  </a:lnTo>
                  <a:lnTo>
                    <a:pt x="181610" y="17780"/>
                  </a:lnTo>
                  <a:lnTo>
                    <a:pt x="181610" y="16510"/>
                  </a:lnTo>
                  <a:lnTo>
                    <a:pt x="184150" y="16510"/>
                  </a:lnTo>
                  <a:lnTo>
                    <a:pt x="184150" y="15240"/>
                  </a:lnTo>
                  <a:lnTo>
                    <a:pt x="185420" y="15240"/>
                  </a:lnTo>
                  <a:lnTo>
                    <a:pt x="185420" y="13970"/>
                  </a:lnTo>
                  <a:lnTo>
                    <a:pt x="187960" y="13970"/>
                  </a:lnTo>
                  <a:lnTo>
                    <a:pt x="187960" y="12700"/>
                  </a:lnTo>
                  <a:lnTo>
                    <a:pt x="189230" y="12700"/>
                  </a:lnTo>
                  <a:lnTo>
                    <a:pt x="189230" y="11430"/>
                  </a:lnTo>
                  <a:lnTo>
                    <a:pt x="194310" y="11430"/>
                  </a:lnTo>
                  <a:lnTo>
                    <a:pt x="194310" y="10160"/>
                  </a:lnTo>
                  <a:lnTo>
                    <a:pt x="199390" y="10160"/>
                  </a:lnTo>
                  <a:lnTo>
                    <a:pt x="199390" y="9017"/>
                  </a:lnTo>
                  <a:lnTo>
                    <a:pt x="201930" y="9017"/>
                  </a:lnTo>
                  <a:lnTo>
                    <a:pt x="201930" y="10160"/>
                  </a:lnTo>
                  <a:lnTo>
                    <a:pt x="203200" y="10160"/>
                  </a:lnTo>
                  <a:lnTo>
                    <a:pt x="203200" y="11430"/>
                  </a:lnTo>
                  <a:lnTo>
                    <a:pt x="207010" y="11430"/>
                  </a:lnTo>
                  <a:lnTo>
                    <a:pt x="207010" y="12700"/>
                  </a:lnTo>
                  <a:lnTo>
                    <a:pt x="210820" y="12700"/>
                  </a:lnTo>
                  <a:lnTo>
                    <a:pt x="210820" y="13970"/>
                  </a:lnTo>
                  <a:lnTo>
                    <a:pt x="213360" y="13970"/>
                  </a:lnTo>
                  <a:lnTo>
                    <a:pt x="213360" y="15240"/>
                  </a:lnTo>
                  <a:lnTo>
                    <a:pt x="214630" y="15240"/>
                  </a:lnTo>
                  <a:lnTo>
                    <a:pt x="214630" y="16510"/>
                  </a:lnTo>
                  <a:lnTo>
                    <a:pt x="217170" y="16510"/>
                  </a:lnTo>
                  <a:lnTo>
                    <a:pt x="217170" y="17780"/>
                  </a:lnTo>
                  <a:lnTo>
                    <a:pt x="388620" y="17780"/>
                  </a:lnTo>
                  <a:lnTo>
                    <a:pt x="388620" y="16510"/>
                  </a:lnTo>
                  <a:lnTo>
                    <a:pt x="388607" y="15240"/>
                  </a:lnTo>
                  <a:lnTo>
                    <a:pt x="388620" y="13970"/>
                  </a:lnTo>
                  <a:lnTo>
                    <a:pt x="388620" y="12700"/>
                  </a:lnTo>
                  <a:lnTo>
                    <a:pt x="388620" y="11430"/>
                  </a:lnTo>
                  <a:lnTo>
                    <a:pt x="388620" y="10160"/>
                  </a:lnTo>
                  <a:close/>
                </a:path>
                <a:path w="389889" h="27940">
                  <a:moveTo>
                    <a:pt x="389890" y="19050"/>
                  </a:moveTo>
                  <a:lnTo>
                    <a:pt x="388620" y="19050"/>
                  </a:lnTo>
                  <a:lnTo>
                    <a:pt x="388620" y="17907"/>
                  </a:lnTo>
                  <a:lnTo>
                    <a:pt x="217170" y="17907"/>
                  </a:lnTo>
                  <a:lnTo>
                    <a:pt x="217170" y="19050"/>
                  </a:lnTo>
                  <a:lnTo>
                    <a:pt x="218440" y="19050"/>
                  </a:lnTo>
                  <a:lnTo>
                    <a:pt x="218440" y="20320"/>
                  </a:lnTo>
                  <a:lnTo>
                    <a:pt x="219710" y="20320"/>
                  </a:lnTo>
                  <a:lnTo>
                    <a:pt x="219710" y="21590"/>
                  </a:lnTo>
                  <a:lnTo>
                    <a:pt x="219710" y="22860"/>
                  </a:lnTo>
                  <a:lnTo>
                    <a:pt x="220980" y="22860"/>
                  </a:lnTo>
                  <a:lnTo>
                    <a:pt x="220980" y="24130"/>
                  </a:lnTo>
                  <a:lnTo>
                    <a:pt x="222250" y="24130"/>
                  </a:lnTo>
                  <a:lnTo>
                    <a:pt x="222250" y="26670"/>
                  </a:lnTo>
                  <a:lnTo>
                    <a:pt x="223520" y="26670"/>
                  </a:lnTo>
                  <a:lnTo>
                    <a:pt x="223520" y="27940"/>
                  </a:lnTo>
                  <a:lnTo>
                    <a:pt x="389890" y="27940"/>
                  </a:lnTo>
                  <a:lnTo>
                    <a:pt x="389890" y="26670"/>
                  </a:lnTo>
                  <a:lnTo>
                    <a:pt x="389890" y="24130"/>
                  </a:lnTo>
                  <a:lnTo>
                    <a:pt x="389890" y="22860"/>
                  </a:lnTo>
                  <a:lnTo>
                    <a:pt x="389890" y="21590"/>
                  </a:lnTo>
                  <a:lnTo>
                    <a:pt x="389890" y="20320"/>
                  </a:lnTo>
                  <a:lnTo>
                    <a:pt x="389890" y="19050"/>
                  </a:lnTo>
                  <a:close/>
                </a:path>
              </a:pathLst>
            </a:custGeom>
            <a:solidFill>
              <a:srgbClr val="141422"/>
            </a:solidFill>
          </p:spPr>
          <p:txBody>
            <a:bodyPr wrap="square" lIns="0" tIns="0" rIns="0" bIns="0" rtlCol="0"/>
            <a:lstStyle/>
            <a:p/>
          </p:txBody>
        </p:sp>
        <p:sp>
          <p:nvSpPr>
            <p:cNvPr id="460" name="object 460"/>
            <p:cNvSpPr/>
            <p:nvPr/>
          </p:nvSpPr>
          <p:spPr>
            <a:xfrm>
              <a:off x="2327910" y="1283969"/>
              <a:ext cx="392430" cy="27940"/>
            </a:xfrm>
            <a:custGeom>
              <a:avLst/>
              <a:gdLst/>
              <a:ahLst/>
              <a:cxnLst/>
              <a:rect l="l" t="t" r="r" b="b"/>
              <a:pathLst>
                <a:path w="392430" h="27940">
                  <a:moveTo>
                    <a:pt x="173990" y="0"/>
                  </a:moveTo>
                  <a:lnTo>
                    <a:pt x="172720" y="0"/>
                  </a:lnTo>
                  <a:lnTo>
                    <a:pt x="0" y="0"/>
                  </a:lnTo>
                  <a:lnTo>
                    <a:pt x="0" y="2540"/>
                  </a:lnTo>
                  <a:lnTo>
                    <a:pt x="0" y="27940"/>
                  </a:lnTo>
                  <a:lnTo>
                    <a:pt x="162560" y="27940"/>
                  </a:lnTo>
                  <a:lnTo>
                    <a:pt x="162560" y="24130"/>
                  </a:lnTo>
                  <a:lnTo>
                    <a:pt x="163830" y="24130"/>
                  </a:lnTo>
                  <a:lnTo>
                    <a:pt x="163830" y="19050"/>
                  </a:lnTo>
                  <a:lnTo>
                    <a:pt x="165100" y="19050"/>
                  </a:lnTo>
                  <a:lnTo>
                    <a:pt x="165100" y="15240"/>
                  </a:lnTo>
                  <a:lnTo>
                    <a:pt x="166370" y="15240"/>
                  </a:lnTo>
                  <a:lnTo>
                    <a:pt x="166370" y="11430"/>
                  </a:lnTo>
                  <a:lnTo>
                    <a:pt x="167640" y="11430"/>
                  </a:lnTo>
                  <a:lnTo>
                    <a:pt x="167640" y="8890"/>
                  </a:lnTo>
                  <a:lnTo>
                    <a:pt x="168910" y="8890"/>
                  </a:lnTo>
                  <a:lnTo>
                    <a:pt x="168910" y="7620"/>
                  </a:lnTo>
                  <a:lnTo>
                    <a:pt x="170180" y="7620"/>
                  </a:lnTo>
                  <a:lnTo>
                    <a:pt x="170180" y="6350"/>
                  </a:lnTo>
                  <a:lnTo>
                    <a:pt x="170180" y="5080"/>
                  </a:lnTo>
                  <a:lnTo>
                    <a:pt x="171450" y="5080"/>
                  </a:lnTo>
                  <a:lnTo>
                    <a:pt x="171450" y="2540"/>
                  </a:lnTo>
                  <a:lnTo>
                    <a:pt x="172720" y="2540"/>
                  </a:lnTo>
                  <a:lnTo>
                    <a:pt x="172720" y="127"/>
                  </a:lnTo>
                  <a:lnTo>
                    <a:pt x="173990" y="127"/>
                  </a:lnTo>
                  <a:lnTo>
                    <a:pt x="173990" y="0"/>
                  </a:lnTo>
                  <a:close/>
                </a:path>
                <a:path w="392430" h="27940">
                  <a:moveTo>
                    <a:pt x="224790" y="0"/>
                  </a:moveTo>
                  <a:lnTo>
                    <a:pt x="223520" y="0"/>
                  </a:lnTo>
                  <a:lnTo>
                    <a:pt x="223520" y="127"/>
                  </a:lnTo>
                  <a:lnTo>
                    <a:pt x="224790" y="127"/>
                  </a:lnTo>
                  <a:lnTo>
                    <a:pt x="224790" y="0"/>
                  </a:lnTo>
                  <a:close/>
                </a:path>
                <a:path w="392430" h="27940">
                  <a:moveTo>
                    <a:pt x="392430" y="12700"/>
                  </a:moveTo>
                  <a:lnTo>
                    <a:pt x="391160" y="12700"/>
                  </a:lnTo>
                  <a:lnTo>
                    <a:pt x="391160" y="11430"/>
                  </a:lnTo>
                  <a:lnTo>
                    <a:pt x="391160" y="8890"/>
                  </a:lnTo>
                  <a:lnTo>
                    <a:pt x="391160" y="6350"/>
                  </a:lnTo>
                  <a:lnTo>
                    <a:pt x="391160" y="3810"/>
                  </a:lnTo>
                  <a:lnTo>
                    <a:pt x="391160" y="2540"/>
                  </a:lnTo>
                  <a:lnTo>
                    <a:pt x="391160" y="1397"/>
                  </a:lnTo>
                  <a:lnTo>
                    <a:pt x="389890" y="1397"/>
                  </a:lnTo>
                  <a:lnTo>
                    <a:pt x="389890" y="127"/>
                  </a:lnTo>
                  <a:lnTo>
                    <a:pt x="224790" y="127"/>
                  </a:lnTo>
                  <a:lnTo>
                    <a:pt x="224790" y="1397"/>
                  </a:lnTo>
                  <a:lnTo>
                    <a:pt x="226060" y="1397"/>
                  </a:lnTo>
                  <a:lnTo>
                    <a:pt x="226060" y="2540"/>
                  </a:lnTo>
                  <a:lnTo>
                    <a:pt x="226060" y="3810"/>
                  </a:lnTo>
                  <a:lnTo>
                    <a:pt x="227330" y="3810"/>
                  </a:lnTo>
                  <a:lnTo>
                    <a:pt x="227330" y="6350"/>
                  </a:lnTo>
                  <a:lnTo>
                    <a:pt x="228600" y="6350"/>
                  </a:lnTo>
                  <a:lnTo>
                    <a:pt x="228600" y="8890"/>
                  </a:lnTo>
                  <a:lnTo>
                    <a:pt x="229870" y="8890"/>
                  </a:lnTo>
                  <a:lnTo>
                    <a:pt x="229870" y="11430"/>
                  </a:lnTo>
                  <a:lnTo>
                    <a:pt x="231140" y="11430"/>
                  </a:lnTo>
                  <a:lnTo>
                    <a:pt x="231140" y="12700"/>
                  </a:lnTo>
                  <a:lnTo>
                    <a:pt x="231140" y="15240"/>
                  </a:lnTo>
                  <a:lnTo>
                    <a:pt x="232410" y="15240"/>
                  </a:lnTo>
                  <a:lnTo>
                    <a:pt x="232410" y="19050"/>
                  </a:lnTo>
                  <a:lnTo>
                    <a:pt x="233680" y="19050"/>
                  </a:lnTo>
                  <a:lnTo>
                    <a:pt x="233680" y="24130"/>
                  </a:lnTo>
                  <a:lnTo>
                    <a:pt x="234950" y="24130"/>
                  </a:lnTo>
                  <a:lnTo>
                    <a:pt x="234950" y="27940"/>
                  </a:lnTo>
                  <a:lnTo>
                    <a:pt x="392430" y="27940"/>
                  </a:lnTo>
                  <a:lnTo>
                    <a:pt x="392430" y="24130"/>
                  </a:lnTo>
                  <a:lnTo>
                    <a:pt x="392430" y="19050"/>
                  </a:lnTo>
                  <a:lnTo>
                    <a:pt x="392430" y="15240"/>
                  </a:lnTo>
                  <a:lnTo>
                    <a:pt x="392430" y="12700"/>
                  </a:lnTo>
                  <a:close/>
                </a:path>
              </a:pathLst>
            </a:custGeom>
            <a:solidFill>
              <a:srgbClr val="141423"/>
            </a:solidFill>
          </p:spPr>
          <p:txBody>
            <a:bodyPr wrap="square" lIns="0" tIns="0" rIns="0" bIns="0" rtlCol="0"/>
            <a:lstStyle/>
            <a:p/>
          </p:txBody>
        </p:sp>
        <p:sp>
          <p:nvSpPr>
            <p:cNvPr id="461" name="object 461"/>
            <p:cNvSpPr/>
            <p:nvPr/>
          </p:nvSpPr>
          <p:spPr>
            <a:xfrm>
              <a:off x="2327910" y="1311909"/>
              <a:ext cx="394970" cy="27940"/>
            </a:xfrm>
            <a:custGeom>
              <a:avLst/>
              <a:gdLst/>
              <a:ahLst/>
              <a:cxnLst/>
              <a:rect l="l" t="t" r="r" b="b"/>
              <a:pathLst>
                <a:path w="394969" h="27940">
                  <a:moveTo>
                    <a:pt x="162560" y="0"/>
                  </a:moveTo>
                  <a:lnTo>
                    <a:pt x="0" y="0"/>
                  </a:lnTo>
                  <a:lnTo>
                    <a:pt x="0" y="1270"/>
                  </a:lnTo>
                  <a:lnTo>
                    <a:pt x="0" y="8890"/>
                  </a:lnTo>
                  <a:lnTo>
                    <a:pt x="0" y="19050"/>
                  </a:lnTo>
                  <a:lnTo>
                    <a:pt x="0" y="20320"/>
                  </a:lnTo>
                  <a:lnTo>
                    <a:pt x="0" y="27940"/>
                  </a:lnTo>
                  <a:lnTo>
                    <a:pt x="158750" y="27940"/>
                  </a:lnTo>
                  <a:lnTo>
                    <a:pt x="158750" y="20320"/>
                  </a:lnTo>
                  <a:lnTo>
                    <a:pt x="160020" y="20320"/>
                  </a:lnTo>
                  <a:lnTo>
                    <a:pt x="160020" y="19050"/>
                  </a:lnTo>
                  <a:lnTo>
                    <a:pt x="160020" y="8890"/>
                  </a:lnTo>
                  <a:lnTo>
                    <a:pt x="161290" y="8890"/>
                  </a:lnTo>
                  <a:lnTo>
                    <a:pt x="161290" y="1270"/>
                  </a:lnTo>
                  <a:lnTo>
                    <a:pt x="162560" y="1270"/>
                  </a:lnTo>
                  <a:lnTo>
                    <a:pt x="162560" y="0"/>
                  </a:lnTo>
                  <a:close/>
                </a:path>
                <a:path w="394969" h="27940">
                  <a:moveTo>
                    <a:pt x="394970" y="19177"/>
                  </a:moveTo>
                  <a:lnTo>
                    <a:pt x="238760" y="19177"/>
                  </a:lnTo>
                  <a:lnTo>
                    <a:pt x="238760" y="27940"/>
                  </a:lnTo>
                  <a:lnTo>
                    <a:pt x="394957" y="27940"/>
                  </a:lnTo>
                  <a:lnTo>
                    <a:pt x="394970" y="19177"/>
                  </a:lnTo>
                  <a:close/>
                </a:path>
                <a:path w="394969" h="27940">
                  <a:moveTo>
                    <a:pt x="394970" y="16510"/>
                  </a:moveTo>
                  <a:lnTo>
                    <a:pt x="393700" y="16510"/>
                  </a:lnTo>
                  <a:lnTo>
                    <a:pt x="393700" y="8890"/>
                  </a:lnTo>
                  <a:lnTo>
                    <a:pt x="393700" y="1270"/>
                  </a:lnTo>
                  <a:lnTo>
                    <a:pt x="393700" y="0"/>
                  </a:lnTo>
                  <a:lnTo>
                    <a:pt x="234950" y="0"/>
                  </a:lnTo>
                  <a:lnTo>
                    <a:pt x="234950" y="1270"/>
                  </a:lnTo>
                  <a:lnTo>
                    <a:pt x="236220" y="1270"/>
                  </a:lnTo>
                  <a:lnTo>
                    <a:pt x="236220" y="8890"/>
                  </a:lnTo>
                  <a:lnTo>
                    <a:pt x="237490" y="8890"/>
                  </a:lnTo>
                  <a:lnTo>
                    <a:pt x="237490" y="16510"/>
                  </a:lnTo>
                  <a:lnTo>
                    <a:pt x="237490" y="19050"/>
                  </a:lnTo>
                  <a:lnTo>
                    <a:pt x="394970" y="19050"/>
                  </a:lnTo>
                  <a:lnTo>
                    <a:pt x="394970" y="16510"/>
                  </a:lnTo>
                  <a:close/>
                </a:path>
              </a:pathLst>
            </a:custGeom>
            <a:solidFill>
              <a:srgbClr val="151524"/>
            </a:solidFill>
          </p:spPr>
          <p:txBody>
            <a:bodyPr wrap="square" lIns="0" tIns="0" rIns="0" bIns="0" rtlCol="0"/>
            <a:lstStyle/>
            <a:p/>
          </p:txBody>
        </p:sp>
        <p:sp>
          <p:nvSpPr>
            <p:cNvPr id="462" name="object 462"/>
            <p:cNvSpPr/>
            <p:nvPr/>
          </p:nvSpPr>
          <p:spPr>
            <a:xfrm>
              <a:off x="2327910" y="1339849"/>
              <a:ext cx="396240" cy="27940"/>
            </a:xfrm>
            <a:custGeom>
              <a:avLst/>
              <a:gdLst/>
              <a:ahLst/>
              <a:cxnLst/>
              <a:rect l="l" t="t" r="r" b="b"/>
              <a:pathLst>
                <a:path w="396239" h="27940">
                  <a:moveTo>
                    <a:pt x="157480" y="5092"/>
                  </a:moveTo>
                  <a:lnTo>
                    <a:pt x="0" y="5092"/>
                  </a:lnTo>
                  <a:lnTo>
                    <a:pt x="0" y="27940"/>
                  </a:lnTo>
                  <a:lnTo>
                    <a:pt x="157480" y="27940"/>
                  </a:lnTo>
                  <a:lnTo>
                    <a:pt x="157480" y="5092"/>
                  </a:lnTo>
                  <a:close/>
                </a:path>
                <a:path w="396239" h="27940">
                  <a:moveTo>
                    <a:pt x="158750" y="3937"/>
                  </a:moveTo>
                  <a:lnTo>
                    <a:pt x="0" y="3937"/>
                  </a:lnTo>
                  <a:lnTo>
                    <a:pt x="0" y="5080"/>
                  </a:lnTo>
                  <a:lnTo>
                    <a:pt x="158750" y="5080"/>
                  </a:lnTo>
                  <a:lnTo>
                    <a:pt x="158750" y="3937"/>
                  </a:lnTo>
                  <a:close/>
                </a:path>
                <a:path w="396239" h="27940">
                  <a:moveTo>
                    <a:pt x="158750" y="0"/>
                  </a:moveTo>
                  <a:lnTo>
                    <a:pt x="0" y="0"/>
                  </a:lnTo>
                  <a:lnTo>
                    <a:pt x="0" y="3810"/>
                  </a:lnTo>
                  <a:lnTo>
                    <a:pt x="158750" y="3810"/>
                  </a:lnTo>
                  <a:lnTo>
                    <a:pt x="158750" y="0"/>
                  </a:lnTo>
                  <a:close/>
                </a:path>
                <a:path w="396239" h="27940">
                  <a:moveTo>
                    <a:pt x="396240" y="5092"/>
                  </a:moveTo>
                  <a:lnTo>
                    <a:pt x="240030" y="5092"/>
                  </a:lnTo>
                  <a:lnTo>
                    <a:pt x="240030" y="27940"/>
                  </a:lnTo>
                  <a:lnTo>
                    <a:pt x="396240" y="27940"/>
                  </a:lnTo>
                  <a:lnTo>
                    <a:pt x="396240" y="5092"/>
                  </a:lnTo>
                  <a:close/>
                </a:path>
                <a:path w="396239" h="27940">
                  <a:moveTo>
                    <a:pt x="396240" y="3810"/>
                  </a:moveTo>
                  <a:lnTo>
                    <a:pt x="394957" y="3810"/>
                  </a:lnTo>
                  <a:lnTo>
                    <a:pt x="394957" y="2540"/>
                  </a:lnTo>
                  <a:lnTo>
                    <a:pt x="394957" y="0"/>
                  </a:lnTo>
                  <a:lnTo>
                    <a:pt x="238760" y="0"/>
                  </a:lnTo>
                  <a:lnTo>
                    <a:pt x="238760" y="2540"/>
                  </a:lnTo>
                  <a:lnTo>
                    <a:pt x="240030" y="2540"/>
                  </a:lnTo>
                  <a:lnTo>
                    <a:pt x="240030" y="3810"/>
                  </a:lnTo>
                  <a:lnTo>
                    <a:pt x="240030" y="5080"/>
                  </a:lnTo>
                  <a:lnTo>
                    <a:pt x="396240" y="5080"/>
                  </a:lnTo>
                  <a:lnTo>
                    <a:pt x="396240" y="3810"/>
                  </a:lnTo>
                  <a:close/>
                </a:path>
              </a:pathLst>
            </a:custGeom>
            <a:solidFill>
              <a:srgbClr val="151525"/>
            </a:solidFill>
          </p:spPr>
          <p:txBody>
            <a:bodyPr wrap="square" lIns="0" tIns="0" rIns="0" bIns="0" rtlCol="0"/>
            <a:lstStyle/>
            <a:p/>
          </p:txBody>
        </p:sp>
        <p:sp>
          <p:nvSpPr>
            <p:cNvPr id="463" name="object 463"/>
            <p:cNvSpPr/>
            <p:nvPr/>
          </p:nvSpPr>
          <p:spPr>
            <a:xfrm>
              <a:off x="2327910" y="1367789"/>
              <a:ext cx="396240" cy="29209"/>
            </a:xfrm>
            <a:custGeom>
              <a:avLst/>
              <a:gdLst/>
              <a:ahLst/>
              <a:cxnLst/>
              <a:rect l="l" t="t" r="r" b="b"/>
              <a:pathLst>
                <a:path w="396239" h="29209">
                  <a:moveTo>
                    <a:pt x="157480" y="0"/>
                  </a:moveTo>
                  <a:lnTo>
                    <a:pt x="0" y="0"/>
                  </a:lnTo>
                  <a:lnTo>
                    <a:pt x="0" y="5080"/>
                  </a:lnTo>
                  <a:lnTo>
                    <a:pt x="0" y="20320"/>
                  </a:lnTo>
                  <a:lnTo>
                    <a:pt x="0" y="29210"/>
                  </a:lnTo>
                  <a:lnTo>
                    <a:pt x="157480" y="29210"/>
                  </a:lnTo>
                  <a:lnTo>
                    <a:pt x="157480" y="20320"/>
                  </a:lnTo>
                  <a:lnTo>
                    <a:pt x="156210" y="20320"/>
                  </a:lnTo>
                  <a:lnTo>
                    <a:pt x="156210" y="5080"/>
                  </a:lnTo>
                  <a:lnTo>
                    <a:pt x="157480" y="5080"/>
                  </a:lnTo>
                  <a:lnTo>
                    <a:pt x="157480" y="0"/>
                  </a:lnTo>
                  <a:close/>
                </a:path>
                <a:path w="396239" h="29209">
                  <a:moveTo>
                    <a:pt x="396240" y="0"/>
                  </a:moveTo>
                  <a:lnTo>
                    <a:pt x="240030" y="0"/>
                  </a:lnTo>
                  <a:lnTo>
                    <a:pt x="240030" y="29210"/>
                  </a:lnTo>
                  <a:lnTo>
                    <a:pt x="396240" y="29210"/>
                  </a:lnTo>
                  <a:lnTo>
                    <a:pt x="396240" y="0"/>
                  </a:lnTo>
                  <a:close/>
                </a:path>
              </a:pathLst>
            </a:custGeom>
            <a:solidFill>
              <a:srgbClr val="161626"/>
            </a:solidFill>
          </p:spPr>
          <p:txBody>
            <a:bodyPr wrap="square" lIns="0" tIns="0" rIns="0" bIns="0" rtlCol="0"/>
            <a:lstStyle/>
            <a:p/>
          </p:txBody>
        </p:sp>
        <p:sp>
          <p:nvSpPr>
            <p:cNvPr id="464" name="object 464"/>
            <p:cNvSpPr/>
            <p:nvPr/>
          </p:nvSpPr>
          <p:spPr>
            <a:xfrm>
              <a:off x="2327910" y="1396999"/>
              <a:ext cx="396240" cy="27940"/>
            </a:xfrm>
            <a:custGeom>
              <a:avLst/>
              <a:gdLst/>
              <a:ahLst/>
              <a:cxnLst/>
              <a:rect l="l" t="t" r="r" b="b"/>
              <a:pathLst>
                <a:path w="396239" h="27940">
                  <a:moveTo>
                    <a:pt x="157480" y="0"/>
                  </a:moveTo>
                  <a:lnTo>
                    <a:pt x="0" y="0"/>
                  </a:lnTo>
                  <a:lnTo>
                    <a:pt x="0" y="17780"/>
                  </a:lnTo>
                  <a:lnTo>
                    <a:pt x="157480" y="17780"/>
                  </a:lnTo>
                  <a:lnTo>
                    <a:pt x="157480" y="0"/>
                  </a:lnTo>
                  <a:close/>
                </a:path>
                <a:path w="396239" h="27940">
                  <a:moveTo>
                    <a:pt x="158750" y="17792"/>
                  </a:moveTo>
                  <a:lnTo>
                    <a:pt x="0" y="17792"/>
                  </a:lnTo>
                  <a:lnTo>
                    <a:pt x="0" y="27940"/>
                  </a:lnTo>
                  <a:lnTo>
                    <a:pt x="158750" y="27940"/>
                  </a:lnTo>
                  <a:lnTo>
                    <a:pt x="158750" y="17792"/>
                  </a:lnTo>
                  <a:close/>
                </a:path>
                <a:path w="396239" h="27940">
                  <a:moveTo>
                    <a:pt x="396240" y="17792"/>
                  </a:moveTo>
                  <a:lnTo>
                    <a:pt x="238760" y="17792"/>
                  </a:lnTo>
                  <a:lnTo>
                    <a:pt x="238760" y="27940"/>
                  </a:lnTo>
                  <a:lnTo>
                    <a:pt x="396240" y="27940"/>
                  </a:lnTo>
                  <a:lnTo>
                    <a:pt x="396240" y="17792"/>
                  </a:lnTo>
                  <a:close/>
                </a:path>
                <a:path w="396239" h="27940">
                  <a:moveTo>
                    <a:pt x="396240" y="0"/>
                  </a:moveTo>
                  <a:lnTo>
                    <a:pt x="240030" y="0"/>
                  </a:lnTo>
                  <a:lnTo>
                    <a:pt x="240030" y="16510"/>
                  </a:lnTo>
                  <a:lnTo>
                    <a:pt x="238760" y="16510"/>
                  </a:lnTo>
                  <a:lnTo>
                    <a:pt x="238760" y="17780"/>
                  </a:lnTo>
                  <a:lnTo>
                    <a:pt x="396240" y="17780"/>
                  </a:lnTo>
                  <a:lnTo>
                    <a:pt x="396240" y="16510"/>
                  </a:lnTo>
                  <a:lnTo>
                    <a:pt x="396240" y="0"/>
                  </a:lnTo>
                  <a:close/>
                </a:path>
              </a:pathLst>
            </a:custGeom>
            <a:solidFill>
              <a:srgbClr val="161627"/>
            </a:solidFill>
          </p:spPr>
          <p:txBody>
            <a:bodyPr wrap="square" lIns="0" tIns="0" rIns="0" bIns="0" rtlCol="0"/>
            <a:lstStyle/>
            <a:p/>
          </p:txBody>
        </p:sp>
        <p:sp>
          <p:nvSpPr>
            <p:cNvPr id="465" name="object 465"/>
            <p:cNvSpPr/>
            <p:nvPr/>
          </p:nvSpPr>
          <p:spPr>
            <a:xfrm>
              <a:off x="2327910" y="1424939"/>
              <a:ext cx="396240" cy="27940"/>
            </a:xfrm>
            <a:custGeom>
              <a:avLst/>
              <a:gdLst/>
              <a:ahLst/>
              <a:cxnLst/>
              <a:rect l="l" t="t" r="r" b="b"/>
              <a:pathLst>
                <a:path w="396239" h="27940">
                  <a:moveTo>
                    <a:pt x="163830" y="24130"/>
                  </a:moveTo>
                  <a:lnTo>
                    <a:pt x="162560" y="24130"/>
                  </a:lnTo>
                  <a:lnTo>
                    <a:pt x="162560" y="19050"/>
                  </a:lnTo>
                  <a:lnTo>
                    <a:pt x="161290" y="19050"/>
                  </a:lnTo>
                  <a:lnTo>
                    <a:pt x="161290" y="11430"/>
                  </a:lnTo>
                  <a:lnTo>
                    <a:pt x="160020" y="11430"/>
                  </a:lnTo>
                  <a:lnTo>
                    <a:pt x="160020" y="2540"/>
                  </a:lnTo>
                  <a:lnTo>
                    <a:pt x="160020" y="1270"/>
                  </a:lnTo>
                  <a:lnTo>
                    <a:pt x="158750" y="1270"/>
                  </a:lnTo>
                  <a:lnTo>
                    <a:pt x="158750" y="0"/>
                  </a:lnTo>
                  <a:lnTo>
                    <a:pt x="0" y="0"/>
                  </a:lnTo>
                  <a:lnTo>
                    <a:pt x="0" y="1270"/>
                  </a:lnTo>
                  <a:lnTo>
                    <a:pt x="0" y="2540"/>
                  </a:lnTo>
                  <a:lnTo>
                    <a:pt x="0" y="11430"/>
                  </a:lnTo>
                  <a:lnTo>
                    <a:pt x="0" y="19050"/>
                  </a:lnTo>
                  <a:lnTo>
                    <a:pt x="0" y="24130"/>
                  </a:lnTo>
                  <a:lnTo>
                    <a:pt x="0" y="27940"/>
                  </a:lnTo>
                  <a:lnTo>
                    <a:pt x="163830" y="27940"/>
                  </a:lnTo>
                  <a:lnTo>
                    <a:pt x="163830" y="24130"/>
                  </a:lnTo>
                  <a:close/>
                </a:path>
                <a:path w="396239" h="27940">
                  <a:moveTo>
                    <a:pt x="396240" y="0"/>
                  </a:moveTo>
                  <a:lnTo>
                    <a:pt x="238760" y="0"/>
                  </a:lnTo>
                  <a:lnTo>
                    <a:pt x="238760" y="2540"/>
                  </a:lnTo>
                  <a:lnTo>
                    <a:pt x="237490" y="2540"/>
                  </a:lnTo>
                  <a:lnTo>
                    <a:pt x="237490" y="5080"/>
                  </a:lnTo>
                  <a:lnTo>
                    <a:pt x="237490" y="13970"/>
                  </a:lnTo>
                  <a:lnTo>
                    <a:pt x="236220" y="13970"/>
                  </a:lnTo>
                  <a:lnTo>
                    <a:pt x="236220" y="21590"/>
                  </a:lnTo>
                  <a:lnTo>
                    <a:pt x="234950" y="21590"/>
                  </a:lnTo>
                  <a:lnTo>
                    <a:pt x="234950" y="22860"/>
                  </a:lnTo>
                  <a:lnTo>
                    <a:pt x="234950" y="25400"/>
                  </a:lnTo>
                  <a:lnTo>
                    <a:pt x="233680" y="25400"/>
                  </a:lnTo>
                  <a:lnTo>
                    <a:pt x="233680" y="27940"/>
                  </a:lnTo>
                  <a:lnTo>
                    <a:pt x="393687" y="27940"/>
                  </a:lnTo>
                  <a:lnTo>
                    <a:pt x="393687" y="25400"/>
                  </a:lnTo>
                  <a:lnTo>
                    <a:pt x="393700" y="22860"/>
                  </a:lnTo>
                  <a:lnTo>
                    <a:pt x="394970" y="22860"/>
                  </a:lnTo>
                  <a:lnTo>
                    <a:pt x="394970" y="21590"/>
                  </a:lnTo>
                  <a:lnTo>
                    <a:pt x="394970" y="13970"/>
                  </a:lnTo>
                  <a:lnTo>
                    <a:pt x="394970" y="5080"/>
                  </a:lnTo>
                  <a:lnTo>
                    <a:pt x="396240" y="5080"/>
                  </a:lnTo>
                  <a:lnTo>
                    <a:pt x="396240" y="2540"/>
                  </a:lnTo>
                  <a:lnTo>
                    <a:pt x="396240" y="0"/>
                  </a:lnTo>
                  <a:close/>
                </a:path>
              </a:pathLst>
            </a:custGeom>
            <a:solidFill>
              <a:srgbClr val="171728"/>
            </a:solidFill>
          </p:spPr>
          <p:txBody>
            <a:bodyPr wrap="square" lIns="0" tIns="0" rIns="0" bIns="0" rtlCol="0"/>
            <a:lstStyle/>
            <a:p/>
          </p:txBody>
        </p:sp>
        <p:sp>
          <p:nvSpPr>
            <p:cNvPr id="466" name="object 466"/>
            <p:cNvSpPr/>
            <p:nvPr/>
          </p:nvSpPr>
          <p:spPr>
            <a:xfrm>
              <a:off x="2327910" y="1452879"/>
              <a:ext cx="393700" cy="27940"/>
            </a:xfrm>
            <a:custGeom>
              <a:avLst/>
              <a:gdLst/>
              <a:ahLst/>
              <a:cxnLst/>
              <a:rect l="l" t="t" r="r" b="b"/>
              <a:pathLst>
                <a:path w="393700" h="27940">
                  <a:moveTo>
                    <a:pt x="180340" y="26670"/>
                  </a:moveTo>
                  <a:lnTo>
                    <a:pt x="179070" y="26670"/>
                  </a:lnTo>
                  <a:lnTo>
                    <a:pt x="179070" y="25400"/>
                  </a:lnTo>
                  <a:lnTo>
                    <a:pt x="177800" y="25400"/>
                  </a:lnTo>
                  <a:lnTo>
                    <a:pt x="177800" y="24130"/>
                  </a:lnTo>
                  <a:lnTo>
                    <a:pt x="176530" y="24130"/>
                  </a:lnTo>
                  <a:lnTo>
                    <a:pt x="176530" y="22860"/>
                  </a:lnTo>
                  <a:lnTo>
                    <a:pt x="175260" y="22860"/>
                  </a:lnTo>
                  <a:lnTo>
                    <a:pt x="175260" y="21590"/>
                  </a:lnTo>
                  <a:lnTo>
                    <a:pt x="173990" y="21590"/>
                  </a:lnTo>
                  <a:lnTo>
                    <a:pt x="173990" y="20320"/>
                  </a:lnTo>
                  <a:lnTo>
                    <a:pt x="172720" y="20320"/>
                  </a:lnTo>
                  <a:lnTo>
                    <a:pt x="172720" y="17780"/>
                  </a:lnTo>
                  <a:lnTo>
                    <a:pt x="171450" y="17780"/>
                  </a:lnTo>
                  <a:lnTo>
                    <a:pt x="171450" y="15240"/>
                  </a:lnTo>
                  <a:lnTo>
                    <a:pt x="170180" y="15240"/>
                  </a:lnTo>
                  <a:lnTo>
                    <a:pt x="170180" y="12700"/>
                  </a:lnTo>
                  <a:lnTo>
                    <a:pt x="168910" y="12700"/>
                  </a:lnTo>
                  <a:lnTo>
                    <a:pt x="168910" y="10160"/>
                  </a:lnTo>
                  <a:lnTo>
                    <a:pt x="167640" y="10160"/>
                  </a:lnTo>
                  <a:lnTo>
                    <a:pt x="167640" y="7620"/>
                  </a:lnTo>
                  <a:lnTo>
                    <a:pt x="166370" y="7620"/>
                  </a:lnTo>
                  <a:lnTo>
                    <a:pt x="166370" y="3810"/>
                  </a:lnTo>
                  <a:lnTo>
                    <a:pt x="165100" y="3810"/>
                  </a:lnTo>
                  <a:lnTo>
                    <a:pt x="165100" y="0"/>
                  </a:lnTo>
                  <a:lnTo>
                    <a:pt x="0" y="0"/>
                  </a:lnTo>
                  <a:lnTo>
                    <a:pt x="0" y="3810"/>
                  </a:lnTo>
                  <a:lnTo>
                    <a:pt x="0" y="7620"/>
                  </a:lnTo>
                  <a:lnTo>
                    <a:pt x="0" y="27940"/>
                  </a:lnTo>
                  <a:lnTo>
                    <a:pt x="180340" y="27940"/>
                  </a:lnTo>
                  <a:lnTo>
                    <a:pt x="180340" y="26670"/>
                  </a:lnTo>
                  <a:close/>
                </a:path>
                <a:path w="393700" h="27940">
                  <a:moveTo>
                    <a:pt x="393700" y="6350"/>
                  </a:moveTo>
                  <a:lnTo>
                    <a:pt x="393687" y="2540"/>
                  </a:lnTo>
                  <a:lnTo>
                    <a:pt x="393687" y="0"/>
                  </a:lnTo>
                  <a:lnTo>
                    <a:pt x="233680" y="0"/>
                  </a:lnTo>
                  <a:lnTo>
                    <a:pt x="233680" y="2540"/>
                  </a:lnTo>
                  <a:lnTo>
                    <a:pt x="232410" y="2540"/>
                  </a:lnTo>
                  <a:lnTo>
                    <a:pt x="232410" y="6350"/>
                  </a:lnTo>
                  <a:lnTo>
                    <a:pt x="231140" y="6350"/>
                  </a:lnTo>
                  <a:lnTo>
                    <a:pt x="231140" y="10160"/>
                  </a:lnTo>
                  <a:lnTo>
                    <a:pt x="229870" y="10160"/>
                  </a:lnTo>
                  <a:lnTo>
                    <a:pt x="229870" y="11430"/>
                  </a:lnTo>
                  <a:lnTo>
                    <a:pt x="229870" y="12700"/>
                  </a:lnTo>
                  <a:lnTo>
                    <a:pt x="228600" y="12700"/>
                  </a:lnTo>
                  <a:lnTo>
                    <a:pt x="228600" y="16510"/>
                  </a:lnTo>
                  <a:lnTo>
                    <a:pt x="227330" y="16510"/>
                  </a:lnTo>
                  <a:lnTo>
                    <a:pt x="227330" y="19050"/>
                  </a:lnTo>
                  <a:lnTo>
                    <a:pt x="226060" y="19050"/>
                  </a:lnTo>
                  <a:lnTo>
                    <a:pt x="226060" y="20320"/>
                  </a:lnTo>
                  <a:lnTo>
                    <a:pt x="224790" y="20320"/>
                  </a:lnTo>
                  <a:lnTo>
                    <a:pt x="224790" y="21590"/>
                  </a:lnTo>
                  <a:lnTo>
                    <a:pt x="223520" y="21590"/>
                  </a:lnTo>
                  <a:lnTo>
                    <a:pt x="223520" y="24130"/>
                  </a:lnTo>
                  <a:lnTo>
                    <a:pt x="222250" y="24130"/>
                  </a:lnTo>
                  <a:lnTo>
                    <a:pt x="222250" y="26670"/>
                  </a:lnTo>
                  <a:lnTo>
                    <a:pt x="220980" y="26670"/>
                  </a:lnTo>
                  <a:lnTo>
                    <a:pt x="220980" y="27940"/>
                  </a:lnTo>
                  <a:lnTo>
                    <a:pt x="392430" y="27940"/>
                  </a:lnTo>
                  <a:lnTo>
                    <a:pt x="392430" y="26670"/>
                  </a:lnTo>
                  <a:lnTo>
                    <a:pt x="392430" y="24130"/>
                  </a:lnTo>
                  <a:lnTo>
                    <a:pt x="392430" y="11430"/>
                  </a:lnTo>
                  <a:lnTo>
                    <a:pt x="393700" y="11430"/>
                  </a:lnTo>
                  <a:lnTo>
                    <a:pt x="393700" y="10160"/>
                  </a:lnTo>
                  <a:lnTo>
                    <a:pt x="393700" y="6350"/>
                  </a:lnTo>
                  <a:close/>
                </a:path>
              </a:pathLst>
            </a:custGeom>
            <a:solidFill>
              <a:srgbClr val="181829"/>
            </a:solidFill>
          </p:spPr>
          <p:txBody>
            <a:bodyPr wrap="square" lIns="0" tIns="0" rIns="0" bIns="0" rtlCol="0"/>
            <a:lstStyle/>
            <a:p/>
          </p:txBody>
        </p:sp>
        <p:sp>
          <p:nvSpPr>
            <p:cNvPr id="467" name="object 467"/>
            <p:cNvSpPr/>
            <p:nvPr/>
          </p:nvSpPr>
          <p:spPr>
            <a:xfrm>
              <a:off x="2327910" y="1480819"/>
              <a:ext cx="391160" cy="27940"/>
            </a:xfrm>
            <a:custGeom>
              <a:avLst/>
              <a:gdLst/>
              <a:ahLst/>
              <a:cxnLst/>
              <a:rect l="l" t="t" r="r" b="b"/>
              <a:pathLst>
                <a:path w="391160" h="27940">
                  <a:moveTo>
                    <a:pt x="391160" y="0"/>
                  </a:moveTo>
                  <a:lnTo>
                    <a:pt x="219710" y="0"/>
                  </a:lnTo>
                  <a:lnTo>
                    <a:pt x="219710" y="1270"/>
                  </a:lnTo>
                  <a:lnTo>
                    <a:pt x="218440" y="1270"/>
                  </a:lnTo>
                  <a:lnTo>
                    <a:pt x="218440" y="2540"/>
                  </a:lnTo>
                  <a:lnTo>
                    <a:pt x="217170" y="2540"/>
                  </a:lnTo>
                  <a:lnTo>
                    <a:pt x="217170" y="3810"/>
                  </a:lnTo>
                  <a:lnTo>
                    <a:pt x="215900" y="3810"/>
                  </a:lnTo>
                  <a:lnTo>
                    <a:pt x="215900" y="5080"/>
                  </a:lnTo>
                  <a:lnTo>
                    <a:pt x="214630" y="5080"/>
                  </a:lnTo>
                  <a:lnTo>
                    <a:pt x="214630" y="6350"/>
                  </a:lnTo>
                  <a:lnTo>
                    <a:pt x="212090" y="6350"/>
                  </a:lnTo>
                  <a:lnTo>
                    <a:pt x="212090" y="7620"/>
                  </a:lnTo>
                  <a:lnTo>
                    <a:pt x="208280" y="7620"/>
                  </a:lnTo>
                  <a:lnTo>
                    <a:pt x="208280" y="8890"/>
                  </a:lnTo>
                  <a:lnTo>
                    <a:pt x="204470" y="8890"/>
                  </a:lnTo>
                  <a:lnTo>
                    <a:pt x="204470" y="10160"/>
                  </a:lnTo>
                  <a:lnTo>
                    <a:pt x="203200" y="10160"/>
                  </a:lnTo>
                  <a:lnTo>
                    <a:pt x="203200" y="11430"/>
                  </a:lnTo>
                  <a:lnTo>
                    <a:pt x="199390" y="11430"/>
                  </a:lnTo>
                  <a:lnTo>
                    <a:pt x="199390" y="10160"/>
                  </a:lnTo>
                  <a:lnTo>
                    <a:pt x="195580" y="10160"/>
                  </a:lnTo>
                  <a:lnTo>
                    <a:pt x="195580" y="8890"/>
                  </a:lnTo>
                  <a:lnTo>
                    <a:pt x="190500" y="8890"/>
                  </a:lnTo>
                  <a:lnTo>
                    <a:pt x="190500" y="7620"/>
                  </a:lnTo>
                  <a:lnTo>
                    <a:pt x="189230" y="7620"/>
                  </a:lnTo>
                  <a:lnTo>
                    <a:pt x="189230" y="6350"/>
                  </a:lnTo>
                  <a:lnTo>
                    <a:pt x="186690" y="6350"/>
                  </a:lnTo>
                  <a:lnTo>
                    <a:pt x="186690" y="5080"/>
                  </a:lnTo>
                  <a:lnTo>
                    <a:pt x="184150" y="5080"/>
                  </a:lnTo>
                  <a:lnTo>
                    <a:pt x="184150" y="3810"/>
                  </a:lnTo>
                  <a:lnTo>
                    <a:pt x="182880" y="3810"/>
                  </a:lnTo>
                  <a:lnTo>
                    <a:pt x="182880" y="2540"/>
                  </a:lnTo>
                  <a:lnTo>
                    <a:pt x="181610" y="2540"/>
                  </a:lnTo>
                  <a:lnTo>
                    <a:pt x="181610" y="1270"/>
                  </a:lnTo>
                  <a:lnTo>
                    <a:pt x="180340" y="1270"/>
                  </a:lnTo>
                  <a:lnTo>
                    <a:pt x="180340" y="0"/>
                  </a:lnTo>
                  <a:lnTo>
                    <a:pt x="0" y="0"/>
                  </a:lnTo>
                  <a:lnTo>
                    <a:pt x="0" y="1270"/>
                  </a:lnTo>
                  <a:lnTo>
                    <a:pt x="0" y="2540"/>
                  </a:lnTo>
                  <a:lnTo>
                    <a:pt x="0" y="27940"/>
                  </a:lnTo>
                  <a:lnTo>
                    <a:pt x="387350" y="27940"/>
                  </a:lnTo>
                  <a:lnTo>
                    <a:pt x="387350" y="26670"/>
                  </a:lnTo>
                  <a:lnTo>
                    <a:pt x="388620" y="26670"/>
                  </a:lnTo>
                  <a:lnTo>
                    <a:pt x="388620" y="19050"/>
                  </a:lnTo>
                  <a:lnTo>
                    <a:pt x="389890" y="19050"/>
                  </a:lnTo>
                  <a:lnTo>
                    <a:pt x="389890" y="11430"/>
                  </a:lnTo>
                  <a:lnTo>
                    <a:pt x="391160" y="11430"/>
                  </a:lnTo>
                  <a:lnTo>
                    <a:pt x="391160" y="1270"/>
                  </a:lnTo>
                  <a:lnTo>
                    <a:pt x="391160" y="0"/>
                  </a:lnTo>
                  <a:close/>
                </a:path>
              </a:pathLst>
            </a:custGeom>
            <a:solidFill>
              <a:srgbClr val="18182A"/>
            </a:solidFill>
          </p:spPr>
          <p:txBody>
            <a:bodyPr wrap="square" lIns="0" tIns="0" rIns="0" bIns="0" rtlCol="0"/>
            <a:lstStyle/>
            <a:p/>
          </p:txBody>
        </p:sp>
        <p:sp>
          <p:nvSpPr>
            <p:cNvPr id="468" name="object 468"/>
            <p:cNvSpPr/>
            <p:nvPr/>
          </p:nvSpPr>
          <p:spPr>
            <a:xfrm>
              <a:off x="2327910" y="1508759"/>
              <a:ext cx="387350" cy="29209"/>
            </a:xfrm>
            <a:custGeom>
              <a:avLst/>
              <a:gdLst/>
              <a:ahLst/>
              <a:cxnLst/>
              <a:rect l="l" t="t" r="r" b="b"/>
              <a:pathLst>
                <a:path w="387350" h="29209">
                  <a:moveTo>
                    <a:pt x="387350" y="0"/>
                  </a:moveTo>
                  <a:lnTo>
                    <a:pt x="0" y="0"/>
                  </a:lnTo>
                  <a:lnTo>
                    <a:pt x="0" y="6350"/>
                  </a:lnTo>
                  <a:lnTo>
                    <a:pt x="0" y="13970"/>
                  </a:lnTo>
                  <a:lnTo>
                    <a:pt x="0" y="19050"/>
                  </a:lnTo>
                  <a:lnTo>
                    <a:pt x="0" y="24130"/>
                  </a:lnTo>
                  <a:lnTo>
                    <a:pt x="0" y="29210"/>
                  </a:lnTo>
                  <a:lnTo>
                    <a:pt x="382270" y="29210"/>
                  </a:lnTo>
                  <a:lnTo>
                    <a:pt x="382270" y="24130"/>
                  </a:lnTo>
                  <a:lnTo>
                    <a:pt x="383540" y="24130"/>
                  </a:lnTo>
                  <a:lnTo>
                    <a:pt x="383540" y="19050"/>
                  </a:lnTo>
                  <a:lnTo>
                    <a:pt x="384810" y="19050"/>
                  </a:lnTo>
                  <a:lnTo>
                    <a:pt x="384810" y="13970"/>
                  </a:lnTo>
                  <a:lnTo>
                    <a:pt x="386080" y="13970"/>
                  </a:lnTo>
                  <a:lnTo>
                    <a:pt x="386080" y="6350"/>
                  </a:lnTo>
                  <a:lnTo>
                    <a:pt x="387350" y="6350"/>
                  </a:lnTo>
                  <a:lnTo>
                    <a:pt x="387350" y="0"/>
                  </a:lnTo>
                  <a:close/>
                </a:path>
              </a:pathLst>
            </a:custGeom>
            <a:solidFill>
              <a:srgbClr val="19192B"/>
            </a:solidFill>
          </p:spPr>
          <p:txBody>
            <a:bodyPr wrap="square" lIns="0" tIns="0" rIns="0" bIns="0" rtlCol="0"/>
            <a:lstStyle/>
            <a:p/>
          </p:txBody>
        </p:sp>
        <p:sp>
          <p:nvSpPr>
            <p:cNvPr id="469" name="object 469"/>
            <p:cNvSpPr/>
            <p:nvPr/>
          </p:nvSpPr>
          <p:spPr>
            <a:xfrm>
              <a:off x="2327910" y="1537969"/>
              <a:ext cx="382270" cy="27940"/>
            </a:xfrm>
            <a:custGeom>
              <a:avLst/>
              <a:gdLst/>
              <a:ahLst/>
              <a:cxnLst/>
              <a:rect l="l" t="t" r="r" b="b"/>
              <a:pathLst>
                <a:path w="382269" h="27940">
                  <a:moveTo>
                    <a:pt x="382270" y="0"/>
                  </a:moveTo>
                  <a:lnTo>
                    <a:pt x="0" y="0"/>
                  </a:lnTo>
                  <a:lnTo>
                    <a:pt x="0" y="1270"/>
                  </a:lnTo>
                  <a:lnTo>
                    <a:pt x="0" y="6350"/>
                  </a:lnTo>
                  <a:lnTo>
                    <a:pt x="0" y="27940"/>
                  </a:lnTo>
                  <a:lnTo>
                    <a:pt x="374650" y="27940"/>
                  </a:lnTo>
                  <a:lnTo>
                    <a:pt x="374650" y="24130"/>
                  </a:lnTo>
                  <a:lnTo>
                    <a:pt x="375920" y="24130"/>
                  </a:lnTo>
                  <a:lnTo>
                    <a:pt x="375920" y="20320"/>
                  </a:lnTo>
                  <a:lnTo>
                    <a:pt x="377190" y="20320"/>
                  </a:lnTo>
                  <a:lnTo>
                    <a:pt x="377190" y="15240"/>
                  </a:lnTo>
                  <a:lnTo>
                    <a:pt x="378460" y="15240"/>
                  </a:lnTo>
                  <a:lnTo>
                    <a:pt x="378460" y="11430"/>
                  </a:lnTo>
                  <a:lnTo>
                    <a:pt x="379730" y="11430"/>
                  </a:lnTo>
                  <a:lnTo>
                    <a:pt x="379730" y="6350"/>
                  </a:lnTo>
                  <a:lnTo>
                    <a:pt x="381000" y="6350"/>
                  </a:lnTo>
                  <a:lnTo>
                    <a:pt x="381000" y="1270"/>
                  </a:lnTo>
                  <a:lnTo>
                    <a:pt x="382270" y="1270"/>
                  </a:lnTo>
                  <a:lnTo>
                    <a:pt x="382270" y="0"/>
                  </a:lnTo>
                  <a:close/>
                </a:path>
              </a:pathLst>
            </a:custGeom>
            <a:solidFill>
              <a:srgbClr val="19192C"/>
            </a:solidFill>
          </p:spPr>
          <p:txBody>
            <a:bodyPr wrap="square" lIns="0" tIns="0" rIns="0" bIns="0" rtlCol="0"/>
            <a:lstStyle/>
            <a:p/>
          </p:txBody>
        </p:sp>
        <p:sp>
          <p:nvSpPr>
            <p:cNvPr id="470" name="object 470"/>
            <p:cNvSpPr/>
            <p:nvPr/>
          </p:nvSpPr>
          <p:spPr>
            <a:xfrm>
              <a:off x="2327910" y="1565909"/>
              <a:ext cx="373380" cy="27940"/>
            </a:xfrm>
            <a:custGeom>
              <a:avLst/>
              <a:gdLst/>
              <a:ahLst/>
              <a:cxnLst/>
              <a:rect l="l" t="t" r="r" b="b"/>
              <a:pathLst>
                <a:path w="373380" h="27940">
                  <a:moveTo>
                    <a:pt x="364490" y="26682"/>
                  </a:moveTo>
                  <a:lnTo>
                    <a:pt x="0" y="26682"/>
                  </a:lnTo>
                  <a:lnTo>
                    <a:pt x="0" y="27940"/>
                  </a:lnTo>
                  <a:lnTo>
                    <a:pt x="364490" y="27940"/>
                  </a:lnTo>
                  <a:lnTo>
                    <a:pt x="364490" y="26682"/>
                  </a:lnTo>
                  <a:close/>
                </a:path>
                <a:path w="373380" h="27940">
                  <a:moveTo>
                    <a:pt x="373380" y="0"/>
                  </a:moveTo>
                  <a:lnTo>
                    <a:pt x="0" y="0"/>
                  </a:lnTo>
                  <a:lnTo>
                    <a:pt x="0" y="5080"/>
                  </a:lnTo>
                  <a:lnTo>
                    <a:pt x="0" y="8890"/>
                  </a:lnTo>
                  <a:lnTo>
                    <a:pt x="0" y="26670"/>
                  </a:lnTo>
                  <a:lnTo>
                    <a:pt x="365760" y="26670"/>
                  </a:lnTo>
                  <a:lnTo>
                    <a:pt x="365760" y="24130"/>
                  </a:lnTo>
                  <a:lnTo>
                    <a:pt x="367030" y="24130"/>
                  </a:lnTo>
                  <a:lnTo>
                    <a:pt x="367030" y="21590"/>
                  </a:lnTo>
                  <a:lnTo>
                    <a:pt x="368300" y="21590"/>
                  </a:lnTo>
                  <a:lnTo>
                    <a:pt x="368300" y="17780"/>
                  </a:lnTo>
                  <a:lnTo>
                    <a:pt x="369570" y="17780"/>
                  </a:lnTo>
                  <a:lnTo>
                    <a:pt x="369570" y="12700"/>
                  </a:lnTo>
                  <a:lnTo>
                    <a:pt x="370840" y="12700"/>
                  </a:lnTo>
                  <a:lnTo>
                    <a:pt x="370840" y="8890"/>
                  </a:lnTo>
                  <a:lnTo>
                    <a:pt x="372110" y="8890"/>
                  </a:lnTo>
                  <a:lnTo>
                    <a:pt x="372110" y="5080"/>
                  </a:lnTo>
                  <a:lnTo>
                    <a:pt x="373380" y="5080"/>
                  </a:lnTo>
                  <a:lnTo>
                    <a:pt x="373380" y="0"/>
                  </a:lnTo>
                  <a:close/>
                </a:path>
              </a:pathLst>
            </a:custGeom>
            <a:solidFill>
              <a:srgbClr val="1A1A2D"/>
            </a:solidFill>
          </p:spPr>
          <p:txBody>
            <a:bodyPr wrap="square" lIns="0" tIns="0" rIns="0" bIns="0" rtlCol="0"/>
            <a:lstStyle/>
            <a:p/>
          </p:txBody>
        </p:sp>
        <p:sp>
          <p:nvSpPr>
            <p:cNvPr id="471" name="object 471"/>
            <p:cNvSpPr/>
            <p:nvPr/>
          </p:nvSpPr>
          <p:spPr>
            <a:xfrm>
              <a:off x="2327910" y="1593849"/>
              <a:ext cx="364490" cy="27940"/>
            </a:xfrm>
            <a:custGeom>
              <a:avLst/>
              <a:gdLst/>
              <a:ahLst/>
              <a:cxnLst/>
              <a:rect l="l" t="t" r="r" b="b"/>
              <a:pathLst>
                <a:path w="364489" h="27940">
                  <a:moveTo>
                    <a:pt x="364490" y="0"/>
                  </a:moveTo>
                  <a:lnTo>
                    <a:pt x="0" y="0"/>
                  </a:lnTo>
                  <a:lnTo>
                    <a:pt x="0" y="1270"/>
                  </a:lnTo>
                  <a:lnTo>
                    <a:pt x="0" y="3810"/>
                  </a:lnTo>
                  <a:lnTo>
                    <a:pt x="0" y="27940"/>
                  </a:lnTo>
                  <a:lnTo>
                    <a:pt x="351790" y="27940"/>
                  </a:lnTo>
                  <a:lnTo>
                    <a:pt x="351790" y="25400"/>
                  </a:lnTo>
                  <a:lnTo>
                    <a:pt x="353060" y="25400"/>
                  </a:lnTo>
                  <a:lnTo>
                    <a:pt x="353060" y="22860"/>
                  </a:lnTo>
                  <a:lnTo>
                    <a:pt x="354330" y="22860"/>
                  </a:lnTo>
                  <a:lnTo>
                    <a:pt x="354330" y="20320"/>
                  </a:lnTo>
                  <a:lnTo>
                    <a:pt x="355600" y="20320"/>
                  </a:lnTo>
                  <a:lnTo>
                    <a:pt x="355600" y="17780"/>
                  </a:lnTo>
                  <a:lnTo>
                    <a:pt x="356870" y="17780"/>
                  </a:lnTo>
                  <a:lnTo>
                    <a:pt x="356870" y="15240"/>
                  </a:lnTo>
                  <a:lnTo>
                    <a:pt x="358140" y="15240"/>
                  </a:lnTo>
                  <a:lnTo>
                    <a:pt x="358140" y="11430"/>
                  </a:lnTo>
                  <a:lnTo>
                    <a:pt x="359410" y="11430"/>
                  </a:lnTo>
                  <a:lnTo>
                    <a:pt x="359410" y="8890"/>
                  </a:lnTo>
                  <a:lnTo>
                    <a:pt x="360680" y="8890"/>
                  </a:lnTo>
                  <a:lnTo>
                    <a:pt x="360680" y="6350"/>
                  </a:lnTo>
                  <a:lnTo>
                    <a:pt x="361950" y="6350"/>
                  </a:lnTo>
                  <a:lnTo>
                    <a:pt x="361950" y="3810"/>
                  </a:lnTo>
                  <a:lnTo>
                    <a:pt x="363220" y="3810"/>
                  </a:lnTo>
                  <a:lnTo>
                    <a:pt x="363220" y="1270"/>
                  </a:lnTo>
                  <a:lnTo>
                    <a:pt x="364490" y="1270"/>
                  </a:lnTo>
                  <a:lnTo>
                    <a:pt x="364490" y="0"/>
                  </a:lnTo>
                  <a:close/>
                </a:path>
              </a:pathLst>
            </a:custGeom>
            <a:solidFill>
              <a:srgbClr val="1B1B2E"/>
            </a:solidFill>
          </p:spPr>
          <p:txBody>
            <a:bodyPr wrap="square" lIns="0" tIns="0" rIns="0" bIns="0" rtlCol="0"/>
            <a:lstStyle/>
            <a:p/>
          </p:txBody>
        </p:sp>
        <p:sp>
          <p:nvSpPr>
            <p:cNvPr id="472" name="object 472"/>
            <p:cNvSpPr/>
            <p:nvPr/>
          </p:nvSpPr>
          <p:spPr>
            <a:xfrm>
              <a:off x="2327910" y="1621789"/>
              <a:ext cx="350520" cy="27940"/>
            </a:xfrm>
            <a:custGeom>
              <a:avLst/>
              <a:gdLst/>
              <a:ahLst/>
              <a:cxnLst/>
              <a:rect l="l" t="t" r="r" b="b"/>
              <a:pathLst>
                <a:path w="350519" h="27939">
                  <a:moveTo>
                    <a:pt x="350520" y="0"/>
                  </a:moveTo>
                  <a:lnTo>
                    <a:pt x="0" y="0"/>
                  </a:lnTo>
                  <a:lnTo>
                    <a:pt x="0" y="2540"/>
                  </a:lnTo>
                  <a:lnTo>
                    <a:pt x="0" y="3810"/>
                  </a:lnTo>
                  <a:lnTo>
                    <a:pt x="0" y="27940"/>
                  </a:lnTo>
                  <a:lnTo>
                    <a:pt x="334010" y="27940"/>
                  </a:lnTo>
                  <a:lnTo>
                    <a:pt x="334010" y="26670"/>
                  </a:lnTo>
                  <a:lnTo>
                    <a:pt x="335280" y="26670"/>
                  </a:lnTo>
                  <a:lnTo>
                    <a:pt x="335280" y="25400"/>
                  </a:lnTo>
                  <a:lnTo>
                    <a:pt x="336550" y="25400"/>
                  </a:lnTo>
                  <a:lnTo>
                    <a:pt x="336550" y="24130"/>
                  </a:lnTo>
                  <a:lnTo>
                    <a:pt x="337820" y="24130"/>
                  </a:lnTo>
                  <a:lnTo>
                    <a:pt x="337820" y="21590"/>
                  </a:lnTo>
                  <a:lnTo>
                    <a:pt x="339090" y="21590"/>
                  </a:lnTo>
                  <a:lnTo>
                    <a:pt x="339090" y="19050"/>
                  </a:lnTo>
                  <a:lnTo>
                    <a:pt x="340360" y="19050"/>
                  </a:lnTo>
                  <a:lnTo>
                    <a:pt x="340360" y="16510"/>
                  </a:lnTo>
                  <a:lnTo>
                    <a:pt x="341630" y="16510"/>
                  </a:lnTo>
                  <a:lnTo>
                    <a:pt x="341630" y="15240"/>
                  </a:lnTo>
                  <a:lnTo>
                    <a:pt x="342900" y="15240"/>
                  </a:lnTo>
                  <a:lnTo>
                    <a:pt x="342900" y="12700"/>
                  </a:lnTo>
                  <a:lnTo>
                    <a:pt x="344170" y="12700"/>
                  </a:lnTo>
                  <a:lnTo>
                    <a:pt x="344170" y="10160"/>
                  </a:lnTo>
                  <a:lnTo>
                    <a:pt x="345440" y="10160"/>
                  </a:lnTo>
                  <a:lnTo>
                    <a:pt x="345440" y="8890"/>
                  </a:lnTo>
                  <a:lnTo>
                    <a:pt x="346710" y="8890"/>
                  </a:lnTo>
                  <a:lnTo>
                    <a:pt x="346710" y="6350"/>
                  </a:lnTo>
                  <a:lnTo>
                    <a:pt x="347980" y="6350"/>
                  </a:lnTo>
                  <a:lnTo>
                    <a:pt x="347980" y="3810"/>
                  </a:lnTo>
                  <a:lnTo>
                    <a:pt x="349250" y="3810"/>
                  </a:lnTo>
                  <a:lnTo>
                    <a:pt x="349250" y="2540"/>
                  </a:lnTo>
                  <a:lnTo>
                    <a:pt x="350520" y="2540"/>
                  </a:lnTo>
                  <a:lnTo>
                    <a:pt x="350520" y="0"/>
                  </a:lnTo>
                  <a:close/>
                </a:path>
              </a:pathLst>
            </a:custGeom>
            <a:solidFill>
              <a:srgbClr val="1B1B2F"/>
            </a:solidFill>
          </p:spPr>
          <p:txBody>
            <a:bodyPr wrap="square" lIns="0" tIns="0" rIns="0" bIns="0" rtlCol="0"/>
            <a:lstStyle/>
            <a:p/>
          </p:txBody>
        </p:sp>
        <p:sp>
          <p:nvSpPr>
            <p:cNvPr id="473" name="object 473"/>
            <p:cNvSpPr/>
            <p:nvPr/>
          </p:nvSpPr>
          <p:spPr>
            <a:xfrm>
              <a:off x="2327910" y="1650999"/>
              <a:ext cx="332740" cy="27940"/>
            </a:xfrm>
            <a:custGeom>
              <a:avLst/>
              <a:gdLst/>
              <a:ahLst/>
              <a:cxnLst/>
              <a:rect l="l" t="t" r="r" b="b"/>
              <a:pathLst>
                <a:path w="332739" h="27939">
                  <a:moveTo>
                    <a:pt x="157480" y="24130"/>
                  </a:moveTo>
                  <a:lnTo>
                    <a:pt x="0" y="24130"/>
                  </a:lnTo>
                  <a:lnTo>
                    <a:pt x="0" y="26670"/>
                  </a:lnTo>
                  <a:lnTo>
                    <a:pt x="157480" y="26670"/>
                  </a:lnTo>
                  <a:lnTo>
                    <a:pt x="157480" y="24130"/>
                  </a:lnTo>
                  <a:close/>
                </a:path>
                <a:path w="332739" h="27939">
                  <a:moveTo>
                    <a:pt x="157480" y="21590"/>
                  </a:moveTo>
                  <a:lnTo>
                    <a:pt x="0" y="21590"/>
                  </a:lnTo>
                  <a:lnTo>
                    <a:pt x="0" y="22860"/>
                  </a:lnTo>
                  <a:lnTo>
                    <a:pt x="157480" y="22860"/>
                  </a:lnTo>
                  <a:lnTo>
                    <a:pt x="157480" y="21590"/>
                  </a:lnTo>
                  <a:close/>
                </a:path>
                <a:path w="332739" h="27939">
                  <a:moveTo>
                    <a:pt x="157480" y="17780"/>
                  </a:moveTo>
                  <a:lnTo>
                    <a:pt x="0" y="17780"/>
                  </a:lnTo>
                  <a:lnTo>
                    <a:pt x="0" y="20320"/>
                  </a:lnTo>
                  <a:lnTo>
                    <a:pt x="157480" y="20320"/>
                  </a:lnTo>
                  <a:lnTo>
                    <a:pt x="157480" y="17780"/>
                  </a:lnTo>
                  <a:close/>
                </a:path>
                <a:path w="332739" h="27939">
                  <a:moveTo>
                    <a:pt x="157480" y="15240"/>
                  </a:moveTo>
                  <a:lnTo>
                    <a:pt x="0" y="15240"/>
                  </a:lnTo>
                  <a:lnTo>
                    <a:pt x="0" y="16510"/>
                  </a:lnTo>
                  <a:lnTo>
                    <a:pt x="157480" y="16510"/>
                  </a:lnTo>
                  <a:lnTo>
                    <a:pt x="157480" y="15240"/>
                  </a:lnTo>
                  <a:close/>
                </a:path>
                <a:path w="332739" h="27939">
                  <a:moveTo>
                    <a:pt x="308610" y="24130"/>
                  </a:moveTo>
                  <a:lnTo>
                    <a:pt x="173990" y="24130"/>
                  </a:lnTo>
                  <a:lnTo>
                    <a:pt x="173990" y="26670"/>
                  </a:lnTo>
                  <a:lnTo>
                    <a:pt x="176530" y="26670"/>
                  </a:lnTo>
                  <a:lnTo>
                    <a:pt x="176530" y="27940"/>
                  </a:lnTo>
                  <a:lnTo>
                    <a:pt x="177800" y="27940"/>
                  </a:lnTo>
                  <a:lnTo>
                    <a:pt x="177800" y="26670"/>
                  </a:lnTo>
                  <a:lnTo>
                    <a:pt x="304800" y="26670"/>
                  </a:lnTo>
                  <a:lnTo>
                    <a:pt x="304800" y="27940"/>
                  </a:lnTo>
                  <a:lnTo>
                    <a:pt x="307340" y="27940"/>
                  </a:lnTo>
                  <a:lnTo>
                    <a:pt x="307340" y="26670"/>
                  </a:lnTo>
                  <a:lnTo>
                    <a:pt x="308610" y="26670"/>
                  </a:lnTo>
                  <a:lnTo>
                    <a:pt x="308610" y="24130"/>
                  </a:lnTo>
                  <a:close/>
                </a:path>
                <a:path w="332739" h="27939">
                  <a:moveTo>
                    <a:pt x="312420" y="21590"/>
                  </a:moveTo>
                  <a:lnTo>
                    <a:pt x="168910" y="21590"/>
                  </a:lnTo>
                  <a:lnTo>
                    <a:pt x="168910" y="22860"/>
                  </a:lnTo>
                  <a:lnTo>
                    <a:pt x="170180" y="22860"/>
                  </a:lnTo>
                  <a:lnTo>
                    <a:pt x="170180" y="24130"/>
                  </a:lnTo>
                  <a:lnTo>
                    <a:pt x="172720" y="24130"/>
                  </a:lnTo>
                  <a:lnTo>
                    <a:pt x="172720" y="22860"/>
                  </a:lnTo>
                  <a:lnTo>
                    <a:pt x="309880" y="22860"/>
                  </a:lnTo>
                  <a:lnTo>
                    <a:pt x="309880" y="24130"/>
                  </a:lnTo>
                  <a:lnTo>
                    <a:pt x="311137" y="24130"/>
                  </a:lnTo>
                  <a:lnTo>
                    <a:pt x="311137" y="22860"/>
                  </a:lnTo>
                  <a:lnTo>
                    <a:pt x="312420" y="22860"/>
                  </a:lnTo>
                  <a:lnTo>
                    <a:pt x="312420" y="21590"/>
                  </a:lnTo>
                  <a:close/>
                </a:path>
                <a:path w="332739" h="27939">
                  <a:moveTo>
                    <a:pt x="314960" y="17780"/>
                  </a:moveTo>
                  <a:lnTo>
                    <a:pt x="163830" y="17780"/>
                  </a:lnTo>
                  <a:lnTo>
                    <a:pt x="163830" y="20320"/>
                  </a:lnTo>
                  <a:lnTo>
                    <a:pt x="166370" y="20320"/>
                  </a:lnTo>
                  <a:lnTo>
                    <a:pt x="166370" y="21590"/>
                  </a:lnTo>
                  <a:lnTo>
                    <a:pt x="168910" y="21590"/>
                  </a:lnTo>
                  <a:lnTo>
                    <a:pt x="168910" y="20320"/>
                  </a:lnTo>
                  <a:lnTo>
                    <a:pt x="312420" y="20320"/>
                  </a:lnTo>
                  <a:lnTo>
                    <a:pt x="312420" y="21590"/>
                  </a:lnTo>
                  <a:lnTo>
                    <a:pt x="313690" y="21590"/>
                  </a:lnTo>
                  <a:lnTo>
                    <a:pt x="313690" y="20320"/>
                  </a:lnTo>
                  <a:lnTo>
                    <a:pt x="314960" y="20320"/>
                  </a:lnTo>
                  <a:lnTo>
                    <a:pt x="314960" y="17780"/>
                  </a:lnTo>
                  <a:close/>
                </a:path>
                <a:path w="332739" h="27939">
                  <a:moveTo>
                    <a:pt x="320040" y="15240"/>
                  </a:moveTo>
                  <a:lnTo>
                    <a:pt x="158750" y="15240"/>
                  </a:lnTo>
                  <a:lnTo>
                    <a:pt x="158750" y="16510"/>
                  </a:lnTo>
                  <a:lnTo>
                    <a:pt x="160020" y="16510"/>
                  </a:lnTo>
                  <a:lnTo>
                    <a:pt x="160020" y="17780"/>
                  </a:lnTo>
                  <a:lnTo>
                    <a:pt x="161290" y="17780"/>
                  </a:lnTo>
                  <a:lnTo>
                    <a:pt x="161290" y="16510"/>
                  </a:lnTo>
                  <a:lnTo>
                    <a:pt x="316230" y="16510"/>
                  </a:lnTo>
                  <a:lnTo>
                    <a:pt x="316230" y="17780"/>
                  </a:lnTo>
                  <a:lnTo>
                    <a:pt x="317500" y="17780"/>
                  </a:lnTo>
                  <a:lnTo>
                    <a:pt x="317500" y="16510"/>
                  </a:lnTo>
                  <a:lnTo>
                    <a:pt x="320040" y="16510"/>
                  </a:lnTo>
                  <a:lnTo>
                    <a:pt x="320040" y="15240"/>
                  </a:lnTo>
                  <a:close/>
                </a:path>
                <a:path w="332739" h="27939">
                  <a:moveTo>
                    <a:pt x="322580" y="11430"/>
                  </a:moveTo>
                  <a:lnTo>
                    <a:pt x="0" y="11430"/>
                  </a:lnTo>
                  <a:lnTo>
                    <a:pt x="0" y="13970"/>
                  </a:lnTo>
                  <a:lnTo>
                    <a:pt x="157480" y="13970"/>
                  </a:lnTo>
                  <a:lnTo>
                    <a:pt x="157480" y="15240"/>
                  </a:lnTo>
                  <a:lnTo>
                    <a:pt x="158750" y="15240"/>
                  </a:lnTo>
                  <a:lnTo>
                    <a:pt x="158750" y="13970"/>
                  </a:lnTo>
                  <a:lnTo>
                    <a:pt x="320040" y="13970"/>
                  </a:lnTo>
                  <a:lnTo>
                    <a:pt x="320040" y="15240"/>
                  </a:lnTo>
                  <a:lnTo>
                    <a:pt x="321310" y="15240"/>
                  </a:lnTo>
                  <a:lnTo>
                    <a:pt x="321310" y="13970"/>
                  </a:lnTo>
                  <a:lnTo>
                    <a:pt x="322580" y="13970"/>
                  </a:lnTo>
                  <a:lnTo>
                    <a:pt x="322580" y="11430"/>
                  </a:lnTo>
                  <a:close/>
                </a:path>
                <a:path w="332739" h="27939">
                  <a:moveTo>
                    <a:pt x="327660" y="5080"/>
                  </a:moveTo>
                  <a:lnTo>
                    <a:pt x="0" y="5080"/>
                  </a:lnTo>
                  <a:lnTo>
                    <a:pt x="0" y="7620"/>
                  </a:lnTo>
                  <a:lnTo>
                    <a:pt x="0" y="10160"/>
                  </a:lnTo>
                  <a:lnTo>
                    <a:pt x="323850" y="10160"/>
                  </a:lnTo>
                  <a:lnTo>
                    <a:pt x="323850" y="11430"/>
                  </a:lnTo>
                  <a:lnTo>
                    <a:pt x="325120" y="11430"/>
                  </a:lnTo>
                  <a:lnTo>
                    <a:pt x="325120" y="10160"/>
                  </a:lnTo>
                  <a:lnTo>
                    <a:pt x="326390" y="10160"/>
                  </a:lnTo>
                  <a:lnTo>
                    <a:pt x="326390" y="7620"/>
                  </a:lnTo>
                  <a:lnTo>
                    <a:pt x="327660" y="7620"/>
                  </a:lnTo>
                  <a:lnTo>
                    <a:pt x="327660" y="5080"/>
                  </a:lnTo>
                  <a:close/>
                </a:path>
                <a:path w="332739" h="27939">
                  <a:moveTo>
                    <a:pt x="331470" y="2540"/>
                  </a:moveTo>
                  <a:lnTo>
                    <a:pt x="0" y="2540"/>
                  </a:lnTo>
                  <a:lnTo>
                    <a:pt x="0" y="3810"/>
                  </a:lnTo>
                  <a:lnTo>
                    <a:pt x="328930" y="3810"/>
                  </a:lnTo>
                  <a:lnTo>
                    <a:pt x="328930" y="5080"/>
                  </a:lnTo>
                  <a:lnTo>
                    <a:pt x="330200" y="5080"/>
                  </a:lnTo>
                  <a:lnTo>
                    <a:pt x="330200" y="3810"/>
                  </a:lnTo>
                  <a:lnTo>
                    <a:pt x="331470" y="3810"/>
                  </a:lnTo>
                  <a:lnTo>
                    <a:pt x="331470" y="2540"/>
                  </a:lnTo>
                  <a:close/>
                </a:path>
                <a:path w="332739" h="27939">
                  <a:moveTo>
                    <a:pt x="332740" y="0"/>
                  </a:moveTo>
                  <a:lnTo>
                    <a:pt x="0" y="0"/>
                  </a:lnTo>
                  <a:lnTo>
                    <a:pt x="0" y="1270"/>
                  </a:lnTo>
                  <a:lnTo>
                    <a:pt x="331470" y="1270"/>
                  </a:lnTo>
                  <a:lnTo>
                    <a:pt x="331470" y="2540"/>
                  </a:lnTo>
                  <a:lnTo>
                    <a:pt x="332740" y="2540"/>
                  </a:lnTo>
                  <a:lnTo>
                    <a:pt x="332740" y="1270"/>
                  </a:lnTo>
                  <a:lnTo>
                    <a:pt x="332740" y="0"/>
                  </a:lnTo>
                  <a:close/>
                </a:path>
              </a:pathLst>
            </a:custGeom>
            <a:solidFill>
              <a:srgbClr val="1C1C30"/>
            </a:solidFill>
          </p:spPr>
          <p:txBody>
            <a:bodyPr wrap="square" lIns="0" tIns="0" rIns="0" bIns="0" rtlCol="0"/>
            <a:lstStyle/>
            <a:p/>
          </p:txBody>
        </p:sp>
        <p:sp>
          <p:nvSpPr>
            <p:cNvPr id="474" name="object 474"/>
            <p:cNvSpPr/>
            <p:nvPr/>
          </p:nvSpPr>
          <p:spPr>
            <a:xfrm>
              <a:off x="2327910" y="1678939"/>
              <a:ext cx="304800" cy="27940"/>
            </a:xfrm>
            <a:custGeom>
              <a:avLst/>
              <a:gdLst/>
              <a:ahLst/>
              <a:cxnLst/>
              <a:rect l="l" t="t" r="r" b="b"/>
              <a:pathLst>
                <a:path w="304800" h="27939">
                  <a:moveTo>
                    <a:pt x="157480" y="21590"/>
                  </a:moveTo>
                  <a:lnTo>
                    <a:pt x="0" y="21590"/>
                  </a:lnTo>
                  <a:lnTo>
                    <a:pt x="0" y="27940"/>
                  </a:lnTo>
                  <a:lnTo>
                    <a:pt x="157480" y="27940"/>
                  </a:lnTo>
                  <a:lnTo>
                    <a:pt x="157480" y="21590"/>
                  </a:lnTo>
                  <a:close/>
                </a:path>
                <a:path w="304800" h="27939">
                  <a:moveTo>
                    <a:pt x="157480" y="19050"/>
                  </a:moveTo>
                  <a:lnTo>
                    <a:pt x="0" y="19050"/>
                  </a:lnTo>
                  <a:lnTo>
                    <a:pt x="0" y="20320"/>
                  </a:lnTo>
                  <a:lnTo>
                    <a:pt x="157480" y="20320"/>
                  </a:lnTo>
                  <a:lnTo>
                    <a:pt x="157480" y="19050"/>
                  </a:lnTo>
                  <a:close/>
                </a:path>
                <a:path w="304800" h="27939">
                  <a:moveTo>
                    <a:pt x="157480" y="15240"/>
                  </a:moveTo>
                  <a:lnTo>
                    <a:pt x="0" y="15240"/>
                  </a:lnTo>
                  <a:lnTo>
                    <a:pt x="0" y="17780"/>
                  </a:lnTo>
                  <a:lnTo>
                    <a:pt x="157480" y="17780"/>
                  </a:lnTo>
                  <a:lnTo>
                    <a:pt x="157480" y="15240"/>
                  </a:lnTo>
                  <a:close/>
                </a:path>
                <a:path w="304800" h="27939">
                  <a:moveTo>
                    <a:pt x="157480" y="12700"/>
                  </a:moveTo>
                  <a:lnTo>
                    <a:pt x="0" y="12700"/>
                  </a:lnTo>
                  <a:lnTo>
                    <a:pt x="0" y="13970"/>
                  </a:lnTo>
                  <a:lnTo>
                    <a:pt x="157480" y="13970"/>
                  </a:lnTo>
                  <a:lnTo>
                    <a:pt x="157480" y="12700"/>
                  </a:lnTo>
                  <a:close/>
                </a:path>
                <a:path w="304800" h="27939">
                  <a:moveTo>
                    <a:pt x="157480" y="8890"/>
                  </a:moveTo>
                  <a:lnTo>
                    <a:pt x="0" y="8890"/>
                  </a:lnTo>
                  <a:lnTo>
                    <a:pt x="0" y="11430"/>
                  </a:lnTo>
                  <a:lnTo>
                    <a:pt x="157480" y="11430"/>
                  </a:lnTo>
                  <a:lnTo>
                    <a:pt x="157480" y="8890"/>
                  </a:lnTo>
                  <a:close/>
                </a:path>
                <a:path w="304800" h="27939">
                  <a:moveTo>
                    <a:pt x="157480" y="6350"/>
                  </a:moveTo>
                  <a:lnTo>
                    <a:pt x="0" y="6350"/>
                  </a:lnTo>
                  <a:lnTo>
                    <a:pt x="0" y="7620"/>
                  </a:lnTo>
                  <a:lnTo>
                    <a:pt x="157480" y="7620"/>
                  </a:lnTo>
                  <a:lnTo>
                    <a:pt x="157480" y="6350"/>
                  </a:lnTo>
                  <a:close/>
                </a:path>
                <a:path w="304800" h="27939">
                  <a:moveTo>
                    <a:pt x="157480" y="2540"/>
                  </a:moveTo>
                  <a:lnTo>
                    <a:pt x="0" y="2540"/>
                  </a:lnTo>
                  <a:lnTo>
                    <a:pt x="0" y="5080"/>
                  </a:lnTo>
                  <a:lnTo>
                    <a:pt x="157480" y="5080"/>
                  </a:lnTo>
                  <a:lnTo>
                    <a:pt x="157480" y="2540"/>
                  </a:lnTo>
                  <a:close/>
                </a:path>
                <a:path w="304800" h="27939">
                  <a:moveTo>
                    <a:pt x="157480" y="0"/>
                  </a:moveTo>
                  <a:lnTo>
                    <a:pt x="0" y="0"/>
                  </a:lnTo>
                  <a:lnTo>
                    <a:pt x="0" y="1270"/>
                  </a:lnTo>
                  <a:lnTo>
                    <a:pt x="157480" y="1270"/>
                  </a:lnTo>
                  <a:lnTo>
                    <a:pt x="157480" y="0"/>
                  </a:lnTo>
                  <a:close/>
                </a:path>
                <a:path w="304800" h="27939">
                  <a:moveTo>
                    <a:pt x="266700" y="19050"/>
                  </a:moveTo>
                  <a:lnTo>
                    <a:pt x="217170" y="19050"/>
                  </a:lnTo>
                  <a:lnTo>
                    <a:pt x="217170" y="20320"/>
                  </a:lnTo>
                  <a:lnTo>
                    <a:pt x="224790" y="20320"/>
                  </a:lnTo>
                  <a:lnTo>
                    <a:pt x="224790" y="21590"/>
                  </a:lnTo>
                  <a:lnTo>
                    <a:pt x="232410" y="21590"/>
                  </a:lnTo>
                  <a:lnTo>
                    <a:pt x="232410" y="20320"/>
                  </a:lnTo>
                  <a:lnTo>
                    <a:pt x="242570" y="20320"/>
                  </a:lnTo>
                  <a:lnTo>
                    <a:pt x="242570" y="21590"/>
                  </a:lnTo>
                  <a:lnTo>
                    <a:pt x="259080" y="21590"/>
                  </a:lnTo>
                  <a:lnTo>
                    <a:pt x="259080" y="20320"/>
                  </a:lnTo>
                  <a:lnTo>
                    <a:pt x="266700" y="20320"/>
                  </a:lnTo>
                  <a:lnTo>
                    <a:pt x="266700" y="19050"/>
                  </a:lnTo>
                  <a:close/>
                </a:path>
                <a:path w="304800" h="27939">
                  <a:moveTo>
                    <a:pt x="274320" y="15240"/>
                  </a:moveTo>
                  <a:lnTo>
                    <a:pt x="209550" y="15240"/>
                  </a:lnTo>
                  <a:lnTo>
                    <a:pt x="209550" y="17780"/>
                  </a:lnTo>
                  <a:lnTo>
                    <a:pt x="214630" y="17780"/>
                  </a:lnTo>
                  <a:lnTo>
                    <a:pt x="214630" y="19050"/>
                  </a:lnTo>
                  <a:lnTo>
                    <a:pt x="217170" y="19050"/>
                  </a:lnTo>
                  <a:lnTo>
                    <a:pt x="217170" y="17780"/>
                  </a:lnTo>
                  <a:lnTo>
                    <a:pt x="266700" y="17780"/>
                  </a:lnTo>
                  <a:lnTo>
                    <a:pt x="266700" y="19050"/>
                  </a:lnTo>
                  <a:lnTo>
                    <a:pt x="271780" y="19050"/>
                  </a:lnTo>
                  <a:lnTo>
                    <a:pt x="271780" y="17780"/>
                  </a:lnTo>
                  <a:lnTo>
                    <a:pt x="274320" y="17780"/>
                  </a:lnTo>
                  <a:lnTo>
                    <a:pt x="274320" y="15240"/>
                  </a:lnTo>
                  <a:close/>
                </a:path>
                <a:path w="304800" h="27939">
                  <a:moveTo>
                    <a:pt x="285737" y="12700"/>
                  </a:moveTo>
                  <a:lnTo>
                    <a:pt x="200660" y="12700"/>
                  </a:lnTo>
                  <a:lnTo>
                    <a:pt x="200660" y="13970"/>
                  </a:lnTo>
                  <a:lnTo>
                    <a:pt x="201930" y="13970"/>
                  </a:lnTo>
                  <a:lnTo>
                    <a:pt x="201930" y="15240"/>
                  </a:lnTo>
                  <a:lnTo>
                    <a:pt x="207010" y="15240"/>
                  </a:lnTo>
                  <a:lnTo>
                    <a:pt x="207010" y="13970"/>
                  </a:lnTo>
                  <a:lnTo>
                    <a:pt x="279387" y="13970"/>
                  </a:lnTo>
                  <a:lnTo>
                    <a:pt x="279387" y="15240"/>
                  </a:lnTo>
                  <a:lnTo>
                    <a:pt x="281940" y="15240"/>
                  </a:lnTo>
                  <a:lnTo>
                    <a:pt x="281940" y="13970"/>
                  </a:lnTo>
                  <a:lnTo>
                    <a:pt x="285737" y="13970"/>
                  </a:lnTo>
                  <a:lnTo>
                    <a:pt x="285737" y="12700"/>
                  </a:lnTo>
                  <a:close/>
                </a:path>
                <a:path w="304800" h="27939">
                  <a:moveTo>
                    <a:pt x="289560" y="8890"/>
                  </a:moveTo>
                  <a:lnTo>
                    <a:pt x="195580" y="8890"/>
                  </a:lnTo>
                  <a:lnTo>
                    <a:pt x="195580" y="11430"/>
                  </a:lnTo>
                  <a:lnTo>
                    <a:pt x="198120" y="11430"/>
                  </a:lnTo>
                  <a:lnTo>
                    <a:pt x="198120" y="12700"/>
                  </a:lnTo>
                  <a:lnTo>
                    <a:pt x="200660" y="12700"/>
                  </a:lnTo>
                  <a:lnTo>
                    <a:pt x="200660" y="11430"/>
                  </a:lnTo>
                  <a:lnTo>
                    <a:pt x="285737" y="11430"/>
                  </a:lnTo>
                  <a:lnTo>
                    <a:pt x="285737" y="12700"/>
                  </a:lnTo>
                  <a:lnTo>
                    <a:pt x="288290" y="12700"/>
                  </a:lnTo>
                  <a:lnTo>
                    <a:pt x="288290" y="11430"/>
                  </a:lnTo>
                  <a:lnTo>
                    <a:pt x="289560" y="11430"/>
                  </a:lnTo>
                  <a:lnTo>
                    <a:pt x="289560" y="8890"/>
                  </a:lnTo>
                  <a:close/>
                </a:path>
                <a:path w="304800" h="27939">
                  <a:moveTo>
                    <a:pt x="295910" y="6350"/>
                  </a:moveTo>
                  <a:lnTo>
                    <a:pt x="186690" y="6350"/>
                  </a:lnTo>
                  <a:lnTo>
                    <a:pt x="186690" y="7620"/>
                  </a:lnTo>
                  <a:lnTo>
                    <a:pt x="187960" y="7620"/>
                  </a:lnTo>
                  <a:lnTo>
                    <a:pt x="187960" y="8890"/>
                  </a:lnTo>
                  <a:lnTo>
                    <a:pt x="193040" y="8890"/>
                  </a:lnTo>
                  <a:lnTo>
                    <a:pt x="193040" y="7620"/>
                  </a:lnTo>
                  <a:lnTo>
                    <a:pt x="292100" y="7620"/>
                  </a:lnTo>
                  <a:lnTo>
                    <a:pt x="292100" y="8890"/>
                  </a:lnTo>
                  <a:lnTo>
                    <a:pt x="294640" y="8890"/>
                  </a:lnTo>
                  <a:lnTo>
                    <a:pt x="294640" y="7620"/>
                  </a:lnTo>
                  <a:lnTo>
                    <a:pt x="295910" y="7620"/>
                  </a:lnTo>
                  <a:lnTo>
                    <a:pt x="295910" y="6350"/>
                  </a:lnTo>
                  <a:close/>
                </a:path>
                <a:path w="304800" h="27939">
                  <a:moveTo>
                    <a:pt x="299707" y="2540"/>
                  </a:moveTo>
                  <a:lnTo>
                    <a:pt x="182880" y="2540"/>
                  </a:lnTo>
                  <a:lnTo>
                    <a:pt x="182880" y="5080"/>
                  </a:lnTo>
                  <a:lnTo>
                    <a:pt x="185420" y="5080"/>
                  </a:lnTo>
                  <a:lnTo>
                    <a:pt x="185420" y="6350"/>
                  </a:lnTo>
                  <a:lnTo>
                    <a:pt x="186690" y="6350"/>
                  </a:lnTo>
                  <a:lnTo>
                    <a:pt x="186690" y="5080"/>
                  </a:lnTo>
                  <a:lnTo>
                    <a:pt x="295910" y="5080"/>
                  </a:lnTo>
                  <a:lnTo>
                    <a:pt x="295910" y="6350"/>
                  </a:lnTo>
                  <a:lnTo>
                    <a:pt x="298450" y="6350"/>
                  </a:lnTo>
                  <a:lnTo>
                    <a:pt x="298450" y="5080"/>
                  </a:lnTo>
                  <a:lnTo>
                    <a:pt x="299707" y="5080"/>
                  </a:lnTo>
                  <a:lnTo>
                    <a:pt x="299707" y="2540"/>
                  </a:lnTo>
                  <a:close/>
                </a:path>
                <a:path w="304800" h="27939">
                  <a:moveTo>
                    <a:pt x="304800" y="0"/>
                  </a:moveTo>
                  <a:lnTo>
                    <a:pt x="177800" y="0"/>
                  </a:lnTo>
                  <a:lnTo>
                    <a:pt x="177800" y="1270"/>
                  </a:lnTo>
                  <a:lnTo>
                    <a:pt x="180340" y="1270"/>
                  </a:lnTo>
                  <a:lnTo>
                    <a:pt x="180340" y="2540"/>
                  </a:lnTo>
                  <a:lnTo>
                    <a:pt x="181610" y="2540"/>
                  </a:lnTo>
                  <a:lnTo>
                    <a:pt x="181610" y="1270"/>
                  </a:lnTo>
                  <a:lnTo>
                    <a:pt x="302260" y="1270"/>
                  </a:lnTo>
                  <a:lnTo>
                    <a:pt x="302260" y="2540"/>
                  </a:lnTo>
                  <a:lnTo>
                    <a:pt x="303530" y="2540"/>
                  </a:lnTo>
                  <a:lnTo>
                    <a:pt x="303530" y="1270"/>
                  </a:lnTo>
                  <a:lnTo>
                    <a:pt x="304800" y="1270"/>
                  </a:lnTo>
                  <a:lnTo>
                    <a:pt x="304800" y="0"/>
                  </a:lnTo>
                  <a:close/>
                </a:path>
              </a:pathLst>
            </a:custGeom>
            <a:solidFill>
              <a:srgbClr val="1C1C31"/>
            </a:solidFill>
          </p:spPr>
          <p:txBody>
            <a:bodyPr wrap="square" lIns="0" tIns="0" rIns="0" bIns="0" rtlCol="0"/>
            <a:lstStyle/>
            <a:p/>
          </p:txBody>
        </p:sp>
        <p:sp>
          <p:nvSpPr>
            <p:cNvPr id="475" name="object 475"/>
            <p:cNvSpPr/>
            <p:nvPr/>
          </p:nvSpPr>
          <p:spPr>
            <a:xfrm>
              <a:off x="2327910" y="1706879"/>
              <a:ext cx="157480" cy="55880"/>
            </a:xfrm>
            <a:custGeom>
              <a:avLst/>
              <a:gdLst/>
              <a:ahLst/>
              <a:cxnLst/>
              <a:rect l="l" t="t" r="r" b="b"/>
              <a:pathLst>
                <a:path w="157480" h="55880">
                  <a:moveTo>
                    <a:pt x="157480" y="0"/>
                  </a:moveTo>
                  <a:lnTo>
                    <a:pt x="0" y="0"/>
                  </a:lnTo>
                  <a:lnTo>
                    <a:pt x="0" y="27940"/>
                  </a:lnTo>
                  <a:lnTo>
                    <a:pt x="0" y="55880"/>
                  </a:lnTo>
                  <a:lnTo>
                    <a:pt x="157480" y="55880"/>
                  </a:lnTo>
                  <a:lnTo>
                    <a:pt x="157480" y="27940"/>
                  </a:lnTo>
                  <a:lnTo>
                    <a:pt x="157480" y="0"/>
                  </a:lnTo>
                  <a:close/>
                </a:path>
              </a:pathLst>
            </a:custGeom>
            <a:solidFill>
              <a:srgbClr val="1D1D33"/>
            </a:solidFill>
          </p:spPr>
          <p:txBody>
            <a:bodyPr wrap="square" lIns="0" tIns="0" rIns="0" bIns="0" rtlCol="0"/>
            <a:lstStyle/>
            <a:p/>
          </p:txBody>
        </p:sp>
        <p:sp>
          <p:nvSpPr>
            <p:cNvPr id="476" name="object 476"/>
            <p:cNvSpPr/>
            <p:nvPr/>
          </p:nvSpPr>
          <p:spPr>
            <a:xfrm>
              <a:off x="2327910" y="1762760"/>
              <a:ext cx="157480" cy="27940"/>
            </a:xfrm>
            <a:custGeom>
              <a:avLst/>
              <a:gdLst/>
              <a:ahLst/>
              <a:cxnLst/>
              <a:rect l="l" t="t" r="r" b="b"/>
              <a:pathLst>
                <a:path w="157480" h="27939">
                  <a:moveTo>
                    <a:pt x="0" y="27939"/>
                  </a:moveTo>
                  <a:lnTo>
                    <a:pt x="0" y="0"/>
                  </a:lnTo>
                  <a:lnTo>
                    <a:pt x="157480" y="0"/>
                  </a:lnTo>
                  <a:lnTo>
                    <a:pt x="157480" y="27939"/>
                  </a:lnTo>
                  <a:lnTo>
                    <a:pt x="0" y="27939"/>
                  </a:lnTo>
                  <a:close/>
                </a:path>
              </a:pathLst>
            </a:custGeom>
            <a:solidFill>
              <a:srgbClr val="1E1E34"/>
            </a:solidFill>
          </p:spPr>
          <p:txBody>
            <a:bodyPr wrap="square" lIns="0" tIns="0" rIns="0" bIns="0" rtlCol="0"/>
            <a:lstStyle/>
            <a:p/>
          </p:txBody>
        </p:sp>
        <p:sp>
          <p:nvSpPr>
            <p:cNvPr id="477" name="object 477"/>
            <p:cNvSpPr/>
            <p:nvPr/>
          </p:nvSpPr>
          <p:spPr>
            <a:xfrm>
              <a:off x="2327910" y="1790700"/>
              <a:ext cx="157480" cy="29209"/>
            </a:xfrm>
            <a:custGeom>
              <a:avLst/>
              <a:gdLst/>
              <a:ahLst/>
              <a:cxnLst/>
              <a:rect l="l" t="t" r="r" b="b"/>
              <a:pathLst>
                <a:path w="157480" h="29210">
                  <a:moveTo>
                    <a:pt x="0" y="29210"/>
                  </a:moveTo>
                  <a:lnTo>
                    <a:pt x="0" y="0"/>
                  </a:lnTo>
                  <a:lnTo>
                    <a:pt x="157480" y="0"/>
                  </a:lnTo>
                  <a:lnTo>
                    <a:pt x="157480" y="29210"/>
                  </a:lnTo>
                  <a:lnTo>
                    <a:pt x="0" y="29210"/>
                  </a:lnTo>
                  <a:close/>
                </a:path>
              </a:pathLst>
            </a:custGeom>
            <a:solidFill>
              <a:srgbClr val="1F1F35"/>
            </a:solidFill>
          </p:spPr>
          <p:txBody>
            <a:bodyPr wrap="square" lIns="0" tIns="0" rIns="0" bIns="0" rtlCol="0"/>
            <a:lstStyle/>
            <a:p/>
          </p:txBody>
        </p:sp>
        <p:sp>
          <p:nvSpPr>
            <p:cNvPr id="478" name="object 478"/>
            <p:cNvSpPr/>
            <p:nvPr/>
          </p:nvSpPr>
          <p:spPr>
            <a:xfrm>
              <a:off x="2327910" y="1819910"/>
              <a:ext cx="157480" cy="27940"/>
            </a:xfrm>
            <a:custGeom>
              <a:avLst/>
              <a:gdLst/>
              <a:ahLst/>
              <a:cxnLst/>
              <a:rect l="l" t="t" r="r" b="b"/>
              <a:pathLst>
                <a:path w="157480" h="27939">
                  <a:moveTo>
                    <a:pt x="0" y="27939"/>
                  </a:moveTo>
                  <a:lnTo>
                    <a:pt x="0" y="0"/>
                  </a:lnTo>
                  <a:lnTo>
                    <a:pt x="157480" y="0"/>
                  </a:lnTo>
                  <a:lnTo>
                    <a:pt x="157480" y="27939"/>
                  </a:lnTo>
                  <a:lnTo>
                    <a:pt x="0" y="27939"/>
                  </a:lnTo>
                  <a:close/>
                </a:path>
              </a:pathLst>
            </a:custGeom>
            <a:solidFill>
              <a:srgbClr val="1F1F36"/>
            </a:solidFill>
          </p:spPr>
          <p:txBody>
            <a:bodyPr wrap="square" lIns="0" tIns="0" rIns="0" bIns="0" rtlCol="0"/>
            <a:lstStyle/>
            <a:p/>
          </p:txBody>
        </p:sp>
        <p:sp>
          <p:nvSpPr>
            <p:cNvPr id="479" name="object 479"/>
            <p:cNvSpPr/>
            <p:nvPr/>
          </p:nvSpPr>
          <p:spPr>
            <a:xfrm>
              <a:off x="2327910" y="1847850"/>
              <a:ext cx="157480" cy="27940"/>
            </a:xfrm>
            <a:custGeom>
              <a:avLst/>
              <a:gdLst/>
              <a:ahLst/>
              <a:cxnLst/>
              <a:rect l="l" t="t" r="r" b="b"/>
              <a:pathLst>
                <a:path w="157480" h="27939">
                  <a:moveTo>
                    <a:pt x="0" y="27939"/>
                  </a:moveTo>
                  <a:lnTo>
                    <a:pt x="0" y="0"/>
                  </a:lnTo>
                  <a:lnTo>
                    <a:pt x="157480" y="0"/>
                  </a:lnTo>
                  <a:lnTo>
                    <a:pt x="157480" y="27939"/>
                  </a:lnTo>
                  <a:lnTo>
                    <a:pt x="0" y="27939"/>
                  </a:lnTo>
                  <a:close/>
                </a:path>
              </a:pathLst>
            </a:custGeom>
            <a:solidFill>
              <a:srgbClr val="202037"/>
            </a:solidFill>
          </p:spPr>
          <p:txBody>
            <a:bodyPr wrap="square" lIns="0" tIns="0" rIns="0" bIns="0" rtlCol="0"/>
            <a:lstStyle/>
            <a:p/>
          </p:txBody>
        </p:sp>
        <p:sp>
          <p:nvSpPr>
            <p:cNvPr id="480" name="object 480"/>
            <p:cNvSpPr/>
            <p:nvPr/>
          </p:nvSpPr>
          <p:spPr>
            <a:xfrm>
              <a:off x="2327910" y="1875790"/>
              <a:ext cx="157480" cy="27940"/>
            </a:xfrm>
            <a:custGeom>
              <a:avLst/>
              <a:gdLst/>
              <a:ahLst/>
              <a:cxnLst/>
              <a:rect l="l" t="t" r="r" b="b"/>
              <a:pathLst>
                <a:path w="157480" h="27939">
                  <a:moveTo>
                    <a:pt x="0" y="27939"/>
                  </a:moveTo>
                  <a:lnTo>
                    <a:pt x="0" y="0"/>
                  </a:lnTo>
                  <a:lnTo>
                    <a:pt x="157480" y="0"/>
                  </a:lnTo>
                  <a:lnTo>
                    <a:pt x="157480" y="27939"/>
                  </a:lnTo>
                  <a:lnTo>
                    <a:pt x="0" y="27939"/>
                  </a:lnTo>
                  <a:close/>
                </a:path>
              </a:pathLst>
            </a:custGeom>
            <a:solidFill>
              <a:srgbClr val="202038"/>
            </a:solidFill>
          </p:spPr>
          <p:txBody>
            <a:bodyPr wrap="square" lIns="0" tIns="0" rIns="0" bIns="0" rtlCol="0"/>
            <a:lstStyle/>
            <a:p/>
          </p:txBody>
        </p:sp>
        <p:sp>
          <p:nvSpPr>
            <p:cNvPr id="481" name="object 481"/>
            <p:cNvSpPr/>
            <p:nvPr/>
          </p:nvSpPr>
          <p:spPr>
            <a:xfrm>
              <a:off x="2321560" y="1052829"/>
              <a:ext cx="398780" cy="849630"/>
            </a:xfrm>
            <a:custGeom>
              <a:avLst/>
              <a:gdLst/>
              <a:ahLst/>
              <a:cxnLst/>
              <a:rect l="l" t="t" r="r" b="b"/>
              <a:pathLst>
                <a:path w="398780" h="849630">
                  <a:moveTo>
                    <a:pt x="398780" y="205740"/>
                  </a:moveTo>
                  <a:lnTo>
                    <a:pt x="392430" y="177800"/>
                  </a:lnTo>
                  <a:lnTo>
                    <a:pt x="392430" y="176530"/>
                  </a:lnTo>
                  <a:lnTo>
                    <a:pt x="386080" y="149860"/>
                  </a:lnTo>
                  <a:lnTo>
                    <a:pt x="377190" y="124460"/>
                  </a:lnTo>
                  <a:lnTo>
                    <a:pt x="377190" y="123190"/>
                  </a:lnTo>
                  <a:lnTo>
                    <a:pt x="368300" y="99060"/>
                  </a:lnTo>
                  <a:lnTo>
                    <a:pt x="363220" y="87630"/>
                  </a:lnTo>
                  <a:lnTo>
                    <a:pt x="356870" y="76200"/>
                  </a:lnTo>
                  <a:lnTo>
                    <a:pt x="350520" y="66040"/>
                  </a:lnTo>
                  <a:lnTo>
                    <a:pt x="345440" y="57150"/>
                  </a:lnTo>
                  <a:lnTo>
                    <a:pt x="345440" y="55880"/>
                  </a:lnTo>
                  <a:lnTo>
                    <a:pt x="339090" y="48260"/>
                  </a:lnTo>
                  <a:lnTo>
                    <a:pt x="332740" y="39370"/>
                  </a:lnTo>
                  <a:lnTo>
                    <a:pt x="331470" y="39370"/>
                  </a:lnTo>
                  <a:lnTo>
                    <a:pt x="325120" y="31750"/>
                  </a:lnTo>
                  <a:lnTo>
                    <a:pt x="317500" y="25400"/>
                  </a:lnTo>
                  <a:lnTo>
                    <a:pt x="309880" y="19050"/>
                  </a:lnTo>
                  <a:lnTo>
                    <a:pt x="302260" y="13970"/>
                  </a:lnTo>
                  <a:lnTo>
                    <a:pt x="300990" y="13970"/>
                  </a:lnTo>
                  <a:lnTo>
                    <a:pt x="293370" y="10160"/>
                  </a:lnTo>
                  <a:lnTo>
                    <a:pt x="285750" y="6350"/>
                  </a:lnTo>
                  <a:lnTo>
                    <a:pt x="284480" y="6350"/>
                  </a:lnTo>
                  <a:lnTo>
                    <a:pt x="275590" y="3810"/>
                  </a:lnTo>
                  <a:lnTo>
                    <a:pt x="266700" y="2540"/>
                  </a:lnTo>
                  <a:lnTo>
                    <a:pt x="248920" y="0"/>
                  </a:lnTo>
                  <a:lnTo>
                    <a:pt x="247650" y="0"/>
                  </a:lnTo>
                  <a:lnTo>
                    <a:pt x="237490" y="1270"/>
                  </a:lnTo>
                  <a:lnTo>
                    <a:pt x="228600" y="2540"/>
                  </a:lnTo>
                  <a:lnTo>
                    <a:pt x="227330" y="2540"/>
                  </a:lnTo>
                  <a:lnTo>
                    <a:pt x="218440" y="3810"/>
                  </a:lnTo>
                  <a:lnTo>
                    <a:pt x="218440" y="5080"/>
                  </a:lnTo>
                  <a:lnTo>
                    <a:pt x="209550" y="7620"/>
                  </a:lnTo>
                  <a:lnTo>
                    <a:pt x="200660" y="11430"/>
                  </a:lnTo>
                  <a:lnTo>
                    <a:pt x="191770" y="16510"/>
                  </a:lnTo>
                  <a:lnTo>
                    <a:pt x="184150" y="22860"/>
                  </a:lnTo>
                  <a:lnTo>
                    <a:pt x="182880" y="22860"/>
                  </a:lnTo>
                  <a:lnTo>
                    <a:pt x="175260" y="29210"/>
                  </a:lnTo>
                  <a:lnTo>
                    <a:pt x="165100" y="39370"/>
                  </a:lnTo>
                  <a:lnTo>
                    <a:pt x="160020" y="43726"/>
                  </a:lnTo>
                  <a:lnTo>
                    <a:pt x="160020" y="19050"/>
                  </a:lnTo>
                  <a:lnTo>
                    <a:pt x="160020" y="12700"/>
                  </a:lnTo>
                  <a:lnTo>
                    <a:pt x="153670" y="12700"/>
                  </a:lnTo>
                  <a:lnTo>
                    <a:pt x="6350" y="12700"/>
                  </a:lnTo>
                  <a:lnTo>
                    <a:pt x="0" y="12700"/>
                  </a:lnTo>
                  <a:lnTo>
                    <a:pt x="0" y="19050"/>
                  </a:lnTo>
                  <a:lnTo>
                    <a:pt x="0" y="849630"/>
                  </a:lnTo>
                  <a:lnTo>
                    <a:pt x="12700" y="849630"/>
                  </a:lnTo>
                  <a:lnTo>
                    <a:pt x="12700" y="25400"/>
                  </a:lnTo>
                  <a:lnTo>
                    <a:pt x="147320" y="25400"/>
                  </a:lnTo>
                  <a:lnTo>
                    <a:pt x="147320" y="60960"/>
                  </a:lnTo>
                  <a:lnTo>
                    <a:pt x="147320" y="64770"/>
                  </a:lnTo>
                  <a:lnTo>
                    <a:pt x="147320" y="76200"/>
                  </a:lnTo>
                  <a:lnTo>
                    <a:pt x="157480" y="64770"/>
                  </a:lnTo>
                  <a:lnTo>
                    <a:pt x="158750" y="64770"/>
                  </a:lnTo>
                  <a:lnTo>
                    <a:pt x="160020" y="64770"/>
                  </a:lnTo>
                  <a:lnTo>
                    <a:pt x="160020" y="60960"/>
                  </a:lnTo>
                  <a:lnTo>
                    <a:pt x="161290" y="60960"/>
                  </a:lnTo>
                  <a:lnTo>
                    <a:pt x="162560" y="58420"/>
                  </a:lnTo>
                  <a:lnTo>
                    <a:pt x="165100" y="55880"/>
                  </a:lnTo>
                  <a:lnTo>
                    <a:pt x="172720" y="48260"/>
                  </a:lnTo>
                  <a:lnTo>
                    <a:pt x="184150" y="39370"/>
                  </a:lnTo>
                  <a:lnTo>
                    <a:pt x="183616" y="38849"/>
                  </a:lnTo>
                  <a:lnTo>
                    <a:pt x="191770" y="33020"/>
                  </a:lnTo>
                  <a:lnTo>
                    <a:pt x="191236" y="32499"/>
                  </a:lnTo>
                  <a:lnTo>
                    <a:pt x="198005" y="27660"/>
                  </a:lnTo>
                  <a:lnTo>
                    <a:pt x="198120" y="27940"/>
                  </a:lnTo>
                  <a:lnTo>
                    <a:pt x="207010" y="22860"/>
                  </a:lnTo>
                  <a:lnTo>
                    <a:pt x="206743" y="22428"/>
                  </a:lnTo>
                  <a:lnTo>
                    <a:pt x="214630" y="19050"/>
                  </a:lnTo>
                  <a:lnTo>
                    <a:pt x="214464" y="18732"/>
                  </a:lnTo>
                  <a:lnTo>
                    <a:pt x="222250" y="16510"/>
                  </a:lnTo>
                  <a:lnTo>
                    <a:pt x="231140" y="13970"/>
                  </a:lnTo>
                  <a:lnTo>
                    <a:pt x="231101" y="13804"/>
                  </a:lnTo>
                  <a:lnTo>
                    <a:pt x="238760" y="12700"/>
                  </a:lnTo>
                  <a:lnTo>
                    <a:pt x="247650" y="12700"/>
                  </a:lnTo>
                  <a:lnTo>
                    <a:pt x="264172" y="13881"/>
                  </a:lnTo>
                  <a:lnTo>
                    <a:pt x="271856" y="15074"/>
                  </a:lnTo>
                  <a:lnTo>
                    <a:pt x="271780" y="15240"/>
                  </a:lnTo>
                  <a:lnTo>
                    <a:pt x="280670" y="19050"/>
                  </a:lnTo>
                  <a:lnTo>
                    <a:pt x="281089" y="17995"/>
                  </a:lnTo>
                  <a:lnTo>
                    <a:pt x="288290" y="21590"/>
                  </a:lnTo>
                  <a:lnTo>
                    <a:pt x="295910" y="25400"/>
                  </a:lnTo>
                  <a:lnTo>
                    <a:pt x="302260" y="30480"/>
                  </a:lnTo>
                  <a:lnTo>
                    <a:pt x="302768" y="29641"/>
                  </a:lnTo>
                  <a:lnTo>
                    <a:pt x="309880" y="35560"/>
                  </a:lnTo>
                  <a:lnTo>
                    <a:pt x="309968" y="35433"/>
                  </a:lnTo>
                  <a:lnTo>
                    <a:pt x="316230" y="40640"/>
                  </a:lnTo>
                  <a:lnTo>
                    <a:pt x="322580" y="48260"/>
                  </a:lnTo>
                  <a:lnTo>
                    <a:pt x="323100" y="47739"/>
                  </a:lnTo>
                  <a:lnTo>
                    <a:pt x="328930" y="55880"/>
                  </a:lnTo>
                  <a:lnTo>
                    <a:pt x="334848" y="62992"/>
                  </a:lnTo>
                  <a:lnTo>
                    <a:pt x="334010" y="63500"/>
                  </a:lnTo>
                  <a:lnTo>
                    <a:pt x="340360" y="72390"/>
                  </a:lnTo>
                  <a:lnTo>
                    <a:pt x="345440" y="82550"/>
                  </a:lnTo>
                  <a:lnTo>
                    <a:pt x="351790" y="92710"/>
                  </a:lnTo>
                  <a:lnTo>
                    <a:pt x="356870" y="104140"/>
                  </a:lnTo>
                  <a:lnTo>
                    <a:pt x="357238" y="103962"/>
                  </a:lnTo>
                  <a:lnTo>
                    <a:pt x="365760" y="128270"/>
                  </a:lnTo>
                  <a:lnTo>
                    <a:pt x="366077" y="128143"/>
                  </a:lnTo>
                  <a:lnTo>
                    <a:pt x="373380" y="153670"/>
                  </a:lnTo>
                  <a:lnTo>
                    <a:pt x="379730" y="180340"/>
                  </a:lnTo>
                  <a:lnTo>
                    <a:pt x="379984" y="180238"/>
                  </a:lnTo>
                  <a:lnTo>
                    <a:pt x="386080" y="208280"/>
                  </a:lnTo>
                  <a:lnTo>
                    <a:pt x="398780" y="205740"/>
                  </a:lnTo>
                  <a:close/>
                </a:path>
              </a:pathLst>
            </a:custGeom>
            <a:solidFill>
              <a:srgbClr val="9898FF"/>
            </a:solidFill>
          </p:spPr>
          <p:txBody>
            <a:bodyPr wrap="square" lIns="0" tIns="0" rIns="0" bIns="0" rtlCol="0"/>
            <a:lstStyle/>
            <a:p/>
          </p:txBody>
        </p:sp>
        <p:sp>
          <p:nvSpPr>
            <p:cNvPr id="482" name="object 482"/>
            <p:cNvSpPr/>
            <p:nvPr/>
          </p:nvSpPr>
          <p:spPr>
            <a:xfrm>
              <a:off x="2505710" y="1230629"/>
              <a:ext cx="223520" cy="474980"/>
            </a:xfrm>
            <a:custGeom>
              <a:avLst/>
              <a:gdLst/>
              <a:ahLst/>
              <a:cxnLst/>
              <a:rect l="l" t="t" r="r" b="b"/>
              <a:pathLst>
                <a:path w="223519" h="474980">
                  <a:moveTo>
                    <a:pt x="223520" y="120650"/>
                  </a:moveTo>
                  <a:lnTo>
                    <a:pt x="220980" y="88900"/>
                  </a:lnTo>
                  <a:lnTo>
                    <a:pt x="218440" y="58420"/>
                  </a:lnTo>
                  <a:lnTo>
                    <a:pt x="218440" y="57150"/>
                  </a:lnTo>
                  <a:lnTo>
                    <a:pt x="214630" y="27940"/>
                  </a:lnTo>
                  <a:lnTo>
                    <a:pt x="208280" y="0"/>
                  </a:lnTo>
                  <a:lnTo>
                    <a:pt x="201930" y="0"/>
                  </a:lnTo>
                  <a:lnTo>
                    <a:pt x="195580" y="1270"/>
                  </a:lnTo>
                  <a:lnTo>
                    <a:pt x="201930" y="30480"/>
                  </a:lnTo>
                  <a:lnTo>
                    <a:pt x="205740" y="59690"/>
                  </a:lnTo>
                  <a:lnTo>
                    <a:pt x="209550" y="90170"/>
                  </a:lnTo>
                  <a:lnTo>
                    <a:pt x="210820" y="121920"/>
                  </a:lnTo>
                  <a:lnTo>
                    <a:pt x="210820" y="190500"/>
                  </a:lnTo>
                  <a:lnTo>
                    <a:pt x="208280" y="224790"/>
                  </a:lnTo>
                  <a:lnTo>
                    <a:pt x="205828" y="256565"/>
                  </a:lnTo>
                  <a:lnTo>
                    <a:pt x="200660" y="287020"/>
                  </a:lnTo>
                  <a:lnTo>
                    <a:pt x="194564" y="313804"/>
                  </a:lnTo>
                  <a:lnTo>
                    <a:pt x="194310" y="313690"/>
                  </a:lnTo>
                  <a:lnTo>
                    <a:pt x="190500" y="327660"/>
                  </a:lnTo>
                  <a:lnTo>
                    <a:pt x="186690" y="339090"/>
                  </a:lnTo>
                  <a:lnTo>
                    <a:pt x="182880" y="351790"/>
                  </a:lnTo>
                  <a:lnTo>
                    <a:pt x="179070" y="363220"/>
                  </a:lnTo>
                  <a:lnTo>
                    <a:pt x="173990" y="373380"/>
                  </a:lnTo>
                  <a:lnTo>
                    <a:pt x="169329" y="383857"/>
                  </a:lnTo>
                  <a:lnTo>
                    <a:pt x="168910" y="383540"/>
                  </a:lnTo>
                  <a:lnTo>
                    <a:pt x="157480" y="402590"/>
                  </a:lnTo>
                  <a:lnTo>
                    <a:pt x="151130" y="411480"/>
                  </a:lnTo>
                  <a:lnTo>
                    <a:pt x="151968" y="411988"/>
                  </a:lnTo>
                  <a:lnTo>
                    <a:pt x="146050" y="419100"/>
                  </a:lnTo>
                  <a:lnTo>
                    <a:pt x="140271" y="426034"/>
                  </a:lnTo>
                  <a:lnTo>
                    <a:pt x="139700" y="425450"/>
                  </a:lnTo>
                  <a:lnTo>
                    <a:pt x="133350" y="431800"/>
                  </a:lnTo>
                  <a:lnTo>
                    <a:pt x="127000" y="438150"/>
                  </a:lnTo>
                  <a:lnTo>
                    <a:pt x="127419" y="438721"/>
                  </a:lnTo>
                  <a:lnTo>
                    <a:pt x="120650" y="443230"/>
                  </a:lnTo>
                  <a:lnTo>
                    <a:pt x="113030" y="448310"/>
                  </a:lnTo>
                  <a:lnTo>
                    <a:pt x="113372" y="448779"/>
                  </a:lnTo>
                  <a:lnTo>
                    <a:pt x="106680" y="452120"/>
                  </a:lnTo>
                  <a:lnTo>
                    <a:pt x="106934" y="452462"/>
                  </a:lnTo>
                  <a:lnTo>
                    <a:pt x="100330" y="454660"/>
                  </a:lnTo>
                  <a:lnTo>
                    <a:pt x="100457" y="454990"/>
                  </a:lnTo>
                  <a:lnTo>
                    <a:pt x="92710" y="457200"/>
                  </a:lnTo>
                  <a:lnTo>
                    <a:pt x="77470" y="461010"/>
                  </a:lnTo>
                  <a:lnTo>
                    <a:pt x="62230" y="462280"/>
                  </a:lnTo>
                  <a:lnTo>
                    <a:pt x="55880" y="462280"/>
                  </a:lnTo>
                  <a:lnTo>
                    <a:pt x="48260" y="461010"/>
                  </a:lnTo>
                  <a:lnTo>
                    <a:pt x="41821" y="459943"/>
                  </a:lnTo>
                  <a:lnTo>
                    <a:pt x="41910" y="459740"/>
                  </a:lnTo>
                  <a:lnTo>
                    <a:pt x="34290" y="457200"/>
                  </a:lnTo>
                  <a:lnTo>
                    <a:pt x="33858" y="458266"/>
                  </a:lnTo>
                  <a:lnTo>
                    <a:pt x="26670" y="454660"/>
                  </a:lnTo>
                  <a:lnTo>
                    <a:pt x="20320" y="452120"/>
                  </a:lnTo>
                  <a:lnTo>
                    <a:pt x="13970" y="448310"/>
                  </a:lnTo>
                  <a:lnTo>
                    <a:pt x="7620" y="444500"/>
                  </a:lnTo>
                  <a:lnTo>
                    <a:pt x="0" y="454660"/>
                  </a:lnTo>
                  <a:lnTo>
                    <a:pt x="7620" y="459740"/>
                  </a:lnTo>
                  <a:lnTo>
                    <a:pt x="15240" y="463550"/>
                  </a:lnTo>
                  <a:lnTo>
                    <a:pt x="21590" y="467360"/>
                  </a:lnTo>
                  <a:lnTo>
                    <a:pt x="22860" y="467360"/>
                  </a:lnTo>
                  <a:lnTo>
                    <a:pt x="29210" y="469900"/>
                  </a:lnTo>
                  <a:lnTo>
                    <a:pt x="30480" y="469900"/>
                  </a:lnTo>
                  <a:lnTo>
                    <a:pt x="38100" y="472440"/>
                  </a:lnTo>
                  <a:lnTo>
                    <a:pt x="45720" y="473710"/>
                  </a:lnTo>
                  <a:lnTo>
                    <a:pt x="54610" y="473710"/>
                  </a:lnTo>
                  <a:lnTo>
                    <a:pt x="62230" y="474980"/>
                  </a:lnTo>
                  <a:lnTo>
                    <a:pt x="63500" y="474980"/>
                  </a:lnTo>
                  <a:lnTo>
                    <a:pt x="80010" y="473710"/>
                  </a:lnTo>
                  <a:lnTo>
                    <a:pt x="81280" y="473710"/>
                  </a:lnTo>
                  <a:lnTo>
                    <a:pt x="96520" y="469900"/>
                  </a:lnTo>
                  <a:lnTo>
                    <a:pt x="104140" y="467360"/>
                  </a:lnTo>
                  <a:lnTo>
                    <a:pt x="105410" y="466090"/>
                  </a:lnTo>
                  <a:lnTo>
                    <a:pt x="113030" y="463550"/>
                  </a:lnTo>
                  <a:lnTo>
                    <a:pt x="113030" y="462280"/>
                  </a:lnTo>
                  <a:lnTo>
                    <a:pt x="120650" y="458470"/>
                  </a:lnTo>
                  <a:lnTo>
                    <a:pt x="128270" y="453390"/>
                  </a:lnTo>
                  <a:lnTo>
                    <a:pt x="134620" y="448310"/>
                  </a:lnTo>
                  <a:lnTo>
                    <a:pt x="135890" y="447040"/>
                  </a:lnTo>
                  <a:lnTo>
                    <a:pt x="142240" y="440690"/>
                  </a:lnTo>
                  <a:lnTo>
                    <a:pt x="148590" y="434340"/>
                  </a:lnTo>
                  <a:lnTo>
                    <a:pt x="149860" y="434340"/>
                  </a:lnTo>
                  <a:lnTo>
                    <a:pt x="156210" y="426720"/>
                  </a:lnTo>
                  <a:lnTo>
                    <a:pt x="161290" y="419100"/>
                  </a:lnTo>
                  <a:lnTo>
                    <a:pt x="162560" y="419100"/>
                  </a:lnTo>
                  <a:lnTo>
                    <a:pt x="167640" y="410210"/>
                  </a:lnTo>
                  <a:lnTo>
                    <a:pt x="167640" y="408940"/>
                  </a:lnTo>
                  <a:lnTo>
                    <a:pt x="179070" y="389890"/>
                  </a:lnTo>
                  <a:lnTo>
                    <a:pt x="180340" y="389890"/>
                  </a:lnTo>
                  <a:lnTo>
                    <a:pt x="185420" y="379730"/>
                  </a:lnTo>
                  <a:lnTo>
                    <a:pt x="185420" y="378460"/>
                  </a:lnTo>
                  <a:lnTo>
                    <a:pt x="190500" y="368300"/>
                  </a:lnTo>
                  <a:lnTo>
                    <a:pt x="194310" y="355600"/>
                  </a:lnTo>
                  <a:lnTo>
                    <a:pt x="195580" y="355600"/>
                  </a:lnTo>
                  <a:lnTo>
                    <a:pt x="199390" y="344170"/>
                  </a:lnTo>
                  <a:lnTo>
                    <a:pt x="199390" y="342900"/>
                  </a:lnTo>
                  <a:lnTo>
                    <a:pt x="203200" y="331470"/>
                  </a:lnTo>
                  <a:lnTo>
                    <a:pt x="213360" y="289560"/>
                  </a:lnTo>
                  <a:lnTo>
                    <a:pt x="220980" y="226060"/>
                  </a:lnTo>
                  <a:lnTo>
                    <a:pt x="223520" y="191770"/>
                  </a:lnTo>
                  <a:lnTo>
                    <a:pt x="223520" y="190500"/>
                  </a:lnTo>
                  <a:lnTo>
                    <a:pt x="223520" y="154940"/>
                  </a:lnTo>
                  <a:lnTo>
                    <a:pt x="223520" y="120650"/>
                  </a:lnTo>
                  <a:close/>
                </a:path>
              </a:pathLst>
            </a:custGeom>
            <a:solidFill>
              <a:srgbClr val="9898FF"/>
            </a:solidFill>
          </p:spPr>
          <p:txBody>
            <a:bodyPr wrap="square" lIns="0" tIns="0" rIns="0" bIns="0" rtlCol="0"/>
            <a:lstStyle/>
            <a:p/>
          </p:txBody>
        </p:sp>
        <p:sp>
          <p:nvSpPr>
            <p:cNvPr id="483" name="object 483"/>
            <p:cNvSpPr/>
            <p:nvPr/>
          </p:nvSpPr>
          <p:spPr>
            <a:xfrm>
              <a:off x="2321560" y="1380489"/>
              <a:ext cx="214629" cy="528320"/>
            </a:xfrm>
            <a:custGeom>
              <a:avLst/>
              <a:gdLst/>
              <a:ahLst/>
              <a:cxnLst/>
              <a:rect l="l" t="t" r="r" b="b"/>
              <a:pathLst>
                <a:path w="214630" h="528319">
                  <a:moveTo>
                    <a:pt x="198120" y="298450"/>
                  </a:moveTo>
                  <a:lnTo>
                    <a:pt x="191770" y="294640"/>
                  </a:lnTo>
                  <a:lnTo>
                    <a:pt x="180340" y="287020"/>
                  </a:lnTo>
                  <a:lnTo>
                    <a:pt x="171450" y="280670"/>
                  </a:lnTo>
                  <a:lnTo>
                    <a:pt x="170967" y="281470"/>
                  </a:lnTo>
                  <a:lnTo>
                    <a:pt x="168910" y="279400"/>
                  </a:lnTo>
                  <a:lnTo>
                    <a:pt x="166370" y="278130"/>
                  </a:lnTo>
                  <a:lnTo>
                    <a:pt x="163830" y="278130"/>
                  </a:lnTo>
                  <a:lnTo>
                    <a:pt x="162560" y="278130"/>
                  </a:lnTo>
                  <a:lnTo>
                    <a:pt x="156210" y="278130"/>
                  </a:lnTo>
                  <a:lnTo>
                    <a:pt x="156210" y="283210"/>
                  </a:lnTo>
                  <a:lnTo>
                    <a:pt x="156210" y="516890"/>
                  </a:lnTo>
                  <a:lnTo>
                    <a:pt x="6350" y="516890"/>
                  </a:lnTo>
                  <a:lnTo>
                    <a:pt x="6350" y="521970"/>
                  </a:lnTo>
                  <a:lnTo>
                    <a:pt x="0" y="521970"/>
                  </a:lnTo>
                  <a:lnTo>
                    <a:pt x="0" y="528320"/>
                  </a:lnTo>
                  <a:lnTo>
                    <a:pt x="6350" y="528320"/>
                  </a:lnTo>
                  <a:lnTo>
                    <a:pt x="162560" y="528320"/>
                  </a:lnTo>
                  <a:lnTo>
                    <a:pt x="168910" y="528320"/>
                  </a:lnTo>
                  <a:lnTo>
                    <a:pt x="168910" y="521970"/>
                  </a:lnTo>
                  <a:lnTo>
                    <a:pt x="168910" y="295008"/>
                  </a:lnTo>
                  <a:lnTo>
                    <a:pt x="172720" y="297180"/>
                  </a:lnTo>
                  <a:lnTo>
                    <a:pt x="184150" y="304800"/>
                  </a:lnTo>
                  <a:lnTo>
                    <a:pt x="191770" y="309880"/>
                  </a:lnTo>
                  <a:lnTo>
                    <a:pt x="194310" y="304800"/>
                  </a:lnTo>
                  <a:lnTo>
                    <a:pt x="198120" y="298450"/>
                  </a:lnTo>
                  <a:close/>
                </a:path>
                <a:path w="214630" h="528319">
                  <a:moveTo>
                    <a:pt x="214630" y="115570"/>
                  </a:moveTo>
                  <a:lnTo>
                    <a:pt x="212090" y="102870"/>
                  </a:lnTo>
                  <a:lnTo>
                    <a:pt x="210820" y="102870"/>
                  </a:lnTo>
                  <a:lnTo>
                    <a:pt x="209550" y="102870"/>
                  </a:lnTo>
                  <a:lnTo>
                    <a:pt x="207010" y="104140"/>
                  </a:lnTo>
                  <a:lnTo>
                    <a:pt x="204470" y="102870"/>
                  </a:lnTo>
                  <a:lnTo>
                    <a:pt x="201930" y="102870"/>
                  </a:lnTo>
                  <a:lnTo>
                    <a:pt x="200660" y="102870"/>
                  </a:lnTo>
                  <a:lnTo>
                    <a:pt x="199390" y="101600"/>
                  </a:lnTo>
                  <a:lnTo>
                    <a:pt x="198120" y="101600"/>
                  </a:lnTo>
                  <a:lnTo>
                    <a:pt x="196634" y="100863"/>
                  </a:lnTo>
                  <a:lnTo>
                    <a:pt x="196850" y="100330"/>
                  </a:lnTo>
                  <a:lnTo>
                    <a:pt x="195580" y="100330"/>
                  </a:lnTo>
                  <a:lnTo>
                    <a:pt x="193040" y="99060"/>
                  </a:lnTo>
                  <a:lnTo>
                    <a:pt x="191770" y="97790"/>
                  </a:lnTo>
                  <a:lnTo>
                    <a:pt x="189230" y="95250"/>
                  </a:lnTo>
                  <a:lnTo>
                    <a:pt x="187960" y="93980"/>
                  </a:lnTo>
                  <a:lnTo>
                    <a:pt x="186690" y="92710"/>
                  </a:lnTo>
                  <a:lnTo>
                    <a:pt x="186690" y="91440"/>
                  </a:lnTo>
                  <a:lnTo>
                    <a:pt x="184912" y="90551"/>
                  </a:lnTo>
                  <a:lnTo>
                    <a:pt x="185420" y="90170"/>
                  </a:lnTo>
                  <a:lnTo>
                    <a:pt x="183349" y="88112"/>
                  </a:lnTo>
                  <a:lnTo>
                    <a:pt x="184150" y="87630"/>
                  </a:lnTo>
                  <a:lnTo>
                    <a:pt x="180340" y="82550"/>
                  </a:lnTo>
                  <a:lnTo>
                    <a:pt x="179070" y="78740"/>
                  </a:lnTo>
                  <a:lnTo>
                    <a:pt x="178689" y="78892"/>
                  </a:lnTo>
                  <a:lnTo>
                    <a:pt x="177800" y="76200"/>
                  </a:lnTo>
                  <a:lnTo>
                    <a:pt x="176530" y="72390"/>
                  </a:lnTo>
                  <a:lnTo>
                    <a:pt x="175260" y="68580"/>
                  </a:lnTo>
                  <a:lnTo>
                    <a:pt x="175260" y="67310"/>
                  </a:lnTo>
                  <a:lnTo>
                    <a:pt x="173990" y="63500"/>
                  </a:lnTo>
                  <a:lnTo>
                    <a:pt x="173697" y="63627"/>
                  </a:lnTo>
                  <a:lnTo>
                    <a:pt x="172720" y="59690"/>
                  </a:lnTo>
                  <a:lnTo>
                    <a:pt x="171450" y="49530"/>
                  </a:lnTo>
                  <a:lnTo>
                    <a:pt x="170180" y="39370"/>
                  </a:lnTo>
                  <a:lnTo>
                    <a:pt x="168910" y="26670"/>
                  </a:lnTo>
                  <a:lnTo>
                    <a:pt x="167640" y="13970"/>
                  </a:lnTo>
                  <a:lnTo>
                    <a:pt x="167640" y="0"/>
                  </a:lnTo>
                  <a:lnTo>
                    <a:pt x="156210" y="0"/>
                  </a:lnTo>
                  <a:lnTo>
                    <a:pt x="156210" y="13970"/>
                  </a:lnTo>
                  <a:lnTo>
                    <a:pt x="156210" y="27940"/>
                  </a:lnTo>
                  <a:lnTo>
                    <a:pt x="157480" y="40640"/>
                  </a:lnTo>
                  <a:lnTo>
                    <a:pt x="158750" y="52070"/>
                  </a:lnTo>
                  <a:lnTo>
                    <a:pt x="160020" y="62230"/>
                  </a:lnTo>
                  <a:lnTo>
                    <a:pt x="161290" y="67310"/>
                  </a:lnTo>
                  <a:lnTo>
                    <a:pt x="162560" y="72390"/>
                  </a:lnTo>
                  <a:lnTo>
                    <a:pt x="162839" y="72275"/>
                  </a:lnTo>
                  <a:lnTo>
                    <a:pt x="163830" y="76200"/>
                  </a:lnTo>
                  <a:lnTo>
                    <a:pt x="165100" y="76200"/>
                  </a:lnTo>
                  <a:lnTo>
                    <a:pt x="166370" y="80010"/>
                  </a:lnTo>
                  <a:lnTo>
                    <a:pt x="167640" y="83820"/>
                  </a:lnTo>
                  <a:lnTo>
                    <a:pt x="167640" y="85090"/>
                  </a:lnTo>
                  <a:lnTo>
                    <a:pt x="169811" y="87274"/>
                  </a:lnTo>
                  <a:lnTo>
                    <a:pt x="168910" y="87630"/>
                  </a:lnTo>
                  <a:lnTo>
                    <a:pt x="172720" y="93980"/>
                  </a:lnTo>
                  <a:lnTo>
                    <a:pt x="172720" y="95250"/>
                  </a:lnTo>
                  <a:lnTo>
                    <a:pt x="175260" y="97790"/>
                  </a:lnTo>
                  <a:lnTo>
                    <a:pt x="176530" y="99060"/>
                  </a:lnTo>
                  <a:lnTo>
                    <a:pt x="177800" y="100330"/>
                  </a:lnTo>
                  <a:lnTo>
                    <a:pt x="179070" y="101600"/>
                  </a:lnTo>
                  <a:lnTo>
                    <a:pt x="179070" y="102870"/>
                  </a:lnTo>
                  <a:lnTo>
                    <a:pt x="181610" y="104140"/>
                  </a:lnTo>
                  <a:lnTo>
                    <a:pt x="182880" y="106680"/>
                  </a:lnTo>
                  <a:lnTo>
                    <a:pt x="184150" y="107950"/>
                  </a:lnTo>
                  <a:lnTo>
                    <a:pt x="185420" y="109220"/>
                  </a:lnTo>
                  <a:lnTo>
                    <a:pt x="185953" y="108496"/>
                  </a:lnTo>
                  <a:lnTo>
                    <a:pt x="187960" y="110490"/>
                  </a:lnTo>
                  <a:lnTo>
                    <a:pt x="189230" y="111760"/>
                  </a:lnTo>
                  <a:lnTo>
                    <a:pt x="190500" y="113030"/>
                  </a:lnTo>
                  <a:lnTo>
                    <a:pt x="191770" y="113030"/>
                  </a:lnTo>
                  <a:lnTo>
                    <a:pt x="193040" y="113030"/>
                  </a:lnTo>
                  <a:lnTo>
                    <a:pt x="195580" y="114300"/>
                  </a:lnTo>
                  <a:lnTo>
                    <a:pt x="196850" y="114300"/>
                  </a:lnTo>
                  <a:lnTo>
                    <a:pt x="199390" y="115570"/>
                  </a:lnTo>
                  <a:lnTo>
                    <a:pt x="200660" y="115570"/>
                  </a:lnTo>
                  <a:lnTo>
                    <a:pt x="203200" y="116840"/>
                  </a:lnTo>
                  <a:lnTo>
                    <a:pt x="204470" y="116840"/>
                  </a:lnTo>
                  <a:lnTo>
                    <a:pt x="207010" y="116840"/>
                  </a:lnTo>
                  <a:lnTo>
                    <a:pt x="209550" y="116840"/>
                  </a:lnTo>
                  <a:lnTo>
                    <a:pt x="210820" y="116840"/>
                  </a:lnTo>
                  <a:lnTo>
                    <a:pt x="213360" y="115570"/>
                  </a:lnTo>
                  <a:lnTo>
                    <a:pt x="214630" y="115570"/>
                  </a:lnTo>
                  <a:close/>
                </a:path>
              </a:pathLst>
            </a:custGeom>
            <a:solidFill>
              <a:srgbClr val="9898FF"/>
            </a:solidFill>
          </p:spPr>
          <p:txBody>
            <a:bodyPr wrap="square" lIns="0" tIns="0" rIns="0" bIns="0" rtlCol="0"/>
            <a:lstStyle/>
            <a:p/>
          </p:txBody>
        </p:sp>
        <p:sp>
          <p:nvSpPr>
            <p:cNvPr id="484" name="object 484"/>
            <p:cNvSpPr/>
            <p:nvPr/>
          </p:nvSpPr>
          <p:spPr>
            <a:xfrm>
              <a:off x="2532380" y="1281429"/>
              <a:ext cx="41910" cy="214629"/>
            </a:xfrm>
            <a:custGeom>
              <a:avLst/>
              <a:gdLst/>
              <a:ahLst/>
              <a:cxnLst/>
              <a:rect l="l" t="t" r="r" b="b"/>
              <a:pathLst>
                <a:path w="41910" h="214630">
                  <a:moveTo>
                    <a:pt x="41910" y="80010"/>
                  </a:moveTo>
                  <a:lnTo>
                    <a:pt x="40640" y="66040"/>
                  </a:lnTo>
                  <a:lnTo>
                    <a:pt x="40640" y="53340"/>
                  </a:lnTo>
                  <a:lnTo>
                    <a:pt x="39370" y="41910"/>
                  </a:lnTo>
                  <a:lnTo>
                    <a:pt x="36830" y="31750"/>
                  </a:lnTo>
                  <a:lnTo>
                    <a:pt x="36830" y="26670"/>
                  </a:lnTo>
                  <a:lnTo>
                    <a:pt x="35560" y="21590"/>
                  </a:lnTo>
                  <a:lnTo>
                    <a:pt x="34290" y="21590"/>
                  </a:lnTo>
                  <a:lnTo>
                    <a:pt x="33096" y="18021"/>
                  </a:lnTo>
                  <a:lnTo>
                    <a:pt x="34290" y="17780"/>
                  </a:lnTo>
                  <a:lnTo>
                    <a:pt x="33020" y="13970"/>
                  </a:lnTo>
                  <a:lnTo>
                    <a:pt x="31750" y="13970"/>
                  </a:lnTo>
                  <a:lnTo>
                    <a:pt x="30480" y="10160"/>
                  </a:lnTo>
                  <a:lnTo>
                    <a:pt x="29210" y="6350"/>
                  </a:lnTo>
                  <a:lnTo>
                    <a:pt x="29210" y="5080"/>
                  </a:lnTo>
                  <a:lnTo>
                    <a:pt x="25400" y="0"/>
                  </a:lnTo>
                  <a:lnTo>
                    <a:pt x="20320" y="2540"/>
                  </a:lnTo>
                  <a:lnTo>
                    <a:pt x="15240" y="6350"/>
                  </a:lnTo>
                  <a:lnTo>
                    <a:pt x="17780" y="11430"/>
                  </a:lnTo>
                  <a:lnTo>
                    <a:pt x="19050" y="13970"/>
                  </a:lnTo>
                  <a:lnTo>
                    <a:pt x="20320" y="17780"/>
                  </a:lnTo>
                  <a:lnTo>
                    <a:pt x="21590" y="21590"/>
                  </a:lnTo>
                  <a:lnTo>
                    <a:pt x="22860" y="25400"/>
                  </a:lnTo>
                  <a:lnTo>
                    <a:pt x="23139" y="25285"/>
                  </a:lnTo>
                  <a:lnTo>
                    <a:pt x="24130" y="29210"/>
                  </a:lnTo>
                  <a:lnTo>
                    <a:pt x="25400" y="34290"/>
                  </a:lnTo>
                  <a:lnTo>
                    <a:pt x="25552" y="34264"/>
                  </a:lnTo>
                  <a:lnTo>
                    <a:pt x="26670" y="43180"/>
                  </a:lnTo>
                  <a:lnTo>
                    <a:pt x="27940" y="54610"/>
                  </a:lnTo>
                  <a:lnTo>
                    <a:pt x="29210" y="66040"/>
                  </a:lnTo>
                  <a:lnTo>
                    <a:pt x="29210" y="80010"/>
                  </a:lnTo>
                  <a:lnTo>
                    <a:pt x="29210" y="93980"/>
                  </a:lnTo>
                  <a:lnTo>
                    <a:pt x="29210" y="110490"/>
                  </a:lnTo>
                  <a:lnTo>
                    <a:pt x="29210" y="124460"/>
                  </a:lnTo>
                  <a:lnTo>
                    <a:pt x="28041" y="137185"/>
                  </a:lnTo>
                  <a:lnTo>
                    <a:pt x="26670" y="149860"/>
                  </a:lnTo>
                  <a:lnTo>
                    <a:pt x="25400" y="160020"/>
                  </a:lnTo>
                  <a:lnTo>
                    <a:pt x="24130" y="165100"/>
                  </a:lnTo>
                  <a:lnTo>
                    <a:pt x="23152" y="168973"/>
                  </a:lnTo>
                  <a:lnTo>
                    <a:pt x="22860" y="168910"/>
                  </a:lnTo>
                  <a:lnTo>
                    <a:pt x="21590" y="172720"/>
                  </a:lnTo>
                  <a:lnTo>
                    <a:pt x="20320" y="176530"/>
                  </a:lnTo>
                  <a:lnTo>
                    <a:pt x="21221" y="176898"/>
                  </a:lnTo>
                  <a:lnTo>
                    <a:pt x="19050" y="179070"/>
                  </a:lnTo>
                  <a:lnTo>
                    <a:pt x="19050" y="180340"/>
                  </a:lnTo>
                  <a:lnTo>
                    <a:pt x="17780" y="182880"/>
                  </a:lnTo>
                  <a:lnTo>
                    <a:pt x="18745" y="183273"/>
                  </a:lnTo>
                  <a:lnTo>
                    <a:pt x="15240" y="187960"/>
                  </a:lnTo>
                  <a:lnTo>
                    <a:pt x="15760" y="188175"/>
                  </a:lnTo>
                  <a:lnTo>
                    <a:pt x="15240" y="189230"/>
                  </a:lnTo>
                  <a:lnTo>
                    <a:pt x="13970" y="189230"/>
                  </a:lnTo>
                  <a:lnTo>
                    <a:pt x="13970" y="190500"/>
                  </a:lnTo>
                  <a:lnTo>
                    <a:pt x="12700" y="193040"/>
                  </a:lnTo>
                  <a:lnTo>
                    <a:pt x="11430" y="194310"/>
                  </a:lnTo>
                  <a:lnTo>
                    <a:pt x="11938" y="194691"/>
                  </a:lnTo>
                  <a:lnTo>
                    <a:pt x="10160" y="195580"/>
                  </a:lnTo>
                  <a:lnTo>
                    <a:pt x="9271" y="197358"/>
                  </a:lnTo>
                  <a:lnTo>
                    <a:pt x="8890" y="196850"/>
                  </a:lnTo>
                  <a:lnTo>
                    <a:pt x="8001" y="198628"/>
                  </a:lnTo>
                  <a:lnTo>
                    <a:pt x="7620" y="198120"/>
                  </a:lnTo>
                  <a:lnTo>
                    <a:pt x="6350" y="199390"/>
                  </a:lnTo>
                  <a:lnTo>
                    <a:pt x="5080" y="199390"/>
                  </a:lnTo>
                  <a:lnTo>
                    <a:pt x="5080" y="200660"/>
                  </a:lnTo>
                  <a:lnTo>
                    <a:pt x="2540" y="201930"/>
                  </a:lnTo>
                  <a:lnTo>
                    <a:pt x="1270" y="201930"/>
                  </a:lnTo>
                  <a:lnTo>
                    <a:pt x="0" y="201930"/>
                  </a:lnTo>
                  <a:lnTo>
                    <a:pt x="0" y="208280"/>
                  </a:lnTo>
                  <a:lnTo>
                    <a:pt x="1270" y="214630"/>
                  </a:lnTo>
                  <a:lnTo>
                    <a:pt x="3810" y="214630"/>
                  </a:lnTo>
                  <a:lnTo>
                    <a:pt x="5080" y="214630"/>
                  </a:lnTo>
                  <a:lnTo>
                    <a:pt x="6350" y="213360"/>
                  </a:lnTo>
                  <a:lnTo>
                    <a:pt x="7620" y="213360"/>
                  </a:lnTo>
                  <a:lnTo>
                    <a:pt x="8890" y="213360"/>
                  </a:lnTo>
                  <a:lnTo>
                    <a:pt x="11430" y="212090"/>
                  </a:lnTo>
                  <a:lnTo>
                    <a:pt x="11430" y="210820"/>
                  </a:lnTo>
                  <a:lnTo>
                    <a:pt x="12700" y="210820"/>
                  </a:lnTo>
                  <a:lnTo>
                    <a:pt x="13970" y="209550"/>
                  </a:lnTo>
                  <a:lnTo>
                    <a:pt x="15240" y="209550"/>
                  </a:lnTo>
                  <a:lnTo>
                    <a:pt x="15240" y="208280"/>
                  </a:lnTo>
                  <a:lnTo>
                    <a:pt x="17780" y="205740"/>
                  </a:lnTo>
                  <a:lnTo>
                    <a:pt x="18669" y="203962"/>
                  </a:lnTo>
                  <a:lnTo>
                    <a:pt x="19050" y="204470"/>
                  </a:lnTo>
                  <a:lnTo>
                    <a:pt x="20320" y="201930"/>
                  </a:lnTo>
                  <a:lnTo>
                    <a:pt x="21590" y="201930"/>
                  </a:lnTo>
                  <a:lnTo>
                    <a:pt x="22860" y="199390"/>
                  </a:lnTo>
                  <a:lnTo>
                    <a:pt x="24130" y="199390"/>
                  </a:lnTo>
                  <a:lnTo>
                    <a:pt x="25400" y="195580"/>
                  </a:lnTo>
                  <a:lnTo>
                    <a:pt x="26670" y="194310"/>
                  </a:lnTo>
                  <a:lnTo>
                    <a:pt x="30480" y="187960"/>
                  </a:lnTo>
                  <a:lnTo>
                    <a:pt x="31750" y="184150"/>
                  </a:lnTo>
                  <a:lnTo>
                    <a:pt x="33020" y="181610"/>
                  </a:lnTo>
                  <a:lnTo>
                    <a:pt x="33020" y="180340"/>
                  </a:lnTo>
                  <a:lnTo>
                    <a:pt x="33909" y="177660"/>
                  </a:lnTo>
                  <a:lnTo>
                    <a:pt x="34290" y="177800"/>
                  </a:lnTo>
                  <a:lnTo>
                    <a:pt x="35560" y="172720"/>
                  </a:lnTo>
                  <a:lnTo>
                    <a:pt x="35560" y="171450"/>
                  </a:lnTo>
                  <a:lnTo>
                    <a:pt x="36830" y="167640"/>
                  </a:lnTo>
                  <a:lnTo>
                    <a:pt x="36830" y="162560"/>
                  </a:lnTo>
                  <a:lnTo>
                    <a:pt x="39370" y="152400"/>
                  </a:lnTo>
                  <a:lnTo>
                    <a:pt x="39370" y="151130"/>
                  </a:lnTo>
                  <a:lnTo>
                    <a:pt x="40640" y="139700"/>
                  </a:lnTo>
                  <a:lnTo>
                    <a:pt x="40640" y="138430"/>
                  </a:lnTo>
                  <a:lnTo>
                    <a:pt x="40640" y="125730"/>
                  </a:lnTo>
                  <a:lnTo>
                    <a:pt x="40640" y="124460"/>
                  </a:lnTo>
                  <a:lnTo>
                    <a:pt x="41910" y="110490"/>
                  </a:lnTo>
                  <a:lnTo>
                    <a:pt x="41910" y="93980"/>
                  </a:lnTo>
                  <a:lnTo>
                    <a:pt x="41910" y="80010"/>
                  </a:lnTo>
                  <a:close/>
                </a:path>
              </a:pathLst>
            </a:custGeom>
            <a:solidFill>
              <a:srgbClr val="9898FF"/>
            </a:solidFill>
          </p:spPr>
          <p:txBody>
            <a:bodyPr wrap="square" lIns="0" tIns="0" rIns="0" bIns="0" rtlCol="0"/>
            <a:lstStyle/>
            <a:p/>
          </p:txBody>
        </p:sp>
        <p:sp>
          <p:nvSpPr>
            <p:cNvPr id="485" name="object 485"/>
            <p:cNvSpPr/>
            <p:nvPr/>
          </p:nvSpPr>
          <p:spPr>
            <a:xfrm>
              <a:off x="2477770" y="1258569"/>
              <a:ext cx="83820" cy="106680"/>
            </a:xfrm>
            <a:custGeom>
              <a:avLst/>
              <a:gdLst/>
              <a:ahLst/>
              <a:cxnLst/>
              <a:rect l="l" t="t" r="r" b="b"/>
              <a:pathLst>
                <a:path w="83819" h="106680">
                  <a:moveTo>
                    <a:pt x="83820" y="27940"/>
                  </a:moveTo>
                  <a:lnTo>
                    <a:pt x="80010" y="22860"/>
                  </a:lnTo>
                  <a:lnTo>
                    <a:pt x="77470" y="17780"/>
                  </a:lnTo>
                  <a:lnTo>
                    <a:pt x="76200" y="17780"/>
                  </a:lnTo>
                  <a:lnTo>
                    <a:pt x="74930" y="15240"/>
                  </a:lnTo>
                  <a:lnTo>
                    <a:pt x="74930" y="13970"/>
                  </a:lnTo>
                  <a:lnTo>
                    <a:pt x="73660" y="12700"/>
                  </a:lnTo>
                  <a:lnTo>
                    <a:pt x="71120" y="10160"/>
                  </a:lnTo>
                  <a:lnTo>
                    <a:pt x="71120" y="8890"/>
                  </a:lnTo>
                  <a:lnTo>
                    <a:pt x="68580" y="7620"/>
                  </a:lnTo>
                  <a:lnTo>
                    <a:pt x="67310" y="6350"/>
                  </a:lnTo>
                  <a:lnTo>
                    <a:pt x="66040" y="6350"/>
                  </a:lnTo>
                  <a:lnTo>
                    <a:pt x="64770" y="5080"/>
                  </a:lnTo>
                  <a:lnTo>
                    <a:pt x="62230" y="3810"/>
                  </a:lnTo>
                  <a:lnTo>
                    <a:pt x="60960" y="2540"/>
                  </a:lnTo>
                  <a:lnTo>
                    <a:pt x="59690" y="2540"/>
                  </a:lnTo>
                  <a:lnTo>
                    <a:pt x="57150" y="1270"/>
                  </a:lnTo>
                  <a:lnTo>
                    <a:pt x="55880" y="1270"/>
                  </a:lnTo>
                  <a:lnTo>
                    <a:pt x="53340" y="0"/>
                  </a:lnTo>
                  <a:lnTo>
                    <a:pt x="52070" y="0"/>
                  </a:lnTo>
                  <a:lnTo>
                    <a:pt x="49530" y="0"/>
                  </a:lnTo>
                  <a:lnTo>
                    <a:pt x="48260" y="0"/>
                  </a:lnTo>
                  <a:lnTo>
                    <a:pt x="45720" y="0"/>
                  </a:lnTo>
                  <a:lnTo>
                    <a:pt x="43180" y="1270"/>
                  </a:lnTo>
                  <a:lnTo>
                    <a:pt x="41910" y="1270"/>
                  </a:lnTo>
                  <a:lnTo>
                    <a:pt x="40640" y="1270"/>
                  </a:lnTo>
                  <a:lnTo>
                    <a:pt x="38100" y="2540"/>
                  </a:lnTo>
                  <a:lnTo>
                    <a:pt x="35560" y="3810"/>
                  </a:lnTo>
                  <a:lnTo>
                    <a:pt x="33020" y="5080"/>
                  </a:lnTo>
                  <a:lnTo>
                    <a:pt x="33362" y="5549"/>
                  </a:lnTo>
                  <a:lnTo>
                    <a:pt x="31750" y="6350"/>
                  </a:lnTo>
                  <a:lnTo>
                    <a:pt x="30480" y="6350"/>
                  </a:lnTo>
                  <a:lnTo>
                    <a:pt x="29210" y="7620"/>
                  </a:lnTo>
                  <a:lnTo>
                    <a:pt x="27940" y="7620"/>
                  </a:lnTo>
                  <a:lnTo>
                    <a:pt x="26670" y="8890"/>
                  </a:lnTo>
                  <a:lnTo>
                    <a:pt x="26670" y="10160"/>
                  </a:lnTo>
                  <a:lnTo>
                    <a:pt x="25400" y="10160"/>
                  </a:lnTo>
                  <a:lnTo>
                    <a:pt x="24130" y="12700"/>
                  </a:lnTo>
                  <a:lnTo>
                    <a:pt x="22860" y="13970"/>
                  </a:lnTo>
                  <a:lnTo>
                    <a:pt x="21590" y="13970"/>
                  </a:lnTo>
                  <a:lnTo>
                    <a:pt x="21590" y="15240"/>
                  </a:lnTo>
                  <a:lnTo>
                    <a:pt x="20320" y="17780"/>
                  </a:lnTo>
                  <a:lnTo>
                    <a:pt x="19050" y="17780"/>
                  </a:lnTo>
                  <a:lnTo>
                    <a:pt x="16510" y="22860"/>
                  </a:lnTo>
                  <a:lnTo>
                    <a:pt x="12700" y="27940"/>
                  </a:lnTo>
                  <a:lnTo>
                    <a:pt x="12700" y="29210"/>
                  </a:lnTo>
                  <a:lnTo>
                    <a:pt x="11430" y="31750"/>
                  </a:lnTo>
                  <a:lnTo>
                    <a:pt x="11430" y="33020"/>
                  </a:lnTo>
                  <a:lnTo>
                    <a:pt x="8890" y="36830"/>
                  </a:lnTo>
                  <a:lnTo>
                    <a:pt x="7620" y="40640"/>
                  </a:lnTo>
                  <a:lnTo>
                    <a:pt x="6350" y="45720"/>
                  </a:lnTo>
                  <a:lnTo>
                    <a:pt x="5080" y="49530"/>
                  </a:lnTo>
                  <a:lnTo>
                    <a:pt x="3810" y="54610"/>
                  </a:lnTo>
                  <a:lnTo>
                    <a:pt x="2540" y="66040"/>
                  </a:lnTo>
                  <a:lnTo>
                    <a:pt x="1270" y="78740"/>
                  </a:lnTo>
                  <a:lnTo>
                    <a:pt x="0" y="91440"/>
                  </a:lnTo>
                  <a:lnTo>
                    <a:pt x="0" y="92710"/>
                  </a:lnTo>
                  <a:lnTo>
                    <a:pt x="0" y="106680"/>
                  </a:lnTo>
                  <a:lnTo>
                    <a:pt x="11430" y="106680"/>
                  </a:lnTo>
                  <a:lnTo>
                    <a:pt x="12700" y="92710"/>
                  </a:lnTo>
                  <a:lnTo>
                    <a:pt x="13855" y="79997"/>
                  </a:lnTo>
                  <a:lnTo>
                    <a:pt x="13970" y="78740"/>
                  </a:lnTo>
                  <a:lnTo>
                    <a:pt x="13970" y="68580"/>
                  </a:lnTo>
                  <a:lnTo>
                    <a:pt x="16510" y="58420"/>
                  </a:lnTo>
                  <a:lnTo>
                    <a:pt x="17780" y="53340"/>
                  </a:lnTo>
                  <a:lnTo>
                    <a:pt x="19050" y="48260"/>
                  </a:lnTo>
                  <a:lnTo>
                    <a:pt x="20320" y="44450"/>
                  </a:lnTo>
                  <a:lnTo>
                    <a:pt x="19316" y="44056"/>
                  </a:lnTo>
                  <a:lnTo>
                    <a:pt x="21590" y="40640"/>
                  </a:lnTo>
                  <a:lnTo>
                    <a:pt x="22860" y="36830"/>
                  </a:lnTo>
                  <a:lnTo>
                    <a:pt x="22517" y="36703"/>
                  </a:lnTo>
                  <a:lnTo>
                    <a:pt x="24130" y="34290"/>
                  </a:lnTo>
                  <a:lnTo>
                    <a:pt x="26670" y="29210"/>
                  </a:lnTo>
                  <a:lnTo>
                    <a:pt x="30480" y="24130"/>
                  </a:lnTo>
                  <a:lnTo>
                    <a:pt x="31318" y="22440"/>
                  </a:lnTo>
                  <a:lnTo>
                    <a:pt x="33020" y="21590"/>
                  </a:lnTo>
                  <a:lnTo>
                    <a:pt x="33020" y="20320"/>
                  </a:lnTo>
                  <a:lnTo>
                    <a:pt x="34290" y="19050"/>
                  </a:lnTo>
                  <a:lnTo>
                    <a:pt x="36830" y="17780"/>
                  </a:lnTo>
                  <a:lnTo>
                    <a:pt x="36474" y="17322"/>
                  </a:lnTo>
                  <a:lnTo>
                    <a:pt x="37503" y="16814"/>
                  </a:lnTo>
                  <a:lnTo>
                    <a:pt x="38100" y="17780"/>
                  </a:lnTo>
                  <a:lnTo>
                    <a:pt x="39370" y="16510"/>
                  </a:lnTo>
                  <a:lnTo>
                    <a:pt x="39370" y="15240"/>
                  </a:lnTo>
                  <a:lnTo>
                    <a:pt x="40640" y="15240"/>
                  </a:lnTo>
                  <a:lnTo>
                    <a:pt x="41910" y="15240"/>
                  </a:lnTo>
                  <a:lnTo>
                    <a:pt x="43180" y="13970"/>
                  </a:lnTo>
                  <a:lnTo>
                    <a:pt x="44450" y="13970"/>
                  </a:lnTo>
                  <a:lnTo>
                    <a:pt x="45720" y="13970"/>
                  </a:lnTo>
                  <a:lnTo>
                    <a:pt x="45351" y="13068"/>
                  </a:lnTo>
                  <a:lnTo>
                    <a:pt x="45720" y="12700"/>
                  </a:lnTo>
                  <a:lnTo>
                    <a:pt x="46990" y="12700"/>
                  </a:lnTo>
                  <a:lnTo>
                    <a:pt x="48260" y="12700"/>
                  </a:lnTo>
                  <a:lnTo>
                    <a:pt x="49530" y="12700"/>
                  </a:lnTo>
                  <a:lnTo>
                    <a:pt x="52070" y="12700"/>
                  </a:lnTo>
                  <a:lnTo>
                    <a:pt x="53543" y="13449"/>
                  </a:lnTo>
                  <a:lnTo>
                    <a:pt x="53340" y="13970"/>
                  </a:lnTo>
                  <a:lnTo>
                    <a:pt x="54610" y="13970"/>
                  </a:lnTo>
                  <a:lnTo>
                    <a:pt x="55880" y="15240"/>
                  </a:lnTo>
                  <a:lnTo>
                    <a:pt x="58420" y="15240"/>
                  </a:lnTo>
                  <a:lnTo>
                    <a:pt x="59690" y="16510"/>
                  </a:lnTo>
                  <a:lnTo>
                    <a:pt x="60960" y="17780"/>
                  </a:lnTo>
                  <a:lnTo>
                    <a:pt x="62230" y="19050"/>
                  </a:lnTo>
                  <a:lnTo>
                    <a:pt x="62649" y="18630"/>
                  </a:lnTo>
                  <a:lnTo>
                    <a:pt x="63500" y="20320"/>
                  </a:lnTo>
                  <a:lnTo>
                    <a:pt x="64770" y="22860"/>
                  </a:lnTo>
                  <a:lnTo>
                    <a:pt x="65392" y="22237"/>
                  </a:lnTo>
                  <a:lnTo>
                    <a:pt x="66763" y="23596"/>
                  </a:lnTo>
                  <a:lnTo>
                    <a:pt x="66040" y="24130"/>
                  </a:lnTo>
                  <a:lnTo>
                    <a:pt x="69850" y="29210"/>
                  </a:lnTo>
                  <a:lnTo>
                    <a:pt x="72390" y="34290"/>
                  </a:lnTo>
                  <a:lnTo>
                    <a:pt x="78740" y="31750"/>
                  </a:lnTo>
                  <a:lnTo>
                    <a:pt x="83820" y="27940"/>
                  </a:lnTo>
                  <a:close/>
                </a:path>
              </a:pathLst>
            </a:custGeom>
            <a:solidFill>
              <a:srgbClr val="9898FF"/>
            </a:solidFill>
          </p:spPr>
          <p:txBody>
            <a:bodyPr wrap="square" lIns="0" tIns="0" rIns="0" bIns="0" rtlCol="0"/>
            <a:lstStyle/>
            <a:p/>
          </p:txBody>
        </p:sp>
        <p:sp>
          <p:nvSpPr>
            <p:cNvPr id="486" name="object 486"/>
            <p:cNvSpPr/>
            <p:nvPr/>
          </p:nvSpPr>
          <p:spPr>
            <a:xfrm>
              <a:off x="2477770" y="1351279"/>
              <a:ext cx="12700" cy="29209"/>
            </a:xfrm>
            <a:custGeom>
              <a:avLst/>
              <a:gdLst/>
              <a:ahLst/>
              <a:cxnLst/>
              <a:rect l="l" t="t" r="r" b="b"/>
              <a:pathLst>
                <a:path w="12700" h="29209">
                  <a:moveTo>
                    <a:pt x="12700" y="0"/>
                  </a:moveTo>
                  <a:lnTo>
                    <a:pt x="0" y="0"/>
                  </a:lnTo>
                  <a:lnTo>
                    <a:pt x="0" y="13970"/>
                  </a:lnTo>
                  <a:lnTo>
                    <a:pt x="0" y="29210"/>
                  </a:lnTo>
                  <a:lnTo>
                    <a:pt x="5080" y="29210"/>
                  </a:lnTo>
                  <a:lnTo>
                    <a:pt x="11430" y="29210"/>
                  </a:lnTo>
                  <a:lnTo>
                    <a:pt x="11430" y="13970"/>
                  </a:lnTo>
                  <a:lnTo>
                    <a:pt x="12700" y="0"/>
                  </a:lnTo>
                  <a:close/>
                </a:path>
              </a:pathLst>
            </a:custGeom>
            <a:solidFill>
              <a:srgbClr val="9898FF"/>
            </a:solidFill>
          </p:spPr>
          <p:txBody>
            <a:bodyPr wrap="square" lIns="0" tIns="0" rIns="0" bIns="0" rtlCol="0"/>
            <a:lstStyle/>
            <a:p/>
          </p:txBody>
        </p:sp>
      </p:grpSp>
      <p:grpSp>
        <p:nvGrpSpPr>
          <p:cNvPr id="487" name="object 487"/>
          <p:cNvGrpSpPr/>
          <p:nvPr/>
        </p:nvGrpSpPr>
        <p:grpSpPr>
          <a:xfrm>
            <a:off x="2790189" y="1052830"/>
            <a:ext cx="430530" cy="652780"/>
            <a:chOff x="2790189" y="1052830"/>
            <a:chExt cx="430530" cy="652780"/>
          </a:xfrm>
        </p:grpSpPr>
        <p:sp>
          <p:nvSpPr>
            <p:cNvPr id="488" name="object 488"/>
            <p:cNvSpPr/>
            <p:nvPr/>
          </p:nvSpPr>
          <p:spPr>
            <a:xfrm>
              <a:off x="2889250" y="1059179"/>
              <a:ext cx="232410" cy="41910"/>
            </a:xfrm>
            <a:custGeom>
              <a:avLst/>
              <a:gdLst/>
              <a:ahLst/>
              <a:cxnLst/>
              <a:rect l="l" t="t" r="r" b="b"/>
              <a:pathLst>
                <a:path w="232410" h="41909">
                  <a:moveTo>
                    <a:pt x="147320" y="2540"/>
                  </a:moveTo>
                  <a:lnTo>
                    <a:pt x="129540" y="2540"/>
                  </a:lnTo>
                  <a:lnTo>
                    <a:pt x="129540" y="1397"/>
                  </a:lnTo>
                  <a:lnTo>
                    <a:pt x="111747" y="1397"/>
                  </a:lnTo>
                  <a:lnTo>
                    <a:pt x="111747" y="0"/>
                  </a:lnTo>
                  <a:lnTo>
                    <a:pt x="110490" y="0"/>
                  </a:lnTo>
                  <a:lnTo>
                    <a:pt x="110490" y="1397"/>
                  </a:lnTo>
                  <a:lnTo>
                    <a:pt x="86360" y="1397"/>
                  </a:lnTo>
                  <a:lnTo>
                    <a:pt x="86360" y="2540"/>
                  </a:lnTo>
                  <a:lnTo>
                    <a:pt x="76200" y="2540"/>
                  </a:lnTo>
                  <a:lnTo>
                    <a:pt x="76200" y="3810"/>
                  </a:lnTo>
                  <a:lnTo>
                    <a:pt x="147320" y="3810"/>
                  </a:lnTo>
                  <a:lnTo>
                    <a:pt x="147320" y="2667"/>
                  </a:lnTo>
                  <a:lnTo>
                    <a:pt x="147320" y="2540"/>
                  </a:lnTo>
                  <a:close/>
                </a:path>
                <a:path w="232410" h="41909">
                  <a:moveTo>
                    <a:pt x="173990" y="8890"/>
                  </a:moveTo>
                  <a:lnTo>
                    <a:pt x="168910" y="8890"/>
                  </a:lnTo>
                  <a:lnTo>
                    <a:pt x="168910" y="7747"/>
                  </a:lnTo>
                  <a:lnTo>
                    <a:pt x="165100" y="7747"/>
                  </a:lnTo>
                  <a:lnTo>
                    <a:pt x="165100" y="6350"/>
                  </a:lnTo>
                  <a:lnTo>
                    <a:pt x="162547" y="6350"/>
                  </a:lnTo>
                  <a:lnTo>
                    <a:pt x="162547" y="5207"/>
                  </a:lnTo>
                  <a:lnTo>
                    <a:pt x="162547" y="5080"/>
                  </a:lnTo>
                  <a:lnTo>
                    <a:pt x="151130" y="5080"/>
                  </a:lnTo>
                  <a:lnTo>
                    <a:pt x="151130" y="3937"/>
                  </a:lnTo>
                  <a:lnTo>
                    <a:pt x="68580" y="3937"/>
                  </a:lnTo>
                  <a:lnTo>
                    <a:pt x="68580" y="5080"/>
                  </a:lnTo>
                  <a:lnTo>
                    <a:pt x="64770" y="5080"/>
                  </a:lnTo>
                  <a:lnTo>
                    <a:pt x="64770" y="6350"/>
                  </a:lnTo>
                  <a:lnTo>
                    <a:pt x="59690" y="6350"/>
                  </a:lnTo>
                  <a:lnTo>
                    <a:pt x="59690" y="7747"/>
                  </a:lnTo>
                  <a:lnTo>
                    <a:pt x="57150" y="7747"/>
                  </a:lnTo>
                  <a:lnTo>
                    <a:pt x="57150" y="8890"/>
                  </a:lnTo>
                  <a:lnTo>
                    <a:pt x="53340" y="8890"/>
                  </a:lnTo>
                  <a:lnTo>
                    <a:pt x="53340" y="10160"/>
                  </a:lnTo>
                  <a:lnTo>
                    <a:pt x="173990" y="10160"/>
                  </a:lnTo>
                  <a:lnTo>
                    <a:pt x="173990" y="9017"/>
                  </a:lnTo>
                  <a:lnTo>
                    <a:pt x="173990" y="8890"/>
                  </a:lnTo>
                  <a:close/>
                </a:path>
                <a:path w="232410" h="41909">
                  <a:moveTo>
                    <a:pt x="193040" y="15240"/>
                  </a:moveTo>
                  <a:lnTo>
                    <a:pt x="187947" y="15240"/>
                  </a:lnTo>
                  <a:lnTo>
                    <a:pt x="187947" y="14097"/>
                  </a:lnTo>
                  <a:lnTo>
                    <a:pt x="185420" y="14097"/>
                  </a:lnTo>
                  <a:lnTo>
                    <a:pt x="185420" y="12700"/>
                  </a:lnTo>
                  <a:lnTo>
                    <a:pt x="181597" y="12700"/>
                  </a:lnTo>
                  <a:lnTo>
                    <a:pt x="181597" y="11557"/>
                  </a:lnTo>
                  <a:lnTo>
                    <a:pt x="181597" y="11430"/>
                  </a:lnTo>
                  <a:lnTo>
                    <a:pt x="179070" y="11430"/>
                  </a:lnTo>
                  <a:lnTo>
                    <a:pt x="179070" y="10287"/>
                  </a:lnTo>
                  <a:lnTo>
                    <a:pt x="49530" y="10287"/>
                  </a:lnTo>
                  <a:lnTo>
                    <a:pt x="49530" y="11430"/>
                  </a:lnTo>
                  <a:lnTo>
                    <a:pt x="46990" y="11430"/>
                  </a:lnTo>
                  <a:lnTo>
                    <a:pt x="46990" y="12700"/>
                  </a:lnTo>
                  <a:lnTo>
                    <a:pt x="44450" y="12700"/>
                  </a:lnTo>
                  <a:lnTo>
                    <a:pt x="44450" y="14097"/>
                  </a:lnTo>
                  <a:lnTo>
                    <a:pt x="40640" y="14097"/>
                  </a:lnTo>
                  <a:lnTo>
                    <a:pt x="40640" y="15240"/>
                  </a:lnTo>
                  <a:lnTo>
                    <a:pt x="38100" y="15240"/>
                  </a:lnTo>
                  <a:lnTo>
                    <a:pt x="38100" y="16510"/>
                  </a:lnTo>
                  <a:lnTo>
                    <a:pt x="193040" y="16510"/>
                  </a:lnTo>
                  <a:lnTo>
                    <a:pt x="193040" y="15367"/>
                  </a:lnTo>
                  <a:lnTo>
                    <a:pt x="193040" y="15240"/>
                  </a:lnTo>
                  <a:close/>
                </a:path>
                <a:path w="232410" h="41909">
                  <a:moveTo>
                    <a:pt x="204470" y="21590"/>
                  </a:moveTo>
                  <a:lnTo>
                    <a:pt x="201917" y="21590"/>
                  </a:lnTo>
                  <a:lnTo>
                    <a:pt x="201917" y="20447"/>
                  </a:lnTo>
                  <a:lnTo>
                    <a:pt x="199390" y="20447"/>
                  </a:lnTo>
                  <a:lnTo>
                    <a:pt x="199390" y="20320"/>
                  </a:lnTo>
                  <a:lnTo>
                    <a:pt x="199390" y="19050"/>
                  </a:lnTo>
                  <a:lnTo>
                    <a:pt x="196850" y="19050"/>
                  </a:lnTo>
                  <a:lnTo>
                    <a:pt x="196850" y="17907"/>
                  </a:lnTo>
                  <a:lnTo>
                    <a:pt x="196850" y="17780"/>
                  </a:lnTo>
                  <a:lnTo>
                    <a:pt x="194310" y="17780"/>
                  </a:lnTo>
                  <a:lnTo>
                    <a:pt x="194310" y="16637"/>
                  </a:lnTo>
                  <a:lnTo>
                    <a:pt x="35560" y="16637"/>
                  </a:lnTo>
                  <a:lnTo>
                    <a:pt x="35560" y="17780"/>
                  </a:lnTo>
                  <a:lnTo>
                    <a:pt x="33020" y="17780"/>
                  </a:lnTo>
                  <a:lnTo>
                    <a:pt x="33020" y="19050"/>
                  </a:lnTo>
                  <a:lnTo>
                    <a:pt x="30480" y="19050"/>
                  </a:lnTo>
                  <a:lnTo>
                    <a:pt x="30480" y="20320"/>
                  </a:lnTo>
                  <a:lnTo>
                    <a:pt x="30480" y="20447"/>
                  </a:lnTo>
                  <a:lnTo>
                    <a:pt x="27940" y="20447"/>
                  </a:lnTo>
                  <a:lnTo>
                    <a:pt x="27940" y="21590"/>
                  </a:lnTo>
                  <a:lnTo>
                    <a:pt x="25400" y="21590"/>
                  </a:lnTo>
                  <a:lnTo>
                    <a:pt x="25400" y="22860"/>
                  </a:lnTo>
                  <a:lnTo>
                    <a:pt x="204470" y="22860"/>
                  </a:lnTo>
                  <a:lnTo>
                    <a:pt x="204470" y="21717"/>
                  </a:lnTo>
                  <a:lnTo>
                    <a:pt x="204470" y="21590"/>
                  </a:lnTo>
                  <a:close/>
                </a:path>
                <a:path w="232410" h="41909">
                  <a:moveTo>
                    <a:pt x="214630" y="27940"/>
                  </a:moveTo>
                  <a:lnTo>
                    <a:pt x="213360" y="27940"/>
                  </a:lnTo>
                  <a:lnTo>
                    <a:pt x="213360" y="26797"/>
                  </a:lnTo>
                  <a:lnTo>
                    <a:pt x="210820" y="26797"/>
                  </a:lnTo>
                  <a:lnTo>
                    <a:pt x="210820" y="25400"/>
                  </a:lnTo>
                  <a:lnTo>
                    <a:pt x="208267" y="25400"/>
                  </a:lnTo>
                  <a:lnTo>
                    <a:pt x="208267" y="24257"/>
                  </a:lnTo>
                  <a:lnTo>
                    <a:pt x="208267" y="24130"/>
                  </a:lnTo>
                  <a:lnTo>
                    <a:pt x="207010" y="24130"/>
                  </a:lnTo>
                  <a:lnTo>
                    <a:pt x="207010" y="22987"/>
                  </a:lnTo>
                  <a:lnTo>
                    <a:pt x="22860" y="22987"/>
                  </a:lnTo>
                  <a:lnTo>
                    <a:pt x="22860" y="24130"/>
                  </a:lnTo>
                  <a:lnTo>
                    <a:pt x="21590" y="24130"/>
                  </a:lnTo>
                  <a:lnTo>
                    <a:pt x="21590" y="25400"/>
                  </a:lnTo>
                  <a:lnTo>
                    <a:pt x="20320" y="25400"/>
                  </a:lnTo>
                  <a:lnTo>
                    <a:pt x="20320" y="26797"/>
                  </a:lnTo>
                  <a:lnTo>
                    <a:pt x="17780" y="26797"/>
                  </a:lnTo>
                  <a:lnTo>
                    <a:pt x="17780" y="27940"/>
                  </a:lnTo>
                  <a:lnTo>
                    <a:pt x="16510" y="27940"/>
                  </a:lnTo>
                  <a:lnTo>
                    <a:pt x="16510" y="29210"/>
                  </a:lnTo>
                  <a:lnTo>
                    <a:pt x="214630" y="29210"/>
                  </a:lnTo>
                  <a:lnTo>
                    <a:pt x="214630" y="28067"/>
                  </a:lnTo>
                  <a:lnTo>
                    <a:pt x="214630" y="27940"/>
                  </a:lnTo>
                  <a:close/>
                </a:path>
                <a:path w="232410" h="41909">
                  <a:moveTo>
                    <a:pt x="224790" y="34290"/>
                  </a:moveTo>
                  <a:lnTo>
                    <a:pt x="222250" y="34290"/>
                  </a:lnTo>
                  <a:lnTo>
                    <a:pt x="222250" y="33147"/>
                  </a:lnTo>
                  <a:lnTo>
                    <a:pt x="220980" y="33147"/>
                  </a:lnTo>
                  <a:lnTo>
                    <a:pt x="220980" y="31750"/>
                  </a:lnTo>
                  <a:lnTo>
                    <a:pt x="219710" y="31750"/>
                  </a:lnTo>
                  <a:lnTo>
                    <a:pt x="219710" y="30607"/>
                  </a:lnTo>
                  <a:lnTo>
                    <a:pt x="219710" y="30480"/>
                  </a:lnTo>
                  <a:lnTo>
                    <a:pt x="217170" y="30480"/>
                  </a:lnTo>
                  <a:lnTo>
                    <a:pt x="217170" y="29337"/>
                  </a:lnTo>
                  <a:lnTo>
                    <a:pt x="13970" y="29337"/>
                  </a:lnTo>
                  <a:lnTo>
                    <a:pt x="13970" y="30480"/>
                  </a:lnTo>
                  <a:lnTo>
                    <a:pt x="12700" y="30480"/>
                  </a:lnTo>
                  <a:lnTo>
                    <a:pt x="12700" y="31750"/>
                  </a:lnTo>
                  <a:lnTo>
                    <a:pt x="11430" y="31750"/>
                  </a:lnTo>
                  <a:lnTo>
                    <a:pt x="11430" y="33147"/>
                  </a:lnTo>
                  <a:lnTo>
                    <a:pt x="8890" y="33147"/>
                  </a:lnTo>
                  <a:lnTo>
                    <a:pt x="8890" y="34290"/>
                  </a:lnTo>
                  <a:lnTo>
                    <a:pt x="7620" y="34290"/>
                  </a:lnTo>
                  <a:lnTo>
                    <a:pt x="7620" y="35560"/>
                  </a:lnTo>
                  <a:lnTo>
                    <a:pt x="224790" y="35560"/>
                  </a:lnTo>
                  <a:lnTo>
                    <a:pt x="224790" y="34417"/>
                  </a:lnTo>
                  <a:lnTo>
                    <a:pt x="224790" y="34290"/>
                  </a:lnTo>
                  <a:close/>
                </a:path>
                <a:path w="232410" h="41909">
                  <a:moveTo>
                    <a:pt x="232410" y="40640"/>
                  </a:moveTo>
                  <a:lnTo>
                    <a:pt x="231140" y="40640"/>
                  </a:lnTo>
                  <a:lnTo>
                    <a:pt x="231140" y="39497"/>
                  </a:lnTo>
                  <a:lnTo>
                    <a:pt x="229870" y="39497"/>
                  </a:lnTo>
                  <a:lnTo>
                    <a:pt x="229870" y="38100"/>
                  </a:lnTo>
                  <a:lnTo>
                    <a:pt x="227330" y="38100"/>
                  </a:lnTo>
                  <a:lnTo>
                    <a:pt x="227330" y="36957"/>
                  </a:lnTo>
                  <a:lnTo>
                    <a:pt x="227330" y="36830"/>
                  </a:lnTo>
                  <a:lnTo>
                    <a:pt x="226060" y="36830"/>
                  </a:lnTo>
                  <a:lnTo>
                    <a:pt x="226060" y="35687"/>
                  </a:lnTo>
                  <a:lnTo>
                    <a:pt x="6350" y="35687"/>
                  </a:lnTo>
                  <a:lnTo>
                    <a:pt x="6350" y="36830"/>
                  </a:lnTo>
                  <a:lnTo>
                    <a:pt x="5080" y="36830"/>
                  </a:lnTo>
                  <a:lnTo>
                    <a:pt x="5080" y="38100"/>
                  </a:lnTo>
                  <a:lnTo>
                    <a:pt x="2540" y="38100"/>
                  </a:lnTo>
                  <a:lnTo>
                    <a:pt x="2540" y="39497"/>
                  </a:lnTo>
                  <a:lnTo>
                    <a:pt x="1270" y="39497"/>
                  </a:lnTo>
                  <a:lnTo>
                    <a:pt x="1270" y="40640"/>
                  </a:lnTo>
                  <a:lnTo>
                    <a:pt x="0" y="40640"/>
                  </a:lnTo>
                  <a:lnTo>
                    <a:pt x="0" y="41910"/>
                  </a:lnTo>
                  <a:lnTo>
                    <a:pt x="232410" y="41910"/>
                  </a:lnTo>
                  <a:lnTo>
                    <a:pt x="232410" y="40767"/>
                  </a:lnTo>
                  <a:lnTo>
                    <a:pt x="232410" y="40640"/>
                  </a:lnTo>
                  <a:close/>
                </a:path>
              </a:pathLst>
            </a:custGeom>
            <a:solidFill>
              <a:srgbClr val="10101C"/>
            </a:solidFill>
          </p:spPr>
          <p:txBody>
            <a:bodyPr wrap="square" lIns="0" tIns="0" rIns="0" bIns="0" rtlCol="0"/>
            <a:lstStyle/>
            <a:p/>
          </p:txBody>
        </p:sp>
        <p:sp>
          <p:nvSpPr>
            <p:cNvPr id="489" name="object 489"/>
            <p:cNvSpPr/>
            <p:nvPr/>
          </p:nvSpPr>
          <p:spPr>
            <a:xfrm>
              <a:off x="2868930" y="1101089"/>
              <a:ext cx="273050" cy="21590"/>
            </a:xfrm>
            <a:custGeom>
              <a:avLst/>
              <a:gdLst/>
              <a:ahLst/>
              <a:cxnLst/>
              <a:rect l="l" t="t" r="r" b="b"/>
              <a:pathLst>
                <a:path w="273050" h="21590">
                  <a:moveTo>
                    <a:pt x="259080" y="5080"/>
                  </a:moveTo>
                  <a:lnTo>
                    <a:pt x="257810" y="5080"/>
                  </a:lnTo>
                  <a:lnTo>
                    <a:pt x="257810" y="3937"/>
                  </a:lnTo>
                  <a:lnTo>
                    <a:pt x="256540" y="3937"/>
                  </a:lnTo>
                  <a:lnTo>
                    <a:pt x="256540" y="2540"/>
                  </a:lnTo>
                  <a:lnTo>
                    <a:pt x="255270" y="2540"/>
                  </a:lnTo>
                  <a:lnTo>
                    <a:pt x="255270" y="1397"/>
                  </a:lnTo>
                  <a:lnTo>
                    <a:pt x="255270" y="1270"/>
                  </a:lnTo>
                  <a:lnTo>
                    <a:pt x="254000" y="1270"/>
                  </a:lnTo>
                  <a:lnTo>
                    <a:pt x="254000" y="127"/>
                  </a:lnTo>
                  <a:lnTo>
                    <a:pt x="252730" y="127"/>
                  </a:lnTo>
                  <a:lnTo>
                    <a:pt x="252730" y="0"/>
                  </a:lnTo>
                  <a:lnTo>
                    <a:pt x="20320" y="0"/>
                  </a:lnTo>
                  <a:lnTo>
                    <a:pt x="20320" y="127"/>
                  </a:lnTo>
                  <a:lnTo>
                    <a:pt x="19050" y="127"/>
                  </a:lnTo>
                  <a:lnTo>
                    <a:pt x="19050" y="1270"/>
                  </a:lnTo>
                  <a:lnTo>
                    <a:pt x="17780" y="1270"/>
                  </a:lnTo>
                  <a:lnTo>
                    <a:pt x="17780" y="2540"/>
                  </a:lnTo>
                  <a:lnTo>
                    <a:pt x="16510" y="2540"/>
                  </a:lnTo>
                  <a:lnTo>
                    <a:pt x="16510" y="3937"/>
                  </a:lnTo>
                  <a:lnTo>
                    <a:pt x="15240" y="3937"/>
                  </a:lnTo>
                  <a:lnTo>
                    <a:pt x="15240" y="5080"/>
                  </a:lnTo>
                  <a:lnTo>
                    <a:pt x="13970" y="5080"/>
                  </a:lnTo>
                  <a:lnTo>
                    <a:pt x="13970" y="6350"/>
                  </a:lnTo>
                  <a:lnTo>
                    <a:pt x="259080" y="6350"/>
                  </a:lnTo>
                  <a:lnTo>
                    <a:pt x="259080" y="5207"/>
                  </a:lnTo>
                  <a:lnTo>
                    <a:pt x="259080" y="5080"/>
                  </a:lnTo>
                  <a:close/>
                </a:path>
                <a:path w="273050" h="21590">
                  <a:moveTo>
                    <a:pt x="265430" y="11430"/>
                  </a:moveTo>
                  <a:lnTo>
                    <a:pt x="264160" y="11430"/>
                  </a:lnTo>
                  <a:lnTo>
                    <a:pt x="264160" y="10287"/>
                  </a:lnTo>
                  <a:lnTo>
                    <a:pt x="262890" y="10287"/>
                  </a:lnTo>
                  <a:lnTo>
                    <a:pt x="262890" y="8890"/>
                  </a:lnTo>
                  <a:lnTo>
                    <a:pt x="261620" y="8890"/>
                  </a:lnTo>
                  <a:lnTo>
                    <a:pt x="261620" y="7747"/>
                  </a:lnTo>
                  <a:lnTo>
                    <a:pt x="261620" y="7620"/>
                  </a:lnTo>
                  <a:lnTo>
                    <a:pt x="260350" y="7620"/>
                  </a:lnTo>
                  <a:lnTo>
                    <a:pt x="260350" y="6477"/>
                  </a:lnTo>
                  <a:lnTo>
                    <a:pt x="12700" y="6477"/>
                  </a:lnTo>
                  <a:lnTo>
                    <a:pt x="12700" y="7620"/>
                  </a:lnTo>
                  <a:lnTo>
                    <a:pt x="11430" y="7620"/>
                  </a:lnTo>
                  <a:lnTo>
                    <a:pt x="11430" y="8890"/>
                  </a:lnTo>
                  <a:lnTo>
                    <a:pt x="10160" y="8890"/>
                  </a:lnTo>
                  <a:lnTo>
                    <a:pt x="10160" y="10287"/>
                  </a:lnTo>
                  <a:lnTo>
                    <a:pt x="8890" y="10287"/>
                  </a:lnTo>
                  <a:lnTo>
                    <a:pt x="8890" y="11430"/>
                  </a:lnTo>
                  <a:lnTo>
                    <a:pt x="7620" y="11430"/>
                  </a:lnTo>
                  <a:lnTo>
                    <a:pt x="7620" y="12700"/>
                  </a:lnTo>
                  <a:lnTo>
                    <a:pt x="265430" y="12700"/>
                  </a:lnTo>
                  <a:lnTo>
                    <a:pt x="265430" y="11557"/>
                  </a:lnTo>
                  <a:lnTo>
                    <a:pt x="265430" y="11430"/>
                  </a:lnTo>
                  <a:close/>
                </a:path>
                <a:path w="273050" h="21590">
                  <a:moveTo>
                    <a:pt x="267970" y="13970"/>
                  </a:moveTo>
                  <a:lnTo>
                    <a:pt x="266700" y="13970"/>
                  </a:lnTo>
                  <a:lnTo>
                    <a:pt x="266700" y="12827"/>
                  </a:lnTo>
                  <a:lnTo>
                    <a:pt x="6350" y="12827"/>
                  </a:lnTo>
                  <a:lnTo>
                    <a:pt x="6350" y="13970"/>
                  </a:lnTo>
                  <a:lnTo>
                    <a:pt x="5080" y="13970"/>
                  </a:lnTo>
                  <a:lnTo>
                    <a:pt x="5080" y="15240"/>
                  </a:lnTo>
                  <a:lnTo>
                    <a:pt x="3810" y="15240"/>
                  </a:lnTo>
                  <a:lnTo>
                    <a:pt x="3810" y="16510"/>
                  </a:lnTo>
                  <a:lnTo>
                    <a:pt x="267970" y="16510"/>
                  </a:lnTo>
                  <a:lnTo>
                    <a:pt x="267970" y="15240"/>
                  </a:lnTo>
                  <a:lnTo>
                    <a:pt x="267970" y="14097"/>
                  </a:lnTo>
                  <a:lnTo>
                    <a:pt x="267970" y="13970"/>
                  </a:lnTo>
                  <a:close/>
                </a:path>
                <a:path w="273050" h="21590">
                  <a:moveTo>
                    <a:pt x="273050" y="20320"/>
                  </a:moveTo>
                  <a:lnTo>
                    <a:pt x="271780" y="20320"/>
                  </a:lnTo>
                  <a:lnTo>
                    <a:pt x="271780" y="19050"/>
                  </a:lnTo>
                  <a:lnTo>
                    <a:pt x="270510" y="19050"/>
                  </a:lnTo>
                  <a:lnTo>
                    <a:pt x="270510" y="17907"/>
                  </a:lnTo>
                  <a:lnTo>
                    <a:pt x="270510" y="17780"/>
                  </a:lnTo>
                  <a:lnTo>
                    <a:pt x="269240" y="17780"/>
                  </a:lnTo>
                  <a:lnTo>
                    <a:pt x="269240" y="16637"/>
                  </a:lnTo>
                  <a:lnTo>
                    <a:pt x="2540" y="16637"/>
                  </a:lnTo>
                  <a:lnTo>
                    <a:pt x="2540" y="17780"/>
                  </a:lnTo>
                  <a:lnTo>
                    <a:pt x="1270" y="17780"/>
                  </a:lnTo>
                  <a:lnTo>
                    <a:pt x="1270" y="19050"/>
                  </a:lnTo>
                  <a:lnTo>
                    <a:pt x="1270" y="20320"/>
                  </a:lnTo>
                  <a:lnTo>
                    <a:pt x="0" y="20320"/>
                  </a:lnTo>
                  <a:lnTo>
                    <a:pt x="0" y="21590"/>
                  </a:lnTo>
                  <a:lnTo>
                    <a:pt x="273050" y="21590"/>
                  </a:lnTo>
                  <a:lnTo>
                    <a:pt x="273050" y="20447"/>
                  </a:lnTo>
                  <a:lnTo>
                    <a:pt x="273050" y="20320"/>
                  </a:lnTo>
                  <a:close/>
                </a:path>
              </a:pathLst>
            </a:custGeom>
            <a:solidFill>
              <a:srgbClr val="11111D"/>
            </a:solidFill>
          </p:spPr>
          <p:txBody>
            <a:bodyPr wrap="square" lIns="0" tIns="0" rIns="0" bIns="0" rtlCol="0"/>
            <a:lstStyle/>
            <a:p/>
          </p:txBody>
        </p:sp>
        <p:sp>
          <p:nvSpPr>
            <p:cNvPr id="490" name="object 490"/>
            <p:cNvSpPr/>
            <p:nvPr/>
          </p:nvSpPr>
          <p:spPr>
            <a:xfrm>
              <a:off x="2853690" y="1122679"/>
              <a:ext cx="302260" cy="21590"/>
            </a:xfrm>
            <a:custGeom>
              <a:avLst/>
              <a:gdLst/>
              <a:ahLst/>
              <a:cxnLst/>
              <a:rect l="l" t="t" r="r" b="b"/>
              <a:pathLst>
                <a:path w="302260" h="21590">
                  <a:moveTo>
                    <a:pt x="299720" y="15240"/>
                  </a:moveTo>
                  <a:lnTo>
                    <a:pt x="298450" y="15240"/>
                  </a:lnTo>
                  <a:lnTo>
                    <a:pt x="298450" y="13970"/>
                  </a:lnTo>
                  <a:lnTo>
                    <a:pt x="298450" y="12700"/>
                  </a:lnTo>
                  <a:lnTo>
                    <a:pt x="297180" y="12700"/>
                  </a:lnTo>
                  <a:lnTo>
                    <a:pt x="297180" y="11557"/>
                  </a:lnTo>
                  <a:lnTo>
                    <a:pt x="297180" y="11430"/>
                  </a:lnTo>
                  <a:lnTo>
                    <a:pt x="295910" y="11430"/>
                  </a:lnTo>
                  <a:lnTo>
                    <a:pt x="295910" y="10160"/>
                  </a:lnTo>
                  <a:lnTo>
                    <a:pt x="295910" y="9017"/>
                  </a:lnTo>
                  <a:lnTo>
                    <a:pt x="295910" y="8890"/>
                  </a:lnTo>
                  <a:lnTo>
                    <a:pt x="294640" y="8890"/>
                  </a:lnTo>
                  <a:lnTo>
                    <a:pt x="294640" y="7620"/>
                  </a:lnTo>
                  <a:lnTo>
                    <a:pt x="293370" y="7620"/>
                  </a:lnTo>
                  <a:lnTo>
                    <a:pt x="293370" y="6350"/>
                  </a:lnTo>
                  <a:lnTo>
                    <a:pt x="293357" y="5207"/>
                  </a:lnTo>
                  <a:lnTo>
                    <a:pt x="293357" y="5080"/>
                  </a:lnTo>
                  <a:lnTo>
                    <a:pt x="292100" y="5080"/>
                  </a:lnTo>
                  <a:lnTo>
                    <a:pt x="292100" y="3810"/>
                  </a:lnTo>
                  <a:lnTo>
                    <a:pt x="290830" y="3810"/>
                  </a:lnTo>
                  <a:lnTo>
                    <a:pt x="290830" y="2667"/>
                  </a:lnTo>
                  <a:lnTo>
                    <a:pt x="290830" y="2540"/>
                  </a:lnTo>
                  <a:lnTo>
                    <a:pt x="289560" y="2540"/>
                  </a:lnTo>
                  <a:lnTo>
                    <a:pt x="289560" y="1270"/>
                  </a:lnTo>
                  <a:lnTo>
                    <a:pt x="289560" y="0"/>
                  </a:lnTo>
                  <a:lnTo>
                    <a:pt x="15240" y="0"/>
                  </a:lnTo>
                  <a:lnTo>
                    <a:pt x="15240" y="1270"/>
                  </a:lnTo>
                  <a:lnTo>
                    <a:pt x="13970" y="1270"/>
                  </a:lnTo>
                  <a:lnTo>
                    <a:pt x="13970" y="2540"/>
                  </a:lnTo>
                  <a:lnTo>
                    <a:pt x="12700" y="2540"/>
                  </a:lnTo>
                  <a:lnTo>
                    <a:pt x="12700" y="3810"/>
                  </a:lnTo>
                  <a:lnTo>
                    <a:pt x="12700" y="5080"/>
                  </a:lnTo>
                  <a:lnTo>
                    <a:pt x="11430" y="5080"/>
                  </a:lnTo>
                  <a:lnTo>
                    <a:pt x="11430" y="6350"/>
                  </a:lnTo>
                  <a:lnTo>
                    <a:pt x="10160" y="6350"/>
                  </a:lnTo>
                  <a:lnTo>
                    <a:pt x="10160" y="7620"/>
                  </a:lnTo>
                  <a:lnTo>
                    <a:pt x="10160" y="8890"/>
                  </a:lnTo>
                  <a:lnTo>
                    <a:pt x="8890" y="8890"/>
                  </a:lnTo>
                  <a:lnTo>
                    <a:pt x="8890" y="10160"/>
                  </a:lnTo>
                  <a:lnTo>
                    <a:pt x="7620" y="10160"/>
                  </a:lnTo>
                  <a:lnTo>
                    <a:pt x="7620" y="11430"/>
                  </a:lnTo>
                  <a:lnTo>
                    <a:pt x="6350" y="11430"/>
                  </a:lnTo>
                  <a:lnTo>
                    <a:pt x="6350" y="12700"/>
                  </a:lnTo>
                  <a:lnTo>
                    <a:pt x="6350" y="13970"/>
                  </a:lnTo>
                  <a:lnTo>
                    <a:pt x="5080" y="13970"/>
                  </a:lnTo>
                  <a:lnTo>
                    <a:pt x="5080" y="15240"/>
                  </a:lnTo>
                  <a:lnTo>
                    <a:pt x="3810" y="15240"/>
                  </a:lnTo>
                  <a:lnTo>
                    <a:pt x="3810" y="16510"/>
                  </a:lnTo>
                  <a:lnTo>
                    <a:pt x="299720" y="16510"/>
                  </a:lnTo>
                  <a:lnTo>
                    <a:pt x="299720" y="15367"/>
                  </a:lnTo>
                  <a:lnTo>
                    <a:pt x="299720" y="15240"/>
                  </a:lnTo>
                  <a:close/>
                </a:path>
                <a:path w="302260" h="21590">
                  <a:moveTo>
                    <a:pt x="302260" y="19050"/>
                  </a:moveTo>
                  <a:lnTo>
                    <a:pt x="300990" y="19050"/>
                  </a:lnTo>
                  <a:lnTo>
                    <a:pt x="300990" y="16637"/>
                  </a:lnTo>
                  <a:lnTo>
                    <a:pt x="2540" y="16637"/>
                  </a:lnTo>
                  <a:lnTo>
                    <a:pt x="2540" y="19050"/>
                  </a:lnTo>
                  <a:lnTo>
                    <a:pt x="1270" y="19050"/>
                  </a:lnTo>
                  <a:lnTo>
                    <a:pt x="1270" y="20320"/>
                  </a:lnTo>
                  <a:lnTo>
                    <a:pt x="0" y="20320"/>
                  </a:lnTo>
                  <a:lnTo>
                    <a:pt x="0" y="21590"/>
                  </a:lnTo>
                  <a:lnTo>
                    <a:pt x="302260" y="21590"/>
                  </a:lnTo>
                  <a:lnTo>
                    <a:pt x="302260" y="20320"/>
                  </a:lnTo>
                  <a:lnTo>
                    <a:pt x="302260" y="19050"/>
                  </a:lnTo>
                  <a:close/>
                </a:path>
              </a:pathLst>
            </a:custGeom>
            <a:solidFill>
              <a:srgbClr val="11111E"/>
            </a:solidFill>
          </p:spPr>
          <p:txBody>
            <a:bodyPr wrap="square" lIns="0" tIns="0" rIns="0" bIns="0" rtlCol="0"/>
            <a:lstStyle/>
            <a:p/>
          </p:txBody>
        </p:sp>
        <p:sp>
          <p:nvSpPr>
            <p:cNvPr id="491" name="object 491"/>
            <p:cNvSpPr/>
            <p:nvPr/>
          </p:nvSpPr>
          <p:spPr>
            <a:xfrm>
              <a:off x="2840990" y="1144269"/>
              <a:ext cx="327660" cy="21590"/>
            </a:xfrm>
            <a:custGeom>
              <a:avLst/>
              <a:gdLst/>
              <a:ahLst/>
              <a:cxnLst/>
              <a:rect l="l" t="t" r="r" b="b"/>
              <a:pathLst>
                <a:path w="327660" h="21590">
                  <a:moveTo>
                    <a:pt x="325120" y="13970"/>
                  </a:moveTo>
                  <a:lnTo>
                    <a:pt x="323850" y="13970"/>
                  </a:lnTo>
                  <a:lnTo>
                    <a:pt x="323850" y="12700"/>
                  </a:lnTo>
                  <a:lnTo>
                    <a:pt x="323850" y="11430"/>
                  </a:lnTo>
                  <a:lnTo>
                    <a:pt x="322580" y="11430"/>
                  </a:lnTo>
                  <a:lnTo>
                    <a:pt x="322580" y="10160"/>
                  </a:lnTo>
                  <a:lnTo>
                    <a:pt x="321310" y="10160"/>
                  </a:lnTo>
                  <a:lnTo>
                    <a:pt x="321310" y="7747"/>
                  </a:lnTo>
                  <a:lnTo>
                    <a:pt x="320040" y="7747"/>
                  </a:lnTo>
                  <a:lnTo>
                    <a:pt x="320040" y="5207"/>
                  </a:lnTo>
                  <a:lnTo>
                    <a:pt x="318770" y="5207"/>
                  </a:lnTo>
                  <a:lnTo>
                    <a:pt x="318770" y="3810"/>
                  </a:lnTo>
                  <a:lnTo>
                    <a:pt x="317500" y="3810"/>
                  </a:lnTo>
                  <a:lnTo>
                    <a:pt x="317500" y="2540"/>
                  </a:lnTo>
                  <a:lnTo>
                    <a:pt x="317500" y="1270"/>
                  </a:lnTo>
                  <a:lnTo>
                    <a:pt x="316230" y="1270"/>
                  </a:lnTo>
                  <a:lnTo>
                    <a:pt x="316230" y="127"/>
                  </a:lnTo>
                  <a:lnTo>
                    <a:pt x="316230" y="0"/>
                  </a:lnTo>
                  <a:lnTo>
                    <a:pt x="314960" y="0"/>
                  </a:lnTo>
                  <a:lnTo>
                    <a:pt x="11430" y="0"/>
                  </a:lnTo>
                  <a:lnTo>
                    <a:pt x="11430" y="1270"/>
                  </a:lnTo>
                  <a:lnTo>
                    <a:pt x="11430" y="2540"/>
                  </a:lnTo>
                  <a:lnTo>
                    <a:pt x="10160" y="2540"/>
                  </a:lnTo>
                  <a:lnTo>
                    <a:pt x="10160" y="3810"/>
                  </a:lnTo>
                  <a:lnTo>
                    <a:pt x="8890" y="3810"/>
                  </a:lnTo>
                  <a:lnTo>
                    <a:pt x="8890" y="5207"/>
                  </a:lnTo>
                  <a:lnTo>
                    <a:pt x="7620" y="5207"/>
                  </a:lnTo>
                  <a:lnTo>
                    <a:pt x="7620" y="7747"/>
                  </a:lnTo>
                  <a:lnTo>
                    <a:pt x="6350" y="7747"/>
                  </a:lnTo>
                  <a:lnTo>
                    <a:pt x="6350" y="10160"/>
                  </a:lnTo>
                  <a:lnTo>
                    <a:pt x="5080" y="10160"/>
                  </a:lnTo>
                  <a:lnTo>
                    <a:pt x="5080" y="11430"/>
                  </a:lnTo>
                  <a:lnTo>
                    <a:pt x="5080" y="12700"/>
                  </a:lnTo>
                  <a:lnTo>
                    <a:pt x="3810" y="12700"/>
                  </a:lnTo>
                  <a:lnTo>
                    <a:pt x="3810" y="13970"/>
                  </a:lnTo>
                  <a:lnTo>
                    <a:pt x="3810" y="15240"/>
                  </a:lnTo>
                  <a:lnTo>
                    <a:pt x="2540" y="15240"/>
                  </a:lnTo>
                  <a:lnTo>
                    <a:pt x="2540" y="16510"/>
                  </a:lnTo>
                  <a:lnTo>
                    <a:pt x="325120" y="16510"/>
                  </a:lnTo>
                  <a:lnTo>
                    <a:pt x="325120" y="15240"/>
                  </a:lnTo>
                  <a:lnTo>
                    <a:pt x="325120" y="13970"/>
                  </a:lnTo>
                  <a:close/>
                </a:path>
                <a:path w="327660" h="21590">
                  <a:moveTo>
                    <a:pt x="327660" y="19050"/>
                  </a:moveTo>
                  <a:lnTo>
                    <a:pt x="326390" y="19050"/>
                  </a:lnTo>
                  <a:lnTo>
                    <a:pt x="326390" y="16522"/>
                  </a:lnTo>
                  <a:lnTo>
                    <a:pt x="1270" y="16522"/>
                  </a:lnTo>
                  <a:lnTo>
                    <a:pt x="1270" y="19050"/>
                  </a:lnTo>
                  <a:lnTo>
                    <a:pt x="0" y="19050"/>
                  </a:lnTo>
                  <a:lnTo>
                    <a:pt x="0" y="21590"/>
                  </a:lnTo>
                  <a:lnTo>
                    <a:pt x="327660" y="21590"/>
                  </a:lnTo>
                  <a:lnTo>
                    <a:pt x="327660" y="19050"/>
                  </a:lnTo>
                  <a:close/>
                </a:path>
              </a:pathLst>
            </a:custGeom>
            <a:solidFill>
              <a:srgbClr val="12121F"/>
            </a:solidFill>
          </p:spPr>
          <p:txBody>
            <a:bodyPr wrap="square" lIns="0" tIns="0" rIns="0" bIns="0" rtlCol="0"/>
            <a:lstStyle/>
            <a:p/>
          </p:txBody>
        </p:sp>
        <p:sp>
          <p:nvSpPr>
            <p:cNvPr id="492" name="object 492"/>
            <p:cNvSpPr/>
            <p:nvPr/>
          </p:nvSpPr>
          <p:spPr>
            <a:xfrm>
              <a:off x="2832100" y="1165859"/>
              <a:ext cx="346710" cy="20320"/>
            </a:xfrm>
            <a:custGeom>
              <a:avLst/>
              <a:gdLst/>
              <a:ahLst/>
              <a:cxnLst/>
              <a:rect l="l" t="t" r="r" b="b"/>
              <a:pathLst>
                <a:path w="346710" h="20319">
                  <a:moveTo>
                    <a:pt x="340360" y="5080"/>
                  </a:moveTo>
                  <a:lnTo>
                    <a:pt x="339090" y="5080"/>
                  </a:lnTo>
                  <a:lnTo>
                    <a:pt x="339090" y="2540"/>
                  </a:lnTo>
                  <a:lnTo>
                    <a:pt x="337820" y="2540"/>
                  </a:lnTo>
                  <a:lnTo>
                    <a:pt x="337820" y="0"/>
                  </a:lnTo>
                  <a:lnTo>
                    <a:pt x="7620" y="0"/>
                  </a:lnTo>
                  <a:lnTo>
                    <a:pt x="7620" y="2540"/>
                  </a:lnTo>
                  <a:lnTo>
                    <a:pt x="6350" y="2540"/>
                  </a:lnTo>
                  <a:lnTo>
                    <a:pt x="6350" y="5080"/>
                  </a:lnTo>
                  <a:lnTo>
                    <a:pt x="5080" y="5080"/>
                  </a:lnTo>
                  <a:lnTo>
                    <a:pt x="5080" y="7620"/>
                  </a:lnTo>
                  <a:lnTo>
                    <a:pt x="340360" y="7620"/>
                  </a:lnTo>
                  <a:lnTo>
                    <a:pt x="340360" y="5080"/>
                  </a:lnTo>
                  <a:close/>
                </a:path>
                <a:path w="346710" h="20319">
                  <a:moveTo>
                    <a:pt x="344170" y="12700"/>
                  </a:moveTo>
                  <a:lnTo>
                    <a:pt x="342900" y="12700"/>
                  </a:lnTo>
                  <a:lnTo>
                    <a:pt x="342900" y="10160"/>
                  </a:lnTo>
                  <a:lnTo>
                    <a:pt x="341630" y="10160"/>
                  </a:lnTo>
                  <a:lnTo>
                    <a:pt x="341630" y="7632"/>
                  </a:lnTo>
                  <a:lnTo>
                    <a:pt x="3810" y="7632"/>
                  </a:lnTo>
                  <a:lnTo>
                    <a:pt x="3810" y="10160"/>
                  </a:lnTo>
                  <a:lnTo>
                    <a:pt x="2540" y="10160"/>
                  </a:lnTo>
                  <a:lnTo>
                    <a:pt x="2540" y="12700"/>
                  </a:lnTo>
                  <a:lnTo>
                    <a:pt x="2540" y="13970"/>
                  </a:lnTo>
                  <a:lnTo>
                    <a:pt x="344170" y="13970"/>
                  </a:lnTo>
                  <a:lnTo>
                    <a:pt x="344170" y="12700"/>
                  </a:lnTo>
                  <a:close/>
                </a:path>
                <a:path w="346710" h="20319">
                  <a:moveTo>
                    <a:pt x="346710" y="19050"/>
                  </a:moveTo>
                  <a:lnTo>
                    <a:pt x="345440" y="19050"/>
                  </a:lnTo>
                  <a:lnTo>
                    <a:pt x="345440" y="16510"/>
                  </a:lnTo>
                  <a:lnTo>
                    <a:pt x="344170" y="16510"/>
                  </a:lnTo>
                  <a:lnTo>
                    <a:pt x="344170" y="13982"/>
                  </a:lnTo>
                  <a:lnTo>
                    <a:pt x="1270" y="13982"/>
                  </a:lnTo>
                  <a:lnTo>
                    <a:pt x="1270" y="16510"/>
                  </a:lnTo>
                  <a:lnTo>
                    <a:pt x="0" y="16510"/>
                  </a:lnTo>
                  <a:lnTo>
                    <a:pt x="0" y="19050"/>
                  </a:lnTo>
                  <a:lnTo>
                    <a:pt x="0" y="20320"/>
                  </a:lnTo>
                  <a:lnTo>
                    <a:pt x="346710" y="20320"/>
                  </a:lnTo>
                  <a:lnTo>
                    <a:pt x="346710" y="19050"/>
                  </a:lnTo>
                  <a:close/>
                </a:path>
              </a:pathLst>
            </a:custGeom>
            <a:solidFill>
              <a:srgbClr val="121220"/>
            </a:solidFill>
          </p:spPr>
          <p:txBody>
            <a:bodyPr wrap="square" lIns="0" tIns="0" rIns="0" bIns="0" rtlCol="0"/>
            <a:lstStyle/>
            <a:p/>
          </p:txBody>
        </p:sp>
        <p:sp>
          <p:nvSpPr>
            <p:cNvPr id="493" name="object 493"/>
            <p:cNvSpPr/>
            <p:nvPr/>
          </p:nvSpPr>
          <p:spPr>
            <a:xfrm>
              <a:off x="2823210" y="1186192"/>
              <a:ext cx="363220" cy="21590"/>
            </a:xfrm>
            <a:custGeom>
              <a:avLst/>
              <a:gdLst/>
              <a:ahLst/>
              <a:cxnLst/>
              <a:rect l="l" t="t" r="r" b="b"/>
              <a:pathLst>
                <a:path w="363219" h="21590">
                  <a:moveTo>
                    <a:pt x="356870" y="2527"/>
                  </a:moveTo>
                  <a:lnTo>
                    <a:pt x="355600" y="2527"/>
                  </a:lnTo>
                  <a:lnTo>
                    <a:pt x="355600" y="0"/>
                  </a:lnTo>
                  <a:lnTo>
                    <a:pt x="7620" y="0"/>
                  </a:lnTo>
                  <a:lnTo>
                    <a:pt x="7620" y="2527"/>
                  </a:lnTo>
                  <a:lnTo>
                    <a:pt x="6350" y="2527"/>
                  </a:lnTo>
                  <a:lnTo>
                    <a:pt x="6350" y="6337"/>
                  </a:lnTo>
                  <a:lnTo>
                    <a:pt x="356870" y="6337"/>
                  </a:lnTo>
                  <a:lnTo>
                    <a:pt x="356870" y="2527"/>
                  </a:lnTo>
                  <a:close/>
                </a:path>
                <a:path w="363219" h="21590">
                  <a:moveTo>
                    <a:pt x="361950" y="16497"/>
                  </a:moveTo>
                  <a:lnTo>
                    <a:pt x="360680" y="16497"/>
                  </a:lnTo>
                  <a:lnTo>
                    <a:pt x="360680" y="15227"/>
                  </a:lnTo>
                  <a:lnTo>
                    <a:pt x="360680" y="12687"/>
                  </a:lnTo>
                  <a:lnTo>
                    <a:pt x="359410" y="12687"/>
                  </a:lnTo>
                  <a:lnTo>
                    <a:pt x="359410" y="8877"/>
                  </a:lnTo>
                  <a:lnTo>
                    <a:pt x="358140" y="8877"/>
                  </a:lnTo>
                  <a:lnTo>
                    <a:pt x="358140" y="6350"/>
                  </a:lnTo>
                  <a:lnTo>
                    <a:pt x="5080" y="6350"/>
                  </a:lnTo>
                  <a:lnTo>
                    <a:pt x="5080" y="8877"/>
                  </a:lnTo>
                  <a:lnTo>
                    <a:pt x="3810" y="8877"/>
                  </a:lnTo>
                  <a:lnTo>
                    <a:pt x="3810" y="12687"/>
                  </a:lnTo>
                  <a:lnTo>
                    <a:pt x="2540" y="12687"/>
                  </a:lnTo>
                  <a:lnTo>
                    <a:pt x="2540" y="15227"/>
                  </a:lnTo>
                  <a:lnTo>
                    <a:pt x="1270" y="15227"/>
                  </a:lnTo>
                  <a:lnTo>
                    <a:pt x="1270" y="16497"/>
                  </a:lnTo>
                  <a:lnTo>
                    <a:pt x="1270" y="19037"/>
                  </a:lnTo>
                  <a:lnTo>
                    <a:pt x="361950" y="19037"/>
                  </a:lnTo>
                  <a:lnTo>
                    <a:pt x="361950" y="16497"/>
                  </a:lnTo>
                  <a:close/>
                </a:path>
                <a:path w="363219" h="21590">
                  <a:moveTo>
                    <a:pt x="363220" y="19050"/>
                  </a:moveTo>
                  <a:lnTo>
                    <a:pt x="0" y="19050"/>
                  </a:lnTo>
                  <a:lnTo>
                    <a:pt x="0" y="21577"/>
                  </a:lnTo>
                  <a:lnTo>
                    <a:pt x="363207" y="21577"/>
                  </a:lnTo>
                  <a:lnTo>
                    <a:pt x="363220" y="19050"/>
                  </a:lnTo>
                  <a:close/>
                </a:path>
              </a:pathLst>
            </a:custGeom>
            <a:solidFill>
              <a:srgbClr val="131321"/>
            </a:solidFill>
          </p:spPr>
          <p:txBody>
            <a:bodyPr wrap="square" lIns="0" tIns="0" rIns="0" bIns="0" rtlCol="0"/>
            <a:lstStyle/>
            <a:p/>
          </p:txBody>
        </p:sp>
        <p:sp>
          <p:nvSpPr>
            <p:cNvPr id="494" name="object 494"/>
            <p:cNvSpPr/>
            <p:nvPr/>
          </p:nvSpPr>
          <p:spPr>
            <a:xfrm>
              <a:off x="2815590" y="1207769"/>
              <a:ext cx="377190" cy="21590"/>
            </a:xfrm>
            <a:custGeom>
              <a:avLst/>
              <a:gdLst/>
              <a:ahLst/>
              <a:cxnLst/>
              <a:rect l="l" t="t" r="r" b="b"/>
              <a:pathLst>
                <a:path w="377189" h="21590">
                  <a:moveTo>
                    <a:pt x="377190" y="16510"/>
                  </a:moveTo>
                  <a:lnTo>
                    <a:pt x="375920" y="16510"/>
                  </a:lnTo>
                  <a:lnTo>
                    <a:pt x="375920" y="13970"/>
                  </a:lnTo>
                  <a:lnTo>
                    <a:pt x="375920" y="12700"/>
                  </a:lnTo>
                  <a:lnTo>
                    <a:pt x="374650" y="12700"/>
                  </a:lnTo>
                  <a:lnTo>
                    <a:pt x="374650" y="10160"/>
                  </a:lnTo>
                  <a:lnTo>
                    <a:pt x="374650" y="8890"/>
                  </a:lnTo>
                  <a:lnTo>
                    <a:pt x="373380" y="8890"/>
                  </a:lnTo>
                  <a:lnTo>
                    <a:pt x="373380" y="7620"/>
                  </a:lnTo>
                  <a:lnTo>
                    <a:pt x="373380" y="5080"/>
                  </a:lnTo>
                  <a:lnTo>
                    <a:pt x="372110" y="5080"/>
                  </a:lnTo>
                  <a:lnTo>
                    <a:pt x="372110" y="3810"/>
                  </a:lnTo>
                  <a:lnTo>
                    <a:pt x="372110" y="1270"/>
                  </a:lnTo>
                  <a:lnTo>
                    <a:pt x="370827" y="1270"/>
                  </a:lnTo>
                  <a:lnTo>
                    <a:pt x="370827" y="0"/>
                  </a:lnTo>
                  <a:lnTo>
                    <a:pt x="6350" y="0"/>
                  </a:lnTo>
                  <a:lnTo>
                    <a:pt x="6350" y="1270"/>
                  </a:lnTo>
                  <a:lnTo>
                    <a:pt x="6350" y="3810"/>
                  </a:lnTo>
                  <a:lnTo>
                    <a:pt x="5080" y="3810"/>
                  </a:lnTo>
                  <a:lnTo>
                    <a:pt x="5080" y="5080"/>
                  </a:lnTo>
                  <a:lnTo>
                    <a:pt x="5080" y="7620"/>
                  </a:lnTo>
                  <a:lnTo>
                    <a:pt x="3810" y="7620"/>
                  </a:lnTo>
                  <a:lnTo>
                    <a:pt x="3810" y="8890"/>
                  </a:lnTo>
                  <a:lnTo>
                    <a:pt x="3810" y="10160"/>
                  </a:lnTo>
                  <a:lnTo>
                    <a:pt x="2540" y="10160"/>
                  </a:lnTo>
                  <a:lnTo>
                    <a:pt x="2540" y="12700"/>
                  </a:lnTo>
                  <a:lnTo>
                    <a:pt x="2540" y="13970"/>
                  </a:lnTo>
                  <a:lnTo>
                    <a:pt x="1270" y="13970"/>
                  </a:lnTo>
                  <a:lnTo>
                    <a:pt x="1270" y="16510"/>
                  </a:lnTo>
                  <a:lnTo>
                    <a:pt x="1270" y="17780"/>
                  </a:lnTo>
                  <a:lnTo>
                    <a:pt x="0" y="17780"/>
                  </a:lnTo>
                  <a:lnTo>
                    <a:pt x="0" y="21590"/>
                  </a:lnTo>
                  <a:lnTo>
                    <a:pt x="377177" y="21590"/>
                  </a:lnTo>
                  <a:lnTo>
                    <a:pt x="377177" y="17780"/>
                  </a:lnTo>
                  <a:lnTo>
                    <a:pt x="377190" y="16510"/>
                  </a:lnTo>
                  <a:close/>
                </a:path>
              </a:pathLst>
            </a:custGeom>
            <a:solidFill>
              <a:srgbClr val="141422"/>
            </a:solidFill>
          </p:spPr>
          <p:txBody>
            <a:bodyPr wrap="square" lIns="0" tIns="0" rIns="0" bIns="0" rtlCol="0"/>
            <a:lstStyle/>
            <a:p/>
          </p:txBody>
        </p:sp>
        <p:sp>
          <p:nvSpPr>
            <p:cNvPr id="495" name="object 495"/>
            <p:cNvSpPr/>
            <p:nvPr/>
          </p:nvSpPr>
          <p:spPr>
            <a:xfrm>
              <a:off x="2809240" y="1229359"/>
              <a:ext cx="388620" cy="21590"/>
            </a:xfrm>
            <a:custGeom>
              <a:avLst/>
              <a:gdLst/>
              <a:ahLst/>
              <a:cxnLst/>
              <a:rect l="l" t="t" r="r" b="b"/>
              <a:pathLst>
                <a:path w="388619" h="21590">
                  <a:moveTo>
                    <a:pt x="166357" y="20332"/>
                  </a:moveTo>
                  <a:lnTo>
                    <a:pt x="0" y="20332"/>
                  </a:lnTo>
                  <a:lnTo>
                    <a:pt x="0" y="21590"/>
                  </a:lnTo>
                  <a:lnTo>
                    <a:pt x="166357" y="21590"/>
                  </a:lnTo>
                  <a:lnTo>
                    <a:pt x="166357" y="20332"/>
                  </a:lnTo>
                  <a:close/>
                </a:path>
                <a:path w="388619" h="21590">
                  <a:moveTo>
                    <a:pt x="388620" y="20332"/>
                  </a:moveTo>
                  <a:lnTo>
                    <a:pt x="226060" y="20332"/>
                  </a:lnTo>
                  <a:lnTo>
                    <a:pt x="226060" y="21590"/>
                  </a:lnTo>
                  <a:lnTo>
                    <a:pt x="388620" y="21590"/>
                  </a:lnTo>
                  <a:lnTo>
                    <a:pt x="388620" y="20332"/>
                  </a:lnTo>
                  <a:close/>
                </a:path>
                <a:path w="388619" h="21590">
                  <a:moveTo>
                    <a:pt x="388620" y="17780"/>
                  </a:moveTo>
                  <a:lnTo>
                    <a:pt x="388607" y="16510"/>
                  </a:lnTo>
                  <a:lnTo>
                    <a:pt x="388607" y="15240"/>
                  </a:lnTo>
                  <a:lnTo>
                    <a:pt x="387350" y="15240"/>
                  </a:lnTo>
                  <a:lnTo>
                    <a:pt x="387350" y="13970"/>
                  </a:lnTo>
                  <a:lnTo>
                    <a:pt x="387350" y="12700"/>
                  </a:lnTo>
                  <a:lnTo>
                    <a:pt x="387350" y="11430"/>
                  </a:lnTo>
                  <a:lnTo>
                    <a:pt x="387350" y="8890"/>
                  </a:lnTo>
                  <a:lnTo>
                    <a:pt x="386080" y="8890"/>
                  </a:lnTo>
                  <a:lnTo>
                    <a:pt x="386080" y="7620"/>
                  </a:lnTo>
                  <a:lnTo>
                    <a:pt x="386080" y="6350"/>
                  </a:lnTo>
                  <a:lnTo>
                    <a:pt x="386080" y="5080"/>
                  </a:lnTo>
                  <a:lnTo>
                    <a:pt x="386080" y="3810"/>
                  </a:lnTo>
                  <a:lnTo>
                    <a:pt x="384810" y="3810"/>
                  </a:lnTo>
                  <a:lnTo>
                    <a:pt x="384810" y="1270"/>
                  </a:lnTo>
                  <a:lnTo>
                    <a:pt x="384810" y="0"/>
                  </a:lnTo>
                  <a:lnTo>
                    <a:pt x="6350" y="0"/>
                  </a:lnTo>
                  <a:lnTo>
                    <a:pt x="6350" y="1270"/>
                  </a:lnTo>
                  <a:lnTo>
                    <a:pt x="5080" y="1270"/>
                  </a:lnTo>
                  <a:lnTo>
                    <a:pt x="5080" y="3810"/>
                  </a:lnTo>
                  <a:lnTo>
                    <a:pt x="5080" y="5080"/>
                  </a:lnTo>
                  <a:lnTo>
                    <a:pt x="5080" y="6350"/>
                  </a:lnTo>
                  <a:lnTo>
                    <a:pt x="3810" y="6350"/>
                  </a:lnTo>
                  <a:lnTo>
                    <a:pt x="3810" y="7620"/>
                  </a:lnTo>
                  <a:lnTo>
                    <a:pt x="3810" y="8890"/>
                  </a:lnTo>
                  <a:lnTo>
                    <a:pt x="3810" y="10160"/>
                  </a:lnTo>
                  <a:lnTo>
                    <a:pt x="2540" y="10160"/>
                  </a:lnTo>
                  <a:lnTo>
                    <a:pt x="2540" y="11430"/>
                  </a:lnTo>
                  <a:lnTo>
                    <a:pt x="2540" y="13970"/>
                  </a:lnTo>
                  <a:lnTo>
                    <a:pt x="2540" y="15240"/>
                  </a:lnTo>
                  <a:lnTo>
                    <a:pt x="1270" y="15240"/>
                  </a:lnTo>
                  <a:lnTo>
                    <a:pt x="1270" y="16510"/>
                  </a:lnTo>
                  <a:lnTo>
                    <a:pt x="1270" y="17780"/>
                  </a:lnTo>
                  <a:lnTo>
                    <a:pt x="1270" y="19050"/>
                  </a:lnTo>
                  <a:lnTo>
                    <a:pt x="1270" y="20320"/>
                  </a:lnTo>
                  <a:lnTo>
                    <a:pt x="167640" y="20320"/>
                  </a:lnTo>
                  <a:lnTo>
                    <a:pt x="167640" y="19050"/>
                  </a:lnTo>
                  <a:lnTo>
                    <a:pt x="168910" y="19050"/>
                  </a:lnTo>
                  <a:lnTo>
                    <a:pt x="168910" y="17780"/>
                  </a:lnTo>
                  <a:lnTo>
                    <a:pt x="170180" y="17780"/>
                  </a:lnTo>
                  <a:lnTo>
                    <a:pt x="170180" y="16510"/>
                  </a:lnTo>
                  <a:lnTo>
                    <a:pt x="172720" y="16510"/>
                  </a:lnTo>
                  <a:lnTo>
                    <a:pt x="172720" y="15240"/>
                  </a:lnTo>
                  <a:lnTo>
                    <a:pt x="173990" y="15240"/>
                  </a:lnTo>
                  <a:lnTo>
                    <a:pt x="173990" y="13970"/>
                  </a:lnTo>
                  <a:lnTo>
                    <a:pt x="175260" y="13970"/>
                  </a:lnTo>
                  <a:lnTo>
                    <a:pt x="175260" y="11430"/>
                  </a:lnTo>
                  <a:lnTo>
                    <a:pt x="176530" y="11430"/>
                  </a:lnTo>
                  <a:lnTo>
                    <a:pt x="176530" y="10160"/>
                  </a:lnTo>
                  <a:lnTo>
                    <a:pt x="179070" y="10160"/>
                  </a:lnTo>
                  <a:lnTo>
                    <a:pt x="179070" y="8890"/>
                  </a:lnTo>
                  <a:lnTo>
                    <a:pt x="181610" y="8890"/>
                  </a:lnTo>
                  <a:lnTo>
                    <a:pt x="181610" y="7620"/>
                  </a:lnTo>
                  <a:lnTo>
                    <a:pt x="185420" y="7620"/>
                  </a:lnTo>
                  <a:lnTo>
                    <a:pt x="185420" y="6350"/>
                  </a:lnTo>
                  <a:lnTo>
                    <a:pt x="190500" y="6350"/>
                  </a:lnTo>
                  <a:lnTo>
                    <a:pt x="190500" y="5080"/>
                  </a:lnTo>
                  <a:lnTo>
                    <a:pt x="200660" y="5080"/>
                  </a:lnTo>
                  <a:lnTo>
                    <a:pt x="200660" y="6350"/>
                  </a:lnTo>
                  <a:lnTo>
                    <a:pt x="204470" y="6350"/>
                  </a:lnTo>
                  <a:lnTo>
                    <a:pt x="204470" y="7620"/>
                  </a:lnTo>
                  <a:lnTo>
                    <a:pt x="209550" y="7620"/>
                  </a:lnTo>
                  <a:lnTo>
                    <a:pt x="209550" y="8890"/>
                  </a:lnTo>
                  <a:lnTo>
                    <a:pt x="214630" y="8890"/>
                  </a:lnTo>
                  <a:lnTo>
                    <a:pt x="214630" y="11430"/>
                  </a:lnTo>
                  <a:lnTo>
                    <a:pt x="215900" y="11430"/>
                  </a:lnTo>
                  <a:lnTo>
                    <a:pt x="215900" y="12700"/>
                  </a:lnTo>
                  <a:lnTo>
                    <a:pt x="218440" y="12700"/>
                  </a:lnTo>
                  <a:lnTo>
                    <a:pt x="218440" y="13970"/>
                  </a:lnTo>
                  <a:lnTo>
                    <a:pt x="219710" y="13970"/>
                  </a:lnTo>
                  <a:lnTo>
                    <a:pt x="219710" y="15240"/>
                  </a:lnTo>
                  <a:lnTo>
                    <a:pt x="220980" y="15240"/>
                  </a:lnTo>
                  <a:lnTo>
                    <a:pt x="220980" y="16510"/>
                  </a:lnTo>
                  <a:lnTo>
                    <a:pt x="222250" y="16510"/>
                  </a:lnTo>
                  <a:lnTo>
                    <a:pt x="222250" y="17780"/>
                  </a:lnTo>
                  <a:lnTo>
                    <a:pt x="223520" y="17780"/>
                  </a:lnTo>
                  <a:lnTo>
                    <a:pt x="223520" y="19050"/>
                  </a:lnTo>
                  <a:lnTo>
                    <a:pt x="224790" y="19050"/>
                  </a:lnTo>
                  <a:lnTo>
                    <a:pt x="224790" y="20320"/>
                  </a:lnTo>
                  <a:lnTo>
                    <a:pt x="388620" y="20320"/>
                  </a:lnTo>
                  <a:lnTo>
                    <a:pt x="388620" y="19050"/>
                  </a:lnTo>
                  <a:lnTo>
                    <a:pt x="388620" y="17780"/>
                  </a:lnTo>
                  <a:close/>
                </a:path>
              </a:pathLst>
            </a:custGeom>
            <a:solidFill>
              <a:srgbClr val="141423"/>
            </a:solidFill>
          </p:spPr>
          <p:txBody>
            <a:bodyPr wrap="square" lIns="0" tIns="0" rIns="0" bIns="0" rtlCol="0"/>
            <a:lstStyle/>
            <a:p/>
          </p:txBody>
        </p:sp>
        <p:sp>
          <p:nvSpPr>
            <p:cNvPr id="496" name="object 496"/>
            <p:cNvSpPr/>
            <p:nvPr/>
          </p:nvSpPr>
          <p:spPr>
            <a:xfrm>
              <a:off x="2805430" y="1250949"/>
              <a:ext cx="396240" cy="21590"/>
            </a:xfrm>
            <a:custGeom>
              <a:avLst/>
              <a:gdLst/>
              <a:ahLst/>
              <a:cxnLst/>
              <a:rect l="l" t="t" r="r" b="b"/>
              <a:pathLst>
                <a:path w="396239" h="21590">
                  <a:moveTo>
                    <a:pt x="170167" y="0"/>
                  </a:moveTo>
                  <a:lnTo>
                    <a:pt x="3810" y="0"/>
                  </a:lnTo>
                  <a:lnTo>
                    <a:pt x="3810" y="1270"/>
                  </a:lnTo>
                  <a:lnTo>
                    <a:pt x="3810" y="2540"/>
                  </a:lnTo>
                  <a:lnTo>
                    <a:pt x="3810" y="5080"/>
                  </a:lnTo>
                  <a:lnTo>
                    <a:pt x="2540" y="5080"/>
                  </a:lnTo>
                  <a:lnTo>
                    <a:pt x="2540" y="6350"/>
                  </a:lnTo>
                  <a:lnTo>
                    <a:pt x="2540" y="8890"/>
                  </a:lnTo>
                  <a:lnTo>
                    <a:pt x="2540" y="11430"/>
                  </a:lnTo>
                  <a:lnTo>
                    <a:pt x="2540" y="12700"/>
                  </a:lnTo>
                  <a:lnTo>
                    <a:pt x="1270" y="12700"/>
                  </a:lnTo>
                  <a:lnTo>
                    <a:pt x="1270" y="15240"/>
                  </a:lnTo>
                  <a:lnTo>
                    <a:pt x="1270" y="17780"/>
                  </a:lnTo>
                  <a:lnTo>
                    <a:pt x="1270" y="19050"/>
                  </a:lnTo>
                  <a:lnTo>
                    <a:pt x="0" y="19050"/>
                  </a:lnTo>
                  <a:lnTo>
                    <a:pt x="0" y="21590"/>
                  </a:lnTo>
                  <a:lnTo>
                    <a:pt x="160020" y="21590"/>
                  </a:lnTo>
                  <a:lnTo>
                    <a:pt x="160020" y="19050"/>
                  </a:lnTo>
                  <a:lnTo>
                    <a:pt x="160020" y="17780"/>
                  </a:lnTo>
                  <a:lnTo>
                    <a:pt x="161290" y="17780"/>
                  </a:lnTo>
                  <a:lnTo>
                    <a:pt x="161290" y="15240"/>
                  </a:lnTo>
                  <a:lnTo>
                    <a:pt x="162560" y="15240"/>
                  </a:lnTo>
                  <a:lnTo>
                    <a:pt x="162560" y="12700"/>
                  </a:lnTo>
                  <a:lnTo>
                    <a:pt x="163817" y="12700"/>
                  </a:lnTo>
                  <a:lnTo>
                    <a:pt x="163817" y="11430"/>
                  </a:lnTo>
                  <a:lnTo>
                    <a:pt x="165100" y="11430"/>
                  </a:lnTo>
                  <a:lnTo>
                    <a:pt x="165100" y="8890"/>
                  </a:lnTo>
                  <a:lnTo>
                    <a:pt x="166370" y="8890"/>
                  </a:lnTo>
                  <a:lnTo>
                    <a:pt x="166370" y="6350"/>
                  </a:lnTo>
                  <a:lnTo>
                    <a:pt x="167640" y="6350"/>
                  </a:lnTo>
                  <a:lnTo>
                    <a:pt x="167640" y="5080"/>
                  </a:lnTo>
                  <a:lnTo>
                    <a:pt x="167640" y="2540"/>
                  </a:lnTo>
                  <a:lnTo>
                    <a:pt x="168910" y="2540"/>
                  </a:lnTo>
                  <a:lnTo>
                    <a:pt x="168910" y="1270"/>
                  </a:lnTo>
                  <a:lnTo>
                    <a:pt x="170167" y="1270"/>
                  </a:lnTo>
                  <a:lnTo>
                    <a:pt x="170167" y="0"/>
                  </a:lnTo>
                  <a:close/>
                </a:path>
                <a:path w="396239" h="21590">
                  <a:moveTo>
                    <a:pt x="396240" y="15240"/>
                  </a:moveTo>
                  <a:lnTo>
                    <a:pt x="394970" y="15240"/>
                  </a:lnTo>
                  <a:lnTo>
                    <a:pt x="394970" y="13970"/>
                  </a:lnTo>
                  <a:lnTo>
                    <a:pt x="394970" y="11430"/>
                  </a:lnTo>
                  <a:lnTo>
                    <a:pt x="394970" y="8890"/>
                  </a:lnTo>
                  <a:lnTo>
                    <a:pt x="394970" y="7620"/>
                  </a:lnTo>
                  <a:lnTo>
                    <a:pt x="393700" y="7620"/>
                  </a:lnTo>
                  <a:lnTo>
                    <a:pt x="393700" y="6350"/>
                  </a:lnTo>
                  <a:lnTo>
                    <a:pt x="393700" y="3810"/>
                  </a:lnTo>
                  <a:lnTo>
                    <a:pt x="393700" y="1270"/>
                  </a:lnTo>
                  <a:lnTo>
                    <a:pt x="392430" y="1270"/>
                  </a:lnTo>
                  <a:lnTo>
                    <a:pt x="392430" y="0"/>
                  </a:lnTo>
                  <a:lnTo>
                    <a:pt x="229870" y="0"/>
                  </a:lnTo>
                  <a:lnTo>
                    <a:pt x="229870" y="1270"/>
                  </a:lnTo>
                  <a:lnTo>
                    <a:pt x="231140" y="1270"/>
                  </a:lnTo>
                  <a:lnTo>
                    <a:pt x="231140" y="3810"/>
                  </a:lnTo>
                  <a:lnTo>
                    <a:pt x="232410" y="3810"/>
                  </a:lnTo>
                  <a:lnTo>
                    <a:pt x="232410" y="6350"/>
                  </a:lnTo>
                  <a:lnTo>
                    <a:pt x="233680" y="6350"/>
                  </a:lnTo>
                  <a:lnTo>
                    <a:pt x="233680" y="7620"/>
                  </a:lnTo>
                  <a:lnTo>
                    <a:pt x="233680" y="8890"/>
                  </a:lnTo>
                  <a:lnTo>
                    <a:pt x="234950" y="8890"/>
                  </a:lnTo>
                  <a:lnTo>
                    <a:pt x="234950" y="11430"/>
                  </a:lnTo>
                  <a:lnTo>
                    <a:pt x="236220" y="11430"/>
                  </a:lnTo>
                  <a:lnTo>
                    <a:pt x="236220" y="13970"/>
                  </a:lnTo>
                  <a:lnTo>
                    <a:pt x="237490" y="13970"/>
                  </a:lnTo>
                  <a:lnTo>
                    <a:pt x="237490" y="15240"/>
                  </a:lnTo>
                  <a:lnTo>
                    <a:pt x="237490" y="17780"/>
                  </a:lnTo>
                  <a:lnTo>
                    <a:pt x="238760" y="17780"/>
                  </a:lnTo>
                  <a:lnTo>
                    <a:pt x="238760" y="20320"/>
                  </a:lnTo>
                  <a:lnTo>
                    <a:pt x="240030" y="20320"/>
                  </a:lnTo>
                  <a:lnTo>
                    <a:pt x="240030" y="21590"/>
                  </a:lnTo>
                  <a:lnTo>
                    <a:pt x="396240" y="21590"/>
                  </a:lnTo>
                  <a:lnTo>
                    <a:pt x="396240" y="20320"/>
                  </a:lnTo>
                  <a:lnTo>
                    <a:pt x="396240" y="17780"/>
                  </a:lnTo>
                  <a:lnTo>
                    <a:pt x="396240" y="15240"/>
                  </a:lnTo>
                  <a:close/>
                </a:path>
              </a:pathLst>
            </a:custGeom>
            <a:solidFill>
              <a:srgbClr val="151524"/>
            </a:solidFill>
          </p:spPr>
          <p:txBody>
            <a:bodyPr wrap="square" lIns="0" tIns="0" rIns="0" bIns="0" rtlCol="0"/>
            <a:lstStyle/>
            <a:p/>
          </p:txBody>
        </p:sp>
        <p:sp>
          <p:nvSpPr>
            <p:cNvPr id="497" name="object 497"/>
            <p:cNvSpPr/>
            <p:nvPr/>
          </p:nvSpPr>
          <p:spPr>
            <a:xfrm>
              <a:off x="2802889" y="1272540"/>
              <a:ext cx="402590" cy="20320"/>
            </a:xfrm>
            <a:custGeom>
              <a:avLst/>
              <a:gdLst/>
              <a:ahLst/>
              <a:cxnLst/>
              <a:rect l="l" t="t" r="r" b="b"/>
              <a:pathLst>
                <a:path w="402589" h="20319">
                  <a:moveTo>
                    <a:pt x="161290" y="0"/>
                  </a:moveTo>
                  <a:lnTo>
                    <a:pt x="2540" y="0"/>
                  </a:lnTo>
                  <a:lnTo>
                    <a:pt x="2540" y="2539"/>
                  </a:lnTo>
                  <a:lnTo>
                    <a:pt x="161290" y="2539"/>
                  </a:lnTo>
                  <a:lnTo>
                    <a:pt x="161290" y="0"/>
                  </a:lnTo>
                  <a:close/>
                </a:path>
                <a:path w="402589" h="20319">
                  <a:moveTo>
                    <a:pt x="400050" y="1270"/>
                  </a:moveTo>
                  <a:lnTo>
                    <a:pt x="243840" y="1270"/>
                  </a:lnTo>
                  <a:lnTo>
                    <a:pt x="243840" y="2539"/>
                  </a:lnTo>
                  <a:lnTo>
                    <a:pt x="400050" y="2539"/>
                  </a:lnTo>
                  <a:lnTo>
                    <a:pt x="400050" y="1270"/>
                  </a:lnTo>
                  <a:close/>
                </a:path>
                <a:path w="402589" h="20319">
                  <a:moveTo>
                    <a:pt x="398780" y="0"/>
                  </a:moveTo>
                  <a:lnTo>
                    <a:pt x="242570" y="0"/>
                  </a:lnTo>
                  <a:lnTo>
                    <a:pt x="242570" y="1270"/>
                  </a:lnTo>
                  <a:lnTo>
                    <a:pt x="398780" y="1270"/>
                  </a:lnTo>
                  <a:lnTo>
                    <a:pt x="398780" y="0"/>
                  </a:lnTo>
                  <a:close/>
                </a:path>
                <a:path w="402589" h="20319">
                  <a:moveTo>
                    <a:pt x="160020" y="2540"/>
                  </a:moveTo>
                  <a:lnTo>
                    <a:pt x="2540" y="2540"/>
                  </a:lnTo>
                  <a:lnTo>
                    <a:pt x="2540" y="5080"/>
                  </a:lnTo>
                  <a:lnTo>
                    <a:pt x="1270" y="5080"/>
                  </a:lnTo>
                  <a:lnTo>
                    <a:pt x="1270" y="12700"/>
                  </a:lnTo>
                  <a:lnTo>
                    <a:pt x="0" y="12700"/>
                  </a:lnTo>
                  <a:lnTo>
                    <a:pt x="0" y="20320"/>
                  </a:lnTo>
                  <a:lnTo>
                    <a:pt x="156210" y="20320"/>
                  </a:lnTo>
                  <a:lnTo>
                    <a:pt x="156210" y="16510"/>
                  </a:lnTo>
                  <a:lnTo>
                    <a:pt x="157480" y="16510"/>
                  </a:lnTo>
                  <a:lnTo>
                    <a:pt x="157480" y="11430"/>
                  </a:lnTo>
                  <a:lnTo>
                    <a:pt x="158750" y="11430"/>
                  </a:lnTo>
                  <a:lnTo>
                    <a:pt x="158750" y="6350"/>
                  </a:lnTo>
                  <a:lnTo>
                    <a:pt x="160020" y="6350"/>
                  </a:lnTo>
                  <a:lnTo>
                    <a:pt x="160020" y="2540"/>
                  </a:lnTo>
                  <a:close/>
                </a:path>
                <a:path w="402589" h="20319">
                  <a:moveTo>
                    <a:pt x="402589" y="16510"/>
                  </a:moveTo>
                  <a:lnTo>
                    <a:pt x="247650" y="16510"/>
                  </a:lnTo>
                  <a:lnTo>
                    <a:pt x="247650" y="20320"/>
                  </a:lnTo>
                  <a:lnTo>
                    <a:pt x="402589" y="20320"/>
                  </a:lnTo>
                  <a:lnTo>
                    <a:pt x="402589" y="16510"/>
                  </a:lnTo>
                  <a:close/>
                </a:path>
                <a:path w="402589" h="20319">
                  <a:moveTo>
                    <a:pt x="400050" y="2540"/>
                  </a:moveTo>
                  <a:lnTo>
                    <a:pt x="243840" y="2540"/>
                  </a:lnTo>
                  <a:lnTo>
                    <a:pt x="243840" y="5080"/>
                  </a:lnTo>
                  <a:lnTo>
                    <a:pt x="245110" y="5080"/>
                  </a:lnTo>
                  <a:lnTo>
                    <a:pt x="245110" y="10160"/>
                  </a:lnTo>
                  <a:lnTo>
                    <a:pt x="246380" y="10160"/>
                  </a:lnTo>
                  <a:lnTo>
                    <a:pt x="246380" y="16510"/>
                  </a:lnTo>
                  <a:lnTo>
                    <a:pt x="401319" y="16510"/>
                  </a:lnTo>
                  <a:lnTo>
                    <a:pt x="401320" y="8889"/>
                  </a:lnTo>
                  <a:lnTo>
                    <a:pt x="400050" y="8889"/>
                  </a:lnTo>
                  <a:lnTo>
                    <a:pt x="400050" y="2540"/>
                  </a:lnTo>
                  <a:close/>
                </a:path>
              </a:pathLst>
            </a:custGeom>
            <a:solidFill>
              <a:srgbClr val="151525"/>
            </a:solidFill>
          </p:spPr>
          <p:txBody>
            <a:bodyPr wrap="square" lIns="0" tIns="0" rIns="0" bIns="0" rtlCol="0"/>
            <a:lstStyle/>
            <a:p/>
          </p:txBody>
        </p:sp>
        <p:sp>
          <p:nvSpPr>
            <p:cNvPr id="498" name="object 498"/>
            <p:cNvSpPr/>
            <p:nvPr/>
          </p:nvSpPr>
          <p:spPr>
            <a:xfrm>
              <a:off x="2799080" y="1292859"/>
              <a:ext cx="408940" cy="21590"/>
            </a:xfrm>
            <a:custGeom>
              <a:avLst/>
              <a:gdLst/>
              <a:ahLst/>
              <a:cxnLst/>
              <a:rect l="l" t="t" r="r" b="b"/>
              <a:pathLst>
                <a:path w="408939" h="21590">
                  <a:moveTo>
                    <a:pt x="158750" y="2540"/>
                  </a:moveTo>
                  <a:lnTo>
                    <a:pt x="2540" y="2540"/>
                  </a:lnTo>
                  <a:lnTo>
                    <a:pt x="2540" y="3810"/>
                  </a:lnTo>
                  <a:lnTo>
                    <a:pt x="158750" y="3810"/>
                  </a:lnTo>
                  <a:lnTo>
                    <a:pt x="158750" y="2540"/>
                  </a:lnTo>
                  <a:close/>
                </a:path>
                <a:path w="408939" h="21590">
                  <a:moveTo>
                    <a:pt x="160020" y="0"/>
                  </a:moveTo>
                  <a:lnTo>
                    <a:pt x="2540" y="0"/>
                  </a:lnTo>
                  <a:lnTo>
                    <a:pt x="2540" y="1270"/>
                  </a:lnTo>
                  <a:lnTo>
                    <a:pt x="160020" y="1270"/>
                  </a:lnTo>
                  <a:lnTo>
                    <a:pt x="160020" y="0"/>
                  </a:lnTo>
                  <a:close/>
                </a:path>
                <a:path w="408939" h="21590">
                  <a:moveTo>
                    <a:pt x="406387" y="2540"/>
                  </a:moveTo>
                  <a:lnTo>
                    <a:pt x="251460" y="2540"/>
                  </a:lnTo>
                  <a:lnTo>
                    <a:pt x="251460" y="3810"/>
                  </a:lnTo>
                  <a:lnTo>
                    <a:pt x="251460" y="5080"/>
                  </a:lnTo>
                  <a:lnTo>
                    <a:pt x="252730" y="5080"/>
                  </a:lnTo>
                  <a:lnTo>
                    <a:pt x="252730" y="3810"/>
                  </a:lnTo>
                  <a:lnTo>
                    <a:pt x="406387" y="3810"/>
                  </a:lnTo>
                  <a:lnTo>
                    <a:pt x="406387" y="2540"/>
                  </a:lnTo>
                  <a:close/>
                </a:path>
                <a:path w="408939" h="21590">
                  <a:moveTo>
                    <a:pt x="406387" y="0"/>
                  </a:moveTo>
                  <a:lnTo>
                    <a:pt x="251460" y="0"/>
                  </a:lnTo>
                  <a:lnTo>
                    <a:pt x="251460" y="1270"/>
                  </a:lnTo>
                  <a:lnTo>
                    <a:pt x="406387" y="1270"/>
                  </a:lnTo>
                  <a:lnTo>
                    <a:pt x="406387" y="0"/>
                  </a:lnTo>
                  <a:close/>
                </a:path>
                <a:path w="408939" h="21590">
                  <a:moveTo>
                    <a:pt x="408940" y="13970"/>
                  </a:moveTo>
                  <a:lnTo>
                    <a:pt x="407670" y="13970"/>
                  </a:lnTo>
                  <a:lnTo>
                    <a:pt x="407670" y="5080"/>
                  </a:lnTo>
                  <a:lnTo>
                    <a:pt x="407670" y="3810"/>
                  </a:lnTo>
                  <a:lnTo>
                    <a:pt x="406387" y="3810"/>
                  </a:lnTo>
                  <a:lnTo>
                    <a:pt x="406387" y="5080"/>
                  </a:lnTo>
                  <a:lnTo>
                    <a:pt x="252730" y="5080"/>
                  </a:lnTo>
                  <a:lnTo>
                    <a:pt x="252730" y="13970"/>
                  </a:lnTo>
                  <a:lnTo>
                    <a:pt x="252730" y="16510"/>
                  </a:lnTo>
                  <a:lnTo>
                    <a:pt x="157480" y="16510"/>
                  </a:lnTo>
                  <a:lnTo>
                    <a:pt x="157480" y="12700"/>
                  </a:lnTo>
                  <a:lnTo>
                    <a:pt x="158750" y="12700"/>
                  </a:lnTo>
                  <a:lnTo>
                    <a:pt x="158750" y="7620"/>
                  </a:lnTo>
                  <a:lnTo>
                    <a:pt x="158750" y="5080"/>
                  </a:lnTo>
                  <a:lnTo>
                    <a:pt x="2540" y="5080"/>
                  </a:lnTo>
                  <a:lnTo>
                    <a:pt x="2540" y="7620"/>
                  </a:lnTo>
                  <a:lnTo>
                    <a:pt x="1270" y="7620"/>
                  </a:lnTo>
                  <a:lnTo>
                    <a:pt x="1270" y="12700"/>
                  </a:lnTo>
                  <a:lnTo>
                    <a:pt x="1270" y="16510"/>
                  </a:lnTo>
                  <a:lnTo>
                    <a:pt x="0" y="16510"/>
                  </a:lnTo>
                  <a:lnTo>
                    <a:pt x="0" y="21590"/>
                  </a:lnTo>
                  <a:lnTo>
                    <a:pt x="408940" y="21590"/>
                  </a:lnTo>
                  <a:lnTo>
                    <a:pt x="408940" y="16510"/>
                  </a:lnTo>
                  <a:lnTo>
                    <a:pt x="408940" y="13970"/>
                  </a:lnTo>
                  <a:close/>
                </a:path>
              </a:pathLst>
            </a:custGeom>
            <a:solidFill>
              <a:srgbClr val="161626"/>
            </a:solidFill>
          </p:spPr>
          <p:txBody>
            <a:bodyPr wrap="square" lIns="0" tIns="0" rIns="0" bIns="0" rtlCol="0"/>
            <a:lstStyle/>
            <a:p/>
          </p:txBody>
        </p:sp>
        <p:sp>
          <p:nvSpPr>
            <p:cNvPr id="499" name="object 499"/>
            <p:cNvSpPr/>
            <p:nvPr/>
          </p:nvSpPr>
          <p:spPr>
            <a:xfrm>
              <a:off x="2797810" y="1314449"/>
              <a:ext cx="411480" cy="21590"/>
            </a:xfrm>
            <a:custGeom>
              <a:avLst/>
              <a:gdLst/>
              <a:ahLst/>
              <a:cxnLst/>
              <a:rect l="l" t="t" r="r" b="b"/>
              <a:pathLst>
                <a:path w="411480" h="21590">
                  <a:moveTo>
                    <a:pt x="411480" y="5080"/>
                  </a:moveTo>
                  <a:lnTo>
                    <a:pt x="410210" y="5080"/>
                  </a:lnTo>
                  <a:lnTo>
                    <a:pt x="410210" y="0"/>
                  </a:lnTo>
                  <a:lnTo>
                    <a:pt x="1270" y="0"/>
                  </a:lnTo>
                  <a:lnTo>
                    <a:pt x="1270" y="5080"/>
                  </a:lnTo>
                  <a:lnTo>
                    <a:pt x="1270" y="7620"/>
                  </a:lnTo>
                  <a:lnTo>
                    <a:pt x="0" y="7620"/>
                  </a:lnTo>
                  <a:lnTo>
                    <a:pt x="0" y="21590"/>
                  </a:lnTo>
                  <a:lnTo>
                    <a:pt x="411480" y="21590"/>
                  </a:lnTo>
                  <a:lnTo>
                    <a:pt x="411480" y="7620"/>
                  </a:lnTo>
                  <a:lnTo>
                    <a:pt x="411480" y="5080"/>
                  </a:lnTo>
                  <a:close/>
                </a:path>
              </a:pathLst>
            </a:custGeom>
            <a:solidFill>
              <a:srgbClr val="161627"/>
            </a:solidFill>
          </p:spPr>
          <p:txBody>
            <a:bodyPr wrap="square" lIns="0" tIns="0" rIns="0" bIns="0" rtlCol="0"/>
            <a:lstStyle/>
            <a:p/>
          </p:txBody>
        </p:sp>
        <p:sp>
          <p:nvSpPr>
            <p:cNvPr id="500" name="object 500"/>
            <p:cNvSpPr/>
            <p:nvPr/>
          </p:nvSpPr>
          <p:spPr>
            <a:xfrm>
              <a:off x="2796540" y="1336039"/>
              <a:ext cx="414020" cy="21590"/>
            </a:xfrm>
            <a:custGeom>
              <a:avLst/>
              <a:gdLst/>
              <a:ahLst/>
              <a:cxnLst/>
              <a:rect l="l" t="t" r="r" b="b"/>
              <a:pathLst>
                <a:path w="414019" h="21590">
                  <a:moveTo>
                    <a:pt x="414007" y="5080"/>
                  </a:moveTo>
                  <a:lnTo>
                    <a:pt x="412750" y="5080"/>
                  </a:lnTo>
                  <a:lnTo>
                    <a:pt x="412750" y="2540"/>
                  </a:lnTo>
                  <a:lnTo>
                    <a:pt x="412750" y="0"/>
                  </a:lnTo>
                  <a:lnTo>
                    <a:pt x="1270" y="0"/>
                  </a:lnTo>
                  <a:lnTo>
                    <a:pt x="1270" y="2540"/>
                  </a:lnTo>
                  <a:lnTo>
                    <a:pt x="0" y="2540"/>
                  </a:lnTo>
                  <a:lnTo>
                    <a:pt x="0" y="5080"/>
                  </a:lnTo>
                  <a:lnTo>
                    <a:pt x="0" y="21590"/>
                  </a:lnTo>
                  <a:lnTo>
                    <a:pt x="414007" y="21590"/>
                  </a:lnTo>
                  <a:lnTo>
                    <a:pt x="414007" y="5080"/>
                  </a:lnTo>
                  <a:close/>
                </a:path>
              </a:pathLst>
            </a:custGeom>
            <a:solidFill>
              <a:srgbClr val="171728"/>
            </a:solidFill>
          </p:spPr>
          <p:txBody>
            <a:bodyPr wrap="square" lIns="0" tIns="0" rIns="0" bIns="0" rtlCol="0"/>
            <a:lstStyle/>
            <a:p/>
          </p:txBody>
        </p:sp>
        <p:sp>
          <p:nvSpPr>
            <p:cNvPr id="501" name="object 501"/>
            <p:cNvSpPr/>
            <p:nvPr/>
          </p:nvSpPr>
          <p:spPr>
            <a:xfrm>
              <a:off x="2796540" y="1357629"/>
              <a:ext cx="415290" cy="21590"/>
            </a:xfrm>
            <a:custGeom>
              <a:avLst/>
              <a:gdLst/>
              <a:ahLst/>
              <a:cxnLst/>
              <a:rect l="l" t="t" r="r" b="b"/>
              <a:pathLst>
                <a:path w="415289" h="21590">
                  <a:moveTo>
                    <a:pt x="415277" y="10160"/>
                  </a:moveTo>
                  <a:lnTo>
                    <a:pt x="414007" y="10160"/>
                  </a:lnTo>
                  <a:lnTo>
                    <a:pt x="414007" y="0"/>
                  </a:lnTo>
                  <a:lnTo>
                    <a:pt x="0" y="0"/>
                  </a:lnTo>
                  <a:lnTo>
                    <a:pt x="0" y="10160"/>
                  </a:lnTo>
                  <a:lnTo>
                    <a:pt x="0" y="21590"/>
                  </a:lnTo>
                  <a:lnTo>
                    <a:pt x="415277" y="21590"/>
                  </a:lnTo>
                  <a:lnTo>
                    <a:pt x="415277" y="10160"/>
                  </a:lnTo>
                  <a:close/>
                </a:path>
              </a:pathLst>
            </a:custGeom>
            <a:solidFill>
              <a:srgbClr val="181829"/>
            </a:solidFill>
          </p:spPr>
          <p:txBody>
            <a:bodyPr wrap="square" lIns="0" tIns="0" rIns="0" bIns="0" rtlCol="0"/>
            <a:lstStyle/>
            <a:p/>
          </p:txBody>
        </p:sp>
        <p:sp>
          <p:nvSpPr>
            <p:cNvPr id="502" name="object 502"/>
            <p:cNvSpPr/>
            <p:nvPr/>
          </p:nvSpPr>
          <p:spPr>
            <a:xfrm>
              <a:off x="2796540" y="1379219"/>
              <a:ext cx="416559" cy="21590"/>
            </a:xfrm>
            <a:custGeom>
              <a:avLst/>
              <a:gdLst/>
              <a:ahLst/>
              <a:cxnLst/>
              <a:rect l="l" t="t" r="r" b="b"/>
              <a:pathLst>
                <a:path w="416560" h="21590">
                  <a:moveTo>
                    <a:pt x="416560" y="16510"/>
                  </a:moveTo>
                  <a:lnTo>
                    <a:pt x="415277" y="16510"/>
                  </a:lnTo>
                  <a:lnTo>
                    <a:pt x="415277" y="0"/>
                  </a:lnTo>
                  <a:lnTo>
                    <a:pt x="0" y="0"/>
                  </a:lnTo>
                  <a:lnTo>
                    <a:pt x="0" y="16510"/>
                  </a:lnTo>
                  <a:lnTo>
                    <a:pt x="0" y="21590"/>
                  </a:lnTo>
                  <a:lnTo>
                    <a:pt x="416560" y="21590"/>
                  </a:lnTo>
                  <a:lnTo>
                    <a:pt x="416560" y="16510"/>
                  </a:lnTo>
                  <a:close/>
                </a:path>
              </a:pathLst>
            </a:custGeom>
            <a:solidFill>
              <a:srgbClr val="18182A"/>
            </a:solidFill>
          </p:spPr>
          <p:txBody>
            <a:bodyPr wrap="square" lIns="0" tIns="0" rIns="0" bIns="0" rtlCol="0"/>
            <a:lstStyle/>
            <a:p/>
          </p:txBody>
        </p:sp>
        <p:sp>
          <p:nvSpPr>
            <p:cNvPr id="503" name="object 503"/>
            <p:cNvSpPr/>
            <p:nvPr/>
          </p:nvSpPr>
          <p:spPr>
            <a:xfrm>
              <a:off x="2796540" y="1400809"/>
              <a:ext cx="416559" cy="21590"/>
            </a:xfrm>
            <a:custGeom>
              <a:avLst/>
              <a:gdLst/>
              <a:ahLst/>
              <a:cxnLst/>
              <a:rect l="l" t="t" r="r" b="b"/>
              <a:pathLst>
                <a:path w="416560" h="21590">
                  <a:moveTo>
                    <a:pt x="416560" y="0"/>
                  </a:moveTo>
                  <a:lnTo>
                    <a:pt x="0" y="0"/>
                  </a:lnTo>
                  <a:lnTo>
                    <a:pt x="0" y="17780"/>
                  </a:lnTo>
                  <a:lnTo>
                    <a:pt x="1270" y="17780"/>
                  </a:lnTo>
                  <a:lnTo>
                    <a:pt x="1270" y="21590"/>
                  </a:lnTo>
                  <a:lnTo>
                    <a:pt x="416560" y="21590"/>
                  </a:lnTo>
                  <a:lnTo>
                    <a:pt x="416560" y="17780"/>
                  </a:lnTo>
                  <a:lnTo>
                    <a:pt x="416560" y="0"/>
                  </a:lnTo>
                  <a:close/>
                </a:path>
              </a:pathLst>
            </a:custGeom>
            <a:solidFill>
              <a:srgbClr val="19192B"/>
            </a:solidFill>
          </p:spPr>
          <p:txBody>
            <a:bodyPr wrap="square" lIns="0" tIns="0" rIns="0" bIns="0" rtlCol="0"/>
            <a:lstStyle/>
            <a:p/>
          </p:txBody>
        </p:sp>
        <p:sp>
          <p:nvSpPr>
            <p:cNvPr id="504" name="object 504"/>
            <p:cNvSpPr/>
            <p:nvPr/>
          </p:nvSpPr>
          <p:spPr>
            <a:xfrm>
              <a:off x="2797810" y="1422399"/>
              <a:ext cx="415290" cy="20320"/>
            </a:xfrm>
            <a:custGeom>
              <a:avLst/>
              <a:gdLst/>
              <a:ahLst/>
              <a:cxnLst/>
              <a:rect l="l" t="t" r="r" b="b"/>
              <a:pathLst>
                <a:path w="415289" h="20319">
                  <a:moveTo>
                    <a:pt x="415290" y="0"/>
                  </a:moveTo>
                  <a:lnTo>
                    <a:pt x="0" y="0"/>
                  </a:lnTo>
                  <a:lnTo>
                    <a:pt x="0" y="13970"/>
                  </a:lnTo>
                  <a:lnTo>
                    <a:pt x="1270" y="13970"/>
                  </a:lnTo>
                  <a:lnTo>
                    <a:pt x="1270" y="20320"/>
                  </a:lnTo>
                  <a:lnTo>
                    <a:pt x="415290" y="20320"/>
                  </a:lnTo>
                  <a:lnTo>
                    <a:pt x="415290" y="13970"/>
                  </a:lnTo>
                  <a:lnTo>
                    <a:pt x="415290" y="0"/>
                  </a:lnTo>
                  <a:close/>
                </a:path>
              </a:pathLst>
            </a:custGeom>
            <a:solidFill>
              <a:srgbClr val="19192C"/>
            </a:solidFill>
          </p:spPr>
          <p:txBody>
            <a:bodyPr wrap="square" lIns="0" tIns="0" rIns="0" bIns="0" rtlCol="0"/>
            <a:lstStyle/>
            <a:p/>
          </p:txBody>
        </p:sp>
        <p:sp>
          <p:nvSpPr>
            <p:cNvPr id="505" name="object 505"/>
            <p:cNvSpPr/>
            <p:nvPr/>
          </p:nvSpPr>
          <p:spPr>
            <a:xfrm>
              <a:off x="2799080" y="1442719"/>
              <a:ext cx="414020" cy="21590"/>
            </a:xfrm>
            <a:custGeom>
              <a:avLst/>
              <a:gdLst/>
              <a:ahLst/>
              <a:cxnLst/>
              <a:rect l="l" t="t" r="r" b="b"/>
              <a:pathLst>
                <a:path w="414019" h="21590">
                  <a:moveTo>
                    <a:pt x="414020" y="0"/>
                  </a:moveTo>
                  <a:lnTo>
                    <a:pt x="0" y="0"/>
                  </a:lnTo>
                  <a:lnTo>
                    <a:pt x="0" y="3810"/>
                  </a:lnTo>
                  <a:lnTo>
                    <a:pt x="1270" y="3810"/>
                  </a:lnTo>
                  <a:lnTo>
                    <a:pt x="1270" y="15240"/>
                  </a:lnTo>
                  <a:lnTo>
                    <a:pt x="1270" y="16510"/>
                  </a:lnTo>
                  <a:lnTo>
                    <a:pt x="2540" y="16510"/>
                  </a:lnTo>
                  <a:lnTo>
                    <a:pt x="2540" y="21590"/>
                  </a:lnTo>
                  <a:lnTo>
                    <a:pt x="157467" y="21590"/>
                  </a:lnTo>
                  <a:lnTo>
                    <a:pt x="157467" y="16510"/>
                  </a:lnTo>
                  <a:lnTo>
                    <a:pt x="157480" y="15240"/>
                  </a:lnTo>
                  <a:lnTo>
                    <a:pt x="414020" y="15240"/>
                  </a:lnTo>
                  <a:lnTo>
                    <a:pt x="414020" y="3810"/>
                  </a:lnTo>
                  <a:lnTo>
                    <a:pt x="414020" y="0"/>
                  </a:lnTo>
                  <a:close/>
                </a:path>
              </a:pathLst>
            </a:custGeom>
            <a:solidFill>
              <a:srgbClr val="1A1A2D"/>
            </a:solidFill>
          </p:spPr>
          <p:txBody>
            <a:bodyPr wrap="square" lIns="0" tIns="0" rIns="0" bIns="0" rtlCol="0"/>
            <a:lstStyle/>
            <a:p/>
          </p:txBody>
        </p:sp>
        <p:sp>
          <p:nvSpPr>
            <p:cNvPr id="506" name="object 506"/>
            <p:cNvSpPr/>
            <p:nvPr/>
          </p:nvSpPr>
          <p:spPr>
            <a:xfrm>
              <a:off x="2801620" y="1464309"/>
              <a:ext cx="335280" cy="21590"/>
            </a:xfrm>
            <a:custGeom>
              <a:avLst/>
              <a:gdLst/>
              <a:ahLst/>
              <a:cxnLst/>
              <a:rect l="l" t="t" r="r" b="b"/>
              <a:pathLst>
                <a:path w="335280" h="21590">
                  <a:moveTo>
                    <a:pt x="157480" y="6350"/>
                  </a:moveTo>
                  <a:lnTo>
                    <a:pt x="156210" y="6350"/>
                  </a:lnTo>
                  <a:lnTo>
                    <a:pt x="156210" y="1270"/>
                  </a:lnTo>
                  <a:lnTo>
                    <a:pt x="154927" y="1270"/>
                  </a:lnTo>
                  <a:lnTo>
                    <a:pt x="154927" y="0"/>
                  </a:lnTo>
                  <a:lnTo>
                    <a:pt x="0" y="0"/>
                  </a:lnTo>
                  <a:lnTo>
                    <a:pt x="0" y="1270"/>
                  </a:lnTo>
                  <a:lnTo>
                    <a:pt x="0" y="6350"/>
                  </a:lnTo>
                  <a:lnTo>
                    <a:pt x="1270" y="6350"/>
                  </a:lnTo>
                  <a:lnTo>
                    <a:pt x="1270" y="10160"/>
                  </a:lnTo>
                  <a:lnTo>
                    <a:pt x="157480" y="10160"/>
                  </a:lnTo>
                  <a:lnTo>
                    <a:pt x="157480" y="6350"/>
                  </a:lnTo>
                  <a:close/>
                </a:path>
                <a:path w="335280" h="21590">
                  <a:moveTo>
                    <a:pt x="158750" y="13970"/>
                  </a:moveTo>
                  <a:lnTo>
                    <a:pt x="2540" y="13970"/>
                  </a:lnTo>
                  <a:lnTo>
                    <a:pt x="2540" y="16510"/>
                  </a:lnTo>
                  <a:lnTo>
                    <a:pt x="158750" y="16510"/>
                  </a:lnTo>
                  <a:lnTo>
                    <a:pt x="158750" y="13970"/>
                  </a:lnTo>
                  <a:close/>
                </a:path>
                <a:path w="335280" h="21590">
                  <a:moveTo>
                    <a:pt x="158750" y="10160"/>
                  </a:moveTo>
                  <a:lnTo>
                    <a:pt x="157480" y="10160"/>
                  </a:lnTo>
                  <a:lnTo>
                    <a:pt x="157480" y="11430"/>
                  </a:lnTo>
                  <a:lnTo>
                    <a:pt x="1270" y="11430"/>
                  </a:lnTo>
                  <a:lnTo>
                    <a:pt x="1270" y="12700"/>
                  </a:lnTo>
                  <a:lnTo>
                    <a:pt x="158750" y="12700"/>
                  </a:lnTo>
                  <a:lnTo>
                    <a:pt x="158750" y="11430"/>
                  </a:lnTo>
                  <a:lnTo>
                    <a:pt x="158750" y="10160"/>
                  </a:lnTo>
                  <a:close/>
                </a:path>
                <a:path w="335280" h="21590">
                  <a:moveTo>
                    <a:pt x="160020" y="17780"/>
                  </a:moveTo>
                  <a:lnTo>
                    <a:pt x="2540" y="17780"/>
                  </a:lnTo>
                  <a:lnTo>
                    <a:pt x="2540" y="19050"/>
                  </a:lnTo>
                  <a:lnTo>
                    <a:pt x="160020" y="19050"/>
                  </a:lnTo>
                  <a:lnTo>
                    <a:pt x="160020" y="17780"/>
                  </a:lnTo>
                  <a:close/>
                </a:path>
                <a:path w="335280" h="21590">
                  <a:moveTo>
                    <a:pt x="161290" y="19050"/>
                  </a:moveTo>
                  <a:lnTo>
                    <a:pt x="160020" y="19050"/>
                  </a:lnTo>
                  <a:lnTo>
                    <a:pt x="160020" y="20320"/>
                  </a:lnTo>
                  <a:lnTo>
                    <a:pt x="2540" y="20320"/>
                  </a:lnTo>
                  <a:lnTo>
                    <a:pt x="2540" y="21590"/>
                  </a:lnTo>
                  <a:lnTo>
                    <a:pt x="161290" y="21590"/>
                  </a:lnTo>
                  <a:lnTo>
                    <a:pt x="161290" y="20320"/>
                  </a:lnTo>
                  <a:lnTo>
                    <a:pt x="161290" y="19050"/>
                  </a:lnTo>
                  <a:close/>
                </a:path>
                <a:path w="335280" h="21590">
                  <a:moveTo>
                    <a:pt x="257810" y="7620"/>
                  </a:moveTo>
                  <a:lnTo>
                    <a:pt x="256540" y="7620"/>
                  </a:lnTo>
                  <a:lnTo>
                    <a:pt x="256540" y="10160"/>
                  </a:lnTo>
                  <a:lnTo>
                    <a:pt x="257810" y="10160"/>
                  </a:lnTo>
                  <a:lnTo>
                    <a:pt x="257810" y="7620"/>
                  </a:lnTo>
                  <a:close/>
                </a:path>
                <a:path w="335280" h="21590">
                  <a:moveTo>
                    <a:pt x="270497" y="10160"/>
                  </a:moveTo>
                  <a:lnTo>
                    <a:pt x="262890" y="10160"/>
                  </a:lnTo>
                  <a:lnTo>
                    <a:pt x="262890" y="11430"/>
                  </a:lnTo>
                  <a:lnTo>
                    <a:pt x="256540" y="11430"/>
                  </a:lnTo>
                  <a:lnTo>
                    <a:pt x="256540" y="10160"/>
                  </a:lnTo>
                  <a:lnTo>
                    <a:pt x="255270" y="10160"/>
                  </a:lnTo>
                  <a:lnTo>
                    <a:pt x="255270" y="11430"/>
                  </a:lnTo>
                  <a:lnTo>
                    <a:pt x="255270" y="12700"/>
                  </a:lnTo>
                  <a:lnTo>
                    <a:pt x="270497" y="12700"/>
                  </a:lnTo>
                  <a:lnTo>
                    <a:pt x="270497" y="11430"/>
                  </a:lnTo>
                  <a:lnTo>
                    <a:pt x="270497" y="10160"/>
                  </a:lnTo>
                  <a:close/>
                </a:path>
                <a:path w="335280" h="21590">
                  <a:moveTo>
                    <a:pt x="294627" y="13970"/>
                  </a:moveTo>
                  <a:lnTo>
                    <a:pt x="287020" y="13970"/>
                  </a:lnTo>
                  <a:lnTo>
                    <a:pt x="287020" y="12700"/>
                  </a:lnTo>
                  <a:lnTo>
                    <a:pt x="279400" y="12700"/>
                  </a:lnTo>
                  <a:lnTo>
                    <a:pt x="279400" y="13970"/>
                  </a:lnTo>
                  <a:lnTo>
                    <a:pt x="255270" y="13970"/>
                  </a:lnTo>
                  <a:lnTo>
                    <a:pt x="255270" y="12700"/>
                  </a:lnTo>
                  <a:lnTo>
                    <a:pt x="254000" y="12700"/>
                  </a:lnTo>
                  <a:lnTo>
                    <a:pt x="254000" y="13970"/>
                  </a:lnTo>
                  <a:lnTo>
                    <a:pt x="254000" y="16510"/>
                  </a:lnTo>
                  <a:lnTo>
                    <a:pt x="294627" y="16510"/>
                  </a:lnTo>
                  <a:lnTo>
                    <a:pt x="294627" y="13970"/>
                  </a:lnTo>
                  <a:close/>
                </a:path>
                <a:path w="335280" h="21590">
                  <a:moveTo>
                    <a:pt x="311150" y="16510"/>
                  </a:moveTo>
                  <a:lnTo>
                    <a:pt x="303530" y="16510"/>
                  </a:lnTo>
                  <a:lnTo>
                    <a:pt x="303530" y="17780"/>
                  </a:lnTo>
                  <a:lnTo>
                    <a:pt x="252730" y="17780"/>
                  </a:lnTo>
                  <a:lnTo>
                    <a:pt x="252730" y="19050"/>
                  </a:lnTo>
                  <a:lnTo>
                    <a:pt x="311150" y="19050"/>
                  </a:lnTo>
                  <a:lnTo>
                    <a:pt x="311150" y="17780"/>
                  </a:lnTo>
                  <a:lnTo>
                    <a:pt x="311150" y="16510"/>
                  </a:lnTo>
                  <a:close/>
                </a:path>
                <a:path w="335280" h="21590">
                  <a:moveTo>
                    <a:pt x="335280" y="20320"/>
                  </a:moveTo>
                  <a:lnTo>
                    <a:pt x="327660" y="20320"/>
                  </a:lnTo>
                  <a:lnTo>
                    <a:pt x="327660" y="19050"/>
                  </a:lnTo>
                  <a:lnTo>
                    <a:pt x="320040" y="19050"/>
                  </a:lnTo>
                  <a:lnTo>
                    <a:pt x="320040" y="20320"/>
                  </a:lnTo>
                  <a:lnTo>
                    <a:pt x="250190" y="20320"/>
                  </a:lnTo>
                  <a:lnTo>
                    <a:pt x="250190" y="21590"/>
                  </a:lnTo>
                  <a:lnTo>
                    <a:pt x="335280" y="21590"/>
                  </a:lnTo>
                  <a:lnTo>
                    <a:pt x="335280" y="20320"/>
                  </a:lnTo>
                  <a:close/>
                </a:path>
              </a:pathLst>
            </a:custGeom>
            <a:solidFill>
              <a:srgbClr val="1B1B2E"/>
            </a:solidFill>
          </p:spPr>
          <p:txBody>
            <a:bodyPr wrap="square" lIns="0" tIns="0" rIns="0" bIns="0" rtlCol="0"/>
            <a:lstStyle/>
            <a:p/>
          </p:txBody>
        </p:sp>
        <p:sp>
          <p:nvSpPr>
            <p:cNvPr id="507" name="object 507"/>
            <p:cNvSpPr/>
            <p:nvPr/>
          </p:nvSpPr>
          <p:spPr>
            <a:xfrm>
              <a:off x="2804160" y="1485899"/>
              <a:ext cx="408940" cy="21590"/>
            </a:xfrm>
            <a:custGeom>
              <a:avLst/>
              <a:gdLst/>
              <a:ahLst/>
              <a:cxnLst/>
              <a:rect l="l" t="t" r="r" b="b"/>
              <a:pathLst>
                <a:path w="408939" h="21590">
                  <a:moveTo>
                    <a:pt x="158750" y="0"/>
                  </a:moveTo>
                  <a:lnTo>
                    <a:pt x="0" y="0"/>
                  </a:lnTo>
                  <a:lnTo>
                    <a:pt x="0" y="1270"/>
                  </a:lnTo>
                  <a:lnTo>
                    <a:pt x="158750" y="1270"/>
                  </a:lnTo>
                  <a:lnTo>
                    <a:pt x="158750" y="0"/>
                  </a:lnTo>
                  <a:close/>
                </a:path>
                <a:path w="408939" h="21590">
                  <a:moveTo>
                    <a:pt x="160020" y="2540"/>
                  </a:moveTo>
                  <a:lnTo>
                    <a:pt x="1270" y="2540"/>
                  </a:lnTo>
                  <a:lnTo>
                    <a:pt x="1270" y="3810"/>
                  </a:lnTo>
                  <a:lnTo>
                    <a:pt x="160020" y="3810"/>
                  </a:lnTo>
                  <a:lnTo>
                    <a:pt x="160020" y="2540"/>
                  </a:lnTo>
                  <a:close/>
                </a:path>
                <a:path w="408939" h="21590">
                  <a:moveTo>
                    <a:pt x="161290" y="3810"/>
                  </a:moveTo>
                  <a:lnTo>
                    <a:pt x="160020" y="3810"/>
                  </a:lnTo>
                  <a:lnTo>
                    <a:pt x="160020" y="5080"/>
                  </a:lnTo>
                  <a:lnTo>
                    <a:pt x="1270" y="5080"/>
                  </a:lnTo>
                  <a:lnTo>
                    <a:pt x="1270" y="7620"/>
                  </a:lnTo>
                  <a:lnTo>
                    <a:pt x="1270" y="8890"/>
                  </a:lnTo>
                  <a:lnTo>
                    <a:pt x="2540" y="8890"/>
                  </a:lnTo>
                  <a:lnTo>
                    <a:pt x="2540" y="7620"/>
                  </a:lnTo>
                  <a:lnTo>
                    <a:pt x="161290" y="7620"/>
                  </a:lnTo>
                  <a:lnTo>
                    <a:pt x="161290" y="5080"/>
                  </a:lnTo>
                  <a:lnTo>
                    <a:pt x="161290" y="3810"/>
                  </a:lnTo>
                  <a:close/>
                </a:path>
                <a:path w="408939" h="21590">
                  <a:moveTo>
                    <a:pt x="162560" y="7620"/>
                  </a:moveTo>
                  <a:lnTo>
                    <a:pt x="161290" y="7620"/>
                  </a:lnTo>
                  <a:lnTo>
                    <a:pt x="161290" y="8890"/>
                  </a:lnTo>
                  <a:lnTo>
                    <a:pt x="2540" y="8890"/>
                  </a:lnTo>
                  <a:lnTo>
                    <a:pt x="2540" y="10160"/>
                  </a:lnTo>
                  <a:lnTo>
                    <a:pt x="162560" y="10160"/>
                  </a:lnTo>
                  <a:lnTo>
                    <a:pt x="162560" y="8890"/>
                  </a:lnTo>
                  <a:lnTo>
                    <a:pt x="162560" y="7620"/>
                  </a:lnTo>
                  <a:close/>
                </a:path>
                <a:path w="408939" h="21590">
                  <a:moveTo>
                    <a:pt x="165100" y="11430"/>
                  </a:moveTo>
                  <a:lnTo>
                    <a:pt x="163830" y="11430"/>
                  </a:lnTo>
                  <a:lnTo>
                    <a:pt x="163830" y="10160"/>
                  </a:lnTo>
                  <a:lnTo>
                    <a:pt x="162560" y="10160"/>
                  </a:lnTo>
                  <a:lnTo>
                    <a:pt x="162560" y="11430"/>
                  </a:lnTo>
                  <a:lnTo>
                    <a:pt x="2540" y="11430"/>
                  </a:lnTo>
                  <a:lnTo>
                    <a:pt x="2540" y="13970"/>
                  </a:lnTo>
                  <a:lnTo>
                    <a:pt x="2540" y="15240"/>
                  </a:lnTo>
                  <a:lnTo>
                    <a:pt x="3810" y="15240"/>
                  </a:lnTo>
                  <a:lnTo>
                    <a:pt x="3810" y="13970"/>
                  </a:lnTo>
                  <a:lnTo>
                    <a:pt x="165100" y="13970"/>
                  </a:lnTo>
                  <a:lnTo>
                    <a:pt x="165100" y="11430"/>
                  </a:lnTo>
                  <a:close/>
                </a:path>
                <a:path w="408939" h="21590">
                  <a:moveTo>
                    <a:pt x="167640" y="17780"/>
                  </a:moveTo>
                  <a:lnTo>
                    <a:pt x="166370" y="17780"/>
                  </a:lnTo>
                  <a:lnTo>
                    <a:pt x="166370" y="15240"/>
                  </a:lnTo>
                  <a:lnTo>
                    <a:pt x="166370" y="13970"/>
                  </a:lnTo>
                  <a:lnTo>
                    <a:pt x="165100" y="13970"/>
                  </a:lnTo>
                  <a:lnTo>
                    <a:pt x="165100" y="15240"/>
                  </a:lnTo>
                  <a:lnTo>
                    <a:pt x="3810" y="15240"/>
                  </a:lnTo>
                  <a:lnTo>
                    <a:pt x="3810" y="17780"/>
                  </a:lnTo>
                  <a:lnTo>
                    <a:pt x="3810" y="20320"/>
                  </a:lnTo>
                  <a:lnTo>
                    <a:pt x="167640" y="20320"/>
                  </a:lnTo>
                  <a:lnTo>
                    <a:pt x="167640" y="17780"/>
                  </a:lnTo>
                  <a:close/>
                </a:path>
                <a:path w="408939" h="21590">
                  <a:moveTo>
                    <a:pt x="170180" y="20320"/>
                  </a:moveTo>
                  <a:lnTo>
                    <a:pt x="168910" y="20320"/>
                  </a:lnTo>
                  <a:lnTo>
                    <a:pt x="168910" y="21590"/>
                  </a:lnTo>
                  <a:lnTo>
                    <a:pt x="170180" y="21590"/>
                  </a:lnTo>
                  <a:lnTo>
                    <a:pt x="170180" y="20320"/>
                  </a:lnTo>
                  <a:close/>
                </a:path>
                <a:path w="408939" h="21590">
                  <a:moveTo>
                    <a:pt x="332740" y="0"/>
                  </a:moveTo>
                  <a:lnTo>
                    <a:pt x="247650" y="0"/>
                  </a:lnTo>
                  <a:lnTo>
                    <a:pt x="247650" y="1270"/>
                  </a:lnTo>
                  <a:lnTo>
                    <a:pt x="332740" y="1270"/>
                  </a:lnTo>
                  <a:lnTo>
                    <a:pt x="332740" y="0"/>
                  </a:lnTo>
                  <a:close/>
                </a:path>
                <a:path w="408939" h="21590">
                  <a:moveTo>
                    <a:pt x="349237" y="1270"/>
                  </a:moveTo>
                  <a:lnTo>
                    <a:pt x="341630" y="1270"/>
                  </a:lnTo>
                  <a:lnTo>
                    <a:pt x="341630" y="2540"/>
                  </a:lnTo>
                  <a:lnTo>
                    <a:pt x="247650" y="2540"/>
                  </a:lnTo>
                  <a:lnTo>
                    <a:pt x="247650" y="1270"/>
                  </a:lnTo>
                  <a:lnTo>
                    <a:pt x="246380" y="1270"/>
                  </a:lnTo>
                  <a:lnTo>
                    <a:pt x="246380" y="2540"/>
                  </a:lnTo>
                  <a:lnTo>
                    <a:pt x="246380" y="3810"/>
                  </a:lnTo>
                  <a:lnTo>
                    <a:pt x="349237" y="3810"/>
                  </a:lnTo>
                  <a:lnTo>
                    <a:pt x="349237" y="2540"/>
                  </a:lnTo>
                  <a:lnTo>
                    <a:pt x="349237" y="1270"/>
                  </a:lnTo>
                  <a:close/>
                </a:path>
                <a:path w="408939" h="21590">
                  <a:moveTo>
                    <a:pt x="374637" y="5080"/>
                  </a:moveTo>
                  <a:lnTo>
                    <a:pt x="365760" y="5080"/>
                  </a:lnTo>
                  <a:lnTo>
                    <a:pt x="365760" y="3810"/>
                  </a:lnTo>
                  <a:lnTo>
                    <a:pt x="358140" y="3810"/>
                  </a:lnTo>
                  <a:lnTo>
                    <a:pt x="358140" y="5080"/>
                  </a:lnTo>
                  <a:lnTo>
                    <a:pt x="246380" y="5080"/>
                  </a:lnTo>
                  <a:lnTo>
                    <a:pt x="246380" y="3810"/>
                  </a:lnTo>
                  <a:lnTo>
                    <a:pt x="245110" y="3810"/>
                  </a:lnTo>
                  <a:lnTo>
                    <a:pt x="245110" y="5080"/>
                  </a:lnTo>
                  <a:lnTo>
                    <a:pt x="245110" y="7620"/>
                  </a:lnTo>
                  <a:lnTo>
                    <a:pt x="374637" y="7620"/>
                  </a:lnTo>
                  <a:lnTo>
                    <a:pt x="374637" y="5080"/>
                  </a:lnTo>
                  <a:close/>
                </a:path>
                <a:path w="408939" h="21590">
                  <a:moveTo>
                    <a:pt x="389890" y="7620"/>
                  </a:moveTo>
                  <a:lnTo>
                    <a:pt x="382270" y="7620"/>
                  </a:lnTo>
                  <a:lnTo>
                    <a:pt x="382270" y="8890"/>
                  </a:lnTo>
                  <a:lnTo>
                    <a:pt x="243840" y="8890"/>
                  </a:lnTo>
                  <a:lnTo>
                    <a:pt x="243840" y="10160"/>
                  </a:lnTo>
                  <a:lnTo>
                    <a:pt x="389890" y="10160"/>
                  </a:lnTo>
                  <a:lnTo>
                    <a:pt x="389890" y="8890"/>
                  </a:lnTo>
                  <a:lnTo>
                    <a:pt x="389890" y="7620"/>
                  </a:lnTo>
                  <a:close/>
                </a:path>
                <a:path w="408939" h="21590">
                  <a:moveTo>
                    <a:pt x="408940" y="15240"/>
                  </a:moveTo>
                  <a:lnTo>
                    <a:pt x="241300" y="15240"/>
                  </a:lnTo>
                  <a:lnTo>
                    <a:pt x="241300" y="13970"/>
                  </a:lnTo>
                  <a:lnTo>
                    <a:pt x="240030" y="13970"/>
                  </a:lnTo>
                  <a:lnTo>
                    <a:pt x="240030" y="15240"/>
                  </a:lnTo>
                  <a:lnTo>
                    <a:pt x="240030" y="16510"/>
                  </a:lnTo>
                  <a:lnTo>
                    <a:pt x="238760" y="16510"/>
                  </a:lnTo>
                  <a:lnTo>
                    <a:pt x="238760" y="17780"/>
                  </a:lnTo>
                  <a:lnTo>
                    <a:pt x="237490" y="17780"/>
                  </a:lnTo>
                  <a:lnTo>
                    <a:pt x="237490" y="20320"/>
                  </a:lnTo>
                  <a:lnTo>
                    <a:pt x="407670" y="20320"/>
                  </a:lnTo>
                  <a:lnTo>
                    <a:pt x="407670" y="17780"/>
                  </a:lnTo>
                  <a:lnTo>
                    <a:pt x="407670" y="16510"/>
                  </a:lnTo>
                  <a:lnTo>
                    <a:pt x="408940" y="16510"/>
                  </a:lnTo>
                  <a:lnTo>
                    <a:pt x="408940" y="15240"/>
                  </a:lnTo>
                  <a:close/>
                </a:path>
                <a:path w="408939" h="21590">
                  <a:moveTo>
                    <a:pt x="408940" y="10160"/>
                  </a:moveTo>
                  <a:lnTo>
                    <a:pt x="398780" y="10160"/>
                  </a:lnTo>
                  <a:lnTo>
                    <a:pt x="398780" y="11430"/>
                  </a:lnTo>
                  <a:lnTo>
                    <a:pt x="243840" y="11430"/>
                  </a:lnTo>
                  <a:lnTo>
                    <a:pt x="243840" y="10160"/>
                  </a:lnTo>
                  <a:lnTo>
                    <a:pt x="242570" y="10160"/>
                  </a:lnTo>
                  <a:lnTo>
                    <a:pt x="242570" y="11430"/>
                  </a:lnTo>
                  <a:lnTo>
                    <a:pt x="242570" y="13970"/>
                  </a:lnTo>
                  <a:lnTo>
                    <a:pt x="408940" y="13970"/>
                  </a:lnTo>
                  <a:lnTo>
                    <a:pt x="408940" y="11430"/>
                  </a:lnTo>
                  <a:lnTo>
                    <a:pt x="408940" y="10160"/>
                  </a:lnTo>
                  <a:close/>
                </a:path>
              </a:pathLst>
            </a:custGeom>
            <a:solidFill>
              <a:srgbClr val="1B1B2F"/>
            </a:solidFill>
          </p:spPr>
          <p:txBody>
            <a:bodyPr wrap="square" lIns="0" tIns="0" rIns="0" bIns="0" rtlCol="0"/>
            <a:lstStyle/>
            <a:p/>
          </p:txBody>
        </p:sp>
        <p:sp>
          <p:nvSpPr>
            <p:cNvPr id="508" name="object 508"/>
            <p:cNvSpPr/>
            <p:nvPr/>
          </p:nvSpPr>
          <p:spPr>
            <a:xfrm>
              <a:off x="2809240" y="1507489"/>
              <a:ext cx="401320" cy="21590"/>
            </a:xfrm>
            <a:custGeom>
              <a:avLst/>
              <a:gdLst/>
              <a:ahLst/>
              <a:cxnLst/>
              <a:rect l="l" t="t" r="r" b="b"/>
              <a:pathLst>
                <a:path w="401319" h="21590">
                  <a:moveTo>
                    <a:pt x="165100" y="0"/>
                  </a:moveTo>
                  <a:lnTo>
                    <a:pt x="0" y="0"/>
                  </a:lnTo>
                  <a:lnTo>
                    <a:pt x="0" y="1270"/>
                  </a:lnTo>
                  <a:lnTo>
                    <a:pt x="165100" y="1270"/>
                  </a:lnTo>
                  <a:lnTo>
                    <a:pt x="165100" y="0"/>
                  </a:lnTo>
                  <a:close/>
                </a:path>
                <a:path w="401319" h="21590">
                  <a:moveTo>
                    <a:pt x="167640" y="2540"/>
                  </a:moveTo>
                  <a:lnTo>
                    <a:pt x="1270" y="2540"/>
                  </a:lnTo>
                  <a:lnTo>
                    <a:pt x="1270" y="5080"/>
                  </a:lnTo>
                  <a:lnTo>
                    <a:pt x="167640" y="5080"/>
                  </a:lnTo>
                  <a:lnTo>
                    <a:pt x="167640" y="2540"/>
                  </a:lnTo>
                  <a:close/>
                </a:path>
                <a:path w="401319" h="21590">
                  <a:moveTo>
                    <a:pt x="170180" y="5080"/>
                  </a:moveTo>
                  <a:lnTo>
                    <a:pt x="168910" y="5080"/>
                  </a:lnTo>
                  <a:lnTo>
                    <a:pt x="168910" y="6350"/>
                  </a:lnTo>
                  <a:lnTo>
                    <a:pt x="1270" y="6350"/>
                  </a:lnTo>
                  <a:lnTo>
                    <a:pt x="1270" y="7620"/>
                  </a:lnTo>
                  <a:lnTo>
                    <a:pt x="1270" y="8890"/>
                  </a:lnTo>
                  <a:lnTo>
                    <a:pt x="2540" y="8890"/>
                  </a:lnTo>
                  <a:lnTo>
                    <a:pt x="2540" y="7620"/>
                  </a:lnTo>
                  <a:lnTo>
                    <a:pt x="170180" y="7620"/>
                  </a:lnTo>
                  <a:lnTo>
                    <a:pt x="170180" y="6350"/>
                  </a:lnTo>
                  <a:lnTo>
                    <a:pt x="170180" y="5080"/>
                  </a:lnTo>
                  <a:close/>
                </a:path>
                <a:path w="401319" h="21590">
                  <a:moveTo>
                    <a:pt x="173990" y="8890"/>
                  </a:moveTo>
                  <a:lnTo>
                    <a:pt x="172720" y="8890"/>
                  </a:lnTo>
                  <a:lnTo>
                    <a:pt x="172720" y="7620"/>
                  </a:lnTo>
                  <a:lnTo>
                    <a:pt x="171450" y="7620"/>
                  </a:lnTo>
                  <a:lnTo>
                    <a:pt x="171450" y="8890"/>
                  </a:lnTo>
                  <a:lnTo>
                    <a:pt x="2540" y="8890"/>
                  </a:lnTo>
                  <a:lnTo>
                    <a:pt x="2540" y="11430"/>
                  </a:lnTo>
                  <a:lnTo>
                    <a:pt x="173990" y="11430"/>
                  </a:lnTo>
                  <a:lnTo>
                    <a:pt x="173990" y="8890"/>
                  </a:lnTo>
                  <a:close/>
                </a:path>
                <a:path w="401319" h="21590">
                  <a:moveTo>
                    <a:pt x="176530" y="11430"/>
                  </a:moveTo>
                  <a:lnTo>
                    <a:pt x="175260" y="11430"/>
                  </a:lnTo>
                  <a:lnTo>
                    <a:pt x="175260" y="12700"/>
                  </a:lnTo>
                  <a:lnTo>
                    <a:pt x="2540" y="12700"/>
                  </a:lnTo>
                  <a:lnTo>
                    <a:pt x="2540" y="13970"/>
                  </a:lnTo>
                  <a:lnTo>
                    <a:pt x="176530" y="13970"/>
                  </a:lnTo>
                  <a:lnTo>
                    <a:pt x="176530" y="12700"/>
                  </a:lnTo>
                  <a:lnTo>
                    <a:pt x="176530" y="11430"/>
                  </a:lnTo>
                  <a:close/>
                </a:path>
                <a:path w="401319" h="21590">
                  <a:moveTo>
                    <a:pt x="182880" y="15240"/>
                  </a:moveTo>
                  <a:lnTo>
                    <a:pt x="180340" y="15240"/>
                  </a:lnTo>
                  <a:lnTo>
                    <a:pt x="180340" y="13970"/>
                  </a:lnTo>
                  <a:lnTo>
                    <a:pt x="177800" y="13970"/>
                  </a:lnTo>
                  <a:lnTo>
                    <a:pt x="177800" y="15240"/>
                  </a:lnTo>
                  <a:lnTo>
                    <a:pt x="3810" y="15240"/>
                  </a:lnTo>
                  <a:lnTo>
                    <a:pt x="3810" y="17780"/>
                  </a:lnTo>
                  <a:lnTo>
                    <a:pt x="3810" y="19050"/>
                  </a:lnTo>
                  <a:lnTo>
                    <a:pt x="5080" y="19050"/>
                  </a:lnTo>
                  <a:lnTo>
                    <a:pt x="5080" y="17780"/>
                  </a:lnTo>
                  <a:lnTo>
                    <a:pt x="182880" y="17780"/>
                  </a:lnTo>
                  <a:lnTo>
                    <a:pt x="182880" y="15240"/>
                  </a:lnTo>
                  <a:close/>
                </a:path>
                <a:path w="401319" h="21590">
                  <a:moveTo>
                    <a:pt x="393700" y="19050"/>
                  </a:moveTo>
                  <a:lnTo>
                    <a:pt x="208280" y="19050"/>
                  </a:lnTo>
                  <a:lnTo>
                    <a:pt x="208280" y="17780"/>
                  </a:lnTo>
                  <a:lnTo>
                    <a:pt x="204470" y="17780"/>
                  </a:lnTo>
                  <a:lnTo>
                    <a:pt x="204470" y="19050"/>
                  </a:lnTo>
                  <a:lnTo>
                    <a:pt x="204470" y="20320"/>
                  </a:lnTo>
                  <a:lnTo>
                    <a:pt x="191757" y="20320"/>
                  </a:lnTo>
                  <a:lnTo>
                    <a:pt x="191757" y="19050"/>
                  </a:lnTo>
                  <a:lnTo>
                    <a:pt x="191757" y="17780"/>
                  </a:lnTo>
                  <a:lnTo>
                    <a:pt x="186690" y="17780"/>
                  </a:lnTo>
                  <a:lnTo>
                    <a:pt x="186690" y="19050"/>
                  </a:lnTo>
                  <a:lnTo>
                    <a:pt x="5080" y="19050"/>
                  </a:lnTo>
                  <a:lnTo>
                    <a:pt x="5080" y="20320"/>
                  </a:lnTo>
                  <a:lnTo>
                    <a:pt x="5080" y="21590"/>
                  </a:lnTo>
                  <a:lnTo>
                    <a:pt x="393700" y="21590"/>
                  </a:lnTo>
                  <a:lnTo>
                    <a:pt x="393700" y="20320"/>
                  </a:lnTo>
                  <a:lnTo>
                    <a:pt x="393700" y="19050"/>
                  </a:lnTo>
                  <a:close/>
                </a:path>
                <a:path w="401319" h="21590">
                  <a:moveTo>
                    <a:pt x="394970" y="15240"/>
                  </a:moveTo>
                  <a:lnTo>
                    <a:pt x="214630" y="15240"/>
                  </a:lnTo>
                  <a:lnTo>
                    <a:pt x="214630" y="13970"/>
                  </a:lnTo>
                  <a:lnTo>
                    <a:pt x="212090" y="13970"/>
                  </a:lnTo>
                  <a:lnTo>
                    <a:pt x="212090" y="15240"/>
                  </a:lnTo>
                  <a:lnTo>
                    <a:pt x="210820" y="15240"/>
                  </a:lnTo>
                  <a:lnTo>
                    <a:pt x="210820" y="17780"/>
                  </a:lnTo>
                  <a:lnTo>
                    <a:pt x="393700" y="17780"/>
                  </a:lnTo>
                  <a:lnTo>
                    <a:pt x="393700" y="19050"/>
                  </a:lnTo>
                  <a:lnTo>
                    <a:pt x="394957" y="19050"/>
                  </a:lnTo>
                  <a:lnTo>
                    <a:pt x="394957" y="17780"/>
                  </a:lnTo>
                  <a:lnTo>
                    <a:pt x="394970" y="15240"/>
                  </a:lnTo>
                  <a:close/>
                </a:path>
                <a:path w="401319" h="21590">
                  <a:moveTo>
                    <a:pt x="396240" y="12700"/>
                  </a:moveTo>
                  <a:lnTo>
                    <a:pt x="219710" y="12700"/>
                  </a:lnTo>
                  <a:lnTo>
                    <a:pt x="219710" y="11430"/>
                  </a:lnTo>
                  <a:lnTo>
                    <a:pt x="218440" y="11430"/>
                  </a:lnTo>
                  <a:lnTo>
                    <a:pt x="218440" y="12700"/>
                  </a:lnTo>
                  <a:lnTo>
                    <a:pt x="218440" y="13970"/>
                  </a:lnTo>
                  <a:lnTo>
                    <a:pt x="394970" y="13970"/>
                  </a:lnTo>
                  <a:lnTo>
                    <a:pt x="394970" y="15240"/>
                  </a:lnTo>
                  <a:lnTo>
                    <a:pt x="396240" y="15240"/>
                  </a:lnTo>
                  <a:lnTo>
                    <a:pt x="396240" y="13970"/>
                  </a:lnTo>
                  <a:lnTo>
                    <a:pt x="396240" y="12700"/>
                  </a:lnTo>
                  <a:close/>
                </a:path>
                <a:path w="401319" h="21590">
                  <a:moveTo>
                    <a:pt x="397510" y="8890"/>
                  </a:moveTo>
                  <a:lnTo>
                    <a:pt x="224790" y="8890"/>
                  </a:lnTo>
                  <a:lnTo>
                    <a:pt x="224790" y="7620"/>
                  </a:lnTo>
                  <a:lnTo>
                    <a:pt x="223520" y="7620"/>
                  </a:lnTo>
                  <a:lnTo>
                    <a:pt x="223520" y="8890"/>
                  </a:lnTo>
                  <a:lnTo>
                    <a:pt x="222250" y="8890"/>
                  </a:lnTo>
                  <a:lnTo>
                    <a:pt x="222250" y="11430"/>
                  </a:lnTo>
                  <a:lnTo>
                    <a:pt x="396240" y="11430"/>
                  </a:lnTo>
                  <a:lnTo>
                    <a:pt x="396240" y="12700"/>
                  </a:lnTo>
                  <a:lnTo>
                    <a:pt x="397510" y="12700"/>
                  </a:lnTo>
                  <a:lnTo>
                    <a:pt x="397510" y="11430"/>
                  </a:lnTo>
                  <a:lnTo>
                    <a:pt x="397510" y="8890"/>
                  </a:lnTo>
                  <a:close/>
                </a:path>
                <a:path w="401319" h="21590">
                  <a:moveTo>
                    <a:pt x="398780" y="6350"/>
                  </a:moveTo>
                  <a:lnTo>
                    <a:pt x="226060" y="6350"/>
                  </a:lnTo>
                  <a:lnTo>
                    <a:pt x="226060" y="7620"/>
                  </a:lnTo>
                  <a:lnTo>
                    <a:pt x="397510" y="7620"/>
                  </a:lnTo>
                  <a:lnTo>
                    <a:pt x="397510" y="8890"/>
                  </a:lnTo>
                  <a:lnTo>
                    <a:pt x="398780" y="8890"/>
                  </a:lnTo>
                  <a:lnTo>
                    <a:pt x="398780" y="7620"/>
                  </a:lnTo>
                  <a:lnTo>
                    <a:pt x="398780" y="6350"/>
                  </a:lnTo>
                  <a:close/>
                </a:path>
                <a:path w="401319" h="21590">
                  <a:moveTo>
                    <a:pt x="400050" y="2540"/>
                  </a:moveTo>
                  <a:lnTo>
                    <a:pt x="229870" y="2540"/>
                  </a:lnTo>
                  <a:lnTo>
                    <a:pt x="229870" y="1270"/>
                  </a:lnTo>
                  <a:lnTo>
                    <a:pt x="228600" y="1270"/>
                  </a:lnTo>
                  <a:lnTo>
                    <a:pt x="228600" y="2540"/>
                  </a:lnTo>
                  <a:lnTo>
                    <a:pt x="227330" y="2540"/>
                  </a:lnTo>
                  <a:lnTo>
                    <a:pt x="227330" y="5080"/>
                  </a:lnTo>
                  <a:lnTo>
                    <a:pt x="400050" y="5080"/>
                  </a:lnTo>
                  <a:lnTo>
                    <a:pt x="400050" y="2540"/>
                  </a:lnTo>
                  <a:close/>
                </a:path>
                <a:path w="401319" h="21590">
                  <a:moveTo>
                    <a:pt x="401320" y="0"/>
                  </a:moveTo>
                  <a:lnTo>
                    <a:pt x="231140" y="0"/>
                  </a:lnTo>
                  <a:lnTo>
                    <a:pt x="231140" y="1270"/>
                  </a:lnTo>
                  <a:lnTo>
                    <a:pt x="400050" y="1270"/>
                  </a:lnTo>
                  <a:lnTo>
                    <a:pt x="400050" y="2540"/>
                  </a:lnTo>
                  <a:lnTo>
                    <a:pt x="401320" y="2540"/>
                  </a:lnTo>
                  <a:lnTo>
                    <a:pt x="401320" y="1270"/>
                  </a:lnTo>
                  <a:lnTo>
                    <a:pt x="401320" y="0"/>
                  </a:lnTo>
                  <a:close/>
                </a:path>
              </a:pathLst>
            </a:custGeom>
            <a:solidFill>
              <a:srgbClr val="1C1C30"/>
            </a:solidFill>
          </p:spPr>
          <p:txBody>
            <a:bodyPr wrap="square" lIns="0" tIns="0" rIns="0" bIns="0" rtlCol="0"/>
            <a:lstStyle/>
            <a:p/>
          </p:txBody>
        </p:sp>
        <p:sp>
          <p:nvSpPr>
            <p:cNvPr id="509" name="object 509"/>
            <p:cNvSpPr/>
            <p:nvPr/>
          </p:nvSpPr>
          <p:spPr>
            <a:xfrm>
              <a:off x="2814319" y="1529080"/>
              <a:ext cx="387350" cy="21590"/>
            </a:xfrm>
            <a:custGeom>
              <a:avLst/>
              <a:gdLst/>
              <a:ahLst/>
              <a:cxnLst/>
              <a:rect l="l" t="t" r="r" b="b"/>
              <a:pathLst>
                <a:path w="387350" h="21590">
                  <a:moveTo>
                    <a:pt x="386080" y="3810"/>
                  </a:moveTo>
                  <a:lnTo>
                    <a:pt x="1269" y="3810"/>
                  </a:lnTo>
                  <a:lnTo>
                    <a:pt x="1269" y="6350"/>
                  </a:lnTo>
                  <a:lnTo>
                    <a:pt x="386080" y="6350"/>
                  </a:lnTo>
                  <a:lnTo>
                    <a:pt x="386080" y="3810"/>
                  </a:lnTo>
                  <a:close/>
                </a:path>
                <a:path w="387350" h="21590">
                  <a:moveTo>
                    <a:pt x="387350" y="0"/>
                  </a:moveTo>
                  <a:lnTo>
                    <a:pt x="0" y="0"/>
                  </a:lnTo>
                  <a:lnTo>
                    <a:pt x="0" y="2539"/>
                  </a:lnTo>
                  <a:lnTo>
                    <a:pt x="386080" y="2539"/>
                  </a:lnTo>
                  <a:lnTo>
                    <a:pt x="386080" y="3810"/>
                  </a:lnTo>
                  <a:lnTo>
                    <a:pt x="387350" y="3810"/>
                  </a:lnTo>
                  <a:lnTo>
                    <a:pt x="387350" y="0"/>
                  </a:lnTo>
                  <a:close/>
                </a:path>
                <a:path w="387350" h="21590">
                  <a:moveTo>
                    <a:pt x="384810" y="6350"/>
                  </a:moveTo>
                  <a:lnTo>
                    <a:pt x="2540" y="6350"/>
                  </a:lnTo>
                  <a:lnTo>
                    <a:pt x="2540" y="10160"/>
                  </a:lnTo>
                  <a:lnTo>
                    <a:pt x="3810" y="10160"/>
                  </a:lnTo>
                  <a:lnTo>
                    <a:pt x="3810" y="13970"/>
                  </a:lnTo>
                  <a:lnTo>
                    <a:pt x="5080" y="13970"/>
                  </a:lnTo>
                  <a:lnTo>
                    <a:pt x="5080" y="17780"/>
                  </a:lnTo>
                  <a:lnTo>
                    <a:pt x="6350" y="17780"/>
                  </a:lnTo>
                  <a:lnTo>
                    <a:pt x="6350" y="19050"/>
                  </a:lnTo>
                  <a:lnTo>
                    <a:pt x="381000" y="19050"/>
                  </a:lnTo>
                  <a:lnTo>
                    <a:pt x="381000" y="15240"/>
                  </a:lnTo>
                  <a:lnTo>
                    <a:pt x="382269" y="15240"/>
                  </a:lnTo>
                  <a:lnTo>
                    <a:pt x="382270" y="12700"/>
                  </a:lnTo>
                  <a:lnTo>
                    <a:pt x="383540" y="12700"/>
                  </a:lnTo>
                  <a:lnTo>
                    <a:pt x="383540" y="8890"/>
                  </a:lnTo>
                  <a:lnTo>
                    <a:pt x="384810" y="8890"/>
                  </a:lnTo>
                  <a:lnTo>
                    <a:pt x="384810" y="6350"/>
                  </a:lnTo>
                  <a:close/>
                </a:path>
                <a:path w="387350" h="21590">
                  <a:moveTo>
                    <a:pt x="379730" y="19050"/>
                  </a:moveTo>
                  <a:lnTo>
                    <a:pt x="6350" y="19050"/>
                  </a:lnTo>
                  <a:lnTo>
                    <a:pt x="6350" y="21590"/>
                  </a:lnTo>
                  <a:lnTo>
                    <a:pt x="379730" y="21590"/>
                  </a:lnTo>
                  <a:lnTo>
                    <a:pt x="379730" y="19050"/>
                  </a:lnTo>
                  <a:close/>
                </a:path>
              </a:pathLst>
            </a:custGeom>
            <a:solidFill>
              <a:srgbClr val="1C1C31"/>
            </a:solidFill>
          </p:spPr>
          <p:txBody>
            <a:bodyPr wrap="square" lIns="0" tIns="0" rIns="0" bIns="0" rtlCol="0"/>
            <a:lstStyle/>
            <a:p/>
          </p:txBody>
        </p:sp>
        <p:sp>
          <p:nvSpPr>
            <p:cNvPr id="510" name="object 510"/>
            <p:cNvSpPr/>
            <p:nvPr/>
          </p:nvSpPr>
          <p:spPr>
            <a:xfrm>
              <a:off x="2821940" y="1550669"/>
              <a:ext cx="370840" cy="41910"/>
            </a:xfrm>
            <a:custGeom>
              <a:avLst/>
              <a:gdLst/>
              <a:ahLst/>
              <a:cxnLst/>
              <a:rect l="l" t="t" r="r" b="b"/>
              <a:pathLst>
                <a:path w="370839" h="41909">
                  <a:moveTo>
                    <a:pt x="370827" y="0"/>
                  </a:moveTo>
                  <a:lnTo>
                    <a:pt x="0" y="0"/>
                  </a:lnTo>
                  <a:lnTo>
                    <a:pt x="0" y="3810"/>
                  </a:lnTo>
                  <a:lnTo>
                    <a:pt x="1270" y="3810"/>
                  </a:lnTo>
                  <a:lnTo>
                    <a:pt x="1270" y="6350"/>
                  </a:lnTo>
                  <a:lnTo>
                    <a:pt x="1270" y="7620"/>
                  </a:lnTo>
                  <a:lnTo>
                    <a:pt x="2540" y="7620"/>
                  </a:lnTo>
                  <a:lnTo>
                    <a:pt x="2540" y="8890"/>
                  </a:lnTo>
                  <a:lnTo>
                    <a:pt x="2540" y="11430"/>
                  </a:lnTo>
                  <a:lnTo>
                    <a:pt x="3810" y="11430"/>
                  </a:lnTo>
                  <a:lnTo>
                    <a:pt x="3810" y="12700"/>
                  </a:lnTo>
                  <a:lnTo>
                    <a:pt x="3810" y="15240"/>
                  </a:lnTo>
                  <a:lnTo>
                    <a:pt x="5080" y="15240"/>
                  </a:lnTo>
                  <a:lnTo>
                    <a:pt x="5080" y="17780"/>
                  </a:lnTo>
                  <a:lnTo>
                    <a:pt x="6350" y="17780"/>
                  </a:lnTo>
                  <a:lnTo>
                    <a:pt x="6350" y="19050"/>
                  </a:lnTo>
                  <a:lnTo>
                    <a:pt x="6350" y="21590"/>
                  </a:lnTo>
                  <a:lnTo>
                    <a:pt x="7620" y="21590"/>
                  </a:lnTo>
                  <a:lnTo>
                    <a:pt x="7620" y="25400"/>
                  </a:lnTo>
                  <a:lnTo>
                    <a:pt x="8890" y="25400"/>
                  </a:lnTo>
                  <a:lnTo>
                    <a:pt x="8890" y="27940"/>
                  </a:lnTo>
                  <a:lnTo>
                    <a:pt x="10160" y="27940"/>
                  </a:lnTo>
                  <a:lnTo>
                    <a:pt x="10160" y="30480"/>
                  </a:lnTo>
                  <a:lnTo>
                    <a:pt x="11430" y="30480"/>
                  </a:lnTo>
                  <a:lnTo>
                    <a:pt x="11430" y="33020"/>
                  </a:lnTo>
                  <a:lnTo>
                    <a:pt x="12700" y="33020"/>
                  </a:lnTo>
                  <a:lnTo>
                    <a:pt x="12700" y="35560"/>
                  </a:lnTo>
                  <a:lnTo>
                    <a:pt x="13970" y="35560"/>
                  </a:lnTo>
                  <a:lnTo>
                    <a:pt x="13970" y="38100"/>
                  </a:lnTo>
                  <a:lnTo>
                    <a:pt x="15240" y="38100"/>
                  </a:lnTo>
                  <a:lnTo>
                    <a:pt x="15240" y="40640"/>
                  </a:lnTo>
                  <a:lnTo>
                    <a:pt x="16510" y="40640"/>
                  </a:lnTo>
                  <a:lnTo>
                    <a:pt x="16510" y="41910"/>
                  </a:lnTo>
                  <a:lnTo>
                    <a:pt x="353060" y="41910"/>
                  </a:lnTo>
                  <a:lnTo>
                    <a:pt x="353060" y="39370"/>
                  </a:lnTo>
                  <a:lnTo>
                    <a:pt x="354330" y="39370"/>
                  </a:lnTo>
                  <a:lnTo>
                    <a:pt x="354330" y="36830"/>
                  </a:lnTo>
                  <a:lnTo>
                    <a:pt x="355600" y="36830"/>
                  </a:lnTo>
                  <a:lnTo>
                    <a:pt x="355600" y="34290"/>
                  </a:lnTo>
                  <a:lnTo>
                    <a:pt x="356857" y="34290"/>
                  </a:lnTo>
                  <a:lnTo>
                    <a:pt x="356857" y="31750"/>
                  </a:lnTo>
                  <a:lnTo>
                    <a:pt x="358140" y="31750"/>
                  </a:lnTo>
                  <a:lnTo>
                    <a:pt x="358140" y="29210"/>
                  </a:lnTo>
                  <a:lnTo>
                    <a:pt x="359410" y="29210"/>
                  </a:lnTo>
                  <a:lnTo>
                    <a:pt x="359410" y="26670"/>
                  </a:lnTo>
                  <a:lnTo>
                    <a:pt x="360680" y="26670"/>
                  </a:lnTo>
                  <a:lnTo>
                    <a:pt x="360680" y="24130"/>
                  </a:lnTo>
                  <a:lnTo>
                    <a:pt x="361950" y="24130"/>
                  </a:lnTo>
                  <a:lnTo>
                    <a:pt x="361950" y="21590"/>
                  </a:lnTo>
                  <a:lnTo>
                    <a:pt x="363207" y="21590"/>
                  </a:lnTo>
                  <a:lnTo>
                    <a:pt x="363207" y="19050"/>
                  </a:lnTo>
                  <a:lnTo>
                    <a:pt x="364477" y="19050"/>
                  </a:lnTo>
                  <a:lnTo>
                    <a:pt x="364477" y="17780"/>
                  </a:lnTo>
                  <a:lnTo>
                    <a:pt x="364490" y="15240"/>
                  </a:lnTo>
                  <a:lnTo>
                    <a:pt x="365760" y="15240"/>
                  </a:lnTo>
                  <a:lnTo>
                    <a:pt x="365760" y="12700"/>
                  </a:lnTo>
                  <a:lnTo>
                    <a:pt x="367030" y="12700"/>
                  </a:lnTo>
                  <a:lnTo>
                    <a:pt x="367030" y="11430"/>
                  </a:lnTo>
                  <a:lnTo>
                    <a:pt x="367030" y="8890"/>
                  </a:lnTo>
                  <a:lnTo>
                    <a:pt x="368300" y="8890"/>
                  </a:lnTo>
                  <a:lnTo>
                    <a:pt x="368300" y="7620"/>
                  </a:lnTo>
                  <a:lnTo>
                    <a:pt x="368300" y="6350"/>
                  </a:lnTo>
                  <a:lnTo>
                    <a:pt x="369570" y="6350"/>
                  </a:lnTo>
                  <a:lnTo>
                    <a:pt x="369570" y="3810"/>
                  </a:lnTo>
                  <a:lnTo>
                    <a:pt x="370827" y="3810"/>
                  </a:lnTo>
                  <a:lnTo>
                    <a:pt x="370827" y="0"/>
                  </a:lnTo>
                  <a:close/>
                </a:path>
              </a:pathLst>
            </a:custGeom>
            <a:solidFill>
              <a:srgbClr val="1D1D33"/>
            </a:solidFill>
          </p:spPr>
          <p:txBody>
            <a:bodyPr wrap="square" lIns="0" tIns="0" rIns="0" bIns="0" rtlCol="0"/>
            <a:lstStyle/>
            <a:p/>
          </p:txBody>
        </p:sp>
        <p:sp>
          <p:nvSpPr>
            <p:cNvPr id="511" name="object 511"/>
            <p:cNvSpPr/>
            <p:nvPr/>
          </p:nvSpPr>
          <p:spPr>
            <a:xfrm>
              <a:off x="2838449" y="1592580"/>
              <a:ext cx="335280" cy="21590"/>
            </a:xfrm>
            <a:custGeom>
              <a:avLst/>
              <a:gdLst/>
              <a:ahLst/>
              <a:cxnLst/>
              <a:rect l="l" t="t" r="r" b="b"/>
              <a:pathLst>
                <a:path w="335280" h="21590">
                  <a:moveTo>
                    <a:pt x="327659" y="15240"/>
                  </a:moveTo>
                  <a:lnTo>
                    <a:pt x="8889" y="15240"/>
                  </a:lnTo>
                  <a:lnTo>
                    <a:pt x="8889" y="17780"/>
                  </a:lnTo>
                  <a:lnTo>
                    <a:pt x="10160" y="17780"/>
                  </a:lnTo>
                  <a:lnTo>
                    <a:pt x="10160" y="20320"/>
                  </a:lnTo>
                  <a:lnTo>
                    <a:pt x="11430" y="20320"/>
                  </a:lnTo>
                  <a:lnTo>
                    <a:pt x="11430" y="21590"/>
                  </a:lnTo>
                  <a:lnTo>
                    <a:pt x="325119" y="21590"/>
                  </a:lnTo>
                  <a:lnTo>
                    <a:pt x="325120" y="19050"/>
                  </a:lnTo>
                  <a:lnTo>
                    <a:pt x="326390" y="19050"/>
                  </a:lnTo>
                  <a:lnTo>
                    <a:pt x="326389" y="16510"/>
                  </a:lnTo>
                  <a:lnTo>
                    <a:pt x="327659" y="16510"/>
                  </a:lnTo>
                  <a:lnTo>
                    <a:pt x="327659" y="15240"/>
                  </a:lnTo>
                  <a:close/>
                </a:path>
                <a:path w="335280" h="21590">
                  <a:moveTo>
                    <a:pt x="335280" y="0"/>
                  </a:moveTo>
                  <a:lnTo>
                    <a:pt x="0" y="0"/>
                  </a:lnTo>
                  <a:lnTo>
                    <a:pt x="0" y="1270"/>
                  </a:lnTo>
                  <a:lnTo>
                    <a:pt x="1269" y="1270"/>
                  </a:lnTo>
                  <a:lnTo>
                    <a:pt x="1269" y="3810"/>
                  </a:lnTo>
                  <a:lnTo>
                    <a:pt x="2539" y="3810"/>
                  </a:lnTo>
                  <a:lnTo>
                    <a:pt x="2539" y="6350"/>
                  </a:lnTo>
                  <a:lnTo>
                    <a:pt x="3810" y="6350"/>
                  </a:lnTo>
                  <a:lnTo>
                    <a:pt x="3810" y="8890"/>
                  </a:lnTo>
                  <a:lnTo>
                    <a:pt x="5080" y="8890"/>
                  </a:lnTo>
                  <a:lnTo>
                    <a:pt x="5080" y="11430"/>
                  </a:lnTo>
                  <a:lnTo>
                    <a:pt x="6350" y="11430"/>
                  </a:lnTo>
                  <a:lnTo>
                    <a:pt x="6350" y="13970"/>
                  </a:lnTo>
                  <a:lnTo>
                    <a:pt x="7619" y="13970"/>
                  </a:lnTo>
                  <a:lnTo>
                    <a:pt x="7619" y="15240"/>
                  </a:lnTo>
                  <a:lnTo>
                    <a:pt x="328930" y="15240"/>
                  </a:lnTo>
                  <a:lnTo>
                    <a:pt x="328930" y="12700"/>
                  </a:lnTo>
                  <a:lnTo>
                    <a:pt x="330200" y="12700"/>
                  </a:lnTo>
                  <a:lnTo>
                    <a:pt x="330200" y="10160"/>
                  </a:lnTo>
                  <a:lnTo>
                    <a:pt x="331469" y="10160"/>
                  </a:lnTo>
                  <a:lnTo>
                    <a:pt x="331470" y="7620"/>
                  </a:lnTo>
                  <a:lnTo>
                    <a:pt x="332740" y="7620"/>
                  </a:lnTo>
                  <a:lnTo>
                    <a:pt x="332739" y="5080"/>
                  </a:lnTo>
                  <a:lnTo>
                    <a:pt x="334009" y="5080"/>
                  </a:lnTo>
                  <a:lnTo>
                    <a:pt x="334009" y="2540"/>
                  </a:lnTo>
                  <a:lnTo>
                    <a:pt x="335280" y="2540"/>
                  </a:lnTo>
                  <a:lnTo>
                    <a:pt x="335280" y="0"/>
                  </a:lnTo>
                  <a:close/>
                </a:path>
              </a:pathLst>
            </a:custGeom>
            <a:solidFill>
              <a:srgbClr val="1E1E34"/>
            </a:solidFill>
          </p:spPr>
          <p:txBody>
            <a:bodyPr wrap="square" lIns="0" tIns="0" rIns="0" bIns="0" rtlCol="0"/>
            <a:lstStyle/>
            <a:p/>
          </p:txBody>
        </p:sp>
        <p:sp>
          <p:nvSpPr>
            <p:cNvPr id="512" name="object 512"/>
            <p:cNvSpPr/>
            <p:nvPr/>
          </p:nvSpPr>
          <p:spPr>
            <a:xfrm>
              <a:off x="2849880" y="1614169"/>
              <a:ext cx="312420" cy="21590"/>
            </a:xfrm>
            <a:custGeom>
              <a:avLst/>
              <a:gdLst/>
              <a:ahLst/>
              <a:cxnLst/>
              <a:rect l="l" t="t" r="r" b="b"/>
              <a:pathLst>
                <a:path w="312419" h="21589">
                  <a:moveTo>
                    <a:pt x="299720" y="19177"/>
                  </a:moveTo>
                  <a:lnTo>
                    <a:pt x="12700" y="19177"/>
                  </a:lnTo>
                  <a:lnTo>
                    <a:pt x="12700" y="20447"/>
                  </a:lnTo>
                  <a:lnTo>
                    <a:pt x="13970" y="20447"/>
                  </a:lnTo>
                  <a:lnTo>
                    <a:pt x="13970" y="21590"/>
                  </a:lnTo>
                  <a:lnTo>
                    <a:pt x="298450" y="21590"/>
                  </a:lnTo>
                  <a:lnTo>
                    <a:pt x="298450" y="20447"/>
                  </a:lnTo>
                  <a:lnTo>
                    <a:pt x="299720" y="20447"/>
                  </a:lnTo>
                  <a:lnTo>
                    <a:pt x="299720" y="19177"/>
                  </a:lnTo>
                  <a:close/>
                </a:path>
                <a:path w="312419" h="21589">
                  <a:moveTo>
                    <a:pt x="309867" y="3822"/>
                  </a:moveTo>
                  <a:lnTo>
                    <a:pt x="2540" y="3822"/>
                  </a:lnTo>
                  <a:lnTo>
                    <a:pt x="2540" y="6350"/>
                  </a:lnTo>
                  <a:lnTo>
                    <a:pt x="3810" y="6350"/>
                  </a:lnTo>
                  <a:lnTo>
                    <a:pt x="3810" y="7620"/>
                  </a:lnTo>
                  <a:lnTo>
                    <a:pt x="5080" y="7620"/>
                  </a:lnTo>
                  <a:lnTo>
                    <a:pt x="5080" y="10160"/>
                  </a:lnTo>
                  <a:lnTo>
                    <a:pt x="6350" y="10160"/>
                  </a:lnTo>
                  <a:lnTo>
                    <a:pt x="6350" y="11430"/>
                  </a:lnTo>
                  <a:lnTo>
                    <a:pt x="7620" y="11430"/>
                  </a:lnTo>
                  <a:lnTo>
                    <a:pt x="7620" y="12700"/>
                  </a:lnTo>
                  <a:lnTo>
                    <a:pt x="7620" y="13970"/>
                  </a:lnTo>
                  <a:lnTo>
                    <a:pt x="8890" y="13970"/>
                  </a:lnTo>
                  <a:lnTo>
                    <a:pt x="8890" y="15240"/>
                  </a:lnTo>
                  <a:lnTo>
                    <a:pt x="10160" y="15240"/>
                  </a:lnTo>
                  <a:lnTo>
                    <a:pt x="10160" y="16510"/>
                  </a:lnTo>
                  <a:lnTo>
                    <a:pt x="11430" y="16510"/>
                  </a:lnTo>
                  <a:lnTo>
                    <a:pt x="11430" y="19050"/>
                  </a:lnTo>
                  <a:lnTo>
                    <a:pt x="299720" y="19050"/>
                  </a:lnTo>
                  <a:lnTo>
                    <a:pt x="299720" y="19177"/>
                  </a:lnTo>
                  <a:lnTo>
                    <a:pt x="300990" y="19177"/>
                  </a:lnTo>
                  <a:lnTo>
                    <a:pt x="300990" y="19050"/>
                  </a:lnTo>
                  <a:lnTo>
                    <a:pt x="300990" y="16510"/>
                  </a:lnTo>
                  <a:lnTo>
                    <a:pt x="302260" y="16510"/>
                  </a:lnTo>
                  <a:lnTo>
                    <a:pt x="302260" y="15240"/>
                  </a:lnTo>
                  <a:lnTo>
                    <a:pt x="303517" y="15240"/>
                  </a:lnTo>
                  <a:lnTo>
                    <a:pt x="303517" y="13970"/>
                  </a:lnTo>
                  <a:lnTo>
                    <a:pt x="303530" y="12700"/>
                  </a:lnTo>
                  <a:lnTo>
                    <a:pt x="304800" y="12700"/>
                  </a:lnTo>
                  <a:lnTo>
                    <a:pt x="304800" y="11430"/>
                  </a:lnTo>
                  <a:lnTo>
                    <a:pt x="306070" y="11430"/>
                  </a:lnTo>
                  <a:lnTo>
                    <a:pt x="306070" y="10160"/>
                  </a:lnTo>
                  <a:lnTo>
                    <a:pt x="307340" y="10160"/>
                  </a:lnTo>
                  <a:lnTo>
                    <a:pt x="307340" y="7620"/>
                  </a:lnTo>
                  <a:lnTo>
                    <a:pt x="308610" y="7620"/>
                  </a:lnTo>
                  <a:lnTo>
                    <a:pt x="308610" y="6350"/>
                  </a:lnTo>
                  <a:lnTo>
                    <a:pt x="309867" y="6350"/>
                  </a:lnTo>
                  <a:lnTo>
                    <a:pt x="309867" y="3822"/>
                  </a:lnTo>
                  <a:close/>
                </a:path>
                <a:path w="312419" h="21589">
                  <a:moveTo>
                    <a:pt x="312420" y="0"/>
                  </a:moveTo>
                  <a:lnTo>
                    <a:pt x="0" y="0"/>
                  </a:lnTo>
                  <a:lnTo>
                    <a:pt x="0" y="1270"/>
                  </a:lnTo>
                  <a:lnTo>
                    <a:pt x="1270" y="1270"/>
                  </a:lnTo>
                  <a:lnTo>
                    <a:pt x="1270" y="2540"/>
                  </a:lnTo>
                  <a:lnTo>
                    <a:pt x="1270" y="3810"/>
                  </a:lnTo>
                  <a:lnTo>
                    <a:pt x="311150" y="3810"/>
                  </a:lnTo>
                  <a:lnTo>
                    <a:pt x="311150" y="2540"/>
                  </a:lnTo>
                  <a:lnTo>
                    <a:pt x="312420" y="2540"/>
                  </a:lnTo>
                  <a:lnTo>
                    <a:pt x="312420" y="1270"/>
                  </a:lnTo>
                  <a:lnTo>
                    <a:pt x="312420" y="0"/>
                  </a:lnTo>
                  <a:close/>
                </a:path>
              </a:pathLst>
            </a:custGeom>
            <a:solidFill>
              <a:srgbClr val="1F1F35"/>
            </a:solidFill>
          </p:spPr>
          <p:txBody>
            <a:bodyPr wrap="square" lIns="0" tIns="0" rIns="0" bIns="0" rtlCol="0"/>
            <a:lstStyle/>
            <a:p/>
          </p:txBody>
        </p:sp>
        <p:sp>
          <p:nvSpPr>
            <p:cNvPr id="513" name="object 513"/>
            <p:cNvSpPr/>
            <p:nvPr/>
          </p:nvSpPr>
          <p:spPr>
            <a:xfrm>
              <a:off x="2863850" y="1635759"/>
              <a:ext cx="284480" cy="21590"/>
            </a:xfrm>
            <a:custGeom>
              <a:avLst/>
              <a:gdLst/>
              <a:ahLst/>
              <a:cxnLst/>
              <a:rect l="l" t="t" r="r" b="b"/>
              <a:pathLst>
                <a:path w="284480" h="21589">
                  <a:moveTo>
                    <a:pt x="267970" y="19177"/>
                  </a:moveTo>
                  <a:lnTo>
                    <a:pt x="16510" y="19177"/>
                  </a:lnTo>
                  <a:lnTo>
                    <a:pt x="16510" y="20320"/>
                  </a:lnTo>
                  <a:lnTo>
                    <a:pt x="17780" y="20320"/>
                  </a:lnTo>
                  <a:lnTo>
                    <a:pt x="17780" y="21590"/>
                  </a:lnTo>
                  <a:lnTo>
                    <a:pt x="266700" y="21590"/>
                  </a:lnTo>
                  <a:lnTo>
                    <a:pt x="266700" y="20320"/>
                  </a:lnTo>
                  <a:lnTo>
                    <a:pt x="267970" y="20320"/>
                  </a:lnTo>
                  <a:lnTo>
                    <a:pt x="267970" y="19177"/>
                  </a:lnTo>
                  <a:close/>
                </a:path>
                <a:path w="284480" h="21589">
                  <a:moveTo>
                    <a:pt x="270497" y="16637"/>
                  </a:moveTo>
                  <a:lnTo>
                    <a:pt x="13970" y="16637"/>
                  </a:lnTo>
                  <a:lnTo>
                    <a:pt x="13970" y="17907"/>
                  </a:lnTo>
                  <a:lnTo>
                    <a:pt x="15240" y="17907"/>
                  </a:lnTo>
                  <a:lnTo>
                    <a:pt x="15240" y="19050"/>
                  </a:lnTo>
                  <a:lnTo>
                    <a:pt x="267970" y="19050"/>
                  </a:lnTo>
                  <a:lnTo>
                    <a:pt x="267970" y="19177"/>
                  </a:lnTo>
                  <a:lnTo>
                    <a:pt x="269240" y="19177"/>
                  </a:lnTo>
                  <a:lnTo>
                    <a:pt x="269240" y="19050"/>
                  </a:lnTo>
                  <a:lnTo>
                    <a:pt x="269240" y="17907"/>
                  </a:lnTo>
                  <a:lnTo>
                    <a:pt x="270497" y="17907"/>
                  </a:lnTo>
                  <a:lnTo>
                    <a:pt x="270497" y="16637"/>
                  </a:lnTo>
                  <a:close/>
                </a:path>
                <a:path w="284480" h="21589">
                  <a:moveTo>
                    <a:pt x="274320" y="12827"/>
                  </a:moveTo>
                  <a:lnTo>
                    <a:pt x="11430" y="12827"/>
                  </a:lnTo>
                  <a:lnTo>
                    <a:pt x="11430" y="13970"/>
                  </a:lnTo>
                  <a:lnTo>
                    <a:pt x="12700" y="13970"/>
                  </a:lnTo>
                  <a:lnTo>
                    <a:pt x="12700" y="15240"/>
                  </a:lnTo>
                  <a:lnTo>
                    <a:pt x="12700" y="16510"/>
                  </a:lnTo>
                  <a:lnTo>
                    <a:pt x="270497" y="16510"/>
                  </a:lnTo>
                  <a:lnTo>
                    <a:pt x="270497" y="16637"/>
                  </a:lnTo>
                  <a:lnTo>
                    <a:pt x="271780" y="16637"/>
                  </a:lnTo>
                  <a:lnTo>
                    <a:pt x="271780" y="16510"/>
                  </a:lnTo>
                  <a:lnTo>
                    <a:pt x="271780" y="15240"/>
                  </a:lnTo>
                  <a:lnTo>
                    <a:pt x="273050" y="15240"/>
                  </a:lnTo>
                  <a:lnTo>
                    <a:pt x="273050" y="13970"/>
                  </a:lnTo>
                  <a:lnTo>
                    <a:pt x="274320" y="13970"/>
                  </a:lnTo>
                  <a:lnTo>
                    <a:pt x="274320" y="12827"/>
                  </a:lnTo>
                  <a:close/>
                </a:path>
                <a:path w="284480" h="21589">
                  <a:moveTo>
                    <a:pt x="276847" y="10287"/>
                  </a:moveTo>
                  <a:lnTo>
                    <a:pt x="8890" y="10287"/>
                  </a:lnTo>
                  <a:lnTo>
                    <a:pt x="8890" y="11557"/>
                  </a:lnTo>
                  <a:lnTo>
                    <a:pt x="10160" y="11557"/>
                  </a:lnTo>
                  <a:lnTo>
                    <a:pt x="10160" y="12700"/>
                  </a:lnTo>
                  <a:lnTo>
                    <a:pt x="274320" y="12700"/>
                  </a:lnTo>
                  <a:lnTo>
                    <a:pt x="274320" y="12827"/>
                  </a:lnTo>
                  <a:lnTo>
                    <a:pt x="275590" y="12827"/>
                  </a:lnTo>
                  <a:lnTo>
                    <a:pt x="275590" y="12700"/>
                  </a:lnTo>
                  <a:lnTo>
                    <a:pt x="275590" y="11557"/>
                  </a:lnTo>
                  <a:lnTo>
                    <a:pt x="276847" y="11557"/>
                  </a:lnTo>
                  <a:lnTo>
                    <a:pt x="276847" y="10287"/>
                  </a:lnTo>
                  <a:close/>
                </a:path>
                <a:path w="284480" h="21589">
                  <a:moveTo>
                    <a:pt x="279400" y="6477"/>
                  </a:moveTo>
                  <a:lnTo>
                    <a:pt x="5080" y="6477"/>
                  </a:lnTo>
                  <a:lnTo>
                    <a:pt x="5080" y="7620"/>
                  </a:lnTo>
                  <a:lnTo>
                    <a:pt x="6350" y="7620"/>
                  </a:lnTo>
                  <a:lnTo>
                    <a:pt x="6350" y="9017"/>
                  </a:lnTo>
                  <a:lnTo>
                    <a:pt x="7620" y="9017"/>
                  </a:lnTo>
                  <a:lnTo>
                    <a:pt x="7620" y="10160"/>
                  </a:lnTo>
                  <a:lnTo>
                    <a:pt x="276847" y="10160"/>
                  </a:lnTo>
                  <a:lnTo>
                    <a:pt x="276847" y="9017"/>
                  </a:lnTo>
                  <a:lnTo>
                    <a:pt x="278130" y="9017"/>
                  </a:lnTo>
                  <a:lnTo>
                    <a:pt x="278130" y="7620"/>
                  </a:lnTo>
                  <a:lnTo>
                    <a:pt x="279400" y="7620"/>
                  </a:lnTo>
                  <a:lnTo>
                    <a:pt x="279400" y="6477"/>
                  </a:lnTo>
                  <a:close/>
                </a:path>
                <a:path w="284480" h="21589">
                  <a:moveTo>
                    <a:pt x="284480" y="0"/>
                  </a:moveTo>
                  <a:lnTo>
                    <a:pt x="1270" y="0"/>
                  </a:lnTo>
                  <a:lnTo>
                    <a:pt x="0" y="0"/>
                  </a:lnTo>
                  <a:lnTo>
                    <a:pt x="0" y="127"/>
                  </a:lnTo>
                  <a:lnTo>
                    <a:pt x="1270" y="127"/>
                  </a:lnTo>
                  <a:lnTo>
                    <a:pt x="1270" y="1270"/>
                  </a:lnTo>
                  <a:lnTo>
                    <a:pt x="1270" y="2540"/>
                  </a:lnTo>
                  <a:lnTo>
                    <a:pt x="2540" y="2540"/>
                  </a:lnTo>
                  <a:lnTo>
                    <a:pt x="2540" y="3810"/>
                  </a:lnTo>
                  <a:lnTo>
                    <a:pt x="3810" y="3810"/>
                  </a:lnTo>
                  <a:lnTo>
                    <a:pt x="3810" y="5080"/>
                  </a:lnTo>
                  <a:lnTo>
                    <a:pt x="5080" y="5080"/>
                  </a:lnTo>
                  <a:lnTo>
                    <a:pt x="5080" y="6350"/>
                  </a:lnTo>
                  <a:lnTo>
                    <a:pt x="280670" y="6350"/>
                  </a:lnTo>
                  <a:lnTo>
                    <a:pt x="280670" y="5080"/>
                  </a:lnTo>
                  <a:lnTo>
                    <a:pt x="280670" y="3937"/>
                  </a:lnTo>
                  <a:lnTo>
                    <a:pt x="281940" y="3937"/>
                  </a:lnTo>
                  <a:lnTo>
                    <a:pt x="281940" y="3810"/>
                  </a:lnTo>
                  <a:lnTo>
                    <a:pt x="281940" y="2540"/>
                  </a:lnTo>
                  <a:lnTo>
                    <a:pt x="283197" y="2540"/>
                  </a:lnTo>
                  <a:lnTo>
                    <a:pt x="283197" y="1270"/>
                  </a:lnTo>
                  <a:lnTo>
                    <a:pt x="284480" y="1270"/>
                  </a:lnTo>
                  <a:lnTo>
                    <a:pt x="284480" y="0"/>
                  </a:lnTo>
                  <a:close/>
                </a:path>
              </a:pathLst>
            </a:custGeom>
            <a:solidFill>
              <a:srgbClr val="1F1F36"/>
            </a:solidFill>
          </p:spPr>
          <p:txBody>
            <a:bodyPr wrap="square" lIns="0" tIns="0" rIns="0" bIns="0" rtlCol="0"/>
            <a:lstStyle/>
            <a:p/>
          </p:txBody>
        </p:sp>
        <p:sp>
          <p:nvSpPr>
            <p:cNvPr id="514" name="object 514"/>
            <p:cNvSpPr/>
            <p:nvPr/>
          </p:nvSpPr>
          <p:spPr>
            <a:xfrm>
              <a:off x="2881630" y="1657349"/>
              <a:ext cx="248920" cy="21590"/>
            </a:xfrm>
            <a:custGeom>
              <a:avLst/>
              <a:gdLst/>
              <a:ahLst/>
              <a:cxnLst/>
              <a:rect l="l" t="t" r="r" b="b"/>
              <a:pathLst>
                <a:path w="248919" h="21589">
                  <a:moveTo>
                    <a:pt x="220967" y="20447"/>
                  </a:moveTo>
                  <a:lnTo>
                    <a:pt x="27940" y="20447"/>
                  </a:lnTo>
                  <a:lnTo>
                    <a:pt x="27940" y="21590"/>
                  </a:lnTo>
                  <a:lnTo>
                    <a:pt x="220967" y="21590"/>
                  </a:lnTo>
                  <a:lnTo>
                    <a:pt x="220967" y="20447"/>
                  </a:lnTo>
                  <a:close/>
                </a:path>
                <a:path w="248919" h="21589">
                  <a:moveTo>
                    <a:pt x="227317" y="16637"/>
                  </a:moveTo>
                  <a:lnTo>
                    <a:pt x="22860" y="16637"/>
                  </a:lnTo>
                  <a:lnTo>
                    <a:pt x="22860" y="17780"/>
                  </a:lnTo>
                  <a:lnTo>
                    <a:pt x="24130" y="17780"/>
                  </a:lnTo>
                  <a:lnTo>
                    <a:pt x="24130" y="19177"/>
                  </a:lnTo>
                  <a:lnTo>
                    <a:pt x="26670" y="19177"/>
                  </a:lnTo>
                  <a:lnTo>
                    <a:pt x="26670" y="20320"/>
                  </a:lnTo>
                  <a:lnTo>
                    <a:pt x="220967" y="20320"/>
                  </a:lnTo>
                  <a:lnTo>
                    <a:pt x="220967" y="20447"/>
                  </a:lnTo>
                  <a:lnTo>
                    <a:pt x="222250" y="20447"/>
                  </a:lnTo>
                  <a:lnTo>
                    <a:pt x="222250" y="20320"/>
                  </a:lnTo>
                  <a:lnTo>
                    <a:pt x="222250" y="19177"/>
                  </a:lnTo>
                  <a:lnTo>
                    <a:pt x="224790" y="19177"/>
                  </a:lnTo>
                  <a:lnTo>
                    <a:pt x="224790" y="17780"/>
                  </a:lnTo>
                  <a:lnTo>
                    <a:pt x="227317" y="17780"/>
                  </a:lnTo>
                  <a:lnTo>
                    <a:pt x="227317" y="16637"/>
                  </a:lnTo>
                  <a:close/>
                </a:path>
                <a:path w="248919" h="21589">
                  <a:moveTo>
                    <a:pt x="231140" y="14097"/>
                  </a:moveTo>
                  <a:lnTo>
                    <a:pt x="19050" y="14097"/>
                  </a:lnTo>
                  <a:lnTo>
                    <a:pt x="19050" y="15367"/>
                  </a:lnTo>
                  <a:lnTo>
                    <a:pt x="20320" y="15367"/>
                  </a:lnTo>
                  <a:lnTo>
                    <a:pt x="20320" y="16510"/>
                  </a:lnTo>
                  <a:lnTo>
                    <a:pt x="227317" y="16510"/>
                  </a:lnTo>
                  <a:lnTo>
                    <a:pt x="227317" y="16637"/>
                  </a:lnTo>
                  <a:lnTo>
                    <a:pt x="228600" y="16637"/>
                  </a:lnTo>
                  <a:lnTo>
                    <a:pt x="228600" y="16510"/>
                  </a:lnTo>
                  <a:lnTo>
                    <a:pt x="228600" y="15367"/>
                  </a:lnTo>
                  <a:lnTo>
                    <a:pt x="231140" y="15367"/>
                  </a:lnTo>
                  <a:lnTo>
                    <a:pt x="231140" y="14097"/>
                  </a:lnTo>
                  <a:close/>
                </a:path>
                <a:path w="248919" h="21589">
                  <a:moveTo>
                    <a:pt x="236220" y="10287"/>
                  </a:moveTo>
                  <a:lnTo>
                    <a:pt x="13970" y="10287"/>
                  </a:lnTo>
                  <a:lnTo>
                    <a:pt x="13970" y="11430"/>
                  </a:lnTo>
                  <a:lnTo>
                    <a:pt x="15240" y="11430"/>
                  </a:lnTo>
                  <a:lnTo>
                    <a:pt x="15240" y="12827"/>
                  </a:lnTo>
                  <a:lnTo>
                    <a:pt x="17780" y="12827"/>
                  </a:lnTo>
                  <a:lnTo>
                    <a:pt x="17780" y="13970"/>
                  </a:lnTo>
                  <a:lnTo>
                    <a:pt x="231140" y="13970"/>
                  </a:lnTo>
                  <a:lnTo>
                    <a:pt x="231140" y="14097"/>
                  </a:lnTo>
                  <a:lnTo>
                    <a:pt x="233680" y="14097"/>
                  </a:lnTo>
                  <a:lnTo>
                    <a:pt x="233680" y="13970"/>
                  </a:lnTo>
                  <a:lnTo>
                    <a:pt x="233680" y="12827"/>
                  </a:lnTo>
                  <a:lnTo>
                    <a:pt x="234950" y="12827"/>
                  </a:lnTo>
                  <a:lnTo>
                    <a:pt x="234950" y="11430"/>
                  </a:lnTo>
                  <a:lnTo>
                    <a:pt x="236220" y="11430"/>
                  </a:lnTo>
                  <a:lnTo>
                    <a:pt x="236220" y="10287"/>
                  </a:lnTo>
                  <a:close/>
                </a:path>
                <a:path w="248919" h="21589">
                  <a:moveTo>
                    <a:pt x="238760" y="7747"/>
                  </a:moveTo>
                  <a:lnTo>
                    <a:pt x="10160" y="7747"/>
                  </a:lnTo>
                  <a:lnTo>
                    <a:pt x="10160" y="9017"/>
                  </a:lnTo>
                  <a:lnTo>
                    <a:pt x="12700" y="9017"/>
                  </a:lnTo>
                  <a:lnTo>
                    <a:pt x="12700" y="10160"/>
                  </a:lnTo>
                  <a:lnTo>
                    <a:pt x="236220" y="10160"/>
                  </a:lnTo>
                  <a:lnTo>
                    <a:pt x="236220" y="10287"/>
                  </a:lnTo>
                  <a:lnTo>
                    <a:pt x="237490" y="10287"/>
                  </a:lnTo>
                  <a:lnTo>
                    <a:pt x="237490" y="10160"/>
                  </a:lnTo>
                  <a:lnTo>
                    <a:pt x="237490" y="9017"/>
                  </a:lnTo>
                  <a:lnTo>
                    <a:pt x="238760" y="9017"/>
                  </a:lnTo>
                  <a:lnTo>
                    <a:pt x="238760" y="7747"/>
                  </a:lnTo>
                  <a:close/>
                </a:path>
                <a:path w="248919" h="21589">
                  <a:moveTo>
                    <a:pt x="243840" y="3937"/>
                  </a:moveTo>
                  <a:lnTo>
                    <a:pt x="6350" y="3937"/>
                  </a:lnTo>
                  <a:lnTo>
                    <a:pt x="6350" y="5080"/>
                  </a:lnTo>
                  <a:lnTo>
                    <a:pt x="7620" y="5080"/>
                  </a:lnTo>
                  <a:lnTo>
                    <a:pt x="7620" y="6477"/>
                  </a:lnTo>
                  <a:lnTo>
                    <a:pt x="8890" y="6477"/>
                  </a:lnTo>
                  <a:lnTo>
                    <a:pt x="8890" y="7620"/>
                  </a:lnTo>
                  <a:lnTo>
                    <a:pt x="238760" y="7620"/>
                  </a:lnTo>
                  <a:lnTo>
                    <a:pt x="238760" y="7747"/>
                  </a:lnTo>
                  <a:lnTo>
                    <a:pt x="241300" y="7747"/>
                  </a:lnTo>
                  <a:lnTo>
                    <a:pt x="241300" y="7620"/>
                  </a:lnTo>
                  <a:lnTo>
                    <a:pt x="241300" y="6477"/>
                  </a:lnTo>
                  <a:lnTo>
                    <a:pt x="242570" y="6477"/>
                  </a:lnTo>
                  <a:lnTo>
                    <a:pt x="242570" y="5080"/>
                  </a:lnTo>
                  <a:lnTo>
                    <a:pt x="243840" y="5080"/>
                  </a:lnTo>
                  <a:lnTo>
                    <a:pt x="243840" y="3937"/>
                  </a:lnTo>
                  <a:close/>
                </a:path>
                <a:path w="248919" h="21589">
                  <a:moveTo>
                    <a:pt x="246367" y="1397"/>
                  </a:moveTo>
                  <a:lnTo>
                    <a:pt x="2540" y="1397"/>
                  </a:lnTo>
                  <a:lnTo>
                    <a:pt x="2540" y="2667"/>
                  </a:lnTo>
                  <a:lnTo>
                    <a:pt x="5080" y="2667"/>
                  </a:lnTo>
                  <a:lnTo>
                    <a:pt x="5080" y="3810"/>
                  </a:lnTo>
                  <a:lnTo>
                    <a:pt x="243840" y="3810"/>
                  </a:lnTo>
                  <a:lnTo>
                    <a:pt x="243840" y="3937"/>
                  </a:lnTo>
                  <a:lnTo>
                    <a:pt x="245110" y="3937"/>
                  </a:lnTo>
                  <a:lnTo>
                    <a:pt x="245110" y="3810"/>
                  </a:lnTo>
                  <a:lnTo>
                    <a:pt x="245110" y="2667"/>
                  </a:lnTo>
                  <a:lnTo>
                    <a:pt x="246367" y="2667"/>
                  </a:lnTo>
                  <a:lnTo>
                    <a:pt x="246367" y="1397"/>
                  </a:lnTo>
                  <a:close/>
                </a:path>
                <a:path w="248919" h="21589">
                  <a:moveTo>
                    <a:pt x="248920" y="0"/>
                  </a:moveTo>
                  <a:lnTo>
                    <a:pt x="247650" y="0"/>
                  </a:lnTo>
                  <a:lnTo>
                    <a:pt x="1270" y="0"/>
                  </a:lnTo>
                  <a:lnTo>
                    <a:pt x="0" y="0"/>
                  </a:lnTo>
                  <a:lnTo>
                    <a:pt x="0" y="127"/>
                  </a:lnTo>
                  <a:lnTo>
                    <a:pt x="1270" y="127"/>
                  </a:lnTo>
                  <a:lnTo>
                    <a:pt x="1270" y="1270"/>
                  </a:lnTo>
                  <a:lnTo>
                    <a:pt x="246367" y="1270"/>
                  </a:lnTo>
                  <a:lnTo>
                    <a:pt x="246367" y="1397"/>
                  </a:lnTo>
                  <a:lnTo>
                    <a:pt x="247650" y="1397"/>
                  </a:lnTo>
                  <a:lnTo>
                    <a:pt x="247650" y="1270"/>
                  </a:lnTo>
                  <a:lnTo>
                    <a:pt x="247650" y="127"/>
                  </a:lnTo>
                  <a:lnTo>
                    <a:pt x="248920" y="127"/>
                  </a:lnTo>
                  <a:lnTo>
                    <a:pt x="248920" y="0"/>
                  </a:lnTo>
                  <a:close/>
                </a:path>
              </a:pathLst>
            </a:custGeom>
            <a:solidFill>
              <a:srgbClr val="202037"/>
            </a:solidFill>
          </p:spPr>
          <p:txBody>
            <a:bodyPr wrap="square" lIns="0" tIns="0" rIns="0" bIns="0" rtlCol="0"/>
            <a:lstStyle/>
            <a:p/>
          </p:txBody>
        </p:sp>
        <p:sp>
          <p:nvSpPr>
            <p:cNvPr id="515" name="object 515"/>
            <p:cNvSpPr/>
            <p:nvPr/>
          </p:nvSpPr>
          <p:spPr>
            <a:xfrm>
              <a:off x="2909570" y="1678939"/>
              <a:ext cx="193040" cy="21590"/>
            </a:xfrm>
            <a:custGeom>
              <a:avLst/>
              <a:gdLst/>
              <a:ahLst/>
              <a:cxnLst/>
              <a:rect l="l" t="t" r="r" b="b"/>
              <a:pathLst>
                <a:path w="193039" h="21589">
                  <a:moveTo>
                    <a:pt x="114300" y="20447"/>
                  </a:moveTo>
                  <a:lnTo>
                    <a:pt x="76200" y="20447"/>
                  </a:lnTo>
                  <a:lnTo>
                    <a:pt x="76200" y="21590"/>
                  </a:lnTo>
                  <a:lnTo>
                    <a:pt x="114300" y="21590"/>
                  </a:lnTo>
                  <a:lnTo>
                    <a:pt x="114300" y="20447"/>
                  </a:lnTo>
                  <a:close/>
                </a:path>
                <a:path w="193039" h="21589">
                  <a:moveTo>
                    <a:pt x="132080" y="17907"/>
                  </a:moveTo>
                  <a:lnTo>
                    <a:pt x="59690" y="17907"/>
                  </a:lnTo>
                  <a:lnTo>
                    <a:pt x="59690" y="19177"/>
                  </a:lnTo>
                  <a:lnTo>
                    <a:pt x="71120" y="19177"/>
                  </a:lnTo>
                  <a:lnTo>
                    <a:pt x="71120" y="20320"/>
                  </a:lnTo>
                  <a:lnTo>
                    <a:pt x="114300" y="20320"/>
                  </a:lnTo>
                  <a:lnTo>
                    <a:pt x="114300" y="20447"/>
                  </a:lnTo>
                  <a:lnTo>
                    <a:pt x="127000" y="20447"/>
                  </a:lnTo>
                  <a:lnTo>
                    <a:pt x="127000" y="20320"/>
                  </a:lnTo>
                  <a:lnTo>
                    <a:pt x="127000" y="19177"/>
                  </a:lnTo>
                  <a:lnTo>
                    <a:pt x="132080" y="19177"/>
                  </a:lnTo>
                  <a:lnTo>
                    <a:pt x="132080" y="17907"/>
                  </a:lnTo>
                  <a:close/>
                </a:path>
                <a:path w="193039" h="21589">
                  <a:moveTo>
                    <a:pt x="149860" y="14097"/>
                  </a:moveTo>
                  <a:lnTo>
                    <a:pt x="41910" y="14097"/>
                  </a:lnTo>
                  <a:lnTo>
                    <a:pt x="41910" y="15240"/>
                  </a:lnTo>
                  <a:lnTo>
                    <a:pt x="44450" y="15240"/>
                  </a:lnTo>
                  <a:lnTo>
                    <a:pt x="44450" y="16637"/>
                  </a:lnTo>
                  <a:lnTo>
                    <a:pt x="55880" y="16637"/>
                  </a:lnTo>
                  <a:lnTo>
                    <a:pt x="55880" y="17780"/>
                  </a:lnTo>
                  <a:lnTo>
                    <a:pt x="132080" y="17780"/>
                  </a:lnTo>
                  <a:lnTo>
                    <a:pt x="132080" y="17907"/>
                  </a:lnTo>
                  <a:lnTo>
                    <a:pt x="140970" y="17907"/>
                  </a:lnTo>
                  <a:lnTo>
                    <a:pt x="140970" y="17780"/>
                  </a:lnTo>
                  <a:lnTo>
                    <a:pt x="140970" y="16637"/>
                  </a:lnTo>
                  <a:lnTo>
                    <a:pt x="146050" y="16637"/>
                  </a:lnTo>
                  <a:lnTo>
                    <a:pt x="146050" y="15240"/>
                  </a:lnTo>
                  <a:lnTo>
                    <a:pt x="149860" y="15240"/>
                  </a:lnTo>
                  <a:lnTo>
                    <a:pt x="149860" y="14097"/>
                  </a:lnTo>
                  <a:close/>
                </a:path>
                <a:path w="193039" h="21589">
                  <a:moveTo>
                    <a:pt x="162560" y="11557"/>
                  </a:moveTo>
                  <a:lnTo>
                    <a:pt x="30480" y="11557"/>
                  </a:lnTo>
                  <a:lnTo>
                    <a:pt x="30480" y="12827"/>
                  </a:lnTo>
                  <a:lnTo>
                    <a:pt x="36830" y="12827"/>
                  </a:lnTo>
                  <a:lnTo>
                    <a:pt x="36830" y="13970"/>
                  </a:lnTo>
                  <a:lnTo>
                    <a:pt x="149860" y="13970"/>
                  </a:lnTo>
                  <a:lnTo>
                    <a:pt x="149860" y="14097"/>
                  </a:lnTo>
                  <a:lnTo>
                    <a:pt x="157480" y="14097"/>
                  </a:lnTo>
                  <a:lnTo>
                    <a:pt x="157480" y="13970"/>
                  </a:lnTo>
                  <a:lnTo>
                    <a:pt x="157480" y="12827"/>
                  </a:lnTo>
                  <a:lnTo>
                    <a:pt x="162560" y="12827"/>
                  </a:lnTo>
                  <a:lnTo>
                    <a:pt x="162560" y="11557"/>
                  </a:lnTo>
                  <a:close/>
                </a:path>
                <a:path w="193039" h="21589">
                  <a:moveTo>
                    <a:pt x="173990" y="7747"/>
                  </a:moveTo>
                  <a:lnTo>
                    <a:pt x="21590" y="7747"/>
                  </a:lnTo>
                  <a:lnTo>
                    <a:pt x="21590" y="8890"/>
                  </a:lnTo>
                  <a:lnTo>
                    <a:pt x="24130" y="8890"/>
                  </a:lnTo>
                  <a:lnTo>
                    <a:pt x="24130" y="10287"/>
                  </a:lnTo>
                  <a:lnTo>
                    <a:pt x="27940" y="10287"/>
                  </a:lnTo>
                  <a:lnTo>
                    <a:pt x="27940" y="11430"/>
                  </a:lnTo>
                  <a:lnTo>
                    <a:pt x="162560" y="11430"/>
                  </a:lnTo>
                  <a:lnTo>
                    <a:pt x="162560" y="11557"/>
                  </a:lnTo>
                  <a:lnTo>
                    <a:pt x="166370" y="11557"/>
                  </a:lnTo>
                  <a:lnTo>
                    <a:pt x="166370" y="11430"/>
                  </a:lnTo>
                  <a:lnTo>
                    <a:pt x="166370" y="10287"/>
                  </a:lnTo>
                  <a:lnTo>
                    <a:pt x="171450" y="10287"/>
                  </a:lnTo>
                  <a:lnTo>
                    <a:pt x="171450" y="8890"/>
                  </a:lnTo>
                  <a:lnTo>
                    <a:pt x="173990" y="8890"/>
                  </a:lnTo>
                  <a:lnTo>
                    <a:pt x="173990" y="7747"/>
                  </a:lnTo>
                  <a:close/>
                </a:path>
                <a:path w="193039" h="21589">
                  <a:moveTo>
                    <a:pt x="180327" y="5207"/>
                  </a:moveTo>
                  <a:lnTo>
                    <a:pt x="13970" y="5207"/>
                  </a:lnTo>
                  <a:lnTo>
                    <a:pt x="13970" y="6477"/>
                  </a:lnTo>
                  <a:lnTo>
                    <a:pt x="16510" y="6477"/>
                  </a:lnTo>
                  <a:lnTo>
                    <a:pt x="16510" y="7620"/>
                  </a:lnTo>
                  <a:lnTo>
                    <a:pt x="173990" y="7620"/>
                  </a:lnTo>
                  <a:lnTo>
                    <a:pt x="173990" y="7747"/>
                  </a:lnTo>
                  <a:lnTo>
                    <a:pt x="177800" y="7747"/>
                  </a:lnTo>
                  <a:lnTo>
                    <a:pt x="177800" y="7620"/>
                  </a:lnTo>
                  <a:lnTo>
                    <a:pt x="177800" y="6477"/>
                  </a:lnTo>
                  <a:lnTo>
                    <a:pt x="180327" y="6477"/>
                  </a:lnTo>
                  <a:lnTo>
                    <a:pt x="180327" y="5207"/>
                  </a:lnTo>
                  <a:close/>
                </a:path>
                <a:path w="193039" h="21589">
                  <a:moveTo>
                    <a:pt x="187960" y="1397"/>
                  </a:moveTo>
                  <a:lnTo>
                    <a:pt x="3810" y="1397"/>
                  </a:lnTo>
                  <a:lnTo>
                    <a:pt x="3810" y="2540"/>
                  </a:lnTo>
                  <a:lnTo>
                    <a:pt x="7620" y="2540"/>
                  </a:lnTo>
                  <a:lnTo>
                    <a:pt x="7620" y="3937"/>
                  </a:lnTo>
                  <a:lnTo>
                    <a:pt x="11430" y="3937"/>
                  </a:lnTo>
                  <a:lnTo>
                    <a:pt x="11430" y="5080"/>
                  </a:lnTo>
                  <a:lnTo>
                    <a:pt x="180327" y="5080"/>
                  </a:lnTo>
                  <a:lnTo>
                    <a:pt x="180327" y="5207"/>
                  </a:lnTo>
                  <a:lnTo>
                    <a:pt x="182880" y="5207"/>
                  </a:lnTo>
                  <a:lnTo>
                    <a:pt x="182880" y="5080"/>
                  </a:lnTo>
                  <a:lnTo>
                    <a:pt x="182880" y="3937"/>
                  </a:lnTo>
                  <a:lnTo>
                    <a:pt x="185420" y="3937"/>
                  </a:lnTo>
                  <a:lnTo>
                    <a:pt x="185420" y="2540"/>
                  </a:lnTo>
                  <a:lnTo>
                    <a:pt x="187960" y="2540"/>
                  </a:lnTo>
                  <a:lnTo>
                    <a:pt x="187960" y="1397"/>
                  </a:lnTo>
                  <a:close/>
                </a:path>
                <a:path w="193039" h="21589">
                  <a:moveTo>
                    <a:pt x="193027" y="0"/>
                  </a:moveTo>
                  <a:lnTo>
                    <a:pt x="190500" y="0"/>
                  </a:lnTo>
                  <a:lnTo>
                    <a:pt x="2540" y="0"/>
                  </a:lnTo>
                  <a:lnTo>
                    <a:pt x="0" y="0"/>
                  </a:lnTo>
                  <a:lnTo>
                    <a:pt x="0" y="127"/>
                  </a:lnTo>
                  <a:lnTo>
                    <a:pt x="2540" y="127"/>
                  </a:lnTo>
                  <a:lnTo>
                    <a:pt x="2540" y="1270"/>
                  </a:lnTo>
                  <a:lnTo>
                    <a:pt x="187960" y="1270"/>
                  </a:lnTo>
                  <a:lnTo>
                    <a:pt x="187960" y="1397"/>
                  </a:lnTo>
                  <a:lnTo>
                    <a:pt x="190500" y="1397"/>
                  </a:lnTo>
                  <a:lnTo>
                    <a:pt x="190500" y="1270"/>
                  </a:lnTo>
                  <a:lnTo>
                    <a:pt x="190500" y="127"/>
                  </a:lnTo>
                  <a:lnTo>
                    <a:pt x="193027" y="127"/>
                  </a:lnTo>
                  <a:lnTo>
                    <a:pt x="193027" y="0"/>
                  </a:lnTo>
                  <a:close/>
                </a:path>
              </a:pathLst>
            </a:custGeom>
            <a:solidFill>
              <a:srgbClr val="202038"/>
            </a:solidFill>
          </p:spPr>
          <p:txBody>
            <a:bodyPr wrap="square" lIns="0" tIns="0" rIns="0" bIns="0" rtlCol="0"/>
            <a:lstStyle/>
            <a:p/>
          </p:txBody>
        </p:sp>
        <p:sp>
          <p:nvSpPr>
            <p:cNvPr id="516" name="object 516"/>
            <p:cNvSpPr/>
            <p:nvPr/>
          </p:nvSpPr>
          <p:spPr>
            <a:xfrm>
              <a:off x="2947670" y="1450339"/>
              <a:ext cx="264160" cy="81280"/>
            </a:xfrm>
            <a:custGeom>
              <a:avLst/>
              <a:gdLst/>
              <a:ahLst/>
              <a:cxnLst/>
              <a:rect l="l" t="t" r="r" b="b"/>
              <a:pathLst>
                <a:path w="264160" h="81280">
                  <a:moveTo>
                    <a:pt x="264160" y="0"/>
                  </a:moveTo>
                  <a:lnTo>
                    <a:pt x="7620" y="0"/>
                  </a:lnTo>
                  <a:lnTo>
                    <a:pt x="0" y="0"/>
                  </a:lnTo>
                  <a:lnTo>
                    <a:pt x="1270" y="6350"/>
                  </a:lnTo>
                  <a:lnTo>
                    <a:pt x="1270" y="8890"/>
                  </a:lnTo>
                  <a:lnTo>
                    <a:pt x="1270" y="11430"/>
                  </a:lnTo>
                  <a:lnTo>
                    <a:pt x="2540" y="17780"/>
                  </a:lnTo>
                  <a:lnTo>
                    <a:pt x="3810" y="21590"/>
                  </a:lnTo>
                  <a:lnTo>
                    <a:pt x="3810" y="22860"/>
                  </a:lnTo>
                  <a:lnTo>
                    <a:pt x="5080" y="27940"/>
                  </a:lnTo>
                  <a:lnTo>
                    <a:pt x="6350" y="33020"/>
                  </a:lnTo>
                  <a:lnTo>
                    <a:pt x="6350" y="34290"/>
                  </a:lnTo>
                  <a:lnTo>
                    <a:pt x="8890" y="38100"/>
                  </a:lnTo>
                  <a:lnTo>
                    <a:pt x="11430" y="43180"/>
                  </a:lnTo>
                  <a:lnTo>
                    <a:pt x="11430" y="44450"/>
                  </a:lnTo>
                  <a:lnTo>
                    <a:pt x="13970" y="49530"/>
                  </a:lnTo>
                  <a:lnTo>
                    <a:pt x="14300" y="49276"/>
                  </a:lnTo>
                  <a:lnTo>
                    <a:pt x="15240" y="52070"/>
                  </a:lnTo>
                  <a:lnTo>
                    <a:pt x="15240" y="53340"/>
                  </a:lnTo>
                  <a:lnTo>
                    <a:pt x="17780" y="55880"/>
                  </a:lnTo>
                  <a:lnTo>
                    <a:pt x="17780" y="57150"/>
                  </a:lnTo>
                  <a:lnTo>
                    <a:pt x="20320" y="59690"/>
                  </a:lnTo>
                  <a:lnTo>
                    <a:pt x="21590" y="62230"/>
                  </a:lnTo>
                  <a:lnTo>
                    <a:pt x="22860" y="63500"/>
                  </a:lnTo>
                  <a:lnTo>
                    <a:pt x="25400" y="66040"/>
                  </a:lnTo>
                  <a:lnTo>
                    <a:pt x="25781" y="65532"/>
                  </a:lnTo>
                  <a:lnTo>
                    <a:pt x="26670" y="67310"/>
                  </a:lnTo>
                  <a:lnTo>
                    <a:pt x="26670" y="68580"/>
                  </a:lnTo>
                  <a:lnTo>
                    <a:pt x="27940" y="68580"/>
                  </a:lnTo>
                  <a:lnTo>
                    <a:pt x="29210" y="69850"/>
                  </a:lnTo>
                  <a:lnTo>
                    <a:pt x="29210" y="71120"/>
                  </a:lnTo>
                  <a:lnTo>
                    <a:pt x="30480" y="71120"/>
                  </a:lnTo>
                  <a:lnTo>
                    <a:pt x="33020" y="72390"/>
                  </a:lnTo>
                  <a:lnTo>
                    <a:pt x="34290" y="74930"/>
                  </a:lnTo>
                  <a:lnTo>
                    <a:pt x="35560" y="74930"/>
                  </a:lnTo>
                  <a:lnTo>
                    <a:pt x="35560" y="76200"/>
                  </a:lnTo>
                  <a:lnTo>
                    <a:pt x="38100" y="76200"/>
                  </a:lnTo>
                  <a:lnTo>
                    <a:pt x="40640" y="77470"/>
                  </a:lnTo>
                  <a:lnTo>
                    <a:pt x="40640" y="78740"/>
                  </a:lnTo>
                  <a:lnTo>
                    <a:pt x="41910" y="78740"/>
                  </a:lnTo>
                  <a:lnTo>
                    <a:pt x="44450" y="78740"/>
                  </a:lnTo>
                  <a:lnTo>
                    <a:pt x="44450" y="80010"/>
                  </a:lnTo>
                  <a:lnTo>
                    <a:pt x="46990" y="80010"/>
                  </a:lnTo>
                  <a:lnTo>
                    <a:pt x="48260" y="80010"/>
                  </a:lnTo>
                  <a:lnTo>
                    <a:pt x="50800" y="81280"/>
                  </a:lnTo>
                  <a:lnTo>
                    <a:pt x="57150" y="81280"/>
                  </a:lnTo>
                  <a:lnTo>
                    <a:pt x="58420" y="81280"/>
                  </a:lnTo>
                  <a:lnTo>
                    <a:pt x="62230" y="81280"/>
                  </a:lnTo>
                  <a:lnTo>
                    <a:pt x="63500" y="81280"/>
                  </a:lnTo>
                  <a:lnTo>
                    <a:pt x="66040" y="81280"/>
                  </a:lnTo>
                  <a:lnTo>
                    <a:pt x="67310" y="81280"/>
                  </a:lnTo>
                  <a:lnTo>
                    <a:pt x="71120" y="80010"/>
                  </a:lnTo>
                  <a:lnTo>
                    <a:pt x="72390" y="78740"/>
                  </a:lnTo>
                  <a:lnTo>
                    <a:pt x="74930" y="77470"/>
                  </a:lnTo>
                  <a:lnTo>
                    <a:pt x="78740" y="76200"/>
                  </a:lnTo>
                  <a:lnTo>
                    <a:pt x="80010" y="76200"/>
                  </a:lnTo>
                  <a:lnTo>
                    <a:pt x="83820" y="73660"/>
                  </a:lnTo>
                  <a:lnTo>
                    <a:pt x="87630" y="71120"/>
                  </a:lnTo>
                  <a:lnTo>
                    <a:pt x="87630" y="69850"/>
                  </a:lnTo>
                  <a:lnTo>
                    <a:pt x="91440" y="67310"/>
                  </a:lnTo>
                  <a:lnTo>
                    <a:pt x="92710" y="66040"/>
                  </a:lnTo>
                  <a:lnTo>
                    <a:pt x="92710" y="64770"/>
                  </a:lnTo>
                  <a:lnTo>
                    <a:pt x="93980" y="64770"/>
                  </a:lnTo>
                  <a:lnTo>
                    <a:pt x="96520" y="60960"/>
                  </a:lnTo>
                  <a:lnTo>
                    <a:pt x="86360" y="53340"/>
                  </a:lnTo>
                  <a:lnTo>
                    <a:pt x="85090" y="54610"/>
                  </a:lnTo>
                  <a:lnTo>
                    <a:pt x="83820" y="55880"/>
                  </a:lnTo>
                  <a:lnTo>
                    <a:pt x="82550" y="57150"/>
                  </a:lnTo>
                  <a:lnTo>
                    <a:pt x="81280" y="58420"/>
                  </a:lnTo>
                  <a:lnTo>
                    <a:pt x="78740" y="60960"/>
                  </a:lnTo>
                  <a:lnTo>
                    <a:pt x="79248" y="61468"/>
                  </a:lnTo>
                  <a:lnTo>
                    <a:pt x="76733" y="63144"/>
                  </a:lnTo>
                  <a:lnTo>
                    <a:pt x="76200" y="62230"/>
                  </a:lnTo>
                  <a:lnTo>
                    <a:pt x="73660" y="64770"/>
                  </a:lnTo>
                  <a:lnTo>
                    <a:pt x="69850" y="66040"/>
                  </a:lnTo>
                  <a:lnTo>
                    <a:pt x="67310" y="67310"/>
                  </a:lnTo>
                  <a:lnTo>
                    <a:pt x="63500" y="68580"/>
                  </a:lnTo>
                  <a:lnTo>
                    <a:pt x="63639" y="68961"/>
                  </a:lnTo>
                  <a:lnTo>
                    <a:pt x="60960" y="69850"/>
                  </a:lnTo>
                  <a:lnTo>
                    <a:pt x="58420" y="69850"/>
                  </a:lnTo>
                  <a:lnTo>
                    <a:pt x="52070" y="68580"/>
                  </a:lnTo>
                  <a:lnTo>
                    <a:pt x="50800" y="68580"/>
                  </a:lnTo>
                  <a:lnTo>
                    <a:pt x="48260" y="67310"/>
                  </a:lnTo>
                  <a:lnTo>
                    <a:pt x="46990" y="67310"/>
                  </a:lnTo>
                  <a:lnTo>
                    <a:pt x="44450" y="66040"/>
                  </a:lnTo>
                  <a:lnTo>
                    <a:pt x="44450" y="64770"/>
                  </a:lnTo>
                  <a:lnTo>
                    <a:pt x="43180" y="64770"/>
                  </a:lnTo>
                  <a:lnTo>
                    <a:pt x="41910" y="64770"/>
                  </a:lnTo>
                  <a:lnTo>
                    <a:pt x="40640" y="63500"/>
                  </a:lnTo>
                  <a:lnTo>
                    <a:pt x="38100" y="60960"/>
                  </a:lnTo>
                  <a:lnTo>
                    <a:pt x="37553" y="61696"/>
                  </a:lnTo>
                  <a:lnTo>
                    <a:pt x="36093" y="60236"/>
                  </a:lnTo>
                  <a:lnTo>
                    <a:pt x="36830" y="59690"/>
                  </a:lnTo>
                  <a:lnTo>
                    <a:pt x="34290" y="57150"/>
                  </a:lnTo>
                  <a:lnTo>
                    <a:pt x="33020" y="55880"/>
                  </a:lnTo>
                  <a:lnTo>
                    <a:pt x="30480" y="52070"/>
                  </a:lnTo>
                  <a:lnTo>
                    <a:pt x="27940" y="49530"/>
                  </a:lnTo>
                  <a:lnTo>
                    <a:pt x="27597" y="49784"/>
                  </a:lnTo>
                  <a:lnTo>
                    <a:pt x="26670" y="46990"/>
                  </a:lnTo>
                  <a:lnTo>
                    <a:pt x="25400" y="43180"/>
                  </a:lnTo>
                  <a:lnTo>
                    <a:pt x="22860" y="38100"/>
                  </a:lnTo>
                  <a:lnTo>
                    <a:pt x="22364" y="38404"/>
                  </a:lnTo>
                  <a:lnTo>
                    <a:pt x="20320" y="34290"/>
                  </a:lnTo>
                  <a:lnTo>
                    <a:pt x="20320" y="33020"/>
                  </a:lnTo>
                  <a:lnTo>
                    <a:pt x="18046" y="29616"/>
                  </a:lnTo>
                  <a:lnTo>
                    <a:pt x="19050" y="29210"/>
                  </a:lnTo>
                  <a:lnTo>
                    <a:pt x="17780" y="24130"/>
                  </a:lnTo>
                  <a:lnTo>
                    <a:pt x="15240" y="19050"/>
                  </a:lnTo>
                  <a:lnTo>
                    <a:pt x="15240" y="15240"/>
                  </a:lnTo>
                  <a:lnTo>
                    <a:pt x="14605" y="12700"/>
                  </a:lnTo>
                  <a:lnTo>
                    <a:pt x="264160" y="12700"/>
                  </a:lnTo>
                  <a:lnTo>
                    <a:pt x="264160" y="0"/>
                  </a:lnTo>
                  <a:close/>
                </a:path>
              </a:pathLst>
            </a:custGeom>
            <a:solidFill>
              <a:srgbClr val="9898FF"/>
            </a:solidFill>
          </p:spPr>
          <p:txBody>
            <a:bodyPr wrap="square" lIns="0" tIns="0" rIns="0" bIns="0" rtlCol="0"/>
            <a:lstStyle/>
            <a:p/>
          </p:txBody>
        </p:sp>
        <p:sp>
          <p:nvSpPr>
            <p:cNvPr id="517" name="object 517"/>
            <p:cNvSpPr/>
            <p:nvPr/>
          </p:nvSpPr>
          <p:spPr>
            <a:xfrm>
              <a:off x="2848610" y="1465579"/>
              <a:ext cx="372110" cy="240029"/>
            </a:xfrm>
            <a:custGeom>
              <a:avLst/>
              <a:gdLst/>
              <a:ahLst/>
              <a:cxnLst/>
              <a:rect l="l" t="t" r="r" b="b"/>
              <a:pathLst>
                <a:path w="372110" h="240030">
                  <a:moveTo>
                    <a:pt x="372110" y="25400"/>
                  </a:moveTo>
                  <a:lnTo>
                    <a:pt x="364490" y="25400"/>
                  </a:lnTo>
                  <a:lnTo>
                    <a:pt x="210820" y="1270"/>
                  </a:lnTo>
                  <a:lnTo>
                    <a:pt x="205740" y="0"/>
                  </a:lnTo>
                  <a:lnTo>
                    <a:pt x="203200" y="3810"/>
                  </a:lnTo>
                  <a:lnTo>
                    <a:pt x="196850" y="19050"/>
                  </a:lnTo>
                  <a:lnTo>
                    <a:pt x="194310" y="25400"/>
                  </a:lnTo>
                  <a:lnTo>
                    <a:pt x="191147" y="29616"/>
                  </a:lnTo>
                  <a:lnTo>
                    <a:pt x="190500" y="29210"/>
                  </a:lnTo>
                  <a:lnTo>
                    <a:pt x="187960" y="34290"/>
                  </a:lnTo>
                  <a:lnTo>
                    <a:pt x="185420" y="38100"/>
                  </a:lnTo>
                  <a:lnTo>
                    <a:pt x="182880" y="40640"/>
                  </a:lnTo>
                  <a:lnTo>
                    <a:pt x="187960" y="44450"/>
                  </a:lnTo>
                  <a:lnTo>
                    <a:pt x="193040" y="49530"/>
                  </a:lnTo>
                  <a:lnTo>
                    <a:pt x="195580" y="45720"/>
                  </a:lnTo>
                  <a:lnTo>
                    <a:pt x="196850" y="45720"/>
                  </a:lnTo>
                  <a:lnTo>
                    <a:pt x="196850" y="44450"/>
                  </a:lnTo>
                  <a:lnTo>
                    <a:pt x="199390" y="40640"/>
                  </a:lnTo>
                  <a:lnTo>
                    <a:pt x="201930" y="36830"/>
                  </a:lnTo>
                  <a:lnTo>
                    <a:pt x="201930" y="35560"/>
                  </a:lnTo>
                  <a:lnTo>
                    <a:pt x="204470" y="30480"/>
                  </a:lnTo>
                  <a:lnTo>
                    <a:pt x="208280" y="24130"/>
                  </a:lnTo>
                  <a:lnTo>
                    <a:pt x="212750" y="13398"/>
                  </a:lnTo>
                  <a:lnTo>
                    <a:pt x="355879" y="35699"/>
                  </a:lnTo>
                  <a:lnTo>
                    <a:pt x="347980" y="58420"/>
                  </a:lnTo>
                  <a:lnTo>
                    <a:pt x="338226" y="84023"/>
                  </a:lnTo>
                  <a:lnTo>
                    <a:pt x="337820" y="83820"/>
                  </a:lnTo>
                  <a:lnTo>
                    <a:pt x="326390" y="107950"/>
                  </a:lnTo>
                  <a:lnTo>
                    <a:pt x="316230" y="129540"/>
                  </a:lnTo>
                  <a:lnTo>
                    <a:pt x="306552" y="147688"/>
                  </a:lnTo>
                  <a:lnTo>
                    <a:pt x="306070" y="147320"/>
                  </a:lnTo>
                  <a:lnTo>
                    <a:pt x="295186" y="164249"/>
                  </a:lnTo>
                  <a:lnTo>
                    <a:pt x="294640" y="163830"/>
                  </a:lnTo>
                  <a:lnTo>
                    <a:pt x="284480" y="177800"/>
                  </a:lnTo>
                  <a:lnTo>
                    <a:pt x="279400" y="184150"/>
                  </a:lnTo>
                  <a:lnTo>
                    <a:pt x="274320" y="189230"/>
                  </a:lnTo>
                  <a:lnTo>
                    <a:pt x="262890" y="198120"/>
                  </a:lnTo>
                  <a:lnTo>
                    <a:pt x="250190" y="205740"/>
                  </a:lnTo>
                  <a:lnTo>
                    <a:pt x="250507" y="206171"/>
                  </a:lnTo>
                  <a:lnTo>
                    <a:pt x="237490" y="212090"/>
                  </a:lnTo>
                  <a:lnTo>
                    <a:pt x="223520" y="217170"/>
                  </a:lnTo>
                  <a:lnTo>
                    <a:pt x="207010" y="222250"/>
                  </a:lnTo>
                  <a:lnTo>
                    <a:pt x="207086" y="222427"/>
                  </a:lnTo>
                  <a:lnTo>
                    <a:pt x="190500" y="224790"/>
                  </a:lnTo>
                  <a:lnTo>
                    <a:pt x="190525" y="224955"/>
                  </a:lnTo>
                  <a:lnTo>
                    <a:pt x="172720" y="227330"/>
                  </a:lnTo>
                  <a:lnTo>
                    <a:pt x="153670" y="227330"/>
                  </a:lnTo>
                  <a:lnTo>
                    <a:pt x="138430" y="227330"/>
                  </a:lnTo>
                  <a:lnTo>
                    <a:pt x="121920" y="224790"/>
                  </a:lnTo>
                  <a:lnTo>
                    <a:pt x="107861" y="222453"/>
                  </a:lnTo>
                  <a:lnTo>
                    <a:pt x="107950" y="222250"/>
                  </a:lnTo>
                  <a:lnTo>
                    <a:pt x="93853" y="218732"/>
                  </a:lnTo>
                  <a:lnTo>
                    <a:pt x="93980" y="218440"/>
                  </a:lnTo>
                  <a:lnTo>
                    <a:pt x="81064" y="214922"/>
                  </a:lnTo>
                  <a:lnTo>
                    <a:pt x="81280" y="214630"/>
                  </a:lnTo>
                  <a:lnTo>
                    <a:pt x="68580" y="208280"/>
                  </a:lnTo>
                  <a:lnTo>
                    <a:pt x="57150" y="201930"/>
                  </a:lnTo>
                  <a:lnTo>
                    <a:pt x="46990" y="194310"/>
                  </a:lnTo>
                  <a:lnTo>
                    <a:pt x="37503" y="186016"/>
                  </a:lnTo>
                  <a:lnTo>
                    <a:pt x="38100" y="185420"/>
                  </a:lnTo>
                  <a:lnTo>
                    <a:pt x="27940" y="175260"/>
                  </a:lnTo>
                  <a:lnTo>
                    <a:pt x="19050" y="163830"/>
                  </a:lnTo>
                  <a:lnTo>
                    <a:pt x="10160" y="151130"/>
                  </a:lnTo>
                  <a:lnTo>
                    <a:pt x="0" y="158750"/>
                  </a:lnTo>
                  <a:lnTo>
                    <a:pt x="8890" y="171450"/>
                  </a:lnTo>
                  <a:lnTo>
                    <a:pt x="17780" y="184150"/>
                  </a:lnTo>
                  <a:lnTo>
                    <a:pt x="19050" y="184150"/>
                  </a:lnTo>
                  <a:lnTo>
                    <a:pt x="27940" y="194310"/>
                  </a:lnTo>
                  <a:lnTo>
                    <a:pt x="38100" y="204470"/>
                  </a:lnTo>
                  <a:lnTo>
                    <a:pt x="39370" y="204470"/>
                  </a:lnTo>
                  <a:lnTo>
                    <a:pt x="49530" y="212090"/>
                  </a:lnTo>
                  <a:lnTo>
                    <a:pt x="49530" y="213360"/>
                  </a:lnTo>
                  <a:lnTo>
                    <a:pt x="50800" y="213360"/>
                  </a:lnTo>
                  <a:lnTo>
                    <a:pt x="62230" y="219710"/>
                  </a:lnTo>
                  <a:lnTo>
                    <a:pt x="74930" y="226060"/>
                  </a:lnTo>
                  <a:lnTo>
                    <a:pt x="76200" y="226060"/>
                  </a:lnTo>
                  <a:lnTo>
                    <a:pt x="88900" y="231140"/>
                  </a:lnTo>
                  <a:lnTo>
                    <a:pt x="90170" y="231140"/>
                  </a:lnTo>
                  <a:lnTo>
                    <a:pt x="104140" y="234950"/>
                  </a:lnTo>
                  <a:lnTo>
                    <a:pt x="105410" y="234950"/>
                  </a:lnTo>
                  <a:lnTo>
                    <a:pt x="119380" y="237490"/>
                  </a:lnTo>
                  <a:lnTo>
                    <a:pt x="120650" y="237490"/>
                  </a:lnTo>
                  <a:lnTo>
                    <a:pt x="135890" y="238760"/>
                  </a:lnTo>
                  <a:lnTo>
                    <a:pt x="137160" y="238760"/>
                  </a:lnTo>
                  <a:lnTo>
                    <a:pt x="153670" y="240030"/>
                  </a:lnTo>
                  <a:lnTo>
                    <a:pt x="173990" y="238760"/>
                  </a:lnTo>
                  <a:lnTo>
                    <a:pt x="227330" y="229870"/>
                  </a:lnTo>
                  <a:lnTo>
                    <a:pt x="256540" y="217170"/>
                  </a:lnTo>
                  <a:lnTo>
                    <a:pt x="257810" y="217170"/>
                  </a:lnTo>
                  <a:lnTo>
                    <a:pt x="270510" y="208280"/>
                  </a:lnTo>
                  <a:lnTo>
                    <a:pt x="281940" y="198120"/>
                  </a:lnTo>
                  <a:lnTo>
                    <a:pt x="283210" y="198120"/>
                  </a:lnTo>
                  <a:lnTo>
                    <a:pt x="288290" y="193040"/>
                  </a:lnTo>
                  <a:lnTo>
                    <a:pt x="294640" y="186690"/>
                  </a:lnTo>
                  <a:lnTo>
                    <a:pt x="304800" y="171450"/>
                  </a:lnTo>
                  <a:lnTo>
                    <a:pt x="306070" y="171450"/>
                  </a:lnTo>
                  <a:lnTo>
                    <a:pt x="316230" y="154940"/>
                  </a:lnTo>
                  <a:lnTo>
                    <a:pt x="327660" y="135890"/>
                  </a:lnTo>
                  <a:lnTo>
                    <a:pt x="339090" y="114300"/>
                  </a:lnTo>
                  <a:lnTo>
                    <a:pt x="339090" y="113030"/>
                  </a:lnTo>
                  <a:lnTo>
                    <a:pt x="349250" y="88900"/>
                  </a:lnTo>
                  <a:lnTo>
                    <a:pt x="359410" y="62230"/>
                  </a:lnTo>
                  <a:lnTo>
                    <a:pt x="369570" y="33020"/>
                  </a:lnTo>
                  <a:lnTo>
                    <a:pt x="372110" y="25400"/>
                  </a:lnTo>
                  <a:close/>
                </a:path>
              </a:pathLst>
            </a:custGeom>
            <a:solidFill>
              <a:srgbClr val="9898FF"/>
            </a:solidFill>
          </p:spPr>
          <p:txBody>
            <a:bodyPr wrap="square" lIns="0" tIns="0" rIns="0" bIns="0" rtlCol="0"/>
            <a:lstStyle/>
            <a:p/>
          </p:txBody>
        </p:sp>
        <p:sp>
          <p:nvSpPr>
            <p:cNvPr id="518" name="object 518"/>
            <p:cNvSpPr/>
            <p:nvPr/>
          </p:nvSpPr>
          <p:spPr>
            <a:xfrm>
              <a:off x="2790190" y="1055369"/>
              <a:ext cx="186690" cy="581660"/>
            </a:xfrm>
            <a:custGeom>
              <a:avLst/>
              <a:gdLst/>
              <a:ahLst/>
              <a:cxnLst/>
              <a:rect l="l" t="t" r="r" b="b"/>
              <a:pathLst>
                <a:path w="186689" h="581660">
                  <a:moveTo>
                    <a:pt x="186690" y="11430"/>
                  </a:moveTo>
                  <a:lnTo>
                    <a:pt x="185420" y="5080"/>
                  </a:lnTo>
                  <a:lnTo>
                    <a:pt x="185420" y="0"/>
                  </a:lnTo>
                  <a:lnTo>
                    <a:pt x="184150" y="0"/>
                  </a:lnTo>
                  <a:lnTo>
                    <a:pt x="163830" y="2540"/>
                  </a:lnTo>
                  <a:lnTo>
                    <a:pt x="162560" y="2540"/>
                  </a:lnTo>
                  <a:lnTo>
                    <a:pt x="142240" y="10160"/>
                  </a:lnTo>
                  <a:lnTo>
                    <a:pt x="140970" y="10160"/>
                  </a:lnTo>
                  <a:lnTo>
                    <a:pt x="121920" y="20320"/>
                  </a:lnTo>
                  <a:lnTo>
                    <a:pt x="120650" y="20320"/>
                  </a:lnTo>
                  <a:lnTo>
                    <a:pt x="111760" y="26670"/>
                  </a:lnTo>
                  <a:lnTo>
                    <a:pt x="110490" y="26670"/>
                  </a:lnTo>
                  <a:lnTo>
                    <a:pt x="102870" y="33020"/>
                  </a:lnTo>
                  <a:lnTo>
                    <a:pt x="102870" y="34290"/>
                  </a:lnTo>
                  <a:lnTo>
                    <a:pt x="93980" y="40640"/>
                  </a:lnTo>
                  <a:lnTo>
                    <a:pt x="93980" y="41910"/>
                  </a:lnTo>
                  <a:lnTo>
                    <a:pt x="85090" y="49530"/>
                  </a:lnTo>
                  <a:lnTo>
                    <a:pt x="77470" y="58420"/>
                  </a:lnTo>
                  <a:lnTo>
                    <a:pt x="69850" y="68580"/>
                  </a:lnTo>
                  <a:lnTo>
                    <a:pt x="62230" y="78740"/>
                  </a:lnTo>
                  <a:lnTo>
                    <a:pt x="54610" y="90170"/>
                  </a:lnTo>
                  <a:lnTo>
                    <a:pt x="48260" y="100330"/>
                  </a:lnTo>
                  <a:lnTo>
                    <a:pt x="48260" y="101600"/>
                  </a:lnTo>
                  <a:lnTo>
                    <a:pt x="41910" y="113030"/>
                  </a:lnTo>
                  <a:lnTo>
                    <a:pt x="35560" y="125730"/>
                  </a:lnTo>
                  <a:lnTo>
                    <a:pt x="30480" y="138430"/>
                  </a:lnTo>
                  <a:lnTo>
                    <a:pt x="25400" y="151130"/>
                  </a:lnTo>
                  <a:lnTo>
                    <a:pt x="20320" y="165100"/>
                  </a:lnTo>
                  <a:lnTo>
                    <a:pt x="20320" y="166370"/>
                  </a:lnTo>
                  <a:lnTo>
                    <a:pt x="16510" y="179070"/>
                  </a:lnTo>
                  <a:lnTo>
                    <a:pt x="16510" y="180340"/>
                  </a:lnTo>
                  <a:lnTo>
                    <a:pt x="12700" y="194310"/>
                  </a:lnTo>
                  <a:lnTo>
                    <a:pt x="10160" y="209550"/>
                  </a:lnTo>
                  <a:lnTo>
                    <a:pt x="7620" y="223520"/>
                  </a:lnTo>
                  <a:lnTo>
                    <a:pt x="7620" y="224790"/>
                  </a:lnTo>
                  <a:lnTo>
                    <a:pt x="2540" y="256540"/>
                  </a:lnTo>
                  <a:lnTo>
                    <a:pt x="0" y="289560"/>
                  </a:lnTo>
                  <a:lnTo>
                    <a:pt x="0" y="349250"/>
                  </a:lnTo>
                  <a:lnTo>
                    <a:pt x="0" y="350520"/>
                  </a:lnTo>
                  <a:lnTo>
                    <a:pt x="0" y="396252"/>
                  </a:lnTo>
                  <a:lnTo>
                    <a:pt x="3810" y="396252"/>
                  </a:lnTo>
                  <a:lnTo>
                    <a:pt x="6350" y="419100"/>
                  </a:lnTo>
                  <a:lnTo>
                    <a:pt x="6350" y="420370"/>
                  </a:lnTo>
                  <a:lnTo>
                    <a:pt x="10160" y="440690"/>
                  </a:lnTo>
                  <a:lnTo>
                    <a:pt x="10160" y="441960"/>
                  </a:lnTo>
                  <a:lnTo>
                    <a:pt x="15240" y="462280"/>
                  </a:lnTo>
                  <a:lnTo>
                    <a:pt x="20320" y="482600"/>
                  </a:lnTo>
                  <a:lnTo>
                    <a:pt x="26670" y="501650"/>
                  </a:lnTo>
                  <a:lnTo>
                    <a:pt x="26670" y="502920"/>
                  </a:lnTo>
                  <a:lnTo>
                    <a:pt x="34290" y="520700"/>
                  </a:lnTo>
                  <a:lnTo>
                    <a:pt x="41910" y="537210"/>
                  </a:lnTo>
                  <a:lnTo>
                    <a:pt x="41910" y="538480"/>
                  </a:lnTo>
                  <a:lnTo>
                    <a:pt x="49530" y="553720"/>
                  </a:lnTo>
                  <a:lnTo>
                    <a:pt x="58420" y="567690"/>
                  </a:lnTo>
                  <a:lnTo>
                    <a:pt x="58420" y="568960"/>
                  </a:lnTo>
                  <a:lnTo>
                    <a:pt x="67310" y="581660"/>
                  </a:lnTo>
                  <a:lnTo>
                    <a:pt x="77470" y="574040"/>
                  </a:lnTo>
                  <a:lnTo>
                    <a:pt x="68580" y="561340"/>
                  </a:lnTo>
                  <a:lnTo>
                    <a:pt x="60960" y="547370"/>
                  </a:lnTo>
                  <a:lnTo>
                    <a:pt x="53340" y="532130"/>
                  </a:lnTo>
                  <a:lnTo>
                    <a:pt x="45720" y="515620"/>
                  </a:lnTo>
                  <a:lnTo>
                    <a:pt x="45275" y="515797"/>
                  </a:lnTo>
                  <a:lnTo>
                    <a:pt x="38265" y="498284"/>
                  </a:lnTo>
                  <a:lnTo>
                    <a:pt x="39370" y="497840"/>
                  </a:lnTo>
                  <a:lnTo>
                    <a:pt x="33020" y="478790"/>
                  </a:lnTo>
                  <a:lnTo>
                    <a:pt x="27940" y="459740"/>
                  </a:lnTo>
                  <a:lnTo>
                    <a:pt x="22860" y="438150"/>
                  </a:lnTo>
                  <a:lnTo>
                    <a:pt x="22644" y="438238"/>
                  </a:lnTo>
                  <a:lnTo>
                    <a:pt x="19050" y="417830"/>
                  </a:lnTo>
                  <a:lnTo>
                    <a:pt x="15240" y="394970"/>
                  </a:lnTo>
                  <a:lnTo>
                    <a:pt x="15240" y="289560"/>
                  </a:lnTo>
                  <a:lnTo>
                    <a:pt x="12788" y="289560"/>
                  </a:lnTo>
                  <a:lnTo>
                    <a:pt x="15240" y="257810"/>
                  </a:lnTo>
                  <a:lnTo>
                    <a:pt x="19050" y="226060"/>
                  </a:lnTo>
                  <a:lnTo>
                    <a:pt x="22860" y="212090"/>
                  </a:lnTo>
                  <a:lnTo>
                    <a:pt x="25400" y="196850"/>
                  </a:lnTo>
                  <a:lnTo>
                    <a:pt x="29210" y="182880"/>
                  </a:lnTo>
                  <a:lnTo>
                    <a:pt x="32702" y="170065"/>
                  </a:lnTo>
                  <a:lnTo>
                    <a:pt x="33020" y="170180"/>
                  </a:lnTo>
                  <a:lnTo>
                    <a:pt x="38100" y="156210"/>
                  </a:lnTo>
                  <a:lnTo>
                    <a:pt x="36982" y="155778"/>
                  </a:lnTo>
                  <a:lnTo>
                    <a:pt x="41516" y="143319"/>
                  </a:lnTo>
                  <a:lnTo>
                    <a:pt x="41910" y="143510"/>
                  </a:lnTo>
                  <a:lnTo>
                    <a:pt x="46990" y="130810"/>
                  </a:lnTo>
                  <a:lnTo>
                    <a:pt x="52844" y="119087"/>
                  </a:lnTo>
                  <a:lnTo>
                    <a:pt x="53340" y="119380"/>
                  </a:lnTo>
                  <a:lnTo>
                    <a:pt x="59690" y="106680"/>
                  </a:lnTo>
                  <a:lnTo>
                    <a:pt x="59347" y="106553"/>
                  </a:lnTo>
                  <a:lnTo>
                    <a:pt x="66040" y="96520"/>
                  </a:lnTo>
                  <a:lnTo>
                    <a:pt x="71882" y="85991"/>
                  </a:lnTo>
                  <a:lnTo>
                    <a:pt x="72390" y="86360"/>
                  </a:lnTo>
                  <a:lnTo>
                    <a:pt x="78740" y="76200"/>
                  </a:lnTo>
                  <a:lnTo>
                    <a:pt x="85813" y="66776"/>
                  </a:lnTo>
                  <a:lnTo>
                    <a:pt x="86360" y="67310"/>
                  </a:lnTo>
                  <a:lnTo>
                    <a:pt x="93980" y="58420"/>
                  </a:lnTo>
                  <a:lnTo>
                    <a:pt x="101600" y="50800"/>
                  </a:lnTo>
                  <a:lnTo>
                    <a:pt x="110490" y="43180"/>
                  </a:lnTo>
                  <a:lnTo>
                    <a:pt x="119380" y="36830"/>
                  </a:lnTo>
                  <a:lnTo>
                    <a:pt x="118973" y="36296"/>
                  </a:lnTo>
                  <a:lnTo>
                    <a:pt x="126847" y="31381"/>
                  </a:lnTo>
                  <a:lnTo>
                    <a:pt x="127000" y="31750"/>
                  </a:lnTo>
                  <a:lnTo>
                    <a:pt x="145834" y="22339"/>
                  </a:lnTo>
                  <a:lnTo>
                    <a:pt x="146050" y="22860"/>
                  </a:lnTo>
                  <a:lnTo>
                    <a:pt x="166370" y="15240"/>
                  </a:lnTo>
                  <a:lnTo>
                    <a:pt x="166281" y="15036"/>
                  </a:lnTo>
                  <a:lnTo>
                    <a:pt x="186690" y="11430"/>
                  </a:lnTo>
                  <a:close/>
                </a:path>
              </a:pathLst>
            </a:custGeom>
            <a:solidFill>
              <a:srgbClr val="9898FF"/>
            </a:solidFill>
          </p:spPr>
          <p:txBody>
            <a:bodyPr wrap="square" lIns="0" tIns="0" rIns="0" bIns="0" rtlCol="0"/>
            <a:lstStyle/>
            <a:p/>
          </p:txBody>
        </p:sp>
        <p:sp>
          <p:nvSpPr>
            <p:cNvPr id="519" name="object 519"/>
            <p:cNvSpPr/>
            <p:nvPr/>
          </p:nvSpPr>
          <p:spPr>
            <a:xfrm>
              <a:off x="2974340" y="1052829"/>
              <a:ext cx="243840" cy="410209"/>
            </a:xfrm>
            <a:custGeom>
              <a:avLst/>
              <a:gdLst/>
              <a:ahLst/>
              <a:cxnLst/>
              <a:rect l="l" t="t" r="r" b="b"/>
              <a:pathLst>
                <a:path w="243839" h="410209">
                  <a:moveTo>
                    <a:pt x="83820" y="252730"/>
                  </a:moveTo>
                  <a:lnTo>
                    <a:pt x="82550" y="245110"/>
                  </a:lnTo>
                  <a:lnTo>
                    <a:pt x="82550" y="238760"/>
                  </a:lnTo>
                  <a:lnTo>
                    <a:pt x="81280" y="231140"/>
                  </a:lnTo>
                  <a:lnTo>
                    <a:pt x="80010" y="223520"/>
                  </a:lnTo>
                  <a:lnTo>
                    <a:pt x="77470" y="217170"/>
                  </a:lnTo>
                  <a:lnTo>
                    <a:pt x="77470" y="215900"/>
                  </a:lnTo>
                  <a:lnTo>
                    <a:pt x="74930" y="210820"/>
                  </a:lnTo>
                  <a:lnTo>
                    <a:pt x="72390" y="204470"/>
                  </a:lnTo>
                  <a:lnTo>
                    <a:pt x="69850" y="199390"/>
                  </a:lnTo>
                  <a:lnTo>
                    <a:pt x="68580" y="199390"/>
                  </a:lnTo>
                  <a:lnTo>
                    <a:pt x="67310" y="195580"/>
                  </a:lnTo>
                  <a:lnTo>
                    <a:pt x="62230" y="199390"/>
                  </a:lnTo>
                  <a:lnTo>
                    <a:pt x="55880" y="201930"/>
                  </a:lnTo>
                  <a:lnTo>
                    <a:pt x="58420" y="205740"/>
                  </a:lnTo>
                  <a:lnTo>
                    <a:pt x="58877" y="205397"/>
                  </a:lnTo>
                  <a:lnTo>
                    <a:pt x="60960" y="209550"/>
                  </a:lnTo>
                  <a:lnTo>
                    <a:pt x="60960" y="210820"/>
                  </a:lnTo>
                  <a:lnTo>
                    <a:pt x="63500" y="215900"/>
                  </a:lnTo>
                  <a:lnTo>
                    <a:pt x="66040" y="220980"/>
                  </a:lnTo>
                  <a:lnTo>
                    <a:pt x="67310" y="227330"/>
                  </a:lnTo>
                  <a:lnTo>
                    <a:pt x="68580" y="233680"/>
                  </a:lnTo>
                  <a:lnTo>
                    <a:pt x="69850" y="240030"/>
                  </a:lnTo>
                  <a:lnTo>
                    <a:pt x="71120" y="246380"/>
                  </a:lnTo>
                  <a:lnTo>
                    <a:pt x="71120" y="254000"/>
                  </a:lnTo>
                  <a:lnTo>
                    <a:pt x="77470" y="254000"/>
                  </a:lnTo>
                  <a:lnTo>
                    <a:pt x="83820" y="252730"/>
                  </a:lnTo>
                  <a:close/>
                </a:path>
                <a:path w="243839" h="410209">
                  <a:moveTo>
                    <a:pt x="243840" y="355600"/>
                  </a:moveTo>
                  <a:lnTo>
                    <a:pt x="242570" y="355600"/>
                  </a:lnTo>
                  <a:lnTo>
                    <a:pt x="242570" y="327660"/>
                  </a:lnTo>
                  <a:lnTo>
                    <a:pt x="242570" y="326390"/>
                  </a:lnTo>
                  <a:lnTo>
                    <a:pt x="241300" y="299720"/>
                  </a:lnTo>
                  <a:lnTo>
                    <a:pt x="240030" y="273050"/>
                  </a:lnTo>
                  <a:lnTo>
                    <a:pt x="237490" y="247650"/>
                  </a:lnTo>
                  <a:lnTo>
                    <a:pt x="233680" y="223520"/>
                  </a:lnTo>
                  <a:lnTo>
                    <a:pt x="229870" y="201930"/>
                  </a:lnTo>
                  <a:lnTo>
                    <a:pt x="229870" y="200660"/>
                  </a:lnTo>
                  <a:lnTo>
                    <a:pt x="224790" y="180340"/>
                  </a:lnTo>
                  <a:lnTo>
                    <a:pt x="219710" y="160020"/>
                  </a:lnTo>
                  <a:lnTo>
                    <a:pt x="213360" y="142240"/>
                  </a:lnTo>
                  <a:lnTo>
                    <a:pt x="205740" y="124460"/>
                  </a:lnTo>
                  <a:lnTo>
                    <a:pt x="198120" y="107950"/>
                  </a:lnTo>
                  <a:lnTo>
                    <a:pt x="198120" y="106680"/>
                  </a:lnTo>
                  <a:lnTo>
                    <a:pt x="189230" y="92710"/>
                  </a:lnTo>
                  <a:lnTo>
                    <a:pt x="181610" y="78740"/>
                  </a:lnTo>
                  <a:lnTo>
                    <a:pt x="180340" y="77470"/>
                  </a:lnTo>
                  <a:lnTo>
                    <a:pt x="171450" y="64770"/>
                  </a:lnTo>
                  <a:lnTo>
                    <a:pt x="170180" y="64770"/>
                  </a:lnTo>
                  <a:lnTo>
                    <a:pt x="160020" y="53340"/>
                  </a:lnTo>
                  <a:lnTo>
                    <a:pt x="160020" y="52070"/>
                  </a:lnTo>
                  <a:lnTo>
                    <a:pt x="148590" y="41910"/>
                  </a:lnTo>
                  <a:lnTo>
                    <a:pt x="148590" y="40640"/>
                  </a:lnTo>
                  <a:lnTo>
                    <a:pt x="137160" y="31750"/>
                  </a:lnTo>
                  <a:lnTo>
                    <a:pt x="135890" y="31750"/>
                  </a:lnTo>
                  <a:lnTo>
                    <a:pt x="123190" y="24130"/>
                  </a:lnTo>
                  <a:lnTo>
                    <a:pt x="123190" y="22860"/>
                  </a:lnTo>
                  <a:lnTo>
                    <a:pt x="109220" y="16510"/>
                  </a:lnTo>
                  <a:lnTo>
                    <a:pt x="95250" y="11430"/>
                  </a:lnTo>
                  <a:lnTo>
                    <a:pt x="95250" y="10160"/>
                  </a:lnTo>
                  <a:lnTo>
                    <a:pt x="93980" y="10160"/>
                  </a:lnTo>
                  <a:lnTo>
                    <a:pt x="78740" y="5080"/>
                  </a:lnTo>
                  <a:lnTo>
                    <a:pt x="77470" y="5080"/>
                  </a:lnTo>
                  <a:lnTo>
                    <a:pt x="60960" y="2540"/>
                  </a:lnTo>
                  <a:lnTo>
                    <a:pt x="43180" y="1270"/>
                  </a:lnTo>
                  <a:lnTo>
                    <a:pt x="25400" y="0"/>
                  </a:lnTo>
                  <a:lnTo>
                    <a:pt x="24130" y="0"/>
                  </a:lnTo>
                  <a:lnTo>
                    <a:pt x="1270" y="2540"/>
                  </a:lnTo>
                  <a:lnTo>
                    <a:pt x="0" y="2540"/>
                  </a:lnTo>
                  <a:lnTo>
                    <a:pt x="1270" y="7620"/>
                  </a:lnTo>
                  <a:lnTo>
                    <a:pt x="1270" y="13970"/>
                  </a:lnTo>
                  <a:lnTo>
                    <a:pt x="25400" y="12700"/>
                  </a:lnTo>
                  <a:lnTo>
                    <a:pt x="41910" y="12700"/>
                  </a:lnTo>
                  <a:lnTo>
                    <a:pt x="59690" y="15240"/>
                  </a:lnTo>
                  <a:lnTo>
                    <a:pt x="74955" y="17602"/>
                  </a:lnTo>
                  <a:lnTo>
                    <a:pt x="74930" y="17780"/>
                  </a:lnTo>
                  <a:lnTo>
                    <a:pt x="90170" y="22860"/>
                  </a:lnTo>
                  <a:lnTo>
                    <a:pt x="104140" y="27940"/>
                  </a:lnTo>
                  <a:lnTo>
                    <a:pt x="117157" y="33870"/>
                  </a:lnTo>
                  <a:lnTo>
                    <a:pt x="116840" y="34290"/>
                  </a:lnTo>
                  <a:lnTo>
                    <a:pt x="129540" y="41910"/>
                  </a:lnTo>
                  <a:lnTo>
                    <a:pt x="161290" y="72390"/>
                  </a:lnTo>
                  <a:lnTo>
                    <a:pt x="186690" y="113030"/>
                  </a:lnTo>
                  <a:lnTo>
                    <a:pt x="194310" y="129540"/>
                  </a:lnTo>
                  <a:lnTo>
                    <a:pt x="194703" y="129387"/>
                  </a:lnTo>
                  <a:lnTo>
                    <a:pt x="200660" y="146050"/>
                  </a:lnTo>
                  <a:lnTo>
                    <a:pt x="208089" y="163398"/>
                  </a:lnTo>
                  <a:lnTo>
                    <a:pt x="207010" y="163830"/>
                  </a:lnTo>
                  <a:lnTo>
                    <a:pt x="213360" y="182880"/>
                  </a:lnTo>
                  <a:lnTo>
                    <a:pt x="217170" y="204470"/>
                  </a:lnTo>
                  <a:lnTo>
                    <a:pt x="217424" y="204368"/>
                  </a:lnTo>
                  <a:lnTo>
                    <a:pt x="222250" y="226060"/>
                  </a:lnTo>
                  <a:lnTo>
                    <a:pt x="222377" y="226034"/>
                  </a:lnTo>
                  <a:lnTo>
                    <a:pt x="224790" y="248920"/>
                  </a:lnTo>
                  <a:lnTo>
                    <a:pt x="227330" y="274320"/>
                  </a:lnTo>
                  <a:lnTo>
                    <a:pt x="229870" y="299720"/>
                  </a:lnTo>
                  <a:lnTo>
                    <a:pt x="229870" y="327660"/>
                  </a:lnTo>
                  <a:lnTo>
                    <a:pt x="231140" y="355600"/>
                  </a:lnTo>
                  <a:lnTo>
                    <a:pt x="231140" y="403860"/>
                  </a:lnTo>
                  <a:lnTo>
                    <a:pt x="237490" y="403860"/>
                  </a:lnTo>
                  <a:lnTo>
                    <a:pt x="237490" y="410210"/>
                  </a:lnTo>
                  <a:lnTo>
                    <a:pt x="243840" y="410210"/>
                  </a:lnTo>
                  <a:lnTo>
                    <a:pt x="243840" y="403860"/>
                  </a:lnTo>
                  <a:lnTo>
                    <a:pt x="243840" y="355600"/>
                  </a:lnTo>
                  <a:close/>
                </a:path>
              </a:pathLst>
            </a:custGeom>
            <a:solidFill>
              <a:srgbClr val="9898FF"/>
            </a:solidFill>
          </p:spPr>
          <p:txBody>
            <a:bodyPr wrap="square" lIns="0" tIns="0" rIns="0" bIns="0" rtlCol="0"/>
            <a:lstStyle/>
            <a:p/>
          </p:txBody>
        </p:sp>
        <p:sp>
          <p:nvSpPr>
            <p:cNvPr id="520" name="object 520"/>
            <p:cNvSpPr/>
            <p:nvPr/>
          </p:nvSpPr>
          <p:spPr>
            <a:xfrm>
              <a:off x="2947670" y="1228089"/>
              <a:ext cx="111760" cy="85090"/>
            </a:xfrm>
            <a:custGeom>
              <a:avLst/>
              <a:gdLst/>
              <a:ahLst/>
              <a:cxnLst/>
              <a:rect l="l" t="t" r="r" b="b"/>
              <a:pathLst>
                <a:path w="111760" h="85090">
                  <a:moveTo>
                    <a:pt x="111760" y="85090"/>
                  </a:moveTo>
                  <a:lnTo>
                    <a:pt x="110490" y="77470"/>
                  </a:lnTo>
                  <a:lnTo>
                    <a:pt x="104140" y="78740"/>
                  </a:lnTo>
                  <a:lnTo>
                    <a:pt x="104140" y="72390"/>
                  </a:lnTo>
                  <a:lnTo>
                    <a:pt x="14605" y="72390"/>
                  </a:lnTo>
                  <a:lnTo>
                    <a:pt x="15240" y="69850"/>
                  </a:lnTo>
                  <a:lnTo>
                    <a:pt x="15240" y="66040"/>
                  </a:lnTo>
                  <a:lnTo>
                    <a:pt x="17780" y="60960"/>
                  </a:lnTo>
                  <a:lnTo>
                    <a:pt x="17780" y="59690"/>
                  </a:lnTo>
                  <a:lnTo>
                    <a:pt x="17780" y="55880"/>
                  </a:lnTo>
                  <a:lnTo>
                    <a:pt x="20320" y="50800"/>
                  </a:lnTo>
                  <a:lnTo>
                    <a:pt x="21590" y="45720"/>
                  </a:lnTo>
                  <a:lnTo>
                    <a:pt x="24130" y="40640"/>
                  </a:lnTo>
                  <a:lnTo>
                    <a:pt x="25400" y="36830"/>
                  </a:lnTo>
                  <a:lnTo>
                    <a:pt x="27940" y="33020"/>
                  </a:lnTo>
                  <a:lnTo>
                    <a:pt x="29210" y="30480"/>
                  </a:lnTo>
                  <a:lnTo>
                    <a:pt x="31140" y="27584"/>
                  </a:lnTo>
                  <a:lnTo>
                    <a:pt x="31750" y="27940"/>
                  </a:lnTo>
                  <a:lnTo>
                    <a:pt x="32702" y="25082"/>
                  </a:lnTo>
                  <a:lnTo>
                    <a:pt x="33020" y="25400"/>
                  </a:lnTo>
                  <a:lnTo>
                    <a:pt x="35560" y="22860"/>
                  </a:lnTo>
                  <a:lnTo>
                    <a:pt x="36830" y="20320"/>
                  </a:lnTo>
                  <a:lnTo>
                    <a:pt x="39370" y="19050"/>
                  </a:lnTo>
                  <a:lnTo>
                    <a:pt x="39370" y="17780"/>
                  </a:lnTo>
                  <a:lnTo>
                    <a:pt x="40335" y="17297"/>
                  </a:lnTo>
                  <a:lnTo>
                    <a:pt x="40640" y="17780"/>
                  </a:lnTo>
                  <a:lnTo>
                    <a:pt x="41910" y="16510"/>
                  </a:lnTo>
                  <a:lnTo>
                    <a:pt x="44450" y="15240"/>
                  </a:lnTo>
                  <a:lnTo>
                    <a:pt x="46990" y="13970"/>
                  </a:lnTo>
                  <a:lnTo>
                    <a:pt x="48260" y="13970"/>
                  </a:lnTo>
                  <a:lnTo>
                    <a:pt x="50800" y="12700"/>
                  </a:lnTo>
                  <a:lnTo>
                    <a:pt x="52070" y="12700"/>
                  </a:lnTo>
                  <a:lnTo>
                    <a:pt x="54610" y="12700"/>
                  </a:lnTo>
                  <a:lnTo>
                    <a:pt x="55880" y="12700"/>
                  </a:lnTo>
                  <a:lnTo>
                    <a:pt x="57150" y="12700"/>
                  </a:lnTo>
                  <a:lnTo>
                    <a:pt x="60960" y="12700"/>
                  </a:lnTo>
                  <a:lnTo>
                    <a:pt x="64770" y="12700"/>
                  </a:lnTo>
                  <a:lnTo>
                    <a:pt x="69850" y="15240"/>
                  </a:lnTo>
                  <a:lnTo>
                    <a:pt x="69913" y="14871"/>
                  </a:lnTo>
                  <a:lnTo>
                    <a:pt x="72390" y="16510"/>
                  </a:lnTo>
                  <a:lnTo>
                    <a:pt x="72682" y="16027"/>
                  </a:lnTo>
                  <a:lnTo>
                    <a:pt x="73660" y="16510"/>
                  </a:lnTo>
                  <a:lnTo>
                    <a:pt x="73660" y="17780"/>
                  </a:lnTo>
                  <a:lnTo>
                    <a:pt x="76200" y="19050"/>
                  </a:lnTo>
                  <a:lnTo>
                    <a:pt x="76581" y="18542"/>
                  </a:lnTo>
                  <a:lnTo>
                    <a:pt x="77470" y="20320"/>
                  </a:lnTo>
                  <a:lnTo>
                    <a:pt x="77851" y="19812"/>
                  </a:lnTo>
                  <a:lnTo>
                    <a:pt x="78740" y="21590"/>
                  </a:lnTo>
                  <a:lnTo>
                    <a:pt x="78740" y="22860"/>
                  </a:lnTo>
                  <a:lnTo>
                    <a:pt x="80010" y="22860"/>
                  </a:lnTo>
                  <a:lnTo>
                    <a:pt x="82067" y="24930"/>
                  </a:lnTo>
                  <a:lnTo>
                    <a:pt x="81280" y="25400"/>
                  </a:lnTo>
                  <a:lnTo>
                    <a:pt x="82550" y="27940"/>
                  </a:lnTo>
                  <a:lnTo>
                    <a:pt x="88900" y="24130"/>
                  </a:lnTo>
                  <a:lnTo>
                    <a:pt x="93980" y="20320"/>
                  </a:lnTo>
                  <a:lnTo>
                    <a:pt x="92710" y="17780"/>
                  </a:lnTo>
                  <a:lnTo>
                    <a:pt x="90170" y="15240"/>
                  </a:lnTo>
                  <a:lnTo>
                    <a:pt x="88900" y="13970"/>
                  </a:lnTo>
                  <a:lnTo>
                    <a:pt x="87630" y="12700"/>
                  </a:lnTo>
                  <a:lnTo>
                    <a:pt x="87249" y="13208"/>
                  </a:lnTo>
                  <a:lnTo>
                    <a:pt x="86360" y="11430"/>
                  </a:lnTo>
                  <a:lnTo>
                    <a:pt x="83820" y="10160"/>
                  </a:lnTo>
                  <a:lnTo>
                    <a:pt x="83820" y="8890"/>
                  </a:lnTo>
                  <a:lnTo>
                    <a:pt x="82550" y="8890"/>
                  </a:lnTo>
                  <a:lnTo>
                    <a:pt x="81280" y="7620"/>
                  </a:lnTo>
                  <a:lnTo>
                    <a:pt x="80010" y="6350"/>
                  </a:lnTo>
                  <a:lnTo>
                    <a:pt x="78740" y="5080"/>
                  </a:lnTo>
                  <a:lnTo>
                    <a:pt x="73660" y="2540"/>
                  </a:lnTo>
                  <a:lnTo>
                    <a:pt x="68580" y="1270"/>
                  </a:lnTo>
                  <a:lnTo>
                    <a:pt x="67310" y="1270"/>
                  </a:lnTo>
                  <a:lnTo>
                    <a:pt x="63500" y="0"/>
                  </a:lnTo>
                  <a:lnTo>
                    <a:pt x="49530" y="0"/>
                  </a:lnTo>
                  <a:lnTo>
                    <a:pt x="46990" y="1270"/>
                  </a:lnTo>
                  <a:lnTo>
                    <a:pt x="45720" y="1270"/>
                  </a:lnTo>
                  <a:lnTo>
                    <a:pt x="43180" y="2540"/>
                  </a:lnTo>
                  <a:lnTo>
                    <a:pt x="40640" y="3810"/>
                  </a:lnTo>
                  <a:lnTo>
                    <a:pt x="39370" y="3810"/>
                  </a:lnTo>
                  <a:lnTo>
                    <a:pt x="36830" y="5080"/>
                  </a:lnTo>
                  <a:lnTo>
                    <a:pt x="34290" y="6350"/>
                  </a:lnTo>
                  <a:lnTo>
                    <a:pt x="33020" y="6350"/>
                  </a:lnTo>
                  <a:lnTo>
                    <a:pt x="33020" y="7620"/>
                  </a:lnTo>
                  <a:lnTo>
                    <a:pt x="31750" y="8890"/>
                  </a:lnTo>
                  <a:lnTo>
                    <a:pt x="30480" y="10160"/>
                  </a:lnTo>
                  <a:lnTo>
                    <a:pt x="29210" y="11430"/>
                  </a:lnTo>
                  <a:lnTo>
                    <a:pt x="27940" y="11430"/>
                  </a:lnTo>
                  <a:lnTo>
                    <a:pt x="26670" y="13970"/>
                  </a:lnTo>
                  <a:lnTo>
                    <a:pt x="24130" y="16510"/>
                  </a:lnTo>
                  <a:lnTo>
                    <a:pt x="22860" y="16510"/>
                  </a:lnTo>
                  <a:lnTo>
                    <a:pt x="22860" y="17780"/>
                  </a:lnTo>
                  <a:lnTo>
                    <a:pt x="20320" y="20320"/>
                  </a:lnTo>
                  <a:lnTo>
                    <a:pt x="20320" y="21590"/>
                  </a:lnTo>
                  <a:lnTo>
                    <a:pt x="19050" y="24130"/>
                  </a:lnTo>
                  <a:lnTo>
                    <a:pt x="16510" y="27940"/>
                  </a:lnTo>
                  <a:lnTo>
                    <a:pt x="15240" y="31750"/>
                  </a:lnTo>
                  <a:lnTo>
                    <a:pt x="13970" y="31750"/>
                  </a:lnTo>
                  <a:lnTo>
                    <a:pt x="12700" y="35560"/>
                  </a:lnTo>
                  <a:lnTo>
                    <a:pt x="10160" y="40640"/>
                  </a:lnTo>
                  <a:lnTo>
                    <a:pt x="8890" y="45720"/>
                  </a:lnTo>
                  <a:lnTo>
                    <a:pt x="6350" y="50800"/>
                  </a:lnTo>
                  <a:lnTo>
                    <a:pt x="6350" y="52070"/>
                  </a:lnTo>
                  <a:lnTo>
                    <a:pt x="5080" y="57150"/>
                  </a:lnTo>
                  <a:lnTo>
                    <a:pt x="3810" y="62230"/>
                  </a:lnTo>
                  <a:lnTo>
                    <a:pt x="3810" y="63500"/>
                  </a:lnTo>
                  <a:lnTo>
                    <a:pt x="2540" y="67310"/>
                  </a:lnTo>
                  <a:lnTo>
                    <a:pt x="2540" y="72390"/>
                  </a:lnTo>
                  <a:lnTo>
                    <a:pt x="1270" y="77470"/>
                  </a:lnTo>
                  <a:lnTo>
                    <a:pt x="0" y="85090"/>
                  </a:lnTo>
                  <a:lnTo>
                    <a:pt x="7620" y="85090"/>
                  </a:lnTo>
                  <a:lnTo>
                    <a:pt x="104140" y="85090"/>
                  </a:lnTo>
                  <a:lnTo>
                    <a:pt x="111760" y="85090"/>
                  </a:lnTo>
                  <a:close/>
                </a:path>
              </a:pathLst>
            </a:custGeom>
            <a:solidFill>
              <a:srgbClr val="9898FF"/>
            </a:solidFill>
          </p:spPr>
          <p:txBody>
            <a:bodyPr wrap="square" lIns="0" tIns="0" rIns="0" bIns="0" rtlCol="0"/>
            <a:lstStyle/>
            <a:p/>
          </p:txBody>
        </p:sp>
      </p:grpSp>
      <p:grpSp>
        <p:nvGrpSpPr>
          <p:cNvPr id="521" name="object 521"/>
          <p:cNvGrpSpPr/>
          <p:nvPr/>
        </p:nvGrpSpPr>
        <p:grpSpPr>
          <a:xfrm>
            <a:off x="3265230" y="1052890"/>
            <a:ext cx="398780" cy="654050"/>
            <a:chOff x="3265230" y="1052890"/>
            <a:chExt cx="398780" cy="654050"/>
          </a:xfrm>
        </p:grpSpPr>
        <p:sp>
          <p:nvSpPr>
            <p:cNvPr id="522" name="object 522"/>
            <p:cNvSpPr/>
            <p:nvPr/>
          </p:nvSpPr>
          <p:spPr>
            <a:xfrm>
              <a:off x="3345179" y="1059179"/>
              <a:ext cx="243840" cy="41910"/>
            </a:xfrm>
            <a:custGeom>
              <a:avLst/>
              <a:gdLst/>
              <a:ahLst/>
              <a:cxnLst/>
              <a:rect l="l" t="t" r="r" b="b"/>
              <a:pathLst>
                <a:path w="243839" h="41909">
                  <a:moveTo>
                    <a:pt x="156210" y="2540"/>
                  </a:moveTo>
                  <a:lnTo>
                    <a:pt x="149860" y="2540"/>
                  </a:lnTo>
                  <a:lnTo>
                    <a:pt x="149860" y="1397"/>
                  </a:lnTo>
                  <a:lnTo>
                    <a:pt x="120650" y="1397"/>
                  </a:lnTo>
                  <a:lnTo>
                    <a:pt x="120650" y="0"/>
                  </a:lnTo>
                  <a:lnTo>
                    <a:pt x="119380" y="0"/>
                  </a:lnTo>
                  <a:lnTo>
                    <a:pt x="119380" y="1397"/>
                  </a:lnTo>
                  <a:lnTo>
                    <a:pt x="91440" y="1397"/>
                  </a:lnTo>
                  <a:lnTo>
                    <a:pt x="91440" y="2540"/>
                  </a:lnTo>
                  <a:lnTo>
                    <a:pt x="82550" y="2540"/>
                  </a:lnTo>
                  <a:lnTo>
                    <a:pt x="82550" y="3810"/>
                  </a:lnTo>
                  <a:lnTo>
                    <a:pt x="156210" y="3810"/>
                  </a:lnTo>
                  <a:lnTo>
                    <a:pt x="156210" y="2667"/>
                  </a:lnTo>
                  <a:lnTo>
                    <a:pt x="156210" y="2540"/>
                  </a:lnTo>
                  <a:close/>
                </a:path>
                <a:path w="243839" h="41909">
                  <a:moveTo>
                    <a:pt x="196850" y="8890"/>
                  </a:moveTo>
                  <a:lnTo>
                    <a:pt x="189217" y="8890"/>
                  </a:lnTo>
                  <a:lnTo>
                    <a:pt x="189217" y="7747"/>
                  </a:lnTo>
                  <a:lnTo>
                    <a:pt x="186677" y="7747"/>
                  </a:lnTo>
                  <a:lnTo>
                    <a:pt x="186677" y="6350"/>
                  </a:lnTo>
                  <a:lnTo>
                    <a:pt x="179070" y="6350"/>
                  </a:lnTo>
                  <a:lnTo>
                    <a:pt x="179070" y="5207"/>
                  </a:lnTo>
                  <a:lnTo>
                    <a:pt x="179070" y="5080"/>
                  </a:lnTo>
                  <a:lnTo>
                    <a:pt x="175260" y="5080"/>
                  </a:lnTo>
                  <a:lnTo>
                    <a:pt x="175260" y="3937"/>
                  </a:lnTo>
                  <a:lnTo>
                    <a:pt x="78740" y="3937"/>
                  </a:lnTo>
                  <a:lnTo>
                    <a:pt x="78740" y="5080"/>
                  </a:lnTo>
                  <a:lnTo>
                    <a:pt x="66040" y="5080"/>
                  </a:lnTo>
                  <a:lnTo>
                    <a:pt x="66040" y="6350"/>
                  </a:lnTo>
                  <a:lnTo>
                    <a:pt x="60960" y="6350"/>
                  </a:lnTo>
                  <a:lnTo>
                    <a:pt x="60960" y="7747"/>
                  </a:lnTo>
                  <a:lnTo>
                    <a:pt x="57150" y="7747"/>
                  </a:lnTo>
                  <a:lnTo>
                    <a:pt x="57150" y="8890"/>
                  </a:lnTo>
                  <a:lnTo>
                    <a:pt x="54610" y="8890"/>
                  </a:lnTo>
                  <a:lnTo>
                    <a:pt x="54610" y="10160"/>
                  </a:lnTo>
                  <a:lnTo>
                    <a:pt x="196850" y="10160"/>
                  </a:lnTo>
                  <a:lnTo>
                    <a:pt x="196850" y="9017"/>
                  </a:lnTo>
                  <a:lnTo>
                    <a:pt x="196850" y="8890"/>
                  </a:lnTo>
                  <a:close/>
                </a:path>
                <a:path w="243839" h="41909">
                  <a:moveTo>
                    <a:pt x="210820" y="15240"/>
                  </a:moveTo>
                  <a:lnTo>
                    <a:pt x="208280" y="15240"/>
                  </a:lnTo>
                  <a:lnTo>
                    <a:pt x="208280" y="14097"/>
                  </a:lnTo>
                  <a:lnTo>
                    <a:pt x="207010" y="14097"/>
                  </a:lnTo>
                  <a:lnTo>
                    <a:pt x="207010" y="12700"/>
                  </a:lnTo>
                  <a:lnTo>
                    <a:pt x="201930" y="12700"/>
                  </a:lnTo>
                  <a:lnTo>
                    <a:pt x="201930" y="11557"/>
                  </a:lnTo>
                  <a:lnTo>
                    <a:pt x="201930" y="11430"/>
                  </a:lnTo>
                  <a:lnTo>
                    <a:pt x="199390" y="11430"/>
                  </a:lnTo>
                  <a:lnTo>
                    <a:pt x="199390" y="10287"/>
                  </a:lnTo>
                  <a:lnTo>
                    <a:pt x="49530" y="10287"/>
                  </a:lnTo>
                  <a:lnTo>
                    <a:pt x="49530" y="11430"/>
                  </a:lnTo>
                  <a:lnTo>
                    <a:pt x="46990" y="11430"/>
                  </a:lnTo>
                  <a:lnTo>
                    <a:pt x="46990" y="12700"/>
                  </a:lnTo>
                  <a:lnTo>
                    <a:pt x="44450" y="12700"/>
                  </a:lnTo>
                  <a:lnTo>
                    <a:pt x="44450" y="14097"/>
                  </a:lnTo>
                  <a:lnTo>
                    <a:pt x="39370" y="14097"/>
                  </a:lnTo>
                  <a:lnTo>
                    <a:pt x="39370" y="15240"/>
                  </a:lnTo>
                  <a:lnTo>
                    <a:pt x="36830" y="15240"/>
                  </a:lnTo>
                  <a:lnTo>
                    <a:pt x="36830" y="16510"/>
                  </a:lnTo>
                  <a:lnTo>
                    <a:pt x="210820" y="16510"/>
                  </a:lnTo>
                  <a:lnTo>
                    <a:pt x="210820" y="15367"/>
                  </a:lnTo>
                  <a:lnTo>
                    <a:pt x="210820" y="15240"/>
                  </a:lnTo>
                  <a:close/>
                </a:path>
                <a:path w="243839" h="41909">
                  <a:moveTo>
                    <a:pt x="222250" y="21590"/>
                  </a:moveTo>
                  <a:lnTo>
                    <a:pt x="219710" y="21590"/>
                  </a:lnTo>
                  <a:lnTo>
                    <a:pt x="219710" y="20447"/>
                  </a:lnTo>
                  <a:lnTo>
                    <a:pt x="218440" y="20447"/>
                  </a:lnTo>
                  <a:lnTo>
                    <a:pt x="218440" y="20320"/>
                  </a:lnTo>
                  <a:lnTo>
                    <a:pt x="218440" y="19050"/>
                  </a:lnTo>
                  <a:lnTo>
                    <a:pt x="215900" y="19050"/>
                  </a:lnTo>
                  <a:lnTo>
                    <a:pt x="215900" y="17907"/>
                  </a:lnTo>
                  <a:lnTo>
                    <a:pt x="215900" y="17780"/>
                  </a:lnTo>
                  <a:lnTo>
                    <a:pt x="214630" y="17780"/>
                  </a:lnTo>
                  <a:lnTo>
                    <a:pt x="214630" y="16637"/>
                  </a:lnTo>
                  <a:lnTo>
                    <a:pt x="34290" y="16637"/>
                  </a:lnTo>
                  <a:lnTo>
                    <a:pt x="34290" y="17780"/>
                  </a:lnTo>
                  <a:lnTo>
                    <a:pt x="30480" y="17780"/>
                  </a:lnTo>
                  <a:lnTo>
                    <a:pt x="30480" y="19050"/>
                  </a:lnTo>
                  <a:lnTo>
                    <a:pt x="27940" y="19050"/>
                  </a:lnTo>
                  <a:lnTo>
                    <a:pt x="27940" y="20320"/>
                  </a:lnTo>
                  <a:lnTo>
                    <a:pt x="27940" y="20447"/>
                  </a:lnTo>
                  <a:lnTo>
                    <a:pt x="25400" y="20447"/>
                  </a:lnTo>
                  <a:lnTo>
                    <a:pt x="25400" y="21590"/>
                  </a:lnTo>
                  <a:lnTo>
                    <a:pt x="24130" y="21590"/>
                  </a:lnTo>
                  <a:lnTo>
                    <a:pt x="24130" y="22860"/>
                  </a:lnTo>
                  <a:lnTo>
                    <a:pt x="222250" y="22860"/>
                  </a:lnTo>
                  <a:lnTo>
                    <a:pt x="222250" y="21717"/>
                  </a:lnTo>
                  <a:lnTo>
                    <a:pt x="222250" y="21590"/>
                  </a:lnTo>
                  <a:close/>
                </a:path>
                <a:path w="243839" h="41909">
                  <a:moveTo>
                    <a:pt x="231140" y="27940"/>
                  </a:moveTo>
                  <a:lnTo>
                    <a:pt x="229870" y="27940"/>
                  </a:lnTo>
                  <a:lnTo>
                    <a:pt x="229870" y="26797"/>
                  </a:lnTo>
                  <a:lnTo>
                    <a:pt x="227317" y="26797"/>
                  </a:lnTo>
                  <a:lnTo>
                    <a:pt x="227317" y="25400"/>
                  </a:lnTo>
                  <a:lnTo>
                    <a:pt x="226060" y="25400"/>
                  </a:lnTo>
                  <a:lnTo>
                    <a:pt x="226060" y="24257"/>
                  </a:lnTo>
                  <a:lnTo>
                    <a:pt x="226060" y="24130"/>
                  </a:lnTo>
                  <a:lnTo>
                    <a:pt x="223520" y="24130"/>
                  </a:lnTo>
                  <a:lnTo>
                    <a:pt x="223520" y="22987"/>
                  </a:lnTo>
                  <a:lnTo>
                    <a:pt x="21590" y="22987"/>
                  </a:lnTo>
                  <a:lnTo>
                    <a:pt x="21590" y="24130"/>
                  </a:lnTo>
                  <a:lnTo>
                    <a:pt x="20320" y="24130"/>
                  </a:lnTo>
                  <a:lnTo>
                    <a:pt x="20320" y="25400"/>
                  </a:lnTo>
                  <a:lnTo>
                    <a:pt x="19050" y="25400"/>
                  </a:lnTo>
                  <a:lnTo>
                    <a:pt x="19050" y="26797"/>
                  </a:lnTo>
                  <a:lnTo>
                    <a:pt x="16510" y="26797"/>
                  </a:lnTo>
                  <a:lnTo>
                    <a:pt x="16510" y="27940"/>
                  </a:lnTo>
                  <a:lnTo>
                    <a:pt x="15240" y="27940"/>
                  </a:lnTo>
                  <a:lnTo>
                    <a:pt x="15240" y="29210"/>
                  </a:lnTo>
                  <a:lnTo>
                    <a:pt x="231140" y="29210"/>
                  </a:lnTo>
                  <a:lnTo>
                    <a:pt x="231140" y="28067"/>
                  </a:lnTo>
                  <a:lnTo>
                    <a:pt x="231140" y="27940"/>
                  </a:lnTo>
                  <a:close/>
                </a:path>
                <a:path w="243839" h="41909">
                  <a:moveTo>
                    <a:pt x="238760" y="34290"/>
                  </a:moveTo>
                  <a:lnTo>
                    <a:pt x="237490" y="34290"/>
                  </a:lnTo>
                  <a:lnTo>
                    <a:pt x="237490" y="33147"/>
                  </a:lnTo>
                  <a:lnTo>
                    <a:pt x="236220" y="33147"/>
                  </a:lnTo>
                  <a:lnTo>
                    <a:pt x="236220" y="31750"/>
                  </a:lnTo>
                  <a:lnTo>
                    <a:pt x="234950" y="31750"/>
                  </a:lnTo>
                  <a:lnTo>
                    <a:pt x="234950" y="30607"/>
                  </a:lnTo>
                  <a:lnTo>
                    <a:pt x="234950" y="30480"/>
                  </a:lnTo>
                  <a:lnTo>
                    <a:pt x="232410" y="30480"/>
                  </a:lnTo>
                  <a:lnTo>
                    <a:pt x="232410" y="29337"/>
                  </a:lnTo>
                  <a:lnTo>
                    <a:pt x="12700" y="29337"/>
                  </a:lnTo>
                  <a:lnTo>
                    <a:pt x="12700" y="30480"/>
                  </a:lnTo>
                  <a:lnTo>
                    <a:pt x="11430" y="30480"/>
                  </a:lnTo>
                  <a:lnTo>
                    <a:pt x="11430" y="31750"/>
                  </a:lnTo>
                  <a:lnTo>
                    <a:pt x="10160" y="31750"/>
                  </a:lnTo>
                  <a:lnTo>
                    <a:pt x="10160" y="33147"/>
                  </a:lnTo>
                  <a:lnTo>
                    <a:pt x="7620" y="33147"/>
                  </a:lnTo>
                  <a:lnTo>
                    <a:pt x="7620" y="34290"/>
                  </a:lnTo>
                  <a:lnTo>
                    <a:pt x="6350" y="34290"/>
                  </a:lnTo>
                  <a:lnTo>
                    <a:pt x="6350" y="35560"/>
                  </a:lnTo>
                  <a:lnTo>
                    <a:pt x="238760" y="35560"/>
                  </a:lnTo>
                  <a:lnTo>
                    <a:pt x="238760" y="34417"/>
                  </a:lnTo>
                  <a:lnTo>
                    <a:pt x="238760" y="34290"/>
                  </a:lnTo>
                  <a:close/>
                </a:path>
                <a:path w="243839" h="41909">
                  <a:moveTo>
                    <a:pt x="243827" y="40640"/>
                  </a:moveTo>
                  <a:lnTo>
                    <a:pt x="242570" y="40640"/>
                  </a:lnTo>
                  <a:lnTo>
                    <a:pt x="242570" y="39497"/>
                  </a:lnTo>
                  <a:lnTo>
                    <a:pt x="241300" y="39497"/>
                  </a:lnTo>
                  <a:lnTo>
                    <a:pt x="241300" y="38100"/>
                  </a:lnTo>
                  <a:lnTo>
                    <a:pt x="240030" y="38100"/>
                  </a:lnTo>
                  <a:lnTo>
                    <a:pt x="240030" y="36830"/>
                  </a:lnTo>
                  <a:lnTo>
                    <a:pt x="240030" y="35687"/>
                  </a:lnTo>
                  <a:lnTo>
                    <a:pt x="5080" y="35687"/>
                  </a:lnTo>
                  <a:lnTo>
                    <a:pt x="5080" y="36830"/>
                  </a:lnTo>
                  <a:lnTo>
                    <a:pt x="3810" y="36830"/>
                  </a:lnTo>
                  <a:lnTo>
                    <a:pt x="3810" y="38100"/>
                  </a:lnTo>
                  <a:lnTo>
                    <a:pt x="2540" y="38100"/>
                  </a:lnTo>
                  <a:lnTo>
                    <a:pt x="2540" y="39497"/>
                  </a:lnTo>
                  <a:lnTo>
                    <a:pt x="1270" y="39497"/>
                  </a:lnTo>
                  <a:lnTo>
                    <a:pt x="1270" y="40640"/>
                  </a:lnTo>
                  <a:lnTo>
                    <a:pt x="0" y="40640"/>
                  </a:lnTo>
                  <a:lnTo>
                    <a:pt x="0" y="41910"/>
                  </a:lnTo>
                  <a:lnTo>
                    <a:pt x="243827" y="41910"/>
                  </a:lnTo>
                  <a:lnTo>
                    <a:pt x="243827" y="40767"/>
                  </a:lnTo>
                  <a:lnTo>
                    <a:pt x="243827" y="40640"/>
                  </a:lnTo>
                  <a:close/>
                </a:path>
              </a:pathLst>
            </a:custGeom>
            <a:solidFill>
              <a:srgbClr val="10101C"/>
            </a:solidFill>
          </p:spPr>
          <p:txBody>
            <a:bodyPr wrap="square" lIns="0" tIns="0" rIns="0" bIns="0" rtlCol="0"/>
            <a:lstStyle/>
            <a:p/>
          </p:txBody>
        </p:sp>
        <p:sp>
          <p:nvSpPr>
            <p:cNvPr id="523" name="object 523"/>
            <p:cNvSpPr/>
            <p:nvPr/>
          </p:nvSpPr>
          <p:spPr>
            <a:xfrm>
              <a:off x="3326117" y="1101089"/>
              <a:ext cx="281305" cy="21590"/>
            </a:xfrm>
            <a:custGeom>
              <a:avLst/>
              <a:gdLst/>
              <a:ahLst/>
              <a:cxnLst/>
              <a:rect l="l" t="t" r="r" b="b"/>
              <a:pathLst>
                <a:path w="281304" h="21590">
                  <a:moveTo>
                    <a:pt x="269240" y="5080"/>
                  </a:moveTo>
                  <a:lnTo>
                    <a:pt x="267982" y="5080"/>
                  </a:lnTo>
                  <a:lnTo>
                    <a:pt x="267982" y="3937"/>
                  </a:lnTo>
                  <a:lnTo>
                    <a:pt x="266712" y="3937"/>
                  </a:lnTo>
                  <a:lnTo>
                    <a:pt x="266712" y="2540"/>
                  </a:lnTo>
                  <a:lnTo>
                    <a:pt x="265442" y="2540"/>
                  </a:lnTo>
                  <a:lnTo>
                    <a:pt x="265442" y="1397"/>
                  </a:lnTo>
                  <a:lnTo>
                    <a:pt x="265442" y="1270"/>
                  </a:lnTo>
                  <a:lnTo>
                    <a:pt x="264172" y="1270"/>
                  </a:lnTo>
                  <a:lnTo>
                    <a:pt x="264172" y="127"/>
                  </a:lnTo>
                  <a:lnTo>
                    <a:pt x="262890" y="127"/>
                  </a:lnTo>
                  <a:lnTo>
                    <a:pt x="262890" y="0"/>
                  </a:lnTo>
                  <a:lnTo>
                    <a:pt x="19062" y="0"/>
                  </a:lnTo>
                  <a:lnTo>
                    <a:pt x="19062" y="127"/>
                  </a:lnTo>
                  <a:lnTo>
                    <a:pt x="17792" y="127"/>
                  </a:lnTo>
                  <a:lnTo>
                    <a:pt x="17792" y="1270"/>
                  </a:lnTo>
                  <a:lnTo>
                    <a:pt x="16522" y="1270"/>
                  </a:lnTo>
                  <a:lnTo>
                    <a:pt x="16522" y="2540"/>
                  </a:lnTo>
                  <a:lnTo>
                    <a:pt x="15252" y="2540"/>
                  </a:lnTo>
                  <a:lnTo>
                    <a:pt x="15252" y="3937"/>
                  </a:lnTo>
                  <a:lnTo>
                    <a:pt x="13982" y="3937"/>
                  </a:lnTo>
                  <a:lnTo>
                    <a:pt x="13982" y="5080"/>
                  </a:lnTo>
                  <a:lnTo>
                    <a:pt x="12712" y="5080"/>
                  </a:lnTo>
                  <a:lnTo>
                    <a:pt x="12712" y="6350"/>
                  </a:lnTo>
                  <a:lnTo>
                    <a:pt x="269240" y="6350"/>
                  </a:lnTo>
                  <a:lnTo>
                    <a:pt x="269240" y="5207"/>
                  </a:lnTo>
                  <a:lnTo>
                    <a:pt x="269240" y="5080"/>
                  </a:lnTo>
                  <a:close/>
                </a:path>
                <a:path w="281304" h="21590">
                  <a:moveTo>
                    <a:pt x="271792" y="7620"/>
                  </a:moveTo>
                  <a:lnTo>
                    <a:pt x="270522" y="7620"/>
                  </a:lnTo>
                  <a:lnTo>
                    <a:pt x="270522" y="6477"/>
                  </a:lnTo>
                  <a:lnTo>
                    <a:pt x="11442" y="6477"/>
                  </a:lnTo>
                  <a:lnTo>
                    <a:pt x="11442" y="7620"/>
                  </a:lnTo>
                  <a:lnTo>
                    <a:pt x="10172" y="7620"/>
                  </a:lnTo>
                  <a:lnTo>
                    <a:pt x="10172" y="8890"/>
                  </a:lnTo>
                  <a:lnTo>
                    <a:pt x="8902" y="8890"/>
                  </a:lnTo>
                  <a:lnTo>
                    <a:pt x="8902" y="10160"/>
                  </a:lnTo>
                  <a:lnTo>
                    <a:pt x="271792" y="10160"/>
                  </a:lnTo>
                  <a:lnTo>
                    <a:pt x="271792" y="8890"/>
                  </a:lnTo>
                  <a:lnTo>
                    <a:pt x="271792" y="7747"/>
                  </a:lnTo>
                  <a:lnTo>
                    <a:pt x="271792" y="7620"/>
                  </a:lnTo>
                  <a:close/>
                </a:path>
                <a:path w="281304" h="21590">
                  <a:moveTo>
                    <a:pt x="280682" y="20320"/>
                  </a:moveTo>
                  <a:lnTo>
                    <a:pt x="279412" y="20320"/>
                  </a:lnTo>
                  <a:lnTo>
                    <a:pt x="279412" y="17907"/>
                  </a:lnTo>
                  <a:lnTo>
                    <a:pt x="278142" y="17907"/>
                  </a:lnTo>
                  <a:lnTo>
                    <a:pt x="278142" y="16637"/>
                  </a:lnTo>
                  <a:lnTo>
                    <a:pt x="276872" y="16637"/>
                  </a:lnTo>
                  <a:lnTo>
                    <a:pt x="276872" y="15240"/>
                  </a:lnTo>
                  <a:lnTo>
                    <a:pt x="275602" y="15240"/>
                  </a:lnTo>
                  <a:lnTo>
                    <a:pt x="275602" y="13970"/>
                  </a:lnTo>
                  <a:lnTo>
                    <a:pt x="275590" y="12700"/>
                  </a:lnTo>
                  <a:lnTo>
                    <a:pt x="274332" y="12700"/>
                  </a:lnTo>
                  <a:lnTo>
                    <a:pt x="274332" y="11557"/>
                  </a:lnTo>
                  <a:lnTo>
                    <a:pt x="274332" y="11430"/>
                  </a:lnTo>
                  <a:lnTo>
                    <a:pt x="273062" y="11430"/>
                  </a:lnTo>
                  <a:lnTo>
                    <a:pt x="273062" y="10287"/>
                  </a:lnTo>
                  <a:lnTo>
                    <a:pt x="7632" y="10287"/>
                  </a:lnTo>
                  <a:lnTo>
                    <a:pt x="7632" y="11430"/>
                  </a:lnTo>
                  <a:lnTo>
                    <a:pt x="6362" y="11430"/>
                  </a:lnTo>
                  <a:lnTo>
                    <a:pt x="6362" y="12700"/>
                  </a:lnTo>
                  <a:lnTo>
                    <a:pt x="6362" y="13970"/>
                  </a:lnTo>
                  <a:lnTo>
                    <a:pt x="5092" y="13970"/>
                  </a:lnTo>
                  <a:lnTo>
                    <a:pt x="5092" y="15240"/>
                  </a:lnTo>
                  <a:lnTo>
                    <a:pt x="3822" y="15240"/>
                  </a:lnTo>
                  <a:lnTo>
                    <a:pt x="3822" y="16637"/>
                  </a:lnTo>
                  <a:lnTo>
                    <a:pt x="2552" y="16637"/>
                  </a:lnTo>
                  <a:lnTo>
                    <a:pt x="2552" y="17907"/>
                  </a:lnTo>
                  <a:lnTo>
                    <a:pt x="1282" y="17907"/>
                  </a:lnTo>
                  <a:lnTo>
                    <a:pt x="1282" y="20320"/>
                  </a:lnTo>
                  <a:lnTo>
                    <a:pt x="0" y="20320"/>
                  </a:lnTo>
                  <a:lnTo>
                    <a:pt x="0" y="21590"/>
                  </a:lnTo>
                  <a:lnTo>
                    <a:pt x="280682" y="21590"/>
                  </a:lnTo>
                  <a:lnTo>
                    <a:pt x="280682" y="20447"/>
                  </a:lnTo>
                  <a:lnTo>
                    <a:pt x="280682" y="20320"/>
                  </a:lnTo>
                  <a:close/>
                </a:path>
              </a:pathLst>
            </a:custGeom>
            <a:solidFill>
              <a:srgbClr val="11111D"/>
            </a:solidFill>
          </p:spPr>
          <p:txBody>
            <a:bodyPr wrap="square" lIns="0" tIns="0" rIns="0" bIns="0" rtlCol="0"/>
            <a:lstStyle/>
            <a:p/>
          </p:txBody>
        </p:sp>
        <p:sp>
          <p:nvSpPr>
            <p:cNvPr id="524" name="object 524"/>
            <p:cNvSpPr/>
            <p:nvPr/>
          </p:nvSpPr>
          <p:spPr>
            <a:xfrm>
              <a:off x="3313417" y="1122679"/>
              <a:ext cx="305435" cy="21590"/>
            </a:xfrm>
            <a:custGeom>
              <a:avLst/>
              <a:gdLst/>
              <a:ahLst/>
              <a:cxnLst/>
              <a:rect l="l" t="t" r="r" b="b"/>
              <a:pathLst>
                <a:path w="305435" h="21590">
                  <a:moveTo>
                    <a:pt x="301002" y="11430"/>
                  </a:moveTo>
                  <a:lnTo>
                    <a:pt x="300990" y="10160"/>
                  </a:lnTo>
                  <a:lnTo>
                    <a:pt x="299732" y="10160"/>
                  </a:lnTo>
                  <a:lnTo>
                    <a:pt x="299732" y="8890"/>
                  </a:lnTo>
                  <a:lnTo>
                    <a:pt x="299732" y="7620"/>
                  </a:lnTo>
                  <a:lnTo>
                    <a:pt x="298462" y="7620"/>
                  </a:lnTo>
                  <a:lnTo>
                    <a:pt x="298462" y="6350"/>
                  </a:lnTo>
                  <a:lnTo>
                    <a:pt x="297192" y="6350"/>
                  </a:lnTo>
                  <a:lnTo>
                    <a:pt x="297192" y="5080"/>
                  </a:lnTo>
                  <a:lnTo>
                    <a:pt x="297192" y="3810"/>
                  </a:lnTo>
                  <a:lnTo>
                    <a:pt x="295922" y="3810"/>
                  </a:lnTo>
                  <a:lnTo>
                    <a:pt x="295922" y="2667"/>
                  </a:lnTo>
                  <a:lnTo>
                    <a:pt x="295922" y="2540"/>
                  </a:lnTo>
                  <a:lnTo>
                    <a:pt x="294652" y="2540"/>
                  </a:lnTo>
                  <a:lnTo>
                    <a:pt x="294652" y="1270"/>
                  </a:lnTo>
                  <a:lnTo>
                    <a:pt x="294640" y="0"/>
                  </a:lnTo>
                  <a:lnTo>
                    <a:pt x="12700" y="0"/>
                  </a:lnTo>
                  <a:lnTo>
                    <a:pt x="12700" y="1270"/>
                  </a:lnTo>
                  <a:lnTo>
                    <a:pt x="11442" y="1270"/>
                  </a:lnTo>
                  <a:lnTo>
                    <a:pt x="11442" y="2540"/>
                  </a:lnTo>
                  <a:lnTo>
                    <a:pt x="10172" y="2540"/>
                  </a:lnTo>
                  <a:lnTo>
                    <a:pt x="10172" y="3810"/>
                  </a:lnTo>
                  <a:lnTo>
                    <a:pt x="10172" y="5080"/>
                  </a:lnTo>
                  <a:lnTo>
                    <a:pt x="8902" y="5080"/>
                  </a:lnTo>
                  <a:lnTo>
                    <a:pt x="8902" y="6350"/>
                  </a:lnTo>
                  <a:lnTo>
                    <a:pt x="7632" y="6350"/>
                  </a:lnTo>
                  <a:lnTo>
                    <a:pt x="7632" y="7620"/>
                  </a:lnTo>
                  <a:lnTo>
                    <a:pt x="7632" y="8890"/>
                  </a:lnTo>
                  <a:lnTo>
                    <a:pt x="6350" y="8890"/>
                  </a:lnTo>
                  <a:lnTo>
                    <a:pt x="6350" y="10160"/>
                  </a:lnTo>
                  <a:lnTo>
                    <a:pt x="6350" y="11430"/>
                  </a:lnTo>
                  <a:lnTo>
                    <a:pt x="5092" y="11430"/>
                  </a:lnTo>
                  <a:lnTo>
                    <a:pt x="5092" y="12700"/>
                  </a:lnTo>
                  <a:lnTo>
                    <a:pt x="301002" y="12700"/>
                  </a:lnTo>
                  <a:lnTo>
                    <a:pt x="301002" y="11430"/>
                  </a:lnTo>
                  <a:close/>
                </a:path>
                <a:path w="305435" h="21590">
                  <a:moveTo>
                    <a:pt x="304812" y="19050"/>
                  </a:moveTo>
                  <a:lnTo>
                    <a:pt x="303542" y="19050"/>
                  </a:lnTo>
                  <a:lnTo>
                    <a:pt x="303542" y="17780"/>
                  </a:lnTo>
                  <a:lnTo>
                    <a:pt x="303542" y="15240"/>
                  </a:lnTo>
                  <a:lnTo>
                    <a:pt x="302272" y="15240"/>
                  </a:lnTo>
                  <a:lnTo>
                    <a:pt x="302272" y="12712"/>
                  </a:lnTo>
                  <a:lnTo>
                    <a:pt x="3822" y="12712"/>
                  </a:lnTo>
                  <a:lnTo>
                    <a:pt x="3822" y="15240"/>
                  </a:lnTo>
                  <a:lnTo>
                    <a:pt x="2552" y="15240"/>
                  </a:lnTo>
                  <a:lnTo>
                    <a:pt x="2552" y="17780"/>
                  </a:lnTo>
                  <a:lnTo>
                    <a:pt x="1282" y="17780"/>
                  </a:lnTo>
                  <a:lnTo>
                    <a:pt x="1282" y="19050"/>
                  </a:lnTo>
                  <a:lnTo>
                    <a:pt x="1282" y="20320"/>
                  </a:lnTo>
                  <a:lnTo>
                    <a:pt x="0" y="20320"/>
                  </a:lnTo>
                  <a:lnTo>
                    <a:pt x="0" y="21590"/>
                  </a:lnTo>
                  <a:lnTo>
                    <a:pt x="304812" y="21590"/>
                  </a:lnTo>
                  <a:lnTo>
                    <a:pt x="304812" y="20320"/>
                  </a:lnTo>
                  <a:lnTo>
                    <a:pt x="304812" y="19050"/>
                  </a:lnTo>
                  <a:close/>
                </a:path>
              </a:pathLst>
            </a:custGeom>
            <a:solidFill>
              <a:srgbClr val="11111E"/>
            </a:solidFill>
          </p:spPr>
          <p:txBody>
            <a:bodyPr wrap="square" lIns="0" tIns="0" rIns="0" bIns="0" rtlCol="0"/>
            <a:lstStyle/>
            <a:p/>
          </p:txBody>
        </p:sp>
        <p:sp>
          <p:nvSpPr>
            <p:cNvPr id="525" name="object 525"/>
            <p:cNvSpPr/>
            <p:nvPr/>
          </p:nvSpPr>
          <p:spPr>
            <a:xfrm>
              <a:off x="3304539" y="1144269"/>
              <a:ext cx="322580" cy="21590"/>
            </a:xfrm>
            <a:custGeom>
              <a:avLst/>
              <a:gdLst/>
              <a:ahLst/>
              <a:cxnLst/>
              <a:rect l="l" t="t" r="r" b="b"/>
              <a:pathLst>
                <a:path w="322579" h="21590">
                  <a:moveTo>
                    <a:pt x="321310" y="15239"/>
                  </a:moveTo>
                  <a:lnTo>
                    <a:pt x="1270" y="15239"/>
                  </a:lnTo>
                  <a:lnTo>
                    <a:pt x="1270" y="19050"/>
                  </a:lnTo>
                  <a:lnTo>
                    <a:pt x="0" y="19050"/>
                  </a:lnTo>
                  <a:lnTo>
                    <a:pt x="0" y="21589"/>
                  </a:lnTo>
                  <a:lnTo>
                    <a:pt x="322579" y="21589"/>
                  </a:lnTo>
                  <a:lnTo>
                    <a:pt x="322580" y="17779"/>
                  </a:lnTo>
                  <a:lnTo>
                    <a:pt x="321310" y="17779"/>
                  </a:lnTo>
                  <a:lnTo>
                    <a:pt x="321310" y="15239"/>
                  </a:lnTo>
                  <a:close/>
                </a:path>
                <a:path w="322579" h="21590">
                  <a:moveTo>
                    <a:pt x="314960" y="0"/>
                  </a:moveTo>
                  <a:lnTo>
                    <a:pt x="8889" y="0"/>
                  </a:lnTo>
                  <a:lnTo>
                    <a:pt x="8889" y="1269"/>
                  </a:lnTo>
                  <a:lnTo>
                    <a:pt x="7620" y="1269"/>
                  </a:lnTo>
                  <a:lnTo>
                    <a:pt x="7620" y="3809"/>
                  </a:lnTo>
                  <a:lnTo>
                    <a:pt x="6350" y="3809"/>
                  </a:lnTo>
                  <a:lnTo>
                    <a:pt x="6350" y="7619"/>
                  </a:lnTo>
                  <a:lnTo>
                    <a:pt x="5080" y="7619"/>
                  </a:lnTo>
                  <a:lnTo>
                    <a:pt x="5080" y="10159"/>
                  </a:lnTo>
                  <a:lnTo>
                    <a:pt x="3810" y="10159"/>
                  </a:lnTo>
                  <a:lnTo>
                    <a:pt x="3810" y="12700"/>
                  </a:lnTo>
                  <a:lnTo>
                    <a:pt x="2539" y="12700"/>
                  </a:lnTo>
                  <a:lnTo>
                    <a:pt x="2539" y="15239"/>
                  </a:lnTo>
                  <a:lnTo>
                    <a:pt x="320039" y="15239"/>
                  </a:lnTo>
                  <a:lnTo>
                    <a:pt x="320039" y="11429"/>
                  </a:lnTo>
                  <a:lnTo>
                    <a:pt x="318770" y="11429"/>
                  </a:lnTo>
                  <a:lnTo>
                    <a:pt x="318770" y="8889"/>
                  </a:lnTo>
                  <a:lnTo>
                    <a:pt x="317500" y="8889"/>
                  </a:lnTo>
                  <a:lnTo>
                    <a:pt x="317500" y="5079"/>
                  </a:lnTo>
                  <a:lnTo>
                    <a:pt x="316229" y="5079"/>
                  </a:lnTo>
                  <a:lnTo>
                    <a:pt x="316230" y="2539"/>
                  </a:lnTo>
                  <a:lnTo>
                    <a:pt x="314960" y="2539"/>
                  </a:lnTo>
                  <a:lnTo>
                    <a:pt x="314960" y="0"/>
                  </a:lnTo>
                  <a:close/>
                </a:path>
              </a:pathLst>
            </a:custGeom>
            <a:solidFill>
              <a:srgbClr val="12121F"/>
            </a:solidFill>
          </p:spPr>
          <p:txBody>
            <a:bodyPr wrap="square" lIns="0" tIns="0" rIns="0" bIns="0" rtlCol="0"/>
            <a:lstStyle/>
            <a:p/>
          </p:txBody>
        </p:sp>
        <p:sp>
          <p:nvSpPr>
            <p:cNvPr id="526" name="object 526"/>
            <p:cNvSpPr/>
            <p:nvPr/>
          </p:nvSpPr>
          <p:spPr>
            <a:xfrm>
              <a:off x="3296919" y="1165859"/>
              <a:ext cx="339090" cy="21590"/>
            </a:xfrm>
            <a:custGeom>
              <a:avLst/>
              <a:gdLst/>
              <a:ahLst/>
              <a:cxnLst/>
              <a:rect l="l" t="t" r="r" b="b"/>
              <a:pathLst>
                <a:path w="339089" h="21590">
                  <a:moveTo>
                    <a:pt x="339090" y="19050"/>
                  </a:moveTo>
                  <a:lnTo>
                    <a:pt x="337820" y="19050"/>
                  </a:lnTo>
                  <a:lnTo>
                    <a:pt x="337820" y="15240"/>
                  </a:lnTo>
                  <a:lnTo>
                    <a:pt x="336550" y="15240"/>
                  </a:lnTo>
                  <a:lnTo>
                    <a:pt x="336550" y="11430"/>
                  </a:lnTo>
                  <a:lnTo>
                    <a:pt x="335280" y="11430"/>
                  </a:lnTo>
                  <a:lnTo>
                    <a:pt x="335280" y="10160"/>
                  </a:lnTo>
                  <a:lnTo>
                    <a:pt x="335280" y="8890"/>
                  </a:lnTo>
                  <a:lnTo>
                    <a:pt x="334010" y="8890"/>
                  </a:lnTo>
                  <a:lnTo>
                    <a:pt x="334010" y="6350"/>
                  </a:lnTo>
                  <a:lnTo>
                    <a:pt x="334010" y="5080"/>
                  </a:lnTo>
                  <a:lnTo>
                    <a:pt x="332740" y="5080"/>
                  </a:lnTo>
                  <a:lnTo>
                    <a:pt x="332740" y="3810"/>
                  </a:lnTo>
                  <a:lnTo>
                    <a:pt x="332740" y="2540"/>
                  </a:lnTo>
                  <a:lnTo>
                    <a:pt x="331470" y="2540"/>
                  </a:lnTo>
                  <a:lnTo>
                    <a:pt x="331470" y="0"/>
                  </a:lnTo>
                  <a:lnTo>
                    <a:pt x="6350" y="0"/>
                  </a:lnTo>
                  <a:lnTo>
                    <a:pt x="6350" y="2540"/>
                  </a:lnTo>
                  <a:lnTo>
                    <a:pt x="6350" y="3810"/>
                  </a:lnTo>
                  <a:lnTo>
                    <a:pt x="5080" y="3810"/>
                  </a:lnTo>
                  <a:lnTo>
                    <a:pt x="5080" y="5080"/>
                  </a:lnTo>
                  <a:lnTo>
                    <a:pt x="5080" y="6350"/>
                  </a:lnTo>
                  <a:lnTo>
                    <a:pt x="3797" y="6350"/>
                  </a:lnTo>
                  <a:lnTo>
                    <a:pt x="3797" y="8890"/>
                  </a:lnTo>
                  <a:lnTo>
                    <a:pt x="3797" y="10160"/>
                  </a:lnTo>
                  <a:lnTo>
                    <a:pt x="2540" y="10160"/>
                  </a:lnTo>
                  <a:lnTo>
                    <a:pt x="2540" y="11430"/>
                  </a:lnTo>
                  <a:lnTo>
                    <a:pt x="2540" y="15240"/>
                  </a:lnTo>
                  <a:lnTo>
                    <a:pt x="1270" y="15240"/>
                  </a:lnTo>
                  <a:lnTo>
                    <a:pt x="1270" y="19050"/>
                  </a:lnTo>
                  <a:lnTo>
                    <a:pt x="0" y="19050"/>
                  </a:lnTo>
                  <a:lnTo>
                    <a:pt x="0" y="21590"/>
                  </a:lnTo>
                  <a:lnTo>
                    <a:pt x="339090" y="21590"/>
                  </a:lnTo>
                  <a:lnTo>
                    <a:pt x="339090" y="19050"/>
                  </a:lnTo>
                  <a:close/>
                </a:path>
              </a:pathLst>
            </a:custGeom>
            <a:solidFill>
              <a:srgbClr val="121220"/>
            </a:solidFill>
          </p:spPr>
          <p:txBody>
            <a:bodyPr wrap="square" lIns="0" tIns="0" rIns="0" bIns="0" rtlCol="0"/>
            <a:lstStyle/>
            <a:p/>
          </p:txBody>
        </p:sp>
        <p:sp>
          <p:nvSpPr>
            <p:cNvPr id="527" name="object 527"/>
            <p:cNvSpPr/>
            <p:nvPr/>
          </p:nvSpPr>
          <p:spPr>
            <a:xfrm>
              <a:off x="3293109" y="1187449"/>
              <a:ext cx="349250" cy="20320"/>
            </a:xfrm>
            <a:custGeom>
              <a:avLst/>
              <a:gdLst/>
              <a:ahLst/>
              <a:cxnLst/>
              <a:rect l="l" t="t" r="r" b="b"/>
              <a:pathLst>
                <a:path w="349250" h="20319">
                  <a:moveTo>
                    <a:pt x="349250" y="19050"/>
                  </a:moveTo>
                  <a:lnTo>
                    <a:pt x="347980" y="19050"/>
                  </a:lnTo>
                  <a:lnTo>
                    <a:pt x="347980" y="16510"/>
                  </a:lnTo>
                  <a:lnTo>
                    <a:pt x="347980" y="15240"/>
                  </a:lnTo>
                  <a:lnTo>
                    <a:pt x="346697" y="15240"/>
                  </a:lnTo>
                  <a:lnTo>
                    <a:pt x="346697" y="10160"/>
                  </a:lnTo>
                  <a:lnTo>
                    <a:pt x="345440" y="10160"/>
                  </a:lnTo>
                  <a:lnTo>
                    <a:pt x="345440" y="6350"/>
                  </a:lnTo>
                  <a:lnTo>
                    <a:pt x="344170" y="6350"/>
                  </a:lnTo>
                  <a:lnTo>
                    <a:pt x="344170" y="2540"/>
                  </a:lnTo>
                  <a:lnTo>
                    <a:pt x="342900" y="2540"/>
                  </a:lnTo>
                  <a:lnTo>
                    <a:pt x="342900" y="0"/>
                  </a:lnTo>
                  <a:lnTo>
                    <a:pt x="3810" y="0"/>
                  </a:lnTo>
                  <a:lnTo>
                    <a:pt x="3810" y="2540"/>
                  </a:lnTo>
                  <a:lnTo>
                    <a:pt x="2540" y="2540"/>
                  </a:lnTo>
                  <a:lnTo>
                    <a:pt x="2540" y="6350"/>
                  </a:lnTo>
                  <a:lnTo>
                    <a:pt x="2540" y="10160"/>
                  </a:lnTo>
                  <a:lnTo>
                    <a:pt x="1257" y="10160"/>
                  </a:lnTo>
                  <a:lnTo>
                    <a:pt x="1257" y="15240"/>
                  </a:lnTo>
                  <a:lnTo>
                    <a:pt x="1257" y="16510"/>
                  </a:lnTo>
                  <a:lnTo>
                    <a:pt x="0" y="16510"/>
                  </a:lnTo>
                  <a:lnTo>
                    <a:pt x="0" y="19050"/>
                  </a:lnTo>
                  <a:lnTo>
                    <a:pt x="0" y="20320"/>
                  </a:lnTo>
                  <a:lnTo>
                    <a:pt x="349250" y="20320"/>
                  </a:lnTo>
                  <a:lnTo>
                    <a:pt x="349250" y="19050"/>
                  </a:lnTo>
                  <a:close/>
                </a:path>
              </a:pathLst>
            </a:custGeom>
            <a:solidFill>
              <a:srgbClr val="131321"/>
            </a:solidFill>
          </p:spPr>
          <p:txBody>
            <a:bodyPr wrap="square" lIns="0" tIns="0" rIns="0" bIns="0" rtlCol="0"/>
            <a:lstStyle/>
            <a:p/>
          </p:txBody>
        </p:sp>
        <p:sp>
          <p:nvSpPr>
            <p:cNvPr id="528" name="object 528"/>
            <p:cNvSpPr/>
            <p:nvPr/>
          </p:nvSpPr>
          <p:spPr>
            <a:xfrm>
              <a:off x="3290569" y="1207769"/>
              <a:ext cx="356870" cy="21590"/>
            </a:xfrm>
            <a:custGeom>
              <a:avLst/>
              <a:gdLst/>
              <a:ahLst/>
              <a:cxnLst/>
              <a:rect l="l" t="t" r="r" b="b"/>
              <a:pathLst>
                <a:path w="356870" h="21590">
                  <a:moveTo>
                    <a:pt x="149860" y="16510"/>
                  </a:moveTo>
                  <a:lnTo>
                    <a:pt x="0" y="16510"/>
                  </a:lnTo>
                  <a:lnTo>
                    <a:pt x="0" y="19050"/>
                  </a:lnTo>
                  <a:lnTo>
                    <a:pt x="0" y="21590"/>
                  </a:lnTo>
                  <a:lnTo>
                    <a:pt x="147320" y="21590"/>
                  </a:lnTo>
                  <a:lnTo>
                    <a:pt x="147320" y="19050"/>
                  </a:lnTo>
                  <a:lnTo>
                    <a:pt x="149860" y="19050"/>
                  </a:lnTo>
                  <a:lnTo>
                    <a:pt x="149860" y="16510"/>
                  </a:lnTo>
                  <a:close/>
                </a:path>
                <a:path w="356870" h="21590">
                  <a:moveTo>
                    <a:pt x="161290" y="13970"/>
                  </a:moveTo>
                  <a:lnTo>
                    <a:pt x="1270" y="13970"/>
                  </a:lnTo>
                  <a:lnTo>
                    <a:pt x="1270" y="15240"/>
                  </a:lnTo>
                  <a:lnTo>
                    <a:pt x="152400" y="15240"/>
                  </a:lnTo>
                  <a:lnTo>
                    <a:pt x="152400" y="16510"/>
                  </a:lnTo>
                  <a:lnTo>
                    <a:pt x="154940" y="16510"/>
                  </a:lnTo>
                  <a:lnTo>
                    <a:pt x="154940" y="15240"/>
                  </a:lnTo>
                  <a:lnTo>
                    <a:pt x="161290" y="15240"/>
                  </a:lnTo>
                  <a:lnTo>
                    <a:pt x="161290" y="13970"/>
                  </a:lnTo>
                  <a:close/>
                </a:path>
                <a:path w="356870" h="21590">
                  <a:moveTo>
                    <a:pt x="353060" y="3810"/>
                  </a:moveTo>
                  <a:lnTo>
                    <a:pt x="351790" y="3810"/>
                  </a:lnTo>
                  <a:lnTo>
                    <a:pt x="351790" y="0"/>
                  </a:lnTo>
                  <a:lnTo>
                    <a:pt x="2540" y="0"/>
                  </a:lnTo>
                  <a:lnTo>
                    <a:pt x="2540" y="3810"/>
                  </a:lnTo>
                  <a:lnTo>
                    <a:pt x="1270" y="3810"/>
                  </a:lnTo>
                  <a:lnTo>
                    <a:pt x="1270" y="7620"/>
                  </a:lnTo>
                  <a:lnTo>
                    <a:pt x="353060" y="7620"/>
                  </a:lnTo>
                  <a:lnTo>
                    <a:pt x="353060" y="3810"/>
                  </a:lnTo>
                  <a:close/>
                </a:path>
                <a:path w="356870" h="21590">
                  <a:moveTo>
                    <a:pt x="354330" y="8890"/>
                  </a:moveTo>
                  <a:lnTo>
                    <a:pt x="1270" y="8890"/>
                  </a:lnTo>
                  <a:lnTo>
                    <a:pt x="1270" y="12700"/>
                  </a:lnTo>
                  <a:lnTo>
                    <a:pt x="161290" y="12700"/>
                  </a:lnTo>
                  <a:lnTo>
                    <a:pt x="161290" y="13970"/>
                  </a:lnTo>
                  <a:lnTo>
                    <a:pt x="172720" y="13970"/>
                  </a:lnTo>
                  <a:lnTo>
                    <a:pt x="172720" y="12700"/>
                  </a:lnTo>
                  <a:lnTo>
                    <a:pt x="354330" y="12700"/>
                  </a:lnTo>
                  <a:lnTo>
                    <a:pt x="354330" y="8890"/>
                  </a:lnTo>
                  <a:close/>
                </a:path>
                <a:path w="356870" h="21590">
                  <a:moveTo>
                    <a:pt x="355587" y="12700"/>
                  </a:moveTo>
                  <a:lnTo>
                    <a:pt x="354330" y="12700"/>
                  </a:lnTo>
                  <a:lnTo>
                    <a:pt x="354330" y="13970"/>
                  </a:lnTo>
                  <a:lnTo>
                    <a:pt x="172720" y="13970"/>
                  </a:lnTo>
                  <a:lnTo>
                    <a:pt x="172720" y="15240"/>
                  </a:lnTo>
                  <a:lnTo>
                    <a:pt x="176530" y="15240"/>
                  </a:lnTo>
                  <a:lnTo>
                    <a:pt x="176530" y="16510"/>
                  </a:lnTo>
                  <a:lnTo>
                    <a:pt x="184150" y="16510"/>
                  </a:lnTo>
                  <a:lnTo>
                    <a:pt x="184150" y="15240"/>
                  </a:lnTo>
                  <a:lnTo>
                    <a:pt x="355587" y="15240"/>
                  </a:lnTo>
                  <a:lnTo>
                    <a:pt x="355587" y="13970"/>
                  </a:lnTo>
                  <a:lnTo>
                    <a:pt x="355587" y="12700"/>
                  </a:lnTo>
                  <a:close/>
                </a:path>
                <a:path w="356870" h="21590">
                  <a:moveTo>
                    <a:pt x="356870" y="19050"/>
                  </a:moveTo>
                  <a:lnTo>
                    <a:pt x="355587" y="19050"/>
                  </a:lnTo>
                  <a:lnTo>
                    <a:pt x="355600" y="16510"/>
                  </a:lnTo>
                  <a:lnTo>
                    <a:pt x="187960" y="16510"/>
                  </a:lnTo>
                  <a:lnTo>
                    <a:pt x="187960" y="19050"/>
                  </a:lnTo>
                  <a:lnTo>
                    <a:pt x="189230" y="19050"/>
                  </a:lnTo>
                  <a:lnTo>
                    <a:pt x="189230" y="21590"/>
                  </a:lnTo>
                  <a:lnTo>
                    <a:pt x="356870" y="21590"/>
                  </a:lnTo>
                  <a:lnTo>
                    <a:pt x="356870" y="19050"/>
                  </a:lnTo>
                  <a:close/>
                </a:path>
              </a:pathLst>
            </a:custGeom>
            <a:solidFill>
              <a:srgbClr val="141422"/>
            </a:solidFill>
          </p:spPr>
          <p:txBody>
            <a:bodyPr wrap="square" lIns="0" tIns="0" rIns="0" bIns="0" rtlCol="0"/>
            <a:lstStyle/>
            <a:p/>
          </p:txBody>
        </p:sp>
        <p:sp>
          <p:nvSpPr>
            <p:cNvPr id="529" name="object 529"/>
            <p:cNvSpPr/>
            <p:nvPr/>
          </p:nvSpPr>
          <p:spPr>
            <a:xfrm>
              <a:off x="3289299" y="1229359"/>
              <a:ext cx="363220" cy="21590"/>
            </a:xfrm>
            <a:custGeom>
              <a:avLst/>
              <a:gdLst/>
              <a:ahLst/>
              <a:cxnLst/>
              <a:rect l="l" t="t" r="r" b="b"/>
              <a:pathLst>
                <a:path w="363220" h="21590">
                  <a:moveTo>
                    <a:pt x="143510" y="7620"/>
                  </a:moveTo>
                  <a:lnTo>
                    <a:pt x="0" y="7620"/>
                  </a:lnTo>
                  <a:lnTo>
                    <a:pt x="0" y="12700"/>
                  </a:lnTo>
                  <a:lnTo>
                    <a:pt x="0" y="16510"/>
                  </a:lnTo>
                  <a:lnTo>
                    <a:pt x="142240" y="16510"/>
                  </a:lnTo>
                  <a:lnTo>
                    <a:pt x="142240" y="12700"/>
                  </a:lnTo>
                  <a:lnTo>
                    <a:pt x="143510" y="12700"/>
                  </a:lnTo>
                  <a:lnTo>
                    <a:pt x="143510" y="7620"/>
                  </a:lnTo>
                  <a:close/>
                </a:path>
                <a:path w="363220" h="21590">
                  <a:moveTo>
                    <a:pt x="144780" y="20320"/>
                  </a:moveTo>
                  <a:lnTo>
                    <a:pt x="143510" y="20320"/>
                  </a:lnTo>
                  <a:lnTo>
                    <a:pt x="143510" y="17780"/>
                  </a:lnTo>
                  <a:lnTo>
                    <a:pt x="0" y="17780"/>
                  </a:lnTo>
                  <a:lnTo>
                    <a:pt x="0" y="20320"/>
                  </a:lnTo>
                  <a:lnTo>
                    <a:pt x="0" y="21590"/>
                  </a:lnTo>
                  <a:lnTo>
                    <a:pt x="144780" y="21590"/>
                  </a:lnTo>
                  <a:lnTo>
                    <a:pt x="144780" y="20320"/>
                  </a:lnTo>
                  <a:close/>
                </a:path>
                <a:path w="363220" h="21590">
                  <a:moveTo>
                    <a:pt x="144780" y="5080"/>
                  </a:moveTo>
                  <a:lnTo>
                    <a:pt x="1270" y="5080"/>
                  </a:lnTo>
                  <a:lnTo>
                    <a:pt x="1270" y="6350"/>
                  </a:lnTo>
                  <a:lnTo>
                    <a:pt x="144780" y="6350"/>
                  </a:lnTo>
                  <a:lnTo>
                    <a:pt x="144780" y="5080"/>
                  </a:lnTo>
                  <a:close/>
                </a:path>
                <a:path w="363220" h="21590">
                  <a:moveTo>
                    <a:pt x="146050" y="1270"/>
                  </a:moveTo>
                  <a:lnTo>
                    <a:pt x="1270" y="1270"/>
                  </a:lnTo>
                  <a:lnTo>
                    <a:pt x="1270" y="3810"/>
                  </a:lnTo>
                  <a:lnTo>
                    <a:pt x="146050" y="3810"/>
                  </a:lnTo>
                  <a:lnTo>
                    <a:pt x="146050" y="1270"/>
                  </a:lnTo>
                  <a:close/>
                </a:path>
                <a:path w="363220" h="21590">
                  <a:moveTo>
                    <a:pt x="147320" y="0"/>
                  </a:moveTo>
                  <a:lnTo>
                    <a:pt x="146050" y="0"/>
                  </a:lnTo>
                  <a:lnTo>
                    <a:pt x="146050" y="1270"/>
                  </a:lnTo>
                  <a:lnTo>
                    <a:pt x="147320" y="1270"/>
                  </a:lnTo>
                  <a:lnTo>
                    <a:pt x="147320" y="0"/>
                  </a:lnTo>
                  <a:close/>
                </a:path>
                <a:path w="363220" h="21590">
                  <a:moveTo>
                    <a:pt x="195580" y="0"/>
                  </a:moveTo>
                  <a:lnTo>
                    <a:pt x="191770" y="0"/>
                  </a:lnTo>
                  <a:lnTo>
                    <a:pt x="191770" y="1270"/>
                  </a:lnTo>
                  <a:lnTo>
                    <a:pt x="195580" y="1270"/>
                  </a:lnTo>
                  <a:lnTo>
                    <a:pt x="195580" y="0"/>
                  </a:lnTo>
                  <a:close/>
                </a:path>
                <a:path w="363220" h="21590">
                  <a:moveTo>
                    <a:pt x="359410" y="5080"/>
                  </a:moveTo>
                  <a:lnTo>
                    <a:pt x="198120" y="5080"/>
                  </a:lnTo>
                  <a:lnTo>
                    <a:pt x="198120" y="6350"/>
                  </a:lnTo>
                  <a:lnTo>
                    <a:pt x="199390" y="6350"/>
                  </a:lnTo>
                  <a:lnTo>
                    <a:pt x="199390" y="7620"/>
                  </a:lnTo>
                  <a:lnTo>
                    <a:pt x="200660" y="7620"/>
                  </a:lnTo>
                  <a:lnTo>
                    <a:pt x="200660" y="6350"/>
                  </a:lnTo>
                  <a:lnTo>
                    <a:pt x="359410" y="6350"/>
                  </a:lnTo>
                  <a:lnTo>
                    <a:pt x="359410" y="5080"/>
                  </a:lnTo>
                  <a:close/>
                </a:path>
                <a:path w="363220" h="21590">
                  <a:moveTo>
                    <a:pt x="359410" y="1270"/>
                  </a:moveTo>
                  <a:lnTo>
                    <a:pt x="196850" y="1270"/>
                  </a:lnTo>
                  <a:lnTo>
                    <a:pt x="196850" y="3810"/>
                  </a:lnTo>
                  <a:lnTo>
                    <a:pt x="196850" y="5080"/>
                  </a:lnTo>
                  <a:lnTo>
                    <a:pt x="198120" y="5080"/>
                  </a:lnTo>
                  <a:lnTo>
                    <a:pt x="198120" y="3810"/>
                  </a:lnTo>
                  <a:lnTo>
                    <a:pt x="359410" y="3810"/>
                  </a:lnTo>
                  <a:lnTo>
                    <a:pt x="359410" y="1270"/>
                  </a:lnTo>
                  <a:close/>
                </a:path>
                <a:path w="363220" h="21590">
                  <a:moveTo>
                    <a:pt x="361950" y="12700"/>
                  </a:moveTo>
                  <a:lnTo>
                    <a:pt x="360680" y="12700"/>
                  </a:lnTo>
                  <a:lnTo>
                    <a:pt x="360680" y="10160"/>
                  </a:lnTo>
                  <a:lnTo>
                    <a:pt x="360680" y="7620"/>
                  </a:lnTo>
                  <a:lnTo>
                    <a:pt x="360680" y="6350"/>
                  </a:lnTo>
                  <a:lnTo>
                    <a:pt x="359410" y="6350"/>
                  </a:lnTo>
                  <a:lnTo>
                    <a:pt x="359410" y="7620"/>
                  </a:lnTo>
                  <a:lnTo>
                    <a:pt x="200660" y="7620"/>
                  </a:lnTo>
                  <a:lnTo>
                    <a:pt x="200660" y="10160"/>
                  </a:lnTo>
                  <a:lnTo>
                    <a:pt x="201930" y="10160"/>
                  </a:lnTo>
                  <a:lnTo>
                    <a:pt x="201930" y="12700"/>
                  </a:lnTo>
                  <a:lnTo>
                    <a:pt x="203200" y="12700"/>
                  </a:lnTo>
                  <a:lnTo>
                    <a:pt x="203200" y="13970"/>
                  </a:lnTo>
                  <a:lnTo>
                    <a:pt x="204470" y="13970"/>
                  </a:lnTo>
                  <a:lnTo>
                    <a:pt x="204470" y="16510"/>
                  </a:lnTo>
                  <a:lnTo>
                    <a:pt x="361950" y="16510"/>
                  </a:lnTo>
                  <a:lnTo>
                    <a:pt x="361950" y="13970"/>
                  </a:lnTo>
                  <a:lnTo>
                    <a:pt x="361950" y="12700"/>
                  </a:lnTo>
                  <a:close/>
                </a:path>
                <a:path w="363220" h="21590">
                  <a:moveTo>
                    <a:pt x="363220" y="16510"/>
                  </a:moveTo>
                  <a:lnTo>
                    <a:pt x="361950" y="16510"/>
                  </a:lnTo>
                  <a:lnTo>
                    <a:pt x="361950" y="17780"/>
                  </a:lnTo>
                  <a:lnTo>
                    <a:pt x="204470" y="17780"/>
                  </a:lnTo>
                  <a:lnTo>
                    <a:pt x="204470" y="19050"/>
                  </a:lnTo>
                  <a:lnTo>
                    <a:pt x="205740" y="19050"/>
                  </a:lnTo>
                  <a:lnTo>
                    <a:pt x="205740" y="21590"/>
                  </a:lnTo>
                  <a:lnTo>
                    <a:pt x="363207" y="21590"/>
                  </a:lnTo>
                  <a:lnTo>
                    <a:pt x="363207" y="19050"/>
                  </a:lnTo>
                  <a:lnTo>
                    <a:pt x="363220" y="17780"/>
                  </a:lnTo>
                  <a:lnTo>
                    <a:pt x="363220" y="16510"/>
                  </a:lnTo>
                  <a:close/>
                </a:path>
              </a:pathLst>
            </a:custGeom>
            <a:solidFill>
              <a:srgbClr val="141423"/>
            </a:solidFill>
          </p:spPr>
          <p:txBody>
            <a:bodyPr wrap="square" lIns="0" tIns="0" rIns="0" bIns="0" rtlCol="0"/>
            <a:lstStyle/>
            <a:p/>
          </p:txBody>
        </p:sp>
        <p:sp>
          <p:nvSpPr>
            <p:cNvPr id="530" name="object 530"/>
            <p:cNvSpPr/>
            <p:nvPr/>
          </p:nvSpPr>
          <p:spPr>
            <a:xfrm>
              <a:off x="3288017" y="1250949"/>
              <a:ext cx="366395" cy="21590"/>
            </a:xfrm>
            <a:custGeom>
              <a:avLst/>
              <a:gdLst/>
              <a:ahLst/>
              <a:cxnLst/>
              <a:rect l="l" t="t" r="r" b="b"/>
              <a:pathLst>
                <a:path w="366395" h="21590">
                  <a:moveTo>
                    <a:pt x="146062" y="0"/>
                  </a:moveTo>
                  <a:lnTo>
                    <a:pt x="1282" y="0"/>
                  </a:lnTo>
                  <a:lnTo>
                    <a:pt x="1282" y="1270"/>
                  </a:lnTo>
                  <a:lnTo>
                    <a:pt x="146062" y="1270"/>
                  </a:lnTo>
                  <a:lnTo>
                    <a:pt x="146062" y="0"/>
                  </a:lnTo>
                  <a:close/>
                </a:path>
                <a:path w="366395" h="21590">
                  <a:moveTo>
                    <a:pt x="147332" y="1270"/>
                  </a:moveTo>
                  <a:lnTo>
                    <a:pt x="146062" y="1270"/>
                  </a:lnTo>
                  <a:lnTo>
                    <a:pt x="146062" y="2540"/>
                  </a:lnTo>
                  <a:lnTo>
                    <a:pt x="1282" y="2540"/>
                  </a:lnTo>
                  <a:lnTo>
                    <a:pt x="1282" y="3810"/>
                  </a:lnTo>
                  <a:lnTo>
                    <a:pt x="147332" y="3810"/>
                  </a:lnTo>
                  <a:lnTo>
                    <a:pt x="147332" y="2540"/>
                  </a:lnTo>
                  <a:lnTo>
                    <a:pt x="147332" y="1270"/>
                  </a:lnTo>
                  <a:close/>
                </a:path>
                <a:path w="366395" h="21590">
                  <a:moveTo>
                    <a:pt x="153682" y="5080"/>
                  </a:moveTo>
                  <a:lnTo>
                    <a:pt x="149872" y="5080"/>
                  </a:lnTo>
                  <a:lnTo>
                    <a:pt x="149872" y="3810"/>
                  </a:lnTo>
                  <a:lnTo>
                    <a:pt x="148590" y="3810"/>
                  </a:lnTo>
                  <a:lnTo>
                    <a:pt x="148590" y="5080"/>
                  </a:lnTo>
                  <a:lnTo>
                    <a:pt x="0" y="5080"/>
                  </a:lnTo>
                  <a:lnTo>
                    <a:pt x="0" y="7620"/>
                  </a:lnTo>
                  <a:lnTo>
                    <a:pt x="153682" y="7620"/>
                  </a:lnTo>
                  <a:lnTo>
                    <a:pt x="153682" y="5080"/>
                  </a:lnTo>
                  <a:close/>
                </a:path>
                <a:path w="366395" h="21590">
                  <a:moveTo>
                    <a:pt x="157480" y="7620"/>
                  </a:moveTo>
                  <a:lnTo>
                    <a:pt x="156222" y="7620"/>
                  </a:lnTo>
                  <a:lnTo>
                    <a:pt x="156222" y="8890"/>
                  </a:lnTo>
                  <a:lnTo>
                    <a:pt x="0" y="8890"/>
                  </a:lnTo>
                  <a:lnTo>
                    <a:pt x="0" y="10160"/>
                  </a:lnTo>
                  <a:lnTo>
                    <a:pt x="157480" y="10160"/>
                  </a:lnTo>
                  <a:lnTo>
                    <a:pt x="157480" y="8890"/>
                  </a:lnTo>
                  <a:lnTo>
                    <a:pt x="157480" y="7620"/>
                  </a:lnTo>
                  <a:close/>
                </a:path>
                <a:path w="366395" h="21590">
                  <a:moveTo>
                    <a:pt x="166382" y="11430"/>
                  </a:moveTo>
                  <a:lnTo>
                    <a:pt x="162572" y="11430"/>
                  </a:lnTo>
                  <a:lnTo>
                    <a:pt x="162572" y="10160"/>
                  </a:lnTo>
                  <a:lnTo>
                    <a:pt x="161290" y="10160"/>
                  </a:lnTo>
                  <a:lnTo>
                    <a:pt x="161290" y="11430"/>
                  </a:lnTo>
                  <a:lnTo>
                    <a:pt x="0" y="11430"/>
                  </a:lnTo>
                  <a:lnTo>
                    <a:pt x="0" y="13970"/>
                  </a:lnTo>
                  <a:lnTo>
                    <a:pt x="166382" y="13970"/>
                  </a:lnTo>
                  <a:lnTo>
                    <a:pt x="166382" y="11430"/>
                  </a:lnTo>
                  <a:close/>
                </a:path>
                <a:path w="366395" h="21590">
                  <a:moveTo>
                    <a:pt x="173990" y="13970"/>
                  </a:moveTo>
                  <a:lnTo>
                    <a:pt x="168922" y="13970"/>
                  </a:lnTo>
                  <a:lnTo>
                    <a:pt x="168922" y="15240"/>
                  </a:lnTo>
                  <a:lnTo>
                    <a:pt x="0" y="15240"/>
                  </a:lnTo>
                  <a:lnTo>
                    <a:pt x="0" y="16510"/>
                  </a:lnTo>
                  <a:lnTo>
                    <a:pt x="0" y="17780"/>
                  </a:lnTo>
                  <a:lnTo>
                    <a:pt x="1282" y="17780"/>
                  </a:lnTo>
                  <a:lnTo>
                    <a:pt x="1282" y="16510"/>
                  </a:lnTo>
                  <a:lnTo>
                    <a:pt x="173990" y="16510"/>
                  </a:lnTo>
                  <a:lnTo>
                    <a:pt x="173990" y="15240"/>
                  </a:lnTo>
                  <a:lnTo>
                    <a:pt x="173990" y="13970"/>
                  </a:lnTo>
                  <a:close/>
                </a:path>
                <a:path w="366395" h="21590">
                  <a:moveTo>
                    <a:pt x="190512" y="17780"/>
                  </a:moveTo>
                  <a:lnTo>
                    <a:pt x="185432" y="17780"/>
                  </a:lnTo>
                  <a:lnTo>
                    <a:pt x="185432" y="16510"/>
                  </a:lnTo>
                  <a:lnTo>
                    <a:pt x="181622" y="16510"/>
                  </a:lnTo>
                  <a:lnTo>
                    <a:pt x="181622" y="17780"/>
                  </a:lnTo>
                  <a:lnTo>
                    <a:pt x="1282" y="17780"/>
                  </a:lnTo>
                  <a:lnTo>
                    <a:pt x="1282" y="20320"/>
                  </a:lnTo>
                  <a:lnTo>
                    <a:pt x="190512" y="20320"/>
                  </a:lnTo>
                  <a:lnTo>
                    <a:pt x="190512" y="17780"/>
                  </a:lnTo>
                  <a:close/>
                </a:path>
                <a:path w="366395" h="21590">
                  <a:moveTo>
                    <a:pt x="201942" y="20320"/>
                  </a:moveTo>
                  <a:lnTo>
                    <a:pt x="199402" y="20320"/>
                  </a:lnTo>
                  <a:lnTo>
                    <a:pt x="199402" y="21590"/>
                  </a:lnTo>
                  <a:lnTo>
                    <a:pt x="201942" y="21590"/>
                  </a:lnTo>
                  <a:lnTo>
                    <a:pt x="201942" y="20320"/>
                  </a:lnTo>
                  <a:close/>
                </a:path>
                <a:path w="366395" h="21590">
                  <a:moveTo>
                    <a:pt x="278142" y="17780"/>
                  </a:moveTo>
                  <a:lnTo>
                    <a:pt x="212102" y="17780"/>
                  </a:lnTo>
                  <a:lnTo>
                    <a:pt x="212102" y="20320"/>
                  </a:lnTo>
                  <a:lnTo>
                    <a:pt x="262902" y="20320"/>
                  </a:lnTo>
                  <a:lnTo>
                    <a:pt x="262902" y="21590"/>
                  </a:lnTo>
                  <a:lnTo>
                    <a:pt x="270522" y="21590"/>
                  </a:lnTo>
                  <a:lnTo>
                    <a:pt x="270522" y="20320"/>
                  </a:lnTo>
                  <a:lnTo>
                    <a:pt x="278142" y="20320"/>
                  </a:lnTo>
                  <a:lnTo>
                    <a:pt x="278142" y="17780"/>
                  </a:lnTo>
                  <a:close/>
                </a:path>
                <a:path w="366395" h="21590">
                  <a:moveTo>
                    <a:pt x="301002" y="15240"/>
                  </a:moveTo>
                  <a:lnTo>
                    <a:pt x="210832" y="15240"/>
                  </a:lnTo>
                  <a:lnTo>
                    <a:pt x="210832" y="16510"/>
                  </a:lnTo>
                  <a:lnTo>
                    <a:pt x="285762" y="16510"/>
                  </a:lnTo>
                  <a:lnTo>
                    <a:pt x="285762" y="17780"/>
                  </a:lnTo>
                  <a:lnTo>
                    <a:pt x="293382" y="17780"/>
                  </a:lnTo>
                  <a:lnTo>
                    <a:pt x="293382" y="16510"/>
                  </a:lnTo>
                  <a:lnTo>
                    <a:pt x="301002" y="16510"/>
                  </a:lnTo>
                  <a:lnTo>
                    <a:pt x="301002" y="15240"/>
                  </a:lnTo>
                  <a:close/>
                </a:path>
                <a:path w="366395" h="21590">
                  <a:moveTo>
                    <a:pt x="316230" y="11430"/>
                  </a:moveTo>
                  <a:lnTo>
                    <a:pt x="209562" y="11430"/>
                  </a:lnTo>
                  <a:lnTo>
                    <a:pt x="209562" y="13970"/>
                  </a:lnTo>
                  <a:lnTo>
                    <a:pt x="209562" y="15240"/>
                  </a:lnTo>
                  <a:lnTo>
                    <a:pt x="210832" y="15240"/>
                  </a:lnTo>
                  <a:lnTo>
                    <a:pt x="210832" y="13970"/>
                  </a:lnTo>
                  <a:lnTo>
                    <a:pt x="301002" y="13970"/>
                  </a:lnTo>
                  <a:lnTo>
                    <a:pt x="301002" y="15240"/>
                  </a:lnTo>
                  <a:lnTo>
                    <a:pt x="308622" y="15240"/>
                  </a:lnTo>
                  <a:lnTo>
                    <a:pt x="308622" y="13970"/>
                  </a:lnTo>
                  <a:lnTo>
                    <a:pt x="316230" y="13970"/>
                  </a:lnTo>
                  <a:lnTo>
                    <a:pt x="316230" y="11430"/>
                  </a:lnTo>
                  <a:close/>
                </a:path>
                <a:path w="366395" h="21590">
                  <a:moveTo>
                    <a:pt x="339102" y="8890"/>
                  </a:moveTo>
                  <a:lnTo>
                    <a:pt x="208292" y="8890"/>
                  </a:lnTo>
                  <a:lnTo>
                    <a:pt x="208292" y="10160"/>
                  </a:lnTo>
                  <a:lnTo>
                    <a:pt x="323862" y="10160"/>
                  </a:lnTo>
                  <a:lnTo>
                    <a:pt x="323862" y="11430"/>
                  </a:lnTo>
                  <a:lnTo>
                    <a:pt x="331482" y="11430"/>
                  </a:lnTo>
                  <a:lnTo>
                    <a:pt x="331482" y="10160"/>
                  </a:lnTo>
                  <a:lnTo>
                    <a:pt x="339102" y="10160"/>
                  </a:lnTo>
                  <a:lnTo>
                    <a:pt x="339102" y="8890"/>
                  </a:lnTo>
                  <a:close/>
                </a:path>
                <a:path w="366395" h="21590">
                  <a:moveTo>
                    <a:pt x="354342" y="5080"/>
                  </a:moveTo>
                  <a:lnTo>
                    <a:pt x="208292" y="5080"/>
                  </a:lnTo>
                  <a:lnTo>
                    <a:pt x="208292" y="7620"/>
                  </a:lnTo>
                  <a:lnTo>
                    <a:pt x="339102" y="7620"/>
                  </a:lnTo>
                  <a:lnTo>
                    <a:pt x="339102" y="8890"/>
                  </a:lnTo>
                  <a:lnTo>
                    <a:pt x="346722" y="8890"/>
                  </a:lnTo>
                  <a:lnTo>
                    <a:pt x="346722" y="7620"/>
                  </a:lnTo>
                  <a:lnTo>
                    <a:pt x="354342" y="7620"/>
                  </a:lnTo>
                  <a:lnTo>
                    <a:pt x="354342" y="5080"/>
                  </a:lnTo>
                  <a:close/>
                </a:path>
                <a:path w="366395" h="21590">
                  <a:moveTo>
                    <a:pt x="364490" y="0"/>
                  </a:moveTo>
                  <a:lnTo>
                    <a:pt x="207022" y="0"/>
                  </a:lnTo>
                  <a:lnTo>
                    <a:pt x="207022" y="1270"/>
                  </a:lnTo>
                  <a:lnTo>
                    <a:pt x="207022" y="2540"/>
                  </a:lnTo>
                  <a:lnTo>
                    <a:pt x="208292" y="2540"/>
                  </a:lnTo>
                  <a:lnTo>
                    <a:pt x="208292" y="1270"/>
                  </a:lnTo>
                  <a:lnTo>
                    <a:pt x="364490" y="1270"/>
                  </a:lnTo>
                  <a:lnTo>
                    <a:pt x="364490" y="0"/>
                  </a:lnTo>
                  <a:close/>
                </a:path>
                <a:path w="366395" h="21590">
                  <a:moveTo>
                    <a:pt x="365772" y="2540"/>
                  </a:moveTo>
                  <a:lnTo>
                    <a:pt x="208292" y="2540"/>
                  </a:lnTo>
                  <a:lnTo>
                    <a:pt x="208292" y="3810"/>
                  </a:lnTo>
                  <a:lnTo>
                    <a:pt x="361962" y="3810"/>
                  </a:lnTo>
                  <a:lnTo>
                    <a:pt x="361962" y="5080"/>
                  </a:lnTo>
                  <a:lnTo>
                    <a:pt x="365772" y="5080"/>
                  </a:lnTo>
                  <a:lnTo>
                    <a:pt x="365772" y="3810"/>
                  </a:lnTo>
                  <a:lnTo>
                    <a:pt x="365772" y="2540"/>
                  </a:lnTo>
                  <a:close/>
                </a:path>
              </a:pathLst>
            </a:custGeom>
            <a:solidFill>
              <a:srgbClr val="151524"/>
            </a:solidFill>
          </p:spPr>
          <p:txBody>
            <a:bodyPr wrap="square" lIns="0" tIns="0" rIns="0" bIns="0" rtlCol="0"/>
            <a:lstStyle/>
            <a:p/>
          </p:txBody>
        </p:sp>
        <p:sp>
          <p:nvSpPr>
            <p:cNvPr id="531" name="object 531"/>
            <p:cNvSpPr/>
            <p:nvPr/>
          </p:nvSpPr>
          <p:spPr>
            <a:xfrm>
              <a:off x="3289299" y="1272539"/>
              <a:ext cx="270510" cy="21590"/>
            </a:xfrm>
            <a:custGeom>
              <a:avLst/>
              <a:gdLst/>
              <a:ahLst/>
              <a:cxnLst/>
              <a:rect l="l" t="t" r="r" b="b"/>
              <a:pathLst>
                <a:path w="270510" h="21590">
                  <a:moveTo>
                    <a:pt x="200660" y="0"/>
                  </a:moveTo>
                  <a:lnTo>
                    <a:pt x="0" y="0"/>
                  </a:lnTo>
                  <a:lnTo>
                    <a:pt x="0" y="1270"/>
                  </a:lnTo>
                  <a:lnTo>
                    <a:pt x="200660" y="1270"/>
                  </a:lnTo>
                  <a:lnTo>
                    <a:pt x="200660" y="0"/>
                  </a:lnTo>
                  <a:close/>
                </a:path>
                <a:path w="270510" h="21590">
                  <a:moveTo>
                    <a:pt x="213360" y="6350"/>
                  </a:moveTo>
                  <a:lnTo>
                    <a:pt x="0" y="6350"/>
                  </a:lnTo>
                  <a:lnTo>
                    <a:pt x="0" y="7620"/>
                  </a:lnTo>
                  <a:lnTo>
                    <a:pt x="213360" y="7620"/>
                  </a:lnTo>
                  <a:lnTo>
                    <a:pt x="213360" y="6350"/>
                  </a:lnTo>
                  <a:close/>
                </a:path>
                <a:path w="270510" h="21590">
                  <a:moveTo>
                    <a:pt x="213360" y="2540"/>
                  </a:moveTo>
                  <a:lnTo>
                    <a:pt x="210820" y="2540"/>
                  </a:lnTo>
                  <a:lnTo>
                    <a:pt x="210820" y="1270"/>
                  </a:lnTo>
                  <a:lnTo>
                    <a:pt x="205740" y="1270"/>
                  </a:lnTo>
                  <a:lnTo>
                    <a:pt x="205740" y="2540"/>
                  </a:lnTo>
                  <a:lnTo>
                    <a:pt x="0" y="2540"/>
                  </a:lnTo>
                  <a:lnTo>
                    <a:pt x="0" y="5080"/>
                  </a:lnTo>
                  <a:lnTo>
                    <a:pt x="213360" y="5080"/>
                  </a:lnTo>
                  <a:lnTo>
                    <a:pt x="213360" y="2540"/>
                  </a:lnTo>
                  <a:close/>
                </a:path>
                <a:path w="270510" h="21590">
                  <a:moveTo>
                    <a:pt x="228600" y="6350"/>
                  </a:moveTo>
                  <a:lnTo>
                    <a:pt x="222250" y="6350"/>
                  </a:lnTo>
                  <a:lnTo>
                    <a:pt x="222250" y="7620"/>
                  </a:lnTo>
                  <a:lnTo>
                    <a:pt x="228600" y="7620"/>
                  </a:lnTo>
                  <a:lnTo>
                    <a:pt x="228600" y="6350"/>
                  </a:lnTo>
                  <a:close/>
                </a:path>
                <a:path w="270510" h="21590">
                  <a:moveTo>
                    <a:pt x="238747" y="2540"/>
                  </a:moveTo>
                  <a:lnTo>
                    <a:pt x="214630" y="2540"/>
                  </a:lnTo>
                  <a:lnTo>
                    <a:pt x="214630" y="5080"/>
                  </a:lnTo>
                  <a:lnTo>
                    <a:pt x="219710" y="5080"/>
                  </a:lnTo>
                  <a:lnTo>
                    <a:pt x="219710" y="6350"/>
                  </a:lnTo>
                  <a:lnTo>
                    <a:pt x="222250" y="6350"/>
                  </a:lnTo>
                  <a:lnTo>
                    <a:pt x="222250" y="5080"/>
                  </a:lnTo>
                  <a:lnTo>
                    <a:pt x="228600" y="5080"/>
                  </a:lnTo>
                  <a:lnTo>
                    <a:pt x="228600" y="6350"/>
                  </a:lnTo>
                  <a:lnTo>
                    <a:pt x="231140" y="6350"/>
                  </a:lnTo>
                  <a:lnTo>
                    <a:pt x="231140" y="5080"/>
                  </a:lnTo>
                  <a:lnTo>
                    <a:pt x="238747" y="5080"/>
                  </a:lnTo>
                  <a:lnTo>
                    <a:pt x="238747" y="2540"/>
                  </a:lnTo>
                  <a:close/>
                </a:path>
                <a:path w="270510" h="21590">
                  <a:moveTo>
                    <a:pt x="238760" y="8890"/>
                  </a:moveTo>
                  <a:lnTo>
                    <a:pt x="234950" y="8890"/>
                  </a:lnTo>
                  <a:lnTo>
                    <a:pt x="234950" y="7620"/>
                  </a:lnTo>
                  <a:lnTo>
                    <a:pt x="231140" y="7620"/>
                  </a:lnTo>
                  <a:lnTo>
                    <a:pt x="231140" y="8890"/>
                  </a:lnTo>
                  <a:lnTo>
                    <a:pt x="0" y="8890"/>
                  </a:lnTo>
                  <a:lnTo>
                    <a:pt x="0" y="11430"/>
                  </a:lnTo>
                  <a:lnTo>
                    <a:pt x="238760" y="11430"/>
                  </a:lnTo>
                  <a:lnTo>
                    <a:pt x="238760" y="8890"/>
                  </a:lnTo>
                  <a:close/>
                </a:path>
                <a:path w="270510" h="21590">
                  <a:moveTo>
                    <a:pt x="247650" y="11430"/>
                  </a:moveTo>
                  <a:lnTo>
                    <a:pt x="242570" y="11430"/>
                  </a:lnTo>
                  <a:lnTo>
                    <a:pt x="242570" y="12700"/>
                  </a:lnTo>
                  <a:lnTo>
                    <a:pt x="1270" y="12700"/>
                  </a:lnTo>
                  <a:lnTo>
                    <a:pt x="1270" y="13970"/>
                  </a:lnTo>
                  <a:lnTo>
                    <a:pt x="247650" y="13970"/>
                  </a:lnTo>
                  <a:lnTo>
                    <a:pt x="247650" y="12700"/>
                  </a:lnTo>
                  <a:lnTo>
                    <a:pt x="247650" y="11430"/>
                  </a:lnTo>
                  <a:close/>
                </a:path>
                <a:path w="270510" h="21590">
                  <a:moveTo>
                    <a:pt x="259080" y="15240"/>
                  </a:moveTo>
                  <a:lnTo>
                    <a:pt x="256540" y="15240"/>
                  </a:lnTo>
                  <a:lnTo>
                    <a:pt x="256540" y="13970"/>
                  </a:lnTo>
                  <a:lnTo>
                    <a:pt x="251460" y="13970"/>
                  </a:lnTo>
                  <a:lnTo>
                    <a:pt x="251460" y="15240"/>
                  </a:lnTo>
                  <a:lnTo>
                    <a:pt x="1270" y="15240"/>
                  </a:lnTo>
                  <a:lnTo>
                    <a:pt x="1270" y="17780"/>
                  </a:lnTo>
                  <a:lnTo>
                    <a:pt x="259080" y="17780"/>
                  </a:lnTo>
                  <a:lnTo>
                    <a:pt x="259080" y="15240"/>
                  </a:lnTo>
                  <a:close/>
                </a:path>
                <a:path w="270510" h="21590">
                  <a:moveTo>
                    <a:pt x="261620" y="0"/>
                  </a:moveTo>
                  <a:lnTo>
                    <a:pt x="210820" y="0"/>
                  </a:lnTo>
                  <a:lnTo>
                    <a:pt x="210820" y="1270"/>
                  </a:lnTo>
                  <a:lnTo>
                    <a:pt x="246380" y="1270"/>
                  </a:lnTo>
                  <a:lnTo>
                    <a:pt x="246380" y="2540"/>
                  </a:lnTo>
                  <a:lnTo>
                    <a:pt x="254000" y="2540"/>
                  </a:lnTo>
                  <a:lnTo>
                    <a:pt x="254000" y="1270"/>
                  </a:lnTo>
                  <a:lnTo>
                    <a:pt x="261620" y="1270"/>
                  </a:lnTo>
                  <a:lnTo>
                    <a:pt x="261620" y="0"/>
                  </a:lnTo>
                  <a:close/>
                </a:path>
                <a:path w="270510" h="21590">
                  <a:moveTo>
                    <a:pt x="264160" y="17780"/>
                  </a:moveTo>
                  <a:lnTo>
                    <a:pt x="261620" y="17780"/>
                  </a:lnTo>
                  <a:lnTo>
                    <a:pt x="261620" y="19050"/>
                  </a:lnTo>
                  <a:lnTo>
                    <a:pt x="1270" y="19050"/>
                  </a:lnTo>
                  <a:lnTo>
                    <a:pt x="1270" y="20320"/>
                  </a:lnTo>
                  <a:lnTo>
                    <a:pt x="264160" y="20320"/>
                  </a:lnTo>
                  <a:lnTo>
                    <a:pt x="264160" y="19050"/>
                  </a:lnTo>
                  <a:lnTo>
                    <a:pt x="264160" y="17780"/>
                  </a:lnTo>
                  <a:close/>
                </a:path>
                <a:path w="270510" h="21590">
                  <a:moveTo>
                    <a:pt x="270510" y="20320"/>
                  </a:moveTo>
                  <a:lnTo>
                    <a:pt x="267970" y="20320"/>
                  </a:lnTo>
                  <a:lnTo>
                    <a:pt x="267970" y="21590"/>
                  </a:lnTo>
                  <a:lnTo>
                    <a:pt x="270510" y="21590"/>
                  </a:lnTo>
                  <a:lnTo>
                    <a:pt x="270510" y="20320"/>
                  </a:lnTo>
                  <a:close/>
                </a:path>
              </a:pathLst>
            </a:custGeom>
            <a:solidFill>
              <a:srgbClr val="151525"/>
            </a:solidFill>
          </p:spPr>
          <p:txBody>
            <a:bodyPr wrap="square" lIns="0" tIns="0" rIns="0" bIns="0" rtlCol="0"/>
            <a:lstStyle/>
            <a:p/>
          </p:txBody>
        </p:sp>
        <p:sp>
          <p:nvSpPr>
            <p:cNvPr id="532" name="object 532"/>
            <p:cNvSpPr/>
            <p:nvPr/>
          </p:nvSpPr>
          <p:spPr>
            <a:xfrm>
              <a:off x="3290569" y="1294129"/>
              <a:ext cx="304800" cy="21590"/>
            </a:xfrm>
            <a:custGeom>
              <a:avLst/>
              <a:gdLst/>
              <a:ahLst/>
              <a:cxnLst/>
              <a:rect l="l" t="t" r="r" b="b"/>
              <a:pathLst>
                <a:path w="304800" h="21590">
                  <a:moveTo>
                    <a:pt x="273050" y="0"/>
                  </a:moveTo>
                  <a:lnTo>
                    <a:pt x="0" y="0"/>
                  </a:lnTo>
                  <a:lnTo>
                    <a:pt x="0" y="2540"/>
                  </a:lnTo>
                  <a:lnTo>
                    <a:pt x="0" y="3810"/>
                  </a:lnTo>
                  <a:lnTo>
                    <a:pt x="1270" y="3810"/>
                  </a:lnTo>
                  <a:lnTo>
                    <a:pt x="1270" y="2540"/>
                  </a:lnTo>
                  <a:lnTo>
                    <a:pt x="273050" y="2540"/>
                  </a:lnTo>
                  <a:lnTo>
                    <a:pt x="273050" y="0"/>
                  </a:lnTo>
                  <a:close/>
                </a:path>
                <a:path w="304800" h="21590">
                  <a:moveTo>
                    <a:pt x="279387" y="2540"/>
                  </a:moveTo>
                  <a:lnTo>
                    <a:pt x="278130" y="2540"/>
                  </a:lnTo>
                  <a:lnTo>
                    <a:pt x="278130" y="3810"/>
                  </a:lnTo>
                  <a:lnTo>
                    <a:pt x="1270" y="3810"/>
                  </a:lnTo>
                  <a:lnTo>
                    <a:pt x="1270" y="5080"/>
                  </a:lnTo>
                  <a:lnTo>
                    <a:pt x="279387" y="5080"/>
                  </a:lnTo>
                  <a:lnTo>
                    <a:pt x="279387" y="3810"/>
                  </a:lnTo>
                  <a:lnTo>
                    <a:pt x="279387" y="2540"/>
                  </a:lnTo>
                  <a:close/>
                </a:path>
                <a:path w="304800" h="21590">
                  <a:moveTo>
                    <a:pt x="288290" y="6350"/>
                  </a:moveTo>
                  <a:lnTo>
                    <a:pt x="284480" y="6350"/>
                  </a:lnTo>
                  <a:lnTo>
                    <a:pt x="284480" y="5080"/>
                  </a:lnTo>
                  <a:lnTo>
                    <a:pt x="281940" y="5080"/>
                  </a:lnTo>
                  <a:lnTo>
                    <a:pt x="281940" y="6350"/>
                  </a:lnTo>
                  <a:lnTo>
                    <a:pt x="1270" y="6350"/>
                  </a:lnTo>
                  <a:lnTo>
                    <a:pt x="1270" y="8890"/>
                  </a:lnTo>
                  <a:lnTo>
                    <a:pt x="288290" y="8890"/>
                  </a:lnTo>
                  <a:lnTo>
                    <a:pt x="288290" y="6350"/>
                  </a:lnTo>
                  <a:close/>
                </a:path>
                <a:path w="304800" h="21590">
                  <a:moveTo>
                    <a:pt x="292087" y="8890"/>
                  </a:moveTo>
                  <a:lnTo>
                    <a:pt x="289560" y="8890"/>
                  </a:lnTo>
                  <a:lnTo>
                    <a:pt x="289560" y="10160"/>
                  </a:lnTo>
                  <a:lnTo>
                    <a:pt x="1270" y="10160"/>
                  </a:lnTo>
                  <a:lnTo>
                    <a:pt x="1270" y="11430"/>
                  </a:lnTo>
                  <a:lnTo>
                    <a:pt x="292087" y="11430"/>
                  </a:lnTo>
                  <a:lnTo>
                    <a:pt x="292087" y="10160"/>
                  </a:lnTo>
                  <a:lnTo>
                    <a:pt x="292087" y="8890"/>
                  </a:lnTo>
                  <a:close/>
                </a:path>
                <a:path w="304800" h="21590">
                  <a:moveTo>
                    <a:pt x="297180" y="12700"/>
                  </a:moveTo>
                  <a:lnTo>
                    <a:pt x="294640" y="12700"/>
                  </a:lnTo>
                  <a:lnTo>
                    <a:pt x="294640" y="11430"/>
                  </a:lnTo>
                  <a:lnTo>
                    <a:pt x="293370" y="11430"/>
                  </a:lnTo>
                  <a:lnTo>
                    <a:pt x="293370" y="12700"/>
                  </a:lnTo>
                  <a:lnTo>
                    <a:pt x="1270" y="12700"/>
                  </a:lnTo>
                  <a:lnTo>
                    <a:pt x="1270" y="15240"/>
                  </a:lnTo>
                  <a:lnTo>
                    <a:pt x="297180" y="15240"/>
                  </a:lnTo>
                  <a:lnTo>
                    <a:pt x="297180" y="12700"/>
                  </a:lnTo>
                  <a:close/>
                </a:path>
                <a:path w="304800" h="21590">
                  <a:moveTo>
                    <a:pt x="299720" y="15240"/>
                  </a:moveTo>
                  <a:lnTo>
                    <a:pt x="298437" y="15240"/>
                  </a:lnTo>
                  <a:lnTo>
                    <a:pt x="298437" y="16510"/>
                  </a:lnTo>
                  <a:lnTo>
                    <a:pt x="1270" y="16510"/>
                  </a:lnTo>
                  <a:lnTo>
                    <a:pt x="1270" y="17780"/>
                  </a:lnTo>
                  <a:lnTo>
                    <a:pt x="299720" y="17780"/>
                  </a:lnTo>
                  <a:lnTo>
                    <a:pt x="299720" y="16510"/>
                  </a:lnTo>
                  <a:lnTo>
                    <a:pt x="299720" y="15240"/>
                  </a:lnTo>
                  <a:close/>
                </a:path>
                <a:path w="304800" h="21590">
                  <a:moveTo>
                    <a:pt x="304800" y="19050"/>
                  </a:moveTo>
                  <a:lnTo>
                    <a:pt x="303530" y="19050"/>
                  </a:lnTo>
                  <a:lnTo>
                    <a:pt x="303530" y="17780"/>
                  </a:lnTo>
                  <a:lnTo>
                    <a:pt x="300990" y="17780"/>
                  </a:lnTo>
                  <a:lnTo>
                    <a:pt x="300990" y="19050"/>
                  </a:lnTo>
                  <a:lnTo>
                    <a:pt x="2540" y="19050"/>
                  </a:lnTo>
                  <a:lnTo>
                    <a:pt x="2540" y="21590"/>
                  </a:lnTo>
                  <a:lnTo>
                    <a:pt x="304800" y="21590"/>
                  </a:lnTo>
                  <a:lnTo>
                    <a:pt x="304800" y="19050"/>
                  </a:lnTo>
                  <a:close/>
                </a:path>
              </a:pathLst>
            </a:custGeom>
            <a:solidFill>
              <a:srgbClr val="161626"/>
            </a:solidFill>
          </p:spPr>
          <p:txBody>
            <a:bodyPr wrap="square" lIns="0" tIns="0" rIns="0" bIns="0" rtlCol="0"/>
            <a:lstStyle/>
            <a:p/>
          </p:txBody>
        </p:sp>
        <p:sp>
          <p:nvSpPr>
            <p:cNvPr id="533" name="object 533"/>
            <p:cNvSpPr/>
            <p:nvPr/>
          </p:nvSpPr>
          <p:spPr>
            <a:xfrm>
              <a:off x="3293109" y="1315719"/>
              <a:ext cx="323850" cy="21590"/>
            </a:xfrm>
            <a:custGeom>
              <a:avLst/>
              <a:gdLst/>
              <a:ahLst/>
              <a:cxnLst/>
              <a:rect l="l" t="t" r="r" b="b"/>
              <a:pathLst>
                <a:path w="323850" h="21590">
                  <a:moveTo>
                    <a:pt x="306070" y="0"/>
                  </a:moveTo>
                  <a:lnTo>
                    <a:pt x="303530" y="0"/>
                  </a:lnTo>
                  <a:lnTo>
                    <a:pt x="303530" y="1270"/>
                  </a:lnTo>
                  <a:lnTo>
                    <a:pt x="0" y="1270"/>
                  </a:lnTo>
                  <a:lnTo>
                    <a:pt x="0" y="2540"/>
                  </a:lnTo>
                  <a:lnTo>
                    <a:pt x="0" y="3810"/>
                  </a:lnTo>
                  <a:lnTo>
                    <a:pt x="1257" y="3810"/>
                  </a:lnTo>
                  <a:lnTo>
                    <a:pt x="1257" y="2540"/>
                  </a:lnTo>
                  <a:lnTo>
                    <a:pt x="306070" y="2540"/>
                  </a:lnTo>
                  <a:lnTo>
                    <a:pt x="306070" y="1270"/>
                  </a:lnTo>
                  <a:lnTo>
                    <a:pt x="306070" y="0"/>
                  </a:lnTo>
                  <a:close/>
                </a:path>
                <a:path w="323850" h="21590">
                  <a:moveTo>
                    <a:pt x="311137" y="3810"/>
                  </a:moveTo>
                  <a:lnTo>
                    <a:pt x="308597" y="3810"/>
                  </a:lnTo>
                  <a:lnTo>
                    <a:pt x="308597" y="2540"/>
                  </a:lnTo>
                  <a:lnTo>
                    <a:pt x="307340" y="2540"/>
                  </a:lnTo>
                  <a:lnTo>
                    <a:pt x="307340" y="3810"/>
                  </a:lnTo>
                  <a:lnTo>
                    <a:pt x="1257" y="3810"/>
                  </a:lnTo>
                  <a:lnTo>
                    <a:pt x="1257" y="6350"/>
                  </a:lnTo>
                  <a:lnTo>
                    <a:pt x="311137" y="6350"/>
                  </a:lnTo>
                  <a:lnTo>
                    <a:pt x="311137" y="3810"/>
                  </a:lnTo>
                  <a:close/>
                </a:path>
                <a:path w="323850" h="21590">
                  <a:moveTo>
                    <a:pt x="316230" y="10160"/>
                  </a:moveTo>
                  <a:lnTo>
                    <a:pt x="314960" y="10160"/>
                  </a:lnTo>
                  <a:lnTo>
                    <a:pt x="314960" y="8890"/>
                  </a:lnTo>
                  <a:lnTo>
                    <a:pt x="313690" y="8890"/>
                  </a:lnTo>
                  <a:lnTo>
                    <a:pt x="313690" y="7620"/>
                  </a:lnTo>
                  <a:lnTo>
                    <a:pt x="313690" y="6350"/>
                  </a:lnTo>
                  <a:lnTo>
                    <a:pt x="312420" y="6350"/>
                  </a:lnTo>
                  <a:lnTo>
                    <a:pt x="312420" y="7620"/>
                  </a:lnTo>
                  <a:lnTo>
                    <a:pt x="1257" y="7620"/>
                  </a:lnTo>
                  <a:lnTo>
                    <a:pt x="1257" y="8890"/>
                  </a:lnTo>
                  <a:lnTo>
                    <a:pt x="2540" y="8890"/>
                  </a:lnTo>
                  <a:lnTo>
                    <a:pt x="2540" y="10160"/>
                  </a:lnTo>
                  <a:lnTo>
                    <a:pt x="2540" y="12700"/>
                  </a:lnTo>
                  <a:lnTo>
                    <a:pt x="316230" y="12700"/>
                  </a:lnTo>
                  <a:lnTo>
                    <a:pt x="316230" y="10160"/>
                  </a:lnTo>
                  <a:close/>
                </a:path>
                <a:path w="323850" h="21590">
                  <a:moveTo>
                    <a:pt x="321297" y="16510"/>
                  </a:moveTo>
                  <a:lnTo>
                    <a:pt x="320040" y="16510"/>
                  </a:lnTo>
                  <a:lnTo>
                    <a:pt x="320040" y="15240"/>
                  </a:lnTo>
                  <a:lnTo>
                    <a:pt x="318770" y="15240"/>
                  </a:lnTo>
                  <a:lnTo>
                    <a:pt x="318770" y="13970"/>
                  </a:lnTo>
                  <a:lnTo>
                    <a:pt x="318770" y="12700"/>
                  </a:lnTo>
                  <a:lnTo>
                    <a:pt x="317500" y="12700"/>
                  </a:lnTo>
                  <a:lnTo>
                    <a:pt x="317500" y="13970"/>
                  </a:lnTo>
                  <a:lnTo>
                    <a:pt x="3810" y="13970"/>
                  </a:lnTo>
                  <a:lnTo>
                    <a:pt x="3810" y="15240"/>
                  </a:lnTo>
                  <a:lnTo>
                    <a:pt x="3810" y="16510"/>
                  </a:lnTo>
                  <a:lnTo>
                    <a:pt x="5080" y="16510"/>
                  </a:lnTo>
                  <a:lnTo>
                    <a:pt x="5080" y="19050"/>
                  </a:lnTo>
                  <a:lnTo>
                    <a:pt x="321297" y="19050"/>
                  </a:lnTo>
                  <a:lnTo>
                    <a:pt x="321297" y="16510"/>
                  </a:lnTo>
                  <a:close/>
                </a:path>
                <a:path w="323850" h="21590">
                  <a:moveTo>
                    <a:pt x="323850" y="19050"/>
                  </a:moveTo>
                  <a:lnTo>
                    <a:pt x="322580" y="19050"/>
                  </a:lnTo>
                  <a:lnTo>
                    <a:pt x="322580" y="20320"/>
                  </a:lnTo>
                  <a:lnTo>
                    <a:pt x="5080" y="20320"/>
                  </a:lnTo>
                  <a:lnTo>
                    <a:pt x="5080" y="21590"/>
                  </a:lnTo>
                  <a:lnTo>
                    <a:pt x="323850" y="21590"/>
                  </a:lnTo>
                  <a:lnTo>
                    <a:pt x="323850" y="20320"/>
                  </a:lnTo>
                  <a:lnTo>
                    <a:pt x="323850" y="19050"/>
                  </a:lnTo>
                  <a:close/>
                </a:path>
              </a:pathLst>
            </a:custGeom>
            <a:solidFill>
              <a:srgbClr val="161627"/>
            </a:solidFill>
          </p:spPr>
          <p:txBody>
            <a:bodyPr wrap="square" lIns="0" tIns="0" rIns="0" bIns="0" rtlCol="0"/>
            <a:lstStyle/>
            <a:p/>
          </p:txBody>
        </p:sp>
        <p:sp>
          <p:nvSpPr>
            <p:cNvPr id="534" name="object 534"/>
            <p:cNvSpPr/>
            <p:nvPr/>
          </p:nvSpPr>
          <p:spPr>
            <a:xfrm>
              <a:off x="3299459" y="1337309"/>
              <a:ext cx="331470" cy="21590"/>
            </a:xfrm>
            <a:custGeom>
              <a:avLst/>
              <a:gdLst/>
              <a:ahLst/>
              <a:cxnLst/>
              <a:rect l="l" t="t" r="r" b="b"/>
              <a:pathLst>
                <a:path w="331470" h="21590">
                  <a:moveTo>
                    <a:pt x="320040" y="1270"/>
                  </a:moveTo>
                  <a:lnTo>
                    <a:pt x="318770" y="1270"/>
                  </a:lnTo>
                  <a:lnTo>
                    <a:pt x="318770" y="0"/>
                  </a:lnTo>
                  <a:lnTo>
                    <a:pt x="0" y="0"/>
                  </a:lnTo>
                  <a:lnTo>
                    <a:pt x="0" y="1270"/>
                  </a:lnTo>
                  <a:lnTo>
                    <a:pt x="0" y="3810"/>
                  </a:lnTo>
                  <a:lnTo>
                    <a:pt x="320040" y="3810"/>
                  </a:lnTo>
                  <a:lnTo>
                    <a:pt x="320040" y="1270"/>
                  </a:lnTo>
                  <a:close/>
                </a:path>
                <a:path w="331470" h="21590">
                  <a:moveTo>
                    <a:pt x="322580" y="3810"/>
                  </a:moveTo>
                  <a:lnTo>
                    <a:pt x="321297" y="3810"/>
                  </a:lnTo>
                  <a:lnTo>
                    <a:pt x="321297" y="5080"/>
                  </a:lnTo>
                  <a:lnTo>
                    <a:pt x="1257" y="5080"/>
                  </a:lnTo>
                  <a:lnTo>
                    <a:pt x="1257" y="6350"/>
                  </a:lnTo>
                  <a:lnTo>
                    <a:pt x="1257" y="7620"/>
                  </a:lnTo>
                  <a:lnTo>
                    <a:pt x="2540" y="7620"/>
                  </a:lnTo>
                  <a:lnTo>
                    <a:pt x="2540" y="6350"/>
                  </a:lnTo>
                  <a:lnTo>
                    <a:pt x="322580" y="6350"/>
                  </a:lnTo>
                  <a:lnTo>
                    <a:pt x="322580" y="5080"/>
                  </a:lnTo>
                  <a:lnTo>
                    <a:pt x="322580" y="3810"/>
                  </a:lnTo>
                  <a:close/>
                </a:path>
                <a:path w="331470" h="21590">
                  <a:moveTo>
                    <a:pt x="325120" y="7620"/>
                  </a:moveTo>
                  <a:lnTo>
                    <a:pt x="2540" y="7620"/>
                  </a:lnTo>
                  <a:lnTo>
                    <a:pt x="2540" y="10160"/>
                  </a:lnTo>
                  <a:lnTo>
                    <a:pt x="2540" y="11430"/>
                  </a:lnTo>
                  <a:lnTo>
                    <a:pt x="3810" y="11430"/>
                  </a:lnTo>
                  <a:lnTo>
                    <a:pt x="3810" y="10160"/>
                  </a:lnTo>
                  <a:lnTo>
                    <a:pt x="325120" y="10160"/>
                  </a:lnTo>
                  <a:lnTo>
                    <a:pt x="325120" y="7620"/>
                  </a:lnTo>
                  <a:close/>
                </a:path>
                <a:path w="331470" h="21590">
                  <a:moveTo>
                    <a:pt x="331470" y="19050"/>
                  </a:moveTo>
                  <a:lnTo>
                    <a:pt x="330200" y="19050"/>
                  </a:lnTo>
                  <a:lnTo>
                    <a:pt x="330200" y="17780"/>
                  </a:lnTo>
                  <a:lnTo>
                    <a:pt x="330200" y="16510"/>
                  </a:lnTo>
                  <a:lnTo>
                    <a:pt x="328930" y="16510"/>
                  </a:lnTo>
                  <a:lnTo>
                    <a:pt x="328930" y="13970"/>
                  </a:lnTo>
                  <a:lnTo>
                    <a:pt x="327660" y="13970"/>
                  </a:lnTo>
                  <a:lnTo>
                    <a:pt x="327660" y="12700"/>
                  </a:lnTo>
                  <a:lnTo>
                    <a:pt x="326390" y="12700"/>
                  </a:lnTo>
                  <a:lnTo>
                    <a:pt x="326390" y="11430"/>
                  </a:lnTo>
                  <a:lnTo>
                    <a:pt x="3810" y="11430"/>
                  </a:lnTo>
                  <a:lnTo>
                    <a:pt x="3810" y="12700"/>
                  </a:lnTo>
                  <a:lnTo>
                    <a:pt x="3810" y="13970"/>
                  </a:lnTo>
                  <a:lnTo>
                    <a:pt x="5080" y="13970"/>
                  </a:lnTo>
                  <a:lnTo>
                    <a:pt x="5080" y="16510"/>
                  </a:lnTo>
                  <a:lnTo>
                    <a:pt x="5080" y="17780"/>
                  </a:lnTo>
                  <a:lnTo>
                    <a:pt x="6350" y="17780"/>
                  </a:lnTo>
                  <a:lnTo>
                    <a:pt x="6350" y="19050"/>
                  </a:lnTo>
                  <a:lnTo>
                    <a:pt x="6350" y="21590"/>
                  </a:lnTo>
                  <a:lnTo>
                    <a:pt x="331470" y="21590"/>
                  </a:lnTo>
                  <a:lnTo>
                    <a:pt x="331470" y="19050"/>
                  </a:lnTo>
                  <a:close/>
                </a:path>
              </a:pathLst>
            </a:custGeom>
            <a:solidFill>
              <a:srgbClr val="171728"/>
            </a:solidFill>
          </p:spPr>
          <p:txBody>
            <a:bodyPr wrap="square" lIns="0" tIns="0" rIns="0" bIns="0" rtlCol="0"/>
            <a:lstStyle/>
            <a:p/>
          </p:txBody>
        </p:sp>
        <p:sp>
          <p:nvSpPr>
            <p:cNvPr id="535" name="object 535"/>
            <p:cNvSpPr/>
            <p:nvPr/>
          </p:nvSpPr>
          <p:spPr>
            <a:xfrm>
              <a:off x="3305809" y="1358899"/>
              <a:ext cx="335280" cy="20320"/>
            </a:xfrm>
            <a:custGeom>
              <a:avLst/>
              <a:gdLst/>
              <a:ahLst/>
              <a:cxnLst/>
              <a:rect l="l" t="t" r="r" b="b"/>
              <a:pathLst>
                <a:path w="335279" h="20319">
                  <a:moveTo>
                    <a:pt x="335280" y="16510"/>
                  </a:moveTo>
                  <a:lnTo>
                    <a:pt x="333997" y="16510"/>
                  </a:lnTo>
                  <a:lnTo>
                    <a:pt x="333997" y="13970"/>
                  </a:lnTo>
                  <a:lnTo>
                    <a:pt x="332740" y="13970"/>
                  </a:lnTo>
                  <a:lnTo>
                    <a:pt x="332740" y="12700"/>
                  </a:lnTo>
                  <a:lnTo>
                    <a:pt x="332740" y="11430"/>
                  </a:lnTo>
                  <a:lnTo>
                    <a:pt x="331470" y="11430"/>
                  </a:lnTo>
                  <a:lnTo>
                    <a:pt x="331470" y="10160"/>
                  </a:lnTo>
                  <a:lnTo>
                    <a:pt x="331470" y="8890"/>
                  </a:lnTo>
                  <a:lnTo>
                    <a:pt x="330200" y="8890"/>
                  </a:lnTo>
                  <a:lnTo>
                    <a:pt x="330200" y="7620"/>
                  </a:lnTo>
                  <a:lnTo>
                    <a:pt x="330200" y="6350"/>
                  </a:lnTo>
                  <a:lnTo>
                    <a:pt x="328930" y="6350"/>
                  </a:lnTo>
                  <a:lnTo>
                    <a:pt x="328930" y="5080"/>
                  </a:lnTo>
                  <a:lnTo>
                    <a:pt x="328930" y="3810"/>
                  </a:lnTo>
                  <a:lnTo>
                    <a:pt x="327647" y="3810"/>
                  </a:lnTo>
                  <a:lnTo>
                    <a:pt x="327647" y="1270"/>
                  </a:lnTo>
                  <a:lnTo>
                    <a:pt x="326390" y="1270"/>
                  </a:lnTo>
                  <a:lnTo>
                    <a:pt x="326390" y="0"/>
                  </a:lnTo>
                  <a:lnTo>
                    <a:pt x="0" y="0"/>
                  </a:lnTo>
                  <a:lnTo>
                    <a:pt x="0" y="1270"/>
                  </a:lnTo>
                  <a:lnTo>
                    <a:pt x="1257" y="1270"/>
                  </a:lnTo>
                  <a:lnTo>
                    <a:pt x="1257" y="3810"/>
                  </a:lnTo>
                  <a:lnTo>
                    <a:pt x="1257" y="5080"/>
                  </a:lnTo>
                  <a:lnTo>
                    <a:pt x="2540" y="5080"/>
                  </a:lnTo>
                  <a:lnTo>
                    <a:pt x="2540" y="6350"/>
                  </a:lnTo>
                  <a:lnTo>
                    <a:pt x="2540" y="7620"/>
                  </a:lnTo>
                  <a:lnTo>
                    <a:pt x="3810" y="7620"/>
                  </a:lnTo>
                  <a:lnTo>
                    <a:pt x="3810" y="8890"/>
                  </a:lnTo>
                  <a:lnTo>
                    <a:pt x="3810" y="10160"/>
                  </a:lnTo>
                  <a:lnTo>
                    <a:pt x="5080" y="10160"/>
                  </a:lnTo>
                  <a:lnTo>
                    <a:pt x="5080" y="11430"/>
                  </a:lnTo>
                  <a:lnTo>
                    <a:pt x="5080" y="12700"/>
                  </a:lnTo>
                  <a:lnTo>
                    <a:pt x="6350" y="12700"/>
                  </a:lnTo>
                  <a:lnTo>
                    <a:pt x="6350" y="13970"/>
                  </a:lnTo>
                  <a:lnTo>
                    <a:pt x="7607" y="13970"/>
                  </a:lnTo>
                  <a:lnTo>
                    <a:pt x="7607" y="16510"/>
                  </a:lnTo>
                  <a:lnTo>
                    <a:pt x="8890" y="16510"/>
                  </a:lnTo>
                  <a:lnTo>
                    <a:pt x="8890" y="19050"/>
                  </a:lnTo>
                  <a:lnTo>
                    <a:pt x="10160" y="19050"/>
                  </a:lnTo>
                  <a:lnTo>
                    <a:pt x="10160" y="20320"/>
                  </a:lnTo>
                  <a:lnTo>
                    <a:pt x="335280" y="20320"/>
                  </a:lnTo>
                  <a:lnTo>
                    <a:pt x="335280" y="19050"/>
                  </a:lnTo>
                  <a:lnTo>
                    <a:pt x="335280" y="16510"/>
                  </a:lnTo>
                  <a:close/>
                </a:path>
              </a:pathLst>
            </a:custGeom>
            <a:solidFill>
              <a:srgbClr val="181829"/>
            </a:solidFill>
          </p:spPr>
          <p:txBody>
            <a:bodyPr wrap="square" lIns="0" tIns="0" rIns="0" bIns="0" rtlCol="0"/>
            <a:lstStyle/>
            <a:p/>
          </p:txBody>
        </p:sp>
        <p:sp>
          <p:nvSpPr>
            <p:cNvPr id="536" name="object 536"/>
            <p:cNvSpPr/>
            <p:nvPr/>
          </p:nvSpPr>
          <p:spPr>
            <a:xfrm>
              <a:off x="3315969" y="1379219"/>
              <a:ext cx="332740" cy="21590"/>
            </a:xfrm>
            <a:custGeom>
              <a:avLst/>
              <a:gdLst/>
              <a:ahLst/>
              <a:cxnLst/>
              <a:rect l="l" t="t" r="r" b="b"/>
              <a:pathLst>
                <a:path w="332739" h="21590">
                  <a:moveTo>
                    <a:pt x="332740" y="20320"/>
                  </a:moveTo>
                  <a:lnTo>
                    <a:pt x="331470" y="20320"/>
                  </a:lnTo>
                  <a:lnTo>
                    <a:pt x="331470" y="17780"/>
                  </a:lnTo>
                  <a:lnTo>
                    <a:pt x="331470" y="16510"/>
                  </a:lnTo>
                  <a:lnTo>
                    <a:pt x="330187" y="16510"/>
                  </a:lnTo>
                  <a:lnTo>
                    <a:pt x="330187" y="13970"/>
                  </a:lnTo>
                  <a:lnTo>
                    <a:pt x="330200" y="12700"/>
                  </a:lnTo>
                  <a:lnTo>
                    <a:pt x="328930" y="12700"/>
                  </a:lnTo>
                  <a:lnTo>
                    <a:pt x="328930" y="11430"/>
                  </a:lnTo>
                  <a:lnTo>
                    <a:pt x="328930" y="8890"/>
                  </a:lnTo>
                  <a:lnTo>
                    <a:pt x="327660" y="8890"/>
                  </a:lnTo>
                  <a:lnTo>
                    <a:pt x="327660" y="6350"/>
                  </a:lnTo>
                  <a:lnTo>
                    <a:pt x="327660" y="3810"/>
                  </a:lnTo>
                  <a:lnTo>
                    <a:pt x="326390" y="3810"/>
                  </a:lnTo>
                  <a:lnTo>
                    <a:pt x="326390" y="1270"/>
                  </a:lnTo>
                  <a:lnTo>
                    <a:pt x="326390" y="0"/>
                  </a:lnTo>
                  <a:lnTo>
                    <a:pt x="0" y="0"/>
                  </a:lnTo>
                  <a:lnTo>
                    <a:pt x="0" y="1270"/>
                  </a:lnTo>
                  <a:lnTo>
                    <a:pt x="1270" y="1270"/>
                  </a:lnTo>
                  <a:lnTo>
                    <a:pt x="1270" y="3810"/>
                  </a:lnTo>
                  <a:lnTo>
                    <a:pt x="2540" y="3810"/>
                  </a:lnTo>
                  <a:lnTo>
                    <a:pt x="2540" y="6350"/>
                  </a:lnTo>
                  <a:lnTo>
                    <a:pt x="3797" y="6350"/>
                  </a:lnTo>
                  <a:lnTo>
                    <a:pt x="3797" y="8890"/>
                  </a:lnTo>
                  <a:lnTo>
                    <a:pt x="5080" y="8890"/>
                  </a:lnTo>
                  <a:lnTo>
                    <a:pt x="5080" y="11430"/>
                  </a:lnTo>
                  <a:lnTo>
                    <a:pt x="6350" y="11430"/>
                  </a:lnTo>
                  <a:lnTo>
                    <a:pt x="6350" y="12700"/>
                  </a:lnTo>
                  <a:lnTo>
                    <a:pt x="6350" y="13970"/>
                  </a:lnTo>
                  <a:lnTo>
                    <a:pt x="7620" y="13970"/>
                  </a:lnTo>
                  <a:lnTo>
                    <a:pt x="7620" y="16510"/>
                  </a:lnTo>
                  <a:lnTo>
                    <a:pt x="8890" y="16510"/>
                  </a:lnTo>
                  <a:lnTo>
                    <a:pt x="8890" y="17780"/>
                  </a:lnTo>
                  <a:lnTo>
                    <a:pt x="10147" y="17780"/>
                  </a:lnTo>
                  <a:lnTo>
                    <a:pt x="10147" y="20320"/>
                  </a:lnTo>
                  <a:lnTo>
                    <a:pt x="11430" y="20320"/>
                  </a:lnTo>
                  <a:lnTo>
                    <a:pt x="11430" y="21590"/>
                  </a:lnTo>
                  <a:lnTo>
                    <a:pt x="332740" y="21590"/>
                  </a:lnTo>
                  <a:lnTo>
                    <a:pt x="332740" y="20320"/>
                  </a:lnTo>
                  <a:close/>
                </a:path>
              </a:pathLst>
            </a:custGeom>
            <a:solidFill>
              <a:srgbClr val="18182A"/>
            </a:solidFill>
          </p:spPr>
          <p:txBody>
            <a:bodyPr wrap="square" lIns="0" tIns="0" rIns="0" bIns="0" rtlCol="0"/>
            <a:lstStyle/>
            <a:p/>
          </p:txBody>
        </p:sp>
        <p:sp>
          <p:nvSpPr>
            <p:cNvPr id="537" name="object 537"/>
            <p:cNvSpPr/>
            <p:nvPr/>
          </p:nvSpPr>
          <p:spPr>
            <a:xfrm>
              <a:off x="3328669" y="1400809"/>
              <a:ext cx="325120" cy="21590"/>
            </a:xfrm>
            <a:custGeom>
              <a:avLst/>
              <a:gdLst/>
              <a:ahLst/>
              <a:cxnLst/>
              <a:rect l="l" t="t" r="r" b="b"/>
              <a:pathLst>
                <a:path w="325120" h="21590">
                  <a:moveTo>
                    <a:pt x="325120" y="19050"/>
                  </a:moveTo>
                  <a:lnTo>
                    <a:pt x="323850" y="19050"/>
                  </a:lnTo>
                  <a:lnTo>
                    <a:pt x="323850" y="17780"/>
                  </a:lnTo>
                  <a:lnTo>
                    <a:pt x="323837" y="16510"/>
                  </a:lnTo>
                  <a:lnTo>
                    <a:pt x="323850" y="15240"/>
                  </a:lnTo>
                  <a:lnTo>
                    <a:pt x="322580" y="15240"/>
                  </a:lnTo>
                  <a:lnTo>
                    <a:pt x="322580" y="12700"/>
                  </a:lnTo>
                  <a:lnTo>
                    <a:pt x="322580" y="11430"/>
                  </a:lnTo>
                  <a:lnTo>
                    <a:pt x="322580" y="10160"/>
                  </a:lnTo>
                  <a:lnTo>
                    <a:pt x="321310" y="10160"/>
                  </a:lnTo>
                  <a:lnTo>
                    <a:pt x="321310" y="8890"/>
                  </a:lnTo>
                  <a:lnTo>
                    <a:pt x="321310" y="7620"/>
                  </a:lnTo>
                  <a:lnTo>
                    <a:pt x="321310" y="6350"/>
                  </a:lnTo>
                  <a:lnTo>
                    <a:pt x="321310" y="5080"/>
                  </a:lnTo>
                  <a:lnTo>
                    <a:pt x="321310" y="3810"/>
                  </a:lnTo>
                  <a:lnTo>
                    <a:pt x="320040" y="3810"/>
                  </a:lnTo>
                  <a:lnTo>
                    <a:pt x="320040" y="1270"/>
                  </a:lnTo>
                  <a:lnTo>
                    <a:pt x="320040" y="0"/>
                  </a:ln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6350" y="7620"/>
                  </a:lnTo>
                  <a:lnTo>
                    <a:pt x="6350" y="8890"/>
                  </a:lnTo>
                  <a:lnTo>
                    <a:pt x="7620" y="8890"/>
                  </a:lnTo>
                  <a:lnTo>
                    <a:pt x="7620" y="10160"/>
                  </a:lnTo>
                  <a:lnTo>
                    <a:pt x="8890" y="10160"/>
                  </a:lnTo>
                  <a:lnTo>
                    <a:pt x="8890" y="11430"/>
                  </a:lnTo>
                  <a:lnTo>
                    <a:pt x="10160" y="11430"/>
                  </a:lnTo>
                  <a:lnTo>
                    <a:pt x="10160" y="12700"/>
                  </a:lnTo>
                  <a:lnTo>
                    <a:pt x="11430" y="12700"/>
                  </a:lnTo>
                  <a:lnTo>
                    <a:pt x="11430" y="15240"/>
                  </a:lnTo>
                  <a:lnTo>
                    <a:pt x="12700" y="15240"/>
                  </a:lnTo>
                  <a:lnTo>
                    <a:pt x="12700" y="16510"/>
                  </a:lnTo>
                  <a:lnTo>
                    <a:pt x="13970" y="16510"/>
                  </a:lnTo>
                  <a:lnTo>
                    <a:pt x="13970" y="17780"/>
                  </a:lnTo>
                  <a:lnTo>
                    <a:pt x="15240" y="17780"/>
                  </a:lnTo>
                  <a:lnTo>
                    <a:pt x="15240" y="19050"/>
                  </a:lnTo>
                  <a:lnTo>
                    <a:pt x="16510" y="19050"/>
                  </a:lnTo>
                  <a:lnTo>
                    <a:pt x="16510" y="20320"/>
                  </a:lnTo>
                  <a:lnTo>
                    <a:pt x="19050" y="20320"/>
                  </a:lnTo>
                  <a:lnTo>
                    <a:pt x="19050" y="21590"/>
                  </a:lnTo>
                  <a:lnTo>
                    <a:pt x="325120" y="21590"/>
                  </a:lnTo>
                  <a:lnTo>
                    <a:pt x="325120" y="20320"/>
                  </a:lnTo>
                  <a:lnTo>
                    <a:pt x="325120" y="19050"/>
                  </a:lnTo>
                  <a:close/>
                </a:path>
              </a:pathLst>
            </a:custGeom>
            <a:solidFill>
              <a:srgbClr val="19192B"/>
            </a:solidFill>
          </p:spPr>
          <p:txBody>
            <a:bodyPr wrap="square" lIns="0" tIns="0" rIns="0" bIns="0" rtlCol="0"/>
            <a:lstStyle/>
            <a:p/>
          </p:txBody>
        </p:sp>
        <p:sp>
          <p:nvSpPr>
            <p:cNvPr id="538" name="object 538"/>
            <p:cNvSpPr/>
            <p:nvPr/>
          </p:nvSpPr>
          <p:spPr>
            <a:xfrm>
              <a:off x="3348989" y="1422399"/>
              <a:ext cx="307340" cy="21590"/>
            </a:xfrm>
            <a:custGeom>
              <a:avLst/>
              <a:gdLst/>
              <a:ahLst/>
              <a:cxnLst/>
              <a:rect l="l" t="t" r="r" b="b"/>
              <a:pathLst>
                <a:path w="307339" h="21590">
                  <a:moveTo>
                    <a:pt x="304800" y="0"/>
                  </a:moveTo>
                  <a:lnTo>
                    <a:pt x="0" y="0"/>
                  </a:lnTo>
                  <a:lnTo>
                    <a:pt x="0" y="1270"/>
                  </a:lnTo>
                  <a:lnTo>
                    <a:pt x="304800" y="1270"/>
                  </a:lnTo>
                  <a:lnTo>
                    <a:pt x="304800" y="0"/>
                  </a:lnTo>
                  <a:close/>
                </a:path>
                <a:path w="307339" h="21590">
                  <a:moveTo>
                    <a:pt x="307340" y="20447"/>
                  </a:moveTo>
                  <a:lnTo>
                    <a:pt x="36830" y="20447"/>
                  </a:lnTo>
                  <a:lnTo>
                    <a:pt x="36830" y="21590"/>
                  </a:lnTo>
                  <a:lnTo>
                    <a:pt x="307340" y="21590"/>
                  </a:lnTo>
                  <a:lnTo>
                    <a:pt x="307340" y="20447"/>
                  </a:lnTo>
                  <a:close/>
                </a:path>
                <a:path w="307339" h="21590">
                  <a:moveTo>
                    <a:pt x="307340" y="10160"/>
                  </a:moveTo>
                  <a:lnTo>
                    <a:pt x="306070" y="10160"/>
                  </a:lnTo>
                  <a:lnTo>
                    <a:pt x="306070" y="8890"/>
                  </a:lnTo>
                  <a:lnTo>
                    <a:pt x="306070" y="7620"/>
                  </a:lnTo>
                  <a:lnTo>
                    <a:pt x="306070" y="6350"/>
                  </a:lnTo>
                  <a:lnTo>
                    <a:pt x="306070" y="5080"/>
                  </a:lnTo>
                  <a:lnTo>
                    <a:pt x="306070" y="3810"/>
                  </a:lnTo>
                  <a:lnTo>
                    <a:pt x="306070" y="2540"/>
                  </a:lnTo>
                  <a:lnTo>
                    <a:pt x="304800" y="2540"/>
                  </a:lnTo>
                  <a:lnTo>
                    <a:pt x="304800" y="1397"/>
                  </a:lnTo>
                  <a:lnTo>
                    <a:pt x="1270" y="1397"/>
                  </a:lnTo>
                  <a:lnTo>
                    <a:pt x="1270" y="2667"/>
                  </a:lnTo>
                  <a:lnTo>
                    <a:pt x="3810" y="2667"/>
                  </a:lnTo>
                  <a:lnTo>
                    <a:pt x="3810" y="3810"/>
                  </a:lnTo>
                  <a:lnTo>
                    <a:pt x="5080" y="3810"/>
                  </a:lnTo>
                  <a:lnTo>
                    <a:pt x="5080" y="5080"/>
                  </a:lnTo>
                  <a:lnTo>
                    <a:pt x="7620" y="5080"/>
                  </a:lnTo>
                  <a:lnTo>
                    <a:pt x="7620" y="6350"/>
                  </a:lnTo>
                  <a:lnTo>
                    <a:pt x="8890" y="6350"/>
                  </a:lnTo>
                  <a:lnTo>
                    <a:pt x="8890" y="7620"/>
                  </a:lnTo>
                  <a:lnTo>
                    <a:pt x="11430" y="7620"/>
                  </a:lnTo>
                  <a:lnTo>
                    <a:pt x="11430" y="8890"/>
                  </a:lnTo>
                  <a:lnTo>
                    <a:pt x="12700" y="8890"/>
                  </a:lnTo>
                  <a:lnTo>
                    <a:pt x="12700" y="10160"/>
                  </a:lnTo>
                  <a:lnTo>
                    <a:pt x="15240" y="10160"/>
                  </a:lnTo>
                  <a:lnTo>
                    <a:pt x="15240" y="11430"/>
                  </a:lnTo>
                  <a:lnTo>
                    <a:pt x="16510" y="11430"/>
                  </a:lnTo>
                  <a:lnTo>
                    <a:pt x="16510" y="12700"/>
                  </a:lnTo>
                  <a:lnTo>
                    <a:pt x="20320" y="12700"/>
                  </a:lnTo>
                  <a:lnTo>
                    <a:pt x="20320" y="13970"/>
                  </a:lnTo>
                  <a:lnTo>
                    <a:pt x="22860" y="13970"/>
                  </a:lnTo>
                  <a:lnTo>
                    <a:pt x="22860" y="15240"/>
                  </a:lnTo>
                  <a:lnTo>
                    <a:pt x="25400" y="15240"/>
                  </a:lnTo>
                  <a:lnTo>
                    <a:pt x="25400" y="16510"/>
                  </a:lnTo>
                  <a:lnTo>
                    <a:pt x="29210" y="16510"/>
                  </a:lnTo>
                  <a:lnTo>
                    <a:pt x="29210" y="17780"/>
                  </a:lnTo>
                  <a:lnTo>
                    <a:pt x="31750" y="17780"/>
                  </a:lnTo>
                  <a:lnTo>
                    <a:pt x="31750" y="19050"/>
                  </a:lnTo>
                  <a:lnTo>
                    <a:pt x="34290" y="19050"/>
                  </a:lnTo>
                  <a:lnTo>
                    <a:pt x="34290" y="20320"/>
                  </a:lnTo>
                  <a:lnTo>
                    <a:pt x="307340" y="20320"/>
                  </a:lnTo>
                  <a:lnTo>
                    <a:pt x="307340" y="11430"/>
                  </a:lnTo>
                  <a:lnTo>
                    <a:pt x="307340" y="10160"/>
                  </a:lnTo>
                  <a:close/>
                </a:path>
              </a:pathLst>
            </a:custGeom>
            <a:solidFill>
              <a:srgbClr val="19192C"/>
            </a:solidFill>
          </p:spPr>
          <p:txBody>
            <a:bodyPr wrap="square" lIns="0" tIns="0" rIns="0" bIns="0" rtlCol="0"/>
            <a:lstStyle/>
            <a:p/>
          </p:txBody>
        </p:sp>
        <p:sp>
          <p:nvSpPr>
            <p:cNvPr id="539" name="object 539"/>
            <p:cNvSpPr/>
            <p:nvPr/>
          </p:nvSpPr>
          <p:spPr>
            <a:xfrm>
              <a:off x="3388359" y="1443989"/>
              <a:ext cx="270510" cy="21590"/>
            </a:xfrm>
            <a:custGeom>
              <a:avLst/>
              <a:gdLst/>
              <a:ahLst/>
              <a:cxnLst/>
              <a:rect l="l" t="t" r="r" b="b"/>
              <a:pathLst>
                <a:path w="270510" h="21590">
                  <a:moveTo>
                    <a:pt x="39370" y="20320"/>
                  </a:moveTo>
                  <a:lnTo>
                    <a:pt x="38100" y="20320"/>
                  </a:lnTo>
                  <a:lnTo>
                    <a:pt x="38100" y="19050"/>
                  </a:lnTo>
                  <a:lnTo>
                    <a:pt x="38100" y="17780"/>
                  </a:lnTo>
                  <a:lnTo>
                    <a:pt x="36830" y="17780"/>
                  </a:lnTo>
                  <a:lnTo>
                    <a:pt x="36830" y="19050"/>
                  </a:lnTo>
                  <a:lnTo>
                    <a:pt x="25400" y="19050"/>
                  </a:lnTo>
                  <a:lnTo>
                    <a:pt x="25400" y="20320"/>
                  </a:lnTo>
                  <a:lnTo>
                    <a:pt x="17780" y="20320"/>
                  </a:lnTo>
                  <a:lnTo>
                    <a:pt x="17780" y="21590"/>
                  </a:lnTo>
                  <a:lnTo>
                    <a:pt x="39370" y="21590"/>
                  </a:lnTo>
                  <a:lnTo>
                    <a:pt x="39370" y="20447"/>
                  </a:lnTo>
                  <a:lnTo>
                    <a:pt x="39370" y="20320"/>
                  </a:lnTo>
                  <a:close/>
                </a:path>
                <a:path w="270510" h="21590">
                  <a:moveTo>
                    <a:pt x="269240" y="1270"/>
                  </a:moveTo>
                  <a:lnTo>
                    <a:pt x="267970" y="1270"/>
                  </a:lnTo>
                  <a:lnTo>
                    <a:pt x="267970" y="0"/>
                  </a:lnTo>
                  <a:lnTo>
                    <a:pt x="0" y="0"/>
                  </a:lnTo>
                  <a:lnTo>
                    <a:pt x="0" y="1270"/>
                  </a:lnTo>
                  <a:lnTo>
                    <a:pt x="2540" y="1270"/>
                  </a:lnTo>
                  <a:lnTo>
                    <a:pt x="2540" y="2540"/>
                  </a:lnTo>
                  <a:lnTo>
                    <a:pt x="5080" y="2540"/>
                  </a:lnTo>
                  <a:lnTo>
                    <a:pt x="5080" y="3810"/>
                  </a:lnTo>
                  <a:lnTo>
                    <a:pt x="7620" y="3810"/>
                  </a:lnTo>
                  <a:lnTo>
                    <a:pt x="7620" y="5080"/>
                  </a:lnTo>
                  <a:lnTo>
                    <a:pt x="11430" y="5080"/>
                  </a:lnTo>
                  <a:lnTo>
                    <a:pt x="11430" y="6350"/>
                  </a:lnTo>
                  <a:lnTo>
                    <a:pt x="15240" y="6350"/>
                  </a:lnTo>
                  <a:lnTo>
                    <a:pt x="15240" y="7620"/>
                  </a:lnTo>
                  <a:lnTo>
                    <a:pt x="19050" y="7620"/>
                  </a:lnTo>
                  <a:lnTo>
                    <a:pt x="19050" y="8890"/>
                  </a:lnTo>
                  <a:lnTo>
                    <a:pt x="21590" y="8890"/>
                  </a:lnTo>
                  <a:lnTo>
                    <a:pt x="21590" y="10160"/>
                  </a:lnTo>
                  <a:lnTo>
                    <a:pt x="25400" y="10160"/>
                  </a:lnTo>
                  <a:lnTo>
                    <a:pt x="25400" y="11430"/>
                  </a:lnTo>
                  <a:lnTo>
                    <a:pt x="29210" y="11430"/>
                  </a:lnTo>
                  <a:lnTo>
                    <a:pt x="29210" y="12700"/>
                  </a:lnTo>
                  <a:lnTo>
                    <a:pt x="31750" y="12700"/>
                  </a:lnTo>
                  <a:lnTo>
                    <a:pt x="31750" y="13970"/>
                  </a:lnTo>
                  <a:lnTo>
                    <a:pt x="269240" y="13970"/>
                  </a:lnTo>
                  <a:lnTo>
                    <a:pt x="269240" y="12700"/>
                  </a:lnTo>
                  <a:lnTo>
                    <a:pt x="269240" y="11430"/>
                  </a:lnTo>
                  <a:lnTo>
                    <a:pt x="269240" y="2540"/>
                  </a:lnTo>
                  <a:lnTo>
                    <a:pt x="269240" y="1270"/>
                  </a:lnTo>
                  <a:close/>
                </a:path>
                <a:path w="270510" h="21590">
                  <a:moveTo>
                    <a:pt x="270510" y="20447"/>
                  </a:moveTo>
                  <a:lnTo>
                    <a:pt x="55880" y="20447"/>
                  </a:lnTo>
                  <a:lnTo>
                    <a:pt x="55880" y="21590"/>
                  </a:lnTo>
                  <a:lnTo>
                    <a:pt x="270510" y="21590"/>
                  </a:lnTo>
                  <a:lnTo>
                    <a:pt x="270510" y="20447"/>
                  </a:lnTo>
                  <a:close/>
                </a:path>
                <a:path w="270510" h="21590">
                  <a:moveTo>
                    <a:pt x="270510" y="15240"/>
                  </a:moveTo>
                  <a:lnTo>
                    <a:pt x="269240" y="15240"/>
                  </a:lnTo>
                  <a:lnTo>
                    <a:pt x="269240" y="14097"/>
                  </a:lnTo>
                  <a:lnTo>
                    <a:pt x="34290" y="14097"/>
                  </a:lnTo>
                  <a:lnTo>
                    <a:pt x="34290" y="15240"/>
                  </a:lnTo>
                  <a:lnTo>
                    <a:pt x="39370" y="15240"/>
                  </a:lnTo>
                  <a:lnTo>
                    <a:pt x="39370" y="16510"/>
                  </a:lnTo>
                  <a:lnTo>
                    <a:pt x="43180" y="16510"/>
                  </a:lnTo>
                  <a:lnTo>
                    <a:pt x="43180" y="17780"/>
                  </a:lnTo>
                  <a:lnTo>
                    <a:pt x="46990" y="17780"/>
                  </a:lnTo>
                  <a:lnTo>
                    <a:pt x="46990" y="19050"/>
                  </a:lnTo>
                  <a:lnTo>
                    <a:pt x="52070" y="19050"/>
                  </a:lnTo>
                  <a:lnTo>
                    <a:pt x="52070" y="20320"/>
                  </a:lnTo>
                  <a:lnTo>
                    <a:pt x="270510" y="20320"/>
                  </a:lnTo>
                  <a:lnTo>
                    <a:pt x="270510" y="19050"/>
                  </a:lnTo>
                  <a:lnTo>
                    <a:pt x="270510" y="17780"/>
                  </a:lnTo>
                  <a:lnTo>
                    <a:pt x="270510" y="16510"/>
                  </a:lnTo>
                  <a:lnTo>
                    <a:pt x="270510" y="15240"/>
                  </a:lnTo>
                  <a:close/>
                </a:path>
              </a:pathLst>
            </a:custGeom>
            <a:solidFill>
              <a:srgbClr val="1A1A2D"/>
            </a:solidFill>
          </p:spPr>
          <p:txBody>
            <a:bodyPr wrap="square" lIns="0" tIns="0" rIns="0" bIns="0" rtlCol="0"/>
            <a:lstStyle/>
            <a:p/>
          </p:txBody>
        </p:sp>
        <p:sp>
          <p:nvSpPr>
            <p:cNvPr id="540" name="object 540"/>
            <p:cNvSpPr/>
            <p:nvPr/>
          </p:nvSpPr>
          <p:spPr>
            <a:xfrm>
              <a:off x="3271519" y="1465579"/>
              <a:ext cx="387350" cy="21590"/>
            </a:xfrm>
            <a:custGeom>
              <a:avLst/>
              <a:gdLst/>
              <a:ahLst/>
              <a:cxnLst/>
              <a:rect l="l" t="t" r="r" b="b"/>
              <a:pathLst>
                <a:path w="387350" h="21590">
                  <a:moveTo>
                    <a:pt x="156210" y="0"/>
                  </a:moveTo>
                  <a:lnTo>
                    <a:pt x="125730" y="0"/>
                  </a:lnTo>
                  <a:lnTo>
                    <a:pt x="125730" y="1270"/>
                  </a:lnTo>
                  <a:lnTo>
                    <a:pt x="118110" y="1270"/>
                  </a:lnTo>
                  <a:lnTo>
                    <a:pt x="118110" y="2540"/>
                  </a:lnTo>
                  <a:lnTo>
                    <a:pt x="109220" y="2540"/>
                  </a:lnTo>
                  <a:lnTo>
                    <a:pt x="109220" y="3810"/>
                  </a:lnTo>
                  <a:lnTo>
                    <a:pt x="156210" y="3810"/>
                  </a:lnTo>
                  <a:lnTo>
                    <a:pt x="156210" y="2540"/>
                  </a:lnTo>
                  <a:lnTo>
                    <a:pt x="156210" y="1270"/>
                  </a:lnTo>
                  <a:lnTo>
                    <a:pt x="156210" y="0"/>
                  </a:lnTo>
                  <a:close/>
                </a:path>
                <a:path w="387350" h="21590">
                  <a:moveTo>
                    <a:pt x="157480" y="3937"/>
                  </a:moveTo>
                  <a:lnTo>
                    <a:pt x="101600" y="3937"/>
                  </a:lnTo>
                  <a:lnTo>
                    <a:pt x="101600" y="5080"/>
                  </a:lnTo>
                  <a:lnTo>
                    <a:pt x="93980" y="5080"/>
                  </a:lnTo>
                  <a:lnTo>
                    <a:pt x="93980" y="6350"/>
                  </a:lnTo>
                  <a:lnTo>
                    <a:pt x="85090" y="6350"/>
                  </a:lnTo>
                  <a:lnTo>
                    <a:pt x="85090" y="7620"/>
                  </a:lnTo>
                  <a:lnTo>
                    <a:pt x="77470" y="7620"/>
                  </a:lnTo>
                  <a:lnTo>
                    <a:pt x="77470" y="8890"/>
                  </a:lnTo>
                  <a:lnTo>
                    <a:pt x="69850" y="8890"/>
                  </a:lnTo>
                  <a:lnTo>
                    <a:pt x="69850" y="10160"/>
                  </a:lnTo>
                  <a:lnTo>
                    <a:pt x="157480" y="10160"/>
                  </a:lnTo>
                  <a:lnTo>
                    <a:pt x="157480" y="8890"/>
                  </a:lnTo>
                  <a:lnTo>
                    <a:pt x="157480" y="7620"/>
                  </a:lnTo>
                  <a:lnTo>
                    <a:pt x="157480" y="6350"/>
                  </a:lnTo>
                  <a:lnTo>
                    <a:pt x="157480" y="5080"/>
                  </a:lnTo>
                  <a:lnTo>
                    <a:pt x="157480" y="3937"/>
                  </a:lnTo>
                  <a:close/>
                </a:path>
                <a:path w="387350" h="21590">
                  <a:moveTo>
                    <a:pt x="160020" y="15240"/>
                  </a:moveTo>
                  <a:lnTo>
                    <a:pt x="158750" y="15240"/>
                  </a:lnTo>
                  <a:lnTo>
                    <a:pt x="158750" y="13970"/>
                  </a:lnTo>
                  <a:lnTo>
                    <a:pt x="158750" y="12700"/>
                  </a:lnTo>
                  <a:lnTo>
                    <a:pt x="158750" y="11430"/>
                  </a:lnTo>
                  <a:lnTo>
                    <a:pt x="158737" y="10287"/>
                  </a:lnTo>
                  <a:lnTo>
                    <a:pt x="60960" y="10287"/>
                  </a:lnTo>
                  <a:lnTo>
                    <a:pt x="60960" y="11430"/>
                  </a:lnTo>
                  <a:lnTo>
                    <a:pt x="53340" y="11430"/>
                  </a:lnTo>
                  <a:lnTo>
                    <a:pt x="53340" y="12700"/>
                  </a:lnTo>
                  <a:lnTo>
                    <a:pt x="45720" y="12700"/>
                  </a:lnTo>
                  <a:lnTo>
                    <a:pt x="45720" y="13970"/>
                  </a:lnTo>
                  <a:lnTo>
                    <a:pt x="36830" y="13970"/>
                  </a:lnTo>
                  <a:lnTo>
                    <a:pt x="36830" y="15240"/>
                  </a:lnTo>
                  <a:lnTo>
                    <a:pt x="29197" y="15240"/>
                  </a:lnTo>
                  <a:lnTo>
                    <a:pt x="29197" y="16510"/>
                  </a:lnTo>
                  <a:lnTo>
                    <a:pt x="20320" y="16510"/>
                  </a:lnTo>
                  <a:lnTo>
                    <a:pt x="20320" y="17780"/>
                  </a:lnTo>
                  <a:lnTo>
                    <a:pt x="12700" y="17780"/>
                  </a:lnTo>
                  <a:lnTo>
                    <a:pt x="12700" y="19050"/>
                  </a:lnTo>
                  <a:lnTo>
                    <a:pt x="5080" y="19050"/>
                  </a:lnTo>
                  <a:lnTo>
                    <a:pt x="5080" y="20320"/>
                  </a:lnTo>
                  <a:lnTo>
                    <a:pt x="160020" y="20320"/>
                  </a:lnTo>
                  <a:lnTo>
                    <a:pt x="160020" y="19050"/>
                  </a:lnTo>
                  <a:lnTo>
                    <a:pt x="160020" y="17780"/>
                  </a:lnTo>
                  <a:lnTo>
                    <a:pt x="160020" y="16510"/>
                  </a:lnTo>
                  <a:lnTo>
                    <a:pt x="160020" y="15367"/>
                  </a:lnTo>
                  <a:lnTo>
                    <a:pt x="160020" y="15240"/>
                  </a:lnTo>
                  <a:close/>
                </a:path>
                <a:path w="387350" h="21590">
                  <a:moveTo>
                    <a:pt x="161290" y="20447"/>
                  </a:moveTo>
                  <a:lnTo>
                    <a:pt x="0" y="20447"/>
                  </a:lnTo>
                  <a:lnTo>
                    <a:pt x="0" y="21590"/>
                  </a:lnTo>
                  <a:lnTo>
                    <a:pt x="161290" y="21590"/>
                  </a:lnTo>
                  <a:lnTo>
                    <a:pt x="161290" y="20447"/>
                  </a:lnTo>
                  <a:close/>
                </a:path>
                <a:path w="387350" h="21590">
                  <a:moveTo>
                    <a:pt x="387350" y="1270"/>
                  </a:moveTo>
                  <a:lnTo>
                    <a:pt x="387337" y="0"/>
                  </a:lnTo>
                  <a:lnTo>
                    <a:pt x="176530" y="0"/>
                  </a:lnTo>
                  <a:lnTo>
                    <a:pt x="176530" y="1270"/>
                  </a:lnTo>
                  <a:lnTo>
                    <a:pt x="180340" y="1270"/>
                  </a:lnTo>
                  <a:lnTo>
                    <a:pt x="180340" y="2540"/>
                  </a:lnTo>
                  <a:lnTo>
                    <a:pt x="182880" y="2540"/>
                  </a:lnTo>
                  <a:lnTo>
                    <a:pt x="182880" y="3810"/>
                  </a:lnTo>
                  <a:lnTo>
                    <a:pt x="189230" y="3810"/>
                  </a:lnTo>
                  <a:lnTo>
                    <a:pt x="189230" y="5080"/>
                  </a:lnTo>
                  <a:lnTo>
                    <a:pt x="194310" y="5080"/>
                  </a:lnTo>
                  <a:lnTo>
                    <a:pt x="194310" y="6350"/>
                  </a:lnTo>
                  <a:lnTo>
                    <a:pt x="199390" y="6350"/>
                  </a:lnTo>
                  <a:lnTo>
                    <a:pt x="199390" y="7620"/>
                  </a:lnTo>
                  <a:lnTo>
                    <a:pt x="201930" y="7620"/>
                  </a:lnTo>
                  <a:lnTo>
                    <a:pt x="201930" y="8890"/>
                  </a:lnTo>
                  <a:lnTo>
                    <a:pt x="207010" y="8890"/>
                  </a:lnTo>
                  <a:lnTo>
                    <a:pt x="207010" y="10160"/>
                  </a:lnTo>
                  <a:lnTo>
                    <a:pt x="210820" y="10160"/>
                  </a:lnTo>
                  <a:lnTo>
                    <a:pt x="210820" y="11430"/>
                  </a:lnTo>
                  <a:lnTo>
                    <a:pt x="214630" y="11430"/>
                  </a:lnTo>
                  <a:lnTo>
                    <a:pt x="214630" y="12700"/>
                  </a:lnTo>
                  <a:lnTo>
                    <a:pt x="217170" y="12700"/>
                  </a:lnTo>
                  <a:lnTo>
                    <a:pt x="217170" y="13970"/>
                  </a:lnTo>
                  <a:lnTo>
                    <a:pt x="219710" y="13970"/>
                  </a:lnTo>
                  <a:lnTo>
                    <a:pt x="219710" y="15240"/>
                  </a:lnTo>
                  <a:lnTo>
                    <a:pt x="222250" y="15240"/>
                  </a:lnTo>
                  <a:lnTo>
                    <a:pt x="222250" y="16510"/>
                  </a:lnTo>
                  <a:lnTo>
                    <a:pt x="223520" y="16510"/>
                  </a:lnTo>
                  <a:lnTo>
                    <a:pt x="223520" y="17780"/>
                  </a:lnTo>
                  <a:lnTo>
                    <a:pt x="228600" y="17780"/>
                  </a:lnTo>
                  <a:lnTo>
                    <a:pt x="228600" y="19050"/>
                  </a:lnTo>
                  <a:lnTo>
                    <a:pt x="231140" y="19050"/>
                  </a:lnTo>
                  <a:lnTo>
                    <a:pt x="231140" y="20320"/>
                  </a:lnTo>
                  <a:lnTo>
                    <a:pt x="232410" y="20320"/>
                  </a:lnTo>
                  <a:lnTo>
                    <a:pt x="232410" y="21590"/>
                  </a:lnTo>
                  <a:lnTo>
                    <a:pt x="387350" y="21590"/>
                  </a:lnTo>
                  <a:lnTo>
                    <a:pt x="387350" y="20320"/>
                  </a:lnTo>
                  <a:lnTo>
                    <a:pt x="387350" y="19050"/>
                  </a:lnTo>
                  <a:lnTo>
                    <a:pt x="387350" y="2540"/>
                  </a:lnTo>
                  <a:lnTo>
                    <a:pt x="387350" y="1270"/>
                  </a:lnTo>
                  <a:close/>
                </a:path>
              </a:pathLst>
            </a:custGeom>
            <a:solidFill>
              <a:srgbClr val="1B1B2E"/>
            </a:solidFill>
          </p:spPr>
          <p:txBody>
            <a:bodyPr wrap="square" lIns="0" tIns="0" rIns="0" bIns="0" rtlCol="0"/>
            <a:lstStyle/>
            <a:p/>
          </p:txBody>
        </p:sp>
        <p:sp>
          <p:nvSpPr>
            <p:cNvPr id="541" name="object 541"/>
            <p:cNvSpPr/>
            <p:nvPr/>
          </p:nvSpPr>
          <p:spPr>
            <a:xfrm>
              <a:off x="3271519" y="1487169"/>
              <a:ext cx="387350" cy="20320"/>
            </a:xfrm>
            <a:custGeom>
              <a:avLst/>
              <a:gdLst/>
              <a:ahLst/>
              <a:cxnLst/>
              <a:rect l="l" t="t" r="r" b="b"/>
              <a:pathLst>
                <a:path w="387350" h="20319">
                  <a:moveTo>
                    <a:pt x="161290" y="127"/>
                  </a:moveTo>
                  <a:lnTo>
                    <a:pt x="0" y="127"/>
                  </a:lnTo>
                  <a:lnTo>
                    <a:pt x="0" y="2540"/>
                  </a:lnTo>
                  <a:lnTo>
                    <a:pt x="161290" y="2540"/>
                  </a:lnTo>
                  <a:lnTo>
                    <a:pt x="161290" y="127"/>
                  </a:lnTo>
                  <a:close/>
                </a:path>
                <a:path w="387350" h="20319">
                  <a:moveTo>
                    <a:pt x="167640" y="19050"/>
                  </a:moveTo>
                  <a:lnTo>
                    <a:pt x="166370" y="19050"/>
                  </a:lnTo>
                  <a:lnTo>
                    <a:pt x="166370" y="16510"/>
                  </a:lnTo>
                  <a:lnTo>
                    <a:pt x="165100" y="16510"/>
                  </a:lnTo>
                  <a:lnTo>
                    <a:pt x="165100" y="13970"/>
                  </a:lnTo>
                  <a:lnTo>
                    <a:pt x="165087" y="12700"/>
                  </a:lnTo>
                  <a:lnTo>
                    <a:pt x="163830" y="12700"/>
                  </a:lnTo>
                  <a:lnTo>
                    <a:pt x="163830" y="7620"/>
                  </a:lnTo>
                  <a:lnTo>
                    <a:pt x="162560" y="7620"/>
                  </a:lnTo>
                  <a:lnTo>
                    <a:pt x="162560" y="3810"/>
                  </a:lnTo>
                  <a:lnTo>
                    <a:pt x="161290" y="3810"/>
                  </a:lnTo>
                  <a:lnTo>
                    <a:pt x="161290" y="2667"/>
                  </a:lnTo>
                  <a:lnTo>
                    <a:pt x="0" y="2667"/>
                  </a:lnTo>
                  <a:lnTo>
                    <a:pt x="0" y="3810"/>
                  </a:lnTo>
                  <a:lnTo>
                    <a:pt x="1270" y="3810"/>
                  </a:lnTo>
                  <a:lnTo>
                    <a:pt x="1270" y="7620"/>
                  </a:lnTo>
                  <a:lnTo>
                    <a:pt x="1270" y="12700"/>
                  </a:lnTo>
                  <a:lnTo>
                    <a:pt x="1270" y="13970"/>
                  </a:lnTo>
                  <a:lnTo>
                    <a:pt x="2540" y="13970"/>
                  </a:lnTo>
                  <a:lnTo>
                    <a:pt x="2540" y="16510"/>
                  </a:lnTo>
                  <a:lnTo>
                    <a:pt x="2540" y="19050"/>
                  </a:lnTo>
                  <a:lnTo>
                    <a:pt x="2540" y="20320"/>
                  </a:lnTo>
                  <a:lnTo>
                    <a:pt x="167640" y="20320"/>
                  </a:lnTo>
                  <a:lnTo>
                    <a:pt x="167640" y="19050"/>
                  </a:lnTo>
                  <a:close/>
                </a:path>
                <a:path w="387350" h="20319">
                  <a:moveTo>
                    <a:pt x="386080" y="16522"/>
                  </a:moveTo>
                  <a:lnTo>
                    <a:pt x="241300" y="16522"/>
                  </a:lnTo>
                  <a:lnTo>
                    <a:pt x="241300" y="20320"/>
                  </a:lnTo>
                  <a:lnTo>
                    <a:pt x="386080" y="20320"/>
                  </a:lnTo>
                  <a:lnTo>
                    <a:pt x="386080" y="16522"/>
                  </a:lnTo>
                  <a:close/>
                </a:path>
                <a:path w="387350" h="20319">
                  <a:moveTo>
                    <a:pt x="387350" y="3810"/>
                  </a:moveTo>
                  <a:lnTo>
                    <a:pt x="387337" y="2667"/>
                  </a:lnTo>
                  <a:lnTo>
                    <a:pt x="236220" y="2667"/>
                  </a:lnTo>
                  <a:lnTo>
                    <a:pt x="236220" y="3810"/>
                  </a:lnTo>
                  <a:lnTo>
                    <a:pt x="237490" y="3810"/>
                  </a:lnTo>
                  <a:lnTo>
                    <a:pt x="237490" y="6350"/>
                  </a:lnTo>
                  <a:lnTo>
                    <a:pt x="238760" y="6350"/>
                  </a:lnTo>
                  <a:lnTo>
                    <a:pt x="238760" y="7620"/>
                  </a:lnTo>
                  <a:lnTo>
                    <a:pt x="240030" y="7620"/>
                  </a:lnTo>
                  <a:lnTo>
                    <a:pt x="240030" y="11430"/>
                  </a:lnTo>
                  <a:lnTo>
                    <a:pt x="241300" y="11430"/>
                  </a:lnTo>
                  <a:lnTo>
                    <a:pt x="241300" y="13970"/>
                  </a:lnTo>
                  <a:lnTo>
                    <a:pt x="241300" y="16510"/>
                  </a:lnTo>
                  <a:lnTo>
                    <a:pt x="386080" y="16510"/>
                  </a:lnTo>
                  <a:lnTo>
                    <a:pt x="386080" y="13970"/>
                  </a:lnTo>
                  <a:lnTo>
                    <a:pt x="387350" y="13970"/>
                  </a:lnTo>
                  <a:lnTo>
                    <a:pt x="387350" y="11430"/>
                  </a:lnTo>
                  <a:lnTo>
                    <a:pt x="387350" y="7620"/>
                  </a:lnTo>
                  <a:lnTo>
                    <a:pt x="387350" y="6350"/>
                  </a:lnTo>
                  <a:lnTo>
                    <a:pt x="387350" y="3810"/>
                  </a:lnTo>
                  <a:close/>
                </a:path>
                <a:path w="387350" h="20319">
                  <a:moveTo>
                    <a:pt x="387350" y="0"/>
                  </a:moveTo>
                  <a:lnTo>
                    <a:pt x="233680" y="0"/>
                  </a:lnTo>
                  <a:lnTo>
                    <a:pt x="232410" y="0"/>
                  </a:lnTo>
                  <a:lnTo>
                    <a:pt x="232410" y="127"/>
                  </a:lnTo>
                  <a:lnTo>
                    <a:pt x="233680" y="127"/>
                  </a:lnTo>
                  <a:lnTo>
                    <a:pt x="233680" y="1270"/>
                  </a:lnTo>
                  <a:lnTo>
                    <a:pt x="234950" y="1270"/>
                  </a:lnTo>
                  <a:lnTo>
                    <a:pt x="234950" y="2540"/>
                  </a:lnTo>
                  <a:lnTo>
                    <a:pt x="387350" y="2540"/>
                  </a:lnTo>
                  <a:lnTo>
                    <a:pt x="387350" y="1270"/>
                  </a:lnTo>
                  <a:lnTo>
                    <a:pt x="387350" y="0"/>
                  </a:lnTo>
                  <a:close/>
                </a:path>
              </a:pathLst>
            </a:custGeom>
            <a:solidFill>
              <a:srgbClr val="1B1B2F"/>
            </a:solidFill>
          </p:spPr>
          <p:txBody>
            <a:bodyPr wrap="square" lIns="0" tIns="0" rIns="0" bIns="0" rtlCol="0"/>
            <a:lstStyle/>
            <a:p/>
          </p:txBody>
        </p:sp>
        <p:sp>
          <p:nvSpPr>
            <p:cNvPr id="542" name="object 542"/>
            <p:cNvSpPr/>
            <p:nvPr/>
          </p:nvSpPr>
          <p:spPr>
            <a:xfrm>
              <a:off x="3274059" y="1507489"/>
              <a:ext cx="383540" cy="21590"/>
            </a:xfrm>
            <a:custGeom>
              <a:avLst/>
              <a:gdLst/>
              <a:ahLst/>
              <a:cxnLst/>
              <a:rect l="l" t="t" r="r" b="b"/>
              <a:pathLst>
                <a:path w="383539" h="21590">
                  <a:moveTo>
                    <a:pt x="179070" y="20320"/>
                  </a:moveTo>
                  <a:lnTo>
                    <a:pt x="176530" y="20320"/>
                  </a:lnTo>
                  <a:lnTo>
                    <a:pt x="176530" y="19050"/>
                  </a:lnTo>
                  <a:lnTo>
                    <a:pt x="175260" y="19050"/>
                  </a:lnTo>
                  <a:lnTo>
                    <a:pt x="175260" y="17780"/>
                  </a:lnTo>
                  <a:lnTo>
                    <a:pt x="173990" y="17780"/>
                  </a:lnTo>
                  <a:lnTo>
                    <a:pt x="173990" y="16510"/>
                  </a:lnTo>
                  <a:lnTo>
                    <a:pt x="172720" y="16510"/>
                  </a:lnTo>
                  <a:lnTo>
                    <a:pt x="172720" y="13970"/>
                  </a:lnTo>
                  <a:lnTo>
                    <a:pt x="171450" y="13970"/>
                  </a:lnTo>
                  <a:lnTo>
                    <a:pt x="171450" y="12700"/>
                  </a:lnTo>
                  <a:lnTo>
                    <a:pt x="170180" y="12700"/>
                  </a:lnTo>
                  <a:lnTo>
                    <a:pt x="170180" y="10160"/>
                  </a:lnTo>
                  <a:lnTo>
                    <a:pt x="168897" y="10160"/>
                  </a:lnTo>
                  <a:lnTo>
                    <a:pt x="168897" y="7620"/>
                  </a:lnTo>
                  <a:lnTo>
                    <a:pt x="167640" y="7620"/>
                  </a:lnTo>
                  <a:lnTo>
                    <a:pt x="167640" y="5080"/>
                  </a:lnTo>
                  <a:lnTo>
                    <a:pt x="166370" y="5080"/>
                  </a:lnTo>
                  <a:lnTo>
                    <a:pt x="166370" y="2540"/>
                  </a:lnTo>
                  <a:lnTo>
                    <a:pt x="165100" y="2540"/>
                  </a:lnTo>
                  <a:lnTo>
                    <a:pt x="165100" y="0"/>
                  </a:lnTo>
                  <a:lnTo>
                    <a:pt x="0" y="0"/>
                  </a:lnTo>
                  <a:lnTo>
                    <a:pt x="0" y="2540"/>
                  </a:lnTo>
                  <a:lnTo>
                    <a:pt x="1257" y="2540"/>
                  </a:lnTo>
                  <a:lnTo>
                    <a:pt x="1257" y="5080"/>
                  </a:lnTo>
                  <a:lnTo>
                    <a:pt x="1257" y="7620"/>
                  </a:lnTo>
                  <a:lnTo>
                    <a:pt x="1257" y="10160"/>
                  </a:lnTo>
                  <a:lnTo>
                    <a:pt x="2540" y="10160"/>
                  </a:lnTo>
                  <a:lnTo>
                    <a:pt x="2540" y="12700"/>
                  </a:lnTo>
                  <a:lnTo>
                    <a:pt x="2540" y="13970"/>
                  </a:lnTo>
                  <a:lnTo>
                    <a:pt x="2540" y="16510"/>
                  </a:lnTo>
                  <a:lnTo>
                    <a:pt x="3810" y="16510"/>
                  </a:lnTo>
                  <a:lnTo>
                    <a:pt x="3810" y="17780"/>
                  </a:lnTo>
                  <a:lnTo>
                    <a:pt x="3810" y="19050"/>
                  </a:lnTo>
                  <a:lnTo>
                    <a:pt x="3810" y="20320"/>
                  </a:lnTo>
                  <a:lnTo>
                    <a:pt x="3810" y="21590"/>
                  </a:lnTo>
                  <a:lnTo>
                    <a:pt x="179070" y="21590"/>
                  </a:lnTo>
                  <a:lnTo>
                    <a:pt x="179070" y="20320"/>
                  </a:lnTo>
                  <a:close/>
                </a:path>
                <a:path w="383539" h="21590">
                  <a:moveTo>
                    <a:pt x="383540" y="0"/>
                  </a:moveTo>
                  <a:lnTo>
                    <a:pt x="238760" y="0"/>
                  </a:lnTo>
                  <a:lnTo>
                    <a:pt x="238760" y="2540"/>
                  </a:lnTo>
                  <a:lnTo>
                    <a:pt x="237490" y="2540"/>
                  </a:lnTo>
                  <a:lnTo>
                    <a:pt x="237490" y="6350"/>
                  </a:lnTo>
                  <a:lnTo>
                    <a:pt x="237490" y="8890"/>
                  </a:lnTo>
                  <a:lnTo>
                    <a:pt x="236220" y="8890"/>
                  </a:lnTo>
                  <a:lnTo>
                    <a:pt x="236220" y="11430"/>
                  </a:lnTo>
                  <a:lnTo>
                    <a:pt x="234950" y="11430"/>
                  </a:lnTo>
                  <a:lnTo>
                    <a:pt x="234950" y="12700"/>
                  </a:lnTo>
                  <a:lnTo>
                    <a:pt x="233680" y="12700"/>
                  </a:lnTo>
                  <a:lnTo>
                    <a:pt x="233680" y="15240"/>
                  </a:lnTo>
                  <a:lnTo>
                    <a:pt x="232410" y="15240"/>
                  </a:lnTo>
                  <a:lnTo>
                    <a:pt x="232410" y="16510"/>
                  </a:lnTo>
                  <a:lnTo>
                    <a:pt x="231140" y="16510"/>
                  </a:lnTo>
                  <a:lnTo>
                    <a:pt x="231140" y="17780"/>
                  </a:lnTo>
                  <a:lnTo>
                    <a:pt x="228600" y="17780"/>
                  </a:lnTo>
                  <a:lnTo>
                    <a:pt x="228600" y="19050"/>
                  </a:lnTo>
                  <a:lnTo>
                    <a:pt x="227330" y="19050"/>
                  </a:lnTo>
                  <a:lnTo>
                    <a:pt x="227330" y="20320"/>
                  </a:lnTo>
                  <a:lnTo>
                    <a:pt x="224790" y="20320"/>
                  </a:lnTo>
                  <a:lnTo>
                    <a:pt x="224790" y="21590"/>
                  </a:lnTo>
                  <a:lnTo>
                    <a:pt x="381000" y="21590"/>
                  </a:lnTo>
                  <a:lnTo>
                    <a:pt x="381000" y="20320"/>
                  </a:lnTo>
                  <a:lnTo>
                    <a:pt x="381000" y="19050"/>
                  </a:lnTo>
                  <a:lnTo>
                    <a:pt x="381000" y="17780"/>
                  </a:lnTo>
                  <a:lnTo>
                    <a:pt x="381000" y="16510"/>
                  </a:lnTo>
                  <a:lnTo>
                    <a:pt x="382270" y="16510"/>
                  </a:lnTo>
                  <a:lnTo>
                    <a:pt x="382270" y="6350"/>
                  </a:lnTo>
                  <a:lnTo>
                    <a:pt x="383540" y="6350"/>
                  </a:lnTo>
                  <a:lnTo>
                    <a:pt x="383540" y="2540"/>
                  </a:lnTo>
                  <a:lnTo>
                    <a:pt x="383540" y="0"/>
                  </a:lnTo>
                  <a:close/>
                </a:path>
              </a:pathLst>
            </a:custGeom>
            <a:solidFill>
              <a:srgbClr val="1C1C30"/>
            </a:solidFill>
          </p:spPr>
          <p:txBody>
            <a:bodyPr wrap="square" lIns="0" tIns="0" rIns="0" bIns="0" rtlCol="0"/>
            <a:lstStyle/>
            <a:p/>
          </p:txBody>
        </p:sp>
        <p:sp>
          <p:nvSpPr>
            <p:cNvPr id="543" name="object 543"/>
            <p:cNvSpPr/>
            <p:nvPr/>
          </p:nvSpPr>
          <p:spPr>
            <a:xfrm>
              <a:off x="3277869" y="1529079"/>
              <a:ext cx="377190" cy="21590"/>
            </a:xfrm>
            <a:custGeom>
              <a:avLst/>
              <a:gdLst/>
              <a:ahLst/>
              <a:cxnLst/>
              <a:rect l="l" t="t" r="r" b="b"/>
              <a:pathLst>
                <a:path w="377189" h="21590">
                  <a:moveTo>
                    <a:pt x="177799" y="1270"/>
                  </a:moveTo>
                  <a:lnTo>
                    <a:pt x="1269" y="1270"/>
                  </a:lnTo>
                  <a:lnTo>
                    <a:pt x="1269" y="7620"/>
                  </a:lnTo>
                  <a:lnTo>
                    <a:pt x="2539" y="7620"/>
                  </a:lnTo>
                  <a:lnTo>
                    <a:pt x="2539" y="12700"/>
                  </a:lnTo>
                  <a:lnTo>
                    <a:pt x="3809" y="12700"/>
                  </a:lnTo>
                  <a:lnTo>
                    <a:pt x="3809" y="17780"/>
                  </a:lnTo>
                  <a:lnTo>
                    <a:pt x="5079" y="17780"/>
                  </a:lnTo>
                  <a:lnTo>
                    <a:pt x="5079" y="21590"/>
                  </a:lnTo>
                  <a:lnTo>
                    <a:pt x="373379" y="21590"/>
                  </a:lnTo>
                  <a:lnTo>
                    <a:pt x="373379" y="16510"/>
                  </a:lnTo>
                  <a:lnTo>
                    <a:pt x="374649" y="16510"/>
                  </a:lnTo>
                  <a:lnTo>
                    <a:pt x="374650" y="8890"/>
                  </a:lnTo>
                  <a:lnTo>
                    <a:pt x="375919" y="8890"/>
                  </a:lnTo>
                  <a:lnTo>
                    <a:pt x="375919" y="6350"/>
                  </a:lnTo>
                  <a:lnTo>
                    <a:pt x="189229" y="6350"/>
                  </a:lnTo>
                  <a:lnTo>
                    <a:pt x="189229" y="5080"/>
                  </a:lnTo>
                  <a:lnTo>
                    <a:pt x="185419" y="5080"/>
                  </a:lnTo>
                  <a:lnTo>
                    <a:pt x="185419" y="3810"/>
                  </a:lnTo>
                  <a:lnTo>
                    <a:pt x="181609" y="3810"/>
                  </a:lnTo>
                  <a:lnTo>
                    <a:pt x="181609" y="2540"/>
                  </a:lnTo>
                  <a:lnTo>
                    <a:pt x="177799" y="2540"/>
                  </a:lnTo>
                  <a:lnTo>
                    <a:pt x="177799" y="1270"/>
                  </a:lnTo>
                  <a:close/>
                </a:path>
                <a:path w="377189" h="21590">
                  <a:moveTo>
                    <a:pt x="375920" y="2540"/>
                  </a:moveTo>
                  <a:lnTo>
                    <a:pt x="215900" y="2540"/>
                  </a:lnTo>
                  <a:lnTo>
                    <a:pt x="215900" y="3810"/>
                  </a:lnTo>
                  <a:lnTo>
                    <a:pt x="212089" y="3810"/>
                  </a:lnTo>
                  <a:lnTo>
                    <a:pt x="212089" y="5080"/>
                  </a:lnTo>
                  <a:lnTo>
                    <a:pt x="208279" y="5080"/>
                  </a:lnTo>
                  <a:lnTo>
                    <a:pt x="208279" y="6350"/>
                  </a:lnTo>
                  <a:lnTo>
                    <a:pt x="375919" y="6350"/>
                  </a:lnTo>
                  <a:lnTo>
                    <a:pt x="375920" y="2540"/>
                  </a:lnTo>
                  <a:close/>
                </a:path>
                <a:path w="377189" h="21590">
                  <a:moveTo>
                    <a:pt x="377189" y="0"/>
                  </a:moveTo>
                  <a:lnTo>
                    <a:pt x="219709" y="0"/>
                  </a:lnTo>
                  <a:lnTo>
                    <a:pt x="219709" y="1270"/>
                  </a:lnTo>
                  <a:lnTo>
                    <a:pt x="217169" y="1270"/>
                  </a:lnTo>
                  <a:lnTo>
                    <a:pt x="217169" y="2540"/>
                  </a:lnTo>
                  <a:lnTo>
                    <a:pt x="377189" y="2540"/>
                  </a:lnTo>
                  <a:lnTo>
                    <a:pt x="377189" y="0"/>
                  </a:lnTo>
                  <a:close/>
                </a:path>
                <a:path w="377189" h="21590">
                  <a:moveTo>
                    <a:pt x="176529" y="0"/>
                  </a:moveTo>
                  <a:lnTo>
                    <a:pt x="0" y="0"/>
                  </a:lnTo>
                  <a:lnTo>
                    <a:pt x="0" y="1270"/>
                  </a:lnTo>
                  <a:lnTo>
                    <a:pt x="176529" y="1270"/>
                  </a:lnTo>
                  <a:lnTo>
                    <a:pt x="176529" y="0"/>
                  </a:lnTo>
                  <a:close/>
                </a:path>
              </a:pathLst>
            </a:custGeom>
            <a:solidFill>
              <a:srgbClr val="1C1C31"/>
            </a:solidFill>
          </p:spPr>
          <p:txBody>
            <a:bodyPr wrap="square" lIns="0" tIns="0" rIns="0" bIns="0" rtlCol="0"/>
            <a:lstStyle/>
            <a:p/>
          </p:txBody>
        </p:sp>
        <p:sp>
          <p:nvSpPr>
            <p:cNvPr id="544" name="object 544"/>
            <p:cNvSpPr/>
            <p:nvPr/>
          </p:nvSpPr>
          <p:spPr>
            <a:xfrm>
              <a:off x="3282949" y="1550669"/>
              <a:ext cx="367030" cy="43180"/>
            </a:xfrm>
            <a:custGeom>
              <a:avLst/>
              <a:gdLst/>
              <a:ahLst/>
              <a:cxnLst/>
              <a:rect l="l" t="t" r="r" b="b"/>
              <a:pathLst>
                <a:path w="367029" h="43180">
                  <a:moveTo>
                    <a:pt x="365760" y="3822"/>
                  </a:moveTo>
                  <a:lnTo>
                    <a:pt x="1270" y="3822"/>
                  </a:lnTo>
                  <a:lnTo>
                    <a:pt x="1270" y="6350"/>
                  </a:lnTo>
                  <a:lnTo>
                    <a:pt x="2540" y="6350"/>
                  </a:lnTo>
                  <a:lnTo>
                    <a:pt x="2540" y="11430"/>
                  </a:lnTo>
                  <a:lnTo>
                    <a:pt x="3810" y="11430"/>
                  </a:lnTo>
                  <a:lnTo>
                    <a:pt x="3810" y="15240"/>
                  </a:lnTo>
                  <a:lnTo>
                    <a:pt x="5067" y="15240"/>
                  </a:lnTo>
                  <a:lnTo>
                    <a:pt x="5067" y="20320"/>
                  </a:lnTo>
                  <a:lnTo>
                    <a:pt x="6350" y="20320"/>
                  </a:lnTo>
                  <a:lnTo>
                    <a:pt x="6350" y="21590"/>
                  </a:lnTo>
                  <a:lnTo>
                    <a:pt x="6350" y="22860"/>
                  </a:lnTo>
                  <a:lnTo>
                    <a:pt x="6350" y="24130"/>
                  </a:lnTo>
                  <a:lnTo>
                    <a:pt x="7620" y="24130"/>
                  </a:lnTo>
                  <a:lnTo>
                    <a:pt x="7620" y="26670"/>
                  </a:lnTo>
                  <a:lnTo>
                    <a:pt x="7620" y="27940"/>
                  </a:lnTo>
                  <a:lnTo>
                    <a:pt x="8890" y="27940"/>
                  </a:lnTo>
                  <a:lnTo>
                    <a:pt x="8890" y="30480"/>
                  </a:lnTo>
                  <a:lnTo>
                    <a:pt x="8890" y="33020"/>
                  </a:lnTo>
                  <a:lnTo>
                    <a:pt x="10160" y="33020"/>
                  </a:lnTo>
                  <a:lnTo>
                    <a:pt x="10160" y="35560"/>
                  </a:lnTo>
                  <a:lnTo>
                    <a:pt x="10160" y="36830"/>
                  </a:lnTo>
                  <a:lnTo>
                    <a:pt x="11417" y="36830"/>
                  </a:lnTo>
                  <a:lnTo>
                    <a:pt x="11417" y="39370"/>
                  </a:lnTo>
                  <a:lnTo>
                    <a:pt x="12700" y="39370"/>
                  </a:lnTo>
                  <a:lnTo>
                    <a:pt x="12700" y="41910"/>
                  </a:lnTo>
                  <a:lnTo>
                    <a:pt x="13970" y="41910"/>
                  </a:lnTo>
                  <a:lnTo>
                    <a:pt x="13970" y="43180"/>
                  </a:lnTo>
                  <a:lnTo>
                    <a:pt x="354330" y="43180"/>
                  </a:lnTo>
                  <a:lnTo>
                    <a:pt x="354330" y="41910"/>
                  </a:lnTo>
                  <a:lnTo>
                    <a:pt x="355600" y="41910"/>
                  </a:lnTo>
                  <a:lnTo>
                    <a:pt x="355600" y="39370"/>
                  </a:lnTo>
                  <a:lnTo>
                    <a:pt x="356857" y="39370"/>
                  </a:lnTo>
                  <a:lnTo>
                    <a:pt x="356857" y="36830"/>
                  </a:lnTo>
                  <a:lnTo>
                    <a:pt x="356870" y="35560"/>
                  </a:lnTo>
                  <a:lnTo>
                    <a:pt x="358140" y="35560"/>
                  </a:lnTo>
                  <a:lnTo>
                    <a:pt x="358140" y="33020"/>
                  </a:lnTo>
                  <a:lnTo>
                    <a:pt x="358140" y="30480"/>
                  </a:lnTo>
                  <a:lnTo>
                    <a:pt x="359410" y="30480"/>
                  </a:lnTo>
                  <a:lnTo>
                    <a:pt x="359410" y="27940"/>
                  </a:lnTo>
                  <a:lnTo>
                    <a:pt x="359410" y="26670"/>
                  </a:lnTo>
                  <a:lnTo>
                    <a:pt x="360680" y="26670"/>
                  </a:lnTo>
                  <a:lnTo>
                    <a:pt x="360680" y="24130"/>
                  </a:lnTo>
                  <a:lnTo>
                    <a:pt x="360680" y="22860"/>
                  </a:lnTo>
                  <a:lnTo>
                    <a:pt x="361950" y="22860"/>
                  </a:lnTo>
                  <a:lnTo>
                    <a:pt x="361950" y="21590"/>
                  </a:lnTo>
                  <a:lnTo>
                    <a:pt x="361950" y="17780"/>
                  </a:lnTo>
                  <a:lnTo>
                    <a:pt x="363207" y="17780"/>
                  </a:lnTo>
                  <a:lnTo>
                    <a:pt x="363220" y="12700"/>
                  </a:lnTo>
                  <a:lnTo>
                    <a:pt x="364490" y="12700"/>
                  </a:lnTo>
                  <a:lnTo>
                    <a:pt x="364490" y="8890"/>
                  </a:lnTo>
                  <a:lnTo>
                    <a:pt x="365760" y="8890"/>
                  </a:lnTo>
                  <a:lnTo>
                    <a:pt x="365760" y="3822"/>
                  </a:lnTo>
                  <a:close/>
                </a:path>
                <a:path w="367029" h="43180">
                  <a:moveTo>
                    <a:pt x="367030" y="0"/>
                  </a:moveTo>
                  <a:lnTo>
                    <a:pt x="0" y="0"/>
                  </a:lnTo>
                  <a:lnTo>
                    <a:pt x="0" y="1270"/>
                  </a:lnTo>
                  <a:lnTo>
                    <a:pt x="1270" y="1270"/>
                  </a:lnTo>
                  <a:lnTo>
                    <a:pt x="1270" y="3810"/>
                  </a:lnTo>
                  <a:lnTo>
                    <a:pt x="367030" y="3810"/>
                  </a:lnTo>
                  <a:lnTo>
                    <a:pt x="367030" y="0"/>
                  </a:lnTo>
                  <a:close/>
                </a:path>
              </a:pathLst>
            </a:custGeom>
            <a:solidFill>
              <a:srgbClr val="1D1D33"/>
            </a:solidFill>
          </p:spPr>
          <p:txBody>
            <a:bodyPr wrap="square" lIns="0" tIns="0" rIns="0" bIns="0" rtlCol="0"/>
            <a:lstStyle/>
            <a:p/>
          </p:txBody>
        </p:sp>
        <p:sp>
          <p:nvSpPr>
            <p:cNvPr id="545" name="object 545"/>
            <p:cNvSpPr/>
            <p:nvPr/>
          </p:nvSpPr>
          <p:spPr>
            <a:xfrm>
              <a:off x="3296919" y="1593849"/>
              <a:ext cx="340360" cy="21590"/>
            </a:xfrm>
            <a:custGeom>
              <a:avLst/>
              <a:gdLst/>
              <a:ahLst/>
              <a:cxnLst/>
              <a:rect l="l" t="t" r="r" b="b"/>
              <a:pathLst>
                <a:path w="340360" h="21590">
                  <a:moveTo>
                    <a:pt x="337820" y="5207"/>
                  </a:moveTo>
                  <a:lnTo>
                    <a:pt x="2540" y="5207"/>
                  </a:lnTo>
                  <a:lnTo>
                    <a:pt x="2540" y="7747"/>
                  </a:lnTo>
                  <a:lnTo>
                    <a:pt x="3797" y="7747"/>
                  </a:lnTo>
                  <a:lnTo>
                    <a:pt x="3797" y="10287"/>
                  </a:lnTo>
                  <a:lnTo>
                    <a:pt x="5080" y="10287"/>
                  </a:lnTo>
                  <a:lnTo>
                    <a:pt x="5080" y="12700"/>
                  </a:lnTo>
                  <a:lnTo>
                    <a:pt x="5080" y="13970"/>
                  </a:lnTo>
                  <a:lnTo>
                    <a:pt x="6350" y="13970"/>
                  </a:lnTo>
                  <a:lnTo>
                    <a:pt x="6350" y="15240"/>
                  </a:lnTo>
                  <a:lnTo>
                    <a:pt x="6350" y="16510"/>
                  </a:lnTo>
                  <a:lnTo>
                    <a:pt x="7620" y="16510"/>
                  </a:lnTo>
                  <a:lnTo>
                    <a:pt x="7620" y="17780"/>
                  </a:lnTo>
                  <a:lnTo>
                    <a:pt x="7620" y="19050"/>
                  </a:lnTo>
                  <a:lnTo>
                    <a:pt x="8890" y="19050"/>
                  </a:lnTo>
                  <a:lnTo>
                    <a:pt x="8890" y="20320"/>
                  </a:lnTo>
                  <a:lnTo>
                    <a:pt x="8890" y="21590"/>
                  </a:lnTo>
                  <a:lnTo>
                    <a:pt x="330200" y="21590"/>
                  </a:lnTo>
                  <a:lnTo>
                    <a:pt x="330200" y="20320"/>
                  </a:lnTo>
                  <a:lnTo>
                    <a:pt x="331470" y="20320"/>
                  </a:lnTo>
                  <a:lnTo>
                    <a:pt x="331470" y="19050"/>
                  </a:lnTo>
                  <a:lnTo>
                    <a:pt x="331470" y="17780"/>
                  </a:lnTo>
                  <a:lnTo>
                    <a:pt x="332740" y="17780"/>
                  </a:lnTo>
                  <a:lnTo>
                    <a:pt x="332740" y="16510"/>
                  </a:lnTo>
                  <a:lnTo>
                    <a:pt x="332740" y="15240"/>
                  </a:lnTo>
                  <a:lnTo>
                    <a:pt x="334010" y="15240"/>
                  </a:lnTo>
                  <a:lnTo>
                    <a:pt x="334010" y="13970"/>
                  </a:lnTo>
                  <a:lnTo>
                    <a:pt x="334010" y="12700"/>
                  </a:lnTo>
                  <a:lnTo>
                    <a:pt x="335280" y="12700"/>
                  </a:lnTo>
                  <a:lnTo>
                    <a:pt x="335280" y="10287"/>
                  </a:lnTo>
                  <a:lnTo>
                    <a:pt x="336537" y="10287"/>
                  </a:lnTo>
                  <a:lnTo>
                    <a:pt x="336537" y="7747"/>
                  </a:lnTo>
                  <a:lnTo>
                    <a:pt x="337820" y="7747"/>
                  </a:lnTo>
                  <a:lnTo>
                    <a:pt x="337820" y="5207"/>
                  </a:lnTo>
                  <a:close/>
                </a:path>
                <a:path w="340360" h="21590">
                  <a:moveTo>
                    <a:pt x="340360" y="0"/>
                  </a:moveTo>
                  <a:lnTo>
                    <a:pt x="0" y="0"/>
                  </a:lnTo>
                  <a:lnTo>
                    <a:pt x="0" y="2540"/>
                  </a:lnTo>
                  <a:lnTo>
                    <a:pt x="1270" y="2540"/>
                  </a:lnTo>
                  <a:lnTo>
                    <a:pt x="1270" y="5080"/>
                  </a:lnTo>
                  <a:lnTo>
                    <a:pt x="339090" y="5080"/>
                  </a:lnTo>
                  <a:lnTo>
                    <a:pt x="339090" y="2540"/>
                  </a:lnTo>
                  <a:lnTo>
                    <a:pt x="340360" y="2540"/>
                  </a:lnTo>
                  <a:lnTo>
                    <a:pt x="340360" y="0"/>
                  </a:lnTo>
                  <a:close/>
                </a:path>
              </a:pathLst>
            </a:custGeom>
            <a:solidFill>
              <a:srgbClr val="1E1E34"/>
            </a:solidFill>
          </p:spPr>
          <p:txBody>
            <a:bodyPr wrap="square" lIns="0" tIns="0" rIns="0" bIns="0" rtlCol="0"/>
            <a:lstStyle/>
            <a:p/>
          </p:txBody>
        </p:sp>
        <p:sp>
          <p:nvSpPr>
            <p:cNvPr id="546" name="object 546"/>
            <p:cNvSpPr/>
            <p:nvPr/>
          </p:nvSpPr>
          <p:spPr>
            <a:xfrm>
              <a:off x="3305809" y="1615439"/>
              <a:ext cx="321310" cy="21590"/>
            </a:xfrm>
            <a:custGeom>
              <a:avLst/>
              <a:gdLst/>
              <a:ahLst/>
              <a:cxnLst/>
              <a:rect l="l" t="t" r="r" b="b"/>
              <a:pathLst>
                <a:path w="321310" h="21589">
                  <a:moveTo>
                    <a:pt x="307340" y="20447"/>
                  </a:moveTo>
                  <a:lnTo>
                    <a:pt x="12700" y="20447"/>
                  </a:lnTo>
                  <a:lnTo>
                    <a:pt x="12700" y="21590"/>
                  </a:lnTo>
                  <a:lnTo>
                    <a:pt x="307340" y="21590"/>
                  </a:lnTo>
                  <a:lnTo>
                    <a:pt x="307340" y="20447"/>
                  </a:lnTo>
                  <a:close/>
                </a:path>
                <a:path w="321310" h="21589">
                  <a:moveTo>
                    <a:pt x="313690" y="11557"/>
                  </a:moveTo>
                  <a:lnTo>
                    <a:pt x="6350" y="11557"/>
                  </a:lnTo>
                  <a:lnTo>
                    <a:pt x="6350" y="12700"/>
                  </a:lnTo>
                  <a:lnTo>
                    <a:pt x="7607" y="12700"/>
                  </a:lnTo>
                  <a:lnTo>
                    <a:pt x="7607" y="15240"/>
                  </a:lnTo>
                  <a:lnTo>
                    <a:pt x="8890" y="15240"/>
                  </a:lnTo>
                  <a:lnTo>
                    <a:pt x="8890" y="16510"/>
                  </a:lnTo>
                  <a:lnTo>
                    <a:pt x="10160" y="16510"/>
                  </a:lnTo>
                  <a:lnTo>
                    <a:pt x="10160" y="17780"/>
                  </a:lnTo>
                  <a:lnTo>
                    <a:pt x="11430" y="17780"/>
                  </a:lnTo>
                  <a:lnTo>
                    <a:pt x="11430" y="19050"/>
                  </a:lnTo>
                  <a:lnTo>
                    <a:pt x="11430" y="20320"/>
                  </a:lnTo>
                  <a:lnTo>
                    <a:pt x="307340" y="20320"/>
                  </a:lnTo>
                  <a:lnTo>
                    <a:pt x="307340" y="20447"/>
                  </a:lnTo>
                  <a:lnTo>
                    <a:pt x="308597" y="20447"/>
                  </a:lnTo>
                  <a:lnTo>
                    <a:pt x="308597" y="20320"/>
                  </a:lnTo>
                  <a:lnTo>
                    <a:pt x="308597" y="19050"/>
                  </a:lnTo>
                  <a:lnTo>
                    <a:pt x="309880" y="19050"/>
                  </a:lnTo>
                  <a:lnTo>
                    <a:pt x="309880" y="17780"/>
                  </a:lnTo>
                  <a:lnTo>
                    <a:pt x="309880" y="16510"/>
                  </a:lnTo>
                  <a:lnTo>
                    <a:pt x="311150" y="16510"/>
                  </a:lnTo>
                  <a:lnTo>
                    <a:pt x="311150" y="15240"/>
                  </a:lnTo>
                  <a:lnTo>
                    <a:pt x="312420" y="15240"/>
                  </a:lnTo>
                  <a:lnTo>
                    <a:pt x="312420" y="12700"/>
                  </a:lnTo>
                  <a:lnTo>
                    <a:pt x="313690" y="12700"/>
                  </a:lnTo>
                  <a:lnTo>
                    <a:pt x="313690" y="11557"/>
                  </a:lnTo>
                  <a:close/>
                </a:path>
                <a:path w="321310" h="21589">
                  <a:moveTo>
                    <a:pt x="321310" y="0"/>
                  </a:moveTo>
                  <a:lnTo>
                    <a:pt x="0" y="0"/>
                  </a:lnTo>
                  <a:lnTo>
                    <a:pt x="0" y="1270"/>
                  </a:lnTo>
                  <a:lnTo>
                    <a:pt x="1257" y="1270"/>
                  </a:lnTo>
                  <a:lnTo>
                    <a:pt x="1257" y="2540"/>
                  </a:lnTo>
                  <a:lnTo>
                    <a:pt x="1257" y="3810"/>
                  </a:lnTo>
                  <a:lnTo>
                    <a:pt x="2540" y="3810"/>
                  </a:lnTo>
                  <a:lnTo>
                    <a:pt x="2540" y="5080"/>
                  </a:lnTo>
                  <a:lnTo>
                    <a:pt x="2540" y="6350"/>
                  </a:lnTo>
                  <a:lnTo>
                    <a:pt x="3810" y="6350"/>
                  </a:lnTo>
                  <a:lnTo>
                    <a:pt x="3810" y="7620"/>
                  </a:lnTo>
                  <a:lnTo>
                    <a:pt x="5080" y="7620"/>
                  </a:lnTo>
                  <a:lnTo>
                    <a:pt x="5080" y="8890"/>
                  </a:lnTo>
                  <a:lnTo>
                    <a:pt x="5080" y="10160"/>
                  </a:lnTo>
                  <a:lnTo>
                    <a:pt x="6350" y="10160"/>
                  </a:lnTo>
                  <a:lnTo>
                    <a:pt x="6350" y="11430"/>
                  </a:lnTo>
                  <a:lnTo>
                    <a:pt x="314960" y="11430"/>
                  </a:lnTo>
                  <a:lnTo>
                    <a:pt x="314960" y="10160"/>
                  </a:lnTo>
                  <a:lnTo>
                    <a:pt x="314947" y="8890"/>
                  </a:lnTo>
                  <a:lnTo>
                    <a:pt x="316230" y="8890"/>
                  </a:lnTo>
                  <a:lnTo>
                    <a:pt x="316230" y="7747"/>
                  </a:lnTo>
                  <a:lnTo>
                    <a:pt x="317500" y="7747"/>
                  </a:lnTo>
                  <a:lnTo>
                    <a:pt x="317500" y="7620"/>
                  </a:lnTo>
                  <a:lnTo>
                    <a:pt x="317500" y="6350"/>
                  </a:lnTo>
                  <a:lnTo>
                    <a:pt x="317500" y="5080"/>
                  </a:lnTo>
                  <a:lnTo>
                    <a:pt x="318770" y="5080"/>
                  </a:lnTo>
                  <a:lnTo>
                    <a:pt x="318770" y="3810"/>
                  </a:lnTo>
                  <a:lnTo>
                    <a:pt x="318770" y="2540"/>
                  </a:lnTo>
                  <a:lnTo>
                    <a:pt x="320040" y="2540"/>
                  </a:lnTo>
                  <a:lnTo>
                    <a:pt x="320040" y="1397"/>
                  </a:lnTo>
                  <a:lnTo>
                    <a:pt x="321310" y="1397"/>
                  </a:lnTo>
                  <a:lnTo>
                    <a:pt x="321310" y="1270"/>
                  </a:lnTo>
                  <a:lnTo>
                    <a:pt x="321310" y="0"/>
                  </a:lnTo>
                  <a:close/>
                </a:path>
              </a:pathLst>
            </a:custGeom>
            <a:solidFill>
              <a:srgbClr val="1F1F35"/>
            </a:solidFill>
          </p:spPr>
          <p:txBody>
            <a:bodyPr wrap="square" lIns="0" tIns="0" rIns="0" bIns="0" rtlCol="0"/>
            <a:lstStyle/>
            <a:p/>
          </p:txBody>
        </p:sp>
        <p:sp>
          <p:nvSpPr>
            <p:cNvPr id="547" name="object 547"/>
            <p:cNvSpPr/>
            <p:nvPr/>
          </p:nvSpPr>
          <p:spPr>
            <a:xfrm>
              <a:off x="3319767" y="1637029"/>
              <a:ext cx="292735" cy="21590"/>
            </a:xfrm>
            <a:custGeom>
              <a:avLst/>
              <a:gdLst/>
              <a:ahLst/>
              <a:cxnLst/>
              <a:rect l="l" t="t" r="r" b="b"/>
              <a:pathLst>
                <a:path w="292735" h="21589">
                  <a:moveTo>
                    <a:pt x="276872" y="17907"/>
                  </a:moveTo>
                  <a:lnTo>
                    <a:pt x="12712" y="17907"/>
                  </a:lnTo>
                  <a:lnTo>
                    <a:pt x="12712" y="19050"/>
                  </a:lnTo>
                  <a:lnTo>
                    <a:pt x="13982" y="19050"/>
                  </a:lnTo>
                  <a:lnTo>
                    <a:pt x="13982" y="20320"/>
                  </a:lnTo>
                  <a:lnTo>
                    <a:pt x="15252" y="20320"/>
                  </a:lnTo>
                  <a:lnTo>
                    <a:pt x="15252" y="21590"/>
                  </a:lnTo>
                  <a:lnTo>
                    <a:pt x="274332" y="21590"/>
                  </a:lnTo>
                  <a:lnTo>
                    <a:pt x="274332" y="20320"/>
                  </a:lnTo>
                  <a:lnTo>
                    <a:pt x="275602" y="20320"/>
                  </a:lnTo>
                  <a:lnTo>
                    <a:pt x="275602" y="19050"/>
                  </a:lnTo>
                  <a:lnTo>
                    <a:pt x="276872" y="19050"/>
                  </a:lnTo>
                  <a:lnTo>
                    <a:pt x="276872" y="17907"/>
                  </a:lnTo>
                  <a:close/>
                </a:path>
                <a:path w="292735" h="21589">
                  <a:moveTo>
                    <a:pt x="279412" y="15367"/>
                  </a:moveTo>
                  <a:lnTo>
                    <a:pt x="11442" y="15367"/>
                  </a:lnTo>
                  <a:lnTo>
                    <a:pt x="11442" y="16510"/>
                  </a:lnTo>
                  <a:lnTo>
                    <a:pt x="12712" y="16510"/>
                  </a:lnTo>
                  <a:lnTo>
                    <a:pt x="12712" y="17780"/>
                  </a:lnTo>
                  <a:lnTo>
                    <a:pt x="278130" y="17780"/>
                  </a:lnTo>
                  <a:lnTo>
                    <a:pt x="278130" y="16510"/>
                  </a:lnTo>
                  <a:lnTo>
                    <a:pt x="279412" y="16510"/>
                  </a:lnTo>
                  <a:lnTo>
                    <a:pt x="279412" y="15367"/>
                  </a:lnTo>
                  <a:close/>
                </a:path>
                <a:path w="292735" h="21589">
                  <a:moveTo>
                    <a:pt x="283222" y="11557"/>
                  </a:moveTo>
                  <a:lnTo>
                    <a:pt x="7632" y="11557"/>
                  </a:lnTo>
                  <a:lnTo>
                    <a:pt x="7632" y="12700"/>
                  </a:lnTo>
                  <a:lnTo>
                    <a:pt x="8902" y="12700"/>
                  </a:lnTo>
                  <a:lnTo>
                    <a:pt x="8902" y="13970"/>
                  </a:lnTo>
                  <a:lnTo>
                    <a:pt x="10172" y="13970"/>
                  </a:lnTo>
                  <a:lnTo>
                    <a:pt x="10172" y="15240"/>
                  </a:lnTo>
                  <a:lnTo>
                    <a:pt x="279412" y="15240"/>
                  </a:lnTo>
                  <a:lnTo>
                    <a:pt x="279412" y="15367"/>
                  </a:lnTo>
                  <a:lnTo>
                    <a:pt x="280682" y="15367"/>
                  </a:lnTo>
                  <a:lnTo>
                    <a:pt x="280682" y="15240"/>
                  </a:lnTo>
                  <a:lnTo>
                    <a:pt x="280682" y="13970"/>
                  </a:lnTo>
                  <a:lnTo>
                    <a:pt x="281952" y="13970"/>
                  </a:lnTo>
                  <a:lnTo>
                    <a:pt x="281952" y="12700"/>
                  </a:lnTo>
                  <a:lnTo>
                    <a:pt x="283222" y="12700"/>
                  </a:lnTo>
                  <a:lnTo>
                    <a:pt x="283222" y="11557"/>
                  </a:lnTo>
                  <a:close/>
                </a:path>
                <a:path w="292735" h="21589">
                  <a:moveTo>
                    <a:pt x="285762" y="9017"/>
                  </a:moveTo>
                  <a:lnTo>
                    <a:pt x="6350" y="9017"/>
                  </a:lnTo>
                  <a:lnTo>
                    <a:pt x="6350" y="10160"/>
                  </a:lnTo>
                  <a:lnTo>
                    <a:pt x="7632" y="10160"/>
                  </a:lnTo>
                  <a:lnTo>
                    <a:pt x="7632" y="11430"/>
                  </a:lnTo>
                  <a:lnTo>
                    <a:pt x="284492" y="11430"/>
                  </a:lnTo>
                  <a:lnTo>
                    <a:pt x="284492" y="10160"/>
                  </a:lnTo>
                  <a:lnTo>
                    <a:pt x="285762" y="10160"/>
                  </a:lnTo>
                  <a:lnTo>
                    <a:pt x="285762" y="9017"/>
                  </a:lnTo>
                  <a:close/>
                </a:path>
                <a:path w="292735" h="21589">
                  <a:moveTo>
                    <a:pt x="290842" y="2667"/>
                  </a:moveTo>
                  <a:lnTo>
                    <a:pt x="1282" y="2667"/>
                  </a:lnTo>
                  <a:lnTo>
                    <a:pt x="1282" y="3810"/>
                  </a:lnTo>
                  <a:lnTo>
                    <a:pt x="2552" y="3810"/>
                  </a:lnTo>
                  <a:lnTo>
                    <a:pt x="2552" y="5207"/>
                  </a:lnTo>
                  <a:lnTo>
                    <a:pt x="3822" y="5207"/>
                  </a:lnTo>
                  <a:lnTo>
                    <a:pt x="3822" y="7620"/>
                  </a:lnTo>
                  <a:lnTo>
                    <a:pt x="5092" y="7620"/>
                  </a:lnTo>
                  <a:lnTo>
                    <a:pt x="5092" y="8890"/>
                  </a:lnTo>
                  <a:lnTo>
                    <a:pt x="285762" y="8890"/>
                  </a:lnTo>
                  <a:lnTo>
                    <a:pt x="285762" y="9017"/>
                  </a:lnTo>
                  <a:lnTo>
                    <a:pt x="287032" y="9017"/>
                  </a:lnTo>
                  <a:lnTo>
                    <a:pt x="287032" y="8890"/>
                  </a:lnTo>
                  <a:lnTo>
                    <a:pt x="287032" y="7620"/>
                  </a:lnTo>
                  <a:lnTo>
                    <a:pt x="288290" y="7620"/>
                  </a:lnTo>
                  <a:lnTo>
                    <a:pt x="288290" y="5207"/>
                  </a:lnTo>
                  <a:lnTo>
                    <a:pt x="289572" y="5207"/>
                  </a:lnTo>
                  <a:lnTo>
                    <a:pt x="289572" y="3810"/>
                  </a:lnTo>
                  <a:lnTo>
                    <a:pt x="290842" y="3810"/>
                  </a:lnTo>
                  <a:lnTo>
                    <a:pt x="290842" y="2667"/>
                  </a:lnTo>
                  <a:close/>
                </a:path>
                <a:path w="292735" h="21589">
                  <a:moveTo>
                    <a:pt x="292112" y="0"/>
                  </a:moveTo>
                  <a:lnTo>
                    <a:pt x="0" y="0"/>
                  </a:lnTo>
                  <a:lnTo>
                    <a:pt x="0" y="1270"/>
                  </a:lnTo>
                  <a:lnTo>
                    <a:pt x="1282" y="1270"/>
                  </a:lnTo>
                  <a:lnTo>
                    <a:pt x="1282" y="2540"/>
                  </a:lnTo>
                  <a:lnTo>
                    <a:pt x="292112" y="2540"/>
                  </a:lnTo>
                  <a:lnTo>
                    <a:pt x="292112" y="1270"/>
                  </a:lnTo>
                  <a:lnTo>
                    <a:pt x="292112" y="0"/>
                  </a:lnTo>
                  <a:close/>
                </a:path>
              </a:pathLst>
            </a:custGeom>
            <a:solidFill>
              <a:srgbClr val="1F1F36"/>
            </a:solidFill>
          </p:spPr>
          <p:txBody>
            <a:bodyPr wrap="square" lIns="0" tIns="0" rIns="0" bIns="0" rtlCol="0"/>
            <a:lstStyle/>
            <a:p/>
          </p:txBody>
        </p:sp>
        <p:sp>
          <p:nvSpPr>
            <p:cNvPr id="548" name="object 548"/>
            <p:cNvSpPr/>
            <p:nvPr/>
          </p:nvSpPr>
          <p:spPr>
            <a:xfrm>
              <a:off x="3335019" y="1658619"/>
              <a:ext cx="259079" cy="20320"/>
            </a:xfrm>
            <a:custGeom>
              <a:avLst/>
              <a:gdLst/>
              <a:ahLst/>
              <a:cxnLst/>
              <a:rect l="l" t="t" r="r" b="b"/>
              <a:pathLst>
                <a:path w="259079" h="20319">
                  <a:moveTo>
                    <a:pt x="1270" y="0"/>
                  </a:moveTo>
                  <a:lnTo>
                    <a:pt x="0" y="0"/>
                  </a:lnTo>
                  <a:lnTo>
                    <a:pt x="0" y="127"/>
                  </a:lnTo>
                  <a:lnTo>
                    <a:pt x="1270" y="127"/>
                  </a:lnTo>
                  <a:lnTo>
                    <a:pt x="1270" y="0"/>
                  </a:lnTo>
                  <a:close/>
                </a:path>
                <a:path w="259079" h="20319">
                  <a:moveTo>
                    <a:pt x="232410" y="19177"/>
                  </a:moveTo>
                  <a:lnTo>
                    <a:pt x="30480" y="19177"/>
                  </a:lnTo>
                  <a:lnTo>
                    <a:pt x="30480" y="20320"/>
                  </a:lnTo>
                  <a:lnTo>
                    <a:pt x="232410" y="20320"/>
                  </a:lnTo>
                  <a:lnTo>
                    <a:pt x="232410" y="19177"/>
                  </a:lnTo>
                  <a:close/>
                </a:path>
                <a:path w="259079" h="20319">
                  <a:moveTo>
                    <a:pt x="238760" y="15367"/>
                  </a:moveTo>
                  <a:lnTo>
                    <a:pt x="22860" y="15367"/>
                  </a:lnTo>
                  <a:lnTo>
                    <a:pt x="22860" y="16510"/>
                  </a:lnTo>
                  <a:lnTo>
                    <a:pt x="25400" y="16510"/>
                  </a:lnTo>
                  <a:lnTo>
                    <a:pt x="25400" y="17780"/>
                  </a:lnTo>
                  <a:lnTo>
                    <a:pt x="27940" y="17780"/>
                  </a:lnTo>
                  <a:lnTo>
                    <a:pt x="27940" y="19050"/>
                  </a:lnTo>
                  <a:lnTo>
                    <a:pt x="232410" y="19050"/>
                  </a:lnTo>
                  <a:lnTo>
                    <a:pt x="232410" y="19177"/>
                  </a:lnTo>
                  <a:lnTo>
                    <a:pt x="233680" y="19177"/>
                  </a:lnTo>
                  <a:lnTo>
                    <a:pt x="233680" y="19050"/>
                  </a:lnTo>
                  <a:lnTo>
                    <a:pt x="233680" y="17780"/>
                  </a:lnTo>
                  <a:lnTo>
                    <a:pt x="236220" y="17780"/>
                  </a:lnTo>
                  <a:lnTo>
                    <a:pt x="236220" y="16510"/>
                  </a:lnTo>
                  <a:lnTo>
                    <a:pt x="238760" y="16510"/>
                  </a:lnTo>
                  <a:lnTo>
                    <a:pt x="238760" y="15367"/>
                  </a:lnTo>
                  <a:close/>
                </a:path>
                <a:path w="259079" h="20319">
                  <a:moveTo>
                    <a:pt x="242570" y="12827"/>
                  </a:moveTo>
                  <a:lnTo>
                    <a:pt x="19050" y="12827"/>
                  </a:lnTo>
                  <a:lnTo>
                    <a:pt x="19050" y="13970"/>
                  </a:lnTo>
                  <a:lnTo>
                    <a:pt x="20320" y="13970"/>
                  </a:lnTo>
                  <a:lnTo>
                    <a:pt x="20320" y="15240"/>
                  </a:lnTo>
                  <a:lnTo>
                    <a:pt x="238760" y="15240"/>
                  </a:lnTo>
                  <a:lnTo>
                    <a:pt x="238760" y="15367"/>
                  </a:lnTo>
                  <a:lnTo>
                    <a:pt x="240030" y="15367"/>
                  </a:lnTo>
                  <a:lnTo>
                    <a:pt x="240030" y="15240"/>
                  </a:lnTo>
                  <a:lnTo>
                    <a:pt x="240030" y="13970"/>
                  </a:lnTo>
                  <a:lnTo>
                    <a:pt x="242570" y="13970"/>
                  </a:lnTo>
                  <a:lnTo>
                    <a:pt x="242570" y="12827"/>
                  </a:lnTo>
                  <a:close/>
                </a:path>
                <a:path w="259079" h="20319">
                  <a:moveTo>
                    <a:pt x="246380" y="9017"/>
                  </a:moveTo>
                  <a:lnTo>
                    <a:pt x="12700" y="9017"/>
                  </a:lnTo>
                  <a:lnTo>
                    <a:pt x="12700" y="10160"/>
                  </a:lnTo>
                  <a:lnTo>
                    <a:pt x="15240" y="10160"/>
                  </a:lnTo>
                  <a:lnTo>
                    <a:pt x="15240" y="11430"/>
                  </a:lnTo>
                  <a:lnTo>
                    <a:pt x="16510" y="11430"/>
                  </a:lnTo>
                  <a:lnTo>
                    <a:pt x="16510" y="12700"/>
                  </a:lnTo>
                  <a:lnTo>
                    <a:pt x="242570" y="12700"/>
                  </a:lnTo>
                  <a:lnTo>
                    <a:pt x="242570" y="12827"/>
                  </a:lnTo>
                  <a:lnTo>
                    <a:pt x="243827" y="12827"/>
                  </a:lnTo>
                  <a:lnTo>
                    <a:pt x="243827" y="12700"/>
                  </a:lnTo>
                  <a:lnTo>
                    <a:pt x="243827" y="11430"/>
                  </a:lnTo>
                  <a:lnTo>
                    <a:pt x="245110" y="11430"/>
                  </a:lnTo>
                  <a:lnTo>
                    <a:pt x="245110" y="10160"/>
                  </a:lnTo>
                  <a:lnTo>
                    <a:pt x="246380" y="10160"/>
                  </a:lnTo>
                  <a:lnTo>
                    <a:pt x="246380" y="9017"/>
                  </a:lnTo>
                  <a:close/>
                </a:path>
                <a:path w="259079" h="20319">
                  <a:moveTo>
                    <a:pt x="250177" y="6477"/>
                  </a:moveTo>
                  <a:lnTo>
                    <a:pt x="10160" y="6477"/>
                  </a:lnTo>
                  <a:lnTo>
                    <a:pt x="10160" y="7620"/>
                  </a:lnTo>
                  <a:lnTo>
                    <a:pt x="11430" y="7620"/>
                  </a:lnTo>
                  <a:lnTo>
                    <a:pt x="11430" y="8890"/>
                  </a:lnTo>
                  <a:lnTo>
                    <a:pt x="246380" y="8890"/>
                  </a:lnTo>
                  <a:lnTo>
                    <a:pt x="246380" y="9017"/>
                  </a:lnTo>
                  <a:lnTo>
                    <a:pt x="248920" y="9017"/>
                  </a:lnTo>
                  <a:lnTo>
                    <a:pt x="248920" y="8890"/>
                  </a:lnTo>
                  <a:lnTo>
                    <a:pt x="248920" y="7620"/>
                  </a:lnTo>
                  <a:lnTo>
                    <a:pt x="250177" y="7620"/>
                  </a:lnTo>
                  <a:lnTo>
                    <a:pt x="250177" y="6477"/>
                  </a:lnTo>
                  <a:close/>
                </a:path>
                <a:path w="259079" h="20319">
                  <a:moveTo>
                    <a:pt x="254000" y="2667"/>
                  </a:moveTo>
                  <a:lnTo>
                    <a:pt x="5080" y="2667"/>
                  </a:lnTo>
                  <a:lnTo>
                    <a:pt x="5080" y="3810"/>
                  </a:lnTo>
                  <a:lnTo>
                    <a:pt x="6350" y="3810"/>
                  </a:lnTo>
                  <a:lnTo>
                    <a:pt x="6350" y="5080"/>
                  </a:lnTo>
                  <a:lnTo>
                    <a:pt x="7620" y="5080"/>
                  </a:lnTo>
                  <a:lnTo>
                    <a:pt x="7620" y="6350"/>
                  </a:lnTo>
                  <a:lnTo>
                    <a:pt x="250177" y="6350"/>
                  </a:lnTo>
                  <a:lnTo>
                    <a:pt x="250177" y="6477"/>
                  </a:lnTo>
                  <a:lnTo>
                    <a:pt x="251460" y="6477"/>
                  </a:lnTo>
                  <a:lnTo>
                    <a:pt x="251460" y="6350"/>
                  </a:lnTo>
                  <a:lnTo>
                    <a:pt x="251460" y="5080"/>
                  </a:lnTo>
                  <a:lnTo>
                    <a:pt x="252730" y="5080"/>
                  </a:lnTo>
                  <a:lnTo>
                    <a:pt x="252730" y="3810"/>
                  </a:lnTo>
                  <a:lnTo>
                    <a:pt x="254000" y="3810"/>
                  </a:lnTo>
                  <a:lnTo>
                    <a:pt x="254000" y="2667"/>
                  </a:lnTo>
                  <a:close/>
                </a:path>
                <a:path w="259079" h="20319">
                  <a:moveTo>
                    <a:pt x="256540" y="127"/>
                  </a:moveTo>
                  <a:lnTo>
                    <a:pt x="1270" y="127"/>
                  </a:lnTo>
                  <a:lnTo>
                    <a:pt x="1270" y="1270"/>
                  </a:lnTo>
                  <a:lnTo>
                    <a:pt x="3810" y="1270"/>
                  </a:lnTo>
                  <a:lnTo>
                    <a:pt x="3810" y="2540"/>
                  </a:lnTo>
                  <a:lnTo>
                    <a:pt x="254000" y="2540"/>
                  </a:lnTo>
                  <a:lnTo>
                    <a:pt x="254000" y="2667"/>
                  </a:lnTo>
                  <a:lnTo>
                    <a:pt x="255270" y="2667"/>
                  </a:lnTo>
                  <a:lnTo>
                    <a:pt x="255270" y="2540"/>
                  </a:lnTo>
                  <a:lnTo>
                    <a:pt x="255270" y="1270"/>
                  </a:lnTo>
                  <a:lnTo>
                    <a:pt x="256540" y="1270"/>
                  </a:lnTo>
                  <a:lnTo>
                    <a:pt x="256540" y="127"/>
                  </a:lnTo>
                  <a:close/>
                </a:path>
                <a:path w="259079" h="20319">
                  <a:moveTo>
                    <a:pt x="259080" y="0"/>
                  </a:moveTo>
                  <a:lnTo>
                    <a:pt x="256540" y="0"/>
                  </a:lnTo>
                  <a:lnTo>
                    <a:pt x="256540" y="127"/>
                  </a:lnTo>
                  <a:lnTo>
                    <a:pt x="259080" y="127"/>
                  </a:lnTo>
                  <a:lnTo>
                    <a:pt x="259080" y="0"/>
                  </a:lnTo>
                  <a:close/>
                </a:path>
              </a:pathLst>
            </a:custGeom>
            <a:solidFill>
              <a:srgbClr val="202037"/>
            </a:solidFill>
          </p:spPr>
          <p:txBody>
            <a:bodyPr wrap="square" lIns="0" tIns="0" rIns="0" bIns="0" rtlCol="0"/>
            <a:lstStyle/>
            <a:p/>
          </p:txBody>
        </p:sp>
        <p:sp>
          <p:nvSpPr>
            <p:cNvPr id="549" name="object 549"/>
            <p:cNvSpPr/>
            <p:nvPr/>
          </p:nvSpPr>
          <p:spPr>
            <a:xfrm>
              <a:off x="3368039" y="1678939"/>
              <a:ext cx="196850" cy="21590"/>
            </a:xfrm>
            <a:custGeom>
              <a:avLst/>
              <a:gdLst/>
              <a:ahLst/>
              <a:cxnLst/>
              <a:rect l="l" t="t" r="r" b="b"/>
              <a:pathLst>
                <a:path w="196850" h="21589">
                  <a:moveTo>
                    <a:pt x="119380" y="20447"/>
                  </a:moveTo>
                  <a:lnTo>
                    <a:pt x="77470" y="20447"/>
                  </a:lnTo>
                  <a:lnTo>
                    <a:pt x="77470" y="21590"/>
                  </a:lnTo>
                  <a:lnTo>
                    <a:pt x="119380" y="21590"/>
                  </a:lnTo>
                  <a:lnTo>
                    <a:pt x="119380" y="20447"/>
                  </a:lnTo>
                  <a:close/>
                </a:path>
                <a:path w="196850" h="21589">
                  <a:moveTo>
                    <a:pt x="146050" y="17907"/>
                  </a:moveTo>
                  <a:lnTo>
                    <a:pt x="55880" y="17907"/>
                  </a:lnTo>
                  <a:lnTo>
                    <a:pt x="55880" y="19050"/>
                  </a:lnTo>
                  <a:lnTo>
                    <a:pt x="71120" y="19050"/>
                  </a:lnTo>
                  <a:lnTo>
                    <a:pt x="71120" y="20320"/>
                  </a:lnTo>
                  <a:lnTo>
                    <a:pt x="119380" y="20320"/>
                  </a:lnTo>
                  <a:lnTo>
                    <a:pt x="119380" y="20447"/>
                  </a:lnTo>
                  <a:lnTo>
                    <a:pt x="134620" y="20447"/>
                  </a:lnTo>
                  <a:lnTo>
                    <a:pt x="134620" y="20320"/>
                  </a:lnTo>
                  <a:lnTo>
                    <a:pt x="134620" y="19050"/>
                  </a:lnTo>
                  <a:lnTo>
                    <a:pt x="146050" y="19050"/>
                  </a:lnTo>
                  <a:lnTo>
                    <a:pt x="146050" y="17907"/>
                  </a:lnTo>
                  <a:close/>
                </a:path>
                <a:path w="196850" h="21589">
                  <a:moveTo>
                    <a:pt x="163830" y="14097"/>
                  </a:moveTo>
                  <a:lnTo>
                    <a:pt x="36830" y="14097"/>
                  </a:lnTo>
                  <a:lnTo>
                    <a:pt x="36830" y="15240"/>
                  </a:lnTo>
                  <a:lnTo>
                    <a:pt x="45720" y="15240"/>
                  </a:lnTo>
                  <a:lnTo>
                    <a:pt x="45720" y="16510"/>
                  </a:lnTo>
                  <a:lnTo>
                    <a:pt x="52070" y="16510"/>
                  </a:lnTo>
                  <a:lnTo>
                    <a:pt x="52070" y="17780"/>
                  </a:lnTo>
                  <a:lnTo>
                    <a:pt x="146050" y="17780"/>
                  </a:lnTo>
                  <a:lnTo>
                    <a:pt x="146050" y="17907"/>
                  </a:lnTo>
                  <a:lnTo>
                    <a:pt x="149860" y="17907"/>
                  </a:lnTo>
                  <a:lnTo>
                    <a:pt x="149860" y="17780"/>
                  </a:lnTo>
                  <a:lnTo>
                    <a:pt x="149860" y="16510"/>
                  </a:lnTo>
                  <a:lnTo>
                    <a:pt x="160020" y="16510"/>
                  </a:lnTo>
                  <a:lnTo>
                    <a:pt x="160020" y="15240"/>
                  </a:lnTo>
                  <a:lnTo>
                    <a:pt x="163830" y="15240"/>
                  </a:lnTo>
                  <a:lnTo>
                    <a:pt x="163830" y="14097"/>
                  </a:lnTo>
                  <a:close/>
                </a:path>
                <a:path w="196850" h="21589">
                  <a:moveTo>
                    <a:pt x="171450" y="11557"/>
                  </a:moveTo>
                  <a:lnTo>
                    <a:pt x="29210" y="11557"/>
                  </a:lnTo>
                  <a:lnTo>
                    <a:pt x="29210" y="12700"/>
                  </a:lnTo>
                  <a:lnTo>
                    <a:pt x="34290" y="12700"/>
                  </a:lnTo>
                  <a:lnTo>
                    <a:pt x="34290" y="13970"/>
                  </a:lnTo>
                  <a:lnTo>
                    <a:pt x="163830" y="13970"/>
                  </a:lnTo>
                  <a:lnTo>
                    <a:pt x="163830" y="14097"/>
                  </a:lnTo>
                  <a:lnTo>
                    <a:pt x="167640" y="14097"/>
                  </a:lnTo>
                  <a:lnTo>
                    <a:pt x="167640" y="13970"/>
                  </a:lnTo>
                  <a:lnTo>
                    <a:pt x="167640" y="12700"/>
                  </a:lnTo>
                  <a:lnTo>
                    <a:pt x="171450" y="12700"/>
                  </a:lnTo>
                  <a:lnTo>
                    <a:pt x="171450" y="11557"/>
                  </a:lnTo>
                  <a:close/>
                </a:path>
                <a:path w="196850" h="21589">
                  <a:moveTo>
                    <a:pt x="180340" y="7747"/>
                  </a:moveTo>
                  <a:lnTo>
                    <a:pt x="15240" y="7747"/>
                  </a:lnTo>
                  <a:lnTo>
                    <a:pt x="15240" y="8890"/>
                  </a:lnTo>
                  <a:lnTo>
                    <a:pt x="17780" y="8890"/>
                  </a:lnTo>
                  <a:lnTo>
                    <a:pt x="17780" y="10160"/>
                  </a:lnTo>
                  <a:lnTo>
                    <a:pt x="24130" y="10160"/>
                  </a:lnTo>
                  <a:lnTo>
                    <a:pt x="24130" y="11430"/>
                  </a:lnTo>
                  <a:lnTo>
                    <a:pt x="171450" y="11430"/>
                  </a:lnTo>
                  <a:lnTo>
                    <a:pt x="171450" y="11557"/>
                  </a:lnTo>
                  <a:lnTo>
                    <a:pt x="173990" y="11557"/>
                  </a:lnTo>
                  <a:lnTo>
                    <a:pt x="173990" y="11430"/>
                  </a:lnTo>
                  <a:lnTo>
                    <a:pt x="173990" y="10160"/>
                  </a:lnTo>
                  <a:lnTo>
                    <a:pt x="176530" y="10160"/>
                  </a:lnTo>
                  <a:lnTo>
                    <a:pt x="176530" y="8890"/>
                  </a:lnTo>
                  <a:lnTo>
                    <a:pt x="180340" y="8890"/>
                  </a:lnTo>
                  <a:lnTo>
                    <a:pt x="180340" y="7747"/>
                  </a:lnTo>
                  <a:close/>
                </a:path>
                <a:path w="196850" h="21589">
                  <a:moveTo>
                    <a:pt x="186690" y="5207"/>
                  </a:moveTo>
                  <a:lnTo>
                    <a:pt x="10160" y="5207"/>
                  </a:lnTo>
                  <a:lnTo>
                    <a:pt x="10160" y="6350"/>
                  </a:lnTo>
                  <a:lnTo>
                    <a:pt x="12700" y="6350"/>
                  </a:lnTo>
                  <a:lnTo>
                    <a:pt x="12700" y="7620"/>
                  </a:lnTo>
                  <a:lnTo>
                    <a:pt x="180340" y="7620"/>
                  </a:lnTo>
                  <a:lnTo>
                    <a:pt x="180340" y="7747"/>
                  </a:lnTo>
                  <a:lnTo>
                    <a:pt x="184150" y="7747"/>
                  </a:lnTo>
                  <a:lnTo>
                    <a:pt x="184150" y="7620"/>
                  </a:lnTo>
                  <a:lnTo>
                    <a:pt x="184150" y="6350"/>
                  </a:lnTo>
                  <a:lnTo>
                    <a:pt x="186690" y="6350"/>
                  </a:lnTo>
                  <a:lnTo>
                    <a:pt x="186690" y="5207"/>
                  </a:lnTo>
                  <a:close/>
                </a:path>
                <a:path w="196850" h="21589">
                  <a:moveTo>
                    <a:pt x="194310" y="1397"/>
                  </a:moveTo>
                  <a:lnTo>
                    <a:pt x="1270" y="1397"/>
                  </a:lnTo>
                  <a:lnTo>
                    <a:pt x="1270" y="2540"/>
                  </a:lnTo>
                  <a:lnTo>
                    <a:pt x="5080" y="2540"/>
                  </a:lnTo>
                  <a:lnTo>
                    <a:pt x="5080" y="3810"/>
                  </a:lnTo>
                  <a:lnTo>
                    <a:pt x="7620" y="3810"/>
                  </a:lnTo>
                  <a:lnTo>
                    <a:pt x="7620" y="5080"/>
                  </a:lnTo>
                  <a:lnTo>
                    <a:pt x="186690" y="5080"/>
                  </a:lnTo>
                  <a:lnTo>
                    <a:pt x="186690" y="5207"/>
                  </a:lnTo>
                  <a:lnTo>
                    <a:pt x="189230" y="5207"/>
                  </a:lnTo>
                  <a:lnTo>
                    <a:pt x="189230" y="5080"/>
                  </a:lnTo>
                  <a:lnTo>
                    <a:pt x="189230" y="3810"/>
                  </a:lnTo>
                  <a:lnTo>
                    <a:pt x="191770" y="3810"/>
                  </a:lnTo>
                  <a:lnTo>
                    <a:pt x="191770" y="2540"/>
                  </a:lnTo>
                  <a:lnTo>
                    <a:pt x="194310" y="2540"/>
                  </a:lnTo>
                  <a:lnTo>
                    <a:pt x="194310" y="1397"/>
                  </a:lnTo>
                  <a:close/>
                </a:path>
                <a:path w="196850" h="21589">
                  <a:moveTo>
                    <a:pt x="196850" y="0"/>
                  </a:moveTo>
                  <a:lnTo>
                    <a:pt x="0" y="0"/>
                  </a:lnTo>
                  <a:lnTo>
                    <a:pt x="0" y="1270"/>
                  </a:lnTo>
                  <a:lnTo>
                    <a:pt x="194310" y="1270"/>
                  </a:lnTo>
                  <a:lnTo>
                    <a:pt x="194310" y="1397"/>
                  </a:lnTo>
                  <a:lnTo>
                    <a:pt x="196850" y="1397"/>
                  </a:lnTo>
                  <a:lnTo>
                    <a:pt x="196850" y="1270"/>
                  </a:lnTo>
                  <a:lnTo>
                    <a:pt x="196850" y="0"/>
                  </a:lnTo>
                  <a:close/>
                </a:path>
              </a:pathLst>
            </a:custGeom>
            <a:solidFill>
              <a:srgbClr val="202038"/>
            </a:solidFill>
          </p:spPr>
          <p:txBody>
            <a:bodyPr wrap="square" lIns="0" tIns="0" rIns="0" bIns="0" rtlCol="0"/>
            <a:lstStyle/>
            <a:p/>
          </p:txBody>
        </p:sp>
        <p:sp>
          <p:nvSpPr>
            <p:cNvPr id="550" name="object 550"/>
            <p:cNvSpPr/>
            <p:nvPr/>
          </p:nvSpPr>
          <p:spPr>
            <a:xfrm>
              <a:off x="3271519" y="1059179"/>
              <a:ext cx="386080" cy="641350"/>
            </a:xfrm>
            <a:custGeom>
              <a:avLst/>
              <a:gdLst/>
              <a:ahLst/>
              <a:cxnLst/>
              <a:rect l="l" t="t" r="r" b="b"/>
              <a:pathLst>
                <a:path w="386079" h="641350">
                  <a:moveTo>
                    <a:pt x="0" y="426720"/>
                  </a:moveTo>
                  <a:lnTo>
                    <a:pt x="153669" y="402590"/>
                  </a:lnTo>
                  <a:lnTo>
                    <a:pt x="156209" y="412750"/>
                  </a:lnTo>
                  <a:lnTo>
                    <a:pt x="158750" y="424180"/>
                  </a:lnTo>
                  <a:lnTo>
                    <a:pt x="161289" y="433070"/>
                  </a:lnTo>
                  <a:lnTo>
                    <a:pt x="163829" y="441960"/>
                  </a:lnTo>
                  <a:lnTo>
                    <a:pt x="166369" y="448310"/>
                  </a:lnTo>
                  <a:lnTo>
                    <a:pt x="168909" y="454660"/>
                  </a:lnTo>
                  <a:lnTo>
                    <a:pt x="170179" y="457200"/>
                  </a:lnTo>
                  <a:lnTo>
                    <a:pt x="171450" y="459740"/>
                  </a:lnTo>
                  <a:lnTo>
                    <a:pt x="172719" y="461010"/>
                  </a:lnTo>
                  <a:lnTo>
                    <a:pt x="173989" y="463550"/>
                  </a:lnTo>
                  <a:lnTo>
                    <a:pt x="176529" y="466090"/>
                  </a:lnTo>
                  <a:lnTo>
                    <a:pt x="180339" y="468630"/>
                  </a:lnTo>
                  <a:lnTo>
                    <a:pt x="182879" y="471170"/>
                  </a:lnTo>
                  <a:lnTo>
                    <a:pt x="186689" y="472440"/>
                  </a:lnTo>
                  <a:lnTo>
                    <a:pt x="190500" y="473710"/>
                  </a:lnTo>
                  <a:lnTo>
                    <a:pt x="194309" y="474980"/>
                  </a:lnTo>
                  <a:lnTo>
                    <a:pt x="199389" y="474980"/>
                  </a:lnTo>
                  <a:lnTo>
                    <a:pt x="204469" y="474980"/>
                  </a:lnTo>
                  <a:lnTo>
                    <a:pt x="209550" y="474980"/>
                  </a:lnTo>
                  <a:lnTo>
                    <a:pt x="214629" y="474980"/>
                  </a:lnTo>
                  <a:lnTo>
                    <a:pt x="218439" y="473710"/>
                  </a:lnTo>
                  <a:lnTo>
                    <a:pt x="222250" y="472440"/>
                  </a:lnTo>
                  <a:lnTo>
                    <a:pt x="226059" y="469900"/>
                  </a:lnTo>
                  <a:lnTo>
                    <a:pt x="229869" y="467360"/>
                  </a:lnTo>
                  <a:lnTo>
                    <a:pt x="233679" y="464820"/>
                  </a:lnTo>
                  <a:lnTo>
                    <a:pt x="234950" y="463550"/>
                  </a:lnTo>
                  <a:lnTo>
                    <a:pt x="236219" y="461010"/>
                  </a:lnTo>
                  <a:lnTo>
                    <a:pt x="237489" y="459740"/>
                  </a:lnTo>
                  <a:lnTo>
                    <a:pt x="238759" y="458470"/>
                  </a:lnTo>
                  <a:lnTo>
                    <a:pt x="238759" y="457200"/>
                  </a:lnTo>
                  <a:lnTo>
                    <a:pt x="240029" y="455930"/>
                  </a:lnTo>
                  <a:lnTo>
                    <a:pt x="240029" y="454660"/>
                  </a:lnTo>
                  <a:lnTo>
                    <a:pt x="240029" y="453390"/>
                  </a:lnTo>
                  <a:lnTo>
                    <a:pt x="240029" y="452120"/>
                  </a:lnTo>
                  <a:lnTo>
                    <a:pt x="240029" y="450850"/>
                  </a:lnTo>
                  <a:lnTo>
                    <a:pt x="241300" y="450850"/>
                  </a:lnTo>
                  <a:lnTo>
                    <a:pt x="241300" y="439420"/>
                  </a:lnTo>
                  <a:lnTo>
                    <a:pt x="240029" y="438150"/>
                  </a:lnTo>
                  <a:lnTo>
                    <a:pt x="240029" y="436880"/>
                  </a:lnTo>
                  <a:lnTo>
                    <a:pt x="240029" y="435610"/>
                  </a:lnTo>
                  <a:lnTo>
                    <a:pt x="238759" y="434340"/>
                  </a:lnTo>
                  <a:lnTo>
                    <a:pt x="237489" y="433070"/>
                  </a:lnTo>
                  <a:lnTo>
                    <a:pt x="237489" y="431800"/>
                  </a:lnTo>
                  <a:lnTo>
                    <a:pt x="236219" y="430530"/>
                  </a:lnTo>
                  <a:lnTo>
                    <a:pt x="234950" y="429260"/>
                  </a:lnTo>
                  <a:lnTo>
                    <a:pt x="233679" y="427990"/>
                  </a:lnTo>
                  <a:lnTo>
                    <a:pt x="232409" y="426720"/>
                  </a:lnTo>
                  <a:lnTo>
                    <a:pt x="228600" y="424180"/>
                  </a:lnTo>
                  <a:lnTo>
                    <a:pt x="223519" y="422910"/>
                  </a:lnTo>
                  <a:lnTo>
                    <a:pt x="217169" y="419100"/>
                  </a:lnTo>
                  <a:lnTo>
                    <a:pt x="201929" y="414020"/>
                  </a:lnTo>
                  <a:lnTo>
                    <a:pt x="182879" y="408940"/>
                  </a:lnTo>
                  <a:lnTo>
                    <a:pt x="151129" y="398780"/>
                  </a:lnTo>
                  <a:lnTo>
                    <a:pt x="124459" y="388620"/>
                  </a:lnTo>
                  <a:lnTo>
                    <a:pt x="102869" y="378460"/>
                  </a:lnTo>
                  <a:lnTo>
                    <a:pt x="93979" y="374650"/>
                  </a:lnTo>
                  <a:lnTo>
                    <a:pt x="86359" y="369570"/>
                  </a:lnTo>
                  <a:lnTo>
                    <a:pt x="78739" y="364490"/>
                  </a:lnTo>
                  <a:lnTo>
                    <a:pt x="72389" y="359410"/>
                  </a:lnTo>
                  <a:lnTo>
                    <a:pt x="66039" y="351790"/>
                  </a:lnTo>
                  <a:lnTo>
                    <a:pt x="59689" y="345440"/>
                  </a:lnTo>
                  <a:lnTo>
                    <a:pt x="53339" y="336550"/>
                  </a:lnTo>
                  <a:lnTo>
                    <a:pt x="48259" y="327660"/>
                  </a:lnTo>
                  <a:lnTo>
                    <a:pt x="43179" y="316230"/>
                  </a:lnTo>
                  <a:lnTo>
                    <a:pt x="36829" y="306070"/>
                  </a:lnTo>
                  <a:lnTo>
                    <a:pt x="33019" y="293370"/>
                  </a:lnTo>
                  <a:lnTo>
                    <a:pt x="29209" y="281940"/>
                  </a:lnTo>
                  <a:lnTo>
                    <a:pt x="25400" y="269240"/>
                  </a:lnTo>
                  <a:lnTo>
                    <a:pt x="21589" y="256540"/>
                  </a:lnTo>
                  <a:lnTo>
                    <a:pt x="20319" y="243840"/>
                  </a:lnTo>
                  <a:lnTo>
                    <a:pt x="19050" y="229870"/>
                  </a:lnTo>
                  <a:lnTo>
                    <a:pt x="17779" y="214630"/>
                  </a:lnTo>
                  <a:lnTo>
                    <a:pt x="16509" y="200660"/>
                  </a:lnTo>
                  <a:lnTo>
                    <a:pt x="17779" y="185420"/>
                  </a:lnTo>
                  <a:lnTo>
                    <a:pt x="19050" y="168910"/>
                  </a:lnTo>
                  <a:lnTo>
                    <a:pt x="20319" y="154940"/>
                  </a:lnTo>
                  <a:lnTo>
                    <a:pt x="29209" y="114300"/>
                  </a:lnTo>
                  <a:lnTo>
                    <a:pt x="44450" y="78740"/>
                  </a:lnTo>
                  <a:lnTo>
                    <a:pt x="50800" y="68580"/>
                  </a:lnTo>
                  <a:lnTo>
                    <a:pt x="57150" y="58420"/>
                  </a:lnTo>
                  <a:lnTo>
                    <a:pt x="64769" y="49530"/>
                  </a:lnTo>
                  <a:lnTo>
                    <a:pt x="72389" y="41910"/>
                  </a:lnTo>
                  <a:lnTo>
                    <a:pt x="80009" y="34290"/>
                  </a:lnTo>
                  <a:lnTo>
                    <a:pt x="88900" y="27940"/>
                  </a:lnTo>
                  <a:lnTo>
                    <a:pt x="97789" y="21590"/>
                  </a:lnTo>
                  <a:lnTo>
                    <a:pt x="107950" y="16510"/>
                  </a:lnTo>
                  <a:lnTo>
                    <a:pt x="118109" y="12700"/>
                  </a:lnTo>
                  <a:lnTo>
                    <a:pt x="128269" y="8890"/>
                  </a:lnTo>
                  <a:lnTo>
                    <a:pt x="139700" y="5080"/>
                  </a:lnTo>
                  <a:lnTo>
                    <a:pt x="152400" y="3810"/>
                  </a:lnTo>
                  <a:lnTo>
                    <a:pt x="165100" y="1270"/>
                  </a:lnTo>
                  <a:lnTo>
                    <a:pt x="193039" y="0"/>
                  </a:lnTo>
                  <a:lnTo>
                    <a:pt x="222250" y="1270"/>
                  </a:lnTo>
                  <a:lnTo>
                    <a:pt x="247650" y="3810"/>
                  </a:lnTo>
                  <a:lnTo>
                    <a:pt x="287019" y="16510"/>
                  </a:lnTo>
                  <a:lnTo>
                    <a:pt x="294639" y="21590"/>
                  </a:lnTo>
                  <a:lnTo>
                    <a:pt x="302259" y="26670"/>
                  </a:lnTo>
                  <a:lnTo>
                    <a:pt x="308609" y="31750"/>
                  </a:lnTo>
                  <a:lnTo>
                    <a:pt x="314959" y="39370"/>
                  </a:lnTo>
                  <a:lnTo>
                    <a:pt x="321309" y="45720"/>
                  </a:lnTo>
                  <a:lnTo>
                    <a:pt x="344169" y="80010"/>
                  </a:lnTo>
                  <a:lnTo>
                    <a:pt x="354329" y="104140"/>
                  </a:lnTo>
                  <a:lnTo>
                    <a:pt x="360679" y="119380"/>
                  </a:lnTo>
                  <a:lnTo>
                    <a:pt x="365759" y="135890"/>
                  </a:lnTo>
                  <a:lnTo>
                    <a:pt x="370839" y="153670"/>
                  </a:lnTo>
                  <a:lnTo>
                    <a:pt x="375919" y="172720"/>
                  </a:lnTo>
                  <a:lnTo>
                    <a:pt x="381000" y="194310"/>
                  </a:lnTo>
                  <a:lnTo>
                    <a:pt x="229869" y="219710"/>
                  </a:lnTo>
                  <a:lnTo>
                    <a:pt x="228600" y="210820"/>
                  </a:lnTo>
                  <a:lnTo>
                    <a:pt x="226059" y="203200"/>
                  </a:lnTo>
                  <a:lnTo>
                    <a:pt x="218439" y="177800"/>
                  </a:lnTo>
                  <a:lnTo>
                    <a:pt x="218439" y="176530"/>
                  </a:lnTo>
                  <a:lnTo>
                    <a:pt x="217169" y="175260"/>
                  </a:lnTo>
                  <a:lnTo>
                    <a:pt x="215900" y="173990"/>
                  </a:lnTo>
                  <a:lnTo>
                    <a:pt x="213359" y="170180"/>
                  </a:lnTo>
                  <a:lnTo>
                    <a:pt x="209550" y="168910"/>
                  </a:lnTo>
                  <a:lnTo>
                    <a:pt x="207009" y="165100"/>
                  </a:lnTo>
                  <a:lnTo>
                    <a:pt x="203200" y="163830"/>
                  </a:lnTo>
                  <a:lnTo>
                    <a:pt x="199389" y="162560"/>
                  </a:lnTo>
                  <a:lnTo>
                    <a:pt x="195579" y="162560"/>
                  </a:lnTo>
                  <a:lnTo>
                    <a:pt x="191769" y="161290"/>
                  </a:lnTo>
                  <a:lnTo>
                    <a:pt x="187959" y="161290"/>
                  </a:lnTo>
                  <a:lnTo>
                    <a:pt x="182879" y="161290"/>
                  </a:lnTo>
                  <a:lnTo>
                    <a:pt x="179069" y="161290"/>
                  </a:lnTo>
                  <a:lnTo>
                    <a:pt x="176529" y="162560"/>
                  </a:lnTo>
                  <a:lnTo>
                    <a:pt x="172719" y="162560"/>
                  </a:lnTo>
                  <a:lnTo>
                    <a:pt x="170179" y="163830"/>
                  </a:lnTo>
                  <a:lnTo>
                    <a:pt x="167639" y="165100"/>
                  </a:lnTo>
                  <a:lnTo>
                    <a:pt x="166369" y="166370"/>
                  </a:lnTo>
                  <a:lnTo>
                    <a:pt x="165100" y="166370"/>
                  </a:lnTo>
                  <a:lnTo>
                    <a:pt x="165100" y="167640"/>
                  </a:lnTo>
                  <a:lnTo>
                    <a:pt x="163829" y="168910"/>
                  </a:lnTo>
                  <a:lnTo>
                    <a:pt x="162559" y="171450"/>
                  </a:lnTo>
                  <a:lnTo>
                    <a:pt x="161289" y="172720"/>
                  </a:lnTo>
                  <a:lnTo>
                    <a:pt x="161289" y="173990"/>
                  </a:lnTo>
                  <a:lnTo>
                    <a:pt x="160019" y="175260"/>
                  </a:lnTo>
                  <a:lnTo>
                    <a:pt x="160019" y="177800"/>
                  </a:lnTo>
                  <a:lnTo>
                    <a:pt x="160019" y="180340"/>
                  </a:lnTo>
                  <a:lnTo>
                    <a:pt x="158750" y="181610"/>
                  </a:lnTo>
                  <a:lnTo>
                    <a:pt x="158750" y="182880"/>
                  </a:lnTo>
                  <a:lnTo>
                    <a:pt x="158750" y="184150"/>
                  </a:lnTo>
                  <a:lnTo>
                    <a:pt x="160019" y="185420"/>
                  </a:lnTo>
                  <a:lnTo>
                    <a:pt x="160019" y="186690"/>
                  </a:lnTo>
                  <a:lnTo>
                    <a:pt x="160019" y="187960"/>
                  </a:lnTo>
                  <a:lnTo>
                    <a:pt x="160019" y="189230"/>
                  </a:lnTo>
                  <a:lnTo>
                    <a:pt x="161289" y="189230"/>
                  </a:lnTo>
                  <a:lnTo>
                    <a:pt x="161289" y="190500"/>
                  </a:lnTo>
                  <a:lnTo>
                    <a:pt x="161289" y="191770"/>
                  </a:lnTo>
                  <a:lnTo>
                    <a:pt x="162559" y="191770"/>
                  </a:lnTo>
                  <a:lnTo>
                    <a:pt x="162559" y="193040"/>
                  </a:lnTo>
                  <a:lnTo>
                    <a:pt x="163829" y="194310"/>
                  </a:lnTo>
                  <a:lnTo>
                    <a:pt x="165100" y="195580"/>
                  </a:lnTo>
                  <a:lnTo>
                    <a:pt x="167639" y="195580"/>
                  </a:lnTo>
                  <a:lnTo>
                    <a:pt x="171450" y="198120"/>
                  </a:lnTo>
                  <a:lnTo>
                    <a:pt x="176529" y="200660"/>
                  </a:lnTo>
                  <a:lnTo>
                    <a:pt x="181609" y="203200"/>
                  </a:lnTo>
                  <a:lnTo>
                    <a:pt x="196850" y="207010"/>
                  </a:lnTo>
                  <a:lnTo>
                    <a:pt x="214629" y="210820"/>
                  </a:lnTo>
                  <a:lnTo>
                    <a:pt x="245109" y="218440"/>
                  </a:lnTo>
                  <a:lnTo>
                    <a:pt x="273050" y="227330"/>
                  </a:lnTo>
                  <a:lnTo>
                    <a:pt x="284479" y="232410"/>
                  </a:lnTo>
                  <a:lnTo>
                    <a:pt x="295909" y="236220"/>
                  </a:lnTo>
                  <a:lnTo>
                    <a:pt x="306069" y="241300"/>
                  </a:lnTo>
                  <a:lnTo>
                    <a:pt x="314959" y="247650"/>
                  </a:lnTo>
                  <a:lnTo>
                    <a:pt x="322579" y="254000"/>
                  </a:lnTo>
                  <a:lnTo>
                    <a:pt x="331469" y="260350"/>
                  </a:lnTo>
                  <a:lnTo>
                    <a:pt x="337819" y="267970"/>
                  </a:lnTo>
                  <a:lnTo>
                    <a:pt x="345439" y="276860"/>
                  </a:lnTo>
                  <a:lnTo>
                    <a:pt x="351789" y="285750"/>
                  </a:lnTo>
                  <a:lnTo>
                    <a:pt x="356869" y="295910"/>
                  </a:lnTo>
                  <a:lnTo>
                    <a:pt x="363219" y="306070"/>
                  </a:lnTo>
                  <a:lnTo>
                    <a:pt x="368300" y="317500"/>
                  </a:lnTo>
                  <a:lnTo>
                    <a:pt x="372109" y="330200"/>
                  </a:lnTo>
                  <a:lnTo>
                    <a:pt x="375919" y="341630"/>
                  </a:lnTo>
                  <a:lnTo>
                    <a:pt x="378459" y="354330"/>
                  </a:lnTo>
                  <a:lnTo>
                    <a:pt x="382269" y="367030"/>
                  </a:lnTo>
                  <a:lnTo>
                    <a:pt x="383539" y="379730"/>
                  </a:lnTo>
                  <a:lnTo>
                    <a:pt x="384809" y="392430"/>
                  </a:lnTo>
                  <a:lnTo>
                    <a:pt x="386079" y="406400"/>
                  </a:lnTo>
                  <a:lnTo>
                    <a:pt x="386079" y="420370"/>
                  </a:lnTo>
                  <a:lnTo>
                    <a:pt x="386079" y="434340"/>
                  </a:lnTo>
                  <a:lnTo>
                    <a:pt x="381000" y="474980"/>
                  </a:lnTo>
                  <a:lnTo>
                    <a:pt x="374650" y="501650"/>
                  </a:lnTo>
                  <a:lnTo>
                    <a:pt x="370839" y="515620"/>
                  </a:lnTo>
                  <a:lnTo>
                    <a:pt x="355600" y="553720"/>
                  </a:lnTo>
                  <a:lnTo>
                    <a:pt x="334009" y="585470"/>
                  </a:lnTo>
                  <a:lnTo>
                    <a:pt x="316229" y="601980"/>
                  </a:lnTo>
                  <a:lnTo>
                    <a:pt x="306069" y="610870"/>
                  </a:lnTo>
                  <a:lnTo>
                    <a:pt x="295909" y="617220"/>
                  </a:lnTo>
                  <a:lnTo>
                    <a:pt x="284479" y="623570"/>
                  </a:lnTo>
                  <a:lnTo>
                    <a:pt x="271779" y="628650"/>
                  </a:lnTo>
                  <a:lnTo>
                    <a:pt x="259079" y="633730"/>
                  </a:lnTo>
                  <a:lnTo>
                    <a:pt x="245109" y="636270"/>
                  </a:lnTo>
                  <a:lnTo>
                    <a:pt x="229869" y="638810"/>
                  </a:lnTo>
                  <a:lnTo>
                    <a:pt x="214629" y="640080"/>
                  </a:lnTo>
                  <a:lnTo>
                    <a:pt x="196850" y="641350"/>
                  </a:lnTo>
                  <a:lnTo>
                    <a:pt x="173989" y="640080"/>
                  </a:lnTo>
                  <a:lnTo>
                    <a:pt x="133350" y="633730"/>
                  </a:lnTo>
                  <a:lnTo>
                    <a:pt x="83819" y="613410"/>
                  </a:lnTo>
                  <a:lnTo>
                    <a:pt x="69850" y="603250"/>
                  </a:lnTo>
                  <a:lnTo>
                    <a:pt x="63500" y="598170"/>
                  </a:lnTo>
                  <a:lnTo>
                    <a:pt x="58419" y="591820"/>
                  </a:lnTo>
                  <a:lnTo>
                    <a:pt x="53339" y="585470"/>
                  </a:lnTo>
                  <a:lnTo>
                    <a:pt x="48259" y="577850"/>
                  </a:lnTo>
                  <a:lnTo>
                    <a:pt x="43179" y="571500"/>
                  </a:lnTo>
                  <a:lnTo>
                    <a:pt x="38100" y="562610"/>
                  </a:lnTo>
                  <a:lnTo>
                    <a:pt x="34289" y="554990"/>
                  </a:lnTo>
                  <a:lnTo>
                    <a:pt x="30479" y="546100"/>
                  </a:lnTo>
                  <a:lnTo>
                    <a:pt x="21589" y="525780"/>
                  </a:lnTo>
                  <a:lnTo>
                    <a:pt x="15239" y="504190"/>
                  </a:lnTo>
                  <a:lnTo>
                    <a:pt x="8889" y="480060"/>
                  </a:lnTo>
                  <a:lnTo>
                    <a:pt x="3809" y="454660"/>
                  </a:lnTo>
                  <a:lnTo>
                    <a:pt x="0" y="426720"/>
                  </a:lnTo>
                  <a:close/>
                </a:path>
              </a:pathLst>
            </a:custGeom>
            <a:ln w="12579">
              <a:solidFill>
                <a:srgbClr val="9898FF"/>
              </a:solidFill>
            </a:ln>
          </p:spPr>
          <p:txBody>
            <a:bodyPr wrap="square" lIns="0" tIns="0" rIns="0" bIns="0" rtlCol="0"/>
            <a:lstStyle/>
            <a:p/>
          </p:txBody>
        </p:sp>
      </p:grpSp>
      <p:grpSp>
        <p:nvGrpSpPr>
          <p:cNvPr id="551" name="object 551"/>
          <p:cNvGrpSpPr/>
          <p:nvPr/>
        </p:nvGrpSpPr>
        <p:grpSpPr>
          <a:xfrm>
            <a:off x="3992879" y="1052830"/>
            <a:ext cx="425450" cy="652780"/>
            <a:chOff x="3992879" y="1052830"/>
            <a:chExt cx="425450" cy="652780"/>
          </a:xfrm>
        </p:grpSpPr>
        <p:sp>
          <p:nvSpPr>
            <p:cNvPr id="552" name="object 552"/>
            <p:cNvSpPr/>
            <p:nvPr/>
          </p:nvSpPr>
          <p:spPr>
            <a:xfrm>
              <a:off x="4097020" y="1059179"/>
              <a:ext cx="220979" cy="41910"/>
            </a:xfrm>
            <a:custGeom>
              <a:avLst/>
              <a:gdLst/>
              <a:ahLst/>
              <a:cxnLst/>
              <a:rect l="l" t="t" r="r" b="b"/>
              <a:pathLst>
                <a:path w="220979" h="41909">
                  <a:moveTo>
                    <a:pt x="138430" y="2540"/>
                  </a:moveTo>
                  <a:lnTo>
                    <a:pt x="134620" y="2540"/>
                  </a:lnTo>
                  <a:lnTo>
                    <a:pt x="134620" y="1397"/>
                  </a:lnTo>
                  <a:lnTo>
                    <a:pt x="109220" y="1397"/>
                  </a:lnTo>
                  <a:lnTo>
                    <a:pt x="109220" y="0"/>
                  </a:lnTo>
                  <a:lnTo>
                    <a:pt x="107950" y="0"/>
                  </a:lnTo>
                  <a:lnTo>
                    <a:pt x="107950" y="1397"/>
                  </a:lnTo>
                  <a:lnTo>
                    <a:pt x="85090" y="1397"/>
                  </a:lnTo>
                  <a:lnTo>
                    <a:pt x="85090" y="2540"/>
                  </a:lnTo>
                  <a:lnTo>
                    <a:pt x="77470" y="2540"/>
                  </a:lnTo>
                  <a:lnTo>
                    <a:pt x="77470" y="3810"/>
                  </a:lnTo>
                  <a:lnTo>
                    <a:pt x="138430" y="3810"/>
                  </a:lnTo>
                  <a:lnTo>
                    <a:pt x="138430" y="2667"/>
                  </a:lnTo>
                  <a:lnTo>
                    <a:pt x="138430" y="2540"/>
                  </a:lnTo>
                  <a:close/>
                </a:path>
                <a:path w="220979" h="41909">
                  <a:moveTo>
                    <a:pt x="165100" y="8890"/>
                  </a:moveTo>
                  <a:lnTo>
                    <a:pt x="162560" y="8890"/>
                  </a:lnTo>
                  <a:lnTo>
                    <a:pt x="162560" y="7747"/>
                  </a:lnTo>
                  <a:lnTo>
                    <a:pt x="160020" y="7747"/>
                  </a:lnTo>
                  <a:lnTo>
                    <a:pt x="160020" y="6350"/>
                  </a:lnTo>
                  <a:lnTo>
                    <a:pt x="151130" y="6350"/>
                  </a:lnTo>
                  <a:lnTo>
                    <a:pt x="151130" y="5207"/>
                  </a:lnTo>
                  <a:lnTo>
                    <a:pt x="151130" y="5080"/>
                  </a:lnTo>
                  <a:lnTo>
                    <a:pt x="144780" y="5080"/>
                  </a:lnTo>
                  <a:lnTo>
                    <a:pt x="144780" y="3937"/>
                  </a:lnTo>
                  <a:lnTo>
                    <a:pt x="72390" y="3937"/>
                  </a:lnTo>
                  <a:lnTo>
                    <a:pt x="72390" y="5080"/>
                  </a:lnTo>
                  <a:lnTo>
                    <a:pt x="67310" y="5080"/>
                  </a:lnTo>
                  <a:lnTo>
                    <a:pt x="67310" y="6350"/>
                  </a:lnTo>
                  <a:lnTo>
                    <a:pt x="63500" y="6350"/>
                  </a:lnTo>
                  <a:lnTo>
                    <a:pt x="63500" y="7747"/>
                  </a:lnTo>
                  <a:lnTo>
                    <a:pt x="58420" y="7747"/>
                  </a:lnTo>
                  <a:lnTo>
                    <a:pt x="58420" y="8890"/>
                  </a:lnTo>
                  <a:lnTo>
                    <a:pt x="53340" y="8890"/>
                  </a:lnTo>
                  <a:lnTo>
                    <a:pt x="53340" y="10160"/>
                  </a:lnTo>
                  <a:lnTo>
                    <a:pt x="165100" y="10160"/>
                  </a:lnTo>
                  <a:lnTo>
                    <a:pt x="165100" y="9017"/>
                  </a:lnTo>
                  <a:lnTo>
                    <a:pt x="165100" y="8890"/>
                  </a:lnTo>
                  <a:close/>
                </a:path>
                <a:path w="220979" h="41909">
                  <a:moveTo>
                    <a:pt x="181610" y="15240"/>
                  </a:moveTo>
                  <a:lnTo>
                    <a:pt x="177800" y="15240"/>
                  </a:lnTo>
                  <a:lnTo>
                    <a:pt x="177800" y="14097"/>
                  </a:lnTo>
                  <a:lnTo>
                    <a:pt x="173990" y="14097"/>
                  </a:lnTo>
                  <a:lnTo>
                    <a:pt x="173990" y="12700"/>
                  </a:lnTo>
                  <a:lnTo>
                    <a:pt x="171437" y="12700"/>
                  </a:lnTo>
                  <a:lnTo>
                    <a:pt x="171437" y="11557"/>
                  </a:lnTo>
                  <a:lnTo>
                    <a:pt x="171437" y="11430"/>
                  </a:lnTo>
                  <a:lnTo>
                    <a:pt x="168910" y="11430"/>
                  </a:lnTo>
                  <a:lnTo>
                    <a:pt x="168910" y="10287"/>
                  </a:lnTo>
                  <a:lnTo>
                    <a:pt x="49530" y="10287"/>
                  </a:lnTo>
                  <a:lnTo>
                    <a:pt x="49530" y="11430"/>
                  </a:lnTo>
                  <a:lnTo>
                    <a:pt x="45720" y="11430"/>
                  </a:lnTo>
                  <a:lnTo>
                    <a:pt x="45720" y="12700"/>
                  </a:lnTo>
                  <a:lnTo>
                    <a:pt x="43180" y="12700"/>
                  </a:lnTo>
                  <a:lnTo>
                    <a:pt x="43180" y="14097"/>
                  </a:lnTo>
                  <a:lnTo>
                    <a:pt x="40640" y="14097"/>
                  </a:lnTo>
                  <a:lnTo>
                    <a:pt x="40640" y="15240"/>
                  </a:lnTo>
                  <a:lnTo>
                    <a:pt x="38100" y="15240"/>
                  </a:lnTo>
                  <a:lnTo>
                    <a:pt x="38100" y="16510"/>
                  </a:lnTo>
                  <a:lnTo>
                    <a:pt x="181610" y="16510"/>
                  </a:lnTo>
                  <a:lnTo>
                    <a:pt x="181610" y="15367"/>
                  </a:lnTo>
                  <a:lnTo>
                    <a:pt x="181610" y="15240"/>
                  </a:lnTo>
                  <a:close/>
                </a:path>
                <a:path w="220979" h="41909">
                  <a:moveTo>
                    <a:pt x="194310" y="21590"/>
                  </a:moveTo>
                  <a:lnTo>
                    <a:pt x="193040" y="21590"/>
                  </a:lnTo>
                  <a:lnTo>
                    <a:pt x="193040" y="20447"/>
                  </a:lnTo>
                  <a:lnTo>
                    <a:pt x="189230" y="20447"/>
                  </a:lnTo>
                  <a:lnTo>
                    <a:pt x="189230" y="20320"/>
                  </a:lnTo>
                  <a:lnTo>
                    <a:pt x="189230" y="19050"/>
                  </a:lnTo>
                  <a:lnTo>
                    <a:pt x="186690" y="19050"/>
                  </a:lnTo>
                  <a:lnTo>
                    <a:pt x="186690" y="17907"/>
                  </a:lnTo>
                  <a:lnTo>
                    <a:pt x="186690" y="17780"/>
                  </a:lnTo>
                  <a:lnTo>
                    <a:pt x="184137" y="17780"/>
                  </a:lnTo>
                  <a:lnTo>
                    <a:pt x="184137" y="16637"/>
                  </a:lnTo>
                  <a:lnTo>
                    <a:pt x="35560" y="16637"/>
                  </a:lnTo>
                  <a:lnTo>
                    <a:pt x="35560" y="17780"/>
                  </a:lnTo>
                  <a:lnTo>
                    <a:pt x="33020" y="17780"/>
                  </a:lnTo>
                  <a:lnTo>
                    <a:pt x="33020" y="19050"/>
                  </a:lnTo>
                  <a:lnTo>
                    <a:pt x="30480" y="19050"/>
                  </a:lnTo>
                  <a:lnTo>
                    <a:pt x="30480" y="20320"/>
                  </a:lnTo>
                  <a:lnTo>
                    <a:pt x="30480" y="20447"/>
                  </a:lnTo>
                  <a:lnTo>
                    <a:pt x="27940" y="20447"/>
                  </a:lnTo>
                  <a:lnTo>
                    <a:pt x="27940" y="21590"/>
                  </a:lnTo>
                  <a:lnTo>
                    <a:pt x="25400" y="21590"/>
                  </a:lnTo>
                  <a:lnTo>
                    <a:pt x="25400" y="22860"/>
                  </a:lnTo>
                  <a:lnTo>
                    <a:pt x="194310" y="22860"/>
                  </a:lnTo>
                  <a:lnTo>
                    <a:pt x="194310" y="21717"/>
                  </a:lnTo>
                  <a:lnTo>
                    <a:pt x="194310" y="21590"/>
                  </a:lnTo>
                  <a:close/>
                </a:path>
                <a:path w="220979" h="41909">
                  <a:moveTo>
                    <a:pt x="204470" y="27940"/>
                  </a:moveTo>
                  <a:lnTo>
                    <a:pt x="203200" y="27940"/>
                  </a:lnTo>
                  <a:lnTo>
                    <a:pt x="203200" y="26797"/>
                  </a:lnTo>
                  <a:lnTo>
                    <a:pt x="200660" y="26797"/>
                  </a:lnTo>
                  <a:lnTo>
                    <a:pt x="200660" y="25400"/>
                  </a:lnTo>
                  <a:lnTo>
                    <a:pt x="198120" y="25400"/>
                  </a:lnTo>
                  <a:lnTo>
                    <a:pt x="198120" y="24257"/>
                  </a:lnTo>
                  <a:lnTo>
                    <a:pt x="198120" y="24130"/>
                  </a:lnTo>
                  <a:lnTo>
                    <a:pt x="196850" y="24130"/>
                  </a:lnTo>
                  <a:lnTo>
                    <a:pt x="196850" y="22987"/>
                  </a:lnTo>
                  <a:lnTo>
                    <a:pt x="24130" y="22987"/>
                  </a:lnTo>
                  <a:lnTo>
                    <a:pt x="24130" y="24130"/>
                  </a:lnTo>
                  <a:lnTo>
                    <a:pt x="20320" y="24130"/>
                  </a:lnTo>
                  <a:lnTo>
                    <a:pt x="20320" y="25400"/>
                  </a:lnTo>
                  <a:lnTo>
                    <a:pt x="17780" y="25400"/>
                  </a:lnTo>
                  <a:lnTo>
                    <a:pt x="17780" y="26797"/>
                  </a:lnTo>
                  <a:lnTo>
                    <a:pt x="15240" y="26797"/>
                  </a:lnTo>
                  <a:lnTo>
                    <a:pt x="15240" y="27940"/>
                  </a:lnTo>
                  <a:lnTo>
                    <a:pt x="13970" y="27940"/>
                  </a:lnTo>
                  <a:lnTo>
                    <a:pt x="13970" y="29210"/>
                  </a:lnTo>
                  <a:lnTo>
                    <a:pt x="204470" y="29210"/>
                  </a:lnTo>
                  <a:lnTo>
                    <a:pt x="204470" y="28067"/>
                  </a:lnTo>
                  <a:lnTo>
                    <a:pt x="204470" y="27940"/>
                  </a:lnTo>
                  <a:close/>
                </a:path>
                <a:path w="220979" h="41909">
                  <a:moveTo>
                    <a:pt x="213360" y="34290"/>
                  </a:moveTo>
                  <a:lnTo>
                    <a:pt x="210820" y="34290"/>
                  </a:lnTo>
                  <a:lnTo>
                    <a:pt x="210820" y="33147"/>
                  </a:lnTo>
                  <a:lnTo>
                    <a:pt x="209550" y="33147"/>
                  </a:lnTo>
                  <a:lnTo>
                    <a:pt x="209550" y="31750"/>
                  </a:lnTo>
                  <a:lnTo>
                    <a:pt x="208280" y="31750"/>
                  </a:lnTo>
                  <a:lnTo>
                    <a:pt x="208280" y="30607"/>
                  </a:lnTo>
                  <a:lnTo>
                    <a:pt x="208280" y="30480"/>
                  </a:lnTo>
                  <a:lnTo>
                    <a:pt x="205740" y="30480"/>
                  </a:lnTo>
                  <a:lnTo>
                    <a:pt x="205740" y="29337"/>
                  </a:lnTo>
                  <a:lnTo>
                    <a:pt x="12700" y="29337"/>
                  </a:lnTo>
                  <a:lnTo>
                    <a:pt x="12700" y="30480"/>
                  </a:lnTo>
                  <a:lnTo>
                    <a:pt x="11430" y="30480"/>
                  </a:lnTo>
                  <a:lnTo>
                    <a:pt x="11430" y="31750"/>
                  </a:lnTo>
                  <a:lnTo>
                    <a:pt x="8890" y="31750"/>
                  </a:lnTo>
                  <a:lnTo>
                    <a:pt x="8890" y="33147"/>
                  </a:lnTo>
                  <a:lnTo>
                    <a:pt x="7620" y="33147"/>
                  </a:lnTo>
                  <a:lnTo>
                    <a:pt x="7620" y="34290"/>
                  </a:lnTo>
                  <a:lnTo>
                    <a:pt x="6350" y="34290"/>
                  </a:lnTo>
                  <a:lnTo>
                    <a:pt x="6350" y="35560"/>
                  </a:lnTo>
                  <a:lnTo>
                    <a:pt x="213360" y="35560"/>
                  </a:lnTo>
                  <a:lnTo>
                    <a:pt x="213360" y="34417"/>
                  </a:lnTo>
                  <a:lnTo>
                    <a:pt x="213360" y="34290"/>
                  </a:lnTo>
                  <a:close/>
                </a:path>
                <a:path w="220979" h="41909">
                  <a:moveTo>
                    <a:pt x="220980" y="40640"/>
                  </a:moveTo>
                  <a:lnTo>
                    <a:pt x="219710" y="40640"/>
                  </a:lnTo>
                  <a:lnTo>
                    <a:pt x="219710" y="39497"/>
                  </a:lnTo>
                  <a:lnTo>
                    <a:pt x="217170" y="39497"/>
                  </a:lnTo>
                  <a:lnTo>
                    <a:pt x="217170" y="38100"/>
                  </a:lnTo>
                  <a:lnTo>
                    <a:pt x="215887" y="38100"/>
                  </a:lnTo>
                  <a:lnTo>
                    <a:pt x="215887" y="36957"/>
                  </a:lnTo>
                  <a:lnTo>
                    <a:pt x="215887" y="36830"/>
                  </a:lnTo>
                  <a:lnTo>
                    <a:pt x="214630" y="36830"/>
                  </a:lnTo>
                  <a:lnTo>
                    <a:pt x="214630" y="35687"/>
                  </a:lnTo>
                  <a:lnTo>
                    <a:pt x="5080" y="35687"/>
                  </a:lnTo>
                  <a:lnTo>
                    <a:pt x="5080" y="36830"/>
                  </a:lnTo>
                  <a:lnTo>
                    <a:pt x="3810" y="36830"/>
                  </a:lnTo>
                  <a:lnTo>
                    <a:pt x="3810" y="38100"/>
                  </a:lnTo>
                  <a:lnTo>
                    <a:pt x="2540" y="38100"/>
                  </a:lnTo>
                  <a:lnTo>
                    <a:pt x="2540" y="39497"/>
                  </a:lnTo>
                  <a:lnTo>
                    <a:pt x="1270" y="39497"/>
                  </a:lnTo>
                  <a:lnTo>
                    <a:pt x="1270" y="40640"/>
                  </a:lnTo>
                  <a:lnTo>
                    <a:pt x="0" y="40640"/>
                  </a:lnTo>
                  <a:lnTo>
                    <a:pt x="0" y="41910"/>
                  </a:lnTo>
                  <a:lnTo>
                    <a:pt x="220980" y="41910"/>
                  </a:lnTo>
                  <a:lnTo>
                    <a:pt x="220980" y="40767"/>
                  </a:lnTo>
                  <a:lnTo>
                    <a:pt x="220980" y="40640"/>
                  </a:lnTo>
                  <a:close/>
                </a:path>
              </a:pathLst>
            </a:custGeom>
            <a:solidFill>
              <a:srgbClr val="10101C"/>
            </a:solidFill>
          </p:spPr>
          <p:txBody>
            <a:bodyPr wrap="square" lIns="0" tIns="0" rIns="0" bIns="0" rtlCol="0"/>
            <a:lstStyle/>
            <a:p/>
          </p:txBody>
        </p:sp>
        <p:sp>
          <p:nvSpPr>
            <p:cNvPr id="553" name="object 553"/>
            <p:cNvSpPr/>
            <p:nvPr/>
          </p:nvSpPr>
          <p:spPr>
            <a:xfrm>
              <a:off x="4075430" y="1101089"/>
              <a:ext cx="264160" cy="21590"/>
            </a:xfrm>
            <a:custGeom>
              <a:avLst/>
              <a:gdLst/>
              <a:ahLst/>
              <a:cxnLst/>
              <a:rect l="l" t="t" r="r" b="b"/>
              <a:pathLst>
                <a:path w="264160" h="21590">
                  <a:moveTo>
                    <a:pt x="248920" y="5080"/>
                  </a:moveTo>
                  <a:lnTo>
                    <a:pt x="247650" y="5080"/>
                  </a:lnTo>
                  <a:lnTo>
                    <a:pt x="247650" y="3937"/>
                  </a:lnTo>
                  <a:lnTo>
                    <a:pt x="246380" y="3937"/>
                  </a:lnTo>
                  <a:lnTo>
                    <a:pt x="246380" y="2540"/>
                  </a:lnTo>
                  <a:lnTo>
                    <a:pt x="245110" y="2540"/>
                  </a:lnTo>
                  <a:lnTo>
                    <a:pt x="245110" y="1397"/>
                  </a:lnTo>
                  <a:lnTo>
                    <a:pt x="245110" y="1270"/>
                  </a:lnTo>
                  <a:lnTo>
                    <a:pt x="243840" y="1270"/>
                  </a:lnTo>
                  <a:lnTo>
                    <a:pt x="243840" y="127"/>
                  </a:lnTo>
                  <a:lnTo>
                    <a:pt x="242570" y="127"/>
                  </a:lnTo>
                  <a:lnTo>
                    <a:pt x="242570" y="0"/>
                  </a:lnTo>
                  <a:lnTo>
                    <a:pt x="21590" y="0"/>
                  </a:lnTo>
                  <a:lnTo>
                    <a:pt x="21590" y="127"/>
                  </a:lnTo>
                  <a:lnTo>
                    <a:pt x="20320" y="127"/>
                  </a:lnTo>
                  <a:lnTo>
                    <a:pt x="20320" y="1270"/>
                  </a:lnTo>
                  <a:lnTo>
                    <a:pt x="19050" y="1270"/>
                  </a:lnTo>
                  <a:lnTo>
                    <a:pt x="19050" y="2540"/>
                  </a:lnTo>
                  <a:lnTo>
                    <a:pt x="17780" y="2540"/>
                  </a:lnTo>
                  <a:lnTo>
                    <a:pt x="17780" y="3937"/>
                  </a:lnTo>
                  <a:lnTo>
                    <a:pt x="16510" y="3937"/>
                  </a:lnTo>
                  <a:lnTo>
                    <a:pt x="16510" y="5080"/>
                  </a:lnTo>
                  <a:lnTo>
                    <a:pt x="13970" y="5080"/>
                  </a:lnTo>
                  <a:lnTo>
                    <a:pt x="13970" y="6350"/>
                  </a:lnTo>
                  <a:lnTo>
                    <a:pt x="248920" y="6350"/>
                  </a:lnTo>
                  <a:lnTo>
                    <a:pt x="248920" y="5207"/>
                  </a:lnTo>
                  <a:lnTo>
                    <a:pt x="248920" y="5080"/>
                  </a:lnTo>
                  <a:close/>
                </a:path>
                <a:path w="264160" h="21590">
                  <a:moveTo>
                    <a:pt x="255270" y="11430"/>
                  </a:moveTo>
                  <a:lnTo>
                    <a:pt x="254000" y="11430"/>
                  </a:lnTo>
                  <a:lnTo>
                    <a:pt x="254000" y="10287"/>
                  </a:lnTo>
                  <a:lnTo>
                    <a:pt x="252730" y="10287"/>
                  </a:lnTo>
                  <a:lnTo>
                    <a:pt x="252730" y="8890"/>
                  </a:lnTo>
                  <a:lnTo>
                    <a:pt x="251460" y="8890"/>
                  </a:lnTo>
                  <a:lnTo>
                    <a:pt x="251460" y="7747"/>
                  </a:lnTo>
                  <a:lnTo>
                    <a:pt x="251460" y="7620"/>
                  </a:lnTo>
                  <a:lnTo>
                    <a:pt x="250177" y="7620"/>
                  </a:lnTo>
                  <a:lnTo>
                    <a:pt x="250177" y="6477"/>
                  </a:lnTo>
                  <a:lnTo>
                    <a:pt x="12700" y="6477"/>
                  </a:lnTo>
                  <a:lnTo>
                    <a:pt x="12700" y="7620"/>
                  </a:lnTo>
                  <a:lnTo>
                    <a:pt x="11430" y="7620"/>
                  </a:lnTo>
                  <a:lnTo>
                    <a:pt x="11430" y="8890"/>
                  </a:lnTo>
                  <a:lnTo>
                    <a:pt x="10160" y="8890"/>
                  </a:lnTo>
                  <a:lnTo>
                    <a:pt x="10160" y="10287"/>
                  </a:lnTo>
                  <a:lnTo>
                    <a:pt x="8890" y="10287"/>
                  </a:lnTo>
                  <a:lnTo>
                    <a:pt x="8890" y="11430"/>
                  </a:lnTo>
                  <a:lnTo>
                    <a:pt x="7620" y="11430"/>
                  </a:lnTo>
                  <a:lnTo>
                    <a:pt x="7620" y="12700"/>
                  </a:lnTo>
                  <a:lnTo>
                    <a:pt x="255270" y="12700"/>
                  </a:lnTo>
                  <a:lnTo>
                    <a:pt x="255270" y="11557"/>
                  </a:lnTo>
                  <a:lnTo>
                    <a:pt x="255270" y="11430"/>
                  </a:lnTo>
                  <a:close/>
                </a:path>
                <a:path w="264160" h="21590">
                  <a:moveTo>
                    <a:pt x="261620" y="17780"/>
                  </a:moveTo>
                  <a:lnTo>
                    <a:pt x="260350" y="17780"/>
                  </a:lnTo>
                  <a:lnTo>
                    <a:pt x="260350" y="16637"/>
                  </a:lnTo>
                  <a:lnTo>
                    <a:pt x="259080" y="16637"/>
                  </a:lnTo>
                  <a:lnTo>
                    <a:pt x="259080" y="15240"/>
                  </a:lnTo>
                  <a:lnTo>
                    <a:pt x="257810" y="15240"/>
                  </a:lnTo>
                  <a:lnTo>
                    <a:pt x="257810" y="13970"/>
                  </a:lnTo>
                  <a:lnTo>
                    <a:pt x="256527" y="13970"/>
                  </a:lnTo>
                  <a:lnTo>
                    <a:pt x="256527" y="12827"/>
                  </a:lnTo>
                  <a:lnTo>
                    <a:pt x="6350" y="12827"/>
                  </a:lnTo>
                  <a:lnTo>
                    <a:pt x="6350" y="13970"/>
                  </a:lnTo>
                  <a:lnTo>
                    <a:pt x="6350" y="15240"/>
                  </a:lnTo>
                  <a:lnTo>
                    <a:pt x="5080" y="15240"/>
                  </a:lnTo>
                  <a:lnTo>
                    <a:pt x="5080" y="16637"/>
                  </a:lnTo>
                  <a:lnTo>
                    <a:pt x="3810" y="16637"/>
                  </a:lnTo>
                  <a:lnTo>
                    <a:pt x="3810" y="17780"/>
                  </a:lnTo>
                  <a:lnTo>
                    <a:pt x="2540" y="17780"/>
                  </a:lnTo>
                  <a:lnTo>
                    <a:pt x="2540" y="19050"/>
                  </a:lnTo>
                  <a:lnTo>
                    <a:pt x="261620" y="19050"/>
                  </a:lnTo>
                  <a:lnTo>
                    <a:pt x="261620" y="17907"/>
                  </a:lnTo>
                  <a:lnTo>
                    <a:pt x="261620" y="17780"/>
                  </a:lnTo>
                  <a:close/>
                </a:path>
                <a:path w="264160" h="21590">
                  <a:moveTo>
                    <a:pt x="264160" y="20320"/>
                  </a:moveTo>
                  <a:lnTo>
                    <a:pt x="262890" y="20320"/>
                  </a:lnTo>
                  <a:lnTo>
                    <a:pt x="262890" y="19177"/>
                  </a:lnTo>
                  <a:lnTo>
                    <a:pt x="1270" y="19177"/>
                  </a:lnTo>
                  <a:lnTo>
                    <a:pt x="1270" y="20320"/>
                  </a:lnTo>
                  <a:lnTo>
                    <a:pt x="0" y="20320"/>
                  </a:lnTo>
                  <a:lnTo>
                    <a:pt x="0" y="21590"/>
                  </a:lnTo>
                  <a:lnTo>
                    <a:pt x="264160" y="21590"/>
                  </a:lnTo>
                  <a:lnTo>
                    <a:pt x="264160" y="20447"/>
                  </a:lnTo>
                  <a:lnTo>
                    <a:pt x="264160" y="20320"/>
                  </a:lnTo>
                  <a:close/>
                </a:path>
              </a:pathLst>
            </a:custGeom>
            <a:solidFill>
              <a:srgbClr val="11111D"/>
            </a:solidFill>
          </p:spPr>
          <p:txBody>
            <a:bodyPr wrap="square" lIns="0" tIns="0" rIns="0" bIns="0" rtlCol="0"/>
            <a:lstStyle/>
            <a:p/>
          </p:txBody>
        </p:sp>
        <p:sp>
          <p:nvSpPr>
            <p:cNvPr id="554" name="object 554"/>
            <p:cNvSpPr/>
            <p:nvPr/>
          </p:nvSpPr>
          <p:spPr>
            <a:xfrm>
              <a:off x="4060190" y="1122679"/>
              <a:ext cx="294640" cy="21590"/>
            </a:xfrm>
            <a:custGeom>
              <a:avLst/>
              <a:gdLst/>
              <a:ahLst/>
              <a:cxnLst/>
              <a:rect l="l" t="t" r="r" b="b"/>
              <a:pathLst>
                <a:path w="294639" h="21590">
                  <a:moveTo>
                    <a:pt x="281940" y="1270"/>
                  </a:moveTo>
                  <a:lnTo>
                    <a:pt x="280670" y="1270"/>
                  </a:lnTo>
                  <a:lnTo>
                    <a:pt x="280670" y="0"/>
                  </a:lnTo>
                  <a:lnTo>
                    <a:pt x="13970" y="0"/>
                  </a:lnTo>
                  <a:lnTo>
                    <a:pt x="13970" y="1270"/>
                  </a:lnTo>
                  <a:lnTo>
                    <a:pt x="13970" y="2540"/>
                  </a:lnTo>
                  <a:lnTo>
                    <a:pt x="12700" y="2540"/>
                  </a:lnTo>
                  <a:lnTo>
                    <a:pt x="12700" y="3810"/>
                  </a:lnTo>
                  <a:lnTo>
                    <a:pt x="281940" y="3810"/>
                  </a:lnTo>
                  <a:lnTo>
                    <a:pt x="281940" y="2540"/>
                  </a:lnTo>
                  <a:lnTo>
                    <a:pt x="281940" y="1270"/>
                  </a:lnTo>
                  <a:close/>
                </a:path>
                <a:path w="294639" h="21590">
                  <a:moveTo>
                    <a:pt x="287020" y="8890"/>
                  </a:moveTo>
                  <a:lnTo>
                    <a:pt x="287007" y="7620"/>
                  </a:lnTo>
                  <a:lnTo>
                    <a:pt x="285750" y="7620"/>
                  </a:lnTo>
                  <a:lnTo>
                    <a:pt x="285750" y="6350"/>
                  </a:lnTo>
                  <a:lnTo>
                    <a:pt x="284480" y="6350"/>
                  </a:lnTo>
                  <a:lnTo>
                    <a:pt x="284480" y="5207"/>
                  </a:lnTo>
                  <a:lnTo>
                    <a:pt x="284480" y="5080"/>
                  </a:lnTo>
                  <a:lnTo>
                    <a:pt x="283210" y="5080"/>
                  </a:lnTo>
                  <a:lnTo>
                    <a:pt x="283210" y="3937"/>
                  </a:lnTo>
                  <a:lnTo>
                    <a:pt x="11430" y="3937"/>
                  </a:lnTo>
                  <a:lnTo>
                    <a:pt x="11430" y="5080"/>
                  </a:lnTo>
                  <a:lnTo>
                    <a:pt x="10160" y="5080"/>
                  </a:lnTo>
                  <a:lnTo>
                    <a:pt x="10160" y="6350"/>
                  </a:lnTo>
                  <a:lnTo>
                    <a:pt x="8890" y="6350"/>
                  </a:lnTo>
                  <a:lnTo>
                    <a:pt x="8890" y="7620"/>
                  </a:lnTo>
                  <a:lnTo>
                    <a:pt x="8890" y="8890"/>
                  </a:lnTo>
                  <a:lnTo>
                    <a:pt x="7620" y="8890"/>
                  </a:lnTo>
                  <a:lnTo>
                    <a:pt x="7620" y="10160"/>
                  </a:lnTo>
                  <a:lnTo>
                    <a:pt x="287020" y="10160"/>
                  </a:lnTo>
                  <a:lnTo>
                    <a:pt x="287020" y="8890"/>
                  </a:lnTo>
                  <a:close/>
                </a:path>
                <a:path w="294639" h="21590">
                  <a:moveTo>
                    <a:pt x="289560" y="11430"/>
                  </a:moveTo>
                  <a:lnTo>
                    <a:pt x="288290" y="11430"/>
                  </a:lnTo>
                  <a:lnTo>
                    <a:pt x="288290" y="10287"/>
                  </a:lnTo>
                  <a:lnTo>
                    <a:pt x="6350" y="10287"/>
                  </a:lnTo>
                  <a:lnTo>
                    <a:pt x="6350" y="11430"/>
                  </a:lnTo>
                  <a:lnTo>
                    <a:pt x="6350" y="12700"/>
                  </a:lnTo>
                  <a:lnTo>
                    <a:pt x="5080" y="12700"/>
                  </a:lnTo>
                  <a:lnTo>
                    <a:pt x="5080" y="13970"/>
                  </a:lnTo>
                  <a:lnTo>
                    <a:pt x="289560" y="13970"/>
                  </a:lnTo>
                  <a:lnTo>
                    <a:pt x="289560" y="12700"/>
                  </a:lnTo>
                  <a:lnTo>
                    <a:pt x="289560" y="11430"/>
                  </a:lnTo>
                  <a:close/>
                </a:path>
                <a:path w="294639" h="21590">
                  <a:moveTo>
                    <a:pt x="294640" y="19050"/>
                  </a:moveTo>
                  <a:lnTo>
                    <a:pt x="293370" y="19050"/>
                  </a:lnTo>
                  <a:lnTo>
                    <a:pt x="293370" y="17907"/>
                  </a:lnTo>
                  <a:lnTo>
                    <a:pt x="293370" y="17780"/>
                  </a:lnTo>
                  <a:lnTo>
                    <a:pt x="292100" y="17780"/>
                  </a:lnTo>
                  <a:lnTo>
                    <a:pt x="292100" y="16510"/>
                  </a:lnTo>
                  <a:lnTo>
                    <a:pt x="292100" y="15240"/>
                  </a:lnTo>
                  <a:lnTo>
                    <a:pt x="290830" y="15240"/>
                  </a:lnTo>
                  <a:lnTo>
                    <a:pt x="290830" y="14097"/>
                  </a:lnTo>
                  <a:lnTo>
                    <a:pt x="3810" y="14097"/>
                  </a:lnTo>
                  <a:lnTo>
                    <a:pt x="3810" y="15240"/>
                  </a:lnTo>
                  <a:lnTo>
                    <a:pt x="3810" y="16510"/>
                  </a:lnTo>
                  <a:lnTo>
                    <a:pt x="2540" y="16510"/>
                  </a:lnTo>
                  <a:lnTo>
                    <a:pt x="2540" y="17780"/>
                  </a:lnTo>
                  <a:lnTo>
                    <a:pt x="1270" y="17780"/>
                  </a:lnTo>
                  <a:lnTo>
                    <a:pt x="1270" y="19050"/>
                  </a:lnTo>
                  <a:lnTo>
                    <a:pt x="1270" y="20320"/>
                  </a:lnTo>
                  <a:lnTo>
                    <a:pt x="0" y="20320"/>
                  </a:lnTo>
                  <a:lnTo>
                    <a:pt x="0" y="21590"/>
                  </a:lnTo>
                  <a:lnTo>
                    <a:pt x="294640" y="21590"/>
                  </a:lnTo>
                  <a:lnTo>
                    <a:pt x="294640" y="20320"/>
                  </a:lnTo>
                  <a:lnTo>
                    <a:pt x="294640" y="19050"/>
                  </a:lnTo>
                  <a:close/>
                </a:path>
              </a:pathLst>
            </a:custGeom>
            <a:solidFill>
              <a:srgbClr val="11111E"/>
            </a:solidFill>
          </p:spPr>
          <p:txBody>
            <a:bodyPr wrap="square" lIns="0" tIns="0" rIns="0" bIns="0" rtlCol="0"/>
            <a:lstStyle/>
            <a:p/>
          </p:txBody>
        </p:sp>
        <p:sp>
          <p:nvSpPr>
            <p:cNvPr id="555" name="object 555"/>
            <p:cNvSpPr/>
            <p:nvPr/>
          </p:nvSpPr>
          <p:spPr>
            <a:xfrm>
              <a:off x="4047490" y="1144269"/>
              <a:ext cx="320040" cy="21590"/>
            </a:xfrm>
            <a:custGeom>
              <a:avLst/>
              <a:gdLst/>
              <a:ahLst/>
              <a:cxnLst/>
              <a:rect l="l" t="t" r="r" b="b"/>
              <a:pathLst>
                <a:path w="320039" h="21590">
                  <a:moveTo>
                    <a:pt x="311150" y="3810"/>
                  </a:moveTo>
                  <a:lnTo>
                    <a:pt x="309880" y="3810"/>
                  </a:lnTo>
                  <a:lnTo>
                    <a:pt x="309880" y="2540"/>
                  </a:lnTo>
                  <a:lnTo>
                    <a:pt x="308610" y="2540"/>
                  </a:lnTo>
                  <a:lnTo>
                    <a:pt x="308610" y="1270"/>
                  </a:lnTo>
                  <a:lnTo>
                    <a:pt x="308610" y="127"/>
                  </a:lnTo>
                  <a:lnTo>
                    <a:pt x="308610" y="0"/>
                  </a:lnTo>
                  <a:lnTo>
                    <a:pt x="307340" y="0"/>
                  </a:lnTo>
                  <a:lnTo>
                    <a:pt x="11430" y="0"/>
                  </a:lnTo>
                  <a:lnTo>
                    <a:pt x="11430" y="1270"/>
                  </a:lnTo>
                  <a:lnTo>
                    <a:pt x="10160" y="1270"/>
                  </a:lnTo>
                  <a:lnTo>
                    <a:pt x="10160" y="2540"/>
                  </a:lnTo>
                  <a:lnTo>
                    <a:pt x="10160" y="3810"/>
                  </a:lnTo>
                  <a:lnTo>
                    <a:pt x="8890" y="3810"/>
                  </a:lnTo>
                  <a:lnTo>
                    <a:pt x="8890" y="5080"/>
                  </a:lnTo>
                  <a:lnTo>
                    <a:pt x="7620" y="5080"/>
                  </a:lnTo>
                  <a:lnTo>
                    <a:pt x="7620" y="6350"/>
                  </a:lnTo>
                  <a:lnTo>
                    <a:pt x="311150" y="6350"/>
                  </a:lnTo>
                  <a:lnTo>
                    <a:pt x="311150" y="5080"/>
                  </a:lnTo>
                  <a:lnTo>
                    <a:pt x="311150" y="3810"/>
                  </a:lnTo>
                  <a:close/>
                </a:path>
                <a:path w="320039" h="21590">
                  <a:moveTo>
                    <a:pt x="317500" y="15240"/>
                  </a:moveTo>
                  <a:lnTo>
                    <a:pt x="316217" y="15240"/>
                  </a:lnTo>
                  <a:lnTo>
                    <a:pt x="316217" y="13970"/>
                  </a:lnTo>
                  <a:lnTo>
                    <a:pt x="316230" y="12700"/>
                  </a:lnTo>
                  <a:lnTo>
                    <a:pt x="314960" y="12700"/>
                  </a:lnTo>
                  <a:lnTo>
                    <a:pt x="314960" y="11430"/>
                  </a:lnTo>
                  <a:lnTo>
                    <a:pt x="314960" y="10160"/>
                  </a:lnTo>
                  <a:lnTo>
                    <a:pt x="313690" y="10160"/>
                  </a:lnTo>
                  <a:lnTo>
                    <a:pt x="313690" y="9017"/>
                  </a:lnTo>
                  <a:lnTo>
                    <a:pt x="313690" y="8890"/>
                  </a:lnTo>
                  <a:lnTo>
                    <a:pt x="312420" y="8890"/>
                  </a:lnTo>
                  <a:lnTo>
                    <a:pt x="312420" y="6477"/>
                  </a:lnTo>
                  <a:lnTo>
                    <a:pt x="6350" y="6477"/>
                  </a:lnTo>
                  <a:lnTo>
                    <a:pt x="6350" y="8890"/>
                  </a:lnTo>
                  <a:lnTo>
                    <a:pt x="5080" y="8890"/>
                  </a:lnTo>
                  <a:lnTo>
                    <a:pt x="5080" y="10160"/>
                  </a:lnTo>
                  <a:lnTo>
                    <a:pt x="5080" y="11430"/>
                  </a:lnTo>
                  <a:lnTo>
                    <a:pt x="3810" y="11430"/>
                  </a:lnTo>
                  <a:lnTo>
                    <a:pt x="3810" y="12700"/>
                  </a:lnTo>
                  <a:lnTo>
                    <a:pt x="3810" y="13970"/>
                  </a:lnTo>
                  <a:lnTo>
                    <a:pt x="2540" y="13970"/>
                  </a:lnTo>
                  <a:lnTo>
                    <a:pt x="2540" y="15240"/>
                  </a:lnTo>
                  <a:lnTo>
                    <a:pt x="2540" y="16510"/>
                  </a:lnTo>
                  <a:lnTo>
                    <a:pt x="317500" y="16510"/>
                  </a:lnTo>
                  <a:lnTo>
                    <a:pt x="317500" y="15240"/>
                  </a:lnTo>
                  <a:close/>
                </a:path>
                <a:path w="320039" h="21590">
                  <a:moveTo>
                    <a:pt x="320040" y="19050"/>
                  </a:moveTo>
                  <a:lnTo>
                    <a:pt x="318770" y="19050"/>
                  </a:lnTo>
                  <a:lnTo>
                    <a:pt x="318770" y="16522"/>
                  </a:lnTo>
                  <a:lnTo>
                    <a:pt x="1270" y="16522"/>
                  </a:lnTo>
                  <a:lnTo>
                    <a:pt x="1270" y="19050"/>
                  </a:lnTo>
                  <a:lnTo>
                    <a:pt x="0" y="19050"/>
                  </a:lnTo>
                  <a:lnTo>
                    <a:pt x="0" y="21590"/>
                  </a:lnTo>
                  <a:lnTo>
                    <a:pt x="320040" y="21590"/>
                  </a:lnTo>
                  <a:lnTo>
                    <a:pt x="320040" y="19050"/>
                  </a:lnTo>
                  <a:close/>
                </a:path>
              </a:pathLst>
            </a:custGeom>
            <a:solidFill>
              <a:srgbClr val="12121F"/>
            </a:solidFill>
          </p:spPr>
          <p:txBody>
            <a:bodyPr wrap="square" lIns="0" tIns="0" rIns="0" bIns="0" rtlCol="0"/>
            <a:lstStyle/>
            <a:p/>
          </p:txBody>
        </p:sp>
        <p:sp>
          <p:nvSpPr>
            <p:cNvPr id="556" name="object 556"/>
            <p:cNvSpPr/>
            <p:nvPr/>
          </p:nvSpPr>
          <p:spPr>
            <a:xfrm>
              <a:off x="4037330" y="1165859"/>
              <a:ext cx="340360" cy="20320"/>
            </a:xfrm>
            <a:custGeom>
              <a:avLst/>
              <a:gdLst/>
              <a:ahLst/>
              <a:cxnLst/>
              <a:rect l="l" t="t" r="r" b="b"/>
              <a:pathLst>
                <a:path w="340360" h="20319">
                  <a:moveTo>
                    <a:pt x="334010" y="5080"/>
                  </a:moveTo>
                  <a:lnTo>
                    <a:pt x="332740" y="5080"/>
                  </a:lnTo>
                  <a:lnTo>
                    <a:pt x="332740" y="2540"/>
                  </a:lnTo>
                  <a:lnTo>
                    <a:pt x="331470" y="2540"/>
                  </a:lnTo>
                  <a:lnTo>
                    <a:pt x="331470" y="0"/>
                  </a:lnTo>
                  <a:lnTo>
                    <a:pt x="8890" y="0"/>
                  </a:lnTo>
                  <a:lnTo>
                    <a:pt x="8890" y="2540"/>
                  </a:lnTo>
                  <a:lnTo>
                    <a:pt x="7620" y="2540"/>
                  </a:lnTo>
                  <a:lnTo>
                    <a:pt x="7620" y="5080"/>
                  </a:lnTo>
                  <a:lnTo>
                    <a:pt x="6350" y="5080"/>
                  </a:lnTo>
                  <a:lnTo>
                    <a:pt x="6350" y="7620"/>
                  </a:lnTo>
                  <a:lnTo>
                    <a:pt x="334010" y="7620"/>
                  </a:lnTo>
                  <a:lnTo>
                    <a:pt x="334010" y="5080"/>
                  </a:lnTo>
                  <a:close/>
                </a:path>
                <a:path w="340360" h="20319">
                  <a:moveTo>
                    <a:pt x="340360" y="17780"/>
                  </a:moveTo>
                  <a:lnTo>
                    <a:pt x="339090" y="17780"/>
                  </a:lnTo>
                  <a:lnTo>
                    <a:pt x="339090" y="15240"/>
                  </a:lnTo>
                  <a:lnTo>
                    <a:pt x="337820" y="15240"/>
                  </a:lnTo>
                  <a:lnTo>
                    <a:pt x="337820" y="12700"/>
                  </a:lnTo>
                  <a:lnTo>
                    <a:pt x="336550" y="12700"/>
                  </a:lnTo>
                  <a:lnTo>
                    <a:pt x="336550" y="10160"/>
                  </a:lnTo>
                  <a:lnTo>
                    <a:pt x="335280" y="10160"/>
                  </a:lnTo>
                  <a:lnTo>
                    <a:pt x="335280" y="7632"/>
                  </a:lnTo>
                  <a:lnTo>
                    <a:pt x="5080" y="7632"/>
                  </a:lnTo>
                  <a:lnTo>
                    <a:pt x="5080" y="10160"/>
                  </a:lnTo>
                  <a:lnTo>
                    <a:pt x="3810" y="10160"/>
                  </a:lnTo>
                  <a:lnTo>
                    <a:pt x="3810" y="12700"/>
                  </a:lnTo>
                  <a:lnTo>
                    <a:pt x="2540" y="12700"/>
                  </a:lnTo>
                  <a:lnTo>
                    <a:pt x="2540" y="15240"/>
                  </a:lnTo>
                  <a:lnTo>
                    <a:pt x="1270" y="15240"/>
                  </a:lnTo>
                  <a:lnTo>
                    <a:pt x="1270" y="17780"/>
                  </a:lnTo>
                  <a:lnTo>
                    <a:pt x="0" y="17780"/>
                  </a:lnTo>
                  <a:lnTo>
                    <a:pt x="0" y="20320"/>
                  </a:lnTo>
                  <a:lnTo>
                    <a:pt x="340360" y="20320"/>
                  </a:lnTo>
                  <a:lnTo>
                    <a:pt x="340360" y="17780"/>
                  </a:lnTo>
                  <a:close/>
                </a:path>
              </a:pathLst>
            </a:custGeom>
            <a:solidFill>
              <a:srgbClr val="121220"/>
            </a:solidFill>
          </p:spPr>
          <p:txBody>
            <a:bodyPr wrap="square" lIns="0" tIns="0" rIns="0" bIns="0" rtlCol="0"/>
            <a:lstStyle/>
            <a:p/>
          </p:txBody>
        </p:sp>
        <p:sp>
          <p:nvSpPr>
            <p:cNvPr id="557" name="object 557"/>
            <p:cNvSpPr/>
            <p:nvPr/>
          </p:nvSpPr>
          <p:spPr>
            <a:xfrm>
              <a:off x="4028440" y="1186179"/>
              <a:ext cx="358140" cy="21590"/>
            </a:xfrm>
            <a:custGeom>
              <a:avLst/>
              <a:gdLst/>
              <a:ahLst/>
              <a:cxnLst/>
              <a:rect l="l" t="t" r="r" b="b"/>
              <a:pathLst>
                <a:path w="358139" h="21590">
                  <a:moveTo>
                    <a:pt x="358140" y="20320"/>
                  </a:moveTo>
                  <a:lnTo>
                    <a:pt x="356870" y="20320"/>
                  </a:lnTo>
                  <a:lnTo>
                    <a:pt x="356870" y="17780"/>
                  </a:lnTo>
                  <a:lnTo>
                    <a:pt x="355600" y="17780"/>
                  </a:lnTo>
                  <a:lnTo>
                    <a:pt x="355600" y="15240"/>
                  </a:lnTo>
                  <a:lnTo>
                    <a:pt x="355600" y="13970"/>
                  </a:lnTo>
                  <a:lnTo>
                    <a:pt x="354317" y="13970"/>
                  </a:lnTo>
                  <a:lnTo>
                    <a:pt x="354317" y="11430"/>
                  </a:lnTo>
                  <a:lnTo>
                    <a:pt x="354330" y="10160"/>
                  </a:lnTo>
                  <a:lnTo>
                    <a:pt x="353060" y="10160"/>
                  </a:lnTo>
                  <a:lnTo>
                    <a:pt x="353060" y="8890"/>
                  </a:lnTo>
                  <a:lnTo>
                    <a:pt x="353060" y="7620"/>
                  </a:lnTo>
                  <a:lnTo>
                    <a:pt x="351790" y="7620"/>
                  </a:lnTo>
                  <a:lnTo>
                    <a:pt x="351790" y="5080"/>
                  </a:lnTo>
                  <a:lnTo>
                    <a:pt x="351790" y="3810"/>
                  </a:lnTo>
                  <a:lnTo>
                    <a:pt x="350520" y="3810"/>
                  </a:lnTo>
                  <a:lnTo>
                    <a:pt x="350520" y="2540"/>
                  </a:lnTo>
                  <a:lnTo>
                    <a:pt x="350520" y="0"/>
                  </a:lnTo>
                  <a:lnTo>
                    <a:pt x="7620" y="0"/>
                  </a:lnTo>
                  <a:lnTo>
                    <a:pt x="7620" y="2540"/>
                  </a:lnTo>
                  <a:lnTo>
                    <a:pt x="6350" y="2540"/>
                  </a:lnTo>
                  <a:lnTo>
                    <a:pt x="6350" y="3810"/>
                  </a:lnTo>
                  <a:lnTo>
                    <a:pt x="6350" y="5080"/>
                  </a:lnTo>
                  <a:lnTo>
                    <a:pt x="5080" y="5080"/>
                  </a:lnTo>
                  <a:lnTo>
                    <a:pt x="5080" y="7620"/>
                  </a:lnTo>
                  <a:lnTo>
                    <a:pt x="5080" y="8890"/>
                  </a:lnTo>
                  <a:lnTo>
                    <a:pt x="3810" y="8890"/>
                  </a:lnTo>
                  <a:lnTo>
                    <a:pt x="3810" y="10160"/>
                  </a:lnTo>
                  <a:lnTo>
                    <a:pt x="3810" y="11430"/>
                  </a:lnTo>
                  <a:lnTo>
                    <a:pt x="2540" y="11430"/>
                  </a:lnTo>
                  <a:lnTo>
                    <a:pt x="2540" y="13970"/>
                  </a:lnTo>
                  <a:lnTo>
                    <a:pt x="2540" y="15240"/>
                  </a:lnTo>
                  <a:lnTo>
                    <a:pt x="1270" y="15240"/>
                  </a:lnTo>
                  <a:lnTo>
                    <a:pt x="1270" y="17780"/>
                  </a:lnTo>
                  <a:lnTo>
                    <a:pt x="0" y="17780"/>
                  </a:lnTo>
                  <a:lnTo>
                    <a:pt x="0" y="20320"/>
                  </a:lnTo>
                  <a:lnTo>
                    <a:pt x="0" y="21590"/>
                  </a:lnTo>
                  <a:lnTo>
                    <a:pt x="358140" y="21590"/>
                  </a:lnTo>
                  <a:lnTo>
                    <a:pt x="358140" y="20320"/>
                  </a:lnTo>
                  <a:close/>
                </a:path>
              </a:pathLst>
            </a:custGeom>
            <a:solidFill>
              <a:srgbClr val="131321"/>
            </a:solidFill>
          </p:spPr>
          <p:txBody>
            <a:bodyPr wrap="square" lIns="0" tIns="0" rIns="0" bIns="0" rtlCol="0"/>
            <a:lstStyle/>
            <a:p/>
          </p:txBody>
        </p:sp>
        <p:sp>
          <p:nvSpPr>
            <p:cNvPr id="558" name="object 558"/>
            <p:cNvSpPr/>
            <p:nvPr/>
          </p:nvSpPr>
          <p:spPr>
            <a:xfrm>
              <a:off x="4020820" y="1207769"/>
              <a:ext cx="372110" cy="21590"/>
            </a:xfrm>
            <a:custGeom>
              <a:avLst/>
              <a:gdLst/>
              <a:ahLst/>
              <a:cxnLst/>
              <a:rect l="l" t="t" r="r" b="b"/>
              <a:pathLst>
                <a:path w="372110" h="21590">
                  <a:moveTo>
                    <a:pt x="372110" y="19050"/>
                  </a:moveTo>
                  <a:lnTo>
                    <a:pt x="370840" y="19050"/>
                  </a:lnTo>
                  <a:lnTo>
                    <a:pt x="370840" y="15240"/>
                  </a:lnTo>
                  <a:lnTo>
                    <a:pt x="370840" y="13970"/>
                  </a:lnTo>
                  <a:lnTo>
                    <a:pt x="369570" y="13970"/>
                  </a:lnTo>
                  <a:lnTo>
                    <a:pt x="369570" y="11430"/>
                  </a:lnTo>
                  <a:lnTo>
                    <a:pt x="369570" y="10160"/>
                  </a:lnTo>
                  <a:lnTo>
                    <a:pt x="368287" y="10160"/>
                  </a:lnTo>
                  <a:lnTo>
                    <a:pt x="368287" y="6350"/>
                  </a:lnTo>
                  <a:lnTo>
                    <a:pt x="367030" y="6350"/>
                  </a:lnTo>
                  <a:lnTo>
                    <a:pt x="367030" y="2540"/>
                  </a:lnTo>
                  <a:lnTo>
                    <a:pt x="365760" y="2540"/>
                  </a:lnTo>
                  <a:lnTo>
                    <a:pt x="365760" y="0"/>
                  </a:lnTo>
                  <a:lnTo>
                    <a:pt x="6350" y="0"/>
                  </a:lnTo>
                  <a:lnTo>
                    <a:pt x="6350" y="2540"/>
                  </a:lnTo>
                  <a:lnTo>
                    <a:pt x="5080" y="2540"/>
                  </a:lnTo>
                  <a:lnTo>
                    <a:pt x="5080" y="6350"/>
                  </a:lnTo>
                  <a:lnTo>
                    <a:pt x="3810" y="6350"/>
                  </a:lnTo>
                  <a:lnTo>
                    <a:pt x="3810" y="10160"/>
                  </a:lnTo>
                  <a:lnTo>
                    <a:pt x="3810" y="11430"/>
                  </a:lnTo>
                  <a:lnTo>
                    <a:pt x="2540" y="11430"/>
                  </a:lnTo>
                  <a:lnTo>
                    <a:pt x="2540" y="13970"/>
                  </a:lnTo>
                  <a:lnTo>
                    <a:pt x="2540" y="15240"/>
                  </a:lnTo>
                  <a:lnTo>
                    <a:pt x="1270" y="15240"/>
                  </a:lnTo>
                  <a:lnTo>
                    <a:pt x="1270" y="19050"/>
                  </a:lnTo>
                  <a:lnTo>
                    <a:pt x="0" y="19050"/>
                  </a:lnTo>
                  <a:lnTo>
                    <a:pt x="0" y="21590"/>
                  </a:lnTo>
                  <a:lnTo>
                    <a:pt x="372110" y="21590"/>
                  </a:lnTo>
                  <a:lnTo>
                    <a:pt x="372110" y="19050"/>
                  </a:lnTo>
                  <a:close/>
                </a:path>
              </a:pathLst>
            </a:custGeom>
            <a:solidFill>
              <a:srgbClr val="141422"/>
            </a:solidFill>
          </p:spPr>
          <p:txBody>
            <a:bodyPr wrap="square" lIns="0" tIns="0" rIns="0" bIns="0" rtlCol="0"/>
            <a:lstStyle/>
            <a:p/>
          </p:txBody>
        </p:sp>
        <p:sp>
          <p:nvSpPr>
            <p:cNvPr id="559" name="object 559"/>
            <p:cNvSpPr/>
            <p:nvPr/>
          </p:nvSpPr>
          <p:spPr>
            <a:xfrm>
              <a:off x="4014470" y="1229359"/>
              <a:ext cx="384810" cy="21590"/>
            </a:xfrm>
            <a:custGeom>
              <a:avLst/>
              <a:gdLst/>
              <a:ahLst/>
              <a:cxnLst/>
              <a:rect l="l" t="t" r="r" b="b"/>
              <a:pathLst>
                <a:path w="384810" h="21590">
                  <a:moveTo>
                    <a:pt x="383540" y="15240"/>
                  </a:moveTo>
                  <a:lnTo>
                    <a:pt x="382270" y="15240"/>
                  </a:lnTo>
                  <a:lnTo>
                    <a:pt x="382270" y="12700"/>
                  </a:lnTo>
                  <a:lnTo>
                    <a:pt x="382270" y="10160"/>
                  </a:lnTo>
                  <a:lnTo>
                    <a:pt x="381000" y="10160"/>
                  </a:lnTo>
                  <a:lnTo>
                    <a:pt x="381000" y="7620"/>
                  </a:lnTo>
                  <a:lnTo>
                    <a:pt x="380987" y="5080"/>
                  </a:lnTo>
                  <a:lnTo>
                    <a:pt x="379730" y="5080"/>
                  </a:lnTo>
                  <a:lnTo>
                    <a:pt x="379730" y="3810"/>
                  </a:lnTo>
                  <a:lnTo>
                    <a:pt x="379730" y="1270"/>
                  </a:lnTo>
                  <a:lnTo>
                    <a:pt x="378460" y="1270"/>
                  </a:lnTo>
                  <a:lnTo>
                    <a:pt x="378460" y="0"/>
                  </a:lnTo>
                  <a:lnTo>
                    <a:pt x="6350" y="0"/>
                  </a:lnTo>
                  <a:lnTo>
                    <a:pt x="6350" y="1270"/>
                  </a:lnTo>
                  <a:lnTo>
                    <a:pt x="5080" y="1270"/>
                  </a:lnTo>
                  <a:lnTo>
                    <a:pt x="5080" y="3810"/>
                  </a:lnTo>
                  <a:lnTo>
                    <a:pt x="3810" y="3810"/>
                  </a:lnTo>
                  <a:lnTo>
                    <a:pt x="3810" y="5080"/>
                  </a:lnTo>
                  <a:lnTo>
                    <a:pt x="3810" y="7620"/>
                  </a:lnTo>
                  <a:lnTo>
                    <a:pt x="2540" y="7620"/>
                  </a:lnTo>
                  <a:lnTo>
                    <a:pt x="2540" y="10160"/>
                  </a:lnTo>
                  <a:lnTo>
                    <a:pt x="2540" y="12700"/>
                  </a:lnTo>
                  <a:lnTo>
                    <a:pt x="1270" y="12700"/>
                  </a:lnTo>
                  <a:lnTo>
                    <a:pt x="1270" y="15240"/>
                  </a:lnTo>
                  <a:lnTo>
                    <a:pt x="1270" y="17780"/>
                  </a:lnTo>
                  <a:lnTo>
                    <a:pt x="0" y="17780"/>
                  </a:lnTo>
                  <a:lnTo>
                    <a:pt x="0" y="20320"/>
                  </a:lnTo>
                  <a:lnTo>
                    <a:pt x="383540" y="20320"/>
                  </a:lnTo>
                  <a:lnTo>
                    <a:pt x="383540" y="17780"/>
                  </a:lnTo>
                  <a:lnTo>
                    <a:pt x="383540" y="15240"/>
                  </a:lnTo>
                  <a:close/>
                </a:path>
                <a:path w="384810" h="21590">
                  <a:moveTo>
                    <a:pt x="384810" y="20332"/>
                  </a:moveTo>
                  <a:lnTo>
                    <a:pt x="0" y="20332"/>
                  </a:lnTo>
                  <a:lnTo>
                    <a:pt x="0" y="21590"/>
                  </a:lnTo>
                  <a:lnTo>
                    <a:pt x="384810" y="21590"/>
                  </a:lnTo>
                  <a:lnTo>
                    <a:pt x="384810" y="20332"/>
                  </a:lnTo>
                  <a:close/>
                </a:path>
              </a:pathLst>
            </a:custGeom>
            <a:solidFill>
              <a:srgbClr val="141423"/>
            </a:solidFill>
          </p:spPr>
          <p:txBody>
            <a:bodyPr wrap="square" lIns="0" tIns="0" rIns="0" bIns="0" rtlCol="0"/>
            <a:lstStyle/>
            <a:p/>
          </p:txBody>
        </p:sp>
        <p:sp>
          <p:nvSpPr>
            <p:cNvPr id="560" name="object 560"/>
            <p:cNvSpPr/>
            <p:nvPr/>
          </p:nvSpPr>
          <p:spPr>
            <a:xfrm>
              <a:off x="4010660" y="1250949"/>
              <a:ext cx="392430" cy="21590"/>
            </a:xfrm>
            <a:custGeom>
              <a:avLst/>
              <a:gdLst/>
              <a:ahLst/>
              <a:cxnLst/>
              <a:rect l="l" t="t" r="r" b="b"/>
              <a:pathLst>
                <a:path w="392429" h="21590">
                  <a:moveTo>
                    <a:pt x="392430" y="15240"/>
                  </a:moveTo>
                  <a:lnTo>
                    <a:pt x="391147" y="15240"/>
                  </a:lnTo>
                  <a:lnTo>
                    <a:pt x="391147" y="12700"/>
                  </a:lnTo>
                  <a:lnTo>
                    <a:pt x="391147" y="11430"/>
                  </a:lnTo>
                  <a:lnTo>
                    <a:pt x="391147" y="10160"/>
                  </a:lnTo>
                  <a:lnTo>
                    <a:pt x="391147" y="8890"/>
                  </a:lnTo>
                  <a:lnTo>
                    <a:pt x="389890" y="8890"/>
                  </a:lnTo>
                  <a:lnTo>
                    <a:pt x="389890" y="7620"/>
                  </a:lnTo>
                  <a:lnTo>
                    <a:pt x="389890" y="6350"/>
                  </a:lnTo>
                  <a:lnTo>
                    <a:pt x="389890" y="5080"/>
                  </a:lnTo>
                  <a:lnTo>
                    <a:pt x="389890" y="3810"/>
                  </a:lnTo>
                  <a:lnTo>
                    <a:pt x="388620" y="3810"/>
                  </a:lnTo>
                  <a:lnTo>
                    <a:pt x="388620" y="1270"/>
                  </a:lnTo>
                  <a:lnTo>
                    <a:pt x="388620" y="0"/>
                  </a:lnTo>
                  <a:lnTo>
                    <a:pt x="3810" y="0"/>
                  </a:lnTo>
                  <a:lnTo>
                    <a:pt x="3810" y="1270"/>
                  </a:lnTo>
                  <a:lnTo>
                    <a:pt x="2540" y="1270"/>
                  </a:lnTo>
                  <a:lnTo>
                    <a:pt x="2540" y="3810"/>
                  </a:lnTo>
                  <a:lnTo>
                    <a:pt x="2540" y="5080"/>
                  </a:lnTo>
                  <a:lnTo>
                    <a:pt x="2540" y="6350"/>
                  </a:lnTo>
                  <a:lnTo>
                    <a:pt x="1270" y="6350"/>
                  </a:lnTo>
                  <a:lnTo>
                    <a:pt x="1270" y="13970"/>
                  </a:lnTo>
                  <a:lnTo>
                    <a:pt x="0" y="13970"/>
                  </a:lnTo>
                  <a:lnTo>
                    <a:pt x="0" y="21590"/>
                  </a:lnTo>
                  <a:lnTo>
                    <a:pt x="168910" y="21590"/>
                  </a:lnTo>
                  <a:lnTo>
                    <a:pt x="168910" y="19050"/>
                  </a:lnTo>
                  <a:lnTo>
                    <a:pt x="170180" y="19050"/>
                  </a:lnTo>
                  <a:lnTo>
                    <a:pt x="170180" y="17780"/>
                  </a:lnTo>
                  <a:lnTo>
                    <a:pt x="171450" y="17780"/>
                  </a:lnTo>
                  <a:lnTo>
                    <a:pt x="171450" y="16510"/>
                  </a:lnTo>
                  <a:lnTo>
                    <a:pt x="172720" y="16510"/>
                  </a:lnTo>
                  <a:lnTo>
                    <a:pt x="172720" y="15240"/>
                  </a:lnTo>
                  <a:lnTo>
                    <a:pt x="173990" y="15240"/>
                  </a:lnTo>
                  <a:lnTo>
                    <a:pt x="173990" y="13970"/>
                  </a:lnTo>
                  <a:lnTo>
                    <a:pt x="175247" y="13970"/>
                  </a:lnTo>
                  <a:lnTo>
                    <a:pt x="175247" y="12700"/>
                  </a:lnTo>
                  <a:lnTo>
                    <a:pt x="176530" y="12700"/>
                  </a:lnTo>
                  <a:lnTo>
                    <a:pt x="176530" y="11430"/>
                  </a:lnTo>
                  <a:lnTo>
                    <a:pt x="177787" y="11430"/>
                  </a:lnTo>
                  <a:lnTo>
                    <a:pt x="177787" y="10160"/>
                  </a:lnTo>
                  <a:lnTo>
                    <a:pt x="179070" y="10160"/>
                  </a:lnTo>
                  <a:lnTo>
                    <a:pt x="179070" y="8890"/>
                  </a:lnTo>
                  <a:lnTo>
                    <a:pt x="182880" y="8890"/>
                  </a:lnTo>
                  <a:lnTo>
                    <a:pt x="182880" y="7620"/>
                  </a:lnTo>
                  <a:lnTo>
                    <a:pt x="184137" y="7620"/>
                  </a:lnTo>
                  <a:lnTo>
                    <a:pt x="184137" y="6350"/>
                  </a:lnTo>
                  <a:lnTo>
                    <a:pt x="186690" y="6350"/>
                  </a:lnTo>
                  <a:lnTo>
                    <a:pt x="186690" y="5080"/>
                  </a:lnTo>
                  <a:lnTo>
                    <a:pt x="191770" y="5080"/>
                  </a:lnTo>
                  <a:lnTo>
                    <a:pt x="191770" y="3810"/>
                  </a:lnTo>
                  <a:lnTo>
                    <a:pt x="200660" y="3810"/>
                  </a:lnTo>
                  <a:lnTo>
                    <a:pt x="200660" y="5080"/>
                  </a:lnTo>
                  <a:lnTo>
                    <a:pt x="203200" y="5080"/>
                  </a:lnTo>
                  <a:lnTo>
                    <a:pt x="203200" y="6350"/>
                  </a:lnTo>
                  <a:lnTo>
                    <a:pt x="208280" y="6350"/>
                  </a:lnTo>
                  <a:lnTo>
                    <a:pt x="208280" y="7620"/>
                  </a:lnTo>
                  <a:lnTo>
                    <a:pt x="209550" y="7620"/>
                  </a:lnTo>
                  <a:lnTo>
                    <a:pt x="209550" y="8890"/>
                  </a:lnTo>
                  <a:lnTo>
                    <a:pt x="210820" y="8890"/>
                  </a:lnTo>
                  <a:lnTo>
                    <a:pt x="210820" y="10160"/>
                  </a:lnTo>
                  <a:lnTo>
                    <a:pt x="213360" y="10160"/>
                  </a:lnTo>
                  <a:lnTo>
                    <a:pt x="213360" y="11430"/>
                  </a:lnTo>
                  <a:lnTo>
                    <a:pt x="214630" y="11430"/>
                  </a:lnTo>
                  <a:lnTo>
                    <a:pt x="214630" y="12700"/>
                  </a:lnTo>
                  <a:lnTo>
                    <a:pt x="217170" y="12700"/>
                  </a:lnTo>
                  <a:lnTo>
                    <a:pt x="217170" y="15240"/>
                  </a:lnTo>
                  <a:lnTo>
                    <a:pt x="218440" y="15240"/>
                  </a:lnTo>
                  <a:lnTo>
                    <a:pt x="218440" y="16510"/>
                  </a:lnTo>
                  <a:lnTo>
                    <a:pt x="219710" y="16510"/>
                  </a:lnTo>
                  <a:lnTo>
                    <a:pt x="219710" y="17780"/>
                  </a:lnTo>
                  <a:lnTo>
                    <a:pt x="220980" y="17780"/>
                  </a:lnTo>
                  <a:lnTo>
                    <a:pt x="220980" y="19050"/>
                  </a:lnTo>
                  <a:lnTo>
                    <a:pt x="222250" y="19050"/>
                  </a:lnTo>
                  <a:lnTo>
                    <a:pt x="222250" y="20320"/>
                  </a:lnTo>
                  <a:lnTo>
                    <a:pt x="223520" y="20320"/>
                  </a:lnTo>
                  <a:lnTo>
                    <a:pt x="223520" y="21590"/>
                  </a:lnTo>
                  <a:lnTo>
                    <a:pt x="392430" y="21590"/>
                  </a:lnTo>
                  <a:lnTo>
                    <a:pt x="392430" y="20320"/>
                  </a:lnTo>
                  <a:lnTo>
                    <a:pt x="392430" y="19050"/>
                  </a:lnTo>
                  <a:lnTo>
                    <a:pt x="392430" y="17780"/>
                  </a:lnTo>
                  <a:lnTo>
                    <a:pt x="392430" y="16510"/>
                  </a:lnTo>
                  <a:lnTo>
                    <a:pt x="392430" y="15240"/>
                  </a:lnTo>
                  <a:close/>
                </a:path>
              </a:pathLst>
            </a:custGeom>
            <a:solidFill>
              <a:srgbClr val="151524"/>
            </a:solidFill>
          </p:spPr>
          <p:txBody>
            <a:bodyPr wrap="square" lIns="0" tIns="0" rIns="0" bIns="0" rtlCol="0"/>
            <a:lstStyle/>
            <a:p/>
          </p:txBody>
        </p:sp>
        <p:sp>
          <p:nvSpPr>
            <p:cNvPr id="561" name="object 561"/>
            <p:cNvSpPr/>
            <p:nvPr/>
          </p:nvSpPr>
          <p:spPr>
            <a:xfrm>
              <a:off x="4006850" y="1272539"/>
              <a:ext cx="400050" cy="20320"/>
            </a:xfrm>
            <a:custGeom>
              <a:avLst/>
              <a:gdLst/>
              <a:ahLst/>
              <a:cxnLst/>
              <a:rect l="l" t="t" r="r" b="b"/>
              <a:pathLst>
                <a:path w="400050" h="20319">
                  <a:moveTo>
                    <a:pt x="171450" y="0"/>
                  </a:moveTo>
                  <a:lnTo>
                    <a:pt x="2540" y="0"/>
                  </a:lnTo>
                  <a:lnTo>
                    <a:pt x="2540" y="1270"/>
                  </a:lnTo>
                  <a:lnTo>
                    <a:pt x="2540" y="2540"/>
                  </a:lnTo>
                  <a:lnTo>
                    <a:pt x="2540" y="5080"/>
                  </a:lnTo>
                  <a:lnTo>
                    <a:pt x="2540" y="7620"/>
                  </a:lnTo>
                  <a:lnTo>
                    <a:pt x="1270" y="7620"/>
                  </a:lnTo>
                  <a:lnTo>
                    <a:pt x="1270" y="10160"/>
                  </a:lnTo>
                  <a:lnTo>
                    <a:pt x="1270" y="12700"/>
                  </a:lnTo>
                  <a:lnTo>
                    <a:pt x="1270" y="15240"/>
                  </a:lnTo>
                  <a:lnTo>
                    <a:pt x="0" y="15240"/>
                  </a:lnTo>
                  <a:lnTo>
                    <a:pt x="0" y="17780"/>
                  </a:lnTo>
                  <a:lnTo>
                    <a:pt x="0" y="20320"/>
                  </a:lnTo>
                  <a:lnTo>
                    <a:pt x="161290" y="20320"/>
                  </a:lnTo>
                  <a:lnTo>
                    <a:pt x="161290" y="17780"/>
                  </a:lnTo>
                  <a:lnTo>
                    <a:pt x="162560" y="17780"/>
                  </a:lnTo>
                  <a:lnTo>
                    <a:pt x="162560" y="15240"/>
                  </a:lnTo>
                  <a:lnTo>
                    <a:pt x="163830" y="15240"/>
                  </a:lnTo>
                  <a:lnTo>
                    <a:pt x="163830" y="12700"/>
                  </a:lnTo>
                  <a:lnTo>
                    <a:pt x="165100" y="12700"/>
                  </a:lnTo>
                  <a:lnTo>
                    <a:pt x="165100" y="10160"/>
                  </a:lnTo>
                  <a:lnTo>
                    <a:pt x="166370" y="10160"/>
                  </a:lnTo>
                  <a:lnTo>
                    <a:pt x="166370" y="7620"/>
                  </a:lnTo>
                  <a:lnTo>
                    <a:pt x="167640" y="7620"/>
                  </a:lnTo>
                  <a:lnTo>
                    <a:pt x="167640" y="5080"/>
                  </a:lnTo>
                  <a:lnTo>
                    <a:pt x="168910" y="5080"/>
                  </a:lnTo>
                  <a:lnTo>
                    <a:pt x="168910" y="2540"/>
                  </a:lnTo>
                  <a:lnTo>
                    <a:pt x="170180" y="2540"/>
                  </a:lnTo>
                  <a:lnTo>
                    <a:pt x="170180" y="1270"/>
                  </a:lnTo>
                  <a:lnTo>
                    <a:pt x="171450" y="1270"/>
                  </a:lnTo>
                  <a:lnTo>
                    <a:pt x="171450" y="0"/>
                  </a:lnTo>
                  <a:close/>
                </a:path>
                <a:path w="400050" h="20319">
                  <a:moveTo>
                    <a:pt x="400050" y="13970"/>
                  </a:moveTo>
                  <a:lnTo>
                    <a:pt x="398780" y="13970"/>
                  </a:lnTo>
                  <a:lnTo>
                    <a:pt x="398780" y="12700"/>
                  </a:lnTo>
                  <a:lnTo>
                    <a:pt x="398780" y="10160"/>
                  </a:lnTo>
                  <a:lnTo>
                    <a:pt x="398780" y="7620"/>
                  </a:lnTo>
                  <a:lnTo>
                    <a:pt x="397510" y="7620"/>
                  </a:lnTo>
                  <a:lnTo>
                    <a:pt x="397510" y="6350"/>
                  </a:lnTo>
                  <a:lnTo>
                    <a:pt x="397510" y="3810"/>
                  </a:lnTo>
                  <a:lnTo>
                    <a:pt x="397510" y="2540"/>
                  </a:lnTo>
                  <a:lnTo>
                    <a:pt x="397510" y="0"/>
                  </a:lnTo>
                  <a:lnTo>
                    <a:pt x="228600" y="0"/>
                  </a:lnTo>
                  <a:lnTo>
                    <a:pt x="228600" y="2540"/>
                  </a:lnTo>
                  <a:lnTo>
                    <a:pt x="229870" y="2540"/>
                  </a:lnTo>
                  <a:lnTo>
                    <a:pt x="229870" y="3810"/>
                  </a:lnTo>
                  <a:lnTo>
                    <a:pt x="231140" y="3810"/>
                  </a:lnTo>
                  <a:lnTo>
                    <a:pt x="231140" y="6350"/>
                  </a:lnTo>
                  <a:lnTo>
                    <a:pt x="232410" y="6350"/>
                  </a:lnTo>
                  <a:lnTo>
                    <a:pt x="232410" y="7620"/>
                  </a:lnTo>
                  <a:lnTo>
                    <a:pt x="232410" y="10160"/>
                  </a:lnTo>
                  <a:lnTo>
                    <a:pt x="233680" y="10160"/>
                  </a:lnTo>
                  <a:lnTo>
                    <a:pt x="233680" y="12700"/>
                  </a:lnTo>
                  <a:lnTo>
                    <a:pt x="234950" y="12700"/>
                  </a:lnTo>
                  <a:lnTo>
                    <a:pt x="234950" y="13970"/>
                  </a:lnTo>
                  <a:lnTo>
                    <a:pt x="234950" y="15240"/>
                  </a:lnTo>
                  <a:lnTo>
                    <a:pt x="236220" y="15240"/>
                  </a:lnTo>
                  <a:lnTo>
                    <a:pt x="236220" y="17780"/>
                  </a:lnTo>
                  <a:lnTo>
                    <a:pt x="237490" y="17780"/>
                  </a:lnTo>
                  <a:lnTo>
                    <a:pt x="237490" y="20320"/>
                  </a:lnTo>
                  <a:lnTo>
                    <a:pt x="400050" y="20320"/>
                  </a:lnTo>
                  <a:lnTo>
                    <a:pt x="400050" y="17780"/>
                  </a:lnTo>
                  <a:lnTo>
                    <a:pt x="400050" y="15240"/>
                  </a:lnTo>
                  <a:lnTo>
                    <a:pt x="400050" y="13970"/>
                  </a:lnTo>
                  <a:close/>
                </a:path>
              </a:pathLst>
            </a:custGeom>
            <a:solidFill>
              <a:srgbClr val="151525"/>
            </a:solidFill>
          </p:spPr>
          <p:txBody>
            <a:bodyPr wrap="square" lIns="0" tIns="0" rIns="0" bIns="0" rtlCol="0"/>
            <a:lstStyle/>
            <a:p/>
          </p:txBody>
        </p:sp>
        <p:sp>
          <p:nvSpPr>
            <p:cNvPr id="562" name="object 562"/>
            <p:cNvSpPr/>
            <p:nvPr/>
          </p:nvSpPr>
          <p:spPr>
            <a:xfrm>
              <a:off x="4003040" y="1292859"/>
              <a:ext cx="407670" cy="21590"/>
            </a:xfrm>
            <a:custGeom>
              <a:avLst/>
              <a:gdLst/>
              <a:ahLst/>
              <a:cxnLst/>
              <a:rect l="l" t="t" r="r" b="b"/>
              <a:pathLst>
                <a:path w="407670" h="21590">
                  <a:moveTo>
                    <a:pt x="160020" y="20332"/>
                  </a:moveTo>
                  <a:lnTo>
                    <a:pt x="0" y="20332"/>
                  </a:lnTo>
                  <a:lnTo>
                    <a:pt x="0" y="21590"/>
                  </a:lnTo>
                  <a:lnTo>
                    <a:pt x="160020" y="21590"/>
                  </a:lnTo>
                  <a:lnTo>
                    <a:pt x="160020" y="20332"/>
                  </a:lnTo>
                  <a:close/>
                </a:path>
                <a:path w="407670" h="21590">
                  <a:moveTo>
                    <a:pt x="162560" y="7632"/>
                  </a:moveTo>
                  <a:lnTo>
                    <a:pt x="2540" y="7632"/>
                  </a:lnTo>
                  <a:lnTo>
                    <a:pt x="2540" y="10160"/>
                  </a:lnTo>
                  <a:lnTo>
                    <a:pt x="1270" y="10160"/>
                  </a:lnTo>
                  <a:lnTo>
                    <a:pt x="1270" y="12700"/>
                  </a:lnTo>
                  <a:lnTo>
                    <a:pt x="1270" y="17780"/>
                  </a:lnTo>
                  <a:lnTo>
                    <a:pt x="0" y="17780"/>
                  </a:lnTo>
                  <a:lnTo>
                    <a:pt x="0" y="20320"/>
                  </a:lnTo>
                  <a:lnTo>
                    <a:pt x="160020" y="20320"/>
                  </a:lnTo>
                  <a:lnTo>
                    <a:pt x="160020" y="17780"/>
                  </a:lnTo>
                  <a:lnTo>
                    <a:pt x="160020" y="12700"/>
                  </a:lnTo>
                  <a:lnTo>
                    <a:pt x="161290" y="12700"/>
                  </a:lnTo>
                  <a:lnTo>
                    <a:pt x="161290" y="10160"/>
                  </a:lnTo>
                  <a:lnTo>
                    <a:pt x="162560" y="10160"/>
                  </a:lnTo>
                  <a:lnTo>
                    <a:pt x="162560" y="7632"/>
                  </a:lnTo>
                  <a:close/>
                </a:path>
                <a:path w="407670" h="21590">
                  <a:moveTo>
                    <a:pt x="165100" y="0"/>
                  </a:moveTo>
                  <a:lnTo>
                    <a:pt x="3810" y="0"/>
                  </a:lnTo>
                  <a:lnTo>
                    <a:pt x="3810" y="2540"/>
                  </a:lnTo>
                  <a:lnTo>
                    <a:pt x="2540" y="2540"/>
                  </a:lnTo>
                  <a:lnTo>
                    <a:pt x="2540" y="6350"/>
                  </a:lnTo>
                  <a:lnTo>
                    <a:pt x="2540" y="7620"/>
                  </a:lnTo>
                  <a:lnTo>
                    <a:pt x="162560" y="7620"/>
                  </a:lnTo>
                  <a:lnTo>
                    <a:pt x="162560" y="6350"/>
                  </a:lnTo>
                  <a:lnTo>
                    <a:pt x="163817" y="6350"/>
                  </a:lnTo>
                  <a:lnTo>
                    <a:pt x="163817" y="2540"/>
                  </a:lnTo>
                  <a:lnTo>
                    <a:pt x="165100" y="2540"/>
                  </a:lnTo>
                  <a:lnTo>
                    <a:pt x="165100" y="0"/>
                  </a:lnTo>
                  <a:close/>
                </a:path>
                <a:path w="407670" h="21590">
                  <a:moveTo>
                    <a:pt x="406400" y="10160"/>
                  </a:moveTo>
                  <a:lnTo>
                    <a:pt x="405130" y="10160"/>
                  </a:lnTo>
                  <a:lnTo>
                    <a:pt x="405130" y="7620"/>
                  </a:lnTo>
                  <a:lnTo>
                    <a:pt x="405117" y="5080"/>
                  </a:lnTo>
                  <a:lnTo>
                    <a:pt x="405130" y="1270"/>
                  </a:lnTo>
                  <a:lnTo>
                    <a:pt x="403860" y="1270"/>
                  </a:lnTo>
                  <a:lnTo>
                    <a:pt x="403860" y="0"/>
                  </a:lnTo>
                  <a:lnTo>
                    <a:pt x="241300" y="0"/>
                  </a:lnTo>
                  <a:lnTo>
                    <a:pt x="241300" y="1270"/>
                  </a:lnTo>
                  <a:lnTo>
                    <a:pt x="242570" y="1270"/>
                  </a:lnTo>
                  <a:lnTo>
                    <a:pt x="242570" y="5080"/>
                  </a:lnTo>
                  <a:lnTo>
                    <a:pt x="243840" y="5080"/>
                  </a:lnTo>
                  <a:lnTo>
                    <a:pt x="243840" y="7620"/>
                  </a:lnTo>
                  <a:lnTo>
                    <a:pt x="245110" y="7620"/>
                  </a:lnTo>
                  <a:lnTo>
                    <a:pt x="245110" y="10160"/>
                  </a:lnTo>
                  <a:lnTo>
                    <a:pt x="245110" y="15240"/>
                  </a:lnTo>
                  <a:lnTo>
                    <a:pt x="246380" y="15240"/>
                  </a:lnTo>
                  <a:lnTo>
                    <a:pt x="246380" y="17780"/>
                  </a:lnTo>
                  <a:lnTo>
                    <a:pt x="247650" y="17780"/>
                  </a:lnTo>
                  <a:lnTo>
                    <a:pt x="247650" y="20320"/>
                  </a:lnTo>
                  <a:lnTo>
                    <a:pt x="406400" y="20320"/>
                  </a:lnTo>
                  <a:lnTo>
                    <a:pt x="406400" y="17780"/>
                  </a:lnTo>
                  <a:lnTo>
                    <a:pt x="406400" y="15240"/>
                  </a:lnTo>
                  <a:lnTo>
                    <a:pt x="406400" y="10160"/>
                  </a:lnTo>
                  <a:close/>
                </a:path>
                <a:path w="407670" h="21590">
                  <a:moveTo>
                    <a:pt x="407670" y="20332"/>
                  </a:moveTo>
                  <a:lnTo>
                    <a:pt x="247650" y="20332"/>
                  </a:lnTo>
                  <a:lnTo>
                    <a:pt x="247650" y="21590"/>
                  </a:lnTo>
                  <a:lnTo>
                    <a:pt x="407670" y="21590"/>
                  </a:lnTo>
                  <a:lnTo>
                    <a:pt x="407670" y="20332"/>
                  </a:lnTo>
                  <a:close/>
                </a:path>
              </a:pathLst>
            </a:custGeom>
            <a:solidFill>
              <a:srgbClr val="161626"/>
            </a:solidFill>
          </p:spPr>
          <p:txBody>
            <a:bodyPr wrap="square" lIns="0" tIns="0" rIns="0" bIns="0" rtlCol="0"/>
            <a:lstStyle/>
            <a:p/>
          </p:txBody>
        </p:sp>
        <p:sp>
          <p:nvSpPr>
            <p:cNvPr id="563" name="object 563"/>
            <p:cNvSpPr/>
            <p:nvPr/>
          </p:nvSpPr>
          <p:spPr>
            <a:xfrm>
              <a:off x="4001770" y="1314449"/>
              <a:ext cx="410209" cy="21590"/>
            </a:xfrm>
            <a:custGeom>
              <a:avLst/>
              <a:gdLst/>
              <a:ahLst/>
              <a:cxnLst/>
              <a:rect l="l" t="t" r="r" b="b"/>
              <a:pathLst>
                <a:path w="410210" h="21590">
                  <a:moveTo>
                    <a:pt x="161290" y="0"/>
                  </a:moveTo>
                  <a:lnTo>
                    <a:pt x="1270" y="0"/>
                  </a:lnTo>
                  <a:lnTo>
                    <a:pt x="1270" y="1270"/>
                  </a:lnTo>
                  <a:lnTo>
                    <a:pt x="1270" y="6350"/>
                  </a:lnTo>
                  <a:lnTo>
                    <a:pt x="1270" y="8890"/>
                  </a:lnTo>
                  <a:lnTo>
                    <a:pt x="0" y="8890"/>
                  </a:lnTo>
                  <a:lnTo>
                    <a:pt x="0" y="12700"/>
                  </a:lnTo>
                  <a:lnTo>
                    <a:pt x="0" y="17780"/>
                  </a:lnTo>
                  <a:lnTo>
                    <a:pt x="0" y="21590"/>
                  </a:lnTo>
                  <a:lnTo>
                    <a:pt x="156210" y="21590"/>
                  </a:lnTo>
                  <a:lnTo>
                    <a:pt x="156210" y="17780"/>
                  </a:lnTo>
                  <a:lnTo>
                    <a:pt x="157480" y="17780"/>
                  </a:lnTo>
                  <a:lnTo>
                    <a:pt x="157480" y="12700"/>
                  </a:lnTo>
                  <a:lnTo>
                    <a:pt x="158750" y="12700"/>
                  </a:lnTo>
                  <a:lnTo>
                    <a:pt x="158750" y="8890"/>
                  </a:lnTo>
                  <a:lnTo>
                    <a:pt x="158737" y="6350"/>
                  </a:lnTo>
                  <a:lnTo>
                    <a:pt x="160020" y="6350"/>
                  </a:lnTo>
                  <a:lnTo>
                    <a:pt x="160020" y="1270"/>
                  </a:lnTo>
                  <a:lnTo>
                    <a:pt x="161290" y="1270"/>
                  </a:lnTo>
                  <a:lnTo>
                    <a:pt x="161290" y="0"/>
                  </a:lnTo>
                  <a:close/>
                </a:path>
                <a:path w="410210" h="21590">
                  <a:moveTo>
                    <a:pt x="410210" y="17780"/>
                  </a:moveTo>
                  <a:lnTo>
                    <a:pt x="408927" y="17780"/>
                  </a:lnTo>
                  <a:lnTo>
                    <a:pt x="408927" y="15240"/>
                  </a:lnTo>
                  <a:lnTo>
                    <a:pt x="408927" y="2540"/>
                  </a:lnTo>
                  <a:lnTo>
                    <a:pt x="408940" y="0"/>
                  </a:lnTo>
                  <a:lnTo>
                    <a:pt x="248920" y="0"/>
                  </a:lnTo>
                  <a:lnTo>
                    <a:pt x="248920" y="2540"/>
                  </a:lnTo>
                  <a:lnTo>
                    <a:pt x="250190" y="2540"/>
                  </a:lnTo>
                  <a:lnTo>
                    <a:pt x="250190" y="15240"/>
                  </a:lnTo>
                  <a:lnTo>
                    <a:pt x="251460" y="15240"/>
                  </a:lnTo>
                  <a:lnTo>
                    <a:pt x="251460" y="17780"/>
                  </a:lnTo>
                  <a:lnTo>
                    <a:pt x="251460" y="21590"/>
                  </a:lnTo>
                  <a:lnTo>
                    <a:pt x="410210" y="21590"/>
                  </a:lnTo>
                  <a:lnTo>
                    <a:pt x="410210" y="17780"/>
                  </a:lnTo>
                  <a:close/>
                </a:path>
              </a:pathLst>
            </a:custGeom>
            <a:solidFill>
              <a:srgbClr val="161627"/>
            </a:solidFill>
          </p:spPr>
          <p:txBody>
            <a:bodyPr wrap="square" lIns="0" tIns="0" rIns="0" bIns="0" rtlCol="0"/>
            <a:lstStyle/>
            <a:p/>
          </p:txBody>
        </p:sp>
        <p:sp>
          <p:nvSpPr>
            <p:cNvPr id="564" name="object 564"/>
            <p:cNvSpPr/>
            <p:nvPr/>
          </p:nvSpPr>
          <p:spPr>
            <a:xfrm>
              <a:off x="4000500" y="1336039"/>
              <a:ext cx="411480" cy="21590"/>
            </a:xfrm>
            <a:custGeom>
              <a:avLst/>
              <a:gdLst/>
              <a:ahLst/>
              <a:cxnLst/>
              <a:rect l="l" t="t" r="r" b="b"/>
              <a:pathLst>
                <a:path w="411479" h="21590">
                  <a:moveTo>
                    <a:pt x="157480" y="0"/>
                  </a:moveTo>
                  <a:lnTo>
                    <a:pt x="1270" y="0"/>
                  </a:lnTo>
                  <a:lnTo>
                    <a:pt x="1270" y="2540"/>
                  </a:lnTo>
                  <a:lnTo>
                    <a:pt x="0" y="2540"/>
                  </a:lnTo>
                  <a:lnTo>
                    <a:pt x="0" y="20320"/>
                  </a:lnTo>
                  <a:lnTo>
                    <a:pt x="0" y="21590"/>
                  </a:lnTo>
                  <a:lnTo>
                    <a:pt x="156210" y="21590"/>
                  </a:lnTo>
                  <a:lnTo>
                    <a:pt x="156210" y="20320"/>
                  </a:lnTo>
                  <a:lnTo>
                    <a:pt x="157480" y="20320"/>
                  </a:lnTo>
                  <a:lnTo>
                    <a:pt x="157480" y="2540"/>
                  </a:lnTo>
                  <a:lnTo>
                    <a:pt x="157480" y="0"/>
                  </a:lnTo>
                  <a:close/>
                </a:path>
                <a:path w="411479" h="21590">
                  <a:moveTo>
                    <a:pt x="411480" y="0"/>
                  </a:moveTo>
                  <a:lnTo>
                    <a:pt x="252730" y="0"/>
                  </a:lnTo>
                  <a:lnTo>
                    <a:pt x="252730" y="6350"/>
                  </a:lnTo>
                  <a:lnTo>
                    <a:pt x="254000" y="6350"/>
                  </a:lnTo>
                  <a:lnTo>
                    <a:pt x="254000" y="20320"/>
                  </a:lnTo>
                  <a:lnTo>
                    <a:pt x="255270" y="20320"/>
                  </a:lnTo>
                  <a:lnTo>
                    <a:pt x="255270" y="21590"/>
                  </a:lnTo>
                  <a:lnTo>
                    <a:pt x="411480" y="21590"/>
                  </a:lnTo>
                  <a:lnTo>
                    <a:pt x="411480" y="20320"/>
                  </a:lnTo>
                  <a:lnTo>
                    <a:pt x="411480" y="6350"/>
                  </a:lnTo>
                  <a:lnTo>
                    <a:pt x="411480" y="0"/>
                  </a:lnTo>
                  <a:close/>
                </a:path>
              </a:pathLst>
            </a:custGeom>
            <a:solidFill>
              <a:srgbClr val="171728"/>
            </a:solidFill>
          </p:spPr>
          <p:txBody>
            <a:bodyPr wrap="square" lIns="0" tIns="0" rIns="0" bIns="0" rtlCol="0"/>
            <a:lstStyle/>
            <a:p/>
          </p:txBody>
        </p:sp>
        <p:sp>
          <p:nvSpPr>
            <p:cNvPr id="565" name="object 565"/>
            <p:cNvSpPr/>
            <p:nvPr/>
          </p:nvSpPr>
          <p:spPr>
            <a:xfrm>
              <a:off x="3999230" y="1357629"/>
              <a:ext cx="412750" cy="21590"/>
            </a:xfrm>
            <a:custGeom>
              <a:avLst/>
              <a:gdLst/>
              <a:ahLst/>
              <a:cxnLst/>
              <a:rect l="l" t="t" r="r" b="b"/>
              <a:pathLst>
                <a:path w="412750" h="21590">
                  <a:moveTo>
                    <a:pt x="157480" y="0"/>
                  </a:moveTo>
                  <a:lnTo>
                    <a:pt x="1270" y="0"/>
                  </a:lnTo>
                  <a:lnTo>
                    <a:pt x="1270" y="6350"/>
                  </a:lnTo>
                  <a:lnTo>
                    <a:pt x="0" y="6350"/>
                  </a:lnTo>
                  <a:lnTo>
                    <a:pt x="0" y="21590"/>
                  </a:lnTo>
                  <a:lnTo>
                    <a:pt x="157467" y="21590"/>
                  </a:lnTo>
                  <a:lnTo>
                    <a:pt x="157467" y="6350"/>
                  </a:lnTo>
                  <a:lnTo>
                    <a:pt x="157480" y="0"/>
                  </a:lnTo>
                  <a:close/>
                </a:path>
                <a:path w="412750" h="21590">
                  <a:moveTo>
                    <a:pt x="412750" y="0"/>
                  </a:moveTo>
                  <a:lnTo>
                    <a:pt x="256540" y="0"/>
                  </a:lnTo>
                  <a:lnTo>
                    <a:pt x="256540" y="21590"/>
                  </a:lnTo>
                  <a:lnTo>
                    <a:pt x="412750" y="21590"/>
                  </a:lnTo>
                  <a:lnTo>
                    <a:pt x="412750" y="0"/>
                  </a:lnTo>
                  <a:close/>
                </a:path>
              </a:pathLst>
            </a:custGeom>
            <a:solidFill>
              <a:srgbClr val="181829"/>
            </a:solidFill>
          </p:spPr>
          <p:txBody>
            <a:bodyPr wrap="square" lIns="0" tIns="0" rIns="0" bIns="0" rtlCol="0"/>
            <a:lstStyle/>
            <a:p/>
          </p:txBody>
        </p:sp>
        <p:sp>
          <p:nvSpPr>
            <p:cNvPr id="566" name="object 566"/>
            <p:cNvSpPr/>
            <p:nvPr/>
          </p:nvSpPr>
          <p:spPr>
            <a:xfrm>
              <a:off x="3999230" y="1379219"/>
              <a:ext cx="412750" cy="21590"/>
            </a:xfrm>
            <a:custGeom>
              <a:avLst/>
              <a:gdLst/>
              <a:ahLst/>
              <a:cxnLst/>
              <a:rect l="l" t="t" r="r" b="b"/>
              <a:pathLst>
                <a:path w="412750" h="21590">
                  <a:moveTo>
                    <a:pt x="157467" y="0"/>
                  </a:moveTo>
                  <a:lnTo>
                    <a:pt x="0" y="0"/>
                  </a:lnTo>
                  <a:lnTo>
                    <a:pt x="0" y="20320"/>
                  </a:lnTo>
                  <a:lnTo>
                    <a:pt x="157467" y="20320"/>
                  </a:lnTo>
                  <a:lnTo>
                    <a:pt x="157467" y="0"/>
                  </a:lnTo>
                  <a:close/>
                </a:path>
                <a:path w="412750" h="21590">
                  <a:moveTo>
                    <a:pt x="157480" y="20332"/>
                  </a:moveTo>
                  <a:lnTo>
                    <a:pt x="1270" y="20332"/>
                  </a:lnTo>
                  <a:lnTo>
                    <a:pt x="1270" y="21590"/>
                  </a:lnTo>
                  <a:lnTo>
                    <a:pt x="157480" y="21590"/>
                  </a:lnTo>
                  <a:lnTo>
                    <a:pt x="157480" y="20332"/>
                  </a:lnTo>
                  <a:close/>
                </a:path>
                <a:path w="412750" h="21590">
                  <a:moveTo>
                    <a:pt x="412750" y="20332"/>
                  </a:moveTo>
                  <a:lnTo>
                    <a:pt x="256540" y="20332"/>
                  </a:lnTo>
                  <a:lnTo>
                    <a:pt x="256540" y="21590"/>
                  </a:lnTo>
                  <a:lnTo>
                    <a:pt x="412750" y="21590"/>
                  </a:lnTo>
                  <a:lnTo>
                    <a:pt x="412750" y="20332"/>
                  </a:lnTo>
                  <a:close/>
                </a:path>
                <a:path w="412750" h="21590">
                  <a:moveTo>
                    <a:pt x="412750" y="0"/>
                  </a:moveTo>
                  <a:lnTo>
                    <a:pt x="256540" y="0"/>
                  </a:lnTo>
                  <a:lnTo>
                    <a:pt x="256540" y="20320"/>
                  </a:lnTo>
                  <a:lnTo>
                    <a:pt x="412750" y="20320"/>
                  </a:lnTo>
                  <a:lnTo>
                    <a:pt x="412750" y="0"/>
                  </a:lnTo>
                  <a:close/>
                </a:path>
              </a:pathLst>
            </a:custGeom>
            <a:solidFill>
              <a:srgbClr val="18182A"/>
            </a:solidFill>
          </p:spPr>
          <p:txBody>
            <a:bodyPr wrap="square" lIns="0" tIns="0" rIns="0" bIns="0" rtlCol="0"/>
            <a:lstStyle/>
            <a:p/>
          </p:txBody>
        </p:sp>
        <p:sp>
          <p:nvSpPr>
            <p:cNvPr id="567" name="object 567"/>
            <p:cNvSpPr/>
            <p:nvPr/>
          </p:nvSpPr>
          <p:spPr>
            <a:xfrm>
              <a:off x="4000500" y="1400809"/>
              <a:ext cx="411480" cy="21590"/>
            </a:xfrm>
            <a:custGeom>
              <a:avLst/>
              <a:gdLst/>
              <a:ahLst/>
              <a:cxnLst/>
              <a:rect l="l" t="t" r="r" b="b"/>
              <a:pathLst>
                <a:path w="411479" h="21590">
                  <a:moveTo>
                    <a:pt x="157480" y="3810"/>
                  </a:moveTo>
                  <a:lnTo>
                    <a:pt x="156210" y="3810"/>
                  </a:lnTo>
                  <a:lnTo>
                    <a:pt x="156210" y="0"/>
                  </a:lnTo>
                  <a:lnTo>
                    <a:pt x="0" y="0"/>
                  </a:lnTo>
                  <a:lnTo>
                    <a:pt x="0" y="3810"/>
                  </a:lnTo>
                  <a:lnTo>
                    <a:pt x="0" y="21590"/>
                  </a:lnTo>
                  <a:lnTo>
                    <a:pt x="157480" y="21590"/>
                  </a:lnTo>
                  <a:lnTo>
                    <a:pt x="157480" y="3810"/>
                  </a:lnTo>
                  <a:close/>
                </a:path>
                <a:path w="411479" h="21590">
                  <a:moveTo>
                    <a:pt x="411480" y="0"/>
                  </a:moveTo>
                  <a:lnTo>
                    <a:pt x="255270" y="0"/>
                  </a:lnTo>
                  <a:lnTo>
                    <a:pt x="255270" y="3810"/>
                  </a:lnTo>
                  <a:lnTo>
                    <a:pt x="254000" y="3810"/>
                  </a:lnTo>
                  <a:lnTo>
                    <a:pt x="254000" y="17780"/>
                  </a:lnTo>
                  <a:lnTo>
                    <a:pt x="252730" y="17780"/>
                  </a:lnTo>
                  <a:lnTo>
                    <a:pt x="252730" y="20320"/>
                  </a:lnTo>
                  <a:lnTo>
                    <a:pt x="252730" y="21590"/>
                  </a:lnTo>
                  <a:lnTo>
                    <a:pt x="410197" y="21590"/>
                  </a:lnTo>
                  <a:lnTo>
                    <a:pt x="410197" y="20320"/>
                  </a:lnTo>
                  <a:lnTo>
                    <a:pt x="411480" y="20320"/>
                  </a:lnTo>
                  <a:lnTo>
                    <a:pt x="411480" y="17780"/>
                  </a:lnTo>
                  <a:lnTo>
                    <a:pt x="411480" y="3810"/>
                  </a:lnTo>
                  <a:lnTo>
                    <a:pt x="411480" y="0"/>
                  </a:lnTo>
                  <a:close/>
                </a:path>
              </a:pathLst>
            </a:custGeom>
            <a:solidFill>
              <a:srgbClr val="19192B"/>
            </a:solidFill>
          </p:spPr>
          <p:txBody>
            <a:bodyPr wrap="square" lIns="0" tIns="0" rIns="0" bIns="0" rtlCol="0"/>
            <a:lstStyle/>
            <a:p/>
          </p:txBody>
        </p:sp>
        <p:sp>
          <p:nvSpPr>
            <p:cNvPr id="568" name="object 568"/>
            <p:cNvSpPr/>
            <p:nvPr/>
          </p:nvSpPr>
          <p:spPr>
            <a:xfrm>
              <a:off x="4000500" y="1422399"/>
              <a:ext cx="410209" cy="20320"/>
            </a:xfrm>
            <a:custGeom>
              <a:avLst/>
              <a:gdLst/>
              <a:ahLst/>
              <a:cxnLst/>
              <a:rect l="l" t="t" r="r" b="b"/>
              <a:pathLst>
                <a:path w="410210" h="20319">
                  <a:moveTo>
                    <a:pt x="160020" y="12700"/>
                  </a:moveTo>
                  <a:lnTo>
                    <a:pt x="158750" y="12700"/>
                  </a:lnTo>
                  <a:lnTo>
                    <a:pt x="158750" y="6350"/>
                  </a:lnTo>
                  <a:lnTo>
                    <a:pt x="157480" y="6350"/>
                  </a:lnTo>
                  <a:lnTo>
                    <a:pt x="157480" y="5080"/>
                  </a:lnTo>
                  <a:lnTo>
                    <a:pt x="157480" y="0"/>
                  </a:lnTo>
                  <a:lnTo>
                    <a:pt x="0" y="0"/>
                  </a:lnTo>
                  <a:lnTo>
                    <a:pt x="0" y="5080"/>
                  </a:lnTo>
                  <a:lnTo>
                    <a:pt x="1270" y="5080"/>
                  </a:lnTo>
                  <a:lnTo>
                    <a:pt x="1270" y="6350"/>
                  </a:lnTo>
                  <a:lnTo>
                    <a:pt x="1270" y="12700"/>
                  </a:lnTo>
                  <a:lnTo>
                    <a:pt x="1270" y="20320"/>
                  </a:lnTo>
                  <a:lnTo>
                    <a:pt x="160020" y="20320"/>
                  </a:lnTo>
                  <a:lnTo>
                    <a:pt x="160020" y="12700"/>
                  </a:lnTo>
                  <a:close/>
                </a:path>
                <a:path w="410210" h="20319">
                  <a:moveTo>
                    <a:pt x="410210" y="10160"/>
                  </a:moveTo>
                  <a:lnTo>
                    <a:pt x="410197" y="0"/>
                  </a:lnTo>
                  <a:lnTo>
                    <a:pt x="252730" y="0"/>
                  </a:lnTo>
                  <a:lnTo>
                    <a:pt x="252730" y="10160"/>
                  </a:lnTo>
                  <a:lnTo>
                    <a:pt x="251460" y="10160"/>
                  </a:lnTo>
                  <a:lnTo>
                    <a:pt x="251460" y="15240"/>
                  </a:lnTo>
                  <a:lnTo>
                    <a:pt x="251460" y="20320"/>
                  </a:lnTo>
                  <a:lnTo>
                    <a:pt x="408940" y="20320"/>
                  </a:lnTo>
                  <a:lnTo>
                    <a:pt x="408940" y="15240"/>
                  </a:lnTo>
                  <a:lnTo>
                    <a:pt x="410210" y="15240"/>
                  </a:lnTo>
                  <a:lnTo>
                    <a:pt x="410210" y="10160"/>
                  </a:lnTo>
                  <a:close/>
                </a:path>
              </a:pathLst>
            </a:custGeom>
            <a:solidFill>
              <a:srgbClr val="19192C"/>
            </a:solidFill>
          </p:spPr>
          <p:txBody>
            <a:bodyPr wrap="square" lIns="0" tIns="0" rIns="0" bIns="0" rtlCol="0"/>
            <a:lstStyle/>
            <a:p/>
          </p:txBody>
        </p:sp>
        <p:sp>
          <p:nvSpPr>
            <p:cNvPr id="569" name="object 569"/>
            <p:cNvSpPr/>
            <p:nvPr/>
          </p:nvSpPr>
          <p:spPr>
            <a:xfrm>
              <a:off x="4001770" y="1442719"/>
              <a:ext cx="407670" cy="21590"/>
            </a:xfrm>
            <a:custGeom>
              <a:avLst/>
              <a:gdLst/>
              <a:ahLst/>
              <a:cxnLst/>
              <a:rect l="l" t="t" r="r" b="b"/>
              <a:pathLst>
                <a:path w="407670" h="21590">
                  <a:moveTo>
                    <a:pt x="163830" y="19050"/>
                  </a:moveTo>
                  <a:lnTo>
                    <a:pt x="162560" y="19050"/>
                  </a:lnTo>
                  <a:lnTo>
                    <a:pt x="162560" y="15240"/>
                  </a:lnTo>
                  <a:lnTo>
                    <a:pt x="161290" y="15240"/>
                  </a:lnTo>
                  <a:lnTo>
                    <a:pt x="161290" y="10160"/>
                  </a:lnTo>
                  <a:lnTo>
                    <a:pt x="160020" y="10160"/>
                  </a:lnTo>
                  <a:lnTo>
                    <a:pt x="160020" y="2540"/>
                  </a:lnTo>
                  <a:lnTo>
                    <a:pt x="160020" y="1270"/>
                  </a:lnTo>
                  <a:lnTo>
                    <a:pt x="158750" y="1270"/>
                  </a:lnTo>
                  <a:lnTo>
                    <a:pt x="158750" y="0"/>
                  </a:lnTo>
                  <a:lnTo>
                    <a:pt x="0" y="0"/>
                  </a:lnTo>
                  <a:lnTo>
                    <a:pt x="0" y="1270"/>
                  </a:lnTo>
                  <a:lnTo>
                    <a:pt x="0" y="2540"/>
                  </a:lnTo>
                  <a:lnTo>
                    <a:pt x="1270" y="2540"/>
                  </a:lnTo>
                  <a:lnTo>
                    <a:pt x="1270" y="10160"/>
                  </a:lnTo>
                  <a:lnTo>
                    <a:pt x="1270" y="15240"/>
                  </a:lnTo>
                  <a:lnTo>
                    <a:pt x="2540" y="15240"/>
                  </a:lnTo>
                  <a:lnTo>
                    <a:pt x="2540" y="19050"/>
                  </a:lnTo>
                  <a:lnTo>
                    <a:pt x="2540" y="21590"/>
                  </a:lnTo>
                  <a:lnTo>
                    <a:pt x="163830" y="21590"/>
                  </a:lnTo>
                  <a:lnTo>
                    <a:pt x="163830" y="19050"/>
                  </a:lnTo>
                  <a:close/>
                </a:path>
                <a:path w="407670" h="21590">
                  <a:moveTo>
                    <a:pt x="407670" y="0"/>
                  </a:moveTo>
                  <a:lnTo>
                    <a:pt x="250190" y="0"/>
                  </a:lnTo>
                  <a:lnTo>
                    <a:pt x="250190" y="2540"/>
                  </a:lnTo>
                  <a:lnTo>
                    <a:pt x="248920" y="2540"/>
                  </a:lnTo>
                  <a:lnTo>
                    <a:pt x="248920" y="7620"/>
                  </a:lnTo>
                  <a:lnTo>
                    <a:pt x="248920" y="11430"/>
                  </a:lnTo>
                  <a:lnTo>
                    <a:pt x="247650" y="11430"/>
                  </a:lnTo>
                  <a:lnTo>
                    <a:pt x="247650" y="16510"/>
                  </a:lnTo>
                  <a:lnTo>
                    <a:pt x="246380" y="16510"/>
                  </a:lnTo>
                  <a:lnTo>
                    <a:pt x="246380" y="17780"/>
                  </a:lnTo>
                  <a:lnTo>
                    <a:pt x="246380" y="20320"/>
                  </a:lnTo>
                  <a:lnTo>
                    <a:pt x="245110" y="20320"/>
                  </a:lnTo>
                  <a:lnTo>
                    <a:pt x="245110" y="21590"/>
                  </a:lnTo>
                  <a:lnTo>
                    <a:pt x="405130" y="21590"/>
                  </a:lnTo>
                  <a:lnTo>
                    <a:pt x="405130" y="20320"/>
                  </a:lnTo>
                  <a:lnTo>
                    <a:pt x="405130" y="17780"/>
                  </a:lnTo>
                  <a:lnTo>
                    <a:pt x="406400" y="17780"/>
                  </a:lnTo>
                  <a:lnTo>
                    <a:pt x="406400" y="16510"/>
                  </a:lnTo>
                  <a:lnTo>
                    <a:pt x="406400" y="11430"/>
                  </a:lnTo>
                  <a:lnTo>
                    <a:pt x="406387" y="7620"/>
                  </a:lnTo>
                  <a:lnTo>
                    <a:pt x="407670" y="7620"/>
                  </a:lnTo>
                  <a:lnTo>
                    <a:pt x="407670" y="2540"/>
                  </a:lnTo>
                  <a:lnTo>
                    <a:pt x="407670" y="0"/>
                  </a:lnTo>
                  <a:close/>
                </a:path>
              </a:pathLst>
            </a:custGeom>
            <a:solidFill>
              <a:srgbClr val="1A1A2D"/>
            </a:solidFill>
          </p:spPr>
          <p:txBody>
            <a:bodyPr wrap="square" lIns="0" tIns="0" rIns="0" bIns="0" rtlCol="0"/>
            <a:lstStyle/>
            <a:p/>
          </p:txBody>
        </p:sp>
        <p:sp>
          <p:nvSpPr>
            <p:cNvPr id="570" name="object 570"/>
            <p:cNvSpPr/>
            <p:nvPr/>
          </p:nvSpPr>
          <p:spPr>
            <a:xfrm>
              <a:off x="4004309" y="1464310"/>
              <a:ext cx="402590" cy="21590"/>
            </a:xfrm>
            <a:custGeom>
              <a:avLst/>
              <a:gdLst/>
              <a:ahLst/>
              <a:cxnLst/>
              <a:rect l="l" t="t" r="r" b="b"/>
              <a:pathLst>
                <a:path w="402589" h="21590">
                  <a:moveTo>
                    <a:pt x="170179" y="19050"/>
                  </a:moveTo>
                  <a:lnTo>
                    <a:pt x="5079" y="19050"/>
                  </a:lnTo>
                  <a:lnTo>
                    <a:pt x="5079" y="21589"/>
                  </a:lnTo>
                  <a:lnTo>
                    <a:pt x="170179" y="21589"/>
                  </a:lnTo>
                  <a:lnTo>
                    <a:pt x="170179" y="19050"/>
                  </a:lnTo>
                  <a:close/>
                </a:path>
                <a:path w="402589" h="21590">
                  <a:moveTo>
                    <a:pt x="167639" y="13969"/>
                  </a:moveTo>
                  <a:lnTo>
                    <a:pt x="3810" y="13969"/>
                  </a:lnTo>
                  <a:lnTo>
                    <a:pt x="3810" y="19050"/>
                  </a:lnTo>
                  <a:lnTo>
                    <a:pt x="168910" y="19050"/>
                  </a:lnTo>
                  <a:lnTo>
                    <a:pt x="168910" y="16510"/>
                  </a:lnTo>
                  <a:lnTo>
                    <a:pt x="167639" y="16510"/>
                  </a:lnTo>
                  <a:lnTo>
                    <a:pt x="167639" y="13969"/>
                  </a:lnTo>
                  <a:close/>
                </a:path>
                <a:path w="402589" h="21590">
                  <a:moveTo>
                    <a:pt x="162560" y="0"/>
                  </a:moveTo>
                  <a:lnTo>
                    <a:pt x="0" y="0"/>
                  </a:lnTo>
                  <a:lnTo>
                    <a:pt x="0" y="1269"/>
                  </a:lnTo>
                  <a:lnTo>
                    <a:pt x="1269" y="1269"/>
                  </a:lnTo>
                  <a:lnTo>
                    <a:pt x="1269" y="8889"/>
                  </a:lnTo>
                  <a:lnTo>
                    <a:pt x="2539" y="8889"/>
                  </a:lnTo>
                  <a:lnTo>
                    <a:pt x="2539" y="13969"/>
                  </a:lnTo>
                  <a:lnTo>
                    <a:pt x="166369" y="13969"/>
                  </a:lnTo>
                  <a:lnTo>
                    <a:pt x="166369" y="11429"/>
                  </a:lnTo>
                  <a:lnTo>
                    <a:pt x="165100" y="11429"/>
                  </a:lnTo>
                  <a:lnTo>
                    <a:pt x="165099" y="7619"/>
                  </a:lnTo>
                  <a:lnTo>
                    <a:pt x="163829" y="7619"/>
                  </a:lnTo>
                  <a:lnTo>
                    <a:pt x="163829" y="2539"/>
                  </a:lnTo>
                  <a:lnTo>
                    <a:pt x="162559" y="2539"/>
                  </a:lnTo>
                  <a:lnTo>
                    <a:pt x="162560" y="0"/>
                  </a:lnTo>
                  <a:close/>
                </a:path>
                <a:path w="402589" h="21590">
                  <a:moveTo>
                    <a:pt x="400049" y="15239"/>
                  </a:moveTo>
                  <a:lnTo>
                    <a:pt x="236219" y="15239"/>
                  </a:lnTo>
                  <a:lnTo>
                    <a:pt x="236219" y="17779"/>
                  </a:lnTo>
                  <a:lnTo>
                    <a:pt x="234950" y="17779"/>
                  </a:lnTo>
                  <a:lnTo>
                    <a:pt x="234950" y="20319"/>
                  </a:lnTo>
                  <a:lnTo>
                    <a:pt x="233679" y="20319"/>
                  </a:lnTo>
                  <a:lnTo>
                    <a:pt x="233679" y="21589"/>
                  </a:lnTo>
                  <a:lnTo>
                    <a:pt x="400050" y="21589"/>
                  </a:lnTo>
                  <a:lnTo>
                    <a:pt x="400049" y="15239"/>
                  </a:lnTo>
                  <a:close/>
                </a:path>
                <a:path w="402589" h="21590">
                  <a:moveTo>
                    <a:pt x="402589" y="0"/>
                  </a:moveTo>
                  <a:lnTo>
                    <a:pt x="242569" y="0"/>
                  </a:lnTo>
                  <a:lnTo>
                    <a:pt x="242569" y="1269"/>
                  </a:lnTo>
                  <a:lnTo>
                    <a:pt x="241300" y="1269"/>
                  </a:lnTo>
                  <a:lnTo>
                    <a:pt x="241300" y="7619"/>
                  </a:lnTo>
                  <a:lnTo>
                    <a:pt x="240029" y="7619"/>
                  </a:lnTo>
                  <a:lnTo>
                    <a:pt x="240029" y="10160"/>
                  </a:lnTo>
                  <a:lnTo>
                    <a:pt x="238760" y="10160"/>
                  </a:lnTo>
                  <a:lnTo>
                    <a:pt x="238760" y="12700"/>
                  </a:lnTo>
                  <a:lnTo>
                    <a:pt x="237489" y="12700"/>
                  </a:lnTo>
                  <a:lnTo>
                    <a:pt x="237489" y="15239"/>
                  </a:lnTo>
                  <a:lnTo>
                    <a:pt x="401319" y="15239"/>
                  </a:lnTo>
                  <a:lnTo>
                    <a:pt x="401320" y="6350"/>
                  </a:lnTo>
                  <a:lnTo>
                    <a:pt x="402589" y="6350"/>
                  </a:lnTo>
                  <a:lnTo>
                    <a:pt x="402589" y="0"/>
                  </a:lnTo>
                  <a:close/>
                </a:path>
              </a:pathLst>
            </a:custGeom>
            <a:solidFill>
              <a:srgbClr val="1B1B2E"/>
            </a:solidFill>
          </p:spPr>
          <p:txBody>
            <a:bodyPr wrap="square" lIns="0" tIns="0" rIns="0" bIns="0" rtlCol="0"/>
            <a:lstStyle/>
            <a:p/>
          </p:txBody>
        </p:sp>
        <p:sp>
          <p:nvSpPr>
            <p:cNvPr id="571" name="object 571"/>
            <p:cNvSpPr/>
            <p:nvPr/>
          </p:nvSpPr>
          <p:spPr>
            <a:xfrm>
              <a:off x="4009390" y="1485899"/>
              <a:ext cx="394970" cy="21590"/>
            </a:xfrm>
            <a:custGeom>
              <a:avLst/>
              <a:gdLst/>
              <a:ahLst/>
              <a:cxnLst/>
              <a:rect l="l" t="t" r="r" b="b"/>
              <a:pathLst>
                <a:path w="394970" h="21590">
                  <a:moveTo>
                    <a:pt x="168910" y="2540"/>
                  </a:moveTo>
                  <a:lnTo>
                    <a:pt x="167640" y="2540"/>
                  </a:lnTo>
                  <a:lnTo>
                    <a:pt x="167640" y="1270"/>
                  </a:lnTo>
                  <a:lnTo>
                    <a:pt x="166370" y="1270"/>
                  </a:lnTo>
                  <a:lnTo>
                    <a:pt x="166370" y="0"/>
                  </a:lnTo>
                  <a:lnTo>
                    <a:pt x="0" y="0"/>
                  </a:lnTo>
                  <a:lnTo>
                    <a:pt x="0" y="1270"/>
                  </a:lnTo>
                  <a:lnTo>
                    <a:pt x="0" y="2540"/>
                  </a:lnTo>
                  <a:lnTo>
                    <a:pt x="0" y="5080"/>
                  </a:lnTo>
                  <a:lnTo>
                    <a:pt x="168910" y="5080"/>
                  </a:lnTo>
                  <a:lnTo>
                    <a:pt x="168910" y="2540"/>
                  </a:lnTo>
                  <a:close/>
                </a:path>
                <a:path w="394970" h="21590">
                  <a:moveTo>
                    <a:pt x="175260" y="11430"/>
                  </a:moveTo>
                  <a:lnTo>
                    <a:pt x="173990" y="11430"/>
                  </a:lnTo>
                  <a:lnTo>
                    <a:pt x="173990" y="10160"/>
                  </a:lnTo>
                  <a:lnTo>
                    <a:pt x="172720" y="10160"/>
                  </a:lnTo>
                  <a:lnTo>
                    <a:pt x="172720" y="8890"/>
                  </a:lnTo>
                  <a:lnTo>
                    <a:pt x="171450" y="8890"/>
                  </a:lnTo>
                  <a:lnTo>
                    <a:pt x="171450" y="7620"/>
                  </a:lnTo>
                  <a:lnTo>
                    <a:pt x="170180" y="7620"/>
                  </a:lnTo>
                  <a:lnTo>
                    <a:pt x="170180" y="5207"/>
                  </a:lnTo>
                  <a:lnTo>
                    <a:pt x="1270" y="5207"/>
                  </a:lnTo>
                  <a:lnTo>
                    <a:pt x="1270" y="12700"/>
                  </a:lnTo>
                  <a:lnTo>
                    <a:pt x="175260" y="12700"/>
                  </a:lnTo>
                  <a:lnTo>
                    <a:pt x="175260" y="11430"/>
                  </a:lnTo>
                  <a:close/>
                </a:path>
                <a:path w="394970" h="21590">
                  <a:moveTo>
                    <a:pt x="185407" y="17780"/>
                  </a:moveTo>
                  <a:lnTo>
                    <a:pt x="182867" y="17780"/>
                  </a:lnTo>
                  <a:lnTo>
                    <a:pt x="182867" y="16510"/>
                  </a:lnTo>
                  <a:lnTo>
                    <a:pt x="180340" y="16510"/>
                  </a:lnTo>
                  <a:lnTo>
                    <a:pt x="180340" y="15240"/>
                  </a:lnTo>
                  <a:lnTo>
                    <a:pt x="177800" y="15240"/>
                  </a:lnTo>
                  <a:lnTo>
                    <a:pt x="177800" y="13970"/>
                  </a:lnTo>
                  <a:lnTo>
                    <a:pt x="176517" y="13970"/>
                  </a:lnTo>
                  <a:lnTo>
                    <a:pt x="176517" y="12827"/>
                  </a:lnTo>
                  <a:lnTo>
                    <a:pt x="2540" y="12827"/>
                  </a:lnTo>
                  <a:lnTo>
                    <a:pt x="2540" y="19050"/>
                  </a:lnTo>
                  <a:lnTo>
                    <a:pt x="185407" y="19050"/>
                  </a:lnTo>
                  <a:lnTo>
                    <a:pt x="185407" y="17780"/>
                  </a:lnTo>
                  <a:close/>
                </a:path>
                <a:path w="394970" h="21590">
                  <a:moveTo>
                    <a:pt x="191770" y="20320"/>
                  </a:moveTo>
                  <a:lnTo>
                    <a:pt x="186690" y="20320"/>
                  </a:lnTo>
                  <a:lnTo>
                    <a:pt x="186690" y="19177"/>
                  </a:lnTo>
                  <a:lnTo>
                    <a:pt x="3810" y="19177"/>
                  </a:lnTo>
                  <a:lnTo>
                    <a:pt x="3810" y="20320"/>
                  </a:lnTo>
                  <a:lnTo>
                    <a:pt x="3810" y="21590"/>
                  </a:lnTo>
                  <a:lnTo>
                    <a:pt x="191770" y="21590"/>
                  </a:lnTo>
                  <a:lnTo>
                    <a:pt x="191770" y="20320"/>
                  </a:lnTo>
                  <a:close/>
                </a:path>
                <a:path w="394970" h="21590">
                  <a:moveTo>
                    <a:pt x="391160" y="12827"/>
                  </a:moveTo>
                  <a:lnTo>
                    <a:pt x="217170" y="12827"/>
                  </a:lnTo>
                  <a:lnTo>
                    <a:pt x="217170" y="13970"/>
                  </a:lnTo>
                  <a:lnTo>
                    <a:pt x="215900" y="13970"/>
                  </a:lnTo>
                  <a:lnTo>
                    <a:pt x="215900" y="15240"/>
                  </a:lnTo>
                  <a:lnTo>
                    <a:pt x="213360" y="15240"/>
                  </a:lnTo>
                  <a:lnTo>
                    <a:pt x="213360" y="16510"/>
                  </a:lnTo>
                  <a:lnTo>
                    <a:pt x="212090" y="16510"/>
                  </a:lnTo>
                  <a:lnTo>
                    <a:pt x="212090" y="17780"/>
                  </a:lnTo>
                  <a:lnTo>
                    <a:pt x="209550" y="17780"/>
                  </a:lnTo>
                  <a:lnTo>
                    <a:pt x="209550" y="19050"/>
                  </a:lnTo>
                  <a:lnTo>
                    <a:pt x="204470" y="19050"/>
                  </a:lnTo>
                  <a:lnTo>
                    <a:pt x="204470" y="20320"/>
                  </a:lnTo>
                  <a:lnTo>
                    <a:pt x="201930" y="20320"/>
                  </a:lnTo>
                  <a:lnTo>
                    <a:pt x="201930" y="21590"/>
                  </a:lnTo>
                  <a:lnTo>
                    <a:pt x="389890" y="21590"/>
                  </a:lnTo>
                  <a:lnTo>
                    <a:pt x="389890" y="20320"/>
                  </a:lnTo>
                  <a:lnTo>
                    <a:pt x="389890" y="19050"/>
                  </a:lnTo>
                  <a:lnTo>
                    <a:pt x="389890" y="17780"/>
                  </a:lnTo>
                  <a:lnTo>
                    <a:pt x="391160" y="17780"/>
                  </a:lnTo>
                  <a:lnTo>
                    <a:pt x="391160" y="16510"/>
                  </a:lnTo>
                  <a:lnTo>
                    <a:pt x="391160" y="15240"/>
                  </a:lnTo>
                  <a:lnTo>
                    <a:pt x="391160" y="13970"/>
                  </a:lnTo>
                  <a:lnTo>
                    <a:pt x="391160" y="12827"/>
                  </a:lnTo>
                  <a:close/>
                </a:path>
                <a:path w="394970" h="21590">
                  <a:moveTo>
                    <a:pt x="394970" y="0"/>
                  </a:moveTo>
                  <a:lnTo>
                    <a:pt x="227330" y="0"/>
                  </a:lnTo>
                  <a:lnTo>
                    <a:pt x="227330" y="1270"/>
                  </a:lnTo>
                  <a:lnTo>
                    <a:pt x="226060" y="1270"/>
                  </a:lnTo>
                  <a:lnTo>
                    <a:pt x="226060" y="3810"/>
                  </a:lnTo>
                  <a:lnTo>
                    <a:pt x="224790" y="3810"/>
                  </a:lnTo>
                  <a:lnTo>
                    <a:pt x="224790" y="5080"/>
                  </a:lnTo>
                  <a:lnTo>
                    <a:pt x="223520" y="5080"/>
                  </a:lnTo>
                  <a:lnTo>
                    <a:pt x="223520" y="7620"/>
                  </a:lnTo>
                  <a:lnTo>
                    <a:pt x="222250" y="7620"/>
                  </a:lnTo>
                  <a:lnTo>
                    <a:pt x="222250" y="8890"/>
                  </a:lnTo>
                  <a:lnTo>
                    <a:pt x="220980" y="8890"/>
                  </a:lnTo>
                  <a:lnTo>
                    <a:pt x="220980" y="10160"/>
                  </a:lnTo>
                  <a:lnTo>
                    <a:pt x="219710" y="10160"/>
                  </a:lnTo>
                  <a:lnTo>
                    <a:pt x="219710" y="11430"/>
                  </a:lnTo>
                  <a:lnTo>
                    <a:pt x="218440" y="11430"/>
                  </a:lnTo>
                  <a:lnTo>
                    <a:pt x="218440" y="12700"/>
                  </a:lnTo>
                  <a:lnTo>
                    <a:pt x="392417" y="12700"/>
                  </a:lnTo>
                  <a:lnTo>
                    <a:pt x="392417" y="11430"/>
                  </a:lnTo>
                  <a:lnTo>
                    <a:pt x="392430" y="10160"/>
                  </a:lnTo>
                  <a:lnTo>
                    <a:pt x="392430" y="8890"/>
                  </a:lnTo>
                  <a:lnTo>
                    <a:pt x="392417" y="7620"/>
                  </a:lnTo>
                  <a:lnTo>
                    <a:pt x="393700" y="7620"/>
                  </a:lnTo>
                  <a:lnTo>
                    <a:pt x="393700" y="5080"/>
                  </a:lnTo>
                  <a:lnTo>
                    <a:pt x="393700" y="3810"/>
                  </a:lnTo>
                  <a:lnTo>
                    <a:pt x="393700" y="1270"/>
                  </a:lnTo>
                  <a:lnTo>
                    <a:pt x="394970" y="1270"/>
                  </a:lnTo>
                  <a:lnTo>
                    <a:pt x="394970" y="0"/>
                  </a:lnTo>
                  <a:close/>
                </a:path>
              </a:pathLst>
            </a:custGeom>
            <a:solidFill>
              <a:srgbClr val="1B1B2F"/>
            </a:solidFill>
          </p:spPr>
          <p:txBody>
            <a:bodyPr wrap="square" lIns="0" tIns="0" rIns="0" bIns="0" rtlCol="0"/>
            <a:lstStyle/>
            <a:p/>
          </p:txBody>
        </p:sp>
        <p:sp>
          <p:nvSpPr>
            <p:cNvPr id="572" name="object 572"/>
            <p:cNvSpPr/>
            <p:nvPr/>
          </p:nvSpPr>
          <p:spPr>
            <a:xfrm>
              <a:off x="4013200" y="1507489"/>
              <a:ext cx="386080" cy="21590"/>
            </a:xfrm>
            <a:custGeom>
              <a:avLst/>
              <a:gdLst/>
              <a:ahLst/>
              <a:cxnLst/>
              <a:rect l="l" t="t" r="r" b="b"/>
              <a:pathLst>
                <a:path w="386079" h="21590">
                  <a:moveTo>
                    <a:pt x="386080" y="0"/>
                  </a:moveTo>
                  <a:lnTo>
                    <a:pt x="198120" y="0"/>
                  </a:lnTo>
                  <a:lnTo>
                    <a:pt x="0" y="0"/>
                  </a:lnTo>
                  <a:lnTo>
                    <a:pt x="0" y="1270"/>
                  </a:lnTo>
                  <a:lnTo>
                    <a:pt x="0" y="2540"/>
                  </a:lnTo>
                  <a:lnTo>
                    <a:pt x="1270" y="2540"/>
                  </a:lnTo>
                  <a:lnTo>
                    <a:pt x="1270" y="6350"/>
                  </a:lnTo>
                  <a:lnTo>
                    <a:pt x="1270" y="7620"/>
                  </a:lnTo>
                  <a:lnTo>
                    <a:pt x="2540" y="7620"/>
                  </a:lnTo>
                  <a:lnTo>
                    <a:pt x="2540" y="11430"/>
                  </a:lnTo>
                  <a:lnTo>
                    <a:pt x="2540" y="12700"/>
                  </a:lnTo>
                  <a:lnTo>
                    <a:pt x="3810" y="12700"/>
                  </a:lnTo>
                  <a:lnTo>
                    <a:pt x="3810" y="15240"/>
                  </a:lnTo>
                  <a:lnTo>
                    <a:pt x="3810" y="16510"/>
                  </a:lnTo>
                  <a:lnTo>
                    <a:pt x="5080" y="16510"/>
                  </a:lnTo>
                  <a:lnTo>
                    <a:pt x="5080" y="19050"/>
                  </a:lnTo>
                  <a:lnTo>
                    <a:pt x="6350" y="19050"/>
                  </a:lnTo>
                  <a:lnTo>
                    <a:pt x="6350" y="20320"/>
                  </a:lnTo>
                  <a:lnTo>
                    <a:pt x="6350" y="21590"/>
                  </a:lnTo>
                  <a:lnTo>
                    <a:pt x="379730" y="21590"/>
                  </a:lnTo>
                  <a:lnTo>
                    <a:pt x="379730" y="20320"/>
                  </a:lnTo>
                  <a:lnTo>
                    <a:pt x="381000" y="20320"/>
                  </a:lnTo>
                  <a:lnTo>
                    <a:pt x="381000" y="19050"/>
                  </a:lnTo>
                  <a:lnTo>
                    <a:pt x="381000" y="16510"/>
                  </a:lnTo>
                  <a:lnTo>
                    <a:pt x="381000" y="15240"/>
                  </a:lnTo>
                  <a:lnTo>
                    <a:pt x="382270" y="15240"/>
                  </a:lnTo>
                  <a:lnTo>
                    <a:pt x="382270" y="12700"/>
                  </a:lnTo>
                  <a:lnTo>
                    <a:pt x="382257" y="11430"/>
                  </a:lnTo>
                  <a:lnTo>
                    <a:pt x="383540" y="11430"/>
                  </a:lnTo>
                  <a:lnTo>
                    <a:pt x="383540" y="7620"/>
                  </a:lnTo>
                  <a:lnTo>
                    <a:pt x="383540" y="6350"/>
                  </a:lnTo>
                  <a:lnTo>
                    <a:pt x="384810" y="6350"/>
                  </a:lnTo>
                  <a:lnTo>
                    <a:pt x="384810" y="2540"/>
                  </a:lnTo>
                  <a:lnTo>
                    <a:pt x="384810" y="1270"/>
                  </a:lnTo>
                  <a:lnTo>
                    <a:pt x="386080" y="1270"/>
                  </a:lnTo>
                  <a:lnTo>
                    <a:pt x="386080" y="127"/>
                  </a:lnTo>
                  <a:lnTo>
                    <a:pt x="386080" y="0"/>
                  </a:lnTo>
                  <a:close/>
                </a:path>
              </a:pathLst>
            </a:custGeom>
            <a:solidFill>
              <a:srgbClr val="1C1C30"/>
            </a:solidFill>
          </p:spPr>
          <p:txBody>
            <a:bodyPr wrap="square" lIns="0" tIns="0" rIns="0" bIns="0" rtlCol="0"/>
            <a:lstStyle/>
            <a:p/>
          </p:txBody>
        </p:sp>
        <p:sp>
          <p:nvSpPr>
            <p:cNvPr id="573" name="object 573"/>
            <p:cNvSpPr/>
            <p:nvPr/>
          </p:nvSpPr>
          <p:spPr>
            <a:xfrm>
              <a:off x="4019550" y="1529079"/>
              <a:ext cx="373380" cy="21590"/>
            </a:xfrm>
            <a:custGeom>
              <a:avLst/>
              <a:gdLst/>
              <a:ahLst/>
              <a:cxnLst/>
              <a:rect l="l" t="t" r="r" b="b"/>
              <a:pathLst>
                <a:path w="373379" h="21590">
                  <a:moveTo>
                    <a:pt x="373380" y="0"/>
                  </a:moveTo>
                  <a:lnTo>
                    <a:pt x="0" y="0"/>
                  </a:lnTo>
                  <a:lnTo>
                    <a:pt x="0" y="1270"/>
                  </a:lnTo>
                  <a:lnTo>
                    <a:pt x="1270" y="1270"/>
                  </a:lnTo>
                  <a:lnTo>
                    <a:pt x="1270" y="3810"/>
                  </a:lnTo>
                  <a:lnTo>
                    <a:pt x="1270" y="5080"/>
                  </a:lnTo>
                  <a:lnTo>
                    <a:pt x="2540" y="5080"/>
                  </a:lnTo>
                  <a:lnTo>
                    <a:pt x="2540" y="7620"/>
                  </a:lnTo>
                  <a:lnTo>
                    <a:pt x="2540" y="8890"/>
                  </a:lnTo>
                  <a:lnTo>
                    <a:pt x="3810" y="8890"/>
                  </a:lnTo>
                  <a:lnTo>
                    <a:pt x="3810" y="11430"/>
                  </a:lnTo>
                  <a:lnTo>
                    <a:pt x="3810" y="12700"/>
                  </a:lnTo>
                  <a:lnTo>
                    <a:pt x="5080" y="12700"/>
                  </a:lnTo>
                  <a:lnTo>
                    <a:pt x="5080" y="13970"/>
                  </a:lnTo>
                  <a:lnTo>
                    <a:pt x="5080" y="16510"/>
                  </a:lnTo>
                  <a:lnTo>
                    <a:pt x="6350" y="16510"/>
                  </a:lnTo>
                  <a:lnTo>
                    <a:pt x="6350" y="17780"/>
                  </a:lnTo>
                  <a:lnTo>
                    <a:pt x="6350" y="20320"/>
                  </a:lnTo>
                  <a:lnTo>
                    <a:pt x="7620" y="20320"/>
                  </a:lnTo>
                  <a:lnTo>
                    <a:pt x="7620" y="21590"/>
                  </a:lnTo>
                  <a:lnTo>
                    <a:pt x="367030" y="21590"/>
                  </a:lnTo>
                  <a:lnTo>
                    <a:pt x="367030" y="20320"/>
                  </a:lnTo>
                  <a:lnTo>
                    <a:pt x="367030" y="17780"/>
                  </a:lnTo>
                  <a:lnTo>
                    <a:pt x="368300" y="17780"/>
                  </a:lnTo>
                  <a:lnTo>
                    <a:pt x="368300" y="16510"/>
                  </a:lnTo>
                  <a:lnTo>
                    <a:pt x="368300" y="13970"/>
                  </a:lnTo>
                  <a:lnTo>
                    <a:pt x="369557" y="13970"/>
                  </a:lnTo>
                  <a:lnTo>
                    <a:pt x="369557" y="12700"/>
                  </a:lnTo>
                  <a:lnTo>
                    <a:pt x="369570" y="11430"/>
                  </a:lnTo>
                  <a:lnTo>
                    <a:pt x="370840" y="11430"/>
                  </a:lnTo>
                  <a:lnTo>
                    <a:pt x="370840" y="8890"/>
                  </a:lnTo>
                  <a:lnTo>
                    <a:pt x="370840" y="7620"/>
                  </a:lnTo>
                  <a:lnTo>
                    <a:pt x="372110" y="7620"/>
                  </a:lnTo>
                  <a:lnTo>
                    <a:pt x="372110" y="5080"/>
                  </a:lnTo>
                  <a:lnTo>
                    <a:pt x="372110" y="3810"/>
                  </a:lnTo>
                  <a:lnTo>
                    <a:pt x="373380" y="3810"/>
                  </a:lnTo>
                  <a:lnTo>
                    <a:pt x="373380" y="1270"/>
                  </a:lnTo>
                  <a:lnTo>
                    <a:pt x="373380" y="0"/>
                  </a:lnTo>
                  <a:close/>
                </a:path>
              </a:pathLst>
            </a:custGeom>
            <a:solidFill>
              <a:srgbClr val="1C1C31"/>
            </a:solidFill>
          </p:spPr>
          <p:txBody>
            <a:bodyPr wrap="square" lIns="0" tIns="0" rIns="0" bIns="0" rtlCol="0"/>
            <a:lstStyle/>
            <a:p/>
          </p:txBody>
        </p:sp>
        <p:sp>
          <p:nvSpPr>
            <p:cNvPr id="574" name="object 574"/>
            <p:cNvSpPr/>
            <p:nvPr/>
          </p:nvSpPr>
          <p:spPr>
            <a:xfrm>
              <a:off x="4027170" y="1550669"/>
              <a:ext cx="358140" cy="41910"/>
            </a:xfrm>
            <a:custGeom>
              <a:avLst/>
              <a:gdLst/>
              <a:ahLst/>
              <a:cxnLst/>
              <a:rect l="l" t="t" r="r" b="b"/>
              <a:pathLst>
                <a:path w="358139" h="41909">
                  <a:moveTo>
                    <a:pt x="345440" y="29222"/>
                  </a:moveTo>
                  <a:lnTo>
                    <a:pt x="12700" y="29222"/>
                  </a:lnTo>
                  <a:lnTo>
                    <a:pt x="12700" y="31750"/>
                  </a:lnTo>
                  <a:lnTo>
                    <a:pt x="13970" y="31750"/>
                  </a:lnTo>
                  <a:lnTo>
                    <a:pt x="13970" y="34290"/>
                  </a:lnTo>
                  <a:lnTo>
                    <a:pt x="15240" y="34290"/>
                  </a:lnTo>
                  <a:lnTo>
                    <a:pt x="15240" y="35560"/>
                  </a:lnTo>
                  <a:lnTo>
                    <a:pt x="15240" y="36830"/>
                  </a:lnTo>
                  <a:lnTo>
                    <a:pt x="16510" y="36830"/>
                  </a:lnTo>
                  <a:lnTo>
                    <a:pt x="16510" y="38100"/>
                  </a:lnTo>
                  <a:lnTo>
                    <a:pt x="16510" y="39370"/>
                  </a:lnTo>
                  <a:lnTo>
                    <a:pt x="17780" y="39370"/>
                  </a:lnTo>
                  <a:lnTo>
                    <a:pt x="17780" y="40640"/>
                  </a:lnTo>
                  <a:lnTo>
                    <a:pt x="17780" y="41910"/>
                  </a:lnTo>
                  <a:lnTo>
                    <a:pt x="339090" y="41910"/>
                  </a:lnTo>
                  <a:lnTo>
                    <a:pt x="339090" y="40640"/>
                  </a:lnTo>
                  <a:lnTo>
                    <a:pt x="340360" y="40640"/>
                  </a:lnTo>
                  <a:lnTo>
                    <a:pt x="340360" y="39370"/>
                  </a:lnTo>
                  <a:lnTo>
                    <a:pt x="340360" y="38100"/>
                  </a:lnTo>
                  <a:lnTo>
                    <a:pt x="341630" y="38100"/>
                  </a:lnTo>
                  <a:lnTo>
                    <a:pt x="341630" y="36830"/>
                  </a:lnTo>
                  <a:lnTo>
                    <a:pt x="341630" y="35560"/>
                  </a:lnTo>
                  <a:lnTo>
                    <a:pt x="342900" y="35560"/>
                  </a:lnTo>
                  <a:lnTo>
                    <a:pt x="342900" y="34290"/>
                  </a:lnTo>
                  <a:lnTo>
                    <a:pt x="344170" y="34290"/>
                  </a:lnTo>
                  <a:lnTo>
                    <a:pt x="344170" y="31750"/>
                  </a:lnTo>
                  <a:lnTo>
                    <a:pt x="345440" y="31750"/>
                  </a:lnTo>
                  <a:lnTo>
                    <a:pt x="345440" y="29222"/>
                  </a:lnTo>
                  <a:close/>
                </a:path>
                <a:path w="358139" h="41909">
                  <a:moveTo>
                    <a:pt x="346710" y="26797"/>
                  </a:moveTo>
                  <a:lnTo>
                    <a:pt x="11430" y="26797"/>
                  </a:lnTo>
                  <a:lnTo>
                    <a:pt x="11430" y="29210"/>
                  </a:lnTo>
                  <a:lnTo>
                    <a:pt x="346710" y="29210"/>
                  </a:lnTo>
                  <a:lnTo>
                    <a:pt x="346710" y="26797"/>
                  </a:lnTo>
                  <a:close/>
                </a:path>
                <a:path w="358139" h="41909">
                  <a:moveTo>
                    <a:pt x="354330" y="9017"/>
                  </a:moveTo>
                  <a:lnTo>
                    <a:pt x="3810" y="9017"/>
                  </a:lnTo>
                  <a:lnTo>
                    <a:pt x="3810" y="12827"/>
                  </a:lnTo>
                  <a:lnTo>
                    <a:pt x="5080" y="12827"/>
                  </a:lnTo>
                  <a:lnTo>
                    <a:pt x="5080" y="15367"/>
                  </a:lnTo>
                  <a:lnTo>
                    <a:pt x="6350" y="15367"/>
                  </a:lnTo>
                  <a:lnTo>
                    <a:pt x="6350" y="17780"/>
                  </a:lnTo>
                  <a:lnTo>
                    <a:pt x="7620" y="17780"/>
                  </a:lnTo>
                  <a:lnTo>
                    <a:pt x="7620" y="19050"/>
                  </a:lnTo>
                  <a:lnTo>
                    <a:pt x="7620" y="20320"/>
                  </a:lnTo>
                  <a:lnTo>
                    <a:pt x="8890" y="20320"/>
                  </a:lnTo>
                  <a:lnTo>
                    <a:pt x="8890" y="21590"/>
                  </a:lnTo>
                  <a:lnTo>
                    <a:pt x="8890" y="22860"/>
                  </a:lnTo>
                  <a:lnTo>
                    <a:pt x="10160" y="22860"/>
                  </a:lnTo>
                  <a:lnTo>
                    <a:pt x="10160" y="24130"/>
                  </a:lnTo>
                  <a:lnTo>
                    <a:pt x="10160" y="26670"/>
                  </a:lnTo>
                  <a:lnTo>
                    <a:pt x="347980" y="26670"/>
                  </a:lnTo>
                  <a:lnTo>
                    <a:pt x="347980" y="24130"/>
                  </a:lnTo>
                  <a:lnTo>
                    <a:pt x="349237" y="24130"/>
                  </a:lnTo>
                  <a:lnTo>
                    <a:pt x="349237" y="22860"/>
                  </a:lnTo>
                  <a:lnTo>
                    <a:pt x="349250" y="21717"/>
                  </a:lnTo>
                  <a:lnTo>
                    <a:pt x="350520" y="21717"/>
                  </a:lnTo>
                  <a:lnTo>
                    <a:pt x="350520" y="21590"/>
                  </a:lnTo>
                  <a:lnTo>
                    <a:pt x="350520" y="20320"/>
                  </a:lnTo>
                  <a:lnTo>
                    <a:pt x="350520" y="19050"/>
                  </a:lnTo>
                  <a:lnTo>
                    <a:pt x="351790" y="19050"/>
                  </a:lnTo>
                  <a:lnTo>
                    <a:pt x="351790" y="17780"/>
                  </a:lnTo>
                  <a:lnTo>
                    <a:pt x="351790" y="15367"/>
                  </a:lnTo>
                  <a:lnTo>
                    <a:pt x="353060" y="15367"/>
                  </a:lnTo>
                  <a:lnTo>
                    <a:pt x="353060" y="12827"/>
                  </a:lnTo>
                  <a:lnTo>
                    <a:pt x="354330" y="12827"/>
                  </a:lnTo>
                  <a:lnTo>
                    <a:pt x="354330" y="9017"/>
                  </a:lnTo>
                  <a:close/>
                </a:path>
                <a:path w="358139" h="41909">
                  <a:moveTo>
                    <a:pt x="358140" y="0"/>
                  </a:moveTo>
                  <a:lnTo>
                    <a:pt x="0" y="0"/>
                  </a:lnTo>
                  <a:lnTo>
                    <a:pt x="0" y="2540"/>
                  </a:lnTo>
                  <a:lnTo>
                    <a:pt x="1270" y="2540"/>
                  </a:lnTo>
                  <a:lnTo>
                    <a:pt x="1270" y="5080"/>
                  </a:lnTo>
                  <a:lnTo>
                    <a:pt x="2540" y="5080"/>
                  </a:lnTo>
                  <a:lnTo>
                    <a:pt x="2540" y="6350"/>
                  </a:lnTo>
                  <a:lnTo>
                    <a:pt x="2540" y="8890"/>
                  </a:lnTo>
                  <a:lnTo>
                    <a:pt x="355600" y="8890"/>
                  </a:lnTo>
                  <a:lnTo>
                    <a:pt x="355600" y="6350"/>
                  </a:lnTo>
                  <a:lnTo>
                    <a:pt x="356870" y="6350"/>
                  </a:lnTo>
                  <a:lnTo>
                    <a:pt x="356870" y="5080"/>
                  </a:lnTo>
                  <a:lnTo>
                    <a:pt x="356870" y="2540"/>
                  </a:lnTo>
                  <a:lnTo>
                    <a:pt x="358140" y="2540"/>
                  </a:lnTo>
                  <a:lnTo>
                    <a:pt x="358140" y="0"/>
                  </a:lnTo>
                  <a:close/>
                </a:path>
              </a:pathLst>
            </a:custGeom>
            <a:solidFill>
              <a:srgbClr val="1D1D33"/>
            </a:solidFill>
          </p:spPr>
          <p:txBody>
            <a:bodyPr wrap="square" lIns="0" tIns="0" rIns="0" bIns="0" rtlCol="0"/>
            <a:lstStyle/>
            <a:p/>
          </p:txBody>
        </p:sp>
        <p:sp>
          <p:nvSpPr>
            <p:cNvPr id="575" name="object 575"/>
            <p:cNvSpPr/>
            <p:nvPr/>
          </p:nvSpPr>
          <p:spPr>
            <a:xfrm>
              <a:off x="4046220" y="1592579"/>
              <a:ext cx="320040" cy="21590"/>
            </a:xfrm>
            <a:custGeom>
              <a:avLst/>
              <a:gdLst/>
              <a:ahLst/>
              <a:cxnLst/>
              <a:rect l="l" t="t" r="r" b="b"/>
              <a:pathLst>
                <a:path w="320039" h="21590">
                  <a:moveTo>
                    <a:pt x="320040" y="0"/>
                  </a:moveTo>
                  <a:lnTo>
                    <a:pt x="0" y="0"/>
                  </a:lnTo>
                  <a:lnTo>
                    <a:pt x="0" y="1270"/>
                  </a:lnTo>
                  <a:lnTo>
                    <a:pt x="0" y="2540"/>
                  </a:lnTo>
                  <a:lnTo>
                    <a:pt x="1270" y="2540"/>
                  </a:lnTo>
                  <a:lnTo>
                    <a:pt x="1270" y="3810"/>
                  </a:lnTo>
                  <a:lnTo>
                    <a:pt x="1270" y="5080"/>
                  </a:lnTo>
                  <a:lnTo>
                    <a:pt x="2540" y="5080"/>
                  </a:lnTo>
                  <a:lnTo>
                    <a:pt x="2540" y="6350"/>
                  </a:lnTo>
                  <a:lnTo>
                    <a:pt x="2540" y="7620"/>
                  </a:lnTo>
                  <a:lnTo>
                    <a:pt x="3810" y="7620"/>
                  </a:lnTo>
                  <a:lnTo>
                    <a:pt x="3810" y="8890"/>
                  </a:lnTo>
                  <a:lnTo>
                    <a:pt x="5080" y="8890"/>
                  </a:lnTo>
                  <a:lnTo>
                    <a:pt x="5080" y="11430"/>
                  </a:lnTo>
                  <a:lnTo>
                    <a:pt x="6350" y="11430"/>
                  </a:lnTo>
                  <a:lnTo>
                    <a:pt x="6350" y="13970"/>
                  </a:lnTo>
                  <a:lnTo>
                    <a:pt x="7620" y="13970"/>
                  </a:lnTo>
                  <a:lnTo>
                    <a:pt x="7620" y="15240"/>
                  </a:lnTo>
                  <a:lnTo>
                    <a:pt x="8890" y="15240"/>
                  </a:lnTo>
                  <a:lnTo>
                    <a:pt x="8890" y="16510"/>
                  </a:lnTo>
                  <a:lnTo>
                    <a:pt x="8890" y="17780"/>
                  </a:lnTo>
                  <a:lnTo>
                    <a:pt x="10160" y="17780"/>
                  </a:lnTo>
                  <a:lnTo>
                    <a:pt x="10160" y="20320"/>
                  </a:lnTo>
                  <a:lnTo>
                    <a:pt x="11430" y="20320"/>
                  </a:lnTo>
                  <a:lnTo>
                    <a:pt x="11430" y="21590"/>
                  </a:lnTo>
                  <a:lnTo>
                    <a:pt x="308610" y="21590"/>
                  </a:lnTo>
                  <a:lnTo>
                    <a:pt x="308610" y="20320"/>
                  </a:lnTo>
                  <a:lnTo>
                    <a:pt x="309880" y="20320"/>
                  </a:lnTo>
                  <a:lnTo>
                    <a:pt x="309880" y="17780"/>
                  </a:lnTo>
                  <a:lnTo>
                    <a:pt x="311150" y="17780"/>
                  </a:lnTo>
                  <a:lnTo>
                    <a:pt x="311150" y="16510"/>
                  </a:lnTo>
                  <a:lnTo>
                    <a:pt x="312420" y="16510"/>
                  </a:lnTo>
                  <a:lnTo>
                    <a:pt x="312420" y="15240"/>
                  </a:lnTo>
                  <a:lnTo>
                    <a:pt x="312420" y="13970"/>
                  </a:lnTo>
                  <a:lnTo>
                    <a:pt x="313690" y="13970"/>
                  </a:lnTo>
                  <a:lnTo>
                    <a:pt x="313690" y="11430"/>
                  </a:lnTo>
                  <a:lnTo>
                    <a:pt x="314960" y="11430"/>
                  </a:lnTo>
                  <a:lnTo>
                    <a:pt x="314960" y="8890"/>
                  </a:lnTo>
                  <a:lnTo>
                    <a:pt x="316230" y="8890"/>
                  </a:lnTo>
                  <a:lnTo>
                    <a:pt x="316230" y="7620"/>
                  </a:lnTo>
                  <a:lnTo>
                    <a:pt x="316230" y="6350"/>
                  </a:lnTo>
                  <a:lnTo>
                    <a:pt x="317500" y="6350"/>
                  </a:lnTo>
                  <a:lnTo>
                    <a:pt x="317500" y="5080"/>
                  </a:lnTo>
                  <a:lnTo>
                    <a:pt x="317487" y="3810"/>
                  </a:lnTo>
                  <a:lnTo>
                    <a:pt x="318770" y="3810"/>
                  </a:lnTo>
                  <a:lnTo>
                    <a:pt x="318770" y="2540"/>
                  </a:lnTo>
                  <a:lnTo>
                    <a:pt x="318770" y="1270"/>
                  </a:lnTo>
                  <a:lnTo>
                    <a:pt x="320040" y="1270"/>
                  </a:lnTo>
                  <a:lnTo>
                    <a:pt x="320040" y="0"/>
                  </a:lnTo>
                  <a:close/>
                </a:path>
              </a:pathLst>
            </a:custGeom>
            <a:solidFill>
              <a:srgbClr val="1E1E34"/>
            </a:solidFill>
          </p:spPr>
          <p:txBody>
            <a:bodyPr wrap="square" lIns="0" tIns="0" rIns="0" bIns="0" rtlCol="0"/>
            <a:lstStyle/>
            <a:p/>
          </p:txBody>
        </p:sp>
        <p:sp>
          <p:nvSpPr>
            <p:cNvPr id="576" name="object 576"/>
            <p:cNvSpPr/>
            <p:nvPr/>
          </p:nvSpPr>
          <p:spPr>
            <a:xfrm>
              <a:off x="4058920" y="1614169"/>
              <a:ext cx="295910" cy="21590"/>
            </a:xfrm>
            <a:custGeom>
              <a:avLst/>
              <a:gdLst/>
              <a:ahLst/>
              <a:cxnLst/>
              <a:rect l="l" t="t" r="r" b="b"/>
              <a:pathLst>
                <a:path w="295910" h="21589">
                  <a:moveTo>
                    <a:pt x="281940" y="19177"/>
                  </a:moveTo>
                  <a:lnTo>
                    <a:pt x="12700" y="19177"/>
                  </a:lnTo>
                  <a:lnTo>
                    <a:pt x="12700" y="20447"/>
                  </a:lnTo>
                  <a:lnTo>
                    <a:pt x="13970" y="20447"/>
                  </a:lnTo>
                  <a:lnTo>
                    <a:pt x="13970" y="21590"/>
                  </a:lnTo>
                  <a:lnTo>
                    <a:pt x="280670" y="21590"/>
                  </a:lnTo>
                  <a:lnTo>
                    <a:pt x="280670" y="20447"/>
                  </a:lnTo>
                  <a:lnTo>
                    <a:pt x="281940" y="20447"/>
                  </a:lnTo>
                  <a:lnTo>
                    <a:pt x="281940" y="19177"/>
                  </a:lnTo>
                  <a:close/>
                </a:path>
                <a:path w="295910" h="21589">
                  <a:moveTo>
                    <a:pt x="285737" y="15367"/>
                  </a:moveTo>
                  <a:lnTo>
                    <a:pt x="10160" y="15367"/>
                  </a:lnTo>
                  <a:lnTo>
                    <a:pt x="10160" y="16510"/>
                  </a:lnTo>
                  <a:lnTo>
                    <a:pt x="11430" y="16510"/>
                  </a:lnTo>
                  <a:lnTo>
                    <a:pt x="11430" y="17907"/>
                  </a:lnTo>
                  <a:lnTo>
                    <a:pt x="12700" y="17907"/>
                  </a:lnTo>
                  <a:lnTo>
                    <a:pt x="12700" y="19050"/>
                  </a:lnTo>
                  <a:lnTo>
                    <a:pt x="283210" y="19050"/>
                  </a:lnTo>
                  <a:lnTo>
                    <a:pt x="283210" y="17907"/>
                  </a:lnTo>
                  <a:lnTo>
                    <a:pt x="284480" y="17907"/>
                  </a:lnTo>
                  <a:lnTo>
                    <a:pt x="284480" y="16510"/>
                  </a:lnTo>
                  <a:lnTo>
                    <a:pt x="285737" y="16510"/>
                  </a:lnTo>
                  <a:lnTo>
                    <a:pt x="285737" y="15367"/>
                  </a:lnTo>
                  <a:close/>
                </a:path>
                <a:path w="295910" h="21589">
                  <a:moveTo>
                    <a:pt x="292087" y="6477"/>
                  </a:moveTo>
                  <a:lnTo>
                    <a:pt x="3810" y="6477"/>
                  </a:lnTo>
                  <a:lnTo>
                    <a:pt x="3810" y="7747"/>
                  </a:lnTo>
                  <a:lnTo>
                    <a:pt x="5080" y="7747"/>
                  </a:lnTo>
                  <a:lnTo>
                    <a:pt x="5080" y="8890"/>
                  </a:lnTo>
                  <a:lnTo>
                    <a:pt x="5080" y="10160"/>
                  </a:lnTo>
                  <a:lnTo>
                    <a:pt x="6350" y="10160"/>
                  </a:lnTo>
                  <a:lnTo>
                    <a:pt x="6350" y="11430"/>
                  </a:lnTo>
                  <a:lnTo>
                    <a:pt x="7620" y="11430"/>
                  </a:lnTo>
                  <a:lnTo>
                    <a:pt x="7620" y="12700"/>
                  </a:lnTo>
                  <a:lnTo>
                    <a:pt x="8890" y="12700"/>
                  </a:lnTo>
                  <a:lnTo>
                    <a:pt x="8890" y="13970"/>
                  </a:lnTo>
                  <a:lnTo>
                    <a:pt x="8890" y="15240"/>
                  </a:lnTo>
                  <a:lnTo>
                    <a:pt x="285750" y="15240"/>
                  </a:lnTo>
                  <a:lnTo>
                    <a:pt x="285750" y="13970"/>
                  </a:lnTo>
                  <a:lnTo>
                    <a:pt x="287020" y="13970"/>
                  </a:lnTo>
                  <a:lnTo>
                    <a:pt x="287020" y="12827"/>
                  </a:lnTo>
                  <a:lnTo>
                    <a:pt x="288290" y="12827"/>
                  </a:lnTo>
                  <a:lnTo>
                    <a:pt x="288290" y="12700"/>
                  </a:lnTo>
                  <a:lnTo>
                    <a:pt x="288290" y="11430"/>
                  </a:lnTo>
                  <a:lnTo>
                    <a:pt x="289560" y="11430"/>
                  </a:lnTo>
                  <a:lnTo>
                    <a:pt x="289560" y="10160"/>
                  </a:lnTo>
                  <a:lnTo>
                    <a:pt x="289560" y="8890"/>
                  </a:lnTo>
                  <a:lnTo>
                    <a:pt x="290830" y="8890"/>
                  </a:lnTo>
                  <a:lnTo>
                    <a:pt x="290830" y="7747"/>
                  </a:lnTo>
                  <a:lnTo>
                    <a:pt x="292087" y="7747"/>
                  </a:lnTo>
                  <a:lnTo>
                    <a:pt x="292087" y="6477"/>
                  </a:lnTo>
                  <a:close/>
                </a:path>
                <a:path w="295910" h="21589">
                  <a:moveTo>
                    <a:pt x="295910" y="0"/>
                  </a:moveTo>
                  <a:lnTo>
                    <a:pt x="0" y="0"/>
                  </a:lnTo>
                  <a:lnTo>
                    <a:pt x="0" y="1270"/>
                  </a:lnTo>
                  <a:lnTo>
                    <a:pt x="0" y="2540"/>
                  </a:lnTo>
                  <a:lnTo>
                    <a:pt x="1270" y="2540"/>
                  </a:lnTo>
                  <a:lnTo>
                    <a:pt x="1270" y="3810"/>
                  </a:lnTo>
                  <a:lnTo>
                    <a:pt x="2540" y="3810"/>
                  </a:lnTo>
                  <a:lnTo>
                    <a:pt x="2540" y="6350"/>
                  </a:lnTo>
                  <a:lnTo>
                    <a:pt x="292087" y="6350"/>
                  </a:lnTo>
                  <a:lnTo>
                    <a:pt x="292087" y="6477"/>
                  </a:lnTo>
                  <a:lnTo>
                    <a:pt x="293370" y="6477"/>
                  </a:lnTo>
                  <a:lnTo>
                    <a:pt x="293370" y="6350"/>
                  </a:lnTo>
                  <a:lnTo>
                    <a:pt x="293370" y="3810"/>
                  </a:lnTo>
                  <a:lnTo>
                    <a:pt x="294640" y="3810"/>
                  </a:lnTo>
                  <a:lnTo>
                    <a:pt x="294640" y="2540"/>
                  </a:lnTo>
                  <a:lnTo>
                    <a:pt x="294640" y="1270"/>
                  </a:lnTo>
                  <a:lnTo>
                    <a:pt x="295910" y="1270"/>
                  </a:lnTo>
                  <a:lnTo>
                    <a:pt x="295910" y="0"/>
                  </a:lnTo>
                  <a:close/>
                </a:path>
              </a:pathLst>
            </a:custGeom>
            <a:solidFill>
              <a:srgbClr val="1F1F35"/>
            </a:solidFill>
          </p:spPr>
          <p:txBody>
            <a:bodyPr wrap="square" lIns="0" tIns="0" rIns="0" bIns="0" rtlCol="0"/>
            <a:lstStyle/>
            <a:p/>
          </p:txBody>
        </p:sp>
        <p:sp>
          <p:nvSpPr>
            <p:cNvPr id="577" name="object 577"/>
            <p:cNvSpPr/>
            <p:nvPr/>
          </p:nvSpPr>
          <p:spPr>
            <a:xfrm>
              <a:off x="4072890" y="1635759"/>
              <a:ext cx="266700" cy="21590"/>
            </a:xfrm>
            <a:custGeom>
              <a:avLst/>
              <a:gdLst/>
              <a:ahLst/>
              <a:cxnLst/>
              <a:rect l="l" t="t" r="r" b="b"/>
              <a:pathLst>
                <a:path w="266700" h="21589">
                  <a:moveTo>
                    <a:pt x="1270" y="0"/>
                  </a:moveTo>
                  <a:lnTo>
                    <a:pt x="0" y="0"/>
                  </a:lnTo>
                  <a:lnTo>
                    <a:pt x="0" y="127"/>
                  </a:lnTo>
                  <a:lnTo>
                    <a:pt x="1270" y="127"/>
                  </a:lnTo>
                  <a:lnTo>
                    <a:pt x="1270" y="0"/>
                  </a:lnTo>
                  <a:close/>
                </a:path>
                <a:path w="266700" h="21589">
                  <a:moveTo>
                    <a:pt x="247650" y="19177"/>
                  </a:moveTo>
                  <a:lnTo>
                    <a:pt x="19050" y="19177"/>
                  </a:lnTo>
                  <a:lnTo>
                    <a:pt x="19050" y="20320"/>
                  </a:lnTo>
                  <a:lnTo>
                    <a:pt x="20320" y="20320"/>
                  </a:lnTo>
                  <a:lnTo>
                    <a:pt x="20320" y="21590"/>
                  </a:lnTo>
                  <a:lnTo>
                    <a:pt x="246380" y="21590"/>
                  </a:lnTo>
                  <a:lnTo>
                    <a:pt x="246380" y="20320"/>
                  </a:lnTo>
                  <a:lnTo>
                    <a:pt x="247650" y="20320"/>
                  </a:lnTo>
                  <a:lnTo>
                    <a:pt x="247650" y="19177"/>
                  </a:lnTo>
                  <a:close/>
                </a:path>
                <a:path w="266700" h="21589">
                  <a:moveTo>
                    <a:pt x="251460" y="16637"/>
                  </a:moveTo>
                  <a:lnTo>
                    <a:pt x="16510" y="16637"/>
                  </a:lnTo>
                  <a:lnTo>
                    <a:pt x="16510" y="17907"/>
                  </a:lnTo>
                  <a:lnTo>
                    <a:pt x="17780" y="17907"/>
                  </a:lnTo>
                  <a:lnTo>
                    <a:pt x="17780" y="19050"/>
                  </a:lnTo>
                  <a:lnTo>
                    <a:pt x="247650" y="19050"/>
                  </a:lnTo>
                  <a:lnTo>
                    <a:pt x="247650" y="19177"/>
                  </a:lnTo>
                  <a:lnTo>
                    <a:pt x="248920" y="19177"/>
                  </a:lnTo>
                  <a:lnTo>
                    <a:pt x="248920" y="19050"/>
                  </a:lnTo>
                  <a:lnTo>
                    <a:pt x="248920" y="17907"/>
                  </a:lnTo>
                  <a:lnTo>
                    <a:pt x="251460" y="17907"/>
                  </a:lnTo>
                  <a:lnTo>
                    <a:pt x="251460" y="16637"/>
                  </a:lnTo>
                  <a:close/>
                </a:path>
                <a:path w="266700" h="21589">
                  <a:moveTo>
                    <a:pt x="255270" y="12827"/>
                  </a:moveTo>
                  <a:lnTo>
                    <a:pt x="12700" y="12827"/>
                  </a:lnTo>
                  <a:lnTo>
                    <a:pt x="12700" y="13970"/>
                  </a:lnTo>
                  <a:lnTo>
                    <a:pt x="13970" y="13970"/>
                  </a:lnTo>
                  <a:lnTo>
                    <a:pt x="13970" y="15367"/>
                  </a:lnTo>
                  <a:lnTo>
                    <a:pt x="15240" y="15367"/>
                  </a:lnTo>
                  <a:lnTo>
                    <a:pt x="15240" y="16510"/>
                  </a:lnTo>
                  <a:lnTo>
                    <a:pt x="251460" y="16510"/>
                  </a:lnTo>
                  <a:lnTo>
                    <a:pt x="251460" y="16637"/>
                  </a:lnTo>
                  <a:lnTo>
                    <a:pt x="252717" y="16637"/>
                  </a:lnTo>
                  <a:lnTo>
                    <a:pt x="252717" y="16510"/>
                  </a:lnTo>
                  <a:lnTo>
                    <a:pt x="252717" y="15367"/>
                  </a:lnTo>
                  <a:lnTo>
                    <a:pt x="254000" y="15367"/>
                  </a:lnTo>
                  <a:lnTo>
                    <a:pt x="254000" y="13970"/>
                  </a:lnTo>
                  <a:lnTo>
                    <a:pt x="255270" y="13970"/>
                  </a:lnTo>
                  <a:lnTo>
                    <a:pt x="255270" y="12827"/>
                  </a:lnTo>
                  <a:close/>
                </a:path>
                <a:path w="266700" h="21589">
                  <a:moveTo>
                    <a:pt x="257810" y="10287"/>
                  </a:moveTo>
                  <a:lnTo>
                    <a:pt x="10160" y="10287"/>
                  </a:lnTo>
                  <a:lnTo>
                    <a:pt x="10160" y="11557"/>
                  </a:lnTo>
                  <a:lnTo>
                    <a:pt x="11430" y="11557"/>
                  </a:lnTo>
                  <a:lnTo>
                    <a:pt x="11430" y="12700"/>
                  </a:lnTo>
                  <a:lnTo>
                    <a:pt x="255270" y="12700"/>
                  </a:lnTo>
                  <a:lnTo>
                    <a:pt x="255270" y="12827"/>
                  </a:lnTo>
                  <a:lnTo>
                    <a:pt x="256540" y="12827"/>
                  </a:lnTo>
                  <a:lnTo>
                    <a:pt x="256540" y="12700"/>
                  </a:lnTo>
                  <a:lnTo>
                    <a:pt x="256540" y="11557"/>
                  </a:lnTo>
                  <a:lnTo>
                    <a:pt x="257810" y="11557"/>
                  </a:lnTo>
                  <a:lnTo>
                    <a:pt x="257810" y="10287"/>
                  </a:lnTo>
                  <a:close/>
                </a:path>
                <a:path w="266700" h="21589">
                  <a:moveTo>
                    <a:pt x="260350" y="6477"/>
                  </a:moveTo>
                  <a:lnTo>
                    <a:pt x="6350" y="6477"/>
                  </a:lnTo>
                  <a:lnTo>
                    <a:pt x="6350" y="7620"/>
                  </a:lnTo>
                  <a:lnTo>
                    <a:pt x="7620" y="7620"/>
                  </a:lnTo>
                  <a:lnTo>
                    <a:pt x="7620" y="8890"/>
                  </a:lnTo>
                  <a:lnTo>
                    <a:pt x="8890" y="8890"/>
                  </a:lnTo>
                  <a:lnTo>
                    <a:pt x="8890" y="10160"/>
                  </a:lnTo>
                  <a:lnTo>
                    <a:pt x="257810" y="10160"/>
                  </a:lnTo>
                  <a:lnTo>
                    <a:pt x="257810" y="10287"/>
                  </a:lnTo>
                  <a:lnTo>
                    <a:pt x="259067" y="10287"/>
                  </a:lnTo>
                  <a:lnTo>
                    <a:pt x="259067" y="10160"/>
                  </a:lnTo>
                  <a:lnTo>
                    <a:pt x="259067" y="8890"/>
                  </a:lnTo>
                  <a:lnTo>
                    <a:pt x="259080" y="7620"/>
                  </a:lnTo>
                  <a:lnTo>
                    <a:pt x="260350" y="7620"/>
                  </a:lnTo>
                  <a:lnTo>
                    <a:pt x="260350" y="6477"/>
                  </a:lnTo>
                  <a:close/>
                </a:path>
                <a:path w="266700" h="21589">
                  <a:moveTo>
                    <a:pt x="262890" y="3937"/>
                  </a:moveTo>
                  <a:lnTo>
                    <a:pt x="3810" y="3937"/>
                  </a:lnTo>
                  <a:lnTo>
                    <a:pt x="3810" y="5207"/>
                  </a:lnTo>
                  <a:lnTo>
                    <a:pt x="5080" y="5207"/>
                  </a:lnTo>
                  <a:lnTo>
                    <a:pt x="5080" y="6350"/>
                  </a:lnTo>
                  <a:lnTo>
                    <a:pt x="260350" y="6350"/>
                  </a:lnTo>
                  <a:lnTo>
                    <a:pt x="260350" y="6477"/>
                  </a:lnTo>
                  <a:lnTo>
                    <a:pt x="261620" y="6477"/>
                  </a:lnTo>
                  <a:lnTo>
                    <a:pt x="261620" y="6350"/>
                  </a:lnTo>
                  <a:lnTo>
                    <a:pt x="261620" y="5207"/>
                  </a:lnTo>
                  <a:lnTo>
                    <a:pt x="262890" y="5207"/>
                  </a:lnTo>
                  <a:lnTo>
                    <a:pt x="262890" y="3937"/>
                  </a:lnTo>
                  <a:close/>
                </a:path>
                <a:path w="266700" h="21589">
                  <a:moveTo>
                    <a:pt x="266700" y="127"/>
                  </a:moveTo>
                  <a:lnTo>
                    <a:pt x="1270" y="127"/>
                  </a:lnTo>
                  <a:lnTo>
                    <a:pt x="1270" y="1270"/>
                  </a:lnTo>
                  <a:lnTo>
                    <a:pt x="2540" y="1270"/>
                  </a:lnTo>
                  <a:lnTo>
                    <a:pt x="2540" y="2667"/>
                  </a:lnTo>
                  <a:lnTo>
                    <a:pt x="3810" y="2667"/>
                  </a:lnTo>
                  <a:lnTo>
                    <a:pt x="3810" y="3810"/>
                  </a:lnTo>
                  <a:lnTo>
                    <a:pt x="264160" y="3810"/>
                  </a:lnTo>
                  <a:lnTo>
                    <a:pt x="264160" y="2667"/>
                  </a:lnTo>
                  <a:lnTo>
                    <a:pt x="265417" y="2667"/>
                  </a:lnTo>
                  <a:lnTo>
                    <a:pt x="265417" y="1270"/>
                  </a:lnTo>
                  <a:lnTo>
                    <a:pt x="266700" y="1270"/>
                  </a:lnTo>
                  <a:lnTo>
                    <a:pt x="266700" y="127"/>
                  </a:lnTo>
                  <a:close/>
                </a:path>
              </a:pathLst>
            </a:custGeom>
            <a:solidFill>
              <a:srgbClr val="1F1F36"/>
            </a:solidFill>
          </p:spPr>
          <p:txBody>
            <a:bodyPr wrap="square" lIns="0" tIns="0" rIns="0" bIns="0" rtlCol="0"/>
            <a:lstStyle/>
            <a:p/>
          </p:txBody>
        </p:sp>
        <p:sp>
          <p:nvSpPr>
            <p:cNvPr id="578" name="object 578"/>
            <p:cNvSpPr/>
            <p:nvPr/>
          </p:nvSpPr>
          <p:spPr>
            <a:xfrm>
              <a:off x="4093210" y="1657349"/>
              <a:ext cx="226060" cy="21590"/>
            </a:xfrm>
            <a:custGeom>
              <a:avLst/>
              <a:gdLst/>
              <a:ahLst/>
              <a:cxnLst/>
              <a:rect l="l" t="t" r="r" b="b"/>
              <a:pathLst>
                <a:path w="226060" h="21589">
                  <a:moveTo>
                    <a:pt x="198120" y="20447"/>
                  </a:moveTo>
                  <a:lnTo>
                    <a:pt x="30480" y="20447"/>
                  </a:lnTo>
                  <a:lnTo>
                    <a:pt x="30480" y="21590"/>
                  </a:lnTo>
                  <a:lnTo>
                    <a:pt x="198120" y="21590"/>
                  </a:lnTo>
                  <a:lnTo>
                    <a:pt x="198120" y="20447"/>
                  </a:lnTo>
                  <a:close/>
                </a:path>
                <a:path w="226060" h="21589">
                  <a:moveTo>
                    <a:pt x="204470" y="16637"/>
                  </a:moveTo>
                  <a:lnTo>
                    <a:pt x="24130" y="16637"/>
                  </a:lnTo>
                  <a:lnTo>
                    <a:pt x="24130" y="17780"/>
                  </a:lnTo>
                  <a:lnTo>
                    <a:pt x="26670" y="17780"/>
                  </a:lnTo>
                  <a:lnTo>
                    <a:pt x="26670" y="19177"/>
                  </a:lnTo>
                  <a:lnTo>
                    <a:pt x="27940" y="19177"/>
                  </a:lnTo>
                  <a:lnTo>
                    <a:pt x="27940" y="20320"/>
                  </a:lnTo>
                  <a:lnTo>
                    <a:pt x="198120" y="20320"/>
                  </a:lnTo>
                  <a:lnTo>
                    <a:pt x="198120" y="20447"/>
                  </a:lnTo>
                  <a:lnTo>
                    <a:pt x="199390" y="20447"/>
                  </a:lnTo>
                  <a:lnTo>
                    <a:pt x="199390" y="20320"/>
                  </a:lnTo>
                  <a:lnTo>
                    <a:pt x="199390" y="19177"/>
                  </a:lnTo>
                  <a:lnTo>
                    <a:pt x="201930" y="19177"/>
                  </a:lnTo>
                  <a:lnTo>
                    <a:pt x="201930" y="17780"/>
                  </a:lnTo>
                  <a:lnTo>
                    <a:pt x="204470" y="17780"/>
                  </a:lnTo>
                  <a:lnTo>
                    <a:pt x="204470" y="16637"/>
                  </a:lnTo>
                  <a:close/>
                </a:path>
                <a:path w="226060" h="21589">
                  <a:moveTo>
                    <a:pt x="208280" y="14097"/>
                  </a:moveTo>
                  <a:lnTo>
                    <a:pt x="20320" y="14097"/>
                  </a:lnTo>
                  <a:lnTo>
                    <a:pt x="20320" y="15367"/>
                  </a:lnTo>
                  <a:lnTo>
                    <a:pt x="22860" y="15367"/>
                  </a:lnTo>
                  <a:lnTo>
                    <a:pt x="22860" y="16510"/>
                  </a:lnTo>
                  <a:lnTo>
                    <a:pt x="204470" y="16510"/>
                  </a:lnTo>
                  <a:lnTo>
                    <a:pt x="204470" y="16637"/>
                  </a:lnTo>
                  <a:lnTo>
                    <a:pt x="207010" y="16637"/>
                  </a:lnTo>
                  <a:lnTo>
                    <a:pt x="207010" y="16510"/>
                  </a:lnTo>
                  <a:lnTo>
                    <a:pt x="207010" y="15367"/>
                  </a:lnTo>
                  <a:lnTo>
                    <a:pt x="208280" y="15367"/>
                  </a:lnTo>
                  <a:lnTo>
                    <a:pt x="208280" y="14097"/>
                  </a:lnTo>
                  <a:close/>
                </a:path>
                <a:path w="226060" h="21589">
                  <a:moveTo>
                    <a:pt x="213360" y="10287"/>
                  </a:moveTo>
                  <a:lnTo>
                    <a:pt x="15240" y="10287"/>
                  </a:lnTo>
                  <a:lnTo>
                    <a:pt x="15240" y="11430"/>
                  </a:lnTo>
                  <a:lnTo>
                    <a:pt x="16510" y="11430"/>
                  </a:lnTo>
                  <a:lnTo>
                    <a:pt x="16510" y="12827"/>
                  </a:lnTo>
                  <a:lnTo>
                    <a:pt x="17780" y="12827"/>
                  </a:lnTo>
                  <a:lnTo>
                    <a:pt x="17780" y="13970"/>
                  </a:lnTo>
                  <a:lnTo>
                    <a:pt x="208280" y="13970"/>
                  </a:lnTo>
                  <a:lnTo>
                    <a:pt x="208280" y="14097"/>
                  </a:lnTo>
                  <a:lnTo>
                    <a:pt x="209550" y="14097"/>
                  </a:lnTo>
                  <a:lnTo>
                    <a:pt x="209550" y="13970"/>
                  </a:lnTo>
                  <a:lnTo>
                    <a:pt x="209550" y="12827"/>
                  </a:lnTo>
                  <a:lnTo>
                    <a:pt x="210820" y="12827"/>
                  </a:lnTo>
                  <a:lnTo>
                    <a:pt x="210820" y="11430"/>
                  </a:lnTo>
                  <a:lnTo>
                    <a:pt x="213360" y="11430"/>
                  </a:lnTo>
                  <a:lnTo>
                    <a:pt x="213360" y="10287"/>
                  </a:lnTo>
                  <a:close/>
                </a:path>
                <a:path w="226060" h="21589">
                  <a:moveTo>
                    <a:pt x="215900" y="7747"/>
                  </a:moveTo>
                  <a:lnTo>
                    <a:pt x="11430" y="7747"/>
                  </a:lnTo>
                  <a:lnTo>
                    <a:pt x="11430" y="9017"/>
                  </a:lnTo>
                  <a:lnTo>
                    <a:pt x="12700" y="9017"/>
                  </a:lnTo>
                  <a:lnTo>
                    <a:pt x="12700" y="10160"/>
                  </a:lnTo>
                  <a:lnTo>
                    <a:pt x="213360" y="10160"/>
                  </a:lnTo>
                  <a:lnTo>
                    <a:pt x="213360" y="10287"/>
                  </a:lnTo>
                  <a:lnTo>
                    <a:pt x="214630" y="10287"/>
                  </a:lnTo>
                  <a:lnTo>
                    <a:pt x="214630" y="10160"/>
                  </a:lnTo>
                  <a:lnTo>
                    <a:pt x="214630" y="9017"/>
                  </a:lnTo>
                  <a:lnTo>
                    <a:pt x="215900" y="9017"/>
                  </a:lnTo>
                  <a:lnTo>
                    <a:pt x="215900" y="7747"/>
                  </a:lnTo>
                  <a:close/>
                </a:path>
                <a:path w="226060" h="21589">
                  <a:moveTo>
                    <a:pt x="219710" y="3937"/>
                  </a:moveTo>
                  <a:lnTo>
                    <a:pt x="6350" y="3937"/>
                  </a:lnTo>
                  <a:lnTo>
                    <a:pt x="6350" y="5080"/>
                  </a:lnTo>
                  <a:lnTo>
                    <a:pt x="7620" y="5080"/>
                  </a:lnTo>
                  <a:lnTo>
                    <a:pt x="7620" y="6477"/>
                  </a:lnTo>
                  <a:lnTo>
                    <a:pt x="10160" y="6477"/>
                  </a:lnTo>
                  <a:lnTo>
                    <a:pt x="10160" y="7620"/>
                  </a:lnTo>
                  <a:lnTo>
                    <a:pt x="215900" y="7620"/>
                  </a:lnTo>
                  <a:lnTo>
                    <a:pt x="215900" y="7747"/>
                  </a:lnTo>
                  <a:lnTo>
                    <a:pt x="217170" y="7747"/>
                  </a:lnTo>
                  <a:lnTo>
                    <a:pt x="217170" y="7620"/>
                  </a:lnTo>
                  <a:lnTo>
                    <a:pt x="217170" y="6477"/>
                  </a:lnTo>
                  <a:lnTo>
                    <a:pt x="218440" y="6477"/>
                  </a:lnTo>
                  <a:lnTo>
                    <a:pt x="218440" y="5080"/>
                  </a:lnTo>
                  <a:lnTo>
                    <a:pt x="219710" y="5080"/>
                  </a:lnTo>
                  <a:lnTo>
                    <a:pt x="219710" y="3937"/>
                  </a:lnTo>
                  <a:close/>
                </a:path>
                <a:path w="226060" h="21589">
                  <a:moveTo>
                    <a:pt x="223520" y="1397"/>
                  </a:moveTo>
                  <a:lnTo>
                    <a:pt x="2540" y="1397"/>
                  </a:lnTo>
                  <a:lnTo>
                    <a:pt x="2540" y="2667"/>
                  </a:lnTo>
                  <a:lnTo>
                    <a:pt x="5080" y="2667"/>
                  </a:lnTo>
                  <a:lnTo>
                    <a:pt x="5080" y="3810"/>
                  </a:lnTo>
                  <a:lnTo>
                    <a:pt x="219710" y="3810"/>
                  </a:lnTo>
                  <a:lnTo>
                    <a:pt x="219710" y="3937"/>
                  </a:lnTo>
                  <a:lnTo>
                    <a:pt x="222250" y="3937"/>
                  </a:lnTo>
                  <a:lnTo>
                    <a:pt x="222250" y="3810"/>
                  </a:lnTo>
                  <a:lnTo>
                    <a:pt x="222250" y="2667"/>
                  </a:lnTo>
                  <a:lnTo>
                    <a:pt x="223520" y="2667"/>
                  </a:lnTo>
                  <a:lnTo>
                    <a:pt x="223520" y="1397"/>
                  </a:lnTo>
                  <a:close/>
                </a:path>
                <a:path w="226060" h="21589">
                  <a:moveTo>
                    <a:pt x="226060" y="0"/>
                  </a:moveTo>
                  <a:lnTo>
                    <a:pt x="224790" y="0"/>
                  </a:lnTo>
                  <a:lnTo>
                    <a:pt x="1270" y="0"/>
                  </a:lnTo>
                  <a:lnTo>
                    <a:pt x="0" y="0"/>
                  </a:lnTo>
                  <a:lnTo>
                    <a:pt x="0" y="127"/>
                  </a:lnTo>
                  <a:lnTo>
                    <a:pt x="1270" y="127"/>
                  </a:lnTo>
                  <a:lnTo>
                    <a:pt x="1270" y="1270"/>
                  </a:lnTo>
                  <a:lnTo>
                    <a:pt x="223520" y="1270"/>
                  </a:lnTo>
                  <a:lnTo>
                    <a:pt x="223520" y="1397"/>
                  </a:lnTo>
                  <a:lnTo>
                    <a:pt x="224790" y="1397"/>
                  </a:lnTo>
                  <a:lnTo>
                    <a:pt x="224790" y="1270"/>
                  </a:lnTo>
                  <a:lnTo>
                    <a:pt x="224790" y="127"/>
                  </a:lnTo>
                  <a:lnTo>
                    <a:pt x="226060" y="127"/>
                  </a:lnTo>
                  <a:lnTo>
                    <a:pt x="226060" y="0"/>
                  </a:lnTo>
                  <a:close/>
                </a:path>
              </a:pathLst>
            </a:custGeom>
            <a:solidFill>
              <a:srgbClr val="202037"/>
            </a:solidFill>
          </p:spPr>
          <p:txBody>
            <a:bodyPr wrap="square" lIns="0" tIns="0" rIns="0" bIns="0" rtlCol="0"/>
            <a:lstStyle/>
            <a:p/>
          </p:txBody>
        </p:sp>
        <p:sp>
          <p:nvSpPr>
            <p:cNvPr id="579" name="object 579"/>
            <p:cNvSpPr/>
            <p:nvPr/>
          </p:nvSpPr>
          <p:spPr>
            <a:xfrm>
              <a:off x="4123690" y="1678939"/>
              <a:ext cx="167640" cy="21590"/>
            </a:xfrm>
            <a:custGeom>
              <a:avLst/>
              <a:gdLst/>
              <a:ahLst/>
              <a:cxnLst/>
              <a:rect l="l" t="t" r="r" b="b"/>
              <a:pathLst>
                <a:path w="167639" h="21589">
                  <a:moveTo>
                    <a:pt x="82550" y="20447"/>
                  </a:moveTo>
                  <a:lnTo>
                    <a:pt x="81280" y="20447"/>
                  </a:lnTo>
                  <a:lnTo>
                    <a:pt x="81280" y="21590"/>
                  </a:lnTo>
                  <a:lnTo>
                    <a:pt x="82550" y="21590"/>
                  </a:lnTo>
                  <a:lnTo>
                    <a:pt x="82550" y="20447"/>
                  </a:lnTo>
                  <a:close/>
                </a:path>
                <a:path w="167639" h="21589">
                  <a:moveTo>
                    <a:pt x="114300" y="17907"/>
                  </a:moveTo>
                  <a:lnTo>
                    <a:pt x="57150" y="17907"/>
                  </a:lnTo>
                  <a:lnTo>
                    <a:pt x="57150" y="19177"/>
                  </a:lnTo>
                  <a:lnTo>
                    <a:pt x="60960" y="19177"/>
                  </a:lnTo>
                  <a:lnTo>
                    <a:pt x="60960" y="20320"/>
                  </a:lnTo>
                  <a:lnTo>
                    <a:pt x="82550" y="20320"/>
                  </a:lnTo>
                  <a:lnTo>
                    <a:pt x="82550" y="20447"/>
                  </a:lnTo>
                  <a:lnTo>
                    <a:pt x="106680" y="20447"/>
                  </a:lnTo>
                  <a:lnTo>
                    <a:pt x="106680" y="20320"/>
                  </a:lnTo>
                  <a:lnTo>
                    <a:pt x="106680" y="19177"/>
                  </a:lnTo>
                  <a:lnTo>
                    <a:pt x="114300" y="19177"/>
                  </a:lnTo>
                  <a:lnTo>
                    <a:pt x="114300" y="17907"/>
                  </a:lnTo>
                  <a:close/>
                </a:path>
                <a:path w="167639" h="21589">
                  <a:moveTo>
                    <a:pt x="128270" y="14097"/>
                  </a:moveTo>
                  <a:lnTo>
                    <a:pt x="38100" y="14097"/>
                  </a:lnTo>
                  <a:lnTo>
                    <a:pt x="38100" y="15240"/>
                  </a:lnTo>
                  <a:lnTo>
                    <a:pt x="40640" y="15240"/>
                  </a:lnTo>
                  <a:lnTo>
                    <a:pt x="40640" y="16637"/>
                  </a:lnTo>
                  <a:lnTo>
                    <a:pt x="50800" y="16637"/>
                  </a:lnTo>
                  <a:lnTo>
                    <a:pt x="50800" y="17780"/>
                  </a:lnTo>
                  <a:lnTo>
                    <a:pt x="114300" y="17780"/>
                  </a:lnTo>
                  <a:lnTo>
                    <a:pt x="114300" y="17907"/>
                  </a:lnTo>
                  <a:lnTo>
                    <a:pt x="119367" y="17907"/>
                  </a:lnTo>
                  <a:lnTo>
                    <a:pt x="119367" y="17780"/>
                  </a:lnTo>
                  <a:lnTo>
                    <a:pt x="119367" y="16637"/>
                  </a:lnTo>
                  <a:lnTo>
                    <a:pt x="124460" y="16637"/>
                  </a:lnTo>
                  <a:lnTo>
                    <a:pt x="124460" y="15240"/>
                  </a:lnTo>
                  <a:lnTo>
                    <a:pt x="128270" y="15240"/>
                  </a:lnTo>
                  <a:lnTo>
                    <a:pt x="128270" y="14097"/>
                  </a:lnTo>
                  <a:close/>
                </a:path>
                <a:path w="167639" h="21589">
                  <a:moveTo>
                    <a:pt x="138430" y="11557"/>
                  </a:moveTo>
                  <a:lnTo>
                    <a:pt x="30480" y="11557"/>
                  </a:lnTo>
                  <a:lnTo>
                    <a:pt x="30480" y="12827"/>
                  </a:lnTo>
                  <a:lnTo>
                    <a:pt x="34290" y="12827"/>
                  </a:lnTo>
                  <a:lnTo>
                    <a:pt x="34290" y="13970"/>
                  </a:lnTo>
                  <a:lnTo>
                    <a:pt x="128270" y="13970"/>
                  </a:lnTo>
                  <a:lnTo>
                    <a:pt x="128270" y="14097"/>
                  </a:lnTo>
                  <a:lnTo>
                    <a:pt x="133350" y="14097"/>
                  </a:lnTo>
                  <a:lnTo>
                    <a:pt x="133350" y="13970"/>
                  </a:lnTo>
                  <a:lnTo>
                    <a:pt x="133350" y="12827"/>
                  </a:lnTo>
                  <a:lnTo>
                    <a:pt x="138430" y="12827"/>
                  </a:lnTo>
                  <a:lnTo>
                    <a:pt x="138430" y="11557"/>
                  </a:lnTo>
                  <a:close/>
                </a:path>
                <a:path w="167639" h="21589">
                  <a:moveTo>
                    <a:pt x="148590" y="7747"/>
                  </a:moveTo>
                  <a:lnTo>
                    <a:pt x="19050" y="7747"/>
                  </a:lnTo>
                  <a:lnTo>
                    <a:pt x="19050" y="8890"/>
                  </a:lnTo>
                  <a:lnTo>
                    <a:pt x="21590" y="8890"/>
                  </a:lnTo>
                  <a:lnTo>
                    <a:pt x="21590" y="10287"/>
                  </a:lnTo>
                  <a:lnTo>
                    <a:pt x="26670" y="10287"/>
                  </a:lnTo>
                  <a:lnTo>
                    <a:pt x="26670" y="11430"/>
                  </a:lnTo>
                  <a:lnTo>
                    <a:pt x="138430" y="11430"/>
                  </a:lnTo>
                  <a:lnTo>
                    <a:pt x="138430" y="11557"/>
                  </a:lnTo>
                  <a:lnTo>
                    <a:pt x="142240" y="11557"/>
                  </a:lnTo>
                  <a:lnTo>
                    <a:pt x="142240" y="11430"/>
                  </a:lnTo>
                  <a:lnTo>
                    <a:pt x="142240" y="10287"/>
                  </a:lnTo>
                  <a:lnTo>
                    <a:pt x="146050" y="10287"/>
                  </a:lnTo>
                  <a:lnTo>
                    <a:pt x="146050" y="8890"/>
                  </a:lnTo>
                  <a:lnTo>
                    <a:pt x="148590" y="8890"/>
                  </a:lnTo>
                  <a:lnTo>
                    <a:pt x="148590" y="7747"/>
                  </a:lnTo>
                  <a:close/>
                </a:path>
                <a:path w="167639" h="21589">
                  <a:moveTo>
                    <a:pt x="154940" y="5207"/>
                  </a:moveTo>
                  <a:lnTo>
                    <a:pt x="13970" y="5207"/>
                  </a:lnTo>
                  <a:lnTo>
                    <a:pt x="13970" y="6477"/>
                  </a:lnTo>
                  <a:lnTo>
                    <a:pt x="16510" y="6477"/>
                  </a:lnTo>
                  <a:lnTo>
                    <a:pt x="16510" y="7620"/>
                  </a:lnTo>
                  <a:lnTo>
                    <a:pt x="148590" y="7620"/>
                  </a:lnTo>
                  <a:lnTo>
                    <a:pt x="148590" y="7747"/>
                  </a:lnTo>
                  <a:lnTo>
                    <a:pt x="152400" y="7747"/>
                  </a:lnTo>
                  <a:lnTo>
                    <a:pt x="152400" y="7620"/>
                  </a:lnTo>
                  <a:lnTo>
                    <a:pt x="152400" y="6477"/>
                  </a:lnTo>
                  <a:lnTo>
                    <a:pt x="154940" y="6477"/>
                  </a:lnTo>
                  <a:lnTo>
                    <a:pt x="154940" y="5207"/>
                  </a:lnTo>
                  <a:close/>
                </a:path>
                <a:path w="167639" h="21589">
                  <a:moveTo>
                    <a:pt x="162560" y="1397"/>
                  </a:moveTo>
                  <a:lnTo>
                    <a:pt x="3810" y="1397"/>
                  </a:lnTo>
                  <a:lnTo>
                    <a:pt x="3810" y="2540"/>
                  </a:lnTo>
                  <a:lnTo>
                    <a:pt x="7620" y="2540"/>
                  </a:lnTo>
                  <a:lnTo>
                    <a:pt x="7620" y="3937"/>
                  </a:lnTo>
                  <a:lnTo>
                    <a:pt x="10160" y="3937"/>
                  </a:lnTo>
                  <a:lnTo>
                    <a:pt x="10160" y="5080"/>
                  </a:lnTo>
                  <a:lnTo>
                    <a:pt x="154940" y="5080"/>
                  </a:lnTo>
                  <a:lnTo>
                    <a:pt x="154940" y="5207"/>
                  </a:lnTo>
                  <a:lnTo>
                    <a:pt x="157480" y="5207"/>
                  </a:lnTo>
                  <a:lnTo>
                    <a:pt x="157480" y="5080"/>
                  </a:lnTo>
                  <a:lnTo>
                    <a:pt x="157480" y="3937"/>
                  </a:lnTo>
                  <a:lnTo>
                    <a:pt x="160020" y="3937"/>
                  </a:lnTo>
                  <a:lnTo>
                    <a:pt x="160020" y="2540"/>
                  </a:lnTo>
                  <a:lnTo>
                    <a:pt x="162560" y="2540"/>
                  </a:lnTo>
                  <a:lnTo>
                    <a:pt x="162560" y="1397"/>
                  </a:lnTo>
                  <a:close/>
                </a:path>
                <a:path w="167639" h="21589">
                  <a:moveTo>
                    <a:pt x="167640" y="0"/>
                  </a:moveTo>
                  <a:lnTo>
                    <a:pt x="165100" y="0"/>
                  </a:lnTo>
                  <a:lnTo>
                    <a:pt x="2540" y="0"/>
                  </a:lnTo>
                  <a:lnTo>
                    <a:pt x="0" y="0"/>
                  </a:lnTo>
                  <a:lnTo>
                    <a:pt x="0" y="127"/>
                  </a:lnTo>
                  <a:lnTo>
                    <a:pt x="2540" y="127"/>
                  </a:lnTo>
                  <a:lnTo>
                    <a:pt x="2540" y="1270"/>
                  </a:lnTo>
                  <a:lnTo>
                    <a:pt x="162560" y="1270"/>
                  </a:lnTo>
                  <a:lnTo>
                    <a:pt x="162560" y="1397"/>
                  </a:lnTo>
                  <a:lnTo>
                    <a:pt x="165100" y="1397"/>
                  </a:lnTo>
                  <a:lnTo>
                    <a:pt x="165100" y="1270"/>
                  </a:lnTo>
                  <a:lnTo>
                    <a:pt x="165100" y="127"/>
                  </a:lnTo>
                  <a:lnTo>
                    <a:pt x="167640" y="127"/>
                  </a:lnTo>
                  <a:lnTo>
                    <a:pt x="167640" y="0"/>
                  </a:lnTo>
                  <a:close/>
                </a:path>
              </a:pathLst>
            </a:custGeom>
            <a:solidFill>
              <a:srgbClr val="202038"/>
            </a:solidFill>
          </p:spPr>
          <p:txBody>
            <a:bodyPr wrap="square" lIns="0" tIns="0" rIns="0" bIns="0" rtlCol="0"/>
            <a:lstStyle/>
            <a:p/>
          </p:txBody>
        </p:sp>
        <p:sp>
          <p:nvSpPr>
            <p:cNvPr id="580" name="object 580"/>
            <p:cNvSpPr/>
            <p:nvPr/>
          </p:nvSpPr>
          <p:spPr>
            <a:xfrm>
              <a:off x="3992880" y="1052829"/>
              <a:ext cx="372110" cy="400050"/>
            </a:xfrm>
            <a:custGeom>
              <a:avLst/>
              <a:gdLst/>
              <a:ahLst/>
              <a:cxnLst/>
              <a:rect l="l" t="t" r="r" b="b"/>
              <a:pathLst>
                <a:path w="372110" h="400050">
                  <a:moveTo>
                    <a:pt x="372110" y="96520"/>
                  </a:moveTo>
                  <a:lnTo>
                    <a:pt x="364490" y="85090"/>
                  </a:lnTo>
                  <a:lnTo>
                    <a:pt x="364490" y="83820"/>
                  </a:lnTo>
                  <a:lnTo>
                    <a:pt x="356870" y="72390"/>
                  </a:lnTo>
                  <a:lnTo>
                    <a:pt x="347980" y="62230"/>
                  </a:lnTo>
                  <a:lnTo>
                    <a:pt x="339090" y="52070"/>
                  </a:lnTo>
                  <a:lnTo>
                    <a:pt x="330200" y="43180"/>
                  </a:lnTo>
                  <a:lnTo>
                    <a:pt x="320040" y="35560"/>
                  </a:lnTo>
                  <a:lnTo>
                    <a:pt x="318770" y="35560"/>
                  </a:lnTo>
                  <a:lnTo>
                    <a:pt x="309880" y="27940"/>
                  </a:lnTo>
                  <a:lnTo>
                    <a:pt x="308610" y="27940"/>
                  </a:lnTo>
                  <a:lnTo>
                    <a:pt x="298450" y="21590"/>
                  </a:lnTo>
                  <a:lnTo>
                    <a:pt x="287020" y="15240"/>
                  </a:lnTo>
                  <a:lnTo>
                    <a:pt x="264160" y="7620"/>
                  </a:lnTo>
                  <a:lnTo>
                    <a:pt x="264160" y="6350"/>
                  </a:lnTo>
                  <a:lnTo>
                    <a:pt x="262890" y="6350"/>
                  </a:lnTo>
                  <a:lnTo>
                    <a:pt x="238760" y="2540"/>
                  </a:lnTo>
                  <a:lnTo>
                    <a:pt x="212090" y="0"/>
                  </a:lnTo>
                  <a:lnTo>
                    <a:pt x="189230" y="2540"/>
                  </a:lnTo>
                  <a:lnTo>
                    <a:pt x="187960" y="2540"/>
                  </a:lnTo>
                  <a:lnTo>
                    <a:pt x="166370" y="6350"/>
                  </a:lnTo>
                  <a:lnTo>
                    <a:pt x="165100" y="6350"/>
                  </a:lnTo>
                  <a:lnTo>
                    <a:pt x="144780" y="12700"/>
                  </a:lnTo>
                  <a:lnTo>
                    <a:pt x="144780" y="13970"/>
                  </a:lnTo>
                  <a:lnTo>
                    <a:pt x="143510" y="13970"/>
                  </a:lnTo>
                  <a:lnTo>
                    <a:pt x="125730" y="22860"/>
                  </a:lnTo>
                  <a:lnTo>
                    <a:pt x="125730" y="24130"/>
                  </a:lnTo>
                  <a:lnTo>
                    <a:pt x="124460" y="24130"/>
                  </a:lnTo>
                  <a:lnTo>
                    <a:pt x="115570" y="29210"/>
                  </a:lnTo>
                  <a:lnTo>
                    <a:pt x="114300" y="29210"/>
                  </a:lnTo>
                  <a:lnTo>
                    <a:pt x="114300" y="30480"/>
                  </a:lnTo>
                  <a:lnTo>
                    <a:pt x="105410" y="36830"/>
                  </a:lnTo>
                  <a:lnTo>
                    <a:pt x="96520" y="44450"/>
                  </a:lnTo>
                  <a:lnTo>
                    <a:pt x="88900" y="53340"/>
                  </a:lnTo>
                  <a:lnTo>
                    <a:pt x="87630" y="53340"/>
                  </a:lnTo>
                  <a:lnTo>
                    <a:pt x="80010" y="62230"/>
                  </a:lnTo>
                  <a:lnTo>
                    <a:pt x="72390" y="71120"/>
                  </a:lnTo>
                  <a:lnTo>
                    <a:pt x="72390" y="72390"/>
                  </a:lnTo>
                  <a:lnTo>
                    <a:pt x="64770" y="82550"/>
                  </a:lnTo>
                  <a:lnTo>
                    <a:pt x="57150" y="93980"/>
                  </a:lnTo>
                  <a:lnTo>
                    <a:pt x="44450" y="118110"/>
                  </a:lnTo>
                  <a:lnTo>
                    <a:pt x="43180" y="118110"/>
                  </a:lnTo>
                  <a:lnTo>
                    <a:pt x="38100" y="129540"/>
                  </a:lnTo>
                  <a:lnTo>
                    <a:pt x="38100" y="130810"/>
                  </a:lnTo>
                  <a:lnTo>
                    <a:pt x="31750" y="143510"/>
                  </a:lnTo>
                  <a:lnTo>
                    <a:pt x="26670" y="156210"/>
                  </a:lnTo>
                  <a:lnTo>
                    <a:pt x="22860" y="170180"/>
                  </a:lnTo>
                  <a:lnTo>
                    <a:pt x="17780" y="184150"/>
                  </a:lnTo>
                  <a:lnTo>
                    <a:pt x="15240" y="199390"/>
                  </a:lnTo>
                  <a:lnTo>
                    <a:pt x="11430" y="213360"/>
                  </a:lnTo>
                  <a:lnTo>
                    <a:pt x="11430" y="214630"/>
                  </a:lnTo>
                  <a:lnTo>
                    <a:pt x="8890" y="228600"/>
                  </a:lnTo>
                  <a:lnTo>
                    <a:pt x="3810" y="260350"/>
                  </a:lnTo>
                  <a:lnTo>
                    <a:pt x="1270" y="293370"/>
                  </a:lnTo>
                  <a:lnTo>
                    <a:pt x="0" y="293370"/>
                  </a:lnTo>
                  <a:lnTo>
                    <a:pt x="0" y="400050"/>
                  </a:lnTo>
                  <a:lnTo>
                    <a:pt x="16497" y="400050"/>
                  </a:lnTo>
                  <a:lnTo>
                    <a:pt x="16497" y="293370"/>
                  </a:lnTo>
                  <a:lnTo>
                    <a:pt x="13970" y="293370"/>
                  </a:lnTo>
                  <a:lnTo>
                    <a:pt x="16510" y="261620"/>
                  </a:lnTo>
                  <a:lnTo>
                    <a:pt x="20320" y="231140"/>
                  </a:lnTo>
                  <a:lnTo>
                    <a:pt x="24130" y="215900"/>
                  </a:lnTo>
                  <a:lnTo>
                    <a:pt x="26670" y="201930"/>
                  </a:lnTo>
                  <a:lnTo>
                    <a:pt x="30480" y="187960"/>
                  </a:lnTo>
                  <a:lnTo>
                    <a:pt x="34290" y="173990"/>
                  </a:lnTo>
                  <a:lnTo>
                    <a:pt x="38963" y="161137"/>
                  </a:lnTo>
                  <a:lnTo>
                    <a:pt x="39370" y="161290"/>
                  </a:lnTo>
                  <a:lnTo>
                    <a:pt x="43180" y="148590"/>
                  </a:lnTo>
                  <a:lnTo>
                    <a:pt x="49530" y="135890"/>
                  </a:lnTo>
                  <a:lnTo>
                    <a:pt x="55880" y="123190"/>
                  </a:lnTo>
                  <a:lnTo>
                    <a:pt x="54838" y="122783"/>
                  </a:lnTo>
                  <a:lnTo>
                    <a:pt x="67310" y="100330"/>
                  </a:lnTo>
                  <a:lnTo>
                    <a:pt x="74930" y="88900"/>
                  </a:lnTo>
                  <a:lnTo>
                    <a:pt x="82550" y="78740"/>
                  </a:lnTo>
                  <a:lnTo>
                    <a:pt x="81775" y="78168"/>
                  </a:lnTo>
                  <a:lnTo>
                    <a:pt x="88900" y="69850"/>
                  </a:lnTo>
                  <a:lnTo>
                    <a:pt x="97790" y="62230"/>
                  </a:lnTo>
                  <a:lnTo>
                    <a:pt x="97193" y="61645"/>
                  </a:lnTo>
                  <a:lnTo>
                    <a:pt x="105410" y="54610"/>
                  </a:lnTo>
                  <a:lnTo>
                    <a:pt x="114300" y="46990"/>
                  </a:lnTo>
                  <a:lnTo>
                    <a:pt x="113703" y="46405"/>
                  </a:lnTo>
                  <a:lnTo>
                    <a:pt x="121412" y="39801"/>
                  </a:lnTo>
                  <a:lnTo>
                    <a:pt x="121920" y="40640"/>
                  </a:lnTo>
                  <a:lnTo>
                    <a:pt x="130810" y="34290"/>
                  </a:lnTo>
                  <a:lnTo>
                    <a:pt x="149860" y="25400"/>
                  </a:lnTo>
                  <a:lnTo>
                    <a:pt x="149707" y="25057"/>
                  </a:lnTo>
                  <a:lnTo>
                    <a:pt x="168910" y="19050"/>
                  </a:lnTo>
                  <a:lnTo>
                    <a:pt x="190500" y="13970"/>
                  </a:lnTo>
                  <a:lnTo>
                    <a:pt x="212090" y="12700"/>
                  </a:lnTo>
                  <a:lnTo>
                    <a:pt x="236220" y="13919"/>
                  </a:lnTo>
                  <a:lnTo>
                    <a:pt x="260438" y="18821"/>
                  </a:lnTo>
                  <a:lnTo>
                    <a:pt x="260350" y="19050"/>
                  </a:lnTo>
                  <a:lnTo>
                    <a:pt x="281940" y="26670"/>
                  </a:lnTo>
                  <a:lnTo>
                    <a:pt x="292100" y="33020"/>
                  </a:lnTo>
                  <a:lnTo>
                    <a:pt x="292646" y="32105"/>
                  </a:lnTo>
                  <a:lnTo>
                    <a:pt x="302260" y="38100"/>
                  </a:lnTo>
                  <a:lnTo>
                    <a:pt x="311683" y="45186"/>
                  </a:lnTo>
                  <a:lnTo>
                    <a:pt x="311150" y="45720"/>
                  </a:lnTo>
                  <a:lnTo>
                    <a:pt x="321310" y="53340"/>
                  </a:lnTo>
                  <a:lnTo>
                    <a:pt x="330200" y="60960"/>
                  </a:lnTo>
                  <a:lnTo>
                    <a:pt x="337908" y="69786"/>
                  </a:lnTo>
                  <a:lnTo>
                    <a:pt x="346710" y="80010"/>
                  </a:lnTo>
                  <a:lnTo>
                    <a:pt x="354330" y="91440"/>
                  </a:lnTo>
                  <a:lnTo>
                    <a:pt x="361950" y="102870"/>
                  </a:lnTo>
                  <a:lnTo>
                    <a:pt x="367030" y="100330"/>
                  </a:lnTo>
                  <a:lnTo>
                    <a:pt x="372110" y="96520"/>
                  </a:lnTo>
                  <a:close/>
                </a:path>
              </a:pathLst>
            </a:custGeom>
            <a:solidFill>
              <a:srgbClr val="9898FF"/>
            </a:solidFill>
          </p:spPr>
          <p:txBody>
            <a:bodyPr wrap="square" lIns="0" tIns="0" rIns="0" bIns="0" rtlCol="0"/>
            <a:lstStyle/>
            <a:p/>
          </p:txBody>
        </p:sp>
        <p:sp>
          <p:nvSpPr>
            <p:cNvPr id="581" name="object 581"/>
            <p:cNvSpPr/>
            <p:nvPr/>
          </p:nvSpPr>
          <p:spPr>
            <a:xfrm>
              <a:off x="4183380" y="1137919"/>
              <a:ext cx="234950" cy="567690"/>
            </a:xfrm>
            <a:custGeom>
              <a:avLst/>
              <a:gdLst/>
              <a:ahLst/>
              <a:cxnLst/>
              <a:rect l="l" t="t" r="r" b="b"/>
              <a:pathLst>
                <a:path w="234950" h="567689">
                  <a:moveTo>
                    <a:pt x="234950" y="240030"/>
                  </a:moveTo>
                  <a:lnTo>
                    <a:pt x="233680" y="209550"/>
                  </a:lnTo>
                  <a:lnTo>
                    <a:pt x="233680" y="208280"/>
                  </a:lnTo>
                  <a:lnTo>
                    <a:pt x="231140" y="179070"/>
                  </a:lnTo>
                  <a:lnTo>
                    <a:pt x="228600" y="151130"/>
                  </a:lnTo>
                  <a:lnTo>
                    <a:pt x="228600" y="149860"/>
                  </a:lnTo>
                  <a:lnTo>
                    <a:pt x="223520" y="123190"/>
                  </a:lnTo>
                  <a:lnTo>
                    <a:pt x="223520" y="121920"/>
                  </a:lnTo>
                  <a:lnTo>
                    <a:pt x="217170" y="96520"/>
                  </a:lnTo>
                  <a:lnTo>
                    <a:pt x="209550" y="71120"/>
                  </a:lnTo>
                  <a:lnTo>
                    <a:pt x="199390" y="48260"/>
                  </a:lnTo>
                  <a:lnTo>
                    <a:pt x="199390" y="46990"/>
                  </a:lnTo>
                  <a:lnTo>
                    <a:pt x="189230" y="25400"/>
                  </a:lnTo>
                  <a:lnTo>
                    <a:pt x="181610" y="12700"/>
                  </a:lnTo>
                  <a:lnTo>
                    <a:pt x="181610" y="11430"/>
                  </a:lnTo>
                  <a:lnTo>
                    <a:pt x="173990" y="0"/>
                  </a:lnTo>
                  <a:lnTo>
                    <a:pt x="168910" y="2540"/>
                  </a:lnTo>
                  <a:lnTo>
                    <a:pt x="163830" y="6350"/>
                  </a:lnTo>
                  <a:lnTo>
                    <a:pt x="171450" y="17780"/>
                  </a:lnTo>
                  <a:lnTo>
                    <a:pt x="177800" y="30480"/>
                  </a:lnTo>
                  <a:lnTo>
                    <a:pt x="187960" y="53340"/>
                  </a:lnTo>
                  <a:lnTo>
                    <a:pt x="188341" y="53111"/>
                  </a:lnTo>
                  <a:lnTo>
                    <a:pt x="196850" y="76200"/>
                  </a:lnTo>
                  <a:lnTo>
                    <a:pt x="197180" y="76073"/>
                  </a:lnTo>
                  <a:lnTo>
                    <a:pt x="204470" y="100330"/>
                  </a:lnTo>
                  <a:lnTo>
                    <a:pt x="210820" y="125730"/>
                  </a:lnTo>
                  <a:lnTo>
                    <a:pt x="211035" y="125691"/>
                  </a:lnTo>
                  <a:lnTo>
                    <a:pt x="215900" y="152400"/>
                  </a:lnTo>
                  <a:lnTo>
                    <a:pt x="219710" y="180340"/>
                  </a:lnTo>
                  <a:lnTo>
                    <a:pt x="220980" y="209550"/>
                  </a:lnTo>
                  <a:lnTo>
                    <a:pt x="222250" y="240030"/>
                  </a:lnTo>
                  <a:lnTo>
                    <a:pt x="220980" y="273050"/>
                  </a:lnTo>
                  <a:lnTo>
                    <a:pt x="214630" y="337820"/>
                  </a:lnTo>
                  <a:lnTo>
                    <a:pt x="204470" y="381000"/>
                  </a:lnTo>
                  <a:lnTo>
                    <a:pt x="200964" y="393827"/>
                  </a:lnTo>
                  <a:lnTo>
                    <a:pt x="200660" y="393700"/>
                  </a:lnTo>
                  <a:lnTo>
                    <a:pt x="195580" y="407670"/>
                  </a:lnTo>
                  <a:lnTo>
                    <a:pt x="196672" y="408114"/>
                  </a:lnTo>
                  <a:lnTo>
                    <a:pt x="191770" y="420370"/>
                  </a:lnTo>
                  <a:lnTo>
                    <a:pt x="187071" y="432104"/>
                  </a:lnTo>
                  <a:lnTo>
                    <a:pt x="186690" y="431800"/>
                  </a:lnTo>
                  <a:lnTo>
                    <a:pt x="180340" y="444500"/>
                  </a:lnTo>
                  <a:lnTo>
                    <a:pt x="173990" y="455930"/>
                  </a:lnTo>
                  <a:lnTo>
                    <a:pt x="167640" y="467360"/>
                  </a:lnTo>
                  <a:lnTo>
                    <a:pt x="161290" y="478790"/>
                  </a:lnTo>
                  <a:lnTo>
                    <a:pt x="154203" y="488226"/>
                  </a:lnTo>
                  <a:lnTo>
                    <a:pt x="153670" y="487680"/>
                  </a:lnTo>
                  <a:lnTo>
                    <a:pt x="146050" y="497840"/>
                  </a:lnTo>
                  <a:lnTo>
                    <a:pt x="139014" y="506056"/>
                  </a:lnTo>
                  <a:lnTo>
                    <a:pt x="138430" y="505460"/>
                  </a:lnTo>
                  <a:lnTo>
                    <a:pt x="129540" y="514350"/>
                  </a:lnTo>
                  <a:lnTo>
                    <a:pt x="121920" y="520700"/>
                  </a:lnTo>
                  <a:lnTo>
                    <a:pt x="114350" y="527189"/>
                  </a:lnTo>
                  <a:lnTo>
                    <a:pt x="114300" y="527050"/>
                  </a:lnTo>
                  <a:lnTo>
                    <a:pt x="104140" y="533400"/>
                  </a:lnTo>
                  <a:lnTo>
                    <a:pt x="85090" y="542290"/>
                  </a:lnTo>
                  <a:lnTo>
                    <a:pt x="85242" y="542683"/>
                  </a:lnTo>
                  <a:lnTo>
                    <a:pt x="64770" y="549910"/>
                  </a:lnTo>
                  <a:lnTo>
                    <a:pt x="64871" y="550125"/>
                  </a:lnTo>
                  <a:lnTo>
                    <a:pt x="44450" y="553720"/>
                  </a:lnTo>
                  <a:lnTo>
                    <a:pt x="21590" y="554990"/>
                  </a:lnTo>
                  <a:lnTo>
                    <a:pt x="1270" y="553720"/>
                  </a:lnTo>
                  <a:lnTo>
                    <a:pt x="1270" y="560070"/>
                  </a:lnTo>
                  <a:lnTo>
                    <a:pt x="0" y="566420"/>
                  </a:lnTo>
                  <a:lnTo>
                    <a:pt x="21590" y="567690"/>
                  </a:lnTo>
                  <a:lnTo>
                    <a:pt x="45720" y="566420"/>
                  </a:lnTo>
                  <a:lnTo>
                    <a:pt x="68580" y="561340"/>
                  </a:lnTo>
                  <a:lnTo>
                    <a:pt x="69850" y="561340"/>
                  </a:lnTo>
                  <a:lnTo>
                    <a:pt x="90170" y="554990"/>
                  </a:lnTo>
                  <a:lnTo>
                    <a:pt x="90170" y="553720"/>
                  </a:lnTo>
                  <a:lnTo>
                    <a:pt x="91440" y="553720"/>
                  </a:lnTo>
                  <a:lnTo>
                    <a:pt x="110490" y="544830"/>
                  </a:lnTo>
                  <a:lnTo>
                    <a:pt x="120650" y="538480"/>
                  </a:lnTo>
                  <a:lnTo>
                    <a:pt x="129540" y="530860"/>
                  </a:lnTo>
                  <a:lnTo>
                    <a:pt x="138430" y="523240"/>
                  </a:lnTo>
                  <a:lnTo>
                    <a:pt x="147320" y="515620"/>
                  </a:lnTo>
                  <a:lnTo>
                    <a:pt x="147320" y="514350"/>
                  </a:lnTo>
                  <a:lnTo>
                    <a:pt x="156210" y="506730"/>
                  </a:lnTo>
                  <a:lnTo>
                    <a:pt x="156210" y="505460"/>
                  </a:lnTo>
                  <a:lnTo>
                    <a:pt x="163830" y="496570"/>
                  </a:lnTo>
                  <a:lnTo>
                    <a:pt x="171450" y="486410"/>
                  </a:lnTo>
                  <a:lnTo>
                    <a:pt x="171450" y="485140"/>
                  </a:lnTo>
                  <a:lnTo>
                    <a:pt x="177800" y="473710"/>
                  </a:lnTo>
                  <a:lnTo>
                    <a:pt x="185420" y="462280"/>
                  </a:lnTo>
                  <a:lnTo>
                    <a:pt x="191770" y="450850"/>
                  </a:lnTo>
                  <a:lnTo>
                    <a:pt x="198120" y="438150"/>
                  </a:lnTo>
                  <a:lnTo>
                    <a:pt x="203200" y="425450"/>
                  </a:lnTo>
                  <a:lnTo>
                    <a:pt x="203200" y="424180"/>
                  </a:lnTo>
                  <a:lnTo>
                    <a:pt x="208280" y="411480"/>
                  </a:lnTo>
                  <a:lnTo>
                    <a:pt x="213360" y="398780"/>
                  </a:lnTo>
                  <a:lnTo>
                    <a:pt x="217170" y="383540"/>
                  </a:lnTo>
                  <a:lnTo>
                    <a:pt x="220980" y="369570"/>
                  </a:lnTo>
                  <a:lnTo>
                    <a:pt x="223520" y="354330"/>
                  </a:lnTo>
                  <a:lnTo>
                    <a:pt x="226060" y="339090"/>
                  </a:lnTo>
                  <a:lnTo>
                    <a:pt x="231140" y="307340"/>
                  </a:lnTo>
                  <a:lnTo>
                    <a:pt x="233680" y="274320"/>
                  </a:lnTo>
                  <a:lnTo>
                    <a:pt x="234950" y="240030"/>
                  </a:lnTo>
                  <a:close/>
                </a:path>
              </a:pathLst>
            </a:custGeom>
            <a:solidFill>
              <a:srgbClr val="9898FF"/>
            </a:solidFill>
          </p:spPr>
          <p:txBody>
            <a:bodyPr wrap="square" lIns="0" tIns="0" rIns="0" bIns="0" rtlCol="0"/>
            <a:lstStyle/>
            <a:p/>
          </p:txBody>
        </p:sp>
        <p:sp>
          <p:nvSpPr>
            <p:cNvPr id="582" name="object 582"/>
            <p:cNvSpPr/>
            <p:nvPr/>
          </p:nvSpPr>
          <p:spPr>
            <a:xfrm>
              <a:off x="3992880" y="1380489"/>
              <a:ext cx="212090" cy="325120"/>
            </a:xfrm>
            <a:custGeom>
              <a:avLst/>
              <a:gdLst/>
              <a:ahLst/>
              <a:cxnLst/>
              <a:rect l="l" t="t" r="r" b="b"/>
              <a:pathLst>
                <a:path w="212089" h="325119">
                  <a:moveTo>
                    <a:pt x="6350" y="0"/>
                  </a:moveTo>
                  <a:lnTo>
                    <a:pt x="0" y="0"/>
                  </a:lnTo>
                  <a:lnTo>
                    <a:pt x="0" y="1270"/>
                  </a:lnTo>
                  <a:lnTo>
                    <a:pt x="6350" y="0"/>
                  </a:lnTo>
                  <a:close/>
                </a:path>
                <a:path w="212089" h="325119">
                  <a:moveTo>
                    <a:pt x="187960" y="102870"/>
                  </a:moveTo>
                  <a:lnTo>
                    <a:pt x="185420" y="100330"/>
                  </a:lnTo>
                  <a:lnTo>
                    <a:pt x="184150" y="97790"/>
                  </a:lnTo>
                  <a:lnTo>
                    <a:pt x="182880" y="93980"/>
                  </a:lnTo>
                  <a:lnTo>
                    <a:pt x="180340" y="90170"/>
                  </a:lnTo>
                  <a:lnTo>
                    <a:pt x="179070" y="86360"/>
                  </a:lnTo>
                  <a:lnTo>
                    <a:pt x="179070" y="82550"/>
                  </a:lnTo>
                  <a:lnTo>
                    <a:pt x="177800" y="82550"/>
                  </a:lnTo>
                  <a:lnTo>
                    <a:pt x="176530" y="77470"/>
                  </a:lnTo>
                  <a:lnTo>
                    <a:pt x="176237" y="77597"/>
                  </a:lnTo>
                  <a:lnTo>
                    <a:pt x="175260" y="73660"/>
                  </a:lnTo>
                  <a:lnTo>
                    <a:pt x="173990" y="67310"/>
                  </a:lnTo>
                  <a:lnTo>
                    <a:pt x="173850" y="67373"/>
                  </a:lnTo>
                  <a:lnTo>
                    <a:pt x="172720" y="57150"/>
                  </a:lnTo>
                  <a:lnTo>
                    <a:pt x="170180" y="44450"/>
                  </a:lnTo>
                  <a:lnTo>
                    <a:pt x="168910" y="30480"/>
                  </a:lnTo>
                  <a:lnTo>
                    <a:pt x="168910" y="16510"/>
                  </a:lnTo>
                  <a:lnTo>
                    <a:pt x="168910" y="15240"/>
                  </a:lnTo>
                  <a:lnTo>
                    <a:pt x="168910" y="0"/>
                  </a:lnTo>
                  <a:lnTo>
                    <a:pt x="156210" y="0"/>
                  </a:lnTo>
                  <a:lnTo>
                    <a:pt x="156210" y="16510"/>
                  </a:lnTo>
                  <a:lnTo>
                    <a:pt x="157480" y="31750"/>
                  </a:lnTo>
                  <a:lnTo>
                    <a:pt x="158750" y="45720"/>
                  </a:lnTo>
                  <a:lnTo>
                    <a:pt x="160020" y="58420"/>
                  </a:lnTo>
                  <a:lnTo>
                    <a:pt x="161290" y="71120"/>
                  </a:lnTo>
                  <a:lnTo>
                    <a:pt x="163830" y="76200"/>
                  </a:lnTo>
                  <a:lnTo>
                    <a:pt x="163830" y="81280"/>
                  </a:lnTo>
                  <a:lnTo>
                    <a:pt x="165100" y="81280"/>
                  </a:lnTo>
                  <a:lnTo>
                    <a:pt x="166370" y="86360"/>
                  </a:lnTo>
                  <a:lnTo>
                    <a:pt x="167640" y="90170"/>
                  </a:lnTo>
                  <a:lnTo>
                    <a:pt x="167640" y="91440"/>
                  </a:lnTo>
                  <a:lnTo>
                    <a:pt x="168910" y="95250"/>
                  </a:lnTo>
                  <a:lnTo>
                    <a:pt x="171450" y="99060"/>
                  </a:lnTo>
                  <a:lnTo>
                    <a:pt x="171450" y="100330"/>
                  </a:lnTo>
                  <a:lnTo>
                    <a:pt x="172720" y="102870"/>
                  </a:lnTo>
                  <a:lnTo>
                    <a:pt x="173990" y="102870"/>
                  </a:lnTo>
                  <a:lnTo>
                    <a:pt x="175260" y="106680"/>
                  </a:lnTo>
                  <a:lnTo>
                    <a:pt x="175260" y="107950"/>
                  </a:lnTo>
                  <a:lnTo>
                    <a:pt x="177800" y="110490"/>
                  </a:lnTo>
                  <a:lnTo>
                    <a:pt x="182880" y="106680"/>
                  </a:lnTo>
                  <a:lnTo>
                    <a:pt x="187960" y="102870"/>
                  </a:lnTo>
                  <a:close/>
                </a:path>
                <a:path w="212089" h="325119">
                  <a:moveTo>
                    <a:pt x="212090" y="312420"/>
                  </a:moveTo>
                  <a:lnTo>
                    <a:pt x="193014" y="311238"/>
                  </a:lnTo>
                  <a:lnTo>
                    <a:pt x="173901" y="307568"/>
                  </a:lnTo>
                  <a:lnTo>
                    <a:pt x="173990" y="307340"/>
                  </a:lnTo>
                  <a:lnTo>
                    <a:pt x="154940" y="302260"/>
                  </a:lnTo>
                  <a:lnTo>
                    <a:pt x="137160" y="294640"/>
                  </a:lnTo>
                  <a:lnTo>
                    <a:pt x="120650" y="283210"/>
                  </a:lnTo>
                  <a:lnTo>
                    <a:pt x="120548" y="283438"/>
                  </a:lnTo>
                  <a:lnTo>
                    <a:pt x="106121" y="272338"/>
                  </a:lnTo>
                  <a:lnTo>
                    <a:pt x="106680" y="271780"/>
                  </a:lnTo>
                  <a:lnTo>
                    <a:pt x="91440" y="256540"/>
                  </a:lnTo>
                  <a:lnTo>
                    <a:pt x="90881" y="257098"/>
                  </a:lnTo>
                  <a:lnTo>
                    <a:pt x="77876" y="240550"/>
                  </a:lnTo>
                  <a:lnTo>
                    <a:pt x="78740" y="240030"/>
                  </a:lnTo>
                  <a:lnTo>
                    <a:pt x="69850" y="228600"/>
                  </a:lnTo>
                  <a:lnTo>
                    <a:pt x="63500" y="215900"/>
                  </a:lnTo>
                  <a:lnTo>
                    <a:pt x="43180" y="177800"/>
                  </a:lnTo>
                  <a:lnTo>
                    <a:pt x="38252" y="164274"/>
                  </a:lnTo>
                  <a:lnTo>
                    <a:pt x="39370" y="163830"/>
                  </a:lnTo>
                  <a:lnTo>
                    <a:pt x="34290" y="149860"/>
                  </a:lnTo>
                  <a:lnTo>
                    <a:pt x="29210" y="134620"/>
                  </a:lnTo>
                  <a:lnTo>
                    <a:pt x="25400" y="119380"/>
                  </a:lnTo>
                  <a:lnTo>
                    <a:pt x="21590" y="104140"/>
                  </a:lnTo>
                  <a:lnTo>
                    <a:pt x="19050" y="87630"/>
                  </a:lnTo>
                  <a:lnTo>
                    <a:pt x="16510" y="71120"/>
                  </a:lnTo>
                  <a:lnTo>
                    <a:pt x="10160" y="72390"/>
                  </a:lnTo>
                  <a:lnTo>
                    <a:pt x="5080" y="72390"/>
                  </a:lnTo>
                  <a:lnTo>
                    <a:pt x="5080" y="73660"/>
                  </a:lnTo>
                  <a:lnTo>
                    <a:pt x="7620" y="90170"/>
                  </a:lnTo>
                  <a:lnTo>
                    <a:pt x="10160" y="106680"/>
                  </a:lnTo>
                  <a:lnTo>
                    <a:pt x="12700" y="121920"/>
                  </a:lnTo>
                  <a:lnTo>
                    <a:pt x="17780" y="138430"/>
                  </a:lnTo>
                  <a:lnTo>
                    <a:pt x="21590" y="153670"/>
                  </a:lnTo>
                  <a:lnTo>
                    <a:pt x="26670" y="167640"/>
                  </a:lnTo>
                  <a:lnTo>
                    <a:pt x="31750" y="181610"/>
                  </a:lnTo>
                  <a:lnTo>
                    <a:pt x="31750" y="182880"/>
                  </a:lnTo>
                  <a:lnTo>
                    <a:pt x="38100" y="196850"/>
                  </a:lnTo>
                  <a:lnTo>
                    <a:pt x="44450" y="209550"/>
                  </a:lnTo>
                  <a:lnTo>
                    <a:pt x="52070" y="222250"/>
                  </a:lnTo>
                  <a:lnTo>
                    <a:pt x="52070" y="223520"/>
                  </a:lnTo>
                  <a:lnTo>
                    <a:pt x="59690" y="234950"/>
                  </a:lnTo>
                  <a:lnTo>
                    <a:pt x="67310" y="247650"/>
                  </a:lnTo>
                  <a:lnTo>
                    <a:pt x="81280" y="265430"/>
                  </a:lnTo>
                  <a:lnTo>
                    <a:pt x="82550" y="265430"/>
                  </a:lnTo>
                  <a:lnTo>
                    <a:pt x="82550" y="266700"/>
                  </a:lnTo>
                  <a:lnTo>
                    <a:pt x="97790" y="280670"/>
                  </a:lnTo>
                  <a:lnTo>
                    <a:pt x="113030" y="294640"/>
                  </a:lnTo>
                  <a:lnTo>
                    <a:pt x="114300" y="294640"/>
                  </a:lnTo>
                  <a:lnTo>
                    <a:pt x="130810" y="304800"/>
                  </a:lnTo>
                  <a:lnTo>
                    <a:pt x="132080" y="304800"/>
                  </a:lnTo>
                  <a:lnTo>
                    <a:pt x="132080" y="306070"/>
                  </a:lnTo>
                  <a:lnTo>
                    <a:pt x="149860" y="313690"/>
                  </a:lnTo>
                  <a:lnTo>
                    <a:pt x="151130" y="313690"/>
                  </a:lnTo>
                  <a:lnTo>
                    <a:pt x="170180" y="320040"/>
                  </a:lnTo>
                  <a:lnTo>
                    <a:pt x="190500" y="323850"/>
                  </a:lnTo>
                  <a:lnTo>
                    <a:pt x="212090" y="325120"/>
                  </a:lnTo>
                  <a:lnTo>
                    <a:pt x="212090" y="312420"/>
                  </a:lnTo>
                  <a:close/>
                </a:path>
              </a:pathLst>
            </a:custGeom>
            <a:solidFill>
              <a:srgbClr val="9898FF"/>
            </a:solidFill>
          </p:spPr>
          <p:txBody>
            <a:bodyPr wrap="square" lIns="0" tIns="0" rIns="0" bIns="0" rtlCol="0"/>
            <a:lstStyle/>
            <a:p/>
          </p:txBody>
        </p:sp>
        <p:sp>
          <p:nvSpPr>
            <p:cNvPr id="583" name="object 583"/>
            <p:cNvSpPr/>
            <p:nvPr/>
          </p:nvSpPr>
          <p:spPr>
            <a:xfrm>
              <a:off x="4170680" y="1410969"/>
              <a:ext cx="90170" cy="101600"/>
            </a:xfrm>
            <a:custGeom>
              <a:avLst/>
              <a:gdLst/>
              <a:ahLst/>
              <a:cxnLst/>
              <a:rect l="l" t="t" r="r" b="b"/>
              <a:pathLst>
                <a:path w="90170" h="101600">
                  <a:moveTo>
                    <a:pt x="90170" y="0"/>
                  </a:moveTo>
                  <a:lnTo>
                    <a:pt x="77470" y="0"/>
                  </a:lnTo>
                  <a:lnTo>
                    <a:pt x="77470" y="13970"/>
                  </a:lnTo>
                  <a:lnTo>
                    <a:pt x="74930" y="26670"/>
                  </a:lnTo>
                  <a:lnTo>
                    <a:pt x="73660" y="38100"/>
                  </a:lnTo>
                  <a:lnTo>
                    <a:pt x="72390" y="43180"/>
                  </a:lnTo>
                  <a:lnTo>
                    <a:pt x="71348" y="48361"/>
                  </a:lnTo>
                  <a:lnTo>
                    <a:pt x="71120" y="48260"/>
                  </a:lnTo>
                  <a:lnTo>
                    <a:pt x="69850" y="52070"/>
                  </a:lnTo>
                  <a:lnTo>
                    <a:pt x="69850" y="53340"/>
                  </a:lnTo>
                  <a:lnTo>
                    <a:pt x="68859" y="57277"/>
                  </a:lnTo>
                  <a:lnTo>
                    <a:pt x="68580" y="57150"/>
                  </a:lnTo>
                  <a:lnTo>
                    <a:pt x="67310" y="60960"/>
                  </a:lnTo>
                  <a:lnTo>
                    <a:pt x="64770" y="63500"/>
                  </a:lnTo>
                  <a:lnTo>
                    <a:pt x="65697" y="64071"/>
                  </a:lnTo>
                  <a:lnTo>
                    <a:pt x="62230" y="69850"/>
                  </a:lnTo>
                  <a:lnTo>
                    <a:pt x="59690" y="72390"/>
                  </a:lnTo>
                  <a:lnTo>
                    <a:pt x="58420" y="74930"/>
                  </a:lnTo>
                  <a:lnTo>
                    <a:pt x="58420" y="76200"/>
                  </a:lnTo>
                  <a:lnTo>
                    <a:pt x="57150" y="77470"/>
                  </a:lnTo>
                  <a:lnTo>
                    <a:pt x="55880" y="78740"/>
                  </a:lnTo>
                  <a:lnTo>
                    <a:pt x="54610" y="80010"/>
                  </a:lnTo>
                  <a:lnTo>
                    <a:pt x="55118" y="80391"/>
                  </a:lnTo>
                  <a:lnTo>
                    <a:pt x="53340" y="81280"/>
                  </a:lnTo>
                  <a:lnTo>
                    <a:pt x="52070" y="81280"/>
                  </a:lnTo>
                  <a:lnTo>
                    <a:pt x="52070" y="82550"/>
                  </a:lnTo>
                  <a:lnTo>
                    <a:pt x="51269" y="83350"/>
                  </a:lnTo>
                  <a:lnTo>
                    <a:pt x="50800" y="82550"/>
                  </a:lnTo>
                  <a:lnTo>
                    <a:pt x="49530" y="83820"/>
                  </a:lnTo>
                  <a:lnTo>
                    <a:pt x="46990" y="85090"/>
                  </a:lnTo>
                  <a:lnTo>
                    <a:pt x="46990" y="86360"/>
                  </a:lnTo>
                  <a:lnTo>
                    <a:pt x="45923" y="86893"/>
                  </a:lnTo>
                  <a:lnTo>
                    <a:pt x="45720" y="86360"/>
                  </a:lnTo>
                  <a:lnTo>
                    <a:pt x="43180" y="87630"/>
                  </a:lnTo>
                  <a:lnTo>
                    <a:pt x="41910" y="87630"/>
                  </a:lnTo>
                  <a:lnTo>
                    <a:pt x="39370" y="88900"/>
                  </a:lnTo>
                  <a:lnTo>
                    <a:pt x="38100" y="88900"/>
                  </a:lnTo>
                  <a:lnTo>
                    <a:pt x="36830" y="88900"/>
                  </a:lnTo>
                  <a:lnTo>
                    <a:pt x="35560" y="88900"/>
                  </a:lnTo>
                  <a:lnTo>
                    <a:pt x="31750" y="88900"/>
                  </a:lnTo>
                  <a:lnTo>
                    <a:pt x="29210" y="87630"/>
                  </a:lnTo>
                  <a:lnTo>
                    <a:pt x="27940" y="87630"/>
                  </a:lnTo>
                  <a:lnTo>
                    <a:pt x="25400" y="86360"/>
                  </a:lnTo>
                  <a:lnTo>
                    <a:pt x="24130" y="86360"/>
                  </a:lnTo>
                  <a:lnTo>
                    <a:pt x="21590" y="85090"/>
                  </a:lnTo>
                  <a:lnTo>
                    <a:pt x="19050" y="82550"/>
                  </a:lnTo>
                  <a:lnTo>
                    <a:pt x="18567" y="83350"/>
                  </a:lnTo>
                  <a:lnTo>
                    <a:pt x="17780" y="82550"/>
                  </a:lnTo>
                  <a:lnTo>
                    <a:pt x="16510" y="81280"/>
                  </a:lnTo>
                  <a:lnTo>
                    <a:pt x="15240" y="80010"/>
                  </a:lnTo>
                  <a:lnTo>
                    <a:pt x="13970" y="77470"/>
                  </a:lnTo>
                  <a:lnTo>
                    <a:pt x="13462" y="77978"/>
                  </a:lnTo>
                  <a:lnTo>
                    <a:pt x="11430" y="74930"/>
                  </a:lnTo>
                  <a:lnTo>
                    <a:pt x="10160" y="72390"/>
                  </a:lnTo>
                  <a:lnTo>
                    <a:pt x="5080" y="76200"/>
                  </a:lnTo>
                  <a:lnTo>
                    <a:pt x="0" y="80010"/>
                  </a:lnTo>
                  <a:lnTo>
                    <a:pt x="1270" y="82550"/>
                  </a:lnTo>
                  <a:lnTo>
                    <a:pt x="3810" y="86360"/>
                  </a:lnTo>
                  <a:lnTo>
                    <a:pt x="6350" y="87630"/>
                  </a:lnTo>
                  <a:lnTo>
                    <a:pt x="6350" y="88900"/>
                  </a:lnTo>
                  <a:lnTo>
                    <a:pt x="8890" y="90170"/>
                  </a:lnTo>
                  <a:lnTo>
                    <a:pt x="8890" y="91440"/>
                  </a:lnTo>
                  <a:lnTo>
                    <a:pt x="11430" y="92710"/>
                  </a:lnTo>
                  <a:lnTo>
                    <a:pt x="11430" y="93980"/>
                  </a:lnTo>
                  <a:lnTo>
                    <a:pt x="12700" y="93980"/>
                  </a:lnTo>
                  <a:lnTo>
                    <a:pt x="15240" y="95250"/>
                  </a:lnTo>
                  <a:lnTo>
                    <a:pt x="16510" y="96520"/>
                  </a:lnTo>
                  <a:lnTo>
                    <a:pt x="17780" y="97790"/>
                  </a:lnTo>
                  <a:lnTo>
                    <a:pt x="20320" y="99060"/>
                  </a:lnTo>
                  <a:lnTo>
                    <a:pt x="21590" y="99060"/>
                  </a:lnTo>
                  <a:lnTo>
                    <a:pt x="22860" y="100330"/>
                  </a:lnTo>
                  <a:lnTo>
                    <a:pt x="24130" y="100330"/>
                  </a:lnTo>
                  <a:lnTo>
                    <a:pt x="25400" y="100330"/>
                  </a:lnTo>
                  <a:lnTo>
                    <a:pt x="27940" y="101600"/>
                  </a:lnTo>
                  <a:lnTo>
                    <a:pt x="29210" y="101600"/>
                  </a:lnTo>
                  <a:lnTo>
                    <a:pt x="34290" y="101600"/>
                  </a:lnTo>
                  <a:lnTo>
                    <a:pt x="35560" y="101600"/>
                  </a:lnTo>
                  <a:lnTo>
                    <a:pt x="38100" y="101600"/>
                  </a:lnTo>
                  <a:lnTo>
                    <a:pt x="41910" y="101600"/>
                  </a:lnTo>
                  <a:lnTo>
                    <a:pt x="44450" y="100330"/>
                  </a:lnTo>
                  <a:lnTo>
                    <a:pt x="46990" y="100330"/>
                  </a:lnTo>
                  <a:lnTo>
                    <a:pt x="48260" y="99060"/>
                  </a:lnTo>
                  <a:lnTo>
                    <a:pt x="50800" y="99060"/>
                  </a:lnTo>
                  <a:lnTo>
                    <a:pt x="50800" y="97790"/>
                  </a:lnTo>
                  <a:lnTo>
                    <a:pt x="53340" y="96520"/>
                  </a:lnTo>
                  <a:lnTo>
                    <a:pt x="55880" y="95250"/>
                  </a:lnTo>
                  <a:lnTo>
                    <a:pt x="58420" y="93980"/>
                  </a:lnTo>
                  <a:lnTo>
                    <a:pt x="58420" y="92710"/>
                  </a:lnTo>
                  <a:lnTo>
                    <a:pt x="60413" y="90716"/>
                  </a:lnTo>
                  <a:lnTo>
                    <a:pt x="60960" y="91440"/>
                  </a:lnTo>
                  <a:lnTo>
                    <a:pt x="63500" y="88900"/>
                  </a:lnTo>
                  <a:lnTo>
                    <a:pt x="66040" y="86360"/>
                  </a:lnTo>
                  <a:lnTo>
                    <a:pt x="67310" y="85090"/>
                  </a:lnTo>
                  <a:lnTo>
                    <a:pt x="68580" y="82550"/>
                  </a:lnTo>
                  <a:lnTo>
                    <a:pt x="69850" y="80010"/>
                  </a:lnTo>
                  <a:lnTo>
                    <a:pt x="72390" y="77470"/>
                  </a:lnTo>
                  <a:lnTo>
                    <a:pt x="72390" y="76200"/>
                  </a:lnTo>
                  <a:lnTo>
                    <a:pt x="76200" y="69850"/>
                  </a:lnTo>
                  <a:lnTo>
                    <a:pt x="78740" y="66040"/>
                  </a:lnTo>
                  <a:lnTo>
                    <a:pt x="80010" y="62230"/>
                  </a:lnTo>
                  <a:lnTo>
                    <a:pt x="80010" y="60960"/>
                  </a:lnTo>
                  <a:lnTo>
                    <a:pt x="80987" y="57035"/>
                  </a:lnTo>
                  <a:lnTo>
                    <a:pt x="81280" y="57150"/>
                  </a:lnTo>
                  <a:lnTo>
                    <a:pt x="82550" y="53340"/>
                  </a:lnTo>
                  <a:lnTo>
                    <a:pt x="83820" y="52070"/>
                  </a:lnTo>
                  <a:lnTo>
                    <a:pt x="83820" y="50800"/>
                  </a:lnTo>
                  <a:lnTo>
                    <a:pt x="85090" y="45720"/>
                  </a:lnTo>
                  <a:lnTo>
                    <a:pt x="85090" y="40640"/>
                  </a:lnTo>
                  <a:lnTo>
                    <a:pt x="87630" y="29210"/>
                  </a:lnTo>
                  <a:lnTo>
                    <a:pt x="88900" y="15240"/>
                  </a:lnTo>
                  <a:lnTo>
                    <a:pt x="90170" y="0"/>
                  </a:lnTo>
                  <a:close/>
                </a:path>
              </a:pathLst>
            </a:custGeom>
            <a:solidFill>
              <a:srgbClr val="9898FF"/>
            </a:solidFill>
          </p:spPr>
          <p:txBody>
            <a:bodyPr wrap="square" lIns="0" tIns="0" rIns="0" bIns="0" rtlCol="0"/>
            <a:lstStyle/>
            <a:p/>
          </p:txBody>
        </p:sp>
        <p:sp>
          <p:nvSpPr>
            <p:cNvPr id="584" name="object 584"/>
            <p:cNvSpPr/>
            <p:nvPr/>
          </p:nvSpPr>
          <p:spPr>
            <a:xfrm>
              <a:off x="4182110" y="1248409"/>
              <a:ext cx="80010" cy="177800"/>
            </a:xfrm>
            <a:custGeom>
              <a:avLst/>
              <a:gdLst/>
              <a:ahLst/>
              <a:cxnLst/>
              <a:rect l="l" t="t" r="r" b="b"/>
              <a:pathLst>
                <a:path w="80010" h="177800">
                  <a:moveTo>
                    <a:pt x="80010" y="113030"/>
                  </a:moveTo>
                  <a:lnTo>
                    <a:pt x="78740" y="99060"/>
                  </a:lnTo>
                  <a:lnTo>
                    <a:pt x="77470" y="85090"/>
                  </a:lnTo>
                  <a:lnTo>
                    <a:pt x="76200" y="72390"/>
                  </a:lnTo>
                  <a:lnTo>
                    <a:pt x="73660" y="60960"/>
                  </a:lnTo>
                  <a:lnTo>
                    <a:pt x="72390" y="54610"/>
                  </a:lnTo>
                  <a:lnTo>
                    <a:pt x="72097" y="54737"/>
                  </a:lnTo>
                  <a:lnTo>
                    <a:pt x="71120" y="50800"/>
                  </a:lnTo>
                  <a:lnTo>
                    <a:pt x="71120" y="49530"/>
                  </a:lnTo>
                  <a:lnTo>
                    <a:pt x="69850" y="45720"/>
                  </a:lnTo>
                  <a:lnTo>
                    <a:pt x="68580" y="41910"/>
                  </a:lnTo>
                  <a:lnTo>
                    <a:pt x="67310" y="36830"/>
                  </a:lnTo>
                  <a:lnTo>
                    <a:pt x="66040" y="36830"/>
                  </a:lnTo>
                  <a:lnTo>
                    <a:pt x="64770" y="33020"/>
                  </a:lnTo>
                  <a:lnTo>
                    <a:pt x="60960" y="25400"/>
                  </a:lnTo>
                  <a:lnTo>
                    <a:pt x="57150" y="19050"/>
                  </a:lnTo>
                  <a:lnTo>
                    <a:pt x="55880" y="19050"/>
                  </a:lnTo>
                  <a:lnTo>
                    <a:pt x="54610" y="17780"/>
                  </a:lnTo>
                  <a:lnTo>
                    <a:pt x="53340" y="13970"/>
                  </a:lnTo>
                  <a:lnTo>
                    <a:pt x="52070" y="13970"/>
                  </a:lnTo>
                  <a:lnTo>
                    <a:pt x="49530" y="11430"/>
                  </a:lnTo>
                  <a:lnTo>
                    <a:pt x="49530" y="10160"/>
                  </a:lnTo>
                  <a:lnTo>
                    <a:pt x="46990" y="8890"/>
                  </a:lnTo>
                  <a:lnTo>
                    <a:pt x="46609" y="9398"/>
                  </a:lnTo>
                  <a:lnTo>
                    <a:pt x="45720" y="7620"/>
                  </a:lnTo>
                  <a:lnTo>
                    <a:pt x="44450" y="6350"/>
                  </a:lnTo>
                  <a:lnTo>
                    <a:pt x="41910" y="5080"/>
                  </a:lnTo>
                  <a:lnTo>
                    <a:pt x="40640" y="3810"/>
                  </a:lnTo>
                  <a:lnTo>
                    <a:pt x="39370" y="3810"/>
                  </a:lnTo>
                  <a:lnTo>
                    <a:pt x="36830" y="2540"/>
                  </a:lnTo>
                  <a:lnTo>
                    <a:pt x="35560" y="1270"/>
                  </a:lnTo>
                  <a:lnTo>
                    <a:pt x="34290" y="1270"/>
                  </a:lnTo>
                  <a:lnTo>
                    <a:pt x="33020" y="1270"/>
                  </a:lnTo>
                  <a:lnTo>
                    <a:pt x="31750" y="1270"/>
                  </a:lnTo>
                  <a:lnTo>
                    <a:pt x="30480" y="1270"/>
                  </a:lnTo>
                  <a:lnTo>
                    <a:pt x="27940" y="0"/>
                  </a:lnTo>
                  <a:lnTo>
                    <a:pt x="24130" y="0"/>
                  </a:lnTo>
                  <a:lnTo>
                    <a:pt x="21590" y="0"/>
                  </a:lnTo>
                  <a:lnTo>
                    <a:pt x="19050" y="1270"/>
                  </a:lnTo>
                  <a:lnTo>
                    <a:pt x="17780" y="1270"/>
                  </a:lnTo>
                  <a:lnTo>
                    <a:pt x="16510" y="1270"/>
                  </a:lnTo>
                  <a:lnTo>
                    <a:pt x="15240" y="1270"/>
                  </a:lnTo>
                  <a:lnTo>
                    <a:pt x="12700" y="1270"/>
                  </a:lnTo>
                  <a:lnTo>
                    <a:pt x="11430" y="2540"/>
                  </a:lnTo>
                  <a:lnTo>
                    <a:pt x="8890" y="3810"/>
                  </a:lnTo>
                  <a:lnTo>
                    <a:pt x="7620" y="3810"/>
                  </a:lnTo>
                  <a:lnTo>
                    <a:pt x="6350" y="5080"/>
                  </a:lnTo>
                  <a:lnTo>
                    <a:pt x="3810" y="6350"/>
                  </a:lnTo>
                  <a:lnTo>
                    <a:pt x="2540" y="7620"/>
                  </a:lnTo>
                  <a:lnTo>
                    <a:pt x="0" y="8890"/>
                  </a:lnTo>
                  <a:lnTo>
                    <a:pt x="3810" y="13970"/>
                  </a:lnTo>
                  <a:lnTo>
                    <a:pt x="7620" y="19050"/>
                  </a:lnTo>
                  <a:lnTo>
                    <a:pt x="8890" y="19050"/>
                  </a:lnTo>
                  <a:lnTo>
                    <a:pt x="10160" y="17780"/>
                  </a:lnTo>
                  <a:lnTo>
                    <a:pt x="11430" y="16510"/>
                  </a:lnTo>
                  <a:lnTo>
                    <a:pt x="12700" y="16510"/>
                  </a:lnTo>
                  <a:lnTo>
                    <a:pt x="13970" y="15240"/>
                  </a:lnTo>
                  <a:lnTo>
                    <a:pt x="16510" y="13970"/>
                  </a:lnTo>
                  <a:lnTo>
                    <a:pt x="17780" y="13970"/>
                  </a:lnTo>
                  <a:lnTo>
                    <a:pt x="19050" y="13970"/>
                  </a:lnTo>
                  <a:lnTo>
                    <a:pt x="21590" y="12700"/>
                  </a:lnTo>
                  <a:lnTo>
                    <a:pt x="22860" y="12700"/>
                  </a:lnTo>
                  <a:lnTo>
                    <a:pt x="24130" y="12700"/>
                  </a:lnTo>
                  <a:lnTo>
                    <a:pt x="26670" y="12700"/>
                  </a:lnTo>
                  <a:lnTo>
                    <a:pt x="27940" y="12700"/>
                  </a:lnTo>
                  <a:lnTo>
                    <a:pt x="30480" y="13970"/>
                  </a:lnTo>
                  <a:lnTo>
                    <a:pt x="31750" y="13970"/>
                  </a:lnTo>
                  <a:lnTo>
                    <a:pt x="34290" y="15240"/>
                  </a:lnTo>
                  <a:lnTo>
                    <a:pt x="34493" y="14719"/>
                  </a:lnTo>
                  <a:lnTo>
                    <a:pt x="35560" y="15240"/>
                  </a:lnTo>
                  <a:lnTo>
                    <a:pt x="35560" y="16510"/>
                  </a:lnTo>
                  <a:lnTo>
                    <a:pt x="38100" y="17780"/>
                  </a:lnTo>
                  <a:lnTo>
                    <a:pt x="39370" y="19050"/>
                  </a:lnTo>
                  <a:lnTo>
                    <a:pt x="41059" y="19900"/>
                  </a:lnTo>
                  <a:lnTo>
                    <a:pt x="40640" y="20320"/>
                  </a:lnTo>
                  <a:lnTo>
                    <a:pt x="42545" y="21272"/>
                  </a:lnTo>
                  <a:lnTo>
                    <a:pt x="44450" y="24130"/>
                  </a:lnTo>
                  <a:lnTo>
                    <a:pt x="44450" y="25400"/>
                  </a:lnTo>
                  <a:lnTo>
                    <a:pt x="46990" y="26670"/>
                  </a:lnTo>
                  <a:lnTo>
                    <a:pt x="50393" y="31229"/>
                  </a:lnTo>
                  <a:lnTo>
                    <a:pt x="49530" y="31750"/>
                  </a:lnTo>
                  <a:lnTo>
                    <a:pt x="53340" y="38100"/>
                  </a:lnTo>
                  <a:lnTo>
                    <a:pt x="55600" y="41516"/>
                  </a:lnTo>
                  <a:lnTo>
                    <a:pt x="54610" y="41910"/>
                  </a:lnTo>
                  <a:lnTo>
                    <a:pt x="57150" y="45720"/>
                  </a:lnTo>
                  <a:lnTo>
                    <a:pt x="58420" y="49530"/>
                  </a:lnTo>
                  <a:lnTo>
                    <a:pt x="59690" y="54610"/>
                  </a:lnTo>
                  <a:lnTo>
                    <a:pt x="59969" y="54495"/>
                  </a:lnTo>
                  <a:lnTo>
                    <a:pt x="60960" y="58420"/>
                  </a:lnTo>
                  <a:lnTo>
                    <a:pt x="62230" y="64770"/>
                  </a:lnTo>
                  <a:lnTo>
                    <a:pt x="62357" y="64719"/>
                  </a:lnTo>
                  <a:lnTo>
                    <a:pt x="63500" y="74930"/>
                  </a:lnTo>
                  <a:lnTo>
                    <a:pt x="63741" y="74891"/>
                  </a:lnTo>
                  <a:lnTo>
                    <a:pt x="66040" y="86360"/>
                  </a:lnTo>
                  <a:lnTo>
                    <a:pt x="66040" y="99060"/>
                  </a:lnTo>
                  <a:lnTo>
                    <a:pt x="67310" y="114300"/>
                  </a:lnTo>
                  <a:lnTo>
                    <a:pt x="67310" y="129540"/>
                  </a:lnTo>
                  <a:lnTo>
                    <a:pt x="67310" y="146050"/>
                  </a:lnTo>
                  <a:lnTo>
                    <a:pt x="66040" y="162560"/>
                  </a:lnTo>
                  <a:lnTo>
                    <a:pt x="66040" y="176530"/>
                  </a:lnTo>
                  <a:lnTo>
                    <a:pt x="71120" y="176530"/>
                  </a:lnTo>
                  <a:lnTo>
                    <a:pt x="77470" y="177800"/>
                  </a:lnTo>
                  <a:lnTo>
                    <a:pt x="78740" y="162560"/>
                  </a:lnTo>
                  <a:lnTo>
                    <a:pt x="80010" y="147320"/>
                  </a:lnTo>
                  <a:lnTo>
                    <a:pt x="80010" y="129540"/>
                  </a:lnTo>
                  <a:lnTo>
                    <a:pt x="80010" y="114300"/>
                  </a:lnTo>
                  <a:lnTo>
                    <a:pt x="80010" y="113030"/>
                  </a:lnTo>
                  <a:close/>
                </a:path>
              </a:pathLst>
            </a:custGeom>
            <a:solidFill>
              <a:srgbClr val="9898FF"/>
            </a:solidFill>
          </p:spPr>
          <p:txBody>
            <a:bodyPr wrap="square" lIns="0" tIns="0" rIns="0" bIns="0" rtlCol="0"/>
            <a:lstStyle/>
            <a:p/>
          </p:txBody>
        </p:sp>
        <p:sp>
          <p:nvSpPr>
            <p:cNvPr id="585" name="object 585"/>
            <p:cNvSpPr/>
            <p:nvPr/>
          </p:nvSpPr>
          <p:spPr>
            <a:xfrm>
              <a:off x="4149090" y="1257299"/>
              <a:ext cx="41910" cy="123189"/>
            </a:xfrm>
            <a:custGeom>
              <a:avLst/>
              <a:gdLst/>
              <a:ahLst/>
              <a:cxnLst/>
              <a:rect l="l" t="t" r="r" b="b"/>
              <a:pathLst>
                <a:path w="41910" h="123190">
                  <a:moveTo>
                    <a:pt x="41910" y="10160"/>
                  </a:moveTo>
                  <a:lnTo>
                    <a:pt x="36830" y="5080"/>
                  </a:lnTo>
                  <a:lnTo>
                    <a:pt x="34290" y="0"/>
                  </a:lnTo>
                  <a:lnTo>
                    <a:pt x="31750" y="1270"/>
                  </a:lnTo>
                  <a:lnTo>
                    <a:pt x="30480" y="2540"/>
                  </a:lnTo>
                  <a:lnTo>
                    <a:pt x="29210" y="5080"/>
                  </a:lnTo>
                  <a:lnTo>
                    <a:pt x="27940" y="5080"/>
                  </a:lnTo>
                  <a:lnTo>
                    <a:pt x="25400" y="7620"/>
                  </a:lnTo>
                  <a:lnTo>
                    <a:pt x="24130" y="10160"/>
                  </a:lnTo>
                  <a:lnTo>
                    <a:pt x="22860" y="12700"/>
                  </a:lnTo>
                  <a:lnTo>
                    <a:pt x="21590" y="12700"/>
                  </a:lnTo>
                  <a:lnTo>
                    <a:pt x="21590" y="13970"/>
                  </a:lnTo>
                  <a:lnTo>
                    <a:pt x="19050" y="16510"/>
                  </a:lnTo>
                  <a:lnTo>
                    <a:pt x="15240" y="24130"/>
                  </a:lnTo>
                  <a:lnTo>
                    <a:pt x="13970" y="27940"/>
                  </a:lnTo>
                  <a:lnTo>
                    <a:pt x="12700" y="27940"/>
                  </a:lnTo>
                  <a:lnTo>
                    <a:pt x="12700" y="29210"/>
                  </a:lnTo>
                  <a:lnTo>
                    <a:pt x="11430" y="33020"/>
                  </a:lnTo>
                  <a:lnTo>
                    <a:pt x="10160" y="36830"/>
                  </a:lnTo>
                  <a:lnTo>
                    <a:pt x="8890" y="41910"/>
                  </a:lnTo>
                  <a:lnTo>
                    <a:pt x="7620" y="46990"/>
                  </a:lnTo>
                  <a:lnTo>
                    <a:pt x="7620" y="48260"/>
                  </a:lnTo>
                  <a:lnTo>
                    <a:pt x="1270" y="91440"/>
                  </a:lnTo>
                  <a:lnTo>
                    <a:pt x="0" y="106680"/>
                  </a:lnTo>
                  <a:lnTo>
                    <a:pt x="0" y="123190"/>
                  </a:lnTo>
                  <a:lnTo>
                    <a:pt x="6350" y="123190"/>
                  </a:lnTo>
                  <a:lnTo>
                    <a:pt x="12700" y="123190"/>
                  </a:lnTo>
                  <a:lnTo>
                    <a:pt x="12700" y="107950"/>
                  </a:lnTo>
                  <a:lnTo>
                    <a:pt x="12700" y="106680"/>
                  </a:lnTo>
                  <a:lnTo>
                    <a:pt x="12700" y="92710"/>
                  </a:lnTo>
                  <a:lnTo>
                    <a:pt x="13970" y="78740"/>
                  </a:lnTo>
                  <a:lnTo>
                    <a:pt x="16510" y="67310"/>
                  </a:lnTo>
                  <a:lnTo>
                    <a:pt x="17780" y="55880"/>
                  </a:lnTo>
                  <a:lnTo>
                    <a:pt x="19050" y="50800"/>
                  </a:lnTo>
                  <a:lnTo>
                    <a:pt x="20320" y="45720"/>
                  </a:lnTo>
                  <a:lnTo>
                    <a:pt x="22860" y="41910"/>
                  </a:lnTo>
                  <a:lnTo>
                    <a:pt x="24130" y="36830"/>
                  </a:lnTo>
                  <a:lnTo>
                    <a:pt x="25400" y="33020"/>
                  </a:lnTo>
                  <a:lnTo>
                    <a:pt x="25057" y="32893"/>
                  </a:lnTo>
                  <a:lnTo>
                    <a:pt x="26670" y="30480"/>
                  </a:lnTo>
                  <a:lnTo>
                    <a:pt x="30480" y="22860"/>
                  </a:lnTo>
                  <a:lnTo>
                    <a:pt x="31115" y="20955"/>
                  </a:lnTo>
                  <a:lnTo>
                    <a:pt x="33020" y="19050"/>
                  </a:lnTo>
                  <a:lnTo>
                    <a:pt x="34290" y="17780"/>
                  </a:lnTo>
                  <a:lnTo>
                    <a:pt x="35560" y="15240"/>
                  </a:lnTo>
                  <a:lnTo>
                    <a:pt x="38100" y="12700"/>
                  </a:lnTo>
                  <a:lnTo>
                    <a:pt x="37592" y="12319"/>
                  </a:lnTo>
                  <a:lnTo>
                    <a:pt x="39370" y="11430"/>
                  </a:lnTo>
                  <a:lnTo>
                    <a:pt x="40640" y="10160"/>
                  </a:lnTo>
                  <a:lnTo>
                    <a:pt x="41910" y="10160"/>
                  </a:lnTo>
                  <a:close/>
                </a:path>
              </a:pathLst>
            </a:custGeom>
            <a:solidFill>
              <a:srgbClr val="9898FF"/>
            </a:solidFill>
          </p:spPr>
          <p:txBody>
            <a:bodyPr wrap="square" lIns="0" tIns="0" rIns="0" bIns="0" rtlCol="0"/>
            <a:lstStyle/>
            <a:p/>
          </p:txBody>
        </p:sp>
      </p:grpSp>
      <p:sp>
        <p:nvSpPr>
          <p:cNvPr id="586" name="object 586"/>
          <p:cNvSpPr/>
          <p:nvPr/>
        </p:nvSpPr>
        <p:spPr>
          <a:xfrm>
            <a:off x="1295400" y="843280"/>
            <a:ext cx="505399" cy="849569"/>
          </a:xfrm>
          <a:prstGeom prst="rect">
            <a:avLst/>
          </a:prstGeom>
          <a:blipFill>
            <a:blip r:embed="rId4" cstate="print"/>
            <a:stretch>
              <a:fillRect/>
            </a:stretch>
          </a:blipFill>
        </p:spPr>
        <p:txBody>
          <a:bodyPr wrap="square" lIns="0" tIns="0" rIns="0" bIns="0" rtlCol="0"/>
          <a:lstStyle/>
          <a:p/>
        </p:txBody>
      </p:sp>
      <p:grpSp>
        <p:nvGrpSpPr>
          <p:cNvPr id="587" name="object 587"/>
          <p:cNvGrpSpPr/>
          <p:nvPr/>
        </p:nvGrpSpPr>
        <p:grpSpPr>
          <a:xfrm>
            <a:off x="4460300" y="836990"/>
            <a:ext cx="307340" cy="855980"/>
            <a:chOff x="4460300" y="836990"/>
            <a:chExt cx="307340" cy="855980"/>
          </a:xfrm>
        </p:grpSpPr>
        <p:sp>
          <p:nvSpPr>
            <p:cNvPr id="588" name="object 588"/>
            <p:cNvSpPr/>
            <p:nvPr/>
          </p:nvSpPr>
          <p:spPr>
            <a:xfrm>
              <a:off x="4514849" y="843279"/>
              <a:ext cx="247650" cy="223520"/>
            </a:xfrm>
            <a:prstGeom prst="rect">
              <a:avLst/>
            </a:prstGeom>
            <a:blipFill>
              <a:blip r:embed="rId5" cstate="print"/>
              <a:stretch>
                <a:fillRect/>
              </a:stretch>
            </a:blipFill>
          </p:spPr>
          <p:txBody>
            <a:bodyPr wrap="square" lIns="0" tIns="0" rIns="0" bIns="0" rtlCol="0"/>
            <a:lstStyle/>
            <a:p/>
          </p:txBody>
        </p:sp>
        <p:sp>
          <p:nvSpPr>
            <p:cNvPr id="589" name="object 589"/>
            <p:cNvSpPr/>
            <p:nvPr/>
          </p:nvSpPr>
          <p:spPr>
            <a:xfrm>
              <a:off x="4466590" y="1066799"/>
              <a:ext cx="266700" cy="29209"/>
            </a:xfrm>
            <a:custGeom>
              <a:avLst/>
              <a:gdLst/>
              <a:ahLst/>
              <a:cxnLst/>
              <a:rect l="l" t="t" r="r" b="b"/>
              <a:pathLst>
                <a:path w="266700" h="29209">
                  <a:moveTo>
                    <a:pt x="266700" y="6350"/>
                  </a:moveTo>
                  <a:lnTo>
                    <a:pt x="204470" y="6350"/>
                  </a:lnTo>
                  <a:lnTo>
                    <a:pt x="204470" y="5080"/>
                  </a:lnTo>
                  <a:lnTo>
                    <a:pt x="204470" y="0"/>
                  </a:lnTo>
                  <a:lnTo>
                    <a:pt x="48260" y="0"/>
                  </a:lnTo>
                  <a:lnTo>
                    <a:pt x="48260" y="5080"/>
                  </a:lnTo>
                  <a:lnTo>
                    <a:pt x="0" y="5080"/>
                  </a:lnTo>
                  <a:lnTo>
                    <a:pt x="0" y="6350"/>
                  </a:lnTo>
                  <a:lnTo>
                    <a:pt x="0" y="29210"/>
                  </a:lnTo>
                  <a:lnTo>
                    <a:pt x="266700" y="29210"/>
                  </a:lnTo>
                  <a:lnTo>
                    <a:pt x="266700" y="6350"/>
                  </a:lnTo>
                  <a:close/>
                </a:path>
              </a:pathLst>
            </a:custGeom>
            <a:solidFill>
              <a:srgbClr val="141423"/>
            </a:solidFill>
          </p:spPr>
          <p:txBody>
            <a:bodyPr wrap="square" lIns="0" tIns="0" rIns="0" bIns="0" rtlCol="0"/>
            <a:lstStyle/>
            <a:p/>
          </p:txBody>
        </p:sp>
        <p:sp>
          <p:nvSpPr>
            <p:cNvPr id="590" name="object 590"/>
            <p:cNvSpPr/>
            <p:nvPr/>
          </p:nvSpPr>
          <p:spPr>
            <a:xfrm>
              <a:off x="4466589" y="1096009"/>
              <a:ext cx="266700" cy="27940"/>
            </a:xfrm>
            <a:custGeom>
              <a:avLst/>
              <a:gdLst/>
              <a:ahLst/>
              <a:cxnLst/>
              <a:rect l="l" t="t" r="r" b="b"/>
              <a:pathLst>
                <a:path w="266700" h="27940">
                  <a:moveTo>
                    <a:pt x="0" y="0"/>
                  </a:moveTo>
                  <a:lnTo>
                    <a:pt x="266700" y="0"/>
                  </a:lnTo>
                  <a:lnTo>
                    <a:pt x="266700" y="27939"/>
                  </a:lnTo>
                  <a:lnTo>
                    <a:pt x="0" y="27939"/>
                  </a:lnTo>
                  <a:lnTo>
                    <a:pt x="0" y="0"/>
                  </a:lnTo>
                  <a:close/>
                </a:path>
              </a:pathLst>
            </a:custGeom>
            <a:solidFill>
              <a:srgbClr val="151524"/>
            </a:solidFill>
          </p:spPr>
          <p:txBody>
            <a:bodyPr wrap="square" lIns="0" tIns="0" rIns="0" bIns="0" rtlCol="0"/>
            <a:lstStyle/>
            <a:p/>
          </p:txBody>
        </p:sp>
        <p:sp>
          <p:nvSpPr>
            <p:cNvPr id="591" name="object 591"/>
            <p:cNvSpPr/>
            <p:nvPr/>
          </p:nvSpPr>
          <p:spPr>
            <a:xfrm>
              <a:off x="4466589" y="1123949"/>
              <a:ext cx="266700" cy="27940"/>
            </a:xfrm>
            <a:custGeom>
              <a:avLst/>
              <a:gdLst/>
              <a:ahLst/>
              <a:cxnLst/>
              <a:rect l="l" t="t" r="r" b="b"/>
              <a:pathLst>
                <a:path w="266700" h="27940">
                  <a:moveTo>
                    <a:pt x="0" y="0"/>
                  </a:moveTo>
                  <a:lnTo>
                    <a:pt x="266700" y="0"/>
                  </a:lnTo>
                  <a:lnTo>
                    <a:pt x="266700" y="27939"/>
                  </a:lnTo>
                  <a:lnTo>
                    <a:pt x="0" y="27939"/>
                  </a:lnTo>
                  <a:lnTo>
                    <a:pt x="0" y="0"/>
                  </a:lnTo>
                  <a:close/>
                </a:path>
              </a:pathLst>
            </a:custGeom>
            <a:solidFill>
              <a:srgbClr val="151525"/>
            </a:solidFill>
          </p:spPr>
          <p:txBody>
            <a:bodyPr wrap="square" lIns="0" tIns="0" rIns="0" bIns="0" rtlCol="0"/>
            <a:lstStyle/>
            <a:p/>
          </p:txBody>
        </p:sp>
        <p:sp>
          <p:nvSpPr>
            <p:cNvPr id="592" name="object 592"/>
            <p:cNvSpPr/>
            <p:nvPr/>
          </p:nvSpPr>
          <p:spPr>
            <a:xfrm>
              <a:off x="4466589" y="1151889"/>
              <a:ext cx="266700" cy="27940"/>
            </a:xfrm>
            <a:custGeom>
              <a:avLst/>
              <a:gdLst/>
              <a:ahLst/>
              <a:cxnLst/>
              <a:rect l="l" t="t" r="r" b="b"/>
              <a:pathLst>
                <a:path w="266700" h="27940">
                  <a:moveTo>
                    <a:pt x="0" y="0"/>
                  </a:moveTo>
                  <a:lnTo>
                    <a:pt x="266700" y="0"/>
                  </a:lnTo>
                  <a:lnTo>
                    <a:pt x="266700" y="27939"/>
                  </a:lnTo>
                  <a:lnTo>
                    <a:pt x="0" y="27939"/>
                  </a:lnTo>
                  <a:lnTo>
                    <a:pt x="0" y="0"/>
                  </a:lnTo>
                  <a:close/>
                </a:path>
              </a:pathLst>
            </a:custGeom>
            <a:solidFill>
              <a:srgbClr val="161626"/>
            </a:solidFill>
          </p:spPr>
          <p:txBody>
            <a:bodyPr wrap="square" lIns="0" tIns="0" rIns="0" bIns="0" rtlCol="0"/>
            <a:lstStyle/>
            <a:p/>
          </p:txBody>
        </p:sp>
        <p:sp>
          <p:nvSpPr>
            <p:cNvPr id="593" name="object 593"/>
            <p:cNvSpPr/>
            <p:nvPr/>
          </p:nvSpPr>
          <p:spPr>
            <a:xfrm>
              <a:off x="4466589" y="1179829"/>
              <a:ext cx="266700" cy="29209"/>
            </a:xfrm>
            <a:custGeom>
              <a:avLst/>
              <a:gdLst/>
              <a:ahLst/>
              <a:cxnLst/>
              <a:rect l="l" t="t" r="r" b="b"/>
              <a:pathLst>
                <a:path w="266700" h="29209">
                  <a:moveTo>
                    <a:pt x="0" y="0"/>
                  </a:moveTo>
                  <a:lnTo>
                    <a:pt x="266700" y="0"/>
                  </a:lnTo>
                  <a:lnTo>
                    <a:pt x="266700" y="29210"/>
                  </a:lnTo>
                  <a:lnTo>
                    <a:pt x="0" y="29210"/>
                  </a:lnTo>
                  <a:lnTo>
                    <a:pt x="0" y="0"/>
                  </a:lnTo>
                  <a:close/>
                </a:path>
              </a:pathLst>
            </a:custGeom>
            <a:solidFill>
              <a:srgbClr val="161627"/>
            </a:solidFill>
          </p:spPr>
          <p:txBody>
            <a:bodyPr wrap="square" lIns="0" tIns="0" rIns="0" bIns="0" rtlCol="0"/>
            <a:lstStyle/>
            <a:p/>
          </p:txBody>
        </p:sp>
        <p:sp>
          <p:nvSpPr>
            <p:cNvPr id="594" name="object 594"/>
            <p:cNvSpPr/>
            <p:nvPr/>
          </p:nvSpPr>
          <p:spPr>
            <a:xfrm>
              <a:off x="4466589" y="1209039"/>
              <a:ext cx="266700" cy="27940"/>
            </a:xfrm>
            <a:custGeom>
              <a:avLst/>
              <a:gdLst/>
              <a:ahLst/>
              <a:cxnLst/>
              <a:rect l="l" t="t" r="r" b="b"/>
              <a:pathLst>
                <a:path w="266700" h="27940">
                  <a:moveTo>
                    <a:pt x="0" y="0"/>
                  </a:moveTo>
                  <a:lnTo>
                    <a:pt x="266700" y="0"/>
                  </a:lnTo>
                  <a:lnTo>
                    <a:pt x="266700" y="27939"/>
                  </a:lnTo>
                  <a:lnTo>
                    <a:pt x="0" y="27939"/>
                  </a:lnTo>
                  <a:lnTo>
                    <a:pt x="0" y="0"/>
                  </a:lnTo>
                  <a:close/>
                </a:path>
              </a:pathLst>
            </a:custGeom>
            <a:solidFill>
              <a:srgbClr val="171728"/>
            </a:solidFill>
          </p:spPr>
          <p:txBody>
            <a:bodyPr wrap="square" lIns="0" tIns="0" rIns="0" bIns="0" rtlCol="0"/>
            <a:lstStyle/>
            <a:p/>
          </p:txBody>
        </p:sp>
        <p:sp>
          <p:nvSpPr>
            <p:cNvPr id="595" name="object 595"/>
            <p:cNvSpPr/>
            <p:nvPr/>
          </p:nvSpPr>
          <p:spPr>
            <a:xfrm>
              <a:off x="4466589" y="1236979"/>
              <a:ext cx="266700" cy="27940"/>
            </a:xfrm>
            <a:custGeom>
              <a:avLst/>
              <a:gdLst/>
              <a:ahLst/>
              <a:cxnLst/>
              <a:rect l="l" t="t" r="r" b="b"/>
              <a:pathLst>
                <a:path w="266700" h="27940">
                  <a:moveTo>
                    <a:pt x="0" y="0"/>
                  </a:moveTo>
                  <a:lnTo>
                    <a:pt x="266700" y="0"/>
                  </a:lnTo>
                  <a:lnTo>
                    <a:pt x="266700" y="27940"/>
                  </a:lnTo>
                  <a:lnTo>
                    <a:pt x="0" y="27940"/>
                  </a:lnTo>
                  <a:lnTo>
                    <a:pt x="0" y="0"/>
                  </a:lnTo>
                  <a:close/>
                </a:path>
              </a:pathLst>
            </a:custGeom>
            <a:solidFill>
              <a:srgbClr val="181829"/>
            </a:solidFill>
          </p:spPr>
          <p:txBody>
            <a:bodyPr wrap="square" lIns="0" tIns="0" rIns="0" bIns="0" rtlCol="0"/>
            <a:lstStyle/>
            <a:p/>
          </p:txBody>
        </p:sp>
        <p:sp>
          <p:nvSpPr>
            <p:cNvPr id="596" name="object 596"/>
            <p:cNvSpPr/>
            <p:nvPr/>
          </p:nvSpPr>
          <p:spPr>
            <a:xfrm>
              <a:off x="4466590" y="1264919"/>
              <a:ext cx="266700" cy="27940"/>
            </a:xfrm>
            <a:custGeom>
              <a:avLst/>
              <a:gdLst/>
              <a:ahLst/>
              <a:cxnLst/>
              <a:rect l="l" t="t" r="r" b="b"/>
              <a:pathLst>
                <a:path w="266700" h="27940">
                  <a:moveTo>
                    <a:pt x="266700" y="0"/>
                  </a:moveTo>
                  <a:lnTo>
                    <a:pt x="0" y="0"/>
                  </a:lnTo>
                  <a:lnTo>
                    <a:pt x="0" y="12700"/>
                  </a:lnTo>
                  <a:lnTo>
                    <a:pt x="0" y="13970"/>
                  </a:lnTo>
                  <a:lnTo>
                    <a:pt x="48260" y="13970"/>
                  </a:lnTo>
                  <a:lnTo>
                    <a:pt x="48260" y="27940"/>
                  </a:lnTo>
                  <a:lnTo>
                    <a:pt x="204470" y="27940"/>
                  </a:lnTo>
                  <a:lnTo>
                    <a:pt x="204470" y="13970"/>
                  </a:lnTo>
                  <a:lnTo>
                    <a:pt x="204470" y="12700"/>
                  </a:lnTo>
                  <a:lnTo>
                    <a:pt x="266700" y="12700"/>
                  </a:lnTo>
                  <a:lnTo>
                    <a:pt x="266700" y="0"/>
                  </a:lnTo>
                  <a:close/>
                </a:path>
              </a:pathLst>
            </a:custGeom>
            <a:solidFill>
              <a:srgbClr val="18182A"/>
            </a:solidFill>
          </p:spPr>
          <p:txBody>
            <a:bodyPr wrap="square" lIns="0" tIns="0" rIns="0" bIns="0" rtlCol="0"/>
            <a:lstStyle/>
            <a:p/>
          </p:txBody>
        </p:sp>
        <p:sp>
          <p:nvSpPr>
            <p:cNvPr id="597" name="object 597"/>
            <p:cNvSpPr/>
            <p:nvPr/>
          </p:nvSpPr>
          <p:spPr>
            <a:xfrm>
              <a:off x="4514849" y="1292859"/>
              <a:ext cx="156210" cy="394969"/>
            </a:xfrm>
            <a:prstGeom prst="rect">
              <a:avLst/>
            </a:prstGeom>
            <a:blipFill>
              <a:blip r:embed="rId6" cstate="print"/>
              <a:stretch>
                <a:fillRect/>
              </a:stretch>
            </a:blipFill>
          </p:spPr>
          <p:txBody>
            <a:bodyPr wrap="square" lIns="0" tIns="0" rIns="0" bIns="0" rtlCol="0"/>
            <a:lstStyle/>
            <a:p/>
          </p:txBody>
        </p:sp>
        <p:sp>
          <p:nvSpPr>
            <p:cNvPr id="598" name="object 598"/>
            <p:cNvSpPr/>
            <p:nvPr/>
          </p:nvSpPr>
          <p:spPr>
            <a:xfrm>
              <a:off x="4466589" y="843279"/>
              <a:ext cx="294640" cy="843280"/>
            </a:xfrm>
            <a:custGeom>
              <a:avLst/>
              <a:gdLst/>
              <a:ahLst/>
              <a:cxnLst/>
              <a:rect l="l" t="t" r="r" b="b"/>
              <a:pathLst>
                <a:path w="294639" h="843280">
                  <a:moveTo>
                    <a:pt x="203200" y="228600"/>
                  </a:moveTo>
                  <a:lnTo>
                    <a:pt x="265430" y="228600"/>
                  </a:lnTo>
                  <a:lnTo>
                    <a:pt x="265430" y="434340"/>
                  </a:lnTo>
                  <a:lnTo>
                    <a:pt x="203200" y="434340"/>
                  </a:lnTo>
                  <a:lnTo>
                    <a:pt x="203200" y="843280"/>
                  </a:lnTo>
                  <a:lnTo>
                    <a:pt x="48260" y="843280"/>
                  </a:lnTo>
                  <a:lnTo>
                    <a:pt x="48260" y="434340"/>
                  </a:lnTo>
                  <a:lnTo>
                    <a:pt x="0" y="434340"/>
                  </a:lnTo>
                  <a:lnTo>
                    <a:pt x="0" y="228600"/>
                  </a:lnTo>
                  <a:lnTo>
                    <a:pt x="48260" y="228600"/>
                  </a:lnTo>
                  <a:lnTo>
                    <a:pt x="48260" y="226060"/>
                  </a:lnTo>
                  <a:lnTo>
                    <a:pt x="48260" y="207010"/>
                  </a:lnTo>
                  <a:lnTo>
                    <a:pt x="49530" y="186690"/>
                  </a:lnTo>
                  <a:lnTo>
                    <a:pt x="50800" y="166370"/>
                  </a:lnTo>
                  <a:lnTo>
                    <a:pt x="53339" y="143510"/>
                  </a:lnTo>
                  <a:lnTo>
                    <a:pt x="54610" y="132080"/>
                  </a:lnTo>
                  <a:lnTo>
                    <a:pt x="55880" y="121920"/>
                  </a:lnTo>
                  <a:lnTo>
                    <a:pt x="57150" y="111760"/>
                  </a:lnTo>
                  <a:lnTo>
                    <a:pt x="60960" y="101600"/>
                  </a:lnTo>
                  <a:lnTo>
                    <a:pt x="62230" y="92710"/>
                  </a:lnTo>
                  <a:lnTo>
                    <a:pt x="66039" y="83820"/>
                  </a:lnTo>
                  <a:lnTo>
                    <a:pt x="68580" y="74930"/>
                  </a:lnTo>
                  <a:lnTo>
                    <a:pt x="72389" y="67310"/>
                  </a:lnTo>
                  <a:lnTo>
                    <a:pt x="76200" y="59690"/>
                  </a:lnTo>
                  <a:lnTo>
                    <a:pt x="80010" y="52070"/>
                  </a:lnTo>
                  <a:lnTo>
                    <a:pt x="105410" y="22860"/>
                  </a:lnTo>
                  <a:lnTo>
                    <a:pt x="118110" y="13970"/>
                  </a:lnTo>
                  <a:lnTo>
                    <a:pt x="124460" y="10160"/>
                  </a:lnTo>
                  <a:lnTo>
                    <a:pt x="133350" y="6350"/>
                  </a:lnTo>
                  <a:lnTo>
                    <a:pt x="140970" y="3810"/>
                  </a:lnTo>
                  <a:lnTo>
                    <a:pt x="149860" y="2540"/>
                  </a:lnTo>
                  <a:lnTo>
                    <a:pt x="160020" y="0"/>
                  </a:lnTo>
                  <a:lnTo>
                    <a:pt x="170180" y="0"/>
                  </a:lnTo>
                  <a:lnTo>
                    <a:pt x="181610" y="0"/>
                  </a:lnTo>
                  <a:lnTo>
                    <a:pt x="200660" y="0"/>
                  </a:lnTo>
                  <a:lnTo>
                    <a:pt x="227330" y="3810"/>
                  </a:lnTo>
                  <a:lnTo>
                    <a:pt x="257810" y="8890"/>
                  </a:lnTo>
                  <a:lnTo>
                    <a:pt x="294639" y="16510"/>
                  </a:lnTo>
                  <a:lnTo>
                    <a:pt x="275589" y="193040"/>
                  </a:lnTo>
                  <a:lnTo>
                    <a:pt x="260350" y="189230"/>
                  </a:lnTo>
                  <a:lnTo>
                    <a:pt x="246380" y="186690"/>
                  </a:lnTo>
                  <a:lnTo>
                    <a:pt x="236220" y="184150"/>
                  </a:lnTo>
                  <a:lnTo>
                    <a:pt x="231139" y="184150"/>
                  </a:lnTo>
                  <a:lnTo>
                    <a:pt x="227330" y="184150"/>
                  </a:lnTo>
                  <a:lnTo>
                    <a:pt x="224789" y="184150"/>
                  </a:lnTo>
                  <a:lnTo>
                    <a:pt x="222250" y="184150"/>
                  </a:lnTo>
                  <a:lnTo>
                    <a:pt x="219710" y="184150"/>
                  </a:lnTo>
                  <a:lnTo>
                    <a:pt x="217170" y="185420"/>
                  </a:lnTo>
                  <a:lnTo>
                    <a:pt x="214630" y="185420"/>
                  </a:lnTo>
                  <a:lnTo>
                    <a:pt x="213360" y="186690"/>
                  </a:lnTo>
                  <a:lnTo>
                    <a:pt x="212089" y="187960"/>
                  </a:lnTo>
                  <a:lnTo>
                    <a:pt x="210820" y="189230"/>
                  </a:lnTo>
                  <a:lnTo>
                    <a:pt x="209550" y="190500"/>
                  </a:lnTo>
                  <a:lnTo>
                    <a:pt x="209550" y="191770"/>
                  </a:lnTo>
                  <a:lnTo>
                    <a:pt x="208280" y="194310"/>
                  </a:lnTo>
                  <a:lnTo>
                    <a:pt x="208280" y="195580"/>
                  </a:lnTo>
                  <a:lnTo>
                    <a:pt x="207010" y="198120"/>
                  </a:lnTo>
                  <a:lnTo>
                    <a:pt x="205739" y="200660"/>
                  </a:lnTo>
                  <a:lnTo>
                    <a:pt x="205739" y="204470"/>
                  </a:lnTo>
                  <a:lnTo>
                    <a:pt x="205739" y="207010"/>
                  </a:lnTo>
                  <a:lnTo>
                    <a:pt x="204470" y="212090"/>
                  </a:lnTo>
                  <a:lnTo>
                    <a:pt x="204470" y="217170"/>
                  </a:lnTo>
                  <a:lnTo>
                    <a:pt x="203200" y="223520"/>
                  </a:lnTo>
                  <a:lnTo>
                    <a:pt x="203200" y="228600"/>
                  </a:lnTo>
                  <a:close/>
                </a:path>
              </a:pathLst>
            </a:custGeom>
            <a:ln w="12579">
              <a:solidFill>
                <a:srgbClr val="9898FF"/>
              </a:solidFill>
            </a:ln>
          </p:spPr>
          <p:txBody>
            <a:bodyPr wrap="square" lIns="0" tIns="0" rIns="0" bIns="0" rtlCol="0"/>
            <a:lstStyle/>
            <a:p/>
          </p:txBody>
        </p:sp>
      </p:grpSp>
      <p:grpSp>
        <p:nvGrpSpPr>
          <p:cNvPr id="599" name="object 599"/>
          <p:cNvGrpSpPr/>
          <p:nvPr/>
        </p:nvGrpSpPr>
        <p:grpSpPr>
          <a:xfrm>
            <a:off x="5083809" y="855980"/>
            <a:ext cx="393700" cy="609600"/>
            <a:chOff x="5083809" y="855980"/>
            <a:chExt cx="393700" cy="609600"/>
          </a:xfrm>
        </p:grpSpPr>
        <p:sp>
          <p:nvSpPr>
            <p:cNvPr id="600" name="object 600"/>
            <p:cNvSpPr/>
            <p:nvPr/>
          </p:nvSpPr>
          <p:spPr>
            <a:xfrm>
              <a:off x="5083810" y="855992"/>
              <a:ext cx="171450" cy="54610"/>
            </a:xfrm>
            <a:custGeom>
              <a:avLst/>
              <a:gdLst/>
              <a:ahLst/>
              <a:cxnLst/>
              <a:rect l="l" t="t" r="r" b="b"/>
              <a:pathLst>
                <a:path w="171450" h="54609">
                  <a:moveTo>
                    <a:pt x="171450" y="0"/>
                  </a:moveTo>
                  <a:lnTo>
                    <a:pt x="0" y="0"/>
                  </a:lnTo>
                  <a:lnTo>
                    <a:pt x="0" y="26657"/>
                  </a:lnTo>
                  <a:lnTo>
                    <a:pt x="0" y="54597"/>
                  </a:lnTo>
                  <a:lnTo>
                    <a:pt x="171450" y="54597"/>
                  </a:lnTo>
                  <a:lnTo>
                    <a:pt x="171450" y="26657"/>
                  </a:lnTo>
                  <a:lnTo>
                    <a:pt x="171450" y="0"/>
                  </a:lnTo>
                  <a:close/>
                </a:path>
              </a:pathLst>
            </a:custGeom>
            <a:solidFill>
              <a:srgbClr val="10101C"/>
            </a:solidFill>
          </p:spPr>
          <p:txBody>
            <a:bodyPr wrap="square" lIns="0" tIns="0" rIns="0" bIns="0" rtlCol="0"/>
            <a:lstStyle/>
            <a:p/>
          </p:txBody>
        </p:sp>
        <p:sp>
          <p:nvSpPr>
            <p:cNvPr id="601" name="object 601"/>
            <p:cNvSpPr/>
            <p:nvPr/>
          </p:nvSpPr>
          <p:spPr>
            <a:xfrm>
              <a:off x="5083809" y="91059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1111D"/>
            </a:solidFill>
          </p:spPr>
          <p:txBody>
            <a:bodyPr wrap="square" lIns="0" tIns="0" rIns="0" bIns="0" rtlCol="0"/>
            <a:lstStyle/>
            <a:p/>
          </p:txBody>
        </p:sp>
        <p:sp>
          <p:nvSpPr>
            <p:cNvPr id="602" name="object 602"/>
            <p:cNvSpPr/>
            <p:nvPr/>
          </p:nvSpPr>
          <p:spPr>
            <a:xfrm>
              <a:off x="5083809" y="938530"/>
              <a:ext cx="171450" cy="27940"/>
            </a:xfrm>
            <a:custGeom>
              <a:avLst/>
              <a:gdLst/>
              <a:ahLst/>
              <a:cxnLst/>
              <a:rect l="l" t="t" r="r" b="b"/>
              <a:pathLst>
                <a:path w="171450" h="27940">
                  <a:moveTo>
                    <a:pt x="0" y="0"/>
                  </a:moveTo>
                  <a:lnTo>
                    <a:pt x="171450" y="0"/>
                  </a:lnTo>
                  <a:lnTo>
                    <a:pt x="171450" y="27940"/>
                  </a:lnTo>
                  <a:lnTo>
                    <a:pt x="0" y="27940"/>
                  </a:lnTo>
                  <a:lnTo>
                    <a:pt x="0" y="0"/>
                  </a:lnTo>
                  <a:close/>
                </a:path>
              </a:pathLst>
            </a:custGeom>
            <a:solidFill>
              <a:srgbClr val="11111E"/>
            </a:solidFill>
          </p:spPr>
          <p:txBody>
            <a:bodyPr wrap="square" lIns="0" tIns="0" rIns="0" bIns="0" rtlCol="0"/>
            <a:lstStyle/>
            <a:p/>
          </p:txBody>
        </p:sp>
        <p:sp>
          <p:nvSpPr>
            <p:cNvPr id="603" name="object 603"/>
            <p:cNvSpPr/>
            <p:nvPr/>
          </p:nvSpPr>
          <p:spPr>
            <a:xfrm>
              <a:off x="5083809" y="966470"/>
              <a:ext cx="171450" cy="26670"/>
            </a:xfrm>
            <a:custGeom>
              <a:avLst/>
              <a:gdLst/>
              <a:ahLst/>
              <a:cxnLst/>
              <a:rect l="l" t="t" r="r" b="b"/>
              <a:pathLst>
                <a:path w="171450" h="26669">
                  <a:moveTo>
                    <a:pt x="0" y="0"/>
                  </a:moveTo>
                  <a:lnTo>
                    <a:pt x="171450" y="0"/>
                  </a:lnTo>
                  <a:lnTo>
                    <a:pt x="171450" y="26669"/>
                  </a:lnTo>
                  <a:lnTo>
                    <a:pt x="0" y="26669"/>
                  </a:lnTo>
                  <a:lnTo>
                    <a:pt x="0" y="0"/>
                  </a:lnTo>
                  <a:close/>
                </a:path>
              </a:pathLst>
            </a:custGeom>
            <a:solidFill>
              <a:srgbClr val="12121F"/>
            </a:solidFill>
          </p:spPr>
          <p:txBody>
            <a:bodyPr wrap="square" lIns="0" tIns="0" rIns="0" bIns="0" rtlCol="0"/>
            <a:lstStyle/>
            <a:p/>
          </p:txBody>
        </p:sp>
        <p:sp>
          <p:nvSpPr>
            <p:cNvPr id="604" name="object 604"/>
            <p:cNvSpPr/>
            <p:nvPr/>
          </p:nvSpPr>
          <p:spPr>
            <a:xfrm>
              <a:off x="5083809" y="99314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21220"/>
            </a:solidFill>
          </p:spPr>
          <p:txBody>
            <a:bodyPr wrap="square" lIns="0" tIns="0" rIns="0" bIns="0" rtlCol="0"/>
            <a:lstStyle/>
            <a:p/>
          </p:txBody>
        </p:sp>
        <p:sp>
          <p:nvSpPr>
            <p:cNvPr id="605" name="object 605"/>
            <p:cNvSpPr/>
            <p:nvPr/>
          </p:nvSpPr>
          <p:spPr>
            <a:xfrm>
              <a:off x="5083809" y="1021080"/>
              <a:ext cx="171450" cy="27940"/>
            </a:xfrm>
            <a:custGeom>
              <a:avLst/>
              <a:gdLst/>
              <a:ahLst/>
              <a:cxnLst/>
              <a:rect l="l" t="t" r="r" b="b"/>
              <a:pathLst>
                <a:path w="171450" h="27940">
                  <a:moveTo>
                    <a:pt x="0" y="0"/>
                  </a:moveTo>
                  <a:lnTo>
                    <a:pt x="171450" y="0"/>
                  </a:lnTo>
                  <a:lnTo>
                    <a:pt x="171450" y="27940"/>
                  </a:lnTo>
                  <a:lnTo>
                    <a:pt x="0" y="27940"/>
                  </a:lnTo>
                  <a:lnTo>
                    <a:pt x="0" y="0"/>
                  </a:lnTo>
                  <a:close/>
                </a:path>
              </a:pathLst>
            </a:custGeom>
            <a:solidFill>
              <a:srgbClr val="131321"/>
            </a:solidFill>
          </p:spPr>
          <p:txBody>
            <a:bodyPr wrap="square" lIns="0" tIns="0" rIns="0" bIns="0" rtlCol="0"/>
            <a:lstStyle/>
            <a:p/>
          </p:txBody>
        </p:sp>
        <p:sp>
          <p:nvSpPr>
            <p:cNvPr id="606" name="object 606"/>
            <p:cNvSpPr/>
            <p:nvPr/>
          </p:nvSpPr>
          <p:spPr>
            <a:xfrm>
              <a:off x="5083809" y="104902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41422"/>
            </a:solidFill>
          </p:spPr>
          <p:txBody>
            <a:bodyPr wrap="square" lIns="0" tIns="0" rIns="0" bIns="0" rtlCol="0"/>
            <a:lstStyle/>
            <a:p/>
          </p:txBody>
        </p:sp>
        <p:sp>
          <p:nvSpPr>
            <p:cNvPr id="607" name="object 607"/>
            <p:cNvSpPr/>
            <p:nvPr/>
          </p:nvSpPr>
          <p:spPr>
            <a:xfrm>
              <a:off x="5083809" y="107696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41423"/>
            </a:solidFill>
          </p:spPr>
          <p:txBody>
            <a:bodyPr wrap="square" lIns="0" tIns="0" rIns="0" bIns="0" rtlCol="0"/>
            <a:lstStyle/>
            <a:p/>
          </p:txBody>
        </p:sp>
        <p:sp>
          <p:nvSpPr>
            <p:cNvPr id="608" name="object 608"/>
            <p:cNvSpPr/>
            <p:nvPr/>
          </p:nvSpPr>
          <p:spPr>
            <a:xfrm>
              <a:off x="5083809" y="1104900"/>
              <a:ext cx="171450" cy="26670"/>
            </a:xfrm>
            <a:custGeom>
              <a:avLst/>
              <a:gdLst/>
              <a:ahLst/>
              <a:cxnLst/>
              <a:rect l="l" t="t" r="r" b="b"/>
              <a:pathLst>
                <a:path w="171450" h="26669">
                  <a:moveTo>
                    <a:pt x="0" y="0"/>
                  </a:moveTo>
                  <a:lnTo>
                    <a:pt x="171450" y="0"/>
                  </a:lnTo>
                  <a:lnTo>
                    <a:pt x="171450" y="26670"/>
                  </a:lnTo>
                  <a:lnTo>
                    <a:pt x="0" y="26670"/>
                  </a:lnTo>
                  <a:lnTo>
                    <a:pt x="0" y="0"/>
                  </a:lnTo>
                  <a:close/>
                </a:path>
              </a:pathLst>
            </a:custGeom>
            <a:solidFill>
              <a:srgbClr val="151524"/>
            </a:solidFill>
          </p:spPr>
          <p:txBody>
            <a:bodyPr wrap="square" lIns="0" tIns="0" rIns="0" bIns="0" rtlCol="0"/>
            <a:lstStyle/>
            <a:p/>
          </p:txBody>
        </p:sp>
        <p:sp>
          <p:nvSpPr>
            <p:cNvPr id="609" name="object 609"/>
            <p:cNvSpPr/>
            <p:nvPr/>
          </p:nvSpPr>
          <p:spPr>
            <a:xfrm>
              <a:off x="5083809" y="113157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51525"/>
            </a:solidFill>
          </p:spPr>
          <p:txBody>
            <a:bodyPr wrap="square" lIns="0" tIns="0" rIns="0" bIns="0" rtlCol="0"/>
            <a:lstStyle/>
            <a:p/>
          </p:txBody>
        </p:sp>
        <p:sp>
          <p:nvSpPr>
            <p:cNvPr id="610" name="object 610"/>
            <p:cNvSpPr/>
            <p:nvPr/>
          </p:nvSpPr>
          <p:spPr>
            <a:xfrm>
              <a:off x="5083809" y="115951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61626"/>
            </a:solidFill>
          </p:spPr>
          <p:txBody>
            <a:bodyPr wrap="square" lIns="0" tIns="0" rIns="0" bIns="0" rtlCol="0"/>
            <a:lstStyle/>
            <a:p/>
          </p:txBody>
        </p:sp>
        <p:sp>
          <p:nvSpPr>
            <p:cNvPr id="611" name="object 611"/>
            <p:cNvSpPr/>
            <p:nvPr/>
          </p:nvSpPr>
          <p:spPr>
            <a:xfrm>
              <a:off x="5083809" y="118745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61627"/>
            </a:solidFill>
          </p:spPr>
          <p:txBody>
            <a:bodyPr wrap="square" lIns="0" tIns="0" rIns="0" bIns="0" rtlCol="0"/>
            <a:lstStyle/>
            <a:p/>
          </p:txBody>
        </p:sp>
        <p:sp>
          <p:nvSpPr>
            <p:cNvPr id="612" name="object 612"/>
            <p:cNvSpPr/>
            <p:nvPr/>
          </p:nvSpPr>
          <p:spPr>
            <a:xfrm>
              <a:off x="5083809" y="121539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71728"/>
            </a:solidFill>
          </p:spPr>
          <p:txBody>
            <a:bodyPr wrap="square" lIns="0" tIns="0" rIns="0" bIns="0" rtlCol="0"/>
            <a:lstStyle/>
            <a:p/>
          </p:txBody>
        </p:sp>
        <p:sp>
          <p:nvSpPr>
            <p:cNvPr id="613" name="object 613"/>
            <p:cNvSpPr/>
            <p:nvPr/>
          </p:nvSpPr>
          <p:spPr>
            <a:xfrm>
              <a:off x="5083809" y="1243330"/>
              <a:ext cx="171450" cy="27940"/>
            </a:xfrm>
            <a:custGeom>
              <a:avLst/>
              <a:gdLst/>
              <a:ahLst/>
              <a:cxnLst/>
              <a:rect l="l" t="t" r="r" b="b"/>
              <a:pathLst>
                <a:path w="171450" h="27940">
                  <a:moveTo>
                    <a:pt x="0" y="0"/>
                  </a:moveTo>
                  <a:lnTo>
                    <a:pt x="171450" y="0"/>
                  </a:lnTo>
                  <a:lnTo>
                    <a:pt x="171450" y="27940"/>
                  </a:lnTo>
                  <a:lnTo>
                    <a:pt x="0" y="27940"/>
                  </a:lnTo>
                  <a:lnTo>
                    <a:pt x="0" y="0"/>
                  </a:lnTo>
                  <a:close/>
                </a:path>
              </a:pathLst>
            </a:custGeom>
            <a:solidFill>
              <a:srgbClr val="181829"/>
            </a:solidFill>
          </p:spPr>
          <p:txBody>
            <a:bodyPr wrap="square" lIns="0" tIns="0" rIns="0" bIns="0" rtlCol="0"/>
            <a:lstStyle/>
            <a:p/>
          </p:txBody>
        </p:sp>
        <p:sp>
          <p:nvSpPr>
            <p:cNvPr id="614" name="object 614"/>
            <p:cNvSpPr/>
            <p:nvPr/>
          </p:nvSpPr>
          <p:spPr>
            <a:xfrm>
              <a:off x="5083809" y="127127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8182A"/>
            </a:solidFill>
          </p:spPr>
          <p:txBody>
            <a:bodyPr wrap="square" lIns="0" tIns="0" rIns="0" bIns="0" rtlCol="0"/>
            <a:lstStyle/>
            <a:p/>
          </p:txBody>
        </p:sp>
        <p:sp>
          <p:nvSpPr>
            <p:cNvPr id="615" name="object 615"/>
            <p:cNvSpPr/>
            <p:nvPr/>
          </p:nvSpPr>
          <p:spPr>
            <a:xfrm>
              <a:off x="5083809" y="129921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9192B"/>
            </a:solidFill>
          </p:spPr>
          <p:txBody>
            <a:bodyPr wrap="square" lIns="0" tIns="0" rIns="0" bIns="0" rtlCol="0"/>
            <a:lstStyle/>
            <a:p/>
          </p:txBody>
        </p:sp>
        <p:sp>
          <p:nvSpPr>
            <p:cNvPr id="616" name="object 616"/>
            <p:cNvSpPr/>
            <p:nvPr/>
          </p:nvSpPr>
          <p:spPr>
            <a:xfrm>
              <a:off x="5083809" y="1327150"/>
              <a:ext cx="171450" cy="26670"/>
            </a:xfrm>
            <a:custGeom>
              <a:avLst/>
              <a:gdLst/>
              <a:ahLst/>
              <a:cxnLst/>
              <a:rect l="l" t="t" r="r" b="b"/>
              <a:pathLst>
                <a:path w="171450" h="26669">
                  <a:moveTo>
                    <a:pt x="0" y="0"/>
                  </a:moveTo>
                  <a:lnTo>
                    <a:pt x="171450" y="0"/>
                  </a:lnTo>
                  <a:lnTo>
                    <a:pt x="171450" y="26670"/>
                  </a:lnTo>
                  <a:lnTo>
                    <a:pt x="0" y="26670"/>
                  </a:lnTo>
                  <a:lnTo>
                    <a:pt x="0" y="0"/>
                  </a:lnTo>
                  <a:close/>
                </a:path>
              </a:pathLst>
            </a:custGeom>
            <a:solidFill>
              <a:srgbClr val="19192C"/>
            </a:solidFill>
          </p:spPr>
          <p:txBody>
            <a:bodyPr wrap="square" lIns="0" tIns="0" rIns="0" bIns="0" rtlCol="0"/>
            <a:lstStyle/>
            <a:p/>
          </p:txBody>
        </p:sp>
        <p:sp>
          <p:nvSpPr>
            <p:cNvPr id="617" name="object 617"/>
            <p:cNvSpPr/>
            <p:nvPr/>
          </p:nvSpPr>
          <p:spPr>
            <a:xfrm>
              <a:off x="5083809" y="135382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A1A2D"/>
            </a:solidFill>
          </p:spPr>
          <p:txBody>
            <a:bodyPr wrap="square" lIns="0" tIns="0" rIns="0" bIns="0" rtlCol="0"/>
            <a:lstStyle/>
            <a:p/>
          </p:txBody>
        </p:sp>
        <p:sp>
          <p:nvSpPr>
            <p:cNvPr id="618" name="object 618"/>
            <p:cNvSpPr/>
            <p:nvPr/>
          </p:nvSpPr>
          <p:spPr>
            <a:xfrm>
              <a:off x="5083809" y="138176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B1B2E"/>
            </a:solidFill>
          </p:spPr>
          <p:txBody>
            <a:bodyPr wrap="square" lIns="0" tIns="0" rIns="0" bIns="0" rtlCol="0"/>
            <a:lstStyle/>
            <a:p/>
          </p:txBody>
        </p:sp>
        <p:sp>
          <p:nvSpPr>
            <p:cNvPr id="619" name="object 619"/>
            <p:cNvSpPr/>
            <p:nvPr/>
          </p:nvSpPr>
          <p:spPr>
            <a:xfrm>
              <a:off x="5083809" y="1409700"/>
              <a:ext cx="171450" cy="27940"/>
            </a:xfrm>
            <a:custGeom>
              <a:avLst/>
              <a:gdLst/>
              <a:ahLst/>
              <a:cxnLst/>
              <a:rect l="l" t="t" r="r" b="b"/>
              <a:pathLst>
                <a:path w="171450" h="27940">
                  <a:moveTo>
                    <a:pt x="0" y="0"/>
                  </a:moveTo>
                  <a:lnTo>
                    <a:pt x="171450" y="0"/>
                  </a:lnTo>
                  <a:lnTo>
                    <a:pt x="171450" y="27939"/>
                  </a:lnTo>
                  <a:lnTo>
                    <a:pt x="0" y="27939"/>
                  </a:lnTo>
                  <a:lnTo>
                    <a:pt x="0" y="0"/>
                  </a:lnTo>
                  <a:close/>
                </a:path>
              </a:pathLst>
            </a:custGeom>
            <a:solidFill>
              <a:srgbClr val="1B1B2F"/>
            </a:solidFill>
          </p:spPr>
          <p:txBody>
            <a:bodyPr wrap="square" lIns="0" tIns="0" rIns="0" bIns="0" rtlCol="0"/>
            <a:lstStyle/>
            <a:p/>
          </p:txBody>
        </p:sp>
        <p:sp>
          <p:nvSpPr>
            <p:cNvPr id="620" name="object 620"/>
            <p:cNvSpPr/>
            <p:nvPr/>
          </p:nvSpPr>
          <p:spPr>
            <a:xfrm>
              <a:off x="5083810" y="1437639"/>
              <a:ext cx="393700" cy="27940"/>
            </a:xfrm>
            <a:custGeom>
              <a:avLst/>
              <a:gdLst/>
              <a:ahLst/>
              <a:cxnLst/>
              <a:rect l="l" t="t" r="r" b="b"/>
              <a:pathLst>
                <a:path w="393700" h="27940">
                  <a:moveTo>
                    <a:pt x="393700" y="11430"/>
                  </a:moveTo>
                  <a:lnTo>
                    <a:pt x="171450" y="11430"/>
                  </a:lnTo>
                  <a:lnTo>
                    <a:pt x="171450" y="0"/>
                  </a:lnTo>
                  <a:lnTo>
                    <a:pt x="0" y="0"/>
                  </a:lnTo>
                  <a:lnTo>
                    <a:pt x="0" y="11430"/>
                  </a:lnTo>
                  <a:lnTo>
                    <a:pt x="0" y="27940"/>
                  </a:lnTo>
                  <a:lnTo>
                    <a:pt x="393700" y="27940"/>
                  </a:lnTo>
                  <a:lnTo>
                    <a:pt x="393700" y="11430"/>
                  </a:lnTo>
                  <a:close/>
                </a:path>
              </a:pathLst>
            </a:custGeom>
            <a:solidFill>
              <a:srgbClr val="1C1C30"/>
            </a:solidFill>
          </p:spPr>
          <p:txBody>
            <a:bodyPr wrap="square" lIns="0" tIns="0" rIns="0" bIns="0" rtlCol="0"/>
            <a:lstStyle/>
            <a:p/>
          </p:txBody>
        </p:sp>
      </p:grpSp>
      <p:grpSp>
        <p:nvGrpSpPr>
          <p:cNvPr id="621" name="object 621"/>
          <p:cNvGrpSpPr/>
          <p:nvPr/>
        </p:nvGrpSpPr>
        <p:grpSpPr>
          <a:xfrm>
            <a:off x="5558790" y="849630"/>
            <a:ext cx="168910" cy="843280"/>
            <a:chOff x="5558790" y="849630"/>
            <a:chExt cx="168910" cy="843280"/>
          </a:xfrm>
        </p:grpSpPr>
        <p:sp>
          <p:nvSpPr>
            <p:cNvPr id="622" name="object 622"/>
            <p:cNvSpPr/>
            <p:nvPr/>
          </p:nvSpPr>
          <p:spPr>
            <a:xfrm>
              <a:off x="5565140" y="855992"/>
              <a:ext cx="156210" cy="54610"/>
            </a:xfrm>
            <a:custGeom>
              <a:avLst/>
              <a:gdLst/>
              <a:ahLst/>
              <a:cxnLst/>
              <a:rect l="l" t="t" r="r" b="b"/>
              <a:pathLst>
                <a:path w="156210" h="54609">
                  <a:moveTo>
                    <a:pt x="156210" y="0"/>
                  </a:moveTo>
                  <a:lnTo>
                    <a:pt x="0" y="0"/>
                  </a:lnTo>
                  <a:lnTo>
                    <a:pt x="0" y="26657"/>
                  </a:lnTo>
                  <a:lnTo>
                    <a:pt x="0" y="54597"/>
                  </a:lnTo>
                  <a:lnTo>
                    <a:pt x="156210" y="54597"/>
                  </a:lnTo>
                  <a:lnTo>
                    <a:pt x="156210" y="26657"/>
                  </a:lnTo>
                  <a:lnTo>
                    <a:pt x="156210" y="0"/>
                  </a:lnTo>
                  <a:close/>
                </a:path>
              </a:pathLst>
            </a:custGeom>
            <a:solidFill>
              <a:srgbClr val="10101C"/>
            </a:solidFill>
          </p:spPr>
          <p:txBody>
            <a:bodyPr wrap="square" lIns="0" tIns="0" rIns="0" bIns="0" rtlCol="0"/>
            <a:lstStyle/>
            <a:p/>
          </p:txBody>
        </p:sp>
        <p:sp>
          <p:nvSpPr>
            <p:cNvPr id="623" name="object 623"/>
            <p:cNvSpPr/>
            <p:nvPr/>
          </p:nvSpPr>
          <p:spPr>
            <a:xfrm>
              <a:off x="5565140" y="91059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1111D"/>
            </a:solidFill>
          </p:spPr>
          <p:txBody>
            <a:bodyPr wrap="square" lIns="0" tIns="0" rIns="0" bIns="0" rtlCol="0"/>
            <a:lstStyle/>
            <a:p/>
          </p:txBody>
        </p:sp>
        <p:sp>
          <p:nvSpPr>
            <p:cNvPr id="624" name="object 624"/>
            <p:cNvSpPr/>
            <p:nvPr/>
          </p:nvSpPr>
          <p:spPr>
            <a:xfrm>
              <a:off x="5565140" y="938530"/>
              <a:ext cx="156210" cy="27940"/>
            </a:xfrm>
            <a:custGeom>
              <a:avLst/>
              <a:gdLst/>
              <a:ahLst/>
              <a:cxnLst/>
              <a:rect l="l" t="t" r="r" b="b"/>
              <a:pathLst>
                <a:path w="156210" h="27940">
                  <a:moveTo>
                    <a:pt x="156210" y="0"/>
                  </a:moveTo>
                  <a:lnTo>
                    <a:pt x="0" y="0"/>
                  </a:lnTo>
                  <a:lnTo>
                    <a:pt x="0" y="27940"/>
                  </a:lnTo>
                  <a:lnTo>
                    <a:pt x="156210" y="27940"/>
                  </a:lnTo>
                  <a:lnTo>
                    <a:pt x="156210" y="0"/>
                  </a:lnTo>
                  <a:close/>
                </a:path>
              </a:pathLst>
            </a:custGeom>
            <a:solidFill>
              <a:srgbClr val="11111E"/>
            </a:solidFill>
          </p:spPr>
          <p:txBody>
            <a:bodyPr wrap="square" lIns="0" tIns="0" rIns="0" bIns="0" rtlCol="0"/>
            <a:lstStyle/>
            <a:p/>
          </p:txBody>
        </p:sp>
        <p:sp>
          <p:nvSpPr>
            <p:cNvPr id="625" name="object 625"/>
            <p:cNvSpPr/>
            <p:nvPr/>
          </p:nvSpPr>
          <p:spPr>
            <a:xfrm>
              <a:off x="5565140" y="966470"/>
              <a:ext cx="156210" cy="26670"/>
            </a:xfrm>
            <a:custGeom>
              <a:avLst/>
              <a:gdLst/>
              <a:ahLst/>
              <a:cxnLst/>
              <a:rect l="l" t="t" r="r" b="b"/>
              <a:pathLst>
                <a:path w="156210" h="26669">
                  <a:moveTo>
                    <a:pt x="156210" y="0"/>
                  </a:moveTo>
                  <a:lnTo>
                    <a:pt x="0" y="0"/>
                  </a:lnTo>
                  <a:lnTo>
                    <a:pt x="0" y="26669"/>
                  </a:lnTo>
                  <a:lnTo>
                    <a:pt x="156210" y="26669"/>
                  </a:lnTo>
                  <a:lnTo>
                    <a:pt x="156210" y="0"/>
                  </a:lnTo>
                  <a:close/>
                </a:path>
              </a:pathLst>
            </a:custGeom>
            <a:solidFill>
              <a:srgbClr val="12121F"/>
            </a:solidFill>
          </p:spPr>
          <p:txBody>
            <a:bodyPr wrap="square" lIns="0" tIns="0" rIns="0" bIns="0" rtlCol="0"/>
            <a:lstStyle/>
            <a:p/>
          </p:txBody>
        </p:sp>
        <p:sp>
          <p:nvSpPr>
            <p:cNvPr id="626" name="object 626"/>
            <p:cNvSpPr/>
            <p:nvPr/>
          </p:nvSpPr>
          <p:spPr>
            <a:xfrm>
              <a:off x="5565140" y="99314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21220"/>
            </a:solidFill>
          </p:spPr>
          <p:txBody>
            <a:bodyPr wrap="square" lIns="0" tIns="0" rIns="0" bIns="0" rtlCol="0"/>
            <a:lstStyle/>
            <a:p/>
          </p:txBody>
        </p:sp>
        <p:sp>
          <p:nvSpPr>
            <p:cNvPr id="627" name="object 627"/>
            <p:cNvSpPr/>
            <p:nvPr/>
          </p:nvSpPr>
          <p:spPr>
            <a:xfrm>
              <a:off x="5565140" y="1021080"/>
              <a:ext cx="156210" cy="27940"/>
            </a:xfrm>
            <a:custGeom>
              <a:avLst/>
              <a:gdLst/>
              <a:ahLst/>
              <a:cxnLst/>
              <a:rect l="l" t="t" r="r" b="b"/>
              <a:pathLst>
                <a:path w="156210" h="27940">
                  <a:moveTo>
                    <a:pt x="156210" y="0"/>
                  </a:moveTo>
                  <a:lnTo>
                    <a:pt x="0" y="0"/>
                  </a:lnTo>
                  <a:lnTo>
                    <a:pt x="0" y="27940"/>
                  </a:lnTo>
                  <a:lnTo>
                    <a:pt x="156210" y="27940"/>
                  </a:lnTo>
                  <a:lnTo>
                    <a:pt x="156210" y="0"/>
                  </a:lnTo>
                  <a:close/>
                </a:path>
              </a:pathLst>
            </a:custGeom>
            <a:solidFill>
              <a:srgbClr val="131321"/>
            </a:solidFill>
          </p:spPr>
          <p:txBody>
            <a:bodyPr wrap="square" lIns="0" tIns="0" rIns="0" bIns="0" rtlCol="0"/>
            <a:lstStyle/>
            <a:p/>
          </p:txBody>
        </p:sp>
        <p:sp>
          <p:nvSpPr>
            <p:cNvPr id="628" name="object 628"/>
            <p:cNvSpPr/>
            <p:nvPr/>
          </p:nvSpPr>
          <p:spPr>
            <a:xfrm>
              <a:off x="5565140" y="1049019"/>
              <a:ext cx="156210" cy="27940"/>
            </a:xfrm>
            <a:custGeom>
              <a:avLst/>
              <a:gdLst/>
              <a:ahLst/>
              <a:cxnLst/>
              <a:rect l="l" t="t" r="r" b="b"/>
              <a:pathLst>
                <a:path w="156210" h="27940">
                  <a:moveTo>
                    <a:pt x="156210" y="22860"/>
                  </a:moveTo>
                  <a:lnTo>
                    <a:pt x="0" y="22860"/>
                  </a:lnTo>
                  <a:lnTo>
                    <a:pt x="0" y="27940"/>
                  </a:lnTo>
                  <a:lnTo>
                    <a:pt x="156210" y="27940"/>
                  </a:lnTo>
                  <a:lnTo>
                    <a:pt x="156210" y="22860"/>
                  </a:lnTo>
                  <a:close/>
                </a:path>
                <a:path w="156210" h="27940">
                  <a:moveTo>
                    <a:pt x="156210" y="0"/>
                  </a:moveTo>
                  <a:lnTo>
                    <a:pt x="0" y="0"/>
                  </a:lnTo>
                  <a:lnTo>
                    <a:pt x="0" y="2540"/>
                  </a:lnTo>
                  <a:lnTo>
                    <a:pt x="156210" y="2540"/>
                  </a:lnTo>
                  <a:lnTo>
                    <a:pt x="156210" y="0"/>
                  </a:lnTo>
                  <a:close/>
                </a:path>
              </a:pathLst>
            </a:custGeom>
            <a:solidFill>
              <a:srgbClr val="141422"/>
            </a:solidFill>
          </p:spPr>
          <p:txBody>
            <a:bodyPr wrap="square" lIns="0" tIns="0" rIns="0" bIns="0" rtlCol="0"/>
            <a:lstStyle/>
            <a:p/>
          </p:txBody>
        </p:sp>
        <p:sp>
          <p:nvSpPr>
            <p:cNvPr id="629" name="object 629"/>
            <p:cNvSpPr/>
            <p:nvPr/>
          </p:nvSpPr>
          <p:spPr>
            <a:xfrm>
              <a:off x="5565140" y="107696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41423"/>
            </a:solidFill>
          </p:spPr>
          <p:txBody>
            <a:bodyPr wrap="square" lIns="0" tIns="0" rIns="0" bIns="0" rtlCol="0"/>
            <a:lstStyle/>
            <a:p/>
          </p:txBody>
        </p:sp>
        <p:sp>
          <p:nvSpPr>
            <p:cNvPr id="630" name="object 630"/>
            <p:cNvSpPr/>
            <p:nvPr/>
          </p:nvSpPr>
          <p:spPr>
            <a:xfrm>
              <a:off x="5565140" y="1104900"/>
              <a:ext cx="156210" cy="26670"/>
            </a:xfrm>
            <a:custGeom>
              <a:avLst/>
              <a:gdLst/>
              <a:ahLst/>
              <a:cxnLst/>
              <a:rect l="l" t="t" r="r" b="b"/>
              <a:pathLst>
                <a:path w="156210" h="26669">
                  <a:moveTo>
                    <a:pt x="156210" y="0"/>
                  </a:moveTo>
                  <a:lnTo>
                    <a:pt x="0" y="0"/>
                  </a:lnTo>
                  <a:lnTo>
                    <a:pt x="0" y="26670"/>
                  </a:lnTo>
                  <a:lnTo>
                    <a:pt x="156210" y="26670"/>
                  </a:lnTo>
                  <a:lnTo>
                    <a:pt x="156210" y="0"/>
                  </a:lnTo>
                  <a:close/>
                </a:path>
              </a:pathLst>
            </a:custGeom>
            <a:solidFill>
              <a:srgbClr val="151524"/>
            </a:solidFill>
          </p:spPr>
          <p:txBody>
            <a:bodyPr wrap="square" lIns="0" tIns="0" rIns="0" bIns="0" rtlCol="0"/>
            <a:lstStyle/>
            <a:p/>
          </p:txBody>
        </p:sp>
        <p:sp>
          <p:nvSpPr>
            <p:cNvPr id="631" name="object 631"/>
            <p:cNvSpPr/>
            <p:nvPr/>
          </p:nvSpPr>
          <p:spPr>
            <a:xfrm>
              <a:off x="5565140" y="113157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51525"/>
            </a:solidFill>
          </p:spPr>
          <p:txBody>
            <a:bodyPr wrap="square" lIns="0" tIns="0" rIns="0" bIns="0" rtlCol="0"/>
            <a:lstStyle/>
            <a:p/>
          </p:txBody>
        </p:sp>
        <p:sp>
          <p:nvSpPr>
            <p:cNvPr id="632" name="object 632"/>
            <p:cNvSpPr/>
            <p:nvPr/>
          </p:nvSpPr>
          <p:spPr>
            <a:xfrm>
              <a:off x="5565140" y="115951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61626"/>
            </a:solidFill>
          </p:spPr>
          <p:txBody>
            <a:bodyPr wrap="square" lIns="0" tIns="0" rIns="0" bIns="0" rtlCol="0"/>
            <a:lstStyle/>
            <a:p/>
          </p:txBody>
        </p:sp>
        <p:sp>
          <p:nvSpPr>
            <p:cNvPr id="633" name="object 633"/>
            <p:cNvSpPr/>
            <p:nvPr/>
          </p:nvSpPr>
          <p:spPr>
            <a:xfrm>
              <a:off x="5565140" y="118745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61627"/>
            </a:solidFill>
          </p:spPr>
          <p:txBody>
            <a:bodyPr wrap="square" lIns="0" tIns="0" rIns="0" bIns="0" rtlCol="0"/>
            <a:lstStyle/>
            <a:p/>
          </p:txBody>
        </p:sp>
        <p:sp>
          <p:nvSpPr>
            <p:cNvPr id="634" name="object 634"/>
            <p:cNvSpPr/>
            <p:nvPr/>
          </p:nvSpPr>
          <p:spPr>
            <a:xfrm>
              <a:off x="5565140" y="121539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71728"/>
            </a:solidFill>
          </p:spPr>
          <p:txBody>
            <a:bodyPr wrap="square" lIns="0" tIns="0" rIns="0" bIns="0" rtlCol="0"/>
            <a:lstStyle/>
            <a:p/>
          </p:txBody>
        </p:sp>
        <p:sp>
          <p:nvSpPr>
            <p:cNvPr id="635" name="object 635"/>
            <p:cNvSpPr/>
            <p:nvPr/>
          </p:nvSpPr>
          <p:spPr>
            <a:xfrm>
              <a:off x="5565140" y="1243330"/>
              <a:ext cx="156210" cy="27940"/>
            </a:xfrm>
            <a:custGeom>
              <a:avLst/>
              <a:gdLst/>
              <a:ahLst/>
              <a:cxnLst/>
              <a:rect l="l" t="t" r="r" b="b"/>
              <a:pathLst>
                <a:path w="156210" h="27940">
                  <a:moveTo>
                    <a:pt x="156210" y="0"/>
                  </a:moveTo>
                  <a:lnTo>
                    <a:pt x="0" y="0"/>
                  </a:lnTo>
                  <a:lnTo>
                    <a:pt x="0" y="27940"/>
                  </a:lnTo>
                  <a:lnTo>
                    <a:pt x="156210" y="27940"/>
                  </a:lnTo>
                  <a:lnTo>
                    <a:pt x="156210" y="0"/>
                  </a:lnTo>
                  <a:close/>
                </a:path>
              </a:pathLst>
            </a:custGeom>
            <a:solidFill>
              <a:srgbClr val="181829"/>
            </a:solidFill>
          </p:spPr>
          <p:txBody>
            <a:bodyPr wrap="square" lIns="0" tIns="0" rIns="0" bIns="0" rtlCol="0"/>
            <a:lstStyle/>
            <a:p/>
          </p:txBody>
        </p:sp>
        <p:sp>
          <p:nvSpPr>
            <p:cNvPr id="636" name="object 636"/>
            <p:cNvSpPr/>
            <p:nvPr/>
          </p:nvSpPr>
          <p:spPr>
            <a:xfrm>
              <a:off x="5565140" y="127127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8182A"/>
            </a:solidFill>
          </p:spPr>
          <p:txBody>
            <a:bodyPr wrap="square" lIns="0" tIns="0" rIns="0" bIns="0" rtlCol="0"/>
            <a:lstStyle/>
            <a:p/>
          </p:txBody>
        </p:sp>
        <p:sp>
          <p:nvSpPr>
            <p:cNvPr id="637" name="object 637"/>
            <p:cNvSpPr/>
            <p:nvPr/>
          </p:nvSpPr>
          <p:spPr>
            <a:xfrm>
              <a:off x="5565140" y="129921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9192B"/>
            </a:solidFill>
          </p:spPr>
          <p:txBody>
            <a:bodyPr wrap="square" lIns="0" tIns="0" rIns="0" bIns="0" rtlCol="0"/>
            <a:lstStyle/>
            <a:p/>
          </p:txBody>
        </p:sp>
        <p:sp>
          <p:nvSpPr>
            <p:cNvPr id="638" name="object 638"/>
            <p:cNvSpPr/>
            <p:nvPr/>
          </p:nvSpPr>
          <p:spPr>
            <a:xfrm>
              <a:off x="5565140" y="1327150"/>
              <a:ext cx="156210" cy="26670"/>
            </a:xfrm>
            <a:custGeom>
              <a:avLst/>
              <a:gdLst/>
              <a:ahLst/>
              <a:cxnLst/>
              <a:rect l="l" t="t" r="r" b="b"/>
              <a:pathLst>
                <a:path w="156210" h="26669">
                  <a:moveTo>
                    <a:pt x="156210" y="0"/>
                  </a:moveTo>
                  <a:lnTo>
                    <a:pt x="0" y="0"/>
                  </a:lnTo>
                  <a:lnTo>
                    <a:pt x="0" y="26670"/>
                  </a:lnTo>
                  <a:lnTo>
                    <a:pt x="156210" y="26670"/>
                  </a:lnTo>
                  <a:lnTo>
                    <a:pt x="156210" y="0"/>
                  </a:lnTo>
                  <a:close/>
                </a:path>
              </a:pathLst>
            </a:custGeom>
            <a:solidFill>
              <a:srgbClr val="19192C"/>
            </a:solidFill>
          </p:spPr>
          <p:txBody>
            <a:bodyPr wrap="square" lIns="0" tIns="0" rIns="0" bIns="0" rtlCol="0"/>
            <a:lstStyle/>
            <a:p/>
          </p:txBody>
        </p:sp>
        <p:sp>
          <p:nvSpPr>
            <p:cNvPr id="639" name="object 639"/>
            <p:cNvSpPr/>
            <p:nvPr/>
          </p:nvSpPr>
          <p:spPr>
            <a:xfrm>
              <a:off x="5565140" y="135382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A1A2D"/>
            </a:solidFill>
          </p:spPr>
          <p:txBody>
            <a:bodyPr wrap="square" lIns="0" tIns="0" rIns="0" bIns="0" rtlCol="0"/>
            <a:lstStyle/>
            <a:p/>
          </p:txBody>
        </p:sp>
        <p:sp>
          <p:nvSpPr>
            <p:cNvPr id="640" name="object 640"/>
            <p:cNvSpPr/>
            <p:nvPr/>
          </p:nvSpPr>
          <p:spPr>
            <a:xfrm>
              <a:off x="5565140" y="138176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B1B2E"/>
            </a:solidFill>
          </p:spPr>
          <p:txBody>
            <a:bodyPr wrap="square" lIns="0" tIns="0" rIns="0" bIns="0" rtlCol="0"/>
            <a:lstStyle/>
            <a:p/>
          </p:txBody>
        </p:sp>
        <p:sp>
          <p:nvSpPr>
            <p:cNvPr id="641" name="object 641"/>
            <p:cNvSpPr/>
            <p:nvPr/>
          </p:nvSpPr>
          <p:spPr>
            <a:xfrm>
              <a:off x="5565140" y="140970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B1B2F"/>
            </a:solidFill>
          </p:spPr>
          <p:txBody>
            <a:bodyPr wrap="square" lIns="0" tIns="0" rIns="0" bIns="0" rtlCol="0"/>
            <a:lstStyle/>
            <a:p/>
          </p:txBody>
        </p:sp>
        <p:sp>
          <p:nvSpPr>
            <p:cNvPr id="642" name="object 642"/>
            <p:cNvSpPr/>
            <p:nvPr/>
          </p:nvSpPr>
          <p:spPr>
            <a:xfrm>
              <a:off x="5565140" y="143764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C1C30"/>
            </a:solidFill>
          </p:spPr>
          <p:txBody>
            <a:bodyPr wrap="square" lIns="0" tIns="0" rIns="0" bIns="0" rtlCol="0"/>
            <a:lstStyle/>
            <a:p/>
          </p:txBody>
        </p:sp>
        <p:sp>
          <p:nvSpPr>
            <p:cNvPr id="643" name="object 643"/>
            <p:cNvSpPr/>
            <p:nvPr/>
          </p:nvSpPr>
          <p:spPr>
            <a:xfrm>
              <a:off x="5565140" y="1465580"/>
              <a:ext cx="156210" cy="27940"/>
            </a:xfrm>
            <a:custGeom>
              <a:avLst/>
              <a:gdLst/>
              <a:ahLst/>
              <a:cxnLst/>
              <a:rect l="l" t="t" r="r" b="b"/>
              <a:pathLst>
                <a:path w="156210" h="27940">
                  <a:moveTo>
                    <a:pt x="156210" y="0"/>
                  </a:moveTo>
                  <a:lnTo>
                    <a:pt x="0" y="0"/>
                  </a:lnTo>
                  <a:lnTo>
                    <a:pt x="0" y="27940"/>
                  </a:lnTo>
                  <a:lnTo>
                    <a:pt x="156210" y="27940"/>
                  </a:lnTo>
                  <a:lnTo>
                    <a:pt x="156210" y="0"/>
                  </a:lnTo>
                  <a:close/>
                </a:path>
              </a:pathLst>
            </a:custGeom>
            <a:solidFill>
              <a:srgbClr val="1C1C31"/>
            </a:solidFill>
          </p:spPr>
          <p:txBody>
            <a:bodyPr wrap="square" lIns="0" tIns="0" rIns="0" bIns="0" rtlCol="0"/>
            <a:lstStyle/>
            <a:p/>
          </p:txBody>
        </p:sp>
        <p:sp>
          <p:nvSpPr>
            <p:cNvPr id="644" name="object 644"/>
            <p:cNvSpPr/>
            <p:nvPr/>
          </p:nvSpPr>
          <p:spPr>
            <a:xfrm>
              <a:off x="5565140" y="1493519"/>
              <a:ext cx="156210" cy="54610"/>
            </a:xfrm>
            <a:custGeom>
              <a:avLst/>
              <a:gdLst/>
              <a:ahLst/>
              <a:cxnLst/>
              <a:rect l="l" t="t" r="r" b="b"/>
              <a:pathLst>
                <a:path w="156210" h="54609">
                  <a:moveTo>
                    <a:pt x="156210" y="0"/>
                  </a:moveTo>
                  <a:lnTo>
                    <a:pt x="0" y="0"/>
                  </a:lnTo>
                  <a:lnTo>
                    <a:pt x="0" y="26670"/>
                  </a:lnTo>
                  <a:lnTo>
                    <a:pt x="0" y="54610"/>
                  </a:lnTo>
                  <a:lnTo>
                    <a:pt x="156210" y="54610"/>
                  </a:lnTo>
                  <a:lnTo>
                    <a:pt x="156210" y="26670"/>
                  </a:lnTo>
                  <a:lnTo>
                    <a:pt x="156210" y="0"/>
                  </a:lnTo>
                  <a:close/>
                </a:path>
              </a:pathLst>
            </a:custGeom>
            <a:solidFill>
              <a:srgbClr val="1D1D33"/>
            </a:solidFill>
          </p:spPr>
          <p:txBody>
            <a:bodyPr wrap="square" lIns="0" tIns="0" rIns="0" bIns="0" rtlCol="0"/>
            <a:lstStyle/>
            <a:p/>
          </p:txBody>
        </p:sp>
        <p:sp>
          <p:nvSpPr>
            <p:cNvPr id="645" name="object 645"/>
            <p:cNvSpPr/>
            <p:nvPr/>
          </p:nvSpPr>
          <p:spPr>
            <a:xfrm>
              <a:off x="5565140" y="1548130"/>
              <a:ext cx="156210" cy="27940"/>
            </a:xfrm>
            <a:custGeom>
              <a:avLst/>
              <a:gdLst/>
              <a:ahLst/>
              <a:cxnLst/>
              <a:rect l="l" t="t" r="r" b="b"/>
              <a:pathLst>
                <a:path w="156210" h="27940">
                  <a:moveTo>
                    <a:pt x="156210" y="0"/>
                  </a:moveTo>
                  <a:lnTo>
                    <a:pt x="0" y="0"/>
                  </a:lnTo>
                  <a:lnTo>
                    <a:pt x="0" y="27940"/>
                  </a:lnTo>
                  <a:lnTo>
                    <a:pt x="156210" y="27940"/>
                  </a:lnTo>
                  <a:lnTo>
                    <a:pt x="156210" y="0"/>
                  </a:lnTo>
                  <a:close/>
                </a:path>
              </a:pathLst>
            </a:custGeom>
            <a:solidFill>
              <a:srgbClr val="1E1E34"/>
            </a:solidFill>
          </p:spPr>
          <p:txBody>
            <a:bodyPr wrap="square" lIns="0" tIns="0" rIns="0" bIns="0" rtlCol="0"/>
            <a:lstStyle/>
            <a:p/>
          </p:txBody>
        </p:sp>
        <p:sp>
          <p:nvSpPr>
            <p:cNvPr id="646" name="object 646"/>
            <p:cNvSpPr/>
            <p:nvPr/>
          </p:nvSpPr>
          <p:spPr>
            <a:xfrm>
              <a:off x="5565140" y="1576070"/>
              <a:ext cx="156210" cy="27940"/>
            </a:xfrm>
            <a:custGeom>
              <a:avLst/>
              <a:gdLst/>
              <a:ahLst/>
              <a:cxnLst/>
              <a:rect l="l" t="t" r="r" b="b"/>
              <a:pathLst>
                <a:path w="156210" h="27940">
                  <a:moveTo>
                    <a:pt x="156210" y="0"/>
                  </a:moveTo>
                  <a:lnTo>
                    <a:pt x="0" y="0"/>
                  </a:lnTo>
                  <a:lnTo>
                    <a:pt x="0" y="27939"/>
                  </a:lnTo>
                  <a:lnTo>
                    <a:pt x="156210" y="27939"/>
                  </a:lnTo>
                  <a:lnTo>
                    <a:pt x="156210" y="0"/>
                  </a:lnTo>
                  <a:close/>
                </a:path>
              </a:pathLst>
            </a:custGeom>
            <a:solidFill>
              <a:srgbClr val="1F1F35"/>
            </a:solidFill>
          </p:spPr>
          <p:txBody>
            <a:bodyPr wrap="square" lIns="0" tIns="0" rIns="0" bIns="0" rtlCol="0"/>
            <a:lstStyle/>
            <a:p/>
          </p:txBody>
        </p:sp>
        <p:sp>
          <p:nvSpPr>
            <p:cNvPr id="647" name="object 647"/>
            <p:cNvSpPr/>
            <p:nvPr/>
          </p:nvSpPr>
          <p:spPr>
            <a:xfrm>
              <a:off x="5565140" y="1604010"/>
              <a:ext cx="156210" cy="27940"/>
            </a:xfrm>
            <a:custGeom>
              <a:avLst/>
              <a:gdLst/>
              <a:ahLst/>
              <a:cxnLst/>
              <a:rect l="l" t="t" r="r" b="b"/>
              <a:pathLst>
                <a:path w="156210" h="27939">
                  <a:moveTo>
                    <a:pt x="156210" y="0"/>
                  </a:moveTo>
                  <a:lnTo>
                    <a:pt x="0" y="0"/>
                  </a:lnTo>
                  <a:lnTo>
                    <a:pt x="0" y="27939"/>
                  </a:lnTo>
                  <a:lnTo>
                    <a:pt x="156210" y="27939"/>
                  </a:lnTo>
                  <a:lnTo>
                    <a:pt x="156210" y="0"/>
                  </a:lnTo>
                  <a:close/>
                </a:path>
              </a:pathLst>
            </a:custGeom>
            <a:solidFill>
              <a:srgbClr val="1F1F36"/>
            </a:solidFill>
          </p:spPr>
          <p:txBody>
            <a:bodyPr wrap="square" lIns="0" tIns="0" rIns="0" bIns="0" rtlCol="0"/>
            <a:lstStyle/>
            <a:p/>
          </p:txBody>
        </p:sp>
        <p:sp>
          <p:nvSpPr>
            <p:cNvPr id="648" name="object 648"/>
            <p:cNvSpPr/>
            <p:nvPr/>
          </p:nvSpPr>
          <p:spPr>
            <a:xfrm>
              <a:off x="5565140" y="1631950"/>
              <a:ext cx="156210" cy="26670"/>
            </a:xfrm>
            <a:custGeom>
              <a:avLst/>
              <a:gdLst/>
              <a:ahLst/>
              <a:cxnLst/>
              <a:rect l="l" t="t" r="r" b="b"/>
              <a:pathLst>
                <a:path w="156210" h="26669">
                  <a:moveTo>
                    <a:pt x="156210" y="0"/>
                  </a:moveTo>
                  <a:lnTo>
                    <a:pt x="0" y="0"/>
                  </a:lnTo>
                  <a:lnTo>
                    <a:pt x="0" y="26670"/>
                  </a:lnTo>
                  <a:lnTo>
                    <a:pt x="156210" y="26670"/>
                  </a:lnTo>
                  <a:lnTo>
                    <a:pt x="156210" y="0"/>
                  </a:lnTo>
                  <a:close/>
                </a:path>
              </a:pathLst>
            </a:custGeom>
            <a:solidFill>
              <a:srgbClr val="202037"/>
            </a:solidFill>
          </p:spPr>
          <p:txBody>
            <a:bodyPr wrap="square" lIns="0" tIns="0" rIns="0" bIns="0" rtlCol="0"/>
            <a:lstStyle/>
            <a:p/>
          </p:txBody>
        </p:sp>
        <p:sp>
          <p:nvSpPr>
            <p:cNvPr id="649" name="object 649"/>
            <p:cNvSpPr/>
            <p:nvPr/>
          </p:nvSpPr>
          <p:spPr>
            <a:xfrm>
              <a:off x="5565140" y="1658620"/>
              <a:ext cx="156210" cy="27940"/>
            </a:xfrm>
            <a:custGeom>
              <a:avLst/>
              <a:gdLst/>
              <a:ahLst/>
              <a:cxnLst/>
              <a:rect l="l" t="t" r="r" b="b"/>
              <a:pathLst>
                <a:path w="156210" h="27939">
                  <a:moveTo>
                    <a:pt x="156210" y="0"/>
                  </a:moveTo>
                  <a:lnTo>
                    <a:pt x="0" y="0"/>
                  </a:lnTo>
                  <a:lnTo>
                    <a:pt x="0" y="27939"/>
                  </a:lnTo>
                  <a:lnTo>
                    <a:pt x="156210" y="27939"/>
                  </a:lnTo>
                  <a:lnTo>
                    <a:pt x="156210" y="0"/>
                  </a:lnTo>
                  <a:close/>
                </a:path>
              </a:pathLst>
            </a:custGeom>
            <a:solidFill>
              <a:srgbClr val="202038"/>
            </a:solidFill>
          </p:spPr>
          <p:txBody>
            <a:bodyPr wrap="square" lIns="0" tIns="0" rIns="0" bIns="0" rtlCol="0"/>
            <a:lstStyle/>
            <a:p/>
          </p:txBody>
        </p:sp>
        <p:sp>
          <p:nvSpPr>
            <p:cNvPr id="650" name="object 650"/>
            <p:cNvSpPr/>
            <p:nvPr/>
          </p:nvSpPr>
          <p:spPr>
            <a:xfrm>
              <a:off x="5558790" y="849629"/>
              <a:ext cx="168910" cy="843280"/>
            </a:xfrm>
            <a:custGeom>
              <a:avLst/>
              <a:gdLst/>
              <a:ahLst/>
              <a:cxnLst/>
              <a:rect l="l" t="t" r="r" b="b"/>
              <a:pathLst>
                <a:path w="168910" h="843280">
                  <a:moveTo>
                    <a:pt x="168910" y="215900"/>
                  </a:moveTo>
                  <a:lnTo>
                    <a:pt x="162560" y="215900"/>
                  </a:lnTo>
                  <a:lnTo>
                    <a:pt x="156210" y="215900"/>
                  </a:lnTo>
                  <a:lnTo>
                    <a:pt x="156210" y="228600"/>
                  </a:lnTo>
                  <a:lnTo>
                    <a:pt x="156210" y="830580"/>
                  </a:lnTo>
                  <a:lnTo>
                    <a:pt x="12700" y="830580"/>
                  </a:lnTo>
                  <a:lnTo>
                    <a:pt x="12700" y="228600"/>
                  </a:lnTo>
                  <a:lnTo>
                    <a:pt x="156210" y="228600"/>
                  </a:lnTo>
                  <a:lnTo>
                    <a:pt x="156210" y="215900"/>
                  </a:lnTo>
                  <a:lnTo>
                    <a:pt x="6350" y="215900"/>
                  </a:lnTo>
                  <a:lnTo>
                    <a:pt x="0" y="215900"/>
                  </a:lnTo>
                  <a:lnTo>
                    <a:pt x="0" y="222250"/>
                  </a:lnTo>
                  <a:lnTo>
                    <a:pt x="0" y="836930"/>
                  </a:lnTo>
                  <a:lnTo>
                    <a:pt x="0" y="843280"/>
                  </a:lnTo>
                  <a:lnTo>
                    <a:pt x="6350" y="843280"/>
                  </a:lnTo>
                  <a:lnTo>
                    <a:pt x="162560" y="843280"/>
                  </a:lnTo>
                  <a:lnTo>
                    <a:pt x="168910" y="843280"/>
                  </a:lnTo>
                  <a:lnTo>
                    <a:pt x="168910" y="836930"/>
                  </a:lnTo>
                  <a:lnTo>
                    <a:pt x="168910" y="222250"/>
                  </a:lnTo>
                  <a:lnTo>
                    <a:pt x="168910" y="215900"/>
                  </a:lnTo>
                  <a:close/>
                </a:path>
                <a:path w="168910" h="843280">
                  <a:moveTo>
                    <a:pt x="168910" y="0"/>
                  </a:moveTo>
                  <a:lnTo>
                    <a:pt x="162560" y="0"/>
                  </a:lnTo>
                  <a:lnTo>
                    <a:pt x="156210" y="0"/>
                  </a:lnTo>
                  <a:lnTo>
                    <a:pt x="156210" y="12700"/>
                  </a:lnTo>
                  <a:lnTo>
                    <a:pt x="156210" y="194310"/>
                  </a:lnTo>
                  <a:lnTo>
                    <a:pt x="12700" y="194310"/>
                  </a:lnTo>
                  <a:lnTo>
                    <a:pt x="12700" y="12700"/>
                  </a:lnTo>
                  <a:lnTo>
                    <a:pt x="156210" y="12700"/>
                  </a:lnTo>
                  <a:lnTo>
                    <a:pt x="156210" y="0"/>
                  </a:lnTo>
                  <a:lnTo>
                    <a:pt x="6350" y="0"/>
                  </a:lnTo>
                  <a:lnTo>
                    <a:pt x="0" y="0"/>
                  </a:lnTo>
                  <a:lnTo>
                    <a:pt x="0" y="6350"/>
                  </a:lnTo>
                  <a:lnTo>
                    <a:pt x="0" y="200660"/>
                  </a:lnTo>
                  <a:lnTo>
                    <a:pt x="0" y="207010"/>
                  </a:lnTo>
                  <a:lnTo>
                    <a:pt x="6350" y="207010"/>
                  </a:lnTo>
                  <a:lnTo>
                    <a:pt x="162560" y="207010"/>
                  </a:lnTo>
                  <a:lnTo>
                    <a:pt x="168910" y="207010"/>
                  </a:lnTo>
                  <a:lnTo>
                    <a:pt x="168910" y="200660"/>
                  </a:lnTo>
                  <a:lnTo>
                    <a:pt x="168910" y="6350"/>
                  </a:lnTo>
                  <a:lnTo>
                    <a:pt x="168910" y="0"/>
                  </a:lnTo>
                  <a:close/>
                </a:path>
              </a:pathLst>
            </a:custGeom>
            <a:solidFill>
              <a:srgbClr val="9898FF"/>
            </a:solidFill>
          </p:spPr>
          <p:txBody>
            <a:bodyPr wrap="square" lIns="0" tIns="0" rIns="0" bIns="0" rtlCol="0"/>
            <a:lstStyle/>
            <a:p/>
          </p:txBody>
        </p:sp>
      </p:grpSp>
      <p:grpSp>
        <p:nvGrpSpPr>
          <p:cNvPr id="651" name="object 651"/>
          <p:cNvGrpSpPr/>
          <p:nvPr/>
        </p:nvGrpSpPr>
        <p:grpSpPr>
          <a:xfrm>
            <a:off x="5803900" y="1059180"/>
            <a:ext cx="387350" cy="641350"/>
            <a:chOff x="5803900" y="1059180"/>
            <a:chExt cx="387350" cy="641350"/>
          </a:xfrm>
        </p:grpSpPr>
        <p:sp>
          <p:nvSpPr>
            <p:cNvPr id="652" name="object 652"/>
            <p:cNvSpPr/>
            <p:nvPr/>
          </p:nvSpPr>
          <p:spPr>
            <a:xfrm>
              <a:off x="5877560" y="1059179"/>
              <a:ext cx="245110" cy="41910"/>
            </a:xfrm>
            <a:custGeom>
              <a:avLst/>
              <a:gdLst/>
              <a:ahLst/>
              <a:cxnLst/>
              <a:rect l="l" t="t" r="r" b="b"/>
              <a:pathLst>
                <a:path w="245110" h="41909">
                  <a:moveTo>
                    <a:pt x="156210" y="2540"/>
                  </a:moveTo>
                  <a:lnTo>
                    <a:pt x="149860" y="2540"/>
                  </a:lnTo>
                  <a:lnTo>
                    <a:pt x="149860" y="1397"/>
                  </a:lnTo>
                  <a:lnTo>
                    <a:pt x="121920" y="1397"/>
                  </a:lnTo>
                  <a:lnTo>
                    <a:pt x="121920" y="0"/>
                  </a:lnTo>
                  <a:lnTo>
                    <a:pt x="120650" y="0"/>
                  </a:lnTo>
                  <a:lnTo>
                    <a:pt x="120650" y="1397"/>
                  </a:lnTo>
                  <a:lnTo>
                    <a:pt x="91440" y="1397"/>
                  </a:lnTo>
                  <a:lnTo>
                    <a:pt x="91440" y="2540"/>
                  </a:lnTo>
                  <a:lnTo>
                    <a:pt x="82550" y="2540"/>
                  </a:lnTo>
                  <a:lnTo>
                    <a:pt x="82550" y="3810"/>
                  </a:lnTo>
                  <a:lnTo>
                    <a:pt x="156210" y="3810"/>
                  </a:lnTo>
                  <a:lnTo>
                    <a:pt x="156210" y="2667"/>
                  </a:lnTo>
                  <a:lnTo>
                    <a:pt x="156210" y="2540"/>
                  </a:lnTo>
                  <a:close/>
                </a:path>
                <a:path w="245110" h="41909">
                  <a:moveTo>
                    <a:pt x="196850" y="8890"/>
                  </a:moveTo>
                  <a:lnTo>
                    <a:pt x="189230" y="8890"/>
                  </a:lnTo>
                  <a:lnTo>
                    <a:pt x="189230" y="7747"/>
                  </a:lnTo>
                  <a:lnTo>
                    <a:pt x="186690" y="7747"/>
                  </a:lnTo>
                  <a:lnTo>
                    <a:pt x="186690" y="6350"/>
                  </a:lnTo>
                  <a:lnTo>
                    <a:pt x="179070" y="6350"/>
                  </a:lnTo>
                  <a:lnTo>
                    <a:pt x="179070" y="5207"/>
                  </a:lnTo>
                  <a:lnTo>
                    <a:pt x="179070" y="5080"/>
                  </a:lnTo>
                  <a:lnTo>
                    <a:pt x="175260" y="5080"/>
                  </a:lnTo>
                  <a:lnTo>
                    <a:pt x="175260" y="3937"/>
                  </a:lnTo>
                  <a:lnTo>
                    <a:pt x="78740" y="3937"/>
                  </a:lnTo>
                  <a:lnTo>
                    <a:pt x="78740" y="5080"/>
                  </a:lnTo>
                  <a:lnTo>
                    <a:pt x="67310" y="5080"/>
                  </a:lnTo>
                  <a:lnTo>
                    <a:pt x="67310" y="6350"/>
                  </a:lnTo>
                  <a:lnTo>
                    <a:pt x="60960" y="6350"/>
                  </a:lnTo>
                  <a:lnTo>
                    <a:pt x="60960" y="7747"/>
                  </a:lnTo>
                  <a:lnTo>
                    <a:pt x="57150" y="7747"/>
                  </a:lnTo>
                  <a:lnTo>
                    <a:pt x="57150" y="8890"/>
                  </a:lnTo>
                  <a:lnTo>
                    <a:pt x="54610" y="8890"/>
                  </a:lnTo>
                  <a:lnTo>
                    <a:pt x="54610" y="10160"/>
                  </a:lnTo>
                  <a:lnTo>
                    <a:pt x="196850" y="10160"/>
                  </a:lnTo>
                  <a:lnTo>
                    <a:pt x="196850" y="9017"/>
                  </a:lnTo>
                  <a:lnTo>
                    <a:pt x="196850" y="8890"/>
                  </a:lnTo>
                  <a:close/>
                </a:path>
                <a:path w="245110" h="41909">
                  <a:moveTo>
                    <a:pt x="210820" y="15240"/>
                  </a:moveTo>
                  <a:lnTo>
                    <a:pt x="208280" y="15240"/>
                  </a:lnTo>
                  <a:lnTo>
                    <a:pt x="208280" y="14097"/>
                  </a:lnTo>
                  <a:lnTo>
                    <a:pt x="207010" y="14097"/>
                  </a:lnTo>
                  <a:lnTo>
                    <a:pt x="207010" y="12700"/>
                  </a:lnTo>
                  <a:lnTo>
                    <a:pt x="201930" y="12700"/>
                  </a:lnTo>
                  <a:lnTo>
                    <a:pt x="201930" y="11557"/>
                  </a:lnTo>
                  <a:lnTo>
                    <a:pt x="201930" y="11430"/>
                  </a:lnTo>
                  <a:lnTo>
                    <a:pt x="199390" y="11430"/>
                  </a:lnTo>
                  <a:lnTo>
                    <a:pt x="199390" y="10287"/>
                  </a:lnTo>
                  <a:lnTo>
                    <a:pt x="49530" y="10287"/>
                  </a:lnTo>
                  <a:lnTo>
                    <a:pt x="49530" y="11430"/>
                  </a:lnTo>
                  <a:lnTo>
                    <a:pt x="46990" y="11430"/>
                  </a:lnTo>
                  <a:lnTo>
                    <a:pt x="46990" y="12700"/>
                  </a:lnTo>
                  <a:lnTo>
                    <a:pt x="44450" y="12700"/>
                  </a:lnTo>
                  <a:lnTo>
                    <a:pt x="44450" y="14097"/>
                  </a:lnTo>
                  <a:lnTo>
                    <a:pt x="39370" y="14097"/>
                  </a:lnTo>
                  <a:lnTo>
                    <a:pt x="39370" y="15240"/>
                  </a:lnTo>
                  <a:lnTo>
                    <a:pt x="36830" y="15240"/>
                  </a:lnTo>
                  <a:lnTo>
                    <a:pt x="36830" y="16510"/>
                  </a:lnTo>
                  <a:lnTo>
                    <a:pt x="210820" y="16510"/>
                  </a:lnTo>
                  <a:lnTo>
                    <a:pt x="210820" y="15367"/>
                  </a:lnTo>
                  <a:lnTo>
                    <a:pt x="210820" y="15240"/>
                  </a:lnTo>
                  <a:close/>
                </a:path>
                <a:path w="245110" h="41909">
                  <a:moveTo>
                    <a:pt x="222250" y="21590"/>
                  </a:moveTo>
                  <a:lnTo>
                    <a:pt x="219710" y="21590"/>
                  </a:lnTo>
                  <a:lnTo>
                    <a:pt x="219710" y="20447"/>
                  </a:lnTo>
                  <a:lnTo>
                    <a:pt x="218440" y="20447"/>
                  </a:lnTo>
                  <a:lnTo>
                    <a:pt x="218440" y="20320"/>
                  </a:lnTo>
                  <a:lnTo>
                    <a:pt x="218440" y="19050"/>
                  </a:lnTo>
                  <a:lnTo>
                    <a:pt x="215900" y="19050"/>
                  </a:lnTo>
                  <a:lnTo>
                    <a:pt x="215900" y="17907"/>
                  </a:lnTo>
                  <a:lnTo>
                    <a:pt x="215900" y="17780"/>
                  </a:lnTo>
                  <a:lnTo>
                    <a:pt x="214630" y="17780"/>
                  </a:lnTo>
                  <a:lnTo>
                    <a:pt x="214630" y="16637"/>
                  </a:lnTo>
                  <a:lnTo>
                    <a:pt x="34290" y="16637"/>
                  </a:lnTo>
                  <a:lnTo>
                    <a:pt x="34290" y="17780"/>
                  </a:lnTo>
                  <a:lnTo>
                    <a:pt x="30480" y="17780"/>
                  </a:lnTo>
                  <a:lnTo>
                    <a:pt x="30480" y="19050"/>
                  </a:lnTo>
                  <a:lnTo>
                    <a:pt x="27940" y="19050"/>
                  </a:lnTo>
                  <a:lnTo>
                    <a:pt x="27940" y="20320"/>
                  </a:lnTo>
                  <a:lnTo>
                    <a:pt x="27940" y="20447"/>
                  </a:lnTo>
                  <a:lnTo>
                    <a:pt x="25400" y="20447"/>
                  </a:lnTo>
                  <a:lnTo>
                    <a:pt x="25400" y="21590"/>
                  </a:lnTo>
                  <a:lnTo>
                    <a:pt x="24130" y="21590"/>
                  </a:lnTo>
                  <a:lnTo>
                    <a:pt x="24130" y="22860"/>
                  </a:lnTo>
                  <a:lnTo>
                    <a:pt x="222250" y="22860"/>
                  </a:lnTo>
                  <a:lnTo>
                    <a:pt x="222250" y="21717"/>
                  </a:lnTo>
                  <a:lnTo>
                    <a:pt x="222250" y="21590"/>
                  </a:lnTo>
                  <a:close/>
                </a:path>
                <a:path w="245110" h="41909">
                  <a:moveTo>
                    <a:pt x="231140" y="27940"/>
                  </a:moveTo>
                  <a:lnTo>
                    <a:pt x="229870" y="27940"/>
                  </a:lnTo>
                  <a:lnTo>
                    <a:pt x="229870" y="26797"/>
                  </a:lnTo>
                  <a:lnTo>
                    <a:pt x="227330" y="26797"/>
                  </a:lnTo>
                  <a:lnTo>
                    <a:pt x="227330" y="25400"/>
                  </a:lnTo>
                  <a:lnTo>
                    <a:pt x="226047" y="25400"/>
                  </a:lnTo>
                  <a:lnTo>
                    <a:pt x="226047" y="24257"/>
                  </a:lnTo>
                  <a:lnTo>
                    <a:pt x="226047" y="24130"/>
                  </a:lnTo>
                  <a:lnTo>
                    <a:pt x="223520" y="24130"/>
                  </a:lnTo>
                  <a:lnTo>
                    <a:pt x="223520" y="22987"/>
                  </a:lnTo>
                  <a:lnTo>
                    <a:pt x="21590" y="22987"/>
                  </a:lnTo>
                  <a:lnTo>
                    <a:pt x="21590" y="24130"/>
                  </a:lnTo>
                  <a:lnTo>
                    <a:pt x="20320" y="24130"/>
                  </a:lnTo>
                  <a:lnTo>
                    <a:pt x="20320" y="25400"/>
                  </a:lnTo>
                  <a:lnTo>
                    <a:pt x="19050" y="25400"/>
                  </a:lnTo>
                  <a:lnTo>
                    <a:pt x="19050" y="26797"/>
                  </a:lnTo>
                  <a:lnTo>
                    <a:pt x="16510" y="26797"/>
                  </a:lnTo>
                  <a:lnTo>
                    <a:pt x="16510" y="27940"/>
                  </a:lnTo>
                  <a:lnTo>
                    <a:pt x="15240" y="27940"/>
                  </a:lnTo>
                  <a:lnTo>
                    <a:pt x="15240" y="29210"/>
                  </a:lnTo>
                  <a:lnTo>
                    <a:pt x="231140" y="29210"/>
                  </a:lnTo>
                  <a:lnTo>
                    <a:pt x="231140" y="28067"/>
                  </a:lnTo>
                  <a:lnTo>
                    <a:pt x="231140" y="27940"/>
                  </a:lnTo>
                  <a:close/>
                </a:path>
                <a:path w="245110" h="41909">
                  <a:moveTo>
                    <a:pt x="238747" y="34290"/>
                  </a:moveTo>
                  <a:lnTo>
                    <a:pt x="237490" y="34290"/>
                  </a:lnTo>
                  <a:lnTo>
                    <a:pt x="237490" y="33147"/>
                  </a:lnTo>
                  <a:lnTo>
                    <a:pt x="236220" y="33147"/>
                  </a:lnTo>
                  <a:lnTo>
                    <a:pt x="236220" y="31750"/>
                  </a:lnTo>
                  <a:lnTo>
                    <a:pt x="234950" y="31750"/>
                  </a:lnTo>
                  <a:lnTo>
                    <a:pt x="234950" y="30607"/>
                  </a:lnTo>
                  <a:lnTo>
                    <a:pt x="234950" y="30480"/>
                  </a:lnTo>
                  <a:lnTo>
                    <a:pt x="232397" y="30480"/>
                  </a:lnTo>
                  <a:lnTo>
                    <a:pt x="232397" y="29337"/>
                  </a:lnTo>
                  <a:lnTo>
                    <a:pt x="13970" y="29337"/>
                  </a:lnTo>
                  <a:lnTo>
                    <a:pt x="13970" y="30480"/>
                  </a:lnTo>
                  <a:lnTo>
                    <a:pt x="11430" y="30480"/>
                  </a:lnTo>
                  <a:lnTo>
                    <a:pt x="11430" y="31750"/>
                  </a:lnTo>
                  <a:lnTo>
                    <a:pt x="10160" y="31750"/>
                  </a:lnTo>
                  <a:lnTo>
                    <a:pt x="10160" y="33147"/>
                  </a:lnTo>
                  <a:lnTo>
                    <a:pt x="8890" y="33147"/>
                  </a:lnTo>
                  <a:lnTo>
                    <a:pt x="8890" y="34290"/>
                  </a:lnTo>
                  <a:lnTo>
                    <a:pt x="7620" y="34290"/>
                  </a:lnTo>
                  <a:lnTo>
                    <a:pt x="7620" y="35560"/>
                  </a:lnTo>
                  <a:lnTo>
                    <a:pt x="238747" y="35560"/>
                  </a:lnTo>
                  <a:lnTo>
                    <a:pt x="238747" y="34417"/>
                  </a:lnTo>
                  <a:lnTo>
                    <a:pt x="238747" y="34290"/>
                  </a:lnTo>
                  <a:close/>
                </a:path>
                <a:path w="245110" h="41909">
                  <a:moveTo>
                    <a:pt x="245110" y="40640"/>
                  </a:moveTo>
                  <a:lnTo>
                    <a:pt x="243840" y="40640"/>
                  </a:lnTo>
                  <a:lnTo>
                    <a:pt x="243840" y="39497"/>
                  </a:lnTo>
                  <a:lnTo>
                    <a:pt x="242570" y="39497"/>
                  </a:lnTo>
                  <a:lnTo>
                    <a:pt x="242570" y="38100"/>
                  </a:lnTo>
                  <a:lnTo>
                    <a:pt x="241300" y="38100"/>
                  </a:lnTo>
                  <a:lnTo>
                    <a:pt x="241300" y="36957"/>
                  </a:lnTo>
                  <a:lnTo>
                    <a:pt x="241300" y="36830"/>
                  </a:lnTo>
                  <a:lnTo>
                    <a:pt x="240030" y="36830"/>
                  </a:lnTo>
                  <a:lnTo>
                    <a:pt x="240030" y="35687"/>
                  </a:lnTo>
                  <a:lnTo>
                    <a:pt x="6350" y="35687"/>
                  </a:lnTo>
                  <a:lnTo>
                    <a:pt x="6350" y="36830"/>
                  </a:lnTo>
                  <a:lnTo>
                    <a:pt x="5080" y="36830"/>
                  </a:lnTo>
                  <a:lnTo>
                    <a:pt x="5080" y="38100"/>
                  </a:lnTo>
                  <a:lnTo>
                    <a:pt x="2540" y="38100"/>
                  </a:lnTo>
                  <a:lnTo>
                    <a:pt x="2540" y="39497"/>
                  </a:lnTo>
                  <a:lnTo>
                    <a:pt x="1270" y="39497"/>
                  </a:lnTo>
                  <a:lnTo>
                    <a:pt x="1270" y="40640"/>
                  </a:lnTo>
                  <a:lnTo>
                    <a:pt x="0" y="40640"/>
                  </a:lnTo>
                  <a:lnTo>
                    <a:pt x="0" y="41910"/>
                  </a:lnTo>
                  <a:lnTo>
                    <a:pt x="245110" y="41910"/>
                  </a:lnTo>
                  <a:lnTo>
                    <a:pt x="245110" y="40767"/>
                  </a:lnTo>
                  <a:lnTo>
                    <a:pt x="245110" y="40640"/>
                  </a:lnTo>
                  <a:close/>
                </a:path>
              </a:pathLst>
            </a:custGeom>
            <a:solidFill>
              <a:srgbClr val="10101C"/>
            </a:solidFill>
          </p:spPr>
          <p:txBody>
            <a:bodyPr wrap="square" lIns="0" tIns="0" rIns="0" bIns="0" rtlCol="0"/>
            <a:lstStyle/>
            <a:p/>
          </p:txBody>
        </p:sp>
        <p:sp>
          <p:nvSpPr>
            <p:cNvPr id="653" name="object 653"/>
            <p:cNvSpPr/>
            <p:nvPr/>
          </p:nvSpPr>
          <p:spPr>
            <a:xfrm>
              <a:off x="5859780" y="1101089"/>
              <a:ext cx="279400" cy="21590"/>
            </a:xfrm>
            <a:custGeom>
              <a:avLst/>
              <a:gdLst/>
              <a:ahLst/>
              <a:cxnLst/>
              <a:rect l="l" t="t" r="r" b="b"/>
              <a:pathLst>
                <a:path w="279400" h="21590">
                  <a:moveTo>
                    <a:pt x="267970" y="5080"/>
                  </a:moveTo>
                  <a:lnTo>
                    <a:pt x="266700" y="5080"/>
                  </a:lnTo>
                  <a:lnTo>
                    <a:pt x="266700" y="3937"/>
                  </a:lnTo>
                  <a:lnTo>
                    <a:pt x="265430" y="3937"/>
                  </a:lnTo>
                  <a:lnTo>
                    <a:pt x="265430" y="2540"/>
                  </a:lnTo>
                  <a:lnTo>
                    <a:pt x="264160" y="2540"/>
                  </a:lnTo>
                  <a:lnTo>
                    <a:pt x="264160" y="1270"/>
                  </a:lnTo>
                  <a:lnTo>
                    <a:pt x="264160" y="127"/>
                  </a:lnTo>
                  <a:lnTo>
                    <a:pt x="262890" y="127"/>
                  </a:lnTo>
                  <a:lnTo>
                    <a:pt x="262890" y="0"/>
                  </a:lnTo>
                  <a:lnTo>
                    <a:pt x="17780" y="0"/>
                  </a:lnTo>
                  <a:lnTo>
                    <a:pt x="17780" y="127"/>
                  </a:lnTo>
                  <a:lnTo>
                    <a:pt x="16510" y="127"/>
                  </a:lnTo>
                  <a:lnTo>
                    <a:pt x="16510" y="1270"/>
                  </a:lnTo>
                  <a:lnTo>
                    <a:pt x="15240" y="1270"/>
                  </a:lnTo>
                  <a:lnTo>
                    <a:pt x="15240" y="2540"/>
                  </a:lnTo>
                  <a:lnTo>
                    <a:pt x="13970" y="2540"/>
                  </a:lnTo>
                  <a:lnTo>
                    <a:pt x="13970" y="3937"/>
                  </a:lnTo>
                  <a:lnTo>
                    <a:pt x="12700" y="3937"/>
                  </a:lnTo>
                  <a:lnTo>
                    <a:pt x="12700" y="5080"/>
                  </a:lnTo>
                  <a:lnTo>
                    <a:pt x="11430" y="5080"/>
                  </a:lnTo>
                  <a:lnTo>
                    <a:pt x="11430" y="6350"/>
                  </a:lnTo>
                  <a:lnTo>
                    <a:pt x="267970" y="6350"/>
                  </a:lnTo>
                  <a:lnTo>
                    <a:pt x="267970" y="5207"/>
                  </a:lnTo>
                  <a:lnTo>
                    <a:pt x="267970" y="5080"/>
                  </a:lnTo>
                  <a:close/>
                </a:path>
                <a:path w="279400" h="21590">
                  <a:moveTo>
                    <a:pt x="274320" y="11430"/>
                  </a:moveTo>
                  <a:lnTo>
                    <a:pt x="273050" y="11430"/>
                  </a:lnTo>
                  <a:lnTo>
                    <a:pt x="273050" y="10160"/>
                  </a:lnTo>
                  <a:lnTo>
                    <a:pt x="271780" y="10160"/>
                  </a:lnTo>
                  <a:lnTo>
                    <a:pt x="271780" y="8890"/>
                  </a:lnTo>
                  <a:lnTo>
                    <a:pt x="270510" y="8890"/>
                  </a:lnTo>
                  <a:lnTo>
                    <a:pt x="270510" y="7747"/>
                  </a:lnTo>
                  <a:lnTo>
                    <a:pt x="270510" y="7620"/>
                  </a:lnTo>
                  <a:lnTo>
                    <a:pt x="269227" y="7620"/>
                  </a:lnTo>
                  <a:lnTo>
                    <a:pt x="269227" y="6477"/>
                  </a:lnTo>
                  <a:lnTo>
                    <a:pt x="10160" y="6477"/>
                  </a:lnTo>
                  <a:lnTo>
                    <a:pt x="10160" y="7620"/>
                  </a:lnTo>
                  <a:lnTo>
                    <a:pt x="8890" y="7620"/>
                  </a:lnTo>
                  <a:lnTo>
                    <a:pt x="8890" y="8890"/>
                  </a:lnTo>
                  <a:lnTo>
                    <a:pt x="7620" y="8890"/>
                  </a:lnTo>
                  <a:lnTo>
                    <a:pt x="7620" y="10160"/>
                  </a:lnTo>
                  <a:lnTo>
                    <a:pt x="7620" y="11430"/>
                  </a:lnTo>
                  <a:lnTo>
                    <a:pt x="6350" y="11430"/>
                  </a:lnTo>
                  <a:lnTo>
                    <a:pt x="6350" y="12700"/>
                  </a:lnTo>
                  <a:lnTo>
                    <a:pt x="274320" y="12700"/>
                  </a:lnTo>
                  <a:lnTo>
                    <a:pt x="274320" y="11557"/>
                  </a:lnTo>
                  <a:lnTo>
                    <a:pt x="274320" y="11430"/>
                  </a:lnTo>
                  <a:close/>
                </a:path>
                <a:path w="279400" h="21590">
                  <a:moveTo>
                    <a:pt x="276860" y="15240"/>
                  </a:moveTo>
                  <a:lnTo>
                    <a:pt x="275577" y="15240"/>
                  </a:lnTo>
                  <a:lnTo>
                    <a:pt x="275577" y="13970"/>
                  </a:lnTo>
                  <a:lnTo>
                    <a:pt x="275590" y="12827"/>
                  </a:lnTo>
                  <a:lnTo>
                    <a:pt x="5080" y="12827"/>
                  </a:lnTo>
                  <a:lnTo>
                    <a:pt x="5080" y="13970"/>
                  </a:lnTo>
                  <a:lnTo>
                    <a:pt x="3810" y="13970"/>
                  </a:lnTo>
                  <a:lnTo>
                    <a:pt x="3810" y="15240"/>
                  </a:lnTo>
                  <a:lnTo>
                    <a:pt x="3810" y="16510"/>
                  </a:lnTo>
                  <a:lnTo>
                    <a:pt x="2540" y="16510"/>
                  </a:lnTo>
                  <a:lnTo>
                    <a:pt x="2540" y="17780"/>
                  </a:lnTo>
                  <a:lnTo>
                    <a:pt x="276860" y="17780"/>
                  </a:lnTo>
                  <a:lnTo>
                    <a:pt x="276860" y="16510"/>
                  </a:lnTo>
                  <a:lnTo>
                    <a:pt x="276860" y="15240"/>
                  </a:lnTo>
                  <a:close/>
                </a:path>
                <a:path w="279400" h="21590">
                  <a:moveTo>
                    <a:pt x="279400" y="20320"/>
                  </a:moveTo>
                  <a:lnTo>
                    <a:pt x="278130" y="20320"/>
                  </a:lnTo>
                  <a:lnTo>
                    <a:pt x="278130" y="17907"/>
                  </a:lnTo>
                  <a:lnTo>
                    <a:pt x="1270" y="17907"/>
                  </a:lnTo>
                  <a:lnTo>
                    <a:pt x="1270" y="20320"/>
                  </a:lnTo>
                  <a:lnTo>
                    <a:pt x="0" y="20320"/>
                  </a:lnTo>
                  <a:lnTo>
                    <a:pt x="0" y="21590"/>
                  </a:lnTo>
                  <a:lnTo>
                    <a:pt x="279400" y="21590"/>
                  </a:lnTo>
                  <a:lnTo>
                    <a:pt x="279400" y="20447"/>
                  </a:lnTo>
                  <a:lnTo>
                    <a:pt x="279400" y="20320"/>
                  </a:lnTo>
                  <a:close/>
                </a:path>
              </a:pathLst>
            </a:custGeom>
            <a:solidFill>
              <a:srgbClr val="11111D"/>
            </a:solidFill>
          </p:spPr>
          <p:txBody>
            <a:bodyPr wrap="square" lIns="0" tIns="0" rIns="0" bIns="0" rtlCol="0"/>
            <a:lstStyle/>
            <a:p/>
          </p:txBody>
        </p:sp>
        <p:sp>
          <p:nvSpPr>
            <p:cNvPr id="654" name="object 654"/>
            <p:cNvSpPr/>
            <p:nvPr/>
          </p:nvSpPr>
          <p:spPr>
            <a:xfrm>
              <a:off x="5845810" y="1122679"/>
              <a:ext cx="306070" cy="21590"/>
            </a:xfrm>
            <a:custGeom>
              <a:avLst/>
              <a:gdLst/>
              <a:ahLst/>
              <a:cxnLst/>
              <a:rect l="l" t="t" r="r" b="b"/>
              <a:pathLst>
                <a:path w="306070" h="21590">
                  <a:moveTo>
                    <a:pt x="295897" y="2540"/>
                  </a:moveTo>
                  <a:lnTo>
                    <a:pt x="294640" y="2540"/>
                  </a:lnTo>
                  <a:lnTo>
                    <a:pt x="294640" y="1270"/>
                  </a:lnTo>
                  <a:lnTo>
                    <a:pt x="294640" y="0"/>
                  </a:lnTo>
                  <a:lnTo>
                    <a:pt x="12700" y="0"/>
                  </a:lnTo>
                  <a:lnTo>
                    <a:pt x="12700" y="1270"/>
                  </a:lnTo>
                  <a:lnTo>
                    <a:pt x="11430" y="1270"/>
                  </a:lnTo>
                  <a:lnTo>
                    <a:pt x="11430" y="2540"/>
                  </a:lnTo>
                  <a:lnTo>
                    <a:pt x="11430" y="3810"/>
                  </a:lnTo>
                  <a:lnTo>
                    <a:pt x="295897" y="3810"/>
                  </a:lnTo>
                  <a:lnTo>
                    <a:pt x="295897" y="2540"/>
                  </a:lnTo>
                  <a:close/>
                </a:path>
                <a:path w="306070" h="21590">
                  <a:moveTo>
                    <a:pt x="300990" y="10160"/>
                  </a:moveTo>
                  <a:lnTo>
                    <a:pt x="299720" y="10160"/>
                  </a:lnTo>
                  <a:lnTo>
                    <a:pt x="299720" y="8890"/>
                  </a:lnTo>
                  <a:lnTo>
                    <a:pt x="299720" y="7620"/>
                  </a:lnTo>
                  <a:lnTo>
                    <a:pt x="298437" y="7620"/>
                  </a:lnTo>
                  <a:lnTo>
                    <a:pt x="298437" y="6350"/>
                  </a:lnTo>
                  <a:lnTo>
                    <a:pt x="297180" y="6350"/>
                  </a:lnTo>
                  <a:lnTo>
                    <a:pt x="297180" y="5080"/>
                  </a:lnTo>
                  <a:lnTo>
                    <a:pt x="297180" y="3937"/>
                  </a:lnTo>
                  <a:lnTo>
                    <a:pt x="10160" y="3937"/>
                  </a:lnTo>
                  <a:lnTo>
                    <a:pt x="10160" y="5080"/>
                  </a:lnTo>
                  <a:lnTo>
                    <a:pt x="8890" y="5080"/>
                  </a:lnTo>
                  <a:lnTo>
                    <a:pt x="8890" y="6350"/>
                  </a:lnTo>
                  <a:lnTo>
                    <a:pt x="7620" y="6350"/>
                  </a:lnTo>
                  <a:lnTo>
                    <a:pt x="7620" y="7620"/>
                  </a:lnTo>
                  <a:lnTo>
                    <a:pt x="7620" y="8890"/>
                  </a:lnTo>
                  <a:lnTo>
                    <a:pt x="6350" y="8890"/>
                  </a:lnTo>
                  <a:lnTo>
                    <a:pt x="6350" y="10160"/>
                  </a:lnTo>
                  <a:lnTo>
                    <a:pt x="6350" y="11430"/>
                  </a:lnTo>
                  <a:lnTo>
                    <a:pt x="5080" y="11430"/>
                  </a:lnTo>
                  <a:lnTo>
                    <a:pt x="5080" y="12700"/>
                  </a:lnTo>
                  <a:lnTo>
                    <a:pt x="300990" y="12700"/>
                  </a:lnTo>
                  <a:lnTo>
                    <a:pt x="300990" y="11430"/>
                  </a:lnTo>
                  <a:lnTo>
                    <a:pt x="300990" y="10160"/>
                  </a:lnTo>
                  <a:close/>
                </a:path>
                <a:path w="306070" h="21590">
                  <a:moveTo>
                    <a:pt x="306070" y="20320"/>
                  </a:moveTo>
                  <a:lnTo>
                    <a:pt x="304787" y="20320"/>
                  </a:lnTo>
                  <a:lnTo>
                    <a:pt x="304787" y="17780"/>
                  </a:lnTo>
                  <a:lnTo>
                    <a:pt x="303530" y="17780"/>
                  </a:lnTo>
                  <a:lnTo>
                    <a:pt x="303530" y="15240"/>
                  </a:lnTo>
                  <a:lnTo>
                    <a:pt x="302260" y="15240"/>
                  </a:lnTo>
                  <a:lnTo>
                    <a:pt x="302260" y="12712"/>
                  </a:lnTo>
                  <a:lnTo>
                    <a:pt x="3810" y="12712"/>
                  </a:lnTo>
                  <a:lnTo>
                    <a:pt x="3810" y="15240"/>
                  </a:lnTo>
                  <a:lnTo>
                    <a:pt x="2540" y="15240"/>
                  </a:lnTo>
                  <a:lnTo>
                    <a:pt x="2540" y="17780"/>
                  </a:lnTo>
                  <a:lnTo>
                    <a:pt x="1270" y="17780"/>
                  </a:lnTo>
                  <a:lnTo>
                    <a:pt x="1270" y="20320"/>
                  </a:lnTo>
                  <a:lnTo>
                    <a:pt x="0" y="20320"/>
                  </a:lnTo>
                  <a:lnTo>
                    <a:pt x="0" y="21590"/>
                  </a:lnTo>
                  <a:lnTo>
                    <a:pt x="306070" y="21590"/>
                  </a:lnTo>
                  <a:lnTo>
                    <a:pt x="306070" y="20320"/>
                  </a:lnTo>
                  <a:close/>
                </a:path>
              </a:pathLst>
            </a:custGeom>
            <a:solidFill>
              <a:srgbClr val="11111E"/>
            </a:solidFill>
          </p:spPr>
          <p:txBody>
            <a:bodyPr wrap="square" lIns="0" tIns="0" rIns="0" bIns="0" rtlCol="0"/>
            <a:lstStyle/>
            <a:p/>
          </p:txBody>
        </p:sp>
        <p:sp>
          <p:nvSpPr>
            <p:cNvPr id="655" name="object 655"/>
            <p:cNvSpPr/>
            <p:nvPr/>
          </p:nvSpPr>
          <p:spPr>
            <a:xfrm>
              <a:off x="5836920" y="1144269"/>
              <a:ext cx="323850" cy="21590"/>
            </a:xfrm>
            <a:custGeom>
              <a:avLst/>
              <a:gdLst/>
              <a:ahLst/>
              <a:cxnLst/>
              <a:rect l="l" t="t" r="r" b="b"/>
              <a:pathLst>
                <a:path w="323850" h="21590">
                  <a:moveTo>
                    <a:pt x="323850" y="19050"/>
                  </a:moveTo>
                  <a:lnTo>
                    <a:pt x="323837" y="17780"/>
                  </a:lnTo>
                  <a:lnTo>
                    <a:pt x="322580" y="17780"/>
                  </a:lnTo>
                  <a:lnTo>
                    <a:pt x="322580" y="15240"/>
                  </a:lnTo>
                  <a:lnTo>
                    <a:pt x="321310" y="15240"/>
                  </a:lnTo>
                  <a:lnTo>
                    <a:pt x="321310" y="12700"/>
                  </a:lnTo>
                  <a:lnTo>
                    <a:pt x="321310" y="11430"/>
                  </a:lnTo>
                  <a:lnTo>
                    <a:pt x="320027" y="11430"/>
                  </a:lnTo>
                  <a:lnTo>
                    <a:pt x="320027" y="10160"/>
                  </a:lnTo>
                  <a:lnTo>
                    <a:pt x="320040" y="8890"/>
                  </a:lnTo>
                  <a:lnTo>
                    <a:pt x="318770" y="8890"/>
                  </a:lnTo>
                  <a:lnTo>
                    <a:pt x="318770" y="7620"/>
                  </a:lnTo>
                  <a:lnTo>
                    <a:pt x="318770" y="6350"/>
                  </a:lnTo>
                  <a:lnTo>
                    <a:pt x="317500" y="6350"/>
                  </a:lnTo>
                  <a:lnTo>
                    <a:pt x="317500" y="3810"/>
                  </a:lnTo>
                  <a:lnTo>
                    <a:pt x="316230" y="3810"/>
                  </a:lnTo>
                  <a:lnTo>
                    <a:pt x="316230" y="1270"/>
                  </a:lnTo>
                  <a:lnTo>
                    <a:pt x="314960" y="1270"/>
                  </a:lnTo>
                  <a:lnTo>
                    <a:pt x="314960" y="0"/>
                  </a:lnTo>
                  <a:lnTo>
                    <a:pt x="8890" y="0"/>
                  </a:lnTo>
                  <a:lnTo>
                    <a:pt x="8890" y="1270"/>
                  </a:lnTo>
                  <a:lnTo>
                    <a:pt x="7620" y="1270"/>
                  </a:lnTo>
                  <a:lnTo>
                    <a:pt x="7620" y="3810"/>
                  </a:lnTo>
                  <a:lnTo>
                    <a:pt x="6350" y="3810"/>
                  </a:lnTo>
                  <a:lnTo>
                    <a:pt x="6350" y="6350"/>
                  </a:lnTo>
                  <a:lnTo>
                    <a:pt x="6350" y="7620"/>
                  </a:lnTo>
                  <a:lnTo>
                    <a:pt x="5080" y="7620"/>
                  </a:lnTo>
                  <a:lnTo>
                    <a:pt x="5080" y="8890"/>
                  </a:lnTo>
                  <a:lnTo>
                    <a:pt x="5080" y="10160"/>
                  </a:lnTo>
                  <a:lnTo>
                    <a:pt x="3810" y="10160"/>
                  </a:lnTo>
                  <a:lnTo>
                    <a:pt x="3810" y="11430"/>
                  </a:lnTo>
                  <a:lnTo>
                    <a:pt x="3810" y="12700"/>
                  </a:lnTo>
                  <a:lnTo>
                    <a:pt x="2540" y="12700"/>
                  </a:lnTo>
                  <a:lnTo>
                    <a:pt x="2540" y="15240"/>
                  </a:lnTo>
                  <a:lnTo>
                    <a:pt x="1270" y="15240"/>
                  </a:lnTo>
                  <a:lnTo>
                    <a:pt x="1270" y="17780"/>
                  </a:lnTo>
                  <a:lnTo>
                    <a:pt x="1270" y="19050"/>
                  </a:lnTo>
                  <a:lnTo>
                    <a:pt x="0" y="19050"/>
                  </a:lnTo>
                  <a:lnTo>
                    <a:pt x="0" y="21590"/>
                  </a:lnTo>
                  <a:lnTo>
                    <a:pt x="323850" y="21590"/>
                  </a:lnTo>
                  <a:lnTo>
                    <a:pt x="323850" y="19050"/>
                  </a:lnTo>
                  <a:close/>
                </a:path>
              </a:pathLst>
            </a:custGeom>
            <a:solidFill>
              <a:srgbClr val="12121F"/>
            </a:solidFill>
          </p:spPr>
          <p:txBody>
            <a:bodyPr wrap="square" lIns="0" tIns="0" rIns="0" bIns="0" rtlCol="0"/>
            <a:lstStyle/>
            <a:p/>
          </p:txBody>
        </p:sp>
        <p:sp>
          <p:nvSpPr>
            <p:cNvPr id="656" name="object 656"/>
            <p:cNvSpPr/>
            <p:nvPr/>
          </p:nvSpPr>
          <p:spPr>
            <a:xfrm>
              <a:off x="5829300" y="1165859"/>
              <a:ext cx="339090" cy="21590"/>
            </a:xfrm>
            <a:custGeom>
              <a:avLst/>
              <a:gdLst/>
              <a:ahLst/>
              <a:cxnLst/>
              <a:rect l="l" t="t" r="r" b="b"/>
              <a:pathLst>
                <a:path w="339089" h="21590">
                  <a:moveTo>
                    <a:pt x="339090" y="19050"/>
                  </a:moveTo>
                  <a:lnTo>
                    <a:pt x="337820" y="19050"/>
                  </a:lnTo>
                  <a:lnTo>
                    <a:pt x="337820" y="15240"/>
                  </a:lnTo>
                  <a:lnTo>
                    <a:pt x="336550" y="15240"/>
                  </a:lnTo>
                  <a:lnTo>
                    <a:pt x="336550" y="11430"/>
                  </a:lnTo>
                  <a:lnTo>
                    <a:pt x="335280" y="11430"/>
                  </a:lnTo>
                  <a:lnTo>
                    <a:pt x="335280" y="10160"/>
                  </a:lnTo>
                  <a:lnTo>
                    <a:pt x="335280" y="7620"/>
                  </a:lnTo>
                  <a:lnTo>
                    <a:pt x="334010" y="7620"/>
                  </a:lnTo>
                  <a:lnTo>
                    <a:pt x="334010" y="6350"/>
                  </a:lnTo>
                  <a:lnTo>
                    <a:pt x="333997" y="3810"/>
                  </a:lnTo>
                  <a:lnTo>
                    <a:pt x="332740" y="3810"/>
                  </a:lnTo>
                  <a:lnTo>
                    <a:pt x="332740" y="0"/>
                  </a:lnTo>
                  <a:lnTo>
                    <a:pt x="6350" y="0"/>
                  </a:lnTo>
                  <a:lnTo>
                    <a:pt x="6350" y="3810"/>
                  </a:lnTo>
                  <a:lnTo>
                    <a:pt x="5080" y="3810"/>
                  </a:lnTo>
                  <a:lnTo>
                    <a:pt x="5080" y="6350"/>
                  </a:lnTo>
                  <a:lnTo>
                    <a:pt x="3810" y="6350"/>
                  </a:lnTo>
                  <a:lnTo>
                    <a:pt x="3810" y="7620"/>
                  </a:lnTo>
                  <a:lnTo>
                    <a:pt x="3810" y="10160"/>
                  </a:lnTo>
                  <a:lnTo>
                    <a:pt x="2540" y="10160"/>
                  </a:lnTo>
                  <a:lnTo>
                    <a:pt x="2540" y="11430"/>
                  </a:lnTo>
                  <a:lnTo>
                    <a:pt x="2540" y="15240"/>
                  </a:lnTo>
                  <a:lnTo>
                    <a:pt x="1270" y="15240"/>
                  </a:lnTo>
                  <a:lnTo>
                    <a:pt x="1270" y="19050"/>
                  </a:lnTo>
                  <a:lnTo>
                    <a:pt x="0" y="19050"/>
                  </a:lnTo>
                  <a:lnTo>
                    <a:pt x="0" y="21590"/>
                  </a:lnTo>
                  <a:lnTo>
                    <a:pt x="339090" y="21590"/>
                  </a:lnTo>
                  <a:lnTo>
                    <a:pt x="339090" y="19050"/>
                  </a:lnTo>
                  <a:close/>
                </a:path>
              </a:pathLst>
            </a:custGeom>
            <a:solidFill>
              <a:srgbClr val="121220"/>
            </a:solidFill>
          </p:spPr>
          <p:txBody>
            <a:bodyPr wrap="square" lIns="0" tIns="0" rIns="0" bIns="0" rtlCol="0"/>
            <a:lstStyle/>
            <a:p/>
          </p:txBody>
        </p:sp>
        <p:sp>
          <p:nvSpPr>
            <p:cNvPr id="657" name="object 657"/>
            <p:cNvSpPr/>
            <p:nvPr/>
          </p:nvSpPr>
          <p:spPr>
            <a:xfrm>
              <a:off x="5825490" y="1187449"/>
              <a:ext cx="349250" cy="20320"/>
            </a:xfrm>
            <a:custGeom>
              <a:avLst/>
              <a:gdLst/>
              <a:ahLst/>
              <a:cxnLst/>
              <a:rect l="l" t="t" r="r" b="b"/>
              <a:pathLst>
                <a:path w="349250" h="20319">
                  <a:moveTo>
                    <a:pt x="349250" y="19050"/>
                  </a:moveTo>
                  <a:lnTo>
                    <a:pt x="347967" y="19050"/>
                  </a:lnTo>
                  <a:lnTo>
                    <a:pt x="347967" y="16510"/>
                  </a:lnTo>
                  <a:lnTo>
                    <a:pt x="347980" y="15240"/>
                  </a:lnTo>
                  <a:lnTo>
                    <a:pt x="346710" y="15240"/>
                  </a:lnTo>
                  <a:lnTo>
                    <a:pt x="346710" y="10160"/>
                  </a:lnTo>
                  <a:lnTo>
                    <a:pt x="345440" y="10160"/>
                  </a:lnTo>
                  <a:lnTo>
                    <a:pt x="345440" y="6350"/>
                  </a:lnTo>
                  <a:lnTo>
                    <a:pt x="344157" y="6350"/>
                  </a:lnTo>
                  <a:lnTo>
                    <a:pt x="344157" y="2540"/>
                  </a:lnTo>
                  <a:lnTo>
                    <a:pt x="342900" y="2540"/>
                  </a:lnTo>
                  <a:lnTo>
                    <a:pt x="342900" y="0"/>
                  </a:lnTo>
                  <a:lnTo>
                    <a:pt x="3810" y="0"/>
                  </a:lnTo>
                  <a:lnTo>
                    <a:pt x="3810" y="2540"/>
                  </a:lnTo>
                  <a:lnTo>
                    <a:pt x="2540" y="2540"/>
                  </a:lnTo>
                  <a:lnTo>
                    <a:pt x="2540" y="6350"/>
                  </a:lnTo>
                  <a:lnTo>
                    <a:pt x="2540" y="10160"/>
                  </a:lnTo>
                  <a:lnTo>
                    <a:pt x="1270" y="10160"/>
                  </a:lnTo>
                  <a:lnTo>
                    <a:pt x="1270" y="15240"/>
                  </a:lnTo>
                  <a:lnTo>
                    <a:pt x="1270" y="16510"/>
                  </a:lnTo>
                  <a:lnTo>
                    <a:pt x="0" y="16510"/>
                  </a:lnTo>
                  <a:lnTo>
                    <a:pt x="0" y="19050"/>
                  </a:lnTo>
                  <a:lnTo>
                    <a:pt x="0" y="20320"/>
                  </a:lnTo>
                  <a:lnTo>
                    <a:pt x="349250" y="20320"/>
                  </a:lnTo>
                  <a:lnTo>
                    <a:pt x="349250" y="19050"/>
                  </a:lnTo>
                  <a:close/>
                </a:path>
              </a:pathLst>
            </a:custGeom>
            <a:solidFill>
              <a:srgbClr val="131321"/>
            </a:solidFill>
          </p:spPr>
          <p:txBody>
            <a:bodyPr wrap="square" lIns="0" tIns="0" rIns="0" bIns="0" rtlCol="0"/>
            <a:lstStyle/>
            <a:p/>
          </p:txBody>
        </p:sp>
        <p:sp>
          <p:nvSpPr>
            <p:cNvPr id="658" name="object 658"/>
            <p:cNvSpPr/>
            <p:nvPr/>
          </p:nvSpPr>
          <p:spPr>
            <a:xfrm>
              <a:off x="5822950" y="1207769"/>
              <a:ext cx="356870" cy="21590"/>
            </a:xfrm>
            <a:custGeom>
              <a:avLst/>
              <a:gdLst/>
              <a:ahLst/>
              <a:cxnLst/>
              <a:rect l="l" t="t" r="r" b="b"/>
              <a:pathLst>
                <a:path w="356870" h="21590">
                  <a:moveTo>
                    <a:pt x="356870" y="20320"/>
                  </a:moveTo>
                  <a:lnTo>
                    <a:pt x="356857" y="19050"/>
                  </a:lnTo>
                  <a:lnTo>
                    <a:pt x="356857" y="17780"/>
                  </a:lnTo>
                  <a:lnTo>
                    <a:pt x="355600" y="17780"/>
                  </a:lnTo>
                  <a:lnTo>
                    <a:pt x="355600" y="16510"/>
                  </a:lnTo>
                  <a:lnTo>
                    <a:pt x="355600" y="15240"/>
                  </a:lnTo>
                  <a:lnTo>
                    <a:pt x="355600" y="13970"/>
                  </a:lnTo>
                  <a:lnTo>
                    <a:pt x="355600" y="12700"/>
                  </a:lnTo>
                  <a:lnTo>
                    <a:pt x="354330" y="12700"/>
                  </a:lnTo>
                  <a:lnTo>
                    <a:pt x="354330" y="7620"/>
                  </a:lnTo>
                  <a:lnTo>
                    <a:pt x="353060" y="7620"/>
                  </a:lnTo>
                  <a:lnTo>
                    <a:pt x="353060" y="3810"/>
                  </a:lnTo>
                  <a:lnTo>
                    <a:pt x="351790" y="3810"/>
                  </a:lnTo>
                  <a:lnTo>
                    <a:pt x="351790" y="0"/>
                  </a:lnTo>
                  <a:lnTo>
                    <a:pt x="2540" y="0"/>
                  </a:lnTo>
                  <a:lnTo>
                    <a:pt x="2540" y="3810"/>
                  </a:lnTo>
                  <a:lnTo>
                    <a:pt x="1270" y="3810"/>
                  </a:lnTo>
                  <a:lnTo>
                    <a:pt x="1270" y="7620"/>
                  </a:lnTo>
                  <a:lnTo>
                    <a:pt x="1270" y="12700"/>
                  </a:lnTo>
                  <a:lnTo>
                    <a:pt x="1270" y="13970"/>
                  </a:lnTo>
                  <a:lnTo>
                    <a:pt x="0" y="13970"/>
                  </a:lnTo>
                  <a:lnTo>
                    <a:pt x="0" y="21590"/>
                  </a:lnTo>
                  <a:lnTo>
                    <a:pt x="146050" y="21590"/>
                  </a:lnTo>
                  <a:lnTo>
                    <a:pt x="146050" y="20320"/>
                  </a:lnTo>
                  <a:lnTo>
                    <a:pt x="147320" y="20320"/>
                  </a:lnTo>
                  <a:lnTo>
                    <a:pt x="147320" y="17780"/>
                  </a:lnTo>
                  <a:lnTo>
                    <a:pt x="149860" y="17780"/>
                  </a:lnTo>
                  <a:lnTo>
                    <a:pt x="149860" y="16510"/>
                  </a:lnTo>
                  <a:lnTo>
                    <a:pt x="152400" y="16510"/>
                  </a:lnTo>
                  <a:lnTo>
                    <a:pt x="152400" y="15240"/>
                  </a:lnTo>
                  <a:lnTo>
                    <a:pt x="154940" y="15240"/>
                  </a:lnTo>
                  <a:lnTo>
                    <a:pt x="154940" y="13970"/>
                  </a:lnTo>
                  <a:lnTo>
                    <a:pt x="161290" y="13970"/>
                  </a:lnTo>
                  <a:lnTo>
                    <a:pt x="161290" y="12700"/>
                  </a:lnTo>
                  <a:lnTo>
                    <a:pt x="172720" y="12700"/>
                  </a:lnTo>
                  <a:lnTo>
                    <a:pt x="172720" y="13970"/>
                  </a:lnTo>
                  <a:lnTo>
                    <a:pt x="176530" y="13970"/>
                  </a:lnTo>
                  <a:lnTo>
                    <a:pt x="176530" y="15240"/>
                  </a:lnTo>
                  <a:lnTo>
                    <a:pt x="184150" y="15240"/>
                  </a:lnTo>
                  <a:lnTo>
                    <a:pt x="184150" y="16510"/>
                  </a:lnTo>
                  <a:lnTo>
                    <a:pt x="187960" y="16510"/>
                  </a:lnTo>
                  <a:lnTo>
                    <a:pt x="187960" y="17780"/>
                  </a:lnTo>
                  <a:lnTo>
                    <a:pt x="189230" y="17780"/>
                  </a:lnTo>
                  <a:lnTo>
                    <a:pt x="189230" y="19050"/>
                  </a:lnTo>
                  <a:lnTo>
                    <a:pt x="190500" y="19050"/>
                  </a:lnTo>
                  <a:lnTo>
                    <a:pt x="190500" y="20320"/>
                  </a:lnTo>
                  <a:lnTo>
                    <a:pt x="191770" y="20320"/>
                  </a:lnTo>
                  <a:lnTo>
                    <a:pt x="191770" y="21590"/>
                  </a:lnTo>
                  <a:lnTo>
                    <a:pt x="356870" y="21590"/>
                  </a:lnTo>
                  <a:lnTo>
                    <a:pt x="356870" y="20320"/>
                  </a:lnTo>
                  <a:close/>
                </a:path>
              </a:pathLst>
            </a:custGeom>
            <a:solidFill>
              <a:srgbClr val="141422"/>
            </a:solidFill>
          </p:spPr>
          <p:txBody>
            <a:bodyPr wrap="square" lIns="0" tIns="0" rIns="0" bIns="0" rtlCol="0"/>
            <a:lstStyle/>
            <a:p/>
          </p:txBody>
        </p:sp>
        <p:sp>
          <p:nvSpPr>
            <p:cNvPr id="659" name="object 659"/>
            <p:cNvSpPr/>
            <p:nvPr/>
          </p:nvSpPr>
          <p:spPr>
            <a:xfrm>
              <a:off x="5821680" y="1229359"/>
              <a:ext cx="363220" cy="21590"/>
            </a:xfrm>
            <a:custGeom>
              <a:avLst/>
              <a:gdLst/>
              <a:ahLst/>
              <a:cxnLst/>
              <a:rect l="l" t="t" r="r" b="b"/>
              <a:pathLst>
                <a:path w="363220" h="21590">
                  <a:moveTo>
                    <a:pt x="144767" y="20320"/>
                  </a:moveTo>
                  <a:lnTo>
                    <a:pt x="143510" y="20320"/>
                  </a:lnTo>
                  <a:lnTo>
                    <a:pt x="143510" y="16510"/>
                  </a:lnTo>
                  <a:lnTo>
                    <a:pt x="143510" y="14097"/>
                  </a:lnTo>
                  <a:lnTo>
                    <a:pt x="0" y="14097"/>
                  </a:lnTo>
                  <a:lnTo>
                    <a:pt x="0" y="16510"/>
                  </a:lnTo>
                  <a:lnTo>
                    <a:pt x="0" y="20320"/>
                  </a:lnTo>
                  <a:lnTo>
                    <a:pt x="0" y="21590"/>
                  </a:lnTo>
                  <a:lnTo>
                    <a:pt x="144767" y="21590"/>
                  </a:lnTo>
                  <a:lnTo>
                    <a:pt x="144767" y="20320"/>
                  </a:lnTo>
                  <a:close/>
                </a:path>
                <a:path w="363220" h="21590">
                  <a:moveTo>
                    <a:pt x="146050" y="0"/>
                  </a:moveTo>
                  <a:lnTo>
                    <a:pt x="1270" y="0"/>
                  </a:lnTo>
                  <a:lnTo>
                    <a:pt x="1270" y="2540"/>
                  </a:lnTo>
                  <a:lnTo>
                    <a:pt x="1270" y="5080"/>
                  </a:lnTo>
                  <a:lnTo>
                    <a:pt x="1270" y="7620"/>
                  </a:lnTo>
                  <a:lnTo>
                    <a:pt x="0" y="7620"/>
                  </a:lnTo>
                  <a:lnTo>
                    <a:pt x="0" y="13970"/>
                  </a:lnTo>
                  <a:lnTo>
                    <a:pt x="143510" y="13970"/>
                  </a:lnTo>
                  <a:lnTo>
                    <a:pt x="143510" y="7620"/>
                  </a:lnTo>
                  <a:lnTo>
                    <a:pt x="143510" y="5080"/>
                  </a:lnTo>
                  <a:lnTo>
                    <a:pt x="144780" y="5080"/>
                  </a:lnTo>
                  <a:lnTo>
                    <a:pt x="144780" y="2540"/>
                  </a:lnTo>
                  <a:lnTo>
                    <a:pt x="146050" y="2540"/>
                  </a:lnTo>
                  <a:lnTo>
                    <a:pt x="146050" y="0"/>
                  </a:lnTo>
                  <a:close/>
                </a:path>
                <a:path w="363220" h="21590">
                  <a:moveTo>
                    <a:pt x="361950" y="11430"/>
                  </a:moveTo>
                  <a:lnTo>
                    <a:pt x="360680" y="11430"/>
                  </a:lnTo>
                  <a:lnTo>
                    <a:pt x="360680" y="7620"/>
                  </a:lnTo>
                  <a:lnTo>
                    <a:pt x="360680" y="6350"/>
                  </a:lnTo>
                  <a:lnTo>
                    <a:pt x="359410" y="6350"/>
                  </a:lnTo>
                  <a:lnTo>
                    <a:pt x="359410" y="3810"/>
                  </a:lnTo>
                  <a:lnTo>
                    <a:pt x="359410" y="2540"/>
                  </a:lnTo>
                  <a:lnTo>
                    <a:pt x="359410" y="1270"/>
                  </a:lnTo>
                  <a:lnTo>
                    <a:pt x="358140" y="1270"/>
                  </a:lnTo>
                  <a:lnTo>
                    <a:pt x="358140" y="0"/>
                  </a:lnTo>
                  <a:lnTo>
                    <a:pt x="195580" y="0"/>
                  </a:lnTo>
                  <a:lnTo>
                    <a:pt x="195580" y="1270"/>
                  </a:lnTo>
                  <a:lnTo>
                    <a:pt x="196850" y="1270"/>
                  </a:lnTo>
                  <a:lnTo>
                    <a:pt x="196850" y="2540"/>
                  </a:lnTo>
                  <a:lnTo>
                    <a:pt x="198120" y="2540"/>
                  </a:lnTo>
                  <a:lnTo>
                    <a:pt x="198120" y="3810"/>
                  </a:lnTo>
                  <a:lnTo>
                    <a:pt x="199390" y="3810"/>
                  </a:lnTo>
                  <a:lnTo>
                    <a:pt x="199390" y="6350"/>
                  </a:lnTo>
                  <a:lnTo>
                    <a:pt x="200660" y="6350"/>
                  </a:lnTo>
                  <a:lnTo>
                    <a:pt x="200660" y="7620"/>
                  </a:lnTo>
                  <a:lnTo>
                    <a:pt x="201930" y="7620"/>
                  </a:lnTo>
                  <a:lnTo>
                    <a:pt x="201930" y="11430"/>
                  </a:lnTo>
                  <a:lnTo>
                    <a:pt x="203200" y="11430"/>
                  </a:lnTo>
                  <a:lnTo>
                    <a:pt x="203200" y="13970"/>
                  </a:lnTo>
                  <a:lnTo>
                    <a:pt x="361950" y="13970"/>
                  </a:lnTo>
                  <a:lnTo>
                    <a:pt x="361950" y="11430"/>
                  </a:lnTo>
                  <a:close/>
                </a:path>
                <a:path w="363220" h="21590">
                  <a:moveTo>
                    <a:pt x="363220" y="16510"/>
                  </a:moveTo>
                  <a:lnTo>
                    <a:pt x="361950" y="16510"/>
                  </a:lnTo>
                  <a:lnTo>
                    <a:pt x="361950" y="14097"/>
                  </a:lnTo>
                  <a:lnTo>
                    <a:pt x="204470" y="14097"/>
                  </a:lnTo>
                  <a:lnTo>
                    <a:pt x="204470" y="16510"/>
                  </a:lnTo>
                  <a:lnTo>
                    <a:pt x="204470" y="17780"/>
                  </a:lnTo>
                  <a:lnTo>
                    <a:pt x="205740" y="17780"/>
                  </a:lnTo>
                  <a:lnTo>
                    <a:pt x="205740" y="21590"/>
                  </a:lnTo>
                  <a:lnTo>
                    <a:pt x="363220" y="21590"/>
                  </a:lnTo>
                  <a:lnTo>
                    <a:pt x="363220" y="17780"/>
                  </a:lnTo>
                  <a:lnTo>
                    <a:pt x="363220" y="16510"/>
                  </a:lnTo>
                  <a:close/>
                </a:path>
              </a:pathLst>
            </a:custGeom>
            <a:solidFill>
              <a:srgbClr val="141423"/>
            </a:solidFill>
          </p:spPr>
          <p:txBody>
            <a:bodyPr wrap="square" lIns="0" tIns="0" rIns="0" bIns="0" rtlCol="0"/>
            <a:lstStyle/>
            <a:p/>
          </p:txBody>
        </p:sp>
        <p:sp>
          <p:nvSpPr>
            <p:cNvPr id="660" name="object 660"/>
            <p:cNvSpPr/>
            <p:nvPr/>
          </p:nvSpPr>
          <p:spPr>
            <a:xfrm>
              <a:off x="5821680" y="1250949"/>
              <a:ext cx="364490" cy="21590"/>
            </a:xfrm>
            <a:custGeom>
              <a:avLst/>
              <a:gdLst/>
              <a:ahLst/>
              <a:cxnLst/>
              <a:rect l="l" t="t" r="r" b="b"/>
              <a:pathLst>
                <a:path w="364489" h="21590">
                  <a:moveTo>
                    <a:pt x="201917" y="20320"/>
                  </a:moveTo>
                  <a:lnTo>
                    <a:pt x="198120" y="20320"/>
                  </a:lnTo>
                  <a:lnTo>
                    <a:pt x="198120" y="19050"/>
                  </a:lnTo>
                  <a:lnTo>
                    <a:pt x="189217" y="19050"/>
                  </a:lnTo>
                  <a:lnTo>
                    <a:pt x="189217" y="17780"/>
                  </a:lnTo>
                  <a:lnTo>
                    <a:pt x="184150" y="17780"/>
                  </a:lnTo>
                  <a:lnTo>
                    <a:pt x="184150" y="16510"/>
                  </a:lnTo>
                  <a:lnTo>
                    <a:pt x="180327" y="16510"/>
                  </a:lnTo>
                  <a:lnTo>
                    <a:pt x="180327" y="15240"/>
                  </a:lnTo>
                  <a:lnTo>
                    <a:pt x="172720" y="15240"/>
                  </a:lnTo>
                  <a:lnTo>
                    <a:pt x="172720" y="13970"/>
                  </a:lnTo>
                  <a:lnTo>
                    <a:pt x="167627" y="13970"/>
                  </a:lnTo>
                  <a:lnTo>
                    <a:pt x="167627" y="12700"/>
                  </a:lnTo>
                  <a:lnTo>
                    <a:pt x="165100" y="12700"/>
                  </a:lnTo>
                  <a:lnTo>
                    <a:pt x="165100" y="11430"/>
                  </a:lnTo>
                  <a:lnTo>
                    <a:pt x="161277" y="11430"/>
                  </a:lnTo>
                  <a:lnTo>
                    <a:pt x="161277" y="10160"/>
                  </a:lnTo>
                  <a:lnTo>
                    <a:pt x="160020" y="10160"/>
                  </a:lnTo>
                  <a:lnTo>
                    <a:pt x="160020" y="8890"/>
                  </a:lnTo>
                  <a:lnTo>
                    <a:pt x="156210" y="8890"/>
                  </a:lnTo>
                  <a:lnTo>
                    <a:pt x="156210" y="7620"/>
                  </a:lnTo>
                  <a:lnTo>
                    <a:pt x="154927" y="7620"/>
                  </a:lnTo>
                  <a:lnTo>
                    <a:pt x="154927" y="6350"/>
                  </a:lnTo>
                  <a:lnTo>
                    <a:pt x="152400" y="6350"/>
                  </a:lnTo>
                  <a:lnTo>
                    <a:pt x="152400" y="5080"/>
                  </a:lnTo>
                  <a:lnTo>
                    <a:pt x="148577" y="5080"/>
                  </a:lnTo>
                  <a:lnTo>
                    <a:pt x="148577" y="3810"/>
                  </a:lnTo>
                  <a:lnTo>
                    <a:pt x="148577" y="2540"/>
                  </a:lnTo>
                  <a:lnTo>
                    <a:pt x="146050" y="2540"/>
                  </a:lnTo>
                  <a:lnTo>
                    <a:pt x="146050" y="1270"/>
                  </a:lnTo>
                  <a:lnTo>
                    <a:pt x="144767" y="1270"/>
                  </a:lnTo>
                  <a:lnTo>
                    <a:pt x="144767" y="0"/>
                  </a:lnTo>
                  <a:lnTo>
                    <a:pt x="0" y="0"/>
                  </a:lnTo>
                  <a:lnTo>
                    <a:pt x="0" y="1270"/>
                  </a:lnTo>
                  <a:lnTo>
                    <a:pt x="0" y="2540"/>
                  </a:lnTo>
                  <a:lnTo>
                    <a:pt x="0" y="21590"/>
                  </a:lnTo>
                  <a:lnTo>
                    <a:pt x="201917" y="21590"/>
                  </a:lnTo>
                  <a:lnTo>
                    <a:pt x="201917" y="20320"/>
                  </a:lnTo>
                  <a:close/>
                </a:path>
                <a:path w="364489" h="21590">
                  <a:moveTo>
                    <a:pt x="261620" y="20447"/>
                  </a:moveTo>
                  <a:lnTo>
                    <a:pt x="210820" y="20447"/>
                  </a:lnTo>
                  <a:lnTo>
                    <a:pt x="210820" y="21590"/>
                  </a:lnTo>
                  <a:lnTo>
                    <a:pt x="261620" y="21590"/>
                  </a:lnTo>
                  <a:lnTo>
                    <a:pt x="261620" y="20447"/>
                  </a:lnTo>
                  <a:close/>
                </a:path>
                <a:path w="364489" h="21590">
                  <a:moveTo>
                    <a:pt x="364490" y="0"/>
                  </a:moveTo>
                  <a:lnTo>
                    <a:pt x="205740" y="0"/>
                  </a:lnTo>
                  <a:lnTo>
                    <a:pt x="205740" y="1270"/>
                  </a:lnTo>
                  <a:lnTo>
                    <a:pt x="207010" y="1270"/>
                  </a:lnTo>
                  <a:lnTo>
                    <a:pt x="207010" y="3810"/>
                  </a:lnTo>
                  <a:lnTo>
                    <a:pt x="207010" y="5080"/>
                  </a:lnTo>
                  <a:lnTo>
                    <a:pt x="207010" y="6350"/>
                  </a:lnTo>
                  <a:lnTo>
                    <a:pt x="208280" y="6350"/>
                  </a:lnTo>
                  <a:lnTo>
                    <a:pt x="208280" y="7620"/>
                  </a:lnTo>
                  <a:lnTo>
                    <a:pt x="208280" y="8890"/>
                  </a:lnTo>
                  <a:lnTo>
                    <a:pt x="208280" y="10160"/>
                  </a:lnTo>
                  <a:lnTo>
                    <a:pt x="209550" y="10160"/>
                  </a:lnTo>
                  <a:lnTo>
                    <a:pt x="209550" y="16510"/>
                  </a:lnTo>
                  <a:lnTo>
                    <a:pt x="210820" y="16510"/>
                  </a:lnTo>
                  <a:lnTo>
                    <a:pt x="210820" y="17780"/>
                  </a:lnTo>
                  <a:lnTo>
                    <a:pt x="210820" y="19050"/>
                  </a:lnTo>
                  <a:lnTo>
                    <a:pt x="210820" y="20320"/>
                  </a:lnTo>
                  <a:lnTo>
                    <a:pt x="269240" y="20320"/>
                  </a:lnTo>
                  <a:lnTo>
                    <a:pt x="269240" y="19050"/>
                  </a:lnTo>
                  <a:lnTo>
                    <a:pt x="276860" y="19050"/>
                  </a:lnTo>
                  <a:lnTo>
                    <a:pt x="276860" y="17780"/>
                  </a:lnTo>
                  <a:lnTo>
                    <a:pt x="284480" y="17780"/>
                  </a:lnTo>
                  <a:lnTo>
                    <a:pt x="284480" y="16637"/>
                  </a:lnTo>
                  <a:lnTo>
                    <a:pt x="292100" y="16637"/>
                  </a:lnTo>
                  <a:lnTo>
                    <a:pt x="292100" y="16510"/>
                  </a:lnTo>
                  <a:lnTo>
                    <a:pt x="292100" y="15240"/>
                  </a:lnTo>
                  <a:lnTo>
                    <a:pt x="299720" y="15240"/>
                  </a:lnTo>
                  <a:lnTo>
                    <a:pt x="299720" y="13970"/>
                  </a:lnTo>
                  <a:lnTo>
                    <a:pt x="307327" y="13970"/>
                  </a:lnTo>
                  <a:lnTo>
                    <a:pt x="307327" y="12700"/>
                  </a:lnTo>
                  <a:lnTo>
                    <a:pt x="314960" y="12700"/>
                  </a:lnTo>
                  <a:lnTo>
                    <a:pt x="314960" y="11430"/>
                  </a:lnTo>
                  <a:lnTo>
                    <a:pt x="322567" y="11430"/>
                  </a:lnTo>
                  <a:lnTo>
                    <a:pt x="322567" y="10287"/>
                  </a:lnTo>
                  <a:lnTo>
                    <a:pt x="330200" y="10287"/>
                  </a:lnTo>
                  <a:lnTo>
                    <a:pt x="330200" y="10160"/>
                  </a:lnTo>
                  <a:lnTo>
                    <a:pt x="330200" y="8890"/>
                  </a:lnTo>
                  <a:lnTo>
                    <a:pt x="337820" y="8890"/>
                  </a:lnTo>
                  <a:lnTo>
                    <a:pt x="337820" y="7620"/>
                  </a:lnTo>
                  <a:lnTo>
                    <a:pt x="345440" y="7620"/>
                  </a:lnTo>
                  <a:lnTo>
                    <a:pt x="345440" y="6350"/>
                  </a:lnTo>
                  <a:lnTo>
                    <a:pt x="353060" y="6350"/>
                  </a:lnTo>
                  <a:lnTo>
                    <a:pt x="353060" y="5080"/>
                  </a:lnTo>
                  <a:lnTo>
                    <a:pt x="360680" y="5080"/>
                  </a:lnTo>
                  <a:lnTo>
                    <a:pt x="360680" y="3810"/>
                  </a:lnTo>
                  <a:lnTo>
                    <a:pt x="364477" y="3810"/>
                  </a:lnTo>
                  <a:lnTo>
                    <a:pt x="364477" y="1270"/>
                  </a:lnTo>
                  <a:lnTo>
                    <a:pt x="364490" y="0"/>
                  </a:lnTo>
                  <a:close/>
                </a:path>
              </a:pathLst>
            </a:custGeom>
            <a:solidFill>
              <a:srgbClr val="151524"/>
            </a:solidFill>
          </p:spPr>
          <p:txBody>
            <a:bodyPr wrap="square" lIns="0" tIns="0" rIns="0" bIns="0" rtlCol="0"/>
            <a:lstStyle/>
            <a:p/>
          </p:txBody>
        </p:sp>
        <p:sp>
          <p:nvSpPr>
            <p:cNvPr id="661" name="object 661"/>
            <p:cNvSpPr/>
            <p:nvPr/>
          </p:nvSpPr>
          <p:spPr>
            <a:xfrm>
              <a:off x="5821680" y="1272539"/>
              <a:ext cx="270510" cy="21590"/>
            </a:xfrm>
            <a:custGeom>
              <a:avLst/>
              <a:gdLst/>
              <a:ahLst/>
              <a:cxnLst/>
              <a:rect l="l" t="t" r="r" b="b"/>
              <a:pathLst>
                <a:path w="270510" h="21590">
                  <a:moveTo>
                    <a:pt x="254000" y="0"/>
                  </a:moveTo>
                  <a:lnTo>
                    <a:pt x="210820" y="0"/>
                  </a:lnTo>
                  <a:lnTo>
                    <a:pt x="210820" y="1270"/>
                  </a:lnTo>
                  <a:lnTo>
                    <a:pt x="207010" y="1270"/>
                  </a:lnTo>
                  <a:lnTo>
                    <a:pt x="207010" y="0"/>
                  </a:lnTo>
                  <a:lnTo>
                    <a:pt x="0" y="0"/>
                  </a:lnTo>
                  <a:lnTo>
                    <a:pt x="0" y="1270"/>
                  </a:lnTo>
                  <a:lnTo>
                    <a:pt x="0" y="2540"/>
                  </a:lnTo>
                  <a:lnTo>
                    <a:pt x="0" y="10160"/>
                  </a:lnTo>
                  <a:lnTo>
                    <a:pt x="240017" y="10160"/>
                  </a:lnTo>
                  <a:lnTo>
                    <a:pt x="240017" y="8890"/>
                  </a:lnTo>
                  <a:lnTo>
                    <a:pt x="236220" y="8890"/>
                  </a:lnTo>
                  <a:lnTo>
                    <a:pt x="236220" y="7620"/>
                  </a:lnTo>
                  <a:lnTo>
                    <a:pt x="232410" y="7620"/>
                  </a:lnTo>
                  <a:lnTo>
                    <a:pt x="232410" y="6350"/>
                  </a:lnTo>
                  <a:lnTo>
                    <a:pt x="229870" y="6350"/>
                  </a:lnTo>
                  <a:lnTo>
                    <a:pt x="229870" y="5207"/>
                  </a:lnTo>
                  <a:lnTo>
                    <a:pt x="222250" y="5207"/>
                  </a:lnTo>
                  <a:lnTo>
                    <a:pt x="222250" y="6350"/>
                  </a:lnTo>
                  <a:lnTo>
                    <a:pt x="213360" y="6350"/>
                  </a:lnTo>
                  <a:lnTo>
                    <a:pt x="213360" y="5080"/>
                  </a:lnTo>
                  <a:lnTo>
                    <a:pt x="213360" y="2540"/>
                  </a:lnTo>
                  <a:lnTo>
                    <a:pt x="215900" y="2540"/>
                  </a:lnTo>
                  <a:lnTo>
                    <a:pt x="215900" y="3937"/>
                  </a:lnTo>
                  <a:lnTo>
                    <a:pt x="220980" y="3937"/>
                  </a:lnTo>
                  <a:lnTo>
                    <a:pt x="220980" y="5080"/>
                  </a:lnTo>
                  <a:lnTo>
                    <a:pt x="229870" y="5080"/>
                  </a:lnTo>
                  <a:lnTo>
                    <a:pt x="229870" y="5207"/>
                  </a:lnTo>
                  <a:lnTo>
                    <a:pt x="231140" y="5207"/>
                  </a:lnTo>
                  <a:lnTo>
                    <a:pt x="231140" y="5080"/>
                  </a:lnTo>
                  <a:lnTo>
                    <a:pt x="231140" y="3937"/>
                  </a:lnTo>
                  <a:lnTo>
                    <a:pt x="238760" y="3937"/>
                  </a:lnTo>
                  <a:lnTo>
                    <a:pt x="238760" y="2540"/>
                  </a:lnTo>
                  <a:lnTo>
                    <a:pt x="246367" y="2540"/>
                  </a:lnTo>
                  <a:lnTo>
                    <a:pt x="246367" y="1270"/>
                  </a:lnTo>
                  <a:lnTo>
                    <a:pt x="254000" y="1270"/>
                  </a:lnTo>
                  <a:lnTo>
                    <a:pt x="254000" y="0"/>
                  </a:lnTo>
                  <a:close/>
                </a:path>
                <a:path w="270510" h="21590">
                  <a:moveTo>
                    <a:pt x="270510" y="20320"/>
                  </a:moveTo>
                  <a:lnTo>
                    <a:pt x="267970" y="20320"/>
                  </a:lnTo>
                  <a:lnTo>
                    <a:pt x="267970" y="19050"/>
                  </a:lnTo>
                  <a:lnTo>
                    <a:pt x="264160" y="19050"/>
                  </a:lnTo>
                  <a:lnTo>
                    <a:pt x="264160" y="17780"/>
                  </a:lnTo>
                  <a:lnTo>
                    <a:pt x="261620" y="17780"/>
                  </a:lnTo>
                  <a:lnTo>
                    <a:pt x="261620" y="16510"/>
                  </a:lnTo>
                  <a:lnTo>
                    <a:pt x="259080" y="16510"/>
                  </a:lnTo>
                  <a:lnTo>
                    <a:pt x="259080" y="15240"/>
                  </a:lnTo>
                  <a:lnTo>
                    <a:pt x="256540" y="15240"/>
                  </a:lnTo>
                  <a:lnTo>
                    <a:pt x="256540" y="13970"/>
                  </a:lnTo>
                  <a:lnTo>
                    <a:pt x="251460" y="13970"/>
                  </a:lnTo>
                  <a:lnTo>
                    <a:pt x="251460" y="12700"/>
                  </a:lnTo>
                  <a:lnTo>
                    <a:pt x="247650" y="12700"/>
                  </a:lnTo>
                  <a:lnTo>
                    <a:pt x="247650" y="11430"/>
                  </a:lnTo>
                  <a:lnTo>
                    <a:pt x="243840" y="11430"/>
                  </a:lnTo>
                  <a:lnTo>
                    <a:pt x="243840" y="10287"/>
                  </a:lnTo>
                  <a:lnTo>
                    <a:pt x="1270" y="10287"/>
                  </a:lnTo>
                  <a:lnTo>
                    <a:pt x="1270" y="11430"/>
                  </a:lnTo>
                  <a:lnTo>
                    <a:pt x="1270" y="12700"/>
                  </a:lnTo>
                  <a:lnTo>
                    <a:pt x="1270" y="21590"/>
                  </a:lnTo>
                  <a:lnTo>
                    <a:pt x="270510" y="21590"/>
                  </a:lnTo>
                  <a:lnTo>
                    <a:pt x="270510" y="20320"/>
                  </a:lnTo>
                  <a:close/>
                </a:path>
              </a:pathLst>
            </a:custGeom>
            <a:solidFill>
              <a:srgbClr val="151525"/>
            </a:solidFill>
          </p:spPr>
          <p:txBody>
            <a:bodyPr wrap="square" lIns="0" tIns="0" rIns="0" bIns="0" rtlCol="0"/>
            <a:lstStyle/>
            <a:p/>
          </p:txBody>
        </p:sp>
        <p:sp>
          <p:nvSpPr>
            <p:cNvPr id="662" name="object 662"/>
            <p:cNvSpPr/>
            <p:nvPr/>
          </p:nvSpPr>
          <p:spPr>
            <a:xfrm>
              <a:off x="5822950" y="1294129"/>
              <a:ext cx="307340" cy="21590"/>
            </a:xfrm>
            <a:custGeom>
              <a:avLst/>
              <a:gdLst/>
              <a:ahLst/>
              <a:cxnLst/>
              <a:rect l="l" t="t" r="r" b="b"/>
              <a:pathLst>
                <a:path w="307339" h="21590">
                  <a:moveTo>
                    <a:pt x="307340" y="20320"/>
                  </a:moveTo>
                  <a:lnTo>
                    <a:pt x="306070" y="20320"/>
                  </a:lnTo>
                  <a:lnTo>
                    <a:pt x="306070" y="19050"/>
                  </a:lnTo>
                  <a:lnTo>
                    <a:pt x="303530" y="19050"/>
                  </a:lnTo>
                  <a:lnTo>
                    <a:pt x="303530" y="17780"/>
                  </a:lnTo>
                  <a:lnTo>
                    <a:pt x="302260" y="17780"/>
                  </a:lnTo>
                  <a:lnTo>
                    <a:pt x="302260" y="16510"/>
                  </a:lnTo>
                  <a:lnTo>
                    <a:pt x="300990" y="16510"/>
                  </a:lnTo>
                  <a:lnTo>
                    <a:pt x="300990" y="15240"/>
                  </a:lnTo>
                  <a:lnTo>
                    <a:pt x="298450" y="15240"/>
                  </a:lnTo>
                  <a:lnTo>
                    <a:pt x="298450" y="13970"/>
                  </a:lnTo>
                  <a:lnTo>
                    <a:pt x="297180" y="13970"/>
                  </a:lnTo>
                  <a:lnTo>
                    <a:pt x="297180" y="12700"/>
                  </a:lnTo>
                  <a:lnTo>
                    <a:pt x="294640" y="12700"/>
                  </a:lnTo>
                  <a:lnTo>
                    <a:pt x="294640" y="11430"/>
                  </a:lnTo>
                  <a:lnTo>
                    <a:pt x="293370" y="11430"/>
                  </a:lnTo>
                  <a:lnTo>
                    <a:pt x="293370" y="10160"/>
                  </a:lnTo>
                  <a:lnTo>
                    <a:pt x="292100" y="10160"/>
                  </a:lnTo>
                  <a:lnTo>
                    <a:pt x="292100" y="8890"/>
                  </a:lnTo>
                  <a:lnTo>
                    <a:pt x="289560" y="8890"/>
                  </a:lnTo>
                  <a:lnTo>
                    <a:pt x="289560" y="7620"/>
                  </a:lnTo>
                  <a:lnTo>
                    <a:pt x="288290" y="7620"/>
                  </a:lnTo>
                  <a:lnTo>
                    <a:pt x="288290" y="6350"/>
                  </a:lnTo>
                  <a:lnTo>
                    <a:pt x="284480" y="6350"/>
                  </a:lnTo>
                  <a:lnTo>
                    <a:pt x="284480" y="5080"/>
                  </a:lnTo>
                  <a:lnTo>
                    <a:pt x="281940" y="5080"/>
                  </a:lnTo>
                  <a:lnTo>
                    <a:pt x="281940" y="3810"/>
                  </a:lnTo>
                  <a:lnTo>
                    <a:pt x="279400" y="3810"/>
                  </a:lnTo>
                  <a:lnTo>
                    <a:pt x="279400" y="2540"/>
                  </a:lnTo>
                  <a:lnTo>
                    <a:pt x="278130" y="2540"/>
                  </a:lnTo>
                  <a:lnTo>
                    <a:pt x="278130" y="1270"/>
                  </a:lnTo>
                  <a:lnTo>
                    <a:pt x="273050" y="1270"/>
                  </a:lnTo>
                  <a:lnTo>
                    <a:pt x="273050" y="0"/>
                  </a:lnTo>
                  <a:lnTo>
                    <a:pt x="0" y="0"/>
                  </a:lnTo>
                  <a:lnTo>
                    <a:pt x="0" y="1270"/>
                  </a:lnTo>
                  <a:lnTo>
                    <a:pt x="0" y="2540"/>
                  </a:lnTo>
                  <a:lnTo>
                    <a:pt x="1270" y="2540"/>
                  </a:lnTo>
                  <a:lnTo>
                    <a:pt x="1270" y="12700"/>
                  </a:lnTo>
                  <a:lnTo>
                    <a:pt x="2540" y="12700"/>
                  </a:lnTo>
                  <a:lnTo>
                    <a:pt x="2540" y="19050"/>
                  </a:lnTo>
                  <a:lnTo>
                    <a:pt x="3810" y="19050"/>
                  </a:lnTo>
                  <a:lnTo>
                    <a:pt x="3810" y="20320"/>
                  </a:lnTo>
                  <a:lnTo>
                    <a:pt x="3810" y="21590"/>
                  </a:lnTo>
                  <a:lnTo>
                    <a:pt x="307340" y="21590"/>
                  </a:lnTo>
                  <a:lnTo>
                    <a:pt x="307340" y="20320"/>
                  </a:lnTo>
                  <a:close/>
                </a:path>
              </a:pathLst>
            </a:custGeom>
            <a:solidFill>
              <a:srgbClr val="161626"/>
            </a:solidFill>
          </p:spPr>
          <p:txBody>
            <a:bodyPr wrap="square" lIns="0" tIns="0" rIns="0" bIns="0" rtlCol="0"/>
            <a:lstStyle/>
            <a:p/>
          </p:txBody>
        </p:sp>
        <p:sp>
          <p:nvSpPr>
            <p:cNvPr id="663" name="object 663"/>
            <p:cNvSpPr/>
            <p:nvPr/>
          </p:nvSpPr>
          <p:spPr>
            <a:xfrm>
              <a:off x="5826760" y="1315719"/>
              <a:ext cx="323850" cy="21590"/>
            </a:xfrm>
            <a:custGeom>
              <a:avLst/>
              <a:gdLst/>
              <a:ahLst/>
              <a:cxnLst/>
              <a:rect l="l" t="t" r="r" b="b"/>
              <a:pathLst>
                <a:path w="323850" h="21590">
                  <a:moveTo>
                    <a:pt x="322580" y="19050"/>
                  </a:moveTo>
                  <a:lnTo>
                    <a:pt x="321310" y="19050"/>
                  </a:lnTo>
                  <a:lnTo>
                    <a:pt x="321310" y="17780"/>
                  </a:lnTo>
                  <a:lnTo>
                    <a:pt x="320040" y="17780"/>
                  </a:lnTo>
                  <a:lnTo>
                    <a:pt x="320040" y="15240"/>
                  </a:lnTo>
                  <a:lnTo>
                    <a:pt x="318770" y="15240"/>
                  </a:lnTo>
                  <a:lnTo>
                    <a:pt x="318770" y="13970"/>
                  </a:lnTo>
                  <a:lnTo>
                    <a:pt x="317500" y="13970"/>
                  </a:lnTo>
                  <a:lnTo>
                    <a:pt x="317500" y="12700"/>
                  </a:lnTo>
                  <a:lnTo>
                    <a:pt x="316230" y="12700"/>
                  </a:lnTo>
                  <a:lnTo>
                    <a:pt x="316230" y="11430"/>
                  </a:lnTo>
                  <a:lnTo>
                    <a:pt x="314960" y="11430"/>
                  </a:lnTo>
                  <a:lnTo>
                    <a:pt x="314960" y="10160"/>
                  </a:lnTo>
                  <a:lnTo>
                    <a:pt x="313690" y="10160"/>
                  </a:lnTo>
                  <a:lnTo>
                    <a:pt x="313690" y="7620"/>
                  </a:lnTo>
                  <a:lnTo>
                    <a:pt x="312420" y="7620"/>
                  </a:lnTo>
                  <a:lnTo>
                    <a:pt x="312420" y="6350"/>
                  </a:lnTo>
                  <a:lnTo>
                    <a:pt x="311137" y="6350"/>
                  </a:lnTo>
                  <a:lnTo>
                    <a:pt x="311137" y="5080"/>
                  </a:lnTo>
                  <a:lnTo>
                    <a:pt x="309880" y="5080"/>
                  </a:lnTo>
                  <a:lnTo>
                    <a:pt x="309880" y="3810"/>
                  </a:lnTo>
                  <a:lnTo>
                    <a:pt x="308610" y="3810"/>
                  </a:lnTo>
                  <a:lnTo>
                    <a:pt x="308610" y="2540"/>
                  </a:lnTo>
                  <a:lnTo>
                    <a:pt x="306070" y="2540"/>
                  </a:lnTo>
                  <a:lnTo>
                    <a:pt x="306070" y="1270"/>
                  </a:lnTo>
                  <a:lnTo>
                    <a:pt x="304800" y="1270"/>
                  </a:lnTo>
                  <a:lnTo>
                    <a:pt x="304800" y="0"/>
                  </a:lnTo>
                  <a:lnTo>
                    <a:pt x="0" y="0"/>
                  </a:lnTo>
                  <a:lnTo>
                    <a:pt x="0" y="1270"/>
                  </a:lnTo>
                  <a:lnTo>
                    <a:pt x="0" y="2540"/>
                  </a:lnTo>
                  <a:lnTo>
                    <a:pt x="0" y="3810"/>
                  </a:lnTo>
                  <a:lnTo>
                    <a:pt x="1270" y="3810"/>
                  </a:lnTo>
                  <a:lnTo>
                    <a:pt x="1270" y="5080"/>
                  </a:lnTo>
                  <a:lnTo>
                    <a:pt x="1270" y="6350"/>
                  </a:lnTo>
                  <a:lnTo>
                    <a:pt x="1270" y="7620"/>
                  </a:lnTo>
                  <a:lnTo>
                    <a:pt x="1270" y="10160"/>
                  </a:lnTo>
                  <a:lnTo>
                    <a:pt x="2540" y="10160"/>
                  </a:lnTo>
                  <a:lnTo>
                    <a:pt x="2540" y="11430"/>
                  </a:lnTo>
                  <a:lnTo>
                    <a:pt x="2540" y="12700"/>
                  </a:lnTo>
                  <a:lnTo>
                    <a:pt x="2540" y="13970"/>
                  </a:lnTo>
                  <a:lnTo>
                    <a:pt x="2540" y="15240"/>
                  </a:lnTo>
                  <a:lnTo>
                    <a:pt x="3810" y="15240"/>
                  </a:lnTo>
                  <a:lnTo>
                    <a:pt x="3810" y="17780"/>
                  </a:lnTo>
                  <a:lnTo>
                    <a:pt x="3810" y="19050"/>
                  </a:lnTo>
                  <a:lnTo>
                    <a:pt x="3810" y="20320"/>
                  </a:lnTo>
                  <a:lnTo>
                    <a:pt x="322580" y="20320"/>
                  </a:lnTo>
                  <a:lnTo>
                    <a:pt x="322580" y="19050"/>
                  </a:lnTo>
                  <a:close/>
                </a:path>
                <a:path w="323850" h="21590">
                  <a:moveTo>
                    <a:pt x="323850" y="20447"/>
                  </a:moveTo>
                  <a:lnTo>
                    <a:pt x="5080" y="20447"/>
                  </a:lnTo>
                  <a:lnTo>
                    <a:pt x="5080" y="21590"/>
                  </a:lnTo>
                  <a:lnTo>
                    <a:pt x="323850" y="21590"/>
                  </a:lnTo>
                  <a:lnTo>
                    <a:pt x="323850" y="20447"/>
                  </a:lnTo>
                  <a:close/>
                </a:path>
              </a:pathLst>
            </a:custGeom>
            <a:solidFill>
              <a:srgbClr val="161627"/>
            </a:solidFill>
          </p:spPr>
          <p:txBody>
            <a:bodyPr wrap="square" lIns="0" tIns="0" rIns="0" bIns="0" rtlCol="0"/>
            <a:lstStyle/>
            <a:p/>
          </p:txBody>
        </p:sp>
        <p:sp>
          <p:nvSpPr>
            <p:cNvPr id="664" name="object 664"/>
            <p:cNvSpPr/>
            <p:nvPr/>
          </p:nvSpPr>
          <p:spPr>
            <a:xfrm>
              <a:off x="5831840" y="1337309"/>
              <a:ext cx="331470" cy="21590"/>
            </a:xfrm>
            <a:custGeom>
              <a:avLst/>
              <a:gdLst/>
              <a:ahLst/>
              <a:cxnLst/>
              <a:rect l="l" t="t" r="r" b="b"/>
              <a:pathLst>
                <a:path w="331470" h="21590">
                  <a:moveTo>
                    <a:pt x="320040" y="0"/>
                  </a:moveTo>
                  <a:lnTo>
                    <a:pt x="0" y="0"/>
                  </a:lnTo>
                  <a:lnTo>
                    <a:pt x="0" y="2540"/>
                  </a:lnTo>
                  <a:lnTo>
                    <a:pt x="320040" y="2540"/>
                  </a:lnTo>
                  <a:lnTo>
                    <a:pt x="320040" y="0"/>
                  </a:lnTo>
                  <a:close/>
                </a:path>
                <a:path w="331470" h="21590">
                  <a:moveTo>
                    <a:pt x="331470" y="19050"/>
                  </a:moveTo>
                  <a:lnTo>
                    <a:pt x="330200" y="19050"/>
                  </a:lnTo>
                  <a:lnTo>
                    <a:pt x="330200" y="17780"/>
                  </a:lnTo>
                  <a:lnTo>
                    <a:pt x="330200" y="16510"/>
                  </a:lnTo>
                  <a:lnTo>
                    <a:pt x="328930" y="16510"/>
                  </a:lnTo>
                  <a:lnTo>
                    <a:pt x="328930" y="13970"/>
                  </a:lnTo>
                  <a:lnTo>
                    <a:pt x="327660" y="13970"/>
                  </a:lnTo>
                  <a:lnTo>
                    <a:pt x="327660" y="11430"/>
                  </a:lnTo>
                  <a:lnTo>
                    <a:pt x="326390" y="11430"/>
                  </a:lnTo>
                  <a:lnTo>
                    <a:pt x="326390" y="10160"/>
                  </a:lnTo>
                  <a:lnTo>
                    <a:pt x="326390" y="8890"/>
                  </a:lnTo>
                  <a:lnTo>
                    <a:pt x="325107" y="8890"/>
                  </a:lnTo>
                  <a:lnTo>
                    <a:pt x="325107" y="7620"/>
                  </a:lnTo>
                  <a:lnTo>
                    <a:pt x="323850" y="7620"/>
                  </a:lnTo>
                  <a:lnTo>
                    <a:pt x="323850" y="6350"/>
                  </a:lnTo>
                  <a:lnTo>
                    <a:pt x="323850" y="5080"/>
                  </a:lnTo>
                  <a:lnTo>
                    <a:pt x="322580" y="5080"/>
                  </a:lnTo>
                  <a:lnTo>
                    <a:pt x="322580" y="3810"/>
                  </a:lnTo>
                  <a:lnTo>
                    <a:pt x="321310" y="3810"/>
                  </a:lnTo>
                  <a:lnTo>
                    <a:pt x="321310" y="2667"/>
                  </a:lnTo>
                  <a:lnTo>
                    <a:pt x="1270" y="2667"/>
                  </a:lnTo>
                  <a:lnTo>
                    <a:pt x="1270" y="3810"/>
                  </a:lnTo>
                  <a:lnTo>
                    <a:pt x="1270" y="5080"/>
                  </a:lnTo>
                  <a:lnTo>
                    <a:pt x="1270" y="6350"/>
                  </a:lnTo>
                  <a:lnTo>
                    <a:pt x="2540" y="6350"/>
                  </a:lnTo>
                  <a:lnTo>
                    <a:pt x="2540" y="7620"/>
                  </a:lnTo>
                  <a:lnTo>
                    <a:pt x="2540" y="8890"/>
                  </a:lnTo>
                  <a:lnTo>
                    <a:pt x="2540" y="10160"/>
                  </a:lnTo>
                  <a:lnTo>
                    <a:pt x="3810" y="10160"/>
                  </a:lnTo>
                  <a:lnTo>
                    <a:pt x="3810" y="11430"/>
                  </a:lnTo>
                  <a:lnTo>
                    <a:pt x="3810" y="13970"/>
                  </a:lnTo>
                  <a:lnTo>
                    <a:pt x="5080" y="13970"/>
                  </a:lnTo>
                  <a:lnTo>
                    <a:pt x="5080" y="16510"/>
                  </a:lnTo>
                  <a:lnTo>
                    <a:pt x="5080" y="17780"/>
                  </a:lnTo>
                  <a:lnTo>
                    <a:pt x="6350" y="17780"/>
                  </a:lnTo>
                  <a:lnTo>
                    <a:pt x="6350" y="19050"/>
                  </a:lnTo>
                  <a:lnTo>
                    <a:pt x="6350" y="21590"/>
                  </a:lnTo>
                  <a:lnTo>
                    <a:pt x="331470" y="21590"/>
                  </a:lnTo>
                  <a:lnTo>
                    <a:pt x="331470" y="19050"/>
                  </a:lnTo>
                  <a:close/>
                </a:path>
              </a:pathLst>
            </a:custGeom>
            <a:solidFill>
              <a:srgbClr val="171728"/>
            </a:solidFill>
          </p:spPr>
          <p:txBody>
            <a:bodyPr wrap="square" lIns="0" tIns="0" rIns="0" bIns="0" rtlCol="0"/>
            <a:lstStyle/>
            <a:p/>
          </p:txBody>
        </p:sp>
        <p:sp>
          <p:nvSpPr>
            <p:cNvPr id="665" name="object 665"/>
            <p:cNvSpPr/>
            <p:nvPr/>
          </p:nvSpPr>
          <p:spPr>
            <a:xfrm>
              <a:off x="5838190" y="1358899"/>
              <a:ext cx="335280" cy="20320"/>
            </a:xfrm>
            <a:custGeom>
              <a:avLst/>
              <a:gdLst/>
              <a:ahLst/>
              <a:cxnLst/>
              <a:rect l="l" t="t" r="r" b="b"/>
              <a:pathLst>
                <a:path w="335279" h="20319">
                  <a:moveTo>
                    <a:pt x="327660" y="2540"/>
                  </a:moveTo>
                  <a:lnTo>
                    <a:pt x="326390" y="2540"/>
                  </a:lnTo>
                  <a:lnTo>
                    <a:pt x="326390" y="1270"/>
                  </a:lnTo>
                  <a:lnTo>
                    <a:pt x="326390" y="0"/>
                  </a:lnTo>
                  <a:lnTo>
                    <a:pt x="0" y="0"/>
                  </a:lnTo>
                  <a:lnTo>
                    <a:pt x="0" y="1270"/>
                  </a:lnTo>
                  <a:lnTo>
                    <a:pt x="1270" y="1270"/>
                  </a:lnTo>
                  <a:lnTo>
                    <a:pt x="1270" y="2540"/>
                  </a:lnTo>
                  <a:lnTo>
                    <a:pt x="1270" y="5080"/>
                  </a:lnTo>
                  <a:lnTo>
                    <a:pt x="327660" y="5080"/>
                  </a:lnTo>
                  <a:lnTo>
                    <a:pt x="327660" y="2540"/>
                  </a:lnTo>
                  <a:close/>
                </a:path>
                <a:path w="335279" h="20319">
                  <a:moveTo>
                    <a:pt x="335280" y="19050"/>
                  </a:moveTo>
                  <a:lnTo>
                    <a:pt x="335267" y="17780"/>
                  </a:lnTo>
                  <a:lnTo>
                    <a:pt x="334010" y="17780"/>
                  </a:lnTo>
                  <a:lnTo>
                    <a:pt x="334010" y="16510"/>
                  </a:lnTo>
                  <a:lnTo>
                    <a:pt x="334010" y="15240"/>
                  </a:lnTo>
                  <a:lnTo>
                    <a:pt x="332740" y="15240"/>
                  </a:lnTo>
                  <a:lnTo>
                    <a:pt x="332740" y="13970"/>
                  </a:lnTo>
                  <a:lnTo>
                    <a:pt x="332740" y="12700"/>
                  </a:lnTo>
                  <a:lnTo>
                    <a:pt x="331470" y="12700"/>
                  </a:lnTo>
                  <a:lnTo>
                    <a:pt x="331470" y="10160"/>
                  </a:lnTo>
                  <a:lnTo>
                    <a:pt x="330200" y="10160"/>
                  </a:lnTo>
                  <a:lnTo>
                    <a:pt x="330200" y="7620"/>
                  </a:lnTo>
                  <a:lnTo>
                    <a:pt x="328917" y="7620"/>
                  </a:lnTo>
                  <a:lnTo>
                    <a:pt x="328917" y="5092"/>
                  </a:lnTo>
                  <a:lnTo>
                    <a:pt x="2540" y="5092"/>
                  </a:lnTo>
                  <a:lnTo>
                    <a:pt x="2540" y="7620"/>
                  </a:lnTo>
                  <a:lnTo>
                    <a:pt x="3810" y="7620"/>
                  </a:lnTo>
                  <a:lnTo>
                    <a:pt x="3810" y="10160"/>
                  </a:lnTo>
                  <a:lnTo>
                    <a:pt x="5080" y="10160"/>
                  </a:lnTo>
                  <a:lnTo>
                    <a:pt x="5080" y="12700"/>
                  </a:lnTo>
                  <a:lnTo>
                    <a:pt x="6350" y="12700"/>
                  </a:lnTo>
                  <a:lnTo>
                    <a:pt x="6350" y="13970"/>
                  </a:lnTo>
                  <a:lnTo>
                    <a:pt x="7620" y="13970"/>
                  </a:lnTo>
                  <a:lnTo>
                    <a:pt x="7620" y="15240"/>
                  </a:lnTo>
                  <a:lnTo>
                    <a:pt x="7620" y="16510"/>
                  </a:lnTo>
                  <a:lnTo>
                    <a:pt x="8890" y="16510"/>
                  </a:lnTo>
                  <a:lnTo>
                    <a:pt x="8890" y="17780"/>
                  </a:lnTo>
                  <a:lnTo>
                    <a:pt x="8890" y="19050"/>
                  </a:lnTo>
                  <a:lnTo>
                    <a:pt x="10160" y="19050"/>
                  </a:lnTo>
                  <a:lnTo>
                    <a:pt x="10160" y="20320"/>
                  </a:lnTo>
                  <a:lnTo>
                    <a:pt x="335280" y="20320"/>
                  </a:lnTo>
                  <a:lnTo>
                    <a:pt x="335280" y="19050"/>
                  </a:lnTo>
                  <a:close/>
                </a:path>
              </a:pathLst>
            </a:custGeom>
            <a:solidFill>
              <a:srgbClr val="181829"/>
            </a:solidFill>
          </p:spPr>
          <p:txBody>
            <a:bodyPr wrap="square" lIns="0" tIns="0" rIns="0" bIns="0" rtlCol="0"/>
            <a:lstStyle/>
            <a:p/>
          </p:txBody>
        </p:sp>
        <p:sp>
          <p:nvSpPr>
            <p:cNvPr id="666" name="object 666"/>
            <p:cNvSpPr/>
            <p:nvPr/>
          </p:nvSpPr>
          <p:spPr>
            <a:xfrm>
              <a:off x="5848350" y="1379219"/>
              <a:ext cx="332740" cy="21590"/>
            </a:xfrm>
            <a:custGeom>
              <a:avLst/>
              <a:gdLst/>
              <a:ahLst/>
              <a:cxnLst/>
              <a:rect l="l" t="t" r="r" b="b"/>
              <a:pathLst>
                <a:path w="332739" h="21590">
                  <a:moveTo>
                    <a:pt x="331470" y="16510"/>
                  </a:moveTo>
                  <a:lnTo>
                    <a:pt x="330200" y="16510"/>
                  </a:lnTo>
                  <a:lnTo>
                    <a:pt x="330200" y="13970"/>
                  </a:lnTo>
                  <a:lnTo>
                    <a:pt x="330200" y="12700"/>
                  </a:lnTo>
                  <a:lnTo>
                    <a:pt x="328930" y="12700"/>
                  </a:lnTo>
                  <a:lnTo>
                    <a:pt x="328930" y="11430"/>
                  </a:lnTo>
                  <a:lnTo>
                    <a:pt x="328930" y="8890"/>
                  </a:lnTo>
                  <a:lnTo>
                    <a:pt x="327660" y="8890"/>
                  </a:lnTo>
                  <a:lnTo>
                    <a:pt x="327660" y="6350"/>
                  </a:lnTo>
                  <a:lnTo>
                    <a:pt x="327660" y="3810"/>
                  </a:lnTo>
                  <a:lnTo>
                    <a:pt x="326390" y="3810"/>
                  </a:lnTo>
                  <a:lnTo>
                    <a:pt x="326390" y="1270"/>
                  </a:lnTo>
                  <a:lnTo>
                    <a:pt x="326390" y="0"/>
                  </a:lnTo>
                  <a:lnTo>
                    <a:pt x="0" y="0"/>
                  </a:lnTo>
                  <a:lnTo>
                    <a:pt x="0" y="1270"/>
                  </a:lnTo>
                  <a:lnTo>
                    <a:pt x="1270" y="1270"/>
                  </a:lnTo>
                  <a:lnTo>
                    <a:pt x="1270" y="3810"/>
                  </a:lnTo>
                  <a:lnTo>
                    <a:pt x="2540" y="3810"/>
                  </a:lnTo>
                  <a:lnTo>
                    <a:pt x="2540" y="6350"/>
                  </a:lnTo>
                  <a:lnTo>
                    <a:pt x="3810" y="6350"/>
                  </a:lnTo>
                  <a:lnTo>
                    <a:pt x="3810" y="8890"/>
                  </a:lnTo>
                  <a:lnTo>
                    <a:pt x="5080" y="8890"/>
                  </a:lnTo>
                  <a:lnTo>
                    <a:pt x="5080" y="11430"/>
                  </a:lnTo>
                  <a:lnTo>
                    <a:pt x="6350" y="11430"/>
                  </a:lnTo>
                  <a:lnTo>
                    <a:pt x="6350" y="12700"/>
                  </a:lnTo>
                  <a:lnTo>
                    <a:pt x="7620" y="12700"/>
                  </a:lnTo>
                  <a:lnTo>
                    <a:pt x="7620" y="13970"/>
                  </a:lnTo>
                  <a:lnTo>
                    <a:pt x="8890" y="13970"/>
                  </a:lnTo>
                  <a:lnTo>
                    <a:pt x="8890" y="16510"/>
                  </a:lnTo>
                  <a:lnTo>
                    <a:pt x="10160" y="16510"/>
                  </a:lnTo>
                  <a:lnTo>
                    <a:pt x="10160" y="17780"/>
                  </a:lnTo>
                  <a:lnTo>
                    <a:pt x="11430" y="17780"/>
                  </a:lnTo>
                  <a:lnTo>
                    <a:pt x="11430" y="20320"/>
                  </a:lnTo>
                  <a:lnTo>
                    <a:pt x="331457" y="20320"/>
                  </a:lnTo>
                  <a:lnTo>
                    <a:pt x="331457" y="17780"/>
                  </a:lnTo>
                  <a:lnTo>
                    <a:pt x="331470" y="16510"/>
                  </a:lnTo>
                  <a:close/>
                </a:path>
                <a:path w="332739" h="21590">
                  <a:moveTo>
                    <a:pt x="332740" y="20447"/>
                  </a:moveTo>
                  <a:lnTo>
                    <a:pt x="12700" y="20447"/>
                  </a:lnTo>
                  <a:lnTo>
                    <a:pt x="12700" y="21590"/>
                  </a:lnTo>
                  <a:lnTo>
                    <a:pt x="332740" y="21590"/>
                  </a:lnTo>
                  <a:lnTo>
                    <a:pt x="332740" y="20447"/>
                  </a:lnTo>
                  <a:close/>
                </a:path>
              </a:pathLst>
            </a:custGeom>
            <a:solidFill>
              <a:srgbClr val="18182A"/>
            </a:solidFill>
          </p:spPr>
          <p:txBody>
            <a:bodyPr wrap="square" lIns="0" tIns="0" rIns="0" bIns="0" rtlCol="0"/>
            <a:lstStyle/>
            <a:p/>
          </p:txBody>
        </p:sp>
        <p:sp>
          <p:nvSpPr>
            <p:cNvPr id="667" name="object 667"/>
            <p:cNvSpPr/>
            <p:nvPr/>
          </p:nvSpPr>
          <p:spPr>
            <a:xfrm>
              <a:off x="5861050" y="1400809"/>
              <a:ext cx="325120" cy="21590"/>
            </a:xfrm>
            <a:custGeom>
              <a:avLst/>
              <a:gdLst/>
              <a:ahLst/>
              <a:cxnLst/>
              <a:rect l="l" t="t" r="r" b="b"/>
              <a:pathLst>
                <a:path w="325120" h="21590">
                  <a:moveTo>
                    <a:pt x="322580" y="6350"/>
                  </a:moveTo>
                  <a:lnTo>
                    <a:pt x="321310" y="6350"/>
                  </a:lnTo>
                  <a:lnTo>
                    <a:pt x="321310" y="5080"/>
                  </a:lnTo>
                  <a:lnTo>
                    <a:pt x="321310" y="3810"/>
                  </a:lnTo>
                  <a:lnTo>
                    <a:pt x="321310" y="2540"/>
                  </a:lnTo>
                  <a:lnTo>
                    <a:pt x="320040" y="2540"/>
                  </a:lnTo>
                  <a:lnTo>
                    <a:pt x="320040" y="1270"/>
                  </a:lnTo>
                  <a:lnTo>
                    <a:pt x="320040" y="0"/>
                  </a:lnTo>
                  <a:lnTo>
                    <a:pt x="0" y="0"/>
                  </a:lnTo>
                  <a:lnTo>
                    <a:pt x="0" y="1270"/>
                  </a:lnTo>
                  <a:lnTo>
                    <a:pt x="1270" y="1270"/>
                  </a:lnTo>
                  <a:lnTo>
                    <a:pt x="1270" y="2540"/>
                  </a:lnTo>
                  <a:lnTo>
                    <a:pt x="1270" y="3810"/>
                  </a:lnTo>
                  <a:lnTo>
                    <a:pt x="2540" y="3810"/>
                  </a:lnTo>
                  <a:lnTo>
                    <a:pt x="2540" y="5080"/>
                  </a:lnTo>
                  <a:lnTo>
                    <a:pt x="3810" y="5080"/>
                  </a:lnTo>
                  <a:lnTo>
                    <a:pt x="3810" y="6350"/>
                  </a:lnTo>
                  <a:lnTo>
                    <a:pt x="5080" y="6350"/>
                  </a:lnTo>
                  <a:lnTo>
                    <a:pt x="5080" y="7620"/>
                  </a:lnTo>
                  <a:lnTo>
                    <a:pt x="6350" y="7620"/>
                  </a:lnTo>
                  <a:lnTo>
                    <a:pt x="6350" y="8890"/>
                  </a:lnTo>
                  <a:lnTo>
                    <a:pt x="7620" y="8890"/>
                  </a:lnTo>
                  <a:lnTo>
                    <a:pt x="7620" y="10160"/>
                  </a:lnTo>
                  <a:lnTo>
                    <a:pt x="322580" y="10160"/>
                  </a:lnTo>
                  <a:lnTo>
                    <a:pt x="322580" y="8890"/>
                  </a:lnTo>
                  <a:lnTo>
                    <a:pt x="322580" y="7620"/>
                  </a:lnTo>
                  <a:lnTo>
                    <a:pt x="322580" y="6350"/>
                  </a:lnTo>
                  <a:close/>
                </a:path>
                <a:path w="325120" h="21590">
                  <a:moveTo>
                    <a:pt x="325120" y="17780"/>
                  </a:moveTo>
                  <a:lnTo>
                    <a:pt x="325107" y="16510"/>
                  </a:lnTo>
                  <a:lnTo>
                    <a:pt x="323850" y="16510"/>
                  </a:lnTo>
                  <a:lnTo>
                    <a:pt x="323850" y="15240"/>
                  </a:lnTo>
                  <a:lnTo>
                    <a:pt x="323850" y="13970"/>
                  </a:lnTo>
                  <a:lnTo>
                    <a:pt x="323850" y="12700"/>
                  </a:lnTo>
                  <a:lnTo>
                    <a:pt x="323850" y="11430"/>
                  </a:lnTo>
                  <a:lnTo>
                    <a:pt x="322580" y="11430"/>
                  </a:lnTo>
                  <a:lnTo>
                    <a:pt x="322580" y="10287"/>
                  </a:lnTo>
                  <a:lnTo>
                    <a:pt x="8890" y="10287"/>
                  </a:lnTo>
                  <a:lnTo>
                    <a:pt x="8890" y="11557"/>
                  </a:lnTo>
                  <a:lnTo>
                    <a:pt x="10160" y="11557"/>
                  </a:lnTo>
                  <a:lnTo>
                    <a:pt x="10160" y="12700"/>
                  </a:lnTo>
                  <a:lnTo>
                    <a:pt x="11430" y="12700"/>
                  </a:lnTo>
                  <a:lnTo>
                    <a:pt x="11430" y="13970"/>
                  </a:lnTo>
                  <a:lnTo>
                    <a:pt x="12700" y="13970"/>
                  </a:lnTo>
                  <a:lnTo>
                    <a:pt x="12700" y="15240"/>
                  </a:lnTo>
                  <a:lnTo>
                    <a:pt x="13970" y="15240"/>
                  </a:lnTo>
                  <a:lnTo>
                    <a:pt x="13970" y="16510"/>
                  </a:lnTo>
                  <a:lnTo>
                    <a:pt x="15240" y="16510"/>
                  </a:lnTo>
                  <a:lnTo>
                    <a:pt x="15240" y="17780"/>
                  </a:lnTo>
                  <a:lnTo>
                    <a:pt x="16510" y="17780"/>
                  </a:lnTo>
                  <a:lnTo>
                    <a:pt x="16510" y="19050"/>
                  </a:lnTo>
                  <a:lnTo>
                    <a:pt x="17780" y="19050"/>
                  </a:lnTo>
                  <a:lnTo>
                    <a:pt x="17780" y="20320"/>
                  </a:lnTo>
                  <a:lnTo>
                    <a:pt x="20320" y="20320"/>
                  </a:lnTo>
                  <a:lnTo>
                    <a:pt x="20320" y="21590"/>
                  </a:lnTo>
                  <a:lnTo>
                    <a:pt x="325107" y="21590"/>
                  </a:lnTo>
                  <a:lnTo>
                    <a:pt x="325107" y="20320"/>
                  </a:lnTo>
                  <a:lnTo>
                    <a:pt x="325107" y="19050"/>
                  </a:lnTo>
                  <a:lnTo>
                    <a:pt x="325120" y="17780"/>
                  </a:lnTo>
                  <a:close/>
                </a:path>
              </a:pathLst>
            </a:custGeom>
            <a:solidFill>
              <a:srgbClr val="19192B"/>
            </a:solidFill>
          </p:spPr>
          <p:txBody>
            <a:bodyPr wrap="square" lIns="0" tIns="0" rIns="0" bIns="0" rtlCol="0"/>
            <a:lstStyle/>
            <a:p/>
          </p:txBody>
        </p:sp>
        <p:sp>
          <p:nvSpPr>
            <p:cNvPr id="668" name="object 668"/>
            <p:cNvSpPr/>
            <p:nvPr/>
          </p:nvSpPr>
          <p:spPr>
            <a:xfrm>
              <a:off x="5882640" y="1422399"/>
              <a:ext cx="306070" cy="21590"/>
            </a:xfrm>
            <a:custGeom>
              <a:avLst/>
              <a:gdLst/>
              <a:ahLst/>
              <a:cxnLst/>
              <a:rect l="l" t="t" r="r" b="b"/>
              <a:pathLst>
                <a:path w="306070" h="21590">
                  <a:moveTo>
                    <a:pt x="306070" y="20447"/>
                  </a:moveTo>
                  <a:lnTo>
                    <a:pt x="35560" y="20447"/>
                  </a:lnTo>
                  <a:lnTo>
                    <a:pt x="35560" y="21590"/>
                  </a:lnTo>
                  <a:lnTo>
                    <a:pt x="306070" y="21590"/>
                  </a:lnTo>
                  <a:lnTo>
                    <a:pt x="306070" y="20447"/>
                  </a:lnTo>
                  <a:close/>
                </a:path>
                <a:path w="306070" h="21590">
                  <a:moveTo>
                    <a:pt x="306070" y="10160"/>
                  </a:moveTo>
                  <a:lnTo>
                    <a:pt x="304800" y="10160"/>
                  </a:lnTo>
                  <a:lnTo>
                    <a:pt x="304800" y="8890"/>
                  </a:lnTo>
                  <a:lnTo>
                    <a:pt x="304800" y="7620"/>
                  </a:lnTo>
                  <a:lnTo>
                    <a:pt x="304800" y="1270"/>
                  </a:lnTo>
                  <a:lnTo>
                    <a:pt x="303517" y="1270"/>
                  </a:lnTo>
                  <a:lnTo>
                    <a:pt x="303517"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0160" y="7620"/>
                  </a:lnTo>
                  <a:lnTo>
                    <a:pt x="10160" y="8890"/>
                  </a:lnTo>
                  <a:lnTo>
                    <a:pt x="11430" y="8890"/>
                  </a:lnTo>
                  <a:lnTo>
                    <a:pt x="11430" y="10160"/>
                  </a:lnTo>
                  <a:lnTo>
                    <a:pt x="13970" y="10160"/>
                  </a:lnTo>
                  <a:lnTo>
                    <a:pt x="13970" y="11430"/>
                  </a:lnTo>
                  <a:lnTo>
                    <a:pt x="15240" y="11430"/>
                  </a:lnTo>
                  <a:lnTo>
                    <a:pt x="15240" y="12700"/>
                  </a:lnTo>
                  <a:lnTo>
                    <a:pt x="19050" y="12700"/>
                  </a:lnTo>
                  <a:lnTo>
                    <a:pt x="19050" y="13970"/>
                  </a:lnTo>
                  <a:lnTo>
                    <a:pt x="21590" y="13970"/>
                  </a:lnTo>
                  <a:lnTo>
                    <a:pt x="21590" y="15240"/>
                  </a:lnTo>
                  <a:lnTo>
                    <a:pt x="24130" y="15240"/>
                  </a:lnTo>
                  <a:lnTo>
                    <a:pt x="24130" y="16510"/>
                  </a:lnTo>
                  <a:lnTo>
                    <a:pt x="27940" y="16510"/>
                  </a:lnTo>
                  <a:lnTo>
                    <a:pt x="27940" y="17780"/>
                  </a:lnTo>
                  <a:lnTo>
                    <a:pt x="30480" y="17780"/>
                  </a:lnTo>
                  <a:lnTo>
                    <a:pt x="30480" y="19050"/>
                  </a:lnTo>
                  <a:lnTo>
                    <a:pt x="33020" y="19050"/>
                  </a:lnTo>
                  <a:lnTo>
                    <a:pt x="33020" y="20320"/>
                  </a:lnTo>
                  <a:lnTo>
                    <a:pt x="306070" y="20320"/>
                  </a:lnTo>
                  <a:lnTo>
                    <a:pt x="306070" y="19050"/>
                  </a:lnTo>
                  <a:lnTo>
                    <a:pt x="306057" y="17780"/>
                  </a:lnTo>
                  <a:lnTo>
                    <a:pt x="306057" y="16510"/>
                  </a:lnTo>
                  <a:lnTo>
                    <a:pt x="306070" y="15240"/>
                  </a:lnTo>
                  <a:lnTo>
                    <a:pt x="306057" y="13970"/>
                  </a:lnTo>
                  <a:lnTo>
                    <a:pt x="306070" y="12700"/>
                  </a:lnTo>
                  <a:lnTo>
                    <a:pt x="306070" y="11430"/>
                  </a:lnTo>
                  <a:lnTo>
                    <a:pt x="306070" y="10160"/>
                  </a:lnTo>
                  <a:close/>
                </a:path>
              </a:pathLst>
            </a:custGeom>
            <a:solidFill>
              <a:srgbClr val="19192C"/>
            </a:solidFill>
          </p:spPr>
          <p:txBody>
            <a:bodyPr wrap="square" lIns="0" tIns="0" rIns="0" bIns="0" rtlCol="0"/>
            <a:lstStyle/>
            <a:p/>
          </p:txBody>
        </p:sp>
        <p:sp>
          <p:nvSpPr>
            <p:cNvPr id="669" name="object 669"/>
            <p:cNvSpPr/>
            <p:nvPr/>
          </p:nvSpPr>
          <p:spPr>
            <a:xfrm>
              <a:off x="5920740" y="1443989"/>
              <a:ext cx="270510" cy="21590"/>
            </a:xfrm>
            <a:custGeom>
              <a:avLst/>
              <a:gdLst/>
              <a:ahLst/>
              <a:cxnLst/>
              <a:rect l="l" t="t" r="r" b="b"/>
              <a:pathLst>
                <a:path w="270510" h="21590">
                  <a:moveTo>
                    <a:pt x="39370" y="20320"/>
                  </a:moveTo>
                  <a:lnTo>
                    <a:pt x="38100" y="20320"/>
                  </a:lnTo>
                  <a:lnTo>
                    <a:pt x="38100" y="19050"/>
                  </a:lnTo>
                  <a:lnTo>
                    <a:pt x="38100" y="17780"/>
                  </a:lnTo>
                  <a:lnTo>
                    <a:pt x="36830" y="17780"/>
                  </a:lnTo>
                  <a:lnTo>
                    <a:pt x="36830" y="19050"/>
                  </a:lnTo>
                  <a:lnTo>
                    <a:pt x="25400" y="19050"/>
                  </a:lnTo>
                  <a:lnTo>
                    <a:pt x="25400" y="20320"/>
                  </a:lnTo>
                  <a:lnTo>
                    <a:pt x="17780" y="20320"/>
                  </a:lnTo>
                  <a:lnTo>
                    <a:pt x="17780" y="21590"/>
                  </a:lnTo>
                  <a:lnTo>
                    <a:pt x="39370" y="21590"/>
                  </a:lnTo>
                  <a:lnTo>
                    <a:pt x="39370" y="20447"/>
                  </a:lnTo>
                  <a:lnTo>
                    <a:pt x="39370" y="20320"/>
                  </a:lnTo>
                  <a:close/>
                </a:path>
                <a:path w="270510" h="21590">
                  <a:moveTo>
                    <a:pt x="269240" y="1270"/>
                  </a:moveTo>
                  <a:lnTo>
                    <a:pt x="267970" y="1270"/>
                  </a:lnTo>
                  <a:lnTo>
                    <a:pt x="267970" y="0"/>
                  </a:lnTo>
                  <a:lnTo>
                    <a:pt x="0" y="0"/>
                  </a:lnTo>
                  <a:lnTo>
                    <a:pt x="0" y="1270"/>
                  </a:lnTo>
                  <a:lnTo>
                    <a:pt x="2540" y="1270"/>
                  </a:lnTo>
                  <a:lnTo>
                    <a:pt x="2540" y="2540"/>
                  </a:lnTo>
                  <a:lnTo>
                    <a:pt x="5080" y="2540"/>
                  </a:lnTo>
                  <a:lnTo>
                    <a:pt x="5080" y="3810"/>
                  </a:lnTo>
                  <a:lnTo>
                    <a:pt x="7620" y="3810"/>
                  </a:lnTo>
                  <a:lnTo>
                    <a:pt x="7620" y="5080"/>
                  </a:lnTo>
                  <a:lnTo>
                    <a:pt x="11430" y="5080"/>
                  </a:lnTo>
                  <a:lnTo>
                    <a:pt x="11430" y="6350"/>
                  </a:lnTo>
                  <a:lnTo>
                    <a:pt x="15240" y="6350"/>
                  </a:lnTo>
                  <a:lnTo>
                    <a:pt x="15240" y="7620"/>
                  </a:lnTo>
                  <a:lnTo>
                    <a:pt x="19050" y="7620"/>
                  </a:lnTo>
                  <a:lnTo>
                    <a:pt x="19050" y="8890"/>
                  </a:lnTo>
                  <a:lnTo>
                    <a:pt x="21590" y="8890"/>
                  </a:lnTo>
                  <a:lnTo>
                    <a:pt x="21590" y="10160"/>
                  </a:lnTo>
                  <a:lnTo>
                    <a:pt x="25400" y="10160"/>
                  </a:lnTo>
                  <a:lnTo>
                    <a:pt x="25400" y="11430"/>
                  </a:lnTo>
                  <a:lnTo>
                    <a:pt x="29210" y="11430"/>
                  </a:lnTo>
                  <a:lnTo>
                    <a:pt x="29210" y="12700"/>
                  </a:lnTo>
                  <a:lnTo>
                    <a:pt x="31750" y="12700"/>
                  </a:lnTo>
                  <a:lnTo>
                    <a:pt x="31750" y="13970"/>
                  </a:lnTo>
                  <a:lnTo>
                    <a:pt x="269240" y="13970"/>
                  </a:lnTo>
                  <a:lnTo>
                    <a:pt x="269240" y="12700"/>
                  </a:lnTo>
                  <a:lnTo>
                    <a:pt x="269240" y="11430"/>
                  </a:lnTo>
                  <a:lnTo>
                    <a:pt x="269240" y="2540"/>
                  </a:lnTo>
                  <a:lnTo>
                    <a:pt x="269240" y="1270"/>
                  </a:lnTo>
                  <a:close/>
                </a:path>
                <a:path w="270510" h="21590">
                  <a:moveTo>
                    <a:pt x="270510" y="20447"/>
                  </a:moveTo>
                  <a:lnTo>
                    <a:pt x="55880" y="20447"/>
                  </a:lnTo>
                  <a:lnTo>
                    <a:pt x="55880" y="21590"/>
                  </a:lnTo>
                  <a:lnTo>
                    <a:pt x="270510" y="21590"/>
                  </a:lnTo>
                  <a:lnTo>
                    <a:pt x="270510" y="20447"/>
                  </a:lnTo>
                  <a:close/>
                </a:path>
                <a:path w="270510" h="21590">
                  <a:moveTo>
                    <a:pt x="270510" y="15240"/>
                  </a:moveTo>
                  <a:lnTo>
                    <a:pt x="269240" y="15240"/>
                  </a:lnTo>
                  <a:lnTo>
                    <a:pt x="269240" y="14097"/>
                  </a:lnTo>
                  <a:lnTo>
                    <a:pt x="34290" y="14097"/>
                  </a:lnTo>
                  <a:lnTo>
                    <a:pt x="34290" y="15240"/>
                  </a:lnTo>
                  <a:lnTo>
                    <a:pt x="39370" y="15240"/>
                  </a:lnTo>
                  <a:lnTo>
                    <a:pt x="39370" y="16510"/>
                  </a:lnTo>
                  <a:lnTo>
                    <a:pt x="43180" y="16510"/>
                  </a:lnTo>
                  <a:lnTo>
                    <a:pt x="43180" y="17780"/>
                  </a:lnTo>
                  <a:lnTo>
                    <a:pt x="46990" y="17780"/>
                  </a:lnTo>
                  <a:lnTo>
                    <a:pt x="46990" y="19050"/>
                  </a:lnTo>
                  <a:lnTo>
                    <a:pt x="52070" y="19050"/>
                  </a:lnTo>
                  <a:lnTo>
                    <a:pt x="52070" y="20320"/>
                  </a:lnTo>
                  <a:lnTo>
                    <a:pt x="270510" y="20320"/>
                  </a:lnTo>
                  <a:lnTo>
                    <a:pt x="270510" y="19050"/>
                  </a:lnTo>
                  <a:lnTo>
                    <a:pt x="270510" y="17780"/>
                  </a:lnTo>
                  <a:lnTo>
                    <a:pt x="270510" y="16510"/>
                  </a:lnTo>
                  <a:lnTo>
                    <a:pt x="270510" y="15240"/>
                  </a:lnTo>
                  <a:close/>
                </a:path>
              </a:pathLst>
            </a:custGeom>
            <a:solidFill>
              <a:srgbClr val="1A1A2D"/>
            </a:solidFill>
          </p:spPr>
          <p:txBody>
            <a:bodyPr wrap="square" lIns="0" tIns="0" rIns="0" bIns="0" rtlCol="0"/>
            <a:lstStyle/>
            <a:p/>
          </p:txBody>
        </p:sp>
        <p:sp>
          <p:nvSpPr>
            <p:cNvPr id="670" name="object 670"/>
            <p:cNvSpPr/>
            <p:nvPr/>
          </p:nvSpPr>
          <p:spPr>
            <a:xfrm>
              <a:off x="5803900" y="1465579"/>
              <a:ext cx="387350" cy="21590"/>
            </a:xfrm>
            <a:custGeom>
              <a:avLst/>
              <a:gdLst/>
              <a:ahLst/>
              <a:cxnLst/>
              <a:rect l="l" t="t" r="r" b="b"/>
              <a:pathLst>
                <a:path w="387350" h="21590">
                  <a:moveTo>
                    <a:pt x="156210" y="0"/>
                  </a:moveTo>
                  <a:lnTo>
                    <a:pt x="125730" y="0"/>
                  </a:lnTo>
                  <a:lnTo>
                    <a:pt x="125730" y="1270"/>
                  </a:lnTo>
                  <a:lnTo>
                    <a:pt x="118110" y="1270"/>
                  </a:lnTo>
                  <a:lnTo>
                    <a:pt x="118110" y="2540"/>
                  </a:lnTo>
                  <a:lnTo>
                    <a:pt x="109220" y="2540"/>
                  </a:lnTo>
                  <a:lnTo>
                    <a:pt x="109220" y="3810"/>
                  </a:lnTo>
                  <a:lnTo>
                    <a:pt x="156210" y="3810"/>
                  </a:lnTo>
                  <a:lnTo>
                    <a:pt x="156210" y="2540"/>
                  </a:lnTo>
                  <a:lnTo>
                    <a:pt x="156210" y="1270"/>
                  </a:lnTo>
                  <a:lnTo>
                    <a:pt x="156210" y="0"/>
                  </a:lnTo>
                  <a:close/>
                </a:path>
                <a:path w="387350" h="21590">
                  <a:moveTo>
                    <a:pt x="157480" y="3937"/>
                  </a:moveTo>
                  <a:lnTo>
                    <a:pt x="101600" y="3937"/>
                  </a:lnTo>
                  <a:lnTo>
                    <a:pt x="101600" y="5080"/>
                  </a:lnTo>
                  <a:lnTo>
                    <a:pt x="93980" y="5080"/>
                  </a:lnTo>
                  <a:lnTo>
                    <a:pt x="93980" y="6350"/>
                  </a:lnTo>
                  <a:lnTo>
                    <a:pt x="85090" y="6350"/>
                  </a:lnTo>
                  <a:lnTo>
                    <a:pt x="85090" y="7620"/>
                  </a:lnTo>
                  <a:lnTo>
                    <a:pt x="77470" y="7620"/>
                  </a:lnTo>
                  <a:lnTo>
                    <a:pt x="77470" y="8890"/>
                  </a:lnTo>
                  <a:lnTo>
                    <a:pt x="69850" y="8890"/>
                  </a:lnTo>
                  <a:lnTo>
                    <a:pt x="69850" y="10160"/>
                  </a:lnTo>
                  <a:lnTo>
                    <a:pt x="157480" y="10160"/>
                  </a:lnTo>
                  <a:lnTo>
                    <a:pt x="157480" y="8890"/>
                  </a:lnTo>
                  <a:lnTo>
                    <a:pt x="157480" y="7620"/>
                  </a:lnTo>
                  <a:lnTo>
                    <a:pt x="157480" y="6350"/>
                  </a:lnTo>
                  <a:lnTo>
                    <a:pt x="157480" y="5080"/>
                  </a:lnTo>
                  <a:lnTo>
                    <a:pt x="157480" y="3937"/>
                  </a:lnTo>
                  <a:close/>
                </a:path>
                <a:path w="387350" h="21590">
                  <a:moveTo>
                    <a:pt x="160020" y="15240"/>
                  </a:moveTo>
                  <a:lnTo>
                    <a:pt x="158750" y="15240"/>
                  </a:lnTo>
                  <a:lnTo>
                    <a:pt x="158750" y="13970"/>
                  </a:lnTo>
                  <a:lnTo>
                    <a:pt x="158750" y="12700"/>
                  </a:lnTo>
                  <a:lnTo>
                    <a:pt x="158750" y="11430"/>
                  </a:lnTo>
                  <a:lnTo>
                    <a:pt x="158750" y="10287"/>
                  </a:lnTo>
                  <a:lnTo>
                    <a:pt x="60960" y="10287"/>
                  </a:lnTo>
                  <a:lnTo>
                    <a:pt x="60960" y="11430"/>
                  </a:lnTo>
                  <a:lnTo>
                    <a:pt x="53340" y="11430"/>
                  </a:lnTo>
                  <a:lnTo>
                    <a:pt x="53340" y="12700"/>
                  </a:lnTo>
                  <a:lnTo>
                    <a:pt x="45720" y="12700"/>
                  </a:lnTo>
                  <a:lnTo>
                    <a:pt x="45720" y="13970"/>
                  </a:lnTo>
                  <a:lnTo>
                    <a:pt x="36830" y="13970"/>
                  </a:lnTo>
                  <a:lnTo>
                    <a:pt x="36830" y="15240"/>
                  </a:lnTo>
                  <a:lnTo>
                    <a:pt x="29210" y="15240"/>
                  </a:lnTo>
                  <a:lnTo>
                    <a:pt x="29210" y="16510"/>
                  </a:lnTo>
                  <a:lnTo>
                    <a:pt x="20320" y="16510"/>
                  </a:lnTo>
                  <a:lnTo>
                    <a:pt x="20320" y="17780"/>
                  </a:lnTo>
                  <a:lnTo>
                    <a:pt x="12700" y="17780"/>
                  </a:lnTo>
                  <a:lnTo>
                    <a:pt x="12700" y="19050"/>
                  </a:lnTo>
                  <a:lnTo>
                    <a:pt x="5080" y="19050"/>
                  </a:lnTo>
                  <a:lnTo>
                    <a:pt x="5080" y="20320"/>
                  </a:lnTo>
                  <a:lnTo>
                    <a:pt x="160007" y="20320"/>
                  </a:lnTo>
                  <a:lnTo>
                    <a:pt x="160007" y="19050"/>
                  </a:lnTo>
                  <a:lnTo>
                    <a:pt x="160020" y="17780"/>
                  </a:lnTo>
                  <a:lnTo>
                    <a:pt x="160020" y="16510"/>
                  </a:lnTo>
                  <a:lnTo>
                    <a:pt x="160020" y="15367"/>
                  </a:lnTo>
                  <a:lnTo>
                    <a:pt x="160020" y="15240"/>
                  </a:lnTo>
                  <a:close/>
                </a:path>
                <a:path w="387350" h="21590">
                  <a:moveTo>
                    <a:pt x="161290" y="20447"/>
                  </a:moveTo>
                  <a:lnTo>
                    <a:pt x="0" y="20447"/>
                  </a:lnTo>
                  <a:lnTo>
                    <a:pt x="0" y="21590"/>
                  </a:lnTo>
                  <a:lnTo>
                    <a:pt x="161290" y="21590"/>
                  </a:lnTo>
                  <a:lnTo>
                    <a:pt x="161290" y="20447"/>
                  </a:lnTo>
                  <a:close/>
                </a:path>
                <a:path w="387350" h="21590">
                  <a:moveTo>
                    <a:pt x="387350" y="0"/>
                  </a:moveTo>
                  <a:lnTo>
                    <a:pt x="176530" y="0"/>
                  </a:lnTo>
                  <a:lnTo>
                    <a:pt x="176530" y="1270"/>
                  </a:lnTo>
                  <a:lnTo>
                    <a:pt x="180340" y="1270"/>
                  </a:lnTo>
                  <a:lnTo>
                    <a:pt x="180340" y="2540"/>
                  </a:lnTo>
                  <a:lnTo>
                    <a:pt x="182880" y="2540"/>
                  </a:lnTo>
                  <a:lnTo>
                    <a:pt x="182880" y="3810"/>
                  </a:lnTo>
                  <a:lnTo>
                    <a:pt x="189230" y="3810"/>
                  </a:lnTo>
                  <a:lnTo>
                    <a:pt x="189230" y="5080"/>
                  </a:lnTo>
                  <a:lnTo>
                    <a:pt x="194310" y="5080"/>
                  </a:lnTo>
                  <a:lnTo>
                    <a:pt x="194310" y="6350"/>
                  </a:lnTo>
                  <a:lnTo>
                    <a:pt x="199390" y="6350"/>
                  </a:lnTo>
                  <a:lnTo>
                    <a:pt x="199390" y="7620"/>
                  </a:lnTo>
                  <a:lnTo>
                    <a:pt x="201930" y="7620"/>
                  </a:lnTo>
                  <a:lnTo>
                    <a:pt x="201930" y="8890"/>
                  </a:lnTo>
                  <a:lnTo>
                    <a:pt x="207010" y="8890"/>
                  </a:lnTo>
                  <a:lnTo>
                    <a:pt x="207010" y="10160"/>
                  </a:lnTo>
                  <a:lnTo>
                    <a:pt x="210820" y="10160"/>
                  </a:lnTo>
                  <a:lnTo>
                    <a:pt x="210820" y="11430"/>
                  </a:lnTo>
                  <a:lnTo>
                    <a:pt x="214630" y="11430"/>
                  </a:lnTo>
                  <a:lnTo>
                    <a:pt x="214630" y="12700"/>
                  </a:lnTo>
                  <a:lnTo>
                    <a:pt x="217170" y="12700"/>
                  </a:lnTo>
                  <a:lnTo>
                    <a:pt x="217170" y="13970"/>
                  </a:lnTo>
                  <a:lnTo>
                    <a:pt x="219710" y="13970"/>
                  </a:lnTo>
                  <a:lnTo>
                    <a:pt x="219710" y="15240"/>
                  </a:lnTo>
                  <a:lnTo>
                    <a:pt x="222250" y="15240"/>
                  </a:lnTo>
                  <a:lnTo>
                    <a:pt x="222250" y="16510"/>
                  </a:lnTo>
                  <a:lnTo>
                    <a:pt x="223520" y="16510"/>
                  </a:lnTo>
                  <a:lnTo>
                    <a:pt x="223520" y="17780"/>
                  </a:lnTo>
                  <a:lnTo>
                    <a:pt x="228600" y="17780"/>
                  </a:lnTo>
                  <a:lnTo>
                    <a:pt x="228600" y="19050"/>
                  </a:lnTo>
                  <a:lnTo>
                    <a:pt x="231140" y="19050"/>
                  </a:lnTo>
                  <a:lnTo>
                    <a:pt x="231140" y="20320"/>
                  </a:lnTo>
                  <a:lnTo>
                    <a:pt x="232410" y="20320"/>
                  </a:lnTo>
                  <a:lnTo>
                    <a:pt x="232410" y="21590"/>
                  </a:lnTo>
                  <a:lnTo>
                    <a:pt x="387350" y="21590"/>
                  </a:lnTo>
                  <a:lnTo>
                    <a:pt x="387350" y="20320"/>
                  </a:lnTo>
                  <a:lnTo>
                    <a:pt x="387350" y="19050"/>
                  </a:lnTo>
                  <a:lnTo>
                    <a:pt x="387350" y="1270"/>
                  </a:lnTo>
                  <a:lnTo>
                    <a:pt x="387350" y="0"/>
                  </a:lnTo>
                  <a:close/>
                </a:path>
              </a:pathLst>
            </a:custGeom>
            <a:solidFill>
              <a:srgbClr val="1B1B2E"/>
            </a:solidFill>
          </p:spPr>
          <p:txBody>
            <a:bodyPr wrap="square" lIns="0" tIns="0" rIns="0" bIns="0" rtlCol="0"/>
            <a:lstStyle/>
            <a:p/>
          </p:txBody>
        </p:sp>
        <p:sp>
          <p:nvSpPr>
            <p:cNvPr id="671" name="object 671"/>
            <p:cNvSpPr/>
            <p:nvPr/>
          </p:nvSpPr>
          <p:spPr>
            <a:xfrm>
              <a:off x="5803900" y="1487169"/>
              <a:ext cx="387350" cy="20320"/>
            </a:xfrm>
            <a:custGeom>
              <a:avLst/>
              <a:gdLst/>
              <a:ahLst/>
              <a:cxnLst/>
              <a:rect l="l" t="t" r="r" b="b"/>
              <a:pathLst>
                <a:path w="387350" h="20319">
                  <a:moveTo>
                    <a:pt x="161290" y="127"/>
                  </a:moveTo>
                  <a:lnTo>
                    <a:pt x="0" y="127"/>
                  </a:lnTo>
                  <a:lnTo>
                    <a:pt x="0" y="2540"/>
                  </a:lnTo>
                  <a:lnTo>
                    <a:pt x="161290" y="2540"/>
                  </a:lnTo>
                  <a:lnTo>
                    <a:pt x="161290" y="127"/>
                  </a:lnTo>
                  <a:close/>
                </a:path>
                <a:path w="387350" h="20319">
                  <a:moveTo>
                    <a:pt x="167640" y="19050"/>
                  </a:moveTo>
                  <a:lnTo>
                    <a:pt x="166357" y="19050"/>
                  </a:lnTo>
                  <a:lnTo>
                    <a:pt x="166357" y="16510"/>
                  </a:lnTo>
                  <a:lnTo>
                    <a:pt x="165100" y="16510"/>
                  </a:lnTo>
                  <a:lnTo>
                    <a:pt x="165100" y="13970"/>
                  </a:lnTo>
                  <a:lnTo>
                    <a:pt x="165100" y="12700"/>
                  </a:lnTo>
                  <a:lnTo>
                    <a:pt x="163830" y="12700"/>
                  </a:lnTo>
                  <a:lnTo>
                    <a:pt x="163830" y="10160"/>
                  </a:lnTo>
                  <a:lnTo>
                    <a:pt x="163830" y="7620"/>
                  </a:lnTo>
                  <a:lnTo>
                    <a:pt x="162560" y="7620"/>
                  </a:lnTo>
                  <a:lnTo>
                    <a:pt x="162560" y="3810"/>
                  </a:lnTo>
                  <a:lnTo>
                    <a:pt x="161290" y="3810"/>
                  </a:lnTo>
                  <a:lnTo>
                    <a:pt x="161290" y="2667"/>
                  </a:lnTo>
                  <a:lnTo>
                    <a:pt x="0" y="2667"/>
                  </a:lnTo>
                  <a:lnTo>
                    <a:pt x="0" y="3810"/>
                  </a:lnTo>
                  <a:lnTo>
                    <a:pt x="1270" y="3810"/>
                  </a:lnTo>
                  <a:lnTo>
                    <a:pt x="1270" y="7620"/>
                  </a:lnTo>
                  <a:lnTo>
                    <a:pt x="1270" y="10160"/>
                  </a:lnTo>
                  <a:lnTo>
                    <a:pt x="1270" y="12700"/>
                  </a:lnTo>
                  <a:lnTo>
                    <a:pt x="1270" y="13970"/>
                  </a:lnTo>
                  <a:lnTo>
                    <a:pt x="2540" y="13970"/>
                  </a:lnTo>
                  <a:lnTo>
                    <a:pt x="2540" y="16510"/>
                  </a:lnTo>
                  <a:lnTo>
                    <a:pt x="2540" y="19050"/>
                  </a:lnTo>
                  <a:lnTo>
                    <a:pt x="2540" y="20320"/>
                  </a:lnTo>
                  <a:lnTo>
                    <a:pt x="167640" y="20320"/>
                  </a:lnTo>
                  <a:lnTo>
                    <a:pt x="167640" y="19050"/>
                  </a:lnTo>
                  <a:close/>
                </a:path>
                <a:path w="387350" h="20319">
                  <a:moveTo>
                    <a:pt x="386080" y="16522"/>
                  </a:moveTo>
                  <a:lnTo>
                    <a:pt x="242570" y="16522"/>
                  </a:lnTo>
                  <a:lnTo>
                    <a:pt x="242570" y="20320"/>
                  </a:lnTo>
                  <a:lnTo>
                    <a:pt x="386080" y="20320"/>
                  </a:lnTo>
                  <a:lnTo>
                    <a:pt x="386080" y="16522"/>
                  </a:lnTo>
                  <a:close/>
                </a:path>
                <a:path w="387350" h="20319">
                  <a:moveTo>
                    <a:pt x="387350" y="0"/>
                  </a:moveTo>
                  <a:lnTo>
                    <a:pt x="233680" y="0"/>
                  </a:lnTo>
                  <a:lnTo>
                    <a:pt x="232410" y="0"/>
                  </a:lnTo>
                  <a:lnTo>
                    <a:pt x="232410" y="127"/>
                  </a:lnTo>
                  <a:lnTo>
                    <a:pt x="233680" y="127"/>
                  </a:lnTo>
                  <a:lnTo>
                    <a:pt x="233680" y="1270"/>
                  </a:lnTo>
                  <a:lnTo>
                    <a:pt x="234950" y="1270"/>
                  </a:lnTo>
                  <a:lnTo>
                    <a:pt x="234950" y="2540"/>
                  </a:lnTo>
                  <a:lnTo>
                    <a:pt x="236220" y="2540"/>
                  </a:lnTo>
                  <a:lnTo>
                    <a:pt x="236220" y="3810"/>
                  </a:lnTo>
                  <a:lnTo>
                    <a:pt x="237490" y="3810"/>
                  </a:lnTo>
                  <a:lnTo>
                    <a:pt x="237490" y="5080"/>
                  </a:lnTo>
                  <a:lnTo>
                    <a:pt x="238760" y="5080"/>
                  </a:lnTo>
                  <a:lnTo>
                    <a:pt x="238760" y="7620"/>
                  </a:lnTo>
                  <a:lnTo>
                    <a:pt x="240030" y="7620"/>
                  </a:lnTo>
                  <a:lnTo>
                    <a:pt x="240030" y="10160"/>
                  </a:lnTo>
                  <a:lnTo>
                    <a:pt x="241300" y="10160"/>
                  </a:lnTo>
                  <a:lnTo>
                    <a:pt x="241300" y="13970"/>
                  </a:lnTo>
                  <a:lnTo>
                    <a:pt x="241300" y="15240"/>
                  </a:lnTo>
                  <a:lnTo>
                    <a:pt x="242570" y="15240"/>
                  </a:lnTo>
                  <a:lnTo>
                    <a:pt x="242570" y="16510"/>
                  </a:lnTo>
                  <a:lnTo>
                    <a:pt x="386080" y="16510"/>
                  </a:lnTo>
                  <a:lnTo>
                    <a:pt x="386080" y="15240"/>
                  </a:lnTo>
                  <a:lnTo>
                    <a:pt x="386080" y="13970"/>
                  </a:lnTo>
                  <a:lnTo>
                    <a:pt x="387350" y="13970"/>
                  </a:lnTo>
                  <a:lnTo>
                    <a:pt x="387350" y="1270"/>
                  </a:lnTo>
                  <a:lnTo>
                    <a:pt x="387350" y="0"/>
                  </a:lnTo>
                  <a:close/>
                </a:path>
              </a:pathLst>
            </a:custGeom>
            <a:solidFill>
              <a:srgbClr val="1B1B2F"/>
            </a:solidFill>
          </p:spPr>
          <p:txBody>
            <a:bodyPr wrap="square" lIns="0" tIns="0" rIns="0" bIns="0" rtlCol="0"/>
            <a:lstStyle/>
            <a:p/>
          </p:txBody>
        </p:sp>
        <p:sp>
          <p:nvSpPr>
            <p:cNvPr id="672" name="object 672"/>
            <p:cNvSpPr/>
            <p:nvPr/>
          </p:nvSpPr>
          <p:spPr>
            <a:xfrm>
              <a:off x="5806440" y="1507489"/>
              <a:ext cx="383540" cy="21590"/>
            </a:xfrm>
            <a:custGeom>
              <a:avLst/>
              <a:gdLst/>
              <a:ahLst/>
              <a:cxnLst/>
              <a:rect l="l" t="t" r="r" b="b"/>
              <a:pathLst>
                <a:path w="383539" h="21590">
                  <a:moveTo>
                    <a:pt x="179070" y="20320"/>
                  </a:moveTo>
                  <a:lnTo>
                    <a:pt x="176530" y="20320"/>
                  </a:lnTo>
                  <a:lnTo>
                    <a:pt x="176530" y="19050"/>
                  </a:lnTo>
                  <a:lnTo>
                    <a:pt x="175260" y="19050"/>
                  </a:lnTo>
                  <a:lnTo>
                    <a:pt x="175260" y="17780"/>
                  </a:lnTo>
                  <a:lnTo>
                    <a:pt x="173990" y="17780"/>
                  </a:lnTo>
                  <a:lnTo>
                    <a:pt x="173990" y="16510"/>
                  </a:lnTo>
                  <a:lnTo>
                    <a:pt x="172707" y="16510"/>
                  </a:lnTo>
                  <a:lnTo>
                    <a:pt x="172707" y="13970"/>
                  </a:lnTo>
                  <a:lnTo>
                    <a:pt x="171450" y="13970"/>
                  </a:lnTo>
                  <a:lnTo>
                    <a:pt x="171450" y="12700"/>
                  </a:lnTo>
                  <a:lnTo>
                    <a:pt x="170167" y="12700"/>
                  </a:lnTo>
                  <a:lnTo>
                    <a:pt x="170167" y="10160"/>
                  </a:lnTo>
                  <a:lnTo>
                    <a:pt x="168910" y="10160"/>
                  </a:lnTo>
                  <a:lnTo>
                    <a:pt x="168910" y="7620"/>
                  </a:lnTo>
                  <a:lnTo>
                    <a:pt x="167640" y="7620"/>
                  </a:lnTo>
                  <a:lnTo>
                    <a:pt x="167640" y="5080"/>
                  </a:lnTo>
                  <a:lnTo>
                    <a:pt x="166370" y="5080"/>
                  </a:lnTo>
                  <a:lnTo>
                    <a:pt x="166370" y="2540"/>
                  </a:lnTo>
                  <a:lnTo>
                    <a:pt x="165100" y="2540"/>
                  </a:lnTo>
                  <a:lnTo>
                    <a:pt x="165100" y="0"/>
                  </a:lnTo>
                  <a:lnTo>
                    <a:pt x="0" y="0"/>
                  </a:lnTo>
                  <a:lnTo>
                    <a:pt x="0" y="2540"/>
                  </a:lnTo>
                  <a:lnTo>
                    <a:pt x="1270" y="2540"/>
                  </a:lnTo>
                  <a:lnTo>
                    <a:pt x="1270" y="5080"/>
                  </a:lnTo>
                  <a:lnTo>
                    <a:pt x="1270" y="7620"/>
                  </a:lnTo>
                  <a:lnTo>
                    <a:pt x="1270" y="10160"/>
                  </a:lnTo>
                  <a:lnTo>
                    <a:pt x="2540" y="10160"/>
                  </a:lnTo>
                  <a:lnTo>
                    <a:pt x="2540" y="12700"/>
                  </a:lnTo>
                  <a:lnTo>
                    <a:pt x="2540" y="13970"/>
                  </a:lnTo>
                  <a:lnTo>
                    <a:pt x="2540" y="16510"/>
                  </a:lnTo>
                  <a:lnTo>
                    <a:pt x="3810" y="16510"/>
                  </a:lnTo>
                  <a:lnTo>
                    <a:pt x="3810" y="17780"/>
                  </a:lnTo>
                  <a:lnTo>
                    <a:pt x="3810" y="19050"/>
                  </a:lnTo>
                  <a:lnTo>
                    <a:pt x="3810" y="20320"/>
                  </a:lnTo>
                  <a:lnTo>
                    <a:pt x="3810" y="21590"/>
                  </a:lnTo>
                  <a:lnTo>
                    <a:pt x="179070" y="21590"/>
                  </a:lnTo>
                  <a:lnTo>
                    <a:pt x="179070" y="20320"/>
                  </a:lnTo>
                  <a:close/>
                </a:path>
                <a:path w="383539" h="21590">
                  <a:moveTo>
                    <a:pt x="383540" y="0"/>
                  </a:moveTo>
                  <a:lnTo>
                    <a:pt x="238760" y="0"/>
                  </a:lnTo>
                  <a:lnTo>
                    <a:pt x="238760" y="2540"/>
                  </a:lnTo>
                  <a:lnTo>
                    <a:pt x="238760" y="5080"/>
                  </a:lnTo>
                  <a:lnTo>
                    <a:pt x="237490" y="5080"/>
                  </a:lnTo>
                  <a:lnTo>
                    <a:pt x="237490" y="6350"/>
                  </a:lnTo>
                  <a:lnTo>
                    <a:pt x="237490" y="8890"/>
                  </a:lnTo>
                  <a:lnTo>
                    <a:pt x="236220" y="8890"/>
                  </a:lnTo>
                  <a:lnTo>
                    <a:pt x="236220" y="11430"/>
                  </a:lnTo>
                  <a:lnTo>
                    <a:pt x="234950" y="11430"/>
                  </a:lnTo>
                  <a:lnTo>
                    <a:pt x="234950" y="12700"/>
                  </a:lnTo>
                  <a:lnTo>
                    <a:pt x="233680" y="12700"/>
                  </a:lnTo>
                  <a:lnTo>
                    <a:pt x="233680" y="15240"/>
                  </a:lnTo>
                  <a:lnTo>
                    <a:pt x="232410" y="15240"/>
                  </a:lnTo>
                  <a:lnTo>
                    <a:pt x="232410" y="16510"/>
                  </a:lnTo>
                  <a:lnTo>
                    <a:pt x="231140" y="16510"/>
                  </a:lnTo>
                  <a:lnTo>
                    <a:pt x="231140" y="17780"/>
                  </a:lnTo>
                  <a:lnTo>
                    <a:pt x="228600" y="17780"/>
                  </a:lnTo>
                  <a:lnTo>
                    <a:pt x="228600" y="19050"/>
                  </a:lnTo>
                  <a:lnTo>
                    <a:pt x="227330" y="19050"/>
                  </a:lnTo>
                  <a:lnTo>
                    <a:pt x="227330" y="20320"/>
                  </a:lnTo>
                  <a:lnTo>
                    <a:pt x="226060" y="20320"/>
                  </a:lnTo>
                  <a:lnTo>
                    <a:pt x="226060" y="21590"/>
                  </a:lnTo>
                  <a:lnTo>
                    <a:pt x="381000" y="21590"/>
                  </a:lnTo>
                  <a:lnTo>
                    <a:pt x="381000" y="20320"/>
                  </a:lnTo>
                  <a:lnTo>
                    <a:pt x="381000" y="19050"/>
                  </a:lnTo>
                  <a:lnTo>
                    <a:pt x="381000" y="17780"/>
                  </a:lnTo>
                  <a:lnTo>
                    <a:pt x="381000" y="16510"/>
                  </a:lnTo>
                  <a:lnTo>
                    <a:pt x="382270" y="16510"/>
                  </a:lnTo>
                  <a:lnTo>
                    <a:pt x="382270" y="15240"/>
                  </a:lnTo>
                  <a:lnTo>
                    <a:pt x="382270" y="12700"/>
                  </a:lnTo>
                  <a:lnTo>
                    <a:pt x="382270" y="11430"/>
                  </a:lnTo>
                  <a:lnTo>
                    <a:pt x="382257" y="8890"/>
                  </a:lnTo>
                  <a:lnTo>
                    <a:pt x="382257" y="6350"/>
                  </a:lnTo>
                  <a:lnTo>
                    <a:pt x="383540" y="6350"/>
                  </a:lnTo>
                  <a:lnTo>
                    <a:pt x="383540" y="5080"/>
                  </a:lnTo>
                  <a:lnTo>
                    <a:pt x="383540" y="2540"/>
                  </a:lnTo>
                  <a:lnTo>
                    <a:pt x="383540" y="0"/>
                  </a:lnTo>
                  <a:close/>
                </a:path>
              </a:pathLst>
            </a:custGeom>
            <a:solidFill>
              <a:srgbClr val="1C1C30"/>
            </a:solidFill>
          </p:spPr>
          <p:txBody>
            <a:bodyPr wrap="square" lIns="0" tIns="0" rIns="0" bIns="0" rtlCol="0"/>
            <a:lstStyle/>
            <a:p/>
          </p:txBody>
        </p:sp>
        <p:sp>
          <p:nvSpPr>
            <p:cNvPr id="673" name="object 673"/>
            <p:cNvSpPr/>
            <p:nvPr/>
          </p:nvSpPr>
          <p:spPr>
            <a:xfrm>
              <a:off x="5810250" y="1529080"/>
              <a:ext cx="377190" cy="21590"/>
            </a:xfrm>
            <a:custGeom>
              <a:avLst/>
              <a:gdLst/>
              <a:ahLst/>
              <a:cxnLst/>
              <a:rect l="l" t="t" r="r" b="b"/>
              <a:pathLst>
                <a:path w="377189" h="21590">
                  <a:moveTo>
                    <a:pt x="177800" y="1270"/>
                  </a:moveTo>
                  <a:lnTo>
                    <a:pt x="1270" y="1270"/>
                  </a:lnTo>
                  <a:lnTo>
                    <a:pt x="1270" y="7620"/>
                  </a:lnTo>
                  <a:lnTo>
                    <a:pt x="2539" y="7620"/>
                  </a:lnTo>
                  <a:lnTo>
                    <a:pt x="2539" y="12700"/>
                  </a:lnTo>
                  <a:lnTo>
                    <a:pt x="3810" y="12700"/>
                  </a:lnTo>
                  <a:lnTo>
                    <a:pt x="3810" y="17780"/>
                  </a:lnTo>
                  <a:lnTo>
                    <a:pt x="5079" y="17780"/>
                  </a:lnTo>
                  <a:lnTo>
                    <a:pt x="5079" y="21590"/>
                  </a:lnTo>
                  <a:lnTo>
                    <a:pt x="373379" y="21590"/>
                  </a:lnTo>
                  <a:lnTo>
                    <a:pt x="373380" y="16510"/>
                  </a:lnTo>
                  <a:lnTo>
                    <a:pt x="374650" y="16510"/>
                  </a:lnTo>
                  <a:lnTo>
                    <a:pt x="374650" y="8890"/>
                  </a:lnTo>
                  <a:lnTo>
                    <a:pt x="375919" y="8890"/>
                  </a:lnTo>
                  <a:lnTo>
                    <a:pt x="375920" y="6350"/>
                  </a:lnTo>
                  <a:lnTo>
                    <a:pt x="190500" y="6350"/>
                  </a:lnTo>
                  <a:lnTo>
                    <a:pt x="190500" y="5080"/>
                  </a:lnTo>
                  <a:lnTo>
                    <a:pt x="185420" y="5080"/>
                  </a:lnTo>
                  <a:lnTo>
                    <a:pt x="185420" y="3810"/>
                  </a:lnTo>
                  <a:lnTo>
                    <a:pt x="181610" y="3810"/>
                  </a:lnTo>
                  <a:lnTo>
                    <a:pt x="181610" y="2540"/>
                  </a:lnTo>
                  <a:lnTo>
                    <a:pt x="177800" y="2540"/>
                  </a:lnTo>
                  <a:lnTo>
                    <a:pt x="177800" y="1270"/>
                  </a:lnTo>
                  <a:close/>
                </a:path>
                <a:path w="377189" h="21590">
                  <a:moveTo>
                    <a:pt x="375920" y="2540"/>
                  </a:moveTo>
                  <a:lnTo>
                    <a:pt x="215900" y="2540"/>
                  </a:lnTo>
                  <a:lnTo>
                    <a:pt x="215900" y="3810"/>
                  </a:lnTo>
                  <a:lnTo>
                    <a:pt x="212089" y="3810"/>
                  </a:lnTo>
                  <a:lnTo>
                    <a:pt x="212089" y="5080"/>
                  </a:lnTo>
                  <a:lnTo>
                    <a:pt x="208279" y="5080"/>
                  </a:lnTo>
                  <a:lnTo>
                    <a:pt x="208279" y="6350"/>
                  </a:lnTo>
                  <a:lnTo>
                    <a:pt x="375920" y="6350"/>
                  </a:lnTo>
                  <a:lnTo>
                    <a:pt x="375920" y="2540"/>
                  </a:lnTo>
                  <a:close/>
                </a:path>
                <a:path w="377189" h="21590">
                  <a:moveTo>
                    <a:pt x="377190" y="0"/>
                  </a:moveTo>
                  <a:lnTo>
                    <a:pt x="220979" y="0"/>
                  </a:lnTo>
                  <a:lnTo>
                    <a:pt x="220979" y="1270"/>
                  </a:lnTo>
                  <a:lnTo>
                    <a:pt x="217170" y="1270"/>
                  </a:lnTo>
                  <a:lnTo>
                    <a:pt x="217170" y="2540"/>
                  </a:lnTo>
                  <a:lnTo>
                    <a:pt x="377190" y="2540"/>
                  </a:lnTo>
                  <a:lnTo>
                    <a:pt x="377190" y="0"/>
                  </a:lnTo>
                  <a:close/>
                </a:path>
                <a:path w="377189" h="21590">
                  <a:moveTo>
                    <a:pt x="176529" y="0"/>
                  </a:moveTo>
                  <a:lnTo>
                    <a:pt x="0" y="0"/>
                  </a:lnTo>
                  <a:lnTo>
                    <a:pt x="0" y="1270"/>
                  </a:lnTo>
                  <a:lnTo>
                    <a:pt x="176529" y="1270"/>
                  </a:lnTo>
                  <a:lnTo>
                    <a:pt x="176529" y="0"/>
                  </a:lnTo>
                  <a:close/>
                </a:path>
              </a:pathLst>
            </a:custGeom>
            <a:solidFill>
              <a:srgbClr val="1C1C31"/>
            </a:solidFill>
          </p:spPr>
          <p:txBody>
            <a:bodyPr wrap="square" lIns="0" tIns="0" rIns="0" bIns="0" rtlCol="0"/>
            <a:lstStyle/>
            <a:p/>
          </p:txBody>
        </p:sp>
        <p:sp>
          <p:nvSpPr>
            <p:cNvPr id="674" name="object 674"/>
            <p:cNvSpPr/>
            <p:nvPr/>
          </p:nvSpPr>
          <p:spPr>
            <a:xfrm>
              <a:off x="5815330" y="1550669"/>
              <a:ext cx="368300" cy="43180"/>
            </a:xfrm>
            <a:custGeom>
              <a:avLst/>
              <a:gdLst/>
              <a:ahLst/>
              <a:cxnLst/>
              <a:rect l="l" t="t" r="r" b="b"/>
              <a:pathLst>
                <a:path w="368300" h="43180">
                  <a:moveTo>
                    <a:pt x="368300" y="0"/>
                  </a:moveTo>
                  <a:lnTo>
                    <a:pt x="0" y="0"/>
                  </a:lnTo>
                  <a:lnTo>
                    <a:pt x="0" y="1270"/>
                  </a:lnTo>
                  <a:lnTo>
                    <a:pt x="1270" y="1270"/>
                  </a:lnTo>
                  <a:lnTo>
                    <a:pt x="1270" y="6350"/>
                  </a:lnTo>
                  <a:lnTo>
                    <a:pt x="2540" y="6350"/>
                  </a:lnTo>
                  <a:lnTo>
                    <a:pt x="2540" y="7620"/>
                  </a:lnTo>
                  <a:lnTo>
                    <a:pt x="2540" y="11430"/>
                  </a:lnTo>
                  <a:lnTo>
                    <a:pt x="3810" y="11430"/>
                  </a:lnTo>
                  <a:lnTo>
                    <a:pt x="3810" y="12700"/>
                  </a:lnTo>
                  <a:lnTo>
                    <a:pt x="3810" y="15240"/>
                  </a:lnTo>
                  <a:lnTo>
                    <a:pt x="5080" y="15240"/>
                  </a:lnTo>
                  <a:lnTo>
                    <a:pt x="5080" y="17780"/>
                  </a:lnTo>
                  <a:lnTo>
                    <a:pt x="5080" y="19050"/>
                  </a:lnTo>
                  <a:lnTo>
                    <a:pt x="6350" y="19050"/>
                  </a:lnTo>
                  <a:lnTo>
                    <a:pt x="6350" y="21590"/>
                  </a:lnTo>
                  <a:lnTo>
                    <a:pt x="6350" y="22860"/>
                  </a:lnTo>
                  <a:lnTo>
                    <a:pt x="7620" y="22860"/>
                  </a:lnTo>
                  <a:lnTo>
                    <a:pt x="7620" y="25400"/>
                  </a:lnTo>
                  <a:lnTo>
                    <a:pt x="8890" y="25400"/>
                  </a:lnTo>
                  <a:lnTo>
                    <a:pt x="8890" y="26670"/>
                  </a:lnTo>
                  <a:lnTo>
                    <a:pt x="8890" y="29210"/>
                  </a:lnTo>
                  <a:lnTo>
                    <a:pt x="10160" y="29210"/>
                  </a:lnTo>
                  <a:lnTo>
                    <a:pt x="10160" y="33020"/>
                  </a:lnTo>
                  <a:lnTo>
                    <a:pt x="11430" y="33020"/>
                  </a:lnTo>
                  <a:lnTo>
                    <a:pt x="11430" y="35560"/>
                  </a:lnTo>
                  <a:lnTo>
                    <a:pt x="11430" y="36830"/>
                  </a:lnTo>
                  <a:lnTo>
                    <a:pt x="12700" y="36830"/>
                  </a:lnTo>
                  <a:lnTo>
                    <a:pt x="12700" y="39370"/>
                  </a:lnTo>
                  <a:lnTo>
                    <a:pt x="12700" y="40640"/>
                  </a:lnTo>
                  <a:lnTo>
                    <a:pt x="13970" y="40640"/>
                  </a:lnTo>
                  <a:lnTo>
                    <a:pt x="13970" y="41910"/>
                  </a:lnTo>
                  <a:lnTo>
                    <a:pt x="13970" y="43180"/>
                  </a:lnTo>
                  <a:lnTo>
                    <a:pt x="354330" y="43180"/>
                  </a:lnTo>
                  <a:lnTo>
                    <a:pt x="354330" y="41910"/>
                  </a:lnTo>
                  <a:lnTo>
                    <a:pt x="355600" y="41910"/>
                  </a:lnTo>
                  <a:lnTo>
                    <a:pt x="355600" y="40640"/>
                  </a:lnTo>
                  <a:lnTo>
                    <a:pt x="355600" y="39370"/>
                  </a:lnTo>
                  <a:lnTo>
                    <a:pt x="356870" y="39370"/>
                  </a:lnTo>
                  <a:lnTo>
                    <a:pt x="356870" y="36830"/>
                  </a:lnTo>
                  <a:lnTo>
                    <a:pt x="356870" y="35560"/>
                  </a:lnTo>
                  <a:lnTo>
                    <a:pt x="358140" y="35560"/>
                  </a:lnTo>
                  <a:lnTo>
                    <a:pt x="358140" y="33020"/>
                  </a:lnTo>
                  <a:lnTo>
                    <a:pt x="359410" y="33020"/>
                  </a:lnTo>
                  <a:lnTo>
                    <a:pt x="359410" y="29210"/>
                  </a:lnTo>
                  <a:lnTo>
                    <a:pt x="360680" y="29210"/>
                  </a:lnTo>
                  <a:lnTo>
                    <a:pt x="360680" y="26670"/>
                  </a:lnTo>
                  <a:lnTo>
                    <a:pt x="361950" y="26670"/>
                  </a:lnTo>
                  <a:lnTo>
                    <a:pt x="361950" y="25400"/>
                  </a:lnTo>
                  <a:lnTo>
                    <a:pt x="361950" y="22860"/>
                  </a:lnTo>
                  <a:lnTo>
                    <a:pt x="363220" y="22860"/>
                  </a:lnTo>
                  <a:lnTo>
                    <a:pt x="363220" y="21590"/>
                  </a:lnTo>
                  <a:lnTo>
                    <a:pt x="363220" y="19050"/>
                  </a:lnTo>
                  <a:lnTo>
                    <a:pt x="363220" y="17780"/>
                  </a:lnTo>
                  <a:lnTo>
                    <a:pt x="364490" y="17780"/>
                  </a:lnTo>
                  <a:lnTo>
                    <a:pt x="364490" y="15240"/>
                  </a:lnTo>
                  <a:lnTo>
                    <a:pt x="364477" y="12700"/>
                  </a:lnTo>
                  <a:lnTo>
                    <a:pt x="365760" y="12700"/>
                  </a:lnTo>
                  <a:lnTo>
                    <a:pt x="365760" y="11430"/>
                  </a:lnTo>
                  <a:lnTo>
                    <a:pt x="365760" y="7620"/>
                  </a:lnTo>
                  <a:lnTo>
                    <a:pt x="367030" y="7620"/>
                  </a:lnTo>
                  <a:lnTo>
                    <a:pt x="367030" y="6350"/>
                  </a:lnTo>
                  <a:lnTo>
                    <a:pt x="367030" y="1270"/>
                  </a:lnTo>
                  <a:lnTo>
                    <a:pt x="368300" y="1270"/>
                  </a:lnTo>
                  <a:lnTo>
                    <a:pt x="368300" y="0"/>
                  </a:lnTo>
                  <a:close/>
                </a:path>
              </a:pathLst>
            </a:custGeom>
            <a:solidFill>
              <a:srgbClr val="1D1D33"/>
            </a:solidFill>
          </p:spPr>
          <p:txBody>
            <a:bodyPr wrap="square" lIns="0" tIns="0" rIns="0" bIns="0" rtlCol="0"/>
            <a:lstStyle/>
            <a:p/>
          </p:txBody>
        </p:sp>
        <p:sp>
          <p:nvSpPr>
            <p:cNvPr id="675" name="object 675"/>
            <p:cNvSpPr/>
            <p:nvPr/>
          </p:nvSpPr>
          <p:spPr>
            <a:xfrm>
              <a:off x="5830569" y="1593850"/>
              <a:ext cx="339090" cy="21590"/>
            </a:xfrm>
            <a:custGeom>
              <a:avLst/>
              <a:gdLst/>
              <a:ahLst/>
              <a:cxnLst/>
              <a:rect l="l" t="t" r="r" b="b"/>
              <a:pathLst>
                <a:path w="339089" h="21590">
                  <a:moveTo>
                    <a:pt x="339089" y="0"/>
                  </a:moveTo>
                  <a:lnTo>
                    <a:pt x="0" y="0"/>
                  </a:lnTo>
                  <a:lnTo>
                    <a:pt x="0" y="3810"/>
                  </a:lnTo>
                  <a:lnTo>
                    <a:pt x="1269" y="3810"/>
                  </a:lnTo>
                  <a:lnTo>
                    <a:pt x="1269" y="5079"/>
                  </a:lnTo>
                  <a:lnTo>
                    <a:pt x="337819" y="5079"/>
                  </a:lnTo>
                  <a:lnTo>
                    <a:pt x="337820" y="2539"/>
                  </a:lnTo>
                  <a:lnTo>
                    <a:pt x="339089" y="2539"/>
                  </a:lnTo>
                  <a:lnTo>
                    <a:pt x="339089" y="0"/>
                  </a:lnTo>
                  <a:close/>
                </a:path>
                <a:path w="339089" h="21590">
                  <a:moveTo>
                    <a:pt x="334009" y="10160"/>
                  </a:moveTo>
                  <a:lnTo>
                    <a:pt x="3809" y="10160"/>
                  </a:lnTo>
                  <a:lnTo>
                    <a:pt x="3809" y="13970"/>
                  </a:lnTo>
                  <a:lnTo>
                    <a:pt x="5079" y="13970"/>
                  </a:lnTo>
                  <a:lnTo>
                    <a:pt x="5079" y="16510"/>
                  </a:lnTo>
                  <a:lnTo>
                    <a:pt x="6350" y="16510"/>
                  </a:lnTo>
                  <a:lnTo>
                    <a:pt x="6350" y="19050"/>
                  </a:lnTo>
                  <a:lnTo>
                    <a:pt x="7619" y="19050"/>
                  </a:lnTo>
                  <a:lnTo>
                    <a:pt x="7619" y="21589"/>
                  </a:lnTo>
                  <a:lnTo>
                    <a:pt x="328929" y="21589"/>
                  </a:lnTo>
                  <a:lnTo>
                    <a:pt x="328929" y="20320"/>
                  </a:lnTo>
                  <a:lnTo>
                    <a:pt x="330199" y="20320"/>
                  </a:lnTo>
                  <a:lnTo>
                    <a:pt x="330200" y="17779"/>
                  </a:lnTo>
                  <a:lnTo>
                    <a:pt x="331470" y="17779"/>
                  </a:lnTo>
                  <a:lnTo>
                    <a:pt x="331469" y="15239"/>
                  </a:lnTo>
                  <a:lnTo>
                    <a:pt x="332739" y="15239"/>
                  </a:lnTo>
                  <a:lnTo>
                    <a:pt x="332739" y="12700"/>
                  </a:lnTo>
                  <a:lnTo>
                    <a:pt x="334009" y="12700"/>
                  </a:lnTo>
                  <a:lnTo>
                    <a:pt x="334009" y="10160"/>
                  </a:lnTo>
                  <a:close/>
                </a:path>
                <a:path w="339089" h="21590">
                  <a:moveTo>
                    <a:pt x="335279" y="7620"/>
                  </a:moveTo>
                  <a:lnTo>
                    <a:pt x="2539" y="7620"/>
                  </a:lnTo>
                  <a:lnTo>
                    <a:pt x="2539" y="10160"/>
                  </a:lnTo>
                  <a:lnTo>
                    <a:pt x="335279" y="10160"/>
                  </a:lnTo>
                  <a:lnTo>
                    <a:pt x="335279" y="7620"/>
                  </a:lnTo>
                  <a:close/>
                </a:path>
                <a:path w="339089" h="21590">
                  <a:moveTo>
                    <a:pt x="336549" y="5080"/>
                  </a:moveTo>
                  <a:lnTo>
                    <a:pt x="1269" y="5080"/>
                  </a:lnTo>
                  <a:lnTo>
                    <a:pt x="1269" y="7620"/>
                  </a:lnTo>
                  <a:lnTo>
                    <a:pt x="336549" y="7620"/>
                  </a:lnTo>
                  <a:lnTo>
                    <a:pt x="336549" y="5080"/>
                  </a:lnTo>
                  <a:close/>
                </a:path>
              </a:pathLst>
            </a:custGeom>
            <a:solidFill>
              <a:srgbClr val="1E1E34"/>
            </a:solidFill>
          </p:spPr>
          <p:txBody>
            <a:bodyPr wrap="square" lIns="0" tIns="0" rIns="0" bIns="0" rtlCol="0"/>
            <a:lstStyle/>
            <a:p/>
          </p:txBody>
        </p:sp>
        <p:sp>
          <p:nvSpPr>
            <p:cNvPr id="676" name="object 676"/>
            <p:cNvSpPr/>
            <p:nvPr/>
          </p:nvSpPr>
          <p:spPr>
            <a:xfrm>
              <a:off x="5839460" y="1615439"/>
              <a:ext cx="320040" cy="21590"/>
            </a:xfrm>
            <a:custGeom>
              <a:avLst/>
              <a:gdLst/>
              <a:ahLst/>
              <a:cxnLst/>
              <a:rect l="l" t="t" r="r" b="b"/>
              <a:pathLst>
                <a:path w="320039" h="21589">
                  <a:moveTo>
                    <a:pt x="306070" y="20447"/>
                  </a:moveTo>
                  <a:lnTo>
                    <a:pt x="11430" y="20447"/>
                  </a:lnTo>
                  <a:lnTo>
                    <a:pt x="11430" y="21590"/>
                  </a:lnTo>
                  <a:lnTo>
                    <a:pt x="306070" y="21590"/>
                  </a:lnTo>
                  <a:lnTo>
                    <a:pt x="306070" y="20447"/>
                  </a:lnTo>
                  <a:close/>
                </a:path>
                <a:path w="320039" h="21589">
                  <a:moveTo>
                    <a:pt x="320040" y="0"/>
                  </a:moveTo>
                  <a:lnTo>
                    <a:pt x="0" y="0"/>
                  </a:lnTo>
                  <a:lnTo>
                    <a:pt x="0" y="1270"/>
                  </a:lnTo>
                  <a:lnTo>
                    <a:pt x="0" y="2540"/>
                  </a:lnTo>
                  <a:lnTo>
                    <a:pt x="1270" y="2540"/>
                  </a:lnTo>
                  <a:lnTo>
                    <a:pt x="1270" y="3810"/>
                  </a:lnTo>
                  <a:lnTo>
                    <a:pt x="2540" y="3810"/>
                  </a:lnTo>
                  <a:lnTo>
                    <a:pt x="2540" y="5080"/>
                  </a:lnTo>
                  <a:lnTo>
                    <a:pt x="2540" y="6350"/>
                  </a:lnTo>
                  <a:lnTo>
                    <a:pt x="3810" y="6350"/>
                  </a:lnTo>
                  <a:lnTo>
                    <a:pt x="3810" y="7620"/>
                  </a:lnTo>
                  <a:lnTo>
                    <a:pt x="3810" y="8890"/>
                  </a:lnTo>
                  <a:lnTo>
                    <a:pt x="5080" y="8890"/>
                  </a:lnTo>
                  <a:lnTo>
                    <a:pt x="5080" y="11430"/>
                  </a:lnTo>
                  <a:lnTo>
                    <a:pt x="6350" y="11430"/>
                  </a:lnTo>
                  <a:lnTo>
                    <a:pt x="6350" y="12700"/>
                  </a:lnTo>
                  <a:lnTo>
                    <a:pt x="6350" y="13970"/>
                  </a:lnTo>
                  <a:lnTo>
                    <a:pt x="7620" y="13970"/>
                  </a:lnTo>
                  <a:lnTo>
                    <a:pt x="7620" y="15240"/>
                  </a:lnTo>
                  <a:lnTo>
                    <a:pt x="7620" y="16510"/>
                  </a:lnTo>
                  <a:lnTo>
                    <a:pt x="8890" y="16510"/>
                  </a:lnTo>
                  <a:lnTo>
                    <a:pt x="8890" y="17780"/>
                  </a:lnTo>
                  <a:lnTo>
                    <a:pt x="10160" y="17780"/>
                  </a:lnTo>
                  <a:lnTo>
                    <a:pt x="10160" y="19050"/>
                  </a:lnTo>
                  <a:lnTo>
                    <a:pt x="10160" y="20320"/>
                  </a:lnTo>
                  <a:lnTo>
                    <a:pt x="306070" y="20320"/>
                  </a:lnTo>
                  <a:lnTo>
                    <a:pt x="306070" y="20447"/>
                  </a:lnTo>
                  <a:lnTo>
                    <a:pt x="307340" y="20447"/>
                  </a:lnTo>
                  <a:lnTo>
                    <a:pt x="307340" y="20320"/>
                  </a:lnTo>
                  <a:lnTo>
                    <a:pt x="307340" y="19050"/>
                  </a:lnTo>
                  <a:lnTo>
                    <a:pt x="308610" y="19050"/>
                  </a:lnTo>
                  <a:lnTo>
                    <a:pt x="308610" y="17780"/>
                  </a:lnTo>
                  <a:lnTo>
                    <a:pt x="308610" y="16510"/>
                  </a:lnTo>
                  <a:lnTo>
                    <a:pt x="309880" y="16510"/>
                  </a:lnTo>
                  <a:lnTo>
                    <a:pt x="309880" y="15240"/>
                  </a:lnTo>
                  <a:lnTo>
                    <a:pt x="311137" y="15240"/>
                  </a:lnTo>
                  <a:lnTo>
                    <a:pt x="311137" y="13970"/>
                  </a:lnTo>
                  <a:lnTo>
                    <a:pt x="311150" y="12700"/>
                  </a:lnTo>
                  <a:lnTo>
                    <a:pt x="312420" y="12700"/>
                  </a:lnTo>
                  <a:lnTo>
                    <a:pt x="312420" y="11557"/>
                  </a:lnTo>
                  <a:lnTo>
                    <a:pt x="313690" y="11557"/>
                  </a:lnTo>
                  <a:lnTo>
                    <a:pt x="313690" y="11430"/>
                  </a:lnTo>
                  <a:lnTo>
                    <a:pt x="313690" y="8890"/>
                  </a:lnTo>
                  <a:lnTo>
                    <a:pt x="314960" y="8890"/>
                  </a:lnTo>
                  <a:lnTo>
                    <a:pt x="314960" y="7620"/>
                  </a:lnTo>
                  <a:lnTo>
                    <a:pt x="316230" y="7620"/>
                  </a:lnTo>
                  <a:lnTo>
                    <a:pt x="316230" y="6350"/>
                  </a:lnTo>
                  <a:lnTo>
                    <a:pt x="316230" y="5080"/>
                  </a:lnTo>
                  <a:lnTo>
                    <a:pt x="317500" y="5080"/>
                  </a:lnTo>
                  <a:lnTo>
                    <a:pt x="317500" y="3810"/>
                  </a:lnTo>
                  <a:lnTo>
                    <a:pt x="317487" y="2540"/>
                  </a:lnTo>
                  <a:lnTo>
                    <a:pt x="318770" y="2540"/>
                  </a:lnTo>
                  <a:lnTo>
                    <a:pt x="318770" y="1270"/>
                  </a:lnTo>
                  <a:lnTo>
                    <a:pt x="320040" y="1270"/>
                  </a:lnTo>
                  <a:lnTo>
                    <a:pt x="320040" y="0"/>
                  </a:lnTo>
                  <a:close/>
                </a:path>
              </a:pathLst>
            </a:custGeom>
            <a:solidFill>
              <a:srgbClr val="1F1F35"/>
            </a:solidFill>
          </p:spPr>
          <p:txBody>
            <a:bodyPr wrap="square" lIns="0" tIns="0" rIns="0" bIns="0" rtlCol="0"/>
            <a:lstStyle/>
            <a:p/>
          </p:txBody>
        </p:sp>
        <p:sp>
          <p:nvSpPr>
            <p:cNvPr id="677" name="object 677"/>
            <p:cNvSpPr/>
            <p:nvPr/>
          </p:nvSpPr>
          <p:spPr>
            <a:xfrm>
              <a:off x="5852160" y="1637029"/>
              <a:ext cx="292100" cy="21590"/>
            </a:xfrm>
            <a:custGeom>
              <a:avLst/>
              <a:gdLst/>
              <a:ahLst/>
              <a:cxnLst/>
              <a:rect l="l" t="t" r="r" b="b"/>
              <a:pathLst>
                <a:path w="292100" h="21589">
                  <a:moveTo>
                    <a:pt x="276860" y="17907"/>
                  </a:moveTo>
                  <a:lnTo>
                    <a:pt x="12700" y="17907"/>
                  </a:lnTo>
                  <a:lnTo>
                    <a:pt x="12700" y="19050"/>
                  </a:lnTo>
                  <a:lnTo>
                    <a:pt x="13970" y="19050"/>
                  </a:lnTo>
                  <a:lnTo>
                    <a:pt x="13970" y="20320"/>
                  </a:lnTo>
                  <a:lnTo>
                    <a:pt x="15240" y="20320"/>
                  </a:lnTo>
                  <a:lnTo>
                    <a:pt x="15240" y="21590"/>
                  </a:lnTo>
                  <a:lnTo>
                    <a:pt x="274320" y="21590"/>
                  </a:lnTo>
                  <a:lnTo>
                    <a:pt x="274320" y="20320"/>
                  </a:lnTo>
                  <a:lnTo>
                    <a:pt x="275590" y="20320"/>
                  </a:lnTo>
                  <a:lnTo>
                    <a:pt x="275590" y="19050"/>
                  </a:lnTo>
                  <a:lnTo>
                    <a:pt x="276860" y="19050"/>
                  </a:lnTo>
                  <a:lnTo>
                    <a:pt x="276860" y="17907"/>
                  </a:lnTo>
                  <a:close/>
                </a:path>
                <a:path w="292100" h="21589">
                  <a:moveTo>
                    <a:pt x="279400" y="15367"/>
                  </a:moveTo>
                  <a:lnTo>
                    <a:pt x="11430" y="15367"/>
                  </a:lnTo>
                  <a:lnTo>
                    <a:pt x="11430" y="16510"/>
                  </a:lnTo>
                  <a:lnTo>
                    <a:pt x="12700" y="16510"/>
                  </a:lnTo>
                  <a:lnTo>
                    <a:pt x="12700" y="17780"/>
                  </a:lnTo>
                  <a:lnTo>
                    <a:pt x="278130" y="17780"/>
                  </a:lnTo>
                  <a:lnTo>
                    <a:pt x="278130" y="16510"/>
                  </a:lnTo>
                  <a:lnTo>
                    <a:pt x="279400" y="16510"/>
                  </a:lnTo>
                  <a:lnTo>
                    <a:pt x="279400" y="15367"/>
                  </a:lnTo>
                  <a:close/>
                </a:path>
                <a:path w="292100" h="21589">
                  <a:moveTo>
                    <a:pt x="283197" y="11557"/>
                  </a:moveTo>
                  <a:lnTo>
                    <a:pt x="7620" y="11557"/>
                  </a:lnTo>
                  <a:lnTo>
                    <a:pt x="7620" y="12700"/>
                  </a:lnTo>
                  <a:lnTo>
                    <a:pt x="8890" y="12700"/>
                  </a:lnTo>
                  <a:lnTo>
                    <a:pt x="8890" y="13970"/>
                  </a:lnTo>
                  <a:lnTo>
                    <a:pt x="10160" y="13970"/>
                  </a:lnTo>
                  <a:lnTo>
                    <a:pt x="10160" y="15240"/>
                  </a:lnTo>
                  <a:lnTo>
                    <a:pt x="279400" y="15240"/>
                  </a:lnTo>
                  <a:lnTo>
                    <a:pt x="279400" y="15367"/>
                  </a:lnTo>
                  <a:lnTo>
                    <a:pt x="280670" y="15367"/>
                  </a:lnTo>
                  <a:lnTo>
                    <a:pt x="280670" y="15240"/>
                  </a:lnTo>
                  <a:lnTo>
                    <a:pt x="280670" y="13970"/>
                  </a:lnTo>
                  <a:lnTo>
                    <a:pt x="281940" y="13970"/>
                  </a:lnTo>
                  <a:lnTo>
                    <a:pt x="281940" y="12700"/>
                  </a:lnTo>
                  <a:lnTo>
                    <a:pt x="283197" y="12700"/>
                  </a:lnTo>
                  <a:lnTo>
                    <a:pt x="283197" y="11557"/>
                  </a:lnTo>
                  <a:close/>
                </a:path>
                <a:path w="292100" h="21589">
                  <a:moveTo>
                    <a:pt x="285750" y="9017"/>
                  </a:moveTo>
                  <a:lnTo>
                    <a:pt x="6350" y="9017"/>
                  </a:lnTo>
                  <a:lnTo>
                    <a:pt x="6350" y="10160"/>
                  </a:lnTo>
                  <a:lnTo>
                    <a:pt x="7620" y="10160"/>
                  </a:lnTo>
                  <a:lnTo>
                    <a:pt x="7620" y="11430"/>
                  </a:lnTo>
                  <a:lnTo>
                    <a:pt x="284480" y="11430"/>
                  </a:lnTo>
                  <a:lnTo>
                    <a:pt x="284480" y="10160"/>
                  </a:lnTo>
                  <a:lnTo>
                    <a:pt x="285750" y="10160"/>
                  </a:lnTo>
                  <a:lnTo>
                    <a:pt x="285750" y="9017"/>
                  </a:lnTo>
                  <a:close/>
                </a:path>
                <a:path w="292100" h="21589">
                  <a:moveTo>
                    <a:pt x="290830" y="2667"/>
                  </a:moveTo>
                  <a:lnTo>
                    <a:pt x="1270" y="2667"/>
                  </a:lnTo>
                  <a:lnTo>
                    <a:pt x="1270" y="3810"/>
                  </a:lnTo>
                  <a:lnTo>
                    <a:pt x="2540" y="3810"/>
                  </a:lnTo>
                  <a:lnTo>
                    <a:pt x="2540" y="5207"/>
                  </a:lnTo>
                  <a:lnTo>
                    <a:pt x="3810" y="5207"/>
                  </a:lnTo>
                  <a:lnTo>
                    <a:pt x="3810" y="7620"/>
                  </a:lnTo>
                  <a:lnTo>
                    <a:pt x="5080" y="7620"/>
                  </a:lnTo>
                  <a:lnTo>
                    <a:pt x="5080" y="8890"/>
                  </a:lnTo>
                  <a:lnTo>
                    <a:pt x="285750" y="8890"/>
                  </a:lnTo>
                  <a:lnTo>
                    <a:pt x="285750" y="9017"/>
                  </a:lnTo>
                  <a:lnTo>
                    <a:pt x="287020" y="9017"/>
                  </a:lnTo>
                  <a:lnTo>
                    <a:pt x="287020" y="8890"/>
                  </a:lnTo>
                  <a:lnTo>
                    <a:pt x="287020" y="7620"/>
                  </a:lnTo>
                  <a:lnTo>
                    <a:pt x="288290" y="7620"/>
                  </a:lnTo>
                  <a:lnTo>
                    <a:pt x="288290" y="5207"/>
                  </a:lnTo>
                  <a:lnTo>
                    <a:pt x="289560" y="5207"/>
                  </a:lnTo>
                  <a:lnTo>
                    <a:pt x="289560" y="3810"/>
                  </a:lnTo>
                  <a:lnTo>
                    <a:pt x="290830" y="3810"/>
                  </a:lnTo>
                  <a:lnTo>
                    <a:pt x="290830" y="2667"/>
                  </a:lnTo>
                  <a:close/>
                </a:path>
                <a:path w="292100" h="21589">
                  <a:moveTo>
                    <a:pt x="292100" y="0"/>
                  </a:moveTo>
                  <a:lnTo>
                    <a:pt x="0" y="0"/>
                  </a:lnTo>
                  <a:lnTo>
                    <a:pt x="0" y="1270"/>
                  </a:lnTo>
                  <a:lnTo>
                    <a:pt x="1270" y="1270"/>
                  </a:lnTo>
                  <a:lnTo>
                    <a:pt x="1270" y="2540"/>
                  </a:lnTo>
                  <a:lnTo>
                    <a:pt x="292087" y="2540"/>
                  </a:lnTo>
                  <a:lnTo>
                    <a:pt x="292087" y="1270"/>
                  </a:lnTo>
                  <a:lnTo>
                    <a:pt x="292100" y="0"/>
                  </a:lnTo>
                  <a:close/>
                </a:path>
              </a:pathLst>
            </a:custGeom>
            <a:solidFill>
              <a:srgbClr val="1F1F36"/>
            </a:solidFill>
          </p:spPr>
          <p:txBody>
            <a:bodyPr wrap="square" lIns="0" tIns="0" rIns="0" bIns="0" rtlCol="0"/>
            <a:lstStyle/>
            <a:p/>
          </p:txBody>
        </p:sp>
        <p:sp>
          <p:nvSpPr>
            <p:cNvPr id="678" name="object 678"/>
            <p:cNvSpPr/>
            <p:nvPr/>
          </p:nvSpPr>
          <p:spPr>
            <a:xfrm>
              <a:off x="5867400" y="1658619"/>
              <a:ext cx="259079" cy="20320"/>
            </a:xfrm>
            <a:custGeom>
              <a:avLst/>
              <a:gdLst/>
              <a:ahLst/>
              <a:cxnLst/>
              <a:rect l="l" t="t" r="r" b="b"/>
              <a:pathLst>
                <a:path w="259079" h="20319">
                  <a:moveTo>
                    <a:pt x="1270" y="0"/>
                  </a:moveTo>
                  <a:lnTo>
                    <a:pt x="0" y="0"/>
                  </a:lnTo>
                  <a:lnTo>
                    <a:pt x="0" y="127"/>
                  </a:lnTo>
                  <a:lnTo>
                    <a:pt x="1270" y="127"/>
                  </a:lnTo>
                  <a:lnTo>
                    <a:pt x="1270" y="0"/>
                  </a:lnTo>
                  <a:close/>
                </a:path>
                <a:path w="259079" h="20319">
                  <a:moveTo>
                    <a:pt x="232397" y="19177"/>
                  </a:moveTo>
                  <a:lnTo>
                    <a:pt x="30480" y="19177"/>
                  </a:lnTo>
                  <a:lnTo>
                    <a:pt x="30480" y="20320"/>
                  </a:lnTo>
                  <a:lnTo>
                    <a:pt x="232397" y="20320"/>
                  </a:lnTo>
                  <a:lnTo>
                    <a:pt x="232397" y="19177"/>
                  </a:lnTo>
                  <a:close/>
                </a:path>
                <a:path w="259079" h="20319">
                  <a:moveTo>
                    <a:pt x="238760" y="15367"/>
                  </a:moveTo>
                  <a:lnTo>
                    <a:pt x="22860" y="15367"/>
                  </a:lnTo>
                  <a:lnTo>
                    <a:pt x="22860" y="16510"/>
                  </a:lnTo>
                  <a:lnTo>
                    <a:pt x="25400" y="16510"/>
                  </a:lnTo>
                  <a:lnTo>
                    <a:pt x="25400" y="17780"/>
                  </a:lnTo>
                  <a:lnTo>
                    <a:pt x="27940" y="17780"/>
                  </a:lnTo>
                  <a:lnTo>
                    <a:pt x="27940" y="19050"/>
                  </a:lnTo>
                  <a:lnTo>
                    <a:pt x="232397" y="19050"/>
                  </a:lnTo>
                  <a:lnTo>
                    <a:pt x="232397" y="19177"/>
                  </a:lnTo>
                  <a:lnTo>
                    <a:pt x="233680" y="19177"/>
                  </a:lnTo>
                  <a:lnTo>
                    <a:pt x="233680" y="19050"/>
                  </a:lnTo>
                  <a:lnTo>
                    <a:pt x="233680" y="17780"/>
                  </a:lnTo>
                  <a:lnTo>
                    <a:pt x="236220" y="17780"/>
                  </a:lnTo>
                  <a:lnTo>
                    <a:pt x="236220" y="16510"/>
                  </a:lnTo>
                  <a:lnTo>
                    <a:pt x="238760" y="16510"/>
                  </a:lnTo>
                  <a:lnTo>
                    <a:pt x="238760" y="15367"/>
                  </a:lnTo>
                  <a:close/>
                </a:path>
                <a:path w="259079" h="20319">
                  <a:moveTo>
                    <a:pt x="242570" y="12827"/>
                  </a:moveTo>
                  <a:lnTo>
                    <a:pt x="19050" y="12827"/>
                  </a:lnTo>
                  <a:lnTo>
                    <a:pt x="19050" y="13970"/>
                  </a:lnTo>
                  <a:lnTo>
                    <a:pt x="20320" y="13970"/>
                  </a:lnTo>
                  <a:lnTo>
                    <a:pt x="20320" y="15240"/>
                  </a:lnTo>
                  <a:lnTo>
                    <a:pt x="238760" y="15240"/>
                  </a:lnTo>
                  <a:lnTo>
                    <a:pt x="238760" y="15367"/>
                  </a:lnTo>
                  <a:lnTo>
                    <a:pt x="240030" y="15367"/>
                  </a:lnTo>
                  <a:lnTo>
                    <a:pt x="240030" y="15240"/>
                  </a:lnTo>
                  <a:lnTo>
                    <a:pt x="240030" y="13970"/>
                  </a:lnTo>
                  <a:lnTo>
                    <a:pt x="242570" y="13970"/>
                  </a:lnTo>
                  <a:lnTo>
                    <a:pt x="242570" y="12827"/>
                  </a:lnTo>
                  <a:close/>
                </a:path>
                <a:path w="259079" h="20319">
                  <a:moveTo>
                    <a:pt x="246380" y="9017"/>
                  </a:moveTo>
                  <a:lnTo>
                    <a:pt x="12700" y="9017"/>
                  </a:lnTo>
                  <a:lnTo>
                    <a:pt x="12700" y="10160"/>
                  </a:lnTo>
                  <a:lnTo>
                    <a:pt x="15240" y="10160"/>
                  </a:lnTo>
                  <a:lnTo>
                    <a:pt x="15240" y="11430"/>
                  </a:lnTo>
                  <a:lnTo>
                    <a:pt x="16510" y="11430"/>
                  </a:lnTo>
                  <a:lnTo>
                    <a:pt x="16510" y="12700"/>
                  </a:lnTo>
                  <a:lnTo>
                    <a:pt x="242570" y="12700"/>
                  </a:lnTo>
                  <a:lnTo>
                    <a:pt x="242570" y="12827"/>
                  </a:lnTo>
                  <a:lnTo>
                    <a:pt x="243840" y="12827"/>
                  </a:lnTo>
                  <a:lnTo>
                    <a:pt x="243840" y="12700"/>
                  </a:lnTo>
                  <a:lnTo>
                    <a:pt x="243840" y="11430"/>
                  </a:lnTo>
                  <a:lnTo>
                    <a:pt x="245110" y="11430"/>
                  </a:lnTo>
                  <a:lnTo>
                    <a:pt x="245110" y="10160"/>
                  </a:lnTo>
                  <a:lnTo>
                    <a:pt x="246380" y="10160"/>
                  </a:lnTo>
                  <a:lnTo>
                    <a:pt x="246380" y="9017"/>
                  </a:lnTo>
                  <a:close/>
                </a:path>
                <a:path w="259079" h="20319">
                  <a:moveTo>
                    <a:pt x="250190" y="6477"/>
                  </a:moveTo>
                  <a:lnTo>
                    <a:pt x="10160" y="6477"/>
                  </a:lnTo>
                  <a:lnTo>
                    <a:pt x="10160" y="7620"/>
                  </a:lnTo>
                  <a:lnTo>
                    <a:pt x="11430" y="7620"/>
                  </a:lnTo>
                  <a:lnTo>
                    <a:pt x="11430" y="8890"/>
                  </a:lnTo>
                  <a:lnTo>
                    <a:pt x="246380" y="8890"/>
                  </a:lnTo>
                  <a:lnTo>
                    <a:pt x="246380" y="9017"/>
                  </a:lnTo>
                  <a:lnTo>
                    <a:pt x="248907" y="9017"/>
                  </a:lnTo>
                  <a:lnTo>
                    <a:pt x="248907" y="8890"/>
                  </a:lnTo>
                  <a:lnTo>
                    <a:pt x="248907" y="7620"/>
                  </a:lnTo>
                  <a:lnTo>
                    <a:pt x="250190" y="7620"/>
                  </a:lnTo>
                  <a:lnTo>
                    <a:pt x="250190" y="6477"/>
                  </a:lnTo>
                  <a:close/>
                </a:path>
                <a:path w="259079" h="20319">
                  <a:moveTo>
                    <a:pt x="254000" y="2667"/>
                  </a:moveTo>
                  <a:lnTo>
                    <a:pt x="5080" y="2667"/>
                  </a:lnTo>
                  <a:lnTo>
                    <a:pt x="5080" y="3810"/>
                  </a:lnTo>
                  <a:lnTo>
                    <a:pt x="6350" y="3810"/>
                  </a:lnTo>
                  <a:lnTo>
                    <a:pt x="6350" y="5080"/>
                  </a:lnTo>
                  <a:lnTo>
                    <a:pt x="7620" y="5080"/>
                  </a:lnTo>
                  <a:lnTo>
                    <a:pt x="7620" y="6350"/>
                  </a:lnTo>
                  <a:lnTo>
                    <a:pt x="250190" y="6350"/>
                  </a:lnTo>
                  <a:lnTo>
                    <a:pt x="250190" y="6477"/>
                  </a:lnTo>
                  <a:lnTo>
                    <a:pt x="251460" y="6477"/>
                  </a:lnTo>
                  <a:lnTo>
                    <a:pt x="251460" y="6350"/>
                  </a:lnTo>
                  <a:lnTo>
                    <a:pt x="251460" y="5080"/>
                  </a:lnTo>
                  <a:lnTo>
                    <a:pt x="252730" y="5080"/>
                  </a:lnTo>
                  <a:lnTo>
                    <a:pt x="252730" y="3810"/>
                  </a:lnTo>
                  <a:lnTo>
                    <a:pt x="254000" y="3810"/>
                  </a:lnTo>
                  <a:lnTo>
                    <a:pt x="254000" y="2667"/>
                  </a:lnTo>
                  <a:close/>
                </a:path>
                <a:path w="259079" h="20319">
                  <a:moveTo>
                    <a:pt x="256540" y="127"/>
                  </a:moveTo>
                  <a:lnTo>
                    <a:pt x="1270" y="127"/>
                  </a:lnTo>
                  <a:lnTo>
                    <a:pt x="1270" y="1270"/>
                  </a:lnTo>
                  <a:lnTo>
                    <a:pt x="3810" y="1270"/>
                  </a:lnTo>
                  <a:lnTo>
                    <a:pt x="3810" y="2540"/>
                  </a:lnTo>
                  <a:lnTo>
                    <a:pt x="254000" y="2540"/>
                  </a:lnTo>
                  <a:lnTo>
                    <a:pt x="254000" y="2667"/>
                  </a:lnTo>
                  <a:lnTo>
                    <a:pt x="255270" y="2667"/>
                  </a:lnTo>
                  <a:lnTo>
                    <a:pt x="255270" y="2540"/>
                  </a:lnTo>
                  <a:lnTo>
                    <a:pt x="255270" y="1270"/>
                  </a:lnTo>
                  <a:lnTo>
                    <a:pt x="256540" y="1270"/>
                  </a:lnTo>
                  <a:lnTo>
                    <a:pt x="256540" y="127"/>
                  </a:lnTo>
                  <a:close/>
                </a:path>
                <a:path w="259079" h="20319">
                  <a:moveTo>
                    <a:pt x="259080" y="0"/>
                  </a:moveTo>
                  <a:lnTo>
                    <a:pt x="256540" y="0"/>
                  </a:lnTo>
                  <a:lnTo>
                    <a:pt x="256540" y="127"/>
                  </a:lnTo>
                  <a:lnTo>
                    <a:pt x="259080" y="127"/>
                  </a:lnTo>
                  <a:lnTo>
                    <a:pt x="259080" y="0"/>
                  </a:lnTo>
                  <a:close/>
                </a:path>
              </a:pathLst>
            </a:custGeom>
            <a:solidFill>
              <a:srgbClr val="202037"/>
            </a:solidFill>
          </p:spPr>
          <p:txBody>
            <a:bodyPr wrap="square" lIns="0" tIns="0" rIns="0" bIns="0" rtlCol="0"/>
            <a:lstStyle/>
            <a:p/>
          </p:txBody>
        </p:sp>
        <p:sp>
          <p:nvSpPr>
            <p:cNvPr id="679" name="object 679"/>
            <p:cNvSpPr/>
            <p:nvPr/>
          </p:nvSpPr>
          <p:spPr>
            <a:xfrm>
              <a:off x="5900420" y="1678939"/>
              <a:ext cx="196850" cy="21590"/>
            </a:xfrm>
            <a:custGeom>
              <a:avLst/>
              <a:gdLst/>
              <a:ahLst/>
              <a:cxnLst/>
              <a:rect l="l" t="t" r="r" b="b"/>
              <a:pathLst>
                <a:path w="196850" h="21589">
                  <a:moveTo>
                    <a:pt x="119380" y="20447"/>
                  </a:moveTo>
                  <a:lnTo>
                    <a:pt x="77470" y="20447"/>
                  </a:lnTo>
                  <a:lnTo>
                    <a:pt x="77470" y="21590"/>
                  </a:lnTo>
                  <a:lnTo>
                    <a:pt x="119380" y="21590"/>
                  </a:lnTo>
                  <a:lnTo>
                    <a:pt x="119380" y="20447"/>
                  </a:lnTo>
                  <a:close/>
                </a:path>
                <a:path w="196850" h="21589">
                  <a:moveTo>
                    <a:pt x="146050" y="17907"/>
                  </a:moveTo>
                  <a:lnTo>
                    <a:pt x="55880" y="17907"/>
                  </a:lnTo>
                  <a:lnTo>
                    <a:pt x="55880" y="19050"/>
                  </a:lnTo>
                  <a:lnTo>
                    <a:pt x="71120" y="19050"/>
                  </a:lnTo>
                  <a:lnTo>
                    <a:pt x="71120" y="20320"/>
                  </a:lnTo>
                  <a:lnTo>
                    <a:pt x="119380" y="20320"/>
                  </a:lnTo>
                  <a:lnTo>
                    <a:pt x="119380" y="20447"/>
                  </a:lnTo>
                  <a:lnTo>
                    <a:pt x="134620" y="20447"/>
                  </a:lnTo>
                  <a:lnTo>
                    <a:pt x="134620" y="20320"/>
                  </a:lnTo>
                  <a:lnTo>
                    <a:pt x="134620" y="19050"/>
                  </a:lnTo>
                  <a:lnTo>
                    <a:pt x="146050" y="19050"/>
                  </a:lnTo>
                  <a:lnTo>
                    <a:pt x="146050" y="17907"/>
                  </a:lnTo>
                  <a:close/>
                </a:path>
                <a:path w="196850" h="21589">
                  <a:moveTo>
                    <a:pt x="163830" y="14097"/>
                  </a:moveTo>
                  <a:lnTo>
                    <a:pt x="36830" y="14097"/>
                  </a:lnTo>
                  <a:lnTo>
                    <a:pt x="36830" y="15240"/>
                  </a:lnTo>
                  <a:lnTo>
                    <a:pt x="45720" y="15240"/>
                  </a:lnTo>
                  <a:lnTo>
                    <a:pt x="45720" y="16510"/>
                  </a:lnTo>
                  <a:lnTo>
                    <a:pt x="52070" y="16510"/>
                  </a:lnTo>
                  <a:lnTo>
                    <a:pt x="52070" y="17780"/>
                  </a:lnTo>
                  <a:lnTo>
                    <a:pt x="146050" y="17780"/>
                  </a:lnTo>
                  <a:lnTo>
                    <a:pt x="146050" y="17907"/>
                  </a:lnTo>
                  <a:lnTo>
                    <a:pt x="149860" y="17907"/>
                  </a:lnTo>
                  <a:lnTo>
                    <a:pt x="149860" y="17780"/>
                  </a:lnTo>
                  <a:lnTo>
                    <a:pt x="149860" y="16510"/>
                  </a:lnTo>
                  <a:lnTo>
                    <a:pt x="160020" y="16510"/>
                  </a:lnTo>
                  <a:lnTo>
                    <a:pt x="160020" y="15240"/>
                  </a:lnTo>
                  <a:lnTo>
                    <a:pt x="163830" y="15240"/>
                  </a:lnTo>
                  <a:lnTo>
                    <a:pt x="163830" y="14097"/>
                  </a:lnTo>
                  <a:close/>
                </a:path>
                <a:path w="196850" h="21589">
                  <a:moveTo>
                    <a:pt x="171437" y="11557"/>
                  </a:moveTo>
                  <a:lnTo>
                    <a:pt x="29210" y="11557"/>
                  </a:lnTo>
                  <a:lnTo>
                    <a:pt x="29210" y="12700"/>
                  </a:lnTo>
                  <a:lnTo>
                    <a:pt x="34290" y="12700"/>
                  </a:lnTo>
                  <a:lnTo>
                    <a:pt x="34290" y="13970"/>
                  </a:lnTo>
                  <a:lnTo>
                    <a:pt x="163830" y="13970"/>
                  </a:lnTo>
                  <a:lnTo>
                    <a:pt x="163830" y="14097"/>
                  </a:lnTo>
                  <a:lnTo>
                    <a:pt x="167640" y="14097"/>
                  </a:lnTo>
                  <a:lnTo>
                    <a:pt x="167640" y="13970"/>
                  </a:lnTo>
                  <a:lnTo>
                    <a:pt x="167640" y="12700"/>
                  </a:lnTo>
                  <a:lnTo>
                    <a:pt x="171437" y="12700"/>
                  </a:lnTo>
                  <a:lnTo>
                    <a:pt x="171437" y="11557"/>
                  </a:lnTo>
                  <a:close/>
                </a:path>
                <a:path w="196850" h="21589">
                  <a:moveTo>
                    <a:pt x="180340" y="7747"/>
                  </a:moveTo>
                  <a:lnTo>
                    <a:pt x="15240" y="7747"/>
                  </a:lnTo>
                  <a:lnTo>
                    <a:pt x="15240" y="8890"/>
                  </a:lnTo>
                  <a:lnTo>
                    <a:pt x="17780" y="8890"/>
                  </a:lnTo>
                  <a:lnTo>
                    <a:pt x="17780" y="10160"/>
                  </a:lnTo>
                  <a:lnTo>
                    <a:pt x="24130" y="10160"/>
                  </a:lnTo>
                  <a:lnTo>
                    <a:pt x="24130" y="11430"/>
                  </a:lnTo>
                  <a:lnTo>
                    <a:pt x="171437" y="11430"/>
                  </a:lnTo>
                  <a:lnTo>
                    <a:pt x="171437" y="11557"/>
                  </a:lnTo>
                  <a:lnTo>
                    <a:pt x="173990" y="11557"/>
                  </a:lnTo>
                  <a:lnTo>
                    <a:pt x="173990" y="11430"/>
                  </a:lnTo>
                  <a:lnTo>
                    <a:pt x="173990" y="10160"/>
                  </a:lnTo>
                  <a:lnTo>
                    <a:pt x="176530" y="10160"/>
                  </a:lnTo>
                  <a:lnTo>
                    <a:pt x="176530" y="8890"/>
                  </a:lnTo>
                  <a:lnTo>
                    <a:pt x="180340" y="8890"/>
                  </a:lnTo>
                  <a:lnTo>
                    <a:pt x="180340" y="7747"/>
                  </a:lnTo>
                  <a:close/>
                </a:path>
                <a:path w="196850" h="21589">
                  <a:moveTo>
                    <a:pt x="186677" y="5207"/>
                  </a:moveTo>
                  <a:lnTo>
                    <a:pt x="10160" y="5207"/>
                  </a:lnTo>
                  <a:lnTo>
                    <a:pt x="10160" y="6350"/>
                  </a:lnTo>
                  <a:lnTo>
                    <a:pt x="12700" y="6350"/>
                  </a:lnTo>
                  <a:lnTo>
                    <a:pt x="12700" y="7620"/>
                  </a:lnTo>
                  <a:lnTo>
                    <a:pt x="180340" y="7620"/>
                  </a:lnTo>
                  <a:lnTo>
                    <a:pt x="180340" y="7747"/>
                  </a:lnTo>
                  <a:lnTo>
                    <a:pt x="184150" y="7747"/>
                  </a:lnTo>
                  <a:lnTo>
                    <a:pt x="184150" y="7620"/>
                  </a:lnTo>
                  <a:lnTo>
                    <a:pt x="184150" y="6350"/>
                  </a:lnTo>
                  <a:lnTo>
                    <a:pt x="186677" y="6350"/>
                  </a:lnTo>
                  <a:lnTo>
                    <a:pt x="186677" y="5207"/>
                  </a:lnTo>
                  <a:close/>
                </a:path>
                <a:path w="196850" h="21589">
                  <a:moveTo>
                    <a:pt x="194310" y="1397"/>
                  </a:moveTo>
                  <a:lnTo>
                    <a:pt x="1270" y="1397"/>
                  </a:lnTo>
                  <a:lnTo>
                    <a:pt x="1270" y="2540"/>
                  </a:lnTo>
                  <a:lnTo>
                    <a:pt x="5080" y="2540"/>
                  </a:lnTo>
                  <a:lnTo>
                    <a:pt x="5080" y="3810"/>
                  </a:lnTo>
                  <a:lnTo>
                    <a:pt x="7620" y="3810"/>
                  </a:lnTo>
                  <a:lnTo>
                    <a:pt x="7620" y="5080"/>
                  </a:lnTo>
                  <a:lnTo>
                    <a:pt x="186677" y="5080"/>
                  </a:lnTo>
                  <a:lnTo>
                    <a:pt x="186677" y="5207"/>
                  </a:lnTo>
                  <a:lnTo>
                    <a:pt x="189230" y="5207"/>
                  </a:lnTo>
                  <a:lnTo>
                    <a:pt x="189230" y="5080"/>
                  </a:lnTo>
                  <a:lnTo>
                    <a:pt x="189230" y="3810"/>
                  </a:lnTo>
                  <a:lnTo>
                    <a:pt x="191770" y="3810"/>
                  </a:lnTo>
                  <a:lnTo>
                    <a:pt x="191770" y="2540"/>
                  </a:lnTo>
                  <a:lnTo>
                    <a:pt x="194310" y="2540"/>
                  </a:lnTo>
                  <a:lnTo>
                    <a:pt x="194310" y="1397"/>
                  </a:lnTo>
                  <a:close/>
                </a:path>
                <a:path w="196850" h="21589">
                  <a:moveTo>
                    <a:pt x="196850" y="0"/>
                  </a:moveTo>
                  <a:lnTo>
                    <a:pt x="0" y="0"/>
                  </a:lnTo>
                  <a:lnTo>
                    <a:pt x="0" y="1270"/>
                  </a:lnTo>
                  <a:lnTo>
                    <a:pt x="194310" y="1270"/>
                  </a:lnTo>
                  <a:lnTo>
                    <a:pt x="194310" y="1397"/>
                  </a:lnTo>
                  <a:lnTo>
                    <a:pt x="196850" y="1397"/>
                  </a:lnTo>
                  <a:lnTo>
                    <a:pt x="196850" y="1270"/>
                  </a:lnTo>
                  <a:lnTo>
                    <a:pt x="196850" y="0"/>
                  </a:lnTo>
                  <a:close/>
                </a:path>
              </a:pathLst>
            </a:custGeom>
            <a:solidFill>
              <a:srgbClr val="202038"/>
            </a:solidFill>
          </p:spPr>
          <p:txBody>
            <a:bodyPr wrap="square" lIns="0" tIns="0" rIns="0" bIns="0" rtlCol="0"/>
            <a:lstStyle/>
            <a:p/>
          </p:txBody>
        </p:sp>
      </p:grpSp>
      <p:grpSp>
        <p:nvGrpSpPr>
          <p:cNvPr id="680" name="object 680"/>
          <p:cNvGrpSpPr/>
          <p:nvPr/>
        </p:nvGrpSpPr>
        <p:grpSpPr>
          <a:xfrm>
            <a:off x="6251000" y="834450"/>
            <a:ext cx="292100" cy="871219"/>
            <a:chOff x="6251000" y="834450"/>
            <a:chExt cx="292100" cy="871219"/>
          </a:xfrm>
        </p:grpSpPr>
        <p:sp>
          <p:nvSpPr>
            <p:cNvPr id="681" name="object 681"/>
            <p:cNvSpPr/>
            <p:nvPr/>
          </p:nvSpPr>
          <p:spPr>
            <a:xfrm>
              <a:off x="6304279" y="842010"/>
              <a:ext cx="157480" cy="227330"/>
            </a:xfrm>
            <a:prstGeom prst="rect">
              <a:avLst/>
            </a:prstGeom>
            <a:blipFill>
              <a:blip r:embed="rId7" cstate="print"/>
              <a:stretch>
                <a:fillRect/>
              </a:stretch>
            </a:blipFill>
          </p:spPr>
          <p:txBody>
            <a:bodyPr wrap="square" lIns="0" tIns="0" rIns="0" bIns="0" rtlCol="0"/>
            <a:lstStyle/>
            <a:p/>
          </p:txBody>
        </p:sp>
        <p:sp>
          <p:nvSpPr>
            <p:cNvPr id="682" name="object 682"/>
            <p:cNvSpPr/>
            <p:nvPr/>
          </p:nvSpPr>
          <p:spPr>
            <a:xfrm>
              <a:off x="6257290" y="1069339"/>
              <a:ext cx="275590" cy="29209"/>
            </a:xfrm>
            <a:custGeom>
              <a:avLst/>
              <a:gdLst/>
              <a:ahLst/>
              <a:cxnLst/>
              <a:rect l="l" t="t" r="r" b="b"/>
              <a:pathLst>
                <a:path w="275590" h="29209">
                  <a:moveTo>
                    <a:pt x="275590" y="5080"/>
                  </a:moveTo>
                  <a:lnTo>
                    <a:pt x="204470" y="5080"/>
                  </a:lnTo>
                  <a:lnTo>
                    <a:pt x="204470" y="2540"/>
                  </a:lnTo>
                  <a:lnTo>
                    <a:pt x="204470" y="0"/>
                  </a:lnTo>
                  <a:lnTo>
                    <a:pt x="46990" y="0"/>
                  </a:lnTo>
                  <a:lnTo>
                    <a:pt x="46990" y="2540"/>
                  </a:lnTo>
                  <a:lnTo>
                    <a:pt x="0" y="2540"/>
                  </a:lnTo>
                  <a:lnTo>
                    <a:pt x="0" y="5080"/>
                  </a:lnTo>
                  <a:lnTo>
                    <a:pt x="0" y="29210"/>
                  </a:lnTo>
                  <a:lnTo>
                    <a:pt x="275590" y="29210"/>
                  </a:lnTo>
                  <a:lnTo>
                    <a:pt x="275590" y="5080"/>
                  </a:lnTo>
                  <a:close/>
                </a:path>
              </a:pathLst>
            </a:custGeom>
            <a:solidFill>
              <a:srgbClr val="141423"/>
            </a:solidFill>
          </p:spPr>
          <p:txBody>
            <a:bodyPr wrap="square" lIns="0" tIns="0" rIns="0" bIns="0" rtlCol="0"/>
            <a:lstStyle/>
            <a:p/>
          </p:txBody>
        </p:sp>
        <p:sp>
          <p:nvSpPr>
            <p:cNvPr id="683" name="object 683"/>
            <p:cNvSpPr/>
            <p:nvPr/>
          </p:nvSpPr>
          <p:spPr>
            <a:xfrm>
              <a:off x="6257289" y="1098550"/>
              <a:ext cx="275590" cy="27940"/>
            </a:xfrm>
            <a:custGeom>
              <a:avLst/>
              <a:gdLst/>
              <a:ahLst/>
              <a:cxnLst/>
              <a:rect l="l" t="t" r="r" b="b"/>
              <a:pathLst>
                <a:path w="275590" h="27940">
                  <a:moveTo>
                    <a:pt x="0" y="0"/>
                  </a:moveTo>
                  <a:lnTo>
                    <a:pt x="275589" y="0"/>
                  </a:lnTo>
                  <a:lnTo>
                    <a:pt x="275589" y="27939"/>
                  </a:lnTo>
                  <a:lnTo>
                    <a:pt x="0" y="27939"/>
                  </a:lnTo>
                  <a:lnTo>
                    <a:pt x="0" y="0"/>
                  </a:lnTo>
                  <a:close/>
                </a:path>
              </a:pathLst>
            </a:custGeom>
            <a:solidFill>
              <a:srgbClr val="151524"/>
            </a:solidFill>
          </p:spPr>
          <p:txBody>
            <a:bodyPr wrap="square" lIns="0" tIns="0" rIns="0" bIns="0" rtlCol="0"/>
            <a:lstStyle/>
            <a:p/>
          </p:txBody>
        </p:sp>
        <p:sp>
          <p:nvSpPr>
            <p:cNvPr id="684" name="object 684"/>
            <p:cNvSpPr/>
            <p:nvPr/>
          </p:nvSpPr>
          <p:spPr>
            <a:xfrm>
              <a:off x="6257289" y="1126490"/>
              <a:ext cx="275590" cy="29209"/>
            </a:xfrm>
            <a:custGeom>
              <a:avLst/>
              <a:gdLst/>
              <a:ahLst/>
              <a:cxnLst/>
              <a:rect l="l" t="t" r="r" b="b"/>
              <a:pathLst>
                <a:path w="275590" h="29209">
                  <a:moveTo>
                    <a:pt x="0" y="0"/>
                  </a:moveTo>
                  <a:lnTo>
                    <a:pt x="275589" y="0"/>
                  </a:lnTo>
                  <a:lnTo>
                    <a:pt x="275589" y="29210"/>
                  </a:lnTo>
                  <a:lnTo>
                    <a:pt x="0" y="29210"/>
                  </a:lnTo>
                  <a:lnTo>
                    <a:pt x="0" y="0"/>
                  </a:lnTo>
                  <a:close/>
                </a:path>
              </a:pathLst>
            </a:custGeom>
            <a:solidFill>
              <a:srgbClr val="151525"/>
            </a:solidFill>
          </p:spPr>
          <p:txBody>
            <a:bodyPr wrap="square" lIns="0" tIns="0" rIns="0" bIns="0" rtlCol="0"/>
            <a:lstStyle/>
            <a:p/>
          </p:txBody>
        </p:sp>
        <p:sp>
          <p:nvSpPr>
            <p:cNvPr id="685" name="object 685"/>
            <p:cNvSpPr/>
            <p:nvPr/>
          </p:nvSpPr>
          <p:spPr>
            <a:xfrm>
              <a:off x="6257289" y="1155700"/>
              <a:ext cx="275590" cy="29209"/>
            </a:xfrm>
            <a:custGeom>
              <a:avLst/>
              <a:gdLst/>
              <a:ahLst/>
              <a:cxnLst/>
              <a:rect l="l" t="t" r="r" b="b"/>
              <a:pathLst>
                <a:path w="275590" h="29209">
                  <a:moveTo>
                    <a:pt x="0" y="0"/>
                  </a:moveTo>
                  <a:lnTo>
                    <a:pt x="275589" y="0"/>
                  </a:lnTo>
                  <a:lnTo>
                    <a:pt x="275589" y="29210"/>
                  </a:lnTo>
                  <a:lnTo>
                    <a:pt x="0" y="29210"/>
                  </a:lnTo>
                  <a:lnTo>
                    <a:pt x="0" y="0"/>
                  </a:lnTo>
                  <a:close/>
                </a:path>
              </a:pathLst>
            </a:custGeom>
            <a:solidFill>
              <a:srgbClr val="161626"/>
            </a:solidFill>
          </p:spPr>
          <p:txBody>
            <a:bodyPr wrap="square" lIns="0" tIns="0" rIns="0" bIns="0" rtlCol="0"/>
            <a:lstStyle/>
            <a:p/>
          </p:txBody>
        </p:sp>
        <p:sp>
          <p:nvSpPr>
            <p:cNvPr id="686" name="object 686"/>
            <p:cNvSpPr/>
            <p:nvPr/>
          </p:nvSpPr>
          <p:spPr>
            <a:xfrm>
              <a:off x="6257289" y="1184909"/>
              <a:ext cx="275590" cy="27940"/>
            </a:xfrm>
            <a:custGeom>
              <a:avLst/>
              <a:gdLst/>
              <a:ahLst/>
              <a:cxnLst/>
              <a:rect l="l" t="t" r="r" b="b"/>
              <a:pathLst>
                <a:path w="275590" h="27940">
                  <a:moveTo>
                    <a:pt x="0" y="0"/>
                  </a:moveTo>
                  <a:lnTo>
                    <a:pt x="275589" y="0"/>
                  </a:lnTo>
                  <a:lnTo>
                    <a:pt x="275589" y="27939"/>
                  </a:lnTo>
                  <a:lnTo>
                    <a:pt x="0" y="27939"/>
                  </a:lnTo>
                  <a:lnTo>
                    <a:pt x="0" y="0"/>
                  </a:lnTo>
                  <a:close/>
                </a:path>
              </a:pathLst>
            </a:custGeom>
            <a:solidFill>
              <a:srgbClr val="161627"/>
            </a:solidFill>
          </p:spPr>
          <p:txBody>
            <a:bodyPr wrap="square" lIns="0" tIns="0" rIns="0" bIns="0" rtlCol="0"/>
            <a:lstStyle/>
            <a:p/>
          </p:txBody>
        </p:sp>
        <p:sp>
          <p:nvSpPr>
            <p:cNvPr id="687" name="object 687"/>
            <p:cNvSpPr/>
            <p:nvPr/>
          </p:nvSpPr>
          <p:spPr>
            <a:xfrm>
              <a:off x="6257289" y="1212850"/>
              <a:ext cx="275590" cy="29209"/>
            </a:xfrm>
            <a:custGeom>
              <a:avLst/>
              <a:gdLst/>
              <a:ahLst/>
              <a:cxnLst/>
              <a:rect l="l" t="t" r="r" b="b"/>
              <a:pathLst>
                <a:path w="275590" h="29209">
                  <a:moveTo>
                    <a:pt x="0" y="0"/>
                  </a:moveTo>
                  <a:lnTo>
                    <a:pt x="275589" y="0"/>
                  </a:lnTo>
                  <a:lnTo>
                    <a:pt x="275589" y="29210"/>
                  </a:lnTo>
                  <a:lnTo>
                    <a:pt x="0" y="29210"/>
                  </a:lnTo>
                  <a:lnTo>
                    <a:pt x="0" y="0"/>
                  </a:lnTo>
                  <a:close/>
                </a:path>
              </a:pathLst>
            </a:custGeom>
            <a:solidFill>
              <a:srgbClr val="171728"/>
            </a:solidFill>
          </p:spPr>
          <p:txBody>
            <a:bodyPr wrap="square" lIns="0" tIns="0" rIns="0" bIns="0" rtlCol="0"/>
            <a:lstStyle/>
            <a:p/>
          </p:txBody>
        </p:sp>
        <p:sp>
          <p:nvSpPr>
            <p:cNvPr id="688" name="object 688"/>
            <p:cNvSpPr/>
            <p:nvPr/>
          </p:nvSpPr>
          <p:spPr>
            <a:xfrm>
              <a:off x="6257289" y="1242059"/>
              <a:ext cx="275590" cy="27940"/>
            </a:xfrm>
            <a:custGeom>
              <a:avLst/>
              <a:gdLst/>
              <a:ahLst/>
              <a:cxnLst/>
              <a:rect l="l" t="t" r="r" b="b"/>
              <a:pathLst>
                <a:path w="275590" h="27940">
                  <a:moveTo>
                    <a:pt x="0" y="0"/>
                  </a:moveTo>
                  <a:lnTo>
                    <a:pt x="275589" y="0"/>
                  </a:lnTo>
                  <a:lnTo>
                    <a:pt x="275589" y="27939"/>
                  </a:lnTo>
                  <a:lnTo>
                    <a:pt x="0" y="27939"/>
                  </a:lnTo>
                  <a:lnTo>
                    <a:pt x="0" y="0"/>
                  </a:lnTo>
                  <a:close/>
                </a:path>
              </a:pathLst>
            </a:custGeom>
            <a:solidFill>
              <a:srgbClr val="181829"/>
            </a:solidFill>
          </p:spPr>
          <p:txBody>
            <a:bodyPr wrap="square" lIns="0" tIns="0" rIns="0" bIns="0" rtlCol="0"/>
            <a:lstStyle/>
            <a:p/>
          </p:txBody>
        </p:sp>
        <p:sp>
          <p:nvSpPr>
            <p:cNvPr id="689" name="object 689"/>
            <p:cNvSpPr/>
            <p:nvPr/>
          </p:nvSpPr>
          <p:spPr>
            <a:xfrm>
              <a:off x="6257290" y="1269999"/>
              <a:ext cx="275590" cy="29209"/>
            </a:xfrm>
            <a:custGeom>
              <a:avLst/>
              <a:gdLst/>
              <a:ahLst/>
              <a:cxnLst/>
              <a:rect l="l" t="t" r="r" b="b"/>
              <a:pathLst>
                <a:path w="275590" h="29209">
                  <a:moveTo>
                    <a:pt x="204457" y="8890"/>
                  </a:moveTo>
                  <a:lnTo>
                    <a:pt x="46990" y="8890"/>
                  </a:lnTo>
                  <a:lnTo>
                    <a:pt x="46990" y="29210"/>
                  </a:lnTo>
                  <a:lnTo>
                    <a:pt x="204457" y="29210"/>
                  </a:lnTo>
                  <a:lnTo>
                    <a:pt x="204457" y="8890"/>
                  </a:lnTo>
                  <a:close/>
                </a:path>
                <a:path w="275590" h="29209">
                  <a:moveTo>
                    <a:pt x="275590" y="0"/>
                  </a:moveTo>
                  <a:lnTo>
                    <a:pt x="0" y="0"/>
                  </a:lnTo>
                  <a:lnTo>
                    <a:pt x="0" y="7620"/>
                  </a:lnTo>
                  <a:lnTo>
                    <a:pt x="0" y="8890"/>
                  </a:lnTo>
                  <a:lnTo>
                    <a:pt x="46990" y="8890"/>
                  </a:lnTo>
                  <a:lnTo>
                    <a:pt x="46990" y="7620"/>
                  </a:lnTo>
                  <a:lnTo>
                    <a:pt x="275590" y="7620"/>
                  </a:lnTo>
                  <a:lnTo>
                    <a:pt x="275590" y="0"/>
                  </a:lnTo>
                  <a:close/>
                </a:path>
              </a:pathLst>
            </a:custGeom>
            <a:solidFill>
              <a:srgbClr val="18182A"/>
            </a:solidFill>
          </p:spPr>
          <p:txBody>
            <a:bodyPr wrap="square" lIns="0" tIns="0" rIns="0" bIns="0" rtlCol="0"/>
            <a:lstStyle/>
            <a:p/>
          </p:txBody>
        </p:sp>
        <p:sp>
          <p:nvSpPr>
            <p:cNvPr id="690" name="object 690"/>
            <p:cNvSpPr/>
            <p:nvPr/>
          </p:nvSpPr>
          <p:spPr>
            <a:xfrm>
              <a:off x="6304279" y="1299209"/>
              <a:ext cx="233679" cy="401319"/>
            </a:xfrm>
            <a:prstGeom prst="rect">
              <a:avLst/>
            </a:prstGeom>
            <a:blipFill>
              <a:blip r:embed="rId8" cstate="print"/>
              <a:stretch>
                <a:fillRect/>
              </a:stretch>
            </a:blipFill>
          </p:spPr>
          <p:txBody>
            <a:bodyPr wrap="square" lIns="0" tIns="0" rIns="0" bIns="0" rtlCol="0"/>
            <a:lstStyle/>
            <a:p/>
          </p:txBody>
        </p:sp>
        <p:sp>
          <p:nvSpPr>
            <p:cNvPr id="691" name="object 691"/>
            <p:cNvSpPr/>
            <p:nvPr/>
          </p:nvSpPr>
          <p:spPr>
            <a:xfrm>
              <a:off x="6257289" y="840740"/>
              <a:ext cx="279400" cy="858519"/>
            </a:xfrm>
            <a:custGeom>
              <a:avLst/>
              <a:gdLst/>
              <a:ahLst/>
              <a:cxnLst/>
              <a:rect l="l" t="t" r="r" b="b"/>
              <a:pathLst>
                <a:path w="279400" h="858519">
                  <a:moveTo>
                    <a:pt x="203200" y="0"/>
                  </a:moveTo>
                  <a:lnTo>
                    <a:pt x="203200" y="231139"/>
                  </a:lnTo>
                  <a:lnTo>
                    <a:pt x="274319" y="231139"/>
                  </a:lnTo>
                  <a:lnTo>
                    <a:pt x="274319" y="435610"/>
                  </a:lnTo>
                  <a:lnTo>
                    <a:pt x="203200" y="435610"/>
                  </a:lnTo>
                  <a:lnTo>
                    <a:pt x="203200" y="614680"/>
                  </a:lnTo>
                  <a:lnTo>
                    <a:pt x="203200" y="628650"/>
                  </a:lnTo>
                  <a:lnTo>
                    <a:pt x="203200" y="635000"/>
                  </a:lnTo>
                  <a:lnTo>
                    <a:pt x="203200" y="638810"/>
                  </a:lnTo>
                  <a:lnTo>
                    <a:pt x="204470" y="643889"/>
                  </a:lnTo>
                  <a:lnTo>
                    <a:pt x="204470" y="646430"/>
                  </a:lnTo>
                  <a:lnTo>
                    <a:pt x="204470" y="648970"/>
                  </a:lnTo>
                  <a:lnTo>
                    <a:pt x="204470" y="650239"/>
                  </a:lnTo>
                  <a:lnTo>
                    <a:pt x="205739" y="651510"/>
                  </a:lnTo>
                  <a:lnTo>
                    <a:pt x="205739" y="652780"/>
                  </a:lnTo>
                  <a:lnTo>
                    <a:pt x="207010" y="654050"/>
                  </a:lnTo>
                  <a:lnTo>
                    <a:pt x="207010" y="655320"/>
                  </a:lnTo>
                  <a:lnTo>
                    <a:pt x="208280" y="655320"/>
                  </a:lnTo>
                  <a:lnTo>
                    <a:pt x="208280" y="656589"/>
                  </a:lnTo>
                  <a:lnTo>
                    <a:pt x="209550" y="656589"/>
                  </a:lnTo>
                  <a:lnTo>
                    <a:pt x="209550" y="657860"/>
                  </a:lnTo>
                  <a:lnTo>
                    <a:pt x="210820" y="657860"/>
                  </a:lnTo>
                  <a:lnTo>
                    <a:pt x="212089" y="657860"/>
                  </a:lnTo>
                  <a:lnTo>
                    <a:pt x="214630" y="659130"/>
                  </a:lnTo>
                  <a:lnTo>
                    <a:pt x="215900" y="659130"/>
                  </a:lnTo>
                  <a:lnTo>
                    <a:pt x="217170" y="659130"/>
                  </a:lnTo>
                  <a:lnTo>
                    <a:pt x="219710" y="657860"/>
                  </a:lnTo>
                  <a:lnTo>
                    <a:pt x="223520" y="657860"/>
                  </a:lnTo>
                  <a:lnTo>
                    <a:pt x="228600" y="655320"/>
                  </a:lnTo>
                  <a:lnTo>
                    <a:pt x="234950" y="652780"/>
                  </a:lnTo>
                  <a:lnTo>
                    <a:pt x="248919" y="646430"/>
                  </a:lnTo>
                  <a:lnTo>
                    <a:pt x="267969" y="637539"/>
                  </a:lnTo>
                  <a:lnTo>
                    <a:pt x="279400" y="835660"/>
                  </a:lnTo>
                  <a:lnTo>
                    <a:pt x="250189" y="845820"/>
                  </a:lnTo>
                  <a:lnTo>
                    <a:pt x="223520" y="853439"/>
                  </a:lnTo>
                  <a:lnTo>
                    <a:pt x="198120" y="857250"/>
                  </a:lnTo>
                  <a:lnTo>
                    <a:pt x="187960" y="858520"/>
                  </a:lnTo>
                  <a:lnTo>
                    <a:pt x="176530" y="858520"/>
                  </a:lnTo>
                  <a:lnTo>
                    <a:pt x="163830" y="858520"/>
                  </a:lnTo>
                  <a:lnTo>
                    <a:pt x="152400" y="857250"/>
                  </a:lnTo>
                  <a:lnTo>
                    <a:pt x="140970" y="854710"/>
                  </a:lnTo>
                  <a:lnTo>
                    <a:pt x="130810" y="852170"/>
                  </a:lnTo>
                  <a:lnTo>
                    <a:pt x="121920" y="848360"/>
                  </a:lnTo>
                  <a:lnTo>
                    <a:pt x="113030" y="844550"/>
                  </a:lnTo>
                  <a:lnTo>
                    <a:pt x="81280" y="812800"/>
                  </a:lnTo>
                  <a:lnTo>
                    <a:pt x="63500" y="773430"/>
                  </a:lnTo>
                  <a:lnTo>
                    <a:pt x="54610" y="734060"/>
                  </a:lnTo>
                  <a:lnTo>
                    <a:pt x="52070" y="718820"/>
                  </a:lnTo>
                  <a:lnTo>
                    <a:pt x="50800" y="701039"/>
                  </a:lnTo>
                  <a:lnTo>
                    <a:pt x="49530" y="680720"/>
                  </a:lnTo>
                  <a:lnTo>
                    <a:pt x="48260" y="660400"/>
                  </a:lnTo>
                  <a:lnTo>
                    <a:pt x="46989" y="613410"/>
                  </a:lnTo>
                  <a:lnTo>
                    <a:pt x="46989" y="435610"/>
                  </a:lnTo>
                  <a:lnTo>
                    <a:pt x="0" y="435610"/>
                  </a:lnTo>
                  <a:lnTo>
                    <a:pt x="0" y="231139"/>
                  </a:lnTo>
                  <a:lnTo>
                    <a:pt x="46989" y="231139"/>
                  </a:lnTo>
                  <a:lnTo>
                    <a:pt x="46989" y="135889"/>
                  </a:lnTo>
                  <a:lnTo>
                    <a:pt x="203200" y="0"/>
                  </a:lnTo>
                  <a:close/>
                </a:path>
              </a:pathLst>
            </a:custGeom>
            <a:ln w="12579">
              <a:solidFill>
                <a:srgbClr val="9898FF"/>
              </a:solidFill>
            </a:ln>
          </p:spPr>
          <p:txBody>
            <a:bodyPr wrap="square" lIns="0" tIns="0" rIns="0" bIns="0" rtlCol="0"/>
            <a:lstStyle/>
            <a:p/>
          </p:txBody>
        </p:sp>
      </p:grpSp>
      <p:grpSp>
        <p:nvGrpSpPr>
          <p:cNvPr id="692" name="object 692"/>
          <p:cNvGrpSpPr/>
          <p:nvPr/>
        </p:nvGrpSpPr>
        <p:grpSpPr>
          <a:xfrm>
            <a:off x="6596380" y="1052830"/>
            <a:ext cx="433070" cy="652780"/>
            <a:chOff x="6596380" y="1052830"/>
            <a:chExt cx="433070" cy="652780"/>
          </a:xfrm>
        </p:grpSpPr>
        <p:sp>
          <p:nvSpPr>
            <p:cNvPr id="693" name="object 693"/>
            <p:cNvSpPr/>
            <p:nvPr/>
          </p:nvSpPr>
          <p:spPr>
            <a:xfrm>
              <a:off x="6696710" y="1059179"/>
              <a:ext cx="232410" cy="41910"/>
            </a:xfrm>
            <a:custGeom>
              <a:avLst/>
              <a:gdLst/>
              <a:ahLst/>
              <a:cxnLst/>
              <a:rect l="l" t="t" r="r" b="b"/>
              <a:pathLst>
                <a:path w="232409" h="41909">
                  <a:moveTo>
                    <a:pt x="147320" y="2540"/>
                  </a:moveTo>
                  <a:lnTo>
                    <a:pt x="129540" y="2540"/>
                  </a:lnTo>
                  <a:lnTo>
                    <a:pt x="129540" y="1397"/>
                  </a:lnTo>
                  <a:lnTo>
                    <a:pt x="110490" y="1397"/>
                  </a:lnTo>
                  <a:lnTo>
                    <a:pt x="110490" y="0"/>
                  </a:lnTo>
                  <a:lnTo>
                    <a:pt x="109220" y="0"/>
                  </a:lnTo>
                  <a:lnTo>
                    <a:pt x="109220" y="1397"/>
                  </a:lnTo>
                  <a:lnTo>
                    <a:pt x="86360" y="1397"/>
                  </a:lnTo>
                  <a:lnTo>
                    <a:pt x="86360" y="2540"/>
                  </a:lnTo>
                  <a:lnTo>
                    <a:pt x="76200" y="2540"/>
                  </a:lnTo>
                  <a:lnTo>
                    <a:pt x="76200" y="3810"/>
                  </a:lnTo>
                  <a:lnTo>
                    <a:pt x="147320" y="3810"/>
                  </a:lnTo>
                  <a:lnTo>
                    <a:pt x="147320" y="2667"/>
                  </a:lnTo>
                  <a:lnTo>
                    <a:pt x="147320" y="2540"/>
                  </a:lnTo>
                  <a:close/>
                </a:path>
                <a:path w="232409" h="41909">
                  <a:moveTo>
                    <a:pt x="173990" y="8890"/>
                  </a:moveTo>
                  <a:lnTo>
                    <a:pt x="170167" y="8890"/>
                  </a:lnTo>
                  <a:lnTo>
                    <a:pt x="170167" y="7747"/>
                  </a:lnTo>
                  <a:lnTo>
                    <a:pt x="166370" y="7747"/>
                  </a:lnTo>
                  <a:lnTo>
                    <a:pt x="166370" y="6350"/>
                  </a:lnTo>
                  <a:lnTo>
                    <a:pt x="163817" y="6350"/>
                  </a:lnTo>
                  <a:lnTo>
                    <a:pt x="163817" y="5207"/>
                  </a:lnTo>
                  <a:lnTo>
                    <a:pt x="163817" y="5080"/>
                  </a:lnTo>
                  <a:lnTo>
                    <a:pt x="152400" y="5080"/>
                  </a:lnTo>
                  <a:lnTo>
                    <a:pt x="152400" y="3937"/>
                  </a:lnTo>
                  <a:lnTo>
                    <a:pt x="68580" y="3937"/>
                  </a:lnTo>
                  <a:lnTo>
                    <a:pt x="68580" y="5080"/>
                  </a:lnTo>
                  <a:lnTo>
                    <a:pt x="64770" y="5080"/>
                  </a:lnTo>
                  <a:lnTo>
                    <a:pt x="64770" y="6350"/>
                  </a:lnTo>
                  <a:lnTo>
                    <a:pt x="59690" y="6350"/>
                  </a:lnTo>
                  <a:lnTo>
                    <a:pt x="59690" y="7747"/>
                  </a:lnTo>
                  <a:lnTo>
                    <a:pt x="57150" y="7747"/>
                  </a:lnTo>
                  <a:lnTo>
                    <a:pt x="57150" y="8890"/>
                  </a:lnTo>
                  <a:lnTo>
                    <a:pt x="53340" y="8890"/>
                  </a:lnTo>
                  <a:lnTo>
                    <a:pt x="53340" y="10160"/>
                  </a:lnTo>
                  <a:lnTo>
                    <a:pt x="173990" y="10160"/>
                  </a:lnTo>
                  <a:lnTo>
                    <a:pt x="173990" y="9017"/>
                  </a:lnTo>
                  <a:lnTo>
                    <a:pt x="173990" y="8890"/>
                  </a:lnTo>
                  <a:close/>
                </a:path>
                <a:path w="232409" h="41909">
                  <a:moveTo>
                    <a:pt x="193040" y="15240"/>
                  </a:moveTo>
                  <a:lnTo>
                    <a:pt x="187960" y="15240"/>
                  </a:lnTo>
                  <a:lnTo>
                    <a:pt x="187960" y="14097"/>
                  </a:lnTo>
                  <a:lnTo>
                    <a:pt x="185420" y="14097"/>
                  </a:lnTo>
                  <a:lnTo>
                    <a:pt x="185420" y="12700"/>
                  </a:lnTo>
                  <a:lnTo>
                    <a:pt x="181610" y="12700"/>
                  </a:lnTo>
                  <a:lnTo>
                    <a:pt x="181610" y="11557"/>
                  </a:lnTo>
                  <a:lnTo>
                    <a:pt x="181610" y="11430"/>
                  </a:lnTo>
                  <a:lnTo>
                    <a:pt x="179070" y="11430"/>
                  </a:lnTo>
                  <a:lnTo>
                    <a:pt x="179070" y="10287"/>
                  </a:lnTo>
                  <a:lnTo>
                    <a:pt x="49530" y="10287"/>
                  </a:lnTo>
                  <a:lnTo>
                    <a:pt x="49530" y="11430"/>
                  </a:lnTo>
                  <a:lnTo>
                    <a:pt x="46990" y="11430"/>
                  </a:lnTo>
                  <a:lnTo>
                    <a:pt x="46990" y="12700"/>
                  </a:lnTo>
                  <a:lnTo>
                    <a:pt x="44450" y="12700"/>
                  </a:lnTo>
                  <a:lnTo>
                    <a:pt x="44450" y="14097"/>
                  </a:lnTo>
                  <a:lnTo>
                    <a:pt x="40640" y="14097"/>
                  </a:lnTo>
                  <a:lnTo>
                    <a:pt x="40640" y="15240"/>
                  </a:lnTo>
                  <a:lnTo>
                    <a:pt x="38100" y="15240"/>
                  </a:lnTo>
                  <a:lnTo>
                    <a:pt x="38100" y="16510"/>
                  </a:lnTo>
                  <a:lnTo>
                    <a:pt x="193040" y="16510"/>
                  </a:lnTo>
                  <a:lnTo>
                    <a:pt x="193040" y="15367"/>
                  </a:lnTo>
                  <a:lnTo>
                    <a:pt x="193040" y="15240"/>
                  </a:lnTo>
                  <a:close/>
                </a:path>
                <a:path w="232409" h="41909">
                  <a:moveTo>
                    <a:pt x="204470" y="21590"/>
                  </a:moveTo>
                  <a:lnTo>
                    <a:pt x="201930" y="21590"/>
                  </a:lnTo>
                  <a:lnTo>
                    <a:pt x="201930" y="20447"/>
                  </a:lnTo>
                  <a:lnTo>
                    <a:pt x="199390" y="20447"/>
                  </a:lnTo>
                  <a:lnTo>
                    <a:pt x="199390" y="20320"/>
                  </a:lnTo>
                  <a:lnTo>
                    <a:pt x="199390" y="19050"/>
                  </a:lnTo>
                  <a:lnTo>
                    <a:pt x="196850" y="19050"/>
                  </a:lnTo>
                  <a:lnTo>
                    <a:pt x="196850" y="17907"/>
                  </a:lnTo>
                  <a:lnTo>
                    <a:pt x="196850" y="17780"/>
                  </a:lnTo>
                  <a:lnTo>
                    <a:pt x="194310" y="17780"/>
                  </a:lnTo>
                  <a:lnTo>
                    <a:pt x="194310" y="16637"/>
                  </a:lnTo>
                  <a:lnTo>
                    <a:pt x="35560" y="16637"/>
                  </a:lnTo>
                  <a:lnTo>
                    <a:pt x="35560" y="17780"/>
                  </a:lnTo>
                  <a:lnTo>
                    <a:pt x="33020" y="17780"/>
                  </a:lnTo>
                  <a:lnTo>
                    <a:pt x="33020" y="19050"/>
                  </a:lnTo>
                  <a:lnTo>
                    <a:pt x="30480" y="19050"/>
                  </a:lnTo>
                  <a:lnTo>
                    <a:pt x="30480" y="20320"/>
                  </a:lnTo>
                  <a:lnTo>
                    <a:pt x="30480" y="20447"/>
                  </a:lnTo>
                  <a:lnTo>
                    <a:pt x="27940" y="20447"/>
                  </a:lnTo>
                  <a:lnTo>
                    <a:pt x="27940" y="21590"/>
                  </a:lnTo>
                  <a:lnTo>
                    <a:pt x="25400" y="21590"/>
                  </a:lnTo>
                  <a:lnTo>
                    <a:pt x="25400" y="22860"/>
                  </a:lnTo>
                  <a:lnTo>
                    <a:pt x="204470" y="22860"/>
                  </a:lnTo>
                  <a:lnTo>
                    <a:pt x="204470" y="21717"/>
                  </a:lnTo>
                  <a:lnTo>
                    <a:pt x="204470" y="21590"/>
                  </a:lnTo>
                  <a:close/>
                </a:path>
                <a:path w="232409" h="41909">
                  <a:moveTo>
                    <a:pt x="214630" y="27940"/>
                  </a:moveTo>
                  <a:lnTo>
                    <a:pt x="213360" y="27940"/>
                  </a:lnTo>
                  <a:lnTo>
                    <a:pt x="213360" y="26797"/>
                  </a:lnTo>
                  <a:lnTo>
                    <a:pt x="210820" y="26797"/>
                  </a:lnTo>
                  <a:lnTo>
                    <a:pt x="210820" y="25400"/>
                  </a:lnTo>
                  <a:lnTo>
                    <a:pt x="208280" y="25400"/>
                  </a:lnTo>
                  <a:lnTo>
                    <a:pt x="208280" y="24257"/>
                  </a:lnTo>
                  <a:lnTo>
                    <a:pt x="208280" y="24130"/>
                  </a:lnTo>
                  <a:lnTo>
                    <a:pt x="207010" y="24130"/>
                  </a:lnTo>
                  <a:lnTo>
                    <a:pt x="207010" y="22987"/>
                  </a:lnTo>
                  <a:lnTo>
                    <a:pt x="22860" y="22987"/>
                  </a:lnTo>
                  <a:lnTo>
                    <a:pt x="22860" y="24130"/>
                  </a:lnTo>
                  <a:lnTo>
                    <a:pt x="21590" y="24130"/>
                  </a:lnTo>
                  <a:lnTo>
                    <a:pt x="21590" y="25400"/>
                  </a:lnTo>
                  <a:lnTo>
                    <a:pt x="20320" y="25400"/>
                  </a:lnTo>
                  <a:lnTo>
                    <a:pt x="20320" y="26797"/>
                  </a:lnTo>
                  <a:lnTo>
                    <a:pt x="17780" y="26797"/>
                  </a:lnTo>
                  <a:lnTo>
                    <a:pt x="17780" y="27940"/>
                  </a:lnTo>
                  <a:lnTo>
                    <a:pt x="16510" y="27940"/>
                  </a:lnTo>
                  <a:lnTo>
                    <a:pt x="16510" y="29210"/>
                  </a:lnTo>
                  <a:lnTo>
                    <a:pt x="214630" y="29210"/>
                  </a:lnTo>
                  <a:lnTo>
                    <a:pt x="214630" y="28067"/>
                  </a:lnTo>
                  <a:lnTo>
                    <a:pt x="214630" y="27940"/>
                  </a:lnTo>
                  <a:close/>
                </a:path>
                <a:path w="232409" h="41909">
                  <a:moveTo>
                    <a:pt x="224790" y="34290"/>
                  </a:moveTo>
                  <a:lnTo>
                    <a:pt x="222250" y="34290"/>
                  </a:lnTo>
                  <a:lnTo>
                    <a:pt x="222250" y="33147"/>
                  </a:lnTo>
                  <a:lnTo>
                    <a:pt x="220980" y="33147"/>
                  </a:lnTo>
                  <a:lnTo>
                    <a:pt x="220980" y="31750"/>
                  </a:lnTo>
                  <a:lnTo>
                    <a:pt x="219697" y="31750"/>
                  </a:lnTo>
                  <a:lnTo>
                    <a:pt x="219697" y="30607"/>
                  </a:lnTo>
                  <a:lnTo>
                    <a:pt x="219697" y="30480"/>
                  </a:lnTo>
                  <a:lnTo>
                    <a:pt x="217170" y="30480"/>
                  </a:lnTo>
                  <a:lnTo>
                    <a:pt x="217170" y="29337"/>
                  </a:lnTo>
                  <a:lnTo>
                    <a:pt x="13970" y="29337"/>
                  </a:lnTo>
                  <a:lnTo>
                    <a:pt x="13970" y="30480"/>
                  </a:lnTo>
                  <a:lnTo>
                    <a:pt x="12700" y="30480"/>
                  </a:lnTo>
                  <a:lnTo>
                    <a:pt x="12700" y="31750"/>
                  </a:lnTo>
                  <a:lnTo>
                    <a:pt x="11430" y="31750"/>
                  </a:lnTo>
                  <a:lnTo>
                    <a:pt x="11430" y="33147"/>
                  </a:lnTo>
                  <a:lnTo>
                    <a:pt x="8890" y="33147"/>
                  </a:lnTo>
                  <a:lnTo>
                    <a:pt x="8890" y="34290"/>
                  </a:lnTo>
                  <a:lnTo>
                    <a:pt x="7620" y="34290"/>
                  </a:lnTo>
                  <a:lnTo>
                    <a:pt x="7620" y="35560"/>
                  </a:lnTo>
                  <a:lnTo>
                    <a:pt x="224790" y="35560"/>
                  </a:lnTo>
                  <a:lnTo>
                    <a:pt x="224790" y="34417"/>
                  </a:lnTo>
                  <a:lnTo>
                    <a:pt x="224790" y="34290"/>
                  </a:lnTo>
                  <a:close/>
                </a:path>
                <a:path w="232409" h="41909">
                  <a:moveTo>
                    <a:pt x="232397" y="40640"/>
                  </a:moveTo>
                  <a:lnTo>
                    <a:pt x="231140" y="40640"/>
                  </a:lnTo>
                  <a:lnTo>
                    <a:pt x="231140" y="39497"/>
                  </a:lnTo>
                  <a:lnTo>
                    <a:pt x="229870" y="39497"/>
                  </a:lnTo>
                  <a:lnTo>
                    <a:pt x="229870" y="38100"/>
                  </a:lnTo>
                  <a:lnTo>
                    <a:pt x="227330" y="38100"/>
                  </a:lnTo>
                  <a:lnTo>
                    <a:pt x="227330" y="36957"/>
                  </a:lnTo>
                  <a:lnTo>
                    <a:pt x="227330" y="36830"/>
                  </a:lnTo>
                  <a:lnTo>
                    <a:pt x="226047" y="36830"/>
                  </a:lnTo>
                  <a:lnTo>
                    <a:pt x="226047" y="35687"/>
                  </a:lnTo>
                  <a:lnTo>
                    <a:pt x="6350" y="35687"/>
                  </a:lnTo>
                  <a:lnTo>
                    <a:pt x="6350" y="36830"/>
                  </a:lnTo>
                  <a:lnTo>
                    <a:pt x="5080" y="36830"/>
                  </a:lnTo>
                  <a:lnTo>
                    <a:pt x="5080" y="38100"/>
                  </a:lnTo>
                  <a:lnTo>
                    <a:pt x="2540" y="38100"/>
                  </a:lnTo>
                  <a:lnTo>
                    <a:pt x="2540" y="39497"/>
                  </a:lnTo>
                  <a:lnTo>
                    <a:pt x="1270" y="39497"/>
                  </a:lnTo>
                  <a:lnTo>
                    <a:pt x="1270" y="40640"/>
                  </a:lnTo>
                  <a:lnTo>
                    <a:pt x="0" y="40640"/>
                  </a:lnTo>
                  <a:lnTo>
                    <a:pt x="0" y="41910"/>
                  </a:lnTo>
                  <a:lnTo>
                    <a:pt x="232397" y="41910"/>
                  </a:lnTo>
                  <a:lnTo>
                    <a:pt x="232397" y="40767"/>
                  </a:lnTo>
                  <a:lnTo>
                    <a:pt x="232397" y="40640"/>
                  </a:lnTo>
                  <a:close/>
                </a:path>
              </a:pathLst>
            </a:custGeom>
            <a:solidFill>
              <a:srgbClr val="10101C"/>
            </a:solidFill>
          </p:spPr>
          <p:txBody>
            <a:bodyPr wrap="square" lIns="0" tIns="0" rIns="0" bIns="0" rtlCol="0"/>
            <a:lstStyle/>
            <a:p/>
          </p:txBody>
        </p:sp>
        <p:sp>
          <p:nvSpPr>
            <p:cNvPr id="694" name="object 694"/>
            <p:cNvSpPr/>
            <p:nvPr/>
          </p:nvSpPr>
          <p:spPr>
            <a:xfrm>
              <a:off x="6676390" y="1101089"/>
              <a:ext cx="273050" cy="21590"/>
            </a:xfrm>
            <a:custGeom>
              <a:avLst/>
              <a:gdLst/>
              <a:ahLst/>
              <a:cxnLst/>
              <a:rect l="l" t="t" r="r" b="b"/>
              <a:pathLst>
                <a:path w="273050" h="21590">
                  <a:moveTo>
                    <a:pt x="259067" y="5080"/>
                  </a:moveTo>
                  <a:lnTo>
                    <a:pt x="257810" y="5080"/>
                  </a:lnTo>
                  <a:lnTo>
                    <a:pt x="257810" y="3937"/>
                  </a:lnTo>
                  <a:lnTo>
                    <a:pt x="256540" y="3937"/>
                  </a:lnTo>
                  <a:lnTo>
                    <a:pt x="256540" y="2540"/>
                  </a:lnTo>
                  <a:lnTo>
                    <a:pt x="255270" y="2540"/>
                  </a:lnTo>
                  <a:lnTo>
                    <a:pt x="255270" y="1397"/>
                  </a:lnTo>
                  <a:lnTo>
                    <a:pt x="255270" y="1270"/>
                  </a:lnTo>
                  <a:lnTo>
                    <a:pt x="254000" y="1270"/>
                  </a:lnTo>
                  <a:lnTo>
                    <a:pt x="254000" y="127"/>
                  </a:lnTo>
                  <a:lnTo>
                    <a:pt x="252717" y="127"/>
                  </a:lnTo>
                  <a:lnTo>
                    <a:pt x="252717" y="0"/>
                  </a:lnTo>
                  <a:lnTo>
                    <a:pt x="20320" y="0"/>
                  </a:lnTo>
                  <a:lnTo>
                    <a:pt x="20320" y="127"/>
                  </a:lnTo>
                  <a:lnTo>
                    <a:pt x="19050" y="127"/>
                  </a:lnTo>
                  <a:lnTo>
                    <a:pt x="19050" y="1270"/>
                  </a:lnTo>
                  <a:lnTo>
                    <a:pt x="17780" y="1270"/>
                  </a:lnTo>
                  <a:lnTo>
                    <a:pt x="17780" y="2540"/>
                  </a:lnTo>
                  <a:lnTo>
                    <a:pt x="16510" y="2540"/>
                  </a:lnTo>
                  <a:lnTo>
                    <a:pt x="16510" y="3937"/>
                  </a:lnTo>
                  <a:lnTo>
                    <a:pt x="15240" y="3937"/>
                  </a:lnTo>
                  <a:lnTo>
                    <a:pt x="15240" y="5080"/>
                  </a:lnTo>
                  <a:lnTo>
                    <a:pt x="13970" y="5080"/>
                  </a:lnTo>
                  <a:lnTo>
                    <a:pt x="13970" y="6350"/>
                  </a:lnTo>
                  <a:lnTo>
                    <a:pt x="259067" y="6350"/>
                  </a:lnTo>
                  <a:lnTo>
                    <a:pt x="259067" y="5207"/>
                  </a:lnTo>
                  <a:lnTo>
                    <a:pt x="259067" y="5080"/>
                  </a:lnTo>
                  <a:close/>
                </a:path>
                <a:path w="273050" h="21590">
                  <a:moveTo>
                    <a:pt x="265417" y="11430"/>
                  </a:moveTo>
                  <a:lnTo>
                    <a:pt x="264160" y="11430"/>
                  </a:lnTo>
                  <a:lnTo>
                    <a:pt x="264160" y="10287"/>
                  </a:lnTo>
                  <a:lnTo>
                    <a:pt x="262890" y="10287"/>
                  </a:lnTo>
                  <a:lnTo>
                    <a:pt x="262890" y="8890"/>
                  </a:lnTo>
                  <a:lnTo>
                    <a:pt x="261620" y="8890"/>
                  </a:lnTo>
                  <a:lnTo>
                    <a:pt x="261620" y="7747"/>
                  </a:lnTo>
                  <a:lnTo>
                    <a:pt x="261620" y="7620"/>
                  </a:lnTo>
                  <a:lnTo>
                    <a:pt x="260350" y="7620"/>
                  </a:lnTo>
                  <a:lnTo>
                    <a:pt x="260350" y="6477"/>
                  </a:lnTo>
                  <a:lnTo>
                    <a:pt x="12700" y="6477"/>
                  </a:lnTo>
                  <a:lnTo>
                    <a:pt x="12700" y="7620"/>
                  </a:lnTo>
                  <a:lnTo>
                    <a:pt x="11430" y="7620"/>
                  </a:lnTo>
                  <a:lnTo>
                    <a:pt x="11430" y="8890"/>
                  </a:lnTo>
                  <a:lnTo>
                    <a:pt x="10160" y="8890"/>
                  </a:lnTo>
                  <a:lnTo>
                    <a:pt x="10160" y="10287"/>
                  </a:lnTo>
                  <a:lnTo>
                    <a:pt x="8890" y="10287"/>
                  </a:lnTo>
                  <a:lnTo>
                    <a:pt x="8890" y="11430"/>
                  </a:lnTo>
                  <a:lnTo>
                    <a:pt x="7620" y="11430"/>
                  </a:lnTo>
                  <a:lnTo>
                    <a:pt x="7620" y="12700"/>
                  </a:lnTo>
                  <a:lnTo>
                    <a:pt x="265417" y="12700"/>
                  </a:lnTo>
                  <a:lnTo>
                    <a:pt x="265417" y="11557"/>
                  </a:lnTo>
                  <a:lnTo>
                    <a:pt x="265417" y="11430"/>
                  </a:lnTo>
                  <a:close/>
                </a:path>
                <a:path w="273050" h="21590">
                  <a:moveTo>
                    <a:pt x="267970" y="13970"/>
                  </a:moveTo>
                  <a:lnTo>
                    <a:pt x="266700" y="13970"/>
                  </a:lnTo>
                  <a:lnTo>
                    <a:pt x="266700" y="12827"/>
                  </a:lnTo>
                  <a:lnTo>
                    <a:pt x="6350" y="12827"/>
                  </a:lnTo>
                  <a:lnTo>
                    <a:pt x="6350" y="13970"/>
                  </a:lnTo>
                  <a:lnTo>
                    <a:pt x="5080" y="13970"/>
                  </a:lnTo>
                  <a:lnTo>
                    <a:pt x="5080" y="15240"/>
                  </a:lnTo>
                  <a:lnTo>
                    <a:pt x="3810" y="15240"/>
                  </a:lnTo>
                  <a:lnTo>
                    <a:pt x="3810" y="16510"/>
                  </a:lnTo>
                  <a:lnTo>
                    <a:pt x="267970" y="16510"/>
                  </a:lnTo>
                  <a:lnTo>
                    <a:pt x="267970" y="15240"/>
                  </a:lnTo>
                  <a:lnTo>
                    <a:pt x="267970" y="14097"/>
                  </a:lnTo>
                  <a:lnTo>
                    <a:pt x="267970" y="13970"/>
                  </a:lnTo>
                  <a:close/>
                </a:path>
                <a:path w="273050" h="21590">
                  <a:moveTo>
                    <a:pt x="273050" y="20320"/>
                  </a:moveTo>
                  <a:lnTo>
                    <a:pt x="271767" y="20320"/>
                  </a:lnTo>
                  <a:lnTo>
                    <a:pt x="271767" y="19050"/>
                  </a:lnTo>
                  <a:lnTo>
                    <a:pt x="270510" y="19050"/>
                  </a:lnTo>
                  <a:lnTo>
                    <a:pt x="270510" y="17907"/>
                  </a:lnTo>
                  <a:lnTo>
                    <a:pt x="270510" y="17780"/>
                  </a:lnTo>
                  <a:lnTo>
                    <a:pt x="269240" y="17780"/>
                  </a:lnTo>
                  <a:lnTo>
                    <a:pt x="269240" y="16637"/>
                  </a:lnTo>
                  <a:lnTo>
                    <a:pt x="2540" y="16637"/>
                  </a:lnTo>
                  <a:lnTo>
                    <a:pt x="2540" y="17780"/>
                  </a:lnTo>
                  <a:lnTo>
                    <a:pt x="1270" y="17780"/>
                  </a:lnTo>
                  <a:lnTo>
                    <a:pt x="1270" y="19050"/>
                  </a:lnTo>
                  <a:lnTo>
                    <a:pt x="1270" y="20320"/>
                  </a:lnTo>
                  <a:lnTo>
                    <a:pt x="0" y="20320"/>
                  </a:lnTo>
                  <a:lnTo>
                    <a:pt x="0" y="21590"/>
                  </a:lnTo>
                  <a:lnTo>
                    <a:pt x="273050" y="21590"/>
                  </a:lnTo>
                  <a:lnTo>
                    <a:pt x="273050" y="20447"/>
                  </a:lnTo>
                  <a:lnTo>
                    <a:pt x="273050" y="20320"/>
                  </a:lnTo>
                  <a:close/>
                </a:path>
              </a:pathLst>
            </a:custGeom>
            <a:solidFill>
              <a:srgbClr val="11111D"/>
            </a:solidFill>
          </p:spPr>
          <p:txBody>
            <a:bodyPr wrap="square" lIns="0" tIns="0" rIns="0" bIns="0" rtlCol="0"/>
            <a:lstStyle/>
            <a:p/>
          </p:txBody>
        </p:sp>
        <p:sp>
          <p:nvSpPr>
            <p:cNvPr id="695" name="object 695"/>
            <p:cNvSpPr/>
            <p:nvPr/>
          </p:nvSpPr>
          <p:spPr>
            <a:xfrm>
              <a:off x="6661150" y="1122679"/>
              <a:ext cx="302260" cy="21590"/>
            </a:xfrm>
            <a:custGeom>
              <a:avLst/>
              <a:gdLst/>
              <a:ahLst/>
              <a:cxnLst/>
              <a:rect l="l" t="t" r="r" b="b"/>
              <a:pathLst>
                <a:path w="302259" h="21590">
                  <a:moveTo>
                    <a:pt x="290830" y="2540"/>
                  </a:moveTo>
                  <a:lnTo>
                    <a:pt x="289560" y="2540"/>
                  </a:lnTo>
                  <a:lnTo>
                    <a:pt x="289560" y="1270"/>
                  </a:lnTo>
                  <a:lnTo>
                    <a:pt x="289560" y="0"/>
                  </a:lnTo>
                  <a:lnTo>
                    <a:pt x="13970" y="0"/>
                  </a:lnTo>
                  <a:lnTo>
                    <a:pt x="13970" y="1270"/>
                  </a:lnTo>
                  <a:lnTo>
                    <a:pt x="12700" y="1270"/>
                  </a:lnTo>
                  <a:lnTo>
                    <a:pt x="12700" y="2540"/>
                  </a:lnTo>
                  <a:lnTo>
                    <a:pt x="12700" y="3810"/>
                  </a:lnTo>
                  <a:lnTo>
                    <a:pt x="290830" y="3810"/>
                  </a:lnTo>
                  <a:lnTo>
                    <a:pt x="290830" y="2540"/>
                  </a:lnTo>
                  <a:close/>
                </a:path>
                <a:path w="302259" h="21590">
                  <a:moveTo>
                    <a:pt x="294640" y="7620"/>
                  </a:moveTo>
                  <a:lnTo>
                    <a:pt x="293370" y="7620"/>
                  </a:lnTo>
                  <a:lnTo>
                    <a:pt x="293370" y="6350"/>
                  </a:lnTo>
                  <a:lnTo>
                    <a:pt x="293357" y="5207"/>
                  </a:lnTo>
                  <a:lnTo>
                    <a:pt x="293357" y="5080"/>
                  </a:lnTo>
                  <a:lnTo>
                    <a:pt x="292100" y="5080"/>
                  </a:lnTo>
                  <a:lnTo>
                    <a:pt x="292100" y="3937"/>
                  </a:lnTo>
                  <a:lnTo>
                    <a:pt x="11430" y="3937"/>
                  </a:lnTo>
                  <a:lnTo>
                    <a:pt x="11430" y="5080"/>
                  </a:lnTo>
                  <a:lnTo>
                    <a:pt x="10160" y="5080"/>
                  </a:lnTo>
                  <a:lnTo>
                    <a:pt x="10160" y="6350"/>
                  </a:lnTo>
                  <a:lnTo>
                    <a:pt x="8890" y="6350"/>
                  </a:lnTo>
                  <a:lnTo>
                    <a:pt x="8890" y="7620"/>
                  </a:lnTo>
                  <a:lnTo>
                    <a:pt x="8890" y="8890"/>
                  </a:lnTo>
                  <a:lnTo>
                    <a:pt x="294640" y="8890"/>
                  </a:lnTo>
                  <a:lnTo>
                    <a:pt x="294640" y="7620"/>
                  </a:lnTo>
                  <a:close/>
                </a:path>
                <a:path w="302259" h="21590">
                  <a:moveTo>
                    <a:pt x="297180" y="11430"/>
                  </a:moveTo>
                  <a:lnTo>
                    <a:pt x="295910" y="11430"/>
                  </a:lnTo>
                  <a:lnTo>
                    <a:pt x="295910" y="9017"/>
                  </a:lnTo>
                  <a:lnTo>
                    <a:pt x="7620" y="9017"/>
                  </a:lnTo>
                  <a:lnTo>
                    <a:pt x="7620" y="11430"/>
                  </a:lnTo>
                  <a:lnTo>
                    <a:pt x="6350" y="11430"/>
                  </a:lnTo>
                  <a:lnTo>
                    <a:pt x="6350" y="12700"/>
                  </a:lnTo>
                  <a:lnTo>
                    <a:pt x="297180" y="12700"/>
                  </a:lnTo>
                  <a:lnTo>
                    <a:pt x="297180" y="11557"/>
                  </a:lnTo>
                  <a:lnTo>
                    <a:pt x="297180" y="11430"/>
                  </a:lnTo>
                  <a:close/>
                </a:path>
                <a:path w="302259" h="21590">
                  <a:moveTo>
                    <a:pt x="302260" y="19050"/>
                  </a:moveTo>
                  <a:lnTo>
                    <a:pt x="300990" y="19050"/>
                  </a:lnTo>
                  <a:lnTo>
                    <a:pt x="300990" y="16510"/>
                  </a:lnTo>
                  <a:lnTo>
                    <a:pt x="299707" y="16510"/>
                  </a:lnTo>
                  <a:lnTo>
                    <a:pt x="299707" y="15240"/>
                  </a:lnTo>
                  <a:lnTo>
                    <a:pt x="298450" y="15240"/>
                  </a:lnTo>
                  <a:lnTo>
                    <a:pt x="298450" y="12712"/>
                  </a:lnTo>
                  <a:lnTo>
                    <a:pt x="5080" y="12712"/>
                  </a:lnTo>
                  <a:lnTo>
                    <a:pt x="5080" y="15240"/>
                  </a:lnTo>
                  <a:lnTo>
                    <a:pt x="3810" y="15240"/>
                  </a:lnTo>
                  <a:lnTo>
                    <a:pt x="3810" y="16510"/>
                  </a:lnTo>
                  <a:lnTo>
                    <a:pt x="2540" y="16510"/>
                  </a:lnTo>
                  <a:lnTo>
                    <a:pt x="2540" y="19050"/>
                  </a:lnTo>
                  <a:lnTo>
                    <a:pt x="1270" y="19050"/>
                  </a:lnTo>
                  <a:lnTo>
                    <a:pt x="1270" y="20320"/>
                  </a:lnTo>
                  <a:lnTo>
                    <a:pt x="0" y="20320"/>
                  </a:lnTo>
                  <a:lnTo>
                    <a:pt x="0" y="21590"/>
                  </a:lnTo>
                  <a:lnTo>
                    <a:pt x="302260" y="21590"/>
                  </a:lnTo>
                  <a:lnTo>
                    <a:pt x="302260" y="20320"/>
                  </a:lnTo>
                  <a:lnTo>
                    <a:pt x="302260" y="19050"/>
                  </a:lnTo>
                  <a:close/>
                </a:path>
              </a:pathLst>
            </a:custGeom>
            <a:solidFill>
              <a:srgbClr val="11111E"/>
            </a:solidFill>
          </p:spPr>
          <p:txBody>
            <a:bodyPr wrap="square" lIns="0" tIns="0" rIns="0" bIns="0" rtlCol="0"/>
            <a:lstStyle/>
            <a:p/>
          </p:txBody>
        </p:sp>
        <p:sp>
          <p:nvSpPr>
            <p:cNvPr id="696" name="object 696"/>
            <p:cNvSpPr/>
            <p:nvPr/>
          </p:nvSpPr>
          <p:spPr>
            <a:xfrm>
              <a:off x="6648450" y="1144269"/>
              <a:ext cx="327660" cy="21590"/>
            </a:xfrm>
            <a:custGeom>
              <a:avLst/>
              <a:gdLst/>
              <a:ahLst/>
              <a:cxnLst/>
              <a:rect l="l" t="t" r="r" b="b"/>
              <a:pathLst>
                <a:path w="327659" h="21590">
                  <a:moveTo>
                    <a:pt x="325120" y="15240"/>
                  </a:moveTo>
                  <a:lnTo>
                    <a:pt x="325107" y="13970"/>
                  </a:lnTo>
                  <a:lnTo>
                    <a:pt x="323850" y="13970"/>
                  </a:lnTo>
                  <a:lnTo>
                    <a:pt x="323850" y="12700"/>
                  </a:lnTo>
                  <a:lnTo>
                    <a:pt x="323850" y="11430"/>
                  </a:lnTo>
                  <a:lnTo>
                    <a:pt x="322580" y="11430"/>
                  </a:lnTo>
                  <a:lnTo>
                    <a:pt x="322580" y="10160"/>
                  </a:lnTo>
                  <a:lnTo>
                    <a:pt x="321310" y="10160"/>
                  </a:lnTo>
                  <a:lnTo>
                    <a:pt x="321310" y="7620"/>
                  </a:lnTo>
                  <a:lnTo>
                    <a:pt x="320040" y="7620"/>
                  </a:lnTo>
                  <a:lnTo>
                    <a:pt x="320040" y="5080"/>
                  </a:lnTo>
                  <a:lnTo>
                    <a:pt x="318770" y="5080"/>
                  </a:lnTo>
                  <a:lnTo>
                    <a:pt x="318770" y="3810"/>
                  </a:lnTo>
                  <a:lnTo>
                    <a:pt x="317500" y="3810"/>
                  </a:lnTo>
                  <a:lnTo>
                    <a:pt x="317500" y="2540"/>
                  </a:lnTo>
                  <a:lnTo>
                    <a:pt x="317500" y="1270"/>
                  </a:lnTo>
                  <a:lnTo>
                    <a:pt x="316230" y="1270"/>
                  </a:lnTo>
                  <a:lnTo>
                    <a:pt x="316230" y="0"/>
                  </a:lnTo>
                  <a:lnTo>
                    <a:pt x="11430" y="0"/>
                  </a:lnTo>
                  <a:lnTo>
                    <a:pt x="11430" y="1270"/>
                  </a:lnTo>
                  <a:lnTo>
                    <a:pt x="11430" y="2540"/>
                  </a:lnTo>
                  <a:lnTo>
                    <a:pt x="10160" y="2540"/>
                  </a:lnTo>
                  <a:lnTo>
                    <a:pt x="10160" y="3810"/>
                  </a:lnTo>
                  <a:lnTo>
                    <a:pt x="8890" y="3810"/>
                  </a:lnTo>
                  <a:lnTo>
                    <a:pt x="8890" y="5080"/>
                  </a:lnTo>
                  <a:lnTo>
                    <a:pt x="7620" y="5080"/>
                  </a:lnTo>
                  <a:lnTo>
                    <a:pt x="7620" y="7620"/>
                  </a:lnTo>
                  <a:lnTo>
                    <a:pt x="6350" y="7620"/>
                  </a:lnTo>
                  <a:lnTo>
                    <a:pt x="6350" y="10160"/>
                  </a:lnTo>
                  <a:lnTo>
                    <a:pt x="5080" y="10160"/>
                  </a:lnTo>
                  <a:lnTo>
                    <a:pt x="5080" y="11430"/>
                  </a:lnTo>
                  <a:lnTo>
                    <a:pt x="5080" y="12700"/>
                  </a:lnTo>
                  <a:lnTo>
                    <a:pt x="3797" y="12700"/>
                  </a:lnTo>
                  <a:lnTo>
                    <a:pt x="3797" y="13970"/>
                  </a:lnTo>
                  <a:lnTo>
                    <a:pt x="3797" y="15240"/>
                  </a:lnTo>
                  <a:lnTo>
                    <a:pt x="2540" y="15240"/>
                  </a:lnTo>
                  <a:lnTo>
                    <a:pt x="2540" y="16510"/>
                  </a:lnTo>
                  <a:lnTo>
                    <a:pt x="325120" y="16510"/>
                  </a:lnTo>
                  <a:lnTo>
                    <a:pt x="325120" y="15240"/>
                  </a:lnTo>
                  <a:close/>
                </a:path>
                <a:path w="327659" h="21590">
                  <a:moveTo>
                    <a:pt x="327660" y="19050"/>
                  </a:moveTo>
                  <a:lnTo>
                    <a:pt x="326390" y="19050"/>
                  </a:lnTo>
                  <a:lnTo>
                    <a:pt x="326390" y="16522"/>
                  </a:lnTo>
                  <a:lnTo>
                    <a:pt x="1270" y="16522"/>
                  </a:lnTo>
                  <a:lnTo>
                    <a:pt x="1270" y="19050"/>
                  </a:lnTo>
                  <a:lnTo>
                    <a:pt x="0" y="19050"/>
                  </a:lnTo>
                  <a:lnTo>
                    <a:pt x="0" y="21590"/>
                  </a:lnTo>
                  <a:lnTo>
                    <a:pt x="327660" y="21590"/>
                  </a:lnTo>
                  <a:lnTo>
                    <a:pt x="327660" y="19050"/>
                  </a:lnTo>
                  <a:close/>
                </a:path>
              </a:pathLst>
            </a:custGeom>
            <a:solidFill>
              <a:srgbClr val="12121F"/>
            </a:solidFill>
          </p:spPr>
          <p:txBody>
            <a:bodyPr wrap="square" lIns="0" tIns="0" rIns="0" bIns="0" rtlCol="0"/>
            <a:lstStyle/>
            <a:p/>
          </p:txBody>
        </p:sp>
        <p:sp>
          <p:nvSpPr>
            <p:cNvPr id="697" name="object 697"/>
            <p:cNvSpPr/>
            <p:nvPr/>
          </p:nvSpPr>
          <p:spPr>
            <a:xfrm>
              <a:off x="6639547" y="1165859"/>
              <a:ext cx="346710" cy="20320"/>
            </a:xfrm>
            <a:custGeom>
              <a:avLst/>
              <a:gdLst/>
              <a:ahLst/>
              <a:cxnLst/>
              <a:rect l="l" t="t" r="r" b="b"/>
              <a:pathLst>
                <a:path w="346709" h="20319">
                  <a:moveTo>
                    <a:pt x="340372" y="5080"/>
                  </a:moveTo>
                  <a:lnTo>
                    <a:pt x="339102" y="5080"/>
                  </a:lnTo>
                  <a:lnTo>
                    <a:pt x="339102" y="2540"/>
                  </a:lnTo>
                  <a:lnTo>
                    <a:pt x="337832" y="2540"/>
                  </a:lnTo>
                  <a:lnTo>
                    <a:pt x="337832" y="0"/>
                  </a:lnTo>
                  <a:lnTo>
                    <a:pt x="7632" y="0"/>
                  </a:lnTo>
                  <a:lnTo>
                    <a:pt x="7632" y="2540"/>
                  </a:lnTo>
                  <a:lnTo>
                    <a:pt x="6350" y="2540"/>
                  </a:lnTo>
                  <a:lnTo>
                    <a:pt x="6350" y="5080"/>
                  </a:lnTo>
                  <a:lnTo>
                    <a:pt x="5092" y="5080"/>
                  </a:lnTo>
                  <a:lnTo>
                    <a:pt x="5092" y="7620"/>
                  </a:lnTo>
                  <a:lnTo>
                    <a:pt x="340372" y="7620"/>
                  </a:lnTo>
                  <a:lnTo>
                    <a:pt x="340372" y="5080"/>
                  </a:lnTo>
                  <a:close/>
                </a:path>
                <a:path w="346709" h="20319">
                  <a:moveTo>
                    <a:pt x="344182" y="12700"/>
                  </a:moveTo>
                  <a:lnTo>
                    <a:pt x="342912" y="12700"/>
                  </a:lnTo>
                  <a:lnTo>
                    <a:pt x="342912" y="10160"/>
                  </a:lnTo>
                  <a:lnTo>
                    <a:pt x="341642" y="10160"/>
                  </a:lnTo>
                  <a:lnTo>
                    <a:pt x="341642" y="7632"/>
                  </a:lnTo>
                  <a:lnTo>
                    <a:pt x="3822" y="7632"/>
                  </a:lnTo>
                  <a:lnTo>
                    <a:pt x="3822" y="10160"/>
                  </a:lnTo>
                  <a:lnTo>
                    <a:pt x="2552" y="10160"/>
                  </a:lnTo>
                  <a:lnTo>
                    <a:pt x="2552" y="12700"/>
                  </a:lnTo>
                  <a:lnTo>
                    <a:pt x="2552" y="13970"/>
                  </a:lnTo>
                  <a:lnTo>
                    <a:pt x="344182" y="13970"/>
                  </a:lnTo>
                  <a:lnTo>
                    <a:pt x="344182" y="12700"/>
                  </a:lnTo>
                  <a:close/>
                </a:path>
                <a:path w="346709" h="20319">
                  <a:moveTo>
                    <a:pt x="346710" y="19050"/>
                  </a:moveTo>
                  <a:lnTo>
                    <a:pt x="345452" y="19050"/>
                  </a:lnTo>
                  <a:lnTo>
                    <a:pt x="345452" y="16510"/>
                  </a:lnTo>
                  <a:lnTo>
                    <a:pt x="344182" y="16510"/>
                  </a:lnTo>
                  <a:lnTo>
                    <a:pt x="344182" y="13982"/>
                  </a:lnTo>
                  <a:lnTo>
                    <a:pt x="1282" y="13982"/>
                  </a:lnTo>
                  <a:lnTo>
                    <a:pt x="1282" y="16510"/>
                  </a:lnTo>
                  <a:lnTo>
                    <a:pt x="0" y="16510"/>
                  </a:lnTo>
                  <a:lnTo>
                    <a:pt x="0" y="19050"/>
                  </a:lnTo>
                  <a:lnTo>
                    <a:pt x="0" y="20320"/>
                  </a:lnTo>
                  <a:lnTo>
                    <a:pt x="346710" y="20320"/>
                  </a:lnTo>
                  <a:lnTo>
                    <a:pt x="346710" y="19050"/>
                  </a:lnTo>
                  <a:close/>
                </a:path>
              </a:pathLst>
            </a:custGeom>
            <a:solidFill>
              <a:srgbClr val="121220"/>
            </a:solidFill>
          </p:spPr>
          <p:txBody>
            <a:bodyPr wrap="square" lIns="0" tIns="0" rIns="0" bIns="0" rtlCol="0"/>
            <a:lstStyle/>
            <a:p/>
          </p:txBody>
        </p:sp>
        <p:sp>
          <p:nvSpPr>
            <p:cNvPr id="698" name="object 698"/>
            <p:cNvSpPr/>
            <p:nvPr/>
          </p:nvSpPr>
          <p:spPr>
            <a:xfrm>
              <a:off x="6630670" y="1186192"/>
              <a:ext cx="363220" cy="21590"/>
            </a:xfrm>
            <a:custGeom>
              <a:avLst/>
              <a:gdLst/>
              <a:ahLst/>
              <a:cxnLst/>
              <a:rect l="l" t="t" r="r" b="b"/>
              <a:pathLst>
                <a:path w="363220" h="21590">
                  <a:moveTo>
                    <a:pt x="356870" y="2527"/>
                  </a:moveTo>
                  <a:lnTo>
                    <a:pt x="355600" y="2527"/>
                  </a:lnTo>
                  <a:lnTo>
                    <a:pt x="355600" y="0"/>
                  </a:lnTo>
                  <a:lnTo>
                    <a:pt x="7620" y="0"/>
                  </a:lnTo>
                  <a:lnTo>
                    <a:pt x="7620" y="2527"/>
                  </a:lnTo>
                  <a:lnTo>
                    <a:pt x="6350" y="2527"/>
                  </a:lnTo>
                  <a:lnTo>
                    <a:pt x="6350" y="6337"/>
                  </a:lnTo>
                  <a:lnTo>
                    <a:pt x="356870" y="6337"/>
                  </a:lnTo>
                  <a:lnTo>
                    <a:pt x="356870" y="2527"/>
                  </a:lnTo>
                  <a:close/>
                </a:path>
                <a:path w="363220" h="21590">
                  <a:moveTo>
                    <a:pt x="361950" y="16497"/>
                  </a:moveTo>
                  <a:lnTo>
                    <a:pt x="360680" y="16497"/>
                  </a:lnTo>
                  <a:lnTo>
                    <a:pt x="360680" y="15227"/>
                  </a:lnTo>
                  <a:lnTo>
                    <a:pt x="360680" y="12687"/>
                  </a:lnTo>
                  <a:lnTo>
                    <a:pt x="359410" y="12687"/>
                  </a:lnTo>
                  <a:lnTo>
                    <a:pt x="359410" y="8877"/>
                  </a:lnTo>
                  <a:lnTo>
                    <a:pt x="358140" y="8877"/>
                  </a:lnTo>
                  <a:lnTo>
                    <a:pt x="358140" y="6350"/>
                  </a:lnTo>
                  <a:lnTo>
                    <a:pt x="5080" y="6350"/>
                  </a:lnTo>
                  <a:lnTo>
                    <a:pt x="5080" y="8877"/>
                  </a:lnTo>
                  <a:lnTo>
                    <a:pt x="3810" y="8877"/>
                  </a:lnTo>
                  <a:lnTo>
                    <a:pt x="3810" y="12687"/>
                  </a:lnTo>
                  <a:lnTo>
                    <a:pt x="2527" y="12687"/>
                  </a:lnTo>
                  <a:lnTo>
                    <a:pt x="2527" y="15227"/>
                  </a:lnTo>
                  <a:lnTo>
                    <a:pt x="1270" y="15227"/>
                  </a:lnTo>
                  <a:lnTo>
                    <a:pt x="1270" y="16497"/>
                  </a:lnTo>
                  <a:lnTo>
                    <a:pt x="1270" y="19037"/>
                  </a:lnTo>
                  <a:lnTo>
                    <a:pt x="361950" y="19037"/>
                  </a:lnTo>
                  <a:lnTo>
                    <a:pt x="361950" y="16497"/>
                  </a:lnTo>
                  <a:close/>
                </a:path>
                <a:path w="363220" h="21590">
                  <a:moveTo>
                    <a:pt x="363220" y="19050"/>
                  </a:moveTo>
                  <a:lnTo>
                    <a:pt x="0" y="19050"/>
                  </a:lnTo>
                  <a:lnTo>
                    <a:pt x="0" y="21577"/>
                  </a:lnTo>
                  <a:lnTo>
                    <a:pt x="363220" y="21577"/>
                  </a:lnTo>
                  <a:lnTo>
                    <a:pt x="363220" y="19050"/>
                  </a:lnTo>
                  <a:close/>
                </a:path>
              </a:pathLst>
            </a:custGeom>
            <a:solidFill>
              <a:srgbClr val="131321"/>
            </a:solidFill>
          </p:spPr>
          <p:txBody>
            <a:bodyPr wrap="square" lIns="0" tIns="0" rIns="0" bIns="0" rtlCol="0"/>
            <a:lstStyle/>
            <a:p/>
          </p:txBody>
        </p:sp>
        <p:sp>
          <p:nvSpPr>
            <p:cNvPr id="699" name="object 699"/>
            <p:cNvSpPr/>
            <p:nvPr/>
          </p:nvSpPr>
          <p:spPr>
            <a:xfrm>
              <a:off x="6623050" y="1207769"/>
              <a:ext cx="377190" cy="21590"/>
            </a:xfrm>
            <a:custGeom>
              <a:avLst/>
              <a:gdLst/>
              <a:ahLst/>
              <a:cxnLst/>
              <a:rect l="l" t="t" r="r" b="b"/>
              <a:pathLst>
                <a:path w="377190" h="21590">
                  <a:moveTo>
                    <a:pt x="377190" y="16510"/>
                  </a:moveTo>
                  <a:lnTo>
                    <a:pt x="375920" y="16510"/>
                  </a:lnTo>
                  <a:lnTo>
                    <a:pt x="375920" y="13970"/>
                  </a:lnTo>
                  <a:lnTo>
                    <a:pt x="375920" y="12700"/>
                  </a:lnTo>
                  <a:lnTo>
                    <a:pt x="374650" y="12700"/>
                  </a:lnTo>
                  <a:lnTo>
                    <a:pt x="374650" y="10160"/>
                  </a:lnTo>
                  <a:lnTo>
                    <a:pt x="374650" y="8890"/>
                  </a:lnTo>
                  <a:lnTo>
                    <a:pt x="373380" y="8890"/>
                  </a:lnTo>
                  <a:lnTo>
                    <a:pt x="373380" y="7620"/>
                  </a:lnTo>
                  <a:lnTo>
                    <a:pt x="373380" y="5080"/>
                  </a:lnTo>
                  <a:lnTo>
                    <a:pt x="372110" y="5080"/>
                  </a:lnTo>
                  <a:lnTo>
                    <a:pt x="372110" y="3810"/>
                  </a:lnTo>
                  <a:lnTo>
                    <a:pt x="372110" y="1270"/>
                  </a:lnTo>
                  <a:lnTo>
                    <a:pt x="370840" y="1270"/>
                  </a:lnTo>
                  <a:lnTo>
                    <a:pt x="370840" y="0"/>
                  </a:lnTo>
                  <a:lnTo>
                    <a:pt x="6350" y="0"/>
                  </a:lnTo>
                  <a:lnTo>
                    <a:pt x="6350" y="1270"/>
                  </a:lnTo>
                  <a:lnTo>
                    <a:pt x="6350" y="3810"/>
                  </a:lnTo>
                  <a:lnTo>
                    <a:pt x="5080" y="3810"/>
                  </a:lnTo>
                  <a:lnTo>
                    <a:pt x="5080" y="5080"/>
                  </a:lnTo>
                  <a:lnTo>
                    <a:pt x="5080" y="7620"/>
                  </a:lnTo>
                  <a:lnTo>
                    <a:pt x="3797" y="7620"/>
                  </a:lnTo>
                  <a:lnTo>
                    <a:pt x="3797" y="8890"/>
                  </a:lnTo>
                  <a:lnTo>
                    <a:pt x="3797" y="10160"/>
                  </a:lnTo>
                  <a:lnTo>
                    <a:pt x="2540" y="10160"/>
                  </a:lnTo>
                  <a:lnTo>
                    <a:pt x="2540" y="12700"/>
                  </a:lnTo>
                  <a:lnTo>
                    <a:pt x="2540" y="13970"/>
                  </a:lnTo>
                  <a:lnTo>
                    <a:pt x="1270" y="13970"/>
                  </a:lnTo>
                  <a:lnTo>
                    <a:pt x="1270" y="16510"/>
                  </a:lnTo>
                  <a:lnTo>
                    <a:pt x="1270" y="17780"/>
                  </a:lnTo>
                  <a:lnTo>
                    <a:pt x="0" y="17780"/>
                  </a:lnTo>
                  <a:lnTo>
                    <a:pt x="0" y="21590"/>
                  </a:lnTo>
                  <a:lnTo>
                    <a:pt x="377190" y="21590"/>
                  </a:lnTo>
                  <a:lnTo>
                    <a:pt x="377190" y="17780"/>
                  </a:lnTo>
                  <a:lnTo>
                    <a:pt x="377190" y="16510"/>
                  </a:lnTo>
                  <a:close/>
                </a:path>
              </a:pathLst>
            </a:custGeom>
            <a:solidFill>
              <a:srgbClr val="141422"/>
            </a:solidFill>
          </p:spPr>
          <p:txBody>
            <a:bodyPr wrap="square" lIns="0" tIns="0" rIns="0" bIns="0" rtlCol="0"/>
            <a:lstStyle/>
            <a:p/>
          </p:txBody>
        </p:sp>
        <p:sp>
          <p:nvSpPr>
            <p:cNvPr id="700" name="object 700"/>
            <p:cNvSpPr/>
            <p:nvPr/>
          </p:nvSpPr>
          <p:spPr>
            <a:xfrm>
              <a:off x="6616700" y="1229359"/>
              <a:ext cx="388620" cy="21590"/>
            </a:xfrm>
            <a:custGeom>
              <a:avLst/>
              <a:gdLst/>
              <a:ahLst/>
              <a:cxnLst/>
              <a:rect l="l" t="t" r="r" b="b"/>
              <a:pathLst>
                <a:path w="388620" h="21590">
                  <a:moveTo>
                    <a:pt x="166370" y="20332"/>
                  </a:moveTo>
                  <a:lnTo>
                    <a:pt x="0" y="20332"/>
                  </a:lnTo>
                  <a:lnTo>
                    <a:pt x="0" y="21590"/>
                  </a:lnTo>
                  <a:lnTo>
                    <a:pt x="166370" y="21590"/>
                  </a:lnTo>
                  <a:lnTo>
                    <a:pt x="166370" y="20332"/>
                  </a:lnTo>
                  <a:close/>
                </a:path>
                <a:path w="388620" h="21590">
                  <a:moveTo>
                    <a:pt x="388607" y="20332"/>
                  </a:moveTo>
                  <a:lnTo>
                    <a:pt x="226060" y="20332"/>
                  </a:lnTo>
                  <a:lnTo>
                    <a:pt x="226060" y="21590"/>
                  </a:lnTo>
                  <a:lnTo>
                    <a:pt x="388607" y="21590"/>
                  </a:lnTo>
                  <a:lnTo>
                    <a:pt x="388607" y="20332"/>
                  </a:lnTo>
                  <a:close/>
                </a:path>
                <a:path w="388620" h="21590">
                  <a:moveTo>
                    <a:pt x="388620" y="15240"/>
                  </a:moveTo>
                  <a:lnTo>
                    <a:pt x="387350" y="15240"/>
                  </a:lnTo>
                  <a:lnTo>
                    <a:pt x="387350" y="13970"/>
                  </a:lnTo>
                  <a:lnTo>
                    <a:pt x="387350" y="12700"/>
                  </a:lnTo>
                  <a:lnTo>
                    <a:pt x="387350" y="11430"/>
                  </a:lnTo>
                  <a:lnTo>
                    <a:pt x="387350" y="10160"/>
                  </a:lnTo>
                  <a:lnTo>
                    <a:pt x="387350" y="8890"/>
                  </a:lnTo>
                  <a:lnTo>
                    <a:pt x="386080" y="8890"/>
                  </a:lnTo>
                  <a:lnTo>
                    <a:pt x="386080" y="7620"/>
                  </a:lnTo>
                  <a:lnTo>
                    <a:pt x="386080" y="6350"/>
                  </a:lnTo>
                  <a:lnTo>
                    <a:pt x="386080" y="5080"/>
                  </a:lnTo>
                  <a:lnTo>
                    <a:pt x="386080" y="3810"/>
                  </a:lnTo>
                  <a:lnTo>
                    <a:pt x="384810" y="3810"/>
                  </a:lnTo>
                  <a:lnTo>
                    <a:pt x="384810" y="1270"/>
                  </a:lnTo>
                  <a:lnTo>
                    <a:pt x="384810" y="0"/>
                  </a:lnTo>
                  <a:lnTo>
                    <a:pt x="6350" y="0"/>
                  </a:lnTo>
                  <a:lnTo>
                    <a:pt x="6350" y="1270"/>
                  </a:lnTo>
                  <a:lnTo>
                    <a:pt x="5080" y="1270"/>
                  </a:lnTo>
                  <a:lnTo>
                    <a:pt x="5080" y="3810"/>
                  </a:lnTo>
                  <a:lnTo>
                    <a:pt x="5080" y="5080"/>
                  </a:lnTo>
                  <a:lnTo>
                    <a:pt x="5080" y="6350"/>
                  </a:lnTo>
                  <a:lnTo>
                    <a:pt x="3797" y="6350"/>
                  </a:lnTo>
                  <a:lnTo>
                    <a:pt x="3797" y="7620"/>
                  </a:lnTo>
                  <a:lnTo>
                    <a:pt x="3797" y="8890"/>
                  </a:lnTo>
                  <a:lnTo>
                    <a:pt x="3797" y="10160"/>
                  </a:lnTo>
                  <a:lnTo>
                    <a:pt x="2540" y="10160"/>
                  </a:lnTo>
                  <a:lnTo>
                    <a:pt x="2540" y="11430"/>
                  </a:lnTo>
                  <a:lnTo>
                    <a:pt x="2540" y="13970"/>
                  </a:lnTo>
                  <a:lnTo>
                    <a:pt x="2540" y="15240"/>
                  </a:lnTo>
                  <a:lnTo>
                    <a:pt x="1270" y="15240"/>
                  </a:lnTo>
                  <a:lnTo>
                    <a:pt x="1270" y="16510"/>
                  </a:lnTo>
                  <a:lnTo>
                    <a:pt x="1270" y="17780"/>
                  </a:lnTo>
                  <a:lnTo>
                    <a:pt x="1270" y="19050"/>
                  </a:lnTo>
                  <a:lnTo>
                    <a:pt x="1270" y="20320"/>
                  </a:lnTo>
                  <a:lnTo>
                    <a:pt x="167640" y="20320"/>
                  </a:lnTo>
                  <a:lnTo>
                    <a:pt x="167640" y="19050"/>
                  </a:lnTo>
                  <a:lnTo>
                    <a:pt x="168910" y="19050"/>
                  </a:lnTo>
                  <a:lnTo>
                    <a:pt x="168910" y="17780"/>
                  </a:lnTo>
                  <a:lnTo>
                    <a:pt x="170180" y="17780"/>
                  </a:lnTo>
                  <a:lnTo>
                    <a:pt x="170180" y="16510"/>
                  </a:lnTo>
                  <a:lnTo>
                    <a:pt x="172720" y="16510"/>
                  </a:lnTo>
                  <a:lnTo>
                    <a:pt x="172720" y="15240"/>
                  </a:lnTo>
                  <a:lnTo>
                    <a:pt x="173990" y="15240"/>
                  </a:lnTo>
                  <a:lnTo>
                    <a:pt x="173990" y="13970"/>
                  </a:lnTo>
                  <a:lnTo>
                    <a:pt x="175260" y="13970"/>
                  </a:lnTo>
                  <a:lnTo>
                    <a:pt x="175260" y="11430"/>
                  </a:lnTo>
                  <a:lnTo>
                    <a:pt x="176530" y="11430"/>
                  </a:lnTo>
                  <a:lnTo>
                    <a:pt x="176530" y="10160"/>
                  </a:lnTo>
                  <a:lnTo>
                    <a:pt x="179057" y="10160"/>
                  </a:lnTo>
                  <a:lnTo>
                    <a:pt x="179057" y="8890"/>
                  </a:lnTo>
                  <a:lnTo>
                    <a:pt x="181610" y="8890"/>
                  </a:lnTo>
                  <a:lnTo>
                    <a:pt x="181610" y="7620"/>
                  </a:lnTo>
                  <a:lnTo>
                    <a:pt x="185407" y="7620"/>
                  </a:lnTo>
                  <a:lnTo>
                    <a:pt x="185407" y="6350"/>
                  </a:lnTo>
                  <a:lnTo>
                    <a:pt x="190500" y="6350"/>
                  </a:lnTo>
                  <a:lnTo>
                    <a:pt x="190500" y="5080"/>
                  </a:lnTo>
                  <a:lnTo>
                    <a:pt x="200660" y="5080"/>
                  </a:lnTo>
                  <a:lnTo>
                    <a:pt x="200660" y="6350"/>
                  </a:lnTo>
                  <a:lnTo>
                    <a:pt x="204470" y="6350"/>
                  </a:lnTo>
                  <a:lnTo>
                    <a:pt x="204470" y="7620"/>
                  </a:lnTo>
                  <a:lnTo>
                    <a:pt x="209550" y="7620"/>
                  </a:lnTo>
                  <a:lnTo>
                    <a:pt x="209550" y="8890"/>
                  </a:lnTo>
                  <a:lnTo>
                    <a:pt x="213360" y="8890"/>
                  </a:lnTo>
                  <a:lnTo>
                    <a:pt x="213360" y="10160"/>
                  </a:lnTo>
                  <a:lnTo>
                    <a:pt x="214630" y="10160"/>
                  </a:lnTo>
                  <a:lnTo>
                    <a:pt x="214630" y="11430"/>
                  </a:lnTo>
                  <a:lnTo>
                    <a:pt x="215900" y="11430"/>
                  </a:lnTo>
                  <a:lnTo>
                    <a:pt x="215900" y="12700"/>
                  </a:lnTo>
                  <a:lnTo>
                    <a:pt x="218440" y="12700"/>
                  </a:lnTo>
                  <a:lnTo>
                    <a:pt x="218440" y="13970"/>
                  </a:lnTo>
                  <a:lnTo>
                    <a:pt x="219710" y="13970"/>
                  </a:lnTo>
                  <a:lnTo>
                    <a:pt x="219710" y="15240"/>
                  </a:lnTo>
                  <a:lnTo>
                    <a:pt x="220980" y="15240"/>
                  </a:lnTo>
                  <a:lnTo>
                    <a:pt x="220980" y="16510"/>
                  </a:lnTo>
                  <a:lnTo>
                    <a:pt x="222250" y="16510"/>
                  </a:lnTo>
                  <a:lnTo>
                    <a:pt x="222250" y="17780"/>
                  </a:lnTo>
                  <a:lnTo>
                    <a:pt x="223520" y="17780"/>
                  </a:lnTo>
                  <a:lnTo>
                    <a:pt x="223520" y="19050"/>
                  </a:lnTo>
                  <a:lnTo>
                    <a:pt x="224790" y="19050"/>
                  </a:lnTo>
                  <a:lnTo>
                    <a:pt x="224790" y="20320"/>
                  </a:lnTo>
                  <a:lnTo>
                    <a:pt x="388620" y="20320"/>
                  </a:lnTo>
                  <a:lnTo>
                    <a:pt x="388620" y="19050"/>
                  </a:lnTo>
                  <a:lnTo>
                    <a:pt x="388620" y="17780"/>
                  </a:lnTo>
                  <a:lnTo>
                    <a:pt x="388620" y="16510"/>
                  </a:lnTo>
                  <a:lnTo>
                    <a:pt x="388620" y="15240"/>
                  </a:lnTo>
                  <a:close/>
                </a:path>
              </a:pathLst>
            </a:custGeom>
            <a:solidFill>
              <a:srgbClr val="141423"/>
            </a:solidFill>
          </p:spPr>
          <p:txBody>
            <a:bodyPr wrap="square" lIns="0" tIns="0" rIns="0" bIns="0" rtlCol="0"/>
            <a:lstStyle/>
            <a:p/>
          </p:txBody>
        </p:sp>
        <p:sp>
          <p:nvSpPr>
            <p:cNvPr id="701" name="object 701"/>
            <p:cNvSpPr/>
            <p:nvPr/>
          </p:nvSpPr>
          <p:spPr>
            <a:xfrm>
              <a:off x="6612890" y="1250949"/>
              <a:ext cx="396240" cy="21590"/>
            </a:xfrm>
            <a:custGeom>
              <a:avLst/>
              <a:gdLst/>
              <a:ahLst/>
              <a:cxnLst/>
              <a:rect l="l" t="t" r="r" b="b"/>
              <a:pathLst>
                <a:path w="396240" h="21590">
                  <a:moveTo>
                    <a:pt x="170180" y="0"/>
                  </a:moveTo>
                  <a:lnTo>
                    <a:pt x="3810" y="0"/>
                  </a:lnTo>
                  <a:lnTo>
                    <a:pt x="3810" y="1270"/>
                  </a:lnTo>
                  <a:lnTo>
                    <a:pt x="3810" y="2540"/>
                  </a:lnTo>
                  <a:lnTo>
                    <a:pt x="3810" y="5080"/>
                  </a:lnTo>
                  <a:lnTo>
                    <a:pt x="2540" y="5080"/>
                  </a:lnTo>
                  <a:lnTo>
                    <a:pt x="2540" y="6350"/>
                  </a:lnTo>
                  <a:lnTo>
                    <a:pt x="2540" y="8890"/>
                  </a:lnTo>
                  <a:lnTo>
                    <a:pt x="2540" y="11430"/>
                  </a:lnTo>
                  <a:lnTo>
                    <a:pt x="2540" y="12700"/>
                  </a:lnTo>
                  <a:lnTo>
                    <a:pt x="1257" y="12700"/>
                  </a:lnTo>
                  <a:lnTo>
                    <a:pt x="1257" y="15240"/>
                  </a:lnTo>
                  <a:lnTo>
                    <a:pt x="1257" y="17780"/>
                  </a:lnTo>
                  <a:lnTo>
                    <a:pt x="1257" y="19050"/>
                  </a:lnTo>
                  <a:lnTo>
                    <a:pt x="0" y="19050"/>
                  </a:lnTo>
                  <a:lnTo>
                    <a:pt x="0" y="21590"/>
                  </a:lnTo>
                  <a:lnTo>
                    <a:pt x="160020" y="21590"/>
                  </a:lnTo>
                  <a:lnTo>
                    <a:pt x="160020" y="19050"/>
                  </a:lnTo>
                  <a:lnTo>
                    <a:pt x="160020" y="17780"/>
                  </a:lnTo>
                  <a:lnTo>
                    <a:pt x="161290" y="17780"/>
                  </a:lnTo>
                  <a:lnTo>
                    <a:pt x="161290" y="15240"/>
                  </a:lnTo>
                  <a:lnTo>
                    <a:pt x="162560" y="15240"/>
                  </a:lnTo>
                  <a:lnTo>
                    <a:pt x="162560" y="12700"/>
                  </a:lnTo>
                  <a:lnTo>
                    <a:pt x="163830" y="12700"/>
                  </a:lnTo>
                  <a:lnTo>
                    <a:pt x="163830" y="11430"/>
                  </a:lnTo>
                  <a:lnTo>
                    <a:pt x="165087" y="11430"/>
                  </a:lnTo>
                  <a:lnTo>
                    <a:pt x="165087" y="8890"/>
                  </a:lnTo>
                  <a:lnTo>
                    <a:pt x="166370" y="8890"/>
                  </a:lnTo>
                  <a:lnTo>
                    <a:pt x="166370" y="6350"/>
                  </a:lnTo>
                  <a:lnTo>
                    <a:pt x="167640" y="6350"/>
                  </a:lnTo>
                  <a:lnTo>
                    <a:pt x="167640" y="5080"/>
                  </a:lnTo>
                  <a:lnTo>
                    <a:pt x="167640" y="2540"/>
                  </a:lnTo>
                  <a:lnTo>
                    <a:pt x="168910" y="2540"/>
                  </a:lnTo>
                  <a:lnTo>
                    <a:pt x="168910" y="1270"/>
                  </a:lnTo>
                  <a:lnTo>
                    <a:pt x="170180" y="1270"/>
                  </a:lnTo>
                  <a:lnTo>
                    <a:pt x="170180" y="0"/>
                  </a:lnTo>
                  <a:close/>
                </a:path>
                <a:path w="396240" h="21590">
                  <a:moveTo>
                    <a:pt x="396240" y="15240"/>
                  </a:moveTo>
                  <a:lnTo>
                    <a:pt x="394970" y="15240"/>
                  </a:lnTo>
                  <a:lnTo>
                    <a:pt x="394970" y="13970"/>
                  </a:lnTo>
                  <a:lnTo>
                    <a:pt x="394970" y="11430"/>
                  </a:lnTo>
                  <a:lnTo>
                    <a:pt x="394970" y="8890"/>
                  </a:lnTo>
                  <a:lnTo>
                    <a:pt x="394970" y="7620"/>
                  </a:lnTo>
                  <a:lnTo>
                    <a:pt x="393700" y="7620"/>
                  </a:lnTo>
                  <a:lnTo>
                    <a:pt x="393700" y="6350"/>
                  </a:lnTo>
                  <a:lnTo>
                    <a:pt x="393700" y="3810"/>
                  </a:lnTo>
                  <a:lnTo>
                    <a:pt x="393687" y="1270"/>
                  </a:lnTo>
                  <a:lnTo>
                    <a:pt x="392417" y="1270"/>
                  </a:lnTo>
                  <a:lnTo>
                    <a:pt x="392417" y="0"/>
                  </a:lnTo>
                  <a:lnTo>
                    <a:pt x="229870" y="0"/>
                  </a:lnTo>
                  <a:lnTo>
                    <a:pt x="229870" y="1270"/>
                  </a:lnTo>
                  <a:lnTo>
                    <a:pt x="231140" y="1270"/>
                  </a:lnTo>
                  <a:lnTo>
                    <a:pt x="231140" y="3810"/>
                  </a:lnTo>
                  <a:lnTo>
                    <a:pt x="232410" y="3810"/>
                  </a:lnTo>
                  <a:lnTo>
                    <a:pt x="232410" y="6350"/>
                  </a:lnTo>
                  <a:lnTo>
                    <a:pt x="233680" y="6350"/>
                  </a:lnTo>
                  <a:lnTo>
                    <a:pt x="233680" y="7620"/>
                  </a:lnTo>
                  <a:lnTo>
                    <a:pt x="233680" y="8890"/>
                  </a:lnTo>
                  <a:lnTo>
                    <a:pt x="234950" y="8890"/>
                  </a:lnTo>
                  <a:lnTo>
                    <a:pt x="234950" y="11430"/>
                  </a:lnTo>
                  <a:lnTo>
                    <a:pt x="236220" y="11430"/>
                  </a:lnTo>
                  <a:lnTo>
                    <a:pt x="236220" y="13970"/>
                  </a:lnTo>
                  <a:lnTo>
                    <a:pt x="237490" y="13970"/>
                  </a:lnTo>
                  <a:lnTo>
                    <a:pt x="237490" y="15240"/>
                  </a:lnTo>
                  <a:lnTo>
                    <a:pt x="237490" y="17780"/>
                  </a:lnTo>
                  <a:lnTo>
                    <a:pt x="238760" y="17780"/>
                  </a:lnTo>
                  <a:lnTo>
                    <a:pt x="238760" y="20320"/>
                  </a:lnTo>
                  <a:lnTo>
                    <a:pt x="240030" y="20320"/>
                  </a:lnTo>
                  <a:lnTo>
                    <a:pt x="240030" y="21590"/>
                  </a:lnTo>
                  <a:lnTo>
                    <a:pt x="396240" y="21590"/>
                  </a:lnTo>
                  <a:lnTo>
                    <a:pt x="396240" y="20320"/>
                  </a:lnTo>
                  <a:lnTo>
                    <a:pt x="396240" y="17780"/>
                  </a:lnTo>
                  <a:lnTo>
                    <a:pt x="396240" y="15240"/>
                  </a:lnTo>
                  <a:close/>
                </a:path>
              </a:pathLst>
            </a:custGeom>
            <a:solidFill>
              <a:srgbClr val="151524"/>
            </a:solidFill>
          </p:spPr>
          <p:txBody>
            <a:bodyPr wrap="square" lIns="0" tIns="0" rIns="0" bIns="0" rtlCol="0"/>
            <a:lstStyle/>
            <a:p/>
          </p:txBody>
        </p:sp>
        <p:sp>
          <p:nvSpPr>
            <p:cNvPr id="702" name="object 702"/>
            <p:cNvSpPr/>
            <p:nvPr/>
          </p:nvSpPr>
          <p:spPr>
            <a:xfrm>
              <a:off x="6610350" y="1272539"/>
              <a:ext cx="402590" cy="20320"/>
            </a:xfrm>
            <a:custGeom>
              <a:avLst/>
              <a:gdLst/>
              <a:ahLst/>
              <a:cxnLst/>
              <a:rect l="l" t="t" r="r" b="b"/>
              <a:pathLst>
                <a:path w="402590" h="20319">
                  <a:moveTo>
                    <a:pt x="161290" y="0"/>
                  </a:moveTo>
                  <a:lnTo>
                    <a:pt x="2540" y="0"/>
                  </a:lnTo>
                  <a:lnTo>
                    <a:pt x="2540" y="2540"/>
                  </a:lnTo>
                  <a:lnTo>
                    <a:pt x="2540" y="5080"/>
                  </a:lnTo>
                  <a:lnTo>
                    <a:pt x="1270" y="5080"/>
                  </a:lnTo>
                  <a:lnTo>
                    <a:pt x="1270" y="6350"/>
                  </a:lnTo>
                  <a:lnTo>
                    <a:pt x="1270" y="11430"/>
                  </a:lnTo>
                  <a:lnTo>
                    <a:pt x="1270" y="12700"/>
                  </a:lnTo>
                  <a:lnTo>
                    <a:pt x="0" y="12700"/>
                  </a:lnTo>
                  <a:lnTo>
                    <a:pt x="0" y="16510"/>
                  </a:lnTo>
                  <a:lnTo>
                    <a:pt x="0" y="20320"/>
                  </a:lnTo>
                  <a:lnTo>
                    <a:pt x="156210" y="20320"/>
                  </a:lnTo>
                  <a:lnTo>
                    <a:pt x="156210" y="16510"/>
                  </a:lnTo>
                  <a:lnTo>
                    <a:pt x="157480" y="16510"/>
                  </a:lnTo>
                  <a:lnTo>
                    <a:pt x="157480" y="12700"/>
                  </a:lnTo>
                  <a:lnTo>
                    <a:pt x="157480" y="11430"/>
                  </a:lnTo>
                  <a:lnTo>
                    <a:pt x="158750" y="11430"/>
                  </a:lnTo>
                  <a:lnTo>
                    <a:pt x="158750" y="6350"/>
                  </a:lnTo>
                  <a:lnTo>
                    <a:pt x="160020" y="6350"/>
                  </a:lnTo>
                  <a:lnTo>
                    <a:pt x="160020" y="5080"/>
                  </a:lnTo>
                  <a:lnTo>
                    <a:pt x="160020" y="2540"/>
                  </a:lnTo>
                  <a:lnTo>
                    <a:pt x="161290" y="2540"/>
                  </a:lnTo>
                  <a:lnTo>
                    <a:pt x="161290" y="0"/>
                  </a:lnTo>
                  <a:close/>
                </a:path>
                <a:path w="402590" h="20319">
                  <a:moveTo>
                    <a:pt x="402590" y="16510"/>
                  </a:moveTo>
                  <a:lnTo>
                    <a:pt x="401320" y="16510"/>
                  </a:lnTo>
                  <a:lnTo>
                    <a:pt x="401320" y="10160"/>
                  </a:lnTo>
                  <a:lnTo>
                    <a:pt x="401307" y="8890"/>
                  </a:lnTo>
                  <a:lnTo>
                    <a:pt x="400050" y="8890"/>
                  </a:lnTo>
                  <a:lnTo>
                    <a:pt x="400050" y="5080"/>
                  </a:lnTo>
                  <a:lnTo>
                    <a:pt x="400050" y="2540"/>
                  </a:lnTo>
                  <a:lnTo>
                    <a:pt x="400050" y="1270"/>
                  </a:lnTo>
                  <a:lnTo>
                    <a:pt x="398780" y="1270"/>
                  </a:lnTo>
                  <a:lnTo>
                    <a:pt x="398780" y="0"/>
                  </a:lnTo>
                  <a:lnTo>
                    <a:pt x="242570" y="0"/>
                  </a:lnTo>
                  <a:lnTo>
                    <a:pt x="242570" y="1270"/>
                  </a:lnTo>
                  <a:lnTo>
                    <a:pt x="243840" y="1270"/>
                  </a:lnTo>
                  <a:lnTo>
                    <a:pt x="243840" y="2540"/>
                  </a:lnTo>
                  <a:lnTo>
                    <a:pt x="243840" y="5080"/>
                  </a:lnTo>
                  <a:lnTo>
                    <a:pt x="245110" y="5080"/>
                  </a:lnTo>
                  <a:lnTo>
                    <a:pt x="245110" y="8890"/>
                  </a:lnTo>
                  <a:lnTo>
                    <a:pt x="245110" y="10160"/>
                  </a:lnTo>
                  <a:lnTo>
                    <a:pt x="246380" y="10160"/>
                  </a:lnTo>
                  <a:lnTo>
                    <a:pt x="246380" y="16510"/>
                  </a:lnTo>
                  <a:lnTo>
                    <a:pt x="247650" y="16510"/>
                  </a:lnTo>
                  <a:lnTo>
                    <a:pt x="247650" y="20320"/>
                  </a:lnTo>
                  <a:lnTo>
                    <a:pt x="402590" y="20320"/>
                  </a:lnTo>
                  <a:lnTo>
                    <a:pt x="402590" y="16510"/>
                  </a:lnTo>
                  <a:close/>
                </a:path>
              </a:pathLst>
            </a:custGeom>
            <a:solidFill>
              <a:srgbClr val="151525"/>
            </a:solidFill>
          </p:spPr>
          <p:txBody>
            <a:bodyPr wrap="square" lIns="0" tIns="0" rIns="0" bIns="0" rtlCol="0"/>
            <a:lstStyle/>
            <a:p/>
          </p:txBody>
        </p:sp>
        <p:sp>
          <p:nvSpPr>
            <p:cNvPr id="703" name="object 703"/>
            <p:cNvSpPr/>
            <p:nvPr/>
          </p:nvSpPr>
          <p:spPr>
            <a:xfrm>
              <a:off x="6606540" y="1292859"/>
              <a:ext cx="408940" cy="21590"/>
            </a:xfrm>
            <a:custGeom>
              <a:avLst/>
              <a:gdLst/>
              <a:ahLst/>
              <a:cxnLst/>
              <a:rect l="l" t="t" r="r" b="b"/>
              <a:pathLst>
                <a:path w="408940" h="21590">
                  <a:moveTo>
                    <a:pt x="158737" y="2540"/>
                  </a:moveTo>
                  <a:lnTo>
                    <a:pt x="2540" y="2540"/>
                  </a:lnTo>
                  <a:lnTo>
                    <a:pt x="2540" y="6350"/>
                  </a:lnTo>
                  <a:lnTo>
                    <a:pt x="157480" y="6350"/>
                  </a:lnTo>
                  <a:lnTo>
                    <a:pt x="157480" y="7620"/>
                  </a:lnTo>
                  <a:lnTo>
                    <a:pt x="158737" y="7620"/>
                  </a:lnTo>
                  <a:lnTo>
                    <a:pt x="158737" y="6350"/>
                  </a:lnTo>
                  <a:lnTo>
                    <a:pt x="158737" y="2540"/>
                  </a:lnTo>
                  <a:close/>
                </a:path>
                <a:path w="408940" h="21590">
                  <a:moveTo>
                    <a:pt x="160020" y="0"/>
                  </a:moveTo>
                  <a:lnTo>
                    <a:pt x="2540" y="0"/>
                  </a:lnTo>
                  <a:lnTo>
                    <a:pt x="2540" y="1270"/>
                  </a:lnTo>
                  <a:lnTo>
                    <a:pt x="160020" y="1270"/>
                  </a:lnTo>
                  <a:lnTo>
                    <a:pt x="160020" y="0"/>
                  </a:lnTo>
                  <a:close/>
                </a:path>
                <a:path w="408940" h="21590">
                  <a:moveTo>
                    <a:pt x="406400" y="0"/>
                  </a:moveTo>
                  <a:lnTo>
                    <a:pt x="251460" y="0"/>
                  </a:lnTo>
                  <a:lnTo>
                    <a:pt x="251460" y="1270"/>
                  </a:lnTo>
                  <a:lnTo>
                    <a:pt x="406400" y="1270"/>
                  </a:lnTo>
                  <a:lnTo>
                    <a:pt x="406400" y="0"/>
                  </a:lnTo>
                  <a:close/>
                </a:path>
                <a:path w="408940" h="21590">
                  <a:moveTo>
                    <a:pt x="407670" y="5080"/>
                  </a:moveTo>
                  <a:lnTo>
                    <a:pt x="406400" y="5080"/>
                  </a:lnTo>
                  <a:lnTo>
                    <a:pt x="406400" y="2540"/>
                  </a:lnTo>
                  <a:lnTo>
                    <a:pt x="251460" y="2540"/>
                  </a:lnTo>
                  <a:lnTo>
                    <a:pt x="251460" y="5080"/>
                  </a:lnTo>
                  <a:lnTo>
                    <a:pt x="252730" y="5080"/>
                  </a:lnTo>
                  <a:lnTo>
                    <a:pt x="252730" y="6350"/>
                  </a:lnTo>
                  <a:lnTo>
                    <a:pt x="407670" y="6350"/>
                  </a:lnTo>
                  <a:lnTo>
                    <a:pt x="407670" y="5080"/>
                  </a:lnTo>
                  <a:close/>
                </a:path>
                <a:path w="408940" h="21590">
                  <a:moveTo>
                    <a:pt x="408940" y="13970"/>
                  </a:moveTo>
                  <a:lnTo>
                    <a:pt x="407670" y="13970"/>
                  </a:lnTo>
                  <a:lnTo>
                    <a:pt x="407670" y="7620"/>
                  </a:lnTo>
                  <a:lnTo>
                    <a:pt x="252730" y="7620"/>
                  </a:lnTo>
                  <a:lnTo>
                    <a:pt x="252730" y="13970"/>
                  </a:lnTo>
                  <a:lnTo>
                    <a:pt x="252730" y="16510"/>
                  </a:lnTo>
                  <a:lnTo>
                    <a:pt x="157467" y="16510"/>
                  </a:lnTo>
                  <a:lnTo>
                    <a:pt x="157480" y="7620"/>
                  </a:lnTo>
                  <a:lnTo>
                    <a:pt x="1257" y="7620"/>
                  </a:lnTo>
                  <a:lnTo>
                    <a:pt x="1257" y="16510"/>
                  </a:lnTo>
                  <a:lnTo>
                    <a:pt x="0" y="16510"/>
                  </a:lnTo>
                  <a:lnTo>
                    <a:pt x="0" y="21590"/>
                  </a:lnTo>
                  <a:lnTo>
                    <a:pt x="408940" y="21590"/>
                  </a:lnTo>
                  <a:lnTo>
                    <a:pt x="408940" y="16510"/>
                  </a:lnTo>
                  <a:lnTo>
                    <a:pt x="408940" y="13970"/>
                  </a:lnTo>
                  <a:close/>
                </a:path>
              </a:pathLst>
            </a:custGeom>
            <a:solidFill>
              <a:srgbClr val="161626"/>
            </a:solidFill>
          </p:spPr>
          <p:txBody>
            <a:bodyPr wrap="square" lIns="0" tIns="0" rIns="0" bIns="0" rtlCol="0"/>
            <a:lstStyle/>
            <a:p/>
          </p:txBody>
        </p:sp>
        <p:sp>
          <p:nvSpPr>
            <p:cNvPr id="704" name="object 704"/>
            <p:cNvSpPr/>
            <p:nvPr/>
          </p:nvSpPr>
          <p:spPr>
            <a:xfrm>
              <a:off x="6605270" y="1314449"/>
              <a:ext cx="411480" cy="21590"/>
            </a:xfrm>
            <a:custGeom>
              <a:avLst/>
              <a:gdLst/>
              <a:ahLst/>
              <a:cxnLst/>
              <a:rect l="l" t="t" r="r" b="b"/>
              <a:pathLst>
                <a:path w="411479" h="21590">
                  <a:moveTo>
                    <a:pt x="411480" y="5080"/>
                  </a:moveTo>
                  <a:lnTo>
                    <a:pt x="410210" y="5080"/>
                  </a:lnTo>
                  <a:lnTo>
                    <a:pt x="410210" y="0"/>
                  </a:lnTo>
                  <a:lnTo>
                    <a:pt x="1270" y="0"/>
                  </a:lnTo>
                  <a:lnTo>
                    <a:pt x="1270" y="5080"/>
                  </a:lnTo>
                  <a:lnTo>
                    <a:pt x="1270" y="7620"/>
                  </a:lnTo>
                  <a:lnTo>
                    <a:pt x="0" y="7620"/>
                  </a:lnTo>
                  <a:lnTo>
                    <a:pt x="0" y="21590"/>
                  </a:lnTo>
                  <a:lnTo>
                    <a:pt x="411480" y="21590"/>
                  </a:lnTo>
                  <a:lnTo>
                    <a:pt x="411480" y="7620"/>
                  </a:lnTo>
                  <a:lnTo>
                    <a:pt x="411480" y="5080"/>
                  </a:lnTo>
                  <a:close/>
                </a:path>
              </a:pathLst>
            </a:custGeom>
            <a:solidFill>
              <a:srgbClr val="161627"/>
            </a:solidFill>
          </p:spPr>
          <p:txBody>
            <a:bodyPr wrap="square" lIns="0" tIns="0" rIns="0" bIns="0" rtlCol="0"/>
            <a:lstStyle/>
            <a:p/>
          </p:txBody>
        </p:sp>
        <p:sp>
          <p:nvSpPr>
            <p:cNvPr id="705" name="object 705"/>
            <p:cNvSpPr/>
            <p:nvPr/>
          </p:nvSpPr>
          <p:spPr>
            <a:xfrm>
              <a:off x="6604000" y="1336039"/>
              <a:ext cx="414020" cy="21590"/>
            </a:xfrm>
            <a:custGeom>
              <a:avLst/>
              <a:gdLst/>
              <a:ahLst/>
              <a:cxnLst/>
              <a:rect l="l" t="t" r="r" b="b"/>
              <a:pathLst>
                <a:path w="414020" h="21590">
                  <a:moveTo>
                    <a:pt x="414020" y="5080"/>
                  </a:moveTo>
                  <a:lnTo>
                    <a:pt x="412750" y="5080"/>
                  </a:lnTo>
                  <a:lnTo>
                    <a:pt x="412750" y="2540"/>
                  </a:lnTo>
                  <a:lnTo>
                    <a:pt x="412750" y="0"/>
                  </a:lnTo>
                  <a:lnTo>
                    <a:pt x="1270" y="0"/>
                  </a:lnTo>
                  <a:lnTo>
                    <a:pt x="1270" y="2540"/>
                  </a:lnTo>
                  <a:lnTo>
                    <a:pt x="0" y="2540"/>
                  </a:lnTo>
                  <a:lnTo>
                    <a:pt x="0" y="5080"/>
                  </a:lnTo>
                  <a:lnTo>
                    <a:pt x="0" y="21590"/>
                  </a:lnTo>
                  <a:lnTo>
                    <a:pt x="414020" y="21590"/>
                  </a:lnTo>
                  <a:lnTo>
                    <a:pt x="414020" y="5080"/>
                  </a:lnTo>
                  <a:close/>
                </a:path>
              </a:pathLst>
            </a:custGeom>
            <a:solidFill>
              <a:srgbClr val="171728"/>
            </a:solidFill>
          </p:spPr>
          <p:txBody>
            <a:bodyPr wrap="square" lIns="0" tIns="0" rIns="0" bIns="0" rtlCol="0"/>
            <a:lstStyle/>
            <a:p/>
          </p:txBody>
        </p:sp>
        <p:sp>
          <p:nvSpPr>
            <p:cNvPr id="706" name="object 706"/>
            <p:cNvSpPr/>
            <p:nvPr/>
          </p:nvSpPr>
          <p:spPr>
            <a:xfrm>
              <a:off x="6604000" y="1357629"/>
              <a:ext cx="415290" cy="21590"/>
            </a:xfrm>
            <a:custGeom>
              <a:avLst/>
              <a:gdLst/>
              <a:ahLst/>
              <a:cxnLst/>
              <a:rect l="l" t="t" r="r" b="b"/>
              <a:pathLst>
                <a:path w="415290" h="21590">
                  <a:moveTo>
                    <a:pt x="415290" y="10160"/>
                  </a:moveTo>
                  <a:lnTo>
                    <a:pt x="414020" y="10160"/>
                  </a:lnTo>
                  <a:lnTo>
                    <a:pt x="414020" y="0"/>
                  </a:lnTo>
                  <a:lnTo>
                    <a:pt x="0" y="0"/>
                  </a:lnTo>
                  <a:lnTo>
                    <a:pt x="0" y="10160"/>
                  </a:lnTo>
                  <a:lnTo>
                    <a:pt x="0" y="21590"/>
                  </a:lnTo>
                  <a:lnTo>
                    <a:pt x="415290" y="21590"/>
                  </a:lnTo>
                  <a:lnTo>
                    <a:pt x="415290" y="10160"/>
                  </a:lnTo>
                  <a:close/>
                </a:path>
              </a:pathLst>
            </a:custGeom>
            <a:solidFill>
              <a:srgbClr val="181829"/>
            </a:solidFill>
          </p:spPr>
          <p:txBody>
            <a:bodyPr wrap="square" lIns="0" tIns="0" rIns="0" bIns="0" rtlCol="0"/>
            <a:lstStyle/>
            <a:p/>
          </p:txBody>
        </p:sp>
        <p:sp>
          <p:nvSpPr>
            <p:cNvPr id="707" name="object 707"/>
            <p:cNvSpPr/>
            <p:nvPr/>
          </p:nvSpPr>
          <p:spPr>
            <a:xfrm>
              <a:off x="6604000" y="1379220"/>
              <a:ext cx="415290" cy="21590"/>
            </a:xfrm>
            <a:custGeom>
              <a:avLst/>
              <a:gdLst/>
              <a:ahLst/>
              <a:cxnLst/>
              <a:rect l="l" t="t" r="r" b="b"/>
              <a:pathLst>
                <a:path w="415290" h="21590">
                  <a:moveTo>
                    <a:pt x="0" y="21589"/>
                  </a:moveTo>
                  <a:lnTo>
                    <a:pt x="0" y="0"/>
                  </a:lnTo>
                  <a:lnTo>
                    <a:pt x="415290" y="0"/>
                  </a:lnTo>
                  <a:lnTo>
                    <a:pt x="415290" y="21589"/>
                  </a:lnTo>
                  <a:lnTo>
                    <a:pt x="0" y="21589"/>
                  </a:lnTo>
                  <a:close/>
                </a:path>
              </a:pathLst>
            </a:custGeom>
            <a:solidFill>
              <a:srgbClr val="18182A"/>
            </a:solidFill>
          </p:spPr>
          <p:txBody>
            <a:bodyPr wrap="square" lIns="0" tIns="0" rIns="0" bIns="0" rtlCol="0"/>
            <a:lstStyle/>
            <a:p/>
          </p:txBody>
        </p:sp>
        <p:sp>
          <p:nvSpPr>
            <p:cNvPr id="708" name="object 708"/>
            <p:cNvSpPr/>
            <p:nvPr/>
          </p:nvSpPr>
          <p:spPr>
            <a:xfrm>
              <a:off x="6604000" y="1400809"/>
              <a:ext cx="415290" cy="21590"/>
            </a:xfrm>
            <a:custGeom>
              <a:avLst/>
              <a:gdLst/>
              <a:ahLst/>
              <a:cxnLst/>
              <a:rect l="l" t="t" r="r" b="b"/>
              <a:pathLst>
                <a:path w="415290" h="21590">
                  <a:moveTo>
                    <a:pt x="415290" y="0"/>
                  </a:moveTo>
                  <a:lnTo>
                    <a:pt x="0" y="0"/>
                  </a:lnTo>
                  <a:lnTo>
                    <a:pt x="0" y="17780"/>
                  </a:lnTo>
                  <a:lnTo>
                    <a:pt x="1270" y="17780"/>
                  </a:lnTo>
                  <a:lnTo>
                    <a:pt x="1270" y="21590"/>
                  </a:lnTo>
                  <a:lnTo>
                    <a:pt x="415290" y="21590"/>
                  </a:lnTo>
                  <a:lnTo>
                    <a:pt x="415290" y="17780"/>
                  </a:lnTo>
                  <a:lnTo>
                    <a:pt x="415290" y="0"/>
                  </a:lnTo>
                  <a:close/>
                </a:path>
              </a:pathLst>
            </a:custGeom>
            <a:solidFill>
              <a:srgbClr val="19192B"/>
            </a:solidFill>
          </p:spPr>
          <p:txBody>
            <a:bodyPr wrap="square" lIns="0" tIns="0" rIns="0" bIns="0" rtlCol="0"/>
            <a:lstStyle/>
            <a:p/>
          </p:txBody>
        </p:sp>
        <p:sp>
          <p:nvSpPr>
            <p:cNvPr id="709" name="object 709"/>
            <p:cNvSpPr/>
            <p:nvPr/>
          </p:nvSpPr>
          <p:spPr>
            <a:xfrm>
              <a:off x="6605270" y="1422400"/>
              <a:ext cx="414020" cy="20320"/>
            </a:xfrm>
            <a:custGeom>
              <a:avLst/>
              <a:gdLst/>
              <a:ahLst/>
              <a:cxnLst/>
              <a:rect l="l" t="t" r="r" b="b"/>
              <a:pathLst>
                <a:path w="414020" h="20319">
                  <a:moveTo>
                    <a:pt x="0" y="20320"/>
                  </a:moveTo>
                  <a:lnTo>
                    <a:pt x="0" y="0"/>
                  </a:lnTo>
                  <a:lnTo>
                    <a:pt x="414020" y="0"/>
                  </a:lnTo>
                  <a:lnTo>
                    <a:pt x="414020" y="20320"/>
                  </a:lnTo>
                  <a:lnTo>
                    <a:pt x="0" y="20320"/>
                  </a:lnTo>
                  <a:close/>
                </a:path>
              </a:pathLst>
            </a:custGeom>
            <a:solidFill>
              <a:srgbClr val="19192C"/>
            </a:solidFill>
          </p:spPr>
          <p:txBody>
            <a:bodyPr wrap="square" lIns="0" tIns="0" rIns="0" bIns="0" rtlCol="0"/>
            <a:lstStyle/>
            <a:p/>
          </p:txBody>
        </p:sp>
        <p:sp>
          <p:nvSpPr>
            <p:cNvPr id="710" name="object 710"/>
            <p:cNvSpPr/>
            <p:nvPr/>
          </p:nvSpPr>
          <p:spPr>
            <a:xfrm>
              <a:off x="6606540" y="1442719"/>
              <a:ext cx="412750" cy="21590"/>
            </a:xfrm>
            <a:custGeom>
              <a:avLst/>
              <a:gdLst/>
              <a:ahLst/>
              <a:cxnLst/>
              <a:rect l="l" t="t" r="r" b="b"/>
              <a:pathLst>
                <a:path w="412750" h="21590">
                  <a:moveTo>
                    <a:pt x="412750" y="0"/>
                  </a:moveTo>
                  <a:lnTo>
                    <a:pt x="0" y="0"/>
                  </a:lnTo>
                  <a:lnTo>
                    <a:pt x="0" y="15240"/>
                  </a:lnTo>
                  <a:lnTo>
                    <a:pt x="1257" y="15240"/>
                  </a:lnTo>
                  <a:lnTo>
                    <a:pt x="1257" y="21590"/>
                  </a:lnTo>
                  <a:lnTo>
                    <a:pt x="157467" y="21590"/>
                  </a:lnTo>
                  <a:lnTo>
                    <a:pt x="157467" y="15240"/>
                  </a:lnTo>
                  <a:lnTo>
                    <a:pt x="412750" y="15240"/>
                  </a:lnTo>
                  <a:lnTo>
                    <a:pt x="412750" y="0"/>
                  </a:lnTo>
                  <a:close/>
                </a:path>
              </a:pathLst>
            </a:custGeom>
            <a:solidFill>
              <a:srgbClr val="1A1A2D"/>
            </a:solidFill>
          </p:spPr>
          <p:txBody>
            <a:bodyPr wrap="square" lIns="0" tIns="0" rIns="0" bIns="0" rtlCol="0"/>
            <a:lstStyle/>
            <a:p/>
          </p:txBody>
        </p:sp>
        <p:sp>
          <p:nvSpPr>
            <p:cNvPr id="711" name="object 711"/>
            <p:cNvSpPr/>
            <p:nvPr/>
          </p:nvSpPr>
          <p:spPr>
            <a:xfrm>
              <a:off x="6607797" y="1464309"/>
              <a:ext cx="337185" cy="21590"/>
            </a:xfrm>
            <a:custGeom>
              <a:avLst/>
              <a:gdLst/>
              <a:ahLst/>
              <a:cxnLst/>
              <a:rect l="l" t="t" r="r" b="b"/>
              <a:pathLst>
                <a:path w="337184" h="21590">
                  <a:moveTo>
                    <a:pt x="158762" y="6350"/>
                  </a:moveTo>
                  <a:lnTo>
                    <a:pt x="157480" y="6350"/>
                  </a:lnTo>
                  <a:lnTo>
                    <a:pt x="157480" y="1270"/>
                  </a:lnTo>
                  <a:lnTo>
                    <a:pt x="156210" y="1270"/>
                  </a:lnTo>
                  <a:lnTo>
                    <a:pt x="156210" y="0"/>
                  </a:lnTo>
                  <a:lnTo>
                    <a:pt x="0" y="0"/>
                  </a:lnTo>
                  <a:lnTo>
                    <a:pt x="0" y="1270"/>
                  </a:lnTo>
                  <a:lnTo>
                    <a:pt x="1282" y="1270"/>
                  </a:lnTo>
                  <a:lnTo>
                    <a:pt x="1282" y="6350"/>
                  </a:lnTo>
                  <a:lnTo>
                    <a:pt x="1282" y="7620"/>
                  </a:lnTo>
                  <a:lnTo>
                    <a:pt x="2552" y="7620"/>
                  </a:lnTo>
                  <a:lnTo>
                    <a:pt x="2552" y="10160"/>
                  </a:lnTo>
                  <a:lnTo>
                    <a:pt x="158762" y="10160"/>
                  </a:lnTo>
                  <a:lnTo>
                    <a:pt x="158762" y="7620"/>
                  </a:lnTo>
                  <a:lnTo>
                    <a:pt x="158762" y="6350"/>
                  </a:lnTo>
                  <a:close/>
                </a:path>
                <a:path w="337184" h="21590">
                  <a:moveTo>
                    <a:pt x="160032" y="13970"/>
                  </a:moveTo>
                  <a:lnTo>
                    <a:pt x="3822" y="13970"/>
                  </a:lnTo>
                  <a:lnTo>
                    <a:pt x="3822" y="16510"/>
                  </a:lnTo>
                  <a:lnTo>
                    <a:pt x="160032" y="16510"/>
                  </a:lnTo>
                  <a:lnTo>
                    <a:pt x="160032" y="13970"/>
                  </a:lnTo>
                  <a:close/>
                </a:path>
                <a:path w="337184" h="21590">
                  <a:moveTo>
                    <a:pt x="160032" y="10160"/>
                  </a:moveTo>
                  <a:lnTo>
                    <a:pt x="158762" y="10160"/>
                  </a:lnTo>
                  <a:lnTo>
                    <a:pt x="158762" y="11430"/>
                  </a:lnTo>
                  <a:lnTo>
                    <a:pt x="2552" y="11430"/>
                  </a:lnTo>
                  <a:lnTo>
                    <a:pt x="2552" y="12700"/>
                  </a:lnTo>
                  <a:lnTo>
                    <a:pt x="160032" y="12700"/>
                  </a:lnTo>
                  <a:lnTo>
                    <a:pt x="160032" y="11430"/>
                  </a:lnTo>
                  <a:lnTo>
                    <a:pt x="160032" y="10160"/>
                  </a:lnTo>
                  <a:close/>
                </a:path>
                <a:path w="337184" h="21590">
                  <a:moveTo>
                    <a:pt x="161302" y="17780"/>
                  </a:moveTo>
                  <a:lnTo>
                    <a:pt x="3822" y="17780"/>
                  </a:lnTo>
                  <a:lnTo>
                    <a:pt x="3822" y="19050"/>
                  </a:lnTo>
                  <a:lnTo>
                    <a:pt x="161302" y="19050"/>
                  </a:lnTo>
                  <a:lnTo>
                    <a:pt x="161302" y="17780"/>
                  </a:lnTo>
                  <a:close/>
                </a:path>
                <a:path w="337184" h="21590">
                  <a:moveTo>
                    <a:pt x="162572" y="19050"/>
                  </a:moveTo>
                  <a:lnTo>
                    <a:pt x="161302" y="19050"/>
                  </a:lnTo>
                  <a:lnTo>
                    <a:pt x="161302" y="20320"/>
                  </a:lnTo>
                  <a:lnTo>
                    <a:pt x="3822" y="20320"/>
                  </a:lnTo>
                  <a:lnTo>
                    <a:pt x="3822" y="21590"/>
                  </a:lnTo>
                  <a:lnTo>
                    <a:pt x="162572" y="21590"/>
                  </a:lnTo>
                  <a:lnTo>
                    <a:pt x="162572" y="20320"/>
                  </a:lnTo>
                  <a:lnTo>
                    <a:pt x="162572" y="19050"/>
                  </a:lnTo>
                  <a:close/>
                </a:path>
                <a:path w="337184" h="21590">
                  <a:moveTo>
                    <a:pt x="259092" y="7620"/>
                  </a:moveTo>
                  <a:lnTo>
                    <a:pt x="257822" y="7620"/>
                  </a:lnTo>
                  <a:lnTo>
                    <a:pt x="257822" y="10160"/>
                  </a:lnTo>
                  <a:lnTo>
                    <a:pt x="259092" y="10160"/>
                  </a:lnTo>
                  <a:lnTo>
                    <a:pt x="259092" y="7620"/>
                  </a:lnTo>
                  <a:close/>
                </a:path>
                <a:path w="337184" h="21590">
                  <a:moveTo>
                    <a:pt x="271792" y="10160"/>
                  </a:moveTo>
                  <a:lnTo>
                    <a:pt x="264172" y="10160"/>
                  </a:lnTo>
                  <a:lnTo>
                    <a:pt x="264172" y="11430"/>
                  </a:lnTo>
                  <a:lnTo>
                    <a:pt x="257822" y="11430"/>
                  </a:lnTo>
                  <a:lnTo>
                    <a:pt x="257822" y="10160"/>
                  </a:lnTo>
                  <a:lnTo>
                    <a:pt x="256552" y="10160"/>
                  </a:lnTo>
                  <a:lnTo>
                    <a:pt x="256552" y="11430"/>
                  </a:lnTo>
                  <a:lnTo>
                    <a:pt x="256552" y="12700"/>
                  </a:lnTo>
                  <a:lnTo>
                    <a:pt x="271792" y="12700"/>
                  </a:lnTo>
                  <a:lnTo>
                    <a:pt x="271792" y="11430"/>
                  </a:lnTo>
                  <a:lnTo>
                    <a:pt x="271792" y="10160"/>
                  </a:lnTo>
                  <a:close/>
                </a:path>
                <a:path w="337184" h="21590">
                  <a:moveTo>
                    <a:pt x="295922" y="13970"/>
                  </a:moveTo>
                  <a:lnTo>
                    <a:pt x="288302" y="13970"/>
                  </a:lnTo>
                  <a:lnTo>
                    <a:pt x="288302" y="12700"/>
                  </a:lnTo>
                  <a:lnTo>
                    <a:pt x="280682" y="12700"/>
                  </a:lnTo>
                  <a:lnTo>
                    <a:pt x="280682" y="13970"/>
                  </a:lnTo>
                  <a:lnTo>
                    <a:pt x="256552" y="13970"/>
                  </a:lnTo>
                  <a:lnTo>
                    <a:pt x="256552" y="12700"/>
                  </a:lnTo>
                  <a:lnTo>
                    <a:pt x="255282" y="12700"/>
                  </a:lnTo>
                  <a:lnTo>
                    <a:pt x="255282" y="13970"/>
                  </a:lnTo>
                  <a:lnTo>
                    <a:pt x="255282" y="16510"/>
                  </a:lnTo>
                  <a:lnTo>
                    <a:pt x="295922" y="16510"/>
                  </a:lnTo>
                  <a:lnTo>
                    <a:pt x="295922" y="13970"/>
                  </a:lnTo>
                  <a:close/>
                </a:path>
                <a:path w="337184" h="21590">
                  <a:moveTo>
                    <a:pt x="312432" y="16510"/>
                  </a:moveTo>
                  <a:lnTo>
                    <a:pt x="304812" y="16510"/>
                  </a:lnTo>
                  <a:lnTo>
                    <a:pt x="304812" y="17780"/>
                  </a:lnTo>
                  <a:lnTo>
                    <a:pt x="254012" y="17780"/>
                  </a:lnTo>
                  <a:lnTo>
                    <a:pt x="254012" y="19050"/>
                  </a:lnTo>
                  <a:lnTo>
                    <a:pt x="312432" y="19050"/>
                  </a:lnTo>
                  <a:lnTo>
                    <a:pt x="312432" y="17780"/>
                  </a:lnTo>
                  <a:lnTo>
                    <a:pt x="312432" y="16510"/>
                  </a:lnTo>
                  <a:close/>
                </a:path>
                <a:path w="337184" h="21590">
                  <a:moveTo>
                    <a:pt x="336562" y="20320"/>
                  </a:moveTo>
                  <a:lnTo>
                    <a:pt x="328942" y="20320"/>
                  </a:lnTo>
                  <a:lnTo>
                    <a:pt x="328942" y="19050"/>
                  </a:lnTo>
                  <a:lnTo>
                    <a:pt x="321322" y="19050"/>
                  </a:lnTo>
                  <a:lnTo>
                    <a:pt x="321322" y="20320"/>
                  </a:lnTo>
                  <a:lnTo>
                    <a:pt x="251472" y="20320"/>
                  </a:lnTo>
                  <a:lnTo>
                    <a:pt x="251472" y="21590"/>
                  </a:lnTo>
                  <a:lnTo>
                    <a:pt x="336562" y="21590"/>
                  </a:lnTo>
                  <a:lnTo>
                    <a:pt x="336562" y="20320"/>
                  </a:lnTo>
                  <a:close/>
                </a:path>
              </a:pathLst>
            </a:custGeom>
            <a:solidFill>
              <a:srgbClr val="1B1B2E"/>
            </a:solidFill>
          </p:spPr>
          <p:txBody>
            <a:bodyPr wrap="square" lIns="0" tIns="0" rIns="0" bIns="0" rtlCol="0"/>
            <a:lstStyle/>
            <a:p/>
          </p:txBody>
        </p:sp>
        <p:sp>
          <p:nvSpPr>
            <p:cNvPr id="712" name="object 712"/>
            <p:cNvSpPr/>
            <p:nvPr/>
          </p:nvSpPr>
          <p:spPr>
            <a:xfrm>
              <a:off x="6611620" y="1485899"/>
              <a:ext cx="408940" cy="21590"/>
            </a:xfrm>
            <a:custGeom>
              <a:avLst/>
              <a:gdLst/>
              <a:ahLst/>
              <a:cxnLst/>
              <a:rect l="l" t="t" r="r" b="b"/>
              <a:pathLst>
                <a:path w="408940" h="21590">
                  <a:moveTo>
                    <a:pt x="158750" y="0"/>
                  </a:moveTo>
                  <a:lnTo>
                    <a:pt x="0" y="0"/>
                  </a:lnTo>
                  <a:lnTo>
                    <a:pt x="0" y="1270"/>
                  </a:lnTo>
                  <a:lnTo>
                    <a:pt x="158750" y="1270"/>
                  </a:lnTo>
                  <a:lnTo>
                    <a:pt x="158750" y="0"/>
                  </a:lnTo>
                  <a:close/>
                </a:path>
                <a:path w="408940" h="21590">
                  <a:moveTo>
                    <a:pt x="160020" y="2540"/>
                  </a:moveTo>
                  <a:lnTo>
                    <a:pt x="1270" y="2540"/>
                  </a:lnTo>
                  <a:lnTo>
                    <a:pt x="1270" y="3810"/>
                  </a:lnTo>
                  <a:lnTo>
                    <a:pt x="160020" y="3810"/>
                  </a:lnTo>
                  <a:lnTo>
                    <a:pt x="160020" y="2540"/>
                  </a:lnTo>
                  <a:close/>
                </a:path>
                <a:path w="408940" h="21590">
                  <a:moveTo>
                    <a:pt x="161290" y="3810"/>
                  </a:moveTo>
                  <a:lnTo>
                    <a:pt x="160020" y="3810"/>
                  </a:lnTo>
                  <a:lnTo>
                    <a:pt x="160020" y="5080"/>
                  </a:lnTo>
                  <a:lnTo>
                    <a:pt x="1270" y="5080"/>
                  </a:lnTo>
                  <a:lnTo>
                    <a:pt x="1270" y="7620"/>
                  </a:lnTo>
                  <a:lnTo>
                    <a:pt x="1270" y="8890"/>
                  </a:lnTo>
                  <a:lnTo>
                    <a:pt x="2527" y="8890"/>
                  </a:lnTo>
                  <a:lnTo>
                    <a:pt x="2527" y="7620"/>
                  </a:lnTo>
                  <a:lnTo>
                    <a:pt x="161290" y="7620"/>
                  </a:lnTo>
                  <a:lnTo>
                    <a:pt x="161290" y="5080"/>
                  </a:lnTo>
                  <a:lnTo>
                    <a:pt x="161290" y="3810"/>
                  </a:lnTo>
                  <a:close/>
                </a:path>
                <a:path w="408940" h="21590">
                  <a:moveTo>
                    <a:pt x="162560" y="7620"/>
                  </a:moveTo>
                  <a:lnTo>
                    <a:pt x="161290" y="7620"/>
                  </a:lnTo>
                  <a:lnTo>
                    <a:pt x="161290" y="8890"/>
                  </a:lnTo>
                  <a:lnTo>
                    <a:pt x="2527" y="8890"/>
                  </a:lnTo>
                  <a:lnTo>
                    <a:pt x="2527" y="10160"/>
                  </a:lnTo>
                  <a:lnTo>
                    <a:pt x="162560" y="10160"/>
                  </a:lnTo>
                  <a:lnTo>
                    <a:pt x="162560" y="8890"/>
                  </a:lnTo>
                  <a:lnTo>
                    <a:pt x="162560" y="7620"/>
                  </a:lnTo>
                  <a:close/>
                </a:path>
                <a:path w="408940" h="21590">
                  <a:moveTo>
                    <a:pt x="167640" y="17780"/>
                  </a:moveTo>
                  <a:lnTo>
                    <a:pt x="166357" y="17780"/>
                  </a:lnTo>
                  <a:lnTo>
                    <a:pt x="166357" y="15240"/>
                  </a:lnTo>
                  <a:lnTo>
                    <a:pt x="165087" y="15240"/>
                  </a:lnTo>
                  <a:lnTo>
                    <a:pt x="165087" y="11430"/>
                  </a:lnTo>
                  <a:lnTo>
                    <a:pt x="163830" y="11430"/>
                  </a:lnTo>
                  <a:lnTo>
                    <a:pt x="163830" y="10160"/>
                  </a:lnTo>
                  <a:lnTo>
                    <a:pt x="162560" y="10160"/>
                  </a:lnTo>
                  <a:lnTo>
                    <a:pt x="162560" y="11430"/>
                  </a:lnTo>
                  <a:lnTo>
                    <a:pt x="2527" y="11430"/>
                  </a:lnTo>
                  <a:lnTo>
                    <a:pt x="2527" y="15240"/>
                  </a:lnTo>
                  <a:lnTo>
                    <a:pt x="3810" y="15240"/>
                  </a:lnTo>
                  <a:lnTo>
                    <a:pt x="3810" y="17780"/>
                  </a:lnTo>
                  <a:lnTo>
                    <a:pt x="3810" y="20320"/>
                  </a:lnTo>
                  <a:lnTo>
                    <a:pt x="167640" y="20320"/>
                  </a:lnTo>
                  <a:lnTo>
                    <a:pt x="167640" y="17780"/>
                  </a:lnTo>
                  <a:close/>
                </a:path>
                <a:path w="408940" h="21590">
                  <a:moveTo>
                    <a:pt x="170180" y="20320"/>
                  </a:moveTo>
                  <a:lnTo>
                    <a:pt x="168910" y="20320"/>
                  </a:lnTo>
                  <a:lnTo>
                    <a:pt x="168910" y="21590"/>
                  </a:lnTo>
                  <a:lnTo>
                    <a:pt x="170180" y="21590"/>
                  </a:lnTo>
                  <a:lnTo>
                    <a:pt x="170180" y="20320"/>
                  </a:lnTo>
                  <a:close/>
                </a:path>
                <a:path w="408940" h="21590">
                  <a:moveTo>
                    <a:pt x="332740" y="0"/>
                  </a:moveTo>
                  <a:lnTo>
                    <a:pt x="247650" y="0"/>
                  </a:lnTo>
                  <a:lnTo>
                    <a:pt x="247650" y="1270"/>
                  </a:lnTo>
                  <a:lnTo>
                    <a:pt x="332740" y="1270"/>
                  </a:lnTo>
                  <a:lnTo>
                    <a:pt x="332740" y="0"/>
                  </a:lnTo>
                  <a:close/>
                </a:path>
                <a:path w="408940" h="21590">
                  <a:moveTo>
                    <a:pt x="349250" y="1270"/>
                  </a:moveTo>
                  <a:lnTo>
                    <a:pt x="341630" y="1270"/>
                  </a:lnTo>
                  <a:lnTo>
                    <a:pt x="341630" y="2540"/>
                  </a:lnTo>
                  <a:lnTo>
                    <a:pt x="247650" y="2540"/>
                  </a:lnTo>
                  <a:lnTo>
                    <a:pt x="247650" y="1270"/>
                  </a:lnTo>
                  <a:lnTo>
                    <a:pt x="246380" y="1270"/>
                  </a:lnTo>
                  <a:lnTo>
                    <a:pt x="246380" y="2540"/>
                  </a:lnTo>
                  <a:lnTo>
                    <a:pt x="246380" y="3810"/>
                  </a:lnTo>
                  <a:lnTo>
                    <a:pt x="349250" y="3810"/>
                  </a:lnTo>
                  <a:lnTo>
                    <a:pt x="349250" y="2540"/>
                  </a:lnTo>
                  <a:lnTo>
                    <a:pt x="349250" y="1270"/>
                  </a:lnTo>
                  <a:close/>
                </a:path>
                <a:path w="408940" h="21590">
                  <a:moveTo>
                    <a:pt x="374650" y="5080"/>
                  </a:moveTo>
                  <a:lnTo>
                    <a:pt x="365760" y="5080"/>
                  </a:lnTo>
                  <a:lnTo>
                    <a:pt x="365760" y="3810"/>
                  </a:lnTo>
                  <a:lnTo>
                    <a:pt x="358140" y="3810"/>
                  </a:lnTo>
                  <a:lnTo>
                    <a:pt x="358140" y="5080"/>
                  </a:lnTo>
                  <a:lnTo>
                    <a:pt x="246380" y="5080"/>
                  </a:lnTo>
                  <a:lnTo>
                    <a:pt x="246380" y="3810"/>
                  </a:lnTo>
                  <a:lnTo>
                    <a:pt x="245110" y="3810"/>
                  </a:lnTo>
                  <a:lnTo>
                    <a:pt x="245110" y="5080"/>
                  </a:lnTo>
                  <a:lnTo>
                    <a:pt x="245110" y="7620"/>
                  </a:lnTo>
                  <a:lnTo>
                    <a:pt x="374650" y="7620"/>
                  </a:lnTo>
                  <a:lnTo>
                    <a:pt x="374650" y="5080"/>
                  </a:lnTo>
                  <a:close/>
                </a:path>
                <a:path w="408940" h="21590">
                  <a:moveTo>
                    <a:pt x="389890" y="7620"/>
                  </a:moveTo>
                  <a:lnTo>
                    <a:pt x="382257" y="7620"/>
                  </a:lnTo>
                  <a:lnTo>
                    <a:pt x="382257" y="8890"/>
                  </a:lnTo>
                  <a:lnTo>
                    <a:pt x="243840" y="8890"/>
                  </a:lnTo>
                  <a:lnTo>
                    <a:pt x="243840" y="10160"/>
                  </a:lnTo>
                  <a:lnTo>
                    <a:pt x="389890" y="10160"/>
                  </a:lnTo>
                  <a:lnTo>
                    <a:pt x="389890" y="8890"/>
                  </a:lnTo>
                  <a:lnTo>
                    <a:pt x="389890" y="7620"/>
                  </a:lnTo>
                  <a:close/>
                </a:path>
                <a:path w="408940" h="21590">
                  <a:moveTo>
                    <a:pt x="408940" y="10160"/>
                  </a:moveTo>
                  <a:lnTo>
                    <a:pt x="398780" y="10160"/>
                  </a:lnTo>
                  <a:lnTo>
                    <a:pt x="398780" y="11430"/>
                  </a:lnTo>
                  <a:lnTo>
                    <a:pt x="241300" y="11430"/>
                  </a:lnTo>
                  <a:lnTo>
                    <a:pt x="241300" y="13970"/>
                  </a:lnTo>
                  <a:lnTo>
                    <a:pt x="240030" y="13970"/>
                  </a:lnTo>
                  <a:lnTo>
                    <a:pt x="240030" y="15240"/>
                  </a:lnTo>
                  <a:lnTo>
                    <a:pt x="238760" y="15240"/>
                  </a:lnTo>
                  <a:lnTo>
                    <a:pt x="238760" y="17780"/>
                  </a:lnTo>
                  <a:lnTo>
                    <a:pt x="237490" y="17780"/>
                  </a:lnTo>
                  <a:lnTo>
                    <a:pt x="237490" y="20320"/>
                  </a:lnTo>
                  <a:lnTo>
                    <a:pt x="406400" y="20320"/>
                  </a:lnTo>
                  <a:lnTo>
                    <a:pt x="406400" y="21590"/>
                  </a:lnTo>
                  <a:lnTo>
                    <a:pt x="407670" y="21590"/>
                  </a:lnTo>
                  <a:lnTo>
                    <a:pt x="407670" y="20320"/>
                  </a:lnTo>
                  <a:lnTo>
                    <a:pt x="407657" y="17780"/>
                  </a:lnTo>
                  <a:lnTo>
                    <a:pt x="408940" y="17780"/>
                  </a:lnTo>
                  <a:lnTo>
                    <a:pt x="408940" y="15240"/>
                  </a:lnTo>
                  <a:lnTo>
                    <a:pt x="408940" y="13970"/>
                  </a:lnTo>
                  <a:lnTo>
                    <a:pt x="408940" y="11430"/>
                  </a:lnTo>
                  <a:lnTo>
                    <a:pt x="408940" y="10160"/>
                  </a:lnTo>
                  <a:close/>
                </a:path>
              </a:pathLst>
            </a:custGeom>
            <a:solidFill>
              <a:srgbClr val="1B1B2F"/>
            </a:solidFill>
          </p:spPr>
          <p:txBody>
            <a:bodyPr wrap="square" lIns="0" tIns="0" rIns="0" bIns="0" rtlCol="0"/>
            <a:lstStyle/>
            <a:p/>
          </p:txBody>
        </p:sp>
        <p:sp>
          <p:nvSpPr>
            <p:cNvPr id="713" name="object 713"/>
            <p:cNvSpPr/>
            <p:nvPr/>
          </p:nvSpPr>
          <p:spPr>
            <a:xfrm>
              <a:off x="6616700" y="1507489"/>
              <a:ext cx="401320" cy="21590"/>
            </a:xfrm>
            <a:custGeom>
              <a:avLst/>
              <a:gdLst/>
              <a:ahLst/>
              <a:cxnLst/>
              <a:rect l="l" t="t" r="r" b="b"/>
              <a:pathLst>
                <a:path w="401320" h="21590">
                  <a:moveTo>
                    <a:pt x="165100" y="0"/>
                  </a:moveTo>
                  <a:lnTo>
                    <a:pt x="0" y="0"/>
                  </a:lnTo>
                  <a:lnTo>
                    <a:pt x="0" y="1270"/>
                  </a:lnTo>
                  <a:lnTo>
                    <a:pt x="165100" y="1270"/>
                  </a:lnTo>
                  <a:lnTo>
                    <a:pt x="165100" y="0"/>
                  </a:lnTo>
                  <a:close/>
                </a:path>
                <a:path w="401320" h="21590">
                  <a:moveTo>
                    <a:pt x="166370" y="1270"/>
                  </a:moveTo>
                  <a:lnTo>
                    <a:pt x="165100" y="1270"/>
                  </a:lnTo>
                  <a:lnTo>
                    <a:pt x="165100" y="2540"/>
                  </a:lnTo>
                  <a:lnTo>
                    <a:pt x="1270" y="2540"/>
                  </a:lnTo>
                  <a:lnTo>
                    <a:pt x="1270" y="5080"/>
                  </a:lnTo>
                  <a:lnTo>
                    <a:pt x="166370" y="5080"/>
                  </a:lnTo>
                  <a:lnTo>
                    <a:pt x="166370" y="2540"/>
                  </a:lnTo>
                  <a:lnTo>
                    <a:pt x="166370" y="1270"/>
                  </a:lnTo>
                  <a:close/>
                </a:path>
                <a:path w="401320" h="21590">
                  <a:moveTo>
                    <a:pt x="170180" y="5080"/>
                  </a:moveTo>
                  <a:lnTo>
                    <a:pt x="168910" y="5080"/>
                  </a:lnTo>
                  <a:lnTo>
                    <a:pt x="168910" y="6350"/>
                  </a:lnTo>
                  <a:lnTo>
                    <a:pt x="1270" y="6350"/>
                  </a:lnTo>
                  <a:lnTo>
                    <a:pt x="1270" y="7620"/>
                  </a:lnTo>
                  <a:lnTo>
                    <a:pt x="1270" y="8890"/>
                  </a:lnTo>
                  <a:lnTo>
                    <a:pt x="2540" y="8890"/>
                  </a:lnTo>
                  <a:lnTo>
                    <a:pt x="2540" y="7620"/>
                  </a:lnTo>
                  <a:lnTo>
                    <a:pt x="170180" y="7620"/>
                  </a:lnTo>
                  <a:lnTo>
                    <a:pt x="170180" y="6350"/>
                  </a:lnTo>
                  <a:lnTo>
                    <a:pt x="170180" y="5080"/>
                  </a:lnTo>
                  <a:close/>
                </a:path>
                <a:path w="401320" h="21590">
                  <a:moveTo>
                    <a:pt x="173990" y="8890"/>
                  </a:moveTo>
                  <a:lnTo>
                    <a:pt x="172720" y="8890"/>
                  </a:lnTo>
                  <a:lnTo>
                    <a:pt x="172720" y="7620"/>
                  </a:lnTo>
                  <a:lnTo>
                    <a:pt x="171450" y="7620"/>
                  </a:lnTo>
                  <a:lnTo>
                    <a:pt x="171450" y="8890"/>
                  </a:lnTo>
                  <a:lnTo>
                    <a:pt x="2540" y="8890"/>
                  </a:lnTo>
                  <a:lnTo>
                    <a:pt x="2540" y="11430"/>
                  </a:lnTo>
                  <a:lnTo>
                    <a:pt x="173990" y="11430"/>
                  </a:lnTo>
                  <a:lnTo>
                    <a:pt x="173990" y="8890"/>
                  </a:lnTo>
                  <a:close/>
                </a:path>
                <a:path w="401320" h="21590">
                  <a:moveTo>
                    <a:pt x="176530" y="11430"/>
                  </a:moveTo>
                  <a:lnTo>
                    <a:pt x="175260" y="11430"/>
                  </a:lnTo>
                  <a:lnTo>
                    <a:pt x="175260" y="12700"/>
                  </a:lnTo>
                  <a:lnTo>
                    <a:pt x="2540" y="12700"/>
                  </a:lnTo>
                  <a:lnTo>
                    <a:pt x="2540" y="13970"/>
                  </a:lnTo>
                  <a:lnTo>
                    <a:pt x="176530" y="13970"/>
                  </a:lnTo>
                  <a:lnTo>
                    <a:pt x="176530" y="12700"/>
                  </a:lnTo>
                  <a:lnTo>
                    <a:pt x="176530" y="11430"/>
                  </a:lnTo>
                  <a:close/>
                </a:path>
                <a:path w="401320" h="21590">
                  <a:moveTo>
                    <a:pt x="184150" y="15240"/>
                  </a:moveTo>
                  <a:lnTo>
                    <a:pt x="181610" y="15240"/>
                  </a:lnTo>
                  <a:lnTo>
                    <a:pt x="181610" y="13970"/>
                  </a:lnTo>
                  <a:lnTo>
                    <a:pt x="179057" y="13970"/>
                  </a:lnTo>
                  <a:lnTo>
                    <a:pt x="179057" y="15240"/>
                  </a:lnTo>
                  <a:lnTo>
                    <a:pt x="3797" y="15240"/>
                  </a:lnTo>
                  <a:lnTo>
                    <a:pt x="3797" y="17780"/>
                  </a:lnTo>
                  <a:lnTo>
                    <a:pt x="3797" y="19050"/>
                  </a:lnTo>
                  <a:lnTo>
                    <a:pt x="5080" y="19050"/>
                  </a:lnTo>
                  <a:lnTo>
                    <a:pt x="5080" y="17780"/>
                  </a:lnTo>
                  <a:lnTo>
                    <a:pt x="184150" y="17780"/>
                  </a:lnTo>
                  <a:lnTo>
                    <a:pt x="184150" y="15240"/>
                  </a:lnTo>
                  <a:close/>
                </a:path>
                <a:path w="401320" h="21590">
                  <a:moveTo>
                    <a:pt x="394970" y="19050"/>
                  </a:moveTo>
                  <a:lnTo>
                    <a:pt x="208280" y="19050"/>
                  </a:lnTo>
                  <a:lnTo>
                    <a:pt x="208280" y="17780"/>
                  </a:lnTo>
                  <a:lnTo>
                    <a:pt x="204470" y="17780"/>
                  </a:lnTo>
                  <a:lnTo>
                    <a:pt x="204470" y="19050"/>
                  </a:lnTo>
                  <a:lnTo>
                    <a:pt x="204470" y="20320"/>
                  </a:lnTo>
                  <a:lnTo>
                    <a:pt x="191770" y="20320"/>
                  </a:lnTo>
                  <a:lnTo>
                    <a:pt x="191770" y="19050"/>
                  </a:lnTo>
                  <a:lnTo>
                    <a:pt x="191770" y="17780"/>
                  </a:lnTo>
                  <a:lnTo>
                    <a:pt x="186677" y="17780"/>
                  </a:lnTo>
                  <a:lnTo>
                    <a:pt x="186677" y="19050"/>
                  </a:lnTo>
                  <a:lnTo>
                    <a:pt x="5080" y="19050"/>
                  </a:lnTo>
                  <a:lnTo>
                    <a:pt x="5080" y="20320"/>
                  </a:lnTo>
                  <a:lnTo>
                    <a:pt x="5080" y="21590"/>
                  </a:lnTo>
                  <a:lnTo>
                    <a:pt x="394970" y="21590"/>
                  </a:lnTo>
                  <a:lnTo>
                    <a:pt x="394970" y="20320"/>
                  </a:lnTo>
                  <a:lnTo>
                    <a:pt x="394970" y="19050"/>
                  </a:lnTo>
                  <a:close/>
                </a:path>
                <a:path w="401320" h="21590">
                  <a:moveTo>
                    <a:pt x="396240" y="15240"/>
                  </a:moveTo>
                  <a:lnTo>
                    <a:pt x="214630" y="15240"/>
                  </a:lnTo>
                  <a:lnTo>
                    <a:pt x="214630" y="13970"/>
                  </a:lnTo>
                  <a:lnTo>
                    <a:pt x="212090" y="13970"/>
                  </a:lnTo>
                  <a:lnTo>
                    <a:pt x="212090" y="15240"/>
                  </a:lnTo>
                  <a:lnTo>
                    <a:pt x="210820" y="15240"/>
                  </a:lnTo>
                  <a:lnTo>
                    <a:pt x="210820" y="17780"/>
                  </a:lnTo>
                  <a:lnTo>
                    <a:pt x="394970" y="17780"/>
                  </a:lnTo>
                  <a:lnTo>
                    <a:pt x="394970" y="19050"/>
                  </a:lnTo>
                  <a:lnTo>
                    <a:pt x="396227" y="19050"/>
                  </a:lnTo>
                  <a:lnTo>
                    <a:pt x="396227" y="17780"/>
                  </a:lnTo>
                  <a:lnTo>
                    <a:pt x="396240" y="15240"/>
                  </a:lnTo>
                  <a:close/>
                </a:path>
                <a:path w="401320" h="21590">
                  <a:moveTo>
                    <a:pt x="397510" y="12700"/>
                  </a:moveTo>
                  <a:lnTo>
                    <a:pt x="219710" y="12700"/>
                  </a:lnTo>
                  <a:lnTo>
                    <a:pt x="219710" y="11430"/>
                  </a:lnTo>
                  <a:lnTo>
                    <a:pt x="218440" y="11430"/>
                  </a:lnTo>
                  <a:lnTo>
                    <a:pt x="218440" y="12700"/>
                  </a:lnTo>
                  <a:lnTo>
                    <a:pt x="218440" y="13970"/>
                  </a:lnTo>
                  <a:lnTo>
                    <a:pt x="396240" y="13970"/>
                  </a:lnTo>
                  <a:lnTo>
                    <a:pt x="396240" y="15240"/>
                  </a:lnTo>
                  <a:lnTo>
                    <a:pt x="397510" y="15240"/>
                  </a:lnTo>
                  <a:lnTo>
                    <a:pt x="397510" y="13970"/>
                  </a:lnTo>
                  <a:lnTo>
                    <a:pt x="397510" y="12700"/>
                  </a:lnTo>
                  <a:close/>
                </a:path>
                <a:path w="401320" h="21590">
                  <a:moveTo>
                    <a:pt x="398780" y="8890"/>
                  </a:moveTo>
                  <a:lnTo>
                    <a:pt x="224790" y="8890"/>
                  </a:lnTo>
                  <a:lnTo>
                    <a:pt x="224790" y="7620"/>
                  </a:lnTo>
                  <a:lnTo>
                    <a:pt x="223520" y="7620"/>
                  </a:lnTo>
                  <a:lnTo>
                    <a:pt x="223520" y="8890"/>
                  </a:lnTo>
                  <a:lnTo>
                    <a:pt x="222250" y="8890"/>
                  </a:lnTo>
                  <a:lnTo>
                    <a:pt x="222250" y="11430"/>
                  </a:lnTo>
                  <a:lnTo>
                    <a:pt x="398780" y="11430"/>
                  </a:lnTo>
                  <a:lnTo>
                    <a:pt x="398780" y="8890"/>
                  </a:lnTo>
                  <a:close/>
                </a:path>
                <a:path w="401320" h="21590">
                  <a:moveTo>
                    <a:pt x="400050" y="6350"/>
                  </a:moveTo>
                  <a:lnTo>
                    <a:pt x="226060" y="6350"/>
                  </a:lnTo>
                  <a:lnTo>
                    <a:pt x="226060" y="7620"/>
                  </a:lnTo>
                  <a:lnTo>
                    <a:pt x="400050" y="7620"/>
                  </a:lnTo>
                  <a:lnTo>
                    <a:pt x="400050" y="6350"/>
                  </a:lnTo>
                  <a:close/>
                </a:path>
                <a:path w="401320" h="21590">
                  <a:moveTo>
                    <a:pt x="400050" y="2540"/>
                  </a:moveTo>
                  <a:lnTo>
                    <a:pt x="229870" y="2540"/>
                  </a:lnTo>
                  <a:lnTo>
                    <a:pt x="229870" y="1270"/>
                  </a:lnTo>
                  <a:lnTo>
                    <a:pt x="228600" y="1270"/>
                  </a:lnTo>
                  <a:lnTo>
                    <a:pt x="228600" y="2540"/>
                  </a:lnTo>
                  <a:lnTo>
                    <a:pt x="227330" y="2540"/>
                  </a:lnTo>
                  <a:lnTo>
                    <a:pt x="227330" y="5080"/>
                  </a:lnTo>
                  <a:lnTo>
                    <a:pt x="400050" y="5080"/>
                  </a:lnTo>
                  <a:lnTo>
                    <a:pt x="400050" y="2540"/>
                  </a:lnTo>
                  <a:close/>
                </a:path>
                <a:path w="401320" h="21590">
                  <a:moveTo>
                    <a:pt x="401320" y="0"/>
                  </a:moveTo>
                  <a:lnTo>
                    <a:pt x="231140" y="0"/>
                  </a:lnTo>
                  <a:lnTo>
                    <a:pt x="231140" y="1270"/>
                  </a:lnTo>
                  <a:lnTo>
                    <a:pt x="401320" y="1270"/>
                  </a:lnTo>
                  <a:lnTo>
                    <a:pt x="401320" y="0"/>
                  </a:lnTo>
                  <a:close/>
                </a:path>
              </a:pathLst>
            </a:custGeom>
            <a:solidFill>
              <a:srgbClr val="1C1C30"/>
            </a:solidFill>
          </p:spPr>
          <p:txBody>
            <a:bodyPr wrap="square" lIns="0" tIns="0" rIns="0" bIns="0" rtlCol="0"/>
            <a:lstStyle/>
            <a:p/>
          </p:txBody>
        </p:sp>
        <p:sp>
          <p:nvSpPr>
            <p:cNvPr id="714" name="object 714"/>
            <p:cNvSpPr/>
            <p:nvPr/>
          </p:nvSpPr>
          <p:spPr>
            <a:xfrm>
              <a:off x="6621780" y="1529079"/>
              <a:ext cx="388620" cy="21590"/>
            </a:xfrm>
            <a:custGeom>
              <a:avLst/>
              <a:gdLst/>
              <a:ahLst/>
              <a:cxnLst/>
              <a:rect l="l" t="t" r="r" b="b"/>
              <a:pathLst>
                <a:path w="388620" h="21590">
                  <a:moveTo>
                    <a:pt x="379730" y="19062"/>
                  </a:moveTo>
                  <a:lnTo>
                    <a:pt x="6350" y="19062"/>
                  </a:lnTo>
                  <a:lnTo>
                    <a:pt x="6350" y="21590"/>
                  </a:lnTo>
                  <a:lnTo>
                    <a:pt x="379730" y="21590"/>
                  </a:lnTo>
                  <a:lnTo>
                    <a:pt x="379730" y="19062"/>
                  </a:lnTo>
                  <a:close/>
                </a:path>
                <a:path w="388620" h="21590">
                  <a:moveTo>
                    <a:pt x="386080" y="6350"/>
                  </a:moveTo>
                  <a:lnTo>
                    <a:pt x="2540" y="6350"/>
                  </a:lnTo>
                  <a:lnTo>
                    <a:pt x="2540" y="8890"/>
                  </a:lnTo>
                  <a:lnTo>
                    <a:pt x="2540" y="11430"/>
                  </a:lnTo>
                  <a:lnTo>
                    <a:pt x="3810" y="11430"/>
                  </a:lnTo>
                  <a:lnTo>
                    <a:pt x="3810" y="15240"/>
                  </a:lnTo>
                  <a:lnTo>
                    <a:pt x="5067" y="15240"/>
                  </a:lnTo>
                  <a:lnTo>
                    <a:pt x="5067" y="17780"/>
                  </a:lnTo>
                  <a:lnTo>
                    <a:pt x="5067" y="19050"/>
                  </a:lnTo>
                  <a:lnTo>
                    <a:pt x="6350" y="19050"/>
                  </a:lnTo>
                  <a:lnTo>
                    <a:pt x="6350" y="17780"/>
                  </a:lnTo>
                  <a:lnTo>
                    <a:pt x="382270" y="17780"/>
                  </a:lnTo>
                  <a:lnTo>
                    <a:pt x="382270" y="15240"/>
                  </a:lnTo>
                  <a:lnTo>
                    <a:pt x="383540" y="15240"/>
                  </a:lnTo>
                  <a:lnTo>
                    <a:pt x="383540" y="11430"/>
                  </a:lnTo>
                  <a:lnTo>
                    <a:pt x="384810" y="11430"/>
                  </a:lnTo>
                  <a:lnTo>
                    <a:pt x="384810" y="8890"/>
                  </a:lnTo>
                  <a:lnTo>
                    <a:pt x="386080" y="8890"/>
                  </a:lnTo>
                  <a:lnTo>
                    <a:pt x="386080" y="6350"/>
                  </a:lnTo>
                  <a:close/>
                </a:path>
                <a:path w="388620" h="21590">
                  <a:moveTo>
                    <a:pt x="388620" y="0"/>
                  </a:moveTo>
                  <a:lnTo>
                    <a:pt x="0" y="0"/>
                  </a:lnTo>
                  <a:lnTo>
                    <a:pt x="0" y="2540"/>
                  </a:lnTo>
                  <a:lnTo>
                    <a:pt x="1270" y="2540"/>
                  </a:lnTo>
                  <a:lnTo>
                    <a:pt x="1270" y="3810"/>
                  </a:lnTo>
                  <a:lnTo>
                    <a:pt x="1270" y="5080"/>
                  </a:lnTo>
                  <a:lnTo>
                    <a:pt x="386080" y="5080"/>
                  </a:lnTo>
                  <a:lnTo>
                    <a:pt x="386080" y="6350"/>
                  </a:lnTo>
                  <a:lnTo>
                    <a:pt x="387350" y="6350"/>
                  </a:lnTo>
                  <a:lnTo>
                    <a:pt x="387350" y="5080"/>
                  </a:lnTo>
                  <a:lnTo>
                    <a:pt x="387350" y="3810"/>
                  </a:lnTo>
                  <a:lnTo>
                    <a:pt x="388620" y="3810"/>
                  </a:lnTo>
                  <a:lnTo>
                    <a:pt x="388620" y="2540"/>
                  </a:lnTo>
                  <a:lnTo>
                    <a:pt x="388620" y="0"/>
                  </a:lnTo>
                  <a:close/>
                </a:path>
              </a:pathLst>
            </a:custGeom>
            <a:solidFill>
              <a:srgbClr val="1C1C31"/>
            </a:solidFill>
          </p:spPr>
          <p:txBody>
            <a:bodyPr wrap="square" lIns="0" tIns="0" rIns="0" bIns="0" rtlCol="0"/>
            <a:lstStyle/>
            <a:p/>
          </p:txBody>
        </p:sp>
        <p:sp>
          <p:nvSpPr>
            <p:cNvPr id="715" name="object 715"/>
            <p:cNvSpPr/>
            <p:nvPr/>
          </p:nvSpPr>
          <p:spPr>
            <a:xfrm>
              <a:off x="6629400" y="1550669"/>
              <a:ext cx="370840" cy="41910"/>
            </a:xfrm>
            <a:custGeom>
              <a:avLst/>
              <a:gdLst/>
              <a:ahLst/>
              <a:cxnLst/>
              <a:rect l="l" t="t" r="r" b="b"/>
              <a:pathLst>
                <a:path w="370840" h="41909">
                  <a:moveTo>
                    <a:pt x="358127" y="29222"/>
                  </a:moveTo>
                  <a:lnTo>
                    <a:pt x="11430" y="29222"/>
                  </a:lnTo>
                  <a:lnTo>
                    <a:pt x="11430" y="31750"/>
                  </a:lnTo>
                  <a:lnTo>
                    <a:pt x="12700" y="31750"/>
                  </a:lnTo>
                  <a:lnTo>
                    <a:pt x="12700" y="34290"/>
                  </a:lnTo>
                  <a:lnTo>
                    <a:pt x="12700" y="35560"/>
                  </a:lnTo>
                  <a:lnTo>
                    <a:pt x="13970" y="35560"/>
                  </a:lnTo>
                  <a:lnTo>
                    <a:pt x="13970" y="36830"/>
                  </a:lnTo>
                  <a:lnTo>
                    <a:pt x="13970" y="38100"/>
                  </a:lnTo>
                  <a:lnTo>
                    <a:pt x="15240" y="38100"/>
                  </a:lnTo>
                  <a:lnTo>
                    <a:pt x="15240" y="39370"/>
                  </a:lnTo>
                  <a:lnTo>
                    <a:pt x="15240" y="41910"/>
                  </a:lnTo>
                  <a:lnTo>
                    <a:pt x="353060" y="41910"/>
                  </a:lnTo>
                  <a:lnTo>
                    <a:pt x="353060" y="39370"/>
                  </a:lnTo>
                  <a:lnTo>
                    <a:pt x="354330" y="39370"/>
                  </a:lnTo>
                  <a:lnTo>
                    <a:pt x="354330" y="38100"/>
                  </a:lnTo>
                  <a:lnTo>
                    <a:pt x="354330" y="36830"/>
                  </a:lnTo>
                  <a:lnTo>
                    <a:pt x="355600" y="36830"/>
                  </a:lnTo>
                  <a:lnTo>
                    <a:pt x="355600" y="35560"/>
                  </a:lnTo>
                  <a:lnTo>
                    <a:pt x="355600" y="34290"/>
                  </a:lnTo>
                  <a:lnTo>
                    <a:pt x="356870" y="34290"/>
                  </a:lnTo>
                  <a:lnTo>
                    <a:pt x="356870" y="31750"/>
                  </a:lnTo>
                  <a:lnTo>
                    <a:pt x="358127" y="31750"/>
                  </a:lnTo>
                  <a:lnTo>
                    <a:pt x="358127" y="29222"/>
                  </a:lnTo>
                  <a:close/>
                </a:path>
                <a:path w="370840" h="41909">
                  <a:moveTo>
                    <a:pt x="364490" y="16522"/>
                  </a:moveTo>
                  <a:lnTo>
                    <a:pt x="6350" y="16522"/>
                  </a:lnTo>
                  <a:lnTo>
                    <a:pt x="6350" y="19050"/>
                  </a:lnTo>
                  <a:lnTo>
                    <a:pt x="7620" y="19050"/>
                  </a:lnTo>
                  <a:lnTo>
                    <a:pt x="7620" y="21590"/>
                  </a:lnTo>
                  <a:lnTo>
                    <a:pt x="8890" y="21590"/>
                  </a:lnTo>
                  <a:lnTo>
                    <a:pt x="8890" y="24130"/>
                  </a:lnTo>
                  <a:lnTo>
                    <a:pt x="8890" y="25400"/>
                  </a:lnTo>
                  <a:lnTo>
                    <a:pt x="10147" y="25400"/>
                  </a:lnTo>
                  <a:lnTo>
                    <a:pt x="10147" y="26670"/>
                  </a:lnTo>
                  <a:lnTo>
                    <a:pt x="10147" y="27940"/>
                  </a:lnTo>
                  <a:lnTo>
                    <a:pt x="11430" y="27940"/>
                  </a:lnTo>
                  <a:lnTo>
                    <a:pt x="11430" y="29210"/>
                  </a:lnTo>
                  <a:lnTo>
                    <a:pt x="359410" y="29210"/>
                  </a:lnTo>
                  <a:lnTo>
                    <a:pt x="359410" y="27940"/>
                  </a:lnTo>
                  <a:lnTo>
                    <a:pt x="359410" y="26670"/>
                  </a:lnTo>
                  <a:lnTo>
                    <a:pt x="360680" y="26670"/>
                  </a:lnTo>
                  <a:lnTo>
                    <a:pt x="360680" y="25400"/>
                  </a:lnTo>
                  <a:lnTo>
                    <a:pt x="360680" y="24130"/>
                  </a:lnTo>
                  <a:lnTo>
                    <a:pt x="361950" y="24130"/>
                  </a:lnTo>
                  <a:lnTo>
                    <a:pt x="361950" y="21590"/>
                  </a:lnTo>
                  <a:lnTo>
                    <a:pt x="363220" y="21590"/>
                  </a:lnTo>
                  <a:lnTo>
                    <a:pt x="363220" y="19050"/>
                  </a:lnTo>
                  <a:lnTo>
                    <a:pt x="364490" y="19050"/>
                  </a:lnTo>
                  <a:lnTo>
                    <a:pt x="364490" y="16522"/>
                  </a:lnTo>
                  <a:close/>
                </a:path>
                <a:path w="370840" h="41909">
                  <a:moveTo>
                    <a:pt x="367030" y="10172"/>
                  </a:moveTo>
                  <a:lnTo>
                    <a:pt x="3797" y="10172"/>
                  </a:lnTo>
                  <a:lnTo>
                    <a:pt x="3797" y="12700"/>
                  </a:lnTo>
                  <a:lnTo>
                    <a:pt x="5080" y="12700"/>
                  </a:lnTo>
                  <a:lnTo>
                    <a:pt x="5080" y="15240"/>
                  </a:lnTo>
                  <a:lnTo>
                    <a:pt x="5080" y="16510"/>
                  </a:lnTo>
                  <a:lnTo>
                    <a:pt x="364477" y="16510"/>
                  </a:lnTo>
                  <a:lnTo>
                    <a:pt x="364477" y="15240"/>
                  </a:lnTo>
                  <a:lnTo>
                    <a:pt x="365760" y="15240"/>
                  </a:lnTo>
                  <a:lnTo>
                    <a:pt x="365760" y="12700"/>
                  </a:lnTo>
                  <a:lnTo>
                    <a:pt x="367030" y="12700"/>
                  </a:lnTo>
                  <a:lnTo>
                    <a:pt x="367030" y="10172"/>
                  </a:lnTo>
                  <a:close/>
                </a:path>
                <a:path w="370840" h="41909">
                  <a:moveTo>
                    <a:pt x="370840" y="0"/>
                  </a:moveTo>
                  <a:lnTo>
                    <a:pt x="0" y="0"/>
                  </a:lnTo>
                  <a:lnTo>
                    <a:pt x="0" y="3810"/>
                  </a:lnTo>
                  <a:lnTo>
                    <a:pt x="1270" y="3810"/>
                  </a:lnTo>
                  <a:lnTo>
                    <a:pt x="1270" y="6350"/>
                  </a:lnTo>
                  <a:lnTo>
                    <a:pt x="1270" y="7620"/>
                  </a:lnTo>
                  <a:lnTo>
                    <a:pt x="2540" y="7620"/>
                  </a:lnTo>
                  <a:lnTo>
                    <a:pt x="2540" y="8890"/>
                  </a:lnTo>
                  <a:lnTo>
                    <a:pt x="2540" y="10160"/>
                  </a:lnTo>
                  <a:lnTo>
                    <a:pt x="367030" y="10160"/>
                  </a:lnTo>
                  <a:lnTo>
                    <a:pt x="367030" y="8890"/>
                  </a:lnTo>
                  <a:lnTo>
                    <a:pt x="368300" y="8890"/>
                  </a:lnTo>
                  <a:lnTo>
                    <a:pt x="368300" y="7620"/>
                  </a:lnTo>
                  <a:lnTo>
                    <a:pt x="368300" y="6350"/>
                  </a:lnTo>
                  <a:lnTo>
                    <a:pt x="369570" y="6350"/>
                  </a:lnTo>
                  <a:lnTo>
                    <a:pt x="369570" y="3810"/>
                  </a:lnTo>
                  <a:lnTo>
                    <a:pt x="370840" y="3810"/>
                  </a:lnTo>
                  <a:lnTo>
                    <a:pt x="370840" y="0"/>
                  </a:lnTo>
                  <a:close/>
                </a:path>
              </a:pathLst>
            </a:custGeom>
            <a:solidFill>
              <a:srgbClr val="1D1D33"/>
            </a:solidFill>
          </p:spPr>
          <p:txBody>
            <a:bodyPr wrap="square" lIns="0" tIns="0" rIns="0" bIns="0" rtlCol="0"/>
            <a:lstStyle/>
            <a:p/>
          </p:txBody>
        </p:sp>
        <p:sp>
          <p:nvSpPr>
            <p:cNvPr id="716" name="object 716"/>
            <p:cNvSpPr/>
            <p:nvPr/>
          </p:nvSpPr>
          <p:spPr>
            <a:xfrm>
              <a:off x="6645897" y="1592592"/>
              <a:ext cx="335280" cy="21590"/>
            </a:xfrm>
            <a:custGeom>
              <a:avLst/>
              <a:gdLst/>
              <a:ahLst/>
              <a:cxnLst/>
              <a:rect l="l" t="t" r="r" b="b"/>
              <a:pathLst>
                <a:path w="335279" h="21590">
                  <a:moveTo>
                    <a:pt x="325132" y="19050"/>
                  </a:moveTo>
                  <a:lnTo>
                    <a:pt x="10172" y="19050"/>
                  </a:lnTo>
                  <a:lnTo>
                    <a:pt x="10172" y="21577"/>
                  </a:lnTo>
                  <a:lnTo>
                    <a:pt x="325132" y="21577"/>
                  </a:lnTo>
                  <a:lnTo>
                    <a:pt x="325132" y="19050"/>
                  </a:lnTo>
                  <a:close/>
                </a:path>
                <a:path w="335279" h="21590">
                  <a:moveTo>
                    <a:pt x="328930" y="12700"/>
                  </a:moveTo>
                  <a:lnTo>
                    <a:pt x="6350" y="12700"/>
                  </a:lnTo>
                  <a:lnTo>
                    <a:pt x="6350" y="15227"/>
                  </a:lnTo>
                  <a:lnTo>
                    <a:pt x="7632" y="15227"/>
                  </a:lnTo>
                  <a:lnTo>
                    <a:pt x="7632" y="16497"/>
                  </a:lnTo>
                  <a:lnTo>
                    <a:pt x="7632" y="17767"/>
                  </a:lnTo>
                  <a:lnTo>
                    <a:pt x="8902" y="17767"/>
                  </a:lnTo>
                  <a:lnTo>
                    <a:pt x="8902" y="19037"/>
                  </a:lnTo>
                  <a:lnTo>
                    <a:pt x="326402" y="19037"/>
                  </a:lnTo>
                  <a:lnTo>
                    <a:pt x="326402" y="17767"/>
                  </a:lnTo>
                  <a:lnTo>
                    <a:pt x="326402" y="16497"/>
                  </a:lnTo>
                  <a:lnTo>
                    <a:pt x="327672" y="16497"/>
                  </a:lnTo>
                  <a:lnTo>
                    <a:pt x="327672" y="15227"/>
                  </a:lnTo>
                  <a:lnTo>
                    <a:pt x="328930" y="15227"/>
                  </a:lnTo>
                  <a:lnTo>
                    <a:pt x="328930" y="12700"/>
                  </a:lnTo>
                  <a:close/>
                </a:path>
                <a:path w="335279" h="21590">
                  <a:moveTo>
                    <a:pt x="335280" y="0"/>
                  </a:moveTo>
                  <a:lnTo>
                    <a:pt x="0" y="0"/>
                  </a:lnTo>
                  <a:lnTo>
                    <a:pt x="0" y="2527"/>
                  </a:lnTo>
                  <a:lnTo>
                    <a:pt x="1282" y="2527"/>
                  </a:lnTo>
                  <a:lnTo>
                    <a:pt x="1282" y="5067"/>
                  </a:lnTo>
                  <a:lnTo>
                    <a:pt x="2552" y="5067"/>
                  </a:lnTo>
                  <a:lnTo>
                    <a:pt x="2552" y="7607"/>
                  </a:lnTo>
                  <a:lnTo>
                    <a:pt x="3822" y="7607"/>
                  </a:lnTo>
                  <a:lnTo>
                    <a:pt x="3822" y="10147"/>
                  </a:lnTo>
                  <a:lnTo>
                    <a:pt x="5092" y="10147"/>
                  </a:lnTo>
                  <a:lnTo>
                    <a:pt x="5092" y="12687"/>
                  </a:lnTo>
                  <a:lnTo>
                    <a:pt x="330212" y="12687"/>
                  </a:lnTo>
                  <a:lnTo>
                    <a:pt x="330212" y="10147"/>
                  </a:lnTo>
                  <a:lnTo>
                    <a:pt x="331482" y="10147"/>
                  </a:lnTo>
                  <a:lnTo>
                    <a:pt x="331482" y="7607"/>
                  </a:lnTo>
                  <a:lnTo>
                    <a:pt x="332752" y="7607"/>
                  </a:lnTo>
                  <a:lnTo>
                    <a:pt x="332752" y="5067"/>
                  </a:lnTo>
                  <a:lnTo>
                    <a:pt x="334022" y="5067"/>
                  </a:lnTo>
                  <a:lnTo>
                    <a:pt x="334022" y="2527"/>
                  </a:lnTo>
                  <a:lnTo>
                    <a:pt x="335280" y="2527"/>
                  </a:lnTo>
                  <a:lnTo>
                    <a:pt x="335280" y="0"/>
                  </a:lnTo>
                  <a:close/>
                </a:path>
              </a:pathLst>
            </a:custGeom>
            <a:solidFill>
              <a:srgbClr val="1E1E34"/>
            </a:solidFill>
          </p:spPr>
          <p:txBody>
            <a:bodyPr wrap="square" lIns="0" tIns="0" rIns="0" bIns="0" rtlCol="0"/>
            <a:lstStyle/>
            <a:p/>
          </p:txBody>
        </p:sp>
        <p:sp>
          <p:nvSpPr>
            <p:cNvPr id="717" name="object 717"/>
            <p:cNvSpPr/>
            <p:nvPr/>
          </p:nvSpPr>
          <p:spPr>
            <a:xfrm>
              <a:off x="6657340" y="1614169"/>
              <a:ext cx="312420" cy="21590"/>
            </a:xfrm>
            <a:custGeom>
              <a:avLst/>
              <a:gdLst/>
              <a:ahLst/>
              <a:cxnLst/>
              <a:rect l="l" t="t" r="r" b="b"/>
              <a:pathLst>
                <a:path w="312420" h="21589">
                  <a:moveTo>
                    <a:pt x="299720" y="19177"/>
                  </a:moveTo>
                  <a:lnTo>
                    <a:pt x="12700" y="19177"/>
                  </a:lnTo>
                  <a:lnTo>
                    <a:pt x="12700" y="20447"/>
                  </a:lnTo>
                  <a:lnTo>
                    <a:pt x="13970" y="20447"/>
                  </a:lnTo>
                  <a:lnTo>
                    <a:pt x="13970" y="21590"/>
                  </a:lnTo>
                  <a:lnTo>
                    <a:pt x="298437" y="21590"/>
                  </a:lnTo>
                  <a:lnTo>
                    <a:pt x="298437" y="20447"/>
                  </a:lnTo>
                  <a:lnTo>
                    <a:pt x="299720" y="20447"/>
                  </a:lnTo>
                  <a:lnTo>
                    <a:pt x="299720" y="19177"/>
                  </a:lnTo>
                  <a:close/>
                </a:path>
                <a:path w="312420" h="21589">
                  <a:moveTo>
                    <a:pt x="309880" y="3822"/>
                  </a:moveTo>
                  <a:lnTo>
                    <a:pt x="2540" y="3822"/>
                  </a:lnTo>
                  <a:lnTo>
                    <a:pt x="2540" y="6350"/>
                  </a:lnTo>
                  <a:lnTo>
                    <a:pt x="3810" y="6350"/>
                  </a:lnTo>
                  <a:lnTo>
                    <a:pt x="3810" y="7620"/>
                  </a:lnTo>
                  <a:lnTo>
                    <a:pt x="5080" y="7620"/>
                  </a:lnTo>
                  <a:lnTo>
                    <a:pt x="5080" y="10160"/>
                  </a:lnTo>
                  <a:lnTo>
                    <a:pt x="6350" y="10160"/>
                  </a:lnTo>
                  <a:lnTo>
                    <a:pt x="6350" y="11430"/>
                  </a:lnTo>
                  <a:lnTo>
                    <a:pt x="7620" y="11430"/>
                  </a:lnTo>
                  <a:lnTo>
                    <a:pt x="7620" y="12700"/>
                  </a:lnTo>
                  <a:lnTo>
                    <a:pt x="7620" y="13970"/>
                  </a:lnTo>
                  <a:lnTo>
                    <a:pt x="8890" y="13970"/>
                  </a:lnTo>
                  <a:lnTo>
                    <a:pt x="8890" y="15240"/>
                  </a:lnTo>
                  <a:lnTo>
                    <a:pt x="10160" y="15240"/>
                  </a:lnTo>
                  <a:lnTo>
                    <a:pt x="10160" y="16510"/>
                  </a:lnTo>
                  <a:lnTo>
                    <a:pt x="11430" y="16510"/>
                  </a:lnTo>
                  <a:lnTo>
                    <a:pt x="11430" y="19050"/>
                  </a:lnTo>
                  <a:lnTo>
                    <a:pt x="299720" y="19050"/>
                  </a:lnTo>
                  <a:lnTo>
                    <a:pt x="299720" y="19177"/>
                  </a:lnTo>
                  <a:lnTo>
                    <a:pt x="300990" y="19177"/>
                  </a:lnTo>
                  <a:lnTo>
                    <a:pt x="300990" y="19050"/>
                  </a:lnTo>
                  <a:lnTo>
                    <a:pt x="300990" y="16510"/>
                  </a:lnTo>
                  <a:lnTo>
                    <a:pt x="302260" y="16510"/>
                  </a:lnTo>
                  <a:lnTo>
                    <a:pt x="302260" y="15240"/>
                  </a:lnTo>
                  <a:lnTo>
                    <a:pt x="303530" y="15240"/>
                  </a:lnTo>
                  <a:lnTo>
                    <a:pt x="303530" y="13970"/>
                  </a:lnTo>
                  <a:lnTo>
                    <a:pt x="303517" y="12700"/>
                  </a:lnTo>
                  <a:lnTo>
                    <a:pt x="304787" y="12700"/>
                  </a:lnTo>
                  <a:lnTo>
                    <a:pt x="304787" y="11430"/>
                  </a:lnTo>
                  <a:lnTo>
                    <a:pt x="306070" y="11430"/>
                  </a:lnTo>
                  <a:lnTo>
                    <a:pt x="306070" y="10160"/>
                  </a:lnTo>
                  <a:lnTo>
                    <a:pt x="307340" y="10160"/>
                  </a:lnTo>
                  <a:lnTo>
                    <a:pt x="307340" y="7620"/>
                  </a:lnTo>
                  <a:lnTo>
                    <a:pt x="308610" y="7620"/>
                  </a:lnTo>
                  <a:lnTo>
                    <a:pt x="308610" y="6350"/>
                  </a:lnTo>
                  <a:lnTo>
                    <a:pt x="309880" y="6350"/>
                  </a:lnTo>
                  <a:lnTo>
                    <a:pt x="309880" y="3822"/>
                  </a:lnTo>
                  <a:close/>
                </a:path>
                <a:path w="312420" h="21589">
                  <a:moveTo>
                    <a:pt x="312420" y="0"/>
                  </a:moveTo>
                  <a:lnTo>
                    <a:pt x="0" y="0"/>
                  </a:lnTo>
                  <a:lnTo>
                    <a:pt x="0" y="2540"/>
                  </a:lnTo>
                  <a:lnTo>
                    <a:pt x="1270" y="2540"/>
                  </a:lnTo>
                  <a:lnTo>
                    <a:pt x="1270" y="3810"/>
                  </a:lnTo>
                  <a:lnTo>
                    <a:pt x="311137" y="3810"/>
                  </a:lnTo>
                  <a:lnTo>
                    <a:pt x="311137" y="2540"/>
                  </a:lnTo>
                  <a:lnTo>
                    <a:pt x="312420" y="2540"/>
                  </a:lnTo>
                  <a:lnTo>
                    <a:pt x="312420" y="0"/>
                  </a:lnTo>
                  <a:close/>
                </a:path>
              </a:pathLst>
            </a:custGeom>
            <a:solidFill>
              <a:srgbClr val="1F1F35"/>
            </a:solidFill>
          </p:spPr>
          <p:txBody>
            <a:bodyPr wrap="square" lIns="0" tIns="0" rIns="0" bIns="0" rtlCol="0"/>
            <a:lstStyle/>
            <a:p/>
          </p:txBody>
        </p:sp>
        <p:sp>
          <p:nvSpPr>
            <p:cNvPr id="718" name="object 718"/>
            <p:cNvSpPr/>
            <p:nvPr/>
          </p:nvSpPr>
          <p:spPr>
            <a:xfrm>
              <a:off x="6671310" y="1635759"/>
              <a:ext cx="284480" cy="21590"/>
            </a:xfrm>
            <a:custGeom>
              <a:avLst/>
              <a:gdLst/>
              <a:ahLst/>
              <a:cxnLst/>
              <a:rect l="l" t="t" r="r" b="b"/>
              <a:pathLst>
                <a:path w="284479" h="21589">
                  <a:moveTo>
                    <a:pt x="267970" y="19177"/>
                  </a:moveTo>
                  <a:lnTo>
                    <a:pt x="16510" y="19177"/>
                  </a:lnTo>
                  <a:lnTo>
                    <a:pt x="16510" y="20320"/>
                  </a:lnTo>
                  <a:lnTo>
                    <a:pt x="17780" y="20320"/>
                  </a:lnTo>
                  <a:lnTo>
                    <a:pt x="17780" y="21590"/>
                  </a:lnTo>
                  <a:lnTo>
                    <a:pt x="266700" y="21590"/>
                  </a:lnTo>
                  <a:lnTo>
                    <a:pt x="266700" y="20320"/>
                  </a:lnTo>
                  <a:lnTo>
                    <a:pt x="267970" y="20320"/>
                  </a:lnTo>
                  <a:lnTo>
                    <a:pt x="267970" y="19177"/>
                  </a:lnTo>
                  <a:close/>
                </a:path>
                <a:path w="284479" h="21589">
                  <a:moveTo>
                    <a:pt x="270510" y="16637"/>
                  </a:moveTo>
                  <a:lnTo>
                    <a:pt x="13970" y="16637"/>
                  </a:lnTo>
                  <a:lnTo>
                    <a:pt x="13970" y="17907"/>
                  </a:lnTo>
                  <a:lnTo>
                    <a:pt x="15240" y="17907"/>
                  </a:lnTo>
                  <a:lnTo>
                    <a:pt x="15240" y="19050"/>
                  </a:lnTo>
                  <a:lnTo>
                    <a:pt x="267970" y="19050"/>
                  </a:lnTo>
                  <a:lnTo>
                    <a:pt x="267970" y="19177"/>
                  </a:lnTo>
                  <a:lnTo>
                    <a:pt x="269240" y="19177"/>
                  </a:lnTo>
                  <a:lnTo>
                    <a:pt x="269240" y="19050"/>
                  </a:lnTo>
                  <a:lnTo>
                    <a:pt x="269240" y="17907"/>
                  </a:lnTo>
                  <a:lnTo>
                    <a:pt x="270510" y="17907"/>
                  </a:lnTo>
                  <a:lnTo>
                    <a:pt x="270510" y="16637"/>
                  </a:lnTo>
                  <a:close/>
                </a:path>
                <a:path w="284479" h="21589">
                  <a:moveTo>
                    <a:pt x="274320" y="12827"/>
                  </a:moveTo>
                  <a:lnTo>
                    <a:pt x="11430" y="12827"/>
                  </a:lnTo>
                  <a:lnTo>
                    <a:pt x="11430" y="13970"/>
                  </a:lnTo>
                  <a:lnTo>
                    <a:pt x="12700" y="13970"/>
                  </a:lnTo>
                  <a:lnTo>
                    <a:pt x="12700" y="15240"/>
                  </a:lnTo>
                  <a:lnTo>
                    <a:pt x="12700" y="16510"/>
                  </a:lnTo>
                  <a:lnTo>
                    <a:pt x="270510" y="16510"/>
                  </a:lnTo>
                  <a:lnTo>
                    <a:pt x="270510" y="16637"/>
                  </a:lnTo>
                  <a:lnTo>
                    <a:pt x="271767" y="16637"/>
                  </a:lnTo>
                  <a:lnTo>
                    <a:pt x="271767" y="16510"/>
                  </a:lnTo>
                  <a:lnTo>
                    <a:pt x="271767" y="15240"/>
                  </a:lnTo>
                  <a:lnTo>
                    <a:pt x="273050" y="15240"/>
                  </a:lnTo>
                  <a:lnTo>
                    <a:pt x="273050" y="13970"/>
                  </a:lnTo>
                  <a:lnTo>
                    <a:pt x="274320" y="13970"/>
                  </a:lnTo>
                  <a:lnTo>
                    <a:pt x="274320" y="12827"/>
                  </a:lnTo>
                  <a:close/>
                </a:path>
                <a:path w="284479" h="21589">
                  <a:moveTo>
                    <a:pt x="276860" y="10287"/>
                  </a:moveTo>
                  <a:lnTo>
                    <a:pt x="8890" y="10287"/>
                  </a:lnTo>
                  <a:lnTo>
                    <a:pt x="8890" y="11557"/>
                  </a:lnTo>
                  <a:lnTo>
                    <a:pt x="10160" y="11557"/>
                  </a:lnTo>
                  <a:lnTo>
                    <a:pt x="10160" y="12700"/>
                  </a:lnTo>
                  <a:lnTo>
                    <a:pt x="274320" y="12700"/>
                  </a:lnTo>
                  <a:lnTo>
                    <a:pt x="274320" y="12827"/>
                  </a:lnTo>
                  <a:lnTo>
                    <a:pt x="275590" y="12827"/>
                  </a:lnTo>
                  <a:lnTo>
                    <a:pt x="275590" y="12700"/>
                  </a:lnTo>
                  <a:lnTo>
                    <a:pt x="275590" y="11557"/>
                  </a:lnTo>
                  <a:lnTo>
                    <a:pt x="276860" y="11557"/>
                  </a:lnTo>
                  <a:lnTo>
                    <a:pt x="276860" y="10287"/>
                  </a:lnTo>
                  <a:close/>
                </a:path>
                <a:path w="284479" h="21589">
                  <a:moveTo>
                    <a:pt x="279400" y="6477"/>
                  </a:moveTo>
                  <a:lnTo>
                    <a:pt x="5080" y="6477"/>
                  </a:lnTo>
                  <a:lnTo>
                    <a:pt x="5080" y="7620"/>
                  </a:lnTo>
                  <a:lnTo>
                    <a:pt x="6350" y="7620"/>
                  </a:lnTo>
                  <a:lnTo>
                    <a:pt x="6350" y="9017"/>
                  </a:lnTo>
                  <a:lnTo>
                    <a:pt x="7620" y="9017"/>
                  </a:lnTo>
                  <a:lnTo>
                    <a:pt x="7620" y="10160"/>
                  </a:lnTo>
                  <a:lnTo>
                    <a:pt x="276860" y="10160"/>
                  </a:lnTo>
                  <a:lnTo>
                    <a:pt x="276860" y="9017"/>
                  </a:lnTo>
                  <a:lnTo>
                    <a:pt x="278117" y="9017"/>
                  </a:lnTo>
                  <a:lnTo>
                    <a:pt x="278117" y="7620"/>
                  </a:lnTo>
                  <a:lnTo>
                    <a:pt x="279400" y="7620"/>
                  </a:lnTo>
                  <a:lnTo>
                    <a:pt x="279400" y="6477"/>
                  </a:lnTo>
                  <a:close/>
                </a:path>
                <a:path w="284479" h="21589">
                  <a:moveTo>
                    <a:pt x="284467" y="0"/>
                  </a:moveTo>
                  <a:lnTo>
                    <a:pt x="1270" y="0"/>
                  </a:lnTo>
                  <a:lnTo>
                    <a:pt x="0" y="0"/>
                  </a:lnTo>
                  <a:lnTo>
                    <a:pt x="0" y="127"/>
                  </a:lnTo>
                  <a:lnTo>
                    <a:pt x="1270" y="127"/>
                  </a:lnTo>
                  <a:lnTo>
                    <a:pt x="1270" y="1270"/>
                  </a:lnTo>
                  <a:lnTo>
                    <a:pt x="1270" y="2540"/>
                  </a:lnTo>
                  <a:lnTo>
                    <a:pt x="2540" y="2540"/>
                  </a:lnTo>
                  <a:lnTo>
                    <a:pt x="2540" y="3810"/>
                  </a:lnTo>
                  <a:lnTo>
                    <a:pt x="3810" y="3810"/>
                  </a:lnTo>
                  <a:lnTo>
                    <a:pt x="3810" y="5080"/>
                  </a:lnTo>
                  <a:lnTo>
                    <a:pt x="5080" y="5080"/>
                  </a:lnTo>
                  <a:lnTo>
                    <a:pt x="5080" y="6350"/>
                  </a:lnTo>
                  <a:lnTo>
                    <a:pt x="280670" y="6350"/>
                  </a:lnTo>
                  <a:lnTo>
                    <a:pt x="280670" y="5080"/>
                  </a:lnTo>
                  <a:lnTo>
                    <a:pt x="280670" y="3937"/>
                  </a:lnTo>
                  <a:lnTo>
                    <a:pt x="281940" y="3937"/>
                  </a:lnTo>
                  <a:lnTo>
                    <a:pt x="281940" y="3810"/>
                  </a:lnTo>
                  <a:lnTo>
                    <a:pt x="281940" y="2540"/>
                  </a:lnTo>
                  <a:lnTo>
                    <a:pt x="283210" y="2540"/>
                  </a:lnTo>
                  <a:lnTo>
                    <a:pt x="283210" y="1270"/>
                  </a:lnTo>
                  <a:lnTo>
                    <a:pt x="284467" y="1270"/>
                  </a:lnTo>
                  <a:lnTo>
                    <a:pt x="284467" y="0"/>
                  </a:lnTo>
                  <a:close/>
                </a:path>
              </a:pathLst>
            </a:custGeom>
            <a:solidFill>
              <a:srgbClr val="1F1F36"/>
            </a:solidFill>
          </p:spPr>
          <p:txBody>
            <a:bodyPr wrap="square" lIns="0" tIns="0" rIns="0" bIns="0" rtlCol="0"/>
            <a:lstStyle/>
            <a:p/>
          </p:txBody>
        </p:sp>
        <p:sp>
          <p:nvSpPr>
            <p:cNvPr id="719" name="object 719"/>
            <p:cNvSpPr/>
            <p:nvPr/>
          </p:nvSpPr>
          <p:spPr>
            <a:xfrm>
              <a:off x="6689090" y="1657349"/>
              <a:ext cx="248920" cy="21590"/>
            </a:xfrm>
            <a:custGeom>
              <a:avLst/>
              <a:gdLst/>
              <a:ahLst/>
              <a:cxnLst/>
              <a:rect l="l" t="t" r="r" b="b"/>
              <a:pathLst>
                <a:path w="248920" h="21589">
                  <a:moveTo>
                    <a:pt x="220980" y="20447"/>
                  </a:moveTo>
                  <a:lnTo>
                    <a:pt x="27940" y="20447"/>
                  </a:lnTo>
                  <a:lnTo>
                    <a:pt x="27940" y="21590"/>
                  </a:lnTo>
                  <a:lnTo>
                    <a:pt x="220980" y="21590"/>
                  </a:lnTo>
                  <a:lnTo>
                    <a:pt x="220980" y="20447"/>
                  </a:lnTo>
                  <a:close/>
                </a:path>
                <a:path w="248920" h="21589">
                  <a:moveTo>
                    <a:pt x="227330" y="16637"/>
                  </a:moveTo>
                  <a:lnTo>
                    <a:pt x="22860" y="16637"/>
                  </a:lnTo>
                  <a:lnTo>
                    <a:pt x="22860" y="17780"/>
                  </a:lnTo>
                  <a:lnTo>
                    <a:pt x="24130" y="17780"/>
                  </a:lnTo>
                  <a:lnTo>
                    <a:pt x="24130" y="19177"/>
                  </a:lnTo>
                  <a:lnTo>
                    <a:pt x="26670" y="19177"/>
                  </a:lnTo>
                  <a:lnTo>
                    <a:pt x="26670" y="20320"/>
                  </a:lnTo>
                  <a:lnTo>
                    <a:pt x="220980" y="20320"/>
                  </a:lnTo>
                  <a:lnTo>
                    <a:pt x="220980" y="20447"/>
                  </a:lnTo>
                  <a:lnTo>
                    <a:pt x="222237" y="20447"/>
                  </a:lnTo>
                  <a:lnTo>
                    <a:pt x="222237" y="20320"/>
                  </a:lnTo>
                  <a:lnTo>
                    <a:pt x="222237" y="19177"/>
                  </a:lnTo>
                  <a:lnTo>
                    <a:pt x="224790" y="19177"/>
                  </a:lnTo>
                  <a:lnTo>
                    <a:pt x="224790" y="17780"/>
                  </a:lnTo>
                  <a:lnTo>
                    <a:pt x="227330" y="17780"/>
                  </a:lnTo>
                  <a:lnTo>
                    <a:pt x="227330" y="16637"/>
                  </a:lnTo>
                  <a:close/>
                </a:path>
                <a:path w="248920" h="21589">
                  <a:moveTo>
                    <a:pt x="231140" y="14097"/>
                  </a:moveTo>
                  <a:lnTo>
                    <a:pt x="19050" y="14097"/>
                  </a:lnTo>
                  <a:lnTo>
                    <a:pt x="19050" y="15367"/>
                  </a:lnTo>
                  <a:lnTo>
                    <a:pt x="20320" y="15367"/>
                  </a:lnTo>
                  <a:lnTo>
                    <a:pt x="20320" y="16510"/>
                  </a:lnTo>
                  <a:lnTo>
                    <a:pt x="227330" y="16510"/>
                  </a:lnTo>
                  <a:lnTo>
                    <a:pt x="227330" y="16637"/>
                  </a:lnTo>
                  <a:lnTo>
                    <a:pt x="228587" y="16637"/>
                  </a:lnTo>
                  <a:lnTo>
                    <a:pt x="228587" y="16510"/>
                  </a:lnTo>
                  <a:lnTo>
                    <a:pt x="228587" y="15367"/>
                  </a:lnTo>
                  <a:lnTo>
                    <a:pt x="231140" y="15367"/>
                  </a:lnTo>
                  <a:lnTo>
                    <a:pt x="231140" y="14097"/>
                  </a:lnTo>
                  <a:close/>
                </a:path>
                <a:path w="248920" h="21589">
                  <a:moveTo>
                    <a:pt x="236220" y="10287"/>
                  </a:moveTo>
                  <a:lnTo>
                    <a:pt x="13970" y="10287"/>
                  </a:lnTo>
                  <a:lnTo>
                    <a:pt x="13970" y="11430"/>
                  </a:lnTo>
                  <a:lnTo>
                    <a:pt x="15240" y="11430"/>
                  </a:lnTo>
                  <a:lnTo>
                    <a:pt x="15240" y="12827"/>
                  </a:lnTo>
                  <a:lnTo>
                    <a:pt x="17780" y="12827"/>
                  </a:lnTo>
                  <a:lnTo>
                    <a:pt x="17780" y="13970"/>
                  </a:lnTo>
                  <a:lnTo>
                    <a:pt x="231140" y="13970"/>
                  </a:lnTo>
                  <a:lnTo>
                    <a:pt x="231140" y="14097"/>
                  </a:lnTo>
                  <a:lnTo>
                    <a:pt x="233680" y="14097"/>
                  </a:lnTo>
                  <a:lnTo>
                    <a:pt x="233680" y="13970"/>
                  </a:lnTo>
                  <a:lnTo>
                    <a:pt x="233680" y="12827"/>
                  </a:lnTo>
                  <a:lnTo>
                    <a:pt x="234937" y="12827"/>
                  </a:lnTo>
                  <a:lnTo>
                    <a:pt x="234937" y="11430"/>
                  </a:lnTo>
                  <a:lnTo>
                    <a:pt x="236220" y="11430"/>
                  </a:lnTo>
                  <a:lnTo>
                    <a:pt x="236220" y="10287"/>
                  </a:lnTo>
                  <a:close/>
                </a:path>
                <a:path w="248920" h="21589">
                  <a:moveTo>
                    <a:pt x="238760" y="7747"/>
                  </a:moveTo>
                  <a:lnTo>
                    <a:pt x="10160" y="7747"/>
                  </a:lnTo>
                  <a:lnTo>
                    <a:pt x="10160" y="9017"/>
                  </a:lnTo>
                  <a:lnTo>
                    <a:pt x="12700" y="9017"/>
                  </a:lnTo>
                  <a:lnTo>
                    <a:pt x="12700" y="10160"/>
                  </a:lnTo>
                  <a:lnTo>
                    <a:pt x="236220" y="10160"/>
                  </a:lnTo>
                  <a:lnTo>
                    <a:pt x="236220" y="10287"/>
                  </a:lnTo>
                  <a:lnTo>
                    <a:pt x="237490" y="10287"/>
                  </a:lnTo>
                  <a:lnTo>
                    <a:pt x="237490" y="10160"/>
                  </a:lnTo>
                  <a:lnTo>
                    <a:pt x="237490" y="9017"/>
                  </a:lnTo>
                  <a:lnTo>
                    <a:pt x="238760" y="9017"/>
                  </a:lnTo>
                  <a:lnTo>
                    <a:pt x="238760" y="7747"/>
                  </a:lnTo>
                  <a:close/>
                </a:path>
                <a:path w="248920" h="21589">
                  <a:moveTo>
                    <a:pt x="243840" y="3937"/>
                  </a:moveTo>
                  <a:lnTo>
                    <a:pt x="6350" y="3937"/>
                  </a:lnTo>
                  <a:lnTo>
                    <a:pt x="6350" y="5080"/>
                  </a:lnTo>
                  <a:lnTo>
                    <a:pt x="7620" y="5080"/>
                  </a:lnTo>
                  <a:lnTo>
                    <a:pt x="7620" y="6477"/>
                  </a:lnTo>
                  <a:lnTo>
                    <a:pt x="8890" y="6477"/>
                  </a:lnTo>
                  <a:lnTo>
                    <a:pt x="8890" y="7620"/>
                  </a:lnTo>
                  <a:lnTo>
                    <a:pt x="238760" y="7620"/>
                  </a:lnTo>
                  <a:lnTo>
                    <a:pt x="238760" y="7747"/>
                  </a:lnTo>
                  <a:lnTo>
                    <a:pt x="241287" y="7747"/>
                  </a:lnTo>
                  <a:lnTo>
                    <a:pt x="241287" y="7620"/>
                  </a:lnTo>
                  <a:lnTo>
                    <a:pt x="241287" y="6477"/>
                  </a:lnTo>
                  <a:lnTo>
                    <a:pt x="242570" y="6477"/>
                  </a:lnTo>
                  <a:lnTo>
                    <a:pt x="242570" y="5080"/>
                  </a:lnTo>
                  <a:lnTo>
                    <a:pt x="243840" y="5080"/>
                  </a:lnTo>
                  <a:lnTo>
                    <a:pt x="243840" y="3937"/>
                  </a:lnTo>
                  <a:close/>
                </a:path>
                <a:path w="248920" h="21589">
                  <a:moveTo>
                    <a:pt x="246380" y="1397"/>
                  </a:moveTo>
                  <a:lnTo>
                    <a:pt x="2540" y="1397"/>
                  </a:lnTo>
                  <a:lnTo>
                    <a:pt x="2540" y="2667"/>
                  </a:lnTo>
                  <a:lnTo>
                    <a:pt x="5080" y="2667"/>
                  </a:lnTo>
                  <a:lnTo>
                    <a:pt x="5080" y="3810"/>
                  </a:lnTo>
                  <a:lnTo>
                    <a:pt x="243840" y="3810"/>
                  </a:lnTo>
                  <a:lnTo>
                    <a:pt x="243840" y="3937"/>
                  </a:lnTo>
                  <a:lnTo>
                    <a:pt x="245110" y="3937"/>
                  </a:lnTo>
                  <a:lnTo>
                    <a:pt x="245110" y="3810"/>
                  </a:lnTo>
                  <a:lnTo>
                    <a:pt x="245110" y="2667"/>
                  </a:lnTo>
                  <a:lnTo>
                    <a:pt x="246380" y="2667"/>
                  </a:lnTo>
                  <a:lnTo>
                    <a:pt x="246380" y="1397"/>
                  </a:lnTo>
                  <a:close/>
                </a:path>
                <a:path w="248920" h="21589">
                  <a:moveTo>
                    <a:pt x="248920" y="0"/>
                  </a:moveTo>
                  <a:lnTo>
                    <a:pt x="247637" y="0"/>
                  </a:lnTo>
                  <a:lnTo>
                    <a:pt x="1270" y="0"/>
                  </a:lnTo>
                  <a:lnTo>
                    <a:pt x="0" y="0"/>
                  </a:lnTo>
                  <a:lnTo>
                    <a:pt x="0" y="127"/>
                  </a:lnTo>
                  <a:lnTo>
                    <a:pt x="1270" y="127"/>
                  </a:lnTo>
                  <a:lnTo>
                    <a:pt x="1270" y="1270"/>
                  </a:lnTo>
                  <a:lnTo>
                    <a:pt x="246380" y="1270"/>
                  </a:lnTo>
                  <a:lnTo>
                    <a:pt x="246380" y="1397"/>
                  </a:lnTo>
                  <a:lnTo>
                    <a:pt x="247637" y="1397"/>
                  </a:lnTo>
                  <a:lnTo>
                    <a:pt x="247637" y="1270"/>
                  </a:lnTo>
                  <a:lnTo>
                    <a:pt x="247637" y="127"/>
                  </a:lnTo>
                  <a:lnTo>
                    <a:pt x="248920" y="127"/>
                  </a:lnTo>
                  <a:lnTo>
                    <a:pt x="248920" y="0"/>
                  </a:lnTo>
                  <a:close/>
                </a:path>
              </a:pathLst>
            </a:custGeom>
            <a:solidFill>
              <a:srgbClr val="202037"/>
            </a:solidFill>
          </p:spPr>
          <p:txBody>
            <a:bodyPr wrap="square" lIns="0" tIns="0" rIns="0" bIns="0" rtlCol="0"/>
            <a:lstStyle/>
            <a:p/>
          </p:txBody>
        </p:sp>
        <p:sp>
          <p:nvSpPr>
            <p:cNvPr id="720" name="object 720"/>
            <p:cNvSpPr/>
            <p:nvPr/>
          </p:nvSpPr>
          <p:spPr>
            <a:xfrm>
              <a:off x="6717030" y="1678939"/>
              <a:ext cx="193040" cy="21590"/>
            </a:xfrm>
            <a:custGeom>
              <a:avLst/>
              <a:gdLst/>
              <a:ahLst/>
              <a:cxnLst/>
              <a:rect l="l" t="t" r="r" b="b"/>
              <a:pathLst>
                <a:path w="193040" h="21589">
                  <a:moveTo>
                    <a:pt x="114300" y="20447"/>
                  </a:moveTo>
                  <a:lnTo>
                    <a:pt x="76200" y="20447"/>
                  </a:lnTo>
                  <a:lnTo>
                    <a:pt x="76200" y="21590"/>
                  </a:lnTo>
                  <a:lnTo>
                    <a:pt x="114300" y="21590"/>
                  </a:lnTo>
                  <a:lnTo>
                    <a:pt x="114300" y="20447"/>
                  </a:lnTo>
                  <a:close/>
                </a:path>
                <a:path w="193040" h="21589">
                  <a:moveTo>
                    <a:pt x="132080" y="17907"/>
                  </a:moveTo>
                  <a:lnTo>
                    <a:pt x="59690" y="17907"/>
                  </a:lnTo>
                  <a:lnTo>
                    <a:pt x="59690" y="19177"/>
                  </a:lnTo>
                  <a:lnTo>
                    <a:pt x="71120" y="19177"/>
                  </a:lnTo>
                  <a:lnTo>
                    <a:pt x="71120" y="20320"/>
                  </a:lnTo>
                  <a:lnTo>
                    <a:pt x="114300" y="20320"/>
                  </a:lnTo>
                  <a:lnTo>
                    <a:pt x="114300" y="20447"/>
                  </a:lnTo>
                  <a:lnTo>
                    <a:pt x="127000" y="20447"/>
                  </a:lnTo>
                  <a:lnTo>
                    <a:pt x="127000" y="20320"/>
                  </a:lnTo>
                  <a:lnTo>
                    <a:pt x="127000" y="19177"/>
                  </a:lnTo>
                  <a:lnTo>
                    <a:pt x="132080" y="19177"/>
                  </a:lnTo>
                  <a:lnTo>
                    <a:pt x="132080" y="17907"/>
                  </a:lnTo>
                  <a:close/>
                </a:path>
                <a:path w="193040" h="21589">
                  <a:moveTo>
                    <a:pt x="149860" y="14097"/>
                  </a:moveTo>
                  <a:lnTo>
                    <a:pt x="41910" y="14097"/>
                  </a:lnTo>
                  <a:lnTo>
                    <a:pt x="41910" y="15240"/>
                  </a:lnTo>
                  <a:lnTo>
                    <a:pt x="44450" y="15240"/>
                  </a:lnTo>
                  <a:lnTo>
                    <a:pt x="44450" y="16637"/>
                  </a:lnTo>
                  <a:lnTo>
                    <a:pt x="55880" y="16637"/>
                  </a:lnTo>
                  <a:lnTo>
                    <a:pt x="55880" y="17780"/>
                  </a:lnTo>
                  <a:lnTo>
                    <a:pt x="132080" y="17780"/>
                  </a:lnTo>
                  <a:lnTo>
                    <a:pt x="132080" y="17907"/>
                  </a:lnTo>
                  <a:lnTo>
                    <a:pt x="140970" y="17907"/>
                  </a:lnTo>
                  <a:lnTo>
                    <a:pt x="140970" y="17780"/>
                  </a:lnTo>
                  <a:lnTo>
                    <a:pt x="140970" y="16637"/>
                  </a:lnTo>
                  <a:lnTo>
                    <a:pt x="146050" y="16637"/>
                  </a:lnTo>
                  <a:lnTo>
                    <a:pt x="146050" y="15240"/>
                  </a:lnTo>
                  <a:lnTo>
                    <a:pt x="149860" y="15240"/>
                  </a:lnTo>
                  <a:lnTo>
                    <a:pt x="149860" y="14097"/>
                  </a:lnTo>
                  <a:close/>
                </a:path>
                <a:path w="193040" h="21589">
                  <a:moveTo>
                    <a:pt x="162547" y="11557"/>
                  </a:moveTo>
                  <a:lnTo>
                    <a:pt x="30480" y="11557"/>
                  </a:lnTo>
                  <a:lnTo>
                    <a:pt x="30480" y="12827"/>
                  </a:lnTo>
                  <a:lnTo>
                    <a:pt x="36830" y="12827"/>
                  </a:lnTo>
                  <a:lnTo>
                    <a:pt x="36830" y="13970"/>
                  </a:lnTo>
                  <a:lnTo>
                    <a:pt x="149860" y="13970"/>
                  </a:lnTo>
                  <a:lnTo>
                    <a:pt x="149860" y="14097"/>
                  </a:lnTo>
                  <a:lnTo>
                    <a:pt x="157480" y="14097"/>
                  </a:lnTo>
                  <a:lnTo>
                    <a:pt x="157480" y="13970"/>
                  </a:lnTo>
                  <a:lnTo>
                    <a:pt x="157480" y="12827"/>
                  </a:lnTo>
                  <a:lnTo>
                    <a:pt x="162547" y="12827"/>
                  </a:lnTo>
                  <a:lnTo>
                    <a:pt x="162547" y="11557"/>
                  </a:lnTo>
                  <a:close/>
                </a:path>
                <a:path w="193040" h="21589">
                  <a:moveTo>
                    <a:pt x="173990" y="7747"/>
                  </a:moveTo>
                  <a:lnTo>
                    <a:pt x="21590" y="7747"/>
                  </a:lnTo>
                  <a:lnTo>
                    <a:pt x="21590" y="8890"/>
                  </a:lnTo>
                  <a:lnTo>
                    <a:pt x="24130" y="8890"/>
                  </a:lnTo>
                  <a:lnTo>
                    <a:pt x="24130" y="10287"/>
                  </a:lnTo>
                  <a:lnTo>
                    <a:pt x="27940" y="10287"/>
                  </a:lnTo>
                  <a:lnTo>
                    <a:pt x="27940" y="11430"/>
                  </a:lnTo>
                  <a:lnTo>
                    <a:pt x="162547" y="11430"/>
                  </a:lnTo>
                  <a:lnTo>
                    <a:pt x="162547" y="11557"/>
                  </a:lnTo>
                  <a:lnTo>
                    <a:pt x="165100" y="11557"/>
                  </a:lnTo>
                  <a:lnTo>
                    <a:pt x="165100" y="11430"/>
                  </a:lnTo>
                  <a:lnTo>
                    <a:pt x="165100" y="10287"/>
                  </a:lnTo>
                  <a:lnTo>
                    <a:pt x="170180" y="10287"/>
                  </a:lnTo>
                  <a:lnTo>
                    <a:pt x="170180" y="8890"/>
                  </a:lnTo>
                  <a:lnTo>
                    <a:pt x="173990" y="8890"/>
                  </a:lnTo>
                  <a:lnTo>
                    <a:pt x="173990" y="7747"/>
                  </a:lnTo>
                  <a:close/>
                </a:path>
                <a:path w="193040" h="21589">
                  <a:moveTo>
                    <a:pt x="180340" y="5207"/>
                  </a:moveTo>
                  <a:lnTo>
                    <a:pt x="13970" y="5207"/>
                  </a:lnTo>
                  <a:lnTo>
                    <a:pt x="13970" y="6477"/>
                  </a:lnTo>
                  <a:lnTo>
                    <a:pt x="16510" y="6477"/>
                  </a:lnTo>
                  <a:lnTo>
                    <a:pt x="16510" y="7620"/>
                  </a:lnTo>
                  <a:lnTo>
                    <a:pt x="173990" y="7620"/>
                  </a:lnTo>
                  <a:lnTo>
                    <a:pt x="173990" y="7747"/>
                  </a:lnTo>
                  <a:lnTo>
                    <a:pt x="177800" y="7747"/>
                  </a:lnTo>
                  <a:lnTo>
                    <a:pt x="177800" y="7620"/>
                  </a:lnTo>
                  <a:lnTo>
                    <a:pt x="177800" y="6477"/>
                  </a:lnTo>
                  <a:lnTo>
                    <a:pt x="180340" y="6477"/>
                  </a:lnTo>
                  <a:lnTo>
                    <a:pt x="180340" y="5207"/>
                  </a:lnTo>
                  <a:close/>
                </a:path>
                <a:path w="193040" h="21589">
                  <a:moveTo>
                    <a:pt x="187960" y="1397"/>
                  </a:moveTo>
                  <a:lnTo>
                    <a:pt x="3810" y="1397"/>
                  </a:lnTo>
                  <a:lnTo>
                    <a:pt x="3810" y="2540"/>
                  </a:lnTo>
                  <a:lnTo>
                    <a:pt x="7620" y="2540"/>
                  </a:lnTo>
                  <a:lnTo>
                    <a:pt x="7620" y="3937"/>
                  </a:lnTo>
                  <a:lnTo>
                    <a:pt x="11430" y="3937"/>
                  </a:lnTo>
                  <a:lnTo>
                    <a:pt x="11430" y="5080"/>
                  </a:lnTo>
                  <a:lnTo>
                    <a:pt x="180340" y="5080"/>
                  </a:lnTo>
                  <a:lnTo>
                    <a:pt x="180340" y="5207"/>
                  </a:lnTo>
                  <a:lnTo>
                    <a:pt x="182880" y="5207"/>
                  </a:lnTo>
                  <a:lnTo>
                    <a:pt x="182880" y="5080"/>
                  </a:lnTo>
                  <a:lnTo>
                    <a:pt x="182880" y="3937"/>
                  </a:lnTo>
                  <a:lnTo>
                    <a:pt x="185420" y="3937"/>
                  </a:lnTo>
                  <a:lnTo>
                    <a:pt x="185420" y="2540"/>
                  </a:lnTo>
                  <a:lnTo>
                    <a:pt x="187960" y="2540"/>
                  </a:lnTo>
                  <a:lnTo>
                    <a:pt x="187960" y="1397"/>
                  </a:lnTo>
                  <a:close/>
                </a:path>
                <a:path w="193040" h="21589">
                  <a:moveTo>
                    <a:pt x="193040" y="0"/>
                  </a:moveTo>
                  <a:lnTo>
                    <a:pt x="190500" y="0"/>
                  </a:lnTo>
                  <a:lnTo>
                    <a:pt x="2540" y="0"/>
                  </a:lnTo>
                  <a:lnTo>
                    <a:pt x="0" y="0"/>
                  </a:lnTo>
                  <a:lnTo>
                    <a:pt x="0" y="127"/>
                  </a:lnTo>
                  <a:lnTo>
                    <a:pt x="2540" y="127"/>
                  </a:lnTo>
                  <a:lnTo>
                    <a:pt x="2540" y="1270"/>
                  </a:lnTo>
                  <a:lnTo>
                    <a:pt x="187960" y="1270"/>
                  </a:lnTo>
                  <a:lnTo>
                    <a:pt x="187960" y="1397"/>
                  </a:lnTo>
                  <a:lnTo>
                    <a:pt x="190500" y="1397"/>
                  </a:lnTo>
                  <a:lnTo>
                    <a:pt x="190500" y="1270"/>
                  </a:lnTo>
                  <a:lnTo>
                    <a:pt x="190500" y="127"/>
                  </a:lnTo>
                  <a:lnTo>
                    <a:pt x="193040" y="127"/>
                  </a:lnTo>
                  <a:lnTo>
                    <a:pt x="193040" y="0"/>
                  </a:lnTo>
                  <a:close/>
                </a:path>
              </a:pathLst>
            </a:custGeom>
            <a:solidFill>
              <a:srgbClr val="202038"/>
            </a:solidFill>
          </p:spPr>
          <p:txBody>
            <a:bodyPr wrap="square" lIns="0" tIns="0" rIns="0" bIns="0" rtlCol="0"/>
            <a:lstStyle/>
            <a:p/>
          </p:txBody>
        </p:sp>
        <p:sp>
          <p:nvSpPr>
            <p:cNvPr id="721" name="object 721"/>
            <p:cNvSpPr/>
            <p:nvPr/>
          </p:nvSpPr>
          <p:spPr>
            <a:xfrm>
              <a:off x="6755130" y="1450339"/>
              <a:ext cx="262890" cy="81280"/>
            </a:xfrm>
            <a:custGeom>
              <a:avLst/>
              <a:gdLst/>
              <a:ahLst/>
              <a:cxnLst/>
              <a:rect l="l" t="t" r="r" b="b"/>
              <a:pathLst>
                <a:path w="262890" h="81280">
                  <a:moveTo>
                    <a:pt x="262890" y="0"/>
                  </a:moveTo>
                  <a:lnTo>
                    <a:pt x="7620" y="0"/>
                  </a:lnTo>
                  <a:lnTo>
                    <a:pt x="0" y="0"/>
                  </a:lnTo>
                  <a:lnTo>
                    <a:pt x="1270" y="6350"/>
                  </a:lnTo>
                  <a:lnTo>
                    <a:pt x="1270" y="8890"/>
                  </a:lnTo>
                  <a:lnTo>
                    <a:pt x="1270" y="11430"/>
                  </a:lnTo>
                  <a:lnTo>
                    <a:pt x="2540" y="17780"/>
                  </a:lnTo>
                  <a:lnTo>
                    <a:pt x="3810" y="22860"/>
                  </a:lnTo>
                  <a:lnTo>
                    <a:pt x="4051" y="22821"/>
                  </a:lnTo>
                  <a:lnTo>
                    <a:pt x="5080" y="27940"/>
                  </a:lnTo>
                  <a:lnTo>
                    <a:pt x="7620" y="33020"/>
                  </a:lnTo>
                  <a:lnTo>
                    <a:pt x="8890" y="38100"/>
                  </a:lnTo>
                  <a:lnTo>
                    <a:pt x="11430" y="43180"/>
                  </a:lnTo>
                  <a:lnTo>
                    <a:pt x="11430" y="44450"/>
                  </a:lnTo>
                  <a:lnTo>
                    <a:pt x="13970" y="49530"/>
                  </a:lnTo>
                  <a:lnTo>
                    <a:pt x="14300" y="49276"/>
                  </a:lnTo>
                  <a:lnTo>
                    <a:pt x="15240" y="52070"/>
                  </a:lnTo>
                  <a:lnTo>
                    <a:pt x="15240" y="53340"/>
                  </a:lnTo>
                  <a:lnTo>
                    <a:pt x="17780" y="57150"/>
                  </a:lnTo>
                  <a:lnTo>
                    <a:pt x="20320" y="59690"/>
                  </a:lnTo>
                  <a:lnTo>
                    <a:pt x="21590" y="62230"/>
                  </a:lnTo>
                  <a:lnTo>
                    <a:pt x="22860" y="63500"/>
                  </a:lnTo>
                  <a:lnTo>
                    <a:pt x="24130" y="64770"/>
                  </a:lnTo>
                  <a:lnTo>
                    <a:pt x="25400" y="66040"/>
                  </a:lnTo>
                  <a:lnTo>
                    <a:pt x="26670" y="67310"/>
                  </a:lnTo>
                  <a:lnTo>
                    <a:pt x="26670" y="68580"/>
                  </a:lnTo>
                  <a:lnTo>
                    <a:pt x="29210" y="69850"/>
                  </a:lnTo>
                  <a:lnTo>
                    <a:pt x="29210" y="71120"/>
                  </a:lnTo>
                  <a:lnTo>
                    <a:pt x="31750" y="72390"/>
                  </a:lnTo>
                  <a:lnTo>
                    <a:pt x="31750" y="73660"/>
                  </a:lnTo>
                  <a:lnTo>
                    <a:pt x="33020" y="73660"/>
                  </a:lnTo>
                  <a:lnTo>
                    <a:pt x="35560" y="74930"/>
                  </a:lnTo>
                  <a:lnTo>
                    <a:pt x="36830" y="76200"/>
                  </a:lnTo>
                  <a:lnTo>
                    <a:pt x="38100" y="76200"/>
                  </a:lnTo>
                  <a:lnTo>
                    <a:pt x="40640" y="77470"/>
                  </a:lnTo>
                  <a:lnTo>
                    <a:pt x="41910" y="78740"/>
                  </a:lnTo>
                  <a:lnTo>
                    <a:pt x="44450" y="78740"/>
                  </a:lnTo>
                  <a:lnTo>
                    <a:pt x="44450" y="80010"/>
                  </a:lnTo>
                  <a:lnTo>
                    <a:pt x="46990" y="80010"/>
                  </a:lnTo>
                  <a:lnTo>
                    <a:pt x="48260" y="80010"/>
                  </a:lnTo>
                  <a:lnTo>
                    <a:pt x="50800" y="81280"/>
                  </a:lnTo>
                  <a:lnTo>
                    <a:pt x="67310" y="81280"/>
                  </a:lnTo>
                  <a:lnTo>
                    <a:pt x="71120" y="80010"/>
                  </a:lnTo>
                  <a:lnTo>
                    <a:pt x="72390" y="78740"/>
                  </a:lnTo>
                  <a:lnTo>
                    <a:pt x="74930" y="77470"/>
                  </a:lnTo>
                  <a:lnTo>
                    <a:pt x="78740" y="76200"/>
                  </a:lnTo>
                  <a:lnTo>
                    <a:pt x="80010" y="76200"/>
                  </a:lnTo>
                  <a:lnTo>
                    <a:pt x="83820" y="73660"/>
                  </a:lnTo>
                  <a:lnTo>
                    <a:pt x="87630" y="71120"/>
                  </a:lnTo>
                  <a:lnTo>
                    <a:pt x="87630" y="69850"/>
                  </a:lnTo>
                  <a:lnTo>
                    <a:pt x="91440" y="67310"/>
                  </a:lnTo>
                  <a:lnTo>
                    <a:pt x="92710" y="66040"/>
                  </a:lnTo>
                  <a:lnTo>
                    <a:pt x="93980" y="64770"/>
                  </a:lnTo>
                  <a:lnTo>
                    <a:pt x="96520" y="60960"/>
                  </a:lnTo>
                  <a:lnTo>
                    <a:pt x="96520" y="59690"/>
                  </a:lnTo>
                  <a:lnTo>
                    <a:pt x="91440" y="57150"/>
                  </a:lnTo>
                  <a:lnTo>
                    <a:pt x="86360" y="53340"/>
                  </a:lnTo>
                  <a:lnTo>
                    <a:pt x="83820" y="55880"/>
                  </a:lnTo>
                  <a:lnTo>
                    <a:pt x="84543" y="56426"/>
                  </a:lnTo>
                  <a:lnTo>
                    <a:pt x="83820" y="57150"/>
                  </a:lnTo>
                  <a:lnTo>
                    <a:pt x="83185" y="57785"/>
                  </a:lnTo>
                  <a:lnTo>
                    <a:pt x="82550" y="57150"/>
                  </a:lnTo>
                  <a:lnTo>
                    <a:pt x="78740" y="60960"/>
                  </a:lnTo>
                  <a:lnTo>
                    <a:pt x="79248" y="61480"/>
                  </a:lnTo>
                  <a:lnTo>
                    <a:pt x="77597" y="62572"/>
                  </a:lnTo>
                  <a:lnTo>
                    <a:pt x="77470" y="62230"/>
                  </a:lnTo>
                  <a:lnTo>
                    <a:pt x="73660" y="64770"/>
                  </a:lnTo>
                  <a:lnTo>
                    <a:pt x="69850" y="66040"/>
                  </a:lnTo>
                  <a:lnTo>
                    <a:pt x="67310" y="67310"/>
                  </a:lnTo>
                  <a:lnTo>
                    <a:pt x="63500" y="68580"/>
                  </a:lnTo>
                  <a:lnTo>
                    <a:pt x="63639" y="68961"/>
                  </a:lnTo>
                  <a:lnTo>
                    <a:pt x="60960" y="69850"/>
                  </a:lnTo>
                  <a:lnTo>
                    <a:pt x="58420" y="69850"/>
                  </a:lnTo>
                  <a:lnTo>
                    <a:pt x="52070" y="68580"/>
                  </a:lnTo>
                  <a:lnTo>
                    <a:pt x="50800" y="68580"/>
                  </a:lnTo>
                  <a:lnTo>
                    <a:pt x="48260" y="67310"/>
                  </a:lnTo>
                  <a:lnTo>
                    <a:pt x="46990" y="67310"/>
                  </a:lnTo>
                  <a:lnTo>
                    <a:pt x="44450" y="66040"/>
                  </a:lnTo>
                  <a:lnTo>
                    <a:pt x="44450" y="64770"/>
                  </a:lnTo>
                  <a:lnTo>
                    <a:pt x="41910" y="64770"/>
                  </a:lnTo>
                  <a:lnTo>
                    <a:pt x="40284" y="63969"/>
                  </a:lnTo>
                  <a:lnTo>
                    <a:pt x="40640" y="63500"/>
                  </a:lnTo>
                  <a:lnTo>
                    <a:pt x="38100" y="60960"/>
                  </a:lnTo>
                  <a:lnTo>
                    <a:pt x="37553" y="61696"/>
                  </a:lnTo>
                  <a:lnTo>
                    <a:pt x="36093" y="60236"/>
                  </a:lnTo>
                  <a:lnTo>
                    <a:pt x="36830" y="59690"/>
                  </a:lnTo>
                  <a:lnTo>
                    <a:pt x="34290" y="57150"/>
                  </a:lnTo>
                  <a:lnTo>
                    <a:pt x="33020" y="55880"/>
                  </a:lnTo>
                  <a:lnTo>
                    <a:pt x="30480" y="52070"/>
                  </a:lnTo>
                  <a:lnTo>
                    <a:pt x="28409" y="50012"/>
                  </a:lnTo>
                  <a:lnTo>
                    <a:pt x="29210" y="49530"/>
                  </a:lnTo>
                  <a:lnTo>
                    <a:pt x="26670" y="46990"/>
                  </a:lnTo>
                  <a:lnTo>
                    <a:pt x="25400" y="43180"/>
                  </a:lnTo>
                  <a:lnTo>
                    <a:pt x="24130" y="43180"/>
                  </a:lnTo>
                  <a:lnTo>
                    <a:pt x="22860" y="38100"/>
                  </a:lnTo>
                  <a:lnTo>
                    <a:pt x="22364" y="38404"/>
                  </a:lnTo>
                  <a:lnTo>
                    <a:pt x="20320" y="34290"/>
                  </a:lnTo>
                  <a:lnTo>
                    <a:pt x="19050" y="29210"/>
                  </a:lnTo>
                  <a:lnTo>
                    <a:pt x="17195" y="25527"/>
                  </a:lnTo>
                  <a:lnTo>
                    <a:pt x="17780" y="25400"/>
                  </a:lnTo>
                  <a:lnTo>
                    <a:pt x="16510" y="20320"/>
                  </a:lnTo>
                  <a:lnTo>
                    <a:pt x="16510" y="19050"/>
                  </a:lnTo>
                  <a:lnTo>
                    <a:pt x="15240" y="15240"/>
                  </a:lnTo>
                  <a:lnTo>
                    <a:pt x="14605" y="12700"/>
                  </a:lnTo>
                  <a:lnTo>
                    <a:pt x="262890" y="12700"/>
                  </a:lnTo>
                  <a:lnTo>
                    <a:pt x="262890" y="0"/>
                  </a:lnTo>
                  <a:close/>
                </a:path>
              </a:pathLst>
            </a:custGeom>
            <a:solidFill>
              <a:srgbClr val="9898FF"/>
            </a:solidFill>
          </p:spPr>
          <p:txBody>
            <a:bodyPr wrap="square" lIns="0" tIns="0" rIns="0" bIns="0" rtlCol="0"/>
            <a:lstStyle/>
            <a:p/>
          </p:txBody>
        </p:sp>
        <p:sp>
          <p:nvSpPr>
            <p:cNvPr id="722" name="object 722"/>
            <p:cNvSpPr/>
            <p:nvPr/>
          </p:nvSpPr>
          <p:spPr>
            <a:xfrm>
              <a:off x="6656070" y="1465579"/>
              <a:ext cx="373380" cy="240029"/>
            </a:xfrm>
            <a:custGeom>
              <a:avLst/>
              <a:gdLst/>
              <a:ahLst/>
              <a:cxnLst/>
              <a:rect l="l" t="t" r="r" b="b"/>
              <a:pathLst>
                <a:path w="373379" h="240030">
                  <a:moveTo>
                    <a:pt x="373380" y="25400"/>
                  </a:moveTo>
                  <a:lnTo>
                    <a:pt x="365760" y="25400"/>
                  </a:lnTo>
                  <a:lnTo>
                    <a:pt x="210820" y="1270"/>
                  </a:lnTo>
                  <a:lnTo>
                    <a:pt x="205740" y="0"/>
                  </a:lnTo>
                  <a:lnTo>
                    <a:pt x="203200" y="3810"/>
                  </a:lnTo>
                  <a:lnTo>
                    <a:pt x="196850" y="19050"/>
                  </a:lnTo>
                  <a:lnTo>
                    <a:pt x="193040" y="25400"/>
                  </a:lnTo>
                  <a:lnTo>
                    <a:pt x="190957" y="29565"/>
                  </a:lnTo>
                  <a:lnTo>
                    <a:pt x="190500" y="29210"/>
                  </a:lnTo>
                  <a:lnTo>
                    <a:pt x="187960" y="34290"/>
                  </a:lnTo>
                  <a:lnTo>
                    <a:pt x="185420" y="38100"/>
                  </a:lnTo>
                  <a:lnTo>
                    <a:pt x="190500" y="41910"/>
                  </a:lnTo>
                  <a:lnTo>
                    <a:pt x="195580" y="45720"/>
                  </a:lnTo>
                  <a:lnTo>
                    <a:pt x="195580" y="44450"/>
                  </a:lnTo>
                  <a:lnTo>
                    <a:pt x="198120" y="40640"/>
                  </a:lnTo>
                  <a:lnTo>
                    <a:pt x="201930" y="36830"/>
                  </a:lnTo>
                  <a:lnTo>
                    <a:pt x="201930" y="35560"/>
                  </a:lnTo>
                  <a:lnTo>
                    <a:pt x="204470" y="30480"/>
                  </a:lnTo>
                  <a:lnTo>
                    <a:pt x="208280" y="24130"/>
                  </a:lnTo>
                  <a:lnTo>
                    <a:pt x="212750" y="13398"/>
                  </a:lnTo>
                  <a:lnTo>
                    <a:pt x="355879" y="35699"/>
                  </a:lnTo>
                  <a:lnTo>
                    <a:pt x="347980" y="58420"/>
                  </a:lnTo>
                  <a:lnTo>
                    <a:pt x="338226" y="84023"/>
                  </a:lnTo>
                  <a:lnTo>
                    <a:pt x="337820" y="83820"/>
                  </a:lnTo>
                  <a:lnTo>
                    <a:pt x="326390" y="107950"/>
                  </a:lnTo>
                  <a:lnTo>
                    <a:pt x="316230" y="129540"/>
                  </a:lnTo>
                  <a:lnTo>
                    <a:pt x="306552" y="147688"/>
                  </a:lnTo>
                  <a:lnTo>
                    <a:pt x="306070" y="147320"/>
                  </a:lnTo>
                  <a:lnTo>
                    <a:pt x="295186" y="164249"/>
                  </a:lnTo>
                  <a:lnTo>
                    <a:pt x="294640" y="163830"/>
                  </a:lnTo>
                  <a:lnTo>
                    <a:pt x="284480" y="177800"/>
                  </a:lnTo>
                  <a:lnTo>
                    <a:pt x="279400" y="184150"/>
                  </a:lnTo>
                  <a:lnTo>
                    <a:pt x="274320" y="189230"/>
                  </a:lnTo>
                  <a:lnTo>
                    <a:pt x="262890" y="198120"/>
                  </a:lnTo>
                  <a:lnTo>
                    <a:pt x="250190" y="205740"/>
                  </a:lnTo>
                  <a:lnTo>
                    <a:pt x="250507" y="206171"/>
                  </a:lnTo>
                  <a:lnTo>
                    <a:pt x="237490" y="212090"/>
                  </a:lnTo>
                  <a:lnTo>
                    <a:pt x="223520" y="217170"/>
                  </a:lnTo>
                  <a:lnTo>
                    <a:pt x="207010" y="222250"/>
                  </a:lnTo>
                  <a:lnTo>
                    <a:pt x="207086" y="222427"/>
                  </a:lnTo>
                  <a:lnTo>
                    <a:pt x="190500" y="224790"/>
                  </a:lnTo>
                  <a:lnTo>
                    <a:pt x="172720" y="227330"/>
                  </a:lnTo>
                  <a:lnTo>
                    <a:pt x="153670" y="227330"/>
                  </a:lnTo>
                  <a:lnTo>
                    <a:pt x="138430" y="227330"/>
                  </a:lnTo>
                  <a:lnTo>
                    <a:pt x="121920" y="224790"/>
                  </a:lnTo>
                  <a:lnTo>
                    <a:pt x="107861" y="222453"/>
                  </a:lnTo>
                  <a:lnTo>
                    <a:pt x="107950" y="222250"/>
                  </a:lnTo>
                  <a:lnTo>
                    <a:pt x="93853" y="218732"/>
                  </a:lnTo>
                  <a:lnTo>
                    <a:pt x="93980" y="218440"/>
                  </a:lnTo>
                  <a:lnTo>
                    <a:pt x="80010" y="214630"/>
                  </a:lnTo>
                  <a:lnTo>
                    <a:pt x="68275" y="208775"/>
                  </a:lnTo>
                  <a:lnTo>
                    <a:pt x="68580" y="208280"/>
                  </a:lnTo>
                  <a:lnTo>
                    <a:pt x="57150" y="201930"/>
                  </a:lnTo>
                  <a:lnTo>
                    <a:pt x="46990" y="194310"/>
                  </a:lnTo>
                  <a:lnTo>
                    <a:pt x="36830" y="185420"/>
                  </a:lnTo>
                  <a:lnTo>
                    <a:pt x="27940" y="175260"/>
                  </a:lnTo>
                  <a:lnTo>
                    <a:pt x="19050" y="163830"/>
                  </a:lnTo>
                  <a:lnTo>
                    <a:pt x="10160" y="151130"/>
                  </a:lnTo>
                  <a:lnTo>
                    <a:pt x="5080" y="154940"/>
                  </a:lnTo>
                  <a:lnTo>
                    <a:pt x="0" y="157480"/>
                  </a:lnTo>
                  <a:lnTo>
                    <a:pt x="0" y="158750"/>
                  </a:lnTo>
                  <a:lnTo>
                    <a:pt x="7620" y="171450"/>
                  </a:lnTo>
                  <a:lnTo>
                    <a:pt x="8890" y="171450"/>
                  </a:lnTo>
                  <a:lnTo>
                    <a:pt x="17780" y="184150"/>
                  </a:lnTo>
                  <a:lnTo>
                    <a:pt x="19050" y="184150"/>
                  </a:lnTo>
                  <a:lnTo>
                    <a:pt x="27940" y="194310"/>
                  </a:lnTo>
                  <a:lnTo>
                    <a:pt x="38100" y="204470"/>
                  </a:lnTo>
                  <a:lnTo>
                    <a:pt x="39370" y="204470"/>
                  </a:lnTo>
                  <a:lnTo>
                    <a:pt x="49530" y="212090"/>
                  </a:lnTo>
                  <a:lnTo>
                    <a:pt x="49530" y="213360"/>
                  </a:lnTo>
                  <a:lnTo>
                    <a:pt x="50800" y="213360"/>
                  </a:lnTo>
                  <a:lnTo>
                    <a:pt x="62230" y="219710"/>
                  </a:lnTo>
                  <a:lnTo>
                    <a:pt x="76200" y="226060"/>
                  </a:lnTo>
                  <a:lnTo>
                    <a:pt x="88900" y="231140"/>
                  </a:lnTo>
                  <a:lnTo>
                    <a:pt x="90170" y="231140"/>
                  </a:lnTo>
                  <a:lnTo>
                    <a:pt x="104140" y="234950"/>
                  </a:lnTo>
                  <a:lnTo>
                    <a:pt x="119380" y="237490"/>
                  </a:lnTo>
                  <a:lnTo>
                    <a:pt x="120650" y="237490"/>
                  </a:lnTo>
                  <a:lnTo>
                    <a:pt x="135890" y="238760"/>
                  </a:lnTo>
                  <a:lnTo>
                    <a:pt x="137160" y="238760"/>
                  </a:lnTo>
                  <a:lnTo>
                    <a:pt x="153670" y="240030"/>
                  </a:lnTo>
                  <a:lnTo>
                    <a:pt x="173990" y="238760"/>
                  </a:lnTo>
                  <a:lnTo>
                    <a:pt x="227330" y="229870"/>
                  </a:lnTo>
                  <a:lnTo>
                    <a:pt x="256540" y="217170"/>
                  </a:lnTo>
                  <a:lnTo>
                    <a:pt x="257810" y="217170"/>
                  </a:lnTo>
                  <a:lnTo>
                    <a:pt x="270510" y="208280"/>
                  </a:lnTo>
                  <a:lnTo>
                    <a:pt x="281940" y="198120"/>
                  </a:lnTo>
                  <a:lnTo>
                    <a:pt x="288290" y="193040"/>
                  </a:lnTo>
                  <a:lnTo>
                    <a:pt x="294640" y="186690"/>
                  </a:lnTo>
                  <a:lnTo>
                    <a:pt x="304800" y="171450"/>
                  </a:lnTo>
                  <a:lnTo>
                    <a:pt x="306070" y="171450"/>
                  </a:lnTo>
                  <a:lnTo>
                    <a:pt x="316230" y="154940"/>
                  </a:lnTo>
                  <a:lnTo>
                    <a:pt x="327660" y="135890"/>
                  </a:lnTo>
                  <a:lnTo>
                    <a:pt x="337820" y="114300"/>
                  </a:lnTo>
                  <a:lnTo>
                    <a:pt x="337820" y="113030"/>
                  </a:lnTo>
                  <a:lnTo>
                    <a:pt x="349250" y="88900"/>
                  </a:lnTo>
                  <a:lnTo>
                    <a:pt x="359410" y="62230"/>
                  </a:lnTo>
                  <a:lnTo>
                    <a:pt x="369570" y="33020"/>
                  </a:lnTo>
                  <a:lnTo>
                    <a:pt x="373380" y="25400"/>
                  </a:lnTo>
                  <a:close/>
                </a:path>
              </a:pathLst>
            </a:custGeom>
            <a:solidFill>
              <a:srgbClr val="9898FF"/>
            </a:solidFill>
          </p:spPr>
          <p:txBody>
            <a:bodyPr wrap="square" lIns="0" tIns="0" rIns="0" bIns="0" rtlCol="0"/>
            <a:lstStyle/>
            <a:p/>
          </p:txBody>
        </p:sp>
        <p:sp>
          <p:nvSpPr>
            <p:cNvPr id="723" name="object 723"/>
            <p:cNvSpPr/>
            <p:nvPr/>
          </p:nvSpPr>
          <p:spPr>
            <a:xfrm>
              <a:off x="6597650" y="1052829"/>
              <a:ext cx="209550" cy="571500"/>
            </a:xfrm>
            <a:custGeom>
              <a:avLst/>
              <a:gdLst/>
              <a:ahLst/>
              <a:cxnLst/>
              <a:rect l="l" t="t" r="r" b="b"/>
              <a:pathLst>
                <a:path w="209550" h="571500">
                  <a:moveTo>
                    <a:pt x="209550" y="0"/>
                  </a:moveTo>
                  <a:lnTo>
                    <a:pt x="208280" y="0"/>
                  </a:lnTo>
                  <a:lnTo>
                    <a:pt x="185420" y="2540"/>
                  </a:lnTo>
                  <a:lnTo>
                    <a:pt x="184150" y="2540"/>
                  </a:lnTo>
                  <a:lnTo>
                    <a:pt x="162560" y="5080"/>
                  </a:lnTo>
                  <a:lnTo>
                    <a:pt x="140970" y="12700"/>
                  </a:lnTo>
                  <a:lnTo>
                    <a:pt x="121920" y="22860"/>
                  </a:lnTo>
                  <a:lnTo>
                    <a:pt x="120650" y="22860"/>
                  </a:lnTo>
                  <a:lnTo>
                    <a:pt x="111760" y="29210"/>
                  </a:lnTo>
                  <a:lnTo>
                    <a:pt x="102870" y="35560"/>
                  </a:lnTo>
                  <a:lnTo>
                    <a:pt x="102870" y="36830"/>
                  </a:lnTo>
                  <a:lnTo>
                    <a:pt x="93980" y="43180"/>
                  </a:lnTo>
                  <a:lnTo>
                    <a:pt x="92710" y="43180"/>
                  </a:lnTo>
                  <a:lnTo>
                    <a:pt x="92710" y="44450"/>
                  </a:lnTo>
                  <a:lnTo>
                    <a:pt x="85090" y="52070"/>
                  </a:lnTo>
                  <a:lnTo>
                    <a:pt x="77470" y="60960"/>
                  </a:lnTo>
                  <a:lnTo>
                    <a:pt x="76200" y="60960"/>
                  </a:lnTo>
                  <a:lnTo>
                    <a:pt x="68580" y="71120"/>
                  </a:lnTo>
                  <a:lnTo>
                    <a:pt x="62230" y="81280"/>
                  </a:lnTo>
                  <a:lnTo>
                    <a:pt x="54597" y="92710"/>
                  </a:lnTo>
                  <a:lnTo>
                    <a:pt x="48247" y="102870"/>
                  </a:lnTo>
                  <a:lnTo>
                    <a:pt x="48247" y="104140"/>
                  </a:lnTo>
                  <a:lnTo>
                    <a:pt x="46990" y="104140"/>
                  </a:lnTo>
                  <a:lnTo>
                    <a:pt x="41897" y="115570"/>
                  </a:lnTo>
                  <a:lnTo>
                    <a:pt x="35547" y="128270"/>
                  </a:lnTo>
                  <a:lnTo>
                    <a:pt x="30480" y="140970"/>
                  </a:lnTo>
                  <a:lnTo>
                    <a:pt x="25400" y="153670"/>
                  </a:lnTo>
                  <a:lnTo>
                    <a:pt x="25400" y="154940"/>
                  </a:lnTo>
                  <a:lnTo>
                    <a:pt x="20320" y="168910"/>
                  </a:lnTo>
                  <a:lnTo>
                    <a:pt x="16497" y="181610"/>
                  </a:lnTo>
                  <a:lnTo>
                    <a:pt x="16497" y="182880"/>
                  </a:lnTo>
                  <a:lnTo>
                    <a:pt x="12700" y="196850"/>
                  </a:lnTo>
                  <a:lnTo>
                    <a:pt x="10147" y="212090"/>
                  </a:lnTo>
                  <a:lnTo>
                    <a:pt x="7620" y="226060"/>
                  </a:lnTo>
                  <a:lnTo>
                    <a:pt x="7620" y="227330"/>
                  </a:lnTo>
                  <a:lnTo>
                    <a:pt x="2540" y="259080"/>
                  </a:lnTo>
                  <a:lnTo>
                    <a:pt x="0" y="292100"/>
                  </a:lnTo>
                  <a:lnTo>
                    <a:pt x="0" y="351790"/>
                  </a:lnTo>
                  <a:lnTo>
                    <a:pt x="0" y="353060"/>
                  </a:lnTo>
                  <a:lnTo>
                    <a:pt x="0" y="398792"/>
                  </a:lnTo>
                  <a:lnTo>
                    <a:pt x="3797" y="398792"/>
                  </a:lnTo>
                  <a:lnTo>
                    <a:pt x="6350" y="421640"/>
                  </a:lnTo>
                  <a:lnTo>
                    <a:pt x="6350" y="422910"/>
                  </a:lnTo>
                  <a:lnTo>
                    <a:pt x="10147" y="443230"/>
                  </a:lnTo>
                  <a:lnTo>
                    <a:pt x="10147" y="444500"/>
                  </a:lnTo>
                  <a:lnTo>
                    <a:pt x="15240" y="464820"/>
                  </a:lnTo>
                  <a:lnTo>
                    <a:pt x="20320" y="485140"/>
                  </a:lnTo>
                  <a:lnTo>
                    <a:pt x="26670" y="504190"/>
                  </a:lnTo>
                  <a:lnTo>
                    <a:pt x="26670" y="505460"/>
                  </a:lnTo>
                  <a:lnTo>
                    <a:pt x="34290" y="523240"/>
                  </a:lnTo>
                  <a:lnTo>
                    <a:pt x="41897" y="539750"/>
                  </a:lnTo>
                  <a:lnTo>
                    <a:pt x="41897" y="541020"/>
                  </a:lnTo>
                  <a:lnTo>
                    <a:pt x="49530" y="556260"/>
                  </a:lnTo>
                  <a:lnTo>
                    <a:pt x="58420" y="570230"/>
                  </a:lnTo>
                  <a:lnTo>
                    <a:pt x="58420" y="571500"/>
                  </a:lnTo>
                  <a:lnTo>
                    <a:pt x="63500" y="567690"/>
                  </a:lnTo>
                  <a:lnTo>
                    <a:pt x="68580" y="563880"/>
                  </a:lnTo>
                  <a:lnTo>
                    <a:pt x="60960" y="549910"/>
                  </a:lnTo>
                  <a:lnTo>
                    <a:pt x="53340" y="534670"/>
                  </a:lnTo>
                  <a:lnTo>
                    <a:pt x="45720" y="518160"/>
                  </a:lnTo>
                  <a:lnTo>
                    <a:pt x="45288" y="518375"/>
                  </a:lnTo>
                  <a:lnTo>
                    <a:pt x="38265" y="500824"/>
                  </a:lnTo>
                  <a:lnTo>
                    <a:pt x="39370" y="500380"/>
                  </a:lnTo>
                  <a:lnTo>
                    <a:pt x="33020" y="481330"/>
                  </a:lnTo>
                  <a:lnTo>
                    <a:pt x="27940" y="462280"/>
                  </a:lnTo>
                  <a:lnTo>
                    <a:pt x="22847" y="440690"/>
                  </a:lnTo>
                  <a:lnTo>
                    <a:pt x="22631" y="440778"/>
                  </a:lnTo>
                  <a:lnTo>
                    <a:pt x="19050" y="420370"/>
                  </a:lnTo>
                  <a:lnTo>
                    <a:pt x="15240" y="397510"/>
                  </a:lnTo>
                  <a:lnTo>
                    <a:pt x="15240" y="292100"/>
                  </a:lnTo>
                  <a:lnTo>
                    <a:pt x="12788" y="292100"/>
                  </a:lnTo>
                  <a:lnTo>
                    <a:pt x="15240" y="260350"/>
                  </a:lnTo>
                  <a:lnTo>
                    <a:pt x="19050" y="228600"/>
                  </a:lnTo>
                  <a:lnTo>
                    <a:pt x="22847" y="214630"/>
                  </a:lnTo>
                  <a:lnTo>
                    <a:pt x="25400" y="199390"/>
                  </a:lnTo>
                  <a:lnTo>
                    <a:pt x="29197" y="185420"/>
                  </a:lnTo>
                  <a:lnTo>
                    <a:pt x="33020" y="171450"/>
                  </a:lnTo>
                  <a:lnTo>
                    <a:pt x="38100" y="158750"/>
                  </a:lnTo>
                  <a:lnTo>
                    <a:pt x="36982" y="158318"/>
                  </a:lnTo>
                  <a:lnTo>
                    <a:pt x="41503" y="145859"/>
                  </a:lnTo>
                  <a:lnTo>
                    <a:pt x="41897" y="146050"/>
                  </a:lnTo>
                  <a:lnTo>
                    <a:pt x="46990" y="133350"/>
                  </a:lnTo>
                  <a:lnTo>
                    <a:pt x="53340" y="121920"/>
                  </a:lnTo>
                  <a:lnTo>
                    <a:pt x="59690" y="109220"/>
                  </a:lnTo>
                  <a:lnTo>
                    <a:pt x="59347" y="109093"/>
                  </a:lnTo>
                  <a:lnTo>
                    <a:pt x="66040" y="99060"/>
                  </a:lnTo>
                  <a:lnTo>
                    <a:pt x="71882" y="88531"/>
                  </a:lnTo>
                  <a:lnTo>
                    <a:pt x="72390" y="88900"/>
                  </a:lnTo>
                  <a:lnTo>
                    <a:pt x="78740" y="78740"/>
                  </a:lnTo>
                  <a:lnTo>
                    <a:pt x="85813" y="69316"/>
                  </a:lnTo>
                  <a:lnTo>
                    <a:pt x="86360" y="69850"/>
                  </a:lnTo>
                  <a:lnTo>
                    <a:pt x="93980" y="60960"/>
                  </a:lnTo>
                  <a:lnTo>
                    <a:pt x="101600" y="53340"/>
                  </a:lnTo>
                  <a:lnTo>
                    <a:pt x="110490" y="45720"/>
                  </a:lnTo>
                  <a:lnTo>
                    <a:pt x="119380" y="39370"/>
                  </a:lnTo>
                  <a:lnTo>
                    <a:pt x="126885" y="34010"/>
                  </a:lnTo>
                  <a:lnTo>
                    <a:pt x="127000" y="34290"/>
                  </a:lnTo>
                  <a:lnTo>
                    <a:pt x="145630" y="24358"/>
                  </a:lnTo>
                  <a:lnTo>
                    <a:pt x="146050" y="25400"/>
                  </a:lnTo>
                  <a:lnTo>
                    <a:pt x="166370" y="17780"/>
                  </a:lnTo>
                  <a:lnTo>
                    <a:pt x="166281" y="17576"/>
                  </a:lnTo>
                  <a:lnTo>
                    <a:pt x="186690" y="13970"/>
                  </a:lnTo>
                  <a:lnTo>
                    <a:pt x="209550" y="12700"/>
                  </a:lnTo>
                  <a:lnTo>
                    <a:pt x="208280" y="6350"/>
                  </a:lnTo>
                  <a:lnTo>
                    <a:pt x="209550" y="0"/>
                  </a:lnTo>
                  <a:close/>
                </a:path>
              </a:pathLst>
            </a:custGeom>
            <a:solidFill>
              <a:srgbClr val="9898FF"/>
            </a:solidFill>
          </p:spPr>
          <p:txBody>
            <a:bodyPr wrap="square" lIns="0" tIns="0" rIns="0" bIns="0" rtlCol="0"/>
            <a:lstStyle/>
            <a:p/>
          </p:txBody>
        </p:sp>
        <p:sp>
          <p:nvSpPr>
            <p:cNvPr id="724" name="object 724"/>
            <p:cNvSpPr/>
            <p:nvPr/>
          </p:nvSpPr>
          <p:spPr>
            <a:xfrm>
              <a:off x="6805930" y="1052829"/>
              <a:ext cx="219710" cy="410209"/>
            </a:xfrm>
            <a:custGeom>
              <a:avLst/>
              <a:gdLst/>
              <a:ahLst/>
              <a:cxnLst/>
              <a:rect l="l" t="t" r="r" b="b"/>
              <a:pathLst>
                <a:path w="219709" h="410209">
                  <a:moveTo>
                    <a:pt x="59690" y="245110"/>
                  </a:moveTo>
                  <a:lnTo>
                    <a:pt x="58420" y="238760"/>
                  </a:lnTo>
                  <a:lnTo>
                    <a:pt x="57150" y="231140"/>
                  </a:lnTo>
                  <a:lnTo>
                    <a:pt x="55880" y="223520"/>
                  </a:lnTo>
                  <a:lnTo>
                    <a:pt x="53340" y="217170"/>
                  </a:lnTo>
                  <a:lnTo>
                    <a:pt x="53340" y="215900"/>
                  </a:lnTo>
                  <a:lnTo>
                    <a:pt x="50800" y="210820"/>
                  </a:lnTo>
                  <a:lnTo>
                    <a:pt x="48260" y="204470"/>
                  </a:lnTo>
                  <a:lnTo>
                    <a:pt x="44450" y="199390"/>
                  </a:lnTo>
                  <a:lnTo>
                    <a:pt x="43180" y="195580"/>
                  </a:lnTo>
                  <a:lnTo>
                    <a:pt x="41910" y="193040"/>
                  </a:lnTo>
                  <a:lnTo>
                    <a:pt x="40640" y="193040"/>
                  </a:lnTo>
                  <a:lnTo>
                    <a:pt x="39370" y="190500"/>
                  </a:lnTo>
                  <a:lnTo>
                    <a:pt x="29210" y="198120"/>
                  </a:lnTo>
                  <a:lnTo>
                    <a:pt x="31267" y="200190"/>
                  </a:lnTo>
                  <a:lnTo>
                    <a:pt x="30480" y="200660"/>
                  </a:lnTo>
                  <a:lnTo>
                    <a:pt x="31750" y="203200"/>
                  </a:lnTo>
                  <a:lnTo>
                    <a:pt x="32346" y="202844"/>
                  </a:lnTo>
                  <a:lnTo>
                    <a:pt x="34290" y="205740"/>
                  </a:lnTo>
                  <a:lnTo>
                    <a:pt x="34671" y="205447"/>
                  </a:lnTo>
                  <a:lnTo>
                    <a:pt x="36830" y="210820"/>
                  </a:lnTo>
                  <a:lnTo>
                    <a:pt x="37211" y="210527"/>
                  </a:lnTo>
                  <a:lnTo>
                    <a:pt x="39370" y="215900"/>
                  </a:lnTo>
                  <a:lnTo>
                    <a:pt x="41694" y="220560"/>
                  </a:lnTo>
                  <a:lnTo>
                    <a:pt x="40640" y="220980"/>
                  </a:lnTo>
                  <a:lnTo>
                    <a:pt x="43180" y="227330"/>
                  </a:lnTo>
                  <a:lnTo>
                    <a:pt x="44450" y="233680"/>
                  </a:lnTo>
                  <a:lnTo>
                    <a:pt x="45720" y="240030"/>
                  </a:lnTo>
                  <a:lnTo>
                    <a:pt x="46990" y="247650"/>
                  </a:lnTo>
                  <a:lnTo>
                    <a:pt x="46990" y="254000"/>
                  </a:lnTo>
                  <a:lnTo>
                    <a:pt x="53340" y="254000"/>
                  </a:lnTo>
                  <a:lnTo>
                    <a:pt x="59690" y="252730"/>
                  </a:lnTo>
                  <a:lnTo>
                    <a:pt x="59690" y="245110"/>
                  </a:lnTo>
                  <a:close/>
                </a:path>
                <a:path w="219709" h="410209">
                  <a:moveTo>
                    <a:pt x="219710" y="355600"/>
                  </a:moveTo>
                  <a:lnTo>
                    <a:pt x="218440" y="355600"/>
                  </a:lnTo>
                  <a:lnTo>
                    <a:pt x="218440" y="327660"/>
                  </a:lnTo>
                  <a:lnTo>
                    <a:pt x="218440" y="326390"/>
                  </a:lnTo>
                  <a:lnTo>
                    <a:pt x="217170" y="299720"/>
                  </a:lnTo>
                  <a:lnTo>
                    <a:pt x="215900" y="273050"/>
                  </a:lnTo>
                  <a:lnTo>
                    <a:pt x="213360" y="247650"/>
                  </a:lnTo>
                  <a:lnTo>
                    <a:pt x="209550" y="223520"/>
                  </a:lnTo>
                  <a:lnTo>
                    <a:pt x="205740" y="201930"/>
                  </a:lnTo>
                  <a:lnTo>
                    <a:pt x="205740" y="200660"/>
                  </a:lnTo>
                  <a:lnTo>
                    <a:pt x="200660" y="180340"/>
                  </a:lnTo>
                  <a:lnTo>
                    <a:pt x="195580" y="160020"/>
                  </a:lnTo>
                  <a:lnTo>
                    <a:pt x="189230" y="142240"/>
                  </a:lnTo>
                  <a:lnTo>
                    <a:pt x="189230" y="140970"/>
                  </a:lnTo>
                  <a:lnTo>
                    <a:pt x="181610" y="124460"/>
                  </a:lnTo>
                  <a:lnTo>
                    <a:pt x="173990" y="107950"/>
                  </a:lnTo>
                  <a:lnTo>
                    <a:pt x="173990" y="106680"/>
                  </a:lnTo>
                  <a:lnTo>
                    <a:pt x="165100" y="92710"/>
                  </a:lnTo>
                  <a:lnTo>
                    <a:pt x="156210" y="78740"/>
                  </a:lnTo>
                  <a:lnTo>
                    <a:pt x="156210" y="77470"/>
                  </a:lnTo>
                  <a:lnTo>
                    <a:pt x="147320" y="64770"/>
                  </a:lnTo>
                  <a:lnTo>
                    <a:pt x="146050" y="64770"/>
                  </a:lnTo>
                  <a:lnTo>
                    <a:pt x="135890" y="53340"/>
                  </a:lnTo>
                  <a:lnTo>
                    <a:pt x="135890" y="52070"/>
                  </a:lnTo>
                  <a:lnTo>
                    <a:pt x="125730" y="41910"/>
                  </a:lnTo>
                  <a:lnTo>
                    <a:pt x="124460" y="40640"/>
                  </a:lnTo>
                  <a:lnTo>
                    <a:pt x="113030" y="31750"/>
                  </a:lnTo>
                  <a:lnTo>
                    <a:pt x="111760" y="31750"/>
                  </a:lnTo>
                  <a:lnTo>
                    <a:pt x="99060" y="24130"/>
                  </a:lnTo>
                  <a:lnTo>
                    <a:pt x="99060" y="22860"/>
                  </a:lnTo>
                  <a:lnTo>
                    <a:pt x="85090" y="16510"/>
                  </a:lnTo>
                  <a:lnTo>
                    <a:pt x="69850" y="11430"/>
                  </a:lnTo>
                  <a:lnTo>
                    <a:pt x="69850" y="10160"/>
                  </a:lnTo>
                  <a:lnTo>
                    <a:pt x="54610" y="5080"/>
                  </a:lnTo>
                  <a:lnTo>
                    <a:pt x="53340" y="5080"/>
                  </a:lnTo>
                  <a:lnTo>
                    <a:pt x="36830" y="2540"/>
                  </a:lnTo>
                  <a:lnTo>
                    <a:pt x="19050" y="1270"/>
                  </a:lnTo>
                  <a:lnTo>
                    <a:pt x="1270" y="0"/>
                  </a:lnTo>
                  <a:lnTo>
                    <a:pt x="0" y="0"/>
                  </a:lnTo>
                  <a:lnTo>
                    <a:pt x="0" y="6350"/>
                  </a:lnTo>
                  <a:lnTo>
                    <a:pt x="0" y="12700"/>
                  </a:lnTo>
                  <a:lnTo>
                    <a:pt x="17780" y="12700"/>
                  </a:lnTo>
                  <a:lnTo>
                    <a:pt x="35560" y="15240"/>
                  </a:lnTo>
                  <a:lnTo>
                    <a:pt x="50863" y="17602"/>
                  </a:lnTo>
                  <a:lnTo>
                    <a:pt x="50800" y="17780"/>
                  </a:lnTo>
                  <a:lnTo>
                    <a:pt x="66040" y="22860"/>
                  </a:lnTo>
                  <a:lnTo>
                    <a:pt x="80010" y="27940"/>
                  </a:lnTo>
                  <a:lnTo>
                    <a:pt x="93027" y="33870"/>
                  </a:lnTo>
                  <a:lnTo>
                    <a:pt x="92710" y="34290"/>
                  </a:lnTo>
                  <a:lnTo>
                    <a:pt x="105410" y="41910"/>
                  </a:lnTo>
                  <a:lnTo>
                    <a:pt x="137160" y="72390"/>
                  </a:lnTo>
                  <a:lnTo>
                    <a:pt x="162560" y="113030"/>
                  </a:lnTo>
                  <a:lnTo>
                    <a:pt x="177596" y="145630"/>
                  </a:lnTo>
                  <a:lnTo>
                    <a:pt x="176530" y="146050"/>
                  </a:lnTo>
                  <a:lnTo>
                    <a:pt x="182880" y="163830"/>
                  </a:lnTo>
                  <a:lnTo>
                    <a:pt x="189230" y="182880"/>
                  </a:lnTo>
                  <a:lnTo>
                    <a:pt x="193040" y="204470"/>
                  </a:lnTo>
                  <a:lnTo>
                    <a:pt x="193294" y="204368"/>
                  </a:lnTo>
                  <a:lnTo>
                    <a:pt x="198120" y="226060"/>
                  </a:lnTo>
                  <a:lnTo>
                    <a:pt x="198247" y="226034"/>
                  </a:lnTo>
                  <a:lnTo>
                    <a:pt x="200660" y="248920"/>
                  </a:lnTo>
                  <a:lnTo>
                    <a:pt x="203200" y="274320"/>
                  </a:lnTo>
                  <a:lnTo>
                    <a:pt x="204470" y="299720"/>
                  </a:lnTo>
                  <a:lnTo>
                    <a:pt x="205740" y="327660"/>
                  </a:lnTo>
                  <a:lnTo>
                    <a:pt x="207010" y="355600"/>
                  </a:lnTo>
                  <a:lnTo>
                    <a:pt x="207010" y="403860"/>
                  </a:lnTo>
                  <a:lnTo>
                    <a:pt x="212090" y="403860"/>
                  </a:lnTo>
                  <a:lnTo>
                    <a:pt x="212090" y="410210"/>
                  </a:lnTo>
                  <a:lnTo>
                    <a:pt x="219710" y="410210"/>
                  </a:lnTo>
                  <a:lnTo>
                    <a:pt x="219710" y="403860"/>
                  </a:lnTo>
                  <a:lnTo>
                    <a:pt x="219710" y="355600"/>
                  </a:lnTo>
                  <a:close/>
                </a:path>
              </a:pathLst>
            </a:custGeom>
            <a:solidFill>
              <a:srgbClr val="9898FF"/>
            </a:solidFill>
          </p:spPr>
          <p:txBody>
            <a:bodyPr wrap="square" lIns="0" tIns="0" rIns="0" bIns="0" rtlCol="0"/>
            <a:lstStyle/>
            <a:p/>
          </p:txBody>
        </p:sp>
        <p:sp>
          <p:nvSpPr>
            <p:cNvPr id="725" name="object 725"/>
            <p:cNvSpPr/>
            <p:nvPr/>
          </p:nvSpPr>
          <p:spPr>
            <a:xfrm>
              <a:off x="6755130" y="1228089"/>
              <a:ext cx="110489" cy="85090"/>
            </a:xfrm>
            <a:custGeom>
              <a:avLst/>
              <a:gdLst/>
              <a:ahLst/>
              <a:cxnLst/>
              <a:rect l="l" t="t" r="r" b="b"/>
              <a:pathLst>
                <a:path w="110490" h="85090">
                  <a:moveTo>
                    <a:pt x="110490" y="77470"/>
                  </a:moveTo>
                  <a:lnTo>
                    <a:pt x="104140" y="78740"/>
                  </a:lnTo>
                  <a:lnTo>
                    <a:pt x="104140" y="72390"/>
                  </a:lnTo>
                  <a:lnTo>
                    <a:pt x="14605" y="72390"/>
                  </a:lnTo>
                  <a:lnTo>
                    <a:pt x="15240" y="69850"/>
                  </a:lnTo>
                  <a:lnTo>
                    <a:pt x="16510" y="64770"/>
                  </a:lnTo>
                  <a:lnTo>
                    <a:pt x="17487" y="60845"/>
                  </a:lnTo>
                  <a:lnTo>
                    <a:pt x="17780" y="60960"/>
                  </a:lnTo>
                  <a:lnTo>
                    <a:pt x="19050" y="55880"/>
                  </a:lnTo>
                  <a:lnTo>
                    <a:pt x="20320" y="50800"/>
                  </a:lnTo>
                  <a:lnTo>
                    <a:pt x="21590" y="45720"/>
                  </a:lnTo>
                  <a:lnTo>
                    <a:pt x="24130" y="40640"/>
                  </a:lnTo>
                  <a:lnTo>
                    <a:pt x="25400" y="38100"/>
                  </a:lnTo>
                  <a:lnTo>
                    <a:pt x="26670" y="36830"/>
                  </a:lnTo>
                  <a:lnTo>
                    <a:pt x="27940" y="33020"/>
                  </a:lnTo>
                  <a:lnTo>
                    <a:pt x="29210" y="30480"/>
                  </a:lnTo>
                  <a:lnTo>
                    <a:pt x="31750" y="26670"/>
                  </a:lnTo>
                  <a:lnTo>
                    <a:pt x="31407" y="26543"/>
                  </a:lnTo>
                  <a:lnTo>
                    <a:pt x="33020" y="24130"/>
                  </a:lnTo>
                  <a:lnTo>
                    <a:pt x="34290" y="22860"/>
                  </a:lnTo>
                  <a:lnTo>
                    <a:pt x="35560" y="21590"/>
                  </a:lnTo>
                  <a:lnTo>
                    <a:pt x="36830" y="20320"/>
                  </a:lnTo>
                  <a:lnTo>
                    <a:pt x="39370" y="19050"/>
                  </a:lnTo>
                  <a:lnTo>
                    <a:pt x="39370" y="17780"/>
                  </a:lnTo>
                  <a:lnTo>
                    <a:pt x="40335" y="17297"/>
                  </a:lnTo>
                  <a:lnTo>
                    <a:pt x="40640" y="17780"/>
                  </a:lnTo>
                  <a:lnTo>
                    <a:pt x="41910" y="16510"/>
                  </a:lnTo>
                  <a:lnTo>
                    <a:pt x="44450" y="15240"/>
                  </a:lnTo>
                  <a:lnTo>
                    <a:pt x="46990" y="13970"/>
                  </a:lnTo>
                  <a:lnTo>
                    <a:pt x="48260" y="13970"/>
                  </a:lnTo>
                  <a:lnTo>
                    <a:pt x="50800" y="12700"/>
                  </a:lnTo>
                  <a:lnTo>
                    <a:pt x="52070" y="12700"/>
                  </a:lnTo>
                  <a:lnTo>
                    <a:pt x="53340" y="12700"/>
                  </a:lnTo>
                  <a:lnTo>
                    <a:pt x="64770" y="12700"/>
                  </a:lnTo>
                  <a:lnTo>
                    <a:pt x="69850" y="15240"/>
                  </a:lnTo>
                  <a:lnTo>
                    <a:pt x="69913" y="14871"/>
                  </a:lnTo>
                  <a:lnTo>
                    <a:pt x="72390" y="16510"/>
                  </a:lnTo>
                  <a:lnTo>
                    <a:pt x="73660" y="17780"/>
                  </a:lnTo>
                  <a:lnTo>
                    <a:pt x="76200" y="19050"/>
                  </a:lnTo>
                  <a:lnTo>
                    <a:pt x="77470" y="20320"/>
                  </a:lnTo>
                  <a:lnTo>
                    <a:pt x="77851" y="19812"/>
                  </a:lnTo>
                  <a:lnTo>
                    <a:pt x="78740" y="21590"/>
                  </a:lnTo>
                  <a:lnTo>
                    <a:pt x="78740" y="22860"/>
                  </a:lnTo>
                  <a:lnTo>
                    <a:pt x="80010" y="22860"/>
                  </a:lnTo>
                  <a:lnTo>
                    <a:pt x="81280" y="24130"/>
                  </a:lnTo>
                  <a:lnTo>
                    <a:pt x="82550" y="25400"/>
                  </a:lnTo>
                  <a:lnTo>
                    <a:pt x="87630" y="21590"/>
                  </a:lnTo>
                  <a:lnTo>
                    <a:pt x="91440" y="17780"/>
                  </a:lnTo>
                  <a:lnTo>
                    <a:pt x="90170" y="15240"/>
                  </a:lnTo>
                  <a:lnTo>
                    <a:pt x="88900" y="13970"/>
                  </a:lnTo>
                  <a:lnTo>
                    <a:pt x="87630" y="12700"/>
                  </a:lnTo>
                  <a:lnTo>
                    <a:pt x="87249" y="13208"/>
                  </a:lnTo>
                  <a:lnTo>
                    <a:pt x="86360" y="11430"/>
                  </a:lnTo>
                  <a:lnTo>
                    <a:pt x="83820" y="10160"/>
                  </a:lnTo>
                  <a:lnTo>
                    <a:pt x="83820" y="8890"/>
                  </a:lnTo>
                  <a:lnTo>
                    <a:pt x="81280" y="7620"/>
                  </a:lnTo>
                  <a:lnTo>
                    <a:pt x="80010" y="6350"/>
                  </a:lnTo>
                  <a:lnTo>
                    <a:pt x="78740" y="5080"/>
                  </a:lnTo>
                  <a:lnTo>
                    <a:pt x="73660" y="2540"/>
                  </a:lnTo>
                  <a:lnTo>
                    <a:pt x="72390" y="2540"/>
                  </a:lnTo>
                  <a:lnTo>
                    <a:pt x="68580" y="1270"/>
                  </a:lnTo>
                  <a:lnTo>
                    <a:pt x="67310" y="1270"/>
                  </a:lnTo>
                  <a:lnTo>
                    <a:pt x="63500" y="0"/>
                  </a:lnTo>
                  <a:lnTo>
                    <a:pt x="62230" y="0"/>
                  </a:lnTo>
                  <a:lnTo>
                    <a:pt x="57150" y="0"/>
                  </a:lnTo>
                  <a:lnTo>
                    <a:pt x="53340" y="0"/>
                  </a:lnTo>
                  <a:lnTo>
                    <a:pt x="49530" y="0"/>
                  </a:lnTo>
                  <a:lnTo>
                    <a:pt x="45720" y="1270"/>
                  </a:lnTo>
                  <a:lnTo>
                    <a:pt x="43180" y="2540"/>
                  </a:lnTo>
                  <a:lnTo>
                    <a:pt x="40640" y="3810"/>
                  </a:lnTo>
                  <a:lnTo>
                    <a:pt x="39370" y="3810"/>
                  </a:lnTo>
                  <a:lnTo>
                    <a:pt x="36830" y="5080"/>
                  </a:lnTo>
                  <a:lnTo>
                    <a:pt x="34290" y="6350"/>
                  </a:lnTo>
                  <a:lnTo>
                    <a:pt x="33020" y="6350"/>
                  </a:lnTo>
                  <a:lnTo>
                    <a:pt x="33020" y="7620"/>
                  </a:lnTo>
                  <a:lnTo>
                    <a:pt x="31750" y="8890"/>
                  </a:lnTo>
                  <a:lnTo>
                    <a:pt x="30480" y="10160"/>
                  </a:lnTo>
                  <a:lnTo>
                    <a:pt x="29210" y="11430"/>
                  </a:lnTo>
                  <a:lnTo>
                    <a:pt x="27940" y="11430"/>
                  </a:lnTo>
                  <a:lnTo>
                    <a:pt x="26670" y="13970"/>
                  </a:lnTo>
                  <a:lnTo>
                    <a:pt x="25400" y="13970"/>
                  </a:lnTo>
                  <a:lnTo>
                    <a:pt x="24130" y="16510"/>
                  </a:lnTo>
                  <a:lnTo>
                    <a:pt x="22860" y="16510"/>
                  </a:lnTo>
                  <a:lnTo>
                    <a:pt x="20320" y="20320"/>
                  </a:lnTo>
                  <a:lnTo>
                    <a:pt x="20320" y="21590"/>
                  </a:lnTo>
                  <a:lnTo>
                    <a:pt x="19050" y="24130"/>
                  </a:lnTo>
                  <a:lnTo>
                    <a:pt x="16510" y="27940"/>
                  </a:lnTo>
                  <a:lnTo>
                    <a:pt x="15240" y="31750"/>
                  </a:lnTo>
                  <a:lnTo>
                    <a:pt x="12700" y="34290"/>
                  </a:lnTo>
                  <a:lnTo>
                    <a:pt x="12700" y="35560"/>
                  </a:lnTo>
                  <a:lnTo>
                    <a:pt x="10160" y="40640"/>
                  </a:lnTo>
                  <a:lnTo>
                    <a:pt x="8890" y="45720"/>
                  </a:lnTo>
                  <a:lnTo>
                    <a:pt x="7620" y="45720"/>
                  </a:lnTo>
                  <a:lnTo>
                    <a:pt x="6350" y="50800"/>
                  </a:lnTo>
                  <a:lnTo>
                    <a:pt x="6350" y="52070"/>
                  </a:lnTo>
                  <a:lnTo>
                    <a:pt x="5080" y="57150"/>
                  </a:lnTo>
                  <a:lnTo>
                    <a:pt x="4051" y="62280"/>
                  </a:lnTo>
                  <a:lnTo>
                    <a:pt x="3810" y="62230"/>
                  </a:lnTo>
                  <a:lnTo>
                    <a:pt x="2540" y="67310"/>
                  </a:lnTo>
                  <a:lnTo>
                    <a:pt x="2540" y="72390"/>
                  </a:lnTo>
                  <a:lnTo>
                    <a:pt x="1270" y="77470"/>
                  </a:lnTo>
                  <a:lnTo>
                    <a:pt x="0" y="85090"/>
                  </a:lnTo>
                  <a:lnTo>
                    <a:pt x="7620" y="85090"/>
                  </a:lnTo>
                  <a:lnTo>
                    <a:pt x="104140" y="85090"/>
                  </a:lnTo>
                  <a:lnTo>
                    <a:pt x="110490" y="85090"/>
                  </a:lnTo>
                  <a:lnTo>
                    <a:pt x="110490" y="77470"/>
                  </a:lnTo>
                  <a:close/>
                </a:path>
              </a:pathLst>
            </a:custGeom>
            <a:solidFill>
              <a:srgbClr val="9898FF"/>
            </a:solidFill>
          </p:spPr>
          <p:txBody>
            <a:bodyPr wrap="square" lIns="0" tIns="0" rIns="0" bIns="0" rtlCol="0"/>
            <a:lstStyle/>
            <a:p/>
          </p:txBody>
        </p:sp>
      </p:grpSp>
      <p:grpSp>
        <p:nvGrpSpPr>
          <p:cNvPr id="726" name="object 726"/>
          <p:cNvGrpSpPr/>
          <p:nvPr/>
        </p:nvGrpSpPr>
        <p:grpSpPr>
          <a:xfrm>
            <a:off x="7104380" y="1059180"/>
            <a:ext cx="382270" cy="627380"/>
            <a:chOff x="7104380" y="1059180"/>
            <a:chExt cx="382270" cy="627380"/>
          </a:xfrm>
        </p:grpSpPr>
        <p:sp>
          <p:nvSpPr>
            <p:cNvPr id="727" name="object 727"/>
            <p:cNvSpPr/>
            <p:nvPr/>
          </p:nvSpPr>
          <p:spPr>
            <a:xfrm>
              <a:off x="7104380" y="1059179"/>
              <a:ext cx="334010" cy="40640"/>
            </a:xfrm>
            <a:custGeom>
              <a:avLst/>
              <a:gdLst/>
              <a:ahLst/>
              <a:cxnLst/>
              <a:rect l="l" t="t" r="r" b="b"/>
              <a:pathLst>
                <a:path w="334009" h="40640">
                  <a:moveTo>
                    <a:pt x="148590" y="36957"/>
                  </a:moveTo>
                  <a:lnTo>
                    <a:pt x="0" y="36957"/>
                  </a:lnTo>
                  <a:lnTo>
                    <a:pt x="0" y="40640"/>
                  </a:lnTo>
                  <a:lnTo>
                    <a:pt x="148590" y="40640"/>
                  </a:lnTo>
                  <a:lnTo>
                    <a:pt x="148590" y="36957"/>
                  </a:lnTo>
                  <a:close/>
                </a:path>
                <a:path w="334009" h="40640">
                  <a:moveTo>
                    <a:pt x="148590" y="34417"/>
                  </a:moveTo>
                  <a:lnTo>
                    <a:pt x="0" y="34417"/>
                  </a:lnTo>
                  <a:lnTo>
                    <a:pt x="0" y="36830"/>
                  </a:lnTo>
                  <a:lnTo>
                    <a:pt x="148590" y="36830"/>
                  </a:lnTo>
                  <a:lnTo>
                    <a:pt x="148590" y="34417"/>
                  </a:lnTo>
                  <a:close/>
                </a:path>
                <a:path w="334009" h="40640">
                  <a:moveTo>
                    <a:pt x="148590" y="30607"/>
                  </a:moveTo>
                  <a:lnTo>
                    <a:pt x="0" y="30607"/>
                  </a:lnTo>
                  <a:lnTo>
                    <a:pt x="0" y="34290"/>
                  </a:lnTo>
                  <a:lnTo>
                    <a:pt x="148590" y="34290"/>
                  </a:lnTo>
                  <a:lnTo>
                    <a:pt x="148590" y="30607"/>
                  </a:lnTo>
                  <a:close/>
                </a:path>
                <a:path w="334009" h="40640">
                  <a:moveTo>
                    <a:pt x="148590" y="28067"/>
                  </a:moveTo>
                  <a:lnTo>
                    <a:pt x="0" y="28067"/>
                  </a:lnTo>
                  <a:lnTo>
                    <a:pt x="0" y="30480"/>
                  </a:lnTo>
                  <a:lnTo>
                    <a:pt x="148590" y="30480"/>
                  </a:lnTo>
                  <a:lnTo>
                    <a:pt x="148590" y="28067"/>
                  </a:lnTo>
                  <a:close/>
                </a:path>
                <a:path w="334009" h="40640">
                  <a:moveTo>
                    <a:pt x="148590" y="24257"/>
                  </a:moveTo>
                  <a:lnTo>
                    <a:pt x="0" y="24257"/>
                  </a:lnTo>
                  <a:lnTo>
                    <a:pt x="0" y="27940"/>
                  </a:lnTo>
                  <a:lnTo>
                    <a:pt x="148590" y="27940"/>
                  </a:lnTo>
                  <a:lnTo>
                    <a:pt x="148590" y="24257"/>
                  </a:lnTo>
                  <a:close/>
                </a:path>
                <a:path w="334009" h="40640">
                  <a:moveTo>
                    <a:pt x="148590" y="21717"/>
                  </a:moveTo>
                  <a:lnTo>
                    <a:pt x="0" y="21717"/>
                  </a:lnTo>
                  <a:lnTo>
                    <a:pt x="0" y="24130"/>
                  </a:lnTo>
                  <a:lnTo>
                    <a:pt x="148590" y="24130"/>
                  </a:lnTo>
                  <a:lnTo>
                    <a:pt x="148590" y="21717"/>
                  </a:lnTo>
                  <a:close/>
                </a:path>
                <a:path w="334009" h="40640">
                  <a:moveTo>
                    <a:pt x="148590" y="17907"/>
                  </a:moveTo>
                  <a:lnTo>
                    <a:pt x="0" y="17907"/>
                  </a:lnTo>
                  <a:lnTo>
                    <a:pt x="0" y="20320"/>
                  </a:lnTo>
                  <a:lnTo>
                    <a:pt x="0" y="21590"/>
                  </a:lnTo>
                  <a:lnTo>
                    <a:pt x="148590" y="21590"/>
                  </a:lnTo>
                  <a:lnTo>
                    <a:pt x="148590" y="20320"/>
                  </a:lnTo>
                  <a:lnTo>
                    <a:pt x="148590" y="17907"/>
                  </a:lnTo>
                  <a:close/>
                </a:path>
                <a:path w="334009" h="40640">
                  <a:moveTo>
                    <a:pt x="148590" y="15367"/>
                  </a:moveTo>
                  <a:lnTo>
                    <a:pt x="0" y="15367"/>
                  </a:lnTo>
                  <a:lnTo>
                    <a:pt x="0" y="17780"/>
                  </a:lnTo>
                  <a:lnTo>
                    <a:pt x="148590" y="17780"/>
                  </a:lnTo>
                  <a:lnTo>
                    <a:pt x="148590" y="15367"/>
                  </a:lnTo>
                  <a:close/>
                </a:path>
                <a:path w="334009" h="40640">
                  <a:moveTo>
                    <a:pt x="148590" y="12700"/>
                  </a:moveTo>
                  <a:lnTo>
                    <a:pt x="0" y="12700"/>
                  </a:lnTo>
                  <a:lnTo>
                    <a:pt x="0" y="15240"/>
                  </a:lnTo>
                  <a:lnTo>
                    <a:pt x="148590" y="15240"/>
                  </a:lnTo>
                  <a:lnTo>
                    <a:pt x="148590" y="12700"/>
                  </a:lnTo>
                  <a:close/>
                </a:path>
                <a:path w="334009" h="40640">
                  <a:moveTo>
                    <a:pt x="274320" y="2540"/>
                  </a:moveTo>
                  <a:lnTo>
                    <a:pt x="270497" y="2540"/>
                  </a:lnTo>
                  <a:lnTo>
                    <a:pt x="270497" y="1397"/>
                  </a:lnTo>
                  <a:lnTo>
                    <a:pt x="255270" y="1397"/>
                  </a:lnTo>
                  <a:lnTo>
                    <a:pt x="255270" y="0"/>
                  </a:lnTo>
                  <a:lnTo>
                    <a:pt x="254000" y="0"/>
                  </a:lnTo>
                  <a:lnTo>
                    <a:pt x="254000" y="1397"/>
                  </a:lnTo>
                  <a:lnTo>
                    <a:pt x="233680" y="1397"/>
                  </a:lnTo>
                  <a:lnTo>
                    <a:pt x="233680" y="2540"/>
                  </a:lnTo>
                  <a:lnTo>
                    <a:pt x="227330" y="2540"/>
                  </a:lnTo>
                  <a:lnTo>
                    <a:pt x="227330" y="3810"/>
                  </a:lnTo>
                  <a:lnTo>
                    <a:pt x="274320" y="3810"/>
                  </a:lnTo>
                  <a:lnTo>
                    <a:pt x="274320" y="2667"/>
                  </a:lnTo>
                  <a:lnTo>
                    <a:pt x="274320" y="2540"/>
                  </a:lnTo>
                  <a:close/>
                </a:path>
                <a:path w="334009" h="40640">
                  <a:moveTo>
                    <a:pt x="297180" y="8890"/>
                  </a:moveTo>
                  <a:lnTo>
                    <a:pt x="293370" y="8890"/>
                  </a:lnTo>
                  <a:lnTo>
                    <a:pt x="293370" y="7747"/>
                  </a:lnTo>
                  <a:lnTo>
                    <a:pt x="289560" y="7747"/>
                  </a:lnTo>
                  <a:lnTo>
                    <a:pt x="289560" y="6350"/>
                  </a:lnTo>
                  <a:lnTo>
                    <a:pt x="287020" y="6350"/>
                  </a:lnTo>
                  <a:lnTo>
                    <a:pt x="287020" y="5207"/>
                  </a:lnTo>
                  <a:lnTo>
                    <a:pt x="287020" y="5080"/>
                  </a:lnTo>
                  <a:lnTo>
                    <a:pt x="284480" y="5080"/>
                  </a:lnTo>
                  <a:lnTo>
                    <a:pt x="284480" y="3937"/>
                  </a:lnTo>
                  <a:lnTo>
                    <a:pt x="224790" y="3937"/>
                  </a:lnTo>
                  <a:lnTo>
                    <a:pt x="224790" y="5080"/>
                  </a:lnTo>
                  <a:lnTo>
                    <a:pt x="219710" y="5080"/>
                  </a:lnTo>
                  <a:lnTo>
                    <a:pt x="219710" y="6350"/>
                  </a:lnTo>
                  <a:lnTo>
                    <a:pt x="217170" y="6350"/>
                  </a:lnTo>
                  <a:lnTo>
                    <a:pt x="217170" y="7747"/>
                  </a:lnTo>
                  <a:lnTo>
                    <a:pt x="214630" y="7747"/>
                  </a:lnTo>
                  <a:lnTo>
                    <a:pt x="214630" y="8890"/>
                  </a:lnTo>
                  <a:lnTo>
                    <a:pt x="208280" y="8890"/>
                  </a:lnTo>
                  <a:lnTo>
                    <a:pt x="208280" y="10160"/>
                  </a:lnTo>
                  <a:lnTo>
                    <a:pt x="297180" y="10160"/>
                  </a:lnTo>
                  <a:lnTo>
                    <a:pt x="297180" y="9017"/>
                  </a:lnTo>
                  <a:lnTo>
                    <a:pt x="297180" y="8890"/>
                  </a:lnTo>
                  <a:close/>
                </a:path>
                <a:path w="334009" h="40640">
                  <a:moveTo>
                    <a:pt x="308610" y="15240"/>
                  </a:moveTo>
                  <a:lnTo>
                    <a:pt x="306070" y="15240"/>
                  </a:lnTo>
                  <a:lnTo>
                    <a:pt x="306070" y="14097"/>
                  </a:lnTo>
                  <a:lnTo>
                    <a:pt x="303530" y="14097"/>
                  </a:lnTo>
                  <a:lnTo>
                    <a:pt x="303530" y="12700"/>
                  </a:lnTo>
                  <a:lnTo>
                    <a:pt x="302247" y="12700"/>
                  </a:lnTo>
                  <a:lnTo>
                    <a:pt x="302247" y="11557"/>
                  </a:lnTo>
                  <a:lnTo>
                    <a:pt x="302247" y="11430"/>
                  </a:lnTo>
                  <a:lnTo>
                    <a:pt x="298450" y="11430"/>
                  </a:lnTo>
                  <a:lnTo>
                    <a:pt x="298450" y="10287"/>
                  </a:lnTo>
                  <a:lnTo>
                    <a:pt x="205740" y="10287"/>
                  </a:lnTo>
                  <a:lnTo>
                    <a:pt x="205740" y="11430"/>
                  </a:lnTo>
                  <a:lnTo>
                    <a:pt x="203200" y="11430"/>
                  </a:lnTo>
                  <a:lnTo>
                    <a:pt x="203200" y="12700"/>
                  </a:lnTo>
                  <a:lnTo>
                    <a:pt x="201930" y="12700"/>
                  </a:lnTo>
                  <a:lnTo>
                    <a:pt x="201930" y="14097"/>
                  </a:lnTo>
                  <a:lnTo>
                    <a:pt x="199390" y="14097"/>
                  </a:lnTo>
                  <a:lnTo>
                    <a:pt x="199390" y="15240"/>
                  </a:lnTo>
                  <a:lnTo>
                    <a:pt x="198120" y="15240"/>
                  </a:lnTo>
                  <a:lnTo>
                    <a:pt x="198120" y="16510"/>
                  </a:lnTo>
                  <a:lnTo>
                    <a:pt x="308610" y="16510"/>
                  </a:lnTo>
                  <a:lnTo>
                    <a:pt x="308610" y="15367"/>
                  </a:lnTo>
                  <a:lnTo>
                    <a:pt x="308610" y="15240"/>
                  </a:lnTo>
                  <a:close/>
                </a:path>
                <a:path w="334009" h="40640">
                  <a:moveTo>
                    <a:pt x="317500" y="21590"/>
                  </a:moveTo>
                  <a:lnTo>
                    <a:pt x="316230" y="21590"/>
                  </a:lnTo>
                  <a:lnTo>
                    <a:pt x="316230" y="20447"/>
                  </a:lnTo>
                  <a:lnTo>
                    <a:pt x="314947" y="20447"/>
                  </a:lnTo>
                  <a:lnTo>
                    <a:pt x="314947" y="20320"/>
                  </a:lnTo>
                  <a:lnTo>
                    <a:pt x="314947" y="19050"/>
                  </a:lnTo>
                  <a:lnTo>
                    <a:pt x="312420" y="19050"/>
                  </a:lnTo>
                  <a:lnTo>
                    <a:pt x="312420" y="17907"/>
                  </a:lnTo>
                  <a:lnTo>
                    <a:pt x="312420" y="17780"/>
                  </a:lnTo>
                  <a:lnTo>
                    <a:pt x="309880" y="17780"/>
                  </a:lnTo>
                  <a:lnTo>
                    <a:pt x="309880" y="16637"/>
                  </a:lnTo>
                  <a:lnTo>
                    <a:pt x="195580" y="16637"/>
                  </a:lnTo>
                  <a:lnTo>
                    <a:pt x="195580" y="17780"/>
                  </a:lnTo>
                  <a:lnTo>
                    <a:pt x="193040" y="17780"/>
                  </a:lnTo>
                  <a:lnTo>
                    <a:pt x="193040" y="19050"/>
                  </a:lnTo>
                  <a:lnTo>
                    <a:pt x="190500" y="19050"/>
                  </a:lnTo>
                  <a:lnTo>
                    <a:pt x="190500" y="20320"/>
                  </a:lnTo>
                  <a:lnTo>
                    <a:pt x="190500" y="20447"/>
                  </a:lnTo>
                  <a:lnTo>
                    <a:pt x="189230" y="20447"/>
                  </a:lnTo>
                  <a:lnTo>
                    <a:pt x="189230" y="21590"/>
                  </a:lnTo>
                  <a:lnTo>
                    <a:pt x="187960" y="21590"/>
                  </a:lnTo>
                  <a:lnTo>
                    <a:pt x="187960" y="22860"/>
                  </a:lnTo>
                  <a:lnTo>
                    <a:pt x="317500" y="22860"/>
                  </a:lnTo>
                  <a:lnTo>
                    <a:pt x="317500" y="21717"/>
                  </a:lnTo>
                  <a:lnTo>
                    <a:pt x="317500" y="21590"/>
                  </a:lnTo>
                  <a:close/>
                </a:path>
                <a:path w="334009" h="40640">
                  <a:moveTo>
                    <a:pt x="323850" y="27940"/>
                  </a:moveTo>
                  <a:lnTo>
                    <a:pt x="322580" y="27940"/>
                  </a:lnTo>
                  <a:lnTo>
                    <a:pt x="322580" y="26797"/>
                  </a:lnTo>
                  <a:lnTo>
                    <a:pt x="321297" y="26797"/>
                  </a:lnTo>
                  <a:lnTo>
                    <a:pt x="321297" y="25400"/>
                  </a:lnTo>
                  <a:lnTo>
                    <a:pt x="320040" y="25400"/>
                  </a:lnTo>
                  <a:lnTo>
                    <a:pt x="320040" y="24257"/>
                  </a:lnTo>
                  <a:lnTo>
                    <a:pt x="320040" y="24130"/>
                  </a:lnTo>
                  <a:lnTo>
                    <a:pt x="318770" y="24130"/>
                  </a:lnTo>
                  <a:lnTo>
                    <a:pt x="318770" y="22987"/>
                  </a:lnTo>
                  <a:lnTo>
                    <a:pt x="185420" y="22987"/>
                  </a:lnTo>
                  <a:lnTo>
                    <a:pt x="185420" y="24130"/>
                  </a:lnTo>
                  <a:lnTo>
                    <a:pt x="184150" y="24130"/>
                  </a:lnTo>
                  <a:lnTo>
                    <a:pt x="184150" y="25400"/>
                  </a:lnTo>
                  <a:lnTo>
                    <a:pt x="182880" y="25400"/>
                  </a:lnTo>
                  <a:lnTo>
                    <a:pt x="182880" y="26797"/>
                  </a:lnTo>
                  <a:lnTo>
                    <a:pt x="181610" y="26797"/>
                  </a:lnTo>
                  <a:lnTo>
                    <a:pt x="181610" y="27940"/>
                  </a:lnTo>
                  <a:lnTo>
                    <a:pt x="180340" y="27940"/>
                  </a:lnTo>
                  <a:lnTo>
                    <a:pt x="180340" y="29210"/>
                  </a:lnTo>
                  <a:lnTo>
                    <a:pt x="323850" y="29210"/>
                  </a:lnTo>
                  <a:lnTo>
                    <a:pt x="323850" y="28067"/>
                  </a:lnTo>
                  <a:lnTo>
                    <a:pt x="323850" y="27940"/>
                  </a:lnTo>
                  <a:close/>
                </a:path>
                <a:path w="334009" h="40640">
                  <a:moveTo>
                    <a:pt x="330200" y="34290"/>
                  </a:moveTo>
                  <a:lnTo>
                    <a:pt x="328930" y="34290"/>
                  </a:lnTo>
                  <a:lnTo>
                    <a:pt x="328930" y="33147"/>
                  </a:lnTo>
                  <a:lnTo>
                    <a:pt x="327647" y="33147"/>
                  </a:lnTo>
                  <a:lnTo>
                    <a:pt x="327647" y="31750"/>
                  </a:lnTo>
                  <a:lnTo>
                    <a:pt x="326390" y="31750"/>
                  </a:lnTo>
                  <a:lnTo>
                    <a:pt x="326390" y="30607"/>
                  </a:lnTo>
                  <a:lnTo>
                    <a:pt x="326390" y="30480"/>
                  </a:lnTo>
                  <a:lnTo>
                    <a:pt x="325120" y="30480"/>
                  </a:lnTo>
                  <a:lnTo>
                    <a:pt x="325120" y="29337"/>
                  </a:lnTo>
                  <a:lnTo>
                    <a:pt x="179070" y="29337"/>
                  </a:lnTo>
                  <a:lnTo>
                    <a:pt x="179070" y="30480"/>
                  </a:lnTo>
                  <a:lnTo>
                    <a:pt x="177800" y="30480"/>
                  </a:lnTo>
                  <a:lnTo>
                    <a:pt x="177800" y="31750"/>
                  </a:lnTo>
                  <a:lnTo>
                    <a:pt x="176530" y="31750"/>
                  </a:lnTo>
                  <a:lnTo>
                    <a:pt x="176530" y="33147"/>
                  </a:lnTo>
                  <a:lnTo>
                    <a:pt x="175260" y="33147"/>
                  </a:lnTo>
                  <a:lnTo>
                    <a:pt x="175260" y="34290"/>
                  </a:lnTo>
                  <a:lnTo>
                    <a:pt x="173990" y="34290"/>
                  </a:lnTo>
                  <a:lnTo>
                    <a:pt x="173990" y="35560"/>
                  </a:lnTo>
                  <a:lnTo>
                    <a:pt x="330200" y="35560"/>
                  </a:lnTo>
                  <a:lnTo>
                    <a:pt x="330200" y="34417"/>
                  </a:lnTo>
                  <a:lnTo>
                    <a:pt x="330200" y="34290"/>
                  </a:lnTo>
                  <a:close/>
                </a:path>
                <a:path w="334009" h="40640">
                  <a:moveTo>
                    <a:pt x="332740" y="36830"/>
                  </a:moveTo>
                  <a:lnTo>
                    <a:pt x="331470" y="36830"/>
                  </a:lnTo>
                  <a:lnTo>
                    <a:pt x="331470" y="35687"/>
                  </a:lnTo>
                  <a:lnTo>
                    <a:pt x="172720" y="35687"/>
                  </a:lnTo>
                  <a:lnTo>
                    <a:pt x="172720" y="36830"/>
                  </a:lnTo>
                  <a:lnTo>
                    <a:pt x="171450" y="36830"/>
                  </a:lnTo>
                  <a:lnTo>
                    <a:pt x="171450" y="38100"/>
                  </a:lnTo>
                  <a:lnTo>
                    <a:pt x="170180" y="38100"/>
                  </a:lnTo>
                  <a:lnTo>
                    <a:pt x="170180" y="39370"/>
                  </a:lnTo>
                  <a:lnTo>
                    <a:pt x="332727" y="39370"/>
                  </a:lnTo>
                  <a:lnTo>
                    <a:pt x="332727" y="38100"/>
                  </a:lnTo>
                  <a:lnTo>
                    <a:pt x="332740" y="36957"/>
                  </a:lnTo>
                  <a:lnTo>
                    <a:pt x="332740" y="36830"/>
                  </a:lnTo>
                  <a:close/>
                </a:path>
                <a:path w="334009" h="40640">
                  <a:moveTo>
                    <a:pt x="334010" y="39497"/>
                  </a:moveTo>
                  <a:lnTo>
                    <a:pt x="168910" y="39497"/>
                  </a:lnTo>
                  <a:lnTo>
                    <a:pt x="168910" y="40640"/>
                  </a:lnTo>
                  <a:lnTo>
                    <a:pt x="334010" y="40640"/>
                  </a:lnTo>
                  <a:lnTo>
                    <a:pt x="334010" y="39497"/>
                  </a:lnTo>
                  <a:close/>
                </a:path>
              </a:pathLst>
            </a:custGeom>
            <a:solidFill>
              <a:srgbClr val="10101C"/>
            </a:solidFill>
          </p:spPr>
          <p:txBody>
            <a:bodyPr wrap="square" lIns="0" tIns="0" rIns="0" bIns="0" rtlCol="0"/>
            <a:lstStyle/>
            <a:p/>
          </p:txBody>
        </p:sp>
        <p:sp>
          <p:nvSpPr>
            <p:cNvPr id="728" name="object 728"/>
            <p:cNvSpPr/>
            <p:nvPr/>
          </p:nvSpPr>
          <p:spPr>
            <a:xfrm>
              <a:off x="7104380" y="1099819"/>
              <a:ext cx="349250" cy="21590"/>
            </a:xfrm>
            <a:custGeom>
              <a:avLst/>
              <a:gdLst/>
              <a:ahLst/>
              <a:cxnLst/>
              <a:rect l="l" t="t" r="r" b="b"/>
              <a:pathLst>
                <a:path w="349250" h="21590">
                  <a:moveTo>
                    <a:pt x="148590" y="6477"/>
                  </a:moveTo>
                  <a:lnTo>
                    <a:pt x="0" y="6477"/>
                  </a:lnTo>
                  <a:lnTo>
                    <a:pt x="0" y="8890"/>
                  </a:lnTo>
                  <a:lnTo>
                    <a:pt x="148590" y="8890"/>
                  </a:lnTo>
                  <a:lnTo>
                    <a:pt x="148590" y="6477"/>
                  </a:lnTo>
                  <a:close/>
                </a:path>
                <a:path w="349250" h="21590">
                  <a:moveTo>
                    <a:pt x="148590" y="2667"/>
                  </a:moveTo>
                  <a:lnTo>
                    <a:pt x="0" y="2667"/>
                  </a:lnTo>
                  <a:lnTo>
                    <a:pt x="0" y="6350"/>
                  </a:lnTo>
                  <a:lnTo>
                    <a:pt x="148590" y="6350"/>
                  </a:lnTo>
                  <a:lnTo>
                    <a:pt x="148590" y="2667"/>
                  </a:lnTo>
                  <a:close/>
                </a:path>
                <a:path w="349250" h="21590">
                  <a:moveTo>
                    <a:pt x="148590" y="127"/>
                  </a:moveTo>
                  <a:lnTo>
                    <a:pt x="0" y="127"/>
                  </a:lnTo>
                  <a:lnTo>
                    <a:pt x="0" y="2540"/>
                  </a:lnTo>
                  <a:lnTo>
                    <a:pt x="148590" y="2540"/>
                  </a:lnTo>
                  <a:lnTo>
                    <a:pt x="148590" y="127"/>
                  </a:lnTo>
                  <a:close/>
                </a:path>
                <a:path w="349250" h="21590">
                  <a:moveTo>
                    <a:pt x="335280" y="0"/>
                  </a:moveTo>
                  <a:lnTo>
                    <a:pt x="334010" y="0"/>
                  </a:lnTo>
                  <a:lnTo>
                    <a:pt x="167640" y="0"/>
                  </a:lnTo>
                  <a:lnTo>
                    <a:pt x="167640" y="1270"/>
                  </a:lnTo>
                  <a:lnTo>
                    <a:pt x="335280" y="1270"/>
                  </a:lnTo>
                  <a:lnTo>
                    <a:pt x="335280" y="127"/>
                  </a:lnTo>
                  <a:lnTo>
                    <a:pt x="335280" y="0"/>
                  </a:lnTo>
                  <a:close/>
                </a:path>
                <a:path w="349250" h="21590">
                  <a:moveTo>
                    <a:pt x="337820" y="2540"/>
                  </a:moveTo>
                  <a:lnTo>
                    <a:pt x="336550" y="2540"/>
                  </a:lnTo>
                  <a:lnTo>
                    <a:pt x="336550" y="1397"/>
                  </a:lnTo>
                  <a:lnTo>
                    <a:pt x="166370" y="1397"/>
                  </a:lnTo>
                  <a:lnTo>
                    <a:pt x="166370" y="2540"/>
                  </a:lnTo>
                  <a:lnTo>
                    <a:pt x="165100" y="2540"/>
                  </a:lnTo>
                  <a:lnTo>
                    <a:pt x="165100" y="3810"/>
                  </a:lnTo>
                  <a:lnTo>
                    <a:pt x="162560" y="3810"/>
                  </a:lnTo>
                  <a:lnTo>
                    <a:pt x="162560" y="5080"/>
                  </a:lnTo>
                  <a:lnTo>
                    <a:pt x="337820" y="5080"/>
                  </a:lnTo>
                  <a:lnTo>
                    <a:pt x="337820" y="3810"/>
                  </a:lnTo>
                  <a:lnTo>
                    <a:pt x="337820" y="2667"/>
                  </a:lnTo>
                  <a:lnTo>
                    <a:pt x="337820" y="2540"/>
                  </a:lnTo>
                  <a:close/>
                </a:path>
                <a:path w="349250" h="21590">
                  <a:moveTo>
                    <a:pt x="340360" y="6350"/>
                  </a:moveTo>
                  <a:lnTo>
                    <a:pt x="339090" y="6350"/>
                  </a:lnTo>
                  <a:lnTo>
                    <a:pt x="339090" y="5207"/>
                  </a:lnTo>
                  <a:lnTo>
                    <a:pt x="161290" y="5207"/>
                  </a:lnTo>
                  <a:lnTo>
                    <a:pt x="161290" y="6350"/>
                  </a:lnTo>
                  <a:lnTo>
                    <a:pt x="160020" y="6350"/>
                  </a:lnTo>
                  <a:lnTo>
                    <a:pt x="160020" y="7620"/>
                  </a:lnTo>
                  <a:lnTo>
                    <a:pt x="340360" y="7620"/>
                  </a:lnTo>
                  <a:lnTo>
                    <a:pt x="340360" y="6477"/>
                  </a:lnTo>
                  <a:lnTo>
                    <a:pt x="340360" y="6350"/>
                  </a:lnTo>
                  <a:close/>
                </a:path>
                <a:path w="349250" h="21590">
                  <a:moveTo>
                    <a:pt x="344170" y="12700"/>
                  </a:moveTo>
                  <a:lnTo>
                    <a:pt x="342900" y="12700"/>
                  </a:lnTo>
                  <a:lnTo>
                    <a:pt x="342900" y="11430"/>
                  </a:lnTo>
                  <a:lnTo>
                    <a:pt x="342900" y="10160"/>
                  </a:lnTo>
                  <a:lnTo>
                    <a:pt x="341630" y="10160"/>
                  </a:lnTo>
                  <a:lnTo>
                    <a:pt x="341630" y="8890"/>
                  </a:lnTo>
                  <a:lnTo>
                    <a:pt x="341630" y="7747"/>
                  </a:lnTo>
                  <a:lnTo>
                    <a:pt x="158750" y="7747"/>
                  </a:lnTo>
                  <a:lnTo>
                    <a:pt x="158750" y="8890"/>
                  </a:lnTo>
                  <a:lnTo>
                    <a:pt x="157480" y="8890"/>
                  </a:lnTo>
                  <a:lnTo>
                    <a:pt x="157480" y="10160"/>
                  </a:lnTo>
                  <a:lnTo>
                    <a:pt x="156210" y="10160"/>
                  </a:lnTo>
                  <a:lnTo>
                    <a:pt x="156210" y="11430"/>
                  </a:lnTo>
                  <a:lnTo>
                    <a:pt x="154940" y="11430"/>
                  </a:lnTo>
                  <a:lnTo>
                    <a:pt x="154940" y="12700"/>
                  </a:lnTo>
                  <a:lnTo>
                    <a:pt x="153670" y="12700"/>
                  </a:lnTo>
                  <a:lnTo>
                    <a:pt x="153670" y="13970"/>
                  </a:lnTo>
                  <a:lnTo>
                    <a:pt x="344170" y="13970"/>
                  </a:lnTo>
                  <a:lnTo>
                    <a:pt x="344170" y="12827"/>
                  </a:lnTo>
                  <a:lnTo>
                    <a:pt x="344170" y="12700"/>
                  </a:lnTo>
                  <a:close/>
                </a:path>
                <a:path w="349250" h="21590">
                  <a:moveTo>
                    <a:pt x="349250" y="20320"/>
                  </a:moveTo>
                  <a:lnTo>
                    <a:pt x="347980" y="20320"/>
                  </a:lnTo>
                  <a:lnTo>
                    <a:pt x="347980" y="17907"/>
                  </a:lnTo>
                  <a:lnTo>
                    <a:pt x="346697" y="17907"/>
                  </a:lnTo>
                  <a:lnTo>
                    <a:pt x="346697" y="16510"/>
                  </a:lnTo>
                  <a:lnTo>
                    <a:pt x="345440" y="16510"/>
                  </a:lnTo>
                  <a:lnTo>
                    <a:pt x="345440" y="14097"/>
                  </a:lnTo>
                  <a:lnTo>
                    <a:pt x="152400" y="14097"/>
                  </a:lnTo>
                  <a:lnTo>
                    <a:pt x="152400" y="16510"/>
                  </a:lnTo>
                  <a:lnTo>
                    <a:pt x="151130" y="16510"/>
                  </a:lnTo>
                  <a:lnTo>
                    <a:pt x="151130" y="17907"/>
                  </a:lnTo>
                  <a:lnTo>
                    <a:pt x="149860" y="17907"/>
                  </a:lnTo>
                  <a:lnTo>
                    <a:pt x="149860" y="20320"/>
                  </a:lnTo>
                  <a:lnTo>
                    <a:pt x="148590" y="20320"/>
                  </a:lnTo>
                  <a:lnTo>
                    <a:pt x="148590" y="12700"/>
                  </a:lnTo>
                  <a:lnTo>
                    <a:pt x="148590" y="9017"/>
                  </a:lnTo>
                  <a:lnTo>
                    <a:pt x="0" y="9017"/>
                  </a:lnTo>
                  <a:lnTo>
                    <a:pt x="0" y="12700"/>
                  </a:lnTo>
                  <a:lnTo>
                    <a:pt x="0" y="20320"/>
                  </a:lnTo>
                  <a:lnTo>
                    <a:pt x="0" y="21590"/>
                  </a:lnTo>
                  <a:lnTo>
                    <a:pt x="349250" y="21590"/>
                  </a:lnTo>
                  <a:lnTo>
                    <a:pt x="349250" y="20320"/>
                  </a:lnTo>
                  <a:close/>
                </a:path>
              </a:pathLst>
            </a:custGeom>
            <a:solidFill>
              <a:srgbClr val="11111D"/>
            </a:solidFill>
          </p:spPr>
          <p:txBody>
            <a:bodyPr wrap="square" lIns="0" tIns="0" rIns="0" bIns="0" rtlCol="0"/>
            <a:lstStyle/>
            <a:p/>
          </p:txBody>
        </p:sp>
        <p:sp>
          <p:nvSpPr>
            <p:cNvPr id="729" name="object 729"/>
            <p:cNvSpPr/>
            <p:nvPr/>
          </p:nvSpPr>
          <p:spPr>
            <a:xfrm>
              <a:off x="7104380" y="1121409"/>
              <a:ext cx="359410" cy="20320"/>
            </a:xfrm>
            <a:custGeom>
              <a:avLst/>
              <a:gdLst/>
              <a:ahLst/>
              <a:cxnLst/>
              <a:rect l="l" t="t" r="r" b="b"/>
              <a:pathLst>
                <a:path w="359409" h="20319">
                  <a:moveTo>
                    <a:pt x="359397" y="19050"/>
                  </a:moveTo>
                  <a:lnTo>
                    <a:pt x="358140" y="19050"/>
                  </a:lnTo>
                  <a:lnTo>
                    <a:pt x="358140" y="16510"/>
                  </a:lnTo>
                  <a:lnTo>
                    <a:pt x="356870" y="16510"/>
                  </a:lnTo>
                  <a:lnTo>
                    <a:pt x="356870" y="12700"/>
                  </a:lnTo>
                  <a:lnTo>
                    <a:pt x="355600" y="12700"/>
                  </a:lnTo>
                  <a:lnTo>
                    <a:pt x="355600" y="10160"/>
                  </a:lnTo>
                  <a:lnTo>
                    <a:pt x="354330" y="10160"/>
                  </a:lnTo>
                  <a:lnTo>
                    <a:pt x="354330" y="7620"/>
                  </a:lnTo>
                  <a:lnTo>
                    <a:pt x="353047" y="7620"/>
                  </a:lnTo>
                  <a:lnTo>
                    <a:pt x="353047" y="5080"/>
                  </a:lnTo>
                  <a:lnTo>
                    <a:pt x="351790" y="5080"/>
                  </a:lnTo>
                  <a:lnTo>
                    <a:pt x="351790" y="2540"/>
                  </a:lnTo>
                  <a:lnTo>
                    <a:pt x="350520" y="2540"/>
                  </a:lnTo>
                  <a:lnTo>
                    <a:pt x="350520" y="0"/>
                  </a:lnTo>
                  <a:lnTo>
                    <a:pt x="0" y="0"/>
                  </a:lnTo>
                  <a:lnTo>
                    <a:pt x="0" y="20320"/>
                  </a:lnTo>
                  <a:lnTo>
                    <a:pt x="359397" y="20320"/>
                  </a:lnTo>
                  <a:lnTo>
                    <a:pt x="359397" y="19050"/>
                  </a:lnTo>
                  <a:close/>
                </a:path>
              </a:pathLst>
            </a:custGeom>
            <a:solidFill>
              <a:srgbClr val="11111E"/>
            </a:solidFill>
          </p:spPr>
          <p:txBody>
            <a:bodyPr wrap="square" lIns="0" tIns="0" rIns="0" bIns="0" rtlCol="0"/>
            <a:lstStyle/>
            <a:p/>
          </p:txBody>
        </p:sp>
        <p:sp>
          <p:nvSpPr>
            <p:cNvPr id="730" name="object 730"/>
            <p:cNvSpPr/>
            <p:nvPr/>
          </p:nvSpPr>
          <p:spPr>
            <a:xfrm>
              <a:off x="7104380" y="1141729"/>
              <a:ext cx="367030" cy="21590"/>
            </a:xfrm>
            <a:custGeom>
              <a:avLst/>
              <a:gdLst/>
              <a:ahLst/>
              <a:cxnLst/>
              <a:rect l="l" t="t" r="r" b="b"/>
              <a:pathLst>
                <a:path w="367029" h="21590">
                  <a:moveTo>
                    <a:pt x="367030" y="20320"/>
                  </a:moveTo>
                  <a:lnTo>
                    <a:pt x="365747" y="20320"/>
                  </a:lnTo>
                  <a:lnTo>
                    <a:pt x="365747" y="15240"/>
                  </a:lnTo>
                  <a:lnTo>
                    <a:pt x="364490" y="15240"/>
                  </a:lnTo>
                  <a:lnTo>
                    <a:pt x="364490" y="11430"/>
                  </a:lnTo>
                  <a:lnTo>
                    <a:pt x="363220" y="11430"/>
                  </a:lnTo>
                  <a:lnTo>
                    <a:pt x="363220" y="7620"/>
                  </a:lnTo>
                  <a:lnTo>
                    <a:pt x="361950" y="7620"/>
                  </a:lnTo>
                  <a:lnTo>
                    <a:pt x="361950" y="5080"/>
                  </a:lnTo>
                  <a:lnTo>
                    <a:pt x="360680" y="5080"/>
                  </a:lnTo>
                  <a:lnTo>
                    <a:pt x="360680" y="1270"/>
                  </a:lnTo>
                  <a:lnTo>
                    <a:pt x="359397" y="1270"/>
                  </a:lnTo>
                  <a:lnTo>
                    <a:pt x="359397" y="0"/>
                  </a:lnTo>
                  <a:lnTo>
                    <a:pt x="0" y="0"/>
                  </a:lnTo>
                  <a:lnTo>
                    <a:pt x="0" y="1270"/>
                  </a:lnTo>
                  <a:lnTo>
                    <a:pt x="0" y="5080"/>
                  </a:lnTo>
                  <a:lnTo>
                    <a:pt x="0" y="21590"/>
                  </a:lnTo>
                  <a:lnTo>
                    <a:pt x="367030" y="21590"/>
                  </a:lnTo>
                  <a:lnTo>
                    <a:pt x="367030" y="20320"/>
                  </a:lnTo>
                  <a:close/>
                </a:path>
              </a:pathLst>
            </a:custGeom>
            <a:solidFill>
              <a:srgbClr val="12121F"/>
            </a:solidFill>
          </p:spPr>
          <p:txBody>
            <a:bodyPr wrap="square" lIns="0" tIns="0" rIns="0" bIns="0" rtlCol="0"/>
            <a:lstStyle/>
            <a:p/>
          </p:txBody>
        </p:sp>
        <p:sp>
          <p:nvSpPr>
            <p:cNvPr id="731" name="object 731"/>
            <p:cNvSpPr/>
            <p:nvPr/>
          </p:nvSpPr>
          <p:spPr>
            <a:xfrm>
              <a:off x="7104380" y="1163319"/>
              <a:ext cx="372110" cy="20320"/>
            </a:xfrm>
            <a:custGeom>
              <a:avLst/>
              <a:gdLst/>
              <a:ahLst/>
              <a:cxnLst/>
              <a:rect l="l" t="t" r="r" b="b"/>
              <a:pathLst>
                <a:path w="372109" h="20319">
                  <a:moveTo>
                    <a:pt x="372097" y="19050"/>
                  </a:moveTo>
                  <a:lnTo>
                    <a:pt x="370840" y="19050"/>
                  </a:lnTo>
                  <a:lnTo>
                    <a:pt x="370840" y="13970"/>
                  </a:lnTo>
                  <a:lnTo>
                    <a:pt x="369570" y="13970"/>
                  </a:lnTo>
                  <a:lnTo>
                    <a:pt x="369570" y="7620"/>
                  </a:lnTo>
                  <a:lnTo>
                    <a:pt x="368300" y="7620"/>
                  </a:lnTo>
                  <a:lnTo>
                    <a:pt x="368300" y="2540"/>
                  </a:lnTo>
                  <a:lnTo>
                    <a:pt x="367030" y="2540"/>
                  </a:lnTo>
                  <a:lnTo>
                    <a:pt x="367030" y="0"/>
                  </a:lnTo>
                  <a:lnTo>
                    <a:pt x="0" y="0"/>
                  </a:lnTo>
                  <a:lnTo>
                    <a:pt x="0" y="20320"/>
                  </a:lnTo>
                  <a:lnTo>
                    <a:pt x="372097" y="20320"/>
                  </a:lnTo>
                  <a:lnTo>
                    <a:pt x="372097" y="19050"/>
                  </a:lnTo>
                  <a:close/>
                </a:path>
              </a:pathLst>
            </a:custGeom>
            <a:solidFill>
              <a:srgbClr val="121220"/>
            </a:solidFill>
          </p:spPr>
          <p:txBody>
            <a:bodyPr wrap="square" lIns="0" tIns="0" rIns="0" bIns="0" rtlCol="0"/>
            <a:lstStyle/>
            <a:p/>
          </p:txBody>
        </p:sp>
        <p:sp>
          <p:nvSpPr>
            <p:cNvPr id="732" name="object 732"/>
            <p:cNvSpPr/>
            <p:nvPr/>
          </p:nvSpPr>
          <p:spPr>
            <a:xfrm>
              <a:off x="7104380" y="1183639"/>
              <a:ext cx="375920" cy="21590"/>
            </a:xfrm>
            <a:custGeom>
              <a:avLst/>
              <a:gdLst/>
              <a:ahLst/>
              <a:cxnLst/>
              <a:rect l="l" t="t" r="r" b="b"/>
              <a:pathLst>
                <a:path w="375920" h="21590">
                  <a:moveTo>
                    <a:pt x="375920" y="16510"/>
                  </a:moveTo>
                  <a:lnTo>
                    <a:pt x="374650" y="16510"/>
                  </a:lnTo>
                  <a:lnTo>
                    <a:pt x="374650" y="10160"/>
                  </a:lnTo>
                  <a:lnTo>
                    <a:pt x="373380" y="10160"/>
                  </a:lnTo>
                  <a:lnTo>
                    <a:pt x="373380" y="5080"/>
                  </a:lnTo>
                  <a:lnTo>
                    <a:pt x="372097" y="5080"/>
                  </a:lnTo>
                  <a:lnTo>
                    <a:pt x="372097" y="0"/>
                  </a:lnTo>
                  <a:lnTo>
                    <a:pt x="0" y="0"/>
                  </a:lnTo>
                  <a:lnTo>
                    <a:pt x="0" y="5080"/>
                  </a:lnTo>
                  <a:lnTo>
                    <a:pt x="0" y="10160"/>
                  </a:lnTo>
                  <a:lnTo>
                    <a:pt x="0" y="16510"/>
                  </a:lnTo>
                  <a:lnTo>
                    <a:pt x="0" y="21590"/>
                  </a:lnTo>
                  <a:lnTo>
                    <a:pt x="375920" y="21590"/>
                  </a:lnTo>
                  <a:lnTo>
                    <a:pt x="375920" y="16510"/>
                  </a:lnTo>
                  <a:close/>
                </a:path>
              </a:pathLst>
            </a:custGeom>
            <a:solidFill>
              <a:srgbClr val="131321"/>
            </a:solidFill>
          </p:spPr>
          <p:txBody>
            <a:bodyPr wrap="square" lIns="0" tIns="0" rIns="0" bIns="0" rtlCol="0"/>
            <a:lstStyle/>
            <a:p/>
          </p:txBody>
        </p:sp>
        <p:sp>
          <p:nvSpPr>
            <p:cNvPr id="733" name="object 733"/>
            <p:cNvSpPr/>
            <p:nvPr/>
          </p:nvSpPr>
          <p:spPr>
            <a:xfrm>
              <a:off x="7104380" y="1205229"/>
              <a:ext cx="378460" cy="20320"/>
            </a:xfrm>
            <a:custGeom>
              <a:avLst/>
              <a:gdLst/>
              <a:ahLst/>
              <a:cxnLst/>
              <a:rect l="l" t="t" r="r" b="b"/>
              <a:pathLst>
                <a:path w="378459" h="20319">
                  <a:moveTo>
                    <a:pt x="377190" y="2540"/>
                  </a:moveTo>
                  <a:lnTo>
                    <a:pt x="375920" y="2540"/>
                  </a:lnTo>
                  <a:lnTo>
                    <a:pt x="375920" y="0"/>
                  </a:lnTo>
                  <a:lnTo>
                    <a:pt x="0" y="0"/>
                  </a:lnTo>
                  <a:lnTo>
                    <a:pt x="0" y="2540"/>
                  </a:lnTo>
                  <a:lnTo>
                    <a:pt x="0" y="10160"/>
                  </a:lnTo>
                  <a:lnTo>
                    <a:pt x="377190" y="10160"/>
                  </a:lnTo>
                  <a:lnTo>
                    <a:pt x="377190" y="2540"/>
                  </a:lnTo>
                  <a:close/>
                </a:path>
                <a:path w="378459" h="20319">
                  <a:moveTo>
                    <a:pt x="378447" y="10172"/>
                  </a:moveTo>
                  <a:lnTo>
                    <a:pt x="0" y="10172"/>
                  </a:lnTo>
                  <a:lnTo>
                    <a:pt x="0" y="20320"/>
                  </a:lnTo>
                  <a:lnTo>
                    <a:pt x="378447" y="20320"/>
                  </a:lnTo>
                  <a:lnTo>
                    <a:pt x="378447" y="10172"/>
                  </a:lnTo>
                  <a:close/>
                </a:path>
              </a:pathLst>
            </a:custGeom>
            <a:solidFill>
              <a:srgbClr val="141422"/>
            </a:solidFill>
          </p:spPr>
          <p:txBody>
            <a:bodyPr wrap="square" lIns="0" tIns="0" rIns="0" bIns="0" rtlCol="0"/>
            <a:lstStyle/>
            <a:p/>
          </p:txBody>
        </p:sp>
        <p:sp>
          <p:nvSpPr>
            <p:cNvPr id="734" name="object 734"/>
            <p:cNvSpPr/>
            <p:nvPr/>
          </p:nvSpPr>
          <p:spPr>
            <a:xfrm>
              <a:off x="7104380" y="1225549"/>
              <a:ext cx="381000" cy="21590"/>
            </a:xfrm>
            <a:custGeom>
              <a:avLst/>
              <a:gdLst/>
              <a:ahLst/>
              <a:cxnLst/>
              <a:rect l="l" t="t" r="r" b="b"/>
              <a:pathLst>
                <a:path w="381000" h="21590">
                  <a:moveTo>
                    <a:pt x="381000" y="13970"/>
                  </a:moveTo>
                  <a:lnTo>
                    <a:pt x="379730" y="13970"/>
                  </a:lnTo>
                  <a:lnTo>
                    <a:pt x="379730" y="1270"/>
                  </a:lnTo>
                  <a:lnTo>
                    <a:pt x="378447" y="1270"/>
                  </a:lnTo>
                  <a:lnTo>
                    <a:pt x="378447" y="0"/>
                  </a:lnTo>
                  <a:lnTo>
                    <a:pt x="0" y="0"/>
                  </a:lnTo>
                  <a:lnTo>
                    <a:pt x="0" y="1270"/>
                  </a:lnTo>
                  <a:lnTo>
                    <a:pt x="0" y="13970"/>
                  </a:lnTo>
                  <a:lnTo>
                    <a:pt x="0" y="21590"/>
                  </a:lnTo>
                  <a:lnTo>
                    <a:pt x="381000" y="21590"/>
                  </a:lnTo>
                  <a:lnTo>
                    <a:pt x="381000" y="13970"/>
                  </a:lnTo>
                  <a:close/>
                </a:path>
              </a:pathLst>
            </a:custGeom>
            <a:solidFill>
              <a:srgbClr val="141423"/>
            </a:solidFill>
          </p:spPr>
          <p:txBody>
            <a:bodyPr wrap="square" lIns="0" tIns="0" rIns="0" bIns="0" rtlCol="0"/>
            <a:lstStyle/>
            <a:p/>
          </p:txBody>
        </p:sp>
        <p:sp>
          <p:nvSpPr>
            <p:cNvPr id="735" name="object 735"/>
            <p:cNvSpPr/>
            <p:nvPr/>
          </p:nvSpPr>
          <p:spPr>
            <a:xfrm>
              <a:off x="7104380" y="1247139"/>
              <a:ext cx="382270" cy="20320"/>
            </a:xfrm>
            <a:custGeom>
              <a:avLst/>
              <a:gdLst/>
              <a:ahLst/>
              <a:cxnLst/>
              <a:rect l="l" t="t" r="r" b="b"/>
              <a:pathLst>
                <a:path w="382270" h="20319">
                  <a:moveTo>
                    <a:pt x="382270" y="12700"/>
                  </a:moveTo>
                  <a:lnTo>
                    <a:pt x="381000" y="12700"/>
                  </a:lnTo>
                  <a:lnTo>
                    <a:pt x="381000" y="0"/>
                  </a:lnTo>
                  <a:lnTo>
                    <a:pt x="0" y="0"/>
                  </a:lnTo>
                  <a:lnTo>
                    <a:pt x="0" y="12700"/>
                  </a:lnTo>
                  <a:lnTo>
                    <a:pt x="0" y="20320"/>
                  </a:lnTo>
                  <a:lnTo>
                    <a:pt x="382270" y="20320"/>
                  </a:lnTo>
                  <a:lnTo>
                    <a:pt x="382270" y="12700"/>
                  </a:lnTo>
                  <a:close/>
                </a:path>
              </a:pathLst>
            </a:custGeom>
            <a:solidFill>
              <a:srgbClr val="151524"/>
            </a:solidFill>
          </p:spPr>
          <p:txBody>
            <a:bodyPr wrap="square" lIns="0" tIns="0" rIns="0" bIns="0" rtlCol="0"/>
            <a:lstStyle/>
            <a:p/>
          </p:txBody>
        </p:sp>
        <p:sp>
          <p:nvSpPr>
            <p:cNvPr id="736" name="object 736"/>
            <p:cNvSpPr/>
            <p:nvPr/>
          </p:nvSpPr>
          <p:spPr>
            <a:xfrm>
              <a:off x="7104380" y="1267459"/>
              <a:ext cx="382270" cy="21590"/>
            </a:xfrm>
            <a:custGeom>
              <a:avLst/>
              <a:gdLst/>
              <a:ahLst/>
              <a:cxnLst/>
              <a:rect l="l" t="t" r="r" b="b"/>
              <a:pathLst>
                <a:path w="382270" h="21590">
                  <a:moveTo>
                    <a:pt x="382270" y="0"/>
                  </a:moveTo>
                  <a:lnTo>
                    <a:pt x="0" y="0"/>
                  </a:lnTo>
                  <a:lnTo>
                    <a:pt x="0" y="8890"/>
                  </a:lnTo>
                  <a:lnTo>
                    <a:pt x="0" y="10160"/>
                  </a:lnTo>
                  <a:lnTo>
                    <a:pt x="0" y="21590"/>
                  </a:lnTo>
                  <a:lnTo>
                    <a:pt x="173990" y="21590"/>
                  </a:lnTo>
                  <a:lnTo>
                    <a:pt x="173990" y="20320"/>
                  </a:lnTo>
                  <a:lnTo>
                    <a:pt x="175247" y="20320"/>
                  </a:lnTo>
                  <a:lnTo>
                    <a:pt x="175247" y="19050"/>
                  </a:lnTo>
                  <a:lnTo>
                    <a:pt x="176530" y="19050"/>
                  </a:lnTo>
                  <a:lnTo>
                    <a:pt x="176530" y="17780"/>
                  </a:lnTo>
                  <a:lnTo>
                    <a:pt x="177800" y="17780"/>
                  </a:lnTo>
                  <a:lnTo>
                    <a:pt x="177800" y="16510"/>
                  </a:lnTo>
                  <a:lnTo>
                    <a:pt x="179070" y="16510"/>
                  </a:lnTo>
                  <a:lnTo>
                    <a:pt x="179070" y="15240"/>
                  </a:lnTo>
                  <a:lnTo>
                    <a:pt x="180340" y="15240"/>
                  </a:lnTo>
                  <a:lnTo>
                    <a:pt x="180340" y="13970"/>
                  </a:lnTo>
                  <a:lnTo>
                    <a:pt x="181597" y="13970"/>
                  </a:lnTo>
                  <a:lnTo>
                    <a:pt x="181597" y="12700"/>
                  </a:lnTo>
                  <a:lnTo>
                    <a:pt x="184150" y="12700"/>
                  </a:lnTo>
                  <a:lnTo>
                    <a:pt x="184150" y="11430"/>
                  </a:lnTo>
                  <a:lnTo>
                    <a:pt x="185420" y="11430"/>
                  </a:lnTo>
                  <a:lnTo>
                    <a:pt x="185420" y="10160"/>
                  </a:lnTo>
                  <a:lnTo>
                    <a:pt x="189230" y="10160"/>
                  </a:lnTo>
                  <a:lnTo>
                    <a:pt x="189230" y="8890"/>
                  </a:lnTo>
                  <a:lnTo>
                    <a:pt x="201930" y="8890"/>
                  </a:lnTo>
                  <a:lnTo>
                    <a:pt x="201930" y="10160"/>
                  </a:lnTo>
                  <a:lnTo>
                    <a:pt x="204470" y="10160"/>
                  </a:lnTo>
                  <a:lnTo>
                    <a:pt x="204470" y="11430"/>
                  </a:lnTo>
                  <a:lnTo>
                    <a:pt x="207010" y="11430"/>
                  </a:lnTo>
                  <a:lnTo>
                    <a:pt x="207010" y="12700"/>
                  </a:lnTo>
                  <a:lnTo>
                    <a:pt x="209550" y="12700"/>
                  </a:lnTo>
                  <a:lnTo>
                    <a:pt x="209550" y="13970"/>
                  </a:lnTo>
                  <a:lnTo>
                    <a:pt x="210820" y="13970"/>
                  </a:lnTo>
                  <a:lnTo>
                    <a:pt x="210820" y="15240"/>
                  </a:lnTo>
                  <a:lnTo>
                    <a:pt x="212090" y="15240"/>
                  </a:lnTo>
                  <a:lnTo>
                    <a:pt x="212090" y="16510"/>
                  </a:lnTo>
                  <a:lnTo>
                    <a:pt x="213360" y="16510"/>
                  </a:lnTo>
                  <a:lnTo>
                    <a:pt x="213360" y="17780"/>
                  </a:lnTo>
                  <a:lnTo>
                    <a:pt x="214630" y="17780"/>
                  </a:lnTo>
                  <a:lnTo>
                    <a:pt x="214630" y="19050"/>
                  </a:lnTo>
                  <a:lnTo>
                    <a:pt x="215900" y="19050"/>
                  </a:lnTo>
                  <a:lnTo>
                    <a:pt x="215900" y="21590"/>
                  </a:lnTo>
                  <a:lnTo>
                    <a:pt x="382270" y="21590"/>
                  </a:lnTo>
                  <a:lnTo>
                    <a:pt x="382270" y="19050"/>
                  </a:lnTo>
                  <a:lnTo>
                    <a:pt x="382270" y="17780"/>
                  </a:lnTo>
                  <a:lnTo>
                    <a:pt x="382270" y="8890"/>
                  </a:lnTo>
                  <a:lnTo>
                    <a:pt x="382270" y="0"/>
                  </a:lnTo>
                  <a:close/>
                </a:path>
              </a:pathLst>
            </a:custGeom>
            <a:solidFill>
              <a:srgbClr val="151525"/>
            </a:solidFill>
          </p:spPr>
          <p:txBody>
            <a:bodyPr wrap="square" lIns="0" tIns="0" rIns="0" bIns="0" rtlCol="0"/>
            <a:lstStyle/>
            <a:p/>
          </p:txBody>
        </p:sp>
        <p:sp>
          <p:nvSpPr>
            <p:cNvPr id="737" name="object 737"/>
            <p:cNvSpPr/>
            <p:nvPr/>
          </p:nvSpPr>
          <p:spPr>
            <a:xfrm>
              <a:off x="7104380" y="1289049"/>
              <a:ext cx="382270" cy="20320"/>
            </a:xfrm>
            <a:custGeom>
              <a:avLst/>
              <a:gdLst/>
              <a:ahLst/>
              <a:cxnLst/>
              <a:rect l="l" t="t" r="r" b="b"/>
              <a:pathLst>
                <a:path w="382270" h="20319">
                  <a:moveTo>
                    <a:pt x="173990" y="0"/>
                  </a:moveTo>
                  <a:lnTo>
                    <a:pt x="0" y="0"/>
                  </a:lnTo>
                  <a:lnTo>
                    <a:pt x="0" y="1270"/>
                  </a:lnTo>
                  <a:lnTo>
                    <a:pt x="0" y="3810"/>
                  </a:lnTo>
                  <a:lnTo>
                    <a:pt x="0" y="20320"/>
                  </a:lnTo>
                  <a:lnTo>
                    <a:pt x="163830" y="20320"/>
                  </a:lnTo>
                  <a:lnTo>
                    <a:pt x="163830" y="17780"/>
                  </a:lnTo>
                  <a:lnTo>
                    <a:pt x="165100" y="17780"/>
                  </a:lnTo>
                  <a:lnTo>
                    <a:pt x="165100" y="13970"/>
                  </a:lnTo>
                  <a:lnTo>
                    <a:pt x="166370" y="13970"/>
                  </a:lnTo>
                  <a:lnTo>
                    <a:pt x="166370" y="11430"/>
                  </a:lnTo>
                  <a:lnTo>
                    <a:pt x="167640" y="11430"/>
                  </a:lnTo>
                  <a:lnTo>
                    <a:pt x="167640" y="7620"/>
                  </a:lnTo>
                  <a:lnTo>
                    <a:pt x="168897" y="7620"/>
                  </a:lnTo>
                  <a:lnTo>
                    <a:pt x="168897" y="5080"/>
                  </a:lnTo>
                  <a:lnTo>
                    <a:pt x="170180" y="5080"/>
                  </a:lnTo>
                  <a:lnTo>
                    <a:pt x="170180" y="3810"/>
                  </a:lnTo>
                  <a:lnTo>
                    <a:pt x="172720" y="3810"/>
                  </a:lnTo>
                  <a:lnTo>
                    <a:pt x="172720" y="1270"/>
                  </a:lnTo>
                  <a:lnTo>
                    <a:pt x="173990" y="1270"/>
                  </a:lnTo>
                  <a:lnTo>
                    <a:pt x="173990" y="0"/>
                  </a:lnTo>
                  <a:close/>
                </a:path>
                <a:path w="382270" h="20319">
                  <a:moveTo>
                    <a:pt x="382270" y="0"/>
                  </a:moveTo>
                  <a:lnTo>
                    <a:pt x="217170" y="0"/>
                  </a:lnTo>
                  <a:lnTo>
                    <a:pt x="217170" y="2540"/>
                  </a:lnTo>
                  <a:lnTo>
                    <a:pt x="218440" y="2540"/>
                  </a:lnTo>
                  <a:lnTo>
                    <a:pt x="218440" y="6350"/>
                  </a:lnTo>
                  <a:lnTo>
                    <a:pt x="219710" y="6350"/>
                  </a:lnTo>
                  <a:lnTo>
                    <a:pt x="219710" y="8890"/>
                  </a:lnTo>
                  <a:lnTo>
                    <a:pt x="220980" y="8890"/>
                  </a:lnTo>
                  <a:lnTo>
                    <a:pt x="220980" y="11430"/>
                  </a:lnTo>
                  <a:lnTo>
                    <a:pt x="220980" y="13970"/>
                  </a:lnTo>
                  <a:lnTo>
                    <a:pt x="222250" y="13970"/>
                  </a:lnTo>
                  <a:lnTo>
                    <a:pt x="222250" y="20320"/>
                  </a:lnTo>
                  <a:lnTo>
                    <a:pt x="382270" y="20320"/>
                  </a:lnTo>
                  <a:lnTo>
                    <a:pt x="382270" y="13970"/>
                  </a:lnTo>
                  <a:lnTo>
                    <a:pt x="382270" y="11430"/>
                  </a:lnTo>
                  <a:lnTo>
                    <a:pt x="382270" y="8890"/>
                  </a:lnTo>
                  <a:lnTo>
                    <a:pt x="382270" y="6350"/>
                  </a:lnTo>
                  <a:lnTo>
                    <a:pt x="382270" y="2540"/>
                  </a:lnTo>
                  <a:lnTo>
                    <a:pt x="382270" y="0"/>
                  </a:lnTo>
                  <a:close/>
                </a:path>
              </a:pathLst>
            </a:custGeom>
            <a:solidFill>
              <a:srgbClr val="161626"/>
            </a:solidFill>
          </p:spPr>
          <p:txBody>
            <a:bodyPr wrap="square" lIns="0" tIns="0" rIns="0" bIns="0" rtlCol="0"/>
            <a:lstStyle/>
            <a:p/>
          </p:txBody>
        </p:sp>
        <p:sp>
          <p:nvSpPr>
            <p:cNvPr id="738" name="object 738"/>
            <p:cNvSpPr/>
            <p:nvPr/>
          </p:nvSpPr>
          <p:spPr>
            <a:xfrm>
              <a:off x="7104380" y="1309369"/>
              <a:ext cx="382270" cy="21590"/>
            </a:xfrm>
            <a:custGeom>
              <a:avLst/>
              <a:gdLst/>
              <a:ahLst/>
              <a:cxnLst/>
              <a:rect l="l" t="t" r="r" b="b"/>
              <a:pathLst>
                <a:path w="382270" h="21590">
                  <a:moveTo>
                    <a:pt x="163830" y="0"/>
                  </a:moveTo>
                  <a:lnTo>
                    <a:pt x="0" y="0"/>
                  </a:lnTo>
                  <a:lnTo>
                    <a:pt x="0" y="1270"/>
                  </a:lnTo>
                  <a:lnTo>
                    <a:pt x="0" y="10160"/>
                  </a:lnTo>
                  <a:lnTo>
                    <a:pt x="0" y="17780"/>
                  </a:lnTo>
                  <a:lnTo>
                    <a:pt x="0" y="21590"/>
                  </a:lnTo>
                  <a:lnTo>
                    <a:pt x="160020" y="21590"/>
                  </a:lnTo>
                  <a:lnTo>
                    <a:pt x="160020" y="17780"/>
                  </a:lnTo>
                  <a:lnTo>
                    <a:pt x="161290" y="17780"/>
                  </a:lnTo>
                  <a:lnTo>
                    <a:pt x="161290" y="10160"/>
                  </a:lnTo>
                  <a:lnTo>
                    <a:pt x="162547" y="10160"/>
                  </a:lnTo>
                  <a:lnTo>
                    <a:pt x="162547" y="1270"/>
                  </a:lnTo>
                  <a:lnTo>
                    <a:pt x="163830" y="1270"/>
                  </a:lnTo>
                  <a:lnTo>
                    <a:pt x="163830" y="0"/>
                  </a:lnTo>
                  <a:close/>
                </a:path>
                <a:path w="382270" h="21590">
                  <a:moveTo>
                    <a:pt x="382270" y="0"/>
                  </a:moveTo>
                  <a:lnTo>
                    <a:pt x="222250" y="0"/>
                  </a:lnTo>
                  <a:lnTo>
                    <a:pt x="222250" y="1270"/>
                  </a:lnTo>
                  <a:lnTo>
                    <a:pt x="223520" y="1270"/>
                  </a:lnTo>
                  <a:lnTo>
                    <a:pt x="223520" y="8890"/>
                  </a:lnTo>
                  <a:lnTo>
                    <a:pt x="224790" y="8890"/>
                  </a:lnTo>
                  <a:lnTo>
                    <a:pt x="224790" y="21590"/>
                  </a:lnTo>
                  <a:lnTo>
                    <a:pt x="382270" y="21590"/>
                  </a:lnTo>
                  <a:lnTo>
                    <a:pt x="382270" y="8890"/>
                  </a:lnTo>
                  <a:lnTo>
                    <a:pt x="382270" y="1270"/>
                  </a:lnTo>
                  <a:lnTo>
                    <a:pt x="382270" y="0"/>
                  </a:lnTo>
                  <a:close/>
                </a:path>
              </a:pathLst>
            </a:custGeom>
            <a:solidFill>
              <a:srgbClr val="161627"/>
            </a:solidFill>
          </p:spPr>
          <p:txBody>
            <a:bodyPr wrap="square" lIns="0" tIns="0" rIns="0" bIns="0" rtlCol="0"/>
            <a:lstStyle/>
            <a:p/>
          </p:txBody>
        </p:sp>
        <p:sp>
          <p:nvSpPr>
            <p:cNvPr id="739" name="object 739"/>
            <p:cNvSpPr/>
            <p:nvPr/>
          </p:nvSpPr>
          <p:spPr>
            <a:xfrm>
              <a:off x="7104380" y="1330959"/>
              <a:ext cx="382270" cy="20320"/>
            </a:xfrm>
            <a:custGeom>
              <a:avLst/>
              <a:gdLst/>
              <a:ahLst/>
              <a:cxnLst/>
              <a:rect l="l" t="t" r="r" b="b"/>
              <a:pathLst>
                <a:path w="382270" h="20319">
                  <a:moveTo>
                    <a:pt x="160020" y="0"/>
                  </a:moveTo>
                  <a:lnTo>
                    <a:pt x="0" y="0"/>
                  </a:lnTo>
                  <a:lnTo>
                    <a:pt x="0" y="7620"/>
                  </a:lnTo>
                  <a:lnTo>
                    <a:pt x="0" y="20320"/>
                  </a:lnTo>
                  <a:lnTo>
                    <a:pt x="158750" y="20320"/>
                  </a:lnTo>
                  <a:lnTo>
                    <a:pt x="158750" y="7620"/>
                  </a:lnTo>
                  <a:lnTo>
                    <a:pt x="160020" y="7620"/>
                  </a:lnTo>
                  <a:lnTo>
                    <a:pt x="160020" y="0"/>
                  </a:lnTo>
                  <a:close/>
                </a:path>
                <a:path w="382270" h="20319">
                  <a:moveTo>
                    <a:pt x="382270" y="0"/>
                  </a:moveTo>
                  <a:lnTo>
                    <a:pt x="224790" y="0"/>
                  </a:lnTo>
                  <a:lnTo>
                    <a:pt x="224790" y="5080"/>
                  </a:lnTo>
                  <a:lnTo>
                    <a:pt x="226060" y="5080"/>
                  </a:lnTo>
                  <a:lnTo>
                    <a:pt x="226060" y="20320"/>
                  </a:lnTo>
                  <a:lnTo>
                    <a:pt x="382270" y="20320"/>
                  </a:lnTo>
                  <a:lnTo>
                    <a:pt x="382270" y="5080"/>
                  </a:lnTo>
                  <a:lnTo>
                    <a:pt x="382270" y="0"/>
                  </a:lnTo>
                  <a:close/>
                </a:path>
              </a:pathLst>
            </a:custGeom>
            <a:solidFill>
              <a:srgbClr val="171728"/>
            </a:solidFill>
          </p:spPr>
          <p:txBody>
            <a:bodyPr wrap="square" lIns="0" tIns="0" rIns="0" bIns="0" rtlCol="0"/>
            <a:lstStyle/>
            <a:p/>
          </p:txBody>
        </p:sp>
        <p:sp>
          <p:nvSpPr>
            <p:cNvPr id="740" name="object 740"/>
            <p:cNvSpPr/>
            <p:nvPr/>
          </p:nvSpPr>
          <p:spPr>
            <a:xfrm>
              <a:off x="7104380" y="1351279"/>
              <a:ext cx="382270" cy="21590"/>
            </a:xfrm>
            <a:custGeom>
              <a:avLst/>
              <a:gdLst/>
              <a:ahLst/>
              <a:cxnLst/>
              <a:rect l="l" t="t" r="r" b="b"/>
              <a:pathLst>
                <a:path w="382270" h="21590">
                  <a:moveTo>
                    <a:pt x="158750" y="0"/>
                  </a:moveTo>
                  <a:lnTo>
                    <a:pt x="0" y="0"/>
                  </a:lnTo>
                  <a:lnTo>
                    <a:pt x="0" y="1270"/>
                  </a:lnTo>
                  <a:lnTo>
                    <a:pt x="0" y="21590"/>
                  </a:lnTo>
                  <a:lnTo>
                    <a:pt x="157480" y="21590"/>
                  </a:lnTo>
                  <a:lnTo>
                    <a:pt x="157480" y="1270"/>
                  </a:lnTo>
                  <a:lnTo>
                    <a:pt x="158750" y="1270"/>
                  </a:lnTo>
                  <a:lnTo>
                    <a:pt x="158750" y="0"/>
                  </a:lnTo>
                  <a:close/>
                </a:path>
                <a:path w="382270" h="21590">
                  <a:moveTo>
                    <a:pt x="382270" y="0"/>
                  </a:moveTo>
                  <a:lnTo>
                    <a:pt x="226060" y="0"/>
                  </a:lnTo>
                  <a:lnTo>
                    <a:pt x="226060" y="21590"/>
                  </a:lnTo>
                  <a:lnTo>
                    <a:pt x="382270" y="21590"/>
                  </a:lnTo>
                  <a:lnTo>
                    <a:pt x="382270" y="0"/>
                  </a:lnTo>
                  <a:close/>
                </a:path>
              </a:pathLst>
            </a:custGeom>
            <a:solidFill>
              <a:srgbClr val="181829"/>
            </a:solidFill>
          </p:spPr>
          <p:txBody>
            <a:bodyPr wrap="square" lIns="0" tIns="0" rIns="0" bIns="0" rtlCol="0"/>
            <a:lstStyle/>
            <a:p/>
          </p:txBody>
        </p:sp>
        <p:sp>
          <p:nvSpPr>
            <p:cNvPr id="741" name="object 741"/>
            <p:cNvSpPr/>
            <p:nvPr/>
          </p:nvSpPr>
          <p:spPr>
            <a:xfrm>
              <a:off x="7104380" y="1372869"/>
              <a:ext cx="382270" cy="20320"/>
            </a:xfrm>
            <a:custGeom>
              <a:avLst/>
              <a:gdLst/>
              <a:ahLst/>
              <a:cxnLst/>
              <a:rect l="l" t="t" r="r" b="b"/>
              <a:pathLst>
                <a:path w="382270" h="20319">
                  <a:moveTo>
                    <a:pt x="157480" y="0"/>
                  </a:moveTo>
                  <a:lnTo>
                    <a:pt x="0" y="0"/>
                  </a:lnTo>
                  <a:lnTo>
                    <a:pt x="0" y="10160"/>
                  </a:lnTo>
                  <a:lnTo>
                    <a:pt x="0" y="20320"/>
                  </a:lnTo>
                  <a:lnTo>
                    <a:pt x="156197" y="20320"/>
                  </a:lnTo>
                  <a:lnTo>
                    <a:pt x="156197" y="10160"/>
                  </a:lnTo>
                  <a:lnTo>
                    <a:pt x="157480" y="10160"/>
                  </a:lnTo>
                  <a:lnTo>
                    <a:pt x="157480" y="0"/>
                  </a:lnTo>
                  <a:close/>
                </a:path>
                <a:path w="382270" h="20319">
                  <a:moveTo>
                    <a:pt x="382270" y="0"/>
                  </a:moveTo>
                  <a:lnTo>
                    <a:pt x="226060" y="0"/>
                  </a:lnTo>
                  <a:lnTo>
                    <a:pt x="226060" y="20320"/>
                  </a:lnTo>
                  <a:lnTo>
                    <a:pt x="382270" y="20320"/>
                  </a:lnTo>
                  <a:lnTo>
                    <a:pt x="382270" y="0"/>
                  </a:lnTo>
                  <a:close/>
                </a:path>
              </a:pathLst>
            </a:custGeom>
            <a:solidFill>
              <a:srgbClr val="18182A"/>
            </a:solidFill>
          </p:spPr>
          <p:txBody>
            <a:bodyPr wrap="square" lIns="0" tIns="0" rIns="0" bIns="0" rtlCol="0"/>
            <a:lstStyle/>
            <a:p/>
          </p:txBody>
        </p:sp>
        <p:sp>
          <p:nvSpPr>
            <p:cNvPr id="742" name="object 742"/>
            <p:cNvSpPr/>
            <p:nvPr/>
          </p:nvSpPr>
          <p:spPr>
            <a:xfrm>
              <a:off x="7104380" y="139318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9192B"/>
            </a:solidFill>
          </p:spPr>
          <p:txBody>
            <a:bodyPr wrap="square" lIns="0" tIns="0" rIns="0" bIns="0" rtlCol="0"/>
            <a:lstStyle/>
            <a:p/>
          </p:txBody>
        </p:sp>
        <p:sp>
          <p:nvSpPr>
            <p:cNvPr id="743" name="object 743"/>
            <p:cNvSpPr/>
            <p:nvPr/>
          </p:nvSpPr>
          <p:spPr>
            <a:xfrm>
              <a:off x="7104380" y="141477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9192C"/>
            </a:solidFill>
          </p:spPr>
          <p:txBody>
            <a:bodyPr wrap="square" lIns="0" tIns="0" rIns="0" bIns="0" rtlCol="0"/>
            <a:lstStyle/>
            <a:p/>
          </p:txBody>
        </p:sp>
        <p:sp>
          <p:nvSpPr>
            <p:cNvPr id="744" name="object 744"/>
            <p:cNvSpPr/>
            <p:nvPr/>
          </p:nvSpPr>
          <p:spPr>
            <a:xfrm>
              <a:off x="7104380" y="143509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A1A2D"/>
            </a:solidFill>
          </p:spPr>
          <p:txBody>
            <a:bodyPr wrap="square" lIns="0" tIns="0" rIns="0" bIns="0" rtlCol="0"/>
            <a:lstStyle/>
            <a:p/>
          </p:txBody>
        </p:sp>
        <p:sp>
          <p:nvSpPr>
            <p:cNvPr id="745" name="object 745"/>
            <p:cNvSpPr/>
            <p:nvPr/>
          </p:nvSpPr>
          <p:spPr>
            <a:xfrm>
              <a:off x="7104380" y="145668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B1B2E"/>
            </a:solidFill>
          </p:spPr>
          <p:txBody>
            <a:bodyPr wrap="square" lIns="0" tIns="0" rIns="0" bIns="0" rtlCol="0"/>
            <a:lstStyle/>
            <a:p/>
          </p:txBody>
        </p:sp>
        <p:sp>
          <p:nvSpPr>
            <p:cNvPr id="746" name="object 746"/>
            <p:cNvSpPr/>
            <p:nvPr/>
          </p:nvSpPr>
          <p:spPr>
            <a:xfrm>
              <a:off x="7104380" y="147700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B1B2F"/>
            </a:solidFill>
          </p:spPr>
          <p:txBody>
            <a:bodyPr wrap="square" lIns="0" tIns="0" rIns="0" bIns="0" rtlCol="0"/>
            <a:lstStyle/>
            <a:p/>
          </p:txBody>
        </p:sp>
        <p:sp>
          <p:nvSpPr>
            <p:cNvPr id="747" name="object 747"/>
            <p:cNvSpPr/>
            <p:nvPr/>
          </p:nvSpPr>
          <p:spPr>
            <a:xfrm>
              <a:off x="7104380" y="149859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C1C30"/>
            </a:solidFill>
          </p:spPr>
          <p:txBody>
            <a:bodyPr wrap="square" lIns="0" tIns="0" rIns="0" bIns="0" rtlCol="0"/>
            <a:lstStyle/>
            <a:p/>
          </p:txBody>
        </p:sp>
        <p:sp>
          <p:nvSpPr>
            <p:cNvPr id="748" name="object 748"/>
            <p:cNvSpPr/>
            <p:nvPr/>
          </p:nvSpPr>
          <p:spPr>
            <a:xfrm>
              <a:off x="7104380" y="152018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C1C31"/>
            </a:solidFill>
          </p:spPr>
          <p:txBody>
            <a:bodyPr wrap="square" lIns="0" tIns="0" rIns="0" bIns="0" rtlCol="0"/>
            <a:lstStyle/>
            <a:p/>
          </p:txBody>
        </p:sp>
        <p:sp>
          <p:nvSpPr>
            <p:cNvPr id="749" name="object 749"/>
            <p:cNvSpPr/>
            <p:nvPr/>
          </p:nvSpPr>
          <p:spPr>
            <a:xfrm>
              <a:off x="7104380" y="1540509"/>
              <a:ext cx="382270" cy="41910"/>
            </a:xfrm>
            <a:custGeom>
              <a:avLst/>
              <a:gdLst/>
              <a:ahLst/>
              <a:cxnLst/>
              <a:rect l="l" t="t" r="r" b="b"/>
              <a:pathLst>
                <a:path w="382270" h="41909">
                  <a:moveTo>
                    <a:pt x="156197" y="0"/>
                  </a:moveTo>
                  <a:lnTo>
                    <a:pt x="0" y="0"/>
                  </a:lnTo>
                  <a:lnTo>
                    <a:pt x="0" y="20320"/>
                  </a:lnTo>
                  <a:lnTo>
                    <a:pt x="0" y="41910"/>
                  </a:lnTo>
                  <a:lnTo>
                    <a:pt x="156197" y="41910"/>
                  </a:lnTo>
                  <a:lnTo>
                    <a:pt x="156197" y="20320"/>
                  </a:lnTo>
                  <a:lnTo>
                    <a:pt x="156197" y="0"/>
                  </a:lnTo>
                  <a:close/>
                </a:path>
                <a:path w="382270" h="41909">
                  <a:moveTo>
                    <a:pt x="382270" y="0"/>
                  </a:moveTo>
                  <a:lnTo>
                    <a:pt x="226060" y="0"/>
                  </a:lnTo>
                  <a:lnTo>
                    <a:pt x="226060" y="20320"/>
                  </a:lnTo>
                  <a:lnTo>
                    <a:pt x="226060" y="41910"/>
                  </a:lnTo>
                  <a:lnTo>
                    <a:pt x="382270" y="41910"/>
                  </a:lnTo>
                  <a:lnTo>
                    <a:pt x="382270" y="20320"/>
                  </a:lnTo>
                  <a:lnTo>
                    <a:pt x="382270" y="0"/>
                  </a:lnTo>
                  <a:close/>
                </a:path>
              </a:pathLst>
            </a:custGeom>
            <a:solidFill>
              <a:srgbClr val="1D1D33"/>
            </a:solidFill>
          </p:spPr>
          <p:txBody>
            <a:bodyPr wrap="square" lIns="0" tIns="0" rIns="0" bIns="0" rtlCol="0"/>
            <a:lstStyle/>
            <a:p/>
          </p:txBody>
        </p:sp>
        <p:sp>
          <p:nvSpPr>
            <p:cNvPr id="750" name="object 750"/>
            <p:cNvSpPr/>
            <p:nvPr/>
          </p:nvSpPr>
          <p:spPr>
            <a:xfrm>
              <a:off x="7104380" y="158241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E1E34"/>
            </a:solidFill>
          </p:spPr>
          <p:txBody>
            <a:bodyPr wrap="square" lIns="0" tIns="0" rIns="0" bIns="0" rtlCol="0"/>
            <a:lstStyle/>
            <a:p/>
          </p:txBody>
        </p:sp>
        <p:sp>
          <p:nvSpPr>
            <p:cNvPr id="751" name="object 751"/>
            <p:cNvSpPr/>
            <p:nvPr/>
          </p:nvSpPr>
          <p:spPr>
            <a:xfrm>
              <a:off x="7104380" y="160400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F1F35"/>
            </a:solidFill>
          </p:spPr>
          <p:txBody>
            <a:bodyPr wrap="square" lIns="0" tIns="0" rIns="0" bIns="0" rtlCol="0"/>
            <a:lstStyle/>
            <a:p/>
          </p:txBody>
        </p:sp>
        <p:sp>
          <p:nvSpPr>
            <p:cNvPr id="752" name="object 752"/>
            <p:cNvSpPr/>
            <p:nvPr/>
          </p:nvSpPr>
          <p:spPr>
            <a:xfrm>
              <a:off x="7104380" y="162432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F1F36"/>
            </a:solidFill>
          </p:spPr>
          <p:txBody>
            <a:bodyPr wrap="square" lIns="0" tIns="0" rIns="0" bIns="0" rtlCol="0"/>
            <a:lstStyle/>
            <a:p/>
          </p:txBody>
        </p:sp>
        <p:sp>
          <p:nvSpPr>
            <p:cNvPr id="753" name="object 753"/>
            <p:cNvSpPr/>
            <p:nvPr/>
          </p:nvSpPr>
          <p:spPr>
            <a:xfrm>
              <a:off x="7104380" y="1644649"/>
              <a:ext cx="382270" cy="21590"/>
            </a:xfrm>
            <a:custGeom>
              <a:avLst/>
              <a:gdLst/>
              <a:ahLst/>
              <a:cxnLst/>
              <a:rect l="l" t="t" r="r" b="b"/>
              <a:pathLst>
                <a:path w="382270" h="21589">
                  <a:moveTo>
                    <a:pt x="156197" y="0"/>
                  </a:moveTo>
                  <a:lnTo>
                    <a:pt x="0" y="0"/>
                  </a:lnTo>
                  <a:lnTo>
                    <a:pt x="0" y="21590"/>
                  </a:lnTo>
                  <a:lnTo>
                    <a:pt x="156197" y="21590"/>
                  </a:lnTo>
                  <a:lnTo>
                    <a:pt x="156197" y="0"/>
                  </a:lnTo>
                  <a:close/>
                </a:path>
                <a:path w="382270" h="21589">
                  <a:moveTo>
                    <a:pt x="382270" y="0"/>
                  </a:moveTo>
                  <a:lnTo>
                    <a:pt x="226060" y="0"/>
                  </a:lnTo>
                  <a:lnTo>
                    <a:pt x="226060" y="21590"/>
                  </a:lnTo>
                  <a:lnTo>
                    <a:pt x="382270" y="21590"/>
                  </a:lnTo>
                  <a:lnTo>
                    <a:pt x="382270" y="0"/>
                  </a:lnTo>
                  <a:close/>
                </a:path>
              </a:pathLst>
            </a:custGeom>
            <a:solidFill>
              <a:srgbClr val="202037"/>
            </a:solidFill>
          </p:spPr>
          <p:txBody>
            <a:bodyPr wrap="square" lIns="0" tIns="0" rIns="0" bIns="0" rtlCol="0"/>
            <a:lstStyle/>
            <a:p/>
          </p:txBody>
        </p:sp>
        <p:sp>
          <p:nvSpPr>
            <p:cNvPr id="754" name="object 754"/>
            <p:cNvSpPr/>
            <p:nvPr/>
          </p:nvSpPr>
          <p:spPr>
            <a:xfrm>
              <a:off x="7104380" y="166623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202038"/>
            </a:solidFill>
          </p:spPr>
          <p:txBody>
            <a:bodyPr wrap="square" lIns="0" tIns="0" rIns="0" bIns="0" rtlCol="0"/>
            <a:lstStyle/>
            <a:p/>
          </p:txBody>
        </p:sp>
      </p:grpSp>
      <p:grpSp>
        <p:nvGrpSpPr>
          <p:cNvPr id="755" name="object 755"/>
          <p:cNvGrpSpPr/>
          <p:nvPr/>
        </p:nvGrpSpPr>
        <p:grpSpPr>
          <a:xfrm>
            <a:off x="7588250" y="849630"/>
            <a:ext cx="167640" cy="843280"/>
            <a:chOff x="7588250" y="849630"/>
            <a:chExt cx="167640" cy="843280"/>
          </a:xfrm>
        </p:grpSpPr>
        <p:sp>
          <p:nvSpPr>
            <p:cNvPr id="756" name="object 756"/>
            <p:cNvSpPr/>
            <p:nvPr/>
          </p:nvSpPr>
          <p:spPr>
            <a:xfrm>
              <a:off x="7594600" y="855992"/>
              <a:ext cx="156210" cy="54610"/>
            </a:xfrm>
            <a:custGeom>
              <a:avLst/>
              <a:gdLst/>
              <a:ahLst/>
              <a:cxnLst/>
              <a:rect l="l" t="t" r="r" b="b"/>
              <a:pathLst>
                <a:path w="156209" h="54609">
                  <a:moveTo>
                    <a:pt x="156210" y="0"/>
                  </a:moveTo>
                  <a:lnTo>
                    <a:pt x="0" y="0"/>
                  </a:lnTo>
                  <a:lnTo>
                    <a:pt x="0" y="26657"/>
                  </a:lnTo>
                  <a:lnTo>
                    <a:pt x="0" y="54597"/>
                  </a:lnTo>
                  <a:lnTo>
                    <a:pt x="156210" y="54597"/>
                  </a:lnTo>
                  <a:lnTo>
                    <a:pt x="156210" y="26657"/>
                  </a:lnTo>
                  <a:lnTo>
                    <a:pt x="156210" y="0"/>
                  </a:lnTo>
                  <a:close/>
                </a:path>
              </a:pathLst>
            </a:custGeom>
            <a:solidFill>
              <a:srgbClr val="10101C"/>
            </a:solidFill>
          </p:spPr>
          <p:txBody>
            <a:bodyPr wrap="square" lIns="0" tIns="0" rIns="0" bIns="0" rtlCol="0"/>
            <a:lstStyle/>
            <a:p/>
          </p:txBody>
        </p:sp>
        <p:sp>
          <p:nvSpPr>
            <p:cNvPr id="757" name="object 757"/>
            <p:cNvSpPr/>
            <p:nvPr/>
          </p:nvSpPr>
          <p:spPr>
            <a:xfrm>
              <a:off x="7594600" y="91059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1111D"/>
            </a:solidFill>
          </p:spPr>
          <p:txBody>
            <a:bodyPr wrap="square" lIns="0" tIns="0" rIns="0" bIns="0" rtlCol="0"/>
            <a:lstStyle/>
            <a:p/>
          </p:txBody>
        </p:sp>
        <p:sp>
          <p:nvSpPr>
            <p:cNvPr id="758" name="object 758"/>
            <p:cNvSpPr/>
            <p:nvPr/>
          </p:nvSpPr>
          <p:spPr>
            <a:xfrm>
              <a:off x="7594600" y="938530"/>
              <a:ext cx="156210" cy="27940"/>
            </a:xfrm>
            <a:custGeom>
              <a:avLst/>
              <a:gdLst/>
              <a:ahLst/>
              <a:cxnLst/>
              <a:rect l="l" t="t" r="r" b="b"/>
              <a:pathLst>
                <a:path w="156209" h="27940">
                  <a:moveTo>
                    <a:pt x="0" y="27940"/>
                  </a:moveTo>
                  <a:lnTo>
                    <a:pt x="0" y="0"/>
                  </a:lnTo>
                  <a:lnTo>
                    <a:pt x="156209" y="0"/>
                  </a:lnTo>
                  <a:lnTo>
                    <a:pt x="156209" y="27940"/>
                  </a:lnTo>
                  <a:lnTo>
                    <a:pt x="0" y="27940"/>
                  </a:lnTo>
                  <a:close/>
                </a:path>
              </a:pathLst>
            </a:custGeom>
            <a:solidFill>
              <a:srgbClr val="11111E"/>
            </a:solidFill>
          </p:spPr>
          <p:txBody>
            <a:bodyPr wrap="square" lIns="0" tIns="0" rIns="0" bIns="0" rtlCol="0"/>
            <a:lstStyle/>
            <a:p/>
          </p:txBody>
        </p:sp>
        <p:sp>
          <p:nvSpPr>
            <p:cNvPr id="759" name="object 759"/>
            <p:cNvSpPr/>
            <p:nvPr/>
          </p:nvSpPr>
          <p:spPr>
            <a:xfrm>
              <a:off x="7594600" y="966470"/>
              <a:ext cx="156210" cy="26670"/>
            </a:xfrm>
            <a:custGeom>
              <a:avLst/>
              <a:gdLst/>
              <a:ahLst/>
              <a:cxnLst/>
              <a:rect l="l" t="t" r="r" b="b"/>
              <a:pathLst>
                <a:path w="156209" h="26669">
                  <a:moveTo>
                    <a:pt x="0" y="26669"/>
                  </a:moveTo>
                  <a:lnTo>
                    <a:pt x="0" y="0"/>
                  </a:lnTo>
                  <a:lnTo>
                    <a:pt x="156209" y="0"/>
                  </a:lnTo>
                  <a:lnTo>
                    <a:pt x="156209" y="26669"/>
                  </a:lnTo>
                  <a:lnTo>
                    <a:pt x="0" y="26669"/>
                  </a:lnTo>
                  <a:close/>
                </a:path>
              </a:pathLst>
            </a:custGeom>
            <a:solidFill>
              <a:srgbClr val="12121F"/>
            </a:solidFill>
          </p:spPr>
          <p:txBody>
            <a:bodyPr wrap="square" lIns="0" tIns="0" rIns="0" bIns="0" rtlCol="0"/>
            <a:lstStyle/>
            <a:p/>
          </p:txBody>
        </p:sp>
        <p:sp>
          <p:nvSpPr>
            <p:cNvPr id="760" name="object 760"/>
            <p:cNvSpPr/>
            <p:nvPr/>
          </p:nvSpPr>
          <p:spPr>
            <a:xfrm>
              <a:off x="7594600" y="99314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21220"/>
            </a:solidFill>
          </p:spPr>
          <p:txBody>
            <a:bodyPr wrap="square" lIns="0" tIns="0" rIns="0" bIns="0" rtlCol="0"/>
            <a:lstStyle/>
            <a:p/>
          </p:txBody>
        </p:sp>
        <p:sp>
          <p:nvSpPr>
            <p:cNvPr id="761" name="object 761"/>
            <p:cNvSpPr/>
            <p:nvPr/>
          </p:nvSpPr>
          <p:spPr>
            <a:xfrm>
              <a:off x="7594600" y="1021080"/>
              <a:ext cx="156210" cy="27940"/>
            </a:xfrm>
            <a:custGeom>
              <a:avLst/>
              <a:gdLst/>
              <a:ahLst/>
              <a:cxnLst/>
              <a:rect l="l" t="t" r="r" b="b"/>
              <a:pathLst>
                <a:path w="156209" h="27940">
                  <a:moveTo>
                    <a:pt x="0" y="27940"/>
                  </a:moveTo>
                  <a:lnTo>
                    <a:pt x="0" y="0"/>
                  </a:lnTo>
                  <a:lnTo>
                    <a:pt x="156209" y="0"/>
                  </a:lnTo>
                  <a:lnTo>
                    <a:pt x="156209" y="27940"/>
                  </a:lnTo>
                  <a:lnTo>
                    <a:pt x="0" y="27940"/>
                  </a:lnTo>
                  <a:close/>
                </a:path>
              </a:pathLst>
            </a:custGeom>
            <a:solidFill>
              <a:srgbClr val="131321"/>
            </a:solidFill>
          </p:spPr>
          <p:txBody>
            <a:bodyPr wrap="square" lIns="0" tIns="0" rIns="0" bIns="0" rtlCol="0"/>
            <a:lstStyle/>
            <a:p/>
          </p:txBody>
        </p:sp>
        <p:sp>
          <p:nvSpPr>
            <p:cNvPr id="762" name="object 762"/>
            <p:cNvSpPr/>
            <p:nvPr/>
          </p:nvSpPr>
          <p:spPr>
            <a:xfrm>
              <a:off x="7594600" y="1049019"/>
              <a:ext cx="156210" cy="27940"/>
            </a:xfrm>
            <a:custGeom>
              <a:avLst/>
              <a:gdLst/>
              <a:ahLst/>
              <a:cxnLst/>
              <a:rect l="l" t="t" r="r" b="b"/>
              <a:pathLst>
                <a:path w="156209" h="27940">
                  <a:moveTo>
                    <a:pt x="156210" y="22860"/>
                  </a:moveTo>
                  <a:lnTo>
                    <a:pt x="0" y="22860"/>
                  </a:lnTo>
                  <a:lnTo>
                    <a:pt x="0" y="27940"/>
                  </a:lnTo>
                  <a:lnTo>
                    <a:pt x="156210" y="27940"/>
                  </a:lnTo>
                  <a:lnTo>
                    <a:pt x="156210" y="22860"/>
                  </a:lnTo>
                  <a:close/>
                </a:path>
                <a:path w="156209" h="27940">
                  <a:moveTo>
                    <a:pt x="156210" y="0"/>
                  </a:moveTo>
                  <a:lnTo>
                    <a:pt x="0" y="0"/>
                  </a:lnTo>
                  <a:lnTo>
                    <a:pt x="0" y="2540"/>
                  </a:lnTo>
                  <a:lnTo>
                    <a:pt x="156210" y="2540"/>
                  </a:lnTo>
                  <a:lnTo>
                    <a:pt x="156210" y="0"/>
                  </a:lnTo>
                  <a:close/>
                </a:path>
              </a:pathLst>
            </a:custGeom>
            <a:solidFill>
              <a:srgbClr val="141422"/>
            </a:solidFill>
          </p:spPr>
          <p:txBody>
            <a:bodyPr wrap="square" lIns="0" tIns="0" rIns="0" bIns="0" rtlCol="0"/>
            <a:lstStyle/>
            <a:p/>
          </p:txBody>
        </p:sp>
        <p:sp>
          <p:nvSpPr>
            <p:cNvPr id="763" name="object 763"/>
            <p:cNvSpPr/>
            <p:nvPr/>
          </p:nvSpPr>
          <p:spPr>
            <a:xfrm>
              <a:off x="7594600" y="107696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41423"/>
            </a:solidFill>
          </p:spPr>
          <p:txBody>
            <a:bodyPr wrap="square" lIns="0" tIns="0" rIns="0" bIns="0" rtlCol="0"/>
            <a:lstStyle/>
            <a:p/>
          </p:txBody>
        </p:sp>
        <p:sp>
          <p:nvSpPr>
            <p:cNvPr id="764" name="object 764"/>
            <p:cNvSpPr/>
            <p:nvPr/>
          </p:nvSpPr>
          <p:spPr>
            <a:xfrm>
              <a:off x="7594600" y="1104900"/>
              <a:ext cx="156210" cy="26670"/>
            </a:xfrm>
            <a:custGeom>
              <a:avLst/>
              <a:gdLst/>
              <a:ahLst/>
              <a:cxnLst/>
              <a:rect l="l" t="t" r="r" b="b"/>
              <a:pathLst>
                <a:path w="156209" h="26669">
                  <a:moveTo>
                    <a:pt x="0" y="26670"/>
                  </a:moveTo>
                  <a:lnTo>
                    <a:pt x="0" y="0"/>
                  </a:lnTo>
                  <a:lnTo>
                    <a:pt x="156209" y="0"/>
                  </a:lnTo>
                  <a:lnTo>
                    <a:pt x="156209" y="26670"/>
                  </a:lnTo>
                  <a:lnTo>
                    <a:pt x="0" y="26670"/>
                  </a:lnTo>
                  <a:close/>
                </a:path>
              </a:pathLst>
            </a:custGeom>
            <a:solidFill>
              <a:srgbClr val="151524"/>
            </a:solidFill>
          </p:spPr>
          <p:txBody>
            <a:bodyPr wrap="square" lIns="0" tIns="0" rIns="0" bIns="0" rtlCol="0"/>
            <a:lstStyle/>
            <a:p/>
          </p:txBody>
        </p:sp>
        <p:sp>
          <p:nvSpPr>
            <p:cNvPr id="765" name="object 765"/>
            <p:cNvSpPr/>
            <p:nvPr/>
          </p:nvSpPr>
          <p:spPr>
            <a:xfrm>
              <a:off x="7594600" y="113157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51525"/>
            </a:solidFill>
          </p:spPr>
          <p:txBody>
            <a:bodyPr wrap="square" lIns="0" tIns="0" rIns="0" bIns="0" rtlCol="0"/>
            <a:lstStyle/>
            <a:p/>
          </p:txBody>
        </p:sp>
        <p:sp>
          <p:nvSpPr>
            <p:cNvPr id="766" name="object 766"/>
            <p:cNvSpPr/>
            <p:nvPr/>
          </p:nvSpPr>
          <p:spPr>
            <a:xfrm>
              <a:off x="7594600" y="115951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61626"/>
            </a:solidFill>
          </p:spPr>
          <p:txBody>
            <a:bodyPr wrap="square" lIns="0" tIns="0" rIns="0" bIns="0" rtlCol="0"/>
            <a:lstStyle/>
            <a:p/>
          </p:txBody>
        </p:sp>
        <p:sp>
          <p:nvSpPr>
            <p:cNvPr id="767" name="object 767"/>
            <p:cNvSpPr/>
            <p:nvPr/>
          </p:nvSpPr>
          <p:spPr>
            <a:xfrm>
              <a:off x="7594600" y="118745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61627"/>
            </a:solidFill>
          </p:spPr>
          <p:txBody>
            <a:bodyPr wrap="square" lIns="0" tIns="0" rIns="0" bIns="0" rtlCol="0"/>
            <a:lstStyle/>
            <a:p/>
          </p:txBody>
        </p:sp>
        <p:sp>
          <p:nvSpPr>
            <p:cNvPr id="768" name="object 768"/>
            <p:cNvSpPr/>
            <p:nvPr/>
          </p:nvSpPr>
          <p:spPr>
            <a:xfrm>
              <a:off x="7594600" y="121539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71728"/>
            </a:solidFill>
          </p:spPr>
          <p:txBody>
            <a:bodyPr wrap="square" lIns="0" tIns="0" rIns="0" bIns="0" rtlCol="0"/>
            <a:lstStyle/>
            <a:p/>
          </p:txBody>
        </p:sp>
        <p:sp>
          <p:nvSpPr>
            <p:cNvPr id="769" name="object 769"/>
            <p:cNvSpPr/>
            <p:nvPr/>
          </p:nvSpPr>
          <p:spPr>
            <a:xfrm>
              <a:off x="7594600" y="1243330"/>
              <a:ext cx="156210" cy="27940"/>
            </a:xfrm>
            <a:custGeom>
              <a:avLst/>
              <a:gdLst/>
              <a:ahLst/>
              <a:cxnLst/>
              <a:rect l="l" t="t" r="r" b="b"/>
              <a:pathLst>
                <a:path w="156209" h="27940">
                  <a:moveTo>
                    <a:pt x="0" y="27940"/>
                  </a:moveTo>
                  <a:lnTo>
                    <a:pt x="0" y="0"/>
                  </a:lnTo>
                  <a:lnTo>
                    <a:pt x="156209" y="0"/>
                  </a:lnTo>
                  <a:lnTo>
                    <a:pt x="156209" y="27940"/>
                  </a:lnTo>
                  <a:lnTo>
                    <a:pt x="0" y="27940"/>
                  </a:lnTo>
                  <a:close/>
                </a:path>
              </a:pathLst>
            </a:custGeom>
            <a:solidFill>
              <a:srgbClr val="181829"/>
            </a:solidFill>
          </p:spPr>
          <p:txBody>
            <a:bodyPr wrap="square" lIns="0" tIns="0" rIns="0" bIns="0" rtlCol="0"/>
            <a:lstStyle/>
            <a:p/>
          </p:txBody>
        </p:sp>
        <p:sp>
          <p:nvSpPr>
            <p:cNvPr id="770" name="object 770"/>
            <p:cNvSpPr/>
            <p:nvPr/>
          </p:nvSpPr>
          <p:spPr>
            <a:xfrm>
              <a:off x="7594600" y="127127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8182A"/>
            </a:solidFill>
          </p:spPr>
          <p:txBody>
            <a:bodyPr wrap="square" lIns="0" tIns="0" rIns="0" bIns="0" rtlCol="0"/>
            <a:lstStyle/>
            <a:p/>
          </p:txBody>
        </p:sp>
        <p:sp>
          <p:nvSpPr>
            <p:cNvPr id="771" name="object 771"/>
            <p:cNvSpPr/>
            <p:nvPr/>
          </p:nvSpPr>
          <p:spPr>
            <a:xfrm>
              <a:off x="7594600" y="129921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9192B"/>
            </a:solidFill>
          </p:spPr>
          <p:txBody>
            <a:bodyPr wrap="square" lIns="0" tIns="0" rIns="0" bIns="0" rtlCol="0"/>
            <a:lstStyle/>
            <a:p/>
          </p:txBody>
        </p:sp>
        <p:sp>
          <p:nvSpPr>
            <p:cNvPr id="772" name="object 772"/>
            <p:cNvSpPr/>
            <p:nvPr/>
          </p:nvSpPr>
          <p:spPr>
            <a:xfrm>
              <a:off x="7594600" y="1327150"/>
              <a:ext cx="156210" cy="26670"/>
            </a:xfrm>
            <a:custGeom>
              <a:avLst/>
              <a:gdLst/>
              <a:ahLst/>
              <a:cxnLst/>
              <a:rect l="l" t="t" r="r" b="b"/>
              <a:pathLst>
                <a:path w="156209" h="26669">
                  <a:moveTo>
                    <a:pt x="0" y="26670"/>
                  </a:moveTo>
                  <a:lnTo>
                    <a:pt x="0" y="0"/>
                  </a:lnTo>
                  <a:lnTo>
                    <a:pt x="156209" y="0"/>
                  </a:lnTo>
                  <a:lnTo>
                    <a:pt x="156209" y="26670"/>
                  </a:lnTo>
                  <a:lnTo>
                    <a:pt x="0" y="26670"/>
                  </a:lnTo>
                  <a:close/>
                </a:path>
              </a:pathLst>
            </a:custGeom>
            <a:solidFill>
              <a:srgbClr val="19192C"/>
            </a:solidFill>
          </p:spPr>
          <p:txBody>
            <a:bodyPr wrap="square" lIns="0" tIns="0" rIns="0" bIns="0" rtlCol="0"/>
            <a:lstStyle/>
            <a:p/>
          </p:txBody>
        </p:sp>
        <p:sp>
          <p:nvSpPr>
            <p:cNvPr id="773" name="object 773"/>
            <p:cNvSpPr/>
            <p:nvPr/>
          </p:nvSpPr>
          <p:spPr>
            <a:xfrm>
              <a:off x="7594600" y="135382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A1A2D"/>
            </a:solidFill>
          </p:spPr>
          <p:txBody>
            <a:bodyPr wrap="square" lIns="0" tIns="0" rIns="0" bIns="0" rtlCol="0"/>
            <a:lstStyle/>
            <a:p/>
          </p:txBody>
        </p:sp>
        <p:sp>
          <p:nvSpPr>
            <p:cNvPr id="774" name="object 774"/>
            <p:cNvSpPr/>
            <p:nvPr/>
          </p:nvSpPr>
          <p:spPr>
            <a:xfrm>
              <a:off x="7594600" y="138176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B1B2E"/>
            </a:solidFill>
          </p:spPr>
          <p:txBody>
            <a:bodyPr wrap="square" lIns="0" tIns="0" rIns="0" bIns="0" rtlCol="0"/>
            <a:lstStyle/>
            <a:p/>
          </p:txBody>
        </p:sp>
        <p:sp>
          <p:nvSpPr>
            <p:cNvPr id="775" name="object 775"/>
            <p:cNvSpPr/>
            <p:nvPr/>
          </p:nvSpPr>
          <p:spPr>
            <a:xfrm>
              <a:off x="7594600" y="140970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B1B2F"/>
            </a:solidFill>
          </p:spPr>
          <p:txBody>
            <a:bodyPr wrap="square" lIns="0" tIns="0" rIns="0" bIns="0" rtlCol="0"/>
            <a:lstStyle/>
            <a:p/>
          </p:txBody>
        </p:sp>
        <p:sp>
          <p:nvSpPr>
            <p:cNvPr id="776" name="object 776"/>
            <p:cNvSpPr/>
            <p:nvPr/>
          </p:nvSpPr>
          <p:spPr>
            <a:xfrm>
              <a:off x="7594600" y="143764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C1C30"/>
            </a:solidFill>
          </p:spPr>
          <p:txBody>
            <a:bodyPr wrap="square" lIns="0" tIns="0" rIns="0" bIns="0" rtlCol="0"/>
            <a:lstStyle/>
            <a:p/>
          </p:txBody>
        </p:sp>
        <p:sp>
          <p:nvSpPr>
            <p:cNvPr id="777" name="object 777"/>
            <p:cNvSpPr/>
            <p:nvPr/>
          </p:nvSpPr>
          <p:spPr>
            <a:xfrm>
              <a:off x="7594600" y="1465580"/>
              <a:ext cx="156210" cy="27940"/>
            </a:xfrm>
            <a:custGeom>
              <a:avLst/>
              <a:gdLst/>
              <a:ahLst/>
              <a:cxnLst/>
              <a:rect l="l" t="t" r="r" b="b"/>
              <a:pathLst>
                <a:path w="156209" h="27940">
                  <a:moveTo>
                    <a:pt x="0" y="27940"/>
                  </a:moveTo>
                  <a:lnTo>
                    <a:pt x="0" y="0"/>
                  </a:lnTo>
                  <a:lnTo>
                    <a:pt x="156209" y="0"/>
                  </a:lnTo>
                  <a:lnTo>
                    <a:pt x="156209" y="27940"/>
                  </a:lnTo>
                  <a:lnTo>
                    <a:pt x="0" y="27940"/>
                  </a:lnTo>
                  <a:close/>
                </a:path>
              </a:pathLst>
            </a:custGeom>
            <a:solidFill>
              <a:srgbClr val="1C1C31"/>
            </a:solidFill>
          </p:spPr>
          <p:txBody>
            <a:bodyPr wrap="square" lIns="0" tIns="0" rIns="0" bIns="0" rtlCol="0"/>
            <a:lstStyle/>
            <a:p/>
          </p:txBody>
        </p:sp>
        <p:sp>
          <p:nvSpPr>
            <p:cNvPr id="778" name="object 778"/>
            <p:cNvSpPr/>
            <p:nvPr/>
          </p:nvSpPr>
          <p:spPr>
            <a:xfrm>
              <a:off x="7594600" y="1493519"/>
              <a:ext cx="156210" cy="54610"/>
            </a:xfrm>
            <a:custGeom>
              <a:avLst/>
              <a:gdLst/>
              <a:ahLst/>
              <a:cxnLst/>
              <a:rect l="l" t="t" r="r" b="b"/>
              <a:pathLst>
                <a:path w="156209" h="54609">
                  <a:moveTo>
                    <a:pt x="156210" y="0"/>
                  </a:moveTo>
                  <a:lnTo>
                    <a:pt x="0" y="0"/>
                  </a:lnTo>
                  <a:lnTo>
                    <a:pt x="0" y="26670"/>
                  </a:lnTo>
                  <a:lnTo>
                    <a:pt x="0" y="54610"/>
                  </a:lnTo>
                  <a:lnTo>
                    <a:pt x="156210" y="54610"/>
                  </a:lnTo>
                  <a:lnTo>
                    <a:pt x="156210" y="26670"/>
                  </a:lnTo>
                  <a:lnTo>
                    <a:pt x="156210" y="0"/>
                  </a:lnTo>
                  <a:close/>
                </a:path>
              </a:pathLst>
            </a:custGeom>
            <a:solidFill>
              <a:srgbClr val="1D1D33"/>
            </a:solidFill>
          </p:spPr>
          <p:txBody>
            <a:bodyPr wrap="square" lIns="0" tIns="0" rIns="0" bIns="0" rtlCol="0"/>
            <a:lstStyle/>
            <a:p/>
          </p:txBody>
        </p:sp>
        <p:sp>
          <p:nvSpPr>
            <p:cNvPr id="779" name="object 779"/>
            <p:cNvSpPr/>
            <p:nvPr/>
          </p:nvSpPr>
          <p:spPr>
            <a:xfrm>
              <a:off x="7594600" y="1548130"/>
              <a:ext cx="156210" cy="27940"/>
            </a:xfrm>
            <a:custGeom>
              <a:avLst/>
              <a:gdLst/>
              <a:ahLst/>
              <a:cxnLst/>
              <a:rect l="l" t="t" r="r" b="b"/>
              <a:pathLst>
                <a:path w="156209" h="27940">
                  <a:moveTo>
                    <a:pt x="0" y="27940"/>
                  </a:moveTo>
                  <a:lnTo>
                    <a:pt x="0" y="0"/>
                  </a:lnTo>
                  <a:lnTo>
                    <a:pt x="156209" y="0"/>
                  </a:lnTo>
                  <a:lnTo>
                    <a:pt x="156209" y="27940"/>
                  </a:lnTo>
                  <a:lnTo>
                    <a:pt x="0" y="27940"/>
                  </a:lnTo>
                  <a:close/>
                </a:path>
              </a:pathLst>
            </a:custGeom>
            <a:solidFill>
              <a:srgbClr val="1E1E34"/>
            </a:solidFill>
          </p:spPr>
          <p:txBody>
            <a:bodyPr wrap="square" lIns="0" tIns="0" rIns="0" bIns="0" rtlCol="0"/>
            <a:lstStyle/>
            <a:p/>
          </p:txBody>
        </p:sp>
        <p:sp>
          <p:nvSpPr>
            <p:cNvPr id="780" name="object 780"/>
            <p:cNvSpPr/>
            <p:nvPr/>
          </p:nvSpPr>
          <p:spPr>
            <a:xfrm>
              <a:off x="7594600" y="1576070"/>
              <a:ext cx="156210" cy="27940"/>
            </a:xfrm>
            <a:custGeom>
              <a:avLst/>
              <a:gdLst/>
              <a:ahLst/>
              <a:cxnLst/>
              <a:rect l="l" t="t" r="r" b="b"/>
              <a:pathLst>
                <a:path w="156209" h="27940">
                  <a:moveTo>
                    <a:pt x="0" y="27939"/>
                  </a:moveTo>
                  <a:lnTo>
                    <a:pt x="0" y="0"/>
                  </a:lnTo>
                  <a:lnTo>
                    <a:pt x="156209" y="0"/>
                  </a:lnTo>
                  <a:lnTo>
                    <a:pt x="156209" y="27939"/>
                  </a:lnTo>
                  <a:lnTo>
                    <a:pt x="0" y="27939"/>
                  </a:lnTo>
                  <a:close/>
                </a:path>
              </a:pathLst>
            </a:custGeom>
            <a:solidFill>
              <a:srgbClr val="1F1F35"/>
            </a:solidFill>
          </p:spPr>
          <p:txBody>
            <a:bodyPr wrap="square" lIns="0" tIns="0" rIns="0" bIns="0" rtlCol="0"/>
            <a:lstStyle/>
            <a:p/>
          </p:txBody>
        </p:sp>
        <p:sp>
          <p:nvSpPr>
            <p:cNvPr id="781" name="object 781"/>
            <p:cNvSpPr/>
            <p:nvPr/>
          </p:nvSpPr>
          <p:spPr>
            <a:xfrm>
              <a:off x="7594600" y="1604010"/>
              <a:ext cx="156210" cy="27940"/>
            </a:xfrm>
            <a:custGeom>
              <a:avLst/>
              <a:gdLst/>
              <a:ahLst/>
              <a:cxnLst/>
              <a:rect l="l" t="t" r="r" b="b"/>
              <a:pathLst>
                <a:path w="156209" h="27939">
                  <a:moveTo>
                    <a:pt x="0" y="27939"/>
                  </a:moveTo>
                  <a:lnTo>
                    <a:pt x="0" y="0"/>
                  </a:lnTo>
                  <a:lnTo>
                    <a:pt x="156209" y="0"/>
                  </a:lnTo>
                  <a:lnTo>
                    <a:pt x="156209" y="27939"/>
                  </a:lnTo>
                  <a:lnTo>
                    <a:pt x="0" y="27939"/>
                  </a:lnTo>
                  <a:close/>
                </a:path>
              </a:pathLst>
            </a:custGeom>
            <a:solidFill>
              <a:srgbClr val="1F1F36"/>
            </a:solidFill>
          </p:spPr>
          <p:txBody>
            <a:bodyPr wrap="square" lIns="0" tIns="0" rIns="0" bIns="0" rtlCol="0"/>
            <a:lstStyle/>
            <a:p/>
          </p:txBody>
        </p:sp>
        <p:sp>
          <p:nvSpPr>
            <p:cNvPr id="782" name="object 782"/>
            <p:cNvSpPr/>
            <p:nvPr/>
          </p:nvSpPr>
          <p:spPr>
            <a:xfrm>
              <a:off x="7594600" y="1631950"/>
              <a:ext cx="156210" cy="26670"/>
            </a:xfrm>
            <a:custGeom>
              <a:avLst/>
              <a:gdLst/>
              <a:ahLst/>
              <a:cxnLst/>
              <a:rect l="l" t="t" r="r" b="b"/>
              <a:pathLst>
                <a:path w="156209" h="26669">
                  <a:moveTo>
                    <a:pt x="0" y="26670"/>
                  </a:moveTo>
                  <a:lnTo>
                    <a:pt x="0" y="0"/>
                  </a:lnTo>
                  <a:lnTo>
                    <a:pt x="156209" y="0"/>
                  </a:lnTo>
                  <a:lnTo>
                    <a:pt x="156209" y="26670"/>
                  </a:lnTo>
                  <a:lnTo>
                    <a:pt x="0" y="26670"/>
                  </a:lnTo>
                  <a:close/>
                </a:path>
              </a:pathLst>
            </a:custGeom>
            <a:solidFill>
              <a:srgbClr val="202037"/>
            </a:solidFill>
          </p:spPr>
          <p:txBody>
            <a:bodyPr wrap="square" lIns="0" tIns="0" rIns="0" bIns="0" rtlCol="0"/>
            <a:lstStyle/>
            <a:p/>
          </p:txBody>
        </p:sp>
        <p:sp>
          <p:nvSpPr>
            <p:cNvPr id="783" name="object 783"/>
            <p:cNvSpPr/>
            <p:nvPr/>
          </p:nvSpPr>
          <p:spPr>
            <a:xfrm>
              <a:off x="7594600" y="1658620"/>
              <a:ext cx="156210" cy="27940"/>
            </a:xfrm>
            <a:custGeom>
              <a:avLst/>
              <a:gdLst/>
              <a:ahLst/>
              <a:cxnLst/>
              <a:rect l="l" t="t" r="r" b="b"/>
              <a:pathLst>
                <a:path w="156209" h="27939">
                  <a:moveTo>
                    <a:pt x="0" y="27939"/>
                  </a:moveTo>
                  <a:lnTo>
                    <a:pt x="0" y="0"/>
                  </a:lnTo>
                  <a:lnTo>
                    <a:pt x="156209" y="0"/>
                  </a:lnTo>
                  <a:lnTo>
                    <a:pt x="156209" y="27939"/>
                  </a:lnTo>
                  <a:lnTo>
                    <a:pt x="0" y="27939"/>
                  </a:lnTo>
                  <a:close/>
                </a:path>
              </a:pathLst>
            </a:custGeom>
            <a:solidFill>
              <a:srgbClr val="202038"/>
            </a:solidFill>
          </p:spPr>
          <p:txBody>
            <a:bodyPr wrap="square" lIns="0" tIns="0" rIns="0" bIns="0" rtlCol="0"/>
            <a:lstStyle/>
            <a:p/>
          </p:txBody>
        </p:sp>
        <p:sp>
          <p:nvSpPr>
            <p:cNvPr id="784" name="object 784"/>
            <p:cNvSpPr/>
            <p:nvPr/>
          </p:nvSpPr>
          <p:spPr>
            <a:xfrm>
              <a:off x="7588250" y="849629"/>
              <a:ext cx="167640" cy="843280"/>
            </a:xfrm>
            <a:custGeom>
              <a:avLst/>
              <a:gdLst/>
              <a:ahLst/>
              <a:cxnLst/>
              <a:rect l="l" t="t" r="r" b="b"/>
              <a:pathLst>
                <a:path w="167640" h="843280">
                  <a:moveTo>
                    <a:pt x="167640" y="215900"/>
                  </a:moveTo>
                  <a:lnTo>
                    <a:pt x="161290" y="215900"/>
                  </a:lnTo>
                  <a:lnTo>
                    <a:pt x="154940" y="215900"/>
                  </a:lnTo>
                  <a:lnTo>
                    <a:pt x="154940" y="228600"/>
                  </a:lnTo>
                  <a:lnTo>
                    <a:pt x="154940" y="830580"/>
                  </a:lnTo>
                  <a:lnTo>
                    <a:pt x="12700" y="830580"/>
                  </a:lnTo>
                  <a:lnTo>
                    <a:pt x="12700" y="228600"/>
                  </a:lnTo>
                  <a:lnTo>
                    <a:pt x="154940" y="228600"/>
                  </a:lnTo>
                  <a:lnTo>
                    <a:pt x="154940" y="215900"/>
                  </a:lnTo>
                  <a:lnTo>
                    <a:pt x="6350" y="215900"/>
                  </a:lnTo>
                  <a:lnTo>
                    <a:pt x="0" y="215900"/>
                  </a:lnTo>
                  <a:lnTo>
                    <a:pt x="0" y="222250"/>
                  </a:lnTo>
                  <a:lnTo>
                    <a:pt x="0" y="836930"/>
                  </a:lnTo>
                  <a:lnTo>
                    <a:pt x="0" y="843280"/>
                  </a:lnTo>
                  <a:lnTo>
                    <a:pt x="6350" y="843280"/>
                  </a:lnTo>
                  <a:lnTo>
                    <a:pt x="161290" y="843280"/>
                  </a:lnTo>
                  <a:lnTo>
                    <a:pt x="167640" y="843280"/>
                  </a:lnTo>
                  <a:lnTo>
                    <a:pt x="167640" y="836930"/>
                  </a:lnTo>
                  <a:lnTo>
                    <a:pt x="167640" y="222250"/>
                  </a:lnTo>
                  <a:lnTo>
                    <a:pt x="167640" y="215900"/>
                  </a:lnTo>
                  <a:close/>
                </a:path>
                <a:path w="167640" h="843280">
                  <a:moveTo>
                    <a:pt x="167640" y="0"/>
                  </a:moveTo>
                  <a:lnTo>
                    <a:pt x="161290" y="0"/>
                  </a:lnTo>
                  <a:lnTo>
                    <a:pt x="154940" y="0"/>
                  </a:lnTo>
                  <a:lnTo>
                    <a:pt x="154940" y="12700"/>
                  </a:lnTo>
                  <a:lnTo>
                    <a:pt x="154940" y="194310"/>
                  </a:lnTo>
                  <a:lnTo>
                    <a:pt x="12700" y="194310"/>
                  </a:lnTo>
                  <a:lnTo>
                    <a:pt x="12700" y="12700"/>
                  </a:lnTo>
                  <a:lnTo>
                    <a:pt x="154940" y="12700"/>
                  </a:lnTo>
                  <a:lnTo>
                    <a:pt x="154940" y="0"/>
                  </a:lnTo>
                  <a:lnTo>
                    <a:pt x="6350" y="0"/>
                  </a:lnTo>
                  <a:lnTo>
                    <a:pt x="0" y="0"/>
                  </a:lnTo>
                  <a:lnTo>
                    <a:pt x="0" y="6350"/>
                  </a:lnTo>
                  <a:lnTo>
                    <a:pt x="0" y="200660"/>
                  </a:lnTo>
                  <a:lnTo>
                    <a:pt x="0" y="207010"/>
                  </a:lnTo>
                  <a:lnTo>
                    <a:pt x="6350" y="207010"/>
                  </a:lnTo>
                  <a:lnTo>
                    <a:pt x="161290" y="207010"/>
                  </a:lnTo>
                  <a:lnTo>
                    <a:pt x="167640" y="207010"/>
                  </a:lnTo>
                  <a:lnTo>
                    <a:pt x="167640" y="200660"/>
                  </a:lnTo>
                  <a:lnTo>
                    <a:pt x="167640" y="6350"/>
                  </a:lnTo>
                  <a:lnTo>
                    <a:pt x="167640" y="0"/>
                  </a:lnTo>
                  <a:close/>
                </a:path>
              </a:pathLst>
            </a:custGeom>
            <a:solidFill>
              <a:srgbClr val="9898FF"/>
            </a:solidFill>
          </p:spPr>
          <p:txBody>
            <a:bodyPr wrap="square" lIns="0" tIns="0" rIns="0" bIns="0" rtlCol="0"/>
            <a:lstStyle/>
            <a:p/>
          </p:txBody>
        </p:sp>
      </p:grpSp>
      <p:grpSp>
        <p:nvGrpSpPr>
          <p:cNvPr id="785" name="object 785"/>
          <p:cNvGrpSpPr/>
          <p:nvPr/>
        </p:nvGrpSpPr>
        <p:grpSpPr>
          <a:xfrm>
            <a:off x="7858759" y="1059180"/>
            <a:ext cx="367030" cy="104139"/>
            <a:chOff x="7858759" y="1059180"/>
            <a:chExt cx="367030" cy="104139"/>
          </a:xfrm>
        </p:grpSpPr>
        <p:sp>
          <p:nvSpPr>
            <p:cNvPr id="786" name="object 786"/>
            <p:cNvSpPr/>
            <p:nvPr/>
          </p:nvSpPr>
          <p:spPr>
            <a:xfrm>
              <a:off x="7858760" y="1059179"/>
              <a:ext cx="334010" cy="40640"/>
            </a:xfrm>
            <a:custGeom>
              <a:avLst/>
              <a:gdLst/>
              <a:ahLst/>
              <a:cxnLst/>
              <a:rect l="l" t="t" r="r" b="b"/>
              <a:pathLst>
                <a:path w="334009" h="40640">
                  <a:moveTo>
                    <a:pt x="147320" y="36957"/>
                  </a:moveTo>
                  <a:lnTo>
                    <a:pt x="0" y="36957"/>
                  </a:lnTo>
                  <a:lnTo>
                    <a:pt x="0" y="40640"/>
                  </a:lnTo>
                  <a:lnTo>
                    <a:pt x="147320" y="40640"/>
                  </a:lnTo>
                  <a:lnTo>
                    <a:pt x="147320" y="36957"/>
                  </a:lnTo>
                  <a:close/>
                </a:path>
                <a:path w="334009" h="40640">
                  <a:moveTo>
                    <a:pt x="147320" y="34417"/>
                  </a:moveTo>
                  <a:lnTo>
                    <a:pt x="0" y="34417"/>
                  </a:lnTo>
                  <a:lnTo>
                    <a:pt x="0" y="36830"/>
                  </a:lnTo>
                  <a:lnTo>
                    <a:pt x="147320" y="36830"/>
                  </a:lnTo>
                  <a:lnTo>
                    <a:pt x="147320" y="34417"/>
                  </a:lnTo>
                  <a:close/>
                </a:path>
                <a:path w="334009" h="40640">
                  <a:moveTo>
                    <a:pt x="147320" y="30607"/>
                  </a:moveTo>
                  <a:lnTo>
                    <a:pt x="0" y="30607"/>
                  </a:lnTo>
                  <a:lnTo>
                    <a:pt x="0" y="34290"/>
                  </a:lnTo>
                  <a:lnTo>
                    <a:pt x="147320" y="34290"/>
                  </a:lnTo>
                  <a:lnTo>
                    <a:pt x="147320" y="30607"/>
                  </a:lnTo>
                  <a:close/>
                </a:path>
                <a:path w="334009" h="40640">
                  <a:moveTo>
                    <a:pt x="147320" y="28067"/>
                  </a:moveTo>
                  <a:lnTo>
                    <a:pt x="0" y="28067"/>
                  </a:lnTo>
                  <a:lnTo>
                    <a:pt x="0" y="30480"/>
                  </a:lnTo>
                  <a:lnTo>
                    <a:pt x="147320" y="30480"/>
                  </a:lnTo>
                  <a:lnTo>
                    <a:pt x="147320" y="28067"/>
                  </a:lnTo>
                  <a:close/>
                </a:path>
                <a:path w="334009" h="40640">
                  <a:moveTo>
                    <a:pt x="147320" y="24257"/>
                  </a:moveTo>
                  <a:lnTo>
                    <a:pt x="0" y="24257"/>
                  </a:lnTo>
                  <a:lnTo>
                    <a:pt x="0" y="27940"/>
                  </a:lnTo>
                  <a:lnTo>
                    <a:pt x="147320" y="27940"/>
                  </a:lnTo>
                  <a:lnTo>
                    <a:pt x="147320" y="24257"/>
                  </a:lnTo>
                  <a:close/>
                </a:path>
                <a:path w="334009" h="40640">
                  <a:moveTo>
                    <a:pt x="147320" y="21717"/>
                  </a:moveTo>
                  <a:lnTo>
                    <a:pt x="0" y="21717"/>
                  </a:lnTo>
                  <a:lnTo>
                    <a:pt x="0" y="24130"/>
                  </a:lnTo>
                  <a:lnTo>
                    <a:pt x="147320" y="24130"/>
                  </a:lnTo>
                  <a:lnTo>
                    <a:pt x="147320" y="21717"/>
                  </a:lnTo>
                  <a:close/>
                </a:path>
                <a:path w="334009" h="40640">
                  <a:moveTo>
                    <a:pt x="147320" y="17907"/>
                  </a:moveTo>
                  <a:lnTo>
                    <a:pt x="0" y="17907"/>
                  </a:lnTo>
                  <a:lnTo>
                    <a:pt x="0" y="20320"/>
                  </a:lnTo>
                  <a:lnTo>
                    <a:pt x="0" y="21590"/>
                  </a:lnTo>
                  <a:lnTo>
                    <a:pt x="147320" y="21590"/>
                  </a:lnTo>
                  <a:lnTo>
                    <a:pt x="147320" y="20320"/>
                  </a:lnTo>
                  <a:lnTo>
                    <a:pt x="147320" y="17907"/>
                  </a:lnTo>
                  <a:close/>
                </a:path>
                <a:path w="334009" h="40640">
                  <a:moveTo>
                    <a:pt x="147320" y="15367"/>
                  </a:moveTo>
                  <a:lnTo>
                    <a:pt x="0" y="15367"/>
                  </a:lnTo>
                  <a:lnTo>
                    <a:pt x="0" y="17780"/>
                  </a:lnTo>
                  <a:lnTo>
                    <a:pt x="147320" y="17780"/>
                  </a:lnTo>
                  <a:lnTo>
                    <a:pt x="147320" y="15367"/>
                  </a:lnTo>
                  <a:close/>
                </a:path>
                <a:path w="334009" h="40640">
                  <a:moveTo>
                    <a:pt x="147320" y="12700"/>
                  </a:moveTo>
                  <a:lnTo>
                    <a:pt x="0" y="12700"/>
                  </a:lnTo>
                  <a:lnTo>
                    <a:pt x="0" y="15240"/>
                  </a:lnTo>
                  <a:lnTo>
                    <a:pt x="147320" y="15240"/>
                  </a:lnTo>
                  <a:lnTo>
                    <a:pt x="147320" y="12700"/>
                  </a:lnTo>
                  <a:close/>
                </a:path>
                <a:path w="334009" h="40640">
                  <a:moveTo>
                    <a:pt x="274320" y="2540"/>
                  </a:moveTo>
                  <a:lnTo>
                    <a:pt x="270510" y="2540"/>
                  </a:lnTo>
                  <a:lnTo>
                    <a:pt x="270510" y="1397"/>
                  </a:lnTo>
                  <a:lnTo>
                    <a:pt x="255270" y="1397"/>
                  </a:lnTo>
                  <a:lnTo>
                    <a:pt x="255270" y="0"/>
                  </a:lnTo>
                  <a:lnTo>
                    <a:pt x="254000" y="0"/>
                  </a:lnTo>
                  <a:lnTo>
                    <a:pt x="254000" y="1397"/>
                  </a:lnTo>
                  <a:lnTo>
                    <a:pt x="233680" y="1397"/>
                  </a:lnTo>
                  <a:lnTo>
                    <a:pt x="233680" y="2540"/>
                  </a:lnTo>
                  <a:lnTo>
                    <a:pt x="227330" y="2540"/>
                  </a:lnTo>
                  <a:lnTo>
                    <a:pt x="227330" y="3810"/>
                  </a:lnTo>
                  <a:lnTo>
                    <a:pt x="274320" y="3810"/>
                  </a:lnTo>
                  <a:lnTo>
                    <a:pt x="274320" y="2667"/>
                  </a:lnTo>
                  <a:lnTo>
                    <a:pt x="274320" y="2540"/>
                  </a:lnTo>
                  <a:close/>
                </a:path>
                <a:path w="334009" h="40640">
                  <a:moveTo>
                    <a:pt x="295910" y="8890"/>
                  </a:moveTo>
                  <a:lnTo>
                    <a:pt x="292100" y="8890"/>
                  </a:lnTo>
                  <a:lnTo>
                    <a:pt x="292100" y="7747"/>
                  </a:lnTo>
                  <a:lnTo>
                    <a:pt x="289560" y="7747"/>
                  </a:lnTo>
                  <a:lnTo>
                    <a:pt x="289560" y="6350"/>
                  </a:lnTo>
                  <a:lnTo>
                    <a:pt x="287020" y="6350"/>
                  </a:lnTo>
                  <a:lnTo>
                    <a:pt x="287020" y="5207"/>
                  </a:lnTo>
                  <a:lnTo>
                    <a:pt x="287020" y="5080"/>
                  </a:lnTo>
                  <a:lnTo>
                    <a:pt x="284480" y="5080"/>
                  </a:lnTo>
                  <a:lnTo>
                    <a:pt x="284480" y="3937"/>
                  </a:lnTo>
                  <a:lnTo>
                    <a:pt x="224790" y="3937"/>
                  </a:lnTo>
                  <a:lnTo>
                    <a:pt x="224790" y="5080"/>
                  </a:lnTo>
                  <a:lnTo>
                    <a:pt x="219710" y="5080"/>
                  </a:lnTo>
                  <a:lnTo>
                    <a:pt x="219710" y="6350"/>
                  </a:lnTo>
                  <a:lnTo>
                    <a:pt x="217170" y="6350"/>
                  </a:lnTo>
                  <a:lnTo>
                    <a:pt x="217170" y="7747"/>
                  </a:lnTo>
                  <a:lnTo>
                    <a:pt x="214630" y="7747"/>
                  </a:lnTo>
                  <a:lnTo>
                    <a:pt x="214630" y="8890"/>
                  </a:lnTo>
                  <a:lnTo>
                    <a:pt x="208280" y="8890"/>
                  </a:lnTo>
                  <a:lnTo>
                    <a:pt x="208280" y="10160"/>
                  </a:lnTo>
                  <a:lnTo>
                    <a:pt x="295910" y="10160"/>
                  </a:lnTo>
                  <a:lnTo>
                    <a:pt x="295910" y="9017"/>
                  </a:lnTo>
                  <a:lnTo>
                    <a:pt x="295910" y="8890"/>
                  </a:lnTo>
                  <a:close/>
                </a:path>
                <a:path w="334009" h="40640">
                  <a:moveTo>
                    <a:pt x="308597" y="15240"/>
                  </a:moveTo>
                  <a:lnTo>
                    <a:pt x="306070" y="15240"/>
                  </a:lnTo>
                  <a:lnTo>
                    <a:pt x="306070" y="14097"/>
                  </a:lnTo>
                  <a:lnTo>
                    <a:pt x="304800" y="14097"/>
                  </a:lnTo>
                  <a:lnTo>
                    <a:pt x="304800" y="12700"/>
                  </a:lnTo>
                  <a:lnTo>
                    <a:pt x="303517" y="12700"/>
                  </a:lnTo>
                  <a:lnTo>
                    <a:pt x="303517" y="11557"/>
                  </a:lnTo>
                  <a:lnTo>
                    <a:pt x="303517" y="11430"/>
                  </a:lnTo>
                  <a:lnTo>
                    <a:pt x="298450" y="11430"/>
                  </a:lnTo>
                  <a:lnTo>
                    <a:pt x="298450" y="10287"/>
                  </a:lnTo>
                  <a:lnTo>
                    <a:pt x="205740" y="10287"/>
                  </a:lnTo>
                  <a:lnTo>
                    <a:pt x="205740" y="11430"/>
                  </a:lnTo>
                  <a:lnTo>
                    <a:pt x="203200" y="11430"/>
                  </a:lnTo>
                  <a:lnTo>
                    <a:pt x="203200" y="12700"/>
                  </a:lnTo>
                  <a:lnTo>
                    <a:pt x="200660" y="12700"/>
                  </a:lnTo>
                  <a:lnTo>
                    <a:pt x="200660" y="14097"/>
                  </a:lnTo>
                  <a:lnTo>
                    <a:pt x="198120" y="14097"/>
                  </a:lnTo>
                  <a:lnTo>
                    <a:pt x="198120" y="15240"/>
                  </a:lnTo>
                  <a:lnTo>
                    <a:pt x="196850" y="15240"/>
                  </a:lnTo>
                  <a:lnTo>
                    <a:pt x="196850" y="16510"/>
                  </a:lnTo>
                  <a:lnTo>
                    <a:pt x="308597" y="16510"/>
                  </a:lnTo>
                  <a:lnTo>
                    <a:pt x="308597" y="15367"/>
                  </a:lnTo>
                  <a:lnTo>
                    <a:pt x="308597" y="15240"/>
                  </a:lnTo>
                  <a:close/>
                </a:path>
                <a:path w="334009" h="40640">
                  <a:moveTo>
                    <a:pt x="316230" y="21590"/>
                  </a:moveTo>
                  <a:lnTo>
                    <a:pt x="314960" y="21590"/>
                  </a:lnTo>
                  <a:lnTo>
                    <a:pt x="314960" y="20447"/>
                  </a:lnTo>
                  <a:lnTo>
                    <a:pt x="313690" y="20447"/>
                  </a:lnTo>
                  <a:lnTo>
                    <a:pt x="313690" y="20320"/>
                  </a:lnTo>
                  <a:lnTo>
                    <a:pt x="313690" y="19050"/>
                  </a:lnTo>
                  <a:lnTo>
                    <a:pt x="311150" y="19050"/>
                  </a:lnTo>
                  <a:lnTo>
                    <a:pt x="311150" y="17907"/>
                  </a:lnTo>
                  <a:lnTo>
                    <a:pt x="311150" y="17780"/>
                  </a:lnTo>
                  <a:lnTo>
                    <a:pt x="309880" y="17780"/>
                  </a:lnTo>
                  <a:lnTo>
                    <a:pt x="309880" y="16637"/>
                  </a:lnTo>
                  <a:lnTo>
                    <a:pt x="194310" y="16637"/>
                  </a:lnTo>
                  <a:lnTo>
                    <a:pt x="194310" y="17780"/>
                  </a:lnTo>
                  <a:lnTo>
                    <a:pt x="193040" y="17780"/>
                  </a:lnTo>
                  <a:lnTo>
                    <a:pt x="193040" y="19050"/>
                  </a:lnTo>
                  <a:lnTo>
                    <a:pt x="190500" y="19050"/>
                  </a:lnTo>
                  <a:lnTo>
                    <a:pt x="190500" y="20320"/>
                  </a:lnTo>
                  <a:lnTo>
                    <a:pt x="190500" y="20447"/>
                  </a:lnTo>
                  <a:lnTo>
                    <a:pt x="189230" y="20447"/>
                  </a:lnTo>
                  <a:lnTo>
                    <a:pt x="189230" y="21590"/>
                  </a:lnTo>
                  <a:lnTo>
                    <a:pt x="187960" y="21590"/>
                  </a:lnTo>
                  <a:lnTo>
                    <a:pt x="187960" y="22860"/>
                  </a:lnTo>
                  <a:lnTo>
                    <a:pt x="316230" y="22860"/>
                  </a:lnTo>
                  <a:lnTo>
                    <a:pt x="316230" y="21717"/>
                  </a:lnTo>
                  <a:lnTo>
                    <a:pt x="316230" y="21590"/>
                  </a:lnTo>
                  <a:close/>
                </a:path>
                <a:path w="334009" h="40640">
                  <a:moveTo>
                    <a:pt x="323850" y="27940"/>
                  </a:moveTo>
                  <a:lnTo>
                    <a:pt x="322580" y="27940"/>
                  </a:lnTo>
                  <a:lnTo>
                    <a:pt x="322580" y="26797"/>
                  </a:lnTo>
                  <a:lnTo>
                    <a:pt x="321310" y="26797"/>
                  </a:lnTo>
                  <a:lnTo>
                    <a:pt x="321310" y="25400"/>
                  </a:lnTo>
                  <a:lnTo>
                    <a:pt x="320040" y="25400"/>
                  </a:lnTo>
                  <a:lnTo>
                    <a:pt x="320040" y="24257"/>
                  </a:lnTo>
                  <a:lnTo>
                    <a:pt x="320040" y="24130"/>
                  </a:lnTo>
                  <a:lnTo>
                    <a:pt x="318770" y="24130"/>
                  </a:lnTo>
                  <a:lnTo>
                    <a:pt x="318770" y="22987"/>
                  </a:lnTo>
                  <a:lnTo>
                    <a:pt x="185420" y="22987"/>
                  </a:lnTo>
                  <a:lnTo>
                    <a:pt x="185420" y="24130"/>
                  </a:lnTo>
                  <a:lnTo>
                    <a:pt x="184150" y="24130"/>
                  </a:lnTo>
                  <a:lnTo>
                    <a:pt x="184150" y="25400"/>
                  </a:lnTo>
                  <a:lnTo>
                    <a:pt x="182880" y="25400"/>
                  </a:lnTo>
                  <a:lnTo>
                    <a:pt x="182880" y="26797"/>
                  </a:lnTo>
                  <a:lnTo>
                    <a:pt x="181610" y="26797"/>
                  </a:lnTo>
                  <a:lnTo>
                    <a:pt x="181610" y="27940"/>
                  </a:lnTo>
                  <a:lnTo>
                    <a:pt x="180340" y="27940"/>
                  </a:lnTo>
                  <a:lnTo>
                    <a:pt x="180340" y="29210"/>
                  </a:lnTo>
                  <a:lnTo>
                    <a:pt x="323850" y="29210"/>
                  </a:lnTo>
                  <a:lnTo>
                    <a:pt x="323850" y="28067"/>
                  </a:lnTo>
                  <a:lnTo>
                    <a:pt x="323850" y="27940"/>
                  </a:lnTo>
                  <a:close/>
                </a:path>
                <a:path w="334009" h="40640">
                  <a:moveTo>
                    <a:pt x="330200" y="34290"/>
                  </a:moveTo>
                  <a:lnTo>
                    <a:pt x="328930" y="34290"/>
                  </a:lnTo>
                  <a:lnTo>
                    <a:pt x="328930" y="33147"/>
                  </a:lnTo>
                  <a:lnTo>
                    <a:pt x="327660" y="33147"/>
                  </a:lnTo>
                  <a:lnTo>
                    <a:pt x="327660" y="31750"/>
                  </a:lnTo>
                  <a:lnTo>
                    <a:pt x="326390" y="31750"/>
                  </a:lnTo>
                  <a:lnTo>
                    <a:pt x="326390" y="30607"/>
                  </a:lnTo>
                  <a:lnTo>
                    <a:pt x="326390" y="30480"/>
                  </a:lnTo>
                  <a:lnTo>
                    <a:pt x="325120" y="30480"/>
                  </a:lnTo>
                  <a:lnTo>
                    <a:pt x="325120" y="29337"/>
                  </a:lnTo>
                  <a:lnTo>
                    <a:pt x="179070" y="29337"/>
                  </a:lnTo>
                  <a:lnTo>
                    <a:pt x="179070" y="30480"/>
                  </a:lnTo>
                  <a:lnTo>
                    <a:pt x="177800" y="30480"/>
                  </a:lnTo>
                  <a:lnTo>
                    <a:pt x="177800" y="31750"/>
                  </a:lnTo>
                  <a:lnTo>
                    <a:pt x="176530" y="31750"/>
                  </a:lnTo>
                  <a:lnTo>
                    <a:pt x="176530" y="33147"/>
                  </a:lnTo>
                  <a:lnTo>
                    <a:pt x="173990" y="33147"/>
                  </a:lnTo>
                  <a:lnTo>
                    <a:pt x="173990" y="34290"/>
                  </a:lnTo>
                  <a:lnTo>
                    <a:pt x="172720" y="34290"/>
                  </a:lnTo>
                  <a:lnTo>
                    <a:pt x="172720" y="35560"/>
                  </a:lnTo>
                  <a:lnTo>
                    <a:pt x="330200" y="35560"/>
                  </a:lnTo>
                  <a:lnTo>
                    <a:pt x="330200" y="34417"/>
                  </a:lnTo>
                  <a:lnTo>
                    <a:pt x="330200" y="34290"/>
                  </a:lnTo>
                  <a:close/>
                </a:path>
                <a:path w="334009" h="40640">
                  <a:moveTo>
                    <a:pt x="332740" y="36830"/>
                  </a:moveTo>
                  <a:lnTo>
                    <a:pt x="331470" y="36830"/>
                  </a:lnTo>
                  <a:lnTo>
                    <a:pt x="331470" y="35687"/>
                  </a:lnTo>
                  <a:lnTo>
                    <a:pt x="171450" y="35687"/>
                  </a:lnTo>
                  <a:lnTo>
                    <a:pt x="171450" y="36830"/>
                  </a:lnTo>
                  <a:lnTo>
                    <a:pt x="170180" y="36830"/>
                  </a:lnTo>
                  <a:lnTo>
                    <a:pt x="170180" y="38100"/>
                  </a:lnTo>
                  <a:lnTo>
                    <a:pt x="168910" y="38100"/>
                  </a:lnTo>
                  <a:lnTo>
                    <a:pt x="168910" y="39370"/>
                  </a:lnTo>
                  <a:lnTo>
                    <a:pt x="332740" y="39370"/>
                  </a:lnTo>
                  <a:lnTo>
                    <a:pt x="332740" y="38100"/>
                  </a:lnTo>
                  <a:lnTo>
                    <a:pt x="332740" y="36957"/>
                  </a:lnTo>
                  <a:lnTo>
                    <a:pt x="332740" y="36830"/>
                  </a:lnTo>
                  <a:close/>
                </a:path>
                <a:path w="334009" h="40640">
                  <a:moveTo>
                    <a:pt x="334010" y="39497"/>
                  </a:moveTo>
                  <a:lnTo>
                    <a:pt x="167640" y="39497"/>
                  </a:lnTo>
                  <a:lnTo>
                    <a:pt x="167640" y="40640"/>
                  </a:lnTo>
                  <a:lnTo>
                    <a:pt x="334010" y="40640"/>
                  </a:lnTo>
                  <a:lnTo>
                    <a:pt x="334010" y="39497"/>
                  </a:lnTo>
                  <a:close/>
                </a:path>
              </a:pathLst>
            </a:custGeom>
            <a:solidFill>
              <a:srgbClr val="10101C"/>
            </a:solidFill>
          </p:spPr>
          <p:txBody>
            <a:bodyPr wrap="square" lIns="0" tIns="0" rIns="0" bIns="0" rtlCol="0"/>
            <a:lstStyle/>
            <a:p/>
          </p:txBody>
        </p:sp>
        <p:sp>
          <p:nvSpPr>
            <p:cNvPr id="787" name="object 787"/>
            <p:cNvSpPr/>
            <p:nvPr/>
          </p:nvSpPr>
          <p:spPr>
            <a:xfrm>
              <a:off x="7858760" y="1099819"/>
              <a:ext cx="349250" cy="21590"/>
            </a:xfrm>
            <a:custGeom>
              <a:avLst/>
              <a:gdLst/>
              <a:ahLst/>
              <a:cxnLst/>
              <a:rect l="l" t="t" r="r" b="b"/>
              <a:pathLst>
                <a:path w="349250" h="21590">
                  <a:moveTo>
                    <a:pt x="147320" y="12827"/>
                  </a:moveTo>
                  <a:lnTo>
                    <a:pt x="0" y="12827"/>
                  </a:lnTo>
                  <a:lnTo>
                    <a:pt x="0" y="21590"/>
                  </a:lnTo>
                  <a:lnTo>
                    <a:pt x="147320" y="21590"/>
                  </a:lnTo>
                  <a:lnTo>
                    <a:pt x="147320" y="12827"/>
                  </a:lnTo>
                  <a:close/>
                </a:path>
                <a:path w="349250" h="21590">
                  <a:moveTo>
                    <a:pt x="147320" y="9017"/>
                  </a:moveTo>
                  <a:lnTo>
                    <a:pt x="0" y="9017"/>
                  </a:lnTo>
                  <a:lnTo>
                    <a:pt x="0" y="12700"/>
                  </a:lnTo>
                  <a:lnTo>
                    <a:pt x="147320" y="12700"/>
                  </a:lnTo>
                  <a:lnTo>
                    <a:pt x="147320" y="9017"/>
                  </a:lnTo>
                  <a:close/>
                </a:path>
                <a:path w="349250" h="21590">
                  <a:moveTo>
                    <a:pt x="147320" y="6477"/>
                  </a:moveTo>
                  <a:lnTo>
                    <a:pt x="0" y="6477"/>
                  </a:lnTo>
                  <a:lnTo>
                    <a:pt x="0" y="8890"/>
                  </a:lnTo>
                  <a:lnTo>
                    <a:pt x="147320" y="8890"/>
                  </a:lnTo>
                  <a:lnTo>
                    <a:pt x="147320" y="6477"/>
                  </a:lnTo>
                  <a:close/>
                </a:path>
                <a:path w="349250" h="21590">
                  <a:moveTo>
                    <a:pt x="147320" y="2667"/>
                  </a:moveTo>
                  <a:lnTo>
                    <a:pt x="0" y="2667"/>
                  </a:lnTo>
                  <a:lnTo>
                    <a:pt x="0" y="6350"/>
                  </a:lnTo>
                  <a:lnTo>
                    <a:pt x="147320" y="6350"/>
                  </a:lnTo>
                  <a:lnTo>
                    <a:pt x="147320" y="2667"/>
                  </a:lnTo>
                  <a:close/>
                </a:path>
                <a:path w="349250" h="21590">
                  <a:moveTo>
                    <a:pt x="147320" y="127"/>
                  </a:moveTo>
                  <a:lnTo>
                    <a:pt x="0" y="127"/>
                  </a:lnTo>
                  <a:lnTo>
                    <a:pt x="0" y="2540"/>
                  </a:lnTo>
                  <a:lnTo>
                    <a:pt x="147320" y="2540"/>
                  </a:lnTo>
                  <a:lnTo>
                    <a:pt x="147320" y="127"/>
                  </a:lnTo>
                  <a:close/>
                </a:path>
                <a:path w="349250" h="21590">
                  <a:moveTo>
                    <a:pt x="335267" y="0"/>
                  </a:moveTo>
                  <a:lnTo>
                    <a:pt x="334010" y="0"/>
                  </a:lnTo>
                  <a:lnTo>
                    <a:pt x="166370" y="0"/>
                  </a:lnTo>
                  <a:lnTo>
                    <a:pt x="166370" y="1270"/>
                  </a:lnTo>
                  <a:lnTo>
                    <a:pt x="335267" y="1270"/>
                  </a:lnTo>
                  <a:lnTo>
                    <a:pt x="335267" y="127"/>
                  </a:lnTo>
                  <a:lnTo>
                    <a:pt x="335267" y="0"/>
                  </a:lnTo>
                  <a:close/>
                </a:path>
                <a:path w="349250" h="21590">
                  <a:moveTo>
                    <a:pt x="337820" y="2540"/>
                  </a:moveTo>
                  <a:lnTo>
                    <a:pt x="336550" y="2540"/>
                  </a:lnTo>
                  <a:lnTo>
                    <a:pt x="336550" y="1397"/>
                  </a:lnTo>
                  <a:lnTo>
                    <a:pt x="165100" y="1397"/>
                  </a:lnTo>
                  <a:lnTo>
                    <a:pt x="165100" y="2540"/>
                  </a:lnTo>
                  <a:lnTo>
                    <a:pt x="163830" y="2540"/>
                  </a:lnTo>
                  <a:lnTo>
                    <a:pt x="163830" y="3810"/>
                  </a:lnTo>
                  <a:lnTo>
                    <a:pt x="162560" y="3810"/>
                  </a:lnTo>
                  <a:lnTo>
                    <a:pt x="162560" y="5080"/>
                  </a:lnTo>
                  <a:lnTo>
                    <a:pt x="337820" y="5080"/>
                  </a:lnTo>
                  <a:lnTo>
                    <a:pt x="337820" y="3810"/>
                  </a:lnTo>
                  <a:lnTo>
                    <a:pt x="337820" y="2667"/>
                  </a:lnTo>
                  <a:lnTo>
                    <a:pt x="337820" y="2540"/>
                  </a:lnTo>
                  <a:close/>
                </a:path>
                <a:path w="349250" h="21590">
                  <a:moveTo>
                    <a:pt x="340360" y="6350"/>
                  </a:moveTo>
                  <a:lnTo>
                    <a:pt x="339090" y="6350"/>
                  </a:lnTo>
                  <a:lnTo>
                    <a:pt x="339090" y="5207"/>
                  </a:lnTo>
                  <a:lnTo>
                    <a:pt x="161290" y="5207"/>
                  </a:lnTo>
                  <a:lnTo>
                    <a:pt x="161290" y="6350"/>
                  </a:lnTo>
                  <a:lnTo>
                    <a:pt x="160020" y="6350"/>
                  </a:lnTo>
                  <a:lnTo>
                    <a:pt x="160020" y="7620"/>
                  </a:lnTo>
                  <a:lnTo>
                    <a:pt x="340360" y="7620"/>
                  </a:lnTo>
                  <a:lnTo>
                    <a:pt x="340360" y="6477"/>
                  </a:lnTo>
                  <a:lnTo>
                    <a:pt x="340360" y="6350"/>
                  </a:lnTo>
                  <a:close/>
                </a:path>
                <a:path w="349250" h="21590">
                  <a:moveTo>
                    <a:pt x="344170" y="12700"/>
                  </a:moveTo>
                  <a:lnTo>
                    <a:pt x="342900" y="12700"/>
                  </a:lnTo>
                  <a:lnTo>
                    <a:pt x="342900" y="11430"/>
                  </a:lnTo>
                  <a:lnTo>
                    <a:pt x="342900" y="10160"/>
                  </a:lnTo>
                  <a:lnTo>
                    <a:pt x="341630" y="10160"/>
                  </a:lnTo>
                  <a:lnTo>
                    <a:pt x="341630" y="8890"/>
                  </a:lnTo>
                  <a:lnTo>
                    <a:pt x="341617" y="7747"/>
                  </a:lnTo>
                  <a:lnTo>
                    <a:pt x="158750" y="7747"/>
                  </a:lnTo>
                  <a:lnTo>
                    <a:pt x="158750" y="8890"/>
                  </a:lnTo>
                  <a:lnTo>
                    <a:pt x="157480" y="8890"/>
                  </a:lnTo>
                  <a:lnTo>
                    <a:pt x="157480" y="10160"/>
                  </a:lnTo>
                  <a:lnTo>
                    <a:pt x="156210" y="10160"/>
                  </a:lnTo>
                  <a:lnTo>
                    <a:pt x="156210" y="11430"/>
                  </a:lnTo>
                  <a:lnTo>
                    <a:pt x="154940" y="11430"/>
                  </a:lnTo>
                  <a:lnTo>
                    <a:pt x="154940" y="12700"/>
                  </a:lnTo>
                  <a:lnTo>
                    <a:pt x="153670" y="12700"/>
                  </a:lnTo>
                  <a:lnTo>
                    <a:pt x="153670" y="13970"/>
                  </a:lnTo>
                  <a:lnTo>
                    <a:pt x="344170" y="13970"/>
                  </a:lnTo>
                  <a:lnTo>
                    <a:pt x="344170" y="12827"/>
                  </a:lnTo>
                  <a:lnTo>
                    <a:pt x="344170" y="12700"/>
                  </a:lnTo>
                  <a:close/>
                </a:path>
                <a:path w="349250" h="21590">
                  <a:moveTo>
                    <a:pt x="349250" y="20447"/>
                  </a:moveTo>
                  <a:lnTo>
                    <a:pt x="347980" y="20447"/>
                  </a:lnTo>
                  <a:lnTo>
                    <a:pt x="347980" y="17907"/>
                  </a:lnTo>
                  <a:lnTo>
                    <a:pt x="346710" y="17907"/>
                  </a:lnTo>
                  <a:lnTo>
                    <a:pt x="346710" y="16510"/>
                  </a:lnTo>
                  <a:lnTo>
                    <a:pt x="345440" y="16510"/>
                  </a:lnTo>
                  <a:lnTo>
                    <a:pt x="345440" y="14097"/>
                  </a:lnTo>
                  <a:lnTo>
                    <a:pt x="152400" y="14097"/>
                  </a:lnTo>
                  <a:lnTo>
                    <a:pt x="152400" y="16510"/>
                  </a:lnTo>
                  <a:lnTo>
                    <a:pt x="151130" y="16510"/>
                  </a:lnTo>
                  <a:lnTo>
                    <a:pt x="151130" y="17907"/>
                  </a:lnTo>
                  <a:lnTo>
                    <a:pt x="149860" y="17907"/>
                  </a:lnTo>
                  <a:lnTo>
                    <a:pt x="149860" y="20447"/>
                  </a:lnTo>
                  <a:lnTo>
                    <a:pt x="148590" y="20447"/>
                  </a:lnTo>
                  <a:lnTo>
                    <a:pt x="148590" y="21590"/>
                  </a:lnTo>
                  <a:lnTo>
                    <a:pt x="349250" y="21590"/>
                  </a:lnTo>
                  <a:lnTo>
                    <a:pt x="349250" y="20447"/>
                  </a:lnTo>
                  <a:close/>
                </a:path>
              </a:pathLst>
            </a:custGeom>
            <a:solidFill>
              <a:srgbClr val="11111D"/>
            </a:solidFill>
          </p:spPr>
          <p:txBody>
            <a:bodyPr wrap="square" lIns="0" tIns="0" rIns="0" bIns="0" rtlCol="0"/>
            <a:lstStyle/>
            <a:p/>
          </p:txBody>
        </p:sp>
        <p:sp>
          <p:nvSpPr>
            <p:cNvPr id="788" name="object 788"/>
            <p:cNvSpPr/>
            <p:nvPr/>
          </p:nvSpPr>
          <p:spPr>
            <a:xfrm>
              <a:off x="7858760" y="1121409"/>
              <a:ext cx="359410" cy="20320"/>
            </a:xfrm>
            <a:custGeom>
              <a:avLst/>
              <a:gdLst/>
              <a:ahLst/>
              <a:cxnLst/>
              <a:rect l="l" t="t" r="r" b="b"/>
              <a:pathLst>
                <a:path w="359409" h="20319">
                  <a:moveTo>
                    <a:pt x="359397" y="19050"/>
                  </a:moveTo>
                  <a:lnTo>
                    <a:pt x="358140" y="19050"/>
                  </a:lnTo>
                  <a:lnTo>
                    <a:pt x="358140" y="16510"/>
                  </a:lnTo>
                  <a:lnTo>
                    <a:pt x="356870" y="16510"/>
                  </a:lnTo>
                  <a:lnTo>
                    <a:pt x="356870" y="12700"/>
                  </a:lnTo>
                  <a:lnTo>
                    <a:pt x="355600" y="12700"/>
                  </a:lnTo>
                  <a:lnTo>
                    <a:pt x="355600" y="10160"/>
                  </a:lnTo>
                  <a:lnTo>
                    <a:pt x="354317" y="10160"/>
                  </a:lnTo>
                  <a:lnTo>
                    <a:pt x="354317" y="7620"/>
                  </a:lnTo>
                  <a:lnTo>
                    <a:pt x="353047" y="7620"/>
                  </a:lnTo>
                  <a:lnTo>
                    <a:pt x="353047" y="5080"/>
                  </a:lnTo>
                  <a:lnTo>
                    <a:pt x="351790" y="5080"/>
                  </a:lnTo>
                  <a:lnTo>
                    <a:pt x="351790" y="2540"/>
                  </a:lnTo>
                  <a:lnTo>
                    <a:pt x="350520" y="2540"/>
                  </a:lnTo>
                  <a:lnTo>
                    <a:pt x="350520" y="0"/>
                  </a:lnTo>
                  <a:lnTo>
                    <a:pt x="349250" y="0"/>
                  </a:lnTo>
                  <a:lnTo>
                    <a:pt x="148590" y="0"/>
                  </a:lnTo>
                  <a:lnTo>
                    <a:pt x="0" y="0"/>
                  </a:lnTo>
                  <a:lnTo>
                    <a:pt x="0" y="2540"/>
                  </a:lnTo>
                  <a:lnTo>
                    <a:pt x="0" y="20320"/>
                  </a:lnTo>
                  <a:lnTo>
                    <a:pt x="359397" y="20320"/>
                  </a:lnTo>
                  <a:lnTo>
                    <a:pt x="359397" y="19050"/>
                  </a:lnTo>
                  <a:close/>
                </a:path>
              </a:pathLst>
            </a:custGeom>
            <a:solidFill>
              <a:srgbClr val="11111E"/>
            </a:solidFill>
          </p:spPr>
          <p:txBody>
            <a:bodyPr wrap="square" lIns="0" tIns="0" rIns="0" bIns="0" rtlCol="0"/>
            <a:lstStyle/>
            <a:p/>
          </p:txBody>
        </p:sp>
        <p:sp>
          <p:nvSpPr>
            <p:cNvPr id="789" name="object 789"/>
            <p:cNvSpPr/>
            <p:nvPr/>
          </p:nvSpPr>
          <p:spPr>
            <a:xfrm>
              <a:off x="7858760" y="1141729"/>
              <a:ext cx="367030" cy="21590"/>
            </a:xfrm>
            <a:custGeom>
              <a:avLst/>
              <a:gdLst/>
              <a:ahLst/>
              <a:cxnLst/>
              <a:rect l="l" t="t" r="r" b="b"/>
              <a:pathLst>
                <a:path w="367029" h="21590">
                  <a:moveTo>
                    <a:pt x="361950" y="5080"/>
                  </a:moveTo>
                  <a:lnTo>
                    <a:pt x="360667" y="5080"/>
                  </a:lnTo>
                  <a:lnTo>
                    <a:pt x="360667" y="1270"/>
                  </a:lnTo>
                  <a:lnTo>
                    <a:pt x="359397" y="1270"/>
                  </a:lnTo>
                  <a:lnTo>
                    <a:pt x="359397" y="0"/>
                  </a:lnTo>
                  <a:lnTo>
                    <a:pt x="0" y="0"/>
                  </a:lnTo>
                  <a:lnTo>
                    <a:pt x="0" y="1270"/>
                  </a:lnTo>
                  <a:lnTo>
                    <a:pt x="0" y="5080"/>
                  </a:lnTo>
                  <a:lnTo>
                    <a:pt x="0" y="10160"/>
                  </a:lnTo>
                  <a:lnTo>
                    <a:pt x="361950" y="10160"/>
                  </a:lnTo>
                  <a:lnTo>
                    <a:pt x="361950" y="5080"/>
                  </a:lnTo>
                  <a:close/>
                </a:path>
                <a:path w="367029" h="21590">
                  <a:moveTo>
                    <a:pt x="367017" y="20320"/>
                  </a:moveTo>
                  <a:lnTo>
                    <a:pt x="365747" y="20320"/>
                  </a:lnTo>
                  <a:lnTo>
                    <a:pt x="365747" y="17780"/>
                  </a:lnTo>
                  <a:lnTo>
                    <a:pt x="364490" y="17780"/>
                  </a:lnTo>
                  <a:lnTo>
                    <a:pt x="364490" y="15240"/>
                  </a:lnTo>
                  <a:lnTo>
                    <a:pt x="0" y="15240"/>
                  </a:lnTo>
                  <a:lnTo>
                    <a:pt x="0" y="17780"/>
                  </a:lnTo>
                  <a:lnTo>
                    <a:pt x="0" y="20320"/>
                  </a:lnTo>
                  <a:lnTo>
                    <a:pt x="0" y="21590"/>
                  </a:lnTo>
                  <a:lnTo>
                    <a:pt x="367017" y="21590"/>
                  </a:lnTo>
                  <a:lnTo>
                    <a:pt x="367017" y="20320"/>
                  </a:lnTo>
                  <a:close/>
                </a:path>
              </a:pathLst>
            </a:custGeom>
            <a:solidFill>
              <a:srgbClr val="12121F"/>
            </a:solidFill>
          </p:spPr>
          <p:txBody>
            <a:bodyPr wrap="square" lIns="0" tIns="0" rIns="0" bIns="0" rtlCol="0"/>
            <a:lstStyle/>
            <a:p/>
          </p:txBody>
        </p:sp>
      </p:grpSp>
      <p:sp>
        <p:nvSpPr>
          <p:cNvPr id="790" name="object 790"/>
          <p:cNvSpPr/>
          <p:nvPr/>
        </p:nvSpPr>
        <p:spPr>
          <a:xfrm>
            <a:off x="5045709" y="843280"/>
            <a:ext cx="438089" cy="849569"/>
          </a:xfrm>
          <a:prstGeom prst="rect">
            <a:avLst/>
          </a:prstGeom>
          <a:blipFill>
            <a:blip r:embed="rId9" cstate="print"/>
            <a:stretch>
              <a:fillRect/>
            </a:stretch>
          </a:blipFill>
        </p:spPr>
        <p:txBody>
          <a:bodyPr wrap="square" lIns="0" tIns="0" rIns="0" bIns="0" rtlCol="0"/>
          <a:lstStyle/>
          <a:p/>
        </p:txBody>
      </p:sp>
      <p:grpSp>
        <p:nvGrpSpPr>
          <p:cNvPr id="791" name="object 791"/>
          <p:cNvGrpSpPr/>
          <p:nvPr/>
        </p:nvGrpSpPr>
        <p:grpSpPr>
          <a:xfrm>
            <a:off x="7858759" y="1151889"/>
            <a:ext cx="382270" cy="534670"/>
            <a:chOff x="7858759" y="1151889"/>
            <a:chExt cx="382270" cy="534670"/>
          </a:xfrm>
        </p:grpSpPr>
        <p:sp>
          <p:nvSpPr>
            <p:cNvPr id="792" name="object 792"/>
            <p:cNvSpPr/>
            <p:nvPr/>
          </p:nvSpPr>
          <p:spPr>
            <a:xfrm>
              <a:off x="7858759" y="1151889"/>
              <a:ext cx="363220" cy="5080"/>
            </a:xfrm>
            <a:custGeom>
              <a:avLst/>
              <a:gdLst/>
              <a:ahLst/>
              <a:cxnLst/>
              <a:rect l="l" t="t" r="r" b="b"/>
              <a:pathLst>
                <a:path w="363220" h="5080">
                  <a:moveTo>
                    <a:pt x="0" y="5079"/>
                  </a:moveTo>
                  <a:lnTo>
                    <a:pt x="363220" y="5079"/>
                  </a:lnTo>
                  <a:lnTo>
                    <a:pt x="363220" y="0"/>
                  </a:lnTo>
                  <a:lnTo>
                    <a:pt x="0" y="0"/>
                  </a:lnTo>
                  <a:lnTo>
                    <a:pt x="0" y="5079"/>
                  </a:lnTo>
                  <a:close/>
                </a:path>
              </a:pathLst>
            </a:custGeom>
            <a:solidFill>
              <a:srgbClr val="12121F"/>
            </a:solidFill>
          </p:spPr>
          <p:txBody>
            <a:bodyPr wrap="square" lIns="0" tIns="0" rIns="0" bIns="0" rtlCol="0"/>
            <a:lstStyle/>
            <a:p/>
          </p:txBody>
        </p:sp>
        <p:sp>
          <p:nvSpPr>
            <p:cNvPr id="793" name="object 793"/>
            <p:cNvSpPr/>
            <p:nvPr/>
          </p:nvSpPr>
          <p:spPr>
            <a:xfrm>
              <a:off x="7858760" y="1163319"/>
              <a:ext cx="372110" cy="20320"/>
            </a:xfrm>
            <a:custGeom>
              <a:avLst/>
              <a:gdLst/>
              <a:ahLst/>
              <a:cxnLst/>
              <a:rect l="l" t="t" r="r" b="b"/>
              <a:pathLst>
                <a:path w="372109" h="20319">
                  <a:moveTo>
                    <a:pt x="372097" y="19050"/>
                  </a:moveTo>
                  <a:lnTo>
                    <a:pt x="370840" y="19050"/>
                  </a:lnTo>
                  <a:lnTo>
                    <a:pt x="370840" y="13970"/>
                  </a:lnTo>
                  <a:lnTo>
                    <a:pt x="369570" y="13970"/>
                  </a:lnTo>
                  <a:lnTo>
                    <a:pt x="369570" y="7620"/>
                  </a:lnTo>
                  <a:lnTo>
                    <a:pt x="368300" y="7620"/>
                  </a:lnTo>
                  <a:lnTo>
                    <a:pt x="368300" y="2540"/>
                  </a:lnTo>
                  <a:lnTo>
                    <a:pt x="367017" y="2540"/>
                  </a:lnTo>
                  <a:lnTo>
                    <a:pt x="367017" y="0"/>
                  </a:lnTo>
                  <a:lnTo>
                    <a:pt x="0" y="0"/>
                  </a:lnTo>
                  <a:lnTo>
                    <a:pt x="0" y="20320"/>
                  </a:lnTo>
                  <a:lnTo>
                    <a:pt x="372097" y="20320"/>
                  </a:lnTo>
                  <a:lnTo>
                    <a:pt x="372097" y="19050"/>
                  </a:lnTo>
                  <a:close/>
                </a:path>
              </a:pathLst>
            </a:custGeom>
            <a:solidFill>
              <a:srgbClr val="121220"/>
            </a:solidFill>
          </p:spPr>
          <p:txBody>
            <a:bodyPr wrap="square" lIns="0" tIns="0" rIns="0" bIns="0" rtlCol="0"/>
            <a:lstStyle/>
            <a:p/>
          </p:txBody>
        </p:sp>
        <p:sp>
          <p:nvSpPr>
            <p:cNvPr id="794" name="object 794"/>
            <p:cNvSpPr/>
            <p:nvPr/>
          </p:nvSpPr>
          <p:spPr>
            <a:xfrm>
              <a:off x="7858760" y="1183639"/>
              <a:ext cx="375920" cy="21590"/>
            </a:xfrm>
            <a:custGeom>
              <a:avLst/>
              <a:gdLst/>
              <a:ahLst/>
              <a:cxnLst/>
              <a:rect l="l" t="t" r="r" b="b"/>
              <a:pathLst>
                <a:path w="375920" h="21590">
                  <a:moveTo>
                    <a:pt x="375920" y="16510"/>
                  </a:moveTo>
                  <a:lnTo>
                    <a:pt x="374650" y="16510"/>
                  </a:lnTo>
                  <a:lnTo>
                    <a:pt x="374650" y="10160"/>
                  </a:lnTo>
                  <a:lnTo>
                    <a:pt x="373367" y="10160"/>
                  </a:lnTo>
                  <a:lnTo>
                    <a:pt x="373367" y="5080"/>
                  </a:lnTo>
                  <a:lnTo>
                    <a:pt x="372097" y="5080"/>
                  </a:lnTo>
                  <a:lnTo>
                    <a:pt x="372097" y="0"/>
                  </a:lnTo>
                  <a:lnTo>
                    <a:pt x="0" y="0"/>
                  </a:lnTo>
                  <a:lnTo>
                    <a:pt x="0" y="5080"/>
                  </a:lnTo>
                  <a:lnTo>
                    <a:pt x="0" y="10160"/>
                  </a:lnTo>
                  <a:lnTo>
                    <a:pt x="0" y="16510"/>
                  </a:lnTo>
                  <a:lnTo>
                    <a:pt x="0" y="21590"/>
                  </a:lnTo>
                  <a:lnTo>
                    <a:pt x="375920" y="21590"/>
                  </a:lnTo>
                  <a:lnTo>
                    <a:pt x="375920" y="16510"/>
                  </a:lnTo>
                  <a:close/>
                </a:path>
              </a:pathLst>
            </a:custGeom>
            <a:solidFill>
              <a:srgbClr val="131321"/>
            </a:solidFill>
          </p:spPr>
          <p:txBody>
            <a:bodyPr wrap="square" lIns="0" tIns="0" rIns="0" bIns="0" rtlCol="0"/>
            <a:lstStyle/>
            <a:p/>
          </p:txBody>
        </p:sp>
        <p:sp>
          <p:nvSpPr>
            <p:cNvPr id="795" name="object 795"/>
            <p:cNvSpPr/>
            <p:nvPr/>
          </p:nvSpPr>
          <p:spPr>
            <a:xfrm>
              <a:off x="7858760" y="1205229"/>
              <a:ext cx="378460" cy="20320"/>
            </a:xfrm>
            <a:custGeom>
              <a:avLst/>
              <a:gdLst/>
              <a:ahLst/>
              <a:cxnLst/>
              <a:rect l="l" t="t" r="r" b="b"/>
              <a:pathLst>
                <a:path w="378459" h="20319">
                  <a:moveTo>
                    <a:pt x="377190" y="2540"/>
                  </a:moveTo>
                  <a:lnTo>
                    <a:pt x="375920" y="2540"/>
                  </a:lnTo>
                  <a:lnTo>
                    <a:pt x="375920" y="0"/>
                  </a:lnTo>
                  <a:lnTo>
                    <a:pt x="0" y="0"/>
                  </a:lnTo>
                  <a:lnTo>
                    <a:pt x="0" y="2540"/>
                  </a:lnTo>
                  <a:lnTo>
                    <a:pt x="0" y="10160"/>
                  </a:lnTo>
                  <a:lnTo>
                    <a:pt x="377190" y="10160"/>
                  </a:lnTo>
                  <a:lnTo>
                    <a:pt x="377190" y="2540"/>
                  </a:lnTo>
                  <a:close/>
                </a:path>
                <a:path w="378459" h="20319">
                  <a:moveTo>
                    <a:pt x="378447" y="10172"/>
                  </a:moveTo>
                  <a:lnTo>
                    <a:pt x="0" y="10172"/>
                  </a:lnTo>
                  <a:lnTo>
                    <a:pt x="0" y="20320"/>
                  </a:lnTo>
                  <a:lnTo>
                    <a:pt x="378447" y="20320"/>
                  </a:lnTo>
                  <a:lnTo>
                    <a:pt x="378447" y="10172"/>
                  </a:lnTo>
                  <a:close/>
                </a:path>
              </a:pathLst>
            </a:custGeom>
            <a:solidFill>
              <a:srgbClr val="141422"/>
            </a:solidFill>
          </p:spPr>
          <p:txBody>
            <a:bodyPr wrap="square" lIns="0" tIns="0" rIns="0" bIns="0" rtlCol="0"/>
            <a:lstStyle/>
            <a:p/>
          </p:txBody>
        </p:sp>
        <p:sp>
          <p:nvSpPr>
            <p:cNvPr id="796" name="object 796"/>
            <p:cNvSpPr/>
            <p:nvPr/>
          </p:nvSpPr>
          <p:spPr>
            <a:xfrm>
              <a:off x="7858760" y="1225549"/>
              <a:ext cx="381000" cy="21590"/>
            </a:xfrm>
            <a:custGeom>
              <a:avLst/>
              <a:gdLst/>
              <a:ahLst/>
              <a:cxnLst/>
              <a:rect l="l" t="t" r="r" b="b"/>
              <a:pathLst>
                <a:path w="381000" h="21590">
                  <a:moveTo>
                    <a:pt x="381000" y="13970"/>
                  </a:moveTo>
                  <a:lnTo>
                    <a:pt x="379717" y="13970"/>
                  </a:lnTo>
                  <a:lnTo>
                    <a:pt x="379717" y="1270"/>
                  </a:lnTo>
                  <a:lnTo>
                    <a:pt x="378447" y="1270"/>
                  </a:lnTo>
                  <a:lnTo>
                    <a:pt x="378447" y="0"/>
                  </a:lnTo>
                  <a:lnTo>
                    <a:pt x="0" y="0"/>
                  </a:lnTo>
                  <a:lnTo>
                    <a:pt x="0" y="1270"/>
                  </a:lnTo>
                  <a:lnTo>
                    <a:pt x="0" y="13970"/>
                  </a:lnTo>
                  <a:lnTo>
                    <a:pt x="0" y="21590"/>
                  </a:lnTo>
                  <a:lnTo>
                    <a:pt x="381000" y="21590"/>
                  </a:lnTo>
                  <a:lnTo>
                    <a:pt x="381000" y="13970"/>
                  </a:lnTo>
                  <a:close/>
                </a:path>
              </a:pathLst>
            </a:custGeom>
            <a:solidFill>
              <a:srgbClr val="141423"/>
            </a:solidFill>
          </p:spPr>
          <p:txBody>
            <a:bodyPr wrap="square" lIns="0" tIns="0" rIns="0" bIns="0" rtlCol="0"/>
            <a:lstStyle/>
            <a:p/>
          </p:txBody>
        </p:sp>
        <p:sp>
          <p:nvSpPr>
            <p:cNvPr id="797" name="object 797"/>
            <p:cNvSpPr/>
            <p:nvPr/>
          </p:nvSpPr>
          <p:spPr>
            <a:xfrm>
              <a:off x="7858760" y="1247139"/>
              <a:ext cx="382270" cy="20320"/>
            </a:xfrm>
            <a:custGeom>
              <a:avLst/>
              <a:gdLst/>
              <a:ahLst/>
              <a:cxnLst/>
              <a:rect l="l" t="t" r="r" b="b"/>
              <a:pathLst>
                <a:path w="382270" h="20319">
                  <a:moveTo>
                    <a:pt x="382270" y="12700"/>
                  </a:moveTo>
                  <a:lnTo>
                    <a:pt x="381000" y="12700"/>
                  </a:lnTo>
                  <a:lnTo>
                    <a:pt x="381000" y="0"/>
                  </a:lnTo>
                  <a:lnTo>
                    <a:pt x="0" y="0"/>
                  </a:lnTo>
                  <a:lnTo>
                    <a:pt x="0" y="12700"/>
                  </a:lnTo>
                  <a:lnTo>
                    <a:pt x="0" y="20320"/>
                  </a:lnTo>
                  <a:lnTo>
                    <a:pt x="382270" y="20320"/>
                  </a:lnTo>
                  <a:lnTo>
                    <a:pt x="382270" y="12700"/>
                  </a:lnTo>
                  <a:close/>
                </a:path>
              </a:pathLst>
            </a:custGeom>
            <a:solidFill>
              <a:srgbClr val="151524"/>
            </a:solidFill>
          </p:spPr>
          <p:txBody>
            <a:bodyPr wrap="square" lIns="0" tIns="0" rIns="0" bIns="0" rtlCol="0"/>
            <a:lstStyle/>
            <a:p/>
          </p:txBody>
        </p:sp>
        <p:sp>
          <p:nvSpPr>
            <p:cNvPr id="798" name="object 798"/>
            <p:cNvSpPr/>
            <p:nvPr/>
          </p:nvSpPr>
          <p:spPr>
            <a:xfrm>
              <a:off x="7858760" y="1267459"/>
              <a:ext cx="382270" cy="21590"/>
            </a:xfrm>
            <a:custGeom>
              <a:avLst/>
              <a:gdLst/>
              <a:ahLst/>
              <a:cxnLst/>
              <a:rect l="l" t="t" r="r" b="b"/>
              <a:pathLst>
                <a:path w="382270" h="21590">
                  <a:moveTo>
                    <a:pt x="382270" y="0"/>
                  </a:moveTo>
                  <a:lnTo>
                    <a:pt x="0" y="0"/>
                  </a:lnTo>
                  <a:lnTo>
                    <a:pt x="0" y="8890"/>
                  </a:lnTo>
                  <a:lnTo>
                    <a:pt x="0" y="10160"/>
                  </a:lnTo>
                  <a:lnTo>
                    <a:pt x="0" y="21590"/>
                  </a:lnTo>
                  <a:lnTo>
                    <a:pt x="173990" y="21590"/>
                  </a:lnTo>
                  <a:lnTo>
                    <a:pt x="173990" y="20320"/>
                  </a:lnTo>
                  <a:lnTo>
                    <a:pt x="175247" y="20320"/>
                  </a:lnTo>
                  <a:lnTo>
                    <a:pt x="175247" y="17780"/>
                  </a:lnTo>
                  <a:lnTo>
                    <a:pt x="176517" y="17780"/>
                  </a:lnTo>
                  <a:lnTo>
                    <a:pt x="176517" y="16510"/>
                  </a:lnTo>
                  <a:lnTo>
                    <a:pt x="177800" y="16510"/>
                  </a:lnTo>
                  <a:lnTo>
                    <a:pt x="177800" y="15240"/>
                  </a:lnTo>
                  <a:lnTo>
                    <a:pt x="180340" y="15240"/>
                  </a:lnTo>
                  <a:lnTo>
                    <a:pt x="180340" y="13970"/>
                  </a:lnTo>
                  <a:lnTo>
                    <a:pt x="181597" y="13970"/>
                  </a:lnTo>
                  <a:lnTo>
                    <a:pt x="181597" y="12700"/>
                  </a:lnTo>
                  <a:lnTo>
                    <a:pt x="184150" y="12700"/>
                  </a:lnTo>
                  <a:lnTo>
                    <a:pt x="184150" y="11430"/>
                  </a:lnTo>
                  <a:lnTo>
                    <a:pt x="185420" y="11430"/>
                  </a:lnTo>
                  <a:lnTo>
                    <a:pt x="185420" y="10160"/>
                  </a:lnTo>
                  <a:lnTo>
                    <a:pt x="189217" y="10160"/>
                  </a:lnTo>
                  <a:lnTo>
                    <a:pt x="189217" y="8890"/>
                  </a:lnTo>
                  <a:lnTo>
                    <a:pt x="201930" y="8890"/>
                  </a:lnTo>
                  <a:lnTo>
                    <a:pt x="201930" y="10160"/>
                  </a:lnTo>
                  <a:lnTo>
                    <a:pt x="204470" y="10160"/>
                  </a:lnTo>
                  <a:lnTo>
                    <a:pt x="204470" y="11430"/>
                  </a:lnTo>
                  <a:lnTo>
                    <a:pt x="205740" y="11430"/>
                  </a:lnTo>
                  <a:lnTo>
                    <a:pt x="205740" y="12700"/>
                  </a:lnTo>
                  <a:lnTo>
                    <a:pt x="209550" y="12700"/>
                  </a:lnTo>
                  <a:lnTo>
                    <a:pt x="209550" y="13970"/>
                  </a:lnTo>
                  <a:lnTo>
                    <a:pt x="210820" y="13970"/>
                  </a:lnTo>
                  <a:lnTo>
                    <a:pt x="210820" y="15240"/>
                  </a:lnTo>
                  <a:lnTo>
                    <a:pt x="212090" y="15240"/>
                  </a:lnTo>
                  <a:lnTo>
                    <a:pt x="212090" y="16510"/>
                  </a:lnTo>
                  <a:lnTo>
                    <a:pt x="213360" y="16510"/>
                  </a:lnTo>
                  <a:lnTo>
                    <a:pt x="213360" y="17780"/>
                  </a:lnTo>
                  <a:lnTo>
                    <a:pt x="214630" y="17780"/>
                  </a:lnTo>
                  <a:lnTo>
                    <a:pt x="214630" y="19050"/>
                  </a:lnTo>
                  <a:lnTo>
                    <a:pt x="215900" y="19050"/>
                  </a:lnTo>
                  <a:lnTo>
                    <a:pt x="215900" y="21590"/>
                  </a:lnTo>
                  <a:lnTo>
                    <a:pt x="382270" y="21590"/>
                  </a:lnTo>
                  <a:lnTo>
                    <a:pt x="382270" y="8890"/>
                  </a:lnTo>
                  <a:lnTo>
                    <a:pt x="382270" y="0"/>
                  </a:lnTo>
                  <a:close/>
                </a:path>
              </a:pathLst>
            </a:custGeom>
            <a:solidFill>
              <a:srgbClr val="151525"/>
            </a:solidFill>
          </p:spPr>
          <p:txBody>
            <a:bodyPr wrap="square" lIns="0" tIns="0" rIns="0" bIns="0" rtlCol="0"/>
            <a:lstStyle/>
            <a:p/>
          </p:txBody>
        </p:sp>
        <p:sp>
          <p:nvSpPr>
            <p:cNvPr id="799" name="object 799"/>
            <p:cNvSpPr/>
            <p:nvPr/>
          </p:nvSpPr>
          <p:spPr>
            <a:xfrm>
              <a:off x="7858760" y="1289049"/>
              <a:ext cx="382270" cy="20320"/>
            </a:xfrm>
            <a:custGeom>
              <a:avLst/>
              <a:gdLst/>
              <a:ahLst/>
              <a:cxnLst/>
              <a:rect l="l" t="t" r="r" b="b"/>
              <a:pathLst>
                <a:path w="382270" h="20319">
                  <a:moveTo>
                    <a:pt x="173990" y="0"/>
                  </a:moveTo>
                  <a:lnTo>
                    <a:pt x="0" y="0"/>
                  </a:lnTo>
                  <a:lnTo>
                    <a:pt x="0" y="1270"/>
                  </a:lnTo>
                  <a:lnTo>
                    <a:pt x="0" y="3810"/>
                  </a:lnTo>
                  <a:lnTo>
                    <a:pt x="0" y="20320"/>
                  </a:lnTo>
                  <a:lnTo>
                    <a:pt x="163817" y="20320"/>
                  </a:lnTo>
                  <a:lnTo>
                    <a:pt x="163817" y="17780"/>
                  </a:lnTo>
                  <a:lnTo>
                    <a:pt x="165100" y="17780"/>
                  </a:lnTo>
                  <a:lnTo>
                    <a:pt x="165100" y="13970"/>
                  </a:lnTo>
                  <a:lnTo>
                    <a:pt x="166370" y="13970"/>
                  </a:lnTo>
                  <a:lnTo>
                    <a:pt x="166370" y="11430"/>
                  </a:lnTo>
                  <a:lnTo>
                    <a:pt x="167640" y="11430"/>
                  </a:lnTo>
                  <a:lnTo>
                    <a:pt x="167640" y="7620"/>
                  </a:lnTo>
                  <a:lnTo>
                    <a:pt x="168897" y="7620"/>
                  </a:lnTo>
                  <a:lnTo>
                    <a:pt x="168897" y="5080"/>
                  </a:lnTo>
                  <a:lnTo>
                    <a:pt x="170167" y="5080"/>
                  </a:lnTo>
                  <a:lnTo>
                    <a:pt x="170167" y="3810"/>
                  </a:lnTo>
                  <a:lnTo>
                    <a:pt x="172720" y="3810"/>
                  </a:lnTo>
                  <a:lnTo>
                    <a:pt x="172720" y="1270"/>
                  </a:lnTo>
                  <a:lnTo>
                    <a:pt x="173990" y="1270"/>
                  </a:lnTo>
                  <a:lnTo>
                    <a:pt x="173990" y="0"/>
                  </a:lnTo>
                  <a:close/>
                </a:path>
                <a:path w="382270" h="20319">
                  <a:moveTo>
                    <a:pt x="382270" y="0"/>
                  </a:moveTo>
                  <a:lnTo>
                    <a:pt x="217170" y="0"/>
                  </a:lnTo>
                  <a:lnTo>
                    <a:pt x="217170" y="2540"/>
                  </a:lnTo>
                  <a:lnTo>
                    <a:pt x="218440" y="2540"/>
                  </a:lnTo>
                  <a:lnTo>
                    <a:pt x="218440" y="6350"/>
                  </a:lnTo>
                  <a:lnTo>
                    <a:pt x="219710" y="6350"/>
                  </a:lnTo>
                  <a:lnTo>
                    <a:pt x="219710" y="8890"/>
                  </a:lnTo>
                  <a:lnTo>
                    <a:pt x="220980" y="8890"/>
                  </a:lnTo>
                  <a:lnTo>
                    <a:pt x="220980" y="11430"/>
                  </a:lnTo>
                  <a:lnTo>
                    <a:pt x="220980" y="13970"/>
                  </a:lnTo>
                  <a:lnTo>
                    <a:pt x="222250" y="13970"/>
                  </a:lnTo>
                  <a:lnTo>
                    <a:pt x="222250" y="20320"/>
                  </a:lnTo>
                  <a:lnTo>
                    <a:pt x="382270" y="20320"/>
                  </a:lnTo>
                  <a:lnTo>
                    <a:pt x="382270" y="13970"/>
                  </a:lnTo>
                  <a:lnTo>
                    <a:pt x="382270" y="11430"/>
                  </a:lnTo>
                  <a:lnTo>
                    <a:pt x="382270" y="8890"/>
                  </a:lnTo>
                  <a:lnTo>
                    <a:pt x="382270" y="6350"/>
                  </a:lnTo>
                  <a:lnTo>
                    <a:pt x="382270" y="2540"/>
                  </a:lnTo>
                  <a:lnTo>
                    <a:pt x="382270" y="0"/>
                  </a:lnTo>
                  <a:close/>
                </a:path>
              </a:pathLst>
            </a:custGeom>
            <a:solidFill>
              <a:srgbClr val="161626"/>
            </a:solidFill>
          </p:spPr>
          <p:txBody>
            <a:bodyPr wrap="square" lIns="0" tIns="0" rIns="0" bIns="0" rtlCol="0"/>
            <a:lstStyle/>
            <a:p/>
          </p:txBody>
        </p:sp>
        <p:sp>
          <p:nvSpPr>
            <p:cNvPr id="800" name="object 800"/>
            <p:cNvSpPr/>
            <p:nvPr/>
          </p:nvSpPr>
          <p:spPr>
            <a:xfrm>
              <a:off x="7858760" y="1309369"/>
              <a:ext cx="382270" cy="21590"/>
            </a:xfrm>
            <a:custGeom>
              <a:avLst/>
              <a:gdLst/>
              <a:ahLst/>
              <a:cxnLst/>
              <a:rect l="l" t="t" r="r" b="b"/>
              <a:pathLst>
                <a:path w="382270" h="21590">
                  <a:moveTo>
                    <a:pt x="163817" y="0"/>
                  </a:moveTo>
                  <a:lnTo>
                    <a:pt x="0" y="0"/>
                  </a:lnTo>
                  <a:lnTo>
                    <a:pt x="0" y="1270"/>
                  </a:lnTo>
                  <a:lnTo>
                    <a:pt x="0" y="10160"/>
                  </a:lnTo>
                  <a:lnTo>
                    <a:pt x="0" y="17780"/>
                  </a:lnTo>
                  <a:lnTo>
                    <a:pt x="0" y="21590"/>
                  </a:lnTo>
                  <a:lnTo>
                    <a:pt x="160020" y="21590"/>
                  </a:lnTo>
                  <a:lnTo>
                    <a:pt x="160020" y="17780"/>
                  </a:lnTo>
                  <a:lnTo>
                    <a:pt x="161290" y="17780"/>
                  </a:lnTo>
                  <a:lnTo>
                    <a:pt x="161290" y="10160"/>
                  </a:lnTo>
                  <a:lnTo>
                    <a:pt x="162547" y="10160"/>
                  </a:lnTo>
                  <a:lnTo>
                    <a:pt x="162547" y="1270"/>
                  </a:lnTo>
                  <a:lnTo>
                    <a:pt x="163817" y="1270"/>
                  </a:lnTo>
                  <a:lnTo>
                    <a:pt x="163817" y="0"/>
                  </a:lnTo>
                  <a:close/>
                </a:path>
                <a:path w="382270" h="21590">
                  <a:moveTo>
                    <a:pt x="382270" y="0"/>
                  </a:moveTo>
                  <a:lnTo>
                    <a:pt x="222250" y="0"/>
                  </a:lnTo>
                  <a:lnTo>
                    <a:pt x="222250" y="1270"/>
                  </a:lnTo>
                  <a:lnTo>
                    <a:pt x="223520" y="1270"/>
                  </a:lnTo>
                  <a:lnTo>
                    <a:pt x="223520" y="8890"/>
                  </a:lnTo>
                  <a:lnTo>
                    <a:pt x="224790" y="8890"/>
                  </a:lnTo>
                  <a:lnTo>
                    <a:pt x="224790" y="21590"/>
                  </a:lnTo>
                  <a:lnTo>
                    <a:pt x="382270" y="21590"/>
                  </a:lnTo>
                  <a:lnTo>
                    <a:pt x="382270" y="8890"/>
                  </a:lnTo>
                  <a:lnTo>
                    <a:pt x="382270" y="1270"/>
                  </a:lnTo>
                  <a:lnTo>
                    <a:pt x="382270" y="0"/>
                  </a:lnTo>
                  <a:close/>
                </a:path>
              </a:pathLst>
            </a:custGeom>
            <a:solidFill>
              <a:srgbClr val="161627"/>
            </a:solidFill>
          </p:spPr>
          <p:txBody>
            <a:bodyPr wrap="square" lIns="0" tIns="0" rIns="0" bIns="0" rtlCol="0"/>
            <a:lstStyle/>
            <a:p/>
          </p:txBody>
        </p:sp>
        <p:sp>
          <p:nvSpPr>
            <p:cNvPr id="801" name="object 801"/>
            <p:cNvSpPr/>
            <p:nvPr/>
          </p:nvSpPr>
          <p:spPr>
            <a:xfrm>
              <a:off x="7858760" y="1330959"/>
              <a:ext cx="382270" cy="20320"/>
            </a:xfrm>
            <a:custGeom>
              <a:avLst/>
              <a:gdLst/>
              <a:ahLst/>
              <a:cxnLst/>
              <a:rect l="l" t="t" r="r" b="b"/>
              <a:pathLst>
                <a:path w="382270" h="20319">
                  <a:moveTo>
                    <a:pt x="160020" y="0"/>
                  </a:moveTo>
                  <a:lnTo>
                    <a:pt x="0" y="0"/>
                  </a:lnTo>
                  <a:lnTo>
                    <a:pt x="0" y="7620"/>
                  </a:lnTo>
                  <a:lnTo>
                    <a:pt x="0" y="20320"/>
                  </a:lnTo>
                  <a:lnTo>
                    <a:pt x="158750" y="20320"/>
                  </a:lnTo>
                  <a:lnTo>
                    <a:pt x="158750" y="7620"/>
                  </a:lnTo>
                  <a:lnTo>
                    <a:pt x="160020" y="7620"/>
                  </a:lnTo>
                  <a:lnTo>
                    <a:pt x="160020" y="0"/>
                  </a:lnTo>
                  <a:close/>
                </a:path>
                <a:path w="382270" h="20319">
                  <a:moveTo>
                    <a:pt x="382270" y="0"/>
                  </a:moveTo>
                  <a:lnTo>
                    <a:pt x="224790" y="0"/>
                  </a:lnTo>
                  <a:lnTo>
                    <a:pt x="224790" y="5080"/>
                  </a:lnTo>
                  <a:lnTo>
                    <a:pt x="226060" y="5080"/>
                  </a:lnTo>
                  <a:lnTo>
                    <a:pt x="226060" y="20320"/>
                  </a:lnTo>
                  <a:lnTo>
                    <a:pt x="382270" y="20320"/>
                  </a:lnTo>
                  <a:lnTo>
                    <a:pt x="382270" y="5080"/>
                  </a:lnTo>
                  <a:lnTo>
                    <a:pt x="382270" y="0"/>
                  </a:lnTo>
                  <a:close/>
                </a:path>
              </a:pathLst>
            </a:custGeom>
            <a:solidFill>
              <a:srgbClr val="171728"/>
            </a:solidFill>
          </p:spPr>
          <p:txBody>
            <a:bodyPr wrap="square" lIns="0" tIns="0" rIns="0" bIns="0" rtlCol="0"/>
            <a:lstStyle/>
            <a:p/>
          </p:txBody>
        </p:sp>
        <p:sp>
          <p:nvSpPr>
            <p:cNvPr id="802" name="object 802"/>
            <p:cNvSpPr/>
            <p:nvPr/>
          </p:nvSpPr>
          <p:spPr>
            <a:xfrm>
              <a:off x="7858760" y="1351279"/>
              <a:ext cx="382270" cy="21590"/>
            </a:xfrm>
            <a:custGeom>
              <a:avLst/>
              <a:gdLst/>
              <a:ahLst/>
              <a:cxnLst/>
              <a:rect l="l" t="t" r="r" b="b"/>
              <a:pathLst>
                <a:path w="382270" h="21590">
                  <a:moveTo>
                    <a:pt x="158750" y="0"/>
                  </a:moveTo>
                  <a:lnTo>
                    <a:pt x="0" y="0"/>
                  </a:lnTo>
                  <a:lnTo>
                    <a:pt x="0" y="1270"/>
                  </a:lnTo>
                  <a:lnTo>
                    <a:pt x="0" y="21590"/>
                  </a:lnTo>
                  <a:lnTo>
                    <a:pt x="157467" y="21590"/>
                  </a:lnTo>
                  <a:lnTo>
                    <a:pt x="157467" y="1270"/>
                  </a:lnTo>
                  <a:lnTo>
                    <a:pt x="158750" y="1270"/>
                  </a:lnTo>
                  <a:lnTo>
                    <a:pt x="158750" y="0"/>
                  </a:lnTo>
                  <a:close/>
                </a:path>
                <a:path w="382270" h="21590">
                  <a:moveTo>
                    <a:pt x="382270" y="0"/>
                  </a:moveTo>
                  <a:lnTo>
                    <a:pt x="226060" y="0"/>
                  </a:lnTo>
                  <a:lnTo>
                    <a:pt x="226060" y="21590"/>
                  </a:lnTo>
                  <a:lnTo>
                    <a:pt x="382270" y="21590"/>
                  </a:lnTo>
                  <a:lnTo>
                    <a:pt x="382270" y="0"/>
                  </a:lnTo>
                  <a:close/>
                </a:path>
              </a:pathLst>
            </a:custGeom>
            <a:solidFill>
              <a:srgbClr val="181829"/>
            </a:solidFill>
          </p:spPr>
          <p:txBody>
            <a:bodyPr wrap="square" lIns="0" tIns="0" rIns="0" bIns="0" rtlCol="0"/>
            <a:lstStyle/>
            <a:p/>
          </p:txBody>
        </p:sp>
        <p:sp>
          <p:nvSpPr>
            <p:cNvPr id="803" name="object 803"/>
            <p:cNvSpPr/>
            <p:nvPr/>
          </p:nvSpPr>
          <p:spPr>
            <a:xfrm>
              <a:off x="7858760" y="1372869"/>
              <a:ext cx="382270" cy="20320"/>
            </a:xfrm>
            <a:custGeom>
              <a:avLst/>
              <a:gdLst/>
              <a:ahLst/>
              <a:cxnLst/>
              <a:rect l="l" t="t" r="r" b="b"/>
              <a:pathLst>
                <a:path w="382270" h="20319">
                  <a:moveTo>
                    <a:pt x="157467" y="0"/>
                  </a:moveTo>
                  <a:lnTo>
                    <a:pt x="0" y="0"/>
                  </a:lnTo>
                  <a:lnTo>
                    <a:pt x="0" y="10160"/>
                  </a:lnTo>
                  <a:lnTo>
                    <a:pt x="0" y="20320"/>
                  </a:lnTo>
                  <a:lnTo>
                    <a:pt x="156197" y="20320"/>
                  </a:lnTo>
                  <a:lnTo>
                    <a:pt x="156197" y="10160"/>
                  </a:lnTo>
                  <a:lnTo>
                    <a:pt x="157467" y="10160"/>
                  </a:lnTo>
                  <a:lnTo>
                    <a:pt x="157467" y="0"/>
                  </a:lnTo>
                  <a:close/>
                </a:path>
                <a:path w="382270" h="20319">
                  <a:moveTo>
                    <a:pt x="382270" y="0"/>
                  </a:moveTo>
                  <a:lnTo>
                    <a:pt x="226060" y="0"/>
                  </a:lnTo>
                  <a:lnTo>
                    <a:pt x="226060" y="20320"/>
                  </a:lnTo>
                  <a:lnTo>
                    <a:pt x="382270" y="20320"/>
                  </a:lnTo>
                  <a:lnTo>
                    <a:pt x="382270" y="0"/>
                  </a:lnTo>
                  <a:close/>
                </a:path>
              </a:pathLst>
            </a:custGeom>
            <a:solidFill>
              <a:srgbClr val="18182A"/>
            </a:solidFill>
          </p:spPr>
          <p:txBody>
            <a:bodyPr wrap="square" lIns="0" tIns="0" rIns="0" bIns="0" rtlCol="0"/>
            <a:lstStyle/>
            <a:p/>
          </p:txBody>
        </p:sp>
        <p:sp>
          <p:nvSpPr>
            <p:cNvPr id="804" name="object 804"/>
            <p:cNvSpPr/>
            <p:nvPr/>
          </p:nvSpPr>
          <p:spPr>
            <a:xfrm>
              <a:off x="7858760" y="139318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9192B"/>
            </a:solidFill>
          </p:spPr>
          <p:txBody>
            <a:bodyPr wrap="square" lIns="0" tIns="0" rIns="0" bIns="0" rtlCol="0"/>
            <a:lstStyle/>
            <a:p/>
          </p:txBody>
        </p:sp>
        <p:sp>
          <p:nvSpPr>
            <p:cNvPr id="805" name="object 805"/>
            <p:cNvSpPr/>
            <p:nvPr/>
          </p:nvSpPr>
          <p:spPr>
            <a:xfrm>
              <a:off x="7858760" y="141477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9192C"/>
            </a:solidFill>
          </p:spPr>
          <p:txBody>
            <a:bodyPr wrap="square" lIns="0" tIns="0" rIns="0" bIns="0" rtlCol="0"/>
            <a:lstStyle/>
            <a:p/>
          </p:txBody>
        </p:sp>
        <p:sp>
          <p:nvSpPr>
            <p:cNvPr id="806" name="object 806"/>
            <p:cNvSpPr/>
            <p:nvPr/>
          </p:nvSpPr>
          <p:spPr>
            <a:xfrm>
              <a:off x="7858760" y="143509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A1A2D"/>
            </a:solidFill>
          </p:spPr>
          <p:txBody>
            <a:bodyPr wrap="square" lIns="0" tIns="0" rIns="0" bIns="0" rtlCol="0"/>
            <a:lstStyle/>
            <a:p/>
          </p:txBody>
        </p:sp>
        <p:sp>
          <p:nvSpPr>
            <p:cNvPr id="807" name="object 807"/>
            <p:cNvSpPr/>
            <p:nvPr/>
          </p:nvSpPr>
          <p:spPr>
            <a:xfrm>
              <a:off x="7858760" y="145668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B1B2E"/>
            </a:solidFill>
          </p:spPr>
          <p:txBody>
            <a:bodyPr wrap="square" lIns="0" tIns="0" rIns="0" bIns="0" rtlCol="0"/>
            <a:lstStyle/>
            <a:p/>
          </p:txBody>
        </p:sp>
        <p:sp>
          <p:nvSpPr>
            <p:cNvPr id="808" name="object 808"/>
            <p:cNvSpPr/>
            <p:nvPr/>
          </p:nvSpPr>
          <p:spPr>
            <a:xfrm>
              <a:off x="7858760" y="147700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B1B2F"/>
            </a:solidFill>
          </p:spPr>
          <p:txBody>
            <a:bodyPr wrap="square" lIns="0" tIns="0" rIns="0" bIns="0" rtlCol="0"/>
            <a:lstStyle/>
            <a:p/>
          </p:txBody>
        </p:sp>
        <p:sp>
          <p:nvSpPr>
            <p:cNvPr id="809" name="object 809"/>
            <p:cNvSpPr/>
            <p:nvPr/>
          </p:nvSpPr>
          <p:spPr>
            <a:xfrm>
              <a:off x="7858760" y="149859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C1C30"/>
            </a:solidFill>
          </p:spPr>
          <p:txBody>
            <a:bodyPr wrap="square" lIns="0" tIns="0" rIns="0" bIns="0" rtlCol="0"/>
            <a:lstStyle/>
            <a:p/>
          </p:txBody>
        </p:sp>
        <p:sp>
          <p:nvSpPr>
            <p:cNvPr id="810" name="object 810"/>
            <p:cNvSpPr/>
            <p:nvPr/>
          </p:nvSpPr>
          <p:spPr>
            <a:xfrm>
              <a:off x="7858760" y="152018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C1C31"/>
            </a:solidFill>
          </p:spPr>
          <p:txBody>
            <a:bodyPr wrap="square" lIns="0" tIns="0" rIns="0" bIns="0" rtlCol="0"/>
            <a:lstStyle/>
            <a:p/>
          </p:txBody>
        </p:sp>
        <p:sp>
          <p:nvSpPr>
            <p:cNvPr id="811" name="object 811"/>
            <p:cNvSpPr/>
            <p:nvPr/>
          </p:nvSpPr>
          <p:spPr>
            <a:xfrm>
              <a:off x="7858760" y="1540509"/>
              <a:ext cx="382270" cy="41910"/>
            </a:xfrm>
            <a:custGeom>
              <a:avLst/>
              <a:gdLst/>
              <a:ahLst/>
              <a:cxnLst/>
              <a:rect l="l" t="t" r="r" b="b"/>
              <a:pathLst>
                <a:path w="382270" h="41909">
                  <a:moveTo>
                    <a:pt x="156197" y="0"/>
                  </a:moveTo>
                  <a:lnTo>
                    <a:pt x="0" y="0"/>
                  </a:lnTo>
                  <a:lnTo>
                    <a:pt x="0" y="20320"/>
                  </a:lnTo>
                  <a:lnTo>
                    <a:pt x="0" y="41910"/>
                  </a:lnTo>
                  <a:lnTo>
                    <a:pt x="156197" y="41910"/>
                  </a:lnTo>
                  <a:lnTo>
                    <a:pt x="156197" y="20320"/>
                  </a:lnTo>
                  <a:lnTo>
                    <a:pt x="156197" y="0"/>
                  </a:lnTo>
                  <a:close/>
                </a:path>
                <a:path w="382270" h="41909">
                  <a:moveTo>
                    <a:pt x="382270" y="0"/>
                  </a:moveTo>
                  <a:lnTo>
                    <a:pt x="226060" y="0"/>
                  </a:lnTo>
                  <a:lnTo>
                    <a:pt x="226060" y="20320"/>
                  </a:lnTo>
                  <a:lnTo>
                    <a:pt x="226060" y="41910"/>
                  </a:lnTo>
                  <a:lnTo>
                    <a:pt x="382270" y="41910"/>
                  </a:lnTo>
                  <a:lnTo>
                    <a:pt x="382270" y="20320"/>
                  </a:lnTo>
                  <a:lnTo>
                    <a:pt x="382270" y="0"/>
                  </a:lnTo>
                  <a:close/>
                </a:path>
              </a:pathLst>
            </a:custGeom>
            <a:solidFill>
              <a:srgbClr val="1D1D33"/>
            </a:solidFill>
          </p:spPr>
          <p:txBody>
            <a:bodyPr wrap="square" lIns="0" tIns="0" rIns="0" bIns="0" rtlCol="0"/>
            <a:lstStyle/>
            <a:p/>
          </p:txBody>
        </p:sp>
        <p:sp>
          <p:nvSpPr>
            <p:cNvPr id="812" name="object 812"/>
            <p:cNvSpPr/>
            <p:nvPr/>
          </p:nvSpPr>
          <p:spPr>
            <a:xfrm>
              <a:off x="7858760" y="1582419"/>
              <a:ext cx="382270" cy="21590"/>
            </a:xfrm>
            <a:custGeom>
              <a:avLst/>
              <a:gdLst/>
              <a:ahLst/>
              <a:cxnLst/>
              <a:rect l="l" t="t" r="r" b="b"/>
              <a:pathLst>
                <a:path w="382270" h="21590">
                  <a:moveTo>
                    <a:pt x="156197" y="0"/>
                  </a:moveTo>
                  <a:lnTo>
                    <a:pt x="0" y="0"/>
                  </a:lnTo>
                  <a:lnTo>
                    <a:pt x="0" y="21590"/>
                  </a:lnTo>
                  <a:lnTo>
                    <a:pt x="156197" y="21590"/>
                  </a:lnTo>
                  <a:lnTo>
                    <a:pt x="156197" y="0"/>
                  </a:lnTo>
                  <a:close/>
                </a:path>
                <a:path w="382270" h="21590">
                  <a:moveTo>
                    <a:pt x="382270" y="0"/>
                  </a:moveTo>
                  <a:lnTo>
                    <a:pt x="226060" y="0"/>
                  </a:lnTo>
                  <a:lnTo>
                    <a:pt x="226060" y="21590"/>
                  </a:lnTo>
                  <a:lnTo>
                    <a:pt x="382270" y="21590"/>
                  </a:lnTo>
                  <a:lnTo>
                    <a:pt x="382270" y="0"/>
                  </a:lnTo>
                  <a:close/>
                </a:path>
              </a:pathLst>
            </a:custGeom>
            <a:solidFill>
              <a:srgbClr val="1E1E34"/>
            </a:solidFill>
          </p:spPr>
          <p:txBody>
            <a:bodyPr wrap="square" lIns="0" tIns="0" rIns="0" bIns="0" rtlCol="0"/>
            <a:lstStyle/>
            <a:p/>
          </p:txBody>
        </p:sp>
        <p:sp>
          <p:nvSpPr>
            <p:cNvPr id="813" name="object 813"/>
            <p:cNvSpPr/>
            <p:nvPr/>
          </p:nvSpPr>
          <p:spPr>
            <a:xfrm>
              <a:off x="7858760" y="160400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F1F35"/>
            </a:solidFill>
          </p:spPr>
          <p:txBody>
            <a:bodyPr wrap="square" lIns="0" tIns="0" rIns="0" bIns="0" rtlCol="0"/>
            <a:lstStyle/>
            <a:p/>
          </p:txBody>
        </p:sp>
        <p:sp>
          <p:nvSpPr>
            <p:cNvPr id="814" name="object 814"/>
            <p:cNvSpPr/>
            <p:nvPr/>
          </p:nvSpPr>
          <p:spPr>
            <a:xfrm>
              <a:off x="7858760" y="162432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1F1F36"/>
            </a:solidFill>
          </p:spPr>
          <p:txBody>
            <a:bodyPr wrap="square" lIns="0" tIns="0" rIns="0" bIns="0" rtlCol="0"/>
            <a:lstStyle/>
            <a:p/>
          </p:txBody>
        </p:sp>
        <p:sp>
          <p:nvSpPr>
            <p:cNvPr id="815" name="object 815"/>
            <p:cNvSpPr/>
            <p:nvPr/>
          </p:nvSpPr>
          <p:spPr>
            <a:xfrm>
              <a:off x="7858760" y="1644649"/>
              <a:ext cx="382270" cy="21590"/>
            </a:xfrm>
            <a:custGeom>
              <a:avLst/>
              <a:gdLst/>
              <a:ahLst/>
              <a:cxnLst/>
              <a:rect l="l" t="t" r="r" b="b"/>
              <a:pathLst>
                <a:path w="382270" h="21589">
                  <a:moveTo>
                    <a:pt x="156197" y="0"/>
                  </a:moveTo>
                  <a:lnTo>
                    <a:pt x="0" y="0"/>
                  </a:lnTo>
                  <a:lnTo>
                    <a:pt x="0" y="21590"/>
                  </a:lnTo>
                  <a:lnTo>
                    <a:pt x="156197" y="21590"/>
                  </a:lnTo>
                  <a:lnTo>
                    <a:pt x="156197" y="0"/>
                  </a:lnTo>
                  <a:close/>
                </a:path>
                <a:path w="382270" h="21589">
                  <a:moveTo>
                    <a:pt x="382270" y="0"/>
                  </a:moveTo>
                  <a:lnTo>
                    <a:pt x="226060" y="0"/>
                  </a:lnTo>
                  <a:lnTo>
                    <a:pt x="226060" y="21590"/>
                  </a:lnTo>
                  <a:lnTo>
                    <a:pt x="382270" y="21590"/>
                  </a:lnTo>
                  <a:lnTo>
                    <a:pt x="382270" y="0"/>
                  </a:lnTo>
                  <a:close/>
                </a:path>
              </a:pathLst>
            </a:custGeom>
            <a:solidFill>
              <a:srgbClr val="202037"/>
            </a:solidFill>
          </p:spPr>
          <p:txBody>
            <a:bodyPr wrap="square" lIns="0" tIns="0" rIns="0" bIns="0" rtlCol="0"/>
            <a:lstStyle/>
            <a:p/>
          </p:txBody>
        </p:sp>
        <p:sp>
          <p:nvSpPr>
            <p:cNvPr id="816" name="object 816"/>
            <p:cNvSpPr/>
            <p:nvPr/>
          </p:nvSpPr>
          <p:spPr>
            <a:xfrm>
              <a:off x="7858760" y="1666239"/>
              <a:ext cx="382270" cy="20320"/>
            </a:xfrm>
            <a:custGeom>
              <a:avLst/>
              <a:gdLst/>
              <a:ahLst/>
              <a:cxnLst/>
              <a:rect l="l" t="t" r="r" b="b"/>
              <a:pathLst>
                <a:path w="382270" h="20319">
                  <a:moveTo>
                    <a:pt x="156197" y="0"/>
                  </a:moveTo>
                  <a:lnTo>
                    <a:pt x="0" y="0"/>
                  </a:lnTo>
                  <a:lnTo>
                    <a:pt x="0" y="20320"/>
                  </a:lnTo>
                  <a:lnTo>
                    <a:pt x="156197" y="20320"/>
                  </a:lnTo>
                  <a:lnTo>
                    <a:pt x="156197" y="0"/>
                  </a:lnTo>
                  <a:close/>
                </a:path>
                <a:path w="382270" h="20319">
                  <a:moveTo>
                    <a:pt x="382270" y="0"/>
                  </a:moveTo>
                  <a:lnTo>
                    <a:pt x="226060" y="0"/>
                  </a:lnTo>
                  <a:lnTo>
                    <a:pt x="226060" y="20320"/>
                  </a:lnTo>
                  <a:lnTo>
                    <a:pt x="382270" y="20320"/>
                  </a:lnTo>
                  <a:lnTo>
                    <a:pt x="382270" y="0"/>
                  </a:lnTo>
                  <a:close/>
                </a:path>
              </a:pathLst>
            </a:custGeom>
            <a:solidFill>
              <a:srgbClr val="202038"/>
            </a:solidFill>
          </p:spPr>
          <p:txBody>
            <a:bodyPr wrap="square" lIns="0" tIns="0" rIns="0" bIns="0" rtlCol="0"/>
            <a:lstStyle/>
            <a:p/>
          </p:txBody>
        </p:sp>
      </p:grpSp>
      <p:grpSp>
        <p:nvGrpSpPr>
          <p:cNvPr id="817" name="object 817"/>
          <p:cNvGrpSpPr/>
          <p:nvPr/>
        </p:nvGrpSpPr>
        <p:grpSpPr>
          <a:xfrm>
            <a:off x="8328659" y="1059180"/>
            <a:ext cx="397510" cy="715010"/>
            <a:chOff x="8328659" y="1059180"/>
            <a:chExt cx="397510" cy="715010"/>
          </a:xfrm>
        </p:grpSpPr>
        <p:sp>
          <p:nvSpPr>
            <p:cNvPr id="818" name="object 818"/>
            <p:cNvSpPr/>
            <p:nvPr/>
          </p:nvSpPr>
          <p:spPr>
            <a:xfrm>
              <a:off x="8384540" y="1059179"/>
              <a:ext cx="341630" cy="55880"/>
            </a:xfrm>
            <a:custGeom>
              <a:avLst/>
              <a:gdLst/>
              <a:ahLst/>
              <a:cxnLst/>
              <a:rect l="l" t="t" r="r" b="b"/>
              <a:pathLst>
                <a:path w="341629" h="55880">
                  <a:moveTo>
                    <a:pt x="118110" y="2540"/>
                  </a:moveTo>
                  <a:lnTo>
                    <a:pt x="105410" y="2540"/>
                  </a:lnTo>
                  <a:lnTo>
                    <a:pt x="105410" y="1397"/>
                  </a:lnTo>
                  <a:lnTo>
                    <a:pt x="95250" y="1397"/>
                  </a:lnTo>
                  <a:lnTo>
                    <a:pt x="95250" y="0"/>
                  </a:lnTo>
                  <a:lnTo>
                    <a:pt x="93980" y="0"/>
                  </a:lnTo>
                  <a:lnTo>
                    <a:pt x="93980" y="1397"/>
                  </a:lnTo>
                  <a:lnTo>
                    <a:pt x="77470" y="1397"/>
                  </a:lnTo>
                  <a:lnTo>
                    <a:pt x="77470" y="2540"/>
                  </a:lnTo>
                  <a:lnTo>
                    <a:pt x="69850" y="2540"/>
                  </a:lnTo>
                  <a:lnTo>
                    <a:pt x="69850" y="3810"/>
                  </a:lnTo>
                  <a:lnTo>
                    <a:pt x="118110" y="3810"/>
                  </a:lnTo>
                  <a:lnTo>
                    <a:pt x="118110" y="2667"/>
                  </a:lnTo>
                  <a:lnTo>
                    <a:pt x="118110" y="2540"/>
                  </a:lnTo>
                  <a:close/>
                </a:path>
                <a:path w="341629" h="55880">
                  <a:moveTo>
                    <a:pt x="139700" y="8890"/>
                  </a:moveTo>
                  <a:lnTo>
                    <a:pt x="137160" y="8890"/>
                  </a:lnTo>
                  <a:lnTo>
                    <a:pt x="137160" y="7747"/>
                  </a:lnTo>
                  <a:lnTo>
                    <a:pt x="134620" y="7747"/>
                  </a:lnTo>
                  <a:lnTo>
                    <a:pt x="134620" y="6350"/>
                  </a:lnTo>
                  <a:lnTo>
                    <a:pt x="128270" y="6350"/>
                  </a:lnTo>
                  <a:lnTo>
                    <a:pt x="128270" y="5207"/>
                  </a:lnTo>
                  <a:lnTo>
                    <a:pt x="128270" y="5080"/>
                  </a:lnTo>
                  <a:lnTo>
                    <a:pt x="125717" y="5080"/>
                  </a:lnTo>
                  <a:lnTo>
                    <a:pt x="125717" y="3937"/>
                  </a:lnTo>
                  <a:lnTo>
                    <a:pt x="64770" y="3937"/>
                  </a:lnTo>
                  <a:lnTo>
                    <a:pt x="64770" y="5080"/>
                  </a:lnTo>
                  <a:lnTo>
                    <a:pt x="62230" y="5080"/>
                  </a:lnTo>
                  <a:lnTo>
                    <a:pt x="62230" y="6350"/>
                  </a:lnTo>
                  <a:lnTo>
                    <a:pt x="57150" y="6350"/>
                  </a:lnTo>
                  <a:lnTo>
                    <a:pt x="57150" y="7747"/>
                  </a:lnTo>
                  <a:lnTo>
                    <a:pt x="54610" y="7747"/>
                  </a:lnTo>
                  <a:lnTo>
                    <a:pt x="54610" y="8890"/>
                  </a:lnTo>
                  <a:lnTo>
                    <a:pt x="49530" y="8890"/>
                  </a:lnTo>
                  <a:lnTo>
                    <a:pt x="49530" y="10160"/>
                  </a:lnTo>
                  <a:lnTo>
                    <a:pt x="139700" y="10160"/>
                  </a:lnTo>
                  <a:lnTo>
                    <a:pt x="139700" y="9017"/>
                  </a:lnTo>
                  <a:lnTo>
                    <a:pt x="139700" y="8890"/>
                  </a:lnTo>
                  <a:close/>
                </a:path>
                <a:path w="341629" h="55880">
                  <a:moveTo>
                    <a:pt x="151130" y="15240"/>
                  </a:moveTo>
                  <a:lnTo>
                    <a:pt x="148590" y="15240"/>
                  </a:lnTo>
                  <a:lnTo>
                    <a:pt x="148590" y="14097"/>
                  </a:lnTo>
                  <a:lnTo>
                    <a:pt x="147320" y="14097"/>
                  </a:lnTo>
                  <a:lnTo>
                    <a:pt x="147320" y="12700"/>
                  </a:lnTo>
                  <a:lnTo>
                    <a:pt x="144767" y="12700"/>
                  </a:lnTo>
                  <a:lnTo>
                    <a:pt x="144767" y="11557"/>
                  </a:lnTo>
                  <a:lnTo>
                    <a:pt x="144767" y="11430"/>
                  </a:lnTo>
                  <a:lnTo>
                    <a:pt x="143510" y="11430"/>
                  </a:lnTo>
                  <a:lnTo>
                    <a:pt x="143510" y="10287"/>
                  </a:lnTo>
                  <a:lnTo>
                    <a:pt x="46990" y="10287"/>
                  </a:lnTo>
                  <a:lnTo>
                    <a:pt x="46990" y="11430"/>
                  </a:lnTo>
                  <a:lnTo>
                    <a:pt x="45720" y="11430"/>
                  </a:lnTo>
                  <a:lnTo>
                    <a:pt x="45720" y="12700"/>
                  </a:lnTo>
                  <a:lnTo>
                    <a:pt x="43180" y="12700"/>
                  </a:lnTo>
                  <a:lnTo>
                    <a:pt x="43180" y="14097"/>
                  </a:lnTo>
                  <a:lnTo>
                    <a:pt x="41910" y="14097"/>
                  </a:lnTo>
                  <a:lnTo>
                    <a:pt x="41910" y="15240"/>
                  </a:lnTo>
                  <a:lnTo>
                    <a:pt x="40640" y="15240"/>
                  </a:lnTo>
                  <a:lnTo>
                    <a:pt x="40640" y="16510"/>
                  </a:lnTo>
                  <a:lnTo>
                    <a:pt x="151130" y="16510"/>
                  </a:lnTo>
                  <a:lnTo>
                    <a:pt x="151130" y="15367"/>
                  </a:lnTo>
                  <a:lnTo>
                    <a:pt x="151130" y="15240"/>
                  </a:lnTo>
                  <a:close/>
                </a:path>
                <a:path w="341629" h="55880">
                  <a:moveTo>
                    <a:pt x="161290" y="21590"/>
                  </a:moveTo>
                  <a:lnTo>
                    <a:pt x="160020" y="21590"/>
                  </a:lnTo>
                  <a:lnTo>
                    <a:pt x="160020" y="20447"/>
                  </a:lnTo>
                  <a:lnTo>
                    <a:pt x="158737" y="20447"/>
                  </a:lnTo>
                  <a:lnTo>
                    <a:pt x="158737" y="19050"/>
                  </a:lnTo>
                  <a:lnTo>
                    <a:pt x="154940" y="19050"/>
                  </a:lnTo>
                  <a:lnTo>
                    <a:pt x="154940" y="17907"/>
                  </a:lnTo>
                  <a:lnTo>
                    <a:pt x="154940" y="17780"/>
                  </a:lnTo>
                  <a:lnTo>
                    <a:pt x="152400" y="17780"/>
                  </a:lnTo>
                  <a:lnTo>
                    <a:pt x="152400" y="16637"/>
                  </a:lnTo>
                  <a:lnTo>
                    <a:pt x="36830" y="16637"/>
                  </a:lnTo>
                  <a:lnTo>
                    <a:pt x="36830" y="17780"/>
                  </a:lnTo>
                  <a:lnTo>
                    <a:pt x="34290" y="17780"/>
                  </a:lnTo>
                  <a:lnTo>
                    <a:pt x="34290" y="19050"/>
                  </a:lnTo>
                  <a:lnTo>
                    <a:pt x="33020" y="19050"/>
                  </a:lnTo>
                  <a:lnTo>
                    <a:pt x="33020" y="20447"/>
                  </a:lnTo>
                  <a:lnTo>
                    <a:pt x="31750" y="20447"/>
                  </a:lnTo>
                  <a:lnTo>
                    <a:pt x="31750" y="21590"/>
                  </a:lnTo>
                  <a:lnTo>
                    <a:pt x="29210" y="21590"/>
                  </a:lnTo>
                  <a:lnTo>
                    <a:pt x="29210" y="22860"/>
                  </a:lnTo>
                  <a:lnTo>
                    <a:pt x="161290" y="22860"/>
                  </a:lnTo>
                  <a:lnTo>
                    <a:pt x="161290" y="21717"/>
                  </a:lnTo>
                  <a:lnTo>
                    <a:pt x="161290" y="21590"/>
                  </a:lnTo>
                  <a:close/>
                </a:path>
                <a:path w="341629" h="55880">
                  <a:moveTo>
                    <a:pt x="168910" y="27940"/>
                  </a:moveTo>
                  <a:lnTo>
                    <a:pt x="167640" y="27940"/>
                  </a:lnTo>
                  <a:lnTo>
                    <a:pt x="167640" y="26797"/>
                  </a:lnTo>
                  <a:lnTo>
                    <a:pt x="166370" y="26797"/>
                  </a:lnTo>
                  <a:lnTo>
                    <a:pt x="166370" y="25400"/>
                  </a:lnTo>
                  <a:lnTo>
                    <a:pt x="165087" y="25400"/>
                  </a:lnTo>
                  <a:lnTo>
                    <a:pt x="165087" y="24257"/>
                  </a:lnTo>
                  <a:lnTo>
                    <a:pt x="165087" y="24130"/>
                  </a:lnTo>
                  <a:lnTo>
                    <a:pt x="162560" y="24130"/>
                  </a:lnTo>
                  <a:lnTo>
                    <a:pt x="162560" y="22987"/>
                  </a:lnTo>
                  <a:lnTo>
                    <a:pt x="27940" y="22987"/>
                  </a:lnTo>
                  <a:lnTo>
                    <a:pt x="27940" y="24130"/>
                  </a:lnTo>
                  <a:lnTo>
                    <a:pt x="26670" y="24130"/>
                  </a:lnTo>
                  <a:lnTo>
                    <a:pt x="26670" y="25400"/>
                  </a:lnTo>
                  <a:lnTo>
                    <a:pt x="25400" y="25400"/>
                  </a:lnTo>
                  <a:lnTo>
                    <a:pt x="25400" y="26797"/>
                  </a:lnTo>
                  <a:lnTo>
                    <a:pt x="24130" y="26797"/>
                  </a:lnTo>
                  <a:lnTo>
                    <a:pt x="24130" y="27940"/>
                  </a:lnTo>
                  <a:lnTo>
                    <a:pt x="22860" y="27940"/>
                  </a:lnTo>
                  <a:lnTo>
                    <a:pt x="22860" y="29210"/>
                  </a:lnTo>
                  <a:lnTo>
                    <a:pt x="168910" y="29210"/>
                  </a:lnTo>
                  <a:lnTo>
                    <a:pt x="168910" y="28067"/>
                  </a:lnTo>
                  <a:lnTo>
                    <a:pt x="168910" y="27940"/>
                  </a:lnTo>
                  <a:close/>
                </a:path>
                <a:path w="341629" h="55880">
                  <a:moveTo>
                    <a:pt x="176530" y="34290"/>
                  </a:moveTo>
                  <a:lnTo>
                    <a:pt x="175260" y="34290"/>
                  </a:lnTo>
                  <a:lnTo>
                    <a:pt x="175260" y="33147"/>
                  </a:lnTo>
                  <a:lnTo>
                    <a:pt x="173990" y="33147"/>
                  </a:lnTo>
                  <a:lnTo>
                    <a:pt x="173990" y="31750"/>
                  </a:lnTo>
                  <a:lnTo>
                    <a:pt x="171437" y="31750"/>
                  </a:lnTo>
                  <a:lnTo>
                    <a:pt x="171437" y="30607"/>
                  </a:lnTo>
                  <a:lnTo>
                    <a:pt x="171437" y="30480"/>
                  </a:lnTo>
                  <a:lnTo>
                    <a:pt x="170180" y="30480"/>
                  </a:lnTo>
                  <a:lnTo>
                    <a:pt x="170180" y="29337"/>
                  </a:lnTo>
                  <a:lnTo>
                    <a:pt x="21590" y="29337"/>
                  </a:lnTo>
                  <a:lnTo>
                    <a:pt x="21590" y="30480"/>
                  </a:lnTo>
                  <a:lnTo>
                    <a:pt x="20320" y="30480"/>
                  </a:lnTo>
                  <a:lnTo>
                    <a:pt x="20320" y="31750"/>
                  </a:lnTo>
                  <a:lnTo>
                    <a:pt x="19050" y="31750"/>
                  </a:lnTo>
                  <a:lnTo>
                    <a:pt x="19050" y="33147"/>
                  </a:lnTo>
                  <a:lnTo>
                    <a:pt x="17780" y="33147"/>
                  </a:lnTo>
                  <a:lnTo>
                    <a:pt x="17780" y="34290"/>
                  </a:lnTo>
                  <a:lnTo>
                    <a:pt x="16510" y="34290"/>
                  </a:lnTo>
                  <a:lnTo>
                    <a:pt x="16510" y="35560"/>
                  </a:lnTo>
                  <a:lnTo>
                    <a:pt x="176530" y="35560"/>
                  </a:lnTo>
                  <a:lnTo>
                    <a:pt x="176530" y="34417"/>
                  </a:lnTo>
                  <a:lnTo>
                    <a:pt x="176530" y="34290"/>
                  </a:lnTo>
                  <a:close/>
                </a:path>
                <a:path w="341629" h="55880">
                  <a:moveTo>
                    <a:pt x="184150" y="40640"/>
                  </a:moveTo>
                  <a:lnTo>
                    <a:pt x="181610" y="40640"/>
                  </a:lnTo>
                  <a:lnTo>
                    <a:pt x="181610" y="39497"/>
                  </a:lnTo>
                  <a:lnTo>
                    <a:pt x="180340" y="39497"/>
                  </a:lnTo>
                  <a:lnTo>
                    <a:pt x="180340" y="38100"/>
                  </a:lnTo>
                  <a:lnTo>
                    <a:pt x="179070" y="38100"/>
                  </a:lnTo>
                  <a:lnTo>
                    <a:pt x="179070" y="36957"/>
                  </a:lnTo>
                  <a:lnTo>
                    <a:pt x="179070" y="36830"/>
                  </a:lnTo>
                  <a:lnTo>
                    <a:pt x="177787" y="36830"/>
                  </a:lnTo>
                  <a:lnTo>
                    <a:pt x="177787" y="35687"/>
                  </a:lnTo>
                  <a:lnTo>
                    <a:pt x="15240" y="35687"/>
                  </a:lnTo>
                  <a:lnTo>
                    <a:pt x="15240" y="36830"/>
                  </a:lnTo>
                  <a:lnTo>
                    <a:pt x="13970" y="36830"/>
                  </a:lnTo>
                  <a:lnTo>
                    <a:pt x="13970" y="38100"/>
                  </a:lnTo>
                  <a:lnTo>
                    <a:pt x="12700" y="38100"/>
                  </a:lnTo>
                  <a:lnTo>
                    <a:pt x="12700" y="39497"/>
                  </a:lnTo>
                  <a:lnTo>
                    <a:pt x="11430" y="39497"/>
                  </a:lnTo>
                  <a:lnTo>
                    <a:pt x="11430" y="40640"/>
                  </a:lnTo>
                  <a:lnTo>
                    <a:pt x="10160" y="40640"/>
                  </a:lnTo>
                  <a:lnTo>
                    <a:pt x="10160" y="41910"/>
                  </a:lnTo>
                  <a:lnTo>
                    <a:pt x="184150" y="41910"/>
                  </a:lnTo>
                  <a:lnTo>
                    <a:pt x="184150" y="40767"/>
                  </a:lnTo>
                  <a:lnTo>
                    <a:pt x="184150" y="40640"/>
                  </a:lnTo>
                  <a:close/>
                </a:path>
                <a:path w="341629" h="55880">
                  <a:moveTo>
                    <a:pt x="341630" y="43307"/>
                  </a:moveTo>
                  <a:lnTo>
                    <a:pt x="193040" y="43307"/>
                  </a:lnTo>
                  <a:lnTo>
                    <a:pt x="193040" y="46990"/>
                  </a:lnTo>
                  <a:lnTo>
                    <a:pt x="193040" y="48260"/>
                  </a:lnTo>
                  <a:lnTo>
                    <a:pt x="190500" y="48260"/>
                  </a:lnTo>
                  <a:lnTo>
                    <a:pt x="190500" y="47117"/>
                  </a:lnTo>
                  <a:lnTo>
                    <a:pt x="190500" y="46990"/>
                  </a:lnTo>
                  <a:lnTo>
                    <a:pt x="189230" y="46990"/>
                  </a:lnTo>
                  <a:lnTo>
                    <a:pt x="189230" y="45720"/>
                  </a:lnTo>
                  <a:lnTo>
                    <a:pt x="187960" y="45720"/>
                  </a:lnTo>
                  <a:lnTo>
                    <a:pt x="187960" y="44450"/>
                  </a:lnTo>
                  <a:lnTo>
                    <a:pt x="186690" y="44450"/>
                  </a:lnTo>
                  <a:lnTo>
                    <a:pt x="186690" y="43307"/>
                  </a:lnTo>
                  <a:lnTo>
                    <a:pt x="186690" y="43180"/>
                  </a:lnTo>
                  <a:lnTo>
                    <a:pt x="185420" y="43180"/>
                  </a:lnTo>
                  <a:lnTo>
                    <a:pt x="185420" y="42037"/>
                  </a:lnTo>
                  <a:lnTo>
                    <a:pt x="8890" y="42037"/>
                  </a:lnTo>
                  <a:lnTo>
                    <a:pt x="8890" y="43180"/>
                  </a:lnTo>
                  <a:lnTo>
                    <a:pt x="7620" y="43180"/>
                  </a:lnTo>
                  <a:lnTo>
                    <a:pt x="7620" y="44450"/>
                  </a:lnTo>
                  <a:lnTo>
                    <a:pt x="6350" y="44450"/>
                  </a:lnTo>
                  <a:lnTo>
                    <a:pt x="6350" y="45720"/>
                  </a:lnTo>
                  <a:lnTo>
                    <a:pt x="6350" y="46990"/>
                  </a:lnTo>
                  <a:lnTo>
                    <a:pt x="5080" y="46990"/>
                  </a:lnTo>
                  <a:lnTo>
                    <a:pt x="5080" y="48260"/>
                  </a:lnTo>
                  <a:lnTo>
                    <a:pt x="3810" y="48260"/>
                  </a:lnTo>
                  <a:lnTo>
                    <a:pt x="3810" y="50800"/>
                  </a:lnTo>
                  <a:lnTo>
                    <a:pt x="2540" y="50800"/>
                  </a:lnTo>
                  <a:lnTo>
                    <a:pt x="2540" y="52070"/>
                  </a:lnTo>
                  <a:lnTo>
                    <a:pt x="1270" y="52070"/>
                  </a:lnTo>
                  <a:lnTo>
                    <a:pt x="1270" y="53340"/>
                  </a:lnTo>
                  <a:lnTo>
                    <a:pt x="0" y="53340"/>
                  </a:lnTo>
                  <a:lnTo>
                    <a:pt x="0" y="55880"/>
                  </a:lnTo>
                  <a:lnTo>
                    <a:pt x="341630" y="55880"/>
                  </a:lnTo>
                  <a:lnTo>
                    <a:pt x="341630" y="53340"/>
                  </a:lnTo>
                  <a:lnTo>
                    <a:pt x="341630" y="52070"/>
                  </a:lnTo>
                  <a:lnTo>
                    <a:pt x="341630" y="50800"/>
                  </a:lnTo>
                  <a:lnTo>
                    <a:pt x="341630" y="48260"/>
                  </a:lnTo>
                  <a:lnTo>
                    <a:pt x="341630" y="46990"/>
                  </a:lnTo>
                  <a:lnTo>
                    <a:pt x="341630" y="43307"/>
                  </a:lnTo>
                  <a:close/>
                </a:path>
                <a:path w="341629" h="55880">
                  <a:moveTo>
                    <a:pt x="341630" y="40767"/>
                  </a:moveTo>
                  <a:lnTo>
                    <a:pt x="193040" y="40767"/>
                  </a:lnTo>
                  <a:lnTo>
                    <a:pt x="193040" y="43180"/>
                  </a:lnTo>
                  <a:lnTo>
                    <a:pt x="341630" y="43180"/>
                  </a:lnTo>
                  <a:lnTo>
                    <a:pt x="341630" y="40767"/>
                  </a:lnTo>
                  <a:close/>
                </a:path>
                <a:path w="341629" h="55880">
                  <a:moveTo>
                    <a:pt x="341630" y="36957"/>
                  </a:moveTo>
                  <a:lnTo>
                    <a:pt x="193040" y="36957"/>
                  </a:lnTo>
                  <a:lnTo>
                    <a:pt x="193040" y="40640"/>
                  </a:lnTo>
                  <a:lnTo>
                    <a:pt x="341630" y="40640"/>
                  </a:lnTo>
                  <a:lnTo>
                    <a:pt x="341630" y="36957"/>
                  </a:lnTo>
                  <a:close/>
                </a:path>
                <a:path w="341629" h="55880">
                  <a:moveTo>
                    <a:pt x="341630" y="34417"/>
                  </a:moveTo>
                  <a:lnTo>
                    <a:pt x="193040" y="34417"/>
                  </a:lnTo>
                  <a:lnTo>
                    <a:pt x="193040" y="36830"/>
                  </a:lnTo>
                  <a:lnTo>
                    <a:pt x="341630" y="36830"/>
                  </a:lnTo>
                  <a:lnTo>
                    <a:pt x="341630" y="34417"/>
                  </a:lnTo>
                  <a:close/>
                </a:path>
                <a:path w="341629" h="55880">
                  <a:moveTo>
                    <a:pt x="341630" y="30607"/>
                  </a:moveTo>
                  <a:lnTo>
                    <a:pt x="193040" y="30607"/>
                  </a:lnTo>
                  <a:lnTo>
                    <a:pt x="193040" y="34290"/>
                  </a:lnTo>
                  <a:lnTo>
                    <a:pt x="341630" y="34290"/>
                  </a:lnTo>
                  <a:lnTo>
                    <a:pt x="341630" y="30607"/>
                  </a:lnTo>
                  <a:close/>
                </a:path>
                <a:path w="341629" h="55880">
                  <a:moveTo>
                    <a:pt x="341630" y="28067"/>
                  </a:moveTo>
                  <a:lnTo>
                    <a:pt x="193040" y="28067"/>
                  </a:lnTo>
                  <a:lnTo>
                    <a:pt x="193040" y="30480"/>
                  </a:lnTo>
                  <a:lnTo>
                    <a:pt x="341630" y="30480"/>
                  </a:lnTo>
                  <a:lnTo>
                    <a:pt x="341630" y="28067"/>
                  </a:lnTo>
                  <a:close/>
                </a:path>
                <a:path w="341629" h="55880">
                  <a:moveTo>
                    <a:pt x="341630" y="24257"/>
                  </a:moveTo>
                  <a:lnTo>
                    <a:pt x="193040" y="24257"/>
                  </a:lnTo>
                  <a:lnTo>
                    <a:pt x="193040" y="27940"/>
                  </a:lnTo>
                  <a:lnTo>
                    <a:pt x="341630" y="27940"/>
                  </a:lnTo>
                  <a:lnTo>
                    <a:pt x="341630" y="24257"/>
                  </a:lnTo>
                  <a:close/>
                </a:path>
                <a:path w="341629" h="55880">
                  <a:moveTo>
                    <a:pt x="341630" y="21717"/>
                  </a:moveTo>
                  <a:lnTo>
                    <a:pt x="193040" y="21717"/>
                  </a:lnTo>
                  <a:lnTo>
                    <a:pt x="193040" y="24130"/>
                  </a:lnTo>
                  <a:lnTo>
                    <a:pt x="341630" y="24130"/>
                  </a:lnTo>
                  <a:lnTo>
                    <a:pt x="341630" y="21717"/>
                  </a:lnTo>
                  <a:close/>
                </a:path>
                <a:path w="341629" h="55880">
                  <a:moveTo>
                    <a:pt x="341630" y="17907"/>
                  </a:moveTo>
                  <a:lnTo>
                    <a:pt x="193040" y="17907"/>
                  </a:lnTo>
                  <a:lnTo>
                    <a:pt x="193040" y="21590"/>
                  </a:lnTo>
                  <a:lnTo>
                    <a:pt x="341630" y="21590"/>
                  </a:lnTo>
                  <a:lnTo>
                    <a:pt x="341630" y="17907"/>
                  </a:lnTo>
                  <a:close/>
                </a:path>
                <a:path w="341629" h="55880">
                  <a:moveTo>
                    <a:pt x="341630" y="15367"/>
                  </a:moveTo>
                  <a:lnTo>
                    <a:pt x="193040" y="15367"/>
                  </a:lnTo>
                  <a:lnTo>
                    <a:pt x="193040" y="17780"/>
                  </a:lnTo>
                  <a:lnTo>
                    <a:pt x="341630" y="17780"/>
                  </a:lnTo>
                  <a:lnTo>
                    <a:pt x="341630" y="15367"/>
                  </a:lnTo>
                  <a:close/>
                </a:path>
                <a:path w="341629" h="55880">
                  <a:moveTo>
                    <a:pt x="341630" y="12700"/>
                  </a:moveTo>
                  <a:lnTo>
                    <a:pt x="193040" y="12700"/>
                  </a:lnTo>
                  <a:lnTo>
                    <a:pt x="193040" y="15240"/>
                  </a:lnTo>
                  <a:lnTo>
                    <a:pt x="341630" y="15240"/>
                  </a:lnTo>
                  <a:lnTo>
                    <a:pt x="341630" y="12700"/>
                  </a:lnTo>
                  <a:close/>
                </a:path>
              </a:pathLst>
            </a:custGeom>
            <a:solidFill>
              <a:srgbClr val="10101C"/>
            </a:solidFill>
          </p:spPr>
          <p:txBody>
            <a:bodyPr wrap="square" lIns="0" tIns="0" rIns="0" bIns="0" rtlCol="0"/>
            <a:lstStyle/>
            <a:p/>
          </p:txBody>
        </p:sp>
        <p:sp>
          <p:nvSpPr>
            <p:cNvPr id="819" name="object 819"/>
            <p:cNvSpPr/>
            <p:nvPr/>
          </p:nvSpPr>
          <p:spPr>
            <a:xfrm>
              <a:off x="8366760" y="1115059"/>
              <a:ext cx="359410" cy="29209"/>
            </a:xfrm>
            <a:custGeom>
              <a:avLst/>
              <a:gdLst/>
              <a:ahLst/>
              <a:cxnLst/>
              <a:rect l="l" t="t" r="r" b="b"/>
              <a:pathLst>
                <a:path w="359409" h="29209">
                  <a:moveTo>
                    <a:pt x="359410" y="0"/>
                  </a:moveTo>
                  <a:lnTo>
                    <a:pt x="16510" y="0"/>
                  </a:lnTo>
                  <a:lnTo>
                    <a:pt x="16510" y="1270"/>
                  </a:lnTo>
                  <a:lnTo>
                    <a:pt x="15240" y="1270"/>
                  </a:lnTo>
                  <a:lnTo>
                    <a:pt x="15240" y="2540"/>
                  </a:lnTo>
                  <a:lnTo>
                    <a:pt x="13970" y="2540"/>
                  </a:lnTo>
                  <a:lnTo>
                    <a:pt x="13970" y="3810"/>
                  </a:lnTo>
                  <a:lnTo>
                    <a:pt x="12700" y="3810"/>
                  </a:lnTo>
                  <a:lnTo>
                    <a:pt x="12700" y="6350"/>
                  </a:lnTo>
                  <a:lnTo>
                    <a:pt x="11430" y="6350"/>
                  </a:lnTo>
                  <a:lnTo>
                    <a:pt x="11430" y="8890"/>
                  </a:lnTo>
                  <a:lnTo>
                    <a:pt x="10160" y="8890"/>
                  </a:lnTo>
                  <a:lnTo>
                    <a:pt x="10160" y="11430"/>
                  </a:lnTo>
                  <a:lnTo>
                    <a:pt x="8890" y="11430"/>
                  </a:lnTo>
                  <a:lnTo>
                    <a:pt x="8890" y="12700"/>
                  </a:lnTo>
                  <a:lnTo>
                    <a:pt x="7620" y="12700"/>
                  </a:lnTo>
                  <a:lnTo>
                    <a:pt x="7620" y="15240"/>
                  </a:lnTo>
                  <a:lnTo>
                    <a:pt x="6350" y="15240"/>
                  </a:lnTo>
                  <a:lnTo>
                    <a:pt x="6350" y="17780"/>
                  </a:lnTo>
                  <a:lnTo>
                    <a:pt x="5080" y="17780"/>
                  </a:lnTo>
                  <a:lnTo>
                    <a:pt x="5080" y="20320"/>
                  </a:lnTo>
                  <a:lnTo>
                    <a:pt x="3810" y="20320"/>
                  </a:lnTo>
                  <a:lnTo>
                    <a:pt x="3810" y="22860"/>
                  </a:lnTo>
                  <a:lnTo>
                    <a:pt x="2540" y="22860"/>
                  </a:lnTo>
                  <a:lnTo>
                    <a:pt x="2540" y="25400"/>
                  </a:lnTo>
                  <a:lnTo>
                    <a:pt x="1270" y="25400"/>
                  </a:lnTo>
                  <a:lnTo>
                    <a:pt x="1270" y="27940"/>
                  </a:lnTo>
                  <a:lnTo>
                    <a:pt x="0" y="27940"/>
                  </a:lnTo>
                  <a:lnTo>
                    <a:pt x="0" y="29210"/>
                  </a:lnTo>
                  <a:lnTo>
                    <a:pt x="359410" y="29210"/>
                  </a:lnTo>
                  <a:lnTo>
                    <a:pt x="359410" y="27940"/>
                  </a:lnTo>
                  <a:lnTo>
                    <a:pt x="359410" y="25400"/>
                  </a:lnTo>
                  <a:lnTo>
                    <a:pt x="359410" y="1270"/>
                  </a:lnTo>
                  <a:lnTo>
                    <a:pt x="359410" y="0"/>
                  </a:lnTo>
                  <a:close/>
                </a:path>
              </a:pathLst>
            </a:custGeom>
            <a:solidFill>
              <a:srgbClr val="11111D"/>
            </a:solidFill>
          </p:spPr>
          <p:txBody>
            <a:bodyPr wrap="square" lIns="0" tIns="0" rIns="0" bIns="0" rtlCol="0"/>
            <a:lstStyle/>
            <a:p/>
          </p:txBody>
        </p:sp>
        <p:sp>
          <p:nvSpPr>
            <p:cNvPr id="820" name="object 820"/>
            <p:cNvSpPr/>
            <p:nvPr/>
          </p:nvSpPr>
          <p:spPr>
            <a:xfrm>
              <a:off x="8354060" y="1144269"/>
              <a:ext cx="372110" cy="29209"/>
            </a:xfrm>
            <a:custGeom>
              <a:avLst/>
              <a:gdLst/>
              <a:ahLst/>
              <a:cxnLst/>
              <a:rect l="l" t="t" r="r" b="b"/>
              <a:pathLst>
                <a:path w="372109" h="29209">
                  <a:moveTo>
                    <a:pt x="372110" y="0"/>
                  </a:moveTo>
                  <a:lnTo>
                    <a:pt x="12700" y="0"/>
                  </a:lnTo>
                  <a:lnTo>
                    <a:pt x="12700" y="1270"/>
                  </a:lnTo>
                  <a:lnTo>
                    <a:pt x="11430" y="1270"/>
                  </a:lnTo>
                  <a:lnTo>
                    <a:pt x="11430" y="3810"/>
                  </a:lnTo>
                  <a:lnTo>
                    <a:pt x="10160" y="3810"/>
                  </a:lnTo>
                  <a:lnTo>
                    <a:pt x="10160" y="6350"/>
                  </a:lnTo>
                  <a:lnTo>
                    <a:pt x="8890" y="6350"/>
                  </a:lnTo>
                  <a:lnTo>
                    <a:pt x="8890" y="8890"/>
                  </a:lnTo>
                  <a:lnTo>
                    <a:pt x="7620" y="8890"/>
                  </a:lnTo>
                  <a:lnTo>
                    <a:pt x="7620" y="11430"/>
                  </a:lnTo>
                  <a:lnTo>
                    <a:pt x="6350" y="11430"/>
                  </a:lnTo>
                  <a:lnTo>
                    <a:pt x="6350" y="13970"/>
                  </a:lnTo>
                  <a:lnTo>
                    <a:pt x="5080" y="13970"/>
                  </a:lnTo>
                  <a:lnTo>
                    <a:pt x="5080" y="16510"/>
                  </a:lnTo>
                  <a:lnTo>
                    <a:pt x="3810" y="16510"/>
                  </a:lnTo>
                  <a:lnTo>
                    <a:pt x="3810" y="19050"/>
                  </a:lnTo>
                  <a:lnTo>
                    <a:pt x="2540" y="19050"/>
                  </a:lnTo>
                  <a:lnTo>
                    <a:pt x="2540" y="21590"/>
                  </a:lnTo>
                  <a:lnTo>
                    <a:pt x="1270" y="21590"/>
                  </a:lnTo>
                  <a:lnTo>
                    <a:pt x="1270" y="25400"/>
                  </a:lnTo>
                  <a:lnTo>
                    <a:pt x="0" y="25400"/>
                  </a:lnTo>
                  <a:lnTo>
                    <a:pt x="0" y="29210"/>
                  </a:lnTo>
                  <a:lnTo>
                    <a:pt x="372110" y="29210"/>
                  </a:lnTo>
                  <a:lnTo>
                    <a:pt x="372110" y="25400"/>
                  </a:lnTo>
                  <a:lnTo>
                    <a:pt x="372110" y="21590"/>
                  </a:lnTo>
                  <a:lnTo>
                    <a:pt x="372110" y="1270"/>
                  </a:lnTo>
                  <a:lnTo>
                    <a:pt x="372110" y="0"/>
                  </a:lnTo>
                  <a:close/>
                </a:path>
              </a:pathLst>
            </a:custGeom>
            <a:solidFill>
              <a:srgbClr val="11111E"/>
            </a:solidFill>
          </p:spPr>
          <p:txBody>
            <a:bodyPr wrap="square" lIns="0" tIns="0" rIns="0" bIns="0" rtlCol="0"/>
            <a:lstStyle/>
            <a:p/>
          </p:txBody>
        </p:sp>
        <p:sp>
          <p:nvSpPr>
            <p:cNvPr id="821" name="object 821"/>
            <p:cNvSpPr/>
            <p:nvPr/>
          </p:nvSpPr>
          <p:spPr>
            <a:xfrm>
              <a:off x="8345170" y="1173479"/>
              <a:ext cx="381000" cy="27940"/>
            </a:xfrm>
            <a:custGeom>
              <a:avLst/>
              <a:gdLst/>
              <a:ahLst/>
              <a:cxnLst/>
              <a:rect l="l" t="t" r="r" b="b"/>
              <a:pathLst>
                <a:path w="381000" h="27940">
                  <a:moveTo>
                    <a:pt x="381000" y="0"/>
                  </a:moveTo>
                  <a:lnTo>
                    <a:pt x="7620" y="0"/>
                  </a:lnTo>
                  <a:lnTo>
                    <a:pt x="7620" y="3810"/>
                  </a:lnTo>
                  <a:lnTo>
                    <a:pt x="6350" y="3810"/>
                  </a:lnTo>
                  <a:lnTo>
                    <a:pt x="6350" y="7620"/>
                  </a:lnTo>
                  <a:lnTo>
                    <a:pt x="5080" y="7620"/>
                  </a:lnTo>
                  <a:lnTo>
                    <a:pt x="5080" y="11430"/>
                  </a:lnTo>
                  <a:lnTo>
                    <a:pt x="3810" y="11430"/>
                  </a:lnTo>
                  <a:lnTo>
                    <a:pt x="3810" y="15240"/>
                  </a:lnTo>
                  <a:lnTo>
                    <a:pt x="2540" y="15240"/>
                  </a:lnTo>
                  <a:lnTo>
                    <a:pt x="2540" y="20320"/>
                  </a:lnTo>
                  <a:lnTo>
                    <a:pt x="1270" y="20320"/>
                  </a:lnTo>
                  <a:lnTo>
                    <a:pt x="1270" y="26670"/>
                  </a:lnTo>
                  <a:lnTo>
                    <a:pt x="0" y="26670"/>
                  </a:lnTo>
                  <a:lnTo>
                    <a:pt x="0" y="27940"/>
                  </a:lnTo>
                  <a:lnTo>
                    <a:pt x="381000" y="27940"/>
                  </a:lnTo>
                  <a:lnTo>
                    <a:pt x="381000" y="26670"/>
                  </a:lnTo>
                  <a:lnTo>
                    <a:pt x="381000" y="20320"/>
                  </a:lnTo>
                  <a:lnTo>
                    <a:pt x="381000" y="15240"/>
                  </a:lnTo>
                  <a:lnTo>
                    <a:pt x="381000" y="11430"/>
                  </a:lnTo>
                  <a:lnTo>
                    <a:pt x="381000" y="7620"/>
                  </a:lnTo>
                  <a:lnTo>
                    <a:pt x="381000" y="3810"/>
                  </a:lnTo>
                  <a:lnTo>
                    <a:pt x="381000" y="0"/>
                  </a:lnTo>
                  <a:close/>
                </a:path>
              </a:pathLst>
            </a:custGeom>
            <a:solidFill>
              <a:srgbClr val="12121F"/>
            </a:solidFill>
          </p:spPr>
          <p:txBody>
            <a:bodyPr wrap="square" lIns="0" tIns="0" rIns="0" bIns="0" rtlCol="0"/>
            <a:lstStyle/>
            <a:p/>
          </p:txBody>
        </p:sp>
        <p:sp>
          <p:nvSpPr>
            <p:cNvPr id="822" name="object 822"/>
            <p:cNvSpPr/>
            <p:nvPr/>
          </p:nvSpPr>
          <p:spPr>
            <a:xfrm>
              <a:off x="8338820" y="1201419"/>
              <a:ext cx="387350" cy="29209"/>
            </a:xfrm>
            <a:custGeom>
              <a:avLst/>
              <a:gdLst/>
              <a:ahLst/>
              <a:cxnLst/>
              <a:rect l="l" t="t" r="r" b="b"/>
              <a:pathLst>
                <a:path w="387350" h="29209">
                  <a:moveTo>
                    <a:pt x="387350" y="0"/>
                  </a:moveTo>
                  <a:lnTo>
                    <a:pt x="6350" y="0"/>
                  </a:lnTo>
                  <a:lnTo>
                    <a:pt x="6350" y="5080"/>
                  </a:lnTo>
                  <a:lnTo>
                    <a:pt x="5080" y="5080"/>
                  </a:lnTo>
                  <a:lnTo>
                    <a:pt x="5080" y="10160"/>
                  </a:lnTo>
                  <a:lnTo>
                    <a:pt x="3810" y="10160"/>
                  </a:lnTo>
                  <a:lnTo>
                    <a:pt x="3810" y="15240"/>
                  </a:lnTo>
                  <a:lnTo>
                    <a:pt x="2540" y="15240"/>
                  </a:lnTo>
                  <a:lnTo>
                    <a:pt x="2540" y="20320"/>
                  </a:lnTo>
                  <a:lnTo>
                    <a:pt x="1270" y="20320"/>
                  </a:lnTo>
                  <a:lnTo>
                    <a:pt x="1270" y="25400"/>
                  </a:lnTo>
                  <a:lnTo>
                    <a:pt x="0" y="25400"/>
                  </a:lnTo>
                  <a:lnTo>
                    <a:pt x="0" y="29210"/>
                  </a:lnTo>
                  <a:lnTo>
                    <a:pt x="387350" y="29210"/>
                  </a:lnTo>
                  <a:lnTo>
                    <a:pt x="387350" y="25400"/>
                  </a:lnTo>
                  <a:lnTo>
                    <a:pt x="387350" y="20320"/>
                  </a:lnTo>
                  <a:lnTo>
                    <a:pt x="387350" y="15240"/>
                  </a:lnTo>
                  <a:lnTo>
                    <a:pt x="387350" y="10160"/>
                  </a:lnTo>
                  <a:lnTo>
                    <a:pt x="387350" y="5080"/>
                  </a:lnTo>
                  <a:lnTo>
                    <a:pt x="387350" y="0"/>
                  </a:lnTo>
                  <a:close/>
                </a:path>
              </a:pathLst>
            </a:custGeom>
            <a:solidFill>
              <a:srgbClr val="121220"/>
            </a:solidFill>
          </p:spPr>
          <p:txBody>
            <a:bodyPr wrap="square" lIns="0" tIns="0" rIns="0" bIns="0" rtlCol="0"/>
            <a:lstStyle/>
            <a:p/>
          </p:txBody>
        </p:sp>
        <p:sp>
          <p:nvSpPr>
            <p:cNvPr id="823" name="object 823"/>
            <p:cNvSpPr/>
            <p:nvPr/>
          </p:nvSpPr>
          <p:spPr>
            <a:xfrm>
              <a:off x="8333740" y="1230629"/>
              <a:ext cx="392430" cy="27940"/>
            </a:xfrm>
            <a:custGeom>
              <a:avLst/>
              <a:gdLst/>
              <a:ahLst/>
              <a:cxnLst/>
              <a:rect l="l" t="t" r="r" b="b"/>
              <a:pathLst>
                <a:path w="392429" h="27940">
                  <a:moveTo>
                    <a:pt x="392430" y="0"/>
                  </a:moveTo>
                  <a:lnTo>
                    <a:pt x="5080" y="0"/>
                  </a:lnTo>
                  <a:lnTo>
                    <a:pt x="5080" y="1270"/>
                  </a:lnTo>
                  <a:lnTo>
                    <a:pt x="3810" y="1270"/>
                  </a:lnTo>
                  <a:lnTo>
                    <a:pt x="3810" y="8890"/>
                  </a:lnTo>
                  <a:lnTo>
                    <a:pt x="2540" y="8890"/>
                  </a:lnTo>
                  <a:lnTo>
                    <a:pt x="2540" y="16510"/>
                  </a:lnTo>
                  <a:lnTo>
                    <a:pt x="1270" y="16510"/>
                  </a:lnTo>
                  <a:lnTo>
                    <a:pt x="1270" y="24130"/>
                  </a:lnTo>
                  <a:lnTo>
                    <a:pt x="0" y="24130"/>
                  </a:lnTo>
                  <a:lnTo>
                    <a:pt x="0" y="27940"/>
                  </a:lnTo>
                  <a:lnTo>
                    <a:pt x="392430" y="27940"/>
                  </a:lnTo>
                  <a:lnTo>
                    <a:pt x="392430" y="24130"/>
                  </a:lnTo>
                  <a:lnTo>
                    <a:pt x="392430" y="16510"/>
                  </a:lnTo>
                  <a:lnTo>
                    <a:pt x="392430" y="8890"/>
                  </a:lnTo>
                  <a:lnTo>
                    <a:pt x="392430" y="1270"/>
                  </a:lnTo>
                  <a:lnTo>
                    <a:pt x="392430" y="0"/>
                  </a:lnTo>
                  <a:close/>
                </a:path>
              </a:pathLst>
            </a:custGeom>
            <a:solidFill>
              <a:srgbClr val="131321"/>
            </a:solidFill>
          </p:spPr>
          <p:txBody>
            <a:bodyPr wrap="square" lIns="0" tIns="0" rIns="0" bIns="0" rtlCol="0"/>
            <a:lstStyle/>
            <a:p/>
          </p:txBody>
        </p:sp>
        <p:sp>
          <p:nvSpPr>
            <p:cNvPr id="824" name="object 824"/>
            <p:cNvSpPr/>
            <p:nvPr/>
          </p:nvSpPr>
          <p:spPr>
            <a:xfrm>
              <a:off x="8331200" y="1258569"/>
              <a:ext cx="394970" cy="29209"/>
            </a:xfrm>
            <a:custGeom>
              <a:avLst/>
              <a:gdLst/>
              <a:ahLst/>
              <a:cxnLst/>
              <a:rect l="l" t="t" r="r" b="b"/>
              <a:pathLst>
                <a:path w="394970" h="29209">
                  <a:moveTo>
                    <a:pt x="394970" y="0"/>
                  </a:moveTo>
                  <a:lnTo>
                    <a:pt x="2540" y="0"/>
                  </a:lnTo>
                  <a:lnTo>
                    <a:pt x="2540" y="3810"/>
                  </a:lnTo>
                  <a:lnTo>
                    <a:pt x="2540" y="5080"/>
                  </a:lnTo>
                  <a:lnTo>
                    <a:pt x="2540" y="6350"/>
                  </a:lnTo>
                  <a:lnTo>
                    <a:pt x="2540" y="7620"/>
                  </a:lnTo>
                  <a:lnTo>
                    <a:pt x="1270" y="7620"/>
                  </a:lnTo>
                  <a:lnTo>
                    <a:pt x="1270" y="22860"/>
                  </a:lnTo>
                  <a:lnTo>
                    <a:pt x="0" y="22860"/>
                  </a:lnTo>
                  <a:lnTo>
                    <a:pt x="0" y="24130"/>
                  </a:lnTo>
                  <a:lnTo>
                    <a:pt x="0" y="26670"/>
                  </a:lnTo>
                  <a:lnTo>
                    <a:pt x="0" y="29210"/>
                  </a:lnTo>
                  <a:lnTo>
                    <a:pt x="165100" y="29210"/>
                  </a:lnTo>
                  <a:lnTo>
                    <a:pt x="165100" y="26670"/>
                  </a:lnTo>
                  <a:lnTo>
                    <a:pt x="166370" y="26670"/>
                  </a:lnTo>
                  <a:lnTo>
                    <a:pt x="166370" y="24130"/>
                  </a:lnTo>
                  <a:lnTo>
                    <a:pt x="167640" y="24130"/>
                  </a:lnTo>
                  <a:lnTo>
                    <a:pt x="167640" y="22860"/>
                  </a:lnTo>
                  <a:lnTo>
                    <a:pt x="167640" y="20320"/>
                  </a:lnTo>
                  <a:lnTo>
                    <a:pt x="168910" y="20320"/>
                  </a:lnTo>
                  <a:lnTo>
                    <a:pt x="168910" y="19050"/>
                  </a:lnTo>
                  <a:lnTo>
                    <a:pt x="170180" y="19050"/>
                  </a:lnTo>
                  <a:lnTo>
                    <a:pt x="170180" y="17780"/>
                  </a:lnTo>
                  <a:lnTo>
                    <a:pt x="171450" y="17780"/>
                  </a:lnTo>
                  <a:lnTo>
                    <a:pt x="171450" y="16510"/>
                  </a:lnTo>
                  <a:lnTo>
                    <a:pt x="172720" y="16510"/>
                  </a:lnTo>
                  <a:lnTo>
                    <a:pt x="172720" y="13970"/>
                  </a:lnTo>
                  <a:lnTo>
                    <a:pt x="173990" y="13970"/>
                  </a:lnTo>
                  <a:lnTo>
                    <a:pt x="173990" y="12700"/>
                  </a:lnTo>
                  <a:lnTo>
                    <a:pt x="175260" y="12700"/>
                  </a:lnTo>
                  <a:lnTo>
                    <a:pt x="175260" y="11430"/>
                  </a:lnTo>
                  <a:lnTo>
                    <a:pt x="177800" y="11430"/>
                  </a:lnTo>
                  <a:lnTo>
                    <a:pt x="177800" y="10160"/>
                  </a:lnTo>
                  <a:lnTo>
                    <a:pt x="179070" y="10160"/>
                  </a:lnTo>
                  <a:lnTo>
                    <a:pt x="179070" y="8890"/>
                  </a:lnTo>
                  <a:lnTo>
                    <a:pt x="181610" y="8890"/>
                  </a:lnTo>
                  <a:lnTo>
                    <a:pt x="181610" y="7620"/>
                  </a:lnTo>
                  <a:lnTo>
                    <a:pt x="182880" y="7620"/>
                  </a:lnTo>
                  <a:lnTo>
                    <a:pt x="182880" y="6350"/>
                  </a:lnTo>
                  <a:lnTo>
                    <a:pt x="186690" y="6350"/>
                  </a:lnTo>
                  <a:lnTo>
                    <a:pt x="186690" y="5080"/>
                  </a:lnTo>
                  <a:lnTo>
                    <a:pt x="194310" y="5080"/>
                  </a:lnTo>
                  <a:lnTo>
                    <a:pt x="194310" y="3810"/>
                  </a:lnTo>
                  <a:lnTo>
                    <a:pt x="195580" y="3810"/>
                  </a:lnTo>
                  <a:lnTo>
                    <a:pt x="195580" y="5080"/>
                  </a:lnTo>
                  <a:lnTo>
                    <a:pt x="196850" y="5080"/>
                  </a:lnTo>
                  <a:lnTo>
                    <a:pt x="196850" y="6350"/>
                  </a:lnTo>
                  <a:lnTo>
                    <a:pt x="201930" y="6350"/>
                  </a:lnTo>
                  <a:lnTo>
                    <a:pt x="201930" y="7620"/>
                  </a:lnTo>
                  <a:lnTo>
                    <a:pt x="204470" y="7620"/>
                  </a:lnTo>
                  <a:lnTo>
                    <a:pt x="204470" y="8890"/>
                  </a:lnTo>
                  <a:lnTo>
                    <a:pt x="205740" y="8890"/>
                  </a:lnTo>
                  <a:lnTo>
                    <a:pt x="205740" y="10160"/>
                  </a:lnTo>
                  <a:lnTo>
                    <a:pt x="209550" y="10160"/>
                  </a:lnTo>
                  <a:lnTo>
                    <a:pt x="209550" y="11430"/>
                  </a:lnTo>
                  <a:lnTo>
                    <a:pt x="210820" y="11430"/>
                  </a:lnTo>
                  <a:lnTo>
                    <a:pt x="210820" y="12700"/>
                  </a:lnTo>
                  <a:lnTo>
                    <a:pt x="212090" y="12700"/>
                  </a:lnTo>
                  <a:lnTo>
                    <a:pt x="212090" y="13970"/>
                  </a:lnTo>
                  <a:lnTo>
                    <a:pt x="214630" y="13970"/>
                  </a:lnTo>
                  <a:lnTo>
                    <a:pt x="214630" y="16510"/>
                  </a:lnTo>
                  <a:lnTo>
                    <a:pt x="215900" y="16510"/>
                  </a:lnTo>
                  <a:lnTo>
                    <a:pt x="215900" y="19050"/>
                  </a:lnTo>
                  <a:lnTo>
                    <a:pt x="217170" y="19050"/>
                  </a:lnTo>
                  <a:lnTo>
                    <a:pt x="217170" y="20320"/>
                  </a:lnTo>
                  <a:lnTo>
                    <a:pt x="218440" y="20320"/>
                  </a:lnTo>
                  <a:lnTo>
                    <a:pt x="218440" y="22860"/>
                  </a:lnTo>
                  <a:lnTo>
                    <a:pt x="219710" y="22860"/>
                  </a:lnTo>
                  <a:lnTo>
                    <a:pt x="219710" y="24130"/>
                  </a:lnTo>
                  <a:lnTo>
                    <a:pt x="220980" y="24130"/>
                  </a:lnTo>
                  <a:lnTo>
                    <a:pt x="220980" y="25400"/>
                  </a:lnTo>
                  <a:lnTo>
                    <a:pt x="222250" y="25400"/>
                  </a:lnTo>
                  <a:lnTo>
                    <a:pt x="222250" y="27940"/>
                  </a:lnTo>
                  <a:lnTo>
                    <a:pt x="223520" y="27940"/>
                  </a:lnTo>
                  <a:lnTo>
                    <a:pt x="223520" y="29210"/>
                  </a:lnTo>
                  <a:lnTo>
                    <a:pt x="394970" y="29210"/>
                  </a:lnTo>
                  <a:lnTo>
                    <a:pt x="394970" y="3810"/>
                  </a:lnTo>
                  <a:lnTo>
                    <a:pt x="394970" y="0"/>
                  </a:lnTo>
                  <a:close/>
                </a:path>
              </a:pathLst>
            </a:custGeom>
            <a:solidFill>
              <a:srgbClr val="141422"/>
            </a:solidFill>
          </p:spPr>
          <p:txBody>
            <a:bodyPr wrap="square" lIns="0" tIns="0" rIns="0" bIns="0" rtlCol="0"/>
            <a:lstStyle/>
            <a:p/>
          </p:txBody>
        </p:sp>
        <p:sp>
          <p:nvSpPr>
            <p:cNvPr id="825" name="object 825"/>
            <p:cNvSpPr/>
            <p:nvPr/>
          </p:nvSpPr>
          <p:spPr>
            <a:xfrm>
              <a:off x="8328660" y="1287779"/>
              <a:ext cx="397510" cy="27940"/>
            </a:xfrm>
            <a:custGeom>
              <a:avLst/>
              <a:gdLst/>
              <a:ahLst/>
              <a:cxnLst/>
              <a:rect l="l" t="t" r="r" b="b"/>
              <a:pathLst>
                <a:path w="397509" h="27940">
                  <a:moveTo>
                    <a:pt x="166370" y="0"/>
                  </a:moveTo>
                  <a:lnTo>
                    <a:pt x="2540" y="0"/>
                  </a:lnTo>
                  <a:lnTo>
                    <a:pt x="2540" y="3810"/>
                  </a:lnTo>
                  <a:lnTo>
                    <a:pt x="2540" y="6350"/>
                  </a:lnTo>
                  <a:lnTo>
                    <a:pt x="2540" y="8890"/>
                  </a:lnTo>
                  <a:lnTo>
                    <a:pt x="1270" y="8890"/>
                  </a:lnTo>
                  <a:lnTo>
                    <a:pt x="1270" y="10160"/>
                  </a:lnTo>
                  <a:lnTo>
                    <a:pt x="1270" y="15240"/>
                  </a:lnTo>
                  <a:lnTo>
                    <a:pt x="1270" y="19050"/>
                  </a:lnTo>
                  <a:lnTo>
                    <a:pt x="1270" y="24130"/>
                  </a:lnTo>
                  <a:lnTo>
                    <a:pt x="0" y="24130"/>
                  </a:lnTo>
                  <a:lnTo>
                    <a:pt x="0" y="25400"/>
                  </a:lnTo>
                  <a:lnTo>
                    <a:pt x="0" y="27940"/>
                  </a:lnTo>
                  <a:lnTo>
                    <a:pt x="158750" y="27940"/>
                  </a:lnTo>
                  <a:lnTo>
                    <a:pt x="158750" y="25400"/>
                  </a:lnTo>
                  <a:lnTo>
                    <a:pt x="160020" y="25400"/>
                  </a:lnTo>
                  <a:lnTo>
                    <a:pt x="160020" y="24130"/>
                  </a:lnTo>
                  <a:lnTo>
                    <a:pt x="160020" y="19050"/>
                  </a:lnTo>
                  <a:lnTo>
                    <a:pt x="161290" y="19050"/>
                  </a:lnTo>
                  <a:lnTo>
                    <a:pt x="161290" y="15240"/>
                  </a:lnTo>
                  <a:lnTo>
                    <a:pt x="162560" y="15240"/>
                  </a:lnTo>
                  <a:lnTo>
                    <a:pt x="162560" y="10160"/>
                  </a:lnTo>
                  <a:lnTo>
                    <a:pt x="163817" y="10160"/>
                  </a:lnTo>
                  <a:lnTo>
                    <a:pt x="163817" y="8890"/>
                  </a:lnTo>
                  <a:lnTo>
                    <a:pt x="163830" y="6350"/>
                  </a:lnTo>
                  <a:lnTo>
                    <a:pt x="165100" y="6350"/>
                  </a:lnTo>
                  <a:lnTo>
                    <a:pt x="165100" y="3810"/>
                  </a:lnTo>
                  <a:lnTo>
                    <a:pt x="166370" y="3810"/>
                  </a:lnTo>
                  <a:lnTo>
                    <a:pt x="166370" y="0"/>
                  </a:lnTo>
                  <a:close/>
                </a:path>
                <a:path w="397509" h="27940">
                  <a:moveTo>
                    <a:pt x="397510" y="3810"/>
                  </a:moveTo>
                  <a:lnTo>
                    <a:pt x="397497" y="1270"/>
                  </a:lnTo>
                  <a:lnTo>
                    <a:pt x="397497" y="0"/>
                  </a:lnTo>
                  <a:lnTo>
                    <a:pt x="226060" y="0"/>
                  </a:lnTo>
                  <a:lnTo>
                    <a:pt x="226060" y="1270"/>
                  </a:lnTo>
                  <a:lnTo>
                    <a:pt x="227330" y="1270"/>
                  </a:lnTo>
                  <a:lnTo>
                    <a:pt x="227330" y="3810"/>
                  </a:lnTo>
                  <a:lnTo>
                    <a:pt x="228600" y="3810"/>
                  </a:lnTo>
                  <a:lnTo>
                    <a:pt x="228600" y="6350"/>
                  </a:lnTo>
                  <a:lnTo>
                    <a:pt x="229870" y="6350"/>
                  </a:lnTo>
                  <a:lnTo>
                    <a:pt x="229870" y="8890"/>
                  </a:lnTo>
                  <a:lnTo>
                    <a:pt x="231140" y="8890"/>
                  </a:lnTo>
                  <a:lnTo>
                    <a:pt x="231140" y="11430"/>
                  </a:lnTo>
                  <a:lnTo>
                    <a:pt x="232410" y="11430"/>
                  </a:lnTo>
                  <a:lnTo>
                    <a:pt x="232410" y="19050"/>
                  </a:lnTo>
                  <a:lnTo>
                    <a:pt x="233680" y="19050"/>
                  </a:lnTo>
                  <a:lnTo>
                    <a:pt x="233680" y="22860"/>
                  </a:lnTo>
                  <a:lnTo>
                    <a:pt x="234950" y="22860"/>
                  </a:lnTo>
                  <a:lnTo>
                    <a:pt x="234950" y="26670"/>
                  </a:lnTo>
                  <a:lnTo>
                    <a:pt x="236220" y="26670"/>
                  </a:lnTo>
                  <a:lnTo>
                    <a:pt x="236220" y="27940"/>
                  </a:lnTo>
                  <a:lnTo>
                    <a:pt x="397510" y="27940"/>
                  </a:lnTo>
                  <a:lnTo>
                    <a:pt x="397510" y="6350"/>
                  </a:lnTo>
                  <a:lnTo>
                    <a:pt x="397510" y="3810"/>
                  </a:lnTo>
                  <a:close/>
                </a:path>
              </a:pathLst>
            </a:custGeom>
            <a:solidFill>
              <a:srgbClr val="141423"/>
            </a:solidFill>
          </p:spPr>
          <p:txBody>
            <a:bodyPr wrap="square" lIns="0" tIns="0" rIns="0" bIns="0" rtlCol="0"/>
            <a:lstStyle/>
            <a:p/>
          </p:txBody>
        </p:sp>
        <p:sp>
          <p:nvSpPr>
            <p:cNvPr id="826" name="object 826"/>
            <p:cNvSpPr/>
            <p:nvPr/>
          </p:nvSpPr>
          <p:spPr>
            <a:xfrm>
              <a:off x="8328660" y="1315719"/>
              <a:ext cx="397510" cy="29209"/>
            </a:xfrm>
            <a:custGeom>
              <a:avLst/>
              <a:gdLst/>
              <a:ahLst/>
              <a:cxnLst/>
              <a:rect l="l" t="t" r="r" b="b"/>
              <a:pathLst>
                <a:path w="397509" h="29209">
                  <a:moveTo>
                    <a:pt x="158750" y="0"/>
                  </a:moveTo>
                  <a:lnTo>
                    <a:pt x="0" y="0"/>
                  </a:lnTo>
                  <a:lnTo>
                    <a:pt x="0" y="3810"/>
                  </a:lnTo>
                  <a:lnTo>
                    <a:pt x="0" y="8890"/>
                  </a:lnTo>
                  <a:lnTo>
                    <a:pt x="0" y="20320"/>
                  </a:lnTo>
                  <a:lnTo>
                    <a:pt x="0" y="29210"/>
                  </a:lnTo>
                  <a:lnTo>
                    <a:pt x="156197" y="29210"/>
                  </a:lnTo>
                  <a:lnTo>
                    <a:pt x="156197" y="20320"/>
                  </a:lnTo>
                  <a:lnTo>
                    <a:pt x="157467" y="20320"/>
                  </a:lnTo>
                  <a:lnTo>
                    <a:pt x="157467" y="8890"/>
                  </a:lnTo>
                  <a:lnTo>
                    <a:pt x="158750" y="8890"/>
                  </a:lnTo>
                  <a:lnTo>
                    <a:pt x="158750" y="3810"/>
                  </a:lnTo>
                  <a:lnTo>
                    <a:pt x="158750" y="0"/>
                  </a:lnTo>
                  <a:close/>
                </a:path>
                <a:path w="397509" h="29209">
                  <a:moveTo>
                    <a:pt x="397510" y="0"/>
                  </a:moveTo>
                  <a:lnTo>
                    <a:pt x="236220" y="0"/>
                  </a:lnTo>
                  <a:lnTo>
                    <a:pt x="236220" y="3810"/>
                  </a:lnTo>
                  <a:lnTo>
                    <a:pt x="237490" y="3810"/>
                  </a:lnTo>
                  <a:lnTo>
                    <a:pt x="237490" y="11430"/>
                  </a:lnTo>
                  <a:lnTo>
                    <a:pt x="238760" y="11430"/>
                  </a:lnTo>
                  <a:lnTo>
                    <a:pt x="238760" y="22860"/>
                  </a:lnTo>
                  <a:lnTo>
                    <a:pt x="240030" y="22860"/>
                  </a:lnTo>
                  <a:lnTo>
                    <a:pt x="240030" y="29210"/>
                  </a:lnTo>
                  <a:lnTo>
                    <a:pt x="397510" y="29210"/>
                  </a:lnTo>
                  <a:lnTo>
                    <a:pt x="397510" y="22860"/>
                  </a:lnTo>
                  <a:lnTo>
                    <a:pt x="397510" y="11430"/>
                  </a:lnTo>
                  <a:lnTo>
                    <a:pt x="397510" y="3810"/>
                  </a:lnTo>
                  <a:lnTo>
                    <a:pt x="397510" y="0"/>
                  </a:lnTo>
                  <a:close/>
                </a:path>
              </a:pathLst>
            </a:custGeom>
            <a:solidFill>
              <a:srgbClr val="151524"/>
            </a:solidFill>
          </p:spPr>
          <p:txBody>
            <a:bodyPr wrap="square" lIns="0" tIns="0" rIns="0" bIns="0" rtlCol="0"/>
            <a:lstStyle/>
            <a:p/>
          </p:txBody>
        </p:sp>
        <p:sp>
          <p:nvSpPr>
            <p:cNvPr id="827" name="object 827"/>
            <p:cNvSpPr/>
            <p:nvPr/>
          </p:nvSpPr>
          <p:spPr>
            <a:xfrm>
              <a:off x="8328660" y="1344929"/>
              <a:ext cx="397510" cy="27940"/>
            </a:xfrm>
            <a:custGeom>
              <a:avLst/>
              <a:gdLst/>
              <a:ahLst/>
              <a:cxnLst/>
              <a:rect l="l" t="t" r="r" b="b"/>
              <a:pathLst>
                <a:path w="397509" h="27940">
                  <a:moveTo>
                    <a:pt x="156210" y="27940"/>
                  </a:moveTo>
                  <a:lnTo>
                    <a:pt x="156197" y="0"/>
                  </a:lnTo>
                  <a:lnTo>
                    <a:pt x="0" y="0"/>
                  </a:lnTo>
                  <a:lnTo>
                    <a:pt x="0" y="27940"/>
                  </a:lnTo>
                  <a:lnTo>
                    <a:pt x="156210" y="27940"/>
                  </a:lnTo>
                  <a:close/>
                </a:path>
                <a:path w="397509" h="27940">
                  <a:moveTo>
                    <a:pt x="397510" y="0"/>
                  </a:moveTo>
                  <a:lnTo>
                    <a:pt x="240030" y="0"/>
                  </a:lnTo>
                  <a:lnTo>
                    <a:pt x="240030" y="27940"/>
                  </a:lnTo>
                  <a:lnTo>
                    <a:pt x="397510" y="27940"/>
                  </a:lnTo>
                  <a:lnTo>
                    <a:pt x="397510" y="0"/>
                  </a:lnTo>
                  <a:close/>
                </a:path>
              </a:pathLst>
            </a:custGeom>
            <a:solidFill>
              <a:srgbClr val="151525"/>
            </a:solidFill>
          </p:spPr>
          <p:txBody>
            <a:bodyPr wrap="square" lIns="0" tIns="0" rIns="0" bIns="0" rtlCol="0"/>
            <a:lstStyle/>
            <a:p/>
          </p:txBody>
        </p:sp>
        <p:sp>
          <p:nvSpPr>
            <p:cNvPr id="828" name="object 828"/>
            <p:cNvSpPr/>
            <p:nvPr/>
          </p:nvSpPr>
          <p:spPr>
            <a:xfrm>
              <a:off x="8328660" y="1372869"/>
              <a:ext cx="397510" cy="29209"/>
            </a:xfrm>
            <a:custGeom>
              <a:avLst/>
              <a:gdLst/>
              <a:ahLst/>
              <a:cxnLst/>
              <a:rect l="l" t="t" r="r" b="b"/>
              <a:pathLst>
                <a:path w="397509" h="29209">
                  <a:moveTo>
                    <a:pt x="157467" y="27940"/>
                  </a:moveTo>
                  <a:lnTo>
                    <a:pt x="156210" y="27940"/>
                  </a:lnTo>
                  <a:lnTo>
                    <a:pt x="156210" y="26670"/>
                  </a:lnTo>
                  <a:lnTo>
                    <a:pt x="156210" y="0"/>
                  </a:lnTo>
                  <a:lnTo>
                    <a:pt x="0" y="0"/>
                  </a:lnTo>
                  <a:lnTo>
                    <a:pt x="0" y="26670"/>
                  </a:lnTo>
                  <a:lnTo>
                    <a:pt x="1270" y="26670"/>
                  </a:lnTo>
                  <a:lnTo>
                    <a:pt x="1270" y="27940"/>
                  </a:lnTo>
                  <a:lnTo>
                    <a:pt x="1270" y="29210"/>
                  </a:lnTo>
                  <a:lnTo>
                    <a:pt x="157467" y="29210"/>
                  </a:lnTo>
                  <a:lnTo>
                    <a:pt x="157467" y="27940"/>
                  </a:lnTo>
                  <a:close/>
                </a:path>
                <a:path w="397509" h="29209">
                  <a:moveTo>
                    <a:pt x="397510" y="0"/>
                  </a:moveTo>
                  <a:lnTo>
                    <a:pt x="240030" y="0"/>
                  </a:lnTo>
                  <a:lnTo>
                    <a:pt x="240030" y="26670"/>
                  </a:lnTo>
                  <a:lnTo>
                    <a:pt x="238760" y="26670"/>
                  </a:lnTo>
                  <a:lnTo>
                    <a:pt x="238760" y="29210"/>
                  </a:lnTo>
                  <a:lnTo>
                    <a:pt x="397510" y="29210"/>
                  </a:lnTo>
                  <a:lnTo>
                    <a:pt x="397510" y="26670"/>
                  </a:lnTo>
                  <a:lnTo>
                    <a:pt x="397510" y="0"/>
                  </a:lnTo>
                  <a:close/>
                </a:path>
              </a:pathLst>
            </a:custGeom>
            <a:solidFill>
              <a:srgbClr val="161626"/>
            </a:solidFill>
          </p:spPr>
          <p:txBody>
            <a:bodyPr wrap="square" lIns="0" tIns="0" rIns="0" bIns="0" rtlCol="0"/>
            <a:lstStyle/>
            <a:p/>
          </p:txBody>
        </p:sp>
        <p:sp>
          <p:nvSpPr>
            <p:cNvPr id="829" name="object 829"/>
            <p:cNvSpPr/>
            <p:nvPr/>
          </p:nvSpPr>
          <p:spPr>
            <a:xfrm>
              <a:off x="8329930" y="1402079"/>
              <a:ext cx="396240" cy="29209"/>
            </a:xfrm>
            <a:custGeom>
              <a:avLst/>
              <a:gdLst/>
              <a:ahLst/>
              <a:cxnLst/>
              <a:rect l="l" t="t" r="r" b="b"/>
              <a:pathLst>
                <a:path w="396240" h="29209">
                  <a:moveTo>
                    <a:pt x="160020" y="21590"/>
                  </a:moveTo>
                  <a:lnTo>
                    <a:pt x="158750" y="21590"/>
                  </a:lnTo>
                  <a:lnTo>
                    <a:pt x="158750" y="19050"/>
                  </a:lnTo>
                  <a:lnTo>
                    <a:pt x="158750" y="16510"/>
                  </a:lnTo>
                  <a:lnTo>
                    <a:pt x="157480" y="16510"/>
                  </a:lnTo>
                  <a:lnTo>
                    <a:pt x="157480" y="8890"/>
                  </a:lnTo>
                  <a:lnTo>
                    <a:pt x="156197" y="8890"/>
                  </a:lnTo>
                  <a:lnTo>
                    <a:pt x="156197" y="0"/>
                  </a:lnTo>
                  <a:lnTo>
                    <a:pt x="0" y="0"/>
                  </a:lnTo>
                  <a:lnTo>
                    <a:pt x="0" y="8890"/>
                  </a:lnTo>
                  <a:lnTo>
                    <a:pt x="0" y="16510"/>
                  </a:lnTo>
                  <a:lnTo>
                    <a:pt x="0" y="19050"/>
                  </a:lnTo>
                  <a:lnTo>
                    <a:pt x="1270" y="19050"/>
                  </a:lnTo>
                  <a:lnTo>
                    <a:pt x="1270" y="21590"/>
                  </a:lnTo>
                  <a:lnTo>
                    <a:pt x="1270" y="29210"/>
                  </a:lnTo>
                  <a:lnTo>
                    <a:pt x="160020" y="29210"/>
                  </a:lnTo>
                  <a:lnTo>
                    <a:pt x="160020" y="21590"/>
                  </a:lnTo>
                  <a:close/>
                </a:path>
                <a:path w="396240" h="29209">
                  <a:moveTo>
                    <a:pt x="396240" y="0"/>
                  </a:moveTo>
                  <a:lnTo>
                    <a:pt x="237490" y="0"/>
                  </a:lnTo>
                  <a:lnTo>
                    <a:pt x="237490" y="7620"/>
                  </a:lnTo>
                  <a:lnTo>
                    <a:pt x="236220" y="7620"/>
                  </a:lnTo>
                  <a:lnTo>
                    <a:pt x="236220" y="17780"/>
                  </a:lnTo>
                  <a:lnTo>
                    <a:pt x="234950" y="17780"/>
                  </a:lnTo>
                  <a:lnTo>
                    <a:pt x="234950" y="19050"/>
                  </a:lnTo>
                  <a:lnTo>
                    <a:pt x="234950" y="24130"/>
                  </a:lnTo>
                  <a:lnTo>
                    <a:pt x="233680" y="24130"/>
                  </a:lnTo>
                  <a:lnTo>
                    <a:pt x="233680" y="27940"/>
                  </a:lnTo>
                  <a:lnTo>
                    <a:pt x="232410" y="27940"/>
                  </a:lnTo>
                  <a:lnTo>
                    <a:pt x="232410" y="29210"/>
                  </a:lnTo>
                  <a:lnTo>
                    <a:pt x="396240" y="29210"/>
                  </a:lnTo>
                  <a:lnTo>
                    <a:pt x="396240" y="27940"/>
                  </a:lnTo>
                  <a:lnTo>
                    <a:pt x="396240" y="24130"/>
                  </a:lnTo>
                  <a:lnTo>
                    <a:pt x="396240" y="19050"/>
                  </a:lnTo>
                  <a:lnTo>
                    <a:pt x="396240" y="17780"/>
                  </a:lnTo>
                  <a:lnTo>
                    <a:pt x="396240" y="7620"/>
                  </a:lnTo>
                  <a:lnTo>
                    <a:pt x="396240" y="0"/>
                  </a:lnTo>
                  <a:close/>
                </a:path>
              </a:pathLst>
            </a:custGeom>
            <a:solidFill>
              <a:srgbClr val="161627"/>
            </a:solidFill>
          </p:spPr>
          <p:txBody>
            <a:bodyPr wrap="square" lIns="0" tIns="0" rIns="0" bIns="0" rtlCol="0"/>
            <a:lstStyle/>
            <a:p/>
          </p:txBody>
        </p:sp>
        <p:sp>
          <p:nvSpPr>
            <p:cNvPr id="830" name="object 830"/>
            <p:cNvSpPr/>
            <p:nvPr/>
          </p:nvSpPr>
          <p:spPr>
            <a:xfrm>
              <a:off x="8331200" y="1431289"/>
              <a:ext cx="394970" cy="27940"/>
            </a:xfrm>
            <a:custGeom>
              <a:avLst/>
              <a:gdLst/>
              <a:ahLst/>
              <a:cxnLst/>
              <a:rect l="l" t="t" r="r" b="b"/>
              <a:pathLst>
                <a:path w="394970" h="27940">
                  <a:moveTo>
                    <a:pt x="172707" y="26670"/>
                  </a:moveTo>
                  <a:lnTo>
                    <a:pt x="171450" y="26670"/>
                  </a:lnTo>
                  <a:lnTo>
                    <a:pt x="171450" y="24130"/>
                  </a:lnTo>
                  <a:lnTo>
                    <a:pt x="170180" y="24130"/>
                  </a:lnTo>
                  <a:lnTo>
                    <a:pt x="170180" y="22860"/>
                  </a:lnTo>
                  <a:lnTo>
                    <a:pt x="170180" y="21590"/>
                  </a:lnTo>
                  <a:lnTo>
                    <a:pt x="168910" y="21590"/>
                  </a:lnTo>
                  <a:lnTo>
                    <a:pt x="168910" y="20320"/>
                  </a:lnTo>
                  <a:lnTo>
                    <a:pt x="167640" y="20320"/>
                  </a:lnTo>
                  <a:lnTo>
                    <a:pt x="167640" y="19050"/>
                  </a:lnTo>
                  <a:lnTo>
                    <a:pt x="166370" y="19050"/>
                  </a:lnTo>
                  <a:lnTo>
                    <a:pt x="166370" y="16510"/>
                  </a:lnTo>
                  <a:lnTo>
                    <a:pt x="165100" y="16510"/>
                  </a:lnTo>
                  <a:lnTo>
                    <a:pt x="165100" y="13970"/>
                  </a:lnTo>
                  <a:lnTo>
                    <a:pt x="163830" y="13970"/>
                  </a:lnTo>
                  <a:lnTo>
                    <a:pt x="163830" y="11430"/>
                  </a:lnTo>
                  <a:lnTo>
                    <a:pt x="162560" y="11430"/>
                  </a:lnTo>
                  <a:lnTo>
                    <a:pt x="162560" y="7620"/>
                  </a:lnTo>
                  <a:lnTo>
                    <a:pt x="161290" y="7620"/>
                  </a:lnTo>
                  <a:lnTo>
                    <a:pt x="161290" y="5080"/>
                  </a:lnTo>
                  <a:lnTo>
                    <a:pt x="160020" y="5080"/>
                  </a:lnTo>
                  <a:lnTo>
                    <a:pt x="160020" y="2540"/>
                  </a:lnTo>
                  <a:lnTo>
                    <a:pt x="160020" y="1270"/>
                  </a:lnTo>
                  <a:lnTo>
                    <a:pt x="158750" y="1270"/>
                  </a:lnTo>
                  <a:lnTo>
                    <a:pt x="158750" y="0"/>
                  </a:lnTo>
                  <a:lnTo>
                    <a:pt x="0" y="0"/>
                  </a:lnTo>
                  <a:lnTo>
                    <a:pt x="0" y="1270"/>
                  </a:lnTo>
                  <a:lnTo>
                    <a:pt x="0" y="2540"/>
                  </a:lnTo>
                  <a:lnTo>
                    <a:pt x="1270" y="2540"/>
                  </a:lnTo>
                  <a:lnTo>
                    <a:pt x="1270" y="5080"/>
                  </a:lnTo>
                  <a:lnTo>
                    <a:pt x="1270" y="7620"/>
                  </a:lnTo>
                  <a:lnTo>
                    <a:pt x="1270" y="11430"/>
                  </a:lnTo>
                  <a:lnTo>
                    <a:pt x="1270" y="13970"/>
                  </a:lnTo>
                  <a:lnTo>
                    <a:pt x="2540" y="13970"/>
                  </a:lnTo>
                  <a:lnTo>
                    <a:pt x="2540" y="22860"/>
                  </a:lnTo>
                  <a:lnTo>
                    <a:pt x="3810" y="22860"/>
                  </a:lnTo>
                  <a:lnTo>
                    <a:pt x="3810" y="24130"/>
                  </a:lnTo>
                  <a:lnTo>
                    <a:pt x="3810" y="26670"/>
                  </a:lnTo>
                  <a:lnTo>
                    <a:pt x="3810" y="27940"/>
                  </a:lnTo>
                  <a:lnTo>
                    <a:pt x="172707" y="27940"/>
                  </a:lnTo>
                  <a:lnTo>
                    <a:pt x="172707" y="26670"/>
                  </a:lnTo>
                  <a:close/>
                </a:path>
                <a:path w="394970" h="27940">
                  <a:moveTo>
                    <a:pt x="394970" y="0"/>
                  </a:moveTo>
                  <a:lnTo>
                    <a:pt x="231140" y="0"/>
                  </a:lnTo>
                  <a:lnTo>
                    <a:pt x="231140" y="2540"/>
                  </a:lnTo>
                  <a:lnTo>
                    <a:pt x="229870" y="2540"/>
                  </a:lnTo>
                  <a:lnTo>
                    <a:pt x="229870" y="6350"/>
                  </a:lnTo>
                  <a:lnTo>
                    <a:pt x="228600" y="6350"/>
                  </a:lnTo>
                  <a:lnTo>
                    <a:pt x="228600" y="10160"/>
                  </a:lnTo>
                  <a:lnTo>
                    <a:pt x="227330" y="10160"/>
                  </a:lnTo>
                  <a:lnTo>
                    <a:pt x="227330" y="11430"/>
                  </a:lnTo>
                  <a:lnTo>
                    <a:pt x="226060" y="11430"/>
                  </a:lnTo>
                  <a:lnTo>
                    <a:pt x="226060" y="13970"/>
                  </a:lnTo>
                  <a:lnTo>
                    <a:pt x="224790" y="13970"/>
                  </a:lnTo>
                  <a:lnTo>
                    <a:pt x="224790" y="16510"/>
                  </a:lnTo>
                  <a:lnTo>
                    <a:pt x="223520" y="16510"/>
                  </a:lnTo>
                  <a:lnTo>
                    <a:pt x="223520" y="19050"/>
                  </a:lnTo>
                  <a:lnTo>
                    <a:pt x="222250" y="19050"/>
                  </a:lnTo>
                  <a:lnTo>
                    <a:pt x="222250" y="21590"/>
                  </a:lnTo>
                  <a:lnTo>
                    <a:pt x="220980" y="21590"/>
                  </a:lnTo>
                  <a:lnTo>
                    <a:pt x="220980" y="22860"/>
                  </a:lnTo>
                  <a:lnTo>
                    <a:pt x="219710" y="22860"/>
                  </a:lnTo>
                  <a:lnTo>
                    <a:pt x="219710" y="24130"/>
                  </a:lnTo>
                  <a:lnTo>
                    <a:pt x="218440" y="24130"/>
                  </a:lnTo>
                  <a:lnTo>
                    <a:pt x="218440" y="26670"/>
                  </a:lnTo>
                  <a:lnTo>
                    <a:pt x="217170" y="26670"/>
                  </a:lnTo>
                  <a:lnTo>
                    <a:pt x="217170" y="27940"/>
                  </a:lnTo>
                  <a:lnTo>
                    <a:pt x="394970" y="27940"/>
                  </a:lnTo>
                  <a:lnTo>
                    <a:pt x="394970" y="26670"/>
                  </a:lnTo>
                  <a:lnTo>
                    <a:pt x="394970" y="24130"/>
                  </a:lnTo>
                  <a:lnTo>
                    <a:pt x="394970" y="2540"/>
                  </a:lnTo>
                  <a:lnTo>
                    <a:pt x="394970" y="0"/>
                  </a:lnTo>
                  <a:close/>
                </a:path>
              </a:pathLst>
            </a:custGeom>
            <a:solidFill>
              <a:srgbClr val="171728"/>
            </a:solidFill>
          </p:spPr>
          <p:txBody>
            <a:bodyPr wrap="square" lIns="0" tIns="0" rIns="0" bIns="0" rtlCol="0"/>
            <a:lstStyle/>
            <a:p/>
          </p:txBody>
        </p:sp>
        <p:sp>
          <p:nvSpPr>
            <p:cNvPr id="831" name="object 831"/>
            <p:cNvSpPr/>
            <p:nvPr/>
          </p:nvSpPr>
          <p:spPr>
            <a:xfrm>
              <a:off x="8335010" y="1459229"/>
              <a:ext cx="391160" cy="29209"/>
            </a:xfrm>
            <a:custGeom>
              <a:avLst/>
              <a:gdLst/>
              <a:ahLst/>
              <a:cxnLst/>
              <a:rect l="l" t="t" r="r" b="b"/>
              <a:pathLst>
                <a:path w="391159" h="29209">
                  <a:moveTo>
                    <a:pt x="391160" y="0"/>
                  </a:moveTo>
                  <a:lnTo>
                    <a:pt x="210820" y="0"/>
                  </a:lnTo>
                  <a:lnTo>
                    <a:pt x="210820" y="2540"/>
                  </a:lnTo>
                  <a:lnTo>
                    <a:pt x="209550" y="2540"/>
                  </a:lnTo>
                  <a:lnTo>
                    <a:pt x="209550" y="3810"/>
                  </a:lnTo>
                  <a:lnTo>
                    <a:pt x="208280" y="3810"/>
                  </a:lnTo>
                  <a:lnTo>
                    <a:pt x="208280" y="5080"/>
                  </a:lnTo>
                  <a:lnTo>
                    <a:pt x="205740" y="5080"/>
                  </a:lnTo>
                  <a:lnTo>
                    <a:pt x="205740" y="6350"/>
                  </a:lnTo>
                  <a:lnTo>
                    <a:pt x="203200" y="6350"/>
                  </a:lnTo>
                  <a:lnTo>
                    <a:pt x="203200" y="7620"/>
                  </a:lnTo>
                  <a:lnTo>
                    <a:pt x="201930" y="7620"/>
                  </a:lnTo>
                  <a:lnTo>
                    <a:pt x="201930" y="8890"/>
                  </a:lnTo>
                  <a:lnTo>
                    <a:pt x="198120" y="8890"/>
                  </a:lnTo>
                  <a:lnTo>
                    <a:pt x="198120" y="10160"/>
                  </a:lnTo>
                  <a:lnTo>
                    <a:pt x="195580" y="10160"/>
                  </a:lnTo>
                  <a:lnTo>
                    <a:pt x="195580" y="11430"/>
                  </a:lnTo>
                  <a:lnTo>
                    <a:pt x="187960" y="11430"/>
                  </a:lnTo>
                  <a:lnTo>
                    <a:pt x="187960" y="10160"/>
                  </a:lnTo>
                  <a:lnTo>
                    <a:pt x="182867" y="10160"/>
                  </a:lnTo>
                  <a:lnTo>
                    <a:pt x="182867" y="8890"/>
                  </a:lnTo>
                  <a:lnTo>
                    <a:pt x="181610" y="8890"/>
                  </a:lnTo>
                  <a:lnTo>
                    <a:pt x="181610" y="7620"/>
                  </a:lnTo>
                  <a:lnTo>
                    <a:pt x="179070" y="7620"/>
                  </a:lnTo>
                  <a:lnTo>
                    <a:pt x="179070" y="6350"/>
                  </a:lnTo>
                  <a:lnTo>
                    <a:pt x="175260" y="6350"/>
                  </a:lnTo>
                  <a:lnTo>
                    <a:pt x="175260" y="5080"/>
                  </a:lnTo>
                  <a:lnTo>
                    <a:pt x="173990" y="5080"/>
                  </a:lnTo>
                  <a:lnTo>
                    <a:pt x="173990" y="3810"/>
                  </a:lnTo>
                  <a:lnTo>
                    <a:pt x="172720" y="3810"/>
                  </a:lnTo>
                  <a:lnTo>
                    <a:pt x="172720" y="2540"/>
                  </a:lnTo>
                  <a:lnTo>
                    <a:pt x="171450" y="2540"/>
                  </a:lnTo>
                  <a:lnTo>
                    <a:pt x="171450" y="1270"/>
                  </a:lnTo>
                  <a:lnTo>
                    <a:pt x="170167" y="1270"/>
                  </a:lnTo>
                  <a:lnTo>
                    <a:pt x="170167" y="0"/>
                  </a:lnTo>
                  <a:lnTo>
                    <a:pt x="0" y="0"/>
                  </a:lnTo>
                  <a:lnTo>
                    <a:pt x="0" y="1270"/>
                  </a:lnTo>
                  <a:lnTo>
                    <a:pt x="0" y="2540"/>
                  </a:lnTo>
                  <a:lnTo>
                    <a:pt x="1270" y="2540"/>
                  </a:lnTo>
                  <a:lnTo>
                    <a:pt x="1270" y="3810"/>
                  </a:lnTo>
                  <a:lnTo>
                    <a:pt x="1270" y="5080"/>
                  </a:lnTo>
                  <a:lnTo>
                    <a:pt x="1270" y="11430"/>
                  </a:lnTo>
                  <a:lnTo>
                    <a:pt x="2540" y="11430"/>
                  </a:lnTo>
                  <a:lnTo>
                    <a:pt x="2540" y="19050"/>
                  </a:lnTo>
                  <a:lnTo>
                    <a:pt x="3810" y="19050"/>
                  </a:lnTo>
                  <a:lnTo>
                    <a:pt x="3810" y="26670"/>
                  </a:lnTo>
                  <a:lnTo>
                    <a:pt x="5080" y="26670"/>
                  </a:lnTo>
                  <a:lnTo>
                    <a:pt x="5080" y="29210"/>
                  </a:lnTo>
                  <a:lnTo>
                    <a:pt x="391160" y="29210"/>
                  </a:lnTo>
                  <a:lnTo>
                    <a:pt x="391160" y="2540"/>
                  </a:lnTo>
                  <a:lnTo>
                    <a:pt x="391160" y="0"/>
                  </a:lnTo>
                  <a:close/>
                </a:path>
              </a:pathLst>
            </a:custGeom>
            <a:solidFill>
              <a:srgbClr val="181829"/>
            </a:solidFill>
          </p:spPr>
          <p:txBody>
            <a:bodyPr wrap="square" lIns="0" tIns="0" rIns="0" bIns="0" rtlCol="0"/>
            <a:lstStyle/>
            <a:p/>
          </p:txBody>
        </p:sp>
        <p:sp>
          <p:nvSpPr>
            <p:cNvPr id="832" name="object 832"/>
            <p:cNvSpPr/>
            <p:nvPr/>
          </p:nvSpPr>
          <p:spPr>
            <a:xfrm>
              <a:off x="8340090" y="1488439"/>
              <a:ext cx="386080" cy="29209"/>
            </a:xfrm>
            <a:custGeom>
              <a:avLst/>
              <a:gdLst/>
              <a:ahLst/>
              <a:cxnLst/>
              <a:rect l="l" t="t" r="r" b="b"/>
              <a:pathLst>
                <a:path w="386079" h="29209">
                  <a:moveTo>
                    <a:pt x="386080" y="3810"/>
                  </a:moveTo>
                  <a:lnTo>
                    <a:pt x="386067" y="0"/>
                  </a:lnTo>
                  <a:lnTo>
                    <a:pt x="0" y="0"/>
                  </a:lnTo>
                  <a:lnTo>
                    <a:pt x="0" y="3810"/>
                  </a:lnTo>
                  <a:lnTo>
                    <a:pt x="1270" y="3810"/>
                  </a:lnTo>
                  <a:lnTo>
                    <a:pt x="1270" y="8890"/>
                  </a:lnTo>
                  <a:lnTo>
                    <a:pt x="2540" y="8890"/>
                  </a:lnTo>
                  <a:lnTo>
                    <a:pt x="2540" y="13970"/>
                  </a:lnTo>
                  <a:lnTo>
                    <a:pt x="3810" y="13970"/>
                  </a:lnTo>
                  <a:lnTo>
                    <a:pt x="3810" y="17780"/>
                  </a:lnTo>
                  <a:lnTo>
                    <a:pt x="5080" y="17780"/>
                  </a:lnTo>
                  <a:lnTo>
                    <a:pt x="5080" y="22860"/>
                  </a:lnTo>
                  <a:lnTo>
                    <a:pt x="6350" y="22860"/>
                  </a:lnTo>
                  <a:lnTo>
                    <a:pt x="6350" y="26670"/>
                  </a:lnTo>
                  <a:lnTo>
                    <a:pt x="7620" y="26670"/>
                  </a:lnTo>
                  <a:lnTo>
                    <a:pt x="7620" y="29210"/>
                  </a:lnTo>
                  <a:lnTo>
                    <a:pt x="386080" y="29210"/>
                  </a:lnTo>
                  <a:lnTo>
                    <a:pt x="386080" y="26670"/>
                  </a:lnTo>
                  <a:lnTo>
                    <a:pt x="386080" y="22860"/>
                  </a:lnTo>
                  <a:lnTo>
                    <a:pt x="386080" y="17780"/>
                  </a:lnTo>
                  <a:lnTo>
                    <a:pt x="386080" y="13970"/>
                  </a:lnTo>
                  <a:lnTo>
                    <a:pt x="386080" y="8890"/>
                  </a:lnTo>
                  <a:lnTo>
                    <a:pt x="386080" y="3810"/>
                  </a:lnTo>
                  <a:close/>
                </a:path>
              </a:pathLst>
            </a:custGeom>
            <a:solidFill>
              <a:srgbClr val="18182A"/>
            </a:solidFill>
          </p:spPr>
          <p:txBody>
            <a:bodyPr wrap="square" lIns="0" tIns="0" rIns="0" bIns="0" rtlCol="0"/>
            <a:lstStyle/>
            <a:p/>
          </p:txBody>
        </p:sp>
        <p:sp>
          <p:nvSpPr>
            <p:cNvPr id="833" name="object 833"/>
            <p:cNvSpPr/>
            <p:nvPr/>
          </p:nvSpPr>
          <p:spPr>
            <a:xfrm>
              <a:off x="8347710" y="1517649"/>
              <a:ext cx="378460" cy="27940"/>
            </a:xfrm>
            <a:custGeom>
              <a:avLst/>
              <a:gdLst/>
              <a:ahLst/>
              <a:cxnLst/>
              <a:rect l="l" t="t" r="r" b="b"/>
              <a:pathLst>
                <a:path w="378459" h="27940">
                  <a:moveTo>
                    <a:pt x="378460" y="0"/>
                  </a:moveTo>
                  <a:lnTo>
                    <a:pt x="0" y="0"/>
                  </a:lnTo>
                  <a:lnTo>
                    <a:pt x="0" y="2540"/>
                  </a:lnTo>
                  <a:lnTo>
                    <a:pt x="1270" y="2540"/>
                  </a:lnTo>
                  <a:lnTo>
                    <a:pt x="1270" y="6350"/>
                  </a:lnTo>
                  <a:lnTo>
                    <a:pt x="2540" y="6350"/>
                  </a:lnTo>
                  <a:lnTo>
                    <a:pt x="2540" y="10160"/>
                  </a:lnTo>
                  <a:lnTo>
                    <a:pt x="3810" y="10160"/>
                  </a:lnTo>
                  <a:lnTo>
                    <a:pt x="3810" y="15240"/>
                  </a:lnTo>
                  <a:lnTo>
                    <a:pt x="5080" y="15240"/>
                  </a:lnTo>
                  <a:lnTo>
                    <a:pt x="5080" y="19050"/>
                  </a:lnTo>
                  <a:lnTo>
                    <a:pt x="6350" y="19050"/>
                  </a:lnTo>
                  <a:lnTo>
                    <a:pt x="6350" y="22860"/>
                  </a:lnTo>
                  <a:lnTo>
                    <a:pt x="7620" y="22860"/>
                  </a:lnTo>
                  <a:lnTo>
                    <a:pt x="7620" y="25400"/>
                  </a:lnTo>
                  <a:lnTo>
                    <a:pt x="8890" y="25400"/>
                  </a:lnTo>
                  <a:lnTo>
                    <a:pt x="8890" y="27940"/>
                  </a:lnTo>
                  <a:lnTo>
                    <a:pt x="378460" y="27940"/>
                  </a:lnTo>
                  <a:lnTo>
                    <a:pt x="378460" y="25400"/>
                  </a:lnTo>
                  <a:lnTo>
                    <a:pt x="378460" y="22860"/>
                  </a:lnTo>
                  <a:lnTo>
                    <a:pt x="378460" y="2540"/>
                  </a:lnTo>
                  <a:lnTo>
                    <a:pt x="378460" y="0"/>
                  </a:lnTo>
                  <a:close/>
                </a:path>
              </a:pathLst>
            </a:custGeom>
            <a:solidFill>
              <a:srgbClr val="19192B"/>
            </a:solidFill>
          </p:spPr>
          <p:txBody>
            <a:bodyPr wrap="square" lIns="0" tIns="0" rIns="0" bIns="0" rtlCol="0"/>
            <a:lstStyle/>
            <a:p/>
          </p:txBody>
        </p:sp>
        <p:sp>
          <p:nvSpPr>
            <p:cNvPr id="834" name="object 834"/>
            <p:cNvSpPr/>
            <p:nvPr/>
          </p:nvSpPr>
          <p:spPr>
            <a:xfrm>
              <a:off x="8356600" y="1545589"/>
              <a:ext cx="369570" cy="29209"/>
            </a:xfrm>
            <a:custGeom>
              <a:avLst/>
              <a:gdLst/>
              <a:ahLst/>
              <a:cxnLst/>
              <a:rect l="l" t="t" r="r" b="b"/>
              <a:pathLst>
                <a:path w="369570" h="29209">
                  <a:moveTo>
                    <a:pt x="369570" y="0"/>
                  </a:moveTo>
                  <a:lnTo>
                    <a:pt x="0" y="0"/>
                  </a:lnTo>
                  <a:lnTo>
                    <a:pt x="0" y="1270"/>
                  </a:lnTo>
                  <a:lnTo>
                    <a:pt x="1270" y="1270"/>
                  </a:lnTo>
                  <a:lnTo>
                    <a:pt x="1270" y="5080"/>
                  </a:lnTo>
                  <a:lnTo>
                    <a:pt x="2540" y="5080"/>
                  </a:lnTo>
                  <a:lnTo>
                    <a:pt x="2540" y="7620"/>
                  </a:lnTo>
                  <a:lnTo>
                    <a:pt x="3810" y="7620"/>
                  </a:lnTo>
                  <a:lnTo>
                    <a:pt x="3810" y="11430"/>
                  </a:lnTo>
                  <a:lnTo>
                    <a:pt x="5080" y="11430"/>
                  </a:lnTo>
                  <a:lnTo>
                    <a:pt x="5080" y="13970"/>
                  </a:lnTo>
                  <a:lnTo>
                    <a:pt x="6350" y="13970"/>
                  </a:lnTo>
                  <a:lnTo>
                    <a:pt x="6350" y="17780"/>
                  </a:lnTo>
                  <a:lnTo>
                    <a:pt x="7620" y="17780"/>
                  </a:lnTo>
                  <a:lnTo>
                    <a:pt x="7620" y="20320"/>
                  </a:lnTo>
                  <a:lnTo>
                    <a:pt x="8890" y="20320"/>
                  </a:lnTo>
                  <a:lnTo>
                    <a:pt x="8890" y="24130"/>
                  </a:lnTo>
                  <a:lnTo>
                    <a:pt x="10160" y="24130"/>
                  </a:lnTo>
                  <a:lnTo>
                    <a:pt x="10160" y="26670"/>
                  </a:lnTo>
                  <a:lnTo>
                    <a:pt x="11430" y="26670"/>
                  </a:lnTo>
                  <a:lnTo>
                    <a:pt x="11430" y="29210"/>
                  </a:lnTo>
                  <a:lnTo>
                    <a:pt x="369570" y="29210"/>
                  </a:lnTo>
                  <a:lnTo>
                    <a:pt x="369570" y="26670"/>
                  </a:lnTo>
                  <a:lnTo>
                    <a:pt x="369570" y="24130"/>
                  </a:lnTo>
                  <a:lnTo>
                    <a:pt x="369570" y="1270"/>
                  </a:lnTo>
                  <a:lnTo>
                    <a:pt x="369570" y="0"/>
                  </a:lnTo>
                  <a:close/>
                </a:path>
              </a:pathLst>
            </a:custGeom>
            <a:solidFill>
              <a:srgbClr val="19192C"/>
            </a:solidFill>
          </p:spPr>
          <p:txBody>
            <a:bodyPr wrap="square" lIns="0" tIns="0" rIns="0" bIns="0" rtlCol="0"/>
            <a:lstStyle/>
            <a:p/>
          </p:txBody>
        </p:sp>
        <p:sp>
          <p:nvSpPr>
            <p:cNvPr id="835" name="object 835"/>
            <p:cNvSpPr/>
            <p:nvPr/>
          </p:nvSpPr>
          <p:spPr>
            <a:xfrm>
              <a:off x="8369300" y="1574799"/>
              <a:ext cx="356870" cy="27940"/>
            </a:xfrm>
            <a:custGeom>
              <a:avLst/>
              <a:gdLst/>
              <a:ahLst/>
              <a:cxnLst/>
              <a:rect l="l" t="t" r="r" b="b"/>
              <a:pathLst>
                <a:path w="356870" h="27940">
                  <a:moveTo>
                    <a:pt x="356870" y="0"/>
                  </a:moveTo>
                  <a:lnTo>
                    <a:pt x="0" y="0"/>
                  </a:lnTo>
                  <a:lnTo>
                    <a:pt x="0" y="2540"/>
                  </a:lnTo>
                  <a:lnTo>
                    <a:pt x="1270" y="2540"/>
                  </a:lnTo>
                  <a:lnTo>
                    <a:pt x="1270" y="5080"/>
                  </a:lnTo>
                  <a:lnTo>
                    <a:pt x="2540" y="5080"/>
                  </a:lnTo>
                  <a:lnTo>
                    <a:pt x="2540" y="6350"/>
                  </a:lnTo>
                  <a:lnTo>
                    <a:pt x="3810" y="6350"/>
                  </a:lnTo>
                  <a:lnTo>
                    <a:pt x="3810" y="8890"/>
                  </a:lnTo>
                  <a:lnTo>
                    <a:pt x="5080" y="8890"/>
                  </a:lnTo>
                  <a:lnTo>
                    <a:pt x="5080" y="11430"/>
                  </a:lnTo>
                  <a:lnTo>
                    <a:pt x="6350" y="11430"/>
                  </a:lnTo>
                  <a:lnTo>
                    <a:pt x="6350" y="13970"/>
                  </a:lnTo>
                  <a:lnTo>
                    <a:pt x="7620" y="13970"/>
                  </a:lnTo>
                  <a:lnTo>
                    <a:pt x="7620" y="16510"/>
                  </a:lnTo>
                  <a:lnTo>
                    <a:pt x="8890" y="16510"/>
                  </a:lnTo>
                  <a:lnTo>
                    <a:pt x="8890" y="17780"/>
                  </a:lnTo>
                  <a:lnTo>
                    <a:pt x="10160" y="17780"/>
                  </a:lnTo>
                  <a:lnTo>
                    <a:pt x="10160" y="20320"/>
                  </a:lnTo>
                  <a:lnTo>
                    <a:pt x="11430" y="20320"/>
                  </a:lnTo>
                  <a:lnTo>
                    <a:pt x="11430" y="22860"/>
                  </a:lnTo>
                  <a:lnTo>
                    <a:pt x="12700" y="22860"/>
                  </a:lnTo>
                  <a:lnTo>
                    <a:pt x="12700" y="25400"/>
                  </a:lnTo>
                  <a:lnTo>
                    <a:pt x="13970" y="25400"/>
                  </a:lnTo>
                  <a:lnTo>
                    <a:pt x="13970" y="27940"/>
                  </a:lnTo>
                  <a:lnTo>
                    <a:pt x="356870" y="27940"/>
                  </a:lnTo>
                  <a:lnTo>
                    <a:pt x="356870" y="2540"/>
                  </a:lnTo>
                  <a:lnTo>
                    <a:pt x="356870" y="0"/>
                  </a:lnTo>
                  <a:close/>
                </a:path>
              </a:pathLst>
            </a:custGeom>
            <a:solidFill>
              <a:srgbClr val="1A1A2D"/>
            </a:solidFill>
          </p:spPr>
          <p:txBody>
            <a:bodyPr wrap="square" lIns="0" tIns="0" rIns="0" bIns="0" rtlCol="0"/>
            <a:lstStyle/>
            <a:p/>
          </p:txBody>
        </p:sp>
        <p:sp>
          <p:nvSpPr>
            <p:cNvPr id="836" name="object 836"/>
            <p:cNvSpPr/>
            <p:nvPr/>
          </p:nvSpPr>
          <p:spPr>
            <a:xfrm>
              <a:off x="8384540" y="1602739"/>
              <a:ext cx="341630" cy="29209"/>
            </a:xfrm>
            <a:custGeom>
              <a:avLst/>
              <a:gdLst/>
              <a:ahLst/>
              <a:cxnLst/>
              <a:rect l="l" t="t" r="r" b="b"/>
              <a:pathLst>
                <a:path w="341629" h="29210">
                  <a:moveTo>
                    <a:pt x="172720" y="26797"/>
                  </a:moveTo>
                  <a:lnTo>
                    <a:pt x="20320" y="26797"/>
                  </a:lnTo>
                  <a:lnTo>
                    <a:pt x="20320" y="27940"/>
                  </a:lnTo>
                  <a:lnTo>
                    <a:pt x="21590" y="27940"/>
                  </a:lnTo>
                  <a:lnTo>
                    <a:pt x="21590" y="29210"/>
                  </a:lnTo>
                  <a:lnTo>
                    <a:pt x="171437" y="29210"/>
                  </a:lnTo>
                  <a:lnTo>
                    <a:pt x="171437" y="27940"/>
                  </a:lnTo>
                  <a:lnTo>
                    <a:pt x="172720" y="27940"/>
                  </a:lnTo>
                  <a:lnTo>
                    <a:pt x="172720" y="26797"/>
                  </a:lnTo>
                  <a:close/>
                </a:path>
                <a:path w="341629" h="29210">
                  <a:moveTo>
                    <a:pt x="179070" y="20447"/>
                  </a:moveTo>
                  <a:lnTo>
                    <a:pt x="15240" y="20447"/>
                  </a:lnTo>
                  <a:lnTo>
                    <a:pt x="15240" y="21590"/>
                  </a:lnTo>
                  <a:lnTo>
                    <a:pt x="16510" y="21590"/>
                  </a:lnTo>
                  <a:lnTo>
                    <a:pt x="16510" y="22987"/>
                  </a:lnTo>
                  <a:lnTo>
                    <a:pt x="17780" y="22987"/>
                  </a:lnTo>
                  <a:lnTo>
                    <a:pt x="17780" y="24130"/>
                  </a:lnTo>
                  <a:lnTo>
                    <a:pt x="19050" y="24130"/>
                  </a:lnTo>
                  <a:lnTo>
                    <a:pt x="19050" y="25400"/>
                  </a:lnTo>
                  <a:lnTo>
                    <a:pt x="19050" y="26670"/>
                  </a:lnTo>
                  <a:lnTo>
                    <a:pt x="172720" y="26670"/>
                  </a:lnTo>
                  <a:lnTo>
                    <a:pt x="172720" y="26797"/>
                  </a:lnTo>
                  <a:lnTo>
                    <a:pt x="173990" y="26797"/>
                  </a:lnTo>
                  <a:lnTo>
                    <a:pt x="173990" y="26670"/>
                  </a:lnTo>
                  <a:lnTo>
                    <a:pt x="173990" y="25400"/>
                  </a:lnTo>
                  <a:lnTo>
                    <a:pt x="175260" y="25400"/>
                  </a:lnTo>
                  <a:lnTo>
                    <a:pt x="175260" y="24257"/>
                  </a:lnTo>
                  <a:lnTo>
                    <a:pt x="176530" y="24257"/>
                  </a:lnTo>
                  <a:lnTo>
                    <a:pt x="176530" y="24130"/>
                  </a:lnTo>
                  <a:lnTo>
                    <a:pt x="176530" y="22987"/>
                  </a:lnTo>
                  <a:lnTo>
                    <a:pt x="177800" y="22987"/>
                  </a:lnTo>
                  <a:lnTo>
                    <a:pt x="177800" y="21590"/>
                  </a:lnTo>
                  <a:lnTo>
                    <a:pt x="179070" y="21590"/>
                  </a:lnTo>
                  <a:lnTo>
                    <a:pt x="179070" y="20447"/>
                  </a:lnTo>
                  <a:close/>
                </a:path>
                <a:path w="341629" h="29210">
                  <a:moveTo>
                    <a:pt x="341630" y="26797"/>
                  </a:moveTo>
                  <a:lnTo>
                    <a:pt x="184150" y="26797"/>
                  </a:lnTo>
                  <a:lnTo>
                    <a:pt x="184150" y="29210"/>
                  </a:lnTo>
                  <a:lnTo>
                    <a:pt x="341630" y="29210"/>
                  </a:lnTo>
                  <a:lnTo>
                    <a:pt x="341630" y="26797"/>
                  </a:lnTo>
                  <a:close/>
                </a:path>
                <a:path w="341629" h="29210">
                  <a:moveTo>
                    <a:pt x="341630" y="24257"/>
                  </a:moveTo>
                  <a:lnTo>
                    <a:pt x="184150" y="24257"/>
                  </a:lnTo>
                  <a:lnTo>
                    <a:pt x="184150" y="26670"/>
                  </a:lnTo>
                  <a:lnTo>
                    <a:pt x="341630" y="26670"/>
                  </a:lnTo>
                  <a:lnTo>
                    <a:pt x="341630" y="24257"/>
                  </a:lnTo>
                  <a:close/>
                </a:path>
                <a:path w="341629" h="29210">
                  <a:moveTo>
                    <a:pt x="341630" y="20447"/>
                  </a:moveTo>
                  <a:lnTo>
                    <a:pt x="184150" y="20447"/>
                  </a:lnTo>
                  <a:lnTo>
                    <a:pt x="184150" y="24130"/>
                  </a:lnTo>
                  <a:lnTo>
                    <a:pt x="341630" y="24130"/>
                  </a:lnTo>
                  <a:lnTo>
                    <a:pt x="341630" y="20447"/>
                  </a:lnTo>
                  <a:close/>
                </a:path>
                <a:path w="341629" h="29210">
                  <a:moveTo>
                    <a:pt x="341630" y="6350"/>
                  </a:moveTo>
                  <a:lnTo>
                    <a:pt x="341617" y="3810"/>
                  </a:lnTo>
                  <a:lnTo>
                    <a:pt x="341617" y="1270"/>
                  </a:lnTo>
                  <a:lnTo>
                    <a:pt x="341617" y="0"/>
                  </a:lnTo>
                  <a:lnTo>
                    <a:pt x="0" y="0"/>
                  </a:lnTo>
                  <a:lnTo>
                    <a:pt x="0" y="1270"/>
                  </a:lnTo>
                  <a:lnTo>
                    <a:pt x="1270" y="1270"/>
                  </a:lnTo>
                  <a:lnTo>
                    <a:pt x="1270" y="3810"/>
                  </a:lnTo>
                  <a:lnTo>
                    <a:pt x="2540" y="3810"/>
                  </a:lnTo>
                  <a:lnTo>
                    <a:pt x="2540" y="6350"/>
                  </a:lnTo>
                  <a:lnTo>
                    <a:pt x="3810" y="6350"/>
                  </a:lnTo>
                  <a:lnTo>
                    <a:pt x="3810" y="7620"/>
                  </a:lnTo>
                  <a:lnTo>
                    <a:pt x="5080" y="7620"/>
                  </a:lnTo>
                  <a:lnTo>
                    <a:pt x="5080" y="10160"/>
                  </a:lnTo>
                  <a:lnTo>
                    <a:pt x="6350" y="10160"/>
                  </a:lnTo>
                  <a:lnTo>
                    <a:pt x="6350" y="11430"/>
                  </a:lnTo>
                  <a:lnTo>
                    <a:pt x="7620" y="11430"/>
                  </a:lnTo>
                  <a:lnTo>
                    <a:pt x="7620" y="12700"/>
                  </a:lnTo>
                  <a:lnTo>
                    <a:pt x="8890" y="12700"/>
                  </a:lnTo>
                  <a:lnTo>
                    <a:pt x="8890" y="13970"/>
                  </a:lnTo>
                  <a:lnTo>
                    <a:pt x="10160" y="13970"/>
                  </a:lnTo>
                  <a:lnTo>
                    <a:pt x="10160" y="15240"/>
                  </a:lnTo>
                  <a:lnTo>
                    <a:pt x="11430" y="15240"/>
                  </a:lnTo>
                  <a:lnTo>
                    <a:pt x="11430" y="16510"/>
                  </a:lnTo>
                  <a:lnTo>
                    <a:pt x="12700" y="16510"/>
                  </a:lnTo>
                  <a:lnTo>
                    <a:pt x="12700" y="17780"/>
                  </a:lnTo>
                  <a:lnTo>
                    <a:pt x="13970" y="17780"/>
                  </a:lnTo>
                  <a:lnTo>
                    <a:pt x="13970" y="19050"/>
                  </a:lnTo>
                  <a:lnTo>
                    <a:pt x="15240" y="19050"/>
                  </a:lnTo>
                  <a:lnTo>
                    <a:pt x="15240" y="20320"/>
                  </a:lnTo>
                  <a:lnTo>
                    <a:pt x="181610" y="20320"/>
                  </a:lnTo>
                  <a:lnTo>
                    <a:pt x="181610" y="19050"/>
                  </a:lnTo>
                  <a:lnTo>
                    <a:pt x="184150" y="19050"/>
                  </a:lnTo>
                  <a:lnTo>
                    <a:pt x="184150" y="20320"/>
                  </a:lnTo>
                  <a:lnTo>
                    <a:pt x="341630" y="20320"/>
                  </a:lnTo>
                  <a:lnTo>
                    <a:pt x="341630" y="19050"/>
                  </a:lnTo>
                  <a:lnTo>
                    <a:pt x="341630" y="17780"/>
                  </a:lnTo>
                  <a:lnTo>
                    <a:pt x="341630" y="7620"/>
                  </a:lnTo>
                  <a:lnTo>
                    <a:pt x="341630" y="6350"/>
                  </a:lnTo>
                  <a:close/>
                </a:path>
              </a:pathLst>
            </a:custGeom>
            <a:solidFill>
              <a:srgbClr val="1B1B2E"/>
            </a:solidFill>
          </p:spPr>
          <p:txBody>
            <a:bodyPr wrap="square" lIns="0" tIns="0" rIns="0" bIns="0" rtlCol="0"/>
            <a:lstStyle/>
            <a:p/>
          </p:txBody>
        </p:sp>
        <p:sp>
          <p:nvSpPr>
            <p:cNvPr id="837" name="object 837"/>
            <p:cNvSpPr/>
            <p:nvPr/>
          </p:nvSpPr>
          <p:spPr>
            <a:xfrm>
              <a:off x="8338820" y="1631949"/>
              <a:ext cx="387350" cy="27940"/>
            </a:xfrm>
            <a:custGeom>
              <a:avLst/>
              <a:gdLst/>
              <a:ahLst/>
              <a:cxnLst/>
              <a:rect l="l" t="t" r="r" b="b"/>
              <a:pathLst>
                <a:path w="387350" h="27939">
                  <a:moveTo>
                    <a:pt x="31750" y="26670"/>
                  </a:moveTo>
                  <a:lnTo>
                    <a:pt x="25400" y="26670"/>
                  </a:lnTo>
                  <a:lnTo>
                    <a:pt x="25400" y="25400"/>
                  </a:lnTo>
                  <a:lnTo>
                    <a:pt x="19050" y="25400"/>
                  </a:lnTo>
                  <a:lnTo>
                    <a:pt x="19050" y="24130"/>
                  </a:lnTo>
                  <a:lnTo>
                    <a:pt x="11430" y="24130"/>
                  </a:lnTo>
                  <a:lnTo>
                    <a:pt x="11430" y="22860"/>
                  </a:lnTo>
                  <a:lnTo>
                    <a:pt x="5080" y="22860"/>
                  </a:lnTo>
                  <a:lnTo>
                    <a:pt x="5080" y="21590"/>
                  </a:lnTo>
                  <a:lnTo>
                    <a:pt x="1270" y="21590"/>
                  </a:lnTo>
                  <a:lnTo>
                    <a:pt x="1270" y="20320"/>
                  </a:lnTo>
                  <a:lnTo>
                    <a:pt x="0" y="20320"/>
                  </a:lnTo>
                  <a:lnTo>
                    <a:pt x="0" y="21590"/>
                  </a:lnTo>
                  <a:lnTo>
                    <a:pt x="0" y="22860"/>
                  </a:lnTo>
                  <a:lnTo>
                    <a:pt x="0" y="24130"/>
                  </a:lnTo>
                  <a:lnTo>
                    <a:pt x="0" y="25400"/>
                  </a:lnTo>
                  <a:lnTo>
                    <a:pt x="0" y="26670"/>
                  </a:lnTo>
                  <a:lnTo>
                    <a:pt x="0" y="27940"/>
                  </a:lnTo>
                  <a:lnTo>
                    <a:pt x="31750" y="27940"/>
                  </a:lnTo>
                  <a:lnTo>
                    <a:pt x="31750" y="26670"/>
                  </a:lnTo>
                  <a:close/>
                </a:path>
                <a:path w="387350" h="27939">
                  <a:moveTo>
                    <a:pt x="173990" y="26797"/>
                  </a:moveTo>
                  <a:lnTo>
                    <a:pt x="111760" y="26797"/>
                  </a:lnTo>
                  <a:lnTo>
                    <a:pt x="111760" y="27940"/>
                  </a:lnTo>
                  <a:lnTo>
                    <a:pt x="173990" y="27940"/>
                  </a:lnTo>
                  <a:lnTo>
                    <a:pt x="173990" y="26797"/>
                  </a:lnTo>
                  <a:close/>
                </a:path>
                <a:path w="387350" h="27939">
                  <a:moveTo>
                    <a:pt x="182880" y="22987"/>
                  </a:moveTo>
                  <a:lnTo>
                    <a:pt x="101600" y="22987"/>
                  </a:lnTo>
                  <a:lnTo>
                    <a:pt x="101600" y="24130"/>
                  </a:lnTo>
                  <a:lnTo>
                    <a:pt x="104140" y="24130"/>
                  </a:lnTo>
                  <a:lnTo>
                    <a:pt x="104140" y="25527"/>
                  </a:lnTo>
                  <a:lnTo>
                    <a:pt x="105410" y="25527"/>
                  </a:lnTo>
                  <a:lnTo>
                    <a:pt x="105410" y="26670"/>
                  </a:lnTo>
                  <a:lnTo>
                    <a:pt x="173990" y="26670"/>
                  </a:lnTo>
                  <a:lnTo>
                    <a:pt x="173990" y="26797"/>
                  </a:lnTo>
                  <a:lnTo>
                    <a:pt x="176530" y="26797"/>
                  </a:lnTo>
                  <a:lnTo>
                    <a:pt x="176530" y="26670"/>
                  </a:lnTo>
                  <a:lnTo>
                    <a:pt x="176530" y="25527"/>
                  </a:lnTo>
                  <a:lnTo>
                    <a:pt x="179057" y="25527"/>
                  </a:lnTo>
                  <a:lnTo>
                    <a:pt x="179057" y="24130"/>
                  </a:lnTo>
                  <a:lnTo>
                    <a:pt x="182880" y="24130"/>
                  </a:lnTo>
                  <a:lnTo>
                    <a:pt x="182880" y="22987"/>
                  </a:lnTo>
                  <a:close/>
                </a:path>
                <a:path w="387350" h="27939">
                  <a:moveTo>
                    <a:pt x="186690" y="20447"/>
                  </a:moveTo>
                  <a:lnTo>
                    <a:pt x="96520" y="20447"/>
                  </a:lnTo>
                  <a:lnTo>
                    <a:pt x="96520" y="21717"/>
                  </a:lnTo>
                  <a:lnTo>
                    <a:pt x="97790" y="21717"/>
                  </a:lnTo>
                  <a:lnTo>
                    <a:pt x="97790" y="22860"/>
                  </a:lnTo>
                  <a:lnTo>
                    <a:pt x="182880" y="22860"/>
                  </a:lnTo>
                  <a:lnTo>
                    <a:pt x="182880" y="22987"/>
                  </a:lnTo>
                  <a:lnTo>
                    <a:pt x="185407" y="22987"/>
                  </a:lnTo>
                  <a:lnTo>
                    <a:pt x="185407" y="22860"/>
                  </a:lnTo>
                  <a:lnTo>
                    <a:pt x="185407" y="21717"/>
                  </a:lnTo>
                  <a:lnTo>
                    <a:pt x="186690" y="21717"/>
                  </a:lnTo>
                  <a:lnTo>
                    <a:pt x="186690" y="20447"/>
                  </a:lnTo>
                  <a:close/>
                </a:path>
                <a:path w="387350" h="27939">
                  <a:moveTo>
                    <a:pt x="194310" y="16637"/>
                  </a:moveTo>
                  <a:lnTo>
                    <a:pt x="88900" y="16637"/>
                  </a:lnTo>
                  <a:lnTo>
                    <a:pt x="88900" y="17780"/>
                  </a:lnTo>
                  <a:lnTo>
                    <a:pt x="91440" y="17780"/>
                  </a:lnTo>
                  <a:lnTo>
                    <a:pt x="91440" y="19177"/>
                  </a:lnTo>
                  <a:lnTo>
                    <a:pt x="93980" y="19177"/>
                  </a:lnTo>
                  <a:lnTo>
                    <a:pt x="93980" y="20320"/>
                  </a:lnTo>
                  <a:lnTo>
                    <a:pt x="186690" y="20320"/>
                  </a:lnTo>
                  <a:lnTo>
                    <a:pt x="186690" y="20447"/>
                  </a:lnTo>
                  <a:lnTo>
                    <a:pt x="189230" y="20447"/>
                  </a:lnTo>
                  <a:lnTo>
                    <a:pt x="189230" y="20320"/>
                  </a:lnTo>
                  <a:lnTo>
                    <a:pt x="189230" y="19177"/>
                  </a:lnTo>
                  <a:lnTo>
                    <a:pt x="191757" y="19177"/>
                  </a:lnTo>
                  <a:lnTo>
                    <a:pt x="191757" y="17780"/>
                  </a:lnTo>
                  <a:lnTo>
                    <a:pt x="194310" y="17780"/>
                  </a:lnTo>
                  <a:lnTo>
                    <a:pt x="194310" y="16637"/>
                  </a:lnTo>
                  <a:close/>
                </a:path>
                <a:path w="387350" h="27939">
                  <a:moveTo>
                    <a:pt x="198107" y="14097"/>
                  </a:moveTo>
                  <a:lnTo>
                    <a:pt x="85090" y="14097"/>
                  </a:lnTo>
                  <a:lnTo>
                    <a:pt x="85090" y="15367"/>
                  </a:lnTo>
                  <a:lnTo>
                    <a:pt x="87630" y="15367"/>
                  </a:lnTo>
                  <a:lnTo>
                    <a:pt x="87630" y="16510"/>
                  </a:lnTo>
                  <a:lnTo>
                    <a:pt x="194310" y="16510"/>
                  </a:lnTo>
                  <a:lnTo>
                    <a:pt x="194310" y="16637"/>
                  </a:lnTo>
                  <a:lnTo>
                    <a:pt x="195580" y="16637"/>
                  </a:lnTo>
                  <a:lnTo>
                    <a:pt x="195580" y="16510"/>
                  </a:lnTo>
                  <a:lnTo>
                    <a:pt x="195580" y="15367"/>
                  </a:lnTo>
                  <a:lnTo>
                    <a:pt x="198107" y="15367"/>
                  </a:lnTo>
                  <a:lnTo>
                    <a:pt x="198107" y="14097"/>
                  </a:lnTo>
                  <a:close/>
                </a:path>
                <a:path w="387350" h="27939">
                  <a:moveTo>
                    <a:pt x="203200" y="10287"/>
                  </a:moveTo>
                  <a:lnTo>
                    <a:pt x="80010" y="10287"/>
                  </a:lnTo>
                  <a:lnTo>
                    <a:pt x="80010" y="11430"/>
                  </a:lnTo>
                  <a:lnTo>
                    <a:pt x="81280" y="11430"/>
                  </a:lnTo>
                  <a:lnTo>
                    <a:pt x="81280" y="12827"/>
                  </a:lnTo>
                  <a:lnTo>
                    <a:pt x="83820" y="12827"/>
                  </a:lnTo>
                  <a:lnTo>
                    <a:pt x="83820" y="13970"/>
                  </a:lnTo>
                  <a:lnTo>
                    <a:pt x="198107" y="13970"/>
                  </a:lnTo>
                  <a:lnTo>
                    <a:pt x="198107" y="14097"/>
                  </a:lnTo>
                  <a:lnTo>
                    <a:pt x="199390" y="14097"/>
                  </a:lnTo>
                  <a:lnTo>
                    <a:pt x="199390" y="13970"/>
                  </a:lnTo>
                  <a:lnTo>
                    <a:pt x="199390" y="12827"/>
                  </a:lnTo>
                  <a:lnTo>
                    <a:pt x="200660" y="12827"/>
                  </a:lnTo>
                  <a:lnTo>
                    <a:pt x="200660" y="11430"/>
                  </a:lnTo>
                  <a:lnTo>
                    <a:pt x="203200" y="11430"/>
                  </a:lnTo>
                  <a:lnTo>
                    <a:pt x="203200" y="10287"/>
                  </a:lnTo>
                  <a:close/>
                </a:path>
                <a:path w="387350" h="27939">
                  <a:moveTo>
                    <a:pt x="207010" y="7747"/>
                  </a:moveTo>
                  <a:lnTo>
                    <a:pt x="77470" y="7747"/>
                  </a:lnTo>
                  <a:lnTo>
                    <a:pt x="77470" y="9017"/>
                  </a:lnTo>
                  <a:lnTo>
                    <a:pt x="78740" y="9017"/>
                  </a:lnTo>
                  <a:lnTo>
                    <a:pt x="78740" y="10160"/>
                  </a:lnTo>
                  <a:lnTo>
                    <a:pt x="203200" y="10160"/>
                  </a:lnTo>
                  <a:lnTo>
                    <a:pt x="203200" y="10287"/>
                  </a:lnTo>
                  <a:lnTo>
                    <a:pt x="204457" y="10287"/>
                  </a:lnTo>
                  <a:lnTo>
                    <a:pt x="204457" y="10160"/>
                  </a:lnTo>
                  <a:lnTo>
                    <a:pt x="204457" y="9017"/>
                  </a:lnTo>
                  <a:lnTo>
                    <a:pt x="207010" y="9017"/>
                  </a:lnTo>
                  <a:lnTo>
                    <a:pt x="207010" y="7747"/>
                  </a:lnTo>
                  <a:close/>
                </a:path>
                <a:path w="387350" h="27939">
                  <a:moveTo>
                    <a:pt x="212090" y="3937"/>
                  </a:moveTo>
                  <a:lnTo>
                    <a:pt x="72390" y="3937"/>
                  </a:lnTo>
                  <a:lnTo>
                    <a:pt x="72390" y="5080"/>
                  </a:lnTo>
                  <a:lnTo>
                    <a:pt x="73660" y="5080"/>
                  </a:lnTo>
                  <a:lnTo>
                    <a:pt x="73660" y="6477"/>
                  </a:lnTo>
                  <a:lnTo>
                    <a:pt x="74930" y="6477"/>
                  </a:lnTo>
                  <a:lnTo>
                    <a:pt x="74930" y="7620"/>
                  </a:lnTo>
                  <a:lnTo>
                    <a:pt x="207010" y="7620"/>
                  </a:lnTo>
                  <a:lnTo>
                    <a:pt x="207010" y="7747"/>
                  </a:lnTo>
                  <a:lnTo>
                    <a:pt x="208280" y="7747"/>
                  </a:lnTo>
                  <a:lnTo>
                    <a:pt x="208280" y="7620"/>
                  </a:lnTo>
                  <a:lnTo>
                    <a:pt x="208280" y="6477"/>
                  </a:lnTo>
                  <a:lnTo>
                    <a:pt x="209550" y="6477"/>
                  </a:lnTo>
                  <a:lnTo>
                    <a:pt x="209550" y="5080"/>
                  </a:lnTo>
                  <a:lnTo>
                    <a:pt x="212090" y="5080"/>
                  </a:lnTo>
                  <a:lnTo>
                    <a:pt x="212090" y="3937"/>
                  </a:lnTo>
                  <a:close/>
                </a:path>
                <a:path w="387350" h="27939">
                  <a:moveTo>
                    <a:pt x="214630" y="1397"/>
                  </a:moveTo>
                  <a:lnTo>
                    <a:pt x="69850" y="1397"/>
                  </a:lnTo>
                  <a:lnTo>
                    <a:pt x="69850" y="2667"/>
                  </a:lnTo>
                  <a:lnTo>
                    <a:pt x="71120" y="2667"/>
                  </a:lnTo>
                  <a:lnTo>
                    <a:pt x="71120" y="3810"/>
                  </a:lnTo>
                  <a:lnTo>
                    <a:pt x="212090" y="3810"/>
                  </a:lnTo>
                  <a:lnTo>
                    <a:pt x="212090" y="3937"/>
                  </a:lnTo>
                  <a:lnTo>
                    <a:pt x="213360" y="3937"/>
                  </a:lnTo>
                  <a:lnTo>
                    <a:pt x="213360" y="3810"/>
                  </a:lnTo>
                  <a:lnTo>
                    <a:pt x="213360" y="2667"/>
                  </a:lnTo>
                  <a:lnTo>
                    <a:pt x="214630" y="2667"/>
                  </a:lnTo>
                  <a:lnTo>
                    <a:pt x="214630" y="1397"/>
                  </a:lnTo>
                  <a:close/>
                </a:path>
                <a:path w="387350" h="27939">
                  <a:moveTo>
                    <a:pt x="217157" y="0"/>
                  </a:moveTo>
                  <a:lnTo>
                    <a:pt x="215900" y="0"/>
                  </a:lnTo>
                  <a:lnTo>
                    <a:pt x="68580" y="0"/>
                  </a:lnTo>
                  <a:lnTo>
                    <a:pt x="67310" y="0"/>
                  </a:lnTo>
                  <a:lnTo>
                    <a:pt x="67310" y="127"/>
                  </a:lnTo>
                  <a:lnTo>
                    <a:pt x="68580" y="127"/>
                  </a:lnTo>
                  <a:lnTo>
                    <a:pt x="68580" y="1270"/>
                  </a:lnTo>
                  <a:lnTo>
                    <a:pt x="214630" y="1270"/>
                  </a:lnTo>
                  <a:lnTo>
                    <a:pt x="214630" y="1397"/>
                  </a:lnTo>
                  <a:lnTo>
                    <a:pt x="215900" y="1397"/>
                  </a:lnTo>
                  <a:lnTo>
                    <a:pt x="215900" y="1270"/>
                  </a:lnTo>
                  <a:lnTo>
                    <a:pt x="215900" y="127"/>
                  </a:lnTo>
                  <a:lnTo>
                    <a:pt x="217157" y="127"/>
                  </a:lnTo>
                  <a:lnTo>
                    <a:pt x="217157" y="0"/>
                  </a:lnTo>
                  <a:close/>
                </a:path>
                <a:path w="387350" h="27939">
                  <a:moveTo>
                    <a:pt x="387350" y="26797"/>
                  </a:moveTo>
                  <a:lnTo>
                    <a:pt x="228600" y="26797"/>
                  </a:lnTo>
                  <a:lnTo>
                    <a:pt x="228600" y="27940"/>
                  </a:lnTo>
                  <a:lnTo>
                    <a:pt x="387350" y="27940"/>
                  </a:lnTo>
                  <a:lnTo>
                    <a:pt x="387350" y="26797"/>
                  </a:lnTo>
                  <a:close/>
                </a:path>
                <a:path w="387350" h="27939">
                  <a:moveTo>
                    <a:pt x="387350" y="22987"/>
                  </a:moveTo>
                  <a:lnTo>
                    <a:pt x="228600" y="22987"/>
                  </a:lnTo>
                  <a:lnTo>
                    <a:pt x="228600" y="26670"/>
                  </a:lnTo>
                  <a:lnTo>
                    <a:pt x="387350" y="26670"/>
                  </a:lnTo>
                  <a:lnTo>
                    <a:pt x="387350" y="22987"/>
                  </a:lnTo>
                  <a:close/>
                </a:path>
                <a:path w="387350" h="27939">
                  <a:moveTo>
                    <a:pt x="387350" y="16637"/>
                  </a:moveTo>
                  <a:lnTo>
                    <a:pt x="229870" y="16637"/>
                  </a:lnTo>
                  <a:lnTo>
                    <a:pt x="229870" y="20320"/>
                  </a:lnTo>
                  <a:lnTo>
                    <a:pt x="228600" y="20320"/>
                  </a:lnTo>
                  <a:lnTo>
                    <a:pt x="228600" y="22860"/>
                  </a:lnTo>
                  <a:lnTo>
                    <a:pt x="387350" y="22860"/>
                  </a:lnTo>
                  <a:lnTo>
                    <a:pt x="387350" y="20320"/>
                  </a:lnTo>
                  <a:lnTo>
                    <a:pt x="387350" y="16637"/>
                  </a:lnTo>
                  <a:close/>
                </a:path>
                <a:path w="387350" h="27939">
                  <a:moveTo>
                    <a:pt x="387350" y="14097"/>
                  </a:moveTo>
                  <a:lnTo>
                    <a:pt x="229870" y="14097"/>
                  </a:lnTo>
                  <a:lnTo>
                    <a:pt x="229870" y="16510"/>
                  </a:lnTo>
                  <a:lnTo>
                    <a:pt x="387350" y="16510"/>
                  </a:lnTo>
                  <a:lnTo>
                    <a:pt x="387350" y="14097"/>
                  </a:lnTo>
                  <a:close/>
                </a:path>
                <a:path w="387350" h="27939">
                  <a:moveTo>
                    <a:pt x="387350" y="10287"/>
                  </a:moveTo>
                  <a:lnTo>
                    <a:pt x="229870" y="10287"/>
                  </a:lnTo>
                  <a:lnTo>
                    <a:pt x="229870" y="13970"/>
                  </a:lnTo>
                  <a:lnTo>
                    <a:pt x="387350" y="13970"/>
                  </a:lnTo>
                  <a:lnTo>
                    <a:pt x="387350" y="10287"/>
                  </a:lnTo>
                  <a:close/>
                </a:path>
                <a:path w="387350" h="27939">
                  <a:moveTo>
                    <a:pt x="387350" y="7747"/>
                  </a:moveTo>
                  <a:lnTo>
                    <a:pt x="229870" y="7747"/>
                  </a:lnTo>
                  <a:lnTo>
                    <a:pt x="229870" y="10160"/>
                  </a:lnTo>
                  <a:lnTo>
                    <a:pt x="387350" y="10160"/>
                  </a:lnTo>
                  <a:lnTo>
                    <a:pt x="387350" y="7747"/>
                  </a:lnTo>
                  <a:close/>
                </a:path>
                <a:path w="387350" h="27939">
                  <a:moveTo>
                    <a:pt x="387350" y="3937"/>
                  </a:moveTo>
                  <a:lnTo>
                    <a:pt x="229870" y="3937"/>
                  </a:lnTo>
                  <a:lnTo>
                    <a:pt x="229870" y="7620"/>
                  </a:lnTo>
                  <a:lnTo>
                    <a:pt x="387350" y="7620"/>
                  </a:lnTo>
                  <a:lnTo>
                    <a:pt x="387350" y="3937"/>
                  </a:lnTo>
                  <a:close/>
                </a:path>
                <a:path w="387350" h="27939">
                  <a:moveTo>
                    <a:pt x="387350" y="1397"/>
                  </a:moveTo>
                  <a:lnTo>
                    <a:pt x="229870" y="1397"/>
                  </a:lnTo>
                  <a:lnTo>
                    <a:pt x="229870" y="3810"/>
                  </a:lnTo>
                  <a:lnTo>
                    <a:pt x="387350" y="3810"/>
                  </a:lnTo>
                  <a:lnTo>
                    <a:pt x="387350" y="1397"/>
                  </a:lnTo>
                  <a:close/>
                </a:path>
                <a:path w="387350" h="27939">
                  <a:moveTo>
                    <a:pt x="387350" y="0"/>
                  </a:moveTo>
                  <a:lnTo>
                    <a:pt x="229870" y="0"/>
                  </a:lnTo>
                  <a:lnTo>
                    <a:pt x="229870" y="1270"/>
                  </a:lnTo>
                  <a:lnTo>
                    <a:pt x="387350" y="1270"/>
                  </a:lnTo>
                  <a:lnTo>
                    <a:pt x="387350" y="0"/>
                  </a:lnTo>
                  <a:close/>
                </a:path>
              </a:pathLst>
            </a:custGeom>
            <a:solidFill>
              <a:srgbClr val="1B1B2F"/>
            </a:solidFill>
          </p:spPr>
          <p:txBody>
            <a:bodyPr wrap="square" lIns="0" tIns="0" rIns="0" bIns="0" rtlCol="0"/>
            <a:lstStyle/>
            <a:p/>
          </p:txBody>
        </p:sp>
        <p:sp>
          <p:nvSpPr>
            <p:cNvPr id="838" name="object 838"/>
            <p:cNvSpPr/>
            <p:nvPr/>
          </p:nvSpPr>
          <p:spPr>
            <a:xfrm>
              <a:off x="8337550" y="1659889"/>
              <a:ext cx="388620" cy="29209"/>
            </a:xfrm>
            <a:custGeom>
              <a:avLst/>
              <a:gdLst/>
              <a:ahLst/>
              <a:cxnLst/>
              <a:rect l="l" t="t" r="r" b="b"/>
              <a:pathLst>
                <a:path w="388620" h="29210">
                  <a:moveTo>
                    <a:pt x="86360" y="8890"/>
                  </a:moveTo>
                  <a:lnTo>
                    <a:pt x="80010" y="8890"/>
                  </a:lnTo>
                  <a:lnTo>
                    <a:pt x="80010" y="7620"/>
                  </a:lnTo>
                  <a:lnTo>
                    <a:pt x="73660" y="7620"/>
                  </a:lnTo>
                  <a:lnTo>
                    <a:pt x="73660" y="6350"/>
                  </a:lnTo>
                  <a:lnTo>
                    <a:pt x="67310" y="6350"/>
                  </a:lnTo>
                  <a:lnTo>
                    <a:pt x="67310" y="5080"/>
                  </a:lnTo>
                  <a:lnTo>
                    <a:pt x="59690" y="5080"/>
                  </a:lnTo>
                  <a:lnTo>
                    <a:pt x="59690" y="3810"/>
                  </a:lnTo>
                  <a:lnTo>
                    <a:pt x="53340" y="3810"/>
                  </a:lnTo>
                  <a:lnTo>
                    <a:pt x="53340" y="2540"/>
                  </a:lnTo>
                  <a:lnTo>
                    <a:pt x="46990" y="2540"/>
                  </a:lnTo>
                  <a:lnTo>
                    <a:pt x="46990" y="1270"/>
                  </a:lnTo>
                  <a:lnTo>
                    <a:pt x="39370" y="1270"/>
                  </a:lnTo>
                  <a:lnTo>
                    <a:pt x="39370" y="0"/>
                  </a:lnTo>
                  <a:lnTo>
                    <a:pt x="1270" y="0"/>
                  </a:lnTo>
                  <a:lnTo>
                    <a:pt x="1270" y="10160"/>
                  </a:lnTo>
                  <a:lnTo>
                    <a:pt x="86360" y="10160"/>
                  </a:lnTo>
                  <a:lnTo>
                    <a:pt x="86360" y="8890"/>
                  </a:lnTo>
                  <a:close/>
                </a:path>
                <a:path w="388620" h="29210">
                  <a:moveTo>
                    <a:pt x="151130" y="22860"/>
                  </a:moveTo>
                  <a:lnTo>
                    <a:pt x="149860" y="22860"/>
                  </a:lnTo>
                  <a:lnTo>
                    <a:pt x="149860" y="20320"/>
                  </a:lnTo>
                  <a:lnTo>
                    <a:pt x="140970" y="20320"/>
                  </a:lnTo>
                  <a:lnTo>
                    <a:pt x="140970" y="19050"/>
                  </a:lnTo>
                  <a:lnTo>
                    <a:pt x="133350" y="19050"/>
                  </a:lnTo>
                  <a:lnTo>
                    <a:pt x="133350" y="17780"/>
                  </a:lnTo>
                  <a:lnTo>
                    <a:pt x="127000" y="17780"/>
                  </a:lnTo>
                  <a:lnTo>
                    <a:pt x="127000" y="16510"/>
                  </a:lnTo>
                  <a:lnTo>
                    <a:pt x="120650" y="16510"/>
                  </a:lnTo>
                  <a:lnTo>
                    <a:pt x="120650" y="15240"/>
                  </a:lnTo>
                  <a:lnTo>
                    <a:pt x="113030" y="15240"/>
                  </a:lnTo>
                  <a:lnTo>
                    <a:pt x="113030" y="13970"/>
                  </a:lnTo>
                  <a:lnTo>
                    <a:pt x="106680" y="13970"/>
                  </a:lnTo>
                  <a:lnTo>
                    <a:pt x="106680" y="12700"/>
                  </a:lnTo>
                  <a:lnTo>
                    <a:pt x="100330" y="12700"/>
                  </a:lnTo>
                  <a:lnTo>
                    <a:pt x="100330" y="11430"/>
                  </a:lnTo>
                  <a:lnTo>
                    <a:pt x="93980" y="11430"/>
                  </a:lnTo>
                  <a:lnTo>
                    <a:pt x="93980" y="10287"/>
                  </a:lnTo>
                  <a:lnTo>
                    <a:pt x="0" y="10287"/>
                  </a:lnTo>
                  <a:lnTo>
                    <a:pt x="0" y="11430"/>
                  </a:lnTo>
                  <a:lnTo>
                    <a:pt x="0" y="12700"/>
                  </a:lnTo>
                  <a:lnTo>
                    <a:pt x="0" y="27940"/>
                  </a:lnTo>
                  <a:lnTo>
                    <a:pt x="151130" y="27940"/>
                  </a:lnTo>
                  <a:lnTo>
                    <a:pt x="151130" y="22860"/>
                  </a:lnTo>
                  <a:close/>
                </a:path>
                <a:path w="388620" h="29210">
                  <a:moveTo>
                    <a:pt x="152400" y="27952"/>
                  </a:moveTo>
                  <a:lnTo>
                    <a:pt x="0" y="27952"/>
                  </a:lnTo>
                  <a:lnTo>
                    <a:pt x="0" y="29210"/>
                  </a:lnTo>
                  <a:lnTo>
                    <a:pt x="152400" y="29210"/>
                  </a:lnTo>
                  <a:lnTo>
                    <a:pt x="152400" y="27952"/>
                  </a:lnTo>
                  <a:close/>
                </a:path>
                <a:path w="388620" h="29210">
                  <a:moveTo>
                    <a:pt x="162560" y="1397"/>
                  </a:moveTo>
                  <a:lnTo>
                    <a:pt x="121920" y="1397"/>
                  </a:lnTo>
                  <a:lnTo>
                    <a:pt x="121920" y="2540"/>
                  </a:lnTo>
                  <a:lnTo>
                    <a:pt x="124460" y="2540"/>
                  </a:lnTo>
                  <a:lnTo>
                    <a:pt x="124460" y="3937"/>
                  </a:lnTo>
                  <a:lnTo>
                    <a:pt x="133350" y="3937"/>
                  </a:lnTo>
                  <a:lnTo>
                    <a:pt x="133350" y="5207"/>
                  </a:lnTo>
                  <a:lnTo>
                    <a:pt x="152400" y="5207"/>
                  </a:lnTo>
                  <a:lnTo>
                    <a:pt x="152400" y="3937"/>
                  </a:lnTo>
                  <a:lnTo>
                    <a:pt x="160007" y="3937"/>
                  </a:lnTo>
                  <a:lnTo>
                    <a:pt x="160007" y="2540"/>
                  </a:lnTo>
                  <a:lnTo>
                    <a:pt x="162560" y="2540"/>
                  </a:lnTo>
                  <a:lnTo>
                    <a:pt x="162560" y="1397"/>
                  </a:lnTo>
                  <a:close/>
                </a:path>
                <a:path w="388620" h="29210">
                  <a:moveTo>
                    <a:pt x="175260" y="0"/>
                  </a:moveTo>
                  <a:lnTo>
                    <a:pt x="171450" y="0"/>
                  </a:lnTo>
                  <a:lnTo>
                    <a:pt x="115570" y="0"/>
                  </a:lnTo>
                  <a:lnTo>
                    <a:pt x="113030" y="0"/>
                  </a:lnTo>
                  <a:lnTo>
                    <a:pt x="113030" y="127"/>
                  </a:lnTo>
                  <a:lnTo>
                    <a:pt x="115570" y="127"/>
                  </a:lnTo>
                  <a:lnTo>
                    <a:pt x="115570" y="1270"/>
                  </a:lnTo>
                  <a:lnTo>
                    <a:pt x="162560" y="1270"/>
                  </a:lnTo>
                  <a:lnTo>
                    <a:pt x="162560" y="1397"/>
                  </a:lnTo>
                  <a:lnTo>
                    <a:pt x="171450" y="1397"/>
                  </a:lnTo>
                  <a:lnTo>
                    <a:pt x="171450" y="1270"/>
                  </a:lnTo>
                  <a:lnTo>
                    <a:pt x="171450" y="127"/>
                  </a:lnTo>
                  <a:lnTo>
                    <a:pt x="175260" y="127"/>
                  </a:lnTo>
                  <a:lnTo>
                    <a:pt x="175260" y="0"/>
                  </a:lnTo>
                  <a:close/>
                </a:path>
                <a:path w="388620" h="29210">
                  <a:moveTo>
                    <a:pt x="387350" y="27952"/>
                  </a:moveTo>
                  <a:lnTo>
                    <a:pt x="228600" y="27952"/>
                  </a:lnTo>
                  <a:lnTo>
                    <a:pt x="228600" y="29210"/>
                  </a:lnTo>
                  <a:lnTo>
                    <a:pt x="387350" y="29210"/>
                  </a:lnTo>
                  <a:lnTo>
                    <a:pt x="387350" y="27952"/>
                  </a:lnTo>
                  <a:close/>
                </a:path>
                <a:path w="388620" h="29210">
                  <a:moveTo>
                    <a:pt x="388620" y="11557"/>
                  </a:moveTo>
                  <a:lnTo>
                    <a:pt x="229870" y="11557"/>
                  </a:lnTo>
                  <a:lnTo>
                    <a:pt x="229870" y="13970"/>
                  </a:lnTo>
                  <a:lnTo>
                    <a:pt x="229870" y="16510"/>
                  </a:lnTo>
                  <a:lnTo>
                    <a:pt x="228600" y="16510"/>
                  </a:lnTo>
                  <a:lnTo>
                    <a:pt x="228600" y="17780"/>
                  </a:lnTo>
                  <a:lnTo>
                    <a:pt x="228600" y="19050"/>
                  </a:lnTo>
                  <a:lnTo>
                    <a:pt x="228600" y="27940"/>
                  </a:lnTo>
                  <a:lnTo>
                    <a:pt x="387350" y="27940"/>
                  </a:lnTo>
                  <a:lnTo>
                    <a:pt x="387350" y="19050"/>
                  </a:lnTo>
                  <a:lnTo>
                    <a:pt x="388620" y="19050"/>
                  </a:lnTo>
                  <a:lnTo>
                    <a:pt x="388620" y="17780"/>
                  </a:lnTo>
                  <a:lnTo>
                    <a:pt x="388620" y="16510"/>
                  </a:lnTo>
                  <a:lnTo>
                    <a:pt x="388620" y="13970"/>
                  </a:lnTo>
                  <a:lnTo>
                    <a:pt x="388620" y="11557"/>
                  </a:lnTo>
                  <a:close/>
                </a:path>
                <a:path w="388620" h="29210">
                  <a:moveTo>
                    <a:pt x="388620" y="7747"/>
                  </a:moveTo>
                  <a:lnTo>
                    <a:pt x="229870" y="7747"/>
                  </a:lnTo>
                  <a:lnTo>
                    <a:pt x="229870" y="11430"/>
                  </a:lnTo>
                  <a:lnTo>
                    <a:pt x="388620" y="11430"/>
                  </a:lnTo>
                  <a:lnTo>
                    <a:pt x="388620" y="7747"/>
                  </a:lnTo>
                  <a:close/>
                </a:path>
                <a:path w="388620" h="29210">
                  <a:moveTo>
                    <a:pt x="388620" y="5207"/>
                  </a:moveTo>
                  <a:lnTo>
                    <a:pt x="229870" y="5207"/>
                  </a:lnTo>
                  <a:lnTo>
                    <a:pt x="229870" y="7620"/>
                  </a:lnTo>
                  <a:lnTo>
                    <a:pt x="388620" y="7620"/>
                  </a:lnTo>
                  <a:lnTo>
                    <a:pt x="388620" y="5207"/>
                  </a:lnTo>
                  <a:close/>
                </a:path>
                <a:path w="388620" h="29210">
                  <a:moveTo>
                    <a:pt x="388620" y="1397"/>
                  </a:moveTo>
                  <a:lnTo>
                    <a:pt x="229870" y="1397"/>
                  </a:lnTo>
                  <a:lnTo>
                    <a:pt x="229870" y="5080"/>
                  </a:lnTo>
                  <a:lnTo>
                    <a:pt x="388620" y="5080"/>
                  </a:lnTo>
                  <a:lnTo>
                    <a:pt x="388620" y="1397"/>
                  </a:lnTo>
                  <a:close/>
                </a:path>
                <a:path w="388620" h="29210">
                  <a:moveTo>
                    <a:pt x="388620" y="0"/>
                  </a:moveTo>
                  <a:lnTo>
                    <a:pt x="229870" y="0"/>
                  </a:lnTo>
                  <a:lnTo>
                    <a:pt x="229870" y="1270"/>
                  </a:lnTo>
                  <a:lnTo>
                    <a:pt x="388620" y="1270"/>
                  </a:lnTo>
                  <a:lnTo>
                    <a:pt x="388620" y="0"/>
                  </a:lnTo>
                  <a:close/>
                </a:path>
              </a:pathLst>
            </a:custGeom>
            <a:solidFill>
              <a:srgbClr val="1C1C30"/>
            </a:solidFill>
          </p:spPr>
          <p:txBody>
            <a:bodyPr wrap="square" lIns="0" tIns="0" rIns="0" bIns="0" rtlCol="0"/>
            <a:lstStyle/>
            <a:p/>
          </p:txBody>
        </p:sp>
        <p:sp>
          <p:nvSpPr>
            <p:cNvPr id="839" name="object 839"/>
            <p:cNvSpPr/>
            <p:nvPr/>
          </p:nvSpPr>
          <p:spPr>
            <a:xfrm>
              <a:off x="8337550" y="1689099"/>
              <a:ext cx="387350" cy="27940"/>
            </a:xfrm>
            <a:custGeom>
              <a:avLst/>
              <a:gdLst/>
              <a:ahLst/>
              <a:cxnLst/>
              <a:rect l="l" t="t" r="r" b="b"/>
              <a:pathLst>
                <a:path w="387350" h="27939">
                  <a:moveTo>
                    <a:pt x="158750" y="26670"/>
                  </a:moveTo>
                  <a:lnTo>
                    <a:pt x="157480" y="26670"/>
                  </a:lnTo>
                  <a:lnTo>
                    <a:pt x="157480" y="22860"/>
                  </a:lnTo>
                  <a:lnTo>
                    <a:pt x="156210" y="22860"/>
                  </a:lnTo>
                  <a:lnTo>
                    <a:pt x="156210" y="17780"/>
                  </a:lnTo>
                  <a:lnTo>
                    <a:pt x="154940" y="17780"/>
                  </a:lnTo>
                  <a:lnTo>
                    <a:pt x="154940" y="10160"/>
                  </a:lnTo>
                  <a:lnTo>
                    <a:pt x="153670" y="10160"/>
                  </a:lnTo>
                  <a:lnTo>
                    <a:pt x="153670" y="5080"/>
                  </a:lnTo>
                  <a:lnTo>
                    <a:pt x="153670" y="3810"/>
                  </a:lnTo>
                  <a:lnTo>
                    <a:pt x="152400" y="3810"/>
                  </a:lnTo>
                  <a:lnTo>
                    <a:pt x="152400" y="0"/>
                  </a:lnTo>
                  <a:lnTo>
                    <a:pt x="0" y="0"/>
                  </a:lnTo>
                  <a:lnTo>
                    <a:pt x="0" y="27940"/>
                  </a:lnTo>
                  <a:lnTo>
                    <a:pt x="158750" y="27940"/>
                  </a:lnTo>
                  <a:lnTo>
                    <a:pt x="158750" y="26670"/>
                  </a:lnTo>
                  <a:close/>
                </a:path>
                <a:path w="387350" h="27939">
                  <a:moveTo>
                    <a:pt x="387350" y="0"/>
                  </a:moveTo>
                  <a:lnTo>
                    <a:pt x="228600" y="0"/>
                  </a:lnTo>
                  <a:lnTo>
                    <a:pt x="228600" y="3810"/>
                  </a:lnTo>
                  <a:lnTo>
                    <a:pt x="227330" y="3810"/>
                  </a:lnTo>
                  <a:lnTo>
                    <a:pt x="227330" y="5080"/>
                  </a:lnTo>
                  <a:lnTo>
                    <a:pt x="227330" y="7620"/>
                  </a:lnTo>
                  <a:lnTo>
                    <a:pt x="226060" y="7620"/>
                  </a:lnTo>
                  <a:lnTo>
                    <a:pt x="226060" y="15240"/>
                  </a:lnTo>
                  <a:lnTo>
                    <a:pt x="224790" y="15240"/>
                  </a:lnTo>
                  <a:lnTo>
                    <a:pt x="224790" y="19050"/>
                  </a:lnTo>
                  <a:lnTo>
                    <a:pt x="223520" y="19050"/>
                  </a:lnTo>
                  <a:lnTo>
                    <a:pt x="223520" y="25400"/>
                  </a:lnTo>
                  <a:lnTo>
                    <a:pt x="222250" y="25400"/>
                  </a:lnTo>
                  <a:lnTo>
                    <a:pt x="222250" y="27940"/>
                  </a:lnTo>
                  <a:lnTo>
                    <a:pt x="384810" y="27940"/>
                  </a:lnTo>
                  <a:lnTo>
                    <a:pt x="384810" y="25400"/>
                  </a:lnTo>
                  <a:lnTo>
                    <a:pt x="384810" y="19050"/>
                  </a:lnTo>
                  <a:lnTo>
                    <a:pt x="386080" y="19050"/>
                  </a:lnTo>
                  <a:lnTo>
                    <a:pt x="386080" y="15240"/>
                  </a:lnTo>
                  <a:lnTo>
                    <a:pt x="386080" y="7620"/>
                  </a:lnTo>
                  <a:lnTo>
                    <a:pt x="386080" y="5080"/>
                  </a:lnTo>
                  <a:lnTo>
                    <a:pt x="387350" y="5080"/>
                  </a:lnTo>
                  <a:lnTo>
                    <a:pt x="387350" y="3810"/>
                  </a:lnTo>
                  <a:lnTo>
                    <a:pt x="387350" y="0"/>
                  </a:lnTo>
                  <a:close/>
                </a:path>
              </a:pathLst>
            </a:custGeom>
            <a:solidFill>
              <a:srgbClr val="1C1C31"/>
            </a:solidFill>
          </p:spPr>
          <p:txBody>
            <a:bodyPr wrap="square" lIns="0" tIns="0" rIns="0" bIns="0" rtlCol="0"/>
            <a:lstStyle/>
            <a:p/>
          </p:txBody>
        </p:sp>
        <p:sp>
          <p:nvSpPr>
            <p:cNvPr id="840" name="object 840"/>
            <p:cNvSpPr/>
            <p:nvPr/>
          </p:nvSpPr>
          <p:spPr>
            <a:xfrm>
              <a:off x="8337550" y="1717039"/>
              <a:ext cx="384810" cy="57150"/>
            </a:xfrm>
            <a:custGeom>
              <a:avLst/>
              <a:gdLst/>
              <a:ahLst/>
              <a:cxnLst/>
              <a:rect l="l" t="t" r="r" b="b"/>
              <a:pathLst>
                <a:path w="384809" h="57150">
                  <a:moveTo>
                    <a:pt x="373380" y="50800"/>
                  </a:moveTo>
                  <a:lnTo>
                    <a:pt x="5080" y="50800"/>
                  </a:lnTo>
                  <a:lnTo>
                    <a:pt x="5080" y="54610"/>
                  </a:lnTo>
                  <a:lnTo>
                    <a:pt x="6350" y="54610"/>
                  </a:lnTo>
                  <a:lnTo>
                    <a:pt x="6350" y="55880"/>
                  </a:lnTo>
                  <a:lnTo>
                    <a:pt x="6350" y="57150"/>
                  </a:lnTo>
                  <a:lnTo>
                    <a:pt x="372110" y="57150"/>
                  </a:lnTo>
                  <a:lnTo>
                    <a:pt x="372110" y="55880"/>
                  </a:lnTo>
                  <a:lnTo>
                    <a:pt x="373380" y="55880"/>
                  </a:lnTo>
                  <a:lnTo>
                    <a:pt x="373380" y="54610"/>
                  </a:lnTo>
                  <a:lnTo>
                    <a:pt x="373380" y="50800"/>
                  </a:lnTo>
                  <a:close/>
                </a:path>
                <a:path w="384809" h="57150">
                  <a:moveTo>
                    <a:pt x="379730" y="27952"/>
                  </a:moveTo>
                  <a:lnTo>
                    <a:pt x="1270" y="27952"/>
                  </a:lnTo>
                  <a:lnTo>
                    <a:pt x="1270" y="29210"/>
                  </a:lnTo>
                  <a:lnTo>
                    <a:pt x="1270" y="30480"/>
                  </a:lnTo>
                  <a:lnTo>
                    <a:pt x="2540" y="30480"/>
                  </a:lnTo>
                  <a:lnTo>
                    <a:pt x="2540" y="31750"/>
                  </a:lnTo>
                  <a:lnTo>
                    <a:pt x="2540" y="36830"/>
                  </a:lnTo>
                  <a:lnTo>
                    <a:pt x="2540" y="40640"/>
                  </a:lnTo>
                  <a:lnTo>
                    <a:pt x="377190" y="40640"/>
                  </a:lnTo>
                  <a:lnTo>
                    <a:pt x="377190" y="36830"/>
                  </a:lnTo>
                  <a:lnTo>
                    <a:pt x="378460" y="36830"/>
                  </a:lnTo>
                  <a:lnTo>
                    <a:pt x="378460" y="31750"/>
                  </a:lnTo>
                  <a:lnTo>
                    <a:pt x="379730" y="31750"/>
                  </a:lnTo>
                  <a:lnTo>
                    <a:pt x="379730" y="30480"/>
                  </a:lnTo>
                  <a:lnTo>
                    <a:pt x="379730" y="29210"/>
                  </a:lnTo>
                  <a:lnTo>
                    <a:pt x="379730" y="27952"/>
                  </a:lnTo>
                  <a:close/>
                </a:path>
                <a:path w="384809" h="57150">
                  <a:moveTo>
                    <a:pt x="384810" y="0"/>
                  </a:moveTo>
                  <a:lnTo>
                    <a:pt x="220980" y="0"/>
                  </a:lnTo>
                  <a:lnTo>
                    <a:pt x="220980" y="2540"/>
                  </a:lnTo>
                  <a:lnTo>
                    <a:pt x="219710" y="2540"/>
                  </a:lnTo>
                  <a:lnTo>
                    <a:pt x="219710" y="3810"/>
                  </a:lnTo>
                  <a:lnTo>
                    <a:pt x="218440" y="3810"/>
                  </a:lnTo>
                  <a:lnTo>
                    <a:pt x="218440" y="5080"/>
                  </a:lnTo>
                  <a:lnTo>
                    <a:pt x="217170" y="5080"/>
                  </a:lnTo>
                  <a:lnTo>
                    <a:pt x="217170" y="6350"/>
                  </a:lnTo>
                  <a:lnTo>
                    <a:pt x="215900" y="6350"/>
                  </a:lnTo>
                  <a:lnTo>
                    <a:pt x="215900" y="7620"/>
                  </a:lnTo>
                  <a:lnTo>
                    <a:pt x="214630" y="7620"/>
                  </a:lnTo>
                  <a:lnTo>
                    <a:pt x="214630" y="8890"/>
                  </a:lnTo>
                  <a:lnTo>
                    <a:pt x="213360" y="8890"/>
                  </a:lnTo>
                  <a:lnTo>
                    <a:pt x="213360" y="10160"/>
                  </a:lnTo>
                  <a:lnTo>
                    <a:pt x="212090" y="10160"/>
                  </a:lnTo>
                  <a:lnTo>
                    <a:pt x="212090" y="11430"/>
                  </a:lnTo>
                  <a:lnTo>
                    <a:pt x="209550" y="11430"/>
                  </a:lnTo>
                  <a:lnTo>
                    <a:pt x="209550" y="13970"/>
                  </a:lnTo>
                  <a:lnTo>
                    <a:pt x="208280" y="13970"/>
                  </a:lnTo>
                  <a:lnTo>
                    <a:pt x="208280" y="15240"/>
                  </a:lnTo>
                  <a:lnTo>
                    <a:pt x="203200" y="15240"/>
                  </a:lnTo>
                  <a:lnTo>
                    <a:pt x="203200" y="16510"/>
                  </a:lnTo>
                  <a:lnTo>
                    <a:pt x="199390" y="16510"/>
                  </a:lnTo>
                  <a:lnTo>
                    <a:pt x="199390" y="17780"/>
                  </a:lnTo>
                  <a:lnTo>
                    <a:pt x="194310" y="17780"/>
                  </a:lnTo>
                  <a:lnTo>
                    <a:pt x="194310" y="19050"/>
                  </a:lnTo>
                  <a:lnTo>
                    <a:pt x="181610" y="19050"/>
                  </a:lnTo>
                  <a:lnTo>
                    <a:pt x="181610" y="17780"/>
                  </a:lnTo>
                  <a:lnTo>
                    <a:pt x="177800" y="17780"/>
                  </a:lnTo>
                  <a:lnTo>
                    <a:pt x="177800" y="16510"/>
                  </a:lnTo>
                  <a:lnTo>
                    <a:pt x="173990" y="16510"/>
                  </a:lnTo>
                  <a:lnTo>
                    <a:pt x="173990" y="15240"/>
                  </a:lnTo>
                  <a:lnTo>
                    <a:pt x="172720" y="15240"/>
                  </a:lnTo>
                  <a:lnTo>
                    <a:pt x="172720" y="13970"/>
                  </a:lnTo>
                  <a:lnTo>
                    <a:pt x="171450" y="13970"/>
                  </a:lnTo>
                  <a:lnTo>
                    <a:pt x="171450" y="12700"/>
                  </a:lnTo>
                  <a:lnTo>
                    <a:pt x="167640" y="12700"/>
                  </a:lnTo>
                  <a:lnTo>
                    <a:pt x="167640" y="11430"/>
                  </a:lnTo>
                  <a:lnTo>
                    <a:pt x="166370" y="11430"/>
                  </a:lnTo>
                  <a:lnTo>
                    <a:pt x="166370" y="10160"/>
                  </a:lnTo>
                  <a:lnTo>
                    <a:pt x="165100" y="10160"/>
                  </a:lnTo>
                  <a:lnTo>
                    <a:pt x="165100" y="8890"/>
                  </a:lnTo>
                  <a:lnTo>
                    <a:pt x="163830" y="8890"/>
                  </a:lnTo>
                  <a:lnTo>
                    <a:pt x="163830" y="7620"/>
                  </a:lnTo>
                  <a:lnTo>
                    <a:pt x="162560" y="7620"/>
                  </a:lnTo>
                  <a:lnTo>
                    <a:pt x="162560" y="6350"/>
                  </a:lnTo>
                  <a:lnTo>
                    <a:pt x="161290" y="6350"/>
                  </a:lnTo>
                  <a:lnTo>
                    <a:pt x="161290" y="5080"/>
                  </a:lnTo>
                  <a:lnTo>
                    <a:pt x="160020" y="5080"/>
                  </a:lnTo>
                  <a:lnTo>
                    <a:pt x="160020" y="1270"/>
                  </a:lnTo>
                  <a:lnTo>
                    <a:pt x="158750" y="1270"/>
                  </a:lnTo>
                  <a:lnTo>
                    <a:pt x="158750" y="0"/>
                  </a:lnTo>
                  <a:lnTo>
                    <a:pt x="0" y="0"/>
                  </a:lnTo>
                  <a:lnTo>
                    <a:pt x="0" y="1270"/>
                  </a:lnTo>
                  <a:lnTo>
                    <a:pt x="0" y="5080"/>
                  </a:lnTo>
                  <a:lnTo>
                    <a:pt x="0" y="19050"/>
                  </a:lnTo>
                  <a:lnTo>
                    <a:pt x="1270" y="19050"/>
                  </a:lnTo>
                  <a:lnTo>
                    <a:pt x="1270" y="22860"/>
                  </a:lnTo>
                  <a:lnTo>
                    <a:pt x="1270" y="27940"/>
                  </a:lnTo>
                  <a:lnTo>
                    <a:pt x="381000" y="27940"/>
                  </a:lnTo>
                  <a:lnTo>
                    <a:pt x="381000" y="22860"/>
                  </a:lnTo>
                  <a:lnTo>
                    <a:pt x="382270" y="22860"/>
                  </a:lnTo>
                  <a:lnTo>
                    <a:pt x="382270" y="19050"/>
                  </a:lnTo>
                  <a:lnTo>
                    <a:pt x="382270" y="17780"/>
                  </a:lnTo>
                  <a:lnTo>
                    <a:pt x="382270" y="16510"/>
                  </a:lnTo>
                  <a:lnTo>
                    <a:pt x="382270" y="15240"/>
                  </a:lnTo>
                  <a:lnTo>
                    <a:pt x="383527" y="15240"/>
                  </a:lnTo>
                  <a:lnTo>
                    <a:pt x="383527" y="13970"/>
                  </a:lnTo>
                  <a:lnTo>
                    <a:pt x="383527" y="11430"/>
                  </a:lnTo>
                  <a:lnTo>
                    <a:pt x="383527" y="10160"/>
                  </a:lnTo>
                  <a:lnTo>
                    <a:pt x="383540" y="8890"/>
                  </a:lnTo>
                  <a:lnTo>
                    <a:pt x="383540" y="7620"/>
                  </a:lnTo>
                  <a:lnTo>
                    <a:pt x="383540" y="6350"/>
                  </a:lnTo>
                  <a:lnTo>
                    <a:pt x="383540" y="5080"/>
                  </a:lnTo>
                  <a:lnTo>
                    <a:pt x="384810" y="5080"/>
                  </a:lnTo>
                  <a:lnTo>
                    <a:pt x="384810" y="3810"/>
                  </a:lnTo>
                  <a:lnTo>
                    <a:pt x="384810" y="2540"/>
                  </a:lnTo>
                  <a:lnTo>
                    <a:pt x="384810" y="0"/>
                  </a:lnTo>
                  <a:close/>
                </a:path>
              </a:pathLst>
            </a:custGeom>
            <a:solidFill>
              <a:srgbClr val="1D1D33"/>
            </a:solidFill>
          </p:spPr>
          <p:txBody>
            <a:bodyPr wrap="square" lIns="0" tIns="0" rIns="0" bIns="0" rtlCol="0"/>
            <a:lstStyle/>
            <a:p/>
          </p:txBody>
        </p:sp>
      </p:grpSp>
      <p:grpSp>
        <p:nvGrpSpPr>
          <p:cNvPr id="841" name="object 841"/>
          <p:cNvGrpSpPr/>
          <p:nvPr/>
        </p:nvGrpSpPr>
        <p:grpSpPr>
          <a:xfrm>
            <a:off x="8341359" y="1757679"/>
            <a:ext cx="372110" cy="160020"/>
            <a:chOff x="8341359" y="1757679"/>
            <a:chExt cx="372110" cy="160020"/>
          </a:xfrm>
        </p:grpSpPr>
        <p:sp>
          <p:nvSpPr>
            <p:cNvPr id="842" name="object 842"/>
            <p:cNvSpPr/>
            <p:nvPr/>
          </p:nvSpPr>
          <p:spPr>
            <a:xfrm>
              <a:off x="8341360" y="1757679"/>
              <a:ext cx="372110" cy="10160"/>
            </a:xfrm>
            <a:custGeom>
              <a:avLst/>
              <a:gdLst/>
              <a:ahLst/>
              <a:cxnLst/>
              <a:rect l="l" t="t" r="r" b="b"/>
              <a:pathLst>
                <a:path w="372109" h="10160">
                  <a:moveTo>
                    <a:pt x="372097" y="0"/>
                  </a:moveTo>
                  <a:lnTo>
                    <a:pt x="0" y="0"/>
                  </a:lnTo>
                  <a:lnTo>
                    <a:pt x="0" y="5080"/>
                  </a:lnTo>
                  <a:lnTo>
                    <a:pt x="0" y="8890"/>
                  </a:lnTo>
                  <a:lnTo>
                    <a:pt x="1270" y="8890"/>
                  </a:lnTo>
                  <a:lnTo>
                    <a:pt x="1270" y="10160"/>
                  </a:lnTo>
                  <a:lnTo>
                    <a:pt x="370840" y="10160"/>
                  </a:lnTo>
                  <a:lnTo>
                    <a:pt x="370840" y="8890"/>
                  </a:lnTo>
                  <a:lnTo>
                    <a:pt x="370840" y="5080"/>
                  </a:lnTo>
                  <a:lnTo>
                    <a:pt x="372097" y="5080"/>
                  </a:lnTo>
                  <a:lnTo>
                    <a:pt x="372097" y="0"/>
                  </a:lnTo>
                  <a:close/>
                </a:path>
              </a:pathLst>
            </a:custGeom>
            <a:solidFill>
              <a:srgbClr val="1D1D33"/>
            </a:solidFill>
          </p:spPr>
          <p:txBody>
            <a:bodyPr wrap="square" lIns="0" tIns="0" rIns="0" bIns="0" rtlCol="0"/>
            <a:lstStyle/>
            <a:p/>
          </p:txBody>
        </p:sp>
        <p:sp>
          <p:nvSpPr>
            <p:cNvPr id="843" name="object 843"/>
            <p:cNvSpPr/>
            <p:nvPr/>
          </p:nvSpPr>
          <p:spPr>
            <a:xfrm>
              <a:off x="8343900" y="1774189"/>
              <a:ext cx="365760" cy="29209"/>
            </a:xfrm>
            <a:custGeom>
              <a:avLst/>
              <a:gdLst/>
              <a:ahLst/>
              <a:cxnLst/>
              <a:rect l="l" t="t" r="r" b="b"/>
              <a:pathLst>
                <a:path w="365759" h="29210">
                  <a:moveTo>
                    <a:pt x="365760" y="0"/>
                  </a:moveTo>
                  <a:lnTo>
                    <a:pt x="0" y="0"/>
                  </a:lnTo>
                  <a:lnTo>
                    <a:pt x="0" y="5080"/>
                  </a:lnTo>
                  <a:lnTo>
                    <a:pt x="1270" y="5080"/>
                  </a:lnTo>
                  <a:lnTo>
                    <a:pt x="1270" y="10160"/>
                  </a:lnTo>
                  <a:lnTo>
                    <a:pt x="1270" y="12700"/>
                  </a:lnTo>
                  <a:lnTo>
                    <a:pt x="2540" y="12700"/>
                  </a:lnTo>
                  <a:lnTo>
                    <a:pt x="2540" y="16510"/>
                  </a:lnTo>
                  <a:lnTo>
                    <a:pt x="2540" y="17780"/>
                  </a:lnTo>
                  <a:lnTo>
                    <a:pt x="3810" y="17780"/>
                  </a:lnTo>
                  <a:lnTo>
                    <a:pt x="3810" y="19050"/>
                  </a:lnTo>
                  <a:lnTo>
                    <a:pt x="3810" y="21590"/>
                  </a:lnTo>
                  <a:lnTo>
                    <a:pt x="5080" y="21590"/>
                  </a:lnTo>
                  <a:lnTo>
                    <a:pt x="5080" y="22860"/>
                  </a:lnTo>
                  <a:lnTo>
                    <a:pt x="5080" y="26670"/>
                  </a:lnTo>
                  <a:lnTo>
                    <a:pt x="6350" y="26670"/>
                  </a:lnTo>
                  <a:lnTo>
                    <a:pt x="6350" y="29210"/>
                  </a:lnTo>
                  <a:lnTo>
                    <a:pt x="356870" y="29210"/>
                  </a:lnTo>
                  <a:lnTo>
                    <a:pt x="356870" y="26670"/>
                  </a:lnTo>
                  <a:lnTo>
                    <a:pt x="358127" y="26670"/>
                  </a:lnTo>
                  <a:lnTo>
                    <a:pt x="358127" y="22860"/>
                  </a:lnTo>
                  <a:lnTo>
                    <a:pt x="359410" y="22860"/>
                  </a:lnTo>
                  <a:lnTo>
                    <a:pt x="359410" y="21590"/>
                  </a:lnTo>
                  <a:lnTo>
                    <a:pt x="359410" y="19050"/>
                  </a:lnTo>
                  <a:lnTo>
                    <a:pt x="360680" y="19050"/>
                  </a:lnTo>
                  <a:lnTo>
                    <a:pt x="360680" y="17780"/>
                  </a:lnTo>
                  <a:lnTo>
                    <a:pt x="360680" y="16510"/>
                  </a:lnTo>
                  <a:lnTo>
                    <a:pt x="361950" y="16510"/>
                  </a:lnTo>
                  <a:lnTo>
                    <a:pt x="361950" y="12700"/>
                  </a:lnTo>
                  <a:lnTo>
                    <a:pt x="363220" y="12700"/>
                  </a:lnTo>
                  <a:lnTo>
                    <a:pt x="363220" y="10160"/>
                  </a:lnTo>
                  <a:lnTo>
                    <a:pt x="364490" y="10160"/>
                  </a:lnTo>
                  <a:lnTo>
                    <a:pt x="364490" y="5080"/>
                  </a:lnTo>
                  <a:lnTo>
                    <a:pt x="365760" y="5080"/>
                  </a:lnTo>
                  <a:lnTo>
                    <a:pt x="365760" y="0"/>
                  </a:lnTo>
                  <a:close/>
                </a:path>
              </a:pathLst>
            </a:custGeom>
            <a:solidFill>
              <a:srgbClr val="1E1E34"/>
            </a:solidFill>
          </p:spPr>
          <p:txBody>
            <a:bodyPr wrap="square" lIns="0" tIns="0" rIns="0" bIns="0" rtlCol="0"/>
            <a:lstStyle/>
            <a:p/>
          </p:txBody>
        </p:sp>
        <p:sp>
          <p:nvSpPr>
            <p:cNvPr id="844" name="object 844"/>
            <p:cNvSpPr/>
            <p:nvPr/>
          </p:nvSpPr>
          <p:spPr>
            <a:xfrm>
              <a:off x="8350250" y="1803399"/>
              <a:ext cx="350520" cy="29209"/>
            </a:xfrm>
            <a:custGeom>
              <a:avLst/>
              <a:gdLst/>
              <a:ahLst/>
              <a:cxnLst/>
              <a:rect l="l" t="t" r="r" b="b"/>
              <a:pathLst>
                <a:path w="350520" h="29210">
                  <a:moveTo>
                    <a:pt x="347980" y="5207"/>
                  </a:moveTo>
                  <a:lnTo>
                    <a:pt x="2540" y="5207"/>
                  </a:lnTo>
                  <a:lnTo>
                    <a:pt x="2540" y="7620"/>
                  </a:lnTo>
                  <a:lnTo>
                    <a:pt x="3810" y="7620"/>
                  </a:lnTo>
                  <a:lnTo>
                    <a:pt x="3810" y="10160"/>
                  </a:lnTo>
                  <a:lnTo>
                    <a:pt x="3810" y="11430"/>
                  </a:lnTo>
                  <a:lnTo>
                    <a:pt x="5080" y="11430"/>
                  </a:lnTo>
                  <a:lnTo>
                    <a:pt x="5080" y="12700"/>
                  </a:lnTo>
                  <a:lnTo>
                    <a:pt x="5080" y="13970"/>
                  </a:lnTo>
                  <a:lnTo>
                    <a:pt x="6350" y="13970"/>
                  </a:lnTo>
                  <a:lnTo>
                    <a:pt x="6350" y="15240"/>
                  </a:lnTo>
                  <a:lnTo>
                    <a:pt x="6350" y="16510"/>
                  </a:lnTo>
                  <a:lnTo>
                    <a:pt x="7620" y="16510"/>
                  </a:lnTo>
                  <a:lnTo>
                    <a:pt x="7620" y="17780"/>
                  </a:lnTo>
                  <a:lnTo>
                    <a:pt x="7620" y="19050"/>
                  </a:lnTo>
                  <a:lnTo>
                    <a:pt x="8890" y="19050"/>
                  </a:lnTo>
                  <a:lnTo>
                    <a:pt x="8890" y="20320"/>
                  </a:lnTo>
                  <a:lnTo>
                    <a:pt x="8890" y="22860"/>
                  </a:lnTo>
                  <a:lnTo>
                    <a:pt x="8890" y="24130"/>
                  </a:lnTo>
                  <a:lnTo>
                    <a:pt x="10160" y="24130"/>
                  </a:lnTo>
                  <a:lnTo>
                    <a:pt x="10160" y="25400"/>
                  </a:lnTo>
                  <a:lnTo>
                    <a:pt x="10160" y="26670"/>
                  </a:lnTo>
                  <a:lnTo>
                    <a:pt x="11430" y="26670"/>
                  </a:lnTo>
                  <a:lnTo>
                    <a:pt x="11430" y="27940"/>
                  </a:lnTo>
                  <a:lnTo>
                    <a:pt x="11430" y="29210"/>
                  </a:lnTo>
                  <a:lnTo>
                    <a:pt x="336550" y="29210"/>
                  </a:lnTo>
                  <a:lnTo>
                    <a:pt x="336550" y="27940"/>
                  </a:lnTo>
                  <a:lnTo>
                    <a:pt x="337820" y="27940"/>
                  </a:lnTo>
                  <a:lnTo>
                    <a:pt x="337820" y="26670"/>
                  </a:lnTo>
                  <a:lnTo>
                    <a:pt x="337807" y="25400"/>
                  </a:lnTo>
                  <a:lnTo>
                    <a:pt x="339077" y="25400"/>
                  </a:lnTo>
                  <a:lnTo>
                    <a:pt x="339077" y="24130"/>
                  </a:lnTo>
                  <a:lnTo>
                    <a:pt x="339090" y="22860"/>
                  </a:lnTo>
                  <a:lnTo>
                    <a:pt x="340360" y="22860"/>
                  </a:lnTo>
                  <a:lnTo>
                    <a:pt x="340360" y="20320"/>
                  </a:lnTo>
                  <a:lnTo>
                    <a:pt x="341630" y="20320"/>
                  </a:lnTo>
                  <a:lnTo>
                    <a:pt x="341630" y="19050"/>
                  </a:lnTo>
                  <a:lnTo>
                    <a:pt x="341630" y="17780"/>
                  </a:lnTo>
                  <a:lnTo>
                    <a:pt x="342900" y="17780"/>
                  </a:lnTo>
                  <a:lnTo>
                    <a:pt x="342900" y="16510"/>
                  </a:lnTo>
                  <a:lnTo>
                    <a:pt x="342900" y="15240"/>
                  </a:lnTo>
                  <a:lnTo>
                    <a:pt x="344170" y="15240"/>
                  </a:lnTo>
                  <a:lnTo>
                    <a:pt x="344170" y="13970"/>
                  </a:lnTo>
                  <a:lnTo>
                    <a:pt x="344170" y="12700"/>
                  </a:lnTo>
                  <a:lnTo>
                    <a:pt x="345427" y="12700"/>
                  </a:lnTo>
                  <a:lnTo>
                    <a:pt x="345427" y="11430"/>
                  </a:lnTo>
                  <a:lnTo>
                    <a:pt x="345427" y="10160"/>
                  </a:lnTo>
                  <a:lnTo>
                    <a:pt x="346710" y="10160"/>
                  </a:lnTo>
                  <a:lnTo>
                    <a:pt x="346710" y="7620"/>
                  </a:lnTo>
                  <a:lnTo>
                    <a:pt x="347980" y="7620"/>
                  </a:lnTo>
                  <a:lnTo>
                    <a:pt x="347980" y="5207"/>
                  </a:lnTo>
                  <a:close/>
                </a:path>
                <a:path w="350520" h="29210">
                  <a:moveTo>
                    <a:pt x="350520" y="0"/>
                  </a:moveTo>
                  <a:lnTo>
                    <a:pt x="0" y="0"/>
                  </a:lnTo>
                  <a:lnTo>
                    <a:pt x="0" y="1270"/>
                  </a:lnTo>
                  <a:lnTo>
                    <a:pt x="1270" y="1270"/>
                  </a:lnTo>
                  <a:lnTo>
                    <a:pt x="1270" y="5080"/>
                  </a:lnTo>
                  <a:lnTo>
                    <a:pt x="349250" y="5080"/>
                  </a:lnTo>
                  <a:lnTo>
                    <a:pt x="349250" y="1270"/>
                  </a:lnTo>
                  <a:lnTo>
                    <a:pt x="350520" y="1270"/>
                  </a:lnTo>
                  <a:lnTo>
                    <a:pt x="350520" y="0"/>
                  </a:lnTo>
                  <a:close/>
                </a:path>
              </a:pathLst>
            </a:custGeom>
            <a:solidFill>
              <a:srgbClr val="1F1F35"/>
            </a:solidFill>
          </p:spPr>
          <p:txBody>
            <a:bodyPr wrap="square" lIns="0" tIns="0" rIns="0" bIns="0" rtlCol="0"/>
            <a:lstStyle/>
            <a:p/>
          </p:txBody>
        </p:sp>
        <p:sp>
          <p:nvSpPr>
            <p:cNvPr id="845" name="object 845"/>
            <p:cNvSpPr/>
            <p:nvPr/>
          </p:nvSpPr>
          <p:spPr>
            <a:xfrm>
              <a:off x="8362950" y="1832609"/>
              <a:ext cx="323850" cy="27940"/>
            </a:xfrm>
            <a:custGeom>
              <a:avLst/>
              <a:gdLst/>
              <a:ahLst/>
              <a:cxnLst/>
              <a:rect l="l" t="t" r="r" b="b"/>
              <a:pathLst>
                <a:path w="323850" h="27939">
                  <a:moveTo>
                    <a:pt x="307340" y="24142"/>
                  </a:moveTo>
                  <a:lnTo>
                    <a:pt x="13970" y="24142"/>
                  </a:lnTo>
                  <a:lnTo>
                    <a:pt x="13970" y="25400"/>
                  </a:lnTo>
                  <a:lnTo>
                    <a:pt x="15240" y="25400"/>
                  </a:lnTo>
                  <a:lnTo>
                    <a:pt x="15240" y="26670"/>
                  </a:lnTo>
                  <a:lnTo>
                    <a:pt x="15240" y="27940"/>
                  </a:lnTo>
                  <a:lnTo>
                    <a:pt x="304800" y="27940"/>
                  </a:lnTo>
                  <a:lnTo>
                    <a:pt x="304800" y="26670"/>
                  </a:lnTo>
                  <a:lnTo>
                    <a:pt x="306070" y="26670"/>
                  </a:lnTo>
                  <a:lnTo>
                    <a:pt x="306070" y="25400"/>
                  </a:lnTo>
                  <a:lnTo>
                    <a:pt x="307340" y="25400"/>
                  </a:lnTo>
                  <a:lnTo>
                    <a:pt x="307340" y="24142"/>
                  </a:lnTo>
                  <a:close/>
                </a:path>
                <a:path w="323850" h="27939">
                  <a:moveTo>
                    <a:pt x="323850" y="0"/>
                  </a:moveTo>
                  <a:lnTo>
                    <a:pt x="0" y="0"/>
                  </a:lnTo>
                  <a:lnTo>
                    <a:pt x="0" y="1270"/>
                  </a:lnTo>
                  <a:lnTo>
                    <a:pt x="0" y="2540"/>
                  </a:lnTo>
                  <a:lnTo>
                    <a:pt x="1270" y="2540"/>
                  </a:lnTo>
                  <a:lnTo>
                    <a:pt x="1270" y="3810"/>
                  </a:lnTo>
                  <a:lnTo>
                    <a:pt x="1270" y="5080"/>
                  </a:lnTo>
                  <a:lnTo>
                    <a:pt x="2540" y="5080"/>
                  </a:lnTo>
                  <a:lnTo>
                    <a:pt x="2540" y="6350"/>
                  </a:lnTo>
                  <a:lnTo>
                    <a:pt x="2540" y="7620"/>
                  </a:lnTo>
                  <a:lnTo>
                    <a:pt x="3810" y="7620"/>
                  </a:lnTo>
                  <a:lnTo>
                    <a:pt x="3810" y="8890"/>
                  </a:lnTo>
                  <a:lnTo>
                    <a:pt x="3810" y="10160"/>
                  </a:lnTo>
                  <a:lnTo>
                    <a:pt x="5080" y="10160"/>
                  </a:lnTo>
                  <a:lnTo>
                    <a:pt x="5080" y="11430"/>
                  </a:lnTo>
                  <a:lnTo>
                    <a:pt x="5080" y="12700"/>
                  </a:lnTo>
                  <a:lnTo>
                    <a:pt x="6350" y="12700"/>
                  </a:lnTo>
                  <a:lnTo>
                    <a:pt x="6350" y="13970"/>
                  </a:lnTo>
                  <a:lnTo>
                    <a:pt x="7620" y="13970"/>
                  </a:lnTo>
                  <a:lnTo>
                    <a:pt x="7620" y="15240"/>
                  </a:lnTo>
                  <a:lnTo>
                    <a:pt x="7620" y="16510"/>
                  </a:lnTo>
                  <a:lnTo>
                    <a:pt x="8890" y="16510"/>
                  </a:lnTo>
                  <a:lnTo>
                    <a:pt x="8890" y="17780"/>
                  </a:lnTo>
                  <a:lnTo>
                    <a:pt x="10160" y="17780"/>
                  </a:lnTo>
                  <a:lnTo>
                    <a:pt x="10160" y="19050"/>
                  </a:lnTo>
                  <a:lnTo>
                    <a:pt x="10160" y="20320"/>
                  </a:lnTo>
                  <a:lnTo>
                    <a:pt x="11430" y="20320"/>
                  </a:lnTo>
                  <a:lnTo>
                    <a:pt x="11430" y="21590"/>
                  </a:lnTo>
                  <a:lnTo>
                    <a:pt x="12700" y="21590"/>
                  </a:lnTo>
                  <a:lnTo>
                    <a:pt x="12700" y="22860"/>
                  </a:lnTo>
                  <a:lnTo>
                    <a:pt x="12700" y="24130"/>
                  </a:lnTo>
                  <a:lnTo>
                    <a:pt x="308610" y="24130"/>
                  </a:lnTo>
                  <a:lnTo>
                    <a:pt x="308610" y="22860"/>
                  </a:lnTo>
                  <a:lnTo>
                    <a:pt x="309880" y="22860"/>
                  </a:lnTo>
                  <a:lnTo>
                    <a:pt x="309880" y="21590"/>
                  </a:lnTo>
                  <a:lnTo>
                    <a:pt x="309880" y="20320"/>
                  </a:lnTo>
                  <a:lnTo>
                    <a:pt x="311150" y="20320"/>
                  </a:lnTo>
                  <a:lnTo>
                    <a:pt x="311150" y="19050"/>
                  </a:lnTo>
                  <a:lnTo>
                    <a:pt x="312407" y="19050"/>
                  </a:lnTo>
                  <a:lnTo>
                    <a:pt x="312407" y="17780"/>
                  </a:lnTo>
                  <a:lnTo>
                    <a:pt x="313690" y="17780"/>
                  </a:lnTo>
                  <a:lnTo>
                    <a:pt x="313690" y="16510"/>
                  </a:lnTo>
                  <a:lnTo>
                    <a:pt x="313690" y="15240"/>
                  </a:lnTo>
                  <a:lnTo>
                    <a:pt x="314960" y="15240"/>
                  </a:lnTo>
                  <a:lnTo>
                    <a:pt x="314960" y="13970"/>
                  </a:lnTo>
                  <a:lnTo>
                    <a:pt x="316230" y="13970"/>
                  </a:lnTo>
                  <a:lnTo>
                    <a:pt x="316230" y="12700"/>
                  </a:lnTo>
                  <a:lnTo>
                    <a:pt x="316230" y="11430"/>
                  </a:lnTo>
                  <a:lnTo>
                    <a:pt x="317500" y="11430"/>
                  </a:lnTo>
                  <a:lnTo>
                    <a:pt x="317500" y="10160"/>
                  </a:lnTo>
                  <a:lnTo>
                    <a:pt x="318757" y="10160"/>
                  </a:lnTo>
                  <a:lnTo>
                    <a:pt x="318757" y="8890"/>
                  </a:lnTo>
                  <a:lnTo>
                    <a:pt x="320027" y="8890"/>
                  </a:lnTo>
                  <a:lnTo>
                    <a:pt x="320027" y="7620"/>
                  </a:lnTo>
                  <a:lnTo>
                    <a:pt x="320040" y="6350"/>
                  </a:lnTo>
                  <a:lnTo>
                    <a:pt x="321310" y="6350"/>
                  </a:lnTo>
                  <a:lnTo>
                    <a:pt x="321310" y="5080"/>
                  </a:lnTo>
                  <a:lnTo>
                    <a:pt x="321310" y="3810"/>
                  </a:lnTo>
                  <a:lnTo>
                    <a:pt x="322580" y="3810"/>
                  </a:lnTo>
                  <a:lnTo>
                    <a:pt x="322580" y="2540"/>
                  </a:lnTo>
                  <a:lnTo>
                    <a:pt x="322580" y="1270"/>
                  </a:lnTo>
                  <a:lnTo>
                    <a:pt x="323850" y="1270"/>
                  </a:lnTo>
                  <a:lnTo>
                    <a:pt x="323850" y="0"/>
                  </a:lnTo>
                  <a:close/>
                </a:path>
              </a:pathLst>
            </a:custGeom>
            <a:solidFill>
              <a:srgbClr val="1F1F36"/>
            </a:solidFill>
          </p:spPr>
          <p:txBody>
            <a:bodyPr wrap="square" lIns="0" tIns="0" rIns="0" bIns="0" rtlCol="0"/>
            <a:lstStyle/>
            <a:p/>
          </p:txBody>
        </p:sp>
        <p:sp>
          <p:nvSpPr>
            <p:cNvPr id="846" name="object 846"/>
            <p:cNvSpPr/>
            <p:nvPr/>
          </p:nvSpPr>
          <p:spPr>
            <a:xfrm>
              <a:off x="8379460" y="1860549"/>
              <a:ext cx="288290" cy="29209"/>
            </a:xfrm>
            <a:custGeom>
              <a:avLst/>
              <a:gdLst/>
              <a:ahLst/>
              <a:cxnLst/>
              <a:rect l="l" t="t" r="r" b="b"/>
              <a:pathLst>
                <a:path w="288290" h="29210">
                  <a:moveTo>
                    <a:pt x="280670" y="8902"/>
                  </a:moveTo>
                  <a:lnTo>
                    <a:pt x="7620" y="8902"/>
                  </a:lnTo>
                  <a:lnTo>
                    <a:pt x="7620" y="10160"/>
                  </a:lnTo>
                  <a:lnTo>
                    <a:pt x="8890" y="10160"/>
                  </a:lnTo>
                  <a:lnTo>
                    <a:pt x="8890" y="11442"/>
                  </a:lnTo>
                  <a:lnTo>
                    <a:pt x="10160" y="11442"/>
                  </a:lnTo>
                  <a:lnTo>
                    <a:pt x="10160" y="12700"/>
                  </a:lnTo>
                  <a:lnTo>
                    <a:pt x="11430" y="12700"/>
                  </a:lnTo>
                  <a:lnTo>
                    <a:pt x="11430" y="13970"/>
                  </a:lnTo>
                  <a:lnTo>
                    <a:pt x="12700" y="13970"/>
                  </a:lnTo>
                  <a:lnTo>
                    <a:pt x="12700" y="15252"/>
                  </a:lnTo>
                  <a:lnTo>
                    <a:pt x="13970" y="15252"/>
                  </a:lnTo>
                  <a:lnTo>
                    <a:pt x="13970" y="16510"/>
                  </a:lnTo>
                  <a:lnTo>
                    <a:pt x="15240" y="16510"/>
                  </a:lnTo>
                  <a:lnTo>
                    <a:pt x="15240" y="17792"/>
                  </a:lnTo>
                  <a:lnTo>
                    <a:pt x="16510" y="17792"/>
                  </a:lnTo>
                  <a:lnTo>
                    <a:pt x="16510" y="19050"/>
                  </a:lnTo>
                  <a:lnTo>
                    <a:pt x="17780" y="19050"/>
                  </a:lnTo>
                  <a:lnTo>
                    <a:pt x="17780" y="20320"/>
                  </a:lnTo>
                  <a:lnTo>
                    <a:pt x="19050" y="20320"/>
                  </a:lnTo>
                  <a:lnTo>
                    <a:pt x="19050" y="21602"/>
                  </a:lnTo>
                  <a:lnTo>
                    <a:pt x="21590" y="21602"/>
                  </a:lnTo>
                  <a:lnTo>
                    <a:pt x="21590" y="22860"/>
                  </a:lnTo>
                  <a:lnTo>
                    <a:pt x="22860" y="22860"/>
                  </a:lnTo>
                  <a:lnTo>
                    <a:pt x="22860" y="24142"/>
                  </a:lnTo>
                  <a:lnTo>
                    <a:pt x="24130" y="24142"/>
                  </a:lnTo>
                  <a:lnTo>
                    <a:pt x="24130" y="25400"/>
                  </a:lnTo>
                  <a:lnTo>
                    <a:pt x="25400" y="25400"/>
                  </a:lnTo>
                  <a:lnTo>
                    <a:pt x="25400" y="26670"/>
                  </a:lnTo>
                  <a:lnTo>
                    <a:pt x="29210" y="26670"/>
                  </a:lnTo>
                  <a:lnTo>
                    <a:pt x="29210" y="27952"/>
                  </a:lnTo>
                  <a:lnTo>
                    <a:pt x="31750" y="27952"/>
                  </a:lnTo>
                  <a:lnTo>
                    <a:pt x="31750" y="29210"/>
                  </a:lnTo>
                  <a:lnTo>
                    <a:pt x="259067" y="29210"/>
                  </a:lnTo>
                  <a:lnTo>
                    <a:pt x="259067" y="27952"/>
                  </a:lnTo>
                  <a:lnTo>
                    <a:pt x="261620" y="27952"/>
                  </a:lnTo>
                  <a:lnTo>
                    <a:pt x="261620" y="26670"/>
                  </a:lnTo>
                  <a:lnTo>
                    <a:pt x="264147" y="26670"/>
                  </a:lnTo>
                  <a:lnTo>
                    <a:pt x="264147" y="25400"/>
                  </a:lnTo>
                  <a:lnTo>
                    <a:pt x="265430" y="25400"/>
                  </a:lnTo>
                  <a:lnTo>
                    <a:pt x="265430" y="24142"/>
                  </a:lnTo>
                  <a:lnTo>
                    <a:pt x="266700" y="24142"/>
                  </a:lnTo>
                  <a:lnTo>
                    <a:pt x="266700" y="22860"/>
                  </a:lnTo>
                  <a:lnTo>
                    <a:pt x="267970" y="22860"/>
                  </a:lnTo>
                  <a:lnTo>
                    <a:pt x="267970" y="21602"/>
                  </a:lnTo>
                  <a:lnTo>
                    <a:pt x="269240" y="21602"/>
                  </a:lnTo>
                  <a:lnTo>
                    <a:pt x="269240" y="20320"/>
                  </a:lnTo>
                  <a:lnTo>
                    <a:pt x="270510" y="20320"/>
                  </a:lnTo>
                  <a:lnTo>
                    <a:pt x="270510" y="19050"/>
                  </a:lnTo>
                  <a:lnTo>
                    <a:pt x="271780" y="19050"/>
                  </a:lnTo>
                  <a:lnTo>
                    <a:pt x="271780" y="17792"/>
                  </a:lnTo>
                  <a:lnTo>
                    <a:pt x="273050" y="17792"/>
                  </a:lnTo>
                  <a:lnTo>
                    <a:pt x="273050" y="16510"/>
                  </a:lnTo>
                  <a:lnTo>
                    <a:pt x="274320" y="16510"/>
                  </a:lnTo>
                  <a:lnTo>
                    <a:pt x="274320" y="15252"/>
                  </a:lnTo>
                  <a:lnTo>
                    <a:pt x="275590" y="15252"/>
                  </a:lnTo>
                  <a:lnTo>
                    <a:pt x="275590" y="13970"/>
                  </a:lnTo>
                  <a:lnTo>
                    <a:pt x="276860" y="13970"/>
                  </a:lnTo>
                  <a:lnTo>
                    <a:pt x="276860" y="12700"/>
                  </a:lnTo>
                  <a:lnTo>
                    <a:pt x="278130" y="12700"/>
                  </a:lnTo>
                  <a:lnTo>
                    <a:pt x="278130" y="11442"/>
                  </a:lnTo>
                  <a:lnTo>
                    <a:pt x="279400" y="11442"/>
                  </a:lnTo>
                  <a:lnTo>
                    <a:pt x="279400" y="10160"/>
                  </a:lnTo>
                  <a:lnTo>
                    <a:pt x="280670" y="10160"/>
                  </a:lnTo>
                  <a:lnTo>
                    <a:pt x="280670" y="8902"/>
                  </a:lnTo>
                  <a:close/>
                </a:path>
                <a:path w="288290" h="29210">
                  <a:moveTo>
                    <a:pt x="283210" y="5092"/>
                  </a:moveTo>
                  <a:lnTo>
                    <a:pt x="3810" y="5092"/>
                  </a:lnTo>
                  <a:lnTo>
                    <a:pt x="3810" y="6350"/>
                  </a:lnTo>
                  <a:lnTo>
                    <a:pt x="5080" y="6350"/>
                  </a:lnTo>
                  <a:lnTo>
                    <a:pt x="5080" y="7620"/>
                  </a:lnTo>
                  <a:lnTo>
                    <a:pt x="6350" y="7620"/>
                  </a:lnTo>
                  <a:lnTo>
                    <a:pt x="6350" y="8890"/>
                  </a:lnTo>
                  <a:lnTo>
                    <a:pt x="281940" y="8890"/>
                  </a:lnTo>
                  <a:lnTo>
                    <a:pt x="281940" y="7620"/>
                  </a:lnTo>
                  <a:lnTo>
                    <a:pt x="281940" y="6350"/>
                  </a:lnTo>
                  <a:lnTo>
                    <a:pt x="283210" y="6350"/>
                  </a:lnTo>
                  <a:lnTo>
                    <a:pt x="283210" y="5092"/>
                  </a:lnTo>
                  <a:close/>
                </a:path>
                <a:path w="288290" h="29210">
                  <a:moveTo>
                    <a:pt x="288290" y="0"/>
                  </a:moveTo>
                  <a:lnTo>
                    <a:pt x="0" y="0"/>
                  </a:lnTo>
                  <a:lnTo>
                    <a:pt x="0" y="1270"/>
                  </a:lnTo>
                  <a:lnTo>
                    <a:pt x="1270" y="1270"/>
                  </a:lnTo>
                  <a:lnTo>
                    <a:pt x="1270" y="2552"/>
                  </a:lnTo>
                  <a:lnTo>
                    <a:pt x="2540" y="2552"/>
                  </a:lnTo>
                  <a:lnTo>
                    <a:pt x="2540" y="3810"/>
                  </a:lnTo>
                  <a:lnTo>
                    <a:pt x="2540" y="5080"/>
                  </a:lnTo>
                  <a:lnTo>
                    <a:pt x="284480" y="5080"/>
                  </a:lnTo>
                  <a:lnTo>
                    <a:pt x="284480" y="3810"/>
                  </a:lnTo>
                  <a:lnTo>
                    <a:pt x="285750" y="3810"/>
                  </a:lnTo>
                  <a:lnTo>
                    <a:pt x="285750" y="2552"/>
                  </a:lnTo>
                  <a:lnTo>
                    <a:pt x="287020" y="2552"/>
                  </a:lnTo>
                  <a:lnTo>
                    <a:pt x="287020" y="1270"/>
                  </a:lnTo>
                  <a:lnTo>
                    <a:pt x="288290" y="1270"/>
                  </a:lnTo>
                  <a:lnTo>
                    <a:pt x="288290" y="0"/>
                  </a:lnTo>
                  <a:close/>
                </a:path>
              </a:pathLst>
            </a:custGeom>
            <a:solidFill>
              <a:srgbClr val="202037"/>
            </a:solidFill>
          </p:spPr>
          <p:txBody>
            <a:bodyPr wrap="square" lIns="0" tIns="0" rIns="0" bIns="0" rtlCol="0"/>
            <a:lstStyle/>
            <a:p/>
          </p:txBody>
        </p:sp>
        <p:sp>
          <p:nvSpPr>
            <p:cNvPr id="847" name="object 847"/>
            <p:cNvSpPr/>
            <p:nvPr/>
          </p:nvSpPr>
          <p:spPr>
            <a:xfrm>
              <a:off x="8412480" y="1889759"/>
              <a:ext cx="223520" cy="27940"/>
            </a:xfrm>
            <a:custGeom>
              <a:avLst/>
              <a:gdLst/>
              <a:ahLst/>
              <a:cxnLst/>
              <a:rect l="l" t="t" r="r" b="b"/>
              <a:pathLst>
                <a:path w="223520" h="27939">
                  <a:moveTo>
                    <a:pt x="223520" y="0"/>
                  </a:moveTo>
                  <a:lnTo>
                    <a:pt x="0" y="0"/>
                  </a:lnTo>
                  <a:lnTo>
                    <a:pt x="0" y="1282"/>
                  </a:lnTo>
                  <a:lnTo>
                    <a:pt x="2540" y="1282"/>
                  </a:lnTo>
                  <a:lnTo>
                    <a:pt x="2540" y="2540"/>
                  </a:lnTo>
                  <a:lnTo>
                    <a:pt x="3810" y="2540"/>
                  </a:lnTo>
                  <a:lnTo>
                    <a:pt x="3810" y="3810"/>
                  </a:lnTo>
                  <a:lnTo>
                    <a:pt x="6350" y="3810"/>
                  </a:lnTo>
                  <a:lnTo>
                    <a:pt x="6350" y="5092"/>
                  </a:lnTo>
                  <a:lnTo>
                    <a:pt x="7620" y="5092"/>
                  </a:lnTo>
                  <a:lnTo>
                    <a:pt x="7620" y="6350"/>
                  </a:lnTo>
                  <a:lnTo>
                    <a:pt x="11430" y="6350"/>
                  </a:lnTo>
                  <a:lnTo>
                    <a:pt x="11430" y="7632"/>
                  </a:lnTo>
                  <a:lnTo>
                    <a:pt x="13970" y="7632"/>
                  </a:lnTo>
                  <a:lnTo>
                    <a:pt x="13970" y="8890"/>
                  </a:lnTo>
                  <a:lnTo>
                    <a:pt x="17780" y="8890"/>
                  </a:lnTo>
                  <a:lnTo>
                    <a:pt x="17780" y="10160"/>
                  </a:lnTo>
                  <a:lnTo>
                    <a:pt x="20320" y="10160"/>
                  </a:lnTo>
                  <a:lnTo>
                    <a:pt x="20320" y="11442"/>
                  </a:lnTo>
                  <a:lnTo>
                    <a:pt x="22860" y="11442"/>
                  </a:lnTo>
                  <a:lnTo>
                    <a:pt x="22860" y="12700"/>
                  </a:lnTo>
                  <a:lnTo>
                    <a:pt x="25400" y="12700"/>
                  </a:lnTo>
                  <a:lnTo>
                    <a:pt x="25400" y="13982"/>
                  </a:lnTo>
                  <a:lnTo>
                    <a:pt x="30480" y="13982"/>
                  </a:lnTo>
                  <a:lnTo>
                    <a:pt x="30480" y="15240"/>
                  </a:lnTo>
                  <a:lnTo>
                    <a:pt x="34290" y="15240"/>
                  </a:lnTo>
                  <a:lnTo>
                    <a:pt x="34290" y="16510"/>
                  </a:lnTo>
                  <a:lnTo>
                    <a:pt x="38100" y="16510"/>
                  </a:lnTo>
                  <a:lnTo>
                    <a:pt x="38100" y="17792"/>
                  </a:lnTo>
                  <a:lnTo>
                    <a:pt x="41910" y="17792"/>
                  </a:lnTo>
                  <a:lnTo>
                    <a:pt x="41910" y="19050"/>
                  </a:lnTo>
                  <a:lnTo>
                    <a:pt x="44450" y="19050"/>
                  </a:lnTo>
                  <a:lnTo>
                    <a:pt x="44450" y="20332"/>
                  </a:lnTo>
                  <a:lnTo>
                    <a:pt x="52070" y="20332"/>
                  </a:lnTo>
                  <a:lnTo>
                    <a:pt x="52070" y="21590"/>
                  </a:lnTo>
                  <a:lnTo>
                    <a:pt x="57150" y="21590"/>
                  </a:lnTo>
                  <a:lnTo>
                    <a:pt x="57150" y="22860"/>
                  </a:lnTo>
                  <a:lnTo>
                    <a:pt x="62230" y="22860"/>
                  </a:lnTo>
                  <a:lnTo>
                    <a:pt x="62230" y="24142"/>
                  </a:lnTo>
                  <a:lnTo>
                    <a:pt x="66040" y="24142"/>
                  </a:lnTo>
                  <a:lnTo>
                    <a:pt x="66040" y="25400"/>
                  </a:lnTo>
                  <a:lnTo>
                    <a:pt x="83820" y="25400"/>
                  </a:lnTo>
                  <a:lnTo>
                    <a:pt x="83820" y="26682"/>
                  </a:lnTo>
                  <a:lnTo>
                    <a:pt x="90170" y="26682"/>
                  </a:lnTo>
                  <a:lnTo>
                    <a:pt x="90170" y="27940"/>
                  </a:lnTo>
                  <a:lnTo>
                    <a:pt x="138430" y="27940"/>
                  </a:lnTo>
                  <a:lnTo>
                    <a:pt x="138430" y="26682"/>
                  </a:lnTo>
                  <a:lnTo>
                    <a:pt x="153670" y="26682"/>
                  </a:lnTo>
                  <a:lnTo>
                    <a:pt x="153670" y="25400"/>
                  </a:lnTo>
                  <a:lnTo>
                    <a:pt x="160020" y="25400"/>
                  </a:lnTo>
                  <a:lnTo>
                    <a:pt x="160020" y="24142"/>
                  </a:lnTo>
                  <a:lnTo>
                    <a:pt x="166370" y="24142"/>
                  </a:lnTo>
                  <a:lnTo>
                    <a:pt x="166370" y="22860"/>
                  </a:lnTo>
                  <a:lnTo>
                    <a:pt x="171450" y="22860"/>
                  </a:lnTo>
                  <a:lnTo>
                    <a:pt x="171450" y="21590"/>
                  </a:lnTo>
                  <a:lnTo>
                    <a:pt x="176530" y="21590"/>
                  </a:lnTo>
                  <a:lnTo>
                    <a:pt x="176530" y="20332"/>
                  </a:lnTo>
                  <a:lnTo>
                    <a:pt x="179070" y="20332"/>
                  </a:lnTo>
                  <a:lnTo>
                    <a:pt x="179070" y="19050"/>
                  </a:lnTo>
                  <a:lnTo>
                    <a:pt x="186690" y="19050"/>
                  </a:lnTo>
                  <a:lnTo>
                    <a:pt x="186690" y="17792"/>
                  </a:lnTo>
                  <a:lnTo>
                    <a:pt x="189230" y="17792"/>
                  </a:lnTo>
                  <a:lnTo>
                    <a:pt x="189230" y="16510"/>
                  </a:lnTo>
                  <a:lnTo>
                    <a:pt x="193040" y="16510"/>
                  </a:lnTo>
                  <a:lnTo>
                    <a:pt x="193040" y="15240"/>
                  </a:lnTo>
                  <a:lnTo>
                    <a:pt x="195580" y="15240"/>
                  </a:lnTo>
                  <a:lnTo>
                    <a:pt x="195580" y="13982"/>
                  </a:lnTo>
                  <a:lnTo>
                    <a:pt x="198120" y="13982"/>
                  </a:lnTo>
                  <a:lnTo>
                    <a:pt x="198120" y="12700"/>
                  </a:lnTo>
                  <a:lnTo>
                    <a:pt x="201930" y="12700"/>
                  </a:lnTo>
                  <a:lnTo>
                    <a:pt x="201930" y="11442"/>
                  </a:lnTo>
                  <a:lnTo>
                    <a:pt x="204470" y="11442"/>
                  </a:lnTo>
                  <a:lnTo>
                    <a:pt x="204470" y="10160"/>
                  </a:lnTo>
                  <a:lnTo>
                    <a:pt x="206997" y="10160"/>
                  </a:lnTo>
                  <a:lnTo>
                    <a:pt x="206997" y="8890"/>
                  </a:lnTo>
                  <a:lnTo>
                    <a:pt x="210820" y="8890"/>
                  </a:lnTo>
                  <a:lnTo>
                    <a:pt x="210820" y="7632"/>
                  </a:lnTo>
                  <a:lnTo>
                    <a:pt x="213347" y="7632"/>
                  </a:lnTo>
                  <a:lnTo>
                    <a:pt x="213347" y="6350"/>
                  </a:lnTo>
                  <a:lnTo>
                    <a:pt x="215900" y="6350"/>
                  </a:lnTo>
                  <a:lnTo>
                    <a:pt x="215900" y="5092"/>
                  </a:lnTo>
                  <a:lnTo>
                    <a:pt x="218440" y="5092"/>
                  </a:lnTo>
                  <a:lnTo>
                    <a:pt x="218440" y="3810"/>
                  </a:lnTo>
                  <a:lnTo>
                    <a:pt x="219710" y="3810"/>
                  </a:lnTo>
                  <a:lnTo>
                    <a:pt x="219710" y="2540"/>
                  </a:lnTo>
                  <a:lnTo>
                    <a:pt x="222250" y="2540"/>
                  </a:lnTo>
                  <a:lnTo>
                    <a:pt x="222250" y="1282"/>
                  </a:lnTo>
                  <a:lnTo>
                    <a:pt x="223520" y="1282"/>
                  </a:lnTo>
                  <a:lnTo>
                    <a:pt x="223520" y="0"/>
                  </a:lnTo>
                  <a:close/>
                </a:path>
              </a:pathLst>
            </a:custGeom>
            <a:solidFill>
              <a:srgbClr val="202038"/>
            </a:solidFill>
          </p:spPr>
          <p:txBody>
            <a:bodyPr wrap="square" lIns="0" tIns="0" rIns="0" bIns="0" rtlCol="0"/>
            <a:lstStyle/>
            <a:p/>
          </p:txBody>
        </p:sp>
      </p:grpSp>
      <p:sp>
        <p:nvSpPr>
          <p:cNvPr id="848" name="object 848"/>
          <p:cNvSpPr/>
          <p:nvPr/>
        </p:nvSpPr>
        <p:spPr>
          <a:xfrm>
            <a:off x="5765800" y="1046480"/>
            <a:ext cx="430469" cy="660339"/>
          </a:xfrm>
          <a:prstGeom prst="rect">
            <a:avLst/>
          </a:prstGeom>
          <a:blipFill>
            <a:blip r:embed="rId10" cstate="print"/>
            <a:stretch>
              <a:fillRect/>
            </a:stretch>
          </a:blipFill>
        </p:spPr>
        <p:txBody>
          <a:bodyPr wrap="square" lIns="0" tIns="0" rIns="0" bIns="0" rtlCol="0"/>
          <a:lstStyle/>
          <a:p/>
        </p:txBody>
      </p:sp>
      <p:grpSp>
        <p:nvGrpSpPr>
          <p:cNvPr id="849" name="object 849"/>
          <p:cNvGrpSpPr/>
          <p:nvPr/>
        </p:nvGrpSpPr>
        <p:grpSpPr>
          <a:xfrm>
            <a:off x="8322309" y="1052830"/>
            <a:ext cx="408940" cy="871219"/>
            <a:chOff x="8322309" y="1052830"/>
            <a:chExt cx="408940" cy="871219"/>
          </a:xfrm>
        </p:grpSpPr>
        <p:sp>
          <p:nvSpPr>
            <p:cNvPr id="850" name="object 850"/>
            <p:cNvSpPr/>
            <p:nvPr/>
          </p:nvSpPr>
          <p:spPr>
            <a:xfrm>
              <a:off x="8416290" y="1065529"/>
              <a:ext cx="314960" cy="858519"/>
            </a:xfrm>
            <a:custGeom>
              <a:avLst/>
              <a:gdLst/>
              <a:ahLst/>
              <a:cxnLst/>
              <a:rect l="l" t="t" r="r" b="b"/>
              <a:pathLst>
                <a:path w="314959" h="858519">
                  <a:moveTo>
                    <a:pt x="314960" y="0"/>
                  </a:moveTo>
                  <a:lnTo>
                    <a:pt x="308610" y="0"/>
                  </a:lnTo>
                  <a:lnTo>
                    <a:pt x="161290" y="0"/>
                  </a:lnTo>
                  <a:lnTo>
                    <a:pt x="161290" y="12700"/>
                  </a:lnTo>
                  <a:lnTo>
                    <a:pt x="302260" y="12700"/>
                  </a:lnTo>
                  <a:lnTo>
                    <a:pt x="302260" y="566420"/>
                  </a:lnTo>
                  <a:lnTo>
                    <a:pt x="302260" y="605790"/>
                  </a:lnTo>
                  <a:lnTo>
                    <a:pt x="300990" y="619760"/>
                  </a:lnTo>
                  <a:lnTo>
                    <a:pt x="300990" y="633730"/>
                  </a:lnTo>
                  <a:lnTo>
                    <a:pt x="298653" y="647750"/>
                  </a:lnTo>
                  <a:lnTo>
                    <a:pt x="298450" y="647700"/>
                  </a:lnTo>
                  <a:lnTo>
                    <a:pt x="297180" y="661670"/>
                  </a:lnTo>
                  <a:lnTo>
                    <a:pt x="294640" y="675640"/>
                  </a:lnTo>
                  <a:lnTo>
                    <a:pt x="290830" y="688340"/>
                  </a:lnTo>
                  <a:lnTo>
                    <a:pt x="288290" y="702310"/>
                  </a:lnTo>
                  <a:lnTo>
                    <a:pt x="284480" y="713740"/>
                  </a:lnTo>
                  <a:lnTo>
                    <a:pt x="279400" y="726440"/>
                  </a:lnTo>
                  <a:lnTo>
                    <a:pt x="280492" y="726884"/>
                  </a:lnTo>
                  <a:lnTo>
                    <a:pt x="276021" y="738047"/>
                  </a:lnTo>
                  <a:lnTo>
                    <a:pt x="275590" y="737870"/>
                  </a:lnTo>
                  <a:lnTo>
                    <a:pt x="270510" y="749300"/>
                  </a:lnTo>
                  <a:lnTo>
                    <a:pt x="265430" y="759460"/>
                  </a:lnTo>
                  <a:lnTo>
                    <a:pt x="266446" y="759866"/>
                  </a:lnTo>
                  <a:lnTo>
                    <a:pt x="260921" y="768705"/>
                  </a:lnTo>
                  <a:lnTo>
                    <a:pt x="260350" y="768350"/>
                  </a:lnTo>
                  <a:lnTo>
                    <a:pt x="255270" y="778510"/>
                  </a:lnTo>
                  <a:lnTo>
                    <a:pt x="248920" y="786130"/>
                  </a:lnTo>
                  <a:lnTo>
                    <a:pt x="242570" y="793750"/>
                  </a:lnTo>
                  <a:lnTo>
                    <a:pt x="243293" y="794296"/>
                  </a:lnTo>
                  <a:lnTo>
                    <a:pt x="236220" y="801370"/>
                  </a:lnTo>
                  <a:lnTo>
                    <a:pt x="236880" y="801878"/>
                  </a:lnTo>
                  <a:lnTo>
                    <a:pt x="229870" y="807720"/>
                  </a:lnTo>
                  <a:lnTo>
                    <a:pt x="222250" y="814070"/>
                  </a:lnTo>
                  <a:lnTo>
                    <a:pt x="222758" y="814578"/>
                  </a:lnTo>
                  <a:lnTo>
                    <a:pt x="215900" y="819150"/>
                  </a:lnTo>
                  <a:lnTo>
                    <a:pt x="208445" y="823404"/>
                  </a:lnTo>
                  <a:lnTo>
                    <a:pt x="208280" y="822960"/>
                  </a:lnTo>
                  <a:lnTo>
                    <a:pt x="199390" y="828040"/>
                  </a:lnTo>
                  <a:lnTo>
                    <a:pt x="190500" y="831850"/>
                  </a:lnTo>
                  <a:lnTo>
                    <a:pt x="190639" y="832142"/>
                  </a:lnTo>
                  <a:lnTo>
                    <a:pt x="181610" y="834390"/>
                  </a:lnTo>
                  <a:lnTo>
                    <a:pt x="172720" y="838200"/>
                  </a:lnTo>
                  <a:lnTo>
                    <a:pt x="153670" y="842010"/>
                  </a:lnTo>
                  <a:lnTo>
                    <a:pt x="132080" y="844550"/>
                  </a:lnTo>
                  <a:lnTo>
                    <a:pt x="111086" y="845794"/>
                  </a:lnTo>
                  <a:lnTo>
                    <a:pt x="86360" y="844550"/>
                  </a:lnTo>
                  <a:lnTo>
                    <a:pt x="63461" y="842149"/>
                  </a:lnTo>
                  <a:lnTo>
                    <a:pt x="63500" y="842010"/>
                  </a:lnTo>
                  <a:lnTo>
                    <a:pt x="43065" y="838415"/>
                  </a:lnTo>
                  <a:lnTo>
                    <a:pt x="43180" y="838200"/>
                  </a:lnTo>
                  <a:lnTo>
                    <a:pt x="24130" y="831850"/>
                  </a:lnTo>
                  <a:lnTo>
                    <a:pt x="6350" y="822960"/>
                  </a:lnTo>
                  <a:lnTo>
                    <a:pt x="3810" y="829310"/>
                  </a:lnTo>
                  <a:lnTo>
                    <a:pt x="0" y="834390"/>
                  </a:lnTo>
                  <a:lnTo>
                    <a:pt x="1270" y="834390"/>
                  </a:lnTo>
                  <a:lnTo>
                    <a:pt x="19050" y="843280"/>
                  </a:lnTo>
                  <a:lnTo>
                    <a:pt x="38100" y="849630"/>
                  </a:lnTo>
                  <a:lnTo>
                    <a:pt x="39370" y="849630"/>
                  </a:lnTo>
                  <a:lnTo>
                    <a:pt x="60960" y="854710"/>
                  </a:lnTo>
                  <a:lnTo>
                    <a:pt x="85090" y="857250"/>
                  </a:lnTo>
                  <a:lnTo>
                    <a:pt x="110490" y="858520"/>
                  </a:lnTo>
                  <a:lnTo>
                    <a:pt x="111760" y="858520"/>
                  </a:lnTo>
                  <a:lnTo>
                    <a:pt x="133350" y="857250"/>
                  </a:lnTo>
                  <a:lnTo>
                    <a:pt x="134620" y="857250"/>
                  </a:lnTo>
                  <a:lnTo>
                    <a:pt x="154940" y="854710"/>
                  </a:lnTo>
                  <a:lnTo>
                    <a:pt x="156210" y="854710"/>
                  </a:lnTo>
                  <a:lnTo>
                    <a:pt x="175260" y="849630"/>
                  </a:lnTo>
                  <a:lnTo>
                    <a:pt x="176530" y="849630"/>
                  </a:lnTo>
                  <a:lnTo>
                    <a:pt x="186690" y="847090"/>
                  </a:lnTo>
                  <a:lnTo>
                    <a:pt x="195580" y="843280"/>
                  </a:lnTo>
                  <a:lnTo>
                    <a:pt x="204470" y="839470"/>
                  </a:lnTo>
                  <a:lnTo>
                    <a:pt x="213360" y="834390"/>
                  </a:lnTo>
                  <a:lnTo>
                    <a:pt x="222250" y="829310"/>
                  </a:lnTo>
                  <a:lnTo>
                    <a:pt x="231140" y="824230"/>
                  </a:lnTo>
                  <a:lnTo>
                    <a:pt x="231140" y="822960"/>
                  </a:lnTo>
                  <a:lnTo>
                    <a:pt x="238760" y="816610"/>
                  </a:lnTo>
                  <a:lnTo>
                    <a:pt x="245110" y="810260"/>
                  </a:lnTo>
                  <a:lnTo>
                    <a:pt x="246380" y="810260"/>
                  </a:lnTo>
                  <a:lnTo>
                    <a:pt x="252730" y="802640"/>
                  </a:lnTo>
                  <a:lnTo>
                    <a:pt x="259080" y="793750"/>
                  </a:lnTo>
                  <a:lnTo>
                    <a:pt x="265430" y="784860"/>
                  </a:lnTo>
                  <a:lnTo>
                    <a:pt x="271780" y="774700"/>
                  </a:lnTo>
                  <a:lnTo>
                    <a:pt x="276860" y="764540"/>
                  </a:lnTo>
                  <a:lnTo>
                    <a:pt x="281940" y="754380"/>
                  </a:lnTo>
                  <a:lnTo>
                    <a:pt x="287020" y="742950"/>
                  </a:lnTo>
                  <a:lnTo>
                    <a:pt x="292100" y="731520"/>
                  </a:lnTo>
                  <a:lnTo>
                    <a:pt x="295910" y="718820"/>
                  </a:lnTo>
                  <a:lnTo>
                    <a:pt x="295910" y="717550"/>
                  </a:lnTo>
                  <a:lnTo>
                    <a:pt x="299720" y="704850"/>
                  </a:lnTo>
                  <a:lnTo>
                    <a:pt x="303530" y="690880"/>
                  </a:lnTo>
                  <a:lnTo>
                    <a:pt x="306070" y="678180"/>
                  </a:lnTo>
                  <a:lnTo>
                    <a:pt x="308610" y="662940"/>
                  </a:lnTo>
                  <a:lnTo>
                    <a:pt x="311150" y="650240"/>
                  </a:lnTo>
                  <a:lnTo>
                    <a:pt x="312420" y="635000"/>
                  </a:lnTo>
                  <a:lnTo>
                    <a:pt x="313690" y="621030"/>
                  </a:lnTo>
                  <a:lnTo>
                    <a:pt x="314960" y="607060"/>
                  </a:lnTo>
                  <a:lnTo>
                    <a:pt x="314960" y="605790"/>
                  </a:lnTo>
                  <a:lnTo>
                    <a:pt x="314960" y="591820"/>
                  </a:lnTo>
                  <a:lnTo>
                    <a:pt x="314960" y="6350"/>
                  </a:lnTo>
                  <a:lnTo>
                    <a:pt x="314960" y="0"/>
                  </a:lnTo>
                  <a:close/>
                </a:path>
              </a:pathLst>
            </a:custGeom>
            <a:solidFill>
              <a:srgbClr val="9898FF"/>
            </a:solidFill>
          </p:spPr>
          <p:txBody>
            <a:bodyPr wrap="square" lIns="0" tIns="0" rIns="0" bIns="0" rtlCol="0"/>
            <a:lstStyle/>
            <a:p/>
          </p:txBody>
        </p:sp>
        <p:sp>
          <p:nvSpPr>
            <p:cNvPr id="851" name="object 851"/>
            <p:cNvSpPr/>
            <p:nvPr/>
          </p:nvSpPr>
          <p:spPr>
            <a:xfrm>
              <a:off x="8331200" y="1644649"/>
              <a:ext cx="182880" cy="255270"/>
            </a:xfrm>
            <a:custGeom>
              <a:avLst/>
              <a:gdLst/>
              <a:ahLst/>
              <a:cxnLst/>
              <a:rect l="l" t="t" r="r" b="b"/>
              <a:pathLst>
                <a:path w="182879" h="255269">
                  <a:moveTo>
                    <a:pt x="182880" y="81280"/>
                  </a:moveTo>
                  <a:lnTo>
                    <a:pt x="179070" y="80010"/>
                  </a:lnTo>
                  <a:lnTo>
                    <a:pt x="176530" y="77470"/>
                  </a:lnTo>
                  <a:lnTo>
                    <a:pt x="176047" y="78270"/>
                  </a:lnTo>
                  <a:lnTo>
                    <a:pt x="173990" y="76200"/>
                  </a:lnTo>
                  <a:lnTo>
                    <a:pt x="172720" y="74930"/>
                  </a:lnTo>
                  <a:lnTo>
                    <a:pt x="171450" y="73660"/>
                  </a:lnTo>
                  <a:lnTo>
                    <a:pt x="171450" y="72390"/>
                  </a:lnTo>
                  <a:lnTo>
                    <a:pt x="170180" y="71120"/>
                  </a:lnTo>
                  <a:lnTo>
                    <a:pt x="170180" y="69850"/>
                  </a:lnTo>
                  <a:lnTo>
                    <a:pt x="168910" y="66040"/>
                  </a:lnTo>
                  <a:lnTo>
                    <a:pt x="168617" y="66167"/>
                  </a:lnTo>
                  <a:lnTo>
                    <a:pt x="167640" y="62230"/>
                  </a:lnTo>
                  <a:lnTo>
                    <a:pt x="166370" y="55880"/>
                  </a:lnTo>
                  <a:lnTo>
                    <a:pt x="166128" y="55981"/>
                  </a:lnTo>
                  <a:lnTo>
                    <a:pt x="165100" y="50800"/>
                  </a:lnTo>
                  <a:lnTo>
                    <a:pt x="161290" y="34290"/>
                  </a:lnTo>
                  <a:lnTo>
                    <a:pt x="161290" y="29210"/>
                  </a:lnTo>
                  <a:lnTo>
                    <a:pt x="156210" y="29210"/>
                  </a:lnTo>
                  <a:lnTo>
                    <a:pt x="8890" y="1270"/>
                  </a:lnTo>
                  <a:lnTo>
                    <a:pt x="1270" y="0"/>
                  </a:lnTo>
                  <a:lnTo>
                    <a:pt x="1270" y="6350"/>
                  </a:lnTo>
                  <a:lnTo>
                    <a:pt x="0" y="6350"/>
                  </a:lnTo>
                  <a:lnTo>
                    <a:pt x="0" y="107950"/>
                  </a:lnTo>
                  <a:lnTo>
                    <a:pt x="2540" y="107950"/>
                  </a:lnTo>
                  <a:lnTo>
                    <a:pt x="3810" y="119380"/>
                  </a:lnTo>
                  <a:lnTo>
                    <a:pt x="6350" y="129540"/>
                  </a:lnTo>
                  <a:lnTo>
                    <a:pt x="7620" y="139700"/>
                  </a:lnTo>
                  <a:lnTo>
                    <a:pt x="10160" y="149860"/>
                  </a:lnTo>
                  <a:lnTo>
                    <a:pt x="12700" y="158750"/>
                  </a:lnTo>
                  <a:lnTo>
                    <a:pt x="12700" y="160020"/>
                  </a:lnTo>
                  <a:lnTo>
                    <a:pt x="16510" y="168910"/>
                  </a:lnTo>
                  <a:lnTo>
                    <a:pt x="16510" y="170180"/>
                  </a:lnTo>
                  <a:lnTo>
                    <a:pt x="20320" y="177800"/>
                  </a:lnTo>
                  <a:lnTo>
                    <a:pt x="24130" y="186690"/>
                  </a:lnTo>
                  <a:lnTo>
                    <a:pt x="27940" y="195580"/>
                  </a:lnTo>
                  <a:lnTo>
                    <a:pt x="29210" y="195580"/>
                  </a:lnTo>
                  <a:lnTo>
                    <a:pt x="33020" y="203200"/>
                  </a:lnTo>
                  <a:lnTo>
                    <a:pt x="38100" y="210820"/>
                  </a:lnTo>
                  <a:lnTo>
                    <a:pt x="38100" y="212090"/>
                  </a:lnTo>
                  <a:lnTo>
                    <a:pt x="43180" y="218440"/>
                  </a:lnTo>
                  <a:lnTo>
                    <a:pt x="43180" y="219710"/>
                  </a:lnTo>
                  <a:lnTo>
                    <a:pt x="48260" y="226060"/>
                  </a:lnTo>
                  <a:lnTo>
                    <a:pt x="49530" y="226060"/>
                  </a:lnTo>
                  <a:lnTo>
                    <a:pt x="55880" y="233680"/>
                  </a:lnTo>
                  <a:lnTo>
                    <a:pt x="62230" y="238760"/>
                  </a:lnTo>
                  <a:lnTo>
                    <a:pt x="69850" y="245110"/>
                  </a:lnTo>
                  <a:lnTo>
                    <a:pt x="69850" y="246380"/>
                  </a:lnTo>
                  <a:lnTo>
                    <a:pt x="77470" y="250190"/>
                  </a:lnTo>
                  <a:lnTo>
                    <a:pt x="85090" y="255270"/>
                  </a:lnTo>
                  <a:lnTo>
                    <a:pt x="86360" y="255270"/>
                  </a:lnTo>
                  <a:lnTo>
                    <a:pt x="88900" y="250190"/>
                  </a:lnTo>
                  <a:lnTo>
                    <a:pt x="92710" y="245110"/>
                  </a:lnTo>
                  <a:lnTo>
                    <a:pt x="83820" y="240030"/>
                  </a:lnTo>
                  <a:lnTo>
                    <a:pt x="76200" y="234950"/>
                  </a:lnTo>
                  <a:lnTo>
                    <a:pt x="76136" y="235115"/>
                  </a:lnTo>
                  <a:lnTo>
                    <a:pt x="69850" y="229870"/>
                  </a:lnTo>
                  <a:lnTo>
                    <a:pt x="64770" y="223520"/>
                  </a:lnTo>
                  <a:lnTo>
                    <a:pt x="64135" y="224155"/>
                  </a:lnTo>
                  <a:lnTo>
                    <a:pt x="58420" y="218440"/>
                  </a:lnTo>
                  <a:lnTo>
                    <a:pt x="53340" y="212090"/>
                  </a:lnTo>
                  <a:lnTo>
                    <a:pt x="48260" y="204470"/>
                  </a:lnTo>
                  <a:lnTo>
                    <a:pt x="44450" y="196850"/>
                  </a:lnTo>
                  <a:lnTo>
                    <a:pt x="39370" y="189230"/>
                  </a:lnTo>
                  <a:lnTo>
                    <a:pt x="35560" y="181610"/>
                  </a:lnTo>
                  <a:lnTo>
                    <a:pt x="31750" y="172720"/>
                  </a:lnTo>
                  <a:lnTo>
                    <a:pt x="28143" y="165531"/>
                  </a:lnTo>
                  <a:lnTo>
                    <a:pt x="29210" y="165100"/>
                  </a:lnTo>
                  <a:lnTo>
                    <a:pt x="25400" y="154940"/>
                  </a:lnTo>
                  <a:lnTo>
                    <a:pt x="25069" y="155079"/>
                  </a:lnTo>
                  <a:lnTo>
                    <a:pt x="22860" y="147320"/>
                  </a:lnTo>
                  <a:lnTo>
                    <a:pt x="20320" y="137160"/>
                  </a:lnTo>
                  <a:lnTo>
                    <a:pt x="17780" y="127000"/>
                  </a:lnTo>
                  <a:lnTo>
                    <a:pt x="16510" y="116840"/>
                  </a:lnTo>
                  <a:lnTo>
                    <a:pt x="15240" y="105410"/>
                  </a:lnTo>
                  <a:lnTo>
                    <a:pt x="15240" y="14376"/>
                  </a:lnTo>
                  <a:lnTo>
                    <a:pt x="150507" y="39814"/>
                  </a:lnTo>
                  <a:lnTo>
                    <a:pt x="152400" y="52070"/>
                  </a:lnTo>
                  <a:lnTo>
                    <a:pt x="153670" y="59690"/>
                  </a:lnTo>
                  <a:lnTo>
                    <a:pt x="154940" y="66040"/>
                  </a:lnTo>
                  <a:lnTo>
                    <a:pt x="156210" y="69850"/>
                  </a:lnTo>
                  <a:lnTo>
                    <a:pt x="156210" y="71120"/>
                  </a:lnTo>
                  <a:lnTo>
                    <a:pt x="157480" y="71120"/>
                  </a:lnTo>
                  <a:lnTo>
                    <a:pt x="158750" y="74930"/>
                  </a:lnTo>
                  <a:lnTo>
                    <a:pt x="158750" y="76200"/>
                  </a:lnTo>
                  <a:lnTo>
                    <a:pt x="160020" y="78740"/>
                  </a:lnTo>
                  <a:lnTo>
                    <a:pt x="160020" y="80010"/>
                  </a:lnTo>
                  <a:lnTo>
                    <a:pt x="161290" y="80010"/>
                  </a:lnTo>
                  <a:lnTo>
                    <a:pt x="162013" y="80746"/>
                  </a:lnTo>
                  <a:lnTo>
                    <a:pt x="161290" y="81280"/>
                  </a:lnTo>
                  <a:lnTo>
                    <a:pt x="162560" y="82550"/>
                  </a:lnTo>
                  <a:lnTo>
                    <a:pt x="166370" y="85090"/>
                  </a:lnTo>
                  <a:lnTo>
                    <a:pt x="168910" y="87630"/>
                  </a:lnTo>
                  <a:lnTo>
                    <a:pt x="168910" y="88900"/>
                  </a:lnTo>
                  <a:lnTo>
                    <a:pt x="172720" y="91440"/>
                  </a:lnTo>
                  <a:lnTo>
                    <a:pt x="173990" y="91440"/>
                  </a:lnTo>
                  <a:lnTo>
                    <a:pt x="176530" y="92710"/>
                  </a:lnTo>
                  <a:lnTo>
                    <a:pt x="177800" y="92710"/>
                  </a:lnTo>
                  <a:lnTo>
                    <a:pt x="179070" y="87630"/>
                  </a:lnTo>
                  <a:lnTo>
                    <a:pt x="182880" y="81280"/>
                  </a:lnTo>
                  <a:close/>
                </a:path>
              </a:pathLst>
            </a:custGeom>
            <a:solidFill>
              <a:srgbClr val="9898FF"/>
            </a:solidFill>
          </p:spPr>
          <p:txBody>
            <a:bodyPr wrap="square" lIns="0" tIns="0" rIns="0" bIns="0" rtlCol="0"/>
            <a:lstStyle/>
            <a:p/>
          </p:txBody>
        </p:sp>
        <p:sp>
          <p:nvSpPr>
            <p:cNvPr id="852" name="object 852"/>
            <p:cNvSpPr/>
            <p:nvPr/>
          </p:nvSpPr>
          <p:spPr>
            <a:xfrm>
              <a:off x="8507730" y="1614169"/>
              <a:ext cx="67310" cy="127000"/>
            </a:xfrm>
            <a:custGeom>
              <a:avLst/>
              <a:gdLst/>
              <a:ahLst/>
              <a:cxnLst/>
              <a:rect l="l" t="t" r="r" b="b"/>
              <a:pathLst>
                <a:path w="67309" h="127000">
                  <a:moveTo>
                    <a:pt x="67310" y="0"/>
                  </a:moveTo>
                  <a:lnTo>
                    <a:pt x="60960" y="0"/>
                  </a:lnTo>
                  <a:lnTo>
                    <a:pt x="59690" y="0"/>
                  </a:lnTo>
                  <a:lnTo>
                    <a:pt x="57150" y="0"/>
                  </a:lnTo>
                  <a:lnTo>
                    <a:pt x="55880" y="0"/>
                  </a:lnTo>
                  <a:lnTo>
                    <a:pt x="55880" y="1270"/>
                  </a:lnTo>
                  <a:lnTo>
                    <a:pt x="54610" y="1270"/>
                  </a:lnTo>
                  <a:lnTo>
                    <a:pt x="53340" y="2540"/>
                  </a:lnTo>
                  <a:lnTo>
                    <a:pt x="50800" y="5080"/>
                  </a:lnTo>
                  <a:lnTo>
                    <a:pt x="54610" y="8890"/>
                  </a:lnTo>
                  <a:lnTo>
                    <a:pt x="54610" y="30480"/>
                  </a:lnTo>
                  <a:lnTo>
                    <a:pt x="54610" y="43180"/>
                  </a:lnTo>
                  <a:lnTo>
                    <a:pt x="53340" y="54610"/>
                  </a:lnTo>
                  <a:lnTo>
                    <a:pt x="53340" y="66040"/>
                  </a:lnTo>
                  <a:lnTo>
                    <a:pt x="52222" y="74968"/>
                  </a:lnTo>
                  <a:lnTo>
                    <a:pt x="52070" y="74930"/>
                  </a:lnTo>
                  <a:lnTo>
                    <a:pt x="50800" y="82550"/>
                  </a:lnTo>
                  <a:lnTo>
                    <a:pt x="50800" y="83820"/>
                  </a:lnTo>
                  <a:lnTo>
                    <a:pt x="49923" y="86448"/>
                  </a:lnTo>
                  <a:lnTo>
                    <a:pt x="49530" y="86360"/>
                  </a:lnTo>
                  <a:lnTo>
                    <a:pt x="48628" y="89052"/>
                  </a:lnTo>
                  <a:lnTo>
                    <a:pt x="48260" y="88900"/>
                  </a:lnTo>
                  <a:lnTo>
                    <a:pt x="48260" y="90170"/>
                  </a:lnTo>
                  <a:lnTo>
                    <a:pt x="48260" y="92710"/>
                  </a:lnTo>
                  <a:lnTo>
                    <a:pt x="46990" y="95250"/>
                  </a:lnTo>
                  <a:lnTo>
                    <a:pt x="45720" y="97790"/>
                  </a:lnTo>
                  <a:lnTo>
                    <a:pt x="44450" y="100330"/>
                  </a:lnTo>
                  <a:lnTo>
                    <a:pt x="43180" y="101600"/>
                  </a:lnTo>
                  <a:lnTo>
                    <a:pt x="41910" y="104140"/>
                  </a:lnTo>
                  <a:lnTo>
                    <a:pt x="42430" y="104355"/>
                  </a:lnTo>
                  <a:lnTo>
                    <a:pt x="41910" y="105410"/>
                  </a:lnTo>
                  <a:lnTo>
                    <a:pt x="40640" y="105410"/>
                  </a:lnTo>
                  <a:lnTo>
                    <a:pt x="39370" y="106680"/>
                  </a:lnTo>
                  <a:lnTo>
                    <a:pt x="39827" y="107035"/>
                  </a:lnTo>
                  <a:lnTo>
                    <a:pt x="39370" y="107950"/>
                  </a:lnTo>
                  <a:lnTo>
                    <a:pt x="38303" y="108483"/>
                  </a:lnTo>
                  <a:lnTo>
                    <a:pt x="38100" y="107950"/>
                  </a:lnTo>
                  <a:lnTo>
                    <a:pt x="35560" y="109220"/>
                  </a:lnTo>
                  <a:lnTo>
                    <a:pt x="35560" y="110490"/>
                  </a:lnTo>
                  <a:lnTo>
                    <a:pt x="30480" y="111760"/>
                  </a:lnTo>
                  <a:lnTo>
                    <a:pt x="26670" y="114300"/>
                  </a:lnTo>
                  <a:lnTo>
                    <a:pt x="12700" y="114300"/>
                  </a:lnTo>
                  <a:lnTo>
                    <a:pt x="8890" y="113030"/>
                  </a:lnTo>
                  <a:lnTo>
                    <a:pt x="5080" y="111760"/>
                  </a:lnTo>
                  <a:lnTo>
                    <a:pt x="2540" y="118110"/>
                  </a:lnTo>
                  <a:lnTo>
                    <a:pt x="0" y="123190"/>
                  </a:lnTo>
                  <a:lnTo>
                    <a:pt x="1270" y="123190"/>
                  </a:lnTo>
                  <a:lnTo>
                    <a:pt x="5080" y="124460"/>
                  </a:lnTo>
                  <a:lnTo>
                    <a:pt x="5080" y="125730"/>
                  </a:lnTo>
                  <a:lnTo>
                    <a:pt x="8890" y="127000"/>
                  </a:lnTo>
                  <a:lnTo>
                    <a:pt x="13970" y="127000"/>
                  </a:lnTo>
                  <a:lnTo>
                    <a:pt x="19050" y="127000"/>
                  </a:lnTo>
                  <a:lnTo>
                    <a:pt x="24130" y="127000"/>
                  </a:lnTo>
                  <a:lnTo>
                    <a:pt x="25400" y="127000"/>
                  </a:lnTo>
                  <a:lnTo>
                    <a:pt x="25336" y="126707"/>
                  </a:lnTo>
                  <a:lnTo>
                    <a:pt x="29210" y="125730"/>
                  </a:lnTo>
                  <a:lnTo>
                    <a:pt x="31750" y="125730"/>
                  </a:lnTo>
                  <a:lnTo>
                    <a:pt x="35560" y="124460"/>
                  </a:lnTo>
                  <a:lnTo>
                    <a:pt x="39370" y="123190"/>
                  </a:lnTo>
                  <a:lnTo>
                    <a:pt x="41910" y="120650"/>
                  </a:lnTo>
                  <a:lnTo>
                    <a:pt x="42697" y="119862"/>
                  </a:lnTo>
                  <a:lnTo>
                    <a:pt x="43180" y="120650"/>
                  </a:lnTo>
                  <a:lnTo>
                    <a:pt x="44450" y="119380"/>
                  </a:lnTo>
                  <a:lnTo>
                    <a:pt x="45720" y="119380"/>
                  </a:lnTo>
                  <a:lnTo>
                    <a:pt x="46990" y="116840"/>
                  </a:lnTo>
                  <a:lnTo>
                    <a:pt x="48260" y="115570"/>
                  </a:lnTo>
                  <a:lnTo>
                    <a:pt x="49530" y="115570"/>
                  </a:lnTo>
                  <a:lnTo>
                    <a:pt x="49530" y="114300"/>
                  </a:lnTo>
                  <a:lnTo>
                    <a:pt x="50800" y="113030"/>
                  </a:lnTo>
                  <a:lnTo>
                    <a:pt x="53340" y="110490"/>
                  </a:lnTo>
                  <a:lnTo>
                    <a:pt x="54610" y="107950"/>
                  </a:lnTo>
                  <a:lnTo>
                    <a:pt x="55880" y="106680"/>
                  </a:lnTo>
                  <a:lnTo>
                    <a:pt x="55880" y="105410"/>
                  </a:lnTo>
                  <a:lnTo>
                    <a:pt x="57150" y="102870"/>
                  </a:lnTo>
                  <a:lnTo>
                    <a:pt x="58051" y="100152"/>
                  </a:lnTo>
                  <a:lnTo>
                    <a:pt x="58420" y="100330"/>
                  </a:lnTo>
                  <a:lnTo>
                    <a:pt x="59690" y="97790"/>
                  </a:lnTo>
                  <a:lnTo>
                    <a:pt x="59690" y="96520"/>
                  </a:lnTo>
                  <a:lnTo>
                    <a:pt x="60960" y="93980"/>
                  </a:lnTo>
                  <a:lnTo>
                    <a:pt x="60960" y="92710"/>
                  </a:lnTo>
                  <a:lnTo>
                    <a:pt x="62230" y="90170"/>
                  </a:lnTo>
                  <a:lnTo>
                    <a:pt x="62230" y="88900"/>
                  </a:lnTo>
                  <a:lnTo>
                    <a:pt x="62230" y="85090"/>
                  </a:lnTo>
                  <a:lnTo>
                    <a:pt x="64770" y="77470"/>
                  </a:lnTo>
                  <a:lnTo>
                    <a:pt x="64770" y="76200"/>
                  </a:lnTo>
                  <a:lnTo>
                    <a:pt x="64770" y="67310"/>
                  </a:lnTo>
                  <a:lnTo>
                    <a:pt x="66040" y="55880"/>
                  </a:lnTo>
                  <a:lnTo>
                    <a:pt x="66040" y="44450"/>
                  </a:lnTo>
                  <a:lnTo>
                    <a:pt x="66040" y="43180"/>
                  </a:lnTo>
                  <a:lnTo>
                    <a:pt x="67310" y="30480"/>
                  </a:lnTo>
                  <a:lnTo>
                    <a:pt x="67310" y="13970"/>
                  </a:lnTo>
                  <a:lnTo>
                    <a:pt x="67310" y="7620"/>
                  </a:lnTo>
                  <a:lnTo>
                    <a:pt x="67310" y="6350"/>
                  </a:lnTo>
                  <a:lnTo>
                    <a:pt x="67310" y="0"/>
                  </a:lnTo>
                  <a:close/>
                </a:path>
              </a:pathLst>
            </a:custGeom>
            <a:solidFill>
              <a:srgbClr val="9898FF"/>
            </a:solidFill>
          </p:spPr>
          <p:txBody>
            <a:bodyPr wrap="square" lIns="0" tIns="0" rIns="0" bIns="0" rtlCol="0"/>
            <a:lstStyle/>
            <a:p/>
          </p:txBody>
        </p:sp>
        <p:sp>
          <p:nvSpPr>
            <p:cNvPr id="853" name="object 853"/>
            <p:cNvSpPr/>
            <p:nvPr/>
          </p:nvSpPr>
          <p:spPr>
            <a:xfrm>
              <a:off x="8322310" y="1286509"/>
              <a:ext cx="246379" cy="383540"/>
            </a:xfrm>
            <a:custGeom>
              <a:avLst/>
              <a:gdLst/>
              <a:ahLst/>
              <a:cxnLst/>
              <a:rect l="l" t="t" r="r" b="b"/>
              <a:pathLst>
                <a:path w="246379" h="383539">
                  <a:moveTo>
                    <a:pt x="246380" y="339090"/>
                  </a:moveTo>
                  <a:lnTo>
                    <a:pt x="242570" y="335280"/>
                  </a:lnTo>
                  <a:lnTo>
                    <a:pt x="238760" y="330200"/>
                  </a:lnTo>
                  <a:lnTo>
                    <a:pt x="236753" y="332206"/>
                  </a:lnTo>
                  <a:lnTo>
                    <a:pt x="236220" y="331470"/>
                  </a:lnTo>
                  <a:lnTo>
                    <a:pt x="232410" y="335280"/>
                  </a:lnTo>
                  <a:lnTo>
                    <a:pt x="223520" y="342900"/>
                  </a:lnTo>
                  <a:lnTo>
                    <a:pt x="216433" y="349986"/>
                  </a:lnTo>
                  <a:lnTo>
                    <a:pt x="215900" y="349250"/>
                  </a:lnTo>
                  <a:lnTo>
                    <a:pt x="207010" y="355600"/>
                  </a:lnTo>
                  <a:lnTo>
                    <a:pt x="207391" y="356108"/>
                  </a:lnTo>
                  <a:lnTo>
                    <a:pt x="199796" y="360451"/>
                  </a:lnTo>
                  <a:lnTo>
                    <a:pt x="199390" y="359410"/>
                  </a:lnTo>
                  <a:lnTo>
                    <a:pt x="191770" y="364490"/>
                  </a:lnTo>
                  <a:lnTo>
                    <a:pt x="182880" y="367030"/>
                  </a:lnTo>
                  <a:lnTo>
                    <a:pt x="183007" y="367360"/>
                  </a:lnTo>
                  <a:lnTo>
                    <a:pt x="175260" y="369570"/>
                  </a:lnTo>
                  <a:lnTo>
                    <a:pt x="166370" y="370840"/>
                  </a:lnTo>
                  <a:lnTo>
                    <a:pt x="157480" y="370840"/>
                  </a:lnTo>
                  <a:lnTo>
                    <a:pt x="148590" y="370840"/>
                  </a:lnTo>
                  <a:lnTo>
                    <a:pt x="140931" y="369747"/>
                  </a:lnTo>
                  <a:lnTo>
                    <a:pt x="140970" y="369570"/>
                  </a:lnTo>
                  <a:lnTo>
                    <a:pt x="132080" y="367030"/>
                  </a:lnTo>
                  <a:lnTo>
                    <a:pt x="131838" y="368185"/>
                  </a:lnTo>
                  <a:lnTo>
                    <a:pt x="124460" y="364490"/>
                  </a:lnTo>
                  <a:lnTo>
                    <a:pt x="116840" y="360680"/>
                  </a:lnTo>
                  <a:lnTo>
                    <a:pt x="109220" y="356870"/>
                  </a:lnTo>
                  <a:lnTo>
                    <a:pt x="101600" y="351790"/>
                  </a:lnTo>
                  <a:lnTo>
                    <a:pt x="94665" y="346024"/>
                  </a:lnTo>
                  <a:lnTo>
                    <a:pt x="95250" y="345440"/>
                  </a:lnTo>
                  <a:lnTo>
                    <a:pt x="87033" y="338416"/>
                  </a:lnTo>
                  <a:lnTo>
                    <a:pt x="80505" y="330784"/>
                  </a:lnTo>
                  <a:lnTo>
                    <a:pt x="81280" y="330200"/>
                  </a:lnTo>
                  <a:lnTo>
                    <a:pt x="73660" y="322580"/>
                  </a:lnTo>
                  <a:lnTo>
                    <a:pt x="67310" y="312420"/>
                  </a:lnTo>
                  <a:lnTo>
                    <a:pt x="60960" y="302260"/>
                  </a:lnTo>
                  <a:lnTo>
                    <a:pt x="54838" y="291249"/>
                  </a:lnTo>
                  <a:lnTo>
                    <a:pt x="55880" y="290830"/>
                  </a:lnTo>
                  <a:lnTo>
                    <a:pt x="49530" y="279400"/>
                  </a:lnTo>
                  <a:lnTo>
                    <a:pt x="43180" y="265430"/>
                  </a:lnTo>
                  <a:lnTo>
                    <a:pt x="35648" y="246621"/>
                  </a:lnTo>
                  <a:lnTo>
                    <a:pt x="36830" y="246380"/>
                  </a:lnTo>
                  <a:lnTo>
                    <a:pt x="30480" y="224790"/>
                  </a:lnTo>
                  <a:lnTo>
                    <a:pt x="24130" y="201930"/>
                  </a:lnTo>
                  <a:lnTo>
                    <a:pt x="20320" y="177800"/>
                  </a:lnTo>
                  <a:lnTo>
                    <a:pt x="20129" y="177838"/>
                  </a:lnTo>
                  <a:lnTo>
                    <a:pt x="16510" y="153670"/>
                  </a:lnTo>
                  <a:lnTo>
                    <a:pt x="16510" y="33020"/>
                  </a:lnTo>
                  <a:lnTo>
                    <a:pt x="12700" y="33020"/>
                  </a:lnTo>
                  <a:lnTo>
                    <a:pt x="13970" y="1270"/>
                  </a:lnTo>
                  <a:lnTo>
                    <a:pt x="8890" y="1270"/>
                  </a:lnTo>
                  <a:lnTo>
                    <a:pt x="2540" y="0"/>
                  </a:lnTo>
                  <a:lnTo>
                    <a:pt x="2540" y="1270"/>
                  </a:lnTo>
                  <a:lnTo>
                    <a:pt x="0" y="33020"/>
                  </a:lnTo>
                  <a:lnTo>
                    <a:pt x="0" y="154940"/>
                  </a:lnTo>
                  <a:lnTo>
                    <a:pt x="3810" y="154940"/>
                  </a:lnTo>
                  <a:lnTo>
                    <a:pt x="7620" y="180340"/>
                  </a:lnTo>
                  <a:lnTo>
                    <a:pt x="11430" y="204470"/>
                  </a:lnTo>
                  <a:lnTo>
                    <a:pt x="17780" y="228600"/>
                  </a:lnTo>
                  <a:lnTo>
                    <a:pt x="24130" y="250190"/>
                  </a:lnTo>
                  <a:lnTo>
                    <a:pt x="31750" y="270510"/>
                  </a:lnTo>
                  <a:lnTo>
                    <a:pt x="38100" y="283210"/>
                  </a:lnTo>
                  <a:lnTo>
                    <a:pt x="43180" y="295910"/>
                  </a:lnTo>
                  <a:lnTo>
                    <a:pt x="43180" y="297180"/>
                  </a:lnTo>
                  <a:lnTo>
                    <a:pt x="44450" y="297180"/>
                  </a:lnTo>
                  <a:lnTo>
                    <a:pt x="50800" y="308610"/>
                  </a:lnTo>
                  <a:lnTo>
                    <a:pt x="57150" y="318770"/>
                  </a:lnTo>
                  <a:lnTo>
                    <a:pt x="57150" y="320040"/>
                  </a:lnTo>
                  <a:lnTo>
                    <a:pt x="63500" y="328930"/>
                  </a:lnTo>
                  <a:lnTo>
                    <a:pt x="63500" y="330200"/>
                  </a:lnTo>
                  <a:lnTo>
                    <a:pt x="71120" y="339090"/>
                  </a:lnTo>
                  <a:lnTo>
                    <a:pt x="77470" y="346710"/>
                  </a:lnTo>
                  <a:lnTo>
                    <a:pt x="78740" y="346710"/>
                  </a:lnTo>
                  <a:lnTo>
                    <a:pt x="86360" y="354330"/>
                  </a:lnTo>
                  <a:lnTo>
                    <a:pt x="93980" y="360680"/>
                  </a:lnTo>
                  <a:lnTo>
                    <a:pt x="93980" y="361950"/>
                  </a:lnTo>
                  <a:lnTo>
                    <a:pt x="101600" y="367030"/>
                  </a:lnTo>
                  <a:lnTo>
                    <a:pt x="102870" y="367030"/>
                  </a:lnTo>
                  <a:lnTo>
                    <a:pt x="110490" y="372110"/>
                  </a:lnTo>
                  <a:lnTo>
                    <a:pt x="111760" y="372110"/>
                  </a:lnTo>
                  <a:lnTo>
                    <a:pt x="119380" y="375920"/>
                  </a:lnTo>
                  <a:lnTo>
                    <a:pt x="128270" y="379730"/>
                  </a:lnTo>
                  <a:lnTo>
                    <a:pt x="129540" y="379730"/>
                  </a:lnTo>
                  <a:lnTo>
                    <a:pt x="138430" y="382270"/>
                  </a:lnTo>
                  <a:lnTo>
                    <a:pt x="147320" y="382270"/>
                  </a:lnTo>
                  <a:lnTo>
                    <a:pt x="157480" y="383540"/>
                  </a:lnTo>
                  <a:lnTo>
                    <a:pt x="167640" y="382270"/>
                  </a:lnTo>
                  <a:lnTo>
                    <a:pt x="177800" y="381000"/>
                  </a:lnTo>
                  <a:lnTo>
                    <a:pt x="186690" y="379730"/>
                  </a:lnTo>
                  <a:lnTo>
                    <a:pt x="187960" y="378460"/>
                  </a:lnTo>
                  <a:lnTo>
                    <a:pt x="196850" y="375920"/>
                  </a:lnTo>
                  <a:lnTo>
                    <a:pt x="205740" y="370840"/>
                  </a:lnTo>
                  <a:lnTo>
                    <a:pt x="214630" y="365760"/>
                  </a:lnTo>
                  <a:lnTo>
                    <a:pt x="223520" y="359410"/>
                  </a:lnTo>
                  <a:lnTo>
                    <a:pt x="232410" y="353060"/>
                  </a:lnTo>
                  <a:lnTo>
                    <a:pt x="240030" y="345440"/>
                  </a:lnTo>
                  <a:lnTo>
                    <a:pt x="241300" y="344170"/>
                  </a:lnTo>
                  <a:lnTo>
                    <a:pt x="243840" y="341630"/>
                  </a:lnTo>
                  <a:lnTo>
                    <a:pt x="246380" y="339090"/>
                  </a:lnTo>
                  <a:close/>
                </a:path>
              </a:pathLst>
            </a:custGeom>
            <a:solidFill>
              <a:srgbClr val="9898FF"/>
            </a:solidFill>
          </p:spPr>
          <p:txBody>
            <a:bodyPr wrap="square" lIns="0" tIns="0" rIns="0" bIns="0" rtlCol="0"/>
            <a:lstStyle/>
            <a:p/>
          </p:txBody>
        </p:sp>
        <p:sp>
          <p:nvSpPr>
            <p:cNvPr id="854" name="object 854"/>
            <p:cNvSpPr/>
            <p:nvPr/>
          </p:nvSpPr>
          <p:spPr>
            <a:xfrm>
              <a:off x="8324850" y="1052829"/>
              <a:ext cx="259079" cy="236220"/>
            </a:xfrm>
            <a:custGeom>
              <a:avLst/>
              <a:gdLst/>
              <a:ahLst/>
              <a:cxnLst/>
              <a:rect l="l" t="t" r="r" b="b"/>
              <a:pathLst>
                <a:path w="259079" h="236219">
                  <a:moveTo>
                    <a:pt x="259080" y="19050"/>
                  </a:moveTo>
                  <a:lnTo>
                    <a:pt x="252730" y="19050"/>
                  </a:lnTo>
                  <a:lnTo>
                    <a:pt x="252730" y="12700"/>
                  </a:lnTo>
                  <a:lnTo>
                    <a:pt x="246380" y="12700"/>
                  </a:lnTo>
                  <a:lnTo>
                    <a:pt x="246380" y="19050"/>
                  </a:lnTo>
                  <a:lnTo>
                    <a:pt x="246367" y="42354"/>
                  </a:lnTo>
                  <a:lnTo>
                    <a:pt x="228600" y="26670"/>
                  </a:lnTo>
                  <a:lnTo>
                    <a:pt x="220980" y="20320"/>
                  </a:lnTo>
                  <a:lnTo>
                    <a:pt x="213360" y="15240"/>
                  </a:lnTo>
                  <a:lnTo>
                    <a:pt x="212090" y="15240"/>
                  </a:lnTo>
                  <a:lnTo>
                    <a:pt x="204470" y="11430"/>
                  </a:lnTo>
                  <a:lnTo>
                    <a:pt x="195580" y="7620"/>
                  </a:lnTo>
                  <a:lnTo>
                    <a:pt x="194310" y="7620"/>
                  </a:lnTo>
                  <a:lnTo>
                    <a:pt x="194310" y="6350"/>
                  </a:lnTo>
                  <a:lnTo>
                    <a:pt x="185420" y="3810"/>
                  </a:lnTo>
                  <a:lnTo>
                    <a:pt x="175260" y="2540"/>
                  </a:lnTo>
                  <a:lnTo>
                    <a:pt x="165100" y="1270"/>
                  </a:lnTo>
                  <a:lnTo>
                    <a:pt x="153670" y="0"/>
                  </a:lnTo>
                  <a:lnTo>
                    <a:pt x="137160" y="1270"/>
                  </a:lnTo>
                  <a:lnTo>
                    <a:pt x="135890" y="1270"/>
                  </a:lnTo>
                  <a:lnTo>
                    <a:pt x="120650" y="5080"/>
                  </a:lnTo>
                  <a:lnTo>
                    <a:pt x="119380" y="5080"/>
                  </a:lnTo>
                  <a:lnTo>
                    <a:pt x="111760" y="7620"/>
                  </a:lnTo>
                  <a:lnTo>
                    <a:pt x="104140" y="11430"/>
                  </a:lnTo>
                  <a:lnTo>
                    <a:pt x="96520" y="15240"/>
                  </a:lnTo>
                  <a:lnTo>
                    <a:pt x="88900" y="20320"/>
                  </a:lnTo>
                  <a:lnTo>
                    <a:pt x="82550" y="25400"/>
                  </a:lnTo>
                  <a:lnTo>
                    <a:pt x="76200" y="31750"/>
                  </a:lnTo>
                  <a:lnTo>
                    <a:pt x="69850" y="38100"/>
                  </a:lnTo>
                  <a:lnTo>
                    <a:pt x="68580" y="38100"/>
                  </a:lnTo>
                  <a:lnTo>
                    <a:pt x="62230" y="45720"/>
                  </a:lnTo>
                  <a:lnTo>
                    <a:pt x="57150" y="53340"/>
                  </a:lnTo>
                  <a:lnTo>
                    <a:pt x="50800" y="62230"/>
                  </a:lnTo>
                  <a:lnTo>
                    <a:pt x="45720" y="71120"/>
                  </a:lnTo>
                  <a:lnTo>
                    <a:pt x="39370" y="80010"/>
                  </a:lnTo>
                  <a:lnTo>
                    <a:pt x="34290" y="90170"/>
                  </a:lnTo>
                  <a:lnTo>
                    <a:pt x="29210" y="101600"/>
                  </a:lnTo>
                  <a:lnTo>
                    <a:pt x="25400" y="111760"/>
                  </a:lnTo>
                  <a:lnTo>
                    <a:pt x="21590" y="123190"/>
                  </a:lnTo>
                  <a:lnTo>
                    <a:pt x="20320" y="123190"/>
                  </a:lnTo>
                  <a:lnTo>
                    <a:pt x="16510" y="134620"/>
                  </a:lnTo>
                  <a:lnTo>
                    <a:pt x="16510" y="135890"/>
                  </a:lnTo>
                  <a:lnTo>
                    <a:pt x="13970" y="148590"/>
                  </a:lnTo>
                  <a:lnTo>
                    <a:pt x="7620" y="173990"/>
                  </a:lnTo>
                  <a:lnTo>
                    <a:pt x="7620" y="175260"/>
                  </a:lnTo>
                  <a:lnTo>
                    <a:pt x="3810" y="203200"/>
                  </a:lnTo>
                  <a:lnTo>
                    <a:pt x="0" y="233680"/>
                  </a:lnTo>
                  <a:lnTo>
                    <a:pt x="0" y="234950"/>
                  </a:lnTo>
                  <a:lnTo>
                    <a:pt x="6350" y="234950"/>
                  </a:lnTo>
                  <a:lnTo>
                    <a:pt x="11430" y="236220"/>
                  </a:lnTo>
                  <a:lnTo>
                    <a:pt x="15087" y="205714"/>
                  </a:lnTo>
                  <a:lnTo>
                    <a:pt x="15240" y="205740"/>
                  </a:lnTo>
                  <a:lnTo>
                    <a:pt x="20104" y="177723"/>
                  </a:lnTo>
                  <a:lnTo>
                    <a:pt x="20320" y="177800"/>
                  </a:lnTo>
                  <a:lnTo>
                    <a:pt x="26670" y="151130"/>
                  </a:lnTo>
                  <a:lnTo>
                    <a:pt x="28968" y="139611"/>
                  </a:lnTo>
                  <a:lnTo>
                    <a:pt x="29210" y="139700"/>
                  </a:lnTo>
                  <a:lnTo>
                    <a:pt x="33020" y="127000"/>
                  </a:lnTo>
                  <a:lnTo>
                    <a:pt x="36830" y="116840"/>
                  </a:lnTo>
                  <a:lnTo>
                    <a:pt x="40640" y="105410"/>
                  </a:lnTo>
                  <a:lnTo>
                    <a:pt x="45720" y="95250"/>
                  </a:lnTo>
                  <a:lnTo>
                    <a:pt x="50800" y="86360"/>
                  </a:lnTo>
                  <a:lnTo>
                    <a:pt x="55880" y="77470"/>
                  </a:lnTo>
                  <a:lnTo>
                    <a:pt x="60960" y="68580"/>
                  </a:lnTo>
                  <a:lnTo>
                    <a:pt x="67310" y="60960"/>
                  </a:lnTo>
                  <a:lnTo>
                    <a:pt x="71882" y="54102"/>
                  </a:lnTo>
                  <a:lnTo>
                    <a:pt x="72390" y="54610"/>
                  </a:lnTo>
                  <a:lnTo>
                    <a:pt x="78740" y="46990"/>
                  </a:lnTo>
                  <a:lnTo>
                    <a:pt x="78003" y="46456"/>
                  </a:lnTo>
                  <a:lnTo>
                    <a:pt x="83820" y="40640"/>
                  </a:lnTo>
                  <a:lnTo>
                    <a:pt x="91440" y="35560"/>
                  </a:lnTo>
                  <a:lnTo>
                    <a:pt x="90868" y="35001"/>
                  </a:lnTo>
                  <a:lnTo>
                    <a:pt x="95999" y="30899"/>
                  </a:lnTo>
                  <a:lnTo>
                    <a:pt x="96520" y="31750"/>
                  </a:lnTo>
                  <a:lnTo>
                    <a:pt x="104140" y="26670"/>
                  </a:lnTo>
                  <a:lnTo>
                    <a:pt x="103784" y="26212"/>
                  </a:lnTo>
                  <a:lnTo>
                    <a:pt x="110490" y="22860"/>
                  </a:lnTo>
                  <a:lnTo>
                    <a:pt x="110185" y="22377"/>
                  </a:lnTo>
                  <a:lnTo>
                    <a:pt x="116408" y="19265"/>
                  </a:lnTo>
                  <a:lnTo>
                    <a:pt x="116840" y="20320"/>
                  </a:lnTo>
                  <a:lnTo>
                    <a:pt x="124460" y="17780"/>
                  </a:lnTo>
                  <a:lnTo>
                    <a:pt x="124333" y="17500"/>
                  </a:lnTo>
                  <a:lnTo>
                    <a:pt x="138430" y="13970"/>
                  </a:lnTo>
                  <a:lnTo>
                    <a:pt x="153670" y="12700"/>
                  </a:lnTo>
                  <a:lnTo>
                    <a:pt x="163830" y="12700"/>
                  </a:lnTo>
                  <a:lnTo>
                    <a:pt x="172720" y="13970"/>
                  </a:lnTo>
                  <a:lnTo>
                    <a:pt x="181724" y="16230"/>
                  </a:lnTo>
                  <a:lnTo>
                    <a:pt x="181610" y="16510"/>
                  </a:lnTo>
                  <a:lnTo>
                    <a:pt x="190500" y="19050"/>
                  </a:lnTo>
                  <a:lnTo>
                    <a:pt x="198374" y="22428"/>
                  </a:lnTo>
                  <a:lnTo>
                    <a:pt x="198120" y="22860"/>
                  </a:lnTo>
                  <a:lnTo>
                    <a:pt x="207010" y="26670"/>
                  </a:lnTo>
                  <a:lnTo>
                    <a:pt x="214630" y="31750"/>
                  </a:lnTo>
                  <a:lnTo>
                    <a:pt x="214693" y="31597"/>
                  </a:lnTo>
                  <a:lnTo>
                    <a:pt x="220980" y="36830"/>
                  </a:lnTo>
                  <a:lnTo>
                    <a:pt x="221513" y="36106"/>
                  </a:lnTo>
                  <a:lnTo>
                    <a:pt x="241300" y="55880"/>
                  </a:lnTo>
                  <a:lnTo>
                    <a:pt x="242570" y="55880"/>
                  </a:lnTo>
                  <a:lnTo>
                    <a:pt x="246367" y="58737"/>
                  </a:lnTo>
                  <a:lnTo>
                    <a:pt x="246367" y="59690"/>
                  </a:lnTo>
                  <a:lnTo>
                    <a:pt x="247650" y="59690"/>
                  </a:lnTo>
                  <a:lnTo>
                    <a:pt x="250190" y="62230"/>
                  </a:lnTo>
                  <a:lnTo>
                    <a:pt x="252730" y="62230"/>
                  </a:lnTo>
                  <a:lnTo>
                    <a:pt x="259080" y="62230"/>
                  </a:lnTo>
                  <a:lnTo>
                    <a:pt x="259080" y="59690"/>
                  </a:lnTo>
                  <a:lnTo>
                    <a:pt x="259080" y="55880"/>
                  </a:lnTo>
                  <a:lnTo>
                    <a:pt x="259080" y="19050"/>
                  </a:lnTo>
                  <a:close/>
                </a:path>
              </a:pathLst>
            </a:custGeom>
            <a:solidFill>
              <a:srgbClr val="9898FF"/>
            </a:solidFill>
          </p:spPr>
          <p:txBody>
            <a:bodyPr wrap="square" lIns="0" tIns="0" rIns="0" bIns="0" rtlCol="0"/>
            <a:lstStyle/>
            <a:p/>
          </p:txBody>
        </p:sp>
        <p:sp>
          <p:nvSpPr>
            <p:cNvPr id="855" name="object 855"/>
            <p:cNvSpPr/>
            <p:nvPr/>
          </p:nvSpPr>
          <p:spPr>
            <a:xfrm>
              <a:off x="8477250" y="1065529"/>
              <a:ext cx="100330" cy="410209"/>
            </a:xfrm>
            <a:custGeom>
              <a:avLst/>
              <a:gdLst/>
              <a:ahLst/>
              <a:cxnLst/>
              <a:rect l="l" t="t" r="r" b="b"/>
              <a:pathLst>
                <a:path w="100329" h="410209">
                  <a:moveTo>
                    <a:pt x="73660" y="398780"/>
                  </a:moveTo>
                  <a:lnTo>
                    <a:pt x="68580" y="393700"/>
                  </a:lnTo>
                  <a:lnTo>
                    <a:pt x="64770" y="389890"/>
                  </a:lnTo>
                  <a:lnTo>
                    <a:pt x="63500" y="391160"/>
                  </a:lnTo>
                  <a:lnTo>
                    <a:pt x="60960" y="392430"/>
                  </a:lnTo>
                  <a:lnTo>
                    <a:pt x="61595" y="393065"/>
                  </a:lnTo>
                  <a:lnTo>
                    <a:pt x="60960" y="393700"/>
                  </a:lnTo>
                  <a:lnTo>
                    <a:pt x="59690" y="393700"/>
                  </a:lnTo>
                  <a:lnTo>
                    <a:pt x="57150" y="394970"/>
                  </a:lnTo>
                  <a:lnTo>
                    <a:pt x="57683" y="395706"/>
                  </a:lnTo>
                  <a:lnTo>
                    <a:pt x="57505" y="395884"/>
                  </a:lnTo>
                  <a:lnTo>
                    <a:pt x="57150" y="394970"/>
                  </a:lnTo>
                  <a:lnTo>
                    <a:pt x="55880" y="396240"/>
                  </a:lnTo>
                  <a:lnTo>
                    <a:pt x="54610" y="396240"/>
                  </a:lnTo>
                  <a:lnTo>
                    <a:pt x="53340" y="396240"/>
                  </a:lnTo>
                  <a:lnTo>
                    <a:pt x="50800" y="397510"/>
                  </a:lnTo>
                  <a:lnTo>
                    <a:pt x="49530" y="397510"/>
                  </a:lnTo>
                  <a:lnTo>
                    <a:pt x="45720" y="397510"/>
                  </a:lnTo>
                  <a:lnTo>
                    <a:pt x="41783" y="396532"/>
                  </a:lnTo>
                  <a:lnTo>
                    <a:pt x="41910" y="396240"/>
                  </a:lnTo>
                  <a:lnTo>
                    <a:pt x="40640" y="396240"/>
                  </a:lnTo>
                  <a:lnTo>
                    <a:pt x="39370" y="394970"/>
                  </a:lnTo>
                  <a:lnTo>
                    <a:pt x="38100" y="394970"/>
                  </a:lnTo>
                  <a:lnTo>
                    <a:pt x="36830" y="393700"/>
                  </a:lnTo>
                  <a:lnTo>
                    <a:pt x="35560" y="392430"/>
                  </a:lnTo>
                  <a:lnTo>
                    <a:pt x="33020" y="391160"/>
                  </a:lnTo>
                  <a:lnTo>
                    <a:pt x="31750" y="389890"/>
                  </a:lnTo>
                  <a:lnTo>
                    <a:pt x="30480" y="388620"/>
                  </a:lnTo>
                  <a:lnTo>
                    <a:pt x="28702" y="387731"/>
                  </a:lnTo>
                  <a:lnTo>
                    <a:pt x="29210" y="387350"/>
                  </a:lnTo>
                  <a:lnTo>
                    <a:pt x="27940" y="386080"/>
                  </a:lnTo>
                  <a:lnTo>
                    <a:pt x="26670" y="383540"/>
                  </a:lnTo>
                  <a:lnTo>
                    <a:pt x="25400" y="381000"/>
                  </a:lnTo>
                  <a:lnTo>
                    <a:pt x="22860" y="378460"/>
                  </a:lnTo>
                  <a:lnTo>
                    <a:pt x="22110" y="376224"/>
                  </a:lnTo>
                  <a:lnTo>
                    <a:pt x="22860" y="375920"/>
                  </a:lnTo>
                  <a:lnTo>
                    <a:pt x="21590" y="372110"/>
                  </a:lnTo>
                  <a:lnTo>
                    <a:pt x="20320" y="372110"/>
                  </a:lnTo>
                  <a:lnTo>
                    <a:pt x="19735" y="370967"/>
                  </a:lnTo>
                  <a:lnTo>
                    <a:pt x="20320" y="370840"/>
                  </a:lnTo>
                  <a:lnTo>
                    <a:pt x="19050" y="367030"/>
                  </a:lnTo>
                  <a:lnTo>
                    <a:pt x="19050" y="365760"/>
                  </a:lnTo>
                  <a:lnTo>
                    <a:pt x="17780" y="361950"/>
                  </a:lnTo>
                  <a:lnTo>
                    <a:pt x="17487" y="362077"/>
                  </a:lnTo>
                  <a:lnTo>
                    <a:pt x="16510" y="358140"/>
                  </a:lnTo>
                  <a:lnTo>
                    <a:pt x="15240" y="349250"/>
                  </a:lnTo>
                  <a:lnTo>
                    <a:pt x="15074" y="349288"/>
                  </a:lnTo>
                  <a:lnTo>
                    <a:pt x="13970" y="340360"/>
                  </a:lnTo>
                  <a:lnTo>
                    <a:pt x="12700" y="328930"/>
                  </a:lnTo>
                  <a:lnTo>
                    <a:pt x="12700" y="317500"/>
                  </a:lnTo>
                  <a:lnTo>
                    <a:pt x="11430" y="304800"/>
                  </a:lnTo>
                  <a:lnTo>
                    <a:pt x="0" y="304800"/>
                  </a:lnTo>
                  <a:lnTo>
                    <a:pt x="0" y="317500"/>
                  </a:lnTo>
                  <a:lnTo>
                    <a:pt x="0" y="318770"/>
                  </a:lnTo>
                  <a:lnTo>
                    <a:pt x="0" y="330200"/>
                  </a:lnTo>
                  <a:lnTo>
                    <a:pt x="1270" y="341630"/>
                  </a:lnTo>
                  <a:lnTo>
                    <a:pt x="2540" y="351790"/>
                  </a:lnTo>
                  <a:lnTo>
                    <a:pt x="5080" y="360680"/>
                  </a:lnTo>
                  <a:lnTo>
                    <a:pt x="5080" y="364490"/>
                  </a:lnTo>
                  <a:lnTo>
                    <a:pt x="5080" y="365760"/>
                  </a:lnTo>
                  <a:lnTo>
                    <a:pt x="6350" y="365760"/>
                  </a:lnTo>
                  <a:lnTo>
                    <a:pt x="7531" y="369341"/>
                  </a:lnTo>
                  <a:lnTo>
                    <a:pt x="6350" y="369570"/>
                  </a:lnTo>
                  <a:lnTo>
                    <a:pt x="7620" y="372110"/>
                  </a:lnTo>
                  <a:lnTo>
                    <a:pt x="7620" y="374650"/>
                  </a:lnTo>
                  <a:lnTo>
                    <a:pt x="8890" y="377190"/>
                  </a:lnTo>
                  <a:lnTo>
                    <a:pt x="10160" y="379730"/>
                  </a:lnTo>
                  <a:lnTo>
                    <a:pt x="10160" y="381000"/>
                  </a:lnTo>
                  <a:lnTo>
                    <a:pt x="11430" y="381000"/>
                  </a:lnTo>
                  <a:lnTo>
                    <a:pt x="12700" y="384810"/>
                  </a:lnTo>
                  <a:lnTo>
                    <a:pt x="13970" y="387350"/>
                  </a:lnTo>
                  <a:lnTo>
                    <a:pt x="15240" y="389890"/>
                  </a:lnTo>
                  <a:lnTo>
                    <a:pt x="17780" y="392430"/>
                  </a:lnTo>
                  <a:lnTo>
                    <a:pt x="19050" y="394970"/>
                  </a:lnTo>
                  <a:lnTo>
                    <a:pt x="20320" y="396240"/>
                  </a:lnTo>
                  <a:lnTo>
                    <a:pt x="21590" y="397510"/>
                  </a:lnTo>
                  <a:lnTo>
                    <a:pt x="22860" y="398780"/>
                  </a:lnTo>
                  <a:lnTo>
                    <a:pt x="22860" y="400050"/>
                  </a:lnTo>
                  <a:lnTo>
                    <a:pt x="24130" y="400050"/>
                  </a:lnTo>
                  <a:lnTo>
                    <a:pt x="25400" y="401320"/>
                  </a:lnTo>
                  <a:lnTo>
                    <a:pt x="25400" y="402590"/>
                  </a:lnTo>
                  <a:lnTo>
                    <a:pt x="27940" y="403860"/>
                  </a:lnTo>
                  <a:lnTo>
                    <a:pt x="30480" y="405130"/>
                  </a:lnTo>
                  <a:lnTo>
                    <a:pt x="33020" y="406400"/>
                  </a:lnTo>
                  <a:lnTo>
                    <a:pt x="34290" y="406400"/>
                  </a:lnTo>
                  <a:lnTo>
                    <a:pt x="34290" y="407670"/>
                  </a:lnTo>
                  <a:lnTo>
                    <a:pt x="36830" y="408940"/>
                  </a:lnTo>
                  <a:lnTo>
                    <a:pt x="38100" y="408940"/>
                  </a:lnTo>
                  <a:lnTo>
                    <a:pt x="43180" y="408940"/>
                  </a:lnTo>
                  <a:lnTo>
                    <a:pt x="44450" y="408940"/>
                  </a:lnTo>
                  <a:lnTo>
                    <a:pt x="48260" y="410210"/>
                  </a:lnTo>
                  <a:lnTo>
                    <a:pt x="49530" y="410210"/>
                  </a:lnTo>
                  <a:lnTo>
                    <a:pt x="50800" y="410210"/>
                  </a:lnTo>
                  <a:lnTo>
                    <a:pt x="52070" y="410210"/>
                  </a:lnTo>
                  <a:lnTo>
                    <a:pt x="54610" y="408940"/>
                  </a:lnTo>
                  <a:lnTo>
                    <a:pt x="55880" y="408940"/>
                  </a:lnTo>
                  <a:lnTo>
                    <a:pt x="57150" y="408940"/>
                  </a:lnTo>
                  <a:lnTo>
                    <a:pt x="58420" y="408940"/>
                  </a:lnTo>
                  <a:lnTo>
                    <a:pt x="59690" y="408940"/>
                  </a:lnTo>
                  <a:lnTo>
                    <a:pt x="62230" y="407670"/>
                  </a:lnTo>
                  <a:lnTo>
                    <a:pt x="63500" y="406400"/>
                  </a:lnTo>
                  <a:lnTo>
                    <a:pt x="64770" y="406400"/>
                  </a:lnTo>
                  <a:lnTo>
                    <a:pt x="64770" y="405130"/>
                  </a:lnTo>
                  <a:lnTo>
                    <a:pt x="66040" y="405130"/>
                  </a:lnTo>
                  <a:lnTo>
                    <a:pt x="68580" y="403860"/>
                  </a:lnTo>
                  <a:lnTo>
                    <a:pt x="69850" y="402590"/>
                  </a:lnTo>
                  <a:lnTo>
                    <a:pt x="71120" y="401320"/>
                  </a:lnTo>
                  <a:lnTo>
                    <a:pt x="72390" y="400050"/>
                  </a:lnTo>
                  <a:lnTo>
                    <a:pt x="73660" y="398780"/>
                  </a:lnTo>
                  <a:close/>
                </a:path>
                <a:path w="100329" h="410209">
                  <a:moveTo>
                    <a:pt x="100330" y="0"/>
                  </a:moveTo>
                  <a:lnTo>
                    <a:pt x="93980" y="0"/>
                  </a:lnTo>
                  <a:lnTo>
                    <a:pt x="93980" y="6350"/>
                  </a:lnTo>
                  <a:lnTo>
                    <a:pt x="100330" y="6350"/>
                  </a:lnTo>
                  <a:lnTo>
                    <a:pt x="100330" y="0"/>
                  </a:lnTo>
                  <a:close/>
                </a:path>
              </a:pathLst>
            </a:custGeom>
            <a:solidFill>
              <a:srgbClr val="9898FF"/>
            </a:solidFill>
          </p:spPr>
          <p:txBody>
            <a:bodyPr wrap="square" lIns="0" tIns="0" rIns="0" bIns="0" rtlCol="0"/>
            <a:lstStyle/>
            <a:p/>
          </p:txBody>
        </p:sp>
        <p:sp>
          <p:nvSpPr>
            <p:cNvPr id="856" name="object 856"/>
            <p:cNvSpPr/>
            <p:nvPr/>
          </p:nvSpPr>
          <p:spPr>
            <a:xfrm>
              <a:off x="8530590" y="1258569"/>
              <a:ext cx="44450" cy="205740"/>
            </a:xfrm>
            <a:custGeom>
              <a:avLst/>
              <a:gdLst/>
              <a:ahLst/>
              <a:cxnLst/>
              <a:rect l="l" t="t" r="r" b="b"/>
              <a:pathLst>
                <a:path w="44450" h="205740">
                  <a:moveTo>
                    <a:pt x="44450" y="83820"/>
                  </a:moveTo>
                  <a:lnTo>
                    <a:pt x="43180" y="72390"/>
                  </a:lnTo>
                  <a:lnTo>
                    <a:pt x="41910" y="62230"/>
                  </a:lnTo>
                  <a:lnTo>
                    <a:pt x="41910" y="60960"/>
                  </a:lnTo>
                  <a:lnTo>
                    <a:pt x="39370" y="52070"/>
                  </a:lnTo>
                  <a:lnTo>
                    <a:pt x="38100" y="46990"/>
                  </a:lnTo>
                  <a:lnTo>
                    <a:pt x="36830" y="41910"/>
                  </a:lnTo>
                  <a:lnTo>
                    <a:pt x="36449" y="42062"/>
                  </a:lnTo>
                  <a:lnTo>
                    <a:pt x="35560" y="39370"/>
                  </a:lnTo>
                  <a:lnTo>
                    <a:pt x="35560" y="38100"/>
                  </a:lnTo>
                  <a:lnTo>
                    <a:pt x="34290" y="34290"/>
                  </a:lnTo>
                  <a:lnTo>
                    <a:pt x="33020" y="31750"/>
                  </a:lnTo>
                  <a:lnTo>
                    <a:pt x="33020" y="30480"/>
                  </a:lnTo>
                  <a:lnTo>
                    <a:pt x="31750" y="27940"/>
                  </a:lnTo>
                  <a:lnTo>
                    <a:pt x="30480" y="26670"/>
                  </a:lnTo>
                  <a:lnTo>
                    <a:pt x="27940" y="20320"/>
                  </a:lnTo>
                  <a:lnTo>
                    <a:pt x="26670" y="20320"/>
                  </a:lnTo>
                  <a:lnTo>
                    <a:pt x="22860" y="15240"/>
                  </a:lnTo>
                  <a:lnTo>
                    <a:pt x="21590" y="12700"/>
                  </a:lnTo>
                  <a:lnTo>
                    <a:pt x="19050" y="10160"/>
                  </a:lnTo>
                  <a:lnTo>
                    <a:pt x="17780" y="8890"/>
                  </a:lnTo>
                  <a:lnTo>
                    <a:pt x="16078" y="8051"/>
                  </a:lnTo>
                  <a:lnTo>
                    <a:pt x="15240" y="6350"/>
                  </a:lnTo>
                  <a:lnTo>
                    <a:pt x="13970" y="6350"/>
                  </a:lnTo>
                  <a:lnTo>
                    <a:pt x="12700" y="3810"/>
                  </a:lnTo>
                  <a:lnTo>
                    <a:pt x="11430" y="3810"/>
                  </a:lnTo>
                  <a:lnTo>
                    <a:pt x="9855" y="3035"/>
                  </a:lnTo>
                  <a:lnTo>
                    <a:pt x="10160" y="2540"/>
                  </a:lnTo>
                  <a:lnTo>
                    <a:pt x="7620" y="1270"/>
                  </a:lnTo>
                  <a:lnTo>
                    <a:pt x="5080" y="0"/>
                  </a:lnTo>
                  <a:lnTo>
                    <a:pt x="2540" y="6350"/>
                  </a:lnTo>
                  <a:lnTo>
                    <a:pt x="0" y="11430"/>
                  </a:lnTo>
                  <a:lnTo>
                    <a:pt x="1612" y="12242"/>
                  </a:lnTo>
                  <a:lnTo>
                    <a:pt x="1270" y="12700"/>
                  </a:lnTo>
                  <a:lnTo>
                    <a:pt x="3810" y="13970"/>
                  </a:lnTo>
                  <a:lnTo>
                    <a:pt x="6350" y="15240"/>
                  </a:lnTo>
                  <a:lnTo>
                    <a:pt x="7620" y="16510"/>
                  </a:lnTo>
                  <a:lnTo>
                    <a:pt x="7620" y="17780"/>
                  </a:lnTo>
                  <a:lnTo>
                    <a:pt x="8890" y="17780"/>
                  </a:lnTo>
                  <a:lnTo>
                    <a:pt x="10579" y="18630"/>
                  </a:lnTo>
                  <a:lnTo>
                    <a:pt x="11430" y="20320"/>
                  </a:lnTo>
                  <a:lnTo>
                    <a:pt x="12700" y="22860"/>
                  </a:lnTo>
                  <a:lnTo>
                    <a:pt x="16510" y="27940"/>
                  </a:lnTo>
                  <a:lnTo>
                    <a:pt x="20320" y="33020"/>
                  </a:lnTo>
                  <a:lnTo>
                    <a:pt x="21590" y="35560"/>
                  </a:lnTo>
                  <a:lnTo>
                    <a:pt x="22860" y="39370"/>
                  </a:lnTo>
                  <a:lnTo>
                    <a:pt x="24130" y="43180"/>
                  </a:lnTo>
                  <a:lnTo>
                    <a:pt x="24409" y="43065"/>
                  </a:lnTo>
                  <a:lnTo>
                    <a:pt x="25400" y="46990"/>
                  </a:lnTo>
                  <a:lnTo>
                    <a:pt x="26670" y="50800"/>
                  </a:lnTo>
                  <a:lnTo>
                    <a:pt x="27940" y="54610"/>
                  </a:lnTo>
                  <a:lnTo>
                    <a:pt x="29210" y="63500"/>
                  </a:lnTo>
                  <a:lnTo>
                    <a:pt x="30480" y="73660"/>
                  </a:lnTo>
                  <a:lnTo>
                    <a:pt x="31750" y="85090"/>
                  </a:lnTo>
                  <a:lnTo>
                    <a:pt x="31750" y="96520"/>
                  </a:lnTo>
                  <a:lnTo>
                    <a:pt x="31750" y="109220"/>
                  </a:lnTo>
                  <a:lnTo>
                    <a:pt x="31750" y="121920"/>
                  </a:lnTo>
                  <a:lnTo>
                    <a:pt x="31750" y="133350"/>
                  </a:lnTo>
                  <a:lnTo>
                    <a:pt x="30480" y="144780"/>
                  </a:lnTo>
                  <a:lnTo>
                    <a:pt x="29210" y="154940"/>
                  </a:lnTo>
                  <a:lnTo>
                    <a:pt x="28105" y="162636"/>
                  </a:lnTo>
                  <a:lnTo>
                    <a:pt x="27940" y="162560"/>
                  </a:lnTo>
                  <a:lnTo>
                    <a:pt x="26670" y="167640"/>
                  </a:lnTo>
                  <a:lnTo>
                    <a:pt x="25400" y="171450"/>
                  </a:lnTo>
                  <a:lnTo>
                    <a:pt x="24130" y="175260"/>
                  </a:lnTo>
                  <a:lnTo>
                    <a:pt x="24498" y="175336"/>
                  </a:lnTo>
                  <a:lnTo>
                    <a:pt x="22860" y="177800"/>
                  </a:lnTo>
                  <a:lnTo>
                    <a:pt x="21590" y="181610"/>
                  </a:lnTo>
                  <a:lnTo>
                    <a:pt x="21958" y="181686"/>
                  </a:lnTo>
                  <a:lnTo>
                    <a:pt x="20320" y="184150"/>
                  </a:lnTo>
                  <a:lnTo>
                    <a:pt x="17780" y="189230"/>
                  </a:lnTo>
                  <a:lnTo>
                    <a:pt x="15240" y="191770"/>
                  </a:lnTo>
                  <a:lnTo>
                    <a:pt x="15938" y="192062"/>
                  </a:lnTo>
                  <a:lnTo>
                    <a:pt x="13970" y="193040"/>
                  </a:lnTo>
                  <a:lnTo>
                    <a:pt x="14693" y="193586"/>
                  </a:lnTo>
                  <a:lnTo>
                    <a:pt x="12700" y="195580"/>
                  </a:lnTo>
                  <a:lnTo>
                    <a:pt x="11430" y="196850"/>
                  </a:lnTo>
                  <a:lnTo>
                    <a:pt x="15240" y="200660"/>
                  </a:lnTo>
                  <a:lnTo>
                    <a:pt x="20320" y="205740"/>
                  </a:lnTo>
                  <a:lnTo>
                    <a:pt x="21590" y="203200"/>
                  </a:lnTo>
                  <a:lnTo>
                    <a:pt x="22860" y="203200"/>
                  </a:lnTo>
                  <a:lnTo>
                    <a:pt x="24130" y="200660"/>
                  </a:lnTo>
                  <a:lnTo>
                    <a:pt x="26670" y="198120"/>
                  </a:lnTo>
                  <a:lnTo>
                    <a:pt x="27940" y="195580"/>
                  </a:lnTo>
                  <a:lnTo>
                    <a:pt x="31750" y="189230"/>
                  </a:lnTo>
                  <a:lnTo>
                    <a:pt x="33020" y="186690"/>
                  </a:lnTo>
                  <a:lnTo>
                    <a:pt x="33020" y="185420"/>
                  </a:lnTo>
                  <a:lnTo>
                    <a:pt x="34290" y="182880"/>
                  </a:lnTo>
                  <a:lnTo>
                    <a:pt x="35560" y="180340"/>
                  </a:lnTo>
                  <a:lnTo>
                    <a:pt x="36830" y="179070"/>
                  </a:lnTo>
                  <a:lnTo>
                    <a:pt x="38100" y="175260"/>
                  </a:lnTo>
                  <a:lnTo>
                    <a:pt x="38100" y="173990"/>
                  </a:lnTo>
                  <a:lnTo>
                    <a:pt x="39370" y="170180"/>
                  </a:lnTo>
                  <a:lnTo>
                    <a:pt x="39370" y="166370"/>
                  </a:lnTo>
                  <a:lnTo>
                    <a:pt x="39370" y="165100"/>
                  </a:lnTo>
                  <a:lnTo>
                    <a:pt x="41910" y="156210"/>
                  </a:lnTo>
                  <a:lnTo>
                    <a:pt x="43180" y="146050"/>
                  </a:lnTo>
                  <a:lnTo>
                    <a:pt x="44450" y="135890"/>
                  </a:lnTo>
                  <a:lnTo>
                    <a:pt x="44450" y="134620"/>
                  </a:lnTo>
                  <a:lnTo>
                    <a:pt x="44450" y="123190"/>
                  </a:lnTo>
                  <a:lnTo>
                    <a:pt x="44450" y="121920"/>
                  </a:lnTo>
                  <a:lnTo>
                    <a:pt x="44450" y="109220"/>
                  </a:lnTo>
                  <a:lnTo>
                    <a:pt x="44450" y="96520"/>
                  </a:lnTo>
                  <a:lnTo>
                    <a:pt x="44450" y="85090"/>
                  </a:lnTo>
                  <a:lnTo>
                    <a:pt x="44450" y="83820"/>
                  </a:lnTo>
                  <a:close/>
                </a:path>
              </a:pathLst>
            </a:custGeom>
            <a:solidFill>
              <a:srgbClr val="9898FF"/>
            </a:solidFill>
          </p:spPr>
          <p:txBody>
            <a:bodyPr wrap="square" lIns="0" tIns="0" rIns="0" bIns="0" rtlCol="0"/>
            <a:lstStyle/>
            <a:p/>
          </p:txBody>
        </p:sp>
        <p:sp>
          <p:nvSpPr>
            <p:cNvPr id="857" name="object 857"/>
            <p:cNvSpPr/>
            <p:nvPr/>
          </p:nvSpPr>
          <p:spPr>
            <a:xfrm>
              <a:off x="8477250" y="1257299"/>
              <a:ext cx="60960" cy="113030"/>
            </a:xfrm>
            <a:custGeom>
              <a:avLst/>
              <a:gdLst/>
              <a:ahLst/>
              <a:cxnLst/>
              <a:rect l="l" t="t" r="r" b="b"/>
              <a:pathLst>
                <a:path w="60959" h="113030">
                  <a:moveTo>
                    <a:pt x="60960" y="2540"/>
                  </a:moveTo>
                  <a:lnTo>
                    <a:pt x="58420" y="1270"/>
                  </a:lnTo>
                  <a:lnTo>
                    <a:pt x="57150" y="1270"/>
                  </a:lnTo>
                  <a:lnTo>
                    <a:pt x="55880" y="0"/>
                  </a:lnTo>
                  <a:lnTo>
                    <a:pt x="36830" y="0"/>
                  </a:lnTo>
                  <a:lnTo>
                    <a:pt x="35560" y="1270"/>
                  </a:lnTo>
                  <a:lnTo>
                    <a:pt x="34290" y="1270"/>
                  </a:lnTo>
                  <a:lnTo>
                    <a:pt x="33020" y="2540"/>
                  </a:lnTo>
                  <a:lnTo>
                    <a:pt x="31953" y="3073"/>
                  </a:lnTo>
                  <a:lnTo>
                    <a:pt x="31750" y="2540"/>
                  </a:lnTo>
                  <a:lnTo>
                    <a:pt x="29210" y="3810"/>
                  </a:lnTo>
                  <a:lnTo>
                    <a:pt x="26670" y="6350"/>
                  </a:lnTo>
                  <a:lnTo>
                    <a:pt x="25400" y="7620"/>
                  </a:lnTo>
                  <a:lnTo>
                    <a:pt x="24130" y="7620"/>
                  </a:lnTo>
                  <a:lnTo>
                    <a:pt x="24130" y="8890"/>
                  </a:lnTo>
                  <a:lnTo>
                    <a:pt x="22860" y="10160"/>
                  </a:lnTo>
                  <a:lnTo>
                    <a:pt x="20320" y="11430"/>
                  </a:lnTo>
                  <a:lnTo>
                    <a:pt x="20320" y="12700"/>
                  </a:lnTo>
                  <a:lnTo>
                    <a:pt x="19050" y="12700"/>
                  </a:lnTo>
                  <a:lnTo>
                    <a:pt x="17780" y="15240"/>
                  </a:lnTo>
                  <a:lnTo>
                    <a:pt x="16510" y="16510"/>
                  </a:lnTo>
                  <a:lnTo>
                    <a:pt x="16510" y="17780"/>
                  </a:lnTo>
                  <a:lnTo>
                    <a:pt x="15240" y="20320"/>
                  </a:lnTo>
                  <a:lnTo>
                    <a:pt x="13970" y="20320"/>
                  </a:lnTo>
                  <a:lnTo>
                    <a:pt x="12700" y="22860"/>
                  </a:lnTo>
                  <a:lnTo>
                    <a:pt x="13487" y="23342"/>
                  </a:lnTo>
                  <a:lnTo>
                    <a:pt x="11430" y="25400"/>
                  </a:lnTo>
                  <a:lnTo>
                    <a:pt x="11430" y="26670"/>
                  </a:lnTo>
                  <a:lnTo>
                    <a:pt x="10160" y="29210"/>
                  </a:lnTo>
                  <a:lnTo>
                    <a:pt x="8890" y="33020"/>
                  </a:lnTo>
                  <a:lnTo>
                    <a:pt x="7620" y="35560"/>
                  </a:lnTo>
                  <a:lnTo>
                    <a:pt x="6350" y="40640"/>
                  </a:lnTo>
                  <a:lnTo>
                    <a:pt x="5080" y="45720"/>
                  </a:lnTo>
                  <a:lnTo>
                    <a:pt x="3810" y="50800"/>
                  </a:lnTo>
                  <a:lnTo>
                    <a:pt x="2540" y="59690"/>
                  </a:lnTo>
                  <a:lnTo>
                    <a:pt x="2540" y="60960"/>
                  </a:lnTo>
                  <a:lnTo>
                    <a:pt x="1270" y="72390"/>
                  </a:lnTo>
                  <a:lnTo>
                    <a:pt x="0" y="85090"/>
                  </a:lnTo>
                  <a:lnTo>
                    <a:pt x="0" y="99060"/>
                  </a:lnTo>
                  <a:lnTo>
                    <a:pt x="0" y="113030"/>
                  </a:lnTo>
                  <a:lnTo>
                    <a:pt x="6350" y="113030"/>
                  </a:lnTo>
                  <a:lnTo>
                    <a:pt x="11430" y="113030"/>
                  </a:lnTo>
                  <a:lnTo>
                    <a:pt x="12700" y="99060"/>
                  </a:lnTo>
                  <a:lnTo>
                    <a:pt x="12700" y="85090"/>
                  </a:lnTo>
                  <a:lnTo>
                    <a:pt x="13843" y="73647"/>
                  </a:lnTo>
                  <a:lnTo>
                    <a:pt x="13970" y="73660"/>
                  </a:lnTo>
                  <a:lnTo>
                    <a:pt x="15240" y="62230"/>
                  </a:lnTo>
                  <a:lnTo>
                    <a:pt x="16510" y="52070"/>
                  </a:lnTo>
                  <a:lnTo>
                    <a:pt x="17780" y="48260"/>
                  </a:lnTo>
                  <a:lnTo>
                    <a:pt x="17780" y="44450"/>
                  </a:lnTo>
                  <a:lnTo>
                    <a:pt x="20320" y="40640"/>
                  </a:lnTo>
                  <a:lnTo>
                    <a:pt x="20320" y="38100"/>
                  </a:lnTo>
                  <a:lnTo>
                    <a:pt x="21590" y="34290"/>
                  </a:lnTo>
                  <a:lnTo>
                    <a:pt x="22860" y="34290"/>
                  </a:lnTo>
                  <a:lnTo>
                    <a:pt x="22860" y="31750"/>
                  </a:lnTo>
                  <a:lnTo>
                    <a:pt x="24130" y="29210"/>
                  </a:lnTo>
                  <a:lnTo>
                    <a:pt x="25400" y="26670"/>
                  </a:lnTo>
                  <a:lnTo>
                    <a:pt x="26670" y="24130"/>
                  </a:lnTo>
                  <a:lnTo>
                    <a:pt x="27940" y="22860"/>
                  </a:lnTo>
                  <a:lnTo>
                    <a:pt x="27940" y="21590"/>
                  </a:lnTo>
                  <a:lnTo>
                    <a:pt x="29210" y="21590"/>
                  </a:lnTo>
                  <a:lnTo>
                    <a:pt x="30480" y="20320"/>
                  </a:lnTo>
                  <a:lnTo>
                    <a:pt x="29743" y="19786"/>
                  </a:lnTo>
                  <a:lnTo>
                    <a:pt x="30480" y="19050"/>
                  </a:lnTo>
                  <a:lnTo>
                    <a:pt x="31750" y="17780"/>
                  </a:lnTo>
                  <a:lnTo>
                    <a:pt x="33020" y="16510"/>
                  </a:lnTo>
                  <a:lnTo>
                    <a:pt x="34290" y="16510"/>
                  </a:lnTo>
                  <a:lnTo>
                    <a:pt x="35560" y="15240"/>
                  </a:lnTo>
                  <a:lnTo>
                    <a:pt x="36830" y="13970"/>
                  </a:lnTo>
                  <a:lnTo>
                    <a:pt x="38100" y="13970"/>
                  </a:lnTo>
                  <a:lnTo>
                    <a:pt x="39370" y="13970"/>
                  </a:lnTo>
                  <a:lnTo>
                    <a:pt x="40640" y="12700"/>
                  </a:lnTo>
                  <a:lnTo>
                    <a:pt x="41910" y="12700"/>
                  </a:lnTo>
                  <a:lnTo>
                    <a:pt x="43180" y="12700"/>
                  </a:lnTo>
                  <a:lnTo>
                    <a:pt x="47409" y="11645"/>
                  </a:lnTo>
                  <a:lnTo>
                    <a:pt x="49530" y="12700"/>
                  </a:lnTo>
                  <a:lnTo>
                    <a:pt x="50800" y="12700"/>
                  </a:lnTo>
                  <a:lnTo>
                    <a:pt x="53340" y="13970"/>
                  </a:lnTo>
                  <a:lnTo>
                    <a:pt x="53759" y="12915"/>
                  </a:lnTo>
                  <a:lnTo>
                    <a:pt x="55880" y="13970"/>
                  </a:lnTo>
                  <a:lnTo>
                    <a:pt x="58420" y="8890"/>
                  </a:lnTo>
                  <a:lnTo>
                    <a:pt x="60960" y="2540"/>
                  </a:lnTo>
                  <a:close/>
                </a:path>
              </a:pathLst>
            </a:custGeom>
            <a:solidFill>
              <a:srgbClr val="9898FF"/>
            </a:solidFill>
          </p:spPr>
          <p:txBody>
            <a:bodyPr wrap="square" lIns="0" tIns="0" rIns="0" bIns="0" rtlCol="0"/>
            <a:lstStyle/>
            <a:p/>
          </p:txBody>
        </p:sp>
      </p:grpSp>
      <p:grpSp>
        <p:nvGrpSpPr>
          <p:cNvPr id="858" name="object 858"/>
          <p:cNvGrpSpPr/>
          <p:nvPr/>
        </p:nvGrpSpPr>
        <p:grpSpPr>
          <a:xfrm>
            <a:off x="1289110" y="836990"/>
            <a:ext cx="948690" cy="1074420"/>
            <a:chOff x="1289110" y="836990"/>
            <a:chExt cx="948690" cy="1074420"/>
          </a:xfrm>
        </p:grpSpPr>
        <p:sp>
          <p:nvSpPr>
            <p:cNvPr id="859" name="object 859"/>
            <p:cNvSpPr/>
            <p:nvPr/>
          </p:nvSpPr>
          <p:spPr>
            <a:xfrm>
              <a:off x="1295400" y="843279"/>
              <a:ext cx="461009" cy="830580"/>
            </a:xfrm>
            <a:custGeom>
              <a:avLst/>
              <a:gdLst/>
              <a:ahLst/>
              <a:cxnLst/>
              <a:rect l="l" t="t" r="r" b="b"/>
              <a:pathLst>
                <a:path w="461010" h="830580">
                  <a:moveTo>
                    <a:pt x="0" y="0"/>
                  </a:moveTo>
                  <a:lnTo>
                    <a:pt x="461010" y="0"/>
                  </a:lnTo>
                  <a:lnTo>
                    <a:pt x="461010" y="238760"/>
                  </a:lnTo>
                  <a:lnTo>
                    <a:pt x="316230" y="238760"/>
                  </a:lnTo>
                  <a:lnTo>
                    <a:pt x="316230" y="830580"/>
                  </a:lnTo>
                  <a:lnTo>
                    <a:pt x="144780" y="830580"/>
                  </a:lnTo>
                  <a:lnTo>
                    <a:pt x="144780" y="238760"/>
                  </a:lnTo>
                  <a:lnTo>
                    <a:pt x="0" y="238760"/>
                  </a:lnTo>
                  <a:lnTo>
                    <a:pt x="0" y="0"/>
                  </a:lnTo>
                  <a:close/>
                </a:path>
              </a:pathLst>
            </a:custGeom>
            <a:ln w="12579">
              <a:solidFill>
                <a:srgbClr val="3333CC"/>
              </a:solidFill>
            </a:ln>
          </p:spPr>
          <p:txBody>
            <a:bodyPr wrap="square" lIns="0" tIns="0" rIns="0" bIns="0" rtlCol="0"/>
            <a:lstStyle/>
            <a:p/>
          </p:txBody>
        </p:sp>
        <p:sp>
          <p:nvSpPr>
            <p:cNvPr id="860" name="object 860"/>
            <p:cNvSpPr/>
            <p:nvPr/>
          </p:nvSpPr>
          <p:spPr>
            <a:xfrm>
              <a:off x="1795780" y="1059179"/>
              <a:ext cx="435609" cy="845820"/>
            </a:xfrm>
            <a:prstGeom prst="rect">
              <a:avLst/>
            </a:prstGeom>
            <a:blipFill>
              <a:blip r:embed="rId11" cstate="print"/>
              <a:stretch>
                <a:fillRect/>
              </a:stretch>
            </a:blipFill>
          </p:spPr>
          <p:txBody>
            <a:bodyPr wrap="square" lIns="0" tIns="0" rIns="0" bIns="0" rtlCol="0"/>
            <a:lstStyle/>
            <a:p/>
          </p:txBody>
        </p:sp>
        <p:sp>
          <p:nvSpPr>
            <p:cNvPr id="861" name="object 861"/>
            <p:cNvSpPr/>
            <p:nvPr/>
          </p:nvSpPr>
          <p:spPr>
            <a:xfrm>
              <a:off x="1795780" y="1059179"/>
              <a:ext cx="435609" cy="845819"/>
            </a:xfrm>
            <a:custGeom>
              <a:avLst/>
              <a:gdLst/>
              <a:ahLst/>
              <a:cxnLst/>
              <a:rect l="l" t="t" r="r" b="b"/>
              <a:pathLst>
                <a:path w="435610" h="845819">
                  <a:moveTo>
                    <a:pt x="0" y="0"/>
                  </a:moveTo>
                  <a:lnTo>
                    <a:pt x="166369" y="0"/>
                  </a:lnTo>
                  <a:lnTo>
                    <a:pt x="224789" y="321310"/>
                  </a:lnTo>
                  <a:lnTo>
                    <a:pt x="279400" y="0"/>
                  </a:lnTo>
                  <a:lnTo>
                    <a:pt x="435609" y="0"/>
                  </a:lnTo>
                  <a:lnTo>
                    <a:pt x="295909" y="638810"/>
                  </a:lnTo>
                  <a:lnTo>
                    <a:pt x="289559" y="665480"/>
                  </a:lnTo>
                  <a:lnTo>
                    <a:pt x="283209" y="689610"/>
                  </a:lnTo>
                  <a:lnTo>
                    <a:pt x="276859" y="711200"/>
                  </a:lnTo>
                  <a:lnTo>
                    <a:pt x="271780" y="730250"/>
                  </a:lnTo>
                  <a:lnTo>
                    <a:pt x="265430" y="749300"/>
                  </a:lnTo>
                  <a:lnTo>
                    <a:pt x="259080" y="763270"/>
                  </a:lnTo>
                  <a:lnTo>
                    <a:pt x="252730" y="777240"/>
                  </a:lnTo>
                  <a:lnTo>
                    <a:pt x="248919" y="782320"/>
                  </a:lnTo>
                  <a:lnTo>
                    <a:pt x="246380" y="788670"/>
                  </a:lnTo>
                  <a:lnTo>
                    <a:pt x="241300" y="795020"/>
                  </a:lnTo>
                  <a:lnTo>
                    <a:pt x="236219" y="801370"/>
                  </a:lnTo>
                  <a:lnTo>
                    <a:pt x="231139" y="807720"/>
                  </a:lnTo>
                  <a:lnTo>
                    <a:pt x="224789" y="814070"/>
                  </a:lnTo>
                  <a:lnTo>
                    <a:pt x="218439" y="817880"/>
                  </a:lnTo>
                  <a:lnTo>
                    <a:pt x="212089" y="822960"/>
                  </a:lnTo>
                  <a:lnTo>
                    <a:pt x="199389" y="830580"/>
                  </a:lnTo>
                  <a:lnTo>
                    <a:pt x="185419" y="838200"/>
                  </a:lnTo>
                  <a:lnTo>
                    <a:pt x="168909" y="842010"/>
                  </a:lnTo>
                  <a:lnTo>
                    <a:pt x="152400" y="844550"/>
                  </a:lnTo>
                  <a:lnTo>
                    <a:pt x="134619" y="845820"/>
                  </a:lnTo>
                  <a:lnTo>
                    <a:pt x="118109" y="844550"/>
                  </a:lnTo>
                  <a:lnTo>
                    <a:pt x="95250" y="842010"/>
                  </a:lnTo>
                  <a:lnTo>
                    <a:pt x="36830" y="830580"/>
                  </a:lnTo>
                  <a:lnTo>
                    <a:pt x="22859" y="624840"/>
                  </a:lnTo>
                  <a:lnTo>
                    <a:pt x="44450" y="636270"/>
                  </a:lnTo>
                  <a:lnTo>
                    <a:pt x="55880" y="640080"/>
                  </a:lnTo>
                  <a:lnTo>
                    <a:pt x="64769" y="643890"/>
                  </a:lnTo>
                  <a:lnTo>
                    <a:pt x="74930" y="646430"/>
                  </a:lnTo>
                  <a:lnTo>
                    <a:pt x="83819" y="647700"/>
                  </a:lnTo>
                  <a:lnTo>
                    <a:pt x="92709" y="648970"/>
                  </a:lnTo>
                  <a:lnTo>
                    <a:pt x="100330" y="650240"/>
                  </a:lnTo>
                  <a:lnTo>
                    <a:pt x="105409" y="650240"/>
                  </a:lnTo>
                  <a:lnTo>
                    <a:pt x="109219" y="648970"/>
                  </a:lnTo>
                  <a:lnTo>
                    <a:pt x="113030" y="647700"/>
                  </a:lnTo>
                  <a:lnTo>
                    <a:pt x="116839" y="646430"/>
                  </a:lnTo>
                  <a:lnTo>
                    <a:pt x="120650" y="645160"/>
                  </a:lnTo>
                  <a:lnTo>
                    <a:pt x="123189" y="642620"/>
                  </a:lnTo>
                  <a:lnTo>
                    <a:pt x="127000" y="640080"/>
                  </a:lnTo>
                  <a:lnTo>
                    <a:pt x="129539" y="636270"/>
                  </a:lnTo>
                  <a:lnTo>
                    <a:pt x="132080" y="632460"/>
                  </a:lnTo>
                  <a:lnTo>
                    <a:pt x="134619" y="628650"/>
                  </a:lnTo>
                  <a:lnTo>
                    <a:pt x="137159" y="623570"/>
                  </a:lnTo>
                  <a:lnTo>
                    <a:pt x="139700" y="618490"/>
                  </a:lnTo>
                  <a:lnTo>
                    <a:pt x="140969" y="613410"/>
                  </a:lnTo>
                  <a:lnTo>
                    <a:pt x="143509" y="607060"/>
                  </a:lnTo>
                  <a:lnTo>
                    <a:pt x="144780" y="599440"/>
                  </a:lnTo>
                  <a:lnTo>
                    <a:pt x="147319" y="593090"/>
                  </a:lnTo>
                  <a:lnTo>
                    <a:pt x="0" y="0"/>
                  </a:lnTo>
                  <a:close/>
                </a:path>
              </a:pathLst>
            </a:custGeom>
            <a:ln w="12579">
              <a:solidFill>
                <a:srgbClr val="3333CC"/>
              </a:solidFill>
            </a:ln>
          </p:spPr>
          <p:txBody>
            <a:bodyPr wrap="square" lIns="0" tIns="0" rIns="0" bIns="0" rtlCol="0"/>
            <a:lstStyle/>
            <a:p/>
          </p:txBody>
        </p:sp>
      </p:grpSp>
      <p:grpSp>
        <p:nvGrpSpPr>
          <p:cNvPr id="862" name="object 862"/>
          <p:cNvGrpSpPr/>
          <p:nvPr/>
        </p:nvGrpSpPr>
        <p:grpSpPr>
          <a:xfrm>
            <a:off x="2283460" y="1040130"/>
            <a:ext cx="402590" cy="849630"/>
            <a:chOff x="2283460" y="1040130"/>
            <a:chExt cx="402590" cy="849630"/>
          </a:xfrm>
        </p:grpSpPr>
        <p:sp>
          <p:nvSpPr>
            <p:cNvPr id="863" name="object 863"/>
            <p:cNvSpPr/>
            <p:nvPr/>
          </p:nvSpPr>
          <p:spPr>
            <a:xfrm>
              <a:off x="2289810" y="1045210"/>
              <a:ext cx="396239" cy="844550"/>
            </a:xfrm>
            <a:prstGeom prst="rect">
              <a:avLst/>
            </a:prstGeom>
            <a:blipFill>
              <a:blip r:embed="rId12" cstate="print"/>
              <a:stretch>
                <a:fillRect/>
              </a:stretch>
            </a:blipFill>
          </p:spPr>
          <p:txBody>
            <a:bodyPr wrap="square" lIns="0" tIns="0" rIns="0" bIns="0" rtlCol="0"/>
            <a:lstStyle/>
            <a:p/>
          </p:txBody>
        </p:sp>
        <p:sp>
          <p:nvSpPr>
            <p:cNvPr id="864" name="object 864"/>
            <p:cNvSpPr/>
            <p:nvPr/>
          </p:nvSpPr>
          <p:spPr>
            <a:xfrm>
              <a:off x="2283460" y="1040129"/>
              <a:ext cx="398780" cy="849630"/>
            </a:xfrm>
            <a:custGeom>
              <a:avLst/>
              <a:gdLst/>
              <a:ahLst/>
              <a:cxnLst/>
              <a:rect l="l" t="t" r="r" b="b"/>
              <a:pathLst>
                <a:path w="398780" h="849630">
                  <a:moveTo>
                    <a:pt x="398780" y="205740"/>
                  </a:moveTo>
                  <a:lnTo>
                    <a:pt x="392430" y="177800"/>
                  </a:lnTo>
                  <a:lnTo>
                    <a:pt x="392430" y="176530"/>
                  </a:lnTo>
                  <a:lnTo>
                    <a:pt x="386080" y="149860"/>
                  </a:lnTo>
                  <a:lnTo>
                    <a:pt x="377190" y="124460"/>
                  </a:lnTo>
                  <a:lnTo>
                    <a:pt x="377190" y="123190"/>
                  </a:lnTo>
                  <a:lnTo>
                    <a:pt x="368300" y="99060"/>
                  </a:lnTo>
                  <a:lnTo>
                    <a:pt x="363220" y="87630"/>
                  </a:lnTo>
                  <a:lnTo>
                    <a:pt x="361950" y="87630"/>
                  </a:lnTo>
                  <a:lnTo>
                    <a:pt x="356870" y="76200"/>
                  </a:lnTo>
                  <a:lnTo>
                    <a:pt x="350520" y="66040"/>
                  </a:lnTo>
                  <a:lnTo>
                    <a:pt x="345440" y="57150"/>
                  </a:lnTo>
                  <a:lnTo>
                    <a:pt x="345440" y="55880"/>
                  </a:lnTo>
                  <a:lnTo>
                    <a:pt x="339090" y="48260"/>
                  </a:lnTo>
                  <a:lnTo>
                    <a:pt x="332740" y="39370"/>
                  </a:lnTo>
                  <a:lnTo>
                    <a:pt x="331470" y="39370"/>
                  </a:lnTo>
                  <a:lnTo>
                    <a:pt x="325120" y="31750"/>
                  </a:lnTo>
                  <a:lnTo>
                    <a:pt x="317500" y="25400"/>
                  </a:lnTo>
                  <a:lnTo>
                    <a:pt x="309880" y="20320"/>
                  </a:lnTo>
                  <a:lnTo>
                    <a:pt x="309880" y="19050"/>
                  </a:lnTo>
                  <a:lnTo>
                    <a:pt x="302260" y="15240"/>
                  </a:lnTo>
                  <a:lnTo>
                    <a:pt x="300990" y="15240"/>
                  </a:lnTo>
                  <a:lnTo>
                    <a:pt x="293370" y="10160"/>
                  </a:lnTo>
                  <a:lnTo>
                    <a:pt x="285750" y="6350"/>
                  </a:lnTo>
                  <a:lnTo>
                    <a:pt x="284480" y="6350"/>
                  </a:lnTo>
                  <a:lnTo>
                    <a:pt x="275590" y="3810"/>
                  </a:lnTo>
                  <a:lnTo>
                    <a:pt x="266700" y="2540"/>
                  </a:lnTo>
                  <a:lnTo>
                    <a:pt x="248920" y="0"/>
                  </a:lnTo>
                  <a:lnTo>
                    <a:pt x="247650" y="0"/>
                  </a:lnTo>
                  <a:lnTo>
                    <a:pt x="237490" y="1270"/>
                  </a:lnTo>
                  <a:lnTo>
                    <a:pt x="228600" y="2540"/>
                  </a:lnTo>
                  <a:lnTo>
                    <a:pt x="227330" y="2540"/>
                  </a:lnTo>
                  <a:lnTo>
                    <a:pt x="218440" y="3810"/>
                  </a:lnTo>
                  <a:lnTo>
                    <a:pt x="218440" y="5080"/>
                  </a:lnTo>
                  <a:lnTo>
                    <a:pt x="209550" y="7620"/>
                  </a:lnTo>
                  <a:lnTo>
                    <a:pt x="200660" y="11430"/>
                  </a:lnTo>
                  <a:lnTo>
                    <a:pt x="191770" y="16510"/>
                  </a:lnTo>
                  <a:lnTo>
                    <a:pt x="191770" y="17780"/>
                  </a:lnTo>
                  <a:lnTo>
                    <a:pt x="184150" y="22860"/>
                  </a:lnTo>
                  <a:lnTo>
                    <a:pt x="182880" y="22860"/>
                  </a:lnTo>
                  <a:lnTo>
                    <a:pt x="175260" y="29210"/>
                  </a:lnTo>
                  <a:lnTo>
                    <a:pt x="165100" y="39370"/>
                  </a:lnTo>
                  <a:lnTo>
                    <a:pt x="160020" y="43726"/>
                  </a:lnTo>
                  <a:lnTo>
                    <a:pt x="160020" y="19050"/>
                  </a:lnTo>
                  <a:lnTo>
                    <a:pt x="160020" y="12700"/>
                  </a:lnTo>
                  <a:lnTo>
                    <a:pt x="152400" y="12700"/>
                  </a:lnTo>
                  <a:lnTo>
                    <a:pt x="6350" y="12700"/>
                  </a:lnTo>
                  <a:lnTo>
                    <a:pt x="0" y="12700"/>
                  </a:lnTo>
                  <a:lnTo>
                    <a:pt x="0" y="19050"/>
                  </a:lnTo>
                  <a:lnTo>
                    <a:pt x="0" y="849630"/>
                  </a:lnTo>
                  <a:lnTo>
                    <a:pt x="12700" y="849630"/>
                  </a:lnTo>
                  <a:lnTo>
                    <a:pt x="12700" y="25400"/>
                  </a:lnTo>
                  <a:lnTo>
                    <a:pt x="147320" y="25400"/>
                  </a:lnTo>
                  <a:lnTo>
                    <a:pt x="147320" y="60960"/>
                  </a:lnTo>
                  <a:lnTo>
                    <a:pt x="147320" y="64770"/>
                  </a:lnTo>
                  <a:lnTo>
                    <a:pt x="147320" y="76200"/>
                  </a:lnTo>
                  <a:lnTo>
                    <a:pt x="157480" y="66040"/>
                  </a:lnTo>
                  <a:lnTo>
                    <a:pt x="157480" y="64770"/>
                  </a:lnTo>
                  <a:lnTo>
                    <a:pt x="158750" y="64770"/>
                  </a:lnTo>
                  <a:lnTo>
                    <a:pt x="160020" y="64770"/>
                  </a:lnTo>
                  <a:lnTo>
                    <a:pt x="160020" y="60960"/>
                  </a:lnTo>
                  <a:lnTo>
                    <a:pt x="161290" y="60960"/>
                  </a:lnTo>
                  <a:lnTo>
                    <a:pt x="162560" y="58420"/>
                  </a:lnTo>
                  <a:lnTo>
                    <a:pt x="165100" y="55880"/>
                  </a:lnTo>
                  <a:lnTo>
                    <a:pt x="172720" y="48260"/>
                  </a:lnTo>
                  <a:lnTo>
                    <a:pt x="184150" y="39370"/>
                  </a:lnTo>
                  <a:lnTo>
                    <a:pt x="183616" y="38849"/>
                  </a:lnTo>
                  <a:lnTo>
                    <a:pt x="191770" y="33020"/>
                  </a:lnTo>
                  <a:lnTo>
                    <a:pt x="191185" y="32448"/>
                  </a:lnTo>
                  <a:lnTo>
                    <a:pt x="197662" y="27051"/>
                  </a:lnTo>
                  <a:lnTo>
                    <a:pt x="198120" y="27940"/>
                  </a:lnTo>
                  <a:lnTo>
                    <a:pt x="207010" y="22860"/>
                  </a:lnTo>
                  <a:lnTo>
                    <a:pt x="206692" y="22453"/>
                  </a:lnTo>
                  <a:lnTo>
                    <a:pt x="214630" y="19050"/>
                  </a:lnTo>
                  <a:lnTo>
                    <a:pt x="214464" y="18732"/>
                  </a:lnTo>
                  <a:lnTo>
                    <a:pt x="222250" y="16510"/>
                  </a:lnTo>
                  <a:lnTo>
                    <a:pt x="231140" y="13970"/>
                  </a:lnTo>
                  <a:lnTo>
                    <a:pt x="231101" y="13804"/>
                  </a:lnTo>
                  <a:lnTo>
                    <a:pt x="238760" y="12700"/>
                  </a:lnTo>
                  <a:lnTo>
                    <a:pt x="246380" y="12700"/>
                  </a:lnTo>
                  <a:lnTo>
                    <a:pt x="264172" y="13893"/>
                  </a:lnTo>
                  <a:lnTo>
                    <a:pt x="271856" y="15074"/>
                  </a:lnTo>
                  <a:lnTo>
                    <a:pt x="271780" y="15240"/>
                  </a:lnTo>
                  <a:lnTo>
                    <a:pt x="280670" y="19050"/>
                  </a:lnTo>
                  <a:lnTo>
                    <a:pt x="281089" y="17995"/>
                  </a:lnTo>
                  <a:lnTo>
                    <a:pt x="288290" y="21590"/>
                  </a:lnTo>
                  <a:lnTo>
                    <a:pt x="294982" y="24942"/>
                  </a:lnTo>
                  <a:lnTo>
                    <a:pt x="294640" y="25400"/>
                  </a:lnTo>
                  <a:lnTo>
                    <a:pt x="302260" y="30480"/>
                  </a:lnTo>
                  <a:lnTo>
                    <a:pt x="302768" y="29641"/>
                  </a:lnTo>
                  <a:lnTo>
                    <a:pt x="309880" y="35560"/>
                  </a:lnTo>
                  <a:lnTo>
                    <a:pt x="316230" y="41910"/>
                  </a:lnTo>
                  <a:lnTo>
                    <a:pt x="316725" y="41249"/>
                  </a:lnTo>
                  <a:lnTo>
                    <a:pt x="322580" y="48260"/>
                  </a:lnTo>
                  <a:lnTo>
                    <a:pt x="323100" y="47739"/>
                  </a:lnTo>
                  <a:lnTo>
                    <a:pt x="328930" y="55880"/>
                  </a:lnTo>
                  <a:lnTo>
                    <a:pt x="334848" y="62992"/>
                  </a:lnTo>
                  <a:lnTo>
                    <a:pt x="334010" y="63500"/>
                  </a:lnTo>
                  <a:lnTo>
                    <a:pt x="340360" y="72390"/>
                  </a:lnTo>
                  <a:lnTo>
                    <a:pt x="345440" y="82550"/>
                  </a:lnTo>
                  <a:lnTo>
                    <a:pt x="351790" y="92710"/>
                  </a:lnTo>
                  <a:lnTo>
                    <a:pt x="356870" y="104140"/>
                  </a:lnTo>
                  <a:lnTo>
                    <a:pt x="365760" y="128270"/>
                  </a:lnTo>
                  <a:lnTo>
                    <a:pt x="373380" y="153670"/>
                  </a:lnTo>
                  <a:lnTo>
                    <a:pt x="379730" y="180340"/>
                  </a:lnTo>
                  <a:lnTo>
                    <a:pt x="379984" y="180289"/>
                  </a:lnTo>
                  <a:lnTo>
                    <a:pt x="386080" y="208280"/>
                  </a:lnTo>
                  <a:lnTo>
                    <a:pt x="398780" y="205740"/>
                  </a:lnTo>
                  <a:close/>
                </a:path>
              </a:pathLst>
            </a:custGeom>
            <a:solidFill>
              <a:srgbClr val="3333CC"/>
            </a:solidFill>
          </p:spPr>
          <p:txBody>
            <a:bodyPr wrap="square" lIns="0" tIns="0" rIns="0" bIns="0" rtlCol="0"/>
            <a:lstStyle/>
            <a:p/>
          </p:txBody>
        </p:sp>
        <p:sp>
          <p:nvSpPr>
            <p:cNvPr id="865" name="object 865"/>
            <p:cNvSpPr/>
            <p:nvPr/>
          </p:nvSpPr>
          <p:spPr>
            <a:xfrm>
              <a:off x="2663190" y="1217929"/>
              <a:ext cx="19050" cy="30480"/>
            </a:xfrm>
            <a:custGeom>
              <a:avLst/>
              <a:gdLst/>
              <a:ahLst/>
              <a:cxnLst/>
              <a:rect l="l" t="t" r="r" b="b"/>
              <a:pathLst>
                <a:path w="19050" h="30480">
                  <a:moveTo>
                    <a:pt x="19050" y="27940"/>
                  </a:moveTo>
                  <a:lnTo>
                    <a:pt x="12700" y="0"/>
                  </a:lnTo>
                  <a:lnTo>
                    <a:pt x="6350" y="1270"/>
                  </a:lnTo>
                  <a:lnTo>
                    <a:pt x="0" y="1270"/>
                  </a:lnTo>
                  <a:lnTo>
                    <a:pt x="6350" y="30480"/>
                  </a:lnTo>
                  <a:lnTo>
                    <a:pt x="12700" y="29210"/>
                  </a:lnTo>
                  <a:lnTo>
                    <a:pt x="19050" y="27940"/>
                  </a:lnTo>
                  <a:close/>
                </a:path>
              </a:pathLst>
            </a:custGeom>
            <a:solidFill>
              <a:srgbClr val="3333CC"/>
            </a:solidFill>
          </p:spPr>
          <p:txBody>
            <a:bodyPr wrap="square" lIns="0" tIns="0" rIns="0" bIns="0" rtlCol="0"/>
            <a:lstStyle/>
            <a:p/>
          </p:txBody>
        </p:sp>
      </p:grpSp>
      <p:grpSp>
        <p:nvGrpSpPr>
          <p:cNvPr id="866" name="object 866"/>
          <p:cNvGrpSpPr/>
          <p:nvPr/>
        </p:nvGrpSpPr>
        <p:grpSpPr>
          <a:xfrm>
            <a:off x="2283460" y="1245869"/>
            <a:ext cx="407670" cy="651510"/>
            <a:chOff x="2283460" y="1245869"/>
            <a:chExt cx="407670" cy="651510"/>
          </a:xfrm>
        </p:grpSpPr>
        <p:sp>
          <p:nvSpPr>
            <p:cNvPr id="867" name="object 867"/>
            <p:cNvSpPr/>
            <p:nvPr/>
          </p:nvSpPr>
          <p:spPr>
            <a:xfrm>
              <a:off x="2456180" y="1245869"/>
              <a:ext cx="234950" cy="447040"/>
            </a:xfrm>
            <a:custGeom>
              <a:avLst/>
              <a:gdLst/>
              <a:ahLst/>
              <a:cxnLst/>
              <a:rect l="l" t="t" r="r" b="b"/>
              <a:pathLst>
                <a:path w="234950" h="447039">
                  <a:moveTo>
                    <a:pt x="234950" y="92710"/>
                  </a:moveTo>
                  <a:lnTo>
                    <a:pt x="232410" y="60960"/>
                  </a:lnTo>
                  <a:lnTo>
                    <a:pt x="229870" y="30480"/>
                  </a:lnTo>
                  <a:lnTo>
                    <a:pt x="229870" y="29210"/>
                  </a:lnTo>
                  <a:lnTo>
                    <a:pt x="226060" y="0"/>
                  </a:lnTo>
                  <a:lnTo>
                    <a:pt x="213360" y="2540"/>
                  </a:lnTo>
                  <a:lnTo>
                    <a:pt x="217170" y="31750"/>
                  </a:lnTo>
                  <a:lnTo>
                    <a:pt x="220980" y="62230"/>
                  </a:lnTo>
                  <a:lnTo>
                    <a:pt x="222250" y="93980"/>
                  </a:lnTo>
                  <a:lnTo>
                    <a:pt x="222250" y="162560"/>
                  </a:lnTo>
                  <a:lnTo>
                    <a:pt x="219710" y="196850"/>
                  </a:lnTo>
                  <a:lnTo>
                    <a:pt x="217258" y="228625"/>
                  </a:lnTo>
                  <a:lnTo>
                    <a:pt x="212090" y="259080"/>
                  </a:lnTo>
                  <a:lnTo>
                    <a:pt x="205994" y="285864"/>
                  </a:lnTo>
                  <a:lnTo>
                    <a:pt x="205740" y="285750"/>
                  </a:lnTo>
                  <a:lnTo>
                    <a:pt x="201930" y="299720"/>
                  </a:lnTo>
                  <a:lnTo>
                    <a:pt x="198450" y="311289"/>
                  </a:lnTo>
                  <a:lnTo>
                    <a:pt x="198120" y="311150"/>
                  </a:lnTo>
                  <a:lnTo>
                    <a:pt x="194310" y="323850"/>
                  </a:lnTo>
                  <a:lnTo>
                    <a:pt x="189230" y="335280"/>
                  </a:lnTo>
                  <a:lnTo>
                    <a:pt x="185420" y="345440"/>
                  </a:lnTo>
                  <a:lnTo>
                    <a:pt x="180759" y="355917"/>
                  </a:lnTo>
                  <a:lnTo>
                    <a:pt x="180340" y="355600"/>
                  </a:lnTo>
                  <a:lnTo>
                    <a:pt x="168910" y="374650"/>
                  </a:lnTo>
                  <a:lnTo>
                    <a:pt x="162560" y="383540"/>
                  </a:lnTo>
                  <a:lnTo>
                    <a:pt x="157480" y="391160"/>
                  </a:lnTo>
                  <a:lnTo>
                    <a:pt x="151701" y="398094"/>
                  </a:lnTo>
                  <a:lnTo>
                    <a:pt x="151130" y="397510"/>
                  </a:lnTo>
                  <a:lnTo>
                    <a:pt x="144780" y="403860"/>
                  </a:lnTo>
                  <a:lnTo>
                    <a:pt x="138925" y="410883"/>
                  </a:lnTo>
                  <a:lnTo>
                    <a:pt x="138430" y="410210"/>
                  </a:lnTo>
                  <a:lnTo>
                    <a:pt x="132080" y="415290"/>
                  </a:lnTo>
                  <a:lnTo>
                    <a:pt x="124460" y="420370"/>
                  </a:lnTo>
                  <a:lnTo>
                    <a:pt x="124802" y="420839"/>
                  </a:lnTo>
                  <a:lnTo>
                    <a:pt x="118110" y="424180"/>
                  </a:lnTo>
                  <a:lnTo>
                    <a:pt x="118364" y="424522"/>
                  </a:lnTo>
                  <a:lnTo>
                    <a:pt x="111760" y="426720"/>
                  </a:lnTo>
                  <a:lnTo>
                    <a:pt x="111887" y="427050"/>
                  </a:lnTo>
                  <a:lnTo>
                    <a:pt x="104140" y="429260"/>
                  </a:lnTo>
                  <a:lnTo>
                    <a:pt x="88900" y="433070"/>
                  </a:lnTo>
                  <a:lnTo>
                    <a:pt x="73660" y="434340"/>
                  </a:lnTo>
                  <a:lnTo>
                    <a:pt x="67310" y="434340"/>
                  </a:lnTo>
                  <a:lnTo>
                    <a:pt x="59690" y="433070"/>
                  </a:lnTo>
                  <a:lnTo>
                    <a:pt x="52070" y="431800"/>
                  </a:lnTo>
                  <a:lnTo>
                    <a:pt x="45720" y="430530"/>
                  </a:lnTo>
                  <a:lnTo>
                    <a:pt x="38100" y="427990"/>
                  </a:lnTo>
                  <a:lnTo>
                    <a:pt x="31750" y="424180"/>
                  </a:lnTo>
                  <a:lnTo>
                    <a:pt x="25400" y="420370"/>
                  </a:lnTo>
                  <a:lnTo>
                    <a:pt x="19050" y="416560"/>
                  </a:lnTo>
                  <a:lnTo>
                    <a:pt x="6350" y="408940"/>
                  </a:lnTo>
                  <a:lnTo>
                    <a:pt x="3810" y="414020"/>
                  </a:lnTo>
                  <a:lnTo>
                    <a:pt x="0" y="419100"/>
                  </a:lnTo>
                  <a:lnTo>
                    <a:pt x="11430" y="427990"/>
                  </a:lnTo>
                  <a:lnTo>
                    <a:pt x="19050" y="431800"/>
                  </a:lnTo>
                  <a:lnTo>
                    <a:pt x="25400" y="435610"/>
                  </a:lnTo>
                  <a:lnTo>
                    <a:pt x="26670" y="435610"/>
                  </a:lnTo>
                  <a:lnTo>
                    <a:pt x="33020" y="439420"/>
                  </a:lnTo>
                  <a:lnTo>
                    <a:pt x="34290" y="439420"/>
                  </a:lnTo>
                  <a:lnTo>
                    <a:pt x="40640" y="441960"/>
                  </a:lnTo>
                  <a:lnTo>
                    <a:pt x="41910" y="441960"/>
                  </a:lnTo>
                  <a:lnTo>
                    <a:pt x="49530" y="444500"/>
                  </a:lnTo>
                  <a:lnTo>
                    <a:pt x="57150" y="445770"/>
                  </a:lnTo>
                  <a:lnTo>
                    <a:pt x="66040" y="447040"/>
                  </a:lnTo>
                  <a:lnTo>
                    <a:pt x="73660" y="447040"/>
                  </a:lnTo>
                  <a:lnTo>
                    <a:pt x="74930" y="447040"/>
                  </a:lnTo>
                  <a:lnTo>
                    <a:pt x="91440" y="445770"/>
                  </a:lnTo>
                  <a:lnTo>
                    <a:pt x="92710" y="445770"/>
                  </a:lnTo>
                  <a:lnTo>
                    <a:pt x="107950" y="441960"/>
                  </a:lnTo>
                  <a:lnTo>
                    <a:pt x="115570" y="439420"/>
                  </a:lnTo>
                  <a:lnTo>
                    <a:pt x="116840" y="438150"/>
                  </a:lnTo>
                  <a:lnTo>
                    <a:pt x="124460" y="435610"/>
                  </a:lnTo>
                  <a:lnTo>
                    <a:pt x="124460" y="434340"/>
                  </a:lnTo>
                  <a:lnTo>
                    <a:pt x="132080" y="430530"/>
                  </a:lnTo>
                  <a:lnTo>
                    <a:pt x="138430" y="425450"/>
                  </a:lnTo>
                  <a:lnTo>
                    <a:pt x="146050" y="420370"/>
                  </a:lnTo>
                  <a:lnTo>
                    <a:pt x="147320" y="419100"/>
                  </a:lnTo>
                  <a:lnTo>
                    <a:pt x="153670" y="412750"/>
                  </a:lnTo>
                  <a:lnTo>
                    <a:pt x="160020" y="406400"/>
                  </a:lnTo>
                  <a:lnTo>
                    <a:pt x="161290" y="406400"/>
                  </a:lnTo>
                  <a:lnTo>
                    <a:pt x="167640" y="398780"/>
                  </a:lnTo>
                  <a:lnTo>
                    <a:pt x="172720" y="391160"/>
                  </a:lnTo>
                  <a:lnTo>
                    <a:pt x="173990" y="391160"/>
                  </a:lnTo>
                  <a:lnTo>
                    <a:pt x="179070" y="382270"/>
                  </a:lnTo>
                  <a:lnTo>
                    <a:pt x="190500" y="363220"/>
                  </a:lnTo>
                  <a:lnTo>
                    <a:pt x="190500" y="361950"/>
                  </a:lnTo>
                  <a:lnTo>
                    <a:pt x="191770" y="361950"/>
                  </a:lnTo>
                  <a:lnTo>
                    <a:pt x="196850" y="351790"/>
                  </a:lnTo>
                  <a:lnTo>
                    <a:pt x="196850" y="350520"/>
                  </a:lnTo>
                  <a:lnTo>
                    <a:pt x="201930" y="340360"/>
                  </a:lnTo>
                  <a:lnTo>
                    <a:pt x="205740" y="327660"/>
                  </a:lnTo>
                  <a:lnTo>
                    <a:pt x="207010" y="327660"/>
                  </a:lnTo>
                  <a:lnTo>
                    <a:pt x="210820" y="316230"/>
                  </a:lnTo>
                  <a:lnTo>
                    <a:pt x="210820" y="314960"/>
                  </a:lnTo>
                  <a:lnTo>
                    <a:pt x="214630" y="303530"/>
                  </a:lnTo>
                  <a:lnTo>
                    <a:pt x="218440" y="289560"/>
                  </a:lnTo>
                  <a:lnTo>
                    <a:pt x="224790" y="261620"/>
                  </a:lnTo>
                  <a:lnTo>
                    <a:pt x="229870" y="231140"/>
                  </a:lnTo>
                  <a:lnTo>
                    <a:pt x="232410" y="198120"/>
                  </a:lnTo>
                  <a:lnTo>
                    <a:pt x="234950" y="163830"/>
                  </a:lnTo>
                  <a:lnTo>
                    <a:pt x="234950" y="162560"/>
                  </a:lnTo>
                  <a:lnTo>
                    <a:pt x="234950" y="127000"/>
                  </a:lnTo>
                  <a:lnTo>
                    <a:pt x="234950" y="92710"/>
                  </a:lnTo>
                  <a:close/>
                </a:path>
              </a:pathLst>
            </a:custGeom>
            <a:solidFill>
              <a:srgbClr val="3333CC"/>
            </a:solidFill>
          </p:spPr>
          <p:txBody>
            <a:bodyPr wrap="square" lIns="0" tIns="0" rIns="0" bIns="0" rtlCol="0"/>
            <a:lstStyle/>
            <a:p/>
          </p:txBody>
        </p:sp>
        <p:sp>
          <p:nvSpPr>
            <p:cNvPr id="868" name="object 868"/>
            <p:cNvSpPr/>
            <p:nvPr/>
          </p:nvSpPr>
          <p:spPr>
            <a:xfrm>
              <a:off x="2283460" y="1367789"/>
              <a:ext cx="200660" cy="529590"/>
            </a:xfrm>
            <a:custGeom>
              <a:avLst/>
              <a:gdLst/>
              <a:ahLst/>
              <a:cxnLst/>
              <a:rect l="l" t="t" r="r" b="b"/>
              <a:pathLst>
                <a:path w="200660" h="529589">
                  <a:moveTo>
                    <a:pt x="191770" y="294640"/>
                  </a:moveTo>
                  <a:lnTo>
                    <a:pt x="179070" y="287020"/>
                  </a:lnTo>
                  <a:lnTo>
                    <a:pt x="171450" y="281940"/>
                  </a:lnTo>
                  <a:lnTo>
                    <a:pt x="168910" y="279400"/>
                  </a:lnTo>
                  <a:lnTo>
                    <a:pt x="166370" y="278130"/>
                  </a:lnTo>
                  <a:lnTo>
                    <a:pt x="163830" y="278130"/>
                  </a:lnTo>
                  <a:lnTo>
                    <a:pt x="162560" y="278130"/>
                  </a:lnTo>
                  <a:lnTo>
                    <a:pt x="156210" y="278130"/>
                  </a:lnTo>
                  <a:lnTo>
                    <a:pt x="156210" y="284480"/>
                  </a:lnTo>
                  <a:lnTo>
                    <a:pt x="156210" y="516890"/>
                  </a:lnTo>
                  <a:lnTo>
                    <a:pt x="6350" y="516890"/>
                  </a:lnTo>
                  <a:lnTo>
                    <a:pt x="6350" y="521970"/>
                  </a:lnTo>
                  <a:lnTo>
                    <a:pt x="0" y="521970"/>
                  </a:lnTo>
                  <a:lnTo>
                    <a:pt x="0" y="529590"/>
                  </a:lnTo>
                  <a:lnTo>
                    <a:pt x="6350" y="529590"/>
                  </a:lnTo>
                  <a:lnTo>
                    <a:pt x="162560" y="529590"/>
                  </a:lnTo>
                  <a:lnTo>
                    <a:pt x="168910" y="529590"/>
                  </a:lnTo>
                  <a:lnTo>
                    <a:pt x="168910" y="521970"/>
                  </a:lnTo>
                  <a:lnTo>
                    <a:pt x="168910" y="295008"/>
                  </a:lnTo>
                  <a:lnTo>
                    <a:pt x="172720" y="297180"/>
                  </a:lnTo>
                  <a:lnTo>
                    <a:pt x="184150" y="306070"/>
                  </a:lnTo>
                  <a:lnTo>
                    <a:pt x="187960" y="299720"/>
                  </a:lnTo>
                  <a:lnTo>
                    <a:pt x="191770" y="294640"/>
                  </a:lnTo>
                  <a:close/>
                </a:path>
                <a:path w="200660" h="529589">
                  <a:moveTo>
                    <a:pt x="200660" y="102870"/>
                  </a:moveTo>
                  <a:lnTo>
                    <a:pt x="198120" y="101600"/>
                  </a:lnTo>
                  <a:lnTo>
                    <a:pt x="195580" y="100330"/>
                  </a:lnTo>
                  <a:lnTo>
                    <a:pt x="195453" y="100914"/>
                  </a:lnTo>
                  <a:lnTo>
                    <a:pt x="194310" y="100330"/>
                  </a:lnTo>
                  <a:lnTo>
                    <a:pt x="193040" y="99060"/>
                  </a:lnTo>
                  <a:lnTo>
                    <a:pt x="191770" y="97790"/>
                  </a:lnTo>
                  <a:lnTo>
                    <a:pt x="189230" y="96520"/>
                  </a:lnTo>
                  <a:lnTo>
                    <a:pt x="188760" y="95605"/>
                  </a:lnTo>
                  <a:lnTo>
                    <a:pt x="189230" y="95250"/>
                  </a:lnTo>
                  <a:lnTo>
                    <a:pt x="187960" y="93980"/>
                  </a:lnTo>
                  <a:lnTo>
                    <a:pt x="186690" y="92710"/>
                  </a:lnTo>
                  <a:lnTo>
                    <a:pt x="186690" y="91440"/>
                  </a:lnTo>
                  <a:lnTo>
                    <a:pt x="184912" y="90551"/>
                  </a:lnTo>
                  <a:lnTo>
                    <a:pt x="185420" y="90170"/>
                  </a:lnTo>
                  <a:lnTo>
                    <a:pt x="183349" y="88112"/>
                  </a:lnTo>
                  <a:lnTo>
                    <a:pt x="184150" y="87630"/>
                  </a:lnTo>
                  <a:lnTo>
                    <a:pt x="180340" y="82550"/>
                  </a:lnTo>
                  <a:lnTo>
                    <a:pt x="179070" y="78740"/>
                  </a:lnTo>
                  <a:lnTo>
                    <a:pt x="178714" y="78955"/>
                  </a:lnTo>
                  <a:lnTo>
                    <a:pt x="177800" y="76200"/>
                  </a:lnTo>
                  <a:lnTo>
                    <a:pt x="176530" y="72390"/>
                  </a:lnTo>
                  <a:lnTo>
                    <a:pt x="175260" y="68580"/>
                  </a:lnTo>
                  <a:lnTo>
                    <a:pt x="175260" y="67310"/>
                  </a:lnTo>
                  <a:lnTo>
                    <a:pt x="173990" y="63500"/>
                  </a:lnTo>
                  <a:lnTo>
                    <a:pt x="173697" y="63627"/>
                  </a:lnTo>
                  <a:lnTo>
                    <a:pt x="172720" y="59690"/>
                  </a:lnTo>
                  <a:lnTo>
                    <a:pt x="171450" y="49530"/>
                  </a:lnTo>
                  <a:lnTo>
                    <a:pt x="171310" y="49568"/>
                  </a:lnTo>
                  <a:lnTo>
                    <a:pt x="170180" y="39370"/>
                  </a:lnTo>
                  <a:lnTo>
                    <a:pt x="168910" y="26670"/>
                  </a:lnTo>
                  <a:lnTo>
                    <a:pt x="167640" y="13970"/>
                  </a:lnTo>
                  <a:lnTo>
                    <a:pt x="167640" y="0"/>
                  </a:lnTo>
                  <a:lnTo>
                    <a:pt x="154940" y="0"/>
                  </a:lnTo>
                  <a:lnTo>
                    <a:pt x="156210" y="13970"/>
                  </a:lnTo>
                  <a:lnTo>
                    <a:pt x="156210" y="27940"/>
                  </a:lnTo>
                  <a:lnTo>
                    <a:pt x="156210" y="29210"/>
                  </a:lnTo>
                  <a:lnTo>
                    <a:pt x="157480" y="40640"/>
                  </a:lnTo>
                  <a:lnTo>
                    <a:pt x="158750" y="52070"/>
                  </a:lnTo>
                  <a:lnTo>
                    <a:pt x="160020" y="62230"/>
                  </a:lnTo>
                  <a:lnTo>
                    <a:pt x="161290" y="67310"/>
                  </a:lnTo>
                  <a:lnTo>
                    <a:pt x="162560" y="72390"/>
                  </a:lnTo>
                  <a:lnTo>
                    <a:pt x="162839" y="72275"/>
                  </a:lnTo>
                  <a:lnTo>
                    <a:pt x="163830" y="76200"/>
                  </a:lnTo>
                  <a:lnTo>
                    <a:pt x="165100" y="76200"/>
                  </a:lnTo>
                  <a:lnTo>
                    <a:pt x="166370" y="80010"/>
                  </a:lnTo>
                  <a:lnTo>
                    <a:pt x="167640" y="83820"/>
                  </a:lnTo>
                  <a:lnTo>
                    <a:pt x="167640" y="85090"/>
                  </a:lnTo>
                  <a:lnTo>
                    <a:pt x="169811" y="87274"/>
                  </a:lnTo>
                  <a:lnTo>
                    <a:pt x="168910" y="87630"/>
                  </a:lnTo>
                  <a:lnTo>
                    <a:pt x="172720" y="93980"/>
                  </a:lnTo>
                  <a:lnTo>
                    <a:pt x="172720" y="95250"/>
                  </a:lnTo>
                  <a:lnTo>
                    <a:pt x="175260" y="97790"/>
                  </a:lnTo>
                  <a:lnTo>
                    <a:pt x="176530" y="100330"/>
                  </a:lnTo>
                  <a:lnTo>
                    <a:pt x="177253" y="99796"/>
                  </a:lnTo>
                  <a:lnTo>
                    <a:pt x="179070" y="101600"/>
                  </a:lnTo>
                  <a:lnTo>
                    <a:pt x="179070" y="102870"/>
                  </a:lnTo>
                  <a:lnTo>
                    <a:pt x="181610" y="104140"/>
                  </a:lnTo>
                  <a:lnTo>
                    <a:pt x="182880" y="106680"/>
                  </a:lnTo>
                  <a:lnTo>
                    <a:pt x="184150" y="107950"/>
                  </a:lnTo>
                  <a:lnTo>
                    <a:pt x="185420" y="109220"/>
                  </a:lnTo>
                  <a:lnTo>
                    <a:pt x="185953" y="108496"/>
                  </a:lnTo>
                  <a:lnTo>
                    <a:pt x="187960" y="110490"/>
                  </a:lnTo>
                  <a:lnTo>
                    <a:pt x="189230" y="111760"/>
                  </a:lnTo>
                  <a:lnTo>
                    <a:pt x="190500" y="113030"/>
                  </a:lnTo>
                  <a:lnTo>
                    <a:pt x="191770" y="113030"/>
                  </a:lnTo>
                  <a:lnTo>
                    <a:pt x="193040" y="113030"/>
                  </a:lnTo>
                  <a:lnTo>
                    <a:pt x="195580" y="114300"/>
                  </a:lnTo>
                  <a:lnTo>
                    <a:pt x="198120" y="107950"/>
                  </a:lnTo>
                  <a:lnTo>
                    <a:pt x="200660" y="102870"/>
                  </a:lnTo>
                  <a:close/>
                </a:path>
              </a:pathLst>
            </a:custGeom>
            <a:solidFill>
              <a:srgbClr val="3333CC"/>
            </a:solidFill>
          </p:spPr>
          <p:txBody>
            <a:bodyPr wrap="square" lIns="0" tIns="0" rIns="0" bIns="0" rtlCol="0"/>
            <a:lstStyle/>
            <a:p/>
          </p:txBody>
        </p:sp>
      </p:grpSp>
      <p:sp>
        <p:nvSpPr>
          <p:cNvPr id="869" name="object 869"/>
          <p:cNvSpPr/>
          <p:nvPr/>
        </p:nvSpPr>
        <p:spPr>
          <a:xfrm>
            <a:off x="7066280" y="1046480"/>
            <a:ext cx="426659" cy="646369"/>
          </a:xfrm>
          <a:prstGeom prst="rect">
            <a:avLst/>
          </a:prstGeom>
          <a:blipFill>
            <a:blip r:embed="rId13" cstate="print"/>
            <a:stretch>
              <a:fillRect/>
            </a:stretch>
          </a:blipFill>
        </p:spPr>
        <p:txBody>
          <a:bodyPr wrap="square" lIns="0" tIns="0" rIns="0" bIns="0" rtlCol="0"/>
          <a:lstStyle/>
          <a:p/>
        </p:txBody>
      </p:sp>
      <p:grpSp>
        <p:nvGrpSpPr>
          <p:cNvPr id="870" name="object 870"/>
          <p:cNvGrpSpPr/>
          <p:nvPr/>
        </p:nvGrpSpPr>
        <p:grpSpPr>
          <a:xfrm>
            <a:off x="2438400" y="1245869"/>
            <a:ext cx="97790" cy="238760"/>
            <a:chOff x="2438400" y="1245869"/>
            <a:chExt cx="97790" cy="238760"/>
          </a:xfrm>
        </p:grpSpPr>
        <p:sp>
          <p:nvSpPr>
            <p:cNvPr id="871" name="object 871"/>
            <p:cNvSpPr/>
            <p:nvPr/>
          </p:nvSpPr>
          <p:spPr>
            <a:xfrm>
              <a:off x="2479040" y="1295399"/>
              <a:ext cx="57150" cy="189230"/>
            </a:xfrm>
            <a:custGeom>
              <a:avLst/>
              <a:gdLst/>
              <a:ahLst/>
              <a:cxnLst/>
              <a:rect l="l" t="t" r="r" b="b"/>
              <a:pathLst>
                <a:path w="57150" h="189230">
                  <a:moveTo>
                    <a:pt x="57150" y="53340"/>
                  </a:moveTo>
                  <a:lnTo>
                    <a:pt x="55880" y="39370"/>
                  </a:lnTo>
                  <a:lnTo>
                    <a:pt x="55880" y="26670"/>
                  </a:lnTo>
                  <a:lnTo>
                    <a:pt x="53340" y="15240"/>
                  </a:lnTo>
                  <a:lnTo>
                    <a:pt x="52070" y="5080"/>
                  </a:lnTo>
                  <a:lnTo>
                    <a:pt x="50800" y="0"/>
                  </a:lnTo>
                  <a:lnTo>
                    <a:pt x="45720" y="1270"/>
                  </a:lnTo>
                  <a:lnTo>
                    <a:pt x="39370" y="2540"/>
                  </a:lnTo>
                  <a:lnTo>
                    <a:pt x="40640" y="7620"/>
                  </a:lnTo>
                  <a:lnTo>
                    <a:pt x="40792" y="7594"/>
                  </a:lnTo>
                  <a:lnTo>
                    <a:pt x="41910" y="16510"/>
                  </a:lnTo>
                  <a:lnTo>
                    <a:pt x="41910" y="17780"/>
                  </a:lnTo>
                  <a:lnTo>
                    <a:pt x="43180" y="27940"/>
                  </a:lnTo>
                  <a:lnTo>
                    <a:pt x="44450" y="39370"/>
                  </a:lnTo>
                  <a:lnTo>
                    <a:pt x="44450" y="53340"/>
                  </a:lnTo>
                  <a:lnTo>
                    <a:pt x="44450" y="67310"/>
                  </a:lnTo>
                  <a:lnTo>
                    <a:pt x="44450" y="83820"/>
                  </a:lnTo>
                  <a:lnTo>
                    <a:pt x="44450" y="97790"/>
                  </a:lnTo>
                  <a:lnTo>
                    <a:pt x="43281" y="110515"/>
                  </a:lnTo>
                  <a:lnTo>
                    <a:pt x="41910" y="123190"/>
                  </a:lnTo>
                  <a:lnTo>
                    <a:pt x="40640" y="133350"/>
                  </a:lnTo>
                  <a:lnTo>
                    <a:pt x="39370" y="138430"/>
                  </a:lnTo>
                  <a:lnTo>
                    <a:pt x="38379" y="142367"/>
                  </a:lnTo>
                  <a:lnTo>
                    <a:pt x="38100" y="142240"/>
                  </a:lnTo>
                  <a:lnTo>
                    <a:pt x="36830" y="146050"/>
                  </a:lnTo>
                  <a:lnTo>
                    <a:pt x="36830" y="147320"/>
                  </a:lnTo>
                  <a:lnTo>
                    <a:pt x="35560" y="149860"/>
                  </a:lnTo>
                  <a:lnTo>
                    <a:pt x="36461" y="150228"/>
                  </a:lnTo>
                  <a:lnTo>
                    <a:pt x="34290" y="152400"/>
                  </a:lnTo>
                  <a:lnTo>
                    <a:pt x="34290" y="153670"/>
                  </a:lnTo>
                  <a:lnTo>
                    <a:pt x="33020" y="156210"/>
                  </a:lnTo>
                  <a:lnTo>
                    <a:pt x="33985" y="156603"/>
                  </a:lnTo>
                  <a:lnTo>
                    <a:pt x="30480" y="161290"/>
                  </a:lnTo>
                  <a:lnTo>
                    <a:pt x="31000" y="161505"/>
                  </a:lnTo>
                  <a:lnTo>
                    <a:pt x="30480" y="162560"/>
                  </a:lnTo>
                  <a:lnTo>
                    <a:pt x="29210" y="162560"/>
                  </a:lnTo>
                  <a:lnTo>
                    <a:pt x="29210" y="163830"/>
                  </a:lnTo>
                  <a:lnTo>
                    <a:pt x="27940" y="166370"/>
                  </a:lnTo>
                  <a:lnTo>
                    <a:pt x="26670" y="167640"/>
                  </a:lnTo>
                  <a:lnTo>
                    <a:pt x="25400" y="168910"/>
                  </a:lnTo>
                  <a:lnTo>
                    <a:pt x="24130" y="171450"/>
                  </a:lnTo>
                  <a:lnTo>
                    <a:pt x="23393" y="172186"/>
                  </a:lnTo>
                  <a:lnTo>
                    <a:pt x="22860" y="171450"/>
                  </a:lnTo>
                  <a:lnTo>
                    <a:pt x="21590" y="172720"/>
                  </a:lnTo>
                  <a:lnTo>
                    <a:pt x="20320" y="172720"/>
                  </a:lnTo>
                  <a:lnTo>
                    <a:pt x="20320" y="173990"/>
                  </a:lnTo>
                  <a:lnTo>
                    <a:pt x="17780" y="175260"/>
                  </a:lnTo>
                  <a:lnTo>
                    <a:pt x="16624" y="175844"/>
                  </a:lnTo>
                  <a:lnTo>
                    <a:pt x="16510" y="175260"/>
                  </a:lnTo>
                  <a:lnTo>
                    <a:pt x="15240" y="176530"/>
                  </a:lnTo>
                  <a:lnTo>
                    <a:pt x="13970" y="176530"/>
                  </a:lnTo>
                  <a:lnTo>
                    <a:pt x="11430" y="176530"/>
                  </a:lnTo>
                  <a:lnTo>
                    <a:pt x="8890" y="176530"/>
                  </a:lnTo>
                  <a:lnTo>
                    <a:pt x="7620" y="176530"/>
                  </a:lnTo>
                  <a:lnTo>
                    <a:pt x="6350" y="175260"/>
                  </a:lnTo>
                  <a:lnTo>
                    <a:pt x="3810" y="175260"/>
                  </a:lnTo>
                  <a:lnTo>
                    <a:pt x="2540" y="180340"/>
                  </a:lnTo>
                  <a:lnTo>
                    <a:pt x="0" y="186690"/>
                  </a:lnTo>
                  <a:lnTo>
                    <a:pt x="1270" y="186690"/>
                  </a:lnTo>
                  <a:lnTo>
                    <a:pt x="2540" y="187960"/>
                  </a:lnTo>
                  <a:lnTo>
                    <a:pt x="3810" y="187960"/>
                  </a:lnTo>
                  <a:lnTo>
                    <a:pt x="5080" y="187960"/>
                  </a:lnTo>
                  <a:lnTo>
                    <a:pt x="7620" y="189230"/>
                  </a:lnTo>
                  <a:lnTo>
                    <a:pt x="8890" y="189230"/>
                  </a:lnTo>
                  <a:lnTo>
                    <a:pt x="11430" y="189230"/>
                  </a:lnTo>
                  <a:lnTo>
                    <a:pt x="13970" y="189230"/>
                  </a:lnTo>
                  <a:lnTo>
                    <a:pt x="15240" y="189230"/>
                  </a:lnTo>
                  <a:lnTo>
                    <a:pt x="17780" y="187960"/>
                  </a:lnTo>
                  <a:lnTo>
                    <a:pt x="19050" y="187960"/>
                  </a:lnTo>
                  <a:lnTo>
                    <a:pt x="20320" y="187960"/>
                  </a:lnTo>
                  <a:lnTo>
                    <a:pt x="21590" y="186690"/>
                  </a:lnTo>
                  <a:lnTo>
                    <a:pt x="22860" y="186690"/>
                  </a:lnTo>
                  <a:lnTo>
                    <a:pt x="24130" y="186690"/>
                  </a:lnTo>
                  <a:lnTo>
                    <a:pt x="26670" y="185420"/>
                  </a:lnTo>
                  <a:lnTo>
                    <a:pt x="26670" y="184150"/>
                  </a:lnTo>
                  <a:lnTo>
                    <a:pt x="27940" y="184150"/>
                  </a:lnTo>
                  <a:lnTo>
                    <a:pt x="29210" y="182880"/>
                  </a:lnTo>
                  <a:lnTo>
                    <a:pt x="30480" y="181610"/>
                  </a:lnTo>
                  <a:lnTo>
                    <a:pt x="33020" y="179070"/>
                  </a:lnTo>
                  <a:lnTo>
                    <a:pt x="33909" y="177292"/>
                  </a:lnTo>
                  <a:lnTo>
                    <a:pt x="34290" y="177800"/>
                  </a:lnTo>
                  <a:lnTo>
                    <a:pt x="35560" y="176530"/>
                  </a:lnTo>
                  <a:lnTo>
                    <a:pt x="36830" y="176530"/>
                  </a:lnTo>
                  <a:lnTo>
                    <a:pt x="36830" y="175260"/>
                  </a:lnTo>
                  <a:lnTo>
                    <a:pt x="38100" y="173990"/>
                  </a:lnTo>
                  <a:lnTo>
                    <a:pt x="39370" y="172720"/>
                  </a:lnTo>
                  <a:lnTo>
                    <a:pt x="40386" y="169672"/>
                  </a:lnTo>
                  <a:lnTo>
                    <a:pt x="41910" y="168910"/>
                  </a:lnTo>
                  <a:lnTo>
                    <a:pt x="41910" y="167640"/>
                  </a:lnTo>
                  <a:lnTo>
                    <a:pt x="45720" y="161290"/>
                  </a:lnTo>
                  <a:lnTo>
                    <a:pt x="46990" y="157480"/>
                  </a:lnTo>
                  <a:lnTo>
                    <a:pt x="48260" y="154940"/>
                  </a:lnTo>
                  <a:lnTo>
                    <a:pt x="48260" y="153670"/>
                  </a:lnTo>
                  <a:lnTo>
                    <a:pt x="49149" y="150990"/>
                  </a:lnTo>
                  <a:lnTo>
                    <a:pt x="49530" y="151130"/>
                  </a:lnTo>
                  <a:lnTo>
                    <a:pt x="50800" y="146050"/>
                  </a:lnTo>
                  <a:lnTo>
                    <a:pt x="50800" y="144780"/>
                  </a:lnTo>
                  <a:lnTo>
                    <a:pt x="50800" y="140970"/>
                  </a:lnTo>
                  <a:lnTo>
                    <a:pt x="52070" y="135890"/>
                  </a:lnTo>
                  <a:lnTo>
                    <a:pt x="54610" y="125730"/>
                  </a:lnTo>
                  <a:lnTo>
                    <a:pt x="55880" y="113030"/>
                  </a:lnTo>
                  <a:lnTo>
                    <a:pt x="55880" y="111760"/>
                  </a:lnTo>
                  <a:lnTo>
                    <a:pt x="55880" y="99060"/>
                  </a:lnTo>
                  <a:lnTo>
                    <a:pt x="57150" y="83820"/>
                  </a:lnTo>
                  <a:lnTo>
                    <a:pt x="57150" y="67310"/>
                  </a:lnTo>
                  <a:lnTo>
                    <a:pt x="57150" y="53340"/>
                  </a:lnTo>
                  <a:close/>
                </a:path>
              </a:pathLst>
            </a:custGeom>
            <a:solidFill>
              <a:srgbClr val="3333CC"/>
            </a:solidFill>
          </p:spPr>
          <p:txBody>
            <a:bodyPr wrap="square" lIns="0" tIns="0" rIns="0" bIns="0" rtlCol="0"/>
            <a:lstStyle/>
            <a:p/>
          </p:txBody>
        </p:sp>
        <p:sp>
          <p:nvSpPr>
            <p:cNvPr id="872" name="object 872"/>
            <p:cNvSpPr/>
            <p:nvPr/>
          </p:nvSpPr>
          <p:spPr>
            <a:xfrm>
              <a:off x="2446020" y="1245869"/>
              <a:ext cx="85090" cy="57150"/>
            </a:xfrm>
            <a:custGeom>
              <a:avLst/>
              <a:gdLst/>
              <a:ahLst/>
              <a:cxnLst/>
              <a:rect l="l" t="t" r="r" b="b"/>
              <a:pathLst>
                <a:path w="85089" h="57150">
                  <a:moveTo>
                    <a:pt x="85090" y="54610"/>
                  </a:moveTo>
                  <a:lnTo>
                    <a:pt x="83820" y="49530"/>
                  </a:lnTo>
                  <a:lnTo>
                    <a:pt x="83820" y="44450"/>
                  </a:lnTo>
                  <a:lnTo>
                    <a:pt x="82550" y="44450"/>
                  </a:lnTo>
                  <a:lnTo>
                    <a:pt x="81280" y="40640"/>
                  </a:lnTo>
                  <a:lnTo>
                    <a:pt x="81280" y="36830"/>
                  </a:lnTo>
                  <a:lnTo>
                    <a:pt x="80010" y="36830"/>
                  </a:lnTo>
                  <a:lnTo>
                    <a:pt x="78740" y="33020"/>
                  </a:lnTo>
                  <a:lnTo>
                    <a:pt x="77470" y="29210"/>
                  </a:lnTo>
                  <a:lnTo>
                    <a:pt x="77470" y="27940"/>
                  </a:lnTo>
                  <a:lnTo>
                    <a:pt x="73660" y="22860"/>
                  </a:lnTo>
                  <a:lnTo>
                    <a:pt x="71120" y="17780"/>
                  </a:lnTo>
                  <a:lnTo>
                    <a:pt x="69850" y="17780"/>
                  </a:lnTo>
                  <a:lnTo>
                    <a:pt x="68580" y="15240"/>
                  </a:lnTo>
                  <a:lnTo>
                    <a:pt x="68580" y="13970"/>
                  </a:lnTo>
                  <a:lnTo>
                    <a:pt x="67310" y="12700"/>
                  </a:lnTo>
                  <a:lnTo>
                    <a:pt x="64770" y="10160"/>
                  </a:lnTo>
                  <a:lnTo>
                    <a:pt x="64770" y="8890"/>
                  </a:lnTo>
                  <a:lnTo>
                    <a:pt x="62230" y="7620"/>
                  </a:lnTo>
                  <a:lnTo>
                    <a:pt x="60960" y="6350"/>
                  </a:lnTo>
                  <a:lnTo>
                    <a:pt x="59690" y="6350"/>
                  </a:lnTo>
                  <a:lnTo>
                    <a:pt x="58420" y="5080"/>
                  </a:lnTo>
                  <a:lnTo>
                    <a:pt x="55880" y="3810"/>
                  </a:lnTo>
                  <a:lnTo>
                    <a:pt x="54610" y="2540"/>
                  </a:lnTo>
                  <a:lnTo>
                    <a:pt x="53340" y="2540"/>
                  </a:lnTo>
                  <a:lnTo>
                    <a:pt x="50800" y="1270"/>
                  </a:lnTo>
                  <a:lnTo>
                    <a:pt x="49530" y="1270"/>
                  </a:lnTo>
                  <a:lnTo>
                    <a:pt x="46990" y="0"/>
                  </a:lnTo>
                  <a:lnTo>
                    <a:pt x="45720" y="0"/>
                  </a:lnTo>
                  <a:lnTo>
                    <a:pt x="43180" y="0"/>
                  </a:lnTo>
                  <a:lnTo>
                    <a:pt x="40640" y="0"/>
                  </a:lnTo>
                  <a:lnTo>
                    <a:pt x="39370" y="0"/>
                  </a:lnTo>
                  <a:lnTo>
                    <a:pt x="36830" y="1270"/>
                  </a:lnTo>
                  <a:lnTo>
                    <a:pt x="35560" y="1270"/>
                  </a:lnTo>
                  <a:lnTo>
                    <a:pt x="34290" y="1270"/>
                  </a:lnTo>
                  <a:lnTo>
                    <a:pt x="31750" y="2540"/>
                  </a:lnTo>
                  <a:lnTo>
                    <a:pt x="29210" y="3810"/>
                  </a:lnTo>
                  <a:lnTo>
                    <a:pt x="26670" y="5080"/>
                  </a:lnTo>
                  <a:lnTo>
                    <a:pt x="27012" y="5549"/>
                  </a:lnTo>
                  <a:lnTo>
                    <a:pt x="25400" y="6350"/>
                  </a:lnTo>
                  <a:lnTo>
                    <a:pt x="24130" y="6350"/>
                  </a:lnTo>
                  <a:lnTo>
                    <a:pt x="22860" y="7620"/>
                  </a:lnTo>
                  <a:lnTo>
                    <a:pt x="21590" y="7620"/>
                  </a:lnTo>
                  <a:lnTo>
                    <a:pt x="20320" y="8890"/>
                  </a:lnTo>
                  <a:lnTo>
                    <a:pt x="20320" y="10160"/>
                  </a:lnTo>
                  <a:lnTo>
                    <a:pt x="19050" y="10160"/>
                  </a:lnTo>
                  <a:lnTo>
                    <a:pt x="17780" y="12700"/>
                  </a:lnTo>
                  <a:lnTo>
                    <a:pt x="16510" y="13970"/>
                  </a:lnTo>
                  <a:lnTo>
                    <a:pt x="15240" y="13970"/>
                  </a:lnTo>
                  <a:lnTo>
                    <a:pt x="15240" y="15240"/>
                  </a:lnTo>
                  <a:lnTo>
                    <a:pt x="13970" y="17780"/>
                  </a:lnTo>
                  <a:lnTo>
                    <a:pt x="12700" y="17780"/>
                  </a:lnTo>
                  <a:lnTo>
                    <a:pt x="10160" y="22860"/>
                  </a:lnTo>
                  <a:lnTo>
                    <a:pt x="6350" y="27940"/>
                  </a:lnTo>
                  <a:lnTo>
                    <a:pt x="6350" y="29210"/>
                  </a:lnTo>
                  <a:lnTo>
                    <a:pt x="5080" y="31750"/>
                  </a:lnTo>
                  <a:lnTo>
                    <a:pt x="5080" y="33020"/>
                  </a:lnTo>
                  <a:lnTo>
                    <a:pt x="2540" y="36830"/>
                  </a:lnTo>
                  <a:lnTo>
                    <a:pt x="1270" y="40640"/>
                  </a:lnTo>
                  <a:lnTo>
                    <a:pt x="0" y="45720"/>
                  </a:lnTo>
                  <a:lnTo>
                    <a:pt x="12700" y="48260"/>
                  </a:lnTo>
                  <a:lnTo>
                    <a:pt x="13970" y="44450"/>
                  </a:lnTo>
                  <a:lnTo>
                    <a:pt x="12776" y="44221"/>
                  </a:lnTo>
                  <a:lnTo>
                    <a:pt x="13970" y="40640"/>
                  </a:lnTo>
                  <a:lnTo>
                    <a:pt x="16510" y="36830"/>
                  </a:lnTo>
                  <a:lnTo>
                    <a:pt x="16129" y="36766"/>
                  </a:lnTo>
                  <a:lnTo>
                    <a:pt x="17170" y="35204"/>
                  </a:lnTo>
                  <a:lnTo>
                    <a:pt x="17780" y="35560"/>
                  </a:lnTo>
                  <a:lnTo>
                    <a:pt x="20320" y="29210"/>
                  </a:lnTo>
                  <a:lnTo>
                    <a:pt x="24130" y="24130"/>
                  </a:lnTo>
                  <a:lnTo>
                    <a:pt x="24968" y="22440"/>
                  </a:lnTo>
                  <a:lnTo>
                    <a:pt x="26670" y="21590"/>
                  </a:lnTo>
                  <a:lnTo>
                    <a:pt x="26670" y="20320"/>
                  </a:lnTo>
                  <a:lnTo>
                    <a:pt x="29210" y="19050"/>
                  </a:lnTo>
                  <a:lnTo>
                    <a:pt x="28778" y="18630"/>
                  </a:lnTo>
                  <a:lnTo>
                    <a:pt x="28994" y="18529"/>
                  </a:lnTo>
                  <a:lnTo>
                    <a:pt x="29210" y="19050"/>
                  </a:lnTo>
                  <a:lnTo>
                    <a:pt x="30480" y="17780"/>
                  </a:lnTo>
                  <a:lnTo>
                    <a:pt x="31267" y="16992"/>
                  </a:lnTo>
                  <a:lnTo>
                    <a:pt x="31750" y="17780"/>
                  </a:lnTo>
                  <a:lnTo>
                    <a:pt x="33020" y="16510"/>
                  </a:lnTo>
                  <a:lnTo>
                    <a:pt x="34290" y="16510"/>
                  </a:lnTo>
                  <a:lnTo>
                    <a:pt x="35560" y="15240"/>
                  </a:lnTo>
                  <a:lnTo>
                    <a:pt x="36830" y="13970"/>
                  </a:lnTo>
                  <a:lnTo>
                    <a:pt x="38100" y="13970"/>
                  </a:lnTo>
                  <a:lnTo>
                    <a:pt x="39370" y="13970"/>
                  </a:lnTo>
                  <a:lnTo>
                    <a:pt x="40640" y="13970"/>
                  </a:lnTo>
                  <a:lnTo>
                    <a:pt x="43180" y="12700"/>
                  </a:lnTo>
                  <a:lnTo>
                    <a:pt x="45720" y="13970"/>
                  </a:lnTo>
                  <a:lnTo>
                    <a:pt x="46990" y="13970"/>
                  </a:lnTo>
                  <a:lnTo>
                    <a:pt x="48260" y="13970"/>
                  </a:lnTo>
                  <a:lnTo>
                    <a:pt x="49530" y="15240"/>
                  </a:lnTo>
                  <a:lnTo>
                    <a:pt x="52070" y="16510"/>
                  </a:lnTo>
                  <a:lnTo>
                    <a:pt x="53340" y="16510"/>
                  </a:lnTo>
                  <a:lnTo>
                    <a:pt x="54610" y="17780"/>
                  </a:lnTo>
                  <a:lnTo>
                    <a:pt x="55880" y="19050"/>
                  </a:lnTo>
                  <a:lnTo>
                    <a:pt x="57150" y="20320"/>
                  </a:lnTo>
                  <a:lnTo>
                    <a:pt x="58420" y="22860"/>
                  </a:lnTo>
                  <a:lnTo>
                    <a:pt x="58877" y="22517"/>
                  </a:lnTo>
                  <a:lnTo>
                    <a:pt x="59690" y="24130"/>
                  </a:lnTo>
                  <a:lnTo>
                    <a:pt x="63500" y="29210"/>
                  </a:lnTo>
                  <a:lnTo>
                    <a:pt x="66040" y="35560"/>
                  </a:lnTo>
                  <a:lnTo>
                    <a:pt x="66382" y="35356"/>
                  </a:lnTo>
                  <a:lnTo>
                    <a:pt x="67310" y="38100"/>
                  </a:lnTo>
                  <a:lnTo>
                    <a:pt x="67678" y="37960"/>
                  </a:lnTo>
                  <a:lnTo>
                    <a:pt x="68580" y="40640"/>
                  </a:lnTo>
                  <a:lnTo>
                    <a:pt x="69850" y="44450"/>
                  </a:lnTo>
                  <a:lnTo>
                    <a:pt x="71120" y="48260"/>
                  </a:lnTo>
                  <a:lnTo>
                    <a:pt x="71399" y="48145"/>
                  </a:lnTo>
                  <a:lnTo>
                    <a:pt x="72390" y="52070"/>
                  </a:lnTo>
                  <a:lnTo>
                    <a:pt x="73660" y="57150"/>
                  </a:lnTo>
                  <a:lnTo>
                    <a:pt x="80010" y="55880"/>
                  </a:lnTo>
                  <a:lnTo>
                    <a:pt x="85090" y="54610"/>
                  </a:lnTo>
                  <a:close/>
                </a:path>
              </a:pathLst>
            </a:custGeom>
            <a:solidFill>
              <a:srgbClr val="3333CC"/>
            </a:solidFill>
          </p:spPr>
          <p:txBody>
            <a:bodyPr wrap="square" lIns="0" tIns="0" rIns="0" bIns="0" rtlCol="0"/>
            <a:lstStyle/>
            <a:p/>
          </p:txBody>
        </p:sp>
        <p:sp>
          <p:nvSpPr>
            <p:cNvPr id="873" name="object 873"/>
            <p:cNvSpPr/>
            <p:nvPr/>
          </p:nvSpPr>
          <p:spPr>
            <a:xfrm>
              <a:off x="2438400" y="1286509"/>
              <a:ext cx="21590" cy="81280"/>
            </a:xfrm>
            <a:custGeom>
              <a:avLst/>
              <a:gdLst/>
              <a:ahLst/>
              <a:cxnLst/>
              <a:rect l="l" t="t" r="r" b="b"/>
              <a:pathLst>
                <a:path w="21589" h="81280">
                  <a:moveTo>
                    <a:pt x="21590" y="3810"/>
                  </a:moveTo>
                  <a:lnTo>
                    <a:pt x="15240" y="2540"/>
                  </a:lnTo>
                  <a:lnTo>
                    <a:pt x="8890" y="0"/>
                  </a:lnTo>
                  <a:lnTo>
                    <a:pt x="7620" y="5080"/>
                  </a:lnTo>
                  <a:lnTo>
                    <a:pt x="6350" y="8890"/>
                  </a:lnTo>
                  <a:lnTo>
                    <a:pt x="5080" y="13970"/>
                  </a:lnTo>
                  <a:lnTo>
                    <a:pt x="3810" y="25400"/>
                  </a:lnTo>
                  <a:lnTo>
                    <a:pt x="2540" y="38100"/>
                  </a:lnTo>
                  <a:lnTo>
                    <a:pt x="1270" y="50800"/>
                  </a:lnTo>
                  <a:lnTo>
                    <a:pt x="1270" y="52070"/>
                  </a:lnTo>
                  <a:lnTo>
                    <a:pt x="1270" y="66040"/>
                  </a:lnTo>
                  <a:lnTo>
                    <a:pt x="0" y="81280"/>
                  </a:lnTo>
                  <a:lnTo>
                    <a:pt x="6350" y="81280"/>
                  </a:lnTo>
                  <a:lnTo>
                    <a:pt x="12700" y="81280"/>
                  </a:lnTo>
                  <a:lnTo>
                    <a:pt x="12700" y="66040"/>
                  </a:lnTo>
                  <a:lnTo>
                    <a:pt x="13970" y="52070"/>
                  </a:lnTo>
                  <a:lnTo>
                    <a:pt x="15125" y="39357"/>
                  </a:lnTo>
                  <a:lnTo>
                    <a:pt x="15240" y="38100"/>
                  </a:lnTo>
                  <a:lnTo>
                    <a:pt x="15240" y="27940"/>
                  </a:lnTo>
                  <a:lnTo>
                    <a:pt x="17780" y="17780"/>
                  </a:lnTo>
                  <a:lnTo>
                    <a:pt x="19050" y="12700"/>
                  </a:lnTo>
                  <a:lnTo>
                    <a:pt x="20320" y="7620"/>
                  </a:lnTo>
                  <a:lnTo>
                    <a:pt x="21590" y="3810"/>
                  </a:lnTo>
                  <a:close/>
                </a:path>
              </a:pathLst>
            </a:custGeom>
            <a:solidFill>
              <a:srgbClr val="3333CC"/>
            </a:solidFill>
          </p:spPr>
          <p:txBody>
            <a:bodyPr wrap="square" lIns="0" tIns="0" rIns="0" bIns="0" rtlCol="0"/>
            <a:lstStyle/>
            <a:p/>
          </p:txBody>
        </p:sp>
      </p:grpSp>
      <p:sp>
        <p:nvSpPr>
          <p:cNvPr id="874" name="object 874"/>
          <p:cNvSpPr/>
          <p:nvPr/>
        </p:nvSpPr>
        <p:spPr>
          <a:xfrm>
            <a:off x="7820659" y="1046480"/>
            <a:ext cx="426659" cy="646369"/>
          </a:xfrm>
          <a:prstGeom prst="rect">
            <a:avLst/>
          </a:prstGeom>
          <a:blipFill>
            <a:blip r:embed="rId14" cstate="print"/>
            <a:stretch>
              <a:fillRect/>
            </a:stretch>
          </a:blipFill>
        </p:spPr>
        <p:txBody>
          <a:bodyPr wrap="square" lIns="0" tIns="0" rIns="0" bIns="0" rtlCol="0"/>
          <a:lstStyle/>
          <a:p/>
        </p:txBody>
      </p:sp>
      <p:grpSp>
        <p:nvGrpSpPr>
          <p:cNvPr id="875" name="object 875"/>
          <p:cNvGrpSpPr/>
          <p:nvPr/>
        </p:nvGrpSpPr>
        <p:grpSpPr>
          <a:xfrm>
            <a:off x="2752089" y="1040130"/>
            <a:ext cx="430530" cy="652780"/>
            <a:chOff x="2752089" y="1040130"/>
            <a:chExt cx="430530" cy="652780"/>
          </a:xfrm>
        </p:grpSpPr>
        <p:sp>
          <p:nvSpPr>
            <p:cNvPr id="876" name="object 876"/>
            <p:cNvSpPr/>
            <p:nvPr/>
          </p:nvSpPr>
          <p:spPr>
            <a:xfrm>
              <a:off x="2758439" y="1046480"/>
              <a:ext cx="416560" cy="640079"/>
            </a:xfrm>
            <a:prstGeom prst="rect">
              <a:avLst/>
            </a:prstGeom>
            <a:blipFill>
              <a:blip r:embed="rId15" cstate="print"/>
              <a:stretch>
                <a:fillRect/>
              </a:stretch>
            </a:blipFill>
          </p:spPr>
          <p:txBody>
            <a:bodyPr wrap="square" lIns="0" tIns="0" rIns="0" bIns="0" rtlCol="0"/>
            <a:lstStyle/>
            <a:p/>
          </p:txBody>
        </p:sp>
        <p:sp>
          <p:nvSpPr>
            <p:cNvPr id="877" name="object 877"/>
            <p:cNvSpPr/>
            <p:nvPr/>
          </p:nvSpPr>
          <p:spPr>
            <a:xfrm>
              <a:off x="2909570" y="1437639"/>
              <a:ext cx="262890" cy="82550"/>
            </a:xfrm>
            <a:custGeom>
              <a:avLst/>
              <a:gdLst/>
              <a:ahLst/>
              <a:cxnLst/>
              <a:rect l="l" t="t" r="r" b="b"/>
              <a:pathLst>
                <a:path w="262889" h="82550">
                  <a:moveTo>
                    <a:pt x="262890" y="0"/>
                  </a:moveTo>
                  <a:lnTo>
                    <a:pt x="7620" y="0"/>
                  </a:lnTo>
                  <a:lnTo>
                    <a:pt x="0" y="0"/>
                  </a:lnTo>
                  <a:lnTo>
                    <a:pt x="1270" y="7620"/>
                  </a:lnTo>
                  <a:lnTo>
                    <a:pt x="1270" y="8890"/>
                  </a:lnTo>
                  <a:lnTo>
                    <a:pt x="1270" y="10160"/>
                  </a:lnTo>
                  <a:lnTo>
                    <a:pt x="1270" y="11430"/>
                  </a:lnTo>
                  <a:lnTo>
                    <a:pt x="1270" y="12700"/>
                  </a:lnTo>
                  <a:lnTo>
                    <a:pt x="2540" y="17780"/>
                  </a:lnTo>
                  <a:lnTo>
                    <a:pt x="3810" y="21590"/>
                  </a:lnTo>
                  <a:lnTo>
                    <a:pt x="3810" y="22860"/>
                  </a:lnTo>
                  <a:lnTo>
                    <a:pt x="5080" y="27940"/>
                  </a:lnTo>
                  <a:lnTo>
                    <a:pt x="6350" y="33020"/>
                  </a:lnTo>
                  <a:lnTo>
                    <a:pt x="6350" y="34290"/>
                  </a:lnTo>
                  <a:lnTo>
                    <a:pt x="8890" y="38100"/>
                  </a:lnTo>
                  <a:lnTo>
                    <a:pt x="11430" y="43180"/>
                  </a:lnTo>
                  <a:lnTo>
                    <a:pt x="11430" y="44450"/>
                  </a:lnTo>
                  <a:lnTo>
                    <a:pt x="13970" y="49530"/>
                  </a:lnTo>
                  <a:lnTo>
                    <a:pt x="14236" y="49339"/>
                  </a:lnTo>
                  <a:lnTo>
                    <a:pt x="15240" y="53340"/>
                  </a:lnTo>
                  <a:lnTo>
                    <a:pt x="17780" y="55880"/>
                  </a:lnTo>
                  <a:lnTo>
                    <a:pt x="17780" y="57150"/>
                  </a:lnTo>
                  <a:lnTo>
                    <a:pt x="20320" y="59690"/>
                  </a:lnTo>
                  <a:lnTo>
                    <a:pt x="21590" y="62230"/>
                  </a:lnTo>
                  <a:lnTo>
                    <a:pt x="22860" y="63500"/>
                  </a:lnTo>
                  <a:lnTo>
                    <a:pt x="25400" y="66040"/>
                  </a:lnTo>
                  <a:lnTo>
                    <a:pt x="25781" y="65532"/>
                  </a:lnTo>
                  <a:lnTo>
                    <a:pt x="26670" y="67310"/>
                  </a:lnTo>
                  <a:lnTo>
                    <a:pt x="26670" y="68580"/>
                  </a:lnTo>
                  <a:lnTo>
                    <a:pt x="27940" y="68580"/>
                  </a:lnTo>
                  <a:lnTo>
                    <a:pt x="29210" y="69850"/>
                  </a:lnTo>
                  <a:lnTo>
                    <a:pt x="29210" y="71120"/>
                  </a:lnTo>
                  <a:lnTo>
                    <a:pt x="31750" y="72390"/>
                  </a:lnTo>
                  <a:lnTo>
                    <a:pt x="34290" y="74930"/>
                  </a:lnTo>
                  <a:lnTo>
                    <a:pt x="35560" y="74930"/>
                  </a:lnTo>
                  <a:lnTo>
                    <a:pt x="35560" y="76200"/>
                  </a:lnTo>
                  <a:lnTo>
                    <a:pt x="38100" y="77470"/>
                  </a:lnTo>
                  <a:lnTo>
                    <a:pt x="38519" y="76415"/>
                  </a:lnTo>
                  <a:lnTo>
                    <a:pt x="40640" y="77470"/>
                  </a:lnTo>
                  <a:lnTo>
                    <a:pt x="40640" y="78740"/>
                  </a:lnTo>
                  <a:lnTo>
                    <a:pt x="41910" y="78740"/>
                  </a:lnTo>
                  <a:lnTo>
                    <a:pt x="44450" y="80010"/>
                  </a:lnTo>
                  <a:lnTo>
                    <a:pt x="46990" y="80010"/>
                  </a:lnTo>
                  <a:lnTo>
                    <a:pt x="48260" y="80010"/>
                  </a:lnTo>
                  <a:lnTo>
                    <a:pt x="50800" y="81280"/>
                  </a:lnTo>
                  <a:lnTo>
                    <a:pt x="57150" y="81280"/>
                  </a:lnTo>
                  <a:lnTo>
                    <a:pt x="57150" y="82550"/>
                  </a:lnTo>
                  <a:lnTo>
                    <a:pt x="58420" y="82550"/>
                  </a:lnTo>
                  <a:lnTo>
                    <a:pt x="62230" y="82550"/>
                  </a:lnTo>
                  <a:lnTo>
                    <a:pt x="63500" y="81280"/>
                  </a:lnTo>
                  <a:lnTo>
                    <a:pt x="66040" y="81280"/>
                  </a:lnTo>
                  <a:lnTo>
                    <a:pt x="67310" y="81280"/>
                  </a:lnTo>
                  <a:lnTo>
                    <a:pt x="71120" y="80010"/>
                  </a:lnTo>
                  <a:lnTo>
                    <a:pt x="72390" y="80010"/>
                  </a:lnTo>
                  <a:lnTo>
                    <a:pt x="74930" y="77470"/>
                  </a:lnTo>
                  <a:lnTo>
                    <a:pt x="78740" y="76200"/>
                  </a:lnTo>
                  <a:lnTo>
                    <a:pt x="80010" y="76200"/>
                  </a:lnTo>
                  <a:lnTo>
                    <a:pt x="83820" y="73660"/>
                  </a:lnTo>
                  <a:lnTo>
                    <a:pt x="87630" y="71120"/>
                  </a:lnTo>
                  <a:lnTo>
                    <a:pt x="87630" y="69850"/>
                  </a:lnTo>
                  <a:lnTo>
                    <a:pt x="91440" y="67310"/>
                  </a:lnTo>
                  <a:lnTo>
                    <a:pt x="92710" y="66040"/>
                  </a:lnTo>
                  <a:lnTo>
                    <a:pt x="92710" y="64770"/>
                  </a:lnTo>
                  <a:lnTo>
                    <a:pt x="93980" y="64770"/>
                  </a:lnTo>
                  <a:lnTo>
                    <a:pt x="96520" y="60960"/>
                  </a:lnTo>
                  <a:lnTo>
                    <a:pt x="86360" y="53340"/>
                  </a:lnTo>
                  <a:lnTo>
                    <a:pt x="83820" y="55880"/>
                  </a:lnTo>
                  <a:lnTo>
                    <a:pt x="82550" y="57150"/>
                  </a:lnTo>
                  <a:lnTo>
                    <a:pt x="82550" y="58420"/>
                  </a:lnTo>
                  <a:lnTo>
                    <a:pt x="81280" y="58420"/>
                  </a:lnTo>
                  <a:lnTo>
                    <a:pt x="81940" y="58826"/>
                  </a:lnTo>
                  <a:lnTo>
                    <a:pt x="78740" y="60960"/>
                  </a:lnTo>
                  <a:lnTo>
                    <a:pt x="79248" y="61468"/>
                  </a:lnTo>
                  <a:lnTo>
                    <a:pt x="76733" y="63144"/>
                  </a:lnTo>
                  <a:lnTo>
                    <a:pt x="76200" y="62230"/>
                  </a:lnTo>
                  <a:lnTo>
                    <a:pt x="73660" y="64770"/>
                  </a:lnTo>
                  <a:lnTo>
                    <a:pt x="69850" y="66040"/>
                  </a:lnTo>
                  <a:lnTo>
                    <a:pt x="67310" y="67310"/>
                  </a:lnTo>
                  <a:lnTo>
                    <a:pt x="63500" y="68580"/>
                  </a:lnTo>
                  <a:lnTo>
                    <a:pt x="63639" y="68961"/>
                  </a:lnTo>
                  <a:lnTo>
                    <a:pt x="60960" y="69850"/>
                  </a:lnTo>
                  <a:lnTo>
                    <a:pt x="58420" y="69850"/>
                  </a:lnTo>
                  <a:lnTo>
                    <a:pt x="52070" y="68580"/>
                  </a:lnTo>
                  <a:lnTo>
                    <a:pt x="50800" y="68580"/>
                  </a:lnTo>
                  <a:lnTo>
                    <a:pt x="48260" y="67310"/>
                  </a:lnTo>
                  <a:lnTo>
                    <a:pt x="46990" y="67310"/>
                  </a:lnTo>
                  <a:lnTo>
                    <a:pt x="44450" y="66040"/>
                  </a:lnTo>
                  <a:lnTo>
                    <a:pt x="44450" y="64770"/>
                  </a:lnTo>
                  <a:lnTo>
                    <a:pt x="43180" y="64770"/>
                  </a:lnTo>
                  <a:lnTo>
                    <a:pt x="41910" y="64770"/>
                  </a:lnTo>
                  <a:lnTo>
                    <a:pt x="40640" y="63500"/>
                  </a:lnTo>
                  <a:lnTo>
                    <a:pt x="38100" y="60960"/>
                  </a:lnTo>
                  <a:lnTo>
                    <a:pt x="37553" y="61696"/>
                  </a:lnTo>
                  <a:lnTo>
                    <a:pt x="36093" y="60236"/>
                  </a:lnTo>
                  <a:lnTo>
                    <a:pt x="36830" y="59690"/>
                  </a:lnTo>
                  <a:lnTo>
                    <a:pt x="34290" y="57150"/>
                  </a:lnTo>
                  <a:lnTo>
                    <a:pt x="33020" y="55880"/>
                  </a:lnTo>
                  <a:lnTo>
                    <a:pt x="30480" y="52070"/>
                  </a:lnTo>
                  <a:lnTo>
                    <a:pt x="29210" y="52070"/>
                  </a:lnTo>
                  <a:lnTo>
                    <a:pt x="27940" y="49530"/>
                  </a:lnTo>
                  <a:lnTo>
                    <a:pt x="27597" y="49784"/>
                  </a:lnTo>
                  <a:lnTo>
                    <a:pt x="26670" y="46990"/>
                  </a:lnTo>
                  <a:lnTo>
                    <a:pt x="26390" y="47193"/>
                  </a:lnTo>
                  <a:lnTo>
                    <a:pt x="25400" y="43180"/>
                  </a:lnTo>
                  <a:lnTo>
                    <a:pt x="22860" y="38100"/>
                  </a:lnTo>
                  <a:lnTo>
                    <a:pt x="22364" y="38404"/>
                  </a:lnTo>
                  <a:lnTo>
                    <a:pt x="20320" y="34290"/>
                  </a:lnTo>
                  <a:lnTo>
                    <a:pt x="17983" y="29641"/>
                  </a:lnTo>
                  <a:lnTo>
                    <a:pt x="19050" y="29210"/>
                  </a:lnTo>
                  <a:lnTo>
                    <a:pt x="17780" y="24130"/>
                  </a:lnTo>
                  <a:lnTo>
                    <a:pt x="15240" y="19050"/>
                  </a:lnTo>
                  <a:lnTo>
                    <a:pt x="15240" y="15240"/>
                  </a:lnTo>
                  <a:lnTo>
                    <a:pt x="14605" y="12700"/>
                  </a:lnTo>
                  <a:lnTo>
                    <a:pt x="262890" y="12700"/>
                  </a:lnTo>
                  <a:lnTo>
                    <a:pt x="262890" y="0"/>
                  </a:lnTo>
                  <a:close/>
                </a:path>
              </a:pathLst>
            </a:custGeom>
            <a:solidFill>
              <a:srgbClr val="3333CC"/>
            </a:solidFill>
          </p:spPr>
          <p:txBody>
            <a:bodyPr wrap="square" lIns="0" tIns="0" rIns="0" bIns="0" rtlCol="0"/>
            <a:lstStyle/>
            <a:p/>
          </p:txBody>
        </p:sp>
        <p:sp>
          <p:nvSpPr>
            <p:cNvPr id="878" name="object 878"/>
            <p:cNvSpPr/>
            <p:nvPr/>
          </p:nvSpPr>
          <p:spPr>
            <a:xfrm>
              <a:off x="2810510" y="1452879"/>
              <a:ext cx="372110" cy="240029"/>
            </a:xfrm>
            <a:custGeom>
              <a:avLst/>
              <a:gdLst/>
              <a:ahLst/>
              <a:cxnLst/>
              <a:rect l="l" t="t" r="r" b="b"/>
              <a:pathLst>
                <a:path w="372110" h="240030">
                  <a:moveTo>
                    <a:pt x="372110" y="25400"/>
                  </a:moveTo>
                  <a:lnTo>
                    <a:pt x="364490" y="25400"/>
                  </a:lnTo>
                  <a:lnTo>
                    <a:pt x="210820" y="1270"/>
                  </a:lnTo>
                  <a:lnTo>
                    <a:pt x="205740" y="0"/>
                  </a:lnTo>
                  <a:lnTo>
                    <a:pt x="203200" y="3810"/>
                  </a:lnTo>
                  <a:lnTo>
                    <a:pt x="196850" y="19050"/>
                  </a:lnTo>
                  <a:lnTo>
                    <a:pt x="194310" y="25400"/>
                  </a:lnTo>
                  <a:lnTo>
                    <a:pt x="191109" y="29667"/>
                  </a:lnTo>
                  <a:lnTo>
                    <a:pt x="190500" y="29210"/>
                  </a:lnTo>
                  <a:lnTo>
                    <a:pt x="187960" y="34290"/>
                  </a:lnTo>
                  <a:lnTo>
                    <a:pt x="185420" y="38100"/>
                  </a:lnTo>
                  <a:lnTo>
                    <a:pt x="182880" y="40640"/>
                  </a:lnTo>
                  <a:lnTo>
                    <a:pt x="187960" y="44450"/>
                  </a:lnTo>
                  <a:lnTo>
                    <a:pt x="193040" y="49530"/>
                  </a:lnTo>
                  <a:lnTo>
                    <a:pt x="195580" y="45720"/>
                  </a:lnTo>
                  <a:lnTo>
                    <a:pt x="195580" y="44450"/>
                  </a:lnTo>
                  <a:lnTo>
                    <a:pt x="198120" y="40640"/>
                  </a:lnTo>
                  <a:lnTo>
                    <a:pt x="201930" y="36830"/>
                  </a:lnTo>
                  <a:lnTo>
                    <a:pt x="201930" y="35560"/>
                  </a:lnTo>
                  <a:lnTo>
                    <a:pt x="204470" y="30480"/>
                  </a:lnTo>
                  <a:lnTo>
                    <a:pt x="208280" y="24130"/>
                  </a:lnTo>
                  <a:lnTo>
                    <a:pt x="212750" y="13398"/>
                  </a:lnTo>
                  <a:lnTo>
                    <a:pt x="355879" y="35699"/>
                  </a:lnTo>
                  <a:lnTo>
                    <a:pt x="347980" y="58420"/>
                  </a:lnTo>
                  <a:lnTo>
                    <a:pt x="338226" y="84023"/>
                  </a:lnTo>
                  <a:lnTo>
                    <a:pt x="337820" y="83820"/>
                  </a:lnTo>
                  <a:lnTo>
                    <a:pt x="326390" y="107950"/>
                  </a:lnTo>
                  <a:lnTo>
                    <a:pt x="316230" y="129540"/>
                  </a:lnTo>
                  <a:lnTo>
                    <a:pt x="306070" y="148590"/>
                  </a:lnTo>
                  <a:lnTo>
                    <a:pt x="295211" y="164274"/>
                  </a:lnTo>
                  <a:lnTo>
                    <a:pt x="294640" y="163830"/>
                  </a:lnTo>
                  <a:lnTo>
                    <a:pt x="284480" y="177800"/>
                  </a:lnTo>
                  <a:lnTo>
                    <a:pt x="279400" y="184150"/>
                  </a:lnTo>
                  <a:lnTo>
                    <a:pt x="274320" y="189230"/>
                  </a:lnTo>
                  <a:lnTo>
                    <a:pt x="262890" y="198120"/>
                  </a:lnTo>
                  <a:lnTo>
                    <a:pt x="250190" y="205740"/>
                  </a:lnTo>
                  <a:lnTo>
                    <a:pt x="250507" y="206171"/>
                  </a:lnTo>
                  <a:lnTo>
                    <a:pt x="237490" y="212090"/>
                  </a:lnTo>
                  <a:lnTo>
                    <a:pt x="223748" y="218338"/>
                  </a:lnTo>
                  <a:lnTo>
                    <a:pt x="223520" y="217170"/>
                  </a:lnTo>
                  <a:lnTo>
                    <a:pt x="207010" y="222250"/>
                  </a:lnTo>
                  <a:lnTo>
                    <a:pt x="207086" y="222427"/>
                  </a:lnTo>
                  <a:lnTo>
                    <a:pt x="190500" y="224790"/>
                  </a:lnTo>
                  <a:lnTo>
                    <a:pt x="190525" y="224955"/>
                  </a:lnTo>
                  <a:lnTo>
                    <a:pt x="172720" y="227330"/>
                  </a:lnTo>
                  <a:lnTo>
                    <a:pt x="153670" y="227330"/>
                  </a:lnTo>
                  <a:lnTo>
                    <a:pt x="138430" y="227330"/>
                  </a:lnTo>
                  <a:lnTo>
                    <a:pt x="121920" y="226060"/>
                  </a:lnTo>
                  <a:lnTo>
                    <a:pt x="107848" y="223723"/>
                  </a:lnTo>
                  <a:lnTo>
                    <a:pt x="107950" y="223520"/>
                  </a:lnTo>
                  <a:lnTo>
                    <a:pt x="93827" y="218821"/>
                  </a:lnTo>
                  <a:lnTo>
                    <a:pt x="93980" y="218440"/>
                  </a:lnTo>
                  <a:lnTo>
                    <a:pt x="81089" y="214934"/>
                  </a:lnTo>
                  <a:lnTo>
                    <a:pt x="81280" y="214630"/>
                  </a:lnTo>
                  <a:lnTo>
                    <a:pt x="46990" y="194310"/>
                  </a:lnTo>
                  <a:lnTo>
                    <a:pt x="19050" y="163830"/>
                  </a:lnTo>
                  <a:lnTo>
                    <a:pt x="10160" y="151130"/>
                  </a:lnTo>
                  <a:lnTo>
                    <a:pt x="0" y="158750"/>
                  </a:lnTo>
                  <a:lnTo>
                    <a:pt x="8890" y="171450"/>
                  </a:lnTo>
                  <a:lnTo>
                    <a:pt x="17780" y="184150"/>
                  </a:lnTo>
                  <a:lnTo>
                    <a:pt x="27940" y="194310"/>
                  </a:lnTo>
                  <a:lnTo>
                    <a:pt x="38100" y="204470"/>
                  </a:lnTo>
                  <a:lnTo>
                    <a:pt x="39370" y="204470"/>
                  </a:lnTo>
                  <a:lnTo>
                    <a:pt x="49530" y="212090"/>
                  </a:lnTo>
                  <a:lnTo>
                    <a:pt x="49530" y="213360"/>
                  </a:lnTo>
                  <a:lnTo>
                    <a:pt x="50800" y="213360"/>
                  </a:lnTo>
                  <a:lnTo>
                    <a:pt x="62230" y="219710"/>
                  </a:lnTo>
                  <a:lnTo>
                    <a:pt x="74930" y="226060"/>
                  </a:lnTo>
                  <a:lnTo>
                    <a:pt x="76200" y="226060"/>
                  </a:lnTo>
                  <a:lnTo>
                    <a:pt x="88900" y="231140"/>
                  </a:lnTo>
                  <a:lnTo>
                    <a:pt x="90170" y="231140"/>
                  </a:lnTo>
                  <a:lnTo>
                    <a:pt x="104140" y="234950"/>
                  </a:lnTo>
                  <a:lnTo>
                    <a:pt x="119380" y="237490"/>
                  </a:lnTo>
                  <a:lnTo>
                    <a:pt x="120650" y="237490"/>
                  </a:lnTo>
                  <a:lnTo>
                    <a:pt x="135890" y="240030"/>
                  </a:lnTo>
                  <a:lnTo>
                    <a:pt x="137160" y="240030"/>
                  </a:lnTo>
                  <a:lnTo>
                    <a:pt x="153670" y="240030"/>
                  </a:lnTo>
                  <a:lnTo>
                    <a:pt x="173990" y="240030"/>
                  </a:lnTo>
                  <a:lnTo>
                    <a:pt x="193040" y="237490"/>
                  </a:lnTo>
                  <a:lnTo>
                    <a:pt x="210820" y="233680"/>
                  </a:lnTo>
                  <a:lnTo>
                    <a:pt x="227330" y="229870"/>
                  </a:lnTo>
                  <a:lnTo>
                    <a:pt x="242570" y="223520"/>
                  </a:lnTo>
                  <a:lnTo>
                    <a:pt x="256540" y="217170"/>
                  </a:lnTo>
                  <a:lnTo>
                    <a:pt x="257810" y="217170"/>
                  </a:lnTo>
                  <a:lnTo>
                    <a:pt x="270510" y="208280"/>
                  </a:lnTo>
                  <a:lnTo>
                    <a:pt x="281940" y="198120"/>
                  </a:lnTo>
                  <a:lnTo>
                    <a:pt x="283210" y="198120"/>
                  </a:lnTo>
                  <a:lnTo>
                    <a:pt x="288290" y="193040"/>
                  </a:lnTo>
                  <a:lnTo>
                    <a:pt x="294640" y="186690"/>
                  </a:lnTo>
                  <a:lnTo>
                    <a:pt x="304800" y="172720"/>
                  </a:lnTo>
                  <a:lnTo>
                    <a:pt x="304800" y="171450"/>
                  </a:lnTo>
                  <a:lnTo>
                    <a:pt x="306070" y="171450"/>
                  </a:lnTo>
                  <a:lnTo>
                    <a:pt x="316230" y="154940"/>
                  </a:lnTo>
                  <a:lnTo>
                    <a:pt x="327660" y="135890"/>
                  </a:lnTo>
                  <a:lnTo>
                    <a:pt x="337820" y="114300"/>
                  </a:lnTo>
                  <a:lnTo>
                    <a:pt x="337820" y="113030"/>
                  </a:lnTo>
                  <a:lnTo>
                    <a:pt x="349250" y="88900"/>
                  </a:lnTo>
                  <a:lnTo>
                    <a:pt x="359410" y="62230"/>
                  </a:lnTo>
                  <a:lnTo>
                    <a:pt x="369570" y="33020"/>
                  </a:lnTo>
                  <a:lnTo>
                    <a:pt x="372110" y="25400"/>
                  </a:lnTo>
                  <a:close/>
                </a:path>
              </a:pathLst>
            </a:custGeom>
            <a:solidFill>
              <a:srgbClr val="3333CC"/>
            </a:solidFill>
          </p:spPr>
          <p:txBody>
            <a:bodyPr wrap="square" lIns="0" tIns="0" rIns="0" bIns="0" rtlCol="0"/>
            <a:lstStyle/>
            <a:p/>
          </p:txBody>
        </p:sp>
        <p:sp>
          <p:nvSpPr>
            <p:cNvPr id="879" name="object 879"/>
            <p:cNvSpPr/>
            <p:nvPr/>
          </p:nvSpPr>
          <p:spPr>
            <a:xfrm>
              <a:off x="2752090" y="1042669"/>
              <a:ext cx="186690" cy="581660"/>
            </a:xfrm>
            <a:custGeom>
              <a:avLst/>
              <a:gdLst/>
              <a:ahLst/>
              <a:cxnLst/>
              <a:rect l="l" t="t" r="r" b="b"/>
              <a:pathLst>
                <a:path w="186689" h="581660">
                  <a:moveTo>
                    <a:pt x="186690" y="11430"/>
                  </a:moveTo>
                  <a:lnTo>
                    <a:pt x="185420" y="5080"/>
                  </a:lnTo>
                  <a:lnTo>
                    <a:pt x="185420" y="0"/>
                  </a:lnTo>
                  <a:lnTo>
                    <a:pt x="184150" y="0"/>
                  </a:lnTo>
                  <a:lnTo>
                    <a:pt x="162560" y="2540"/>
                  </a:lnTo>
                  <a:lnTo>
                    <a:pt x="140970" y="10160"/>
                  </a:lnTo>
                  <a:lnTo>
                    <a:pt x="121920" y="20320"/>
                  </a:lnTo>
                  <a:lnTo>
                    <a:pt x="120650" y="20320"/>
                  </a:lnTo>
                  <a:lnTo>
                    <a:pt x="111760" y="26670"/>
                  </a:lnTo>
                  <a:lnTo>
                    <a:pt x="110490" y="26670"/>
                  </a:lnTo>
                  <a:lnTo>
                    <a:pt x="102870" y="34290"/>
                  </a:lnTo>
                  <a:lnTo>
                    <a:pt x="93980" y="41910"/>
                  </a:lnTo>
                  <a:lnTo>
                    <a:pt x="85090" y="49530"/>
                  </a:lnTo>
                  <a:lnTo>
                    <a:pt x="77470" y="58420"/>
                  </a:lnTo>
                  <a:lnTo>
                    <a:pt x="76200" y="58420"/>
                  </a:lnTo>
                  <a:lnTo>
                    <a:pt x="69850" y="68580"/>
                  </a:lnTo>
                  <a:lnTo>
                    <a:pt x="62230" y="78740"/>
                  </a:lnTo>
                  <a:lnTo>
                    <a:pt x="54610" y="90170"/>
                  </a:lnTo>
                  <a:lnTo>
                    <a:pt x="48260" y="101600"/>
                  </a:lnTo>
                  <a:lnTo>
                    <a:pt x="41910" y="113030"/>
                  </a:lnTo>
                  <a:lnTo>
                    <a:pt x="35560" y="125730"/>
                  </a:lnTo>
                  <a:lnTo>
                    <a:pt x="30480" y="138430"/>
                  </a:lnTo>
                  <a:lnTo>
                    <a:pt x="25400" y="152400"/>
                  </a:lnTo>
                  <a:lnTo>
                    <a:pt x="20320" y="165100"/>
                  </a:lnTo>
                  <a:lnTo>
                    <a:pt x="20320" y="166370"/>
                  </a:lnTo>
                  <a:lnTo>
                    <a:pt x="16510" y="179070"/>
                  </a:lnTo>
                  <a:lnTo>
                    <a:pt x="16510" y="180340"/>
                  </a:lnTo>
                  <a:lnTo>
                    <a:pt x="12700" y="194310"/>
                  </a:lnTo>
                  <a:lnTo>
                    <a:pt x="10160" y="209550"/>
                  </a:lnTo>
                  <a:lnTo>
                    <a:pt x="7620" y="224790"/>
                  </a:lnTo>
                  <a:lnTo>
                    <a:pt x="2540" y="256540"/>
                  </a:lnTo>
                  <a:lnTo>
                    <a:pt x="0" y="289560"/>
                  </a:lnTo>
                  <a:lnTo>
                    <a:pt x="0" y="349250"/>
                  </a:lnTo>
                  <a:lnTo>
                    <a:pt x="0" y="350520"/>
                  </a:lnTo>
                  <a:lnTo>
                    <a:pt x="0" y="397510"/>
                  </a:lnTo>
                  <a:lnTo>
                    <a:pt x="3810" y="397510"/>
                  </a:lnTo>
                  <a:lnTo>
                    <a:pt x="6350" y="419100"/>
                  </a:lnTo>
                  <a:lnTo>
                    <a:pt x="6350" y="420370"/>
                  </a:lnTo>
                  <a:lnTo>
                    <a:pt x="10160" y="440690"/>
                  </a:lnTo>
                  <a:lnTo>
                    <a:pt x="10160" y="441960"/>
                  </a:lnTo>
                  <a:lnTo>
                    <a:pt x="15240" y="462280"/>
                  </a:lnTo>
                  <a:lnTo>
                    <a:pt x="20320" y="482600"/>
                  </a:lnTo>
                  <a:lnTo>
                    <a:pt x="26670" y="501650"/>
                  </a:lnTo>
                  <a:lnTo>
                    <a:pt x="26670" y="502920"/>
                  </a:lnTo>
                  <a:lnTo>
                    <a:pt x="34290" y="520700"/>
                  </a:lnTo>
                  <a:lnTo>
                    <a:pt x="41910" y="537210"/>
                  </a:lnTo>
                  <a:lnTo>
                    <a:pt x="41910" y="538480"/>
                  </a:lnTo>
                  <a:lnTo>
                    <a:pt x="49530" y="553720"/>
                  </a:lnTo>
                  <a:lnTo>
                    <a:pt x="58420" y="568960"/>
                  </a:lnTo>
                  <a:lnTo>
                    <a:pt x="67310" y="581660"/>
                  </a:lnTo>
                  <a:lnTo>
                    <a:pt x="77470" y="574040"/>
                  </a:lnTo>
                  <a:lnTo>
                    <a:pt x="68580" y="561340"/>
                  </a:lnTo>
                  <a:lnTo>
                    <a:pt x="60960" y="547370"/>
                  </a:lnTo>
                  <a:lnTo>
                    <a:pt x="53340" y="532130"/>
                  </a:lnTo>
                  <a:lnTo>
                    <a:pt x="45720" y="515620"/>
                  </a:lnTo>
                  <a:lnTo>
                    <a:pt x="45275" y="515797"/>
                  </a:lnTo>
                  <a:lnTo>
                    <a:pt x="38658" y="499262"/>
                  </a:lnTo>
                  <a:lnTo>
                    <a:pt x="39370" y="499110"/>
                  </a:lnTo>
                  <a:lnTo>
                    <a:pt x="33020" y="478790"/>
                  </a:lnTo>
                  <a:lnTo>
                    <a:pt x="27940" y="459740"/>
                  </a:lnTo>
                  <a:lnTo>
                    <a:pt x="22860" y="438150"/>
                  </a:lnTo>
                  <a:lnTo>
                    <a:pt x="22644" y="438238"/>
                  </a:lnTo>
                  <a:lnTo>
                    <a:pt x="19050" y="417830"/>
                  </a:lnTo>
                  <a:lnTo>
                    <a:pt x="15240" y="394970"/>
                  </a:lnTo>
                  <a:lnTo>
                    <a:pt x="15240" y="289560"/>
                  </a:lnTo>
                  <a:lnTo>
                    <a:pt x="12788" y="289560"/>
                  </a:lnTo>
                  <a:lnTo>
                    <a:pt x="15240" y="257810"/>
                  </a:lnTo>
                  <a:lnTo>
                    <a:pt x="19050" y="226060"/>
                  </a:lnTo>
                  <a:lnTo>
                    <a:pt x="22860" y="212090"/>
                  </a:lnTo>
                  <a:lnTo>
                    <a:pt x="25400" y="196850"/>
                  </a:lnTo>
                  <a:lnTo>
                    <a:pt x="29210" y="182880"/>
                  </a:lnTo>
                  <a:lnTo>
                    <a:pt x="32702" y="170065"/>
                  </a:lnTo>
                  <a:lnTo>
                    <a:pt x="33020" y="170180"/>
                  </a:lnTo>
                  <a:lnTo>
                    <a:pt x="38100" y="156210"/>
                  </a:lnTo>
                  <a:lnTo>
                    <a:pt x="36982" y="155778"/>
                  </a:lnTo>
                  <a:lnTo>
                    <a:pt x="41516" y="143319"/>
                  </a:lnTo>
                  <a:lnTo>
                    <a:pt x="41910" y="143510"/>
                  </a:lnTo>
                  <a:lnTo>
                    <a:pt x="46990" y="130810"/>
                  </a:lnTo>
                  <a:lnTo>
                    <a:pt x="52844" y="119087"/>
                  </a:lnTo>
                  <a:lnTo>
                    <a:pt x="53340" y="119380"/>
                  </a:lnTo>
                  <a:lnTo>
                    <a:pt x="59690" y="106680"/>
                  </a:lnTo>
                  <a:lnTo>
                    <a:pt x="59347" y="106553"/>
                  </a:lnTo>
                  <a:lnTo>
                    <a:pt x="66040" y="96520"/>
                  </a:lnTo>
                  <a:lnTo>
                    <a:pt x="71882" y="85991"/>
                  </a:lnTo>
                  <a:lnTo>
                    <a:pt x="72390" y="86360"/>
                  </a:lnTo>
                  <a:lnTo>
                    <a:pt x="78740" y="76200"/>
                  </a:lnTo>
                  <a:lnTo>
                    <a:pt x="85813" y="66776"/>
                  </a:lnTo>
                  <a:lnTo>
                    <a:pt x="86360" y="67310"/>
                  </a:lnTo>
                  <a:lnTo>
                    <a:pt x="93980" y="58420"/>
                  </a:lnTo>
                  <a:lnTo>
                    <a:pt x="101600" y="50800"/>
                  </a:lnTo>
                  <a:lnTo>
                    <a:pt x="110490" y="43180"/>
                  </a:lnTo>
                  <a:lnTo>
                    <a:pt x="119380" y="36830"/>
                  </a:lnTo>
                  <a:lnTo>
                    <a:pt x="119024" y="36372"/>
                  </a:lnTo>
                  <a:lnTo>
                    <a:pt x="128270" y="31750"/>
                  </a:lnTo>
                  <a:lnTo>
                    <a:pt x="127952" y="31242"/>
                  </a:lnTo>
                  <a:lnTo>
                    <a:pt x="145630" y="21818"/>
                  </a:lnTo>
                  <a:lnTo>
                    <a:pt x="146050" y="22860"/>
                  </a:lnTo>
                  <a:lnTo>
                    <a:pt x="166370" y="15240"/>
                  </a:lnTo>
                  <a:lnTo>
                    <a:pt x="166281" y="15036"/>
                  </a:lnTo>
                  <a:lnTo>
                    <a:pt x="186690" y="11430"/>
                  </a:lnTo>
                  <a:close/>
                </a:path>
              </a:pathLst>
            </a:custGeom>
            <a:solidFill>
              <a:srgbClr val="3333CC"/>
            </a:solidFill>
          </p:spPr>
          <p:txBody>
            <a:bodyPr wrap="square" lIns="0" tIns="0" rIns="0" bIns="0" rtlCol="0"/>
            <a:lstStyle/>
            <a:p/>
          </p:txBody>
        </p:sp>
        <p:sp>
          <p:nvSpPr>
            <p:cNvPr id="880" name="object 880"/>
            <p:cNvSpPr/>
            <p:nvPr/>
          </p:nvSpPr>
          <p:spPr>
            <a:xfrm>
              <a:off x="2936240" y="1040129"/>
              <a:ext cx="243840" cy="410209"/>
            </a:xfrm>
            <a:custGeom>
              <a:avLst/>
              <a:gdLst/>
              <a:ahLst/>
              <a:cxnLst/>
              <a:rect l="l" t="t" r="r" b="b"/>
              <a:pathLst>
                <a:path w="243839" h="410209">
                  <a:moveTo>
                    <a:pt x="83820" y="252730"/>
                  </a:moveTo>
                  <a:lnTo>
                    <a:pt x="82550" y="245110"/>
                  </a:lnTo>
                  <a:lnTo>
                    <a:pt x="82550" y="238760"/>
                  </a:lnTo>
                  <a:lnTo>
                    <a:pt x="81280" y="231140"/>
                  </a:lnTo>
                  <a:lnTo>
                    <a:pt x="80010" y="224790"/>
                  </a:lnTo>
                  <a:lnTo>
                    <a:pt x="80010" y="223520"/>
                  </a:lnTo>
                  <a:lnTo>
                    <a:pt x="77470" y="217170"/>
                  </a:lnTo>
                  <a:lnTo>
                    <a:pt x="74930" y="210820"/>
                  </a:lnTo>
                  <a:lnTo>
                    <a:pt x="72390" y="204470"/>
                  </a:lnTo>
                  <a:lnTo>
                    <a:pt x="71945" y="204647"/>
                  </a:lnTo>
                  <a:lnTo>
                    <a:pt x="69850" y="199390"/>
                  </a:lnTo>
                  <a:lnTo>
                    <a:pt x="68580" y="199390"/>
                  </a:lnTo>
                  <a:lnTo>
                    <a:pt x="67310" y="195580"/>
                  </a:lnTo>
                  <a:lnTo>
                    <a:pt x="62230" y="199390"/>
                  </a:lnTo>
                  <a:lnTo>
                    <a:pt x="55880" y="203200"/>
                  </a:lnTo>
                  <a:lnTo>
                    <a:pt x="58420" y="205740"/>
                  </a:lnTo>
                  <a:lnTo>
                    <a:pt x="58877" y="205397"/>
                  </a:lnTo>
                  <a:lnTo>
                    <a:pt x="60960" y="209550"/>
                  </a:lnTo>
                  <a:lnTo>
                    <a:pt x="60960" y="210820"/>
                  </a:lnTo>
                  <a:lnTo>
                    <a:pt x="63500" y="215900"/>
                  </a:lnTo>
                  <a:lnTo>
                    <a:pt x="66040" y="222250"/>
                  </a:lnTo>
                  <a:lnTo>
                    <a:pt x="66268" y="222135"/>
                  </a:lnTo>
                  <a:lnTo>
                    <a:pt x="67310" y="227330"/>
                  </a:lnTo>
                  <a:lnTo>
                    <a:pt x="68580" y="233680"/>
                  </a:lnTo>
                  <a:lnTo>
                    <a:pt x="69850" y="240030"/>
                  </a:lnTo>
                  <a:lnTo>
                    <a:pt x="71120" y="246380"/>
                  </a:lnTo>
                  <a:lnTo>
                    <a:pt x="71120" y="254000"/>
                  </a:lnTo>
                  <a:lnTo>
                    <a:pt x="77470" y="254000"/>
                  </a:lnTo>
                  <a:lnTo>
                    <a:pt x="83820" y="252730"/>
                  </a:lnTo>
                  <a:close/>
                </a:path>
                <a:path w="243839" h="410209">
                  <a:moveTo>
                    <a:pt x="243840" y="355600"/>
                  </a:moveTo>
                  <a:lnTo>
                    <a:pt x="242570" y="355600"/>
                  </a:lnTo>
                  <a:lnTo>
                    <a:pt x="242570" y="327660"/>
                  </a:lnTo>
                  <a:lnTo>
                    <a:pt x="242570" y="326390"/>
                  </a:lnTo>
                  <a:lnTo>
                    <a:pt x="241300" y="299720"/>
                  </a:lnTo>
                  <a:lnTo>
                    <a:pt x="240030" y="273050"/>
                  </a:lnTo>
                  <a:lnTo>
                    <a:pt x="237490" y="247650"/>
                  </a:lnTo>
                  <a:lnTo>
                    <a:pt x="233680" y="223520"/>
                  </a:lnTo>
                  <a:lnTo>
                    <a:pt x="229870" y="201930"/>
                  </a:lnTo>
                  <a:lnTo>
                    <a:pt x="229870" y="200660"/>
                  </a:lnTo>
                  <a:lnTo>
                    <a:pt x="224790" y="180340"/>
                  </a:lnTo>
                  <a:lnTo>
                    <a:pt x="219710" y="160020"/>
                  </a:lnTo>
                  <a:lnTo>
                    <a:pt x="212090" y="142240"/>
                  </a:lnTo>
                  <a:lnTo>
                    <a:pt x="205740" y="124460"/>
                  </a:lnTo>
                  <a:lnTo>
                    <a:pt x="198120" y="107950"/>
                  </a:lnTo>
                  <a:lnTo>
                    <a:pt x="198120" y="106680"/>
                  </a:lnTo>
                  <a:lnTo>
                    <a:pt x="189230" y="92710"/>
                  </a:lnTo>
                  <a:lnTo>
                    <a:pt x="181610" y="78740"/>
                  </a:lnTo>
                  <a:lnTo>
                    <a:pt x="180340" y="77470"/>
                  </a:lnTo>
                  <a:lnTo>
                    <a:pt x="171450" y="64770"/>
                  </a:lnTo>
                  <a:lnTo>
                    <a:pt x="170180" y="64770"/>
                  </a:lnTo>
                  <a:lnTo>
                    <a:pt x="160020" y="53340"/>
                  </a:lnTo>
                  <a:lnTo>
                    <a:pt x="160020" y="52070"/>
                  </a:lnTo>
                  <a:lnTo>
                    <a:pt x="148590" y="41910"/>
                  </a:lnTo>
                  <a:lnTo>
                    <a:pt x="137160" y="31750"/>
                  </a:lnTo>
                  <a:lnTo>
                    <a:pt x="135890" y="31750"/>
                  </a:lnTo>
                  <a:lnTo>
                    <a:pt x="123190" y="24130"/>
                  </a:lnTo>
                  <a:lnTo>
                    <a:pt x="123190" y="22860"/>
                  </a:lnTo>
                  <a:lnTo>
                    <a:pt x="109220" y="16510"/>
                  </a:lnTo>
                  <a:lnTo>
                    <a:pt x="93980" y="11430"/>
                  </a:lnTo>
                  <a:lnTo>
                    <a:pt x="93980" y="10160"/>
                  </a:lnTo>
                  <a:lnTo>
                    <a:pt x="78740" y="5080"/>
                  </a:lnTo>
                  <a:lnTo>
                    <a:pt x="77470" y="5080"/>
                  </a:lnTo>
                  <a:lnTo>
                    <a:pt x="60960" y="2540"/>
                  </a:lnTo>
                  <a:lnTo>
                    <a:pt x="43180" y="1270"/>
                  </a:lnTo>
                  <a:lnTo>
                    <a:pt x="25400" y="0"/>
                  </a:lnTo>
                  <a:lnTo>
                    <a:pt x="24130" y="0"/>
                  </a:lnTo>
                  <a:lnTo>
                    <a:pt x="1270" y="2540"/>
                  </a:lnTo>
                  <a:lnTo>
                    <a:pt x="0" y="2540"/>
                  </a:lnTo>
                  <a:lnTo>
                    <a:pt x="1270" y="7620"/>
                  </a:lnTo>
                  <a:lnTo>
                    <a:pt x="1270" y="13970"/>
                  </a:lnTo>
                  <a:lnTo>
                    <a:pt x="25400" y="12700"/>
                  </a:lnTo>
                  <a:lnTo>
                    <a:pt x="41910" y="12700"/>
                  </a:lnTo>
                  <a:lnTo>
                    <a:pt x="59690" y="15240"/>
                  </a:lnTo>
                  <a:lnTo>
                    <a:pt x="74930" y="17780"/>
                  </a:lnTo>
                  <a:lnTo>
                    <a:pt x="90170" y="22860"/>
                  </a:lnTo>
                  <a:lnTo>
                    <a:pt x="104140" y="27940"/>
                  </a:lnTo>
                  <a:lnTo>
                    <a:pt x="117157" y="33870"/>
                  </a:lnTo>
                  <a:lnTo>
                    <a:pt x="116840" y="34290"/>
                  </a:lnTo>
                  <a:lnTo>
                    <a:pt x="129540" y="41910"/>
                  </a:lnTo>
                  <a:lnTo>
                    <a:pt x="140246" y="50253"/>
                  </a:lnTo>
                  <a:lnTo>
                    <a:pt x="139700" y="50800"/>
                  </a:lnTo>
                  <a:lnTo>
                    <a:pt x="151130" y="60960"/>
                  </a:lnTo>
                  <a:lnTo>
                    <a:pt x="161290" y="72390"/>
                  </a:lnTo>
                  <a:lnTo>
                    <a:pt x="170180" y="85090"/>
                  </a:lnTo>
                  <a:lnTo>
                    <a:pt x="179070" y="99060"/>
                  </a:lnTo>
                  <a:lnTo>
                    <a:pt x="186690" y="114300"/>
                  </a:lnTo>
                  <a:lnTo>
                    <a:pt x="187147" y="114033"/>
                  </a:lnTo>
                  <a:lnTo>
                    <a:pt x="194310" y="129540"/>
                  </a:lnTo>
                  <a:lnTo>
                    <a:pt x="194703" y="129387"/>
                  </a:lnTo>
                  <a:lnTo>
                    <a:pt x="200660" y="146050"/>
                  </a:lnTo>
                  <a:lnTo>
                    <a:pt x="207010" y="163830"/>
                  </a:lnTo>
                  <a:lnTo>
                    <a:pt x="213360" y="182880"/>
                  </a:lnTo>
                  <a:lnTo>
                    <a:pt x="217170" y="204470"/>
                  </a:lnTo>
                  <a:lnTo>
                    <a:pt x="217436" y="204419"/>
                  </a:lnTo>
                  <a:lnTo>
                    <a:pt x="222250" y="226060"/>
                  </a:lnTo>
                  <a:lnTo>
                    <a:pt x="222377" y="226034"/>
                  </a:lnTo>
                  <a:lnTo>
                    <a:pt x="224790" y="248920"/>
                  </a:lnTo>
                  <a:lnTo>
                    <a:pt x="227330" y="274320"/>
                  </a:lnTo>
                  <a:lnTo>
                    <a:pt x="229870" y="299720"/>
                  </a:lnTo>
                  <a:lnTo>
                    <a:pt x="229870" y="327660"/>
                  </a:lnTo>
                  <a:lnTo>
                    <a:pt x="231140" y="355600"/>
                  </a:lnTo>
                  <a:lnTo>
                    <a:pt x="231140" y="403860"/>
                  </a:lnTo>
                  <a:lnTo>
                    <a:pt x="236220" y="403860"/>
                  </a:lnTo>
                  <a:lnTo>
                    <a:pt x="236220" y="410210"/>
                  </a:lnTo>
                  <a:lnTo>
                    <a:pt x="243840" y="410210"/>
                  </a:lnTo>
                  <a:lnTo>
                    <a:pt x="243840" y="403860"/>
                  </a:lnTo>
                  <a:lnTo>
                    <a:pt x="243840" y="355600"/>
                  </a:lnTo>
                  <a:close/>
                </a:path>
              </a:pathLst>
            </a:custGeom>
            <a:solidFill>
              <a:srgbClr val="3333CC"/>
            </a:solidFill>
          </p:spPr>
          <p:txBody>
            <a:bodyPr wrap="square" lIns="0" tIns="0" rIns="0" bIns="0" rtlCol="0"/>
            <a:lstStyle/>
            <a:p/>
          </p:txBody>
        </p:sp>
        <p:sp>
          <p:nvSpPr>
            <p:cNvPr id="881" name="object 881"/>
            <p:cNvSpPr/>
            <p:nvPr/>
          </p:nvSpPr>
          <p:spPr>
            <a:xfrm>
              <a:off x="2909570" y="1215389"/>
              <a:ext cx="111760" cy="85090"/>
            </a:xfrm>
            <a:custGeom>
              <a:avLst/>
              <a:gdLst/>
              <a:ahLst/>
              <a:cxnLst/>
              <a:rect l="l" t="t" r="r" b="b"/>
              <a:pathLst>
                <a:path w="111760" h="85090">
                  <a:moveTo>
                    <a:pt x="111760" y="85090"/>
                  </a:moveTo>
                  <a:lnTo>
                    <a:pt x="110490" y="77470"/>
                  </a:lnTo>
                  <a:lnTo>
                    <a:pt x="104140" y="78740"/>
                  </a:lnTo>
                  <a:lnTo>
                    <a:pt x="104140" y="72390"/>
                  </a:lnTo>
                  <a:lnTo>
                    <a:pt x="14605" y="72390"/>
                  </a:lnTo>
                  <a:lnTo>
                    <a:pt x="15240" y="69850"/>
                  </a:lnTo>
                  <a:lnTo>
                    <a:pt x="15240" y="66040"/>
                  </a:lnTo>
                  <a:lnTo>
                    <a:pt x="17780" y="60960"/>
                  </a:lnTo>
                  <a:lnTo>
                    <a:pt x="17780" y="59690"/>
                  </a:lnTo>
                  <a:lnTo>
                    <a:pt x="17780" y="55880"/>
                  </a:lnTo>
                  <a:lnTo>
                    <a:pt x="20320" y="50800"/>
                  </a:lnTo>
                  <a:lnTo>
                    <a:pt x="21590" y="45720"/>
                  </a:lnTo>
                  <a:lnTo>
                    <a:pt x="24130" y="40640"/>
                  </a:lnTo>
                  <a:lnTo>
                    <a:pt x="25400" y="36830"/>
                  </a:lnTo>
                  <a:lnTo>
                    <a:pt x="27940" y="33020"/>
                  </a:lnTo>
                  <a:lnTo>
                    <a:pt x="29210" y="30480"/>
                  </a:lnTo>
                  <a:lnTo>
                    <a:pt x="31140" y="27584"/>
                  </a:lnTo>
                  <a:lnTo>
                    <a:pt x="31750" y="27940"/>
                  </a:lnTo>
                  <a:lnTo>
                    <a:pt x="33020" y="24130"/>
                  </a:lnTo>
                  <a:lnTo>
                    <a:pt x="34290" y="22860"/>
                  </a:lnTo>
                  <a:lnTo>
                    <a:pt x="36830" y="20320"/>
                  </a:lnTo>
                  <a:lnTo>
                    <a:pt x="39370" y="19050"/>
                  </a:lnTo>
                  <a:lnTo>
                    <a:pt x="39370" y="17780"/>
                  </a:lnTo>
                  <a:lnTo>
                    <a:pt x="40335" y="17297"/>
                  </a:lnTo>
                  <a:lnTo>
                    <a:pt x="40640" y="17780"/>
                  </a:lnTo>
                  <a:lnTo>
                    <a:pt x="41910" y="16510"/>
                  </a:lnTo>
                  <a:lnTo>
                    <a:pt x="44450" y="15240"/>
                  </a:lnTo>
                  <a:lnTo>
                    <a:pt x="46990" y="13970"/>
                  </a:lnTo>
                  <a:lnTo>
                    <a:pt x="48260" y="13970"/>
                  </a:lnTo>
                  <a:lnTo>
                    <a:pt x="50800" y="12700"/>
                  </a:lnTo>
                  <a:lnTo>
                    <a:pt x="52070" y="12700"/>
                  </a:lnTo>
                  <a:lnTo>
                    <a:pt x="53340" y="12700"/>
                  </a:lnTo>
                  <a:lnTo>
                    <a:pt x="54610" y="12700"/>
                  </a:lnTo>
                  <a:lnTo>
                    <a:pt x="55880" y="12700"/>
                  </a:lnTo>
                  <a:lnTo>
                    <a:pt x="60960" y="12700"/>
                  </a:lnTo>
                  <a:lnTo>
                    <a:pt x="64770" y="12700"/>
                  </a:lnTo>
                  <a:lnTo>
                    <a:pt x="69850" y="15240"/>
                  </a:lnTo>
                  <a:lnTo>
                    <a:pt x="69913" y="14871"/>
                  </a:lnTo>
                  <a:lnTo>
                    <a:pt x="72390" y="16510"/>
                  </a:lnTo>
                  <a:lnTo>
                    <a:pt x="72593" y="15989"/>
                  </a:lnTo>
                  <a:lnTo>
                    <a:pt x="73660" y="16510"/>
                  </a:lnTo>
                  <a:lnTo>
                    <a:pt x="73660" y="17780"/>
                  </a:lnTo>
                  <a:lnTo>
                    <a:pt x="76200" y="19050"/>
                  </a:lnTo>
                  <a:lnTo>
                    <a:pt x="77470" y="20320"/>
                  </a:lnTo>
                  <a:lnTo>
                    <a:pt x="78740" y="21590"/>
                  </a:lnTo>
                  <a:lnTo>
                    <a:pt x="78740" y="22860"/>
                  </a:lnTo>
                  <a:lnTo>
                    <a:pt x="80010" y="22860"/>
                  </a:lnTo>
                  <a:lnTo>
                    <a:pt x="82067" y="24930"/>
                  </a:lnTo>
                  <a:lnTo>
                    <a:pt x="81280" y="25400"/>
                  </a:lnTo>
                  <a:lnTo>
                    <a:pt x="82550" y="27940"/>
                  </a:lnTo>
                  <a:lnTo>
                    <a:pt x="88900" y="24130"/>
                  </a:lnTo>
                  <a:lnTo>
                    <a:pt x="93980" y="20320"/>
                  </a:lnTo>
                  <a:lnTo>
                    <a:pt x="92710" y="17780"/>
                  </a:lnTo>
                  <a:lnTo>
                    <a:pt x="90170" y="15240"/>
                  </a:lnTo>
                  <a:lnTo>
                    <a:pt x="88900" y="13970"/>
                  </a:lnTo>
                  <a:lnTo>
                    <a:pt x="87630" y="12700"/>
                  </a:lnTo>
                  <a:lnTo>
                    <a:pt x="87249" y="13208"/>
                  </a:lnTo>
                  <a:lnTo>
                    <a:pt x="86360" y="11430"/>
                  </a:lnTo>
                  <a:lnTo>
                    <a:pt x="83820" y="10160"/>
                  </a:lnTo>
                  <a:lnTo>
                    <a:pt x="83820" y="8890"/>
                  </a:lnTo>
                  <a:lnTo>
                    <a:pt x="82550" y="8890"/>
                  </a:lnTo>
                  <a:lnTo>
                    <a:pt x="80924" y="8089"/>
                  </a:lnTo>
                  <a:lnTo>
                    <a:pt x="81280" y="7620"/>
                  </a:lnTo>
                  <a:lnTo>
                    <a:pt x="80010" y="6350"/>
                  </a:lnTo>
                  <a:lnTo>
                    <a:pt x="78740" y="6350"/>
                  </a:lnTo>
                  <a:lnTo>
                    <a:pt x="78740" y="5080"/>
                  </a:lnTo>
                  <a:lnTo>
                    <a:pt x="73660" y="2540"/>
                  </a:lnTo>
                  <a:lnTo>
                    <a:pt x="68580" y="1270"/>
                  </a:lnTo>
                  <a:lnTo>
                    <a:pt x="67310" y="1270"/>
                  </a:lnTo>
                  <a:lnTo>
                    <a:pt x="63500" y="0"/>
                  </a:lnTo>
                  <a:lnTo>
                    <a:pt x="49530" y="0"/>
                  </a:lnTo>
                  <a:lnTo>
                    <a:pt x="46990" y="1270"/>
                  </a:lnTo>
                  <a:lnTo>
                    <a:pt x="45720" y="1270"/>
                  </a:lnTo>
                  <a:lnTo>
                    <a:pt x="43180" y="2540"/>
                  </a:lnTo>
                  <a:lnTo>
                    <a:pt x="40640" y="3810"/>
                  </a:lnTo>
                  <a:lnTo>
                    <a:pt x="39370" y="3810"/>
                  </a:lnTo>
                  <a:lnTo>
                    <a:pt x="36830" y="5080"/>
                  </a:lnTo>
                  <a:lnTo>
                    <a:pt x="34290" y="6350"/>
                  </a:lnTo>
                  <a:lnTo>
                    <a:pt x="33020" y="6350"/>
                  </a:lnTo>
                  <a:lnTo>
                    <a:pt x="33020" y="7620"/>
                  </a:lnTo>
                  <a:lnTo>
                    <a:pt x="31750" y="8890"/>
                  </a:lnTo>
                  <a:lnTo>
                    <a:pt x="30480" y="10160"/>
                  </a:lnTo>
                  <a:lnTo>
                    <a:pt x="29210" y="11430"/>
                  </a:lnTo>
                  <a:lnTo>
                    <a:pt x="27940" y="11430"/>
                  </a:lnTo>
                  <a:lnTo>
                    <a:pt x="26670" y="13970"/>
                  </a:lnTo>
                  <a:lnTo>
                    <a:pt x="24130" y="16510"/>
                  </a:lnTo>
                  <a:lnTo>
                    <a:pt x="22860" y="16510"/>
                  </a:lnTo>
                  <a:lnTo>
                    <a:pt x="22860" y="17780"/>
                  </a:lnTo>
                  <a:lnTo>
                    <a:pt x="20320" y="20320"/>
                  </a:lnTo>
                  <a:lnTo>
                    <a:pt x="20320" y="21590"/>
                  </a:lnTo>
                  <a:lnTo>
                    <a:pt x="19050" y="24130"/>
                  </a:lnTo>
                  <a:lnTo>
                    <a:pt x="16510" y="27940"/>
                  </a:lnTo>
                  <a:lnTo>
                    <a:pt x="15240" y="31750"/>
                  </a:lnTo>
                  <a:lnTo>
                    <a:pt x="13970" y="31750"/>
                  </a:lnTo>
                  <a:lnTo>
                    <a:pt x="12700" y="35560"/>
                  </a:lnTo>
                  <a:lnTo>
                    <a:pt x="10160" y="41910"/>
                  </a:lnTo>
                  <a:lnTo>
                    <a:pt x="8890" y="45720"/>
                  </a:lnTo>
                  <a:lnTo>
                    <a:pt x="6350" y="52070"/>
                  </a:lnTo>
                  <a:lnTo>
                    <a:pt x="5080" y="57150"/>
                  </a:lnTo>
                  <a:lnTo>
                    <a:pt x="3810" y="62230"/>
                  </a:lnTo>
                  <a:lnTo>
                    <a:pt x="3810" y="63500"/>
                  </a:lnTo>
                  <a:lnTo>
                    <a:pt x="2540" y="67310"/>
                  </a:lnTo>
                  <a:lnTo>
                    <a:pt x="2540" y="72390"/>
                  </a:lnTo>
                  <a:lnTo>
                    <a:pt x="1270" y="77470"/>
                  </a:lnTo>
                  <a:lnTo>
                    <a:pt x="0" y="85090"/>
                  </a:lnTo>
                  <a:lnTo>
                    <a:pt x="7620" y="85090"/>
                  </a:lnTo>
                  <a:lnTo>
                    <a:pt x="104140" y="85090"/>
                  </a:lnTo>
                  <a:lnTo>
                    <a:pt x="111760" y="85090"/>
                  </a:lnTo>
                  <a:close/>
                </a:path>
              </a:pathLst>
            </a:custGeom>
            <a:solidFill>
              <a:srgbClr val="3333CC"/>
            </a:solidFill>
          </p:spPr>
          <p:txBody>
            <a:bodyPr wrap="square" lIns="0" tIns="0" rIns="0" bIns="0" rtlCol="0"/>
            <a:lstStyle/>
            <a:p/>
          </p:txBody>
        </p:sp>
      </p:grpSp>
      <p:grpSp>
        <p:nvGrpSpPr>
          <p:cNvPr id="882" name="object 882"/>
          <p:cNvGrpSpPr/>
          <p:nvPr/>
        </p:nvGrpSpPr>
        <p:grpSpPr>
          <a:xfrm>
            <a:off x="3227130" y="1040190"/>
            <a:ext cx="398780" cy="654050"/>
            <a:chOff x="3227130" y="1040190"/>
            <a:chExt cx="398780" cy="654050"/>
          </a:xfrm>
        </p:grpSpPr>
        <p:sp>
          <p:nvSpPr>
            <p:cNvPr id="883" name="object 883"/>
            <p:cNvSpPr/>
            <p:nvPr/>
          </p:nvSpPr>
          <p:spPr>
            <a:xfrm>
              <a:off x="3233420" y="1046479"/>
              <a:ext cx="386080" cy="641350"/>
            </a:xfrm>
            <a:prstGeom prst="rect">
              <a:avLst/>
            </a:prstGeom>
            <a:blipFill>
              <a:blip r:embed="rId16" cstate="print"/>
              <a:stretch>
                <a:fillRect/>
              </a:stretch>
            </a:blipFill>
          </p:spPr>
          <p:txBody>
            <a:bodyPr wrap="square" lIns="0" tIns="0" rIns="0" bIns="0" rtlCol="0"/>
            <a:lstStyle/>
            <a:p/>
          </p:txBody>
        </p:sp>
        <p:sp>
          <p:nvSpPr>
            <p:cNvPr id="884" name="object 884"/>
            <p:cNvSpPr/>
            <p:nvPr/>
          </p:nvSpPr>
          <p:spPr>
            <a:xfrm>
              <a:off x="3233420" y="1046479"/>
              <a:ext cx="386080" cy="641350"/>
            </a:xfrm>
            <a:custGeom>
              <a:avLst/>
              <a:gdLst/>
              <a:ahLst/>
              <a:cxnLst/>
              <a:rect l="l" t="t" r="r" b="b"/>
              <a:pathLst>
                <a:path w="386079" h="641350">
                  <a:moveTo>
                    <a:pt x="0" y="426720"/>
                  </a:moveTo>
                  <a:lnTo>
                    <a:pt x="153669" y="402590"/>
                  </a:lnTo>
                  <a:lnTo>
                    <a:pt x="156209" y="412750"/>
                  </a:lnTo>
                  <a:lnTo>
                    <a:pt x="158750" y="424180"/>
                  </a:lnTo>
                  <a:lnTo>
                    <a:pt x="161290" y="433070"/>
                  </a:lnTo>
                  <a:lnTo>
                    <a:pt x="162559" y="441960"/>
                  </a:lnTo>
                  <a:lnTo>
                    <a:pt x="165100" y="449580"/>
                  </a:lnTo>
                  <a:lnTo>
                    <a:pt x="168909" y="454660"/>
                  </a:lnTo>
                  <a:lnTo>
                    <a:pt x="170180" y="457200"/>
                  </a:lnTo>
                  <a:lnTo>
                    <a:pt x="171450" y="459740"/>
                  </a:lnTo>
                  <a:lnTo>
                    <a:pt x="172719" y="461010"/>
                  </a:lnTo>
                  <a:lnTo>
                    <a:pt x="173990" y="463550"/>
                  </a:lnTo>
                  <a:lnTo>
                    <a:pt x="176530" y="466090"/>
                  </a:lnTo>
                  <a:lnTo>
                    <a:pt x="180340" y="468630"/>
                  </a:lnTo>
                  <a:lnTo>
                    <a:pt x="182880" y="471170"/>
                  </a:lnTo>
                  <a:lnTo>
                    <a:pt x="186690" y="472440"/>
                  </a:lnTo>
                  <a:lnTo>
                    <a:pt x="190500" y="473710"/>
                  </a:lnTo>
                  <a:lnTo>
                    <a:pt x="194309" y="474980"/>
                  </a:lnTo>
                  <a:lnTo>
                    <a:pt x="199390" y="474980"/>
                  </a:lnTo>
                  <a:lnTo>
                    <a:pt x="204469" y="474980"/>
                  </a:lnTo>
                  <a:lnTo>
                    <a:pt x="208280" y="474980"/>
                  </a:lnTo>
                  <a:lnTo>
                    <a:pt x="213359" y="474980"/>
                  </a:lnTo>
                  <a:lnTo>
                    <a:pt x="218440" y="473710"/>
                  </a:lnTo>
                  <a:lnTo>
                    <a:pt x="222250" y="472440"/>
                  </a:lnTo>
                  <a:lnTo>
                    <a:pt x="226059" y="469900"/>
                  </a:lnTo>
                  <a:lnTo>
                    <a:pt x="229869" y="467360"/>
                  </a:lnTo>
                  <a:lnTo>
                    <a:pt x="232409" y="464820"/>
                  </a:lnTo>
                  <a:lnTo>
                    <a:pt x="234950" y="463550"/>
                  </a:lnTo>
                  <a:lnTo>
                    <a:pt x="236219" y="461010"/>
                  </a:lnTo>
                  <a:lnTo>
                    <a:pt x="237490" y="459740"/>
                  </a:lnTo>
                  <a:lnTo>
                    <a:pt x="238759" y="458470"/>
                  </a:lnTo>
                  <a:lnTo>
                    <a:pt x="238759" y="457200"/>
                  </a:lnTo>
                  <a:lnTo>
                    <a:pt x="240030" y="455930"/>
                  </a:lnTo>
                  <a:lnTo>
                    <a:pt x="240030" y="454660"/>
                  </a:lnTo>
                  <a:lnTo>
                    <a:pt x="240030" y="453390"/>
                  </a:lnTo>
                  <a:lnTo>
                    <a:pt x="240030" y="452120"/>
                  </a:lnTo>
                  <a:lnTo>
                    <a:pt x="240030" y="450850"/>
                  </a:lnTo>
                  <a:lnTo>
                    <a:pt x="241300" y="450850"/>
                  </a:lnTo>
                  <a:lnTo>
                    <a:pt x="241300" y="439420"/>
                  </a:lnTo>
                  <a:lnTo>
                    <a:pt x="240030" y="438150"/>
                  </a:lnTo>
                  <a:lnTo>
                    <a:pt x="240030" y="436880"/>
                  </a:lnTo>
                  <a:lnTo>
                    <a:pt x="240030" y="435610"/>
                  </a:lnTo>
                  <a:lnTo>
                    <a:pt x="238759" y="434340"/>
                  </a:lnTo>
                  <a:lnTo>
                    <a:pt x="237490" y="433070"/>
                  </a:lnTo>
                  <a:lnTo>
                    <a:pt x="237490" y="431800"/>
                  </a:lnTo>
                  <a:lnTo>
                    <a:pt x="236219" y="430530"/>
                  </a:lnTo>
                  <a:lnTo>
                    <a:pt x="234950" y="429260"/>
                  </a:lnTo>
                  <a:lnTo>
                    <a:pt x="232409" y="427990"/>
                  </a:lnTo>
                  <a:lnTo>
                    <a:pt x="232409" y="426720"/>
                  </a:lnTo>
                  <a:lnTo>
                    <a:pt x="228600" y="425450"/>
                  </a:lnTo>
                  <a:lnTo>
                    <a:pt x="223519" y="422910"/>
                  </a:lnTo>
                  <a:lnTo>
                    <a:pt x="217169" y="420370"/>
                  </a:lnTo>
                  <a:lnTo>
                    <a:pt x="201930" y="414020"/>
                  </a:lnTo>
                  <a:lnTo>
                    <a:pt x="182880" y="408940"/>
                  </a:lnTo>
                  <a:lnTo>
                    <a:pt x="151130" y="398780"/>
                  </a:lnTo>
                  <a:lnTo>
                    <a:pt x="102869" y="379730"/>
                  </a:lnTo>
                  <a:lnTo>
                    <a:pt x="66040" y="353060"/>
                  </a:lnTo>
                  <a:lnTo>
                    <a:pt x="43180" y="316230"/>
                  </a:lnTo>
                  <a:lnTo>
                    <a:pt x="36830" y="306070"/>
                  </a:lnTo>
                  <a:lnTo>
                    <a:pt x="33019" y="293370"/>
                  </a:lnTo>
                  <a:lnTo>
                    <a:pt x="27940" y="281940"/>
                  </a:lnTo>
                  <a:lnTo>
                    <a:pt x="25400" y="269240"/>
                  </a:lnTo>
                  <a:lnTo>
                    <a:pt x="21590" y="256540"/>
                  </a:lnTo>
                  <a:lnTo>
                    <a:pt x="20319" y="243840"/>
                  </a:lnTo>
                  <a:lnTo>
                    <a:pt x="19050" y="229870"/>
                  </a:lnTo>
                  <a:lnTo>
                    <a:pt x="17780" y="214630"/>
                  </a:lnTo>
                  <a:lnTo>
                    <a:pt x="16510" y="200660"/>
                  </a:lnTo>
                  <a:lnTo>
                    <a:pt x="17780" y="185420"/>
                  </a:lnTo>
                  <a:lnTo>
                    <a:pt x="19050" y="170180"/>
                  </a:lnTo>
                  <a:lnTo>
                    <a:pt x="20319" y="154940"/>
                  </a:lnTo>
                  <a:lnTo>
                    <a:pt x="29209" y="114300"/>
                  </a:lnTo>
                  <a:lnTo>
                    <a:pt x="44450" y="78740"/>
                  </a:lnTo>
                  <a:lnTo>
                    <a:pt x="50800" y="68580"/>
                  </a:lnTo>
                  <a:lnTo>
                    <a:pt x="57150" y="58420"/>
                  </a:lnTo>
                  <a:lnTo>
                    <a:pt x="64769" y="49530"/>
                  </a:lnTo>
                  <a:lnTo>
                    <a:pt x="72390" y="41910"/>
                  </a:lnTo>
                  <a:lnTo>
                    <a:pt x="80009" y="34290"/>
                  </a:lnTo>
                  <a:lnTo>
                    <a:pt x="88900" y="27940"/>
                  </a:lnTo>
                  <a:lnTo>
                    <a:pt x="97790" y="21590"/>
                  </a:lnTo>
                  <a:lnTo>
                    <a:pt x="107950" y="16510"/>
                  </a:lnTo>
                  <a:lnTo>
                    <a:pt x="116840" y="12700"/>
                  </a:lnTo>
                  <a:lnTo>
                    <a:pt x="128269" y="8890"/>
                  </a:lnTo>
                  <a:lnTo>
                    <a:pt x="139700" y="5080"/>
                  </a:lnTo>
                  <a:lnTo>
                    <a:pt x="152400" y="3810"/>
                  </a:lnTo>
                  <a:lnTo>
                    <a:pt x="165100" y="1270"/>
                  </a:lnTo>
                  <a:lnTo>
                    <a:pt x="193040" y="0"/>
                  </a:lnTo>
                  <a:lnTo>
                    <a:pt x="247650" y="3810"/>
                  </a:lnTo>
                  <a:lnTo>
                    <a:pt x="287019" y="16510"/>
                  </a:lnTo>
                  <a:lnTo>
                    <a:pt x="294640" y="21590"/>
                  </a:lnTo>
                  <a:lnTo>
                    <a:pt x="302259" y="26670"/>
                  </a:lnTo>
                  <a:lnTo>
                    <a:pt x="308609" y="33020"/>
                  </a:lnTo>
                  <a:lnTo>
                    <a:pt x="314959" y="39370"/>
                  </a:lnTo>
                  <a:lnTo>
                    <a:pt x="321309" y="45720"/>
                  </a:lnTo>
                  <a:lnTo>
                    <a:pt x="327659" y="53340"/>
                  </a:lnTo>
                  <a:lnTo>
                    <a:pt x="349250" y="91440"/>
                  </a:lnTo>
                  <a:lnTo>
                    <a:pt x="354330" y="105410"/>
                  </a:lnTo>
                  <a:lnTo>
                    <a:pt x="360680" y="119380"/>
                  </a:lnTo>
                  <a:lnTo>
                    <a:pt x="365759" y="135890"/>
                  </a:lnTo>
                  <a:lnTo>
                    <a:pt x="369569" y="153670"/>
                  </a:lnTo>
                  <a:lnTo>
                    <a:pt x="375919" y="172720"/>
                  </a:lnTo>
                  <a:lnTo>
                    <a:pt x="381000" y="194310"/>
                  </a:lnTo>
                  <a:lnTo>
                    <a:pt x="229869" y="219710"/>
                  </a:lnTo>
                  <a:lnTo>
                    <a:pt x="228600" y="210820"/>
                  </a:lnTo>
                  <a:lnTo>
                    <a:pt x="226059" y="203200"/>
                  </a:lnTo>
                  <a:lnTo>
                    <a:pt x="218440" y="177800"/>
                  </a:lnTo>
                  <a:lnTo>
                    <a:pt x="218440" y="176530"/>
                  </a:lnTo>
                  <a:lnTo>
                    <a:pt x="217169" y="175260"/>
                  </a:lnTo>
                  <a:lnTo>
                    <a:pt x="215900" y="173990"/>
                  </a:lnTo>
                  <a:lnTo>
                    <a:pt x="213359" y="170180"/>
                  </a:lnTo>
                  <a:lnTo>
                    <a:pt x="209550" y="168910"/>
                  </a:lnTo>
                  <a:lnTo>
                    <a:pt x="207009" y="165100"/>
                  </a:lnTo>
                  <a:lnTo>
                    <a:pt x="203200" y="163830"/>
                  </a:lnTo>
                  <a:lnTo>
                    <a:pt x="199390" y="162560"/>
                  </a:lnTo>
                  <a:lnTo>
                    <a:pt x="195580" y="162560"/>
                  </a:lnTo>
                  <a:lnTo>
                    <a:pt x="191769" y="161290"/>
                  </a:lnTo>
                  <a:lnTo>
                    <a:pt x="186690" y="161290"/>
                  </a:lnTo>
                  <a:lnTo>
                    <a:pt x="182880" y="161290"/>
                  </a:lnTo>
                  <a:lnTo>
                    <a:pt x="179069" y="161290"/>
                  </a:lnTo>
                  <a:lnTo>
                    <a:pt x="176530" y="162560"/>
                  </a:lnTo>
                  <a:lnTo>
                    <a:pt x="172719" y="162560"/>
                  </a:lnTo>
                  <a:lnTo>
                    <a:pt x="170180" y="163830"/>
                  </a:lnTo>
                  <a:lnTo>
                    <a:pt x="167640" y="165100"/>
                  </a:lnTo>
                  <a:lnTo>
                    <a:pt x="166369" y="166370"/>
                  </a:lnTo>
                  <a:lnTo>
                    <a:pt x="165100" y="166370"/>
                  </a:lnTo>
                  <a:lnTo>
                    <a:pt x="165100" y="167640"/>
                  </a:lnTo>
                  <a:lnTo>
                    <a:pt x="162559" y="170180"/>
                  </a:lnTo>
                  <a:lnTo>
                    <a:pt x="162559" y="171450"/>
                  </a:lnTo>
                  <a:lnTo>
                    <a:pt x="161290" y="172720"/>
                  </a:lnTo>
                  <a:lnTo>
                    <a:pt x="161290" y="173990"/>
                  </a:lnTo>
                  <a:lnTo>
                    <a:pt x="160019" y="175260"/>
                  </a:lnTo>
                  <a:lnTo>
                    <a:pt x="160019" y="177800"/>
                  </a:lnTo>
                  <a:lnTo>
                    <a:pt x="160019" y="180340"/>
                  </a:lnTo>
                  <a:lnTo>
                    <a:pt x="158750" y="181610"/>
                  </a:lnTo>
                  <a:lnTo>
                    <a:pt x="158750" y="182880"/>
                  </a:lnTo>
                  <a:lnTo>
                    <a:pt x="158750" y="184150"/>
                  </a:lnTo>
                  <a:lnTo>
                    <a:pt x="160019" y="185420"/>
                  </a:lnTo>
                  <a:lnTo>
                    <a:pt x="160019" y="186690"/>
                  </a:lnTo>
                  <a:lnTo>
                    <a:pt x="160019" y="187960"/>
                  </a:lnTo>
                  <a:lnTo>
                    <a:pt x="160019" y="189230"/>
                  </a:lnTo>
                  <a:lnTo>
                    <a:pt x="161290" y="189230"/>
                  </a:lnTo>
                  <a:lnTo>
                    <a:pt x="161290" y="190500"/>
                  </a:lnTo>
                  <a:lnTo>
                    <a:pt x="161290" y="191770"/>
                  </a:lnTo>
                  <a:lnTo>
                    <a:pt x="162559" y="191770"/>
                  </a:lnTo>
                  <a:lnTo>
                    <a:pt x="162559" y="193040"/>
                  </a:lnTo>
                  <a:lnTo>
                    <a:pt x="163830" y="194310"/>
                  </a:lnTo>
                  <a:lnTo>
                    <a:pt x="165100" y="195580"/>
                  </a:lnTo>
                  <a:lnTo>
                    <a:pt x="167640" y="196850"/>
                  </a:lnTo>
                  <a:lnTo>
                    <a:pt x="171450" y="198120"/>
                  </a:lnTo>
                  <a:lnTo>
                    <a:pt x="176530" y="200660"/>
                  </a:lnTo>
                  <a:lnTo>
                    <a:pt x="181609" y="203200"/>
                  </a:lnTo>
                  <a:lnTo>
                    <a:pt x="196850" y="207010"/>
                  </a:lnTo>
                  <a:lnTo>
                    <a:pt x="214630" y="210820"/>
                  </a:lnTo>
                  <a:lnTo>
                    <a:pt x="245109" y="218440"/>
                  </a:lnTo>
                  <a:lnTo>
                    <a:pt x="273050" y="227330"/>
                  </a:lnTo>
                  <a:lnTo>
                    <a:pt x="284480" y="232410"/>
                  </a:lnTo>
                  <a:lnTo>
                    <a:pt x="295909" y="236220"/>
                  </a:lnTo>
                  <a:lnTo>
                    <a:pt x="304800" y="242570"/>
                  </a:lnTo>
                  <a:lnTo>
                    <a:pt x="314959" y="247650"/>
                  </a:lnTo>
                  <a:lnTo>
                    <a:pt x="322580" y="254000"/>
                  </a:lnTo>
                  <a:lnTo>
                    <a:pt x="351790" y="285750"/>
                  </a:lnTo>
                  <a:lnTo>
                    <a:pt x="356869" y="295910"/>
                  </a:lnTo>
                  <a:lnTo>
                    <a:pt x="363219" y="307340"/>
                  </a:lnTo>
                  <a:lnTo>
                    <a:pt x="367030" y="317500"/>
                  </a:lnTo>
                  <a:lnTo>
                    <a:pt x="372109" y="330200"/>
                  </a:lnTo>
                  <a:lnTo>
                    <a:pt x="375919" y="341630"/>
                  </a:lnTo>
                  <a:lnTo>
                    <a:pt x="378459" y="354330"/>
                  </a:lnTo>
                  <a:lnTo>
                    <a:pt x="382269" y="367030"/>
                  </a:lnTo>
                  <a:lnTo>
                    <a:pt x="383540" y="379730"/>
                  </a:lnTo>
                  <a:lnTo>
                    <a:pt x="384809" y="393700"/>
                  </a:lnTo>
                  <a:lnTo>
                    <a:pt x="386080" y="406400"/>
                  </a:lnTo>
                  <a:lnTo>
                    <a:pt x="386080" y="420370"/>
                  </a:lnTo>
                  <a:lnTo>
                    <a:pt x="386080" y="434340"/>
                  </a:lnTo>
                  <a:lnTo>
                    <a:pt x="384809" y="448310"/>
                  </a:lnTo>
                  <a:lnTo>
                    <a:pt x="383540" y="461010"/>
                  </a:lnTo>
                  <a:lnTo>
                    <a:pt x="381000" y="474980"/>
                  </a:lnTo>
                  <a:lnTo>
                    <a:pt x="378459" y="488950"/>
                  </a:lnTo>
                  <a:lnTo>
                    <a:pt x="374650" y="501650"/>
                  </a:lnTo>
                  <a:lnTo>
                    <a:pt x="370840" y="515620"/>
                  </a:lnTo>
                  <a:lnTo>
                    <a:pt x="355600" y="553720"/>
                  </a:lnTo>
                  <a:lnTo>
                    <a:pt x="341630" y="575310"/>
                  </a:lnTo>
                  <a:lnTo>
                    <a:pt x="334009" y="585470"/>
                  </a:lnTo>
                  <a:lnTo>
                    <a:pt x="325119" y="594360"/>
                  </a:lnTo>
                  <a:lnTo>
                    <a:pt x="316230" y="603250"/>
                  </a:lnTo>
                  <a:lnTo>
                    <a:pt x="306069" y="610870"/>
                  </a:lnTo>
                  <a:lnTo>
                    <a:pt x="295909" y="617220"/>
                  </a:lnTo>
                  <a:lnTo>
                    <a:pt x="284480" y="623570"/>
                  </a:lnTo>
                  <a:lnTo>
                    <a:pt x="271780" y="628650"/>
                  </a:lnTo>
                  <a:lnTo>
                    <a:pt x="259080" y="633730"/>
                  </a:lnTo>
                  <a:lnTo>
                    <a:pt x="245109" y="636270"/>
                  </a:lnTo>
                  <a:lnTo>
                    <a:pt x="229869" y="638810"/>
                  </a:lnTo>
                  <a:lnTo>
                    <a:pt x="213359" y="640080"/>
                  </a:lnTo>
                  <a:lnTo>
                    <a:pt x="196850" y="641350"/>
                  </a:lnTo>
                  <a:lnTo>
                    <a:pt x="173990" y="640080"/>
                  </a:lnTo>
                  <a:lnTo>
                    <a:pt x="133350" y="633730"/>
                  </a:lnTo>
                  <a:lnTo>
                    <a:pt x="83819" y="613410"/>
                  </a:lnTo>
                  <a:lnTo>
                    <a:pt x="69850" y="603250"/>
                  </a:lnTo>
                  <a:lnTo>
                    <a:pt x="63500" y="598170"/>
                  </a:lnTo>
                  <a:lnTo>
                    <a:pt x="58419" y="591820"/>
                  </a:lnTo>
                  <a:lnTo>
                    <a:pt x="52069" y="585470"/>
                  </a:lnTo>
                  <a:lnTo>
                    <a:pt x="48259" y="579120"/>
                  </a:lnTo>
                  <a:lnTo>
                    <a:pt x="43180" y="571500"/>
                  </a:lnTo>
                  <a:lnTo>
                    <a:pt x="38100" y="562610"/>
                  </a:lnTo>
                  <a:lnTo>
                    <a:pt x="34290" y="554990"/>
                  </a:lnTo>
                  <a:lnTo>
                    <a:pt x="30480" y="546100"/>
                  </a:lnTo>
                  <a:lnTo>
                    <a:pt x="21590" y="525780"/>
                  </a:lnTo>
                  <a:lnTo>
                    <a:pt x="15240" y="504190"/>
                  </a:lnTo>
                  <a:lnTo>
                    <a:pt x="8890" y="480060"/>
                  </a:lnTo>
                  <a:lnTo>
                    <a:pt x="3810" y="454660"/>
                  </a:lnTo>
                  <a:lnTo>
                    <a:pt x="0" y="426720"/>
                  </a:lnTo>
                  <a:close/>
                </a:path>
              </a:pathLst>
            </a:custGeom>
            <a:ln w="12579">
              <a:solidFill>
                <a:srgbClr val="3333CC"/>
              </a:solidFill>
            </a:ln>
          </p:spPr>
          <p:txBody>
            <a:bodyPr wrap="square" lIns="0" tIns="0" rIns="0" bIns="0" rtlCol="0"/>
            <a:lstStyle/>
            <a:p/>
          </p:txBody>
        </p:sp>
      </p:grpSp>
      <p:grpSp>
        <p:nvGrpSpPr>
          <p:cNvPr id="885" name="object 885"/>
          <p:cNvGrpSpPr/>
          <p:nvPr/>
        </p:nvGrpSpPr>
        <p:grpSpPr>
          <a:xfrm>
            <a:off x="3954779" y="1040130"/>
            <a:ext cx="425450" cy="652780"/>
            <a:chOff x="3954779" y="1040130"/>
            <a:chExt cx="425450" cy="652780"/>
          </a:xfrm>
        </p:grpSpPr>
        <p:sp>
          <p:nvSpPr>
            <p:cNvPr id="886" name="object 886"/>
            <p:cNvSpPr/>
            <p:nvPr/>
          </p:nvSpPr>
          <p:spPr>
            <a:xfrm>
              <a:off x="3961129" y="1046480"/>
              <a:ext cx="412750" cy="640079"/>
            </a:xfrm>
            <a:prstGeom prst="rect">
              <a:avLst/>
            </a:prstGeom>
            <a:blipFill>
              <a:blip r:embed="rId17" cstate="print"/>
              <a:stretch>
                <a:fillRect/>
              </a:stretch>
            </a:blipFill>
          </p:spPr>
          <p:txBody>
            <a:bodyPr wrap="square" lIns="0" tIns="0" rIns="0" bIns="0" rtlCol="0"/>
            <a:lstStyle/>
            <a:p/>
          </p:txBody>
        </p:sp>
        <p:sp>
          <p:nvSpPr>
            <p:cNvPr id="887" name="object 887"/>
            <p:cNvSpPr/>
            <p:nvPr/>
          </p:nvSpPr>
          <p:spPr>
            <a:xfrm>
              <a:off x="3954780" y="1040129"/>
              <a:ext cx="372110" cy="328930"/>
            </a:xfrm>
            <a:custGeom>
              <a:avLst/>
              <a:gdLst/>
              <a:ahLst/>
              <a:cxnLst/>
              <a:rect l="l" t="t" r="r" b="b"/>
              <a:pathLst>
                <a:path w="372110" h="328930">
                  <a:moveTo>
                    <a:pt x="372110" y="96520"/>
                  </a:moveTo>
                  <a:lnTo>
                    <a:pt x="364490" y="85090"/>
                  </a:lnTo>
                  <a:lnTo>
                    <a:pt x="356870" y="72390"/>
                  </a:lnTo>
                  <a:lnTo>
                    <a:pt x="347980" y="62230"/>
                  </a:lnTo>
                  <a:lnTo>
                    <a:pt x="339090" y="52070"/>
                  </a:lnTo>
                  <a:lnTo>
                    <a:pt x="330200" y="44450"/>
                  </a:lnTo>
                  <a:lnTo>
                    <a:pt x="330200" y="43180"/>
                  </a:lnTo>
                  <a:lnTo>
                    <a:pt x="320040" y="35560"/>
                  </a:lnTo>
                  <a:lnTo>
                    <a:pt x="318770" y="35560"/>
                  </a:lnTo>
                  <a:lnTo>
                    <a:pt x="309880" y="27940"/>
                  </a:lnTo>
                  <a:lnTo>
                    <a:pt x="308610" y="27940"/>
                  </a:lnTo>
                  <a:lnTo>
                    <a:pt x="298450" y="21590"/>
                  </a:lnTo>
                  <a:lnTo>
                    <a:pt x="287020" y="15240"/>
                  </a:lnTo>
                  <a:lnTo>
                    <a:pt x="264160" y="7620"/>
                  </a:lnTo>
                  <a:lnTo>
                    <a:pt x="264160" y="6350"/>
                  </a:lnTo>
                  <a:lnTo>
                    <a:pt x="262890" y="6350"/>
                  </a:lnTo>
                  <a:lnTo>
                    <a:pt x="238760" y="2540"/>
                  </a:lnTo>
                  <a:lnTo>
                    <a:pt x="212090" y="0"/>
                  </a:lnTo>
                  <a:lnTo>
                    <a:pt x="189230" y="2540"/>
                  </a:lnTo>
                  <a:lnTo>
                    <a:pt x="187960" y="2540"/>
                  </a:lnTo>
                  <a:lnTo>
                    <a:pt x="166370" y="6350"/>
                  </a:lnTo>
                  <a:lnTo>
                    <a:pt x="165100" y="6350"/>
                  </a:lnTo>
                  <a:lnTo>
                    <a:pt x="144780" y="12700"/>
                  </a:lnTo>
                  <a:lnTo>
                    <a:pt x="144780" y="13970"/>
                  </a:lnTo>
                  <a:lnTo>
                    <a:pt x="143510" y="13970"/>
                  </a:lnTo>
                  <a:lnTo>
                    <a:pt x="125730" y="22860"/>
                  </a:lnTo>
                  <a:lnTo>
                    <a:pt x="125730" y="24130"/>
                  </a:lnTo>
                  <a:lnTo>
                    <a:pt x="124460" y="24130"/>
                  </a:lnTo>
                  <a:lnTo>
                    <a:pt x="115570" y="29210"/>
                  </a:lnTo>
                  <a:lnTo>
                    <a:pt x="114300" y="29210"/>
                  </a:lnTo>
                  <a:lnTo>
                    <a:pt x="114300" y="30480"/>
                  </a:lnTo>
                  <a:lnTo>
                    <a:pt x="105410" y="36830"/>
                  </a:lnTo>
                  <a:lnTo>
                    <a:pt x="96520" y="44450"/>
                  </a:lnTo>
                  <a:lnTo>
                    <a:pt x="88900" y="53340"/>
                  </a:lnTo>
                  <a:lnTo>
                    <a:pt x="87630" y="53340"/>
                  </a:lnTo>
                  <a:lnTo>
                    <a:pt x="80010" y="62230"/>
                  </a:lnTo>
                  <a:lnTo>
                    <a:pt x="72390" y="71120"/>
                  </a:lnTo>
                  <a:lnTo>
                    <a:pt x="72390" y="72390"/>
                  </a:lnTo>
                  <a:lnTo>
                    <a:pt x="64770" y="82550"/>
                  </a:lnTo>
                  <a:lnTo>
                    <a:pt x="57150" y="93980"/>
                  </a:lnTo>
                  <a:lnTo>
                    <a:pt x="44450" y="118110"/>
                  </a:lnTo>
                  <a:lnTo>
                    <a:pt x="43180" y="118110"/>
                  </a:lnTo>
                  <a:lnTo>
                    <a:pt x="38100" y="130810"/>
                  </a:lnTo>
                  <a:lnTo>
                    <a:pt x="31750" y="143510"/>
                  </a:lnTo>
                  <a:lnTo>
                    <a:pt x="26670" y="156210"/>
                  </a:lnTo>
                  <a:lnTo>
                    <a:pt x="26670" y="157480"/>
                  </a:lnTo>
                  <a:lnTo>
                    <a:pt x="22860" y="170180"/>
                  </a:lnTo>
                  <a:lnTo>
                    <a:pt x="17780" y="184150"/>
                  </a:lnTo>
                  <a:lnTo>
                    <a:pt x="13970" y="199390"/>
                  </a:lnTo>
                  <a:lnTo>
                    <a:pt x="11430" y="213360"/>
                  </a:lnTo>
                  <a:lnTo>
                    <a:pt x="11430" y="214630"/>
                  </a:lnTo>
                  <a:lnTo>
                    <a:pt x="8890" y="228600"/>
                  </a:lnTo>
                  <a:lnTo>
                    <a:pt x="3810" y="260350"/>
                  </a:lnTo>
                  <a:lnTo>
                    <a:pt x="1270" y="293370"/>
                  </a:lnTo>
                  <a:lnTo>
                    <a:pt x="0" y="327660"/>
                  </a:lnTo>
                  <a:lnTo>
                    <a:pt x="6350" y="327660"/>
                  </a:lnTo>
                  <a:lnTo>
                    <a:pt x="12700" y="328930"/>
                  </a:lnTo>
                  <a:lnTo>
                    <a:pt x="13970" y="294640"/>
                  </a:lnTo>
                  <a:lnTo>
                    <a:pt x="16510" y="261620"/>
                  </a:lnTo>
                  <a:lnTo>
                    <a:pt x="20320" y="231140"/>
                  </a:lnTo>
                  <a:lnTo>
                    <a:pt x="23837" y="217055"/>
                  </a:lnTo>
                  <a:lnTo>
                    <a:pt x="24130" y="217170"/>
                  </a:lnTo>
                  <a:lnTo>
                    <a:pt x="26670" y="201930"/>
                  </a:lnTo>
                  <a:lnTo>
                    <a:pt x="30480" y="187960"/>
                  </a:lnTo>
                  <a:lnTo>
                    <a:pt x="34290" y="173990"/>
                  </a:lnTo>
                  <a:lnTo>
                    <a:pt x="39370" y="160020"/>
                  </a:lnTo>
                  <a:lnTo>
                    <a:pt x="38658" y="159880"/>
                  </a:lnTo>
                  <a:lnTo>
                    <a:pt x="43180" y="148590"/>
                  </a:lnTo>
                  <a:lnTo>
                    <a:pt x="49530" y="135890"/>
                  </a:lnTo>
                  <a:lnTo>
                    <a:pt x="55880" y="123190"/>
                  </a:lnTo>
                  <a:lnTo>
                    <a:pt x="54838" y="122783"/>
                  </a:lnTo>
                  <a:lnTo>
                    <a:pt x="67310" y="100330"/>
                  </a:lnTo>
                  <a:lnTo>
                    <a:pt x="74358" y="89750"/>
                  </a:lnTo>
                  <a:lnTo>
                    <a:pt x="74930" y="90170"/>
                  </a:lnTo>
                  <a:lnTo>
                    <a:pt x="80873" y="79476"/>
                  </a:lnTo>
                  <a:lnTo>
                    <a:pt x="81280" y="80010"/>
                  </a:lnTo>
                  <a:lnTo>
                    <a:pt x="88900" y="69850"/>
                  </a:lnTo>
                  <a:lnTo>
                    <a:pt x="97790" y="62230"/>
                  </a:lnTo>
                  <a:lnTo>
                    <a:pt x="97193" y="61645"/>
                  </a:lnTo>
                  <a:lnTo>
                    <a:pt x="105410" y="54610"/>
                  </a:lnTo>
                  <a:lnTo>
                    <a:pt x="114300" y="46990"/>
                  </a:lnTo>
                  <a:lnTo>
                    <a:pt x="113703" y="46405"/>
                  </a:lnTo>
                  <a:lnTo>
                    <a:pt x="121412" y="39801"/>
                  </a:lnTo>
                  <a:lnTo>
                    <a:pt x="121920" y="40640"/>
                  </a:lnTo>
                  <a:lnTo>
                    <a:pt x="130810" y="34290"/>
                  </a:lnTo>
                  <a:lnTo>
                    <a:pt x="149860" y="25400"/>
                  </a:lnTo>
                  <a:lnTo>
                    <a:pt x="149707" y="25057"/>
                  </a:lnTo>
                  <a:lnTo>
                    <a:pt x="168910" y="19050"/>
                  </a:lnTo>
                  <a:lnTo>
                    <a:pt x="190500" y="13970"/>
                  </a:lnTo>
                  <a:lnTo>
                    <a:pt x="212090" y="12700"/>
                  </a:lnTo>
                  <a:lnTo>
                    <a:pt x="236220" y="13919"/>
                  </a:lnTo>
                  <a:lnTo>
                    <a:pt x="260438" y="18821"/>
                  </a:lnTo>
                  <a:lnTo>
                    <a:pt x="260350" y="19050"/>
                  </a:lnTo>
                  <a:lnTo>
                    <a:pt x="281940" y="26670"/>
                  </a:lnTo>
                  <a:lnTo>
                    <a:pt x="292100" y="33020"/>
                  </a:lnTo>
                  <a:lnTo>
                    <a:pt x="292620" y="32156"/>
                  </a:lnTo>
                  <a:lnTo>
                    <a:pt x="302260" y="39370"/>
                  </a:lnTo>
                  <a:lnTo>
                    <a:pt x="302780" y="38506"/>
                  </a:lnTo>
                  <a:lnTo>
                    <a:pt x="311594" y="45123"/>
                  </a:lnTo>
                  <a:lnTo>
                    <a:pt x="311150" y="45720"/>
                  </a:lnTo>
                  <a:lnTo>
                    <a:pt x="321310" y="53340"/>
                  </a:lnTo>
                  <a:lnTo>
                    <a:pt x="330200" y="60960"/>
                  </a:lnTo>
                  <a:lnTo>
                    <a:pt x="337908" y="69786"/>
                  </a:lnTo>
                  <a:lnTo>
                    <a:pt x="346710" y="80010"/>
                  </a:lnTo>
                  <a:lnTo>
                    <a:pt x="354330" y="91440"/>
                  </a:lnTo>
                  <a:lnTo>
                    <a:pt x="361950" y="104140"/>
                  </a:lnTo>
                  <a:lnTo>
                    <a:pt x="372110" y="96520"/>
                  </a:lnTo>
                  <a:close/>
                </a:path>
              </a:pathLst>
            </a:custGeom>
            <a:solidFill>
              <a:srgbClr val="3333CC"/>
            </a:solidFill>
          </p:spPr>
          <p:txBody>
            <a:bodyPr wrap="square" lIns="0" tIns="0" rIns="0" bIns="0" rtlCol="0"/>
            <a:lstStyle/>
            <a:p/>
          </p:txBody>
        </p:sp>
        <p:sp>
          <p:nvSpPr>
            <p:cNvPr id="888" name="object 888"/>
            <p:cNvSpPr/>
            <p:nvPr/>
          </p:nvSpPr>
          <p:spPr>
            <a:xfrm>
              <a:off x="4145280" y="1125219"/>
              <a:ext cx="234950" cy="567690"/>
            </a:xfrm>
            <a:custGeom>
              <a:avLst/>
              <a:gdLst/>
              <a:ahLst/>
              <a:cxnLst/>
              <a:rect l="l" t="t" r="r" b="b"/>
              <a:pathLst>
                <a:path w="234950" h="567689">
                  <a:moveTo>
                    <a:pt x="234950" y="240030"/>
                  </a:moveTo>
                  <a:lnTo>
                    <a:pt x="233680" y="209550"/>
                  </a:lnTo>
                  <a:lnTo>
                    <a:pt x="231140" y="179070"/>
                  </a:lnTo>
                  <a:lnTo>
                    <a:pt x="228600" y="151130"/>
                  </a:lnTo>
                  <a:lnTo>
                    <a:pt x="228600" y="149860"/>
                  </a:lnTo>
                  <a:lnTo>
                    <a:pt x="223520" y="123190"/>
                  </a:lnTo>
                  <a:lnTo>
                    <a:pt x="223520" y="121920"/>
                  </a:lnTo>
                  <a:lnTo>
                    <a:pt x="217170" y="96520"/>
                  </a:lnTo>
                  <a:lnTo>
                    <a:pt x="209550" y="72390"/>
                  </a:lnTo>
                  <a:lnTo>
                    <a:pt x="209550" y="71120"/>
                  </a:lnTo>
                  <a:lnTo>
                    <a:pt x="199390" y="48260"/>
                  </a:lnTo>
                  <a:lnTo>
                    <a:pt x="199390" y="46990"/>
                  </a:lnTo>
                  <a:lnTo>
                    <a:pt x="189230" y="25400"/>
                  </a:lnTo>
                  <a:lnTo>
                    <a:pt x="181610" y="12700"/>
                  </a:lnTo>
                  <a:lnTo>
                    <a:pt x="181610" y="11430"/>
                  </a:lnTo>
                  <a:lnTo>
                    <a:pt x="173990" y="0"/>
                  </a:lnTo>
                  <a:lnTo>
                    <a:pt x="168910" y="2540"/>
                  </a:lnTo>
                  <a:lnTo>
                    <a:pt x="163830" y="6350"/>
                  </a:lnTo>
                  <a:lnTo>
                    <a:pt x="171450" y="19050"/>
                  </a:lnTo>
                  <a:lnTo>
                    <a:pt x="171907" y="18707"/>
                  </a:lnTo>
                  <a:lnTo>
                    <a:pt x="177800" y="30480"/>
                  </a:lnTo>
                  <a:lnTo>
                    <a:pt x="187960" y="53340"/>
                  </a:lnTo>
                  <a:lnTo>
                    <a:pt x="188366" y="53187"/>
                  </a:lnTo>
                  <a:lnTo>
                    <a:pt x="196850" y="76200"/>
                  </a:lnTo>
                  <a:lnTo>
                    <a:pt x="197180" y="76073"/>
                  </a:lnTo>
                  <a:lnTo>
                    <a:pt x="204470" y="100330"/>
                  </a:lnTo>
                  <a:lnTo>
                    <a:pt x="210820" y="125730"/>
                  </a:lnTo>
                  <a:lnTo>
                    <a:pt x="211035" y="125691"/>
                  </a:lnTo>
                  <a:lnTo>
                    <a:pt x="215900" y="152400"/>
                  </a:lnTo>
                  <a:lnTo>
                    <a:pt x="219710" y="180340"/>
                  </a:lnTo>
                  <a:lnTo>
                    <a:pt x="220980" y="209550"/>
                  </a:lnTo>
                  <a:lnTo>
                    <a:pt x="222250" y="240030"/>
                  </a:lnTo>
                  <a:lnTo>
                    <a:pt x="220980" y="274320"/>
                  </a:lnTo>
                  <a:lnTo>
                    <a:pt x="214630" y="337820"/>
                  </a:lnTo>
                  <a:lnTo>
                    <a:pt x="204470" y="381000"/>
                  </a:lnTo>
                  <a:lnTo>
                    <a:pt x="200660" y="394970"/>
                  </a:lnTo>
                  <a:lnTo>
                    <a:pt x="195580" y="407670"/>
                  </a:lnTo>
                  <a:lnTo>
                    <a:pt x="196672" y="408114"/>
                  </a:lnTo>
                  <a:lnTo>
                    <a:pt x="191770" y="420370"/>
                  </a:lnTo>
                  <a:lnTo>
                    <a:pt x="186690" y="433070"/>
                  </a:lnTo>
                  <a:lnTo>
                    <a:pt x="180340" y="444500"/>
                  </a:lnTo>
                  <a:lnTo>
                    <a:pt x="174447" y="456285"/>
                  </a:lnTo>
                  <a:lnTo>
                    <a:pt x="173990" y="455930"/>
                  </a:lnTo>
                  <a:lnTo>
                    <a:pt x="167640" y="467360"/>
                  </a:lnTo>
                  <a:lnTo>
                    <a:pt x="161290" y="478790"/>
                  </a:lnTo>
                  <a:lnTo>
                    <a:pt x="154203" y="488226"/>
                  </a:lnTo>
                  <a:lnTo>
                    <a:pt x="153670" y="487680"/>
                  </a:lnTo>
                  <a:lnTo>
                    <a:pt x="146050" y="497840"/>
                  </a:lnTo>
                  <a:lnTo>
                    <a:pt x="139014" y="506056"/>
                  </a:lnTo>
                  <a:lnTo>
                    <a:pt x="138430" y="505460"/>
                  </a:lnTo>
                  <a:lnTo>
                    <a:pt x="129540" y="514350"/>
                  </a:lnTo>
                  <a:lnTo>
                    <a:pt x="122453" y="521436"/>
                  </a:lnTo>
                  <a:lnTo>
                    <a:pt x="121920" y="520700"/>
                  </a:lnTo>
                  <a:lnTo>
                    <a:pt x="114350" y="527189"/>
                  </a:lnTo>
                  <a:lnTo>
                    <a:pt x="114300" y="527050"/>
                  </a:lnTo>
                  <a:lnTo>
                    <a:pt x="104140" y="533400"/>
                  </a:lnTo>
                  <a:lnTo>
                    <a:pt x="85090" y="542290"/>
                  </a:lnTo>
                  <a:lnTo>
                    <a:pt x="85242" y="542683"/>
                  </a:lnTo>
                  <a:lnTo>
                    <a:pt x="64770" y="549910"/>
                  </a:lnTo>
                  <a:lnTo>
                    <a:pt x="64871" y="550125"/>
                  </a:lnTo>
                  <a:lnTo>
                    <a:pt x="44450" y="553720"/>
                  </a:lnTo>
                  <a:lnTo>
                    <a:pt x="21590" y="554990"/>
                  </a:lnTo>
                  <a:lnTo>
                    <a:pt x="1270" y="553720"/>
                  </a:lnTo>
                  <a:lnTo>
                    <a:pt x="1270" y="560070"/>
                  </a:lnTo>
                  <a:lnTo>
                    <a:pt x="0" y="566420"/>
                  </a:lnTo>
                  <a:lnTo>
                    <a:pt x="21590" y="567690"/>
                  </a:lnTo>
                  <a:lnTo>
                    <a:pt x="45720" y="566420"/>
                  </a:lnTo>
                  <a:lnTo>
                    <a:pt x="68580" y="561340"/>
                  </a:lnTo>
                  <a:lnTo>
                    <a:pt x="69850" y="561340"/>
                  </a:lnTo>
                  <a:lnTo>
                    <a:pt x="90170" y="554990"/>
                  </a:lnTo>
                  <a:lnTo>
                    <a:pt x="90170" y="553720"/>
                  </a:lnTo>
                  <a:lnTo>
                    <a:pt x="91440" y="553720"/>
                  </a:lnTo>
                  <a:lnTo>
                    <a:pt x="110490" y="544830"/>
                  </a:lnTo>
                  <a:lnTo>
                    <a:pt x="120650" y="538480"/>
                  </a:lnTo>
                  <a:lnTo>
                    <a:pt x="129540" y="530860"/>
                  </a:lnTo>
                  <a:lnTo>
                    <a:pt x="138430" y="523240"/>
                  </a:lnTo>
                  <a:lnTo>
                    <a:pt x="147320" y="515620"/>
                  </a:lnTo>
                  <a:lnTo>
                    <a:pt x="147320" y="514350"/>
                  </a:lnTo>
                  <a:lnTo>
                    <a:pt x="156210" y="506730"/>
                  </a:lnTo>
                  <a:lnTo>
                    <a:pt x="156210" y="505460"/>
                  </a:lnTo>
                  <a:lnTo>
                    <a:pt x="163830" y="496570"/>
                  </a:lnTo>
                  <a:lnTo>
                    <a:pt x="171450" y="486410"/>
                  </a:lnTo>
                  <a:lnTo>
                    <a:pt x="171450" y="485140"/>
                  </a:lnTo>
                  <a:lnTo>
                    <a:pt x="177800" y="473710"/>
                  </a:lnTo>
                  <a:lnTo>
                    <a:pt x="185420" y="462280"/>
                  </a:lnTo>
                  <a:lnTo>
                    <a:pt x="191770" y="450850"/>
                  </a:lnTo>
                  <a:lnTo>
                    <a:pt x="198120" y="438150"/>
                  </a:lnTo>
                  <a:lnTo>
                    <a:pt x="203200" y="425450"/>
                  </a:lnTo>
                  <a:lnTo>
                    <a:pt x="203200" y="424180"/>
                  </a:lnTo>
                  <a:lnTo>
                    <a:pt x="208280" y="411480"/>
                  </a:lnTo>
                  <a:lnTo>
                    <a:pt x="213360" y="398780"/>
                  </a:lnTo>
                  <a:lnTo>
                    <a:pt x="217170" y="384810"/>
                  </a:lnTo>
                  <a:lnTo>
                    <a:pt x="217170" y="383540"/>
                  </a:lnTo>
                  <a:lnTo>
                    <a:pt x="220980" y="369570"/>
                  </a:lnTo>
                  <a:lnTo>
                    <a:pt x="223520" y="354330"/>
                  </a:lnTo>
                  <a:lnTo>
                    <a:pt x="226060" y="339090"/>
                  </a:lnTo>
                  <a:lnTo>
                    <a:pt x="231140" y="307340"/>
                  </a:lnTo>
                  <a:lnTo>
                    <a:pt x="233680" y="274320"/>
                  </a:lnTo>
                  <a:lnTo>
                    <a:pt x="234950" y="240030"/>
                  </a:lnTo>
                  <a:close/>
                </a:path>
              </a:pathLst>
            </a:custGeom>
            <a:solidFill>
              <a:srgbClr val="3333CC"/>
            </a:solidFill>
          </p:spPr>
          <p:txBody>
            <a:bodyPr wrap="square" lIns="0" tIns="0" rIns="0" bIns="0" rtlCol="0"/>
            <a:lstStyle/>
            <a:p/>
          </p:txBody>
        </p:sp>
        <p:sp>
          <p:nvSpPr>
            <p:cNvPr id="889" name="object 889"/>
            <p:cNvSpPr/>
            <p:nvPr/>
          </p:nvSpPr>
          <p:spPr>
            <a:xfrm>
              <a:off x="3954780" y="1367789"/>
              <a:ext cx="212090" cy="325120"/>
            </a:xfrm>
            <a:custGeom>
              <a:avLst/>
              <a:gdLst/>
              <a:ahLst/>
              <a:cxnLst/>
              <a:rect l="l" t="t" r="r" b="b"/>
              <a:pathLst>
                <a:path w="212089" h="325119">
                  <a:moveTo>
                    <a:pt x="187960" y="104140"/>
                  </a:moveTo>
                  <a:lnTo>
                    <a:pt x="185420" y="100330"/>
                  </a:lnTo>
                  <a:lnTo>
                    <a:pt x="185077" y="100584"/>
                  </a:lnTo>
                  <a:lnTo>
                    <a:pt x="184150" y="97790"/>
                  </a:lnTo>
                  <a:lnTo>
                    <a:pt x="182880" y="93980"/>
                  </a:lnTo>
                  <a:lnTo>
                    <a:pt x="180340" y="90170"/>
                  </a:lnTo>
                  <a:lnTo>
                    <a:pt x="179070" y="86360"/>
                  </a:lnTo>
                  <a:lnTo>
                    <a:pt x="178777" y="86487"/>
                  </a:lnTo>
                  <a:lnTo>
                    <a:pt x="177800" y="82550"/>
                  </a:lnTo>
                  <a:lnTo>
                    <a:pt x="176530" y="77470"/>
                  </a:lnTo>
                  <a:lnTo>
                    <a:pt x="176237" y="77597"/>
                  </a:lnTo>
                  <a:lnTo>
                    <a:pt x="175260" y="73660"/>
                  </a:lnTo>
                  <a:lnTo>
                    <a:pt x="173990" y="67310"/>
                  </a:lnTo>
                  <a:lnTo>
                    <a:pt x="173850" y="67373"/>
                  </a:lnTo>
                  <a:lnTo>
                    <a:pt x="172720" y="57150"/>
                  </a:lnTo>
                  <a:lnTo>
                    <a:pt x="170180" y="44450"/>
                  </a:lnTo>
                  <a:lnTo>
                    <a:pt x="168910" y="31750"/>
                  </a:lnTo>
                  <a:lnTo>
                    <a:pt x="168910" y="16510"/>
                  </a:lnTo>
                  <a:lnTo>
                    <a:pt x="168910" y="15240"/>
                  </a:lnTo>
                  <a:lnTo>
                    <a:pt x="168910" y="0"/>
                  </a:lnTo>
                  <a:lnTo>
                    <a:pt x="156210" y="0"/>
                  </a:lnTo>
                  <a:lnTo>
                    <a:pt x="156210" y="16510"/>
                  </a:lnTo>
                  <a:lnTo>
                    <a:pt x="157480" y="31750"/>
                  </a:lnTo>
                  <a:lnTo>
                    <a:pt x="158750" y="45720"/>
                  </a:lnTo>
                  <a:lnTo>
                    <a:pt x="160020" y="58420"/>
                  </a:lnTo>
                  <a:lnTo>
                    <a:pt x="161290" y="71120"/>
                  </a:lnTo>
                  <a:lnTo>
                    <a:pt x="163830" y="77470"/>
                  </a:lnTo>
                  <a:lnTo>
                    <a:pt x="163830" y="81280"/>
                  </a:lnTo>
                  <a:lnTo>
                    <a:pt x="165100" y="82550"/>
                  </a:lnTo>
                  <a:lnTo>
                    <a:pt x="166370" y="86360"/>
                  </a:lnTo>
                  <a:lnTo>
                    <a:pt x="167640" y="90170"/>
                  </a:lnTo>
                  <a:lnTo>
                    <a:pt x="167640" y="91440"/>
                  </a:lnTo>
                  <a:lnTo>
                    <a:pt x="168910" y="95250"/>
                  </a:lnTo>
                  <a:lnTo>
                    <a:pt x="171450" y="99060"/>
                  </a:lnTo>
                  <a:lnTo>
                    <a:pt x="171450" y="100330"/>
                  </a:lnTo>
                  <a:lnTo>
                    <a:pt x="172720" y="104140"/>
                  </a:lnTo>
                  <a:lnTo>
                    <a:pt x="175260" y="106680"/>
                  </a:lnTo>
                  <a:lnTo>
                    <a:pt x="175260" y="107950"/>
                  </a:lnTo>
                  <a:lnTo>
                    <a:pt x="177800" y="110490"/>
                  </a:lnTo>
                  <a:lnTo>
                    <a:pt x="182880" y="106680"/>
                  </a:lnTo>
                  <a:lnTo>
                    <a:pt x="187960" y="104140"/>
                  </a:lnTo>
                  <a:close/>
                </a:path>
                <a:path w="212089" h="325119">
                  <a:moveTo>
                    <a:pt x="212090" y="312420"/>
                  </a:moveTo>
                  <a:lnTo>
                    <a:pt x="193014" y="311238"/>
                  </a:lnTo>
                  <a:lnTo>
                    <a:pt x="172720" y="308610"/>
                  </a:lnTo>
                  <a:lnTo>
                    <a:pt x="154787" y="302641"/>
                  </a:lnTo>
                  <a:lnTo>
                    <a:pt x="154940" y="302260"/>
                  </a:lnTo>
                  <a:lnTo>
                    <a:pt x="137160" y="294640"/>
                  </a:lnTo>
                  <a:lnTo>
                    <a:pt x="121513" y="285026"/>
                  </a:lnTo>
                  <a:lnTo>
                    <a:pt x="121920" y="284480"/>
                  </a:lnTo>
                  <a:lnTo>
                    <a:pt x="105410" y="271780"/>
                  </a:lnTo>
                  <a:lnTo>
                    <a:pt x="91440" y="256540"/>
                  </a:lnTo>
                  <a:lnTo>
                    <a:pt x="90881" y="257098"/>
                  </a:lnTo>
                  <a:lnTo>
                    <a:pt x="77876" y="240550"/>
                  </a:lnTo>
                  <a:lnTo>
                    <a:pt x="78740" y="240030"/>
                  </a:lnTo>
                  <a:lnTo>
                    <a:pt x="69850" y="228600"/>
                  </a:lnTo>
                  <a:lnTo>
                    <a:pt x="62230" y="217170"/>
                  </a:lnTo>
                  <a:lnTo>
                    <a:pt x="55880" y="204470"/>
                  </a:lnTo>
                  <a:lnTo>
                    <a:pt x="49530" y="191770"/>
                  </a:lnTo>
                  <a:lnTo>
                    <a:pt x="43180" y="177800"/>
                  </a:lnTo>
                  <a:lnTo>
                    <a:pt x="38100" y="163830"/>
                  </a:lnTo>
                  <a:lnTo>
                    <a:pt x="34290" y="149860"/>
                  </a:lnTo>
                  <a:lnTo>
                    <a:pt x="29210" y="134620"/>
                  </a:lnTo>
                  <a:lnTo>
                    <a:pt x="25400" y="119380"/>
                  </a:lnTo>
                  <a:lnTo>
                    <a:pt x="21590" y="104140"/>
                  </a:lnTo>
                  <a:lnTo>
                    <a:pt x="19050" y="87630"/>
                  </a:lnTo>
                  <a:lnTo>
                    <a:pt x="16510" y="71120"/>
                  </a:lnTo>
                  <a:lnTo>
                    <a:pt x="16497" y="0"/>
                  </a:lnTo>
                  <a:lnTo>
                    <a:pt x="6350" y="0"/>
                  </a:lnTo>
                  <a:lnTo>
                    <a:pt x="0" y="0"/>
                  </a:lnTo>
                  <a:lnTo>
                    <a:pt x="0" y="1270"/>
                  </a:lnTo>
                  <a:lnTo>
                    <a:pt x="0" y="72390"/>
                  </a:lnTo>
                  <a:lnTo>
                    <a:pt x="5080" y="72390"/>
                  </a:lnTo>
                  <a:lnTo>
                    <a:pt x="5080" y="73660"/>
                  </a:lnTo>
                  <a:lnTo>
                    <a:pt x="7620" y="90170"/>
                  </a:lnTo>
                  <a:lnTo>
                    <a:pt x="10160" y="106680"/>
                  </a:lnTo>
                  <a:lnTo>
                    <a:pt x="12700" y="123190"/>
                  </a:lnTo>
                  <a:lnTo>
                    <a:pt x="16510" y="138430"/>
                  </a:lnTo>
                  <a:lnTo>
                    <a:pt x="21590" y="153670"/>
                  </a:lnTo>
                  <a:lnTo>
                    <a:pt x="26670" y="168910"/>
                  </a:lnTo>
                  <a:lnTo>
                    <a:pt x="31750" y="181610"/>
                  </a:lnTo>
                  <a:lnTo>
                    <a:pt x="31750" y="182880"/>
                  </a:lnTo>
                  <a:lnTo>
                    <a:pt x="38100" y="196850"/>
                  </a:lnTo>
                  <a:lnTo>
                    <a:pt x="44450" y="209550"/>
                  </a:lnTo>
                  <a:lnTo>
                    <a:pt x="52070" y="222250"/>
                  </a:lnTo>
                  <a:lnTo>
                    <a:pt x="52070" y="223520"/>
                  </a:lnTo>
                  <a:lnTo>
                    <a:pt x="59690" y="234950"/>
                  </a:lnTo>
                  <a:lnTo>
                    <a:pt x="59690" y="236220"/>
                  </a:lnTo>
                  <a:lnTo>
                    <a:pt x="67310" y="247650"/>
                  </a:lnTo>
                  <a:lnTo>
                    <a:pt x="81280" y="265430"/>
                  </a:lnTo>
                  <a:lnTo>
                    <a:pt x="82550" y="266700"/>
                  </a:lnTo>
                  <a:lnTo>
                    <a:pt x="97790" y="280670"/>
                  </a:lnTo>
                  <a:lnTo>
                    <a:pt x="97790" y="281940"/>
                  </a:lnTo>
                  <a:lnTo>
                    <a:pt x="113030" y="294640"/>
                  </a:lnTo>
                  <a:lnTo>
                    <a:pt x="114300" y="294640"/>
                  </a:lnTo>
                  <a:lnTo>
                    <a:pt x="130810" y="306070"/>
                  </a:lnTo>
                  <a:lnTo>
                    <a:pt x="132080" y="306070"/>
                  </a:lnTo>
                  <a:lnTo>
                    <a:pt x="149860" y="313690"/>
                  </a:lnTo>
                  <a:lnTo>
                    <a:pt x="151130" y="313690"/>
                  </a:lnTo>
                  <a:lnTo>
                    <a:pt x="170180" y="320040"/>
                  </a:lnTo>
                  <a:lnTo>
                    <a:pt x="190500" y="323850"/>
                  </a:lnTo>
                  <a:lnTo>
                    <a:pt x="212090" y="325120"/>
                  </a:lnTo>
                  <a:lnTo>
                    <a:pt x="212090" y="312420"/>
                  </a:lnTo>
                  <a:close/>
                </a:path>
              </a:pathLst>
            </a:custGeom>
            <a:solidFill>
              <a:srgbClr val="3333CC"/>
            </a:solidFill>
          </p:spPr>
          <p:txBody>
            <a:bodyPr wrap="square" lIns="0" tIns="0" rIns="0" bIns="0" rtlCol="0"/>
            <a:lstStyle/>
            <a:p/>
          </p:txBody>
        </p:sp>
        <p:sp>
          <p:nvSpPr>
            <p:cNvPr id="890" name="object 890"/>
            <p:cNvSpPr/>
            <p:nvPr/>
          </p:nvSpPr>
          <p:spPr>
            <a:xfrm>
              <a:off x="4130040" y="1412239"/>
              <a:ext cx="91440" cy="87630"/>
            </a:xfrm>
            <a:custGeom>
              <a:avLst/>
              <a:gdLst/>
              <a:ahLst/>
              <a:cxnLst/>
              <a:rect l="l" t="t" r="r" b="b"/>
              <a:pathLst>
                <a:path w="91439" h="87630">
                  <a:moveTo>
                    <a:pt x="91440" y="1270"/>
                  </a:moveTo>
                  <a:lnTo>
                    <a:pt x="85090" y="0"/>
                  </a:lnTo>
                  <a:lnTo>
                    <a:pt x="80010" y="0"/>
                  </a:lnTo>
                  <a:lnTo>
                    <a:pt x="77685" y="12750"/>
                  </a:lnTo>
                  <a:lnTo>
                    <a:pt x="77470" y="12700"/>
                  </a:lnTo>
                  <a:lnTo>
                    <a:pt x="76200" y="24130"/>
                  </a:lnTo>
                  <a:lnTo>
                    <a:pt x="74930" y="30480"/>
                  </a:lnTo>
                  <a:lnTo>
                    <a:pt x="73939" y="34417"/>
                  </a:lnTo>
                  <a:lnTo>
                    <a:pt x="73660" y="34290"/>
                  </a:lnTo>
                  <a:lnTo>
                    <a:pt x="72390" y="38100"/>
                  </a:lnTo>
                  <a:lnTo>
                    <a:pt x="72390" y="39370"/>
                  </a:lnTo>
                  <a:lnTo>
                    <a:pt x="71399" y="43307"/>
                  </a:lnTo>
                  <a:lnTo>
                    <a:pt x="71120" y="43180"/>
                  </a:lnTo>
                  <a:lnTo>
                    <a:pt x="69850" y="46990"/>
                  </a:lnTo>
                  <a:lnTo>
                    <a:pt x="67310" y="49530"/>
                  </a:lnTo>
                  <a:lnTo>
                    <a:pt x="65100" y="56134"/>
                  </a:lnTo>
                  <a:lnTo>
                    <a:pt x="64770" y="55880"/>
                  </a:lnTo>
                  <a:lnTo>
                    <a:pt x="62230" y="59690"/>
                  </a:lnTo>
                  <a:lnTo>
                    <a:pt x="60960" y="62230"/>
                  </a:lnTo>
                  <a:lnTo>
                    <a:pt x="59690" y="63500"/>
                  </a:lnTo>
                  <a:lnTo>
                    <a:pt x="58420" y="64770"/>
                  </a:lnTo>
                  <a:lnTo>
                    <a:pt x="57150" y="66040"/>
                  </a:lnTo>
                  <a:lnTo>
                    <a:pt x="57658" y="66421"/>
                  </a:lnTo>
                  <a:lnTo>
                    <a:pt x="55880" y="67310"/>
                  </a:lnTo>
                  <a:lnTo>
                    <a:pt x="54610" y="67310"/>
                  </a:lnTo>
                  <a:lnTo>
                    <a:pt x="54610" y="68580"/>
                  </a:lnTo>
                  <a:lnTo>
                    <a:pt x="53809" y="69380"/>
                  </a:lnTo>
                  <a:lnTo>
                    <a:pt x="53340" y="68580"/>
                  </a:lnTo>
                  <a:lnTo>
                    <a:pt x="52070" y="69850"/>
                  </a:lnTo>
                  <a:lnTo>
                    <a:pt x="49530" y="71120"/>
                  </a:lnTo>
                  <a:lnTo>
                    <a:pt x="49530" y="72390"/>
                  </a:lnTo>
                  <a:lnTo>
                    <a:pt x="46990" y="73660"/>
                  </a:lnTo>
                  <a:lnTo>
                    <a:pt x="45720" y="73660"/>
                  </a:lnTo>
                  <a:lnTo>
                    <a:pt x="44450" y="73660"/>
                  </a:lnTo>
                  <a:lnTo>
                    <a:pt x="43180" y="73660"/>
                  </a:lnTo>
                  <a:lnTo>
                    <a:pt x="41910" y="74930"/>
                  </a:lnTo>
                  <a:lnTo>
                    <a:pt x="40640" y="74930"/>
                  </a:lnTo>
                  <a:lnTo>
                    <a:pt x="39370" y="74930"/>
                  </a:lnTo>
                  <a:lnTo>
                    <a:pt x="38100" y="74930"/>
                  </a:lnTo>
                  <a:lnTo>
                    <a:pt x="34290" y="74930"/>
                  </a:lnTo>
                  <a:lnTo>
                    <a:pt x="31750" y="73660"/>
                  </a:lnTo>
                  <a:lnTo>
                    <a:pt x="30480" y="73660"/>
                  </a:lnTo>
                  <a:lnTo>
                    <a:pt x="27940" y="73660"/>
                  </a:lnTo>
                  <a:lnTo>
                    <a:pt x="25400" y="72390"/>
                  </a:lnTo>
                  <a:lnTo>
                    <a:pt x="24130" y="71120"/>
                  </a:lnTo>
                  <a:lnTo>
                    <a:pt x="21590" y="68580"/>
                  </a:lnTo>
                  <a:lnTo>
                    <a:pt x="21107" y="69380"/>
                  </a:lnTo>
                  <a:lnTo>
                    <a:pt x="19050" y="67310"/>
                  </a:lnTo>
                  <a:lnTo>
                    <a:pt x="18669" y="67818"/>
                  </a:lnTo>
                  <a:lnTo>
                    <a:pt x="17780" y="66040"/>
                  </a:lnTo>
                  <a:lnTo>
                    <a:pt x="16510" y="63500"/>
                  </a:lnTo>
                  <a:lnTo>
                    <a:pt x="15875" y="64135"/>
                  </a:lnTo>
                  <a:lnTo>
                    <a:pt x="13970" y="62230"/>
                  </a:lnTo>
                  <a:lnTo>
                    <a:pt x="12700" y="59690"/>
                  </a:lnTo>
                  <a:lnTo>
                    <a:pt x="10160" y="55880"/>
                  </a:lnTo>
                  <a:lnTo>
                    <a:pt x="0" y="63500"/>
                  </a:lnTo>
                  <a:lnTo>
                    <a:pt x="2540" y="66040"/>
                  </a:lnTo>
                  <a:lnTo>
                    <a:pt x="3810" y="68580"/>
                  </a:lnTo>
                  <a:lnTo>
                    <a:pt x="6350" y="72390"/>
                  </a:lnTo>
                  <a:lnTo>
                    <a:pt x="8890" y="73660"/>
                  </a:lnTo>
                  <a:lnTo>
                    <a:pt x="8890" y="74930"/>
                  </a:lnTo>
                  <a:lnTo>
                    <a:pt x="11430" y="76200"/>
                  </a:lnTo>
                  <a:lnTo>
                    <a:pt x="11430" y="77470"/>
                  </a:lnTo>
                  <a:lnTo>
                    <a:pt x="13970" y="78740"/>
                  </a:lnTo>
                  <a:lnTo>
                    <a:pt x="13970" y="80010"/>
                  </a:lnTo>
                  <a:lnTo>
                    <a:pt x="15240" y="80010"/>
                  </a:lnTo>
                  <a:lnTo>
                    <a:pt x="16852" y="80822"/>
                  </a:lnTo>
                  <a:lnTo>
                    <a:pt x="16510" y="81280"/>
                  </a:lnTo>
                  <a:lnTo>
                    <a:pt x="19050" y="82550"/>
                  </a:lnTo>
                  <a:lnTo>
                    <a:pt x="19050" y="83820"/>
                  </a:lnTo>
                  <a:lnTo>
                    <a:pt x="20320" y="83820"/>
                  </a:lnTo>
                  <a:lnTo>
                    <a:pt x="21882" y="84607"/>
                  </a:lnTo>
                  <a:lnTo>
                    <a:pt x="21590" y="85090"/>
                  </a:lnTo>
                  <a:lnTo>
                    <a:pt x="22860" y="85090"/>
                  </a:lnTo>
                  <a:lnTo>
                    <a:pt x="24130" y="85090"/>
                  </a:lnTo>
                  <a:lnTo>
                    <a:pt x="25400" y="86360"/>
                  </a:lnTo>
                  <a:lnTo>
                    <a:pt x="26670" y="86360"/>
                  </a:lnTo>
                  <a:lnTo>
                    <a:pt x="27940" y="86360"/>
                  </a:lnTo>
                  <a:lnTo>
                    <a:pt x="30480" y="87630"/>
                  </a:lnTo>
                  <a:lnTo>
                    <a:pt x="31750" y="87630"/>
                  </a:lnTo>
                  <a:lnTo>
                    <a:pt x="44450" y="87630"/>
                  </a:lnTo>
                  <a:lnTo>
                    <a:pt x="46990" y="86360"/>
                  </a:lnTo>
                  <a:lnTo>
                    <a:pt x="48260" y="86360"/>
                  </a:lnTo>
                  <a:lnTo>
                    <a:pt x="49530" y="86360"/>
                  </a:lnTo>
                  <a:lnTo>
                    <a:pt x="50800" y="85090"/>
                  </a:lnTo>
                  <a:lnTo>
                    <a:pt x="53340" y="85090"/>
                  </a:lnTo>
                  <a:lnTo>
                    <a:pt x="53340" y="83820"/>
                  </a:lnTo>
                  <a:lnTo>
                    <a:pt x="55880" y="82550"/>
                  </a:lnTo>
                  <a:lnTo>
                    <a:pt x="58420" y="81280"/>
                  </a:lnTo>
                  <a:lnTo>
                    <a:pt x="60960" y="80010"/>
                  </a:lnTo>
                  <a:lnTo>
                    <a:pt x="60960" y="78740"/>
                  </a:lnTo>
                  <a:lnTo>
                    <a:pt x="62953" y="76746"/>
                  </a:lnTo>
                  <a:lnTo>
                    <a:pt x="63500" y="77470"/>
                  </a:lnTo>
                  <a:lnTo>
                    <a:pt x="66040" y="74930"/>
                  </a:lnTo>
                  <a:lnTo>
                    <a:pt x="68580" y="72390"/>
                  </a:lnTo>
                  <a:lnTo>
                    <a:pt x="69850" y="71120"/>
                  </a:lnTo>
                  <a:lnTo>
                    <a:pt x="71120" y="68580"/>
                  </a:lnTo>
                  <a:lnTo>
                    <a:pt x="72390" y="66040"/>
                  </a:lnTo>
                  <a:lnTo>
                    <a:pt x="74930" y="63500"/>
                  </a:lnTo>
                  <a:lnTo>
                    <a:pt x="74930" y="62230"/>
                  </a:lnTo>
                  <a:lnTo>
                    <a:pt x="78740" y="55880"/>
                  </a:lnTo>
                  <a:lnTo>
                    <a:pt x="81280" y="52070"/>
                  </a:lnTo>
                  <a:lnTo>
                    <a:pt x="82550" y="48260"/>
                  </a:lnTo>
                  <a:lnTo>
                    <a:pt x="82550" y="46990"/>
                  </a:lnTo>
                  <a:lnTo>
                    <a:pt x="83527" y="43065"/>
                  </a:lnTo>
                  <a:lnTo>
                    <a:pt x="83820" y="43180"/>
                  </a:lnTo>
                  <a:lnTo>
                    <a:pt x="85090" y="39370"/>
                  </a:lnTo>
                  <a:lnTo>
                    <a:pt x="86360" y="38100"/>
                  </a:lnTo>
                  <a:lnTo>
                    <a:pt x="87630" y="31750"/>
                  </a:lnTo>
                  <a:lnTo>
                    <a:pt x="87630" y="26670"/>
                  </a:lnTo>
                  <a:lnTo>
                    <a:pt x="90170" y="15240"/>
                  </a:lnTo>
                  <a:lnTo>
                    <a:pt x="91440" y="1270"/>
                  </a:lnTo>
                  <a:close/>
                </a:path>
              </a:pathLst>
            </a:custGeom>
            <a:solidFill>
              <a:srgbClr val="3333CC"/>
            </a:solidFill>
          </p:spPr>
          <p:txBody>
            <a:bodyPr wrap="square" lIns="0" tIns="0" rIns="0" bIns="0" rtlCol="0"/>
            <a:lstStyle/>
            <a:p/>
          </p:txBody>
        </p:sp>
        <p:sp>
          <p:nvSpPr>
            <p:cNvPr id="891" name="object 891"/>
            <p:cNvSpPr/>
            <p:nvPr/>
          </p:nvSpPr>
          <p:spPr>
            <a:xfrm>
              <a:off x="4144010" y="1235709"/>
              <a:ext cx="80010" cy="177800"/>
            </a:xfrm>
            <a:custGeom>
              <a:avLst/>
              <a:gdLst/>
              <a:ahLst/>
              <a:cxnLst/>
              <a:rect l="l" t="t" r="r" b="b"/>
              <a:pathLst>
                <a:path w="80010" h="177800">
                  <a:moveTo>
                    <a:pt x="80010" y="113030"/>
                  </a:moveTo>
                  <a:lnTo>
                    <a:pt x="78740" y="99060"/>
                  </a:lnTo>
                  <a:lnTo>
                    <a:pt x="77470" y="85090"/>
                  </a:lnTo>
                  <a:lnTo>
                    <a:pt x="76200" y="72390"/>
                  </a:lnTo>
                  <a:lnTo>
                    <a:pt x="73660" y="60960"/>
                  </a:lnTo>
                  <a:lnTo>
                    <a:pt x="72390" y="55880"/>
                  </a:lnTo>
                  <a:lnTo>
                    <a:pt x="71120" y="50800"/>
                  </a:lnTo>
                  <a:lnTo>
                    <a:pt x="71120" y="49530"/>
                  </a:lnTo>
                  <a:lnTo>
                    <a:pt x="69850" y="45720"/>
                  </a:lnTo>
                  <a:lnTo>
                    <a:pt x="68580" y="41910"/>
                  </a:lnTo>
                  <a:lnTo>
                    <a:pt x="67310" y="36830"/>
                  </a:lnTo>
                  <a:lnTo>
                    <a:pt x="66040" y="36830"/>
                  </a:lnTo>
                  <a:lnTo>
                    <a:pt x="64770" y="33020"/>
                  </a:lnTo>
                  <a:lnTo>
                    <a:pt x="60960" y="25400"/>
                  </a:lnTo>
                  <a:lnTo>
                    <a:pt x="55880" y="19050"/>
                  </a:lnTo>
                  <a:lnTo>
                    <a:pt x="54610" y="17780"/>
                  </a:lnTo>
                  <a:lnTo>
                    <a:pt x="53340" y="13970"/>
                  </a:lnTo>
                  <a:lnTo>
                    <a:pt x="52070" y="13970"/>
                  </a:lnTo>
                  <a:lnTo>
                    <a:pt x="49530" y="11430"/>
                  </a:lnTo>
                  <a:lnTo>
                    <a:pt x="49530" y="10160"/>
                  </a:lnTo>
                  <a:lnTo>
                    <a:pt x="46990" y="8890"/>
                  </a:lnTo>
                  <a:lnTo>
                    <a:pt x="46609" y="9398"/>
                  </a:lnTo>
                  <a:lnTo>
                    <a:pt x="45720" y="7620"/>
                  </a:lnTo>
                  <a:lnTo>
                    <a:pt x="44450" y="7620"/>
                  </a:lnTo>
                  <a:lnTo>
                    <a:pt x="44450" y="6350"/>
                  </a:lnTo>
                  <a:lnTo>
                    <a:pt x="41910" y="5080"/>
                  </a:lnTo>
                  <a:lnTo>
                    <a:pt x="41694" y="5613"/>
                  </a:lnTo>
                  <a:lnTo>
                    <a:pt x="40640" y="5080"/>
                  </a:lnTo>
                  <a:lnTo>
                    <a:pt x="39370" y="3810"/>
                  </a:lnTo>
                  <a:lnTo>
                    <a:pt x="36830" y="2540"/>
                  </a:lnTo>
                  <a:lnTo>
                    <a:pt x="35560" y="2540"/>
                  </a:lnTo>
                  <a:lnTo>
                    <a:pt x="34074" y="1803"/>
                  </a:lnTo>
                  <a:lnTo>
                    <a:pt x="34290" y="1270"/>
                  </a:lnTo>
                  <a:lnTo>
                    <a:pt x="33020" y="1270"/>
                  </a:lnTo>
                  <a:lnTo>
                    <a:pt x="31750" y="1270"/>
                  </a:lnTo>
                  <a:lnTo>
                    <a:pt x="30480" y="1270"/>
                  </a:lnTo>
                  <a:lnTo>
                    <a:pt x="27940" y="0"/>
                  </a:lnTo>
                  <a:lnTo>
                    <a:pt x="24130" y="0"/>
                  </a:lnTo>
                  <a:lnTo>
                    <a:pt x="21590" y="0"/>
                  </a:lnTo>
                  <a:lnTo>
                    <a:pt x="19050" y="1270"/>
                  </a:lnTo>
                  <a:lnTo>
                    <a:pt x="17780" y="1270"/>
                  </a:lnTo>
                  <a:lnTo>
                    <a:pt x="16510" y="1270"/>
                  </a:lnTo>
                  <a:lnTo>
                    <a:pt x="15240" y="1270"/>
                  </a:lnTo>
                  <a:lnTo>
                    <a:pt x="15316" y="1676"/>
                  </a:lnTo>
                  <a:lnTo>
                    <a:pt x="12700" y="2540"/>
                  </a:lnTo>
                  <a:lnTo>
                    <a:pt x="11430" y="2540"/>
                  </a:lnTo>
                  <a:lnTo>
                    <a:pt x="8890" y="3810"/>
                  </a:lnTo>
                  <a:lnTo>
                    <a:pt x="7620" y="3810"/>
                  </a:lnTo>
                  <a:lnTo>
                    <a:pt x="6350" y="5080"/>
                  </a:lnTo>
                  <a:lnTo>
                    <a:pt x="3810" y="6350"/>
                  </a:lnTo>
                  <a:lnTo>
                    <a:pt x="2540" y="7620"/>
                  </a:lnTo>
                  <a:lnTo>
                    <a:pt x="0" y="10160"/>
                  </a:lnTo>
                  <a:lnTo>
                    <a:pt x="3810" y="13970"/>
                  </a:lnTo>
                  <a:lnTo>
                    <a:pt x="7620" y="19050"/>
                  </a:lnTo>
                  <a:lnTo>
                    <a:pt x="9677" y="16992"/>
                  </a:lnTo>
                  <a:lnTo>
                    <a:pt x="10160" y="17780"/>
                  </a:lnTo>
                  <a:lnTo>
                    <a:pt x="11430" y="16510"/>
                  </a:lnTo>
                  <a:lnTo>
                    <a:pt x="12700" y="16510"/>
                  </a:lnTo>
                  <a:lnTo>
                    <a:pt x="13970" y="15240"/>
                  </a:lnTo>
                  <a:lnTo>
                    <a:pt x="16510" y="13970"/>
                  </a:lnTo>
                  <a:lnTo>
                    <a:pt x="17780" y="13970"/>
                  </a:lnTo>
                  <a:lnTo>
                    <a:pt x="19050" y="13970"/>
                  </a:lnTo>
                  <a:lnTo>
                    <a:pt x="21590" y="12700"/>
                  </a:lnTo>
                  <a:lnTo>
                    <a:pt x="22860" y="12700"/>
                  </a:lnTo>
                  <a:lnTo>
                    <a:pt x="24130" y="12700"/>
                  </a:lnTo>
                  <a:lnTo>
                    <a:pt x="26670" y="12700"/>
                  </a:lnTo>
                  <a:lnTo>
                    <a:pt x="27940" y="12700"/>
                  </a:lnTo>
                  <a:lnTo>
                    <a:pt x="30480" y="13970"/>
                  </a:lnTo>
                  <a:lnTo>
                    <a:pt x="31750" y="13970"/>
                  </a:lnTo>
                  <a:lnTo>
                    <a:pt x="34290" y="15240"/>
                  </a:lnTo>
                  <a:lnTo>
                    <a:pt x="35560" y="16510"/>
                  </a:lnTo>
                  <a:lnTo>
                    <a:pt x="38100" y="17780"/>
                  </a:lnTo>
                  <a:lnTo>
                    <a:pt x="39370" y="19050"/>
                  </a:lnTo>
                  <a:lnTo>
                    <a:pt x="40640" y="20320"/>
                  </a:lnTo>
                  <a:lnTo>
                    <a:pt x="41910" y="21590"/>
                  </a:lnTo>
                  <a:lnTo>
                    <a:pt x="42202" y="21107"/>
                  </a:lnTo>
                  <a:lnTo>
                    <a:pt x="42418" y="21209"/>
                  </a:lnTo>
                  <a:lnTo>
                    <a:pt x="41910" y="21590"/>
                  </a:lnTo>
                  <a:lnTo>
                    <a:pt x="44450" y="24130"/>
                  </a:lnTo>
                  <a:lnTo>
                    <a:pt x="44450" y="25400"/>
                  </a:lnTo>
                  <a:lnTo>
                    <a:pt x="46990" y="26670"/>
                  </a:lnTo>
                  <a:lnTo>
                    <a:pt x="50495" y="31369"/>
                  </a:lnTo>
                  <a:lnTo>
                    <a:pt x="49530" y="31750"/>
                  </a:lnTo>
                  <a:lnTo>
                    <a:pt x="53340" y="38100"/>
                  </a:lnTo>
                  <a:lnTo>
                    <a:pt x="55600" y="41516"/>
                  </a:lnTo>
                  <a:lnTo>
                    <a:pt x="54610" y="41910"/>
                  </a:lnTo>
                  <a:lnTo>
                    <a:pt x="55880" y="45720"/>
                  </a:lnTo>
                  <a:lnTo>
                    <a:pt x="57150" y="45720"/>
                  </a:lnTo>
                  <a:lnTo>
                    <a:pt x="58420" y="49530"/>
                  </a:lnTo>
                  <a:lnTo>
                    <a:pt x="59690" y="54610"/>
                  </a:lnTo>
                  <a:lnTo>
                    <a:pt x="59969" y="54495"/>
                  </a:lnTo>
                  <a:lnTo>
                    <a:pt x="60960" y="58420"/>
                  </a:lnTo>
                  <a:lnTo>
                    <a:pt x="62230" y="64770"/>
                  </a:lnTo>
                  <a:lnTo>
                    <a:pt x="62357" y="64719"/>
                  </a:lnTo>
                  <a:lnTo>
                    <a:pt x="63500" y="74930"/>
                  </a:lnTo>
                  <a:lnTo>
                    <a:pt x="66040" y="86360"/>
                  </a:lnTo>
                  <a:lnTo>
                    <a:pt x="66040" y="99060"/>
                  </a:lnTo>
                  <a:lnTo>
                    <a:pt x="67310" y="114300"/>
                  </a:lnTo>
                  <a:lnTo>
                    <a:pt x="67310" y="129540"/>
                  </a:lnTo>
                  <a:lnTo>
                    <a:pt x="67310" y="147320"/>
                  </a:lnTo>
                  <a:lnTo>
                    <a:pt x="66040" y="162560"/>
                  </a:lnTo>
                  <a:lnTo>
                    <a:pt x="66040" y="176530"/>
                  </a:lnTo>
                  <a:lnTo>
                    <a:pt x="71120" y="176530"/>
                  </a:lnTo>
                  <a:lnTo>
                    <a:pt x="77470" y="177800"/>
                  </a:lnTo>
                  <a:lnTo>
                    <a:pt x="78740" y="162560"/>
                  </a:lnTo>
                  <a:lnTo>
                    <a:pt x="80010" y="147320"/>
                  </a:lnTo>
                  <a:lnTo>
                    <a:pt x="80010" y="129540"/>
                  </a:lnTo>
                  <a:lnTo>
                    <a:pt x="80010" y="114300"/>
                  </a:lnTo>
                  <a:lnTo>
                    <a:pt x="80010" y="113030"/>
                  </a:lnTo>
                  <a:close/>
                </a:path>
              </a:pathLst>
            </a:custGeom>
            <a:solidFill>
              <a:srgbClr val="3333CC"/>
            </a:solidFill>
          </p:spPr>
          <p:txBody>
            <a:bodyPr wrap="square" lIns="0" tIns="0" rIns="0" bIns="0" rtlCol="0"/>
            <a:lstStyle/>
            <a:p/>
          </p:txBody>
        </p:sp>
        <p:sp>
          <p:nvSpPr>
            <p:cNvPr id="892" name="object 892"/>
            <p:cNvSpPr/>
            <p:nvPr/>
          </p:nvSpPr>
          <p:spPr>
            <a:xfrm>
              <a:off x="4110990" y="1243329"/>
              <a:ext cx="43180" cy="124460"/>
            </a:xfrm>
            <a:custGeom>
              <a:avLst/>
              <a:gdLst/>
              <a:ahLst/>
              <a:cxnLst/>
              <a:rect l="l" t="t" r="r" b="b"/>
              <a:pathLst>
                <a:path w="43179" h="124459">
                  <a:moveTo>
                    <a:pt x="43180" y="8890"/>
                  </a:moveTo>
                  <a:lnTo>
                    <a:pt x="39370" y="3810"/>
                  </a:lnTo>
                  <a:lnTo>
                    <a:pt x="35560" y="0"/>
                  </a:lnTo>
                  <a:lnTo>
                    <a:pt x="34290" y="1270"/>
                  </a:lnTo>
                  <a:lnTo>
                    <a:pt x="31750" y="2540"/>
                  </a:lnTo>
                  <a:lnTo>
                    <a:pt x="30480" y="3810"/>
                  </a:lnTo>
                  <a:lnTo>
                    <a:pt x="29210" y="6350"/>
                  </a:lnTo>
                  <a:lnTo>
                    <a:pt x="27940" y="6350"/>
                  </a:lnTo>
                  <a:lnTo>
                    <a:pt x="25400" y="8890"/>
                  </a:lnTo>
                  <a:lnTo>
                    <a:pt x="24130" y="11430"/>
                  </a:lnTo>
                  <a:lnTo>
                    <a:pt x="21590" y="13970"/>
                  </a:lnTo>
                  <a:lnTo>
                    <a:pt x="21590" y="15240"/>
                  </a:lnTo>
                  <a:lnTo>
                    <a:pt x="19050" y="19050"/>
                  </a:lnTo>
                  <a:lnTo>
                    <a:pt x="15240" y="25400"/>
                  </a:lnTo>
                  <a:lnTo>
                    <a:pt x="13970" y="29210"/>
                  </a:lnTo>
                  <a:lnTo>
                    <a:pt x="12700" y="29210"/>
                  </a:lnTo>
                  <a:lnTo>
                    <a:pt x="12700" y="30480"/>
                  </a:lnTo>
                  <a:lnTo>
                    <a:pt x="11430" y="34290"/>
                  </a:lnTo>
                  <a:lnTo>
                    <a:pt x="10160" y="38100"/>
                  </a:lnTo>
                  <a:lnTo>
                    <a:pt x="8890" y="43180"/>
                  </a:lnTo>
                  <a:lnTo>
                    <a:pt x="7620" y="48260"/>
                  </a:lnTo>
                  <a:lnTo>
                    <a:pt x="7620" y="49530"/>
                  </a:lnTo>
                  <a:lnTo>
                    <a:pt x="6350" y="54610"/>
                  </a:lnTo>
                  <a:lnTo>
                    <a:pt x="3810" y="66040"/>
                  </a:lnTo>
                  <a:lnTo>
                    <a:pt x="2540" y="78740"/>
                  </a:lnTo>
                  <a:lnTo>
                    <a:pt x="1270" y="92710"/>
                  </a:lnTo>
                  <a:lnTo>
                    <a:pt x="0" y="107950"/>
                  </a:lnTo>
                  <a:lnTo>
                    <a:pt x="0" y="124460"/>
                  </a:lnTo>
                  <a:lnTo>
                    <a:pt x="6350" y="124460"/>
                  </a:lnTo>
                  <a:lnTo>
                    <a:pt x="12700" y="124460"/>
                  </a:lnTo>
                  <a:lnTo>
                    <a:pt x="12700" y="109220"/>
                  </a:lnTo>
                  <a:lnTo>
                    <a:pt x="12700" y="107950"/>
                  </a:lnTo>
                  <a:lnTo>
                    <a:pt x="12700" y="93980"/>
                  </a:lnTo>
                  <a:lnTo>
                    <a:pt x="13970" y="80010"/>
                  </a:lnTo>
                  <a:lnTo>
                    <a:pt x="16510" y="68580"/>
                  </a:lnTo>
                  <a:lnTo>
                    <a:pt x="17780" y="57150"/>
                  </a:lnTo>
                  <a:lnTo>
                    <a:pt x="19050" y="52070"/>
                  </a:lnTo>
                  <a:lnTo>
                    <a:pt x="20320" y="46990"/>
                  </a:lnTo>
                  <a:lnTo>
                    <a:pt x="21590" y="43180"/>
                  </a:lnTo>
                  <a:lnTo>
                    <a:pt x="24130" y="38100"/>
                  </a:lnTo>
                  <a:lnTo>
                    <a:pt x="25400" y="34290"/>
                  </a:lnTo>
                  <a:lnTo>
                    <a:pt x="25057" y="34163"/>
                  </a:lnTo>
                  <a:lnTo>
                    <a:pt x="26670" y="31750"/>
                  </a:lnTo>
                  <a:lnTo>
                    <a:pt x="30480" y="24130"/>
                  </a:lnTo>
                  <a:lnTo>
                    <a:pt x="31750" y="21590"/>
                  </a:lnTo>
                  <a:lnTo>
                    <a:pt x="33020" y="20320"/>
                  </a:lnTo>
                  <a:lnTo>
                    <a:pt x="34290" y="19050"/>
                  </a:lnTo>
                  <a:lnTo>
                    <a:pt x="35560" y="16510"/>
                  </a:lnTo>
                  <a:lnTo>
                    <a:pt x="38100" y="13970"/>
                  </a:lnTo>
                  <a:lnTo>
                    <a:pt x="37592" y="13601"/>
                  </a:lnTo>
                  <a:lnTo>
                    <a:pt x="37884" y="13449"/>
                  </a:lnTo>
                  <a:lnTo>
                    <a:pt x="38100" y="13970"/>
                  </a:lnTo>
                  <a:lnTo>
                    <a:pt x="39370" y="12700"/>
                  </a:lnTo>
                  <a:lnTo>
                    <a:pt x="40640" y="11430"/>
                  </a:lnTo>
                  <a:lnTo>
                    <a:pt x="43180" y="8890"/>
                  </a:lnTo>
                  <a:close/>
                </a:path>
              </a:pathLst>
            </a:custGeom>
            <a:solidFill>
              <a:srgbClr val="3333CC"/>
            </a:solidFill>
          </p:spPr>
          <p:txBody>
            <a:bodyPr wrap="square" lIns="0" tIns="0" rIns="0" bIns="0" rtlCol="0"/>
            <a:lstStyle/>
            <a:p/>
          </p:txBody>
        </p:sp>
      </p:grpSp>
      <p:grpSp>
        <p:nvGrpSpPr>
          <p:cNvPr id="893" name="object 893"/>
          <p:cNvGrpSpPr/>
          <p:nvPr/>
        </p:nvGrpSpPr>
        <p:grpSpPr>
          <a:xfrm>
            <a:off x="4422200" y="824290"/>
            <a:ext cx="307340" cy="855980"/>
            <a:chOff x="4422200" y="824290"/>
            <a:chExt cx="307340" cy="855980"/>
          </a:xfrm>
        </p:grpSpPr>
        <p:sp>
          <p:nvSpPr>
            <p:cNvPr id="894" name="object 894"/>
            <p:cNvSpPr/>
            <p:nvPr/>
          </p:nvSpPr>
          <p:spPr>
            <a:xfrm>
              <a:off x="4428489" y="829309"/>
              <a:ext cx="294639" cy="844550"/>
            </a:xfrm>
            <a:prstGeom prst="rect">
              <a:avLst/>
            </a:prstGeom>
            <a:blipFill>
              <a:blip r:embed="rId18" cstate="print"/>
              <a:stretch>
                <a:fillRect/>
              </a:stretch>
            </a:blipFill>
          </p:spPr>
          <p:txBody>
            <a:bodyPr wrap="square" lIns="0" tIns="0" rIns="0" bIns="0" rtlCol="0"/>
            <a:lstStyle/>
            <a:p/>
          </p:txBody>
        </p:sp>
        <p:sp>
          <p:nvSpPr>
            <p:cNvPr id="895" name="object 895"/>
            <p:cNvSpPr/>
            <p:nvPr/>
          </p:nvSpPr>
          <p:spPr>
            <a:xfrm>
              <a:off x="4428489" y="830579"/>
              <a:ext cx="294640" cy="843280"/>
            </a:xfrm>
            <a:custGeom>
              <a:avLst/>
              <a:gdLst/>
              <a:ahLst/>
              <a:cxnLst/>
              <a:rect l="l" t="t" r="r" b="b"/>
              <a:pathLst>
                <a:path w="294639" h="843280">
                  <a:moveTo>
                    <a:pt x="203200" y="228600"/>
                  </a:moveTo>
                  <a:lnTo>
                    <a:pt x="265430" y="228600"/>
                  </a:lnTo>
                  <a:lnTo>
                    <a:pt x="265430" y="434340"/>
                  </a:lnTo>
                  <a:lnTo>
                    <a:pt x="203200" y="434340"/>
                  </a:lnTo>
                  <a:lnTo>
                    <a:pt x="203200" y="843280"/>
                  </a:lnTo>
                  <a:lnTo>
                    <a:pt x="48260" y="843280"/>
                  </a:lnTo>
                  <a:lnTo>
                    <a:pt x="48260" y="434340"/>
                  </a:lnTo>
                  <a:lnTo>
                    <a:pt x="0" y="434340"/>
                  </a:lnTo>
                  <a:lnTo>
                    <a:pt x="0" y="228600"/>
                  </a:lnTo>
                  <a:lnTo>
                    <a:pt x="48260" y="228600"/>
                  </a:lnTo>
                  <a:lnTo>
                    <a:pt x="48260" y="226060"/>
                  </a:lnTo>
                  <a:lnTo>
                    <a:pt x="48260" y="208280"/>
                  </a:lnTo>
                  <a:lnTo>
                    <a:pt x="49530" y="186690"/>
                  </a:lnTo>
                  <a:lnTo>
                    <a:pt x="50800" y="166370"/>
                  </a:lnTo>
                  <a:lnTo>
                    <a:pt x="53339" y="143510"/>
                  </a:lnTo>
                  <a:lnTo>
                    <a:pt x="54610" y="132080"/>
                  </a:lnTo>
                  <a:lnTo>
                    <a:pt x="55880" y="121920"/>
                  </a:lnTo>
                  <a:lnTo>
                    <a:pt x="57150" y="111760"/>
                  </a:lnTo>
                  <a:lnTo>
                    <a:pt x="60960" y="101600"/>
                  </a:lnTo>
                  <a:lnTo>
                    <a:pt x="62230" y="92710"/>
                  </a:lnTo>
                  <a:lnTo>
                    <a:pt x="64770" y="83820"/>
                  </a:lnTo>
                  <a:lnTo>
                    <a:pt x="68580" y="74930"/>
                  </a:lnTo>
                  <a:lnTo>
                    <a:pt x="72389" y="67310"/>
                  </a:lnTo>
                  <a:lnTo>
                    <a:pt x="76200" y="59690"/>
                  </a:lnTo>
                  <a:lnTo>
                    <a:pt x="80010" y="52070"/>
                  </a:lnTo>
                  <a:lnTo>
                    <a:pt x="105410" y="22860"/>
                  </a:lnTo>
                  <a:lnTo>
                    <a:pt x="110489" y="17780"/>
                  </a:lnTo>
                  <a:lnTo>
                    <a:pt x="118110" y="13970"/>
                  </a:lnTo>
                  <a:lnTo>
                    <a:pt x="124460" y="10160"/>
                  </a:lnTo>
                  <a:lnTo>
                    <a:pt x="132080" y="6350"/>
                  </a:lnTo>
                  <a:lnTo>
                    <a:pt x="140970" y="3810"/>
                  </a:lnTo>
                  <a:lnTo>
                    <a:pt x="149860" y="2540"/>
                  </a:lnTo>
                  <a:lnTo>
                    <a:pt x="160020" y="1270"/>
                  </a:lnTo>
                  <a:lnTo>
                    <a:pt x="170180" y="0"/>
                  </a:lnTo>
                  <a:lnTo>
                    <a:pt x="180339" y="0"/>
                  </a:lnTo>
                  <a:lnTo>
                    <a:pt x="200660" y="1270"/>
                  </a:lnTo>
                  <a:lnTo>
                    <a:pt x="226060" y="3810"/>
                  </a:lnTo>
                  <a:lnTo>
                    <a:pt x="257810" y="8890"/>
                  </a:lnTo>
                  <a:lnTo>
                    <a:pt x="294639" y="16510"/>
                  </a:lnTo>
                  <a:lnTo>
                    <a:pt x="275589" y="193040"/>
                  </a:lnTo>
                  <a:lnTo>
                    <a:pt x="260350" y="189230"/>
                  </a:lnTo>
                  <a:lnTo>
                    <a:pt x="246380" y="186690"/>
                  </a:lnTo>
                  <a:lnTo>
                    <a:pt x="236220" y="184150"/>
                  </a:lnTo>
                  <a:lnTo>
                    <a:pt x="231139" y="184150"/>
                  </a:lnTo>
                  <a:lnTo>
                    <a:pt x="227330" y="184150"/>
                  </a:lnTo>
                  <a:lnTo>
                    <a:pt x="224789" y="184150"/>
                  </a:lnTo>
                  <a:lnTo>
                    <a:pt x="222250" y="184150"/>
                  </a:lnTo>
                  <a:lnTo>
                    <a:pt x="219710" y="184150"/>
                  </a:lnTo>
                  <a:lnTo>
                    <a:pt x="217170" y="185420"/>
                  </a:lnTo>
                  <a:lnTo>
                    <a:pt x="214630" y="186690"/>
                  </a:lnTo>
                  <a:lnTo>
                    <a:pt x="213360" y="186690"/>
                  </a:lnTo>
                  <a:lnTo>
                    <a:pt x="212089" y="187960"/>
                  </a:lnTo>
                  <a:lnTo>
                    <a:pt x="210820" y="189230"/>
                  </a:lnTo>
                  <a:lnTo>
                    <a:pt x="209550" y="190500"/>
                  </a:lnTo>
                  <a:lnTo>
                    <a:pt x="209550" y="191770"/>
                  </a:lnTo>
                  <a:lnTo>
                    <a:pt x="208280" y="194310"/>
                  </a:lnTo>
                  <a:lnTo>
                    <a:pt x="207010" y="195580"/>
                  </a:lnTo>
                  <a:lnTo>
                    <a:pt x="207010" y="198120"/>
                  </a:lnTo>
                  <a:lnTo>
                    <a:pt x="205739" y="200660"/>
                  </a:lnTo>
                  <a:lnTo>
                    <a:pt x="205739" y="204470"/>
                  </a:lnTo>
                  <a:lnTo>
                    <a:pt x="204470" y="208280"/>
                  </a:lnTo>
                  <a:lnTo>
                    <a:pt x="204470" y="212090"/>
                  </a:lnTo>
                  <a:lnTo>
                    <a:pt x="204470" y="217170"/>
                  </a:lnTo>
                  <a:lnTo>
                    <a:pt x="203200" y="223520"/>
                  </a:lnTo>
                  <a:lnTo>
                    <a:pt x="203200" y="228600"/>
                  </a:lnTo>
                  <a:close/>
                </a:path>
              </a:pathLst>
            </a:custGeom>
            <a:ln w="12579">
              <a:solidFill>
                <a:srgbClr val="3333CC"/>
              </a:solidFill>
            </a:ln>
          </p:spPr>
          <p:txBody>
            <a:bodyPr wrap="square" lIns="0" tIns="0" rIns="0" bIns="0" rtlCol="0"/>
            <a:lstStyle/>
            <a:p/>
          </p:txBody>
        </p:sp>
      </p:grpSp>
      <p:sp>
        <p:nvSpPr>
          <p:cNvPr id="896" name="object 896"/>
          <p:cNvSpPr/>
          <p:nvPr/>
        </p:nvSpPr>
        <p:spPr>
          <a:xfrm>
            <a:off x="5045709" y="843280"/>
            <a:ext cx="393700" cy="830580"/>
          </a:xfrm>
          <a:custGeom>
            <a:avLst/>
            <a:gdLst/>
            <a:ahLst/>
            <a:cxnLst/>
            <a:rect l="l" t="t" r="r" b="b"/>
            <a:pathLst>
              <a:path w="393700" h="830580">
                <a:moveTo>
                  <a:pt x="0" y="0"/>
                </a:moveTo>
                <a:lnTo>
                  <a:pt x="170179" y="0"/>
                </a:lnTo>
                <a:lnTo>
                  <a:pt x="170179" y="591820"/>
                </a:lnTo>
                <a:lnTo>
                  <a:pt x="393700" y="591820"/>
                </a:lnTo>
                <a:lnTo>
                  <a:pt x="393700" y="830580"/>
                </a:lnTo>
                <a:lnTo>
                  <a:pt x="0" y="830580"/>
                </a:lnTo>
                <a:lnTo>
                  <a:pt x="0" y="0"/>
                </a:lnTo>
                <a:close/>
              </a:path>
            </a:pathLst>
          </a:custGeom>
          <a:ln w="12579">
            <a:solidFill>
              <a:srgbClr val="3333CC"/>
            </a:solidFill>
          </a:ln>
        </p:spPr>
        <p:txBody>
          <a:bodyPr wrap="square" lIns="0" tIns="0" rIns="0" bIns="0" rtlCol="0"/>
          <a:lstStyle/>
          <a:p/>
        </p:txBody>
      </p:sp>
      <p:grpSp>
        <p:nvGrpSpPr>
          <p:cNvPr id="897" name="object 897"/>
          <p:cNvGrpSpPr/>
          <p:nvPr/>
        </p:nvGrpSpPr>
        <p:grpSpPr>
          <a:xfrm>
            <a:off x="5520690" y="836930"/>
            <a:ext cx="168910" cy="843280"/>
            <a:chOff x="5520690" y="836930"/>
            <a:chExt cx="168910" cy="843280"/>
          </a:xfrm>
        </p:grpSpPr>
        <p:sp>
          <p:nvSpPr>
            <p:cNvPr id="898" name="object 898"/>
            <p:cNvSpPr/>
            <p:nvPr/>
          </p:nvSpPr>
          <p:spPr>
            <a:xfrm>
              <a:off x="5527040" y="843280"/>
              <a:ext cx="156210" cy="830580"/>
            </a:xfrm>
            <a:prstGeom prst="rect">
              <a:avLst/>
            </a:prstGeom>
            <a:blipFill>
              <a:blip r:embed="rId19" cstate="print"/>
              <a:stretch>
                <a:fillRect/>
              </a:stretch>
            </a:blipFill>
          </p:spPr>
          <p:txBody>
            <a:bodyPr wrap="square" lIns="0" tIns="0" rIns="0" bIns="0" rtlCol="0"/>
            <a:lstStyle/>
            <a:p/>
          </p:txBody>
        </p:sp>
        <p:sp>
          <p:nvSpPr>
            <p:cNvPr id="899" name="object 899"/>
            <p:cNvSpPr/>
            <p:nvPr/>
          </p:nvSpPr>
          <p:spPr>
            <a:xfrm>
              <a:off x="5520690" y="836929"/>
              <a:ext cx="168910" cy="843280"/>
            </a:xfrm>
            <a:custGeom>
              <a:avLst/>
              <a:gdLst/>
              <a:ahLst/>
              <a:cxnLst/>
              <a:rect l="l" t="t" r="r" b="b"/>
              <a:pathLst>
                <a:path w="168910" h="843280">
                  <a:moveTo>
                    <a:pt x="168910" y="215900"/>
                  </a:moveTo>
                  <a:lnTo>
                    <a:pt x="161290" y="215900"/>
                  </a:lnTo>
                  <a:lnTo>
                    <a:pt x="156210" y="215900"/>
                  </a:lnTo>
                  <a:lnTo>
                    <a:pt x="156210" y="228600"/>
                  </a:lnTo>
                  <a:lnTo>
                    <a:pt x="156210" y="830580"/>
                  </a:lnTo>
                  <a:lnTo>
                    <a:pt x="12700" y="830580"/>
                  </a:lnTo>
                  <a:lnTo>
                    <a:pt x="12700" y="228600"/>
                  </a:lnTo>
                  <a:lnTo>
                    <a:pt x="156210" y="228600"/>
                  </a:lnTo>
                  <a:lnTo>
                    <a:pt x="156210" y="215900"/>
                  </a:lnTo>
                  <a:lnTo>
                    <a:pt x="6350" y="215900"/>
                  </a:lnTo>
                  <a:lnTo>
                    <a:pt x="0" y="215900"/>
                  </a:lnTo>
                  <a:lnTo>
                    <a:pt x="0" y="222250"/>
                  </a:lnTo>
                  <a:lnTo>
                    <a:pt x="0" y="836930"/>
                  </a:lnTo>
                  <a:lnTo>
                    <a:pt x="0" y="843280"/>
                  </a:lnTo>
                  <a:lnTo>
                    <a:pt x="6350" y="843280"/>
                  </a:lnTo>
                  <a:lnTo>
                    <a:pt x="161290" y="843280"/>
                  </a:lnTo>
                  <a:lnTo>
                    <a:pt x="168910" y="843280"/>
                  </a:lnTo>
                  <a:lnTo>
                    <a:pt x="168910" y="836930"/>
                  </a:lnTo>
                  <a:lnTo>
                    <a:pt x="168910" y="222250"/>
                  </a:lnTo>
                  <a:lnTo>
                    <a:pt x="168910" y="215900"/>
                  </a:lnTo>
                  <a:close/>
                </a:path>
                <a:path w="168910" h="843280">
                  <a:moveTo>
                    <a:pt x="168910" y="0"/>
                  </a:moveTo>
                  <a:lnTo>
                    <a:pt x="161290" y="0"/>
                  </a:lnTo>
                  <a:lnTo>
                    <a:pt x="156210" y="0"/>
                  </a:lnTo>
                  <a:lnTo>
                    <a:pt x="156210" y="12700"/>
                  </a:lnTo>
                  <a:lnTo>
                    <a:pt x="156210" y="194310"/>
                  </a:lnTo>
                  <a:lnTo>
                    <a:pt x="12700" y="194310"/>
                  </a:lnTo>
                  <a:lnTo>
                    <a:pt x="12700" y="12700"/>
                  </a:lnTo>
                  <a:lnTo>
                    <a:pt x="156210" y="12700"/>
                  </a:lnTo>
                  <a:lnTo>
                    <a:pt x="156210" y="0"/>
                  </a:lnTo>
                  <a:lnTo>
                    <a:pt x="6350" y="0"/>
                  </a:lnTo>
                  <a:lnTo>
                    <a:pt x="0" y="0"/>
                  </a:lnTo>
                  <a:lnTo>
                    <a:pt x="0" y="6350"/>
                  </a:lnTo>
                  <a:lnTo>
                    <a:pt x="0" y="200660"/>
                  </a:lnTo>
                  <a:lnTo>
                    <a:pt x="0" y="207010"/>
                  </a:lnTo>
                  <a:lnTo>
                    <a:pt x="6350" y="207010"/>
                  </a:lnTo>
                  <a:lnTo>
                    <a:pt x="161290" y="207010"/>
                  </a:lnTo>
                  <a:lnTo>
                    <a:pt x="168910" y="207010"/>
                  </a:lnTo>
                  <a:lnTo>
                    <a:pt x="168910" y="200660"/>
                  </a:lnTo>
                  <a:lnTo>
                    <a:pt x="168910" y="6350"/>
                  </a:lnTo>
                  <a:lnTo>
                    <a:pt x="168910" y="0"/>
                  </a:lnTo>
                  <a:close/>
                </a:path>
              </a:pathLst>
            </a:custGeom>
            <a:solidFill>
              <a:srgbClr val="3333CC"/>
            </a:solidFill>
          </p:spPr>
          <p:txBody>
            <a:bodyPr wrap="square" lIns="0" tIns="0" rIns="0" bIns="0" rtlCol="0"/>
            <a:lstStyle/>
            <a:p/>
          </p:txBody>
        </p:sp>
      </p:grpSp>
      <p:sp>
        <p:nvSpPr>
          <p:cNvPr id="900" name="object 900"/>
          <p:cNvSpPr/>
          <p:nvPr/>
        </p:nvSpPr>
        <p:spPr>
          <a:xfrm>
            <a:off x="5765800" y="1046480"/>
            <a:ext cx="386080" cy="641350"/>
          </a:xfrm>
          <a:custGeom>
            <a:avLst/>
            <a:gdLst/>
            <a:ahLst/>
            <a:cxnLst/>
            <a:rect l="l" t="t" r="r" b="b"/>
            <a:pathLst>
              <a:path w="386079" h="641350">
                <a:moveTo>
                  <a:pt x="0" y="426720"/>
                </a:moveTo>
                <a:lnTo>
                  <a:pt x="153670" y="402590"/>
                </a:lnTo>
                <a:lnTo>
                  <a:pt x="156210" y="412750"/>
                </a:lnTo>
                <a:lnTo>
                  <a:pt x="158750" y="424180"/>
                </a:lnTo>
                <a:lnTo>
                  <a:pt x="161289" y="433070"/>
                </a:lnTo>
                <a:lnTo>
                  <a:pt x="163829" y="441960"/>
                </a:lnTo>
                <a:lnTo>
                  <a:pt x="166370" y="449580"/>
                </a:lnTo>
                <a:lnTo>
                  <a:pt x="168910" y="454660"/>
                </a:lnTo>
                <a:lnTo>
                  <a:pt x="170179" y="457200"/>
                </a:lnTo>
                <a:lnTo>
                  <a:pt x="171450" y="459740"/>
                </a:lnTo>
                <a:lnTo>
                  <a:pt x="172720" y="461010"/>
                </a:lnTo>
                <a:lnTo>
                  <a:pt x="173989" y="463550"/>
                </a:lnTo>
                <a:lnTo>
                  <a:pt x="176529" y="466090"/>
                </a:lnTo>
                <a:lnTo>
                  <a:pt x="180339" y="468630"/>
                </a:lnTo>
                <a:lnTo>
                  <a:pt x="182879" y="471170"/>
                </a:lnTo>
                <a:lnTo>
                  <a:pt x="186689" y="472440"/>
                </a:lnTo>
                <a:lnTo>
                  <a:pt x="190500" y="473710"/>
                </a:lnTo>
                <a:lnTo>
                  <a:pt x="195579" y="474980"/>
                </a:lnTo>
                <a:lnTo>
                  <a:pt x="199389" y="474980"/>
                </a:lnTo>
                <a:lnTo>
                  <a:pt x="204470" y="474980"/>
                </a:lnTo>
                <a:lnTo>
                  <a:pt x="209550" y="474980"/>
                </a:lnTo>
                <a:lnTo>
                  <a:pt x="214629" y="474980"/>
                </a:lnTo>
                <a:lnTo>
                  <a:pt x="218439" y="473710"/>
                </a:lnTo>
                <a:lnTo>
                  <a:pt x="222250" y="472440"/>
                </a:lnTo>
                <a:lnTo>
                  <a:pt x="227329" y="469900"/>
                </a:lnTo>
                <a:lnTo>
                  <a:pt x="229870" y="467360"/>
                </a:lnTo>
                <a:lnTo>
                  <a:pt x="233679" y="464820"/>
                </a:lnTo>
                <a:lnTo>
                  <a:pt x="234950" y="463550"/>
                </a:lnTo>
                <a:lnTo>
                  <a:pt x="236220" y="461010"/>
                </a:lnTo>
                <a:lnTo>
                  <a:pt x="237489" y="459740"/>
                </a:lnTo>
                <a:lnTo>
                  <a:pt x="238760" y="458470"/>
                </a:lnTo>
                <a:lnTo>
                  <a:pt x="238760" y="457200"/>
                </a:lnTo>
                <a:lnTo>
                  <a:pt x="240029" y="455930"/>
                </a:lnTo>
                <a:lnTo>
                  <a:pt x="240029" y="454660"/>
                </a:lnTo>
                <a:lnTo>
                  <a:pt x="240029" y="453390"/>
                </a:lnTo>
                <a:lnTo>
                  <a:pt x="241300" y="452120"/>
                </a:lnTo>
                <a:lnTo>
                  <a:pt x="241300" y="438150"/>
                </a:lnTo>
                <a:lnTo>
                  <a:pt x="240029" y="436880"/>
                </a:lnTo>
                <a:lnTo>
                  <a:pt x="240029" y="435610"/>
                </a:lnTo>
                <a:lnTo>
                  <a:pt x="238760" y="434340"/>
                </a:lnTo>
                <a:lnTo>
                  <a:pt x="238760" y="433070"/>
                </a:lnTo>
                <a:lnTo>
                  <a:pt x="237489" y="431800"/>
                </a:lnTo>
                <a:lnTo>
                  <a:pt x="236220" y="430530"/>
                </a:lnTo>
                <a:lnTo>
                  <a:pt x="234950" y="429260"/>
                </a:lnTo>
                <a:lnTo>
                  <a:pt x="233679" y="427990"/>
                </a:lnTo>
                <a:lnTo>
                  <a:pt x="232410" y="426720"/>
                </a:lnTo>
                <a:lnTo>
                  <a:pt x="228600" y="425450"/>
                </a:lnTo>
                <a:lnTo>
                  <a:pt x="223520" y="422910"/>
                </a:lnTo>
                <a:lnTo>
                  <a:pt x="217170" y="420370"/>
                </a:lnTo>
                <a:lnTo>
                  <a:pt x="201929" y="414020"/>
                </a:lnTo>
                <a:lnTo>
                  <a:pt x="182879" y="408940"/>
                </a:lnTo>
                <a:lnTo>
                  <a:pt x="151129" y="398780"/>
                </a:lnTo>
                <a:lnTo>
                  <a:pt x="102870" y="379730"/>
                </a:lnTo>
                <a:lnTo>
                  <a:pt x="66039" y="353060"/>
                </a:lnTo>
                <a:lnTo>
                  <a:pt x="43179" y="316230"/>
                </a:lnTo>
                <a:lnTo>
                  <a:pt x="36829" y="306070"/>
                </a:lnTo>
                <a:lnTo>
                  <a:pt x="33020" y="293370"/>
                </a:lnTo>
                <a:lnTo>
                  <a:pt x="29210" y="281940"/>
                </a:lnTo>
                <a:lnTo>
                  <a:pt x="25400" y="269240"/>
                </a:lnTo>
                <a:lnTo>
                  <a:pt x="22860" y="256540"/>
                </a:lnTo>
                <a:lnTo>
                  <a:pt x="20320" y="243840"/>
                </a:lnTo>
                <a:lnTo>
                  <a:pt x="19050" y="229870"/>
                </a:lnTo>
                <a:lnTo>
                  <a:pt x="17779" y="214630"/>
                </a:lnTo>
                <a:lnTo>
                  <a:pt x="17779" y="200660"/>
                </a:lnTo>
                <a:lnTo>
                  <a:pt x="17779" y="185420"/>
                </a:lnTo>
                <a:lnTo>
                  <a:pt x="19050" y="170180"/>
                </a:lnTo>
                <a:lnTo>
                  <a:pt x="20320" y="154940"/>
                </a:lnTo>
                <a:lnTo>
                  <a:pt x="22860" y="140970"/>
                </a:lnTo>
                <a:lnTo>
                  <a:pt x="25400" y="127000"/>
                </a:lnTo>
                <a:lnTo>
                  <a:pt x="29210" y="114300"/>
                </a:lnTo>
                <a:lnTo>
                  <a:pt x="34289" y="101600"/>
                </a:lnTo>
                <a:lnTo>
                  <a:pt x="39370" y="90170"/>
                </a:lnTo>
                <a:lnTo>
                  <a:pt x="44450" y="78740"/>
                </a:lnTo>
                <a:lnTo>
                  <a:pt x="50800" y="68580"/>
                </a:lnTo>
                <a:lnTo>
                  <a:pt x="58420" y="58420"/>
                </a:lnTo>
                <a:lnTo>
                  <a:pt x="64770" y="49530"/>
                </a:lnTo>
                <a:lnTo>
                  <a:pt x="72389" y="41910"/>
                </a:lnTo>
                <a:lnTo>
                  <a:pt x="80010" y="34290"/>
                </a:lnTo>
                <a:lnTo>
                  <a:pt x="88900" y="27940"/>
                </a:lnTo>
                <a:lnTo>
                  <a:pt x="97789" y="21590"/>
                </a:lnTo>
                <a:lnTo>
                  <a:pt x="140970" y="5080"/>
                </a:lnTo>
                <a:lnTo>
                  <a:pt x="152400" y="3810"/>
                </a:lnTo>
                <a:lnTo>
                  <a:pt x="165100" y="1270"/>
                </a:lnTo>
                <a:lnTo>
                  <a:pt x="193039" y="0"/>
                </a:lnTo>
                <a:lnTo>
                  <a:pt x="222250" y="1270"/>
                </a:lnTo>
                <a:lnTo>
                  <a:pt x="247650" y="3810"/>
                </a:lnTo>
                <a:lnTo>
                  <a:pt x="287020" y="16510"/>
                </a:lnTo>
                <a:lnTo>
                  <a:pt x="294639" y="21590"/>
                </a:lnTo>
                <a:lnTo>
                  <a:pt x="302260" y="26670"/>
                </a:lnTo>
                <a:lnTo>
                  <a:pt x="308610" y="33020"/>
                </a:lnTo>
                <a:lnTo>
                  <a:pt x="316229" y="39370"/>
                </a:lnTo>
                <a:lnTo>
                  <a:pt x="321310" y="45720"/>
                </a:lnTo>
                <a:lnTo>
                  <a:pt x="344170" y="80010"/>
                </a:lnTo>
                <a:lnTo>
                  <a:pt x="354329" y="105410"/>
                </a:lnTo>
                <a:lnTo>
                  <a:pt x="360679" y="119380"/>
                </a:lnTo>
                <a:lnTo>
                  <a:pt x="365760" y="135890"/>
                </a:lnTo>
                <a:lnTo>
                  <a:pt x="370839" y="153670"/>
                </a:lnTo>
                <a:lnTo>
                  <a:pt x="375920" y="172720"/>
                </a:lnTo>
                <a:lnTo>
                  <a:pt x="381000" y="194310"/>
                </a:lnTo>
                <a:lnTo>
                  <a:pt x="229870" y="219710"/>
                </a:lnTo>
                <a:lnTo>
                  <a:pt x="228600" y="210820"/>
                </a:lnTo>
                <a:lnTo>
                  <a:pt x="227329" y="203200"/>
                </a:lnTo>
                <a:lnTo>
                  <a:pt x="224789" y="195580"/>
                </a:lnTo>
                <a:lnTo>
                  <a:pt x="223520" y="189230"/>
                </a:lnTo>
                <a:lnTo>
                  <a:pt x="222250" y="184150"/>
                </a:lnTo>
                <a:lnTo>
                  <a:pt x="219710" y="179070"/>
                </a:lnTo>
                <a:lnTo>
                  <a:pt x="219710" y="177800"/>
                </a:lnTo>
                <a:lnTo>
                  <a:pt x="218439" y="176530"/>
                </a:lnTo>
                <a:lnTo>
                  <a:pt x="217170" y="175260"/>
                </a:lnTo>
                <a:lnTo>
                  <a:pt x="217170" y="173990"/>
                </a:lnTo>
                <a:lnTo>
                  <a:pt x="213360" y="170180"/>
                </a:lnTo>
                <a:lnTo>
                  <a:pt x="210820" y="168910"/>
                </a:lnTo>
                <a:lnTo>
                  <a:pt x="207010" y="165100"/>
                </a:lnTo>
                <a:lnTo>
                  <a:pt x="203200" y="163830"/>
                </a:lnTo>
                <a:lnTo>
                  <a:pt x="199389" y="162560"/>
                </a:lnTo>
                <a:lnTo>
                  <a:pt x="195579" y="162560"/>
                </a:lnTo>
                <a:lnTo>
                  <a:pt x="191770" y="161290"/>
                </a:lnTo>
                <a:lnTo>
                  <a:pt x="187960" y="161290"/>
                </a:lnTo>
                <a:lnTo>
                  <a:pt x="182879" y="161290"/>
                </a:lnTo>
                <a:lnTo>
                  <a:pt x="179070" y="161290"/>
                </a:lnTo>
                <a:lnTo>
                  <a:pt x="176529" y="162560"/>
                </a:lnTo>
                <a:lnTo>
                  <a:pt x="172720" y="162560"/>
                </a:lnTo>
                <a:lnTo>
                  <a:pt x="170179" y="163830"/>
                </a:lnTo>
                <a:lnTo>
                  <a:pt x="167639" y="165100"/>
                </a:lnTo>
                <a:lnTo>
                  <a:pt x="166370" y="166370"/>
                </a:lnTo>
                <a:lnTo>
                  <a:pt x="165100" y="166370"/>
                </a:lnTo>
                <a:lnTo>
                  <a:pt x="165100" y="167640"/>
                </a:lnTo>
                <a:lnTo>
                  <a:pt x="163829" y="170180"/>
                </a:lnTo>
                <a:lnTo>
                  <a:pt x="162560" y="171450"/>
                </a:lnTo>
                <a:lnTo>
                  <a:pt x="162560" y="172720"/>
                </a:lnTo>
                <a:lnTo>
                  <a:pt x="161289" y="172720"/>
                </a:lnTo>
                <a:lnTo>
                  <a:pt x="161289" y="173990"/>
                </a:lnTo>
                <a:lnTo>
                  <a:pt x="160020" y="175260"/>
                </a:lnTo>
                <a:lnTo>
                  <a:pt x="160020" y="176530"/>
                </a:lnTo>
                <a:lnTo>
                  <a:pt x="160020" y="177800"/>
                </a:lnTo>
                <a:lnTo>
                  <a:pt x="160020" y="179070"/>
                </a:lnTo>
                <a:lnTo>
                  <a:pt x="160020" y="180340"/>
                </a:lnTo>
                <a:lnTo>
                  <a:pt x="160020" y="181610"/>
                </a:lnTo>
                <a:lnTo>
                  <a:pt x="160020" y="182880"/>
                </a:lnTo>
                <a:lnTo>
                  <a:pt x="160020" y="184150"/>
                </a:lnTo>
                <a:lnTo>
                  <a:pt x="160020" y="185420"/>
                </a:lnTo>
                <a:lnTo>
                  <a:pt x="160020" y="186690"/>
                </a:lnTo>
                <a:lnTo>
                  <a:pt x="160020" y="187960"/>
                </a:lnTo>
                <a:lnTo>
                  <a:pt x="160020" y="189230"/>
                </a:lnTo>
                <a:lnTo>
                  <a:pt x="161289" y="189230"/>
                </a:lnTo>
                <a:lnTo>
                  <a:pt x="161289" y="190500"/>
                </a:lnTo>
                <a:lnTo>
                  <a:pt x="161289" y="191770"/>
                </a:lnTo>
                <a:lnTo>
                  <a:pt x="162560" y="191770"/>
                </a:lnTo>
                <a:lnTo>
                  <a:pt x="162560" y="193040"/>
                </a:lnTo>
                <a:lnTo>
                  <a:pt x="165100" y="194310"/>
                </a:lnTo>
                <a:lnTo>
                  <a:pt x="165100" y="195580"/>
                </a:lnTo>
                <a:lnTo>
                  <a:pt x="167639" y="196850"/>
                </a:lnTo>
                <a:lnTo>
                  <a:pt x="171450" y="198120"/>
                </a:lnTo>
                <a:lnTo>
                  <a:pt x="176529" y="200660"/>
                </a:lnTo>
                <a:lnTo>
                  <a:pt x="181610" y="203200"/>
                </a:lnTo>
                <a:lnTo>
                  <a:pt x="196850" y="207010"/>
                </a:lnTo>
                <a:lnTo>
                  <a:pt x="214629" y="210820"/>
                </a:lnTo>
                <a:lnTo>
                  <a:pt x="246379" y="218440"/>
                </a:lnTo>
                <a:lnTo>
                  <a:pt x="273050" y="227330"/>
                </a:lnTo>
                <a:lnTo>
                  <a:pt x="284479" y="232410"/>
                </a:lnTo>
                <a:lnTo>
                  <a:pt x="295910" y="236220"/>
                </a:lnTo>
                <a:lnTo>
                  <a:pt x="306070" y="242570"/>
                </a:lnTo>
                <a:lnTo>
                  <a:pt x="314960" y="247650"/>
                </a:lnTo>
                <a:lnTo>
                  <a:pt x="323850" y="254000"/>
                </a:lnTo>
                <a:lnTo>
                  <a:pt x="331470" y="261620"/>
                </a:lnTo>
                <a:lnTo>
                  <a:pt x="337820" y="267970"/>
                </a:lnTo>
                <a:lnTo>
                  <a:pt x="345439" y="276860"/>
                </a:lnTo>
                <a:lnTo>
                  <a:pt x="351789" y="285750"/>
                </a:lnTo>
                <a:lnTo>
                  <a:pt x="356870" y="295910"/>
                </a:lnTo>
                <a:lnTo>
                  <a:pt x="361950" y="307340"/>
                </a:lnTo>
                <a:lnTo>
                  <a:pt x="368300" y="317500"/>
                </a:lnTo>
                <a:lnTo>
                  <a:pt x="372110" y="330200"/>
                </a:lnTo>
                <a:lnTo>
                  <a:pt x="375920" y="341630"/>
                </a:lnTo>
                <a:lnTo>
                  <a:pt x="378460" y="354330"/>
                </a:lnTo>
                <a:lnTo>
                  <a:pt x="382270" y="367030"/>
                </a:lnTo>
                <a:lnTo>
                  <a:pt x="383539" y="379730"/>
                </a:lnTo>
                <a:lnTo>
                  <a:pt x="384810" y="393700"/>
                </a:lnTo>
                <a:lnTo>
                  <a:pt x="386079" y="406400"/>
                </a:lnTo>
                <a:lnTo>
                  <a:pt x="386079" y="420370"/>
                </a:lnTo>
                <a:lnTo>
                  <a:pt x="386079" y="434340"/>
                </a:lnTo>
                <a:lnTo>
                  <a:pt x="384810" y="448310"/>
                </a:lnTo>
                <a:lnTo>
                  <a:pt x="378460" y="488950"/>
                </a:lnTo>
                <a:lnTo>
                  <a:pt x="367029" y="528320"/>
                </a:lnTo>
                <a:lnTo>
                  <a:pt x="361950" y="541020"/>
                </a:lnTo>
                <a:lnTo>
                  <a:pt x="355600" y="553720"/>
                </a:lnTo>
                <a:lnTo>
                  <a:pt x="349250" y="565150"/>
                </a:lnTo>
                <a:lnTo>
                  <a:pt x="341629" y="575310"/>
                </a:lnTo>
                <a:lnTo>
                  <a:pt x="334010" y="585470"/>
                </a:lnTo>
                <a:lnTo>
                  <a:pt x="295910" y="617220"/>
                </a:lnTo>
                <a:lnTo>
                  <a:pt x="257810" y="633730"/>
                </a:lnTo>
                <a:lnTo>
                  <a:pt x="214629" y="640080"/>
                </a:lnTo>
                <a:lnTo>
                  <a:pt x="198120" y="641350"/>
                </a:lnTo>
                <a:lnTo>
                  <a:pt x="173989" y="640080"/>
                </a:lnTo>
                <a:lnTo>
                  <a:pt x="133350" y="633730"/>
                </a:lnTo>
                <a:lnTo>
                  <a:pt x="83820" y="613410"/>
                </a:lnTo>
                <a:lnTo>
                  <a:pt x="69850" y="603250"/>
                </a:lnTo>
                <a:lnTo>
                  <a:pt x="63500" y="598170"/>
                </a:lnTo>
                <a:lnTo>
                  <a:pt x="58420" y="591820"/>
                </a:lnTo>
                <a:lnTo>
                  <a:pt x="53339" y="585470"/>
                </a:lnTo>
                <a:lnTo>
                  <a:pt x="48260" y="579120"/>
                </a:lnTo>
                <a:lnTo>
                  <a:pt x="43179" y="571500"/>
                </a:lnTo>
                <a:lnTo>
                  <a:pt x="39370" y="562610"/>
                </a:lnTo>
                <a:lnTo>
                  <a:pt x="34289" y="554990"/>
                </a:lnTo>
                <a:lnTo>
                  <a:pt x="15239" y="504190"/>
                </a:lnTo>
                <a:lnTo>
                  <a:pt x="3810" y="454660"/>
                </a:lnTo>
                <a:lnTo>
                  <a:pt x="0" y="426720"/>
                </a:lnTo>
                <a:close/>
              </a:path>
            </a:pathLst>
          </a:custGeom>
          <a:ln w="12579">
            <a:solidFill>
              <a:srgbClr val="3333CC"/>
            </a:solidFill>
          </a:ln>
        </p:spPr>
        <p:txBody>
          <a:bodyPr wrap="square" lIns="0" tIns="0" rIns="0" bIns="0" rtlCol="0"/>
          <a:lstStyle/>
          <a:p/>
        </p:txBody>
      </p:sp>
      <p:grpSp>
        <p:nvGrpSpPr>
          <p:cNvPr id="901" name="object 901"/>
          <p:cNvGrpSpPr/>
          <p:nvPr/>
        </p:nvGrpSpPr>
        <p:grpSpPr>
          <a:xfrm>
            <a:off x="6212900" y="823020"/>
            <a:ext cx="292100" cy="869950"/>
            <a:chOff x="6212900" y="823020"/>
            <a:chExt cx="292100" cy="869950"/>
          </a:xfrm>
        </p:grpSpPr>
        <p:sp>
          <p:nvSpPr>
            <p:cNvPr id="902" name="object 902"/>
            <p:cNvSpPr/>
            <p:nvPr/>
          </p:nvSpPr>
          <p:spPr>
            <a:xfrm>
              <a:off x="6219189" y="828039"/>
              <a:ext cx="280670" cy="858519"/>
            </a:xfrm>
            <a:prstGeom prst="rect">
              <a:avLst/>
            </a:prstGeom>
            <a:blipFill>
              <a:blip r:embed="rId20" cstate="print"/>
              <a:stretch>
                <a:fillRect/>
              </a:stretch>
            </a:blipFill>
          </p:spPr>
          <p:txBody>
            <a:bodyPr wrap="square" lIns="0" tIns="0" rIns="0" bIns="0" rtlCol="0"/>
            <a:lstStyle/>
            <a:p/>
          </p:txBody>
        </p:sp>
        <p:sp>
          <p:nvSpPr>
            <p:cNvPr id="903" name="object 903"/>
            <p:cNvSpPr/>
            <p:nvPr/>
          </p:nvSpPr>
          <p:spPr>
            <a:xfrm>
              <a:off x="6219189" y="829309"/>
              <a:ext cx="279400" cy="857250"/>
            </a:xfrm>
            <a:custGeom>
              <a:avLst/>
              <a:gdLst/>
              <a:ahLst/>
              <a:cxnLst/>
              <a:rect l="l" t="t" r="r" b="b"/>
              <a:pathLst>
                <a:path w="279400" h="857250">
                  <a:moveTo>
                    <a:pt x="203200" y="0"/>
                  </a:moveTo>
                  <a:lnTo>
                    <a:pt x="203200" y="229869"/>
                  </a:lnTo>
                  <a:lnTo>
                    <a:pt x="274320" y="229869"/>
                  </a:lnTo>
                  <a:lnTo>
                    <a:pt x="274320" y="435610"/>
                  </a:lnTo>
                  <a:lnTo>
                    <a:pt x="203200" y="435610"/>
                  </a:lnTo>
                  <a:lnTo>
                    <a:pt x="203200" y="613410"/>
                  </a:lnTo>
                  <a:lnTo>
                    <a:pt x="203200" y="627379"/>
                  </a:lnTo>
                  <a:lnTo>
                    <a:pt x="203200" y="633729"/>
                  </a:lnTo>
                  <a:lnTo>
                    <a:pt x="203200" y="637539"/>
                  </a:lnTo>
                  <a:lnTo>
                    <a:pt x="204470" y="642619"/>
                  </a:lnTo>
                  <a:lnTo>
                    <a:pt x="204470" y="645160"/>
                  </a:lnTo>
                  <a:lnTo>
                    <a:pt x="204470" y="647700"/>
                  </a:lnTo>
                  <a:lnTo>
                    <a:pt x="204470" y="648969"/>
                  </a:lnTo>
                  <a:lnTo>
                    <a:pt x="205739" y="650239"/>
                  </a:lnTo>
                  <a:lnTo>
                    <a:pt x="205739" y="651510"/>
                  </a:lnTo>
                  <a:lnTo>
                    <a:pt x="207010" y="652779"/>
                  </a:lnTo>
                  <a:lnTo>
                    <a:pt x="207010" y="654050"/>
                  </a:lnTo>
                  <a:lnTo>
                    <a:pt x="208280" y="654050"/>
                  </a:lnTo>
                  <a:lnTo>
                    <a:pt x="208280" y="655319"/>
                  </a:lnTo>
                  <a:lnTo>
                    <a:pt x="209550" y="655319"/>
                  </a:lnTo>
                  <a:lnTo>
                    <a:pt x="209550" y="656589"/>
                  </a:lnTo>
                  <a:lnTo>
                    <a:pt x="210820" y="656589"/>
                  </a:lnTo>
                  <a:lnTo>
                    <a:pt x="212089" y="656589"/>
                  </a:lnTo>
                  <a:lnTo>
                    <a:pt x="214630" y="657860"/>
                  </a:lnTo>
                  <a:lnTo>
                    <a:pt x="215900" y="657860"/>
                  </a:lnTo>
                  <a:lnTo>
                    <a:pt x="217170" y="657860"/>
                  </a:lnTo>
                  <a:lnTo>
                    <a:pt x="219710" y="656589"/>
                  </a:lnTo>
                  <a:lnTo>
                    <a:pt x="223520" y="656589"/>
                  </a:lnTo>
                  <a:lnTo>
                    <a:pt x="228600" y="654050"/>
                  </a:lnTo>
                  <a:lnTo>
                    <a:pt x="234950" y="651510"/>
                  </a:lnTo>
                  <a:lnTo>
                    <a:pt x="248920" y="645160"/>
                  </a:lnTo>
                  <a:lnTo>
                    <a:pt x="266700" y="636269"/>
                  </a:lnTo>
                  <a:lnTo>
                    <a:pt x="279400" y="834389"/>
                  </a:lnTo>
                  <a:lnTo>
                    <a:pt x="250189" y="844550"/>
                  </a:lnTo>
                  <a:lnTo>
                    <a:pt x="223520" y="852169"/>
                  </a:lnTo>
                  <a:lnTo>
                    <a:pt x="198120" y="855979"/>
                  </a:lnTo>
                  <a:lnTo>
                    <a:pt x="187960" y="857250"/>
                  </a:lnTo>
                  <a:lnTo>
                    <a:pt x="176530" y="857250"/>
                  </a:lnTo>
                  <a:lnTo>
                    <a:pt x="163830" y="857250"/>
                  </a:lnTo>
                  <a:lnTo>
                    <a:pt x="151130" y="855979"/>
                  </a:lnTo>
                  <a:lnTo>
                    <a:pt x="140970" y="853439"/>
                  </a:lnTo>
                  <a:lnTo>
                    <a:pt x="130810" y="850900"/>
                  </a:lnTo>
                  <a:lnTo>
                    <a:pt x="121920" y="847089"/>
                  </a:lnTo>
                  <a:lnTo>
                    <a:pt x="113030" y="844550"/>
                  </a:lnTo>
                  <a:lnTo>
                    <a:pt x="105410" y="839469"/>
                  </a:lnTo>
                  <a:lnTo>
                    <a:pt x="99060" y="833119"/>
                  </a:lnTo>
                  <a:lnTo>
                    <a:pt x="91439" y="826769"/>
                  </a:lnTo>
                  <a:lnTo>
                    <a:pt x="86360" y="820419"/>
                  </a:lnTo>
                  <a:lnTo>
                    <a:pt x="81280" y="811529"/>
                  </a:lnTo>
                  <a:lnTo>
                    <a:pt x="76200" y="803910"/>
                  </a:lnTo>
                  <a:lnTo>
                    <a:pt x="71120" y="793750"/>
                  </a:lnTo>
                  <a:lnTo>
                    <a:pt x="67310" y="783589"/>
                  </a:lnTo>
                  <a:lnTo>
                    <a:pt x="62230" y="772160"/>
                  </a:lnTo>
                  <a:lnTo>
                    <a:pt x="59689" y="760729"/>
                  </a:lnTo>
                  <a:lnTo>
                    <a:pt x="52070" y="717550"/>
                  </a:lnTo>
                  <a:lnTo>
                    <a:pt x="49530" y="679450"/>
                  </a:lnTo>
                  <a:lnTo>
                    <a:pt x="48260" y="659129"/>
                  </a:lnTo>
                  <a:lnTo>
                    <a:pt x="46989" y="612139"/>
                  </a:lnTo>
                  <a:lnTo>
                    <a:pt x="46989" y="435610"/>
                  </a:lnTo>
                  <a:lnTo>
                    <a:pt x="0" y="435610"/>
                  </a:lnTo>
                  <a:lnTo>
                    <a:pt x="0" y="229869"/>
                  </a:lnTo>
                  <a:lnTo>
                    <a:pt x="46989" y="229869"/>
                  </a:lnTo>
                  <a:lnTo>
                    <a:pt x="46989" y="134619"/>
                  </a:lnTo>
                  <a:lnTo>
                    <a:pt x="203200" y="0"/>
                  </a:lnTo>
                  <a:close/>
                </a:path>
              </a:pathLst>
            </a:custGeom>
            <a:ln w="12579">
              <a:solidFill>
                <a:srgbClr val="3333CC"/>
              </a:solidFill>
            </a:ln>
          </p:spPr>
          <p:txBody>
            <a:bodyPr wrap="square" lIns="0" tIns="0" rIns="0" bIns="0" rtlCol="0"/>
            <a:lstStyle/>
            <a:p/>
          </p:txBody>
        </p:sp>
      </p:grpSp>
      <p:grpSp>
        <p:nvGrpSpPr>
          <p:cNvPr id="904" name="object 904"/>
          <p:cNvGrpSpPr/>
          <p:nvPr/>
        </p:nvGrpSpPr>
        <p:grpSpPr>
          <a:xfrm>
            <a:off x="6558280" y="1040130"/>
            <a:ext cx="433070" cy="652780"/>
            <a:chOff x="6558280" y="1040130"/>
            <a:chExt cx="433070" cy="652780"/>
          </a:xfrm>
        </p:grpSpPr>
        <p:sp>
          <p:nvSpPr>
            <p:cNvPr id="905" name="object 905"/>
            <p:cNvSpPr/>
            <p:nvPr/>
          </p:nvSpPr>
          <p:spPr>
            <a:xfrm>
              <a:off x="6565900" y="1046480"/>
              <a:ext cx="417829" cy="640079"/>
            </a:xfrm>
            <a:prstGeom prst="rect">
              <a:avLst/>
            </a:prstGeom>
            <a:blipFill>
              <a:blip r:embed="rId21" cstate="print"/>
              <a:stretch>
                <a:fillRect/>
              </a:stretch>
            </a:blipFill>
          </p:spPr>
          <p:txBody>
            <a:bodyPr wrap="square" lIns="0" tIns="0" rIns="0" bIns="0" rtlCol="0"/>
            <a:lstStyle/>
            <a:p/>
          </p:txBody>
        </p:sp>
        <p:sp>
          <p:nvSpPr>
            <p:cNvPr id="906" name="object 906"/>
            <p:cNvSpPr/>
            <p:nvPr/>
          </p:nvSpPr>
          <p:spPr>
            <a:xfrm>
              <a:off x="6717030" y="1437639"/>
              <a:ext cx="262890" cy="82550"/>
            </a:xfrm>
            <a:custGeom>
              <a:avLst/>
              <a:gdLst/>
              <a:ahLst/>
              <a:cxnLst/>
              <a:rect l="l" t="t" r="r" b="b"/>
              <a:pathLst>
                <a:path w="262890" h="82550">
                  <a:moveTo>
                    <a:pt x="262890" y="0"/>
                  </a:moveTo>
                  <a:lnTo>
                    <a:pt x="7620" y="0"/>
                  </a:lnTo>
                  <a:lnTo>
                    <a:pt x="0" y="0"/>
                  </a:lnTo>
                  <a:lnTo>
                    <a:pt x="1270" y="7620"/>
                  </a:lnTo>
                  <a:lnTo>
                    <a:pt x="1270" y="8890"/>
                  </a:lnTo>
                  <a:lnTo>
                    <a:pt x="1270" y="10160"/>
                  </a:lnTo>
                  <a:lnTo>
                    <a:pt x="1270" y="11430"/>
                  </a:lnTo>
                  <a:lnTo>
                    <a:pt x="1270" y="12700"/>
                  </a:lnTo>
                  <a:lnTo>
                    <a:pt x="2540" y="17780"/>
                  </a:lnTo>
                  <a:lnTo>
                    <a:pt x="3810" y="22860"/>
                  </a:lnTo>
                  <a:lnTo>
                    <a:pt x="4051" y="22821"/>
                  </a:lnTo>
                  <a:lnTo>
                    <a:pt x="5080" y="27940"/>
                  </a:lnTo>
                  <a:lnTo>
                    <a:pt x="5080" y="29210"/>
                  </a:lnTo>
                  <a:lnTo>
                    <a:pt x="7620" y="34290"/>
                  </a:lnTo>
                  <a:lnTo>
                    <a:pt x="8890" y="38100"/>
                  </a:lnTo>
                  <a:lnTo>
                    <a:pt x="11430" y="43180"/>
                  </a:lnTo>
                  <a:lnTo>
                    <a:pt x="11430" y="44450"/>
                  </a:lnTo>
                  <a:lnTo>
                    <a:pt x="13970" y="49530"/>
                  </a:lnTo>
                  <a:lnTo>
                    <a:pt x="14236" y="49339"/>
                  </a:lnTo>
                  <a:lnTo>
                    <a:pt x="15240" y="53340"/>
                  </a:lnTo>
                  <a:lnTo>
                    <a:pt x="17780" y="57150"/>
                  </a:lnTo>
                  <a:lnTo>
                    <a:pt x="19837" y="59220"/>
                  </a:lnTo>
                  <a:lnTo>
                    <a:pt x="19050" y="59690"/>
                  </a:lnTo>
                  <a:lnTo>
                    <a:pt x="21590" y="62230"/>
                  </a:lnTo>
                  <a:lnTo>
                    <a:pt x="21590" y="63500"/>
                  </a:lnTo>
                  <a:lnTo>
                    <a:pt x="22860" y="63500"/>
                  </a:lnTo>
                  <a:lnTo>
                    <a:pt x="24130" y="64770"/>
                  </a:lnTo>
                  <a:lnTo>
                    <a:pt x="25400" y="66040"/>
                  </a:lnTo>
                  <a:lnTo>
                    <a:pt x="26670" y="67310"/>
                  </a:lnTo>
                  <a:lnTo>
                    <a:pt x="26670" y="68580"/>
                  </a:lnTo>
                  <a:lnTo>
                    <a:pt x="29210" y="69850"/>
                  </a:lnTo>
                  <a:lnTo>
                    <a:pt x="29210" y="71120"/>
                  </a:lnTo>
                  <a:lnTo>
                    <a:pt x="31750" y="72390"/>
                  </a:lnTo>
                  <a:lnTo>
                    <a:pt x="31750" y="73660"/>
                  </a:lnTo>
                  <a:lnTo>
                    <a:pt x="33020" y="73660"/>
                  </a:lnTo>
                  <a:lnTo>
                    <a:pt x="35560" y="74930"/>
                  </a:lnTo>
                  <a:lnTo>
                    <a:pt x="36830" y="76200"/>
                  </a:lnTo>
                  <a:lnTo>
                    <a:pt x="38100" y="77470"/>
                  </a:lnTo>
                  <a:lnTo>
                    <a:pt x="38519" y="76415"/>
                  </a:lnTo>
                  <a:lnTo>
                    <a:pt x="40640" y="77470"/>
                  </a:lnTo>
                  <a:lnTo>
                    <a:pt x="40640" y="78740"/>
                  </a:lnTo>
                  <a:lnTo>
                    <a:pt x="41910" y="78740"/>
                  </a:lnTo>
                  <a:lnTo>
                    <a:pt x="44450" y="80010"/>
                  </a:lnTo>
                  <a:lnTo>
                    <a:pt x="46990" y="80010"/>
                  </a:lnTo>
                  <a:lnTo>
                    <a:pt x="48260" y="80010"/>
                  </a:lnTo>
                  <a:lnTo>
                    <a:pt x="50800" y="81280"/>
                  </a:lnTo>
                  <a:lnTo>
                    <a:pt x="57150" y="81280"/>
                  </a:lnTo>
                  <a:lnTo>
                    <a:pt x="57150" y="82550"/>
                  </a:lnTo>
                  <a:lnTo>
                    <a:pt x="58420" y="82550"/>
                  </a:lnTo>
                  <a:lnTo>
                    <a:pt x="62230" y="82550"/>
                  </a:lnTo>
                  <a:lnTo>
                    <a:pt x="62230" y="81280"/>
                  </a:lnTo>
                  <a:lnTo>
                    <a:pt x="66040" y="81280"/>
                  </a:lnTo>
                  <a:lnTo>
                    <a:pt x="67310" y="81280"/>
                  </a:lnTo>
                  <a:lnTo>
                    <a:pt x="71120" y="80010"/>
                  </a:lnTo>
                  <a:lnTo>
                    <a:pt x="72390" y="80010"/>
                  </a:lnTo>
                  <a:lnTo>
                    <a:pt x="74930" y="77470"/>
                  </a:lnTo>
                  <a:lnTo>
                    <a:pt x="78740" y="76200"/>
                  </a:lnTo>
                  <a:lnTo>
                    <a:pt x="80010" y="76200"/>
                  </a:lnTo>
                  <a:lnTo>
                    <a:pt x="83820" y="73660"/>
                  </a:lnTo>
                  <a:lnTo>
                    <a:pt x="87630" y="71120"/>
                  </a:lnTo>
                  <a:lnTo>
                    <a:pt x="87630" y="69850"/>
                  </a:lnTo>
                  <a:lnTo>
                    <a:pt x="91440" y="67310"/>
                  </a:lnTo>
                  <a:lnTo>
                    <a:pt x="92710" y="66040"/>
                  </a:lnTo>
                  <a:lnTo>
                    <a:pt x="93980" y="64770"/>
                  </a:lnTo>
                  <a:lnTo>
                    <a:pt x="96520" y="60960"/>
                  </a:lnTo>
                  <a:lnTo>
                    <a:pt x="96520" y="59690"/>
                  </a:lnTo>
                  <a:lnTo>
                    <a:pt x="91440" y="57150"/>
                  </a:lnTo>
                  <a:lnTo>
                    <a:pt x="86360" y="53340"/>
                  </a:lnTo>
                  <a:lnTo>
                    <a:pt x="83820" y="55880"/>
                  </a:lnTo>
                  <a:lnTo>
                    <a:pt x="84543" y="56426"/>
                  </a:lnTo>
                  <a:lnTo>
                    <a:pt x="83820" y="57150"/>
                  </a:lnTo>
                  <a:lnTo>
                    <a:pt x="82550" y="58420"/>
                  </a:lnTo>
                  <a:lnTo>
                    <a:pt x="78740" y="60960"/>
                  </a:lnTo>
                  <a:lnTo>
                    <a:pt x="79248" y="61480"/>
                  </a:lnTo>
                  <a:lnTo>
                    <a:pt x="77597" y="62572"/>
                  </a:lnTo>
                  <a:lnTo>
                    <a:pt x="77470" y="62230"/>
                  </a:lnTo>
                  <a:lnTo>
                    <a:pt x="73660" y="64770"/>
                  </a:lnTo>
                  <a:lnTo>
                    <a:pt x="69850" y="66040"/>
                  </a:lnTo>
                  <a:lnTo>
                    <a:pt x="67310" y="67310"/>
                  </a:lnTo>
                  <a:lnTo>
                    <a:pt x="63500" y="68580"/>
                  </a:lnTo>
                  <a:lnTo>
                    <a:pt x="63576" y="68986"/>
                  </a:lnTo>
                  <a:lnTo>
                    <a:pt x="60960" y="69850"/>
                  </a:lnTo>
                  <a:lnTo>
                    <a:pt x="58420" y="69850"/>
                  </a:lnTo>
                  <a:lnTo>
                    <a:pt x="52070" y="68580"/>
                  </a:lnTo>
                  <a:lnTo>
                    <a:pt x="50800" y="68580"/>
                  </a:lnTo>
                  <a:lnTo>
                    <a:pt x="48260" y="67310"/>
                  </a:lnTo>
                  <a:lnTo>
                    <a:pt x="46990" y="67310"/>
                  </a:lnTo>
                  <a:lnTo>
                    <a:pt x="44450" y="66040"/>
                  </a:lnTo>
                  <a:lnTo>
                    <a:pt x="44450" y="64770"/>
                  </a:lnTo>
                  <a:lnTo>
                    <a:pt x="43180" y="64770"/>
                  </a:lnTo>
                  <a:lnTo>
                    <a:pt x="41910" y="64770"/>
                  </a:lnTo>
                  <a:lnTo>
                    <a:pt x="40284" y="63969"/>
                  </a:lnTo>
                  <a:lnTo>
                    <a:pt x="40640" y="63500"/>
                  </a:lnTo>
                  <a:lnTo>
                    <a:pt x="38100" y="60960"/>
                  </a:lnTo>
                  <a:lnTo>
                    <a:pt x="37553" y="61696"/>
                  </a:lnTo>
                  <a:lnTo>
                    <a:pt x="36093" y="60236"/>
                  </a:lnTo>
                  <a:lnTo>
                    <a:pt x="36830" y="59690"/>
                  </a:lnTo>
                  <a:lnTo>
                    <a:pt x="34290" y="57150"/>
                  </a:lnTo>
                  <a:lnTo>
                    <a:pt x="33020" y="55880"/>
                  </a:lnTo>
                  <a:lnTo>
                    <a:pt x="30480" y="52070"/>
                  </a:lnTo>
                  <a:lnTo>
                    <a:pt x="28409" y="50012"/>
                  </a:lnTo>
                  <a:lnTo>
                    <a:pt x="29210" y="49530"/>
                  </a:lnTo>
                  <a:lnTo>
                    <a:pt x="26670" y="46990"/>
                  </a:lnTo>
                  <a:lnTo>
                    <a:pt x="26390" y="47193"/>
                  </a:lnTo>
                  <a:lnTo>
                    <a:pt x="25400" y="43180"/>
                  </a:lnTo>
                  <a:lnTo>
                    <a:pt x="24130" y="43180"/>
                  </a:lnTo>
                  <a:lnTo>
                    <a:pt x="22326" y="39585"/>
                  </a:lnTo>
                  <a:lnTo>
                    <a:pt x="22860" y="39370"/>
                  </a:lnTo>
                  <a:lnTo>
                    <a:pt x="20320" y="34290"/>
                  </a:lnTo>
                  <a:lnTo>
                    <a:pt x="19050" y="29210"/>
                  </a:lnTo>
                  <a:lnTo>
                    <a:pt x="16510" y="24130"/>
                  </a:lnTo>
                  <a:lnTo>
                    <a:pt x="16510" y="20320"/>
                  </a:lnTo>
                  <a:lnTo>
                    <a:pt x="16510" y="19050"/>
                  </a:lnTo>
                  <a:lnTo>
                    <a:pt x="15240" y="15240"/>
                  </a:lnTo>
                  <a:lnTo>
                    <a:pt x="14605" y="12700"/>
                  </a:lnTo>
                  <a:lnTo>
                    <a:pt x="262890" y="12700"/>
                  </a:lnTo>
                  <a:lnTo>
                    <a:pt x="262890" y="0"/>
                  </a:lnTo>
                  <a:close/>
                </a:path>
              </a:pathLst>
            </a:custGeom>
            <a:solidFill>
              <a:srgbClr val="3333CC"/>
            </a:solidFill>
          </p:spPr>
          <p:txBody>
            <a:bodyPr wrap="square" lIns="0" tIns="0" rIns="0" bIns="0" rtlCol="0"/>
            <a:lstStyle/>
            <a:p/>
          </p:txBody>
        </p:sp>
        <p:sp>
          <p:nvSpPr>
            <p:cNvPr id="907" name="object 907"/>
            <p:cNvSpPr/>
            <p:nvPr/>
          </p:nvSpPr>
          <p:spPr>
            <a:xfrm>
              <a:off x="6617970" y="1452879"/>
              <a:ext cx="373380" cy="240029"/>
            </a:xfrm>
            <a:custGeom>
              <a:avLst/>
              <a:gdLst/>
              <a:ahLst/>
              <a:cxnLst/>
              <a:rect l="l" t="t" r="r" b="b"/>
              <a:pathLst>
                <a:path w="373379" h="240030">
                  <a:moveTo>
                    <a:pt x="373380" y="25400"/>
                  </a:moveTo>
                  <a:lnTo>
                    <a:pt x="365760" y="25400"/>
                  </a:lnTo>
                  <a:lnTo>
                    <a:pt x="209550" y="1270"/>
                  </a:lnTo>
                  <a:lnTo>
                    <a:pt x="205740" y="0"/>
                  </a:lnTo>
                  <a:lnTo>
                    <a:pt x="203200" y="3810"/>
                  </a:lnTo>
                  <a:lnTo>
                    <a:pt x="196850" y="19050"/>
                  </a:lnTo>
                  <a:lnTo>
                    <a:pt x="193040" y="25400"/>
                  </a:lnTo>
                  <a:lnTo>
                    <a:pt x="190957" y="29565"/>
                  </a:lnTo>
                  <a:lnTo>
                    <a:pt x="190500" y="29210"/>
                  </a:lnTo>
                  <a:lnTo>
                    <a:pt x="187960" y="34290"/>
                  </a:lnTo>
                  <a:lnTo>
                    <a:pt x="185420" y="38100"/>
                  </a:lnTo>
                  <a:lnTo>
                    <a:pt x="190500" y="41910"/>
                  </a:lnTo>
                  <a:lnTo>
                    <a:pt x="195580" y="45720"/>
                  </a:lnTo>
                  <a:lnTo>
                    <a:pt x="195580" y="44450"/>
                  </a:lnTo>
                  <a:lnTo>
                    <a:pt x="198120" y="40640"/>
                  </a:lnTo>
                  <a:lnTo>
                    <a:pt x="201930" y="36830"/>
                  </a:lnTo>
                  <a:lnTo>
                    <a:pt x="201930" y="35560"/>
                  </a:lnTo>
                  <a:lnTo>
                    <a:pt x="204470" y="30480"/>
                  </a:lnTo>
                  <a:lnTo>
                    <a:pt x="207010" y="24130"/>
                  </a:lnTo>
                  <a:lnTo>
                    <a:pt x="208280" y="24130"/>
                  </a:lnTo>
                  <a:lnTo>
                    <a:pt x="212750" y="13398"/>
                  </a:lnTo>
                  <a:lnTo>
                    <a:pt x="355879" y="35699"/>
                  </a:lnTo>
                  <a:lnTo>
                    <a:pt x="347980" y="58420"/>
                  </a:lnTo>
                  <a:lnTo>
                    <a:pt x="338226" y="84023"/>
                  </a:lnTo>
                  <a:lnTo>
                    <a:pt x="337820" y="83820"/>
                  </a:lnTo>
                  <a:lnTo>
                    <a:pt x="326390" y="107950"/>
                  </a:lnTo>
                  <a:lnTo>
                    <a:pt x="316230" y="129540"/>
                  </a:lnTo>
                  <a:lnTo>
                    <a:pt x="306070" y="148590"/>
                  </a:lnTo>
                  <a:lnTo>
                    <a:pt x="295211" y="164274"/>
                  </a:lnTo>
                  <a:lnTo>
                    <a:pt x="294640" y="163830"/>
                  </a:lnTo>
                  <a:lnTo>
                    <a:pt x="284480" y="177800"/>
                  </a:lnTo>
                  <a:lnTo>
                    <a:pt x="279400" y="184150"/>
                  </a:lnTo>
                  <a:lnTo>
                    <a:pt x="274320" y="189230"/>
                  </a:lnTo>
                  <a:lnTo>
                    <a:pt x="262890" y="198120"/>
                  </a:lnTo>
                  <a:lnTo>
                    <a:pt x="250190" y="205740"/>
                  </a:lnTo>
                  <a:lnTo>
                    <a:pt x="250507" y="206171"/>
                  </a:lnTo>
                  <a:lnTo>
                    <a:pt x="237490" y="212090"/>
                  </a:lnTo>
                  <a:lnTo>
                    <a:pt x="223748" y="218338"/>
                  </a:lnTo>
                  <a:lnTo>
                    <a:pt x="223520" y="217170"/>
                  </a:lnTo>
                  <a:lnTo>
                    <a:pt x="207010" y="222250"/>
                  </a:lnTo>
                  <a:lnTo>
                    <a:pt x="207086" y="222427"/>
                  </a:lnTo>
                  <a:lnTo>
                    <a:pt x="190500" y="224790"/>
                  </a:lnTo>
                  <a:lnTo>
                    <a:pt x="172720" y="227330"/>
                  </a:lnTo>
                  <a:lnTo>
                    <a:pt x="153670" y="227330"/>
                  </a:lnTo>
                  <a:lnTo>
                    <a:pt x="137160" y="227330"/>
                  </a:lnTo>
                  <a:lnTo>
                    <a:pt x="121920" y="226060"/>
                  </a:lnTo>
                  <a:lnTo>
                    <a:pt x="107848" y="223723"/>
                  </a:lnTo>
                  <a:lnTo>
                    <a:pt x="107950" y="223520"/>
                  </a:lnTo>
                  <a:lnTo>
                    <a:pt x="93827" y="218821"/>
                  </a:lnTo>
                  <a:lnTo>
                    <a:pt x="93980" y="218440"/>
                  </a:lnTo>
                  <a:lnTo>
                    <a:pt x="80010" y="214630"/>
                  </a:lnTo>
                  <a:lnTo>
                    <a:pt x="68275" y="208775"/>
                  </a:lnTo>
                  <a:lnTo>
                    <a:pt x="68580" y="208280"/>
                  </a:lnTo>
                  <a:lnTo>
                    <a:pt x="57150" y="201930"/>
                  </a:lnTo>
                  <a:lnTo>
                    <a:pt x="46558" y="194881"/>
                  </a:lnTo>
                  <a:lnTo>
                    <a:pt x="46990" y="194310"/>
                  </a:lnTo>
                  <a:lnTo>
                    <a:pt x="36830" y="185420"/>
                  </a:lnTo>
                  <a:lnTo>
                    <a:pt x="27927" y="175260"/>
                  </a:lnTo>
                  <a:lnTo>
                    <a:pt x="19050" y="163830"/>
                  </a:lnTo>
                  <a:lnTo>
                    <a:pt x="10160" y="151130"/>
                  </a:lnTo>
                  <a:lnTo>
                    <a:pt x="5080" y="154940"/>
                  </a:lnTo>
                  <a:lnTo>
                    <a:pt x="0" y="158750"/>
                  </a:lnTo>
                  <a:lnTo>
                    <a:pt x="7620" y="171450"/>
                  </a:lnTo>
                  <a:lnTo>
                    <a:pt x="8877" y="171450"/>
                  </a:lnTo>
                  <a:lnTo>
                    <a:pt x="17780" y="184150"/>
                  </a:lnTo>
                  <a:lnTo>
                    <a:pt x="19050" y="184150"/>
                  </a:lnTo>
                  <a:lnTo>
                    <a:pt x="27927" y="194310"/>
                  </a:lnTo>
                  <a:lnTo>
                    <a:pt x="38100" y="204470"/>
                  </a:lnTo>
                  <a:lnTo>
                    <a:pt x="39370" y="204470"/>
                  </a:lnTo>
                  <a:lnTo>
                    <a:pt x="49530" y="212090"/>
                  </a:lnTo>
                  <a:lnTo>
                    <a:pt x="49530" y="213360"/>
                  </a:lnTo>
                  <a:lnTo>
                    <a:pt x="50800" y="213360"/>
                  </a:lnTo>
                  <a:lnTo>
                    <a:pt x="62230" y="219710"/>
                  </a:lnTo>
                  <a:lnTo>
                    <a:pt x="74930" y="226060"/>
                  </a:lnTo>
                  <a:lnTo>
                    <a:pt x="76200" y="226060"/>
                  </a:lnTo>
                  <a:lnTo>
                    <a:pt x="88900" y="231140"/>
                  </a:lnTo>
                  <a:lnTo>
                    <a:pt x="90170" y="231140"/>
                  </a:lnTo>
                  <a:lnTo>
                    <a:pt x="104140" y="234950"/>
                  </a:lnTo>
                  <a:lnTo>
                    <a:pt x="119380" y="237490"/>
                  </a:lnTo>
                  <a:lnTo>
                    <a:pt x="120650" y="237490"/>
                  </a:lnTo>
                  <a:lnTo>
                    <a:pt x="135890" y="240030"/>
                  </a:lnTo>
                  <a:lnTo>
                    <a:pt x="137160" y="240030"/>
                  </a:lnTo>
                  <a:lnTo>
                    <a:pt x="153670" y="240030"/>
                  </a:lnTo>
                  <a:lnTo>
                    <a:pt x="173990" y="240030"/>
                  </a:lnTo>
                  <a:lnTo>
                    <a:pt x="193040" y="237490"/>
                  </a:lnTo>
                  <a:lnTo>
                    <a:pt x="209550" y="233680"/>
                  </a:lnTo>
                  <a:lnTo>
                    <a:pt x="210820" y="233680"/>
                  </a:lnTo>
                  <a:lnTo>
                    <a:pt x="227330" y="229870"/>
                  </a:lnTo>
                  <a:lnTo>
                    <a:pt x="242570" y="223520"/>
                  </a:lnTo>
                  <a:lnTo>
                    <a:pt x="256540" y="217170"/>
                  </a:lnTo>
                  <a:lnTo>
                    <a:pt x="257810" y="217170"/>
                  </a:lnTo>
                  <a:lnTo>
                    <a:pt x="270510" y="208280"/>
                  </a:lnTo>
                  <a:lnTo>
                    <a:pt x="281940" y="198120"/>
                  </a:lnTo>
                  <a:lnTo>
                    <a:pt x="288290" y="193040"/>
                  </a:lnTo>
                  <a:lnTo>
                    <a:pt x="294640" y="186690"/>
                  </a:lnTo>
                  <a:lnTo>
                    <a:pt x="304800" y="172720"/>
                  </a:lnTo>
                  <a:lnTo>
                    <a:pt x="304800" y="171450"/>
                  </a:lnTo>
                  <a:lnTo>
                    <a:pt x="306070" y="171450"/>
                  </a:lnTo>
                  <a:lnTo>
                    <a:pt x="316230" y="154940"/>
                  </a:lnTo>
                  <a:lnTo>
                    <a:pt x="327660" y="135890"/>
                  </a:lnTo>
                  <a:lnTo>
                    <a:pt x="337820" y="114300"/>
                  </a:lnTo>
                  <a:lnTo>
                    <a:pt x="337820" y="113030"/>
                  </a:lnTo>
                  <a:lnTo>
                    <a:pt x="349250" y="88900"/>
                  </a:lnTo>
                  <a:lnTo>
                    <a:pt x="359410" y="62230"/>
                  </a:lnTo>
                  <a:lnTo>
                    <a:pt x="369570" y="33020"/>
                  </a:lnTo>
                  <a:lnTo>
                    <a:pt x="373380" y="25400"/>
                  </a:lnTo>
                  <a:close/>
                </a:path>
              </a:pathLst>
            </a:custGeom>
            <a:solidFill>
              <a:srgbClr val="3333CC"/>
            </a:solidFill>
          </p:spPr>
          <p:txBody>
            <a:bodyPr wrap="square" lIns="0" tIns="0" rIns="0" bIns="0" rtlCol="0"/>
            <a:lstStyle/>
            <a:p/>
          </p:txBody>
        </p:sp>
        <p:sp>
          <p:nvSpPr>
            <p:cNvPr id="908" name="object 908"/>
            <p:cNvSpPr/>
            <p:nvPr/>
          </p:nvSpPr>
          <p:spPr>
            <a:xfrm>
              <a:off x="6559550" y="1040129"/>
              <a:ext cx="209550" cy="571500"/>
            </a:xfrm>
            <a:custGeom>
              <a:avLst/>
              <a:gdLst/>
              <a:ahLst/>
              <a:cxnLst/>
              <a:rect l="l" t="t" r="r" b="b"/>
              <a:pathLst>
                <a:path w="209550" h="571500">
                  <a:moveTo>
                    <a:pt x="209550" y="0"/>
                  </a:moveTo>
                  <a:lnTo>
                    <a:pt x="208280" y="0"/>
                  </a:lnTo>
                  <a:lnTo>
                    <a:pt x="185420" y="2540"/>
                  </a:lnTo>
                  <a:lnTo>
                    <a:pt x="184150" y="2540"/>
                  </a:lnTo>
                  <a:lnTo>
                    <a:pt x="162560" y="5080"/>
                  </a:lnTo>
                  <a:lnTo>
                    <a:pt x="140970" y="12700"/>
                  </a:lnTo>
                  <a:lnTo>
                    <a:pt x="121920" y="22860"/>
                  </a:lnTo>
                  <a:lnTo>
                    <a:pt x="120650" y="22860"/>
                  </a:lnTo>
                  <a:lnTo>
                    <a:pt x="111760" y="29210"/>
                  </a:lnTo>
                  <a:lnTo>
                    <a:pt x="102870" y="36830"/>
                  </a:lnTo>
                  <a:lnTo>
                    <a:pt x="93980" y="44450"/>
                  </a:lnTo>
                  <a:lnTo>
                    <a:pt x="92697" y="44450"/>
                  </a:lnTo>
                  <a:lnTo>
                    <a:pt x="85090" y="52070"/>
                  </a:lnTo>
                  <a:lnTo>
                    <a:pt x="77470" y="60960"/>
                  </a:lnTo>
                  <a:lnTo>
                    <a:pt x="76200" y="60960"/>
                  </a:lnTo>
                  <a:lnTo>
                    <a:pt x="68580" y="71120"/>
                  </a:lnTo>
                  <a:lnTo>
                    <a:pt x="62230" y="81280"/>
                  </a:lnTo>
                  <a:lnTo>
                    <a:pt x="60947" y="81280"/>
                  </a:lnTo>
                  <a:lnTo>
                    <a:pt x="54597" y="92710"/>
                  </a:lnTo>
                  <a:lnTo>
                    <a:pt x="48247" y="104140"/>
                  </a:lnTo>
                  <a:lnTo>
                    <a:pt x="46990" y="104140"/>
                  </a:lnTo>
                  <a:lnTo>
                    <a:pt x="41897" y="115570"/>
                  </a:lnTo>
                  <a:lnTo>
                    <a:pt x="35547" y="128270"/>
                  </a:lnTo>
                  <a:lnTo>
                    <a:pt x="30480" y="140970"/>
                  </a:lnTo>
                  <a:lnTo>
                    <a:pt x="25400" y="154940"/>
                  </a:lnTo>
                  <a:lnTo>
                    <a:pt x="20320" y="168910"/>
                  </a:lnTo>
                  <a:lnTo>
                    <a:pt x="16497" y="181610"/>
                  </a:lnTo>
                  <a:lnTo>
                    <a:pt x="16497" y="182880"/>
                  </a:lnTo>
                  <a:lnTo>
                    <a:pt x="12700" y="196850"/>
                  </a:lnTo>
                  <a:lnTo>
                    <a:pt x="10147" y="212090"/>
                  </a:lnTo>
                  <a:lnTo>
                    <a:pt x="7620" y="227330"/>
                  </a:lnTo>
                  <a:lnTo>
                    <a:pt x="2540" y="259080"/>
                  </a:lnTo>
                  <a:lnTo>
                    <a:pt x="0" y="292100"/>
                  </a:lnTo>
                  <a:lnTo>
                    <a:pt x="0" y="351790"/>
                  </a:lnTo>
                  <a:lnTo>
                    <a:pt x="0" y="353060"/>
                  </a:lnTo>
                  <a:lnTo>
                    <a:pt x="0" y="400050"/>
                  </a:lnTo>
                  <a:lnTo>
                    <a:pt x="3797" y="400050"/>
                  </a:lnTo>
                  <a:lnTo>
                    <a:pt x="6350" y="421640"/>
                  </a:lnTo>
                  <a:lnTo>
                    <a:pt x="6350" y="422910"/>
                  </a:lnTo>
                  <a:lnTo>
                    <a:pt x="10147" y="443230"/>
                  </a:lnTo>
                  <a:lnTo>
                    <a:pt x="10147" y="444500"/>
                  </a:lnTo>
                  <a:lnTo>
                    <a:pt x="15240" y="464820"/>
                  </a:lnTo>
                  <a:lnTo>
                    <a:pt x="20320" y="485140"/>
                  </a:lnTo>
                  <a:lnTo>
                    <a:pt x="26670" y="504190"/>
                  </a:lnTo>
                  <a:lnTo>
                    <a:pt x="26670" y="505460"/>
                  </a:lnTo>
                  <a:lnTo>
                    <a:pt x="34290" y="523240"/>
                  </a:lnTo>
                  <a:lnTo>
                    <a:pt x="41897" y="539750"/>
                  </a:lnTo>
                  <a:lnTo>
                    <a:pt x="41897" y="541020"/>
                  </a:lnTo>
                  <a:lnTo>
                    <a:pt x="49530" y="556260"/>
                  </a:lnTo>
                  <a:lnTo>
                    <a:pt x="58420" y="571500"/>
                  </a:lnTo>
                  <a:lnTo>
                    <a:pt x="63500" y="567690"/>
                  </a:lnTo>
                  <a:lnTo>
                    <a:pt x="68580" y="563880"/>
                  </a:lnTo>
                  <a:lnTo>
                    <a:pt x="60947" y="549910"/>
                  </a:lnTo>
                  <a:lnTo>
                    <a:pt x="53340" y="534670"/>
                  </a:lnTo>
                  <a:lnTo>
                    <a:pt x="45720" y="518160"/>
                  </a:lnTo>
                  <a:lnTo>
                    <a:pt x="45275" y="518337"/>
                  </a:lnTo>
                  <a:lnTo>
                    <a:pt x="38658" y="501802"/>
                  </a:lnTo>
                  <a:lnTo>
                    <a:pt x="39370" y="501650"/>
                  </a:lnTo>
                  <a:lnTo>
                    <a:pt x="33020" y="481330"/>
                  </a:lnTo>
                  <a:lnTo>
                    <a:pt x="27940" y="462280"/>
                  </a:lnTo>
                  <a:lnTo>
                    <a:pt x="22847" y="440690"/>
                  </a:lnTo>
                  <a:lnTo>
                    <a:pt x="22631" y="440778"/>
                  </a:lnTo>
                  <a:lnTo>
                    <a:pt x="19050" y="420370"/>
                  </a:lnTo>
                  <a:lnTo>
                    <a:pt x="15240" y="397510"/>
                  </a:lnTo>
                  <a:lnTo>
                    <a:pt x="15240" y="292100"/>
                  </a:lnTo>
                  <a:lnTo>
                    <a:pt x="12788" y="292100"/>
                  </a:lnTo>
                  <a:lnTo>
                    <a:pt x="15240" y="260350"/>
                  </a:lnTo>
                  <a:lnTo>
                    <a:pt x="19050" y="228600"/>
                  </a:lnTo>
                  <a:lnTo>
                    <a:pt x="22847" y="214630"/>
                  </a:lnTo>
                  <a:lnTo>
                    <a:pt x="25400" y="199390"/>
                  </a:lnTo>
                  <a:lnTo>
                    <a:pt x="29197" y="185420"/>
                  </a:lnTo>
                  <a:lnTo>
                    <a:pt x="33020" y="171450"/>
                  </a:lnTo>
                  <a:lnTo>
                    <a:pt x="36830" y="158750"/>
                  </a:lnTo>
                  <a:lnTo>
                    <a:pt x="41503" y="145859"/>
                  </a:lnTo>
                  <a:lnTo>
                    <a:pt x="41897" y="146050"/>
                  </a:lnTo>
                  <a:lnTo>
                    <a:pt x="46990" y="133350"/>
                  </a:lnTo>
                  <a:lnTo>
                    <a:pt x="53340" y="121920"/>
                  </a:lnTo>
                  <a:lnTo>
                    <a:pt x="58026" y="110197"/>
                  </a:lnTo>
                  <a:lnTo>
                    <a:pt x="58420" y="110490"/>
                  </a:lnTo>
                  <a:lnTo>
                    <a:pt x="66040" y="99060"/>
                  </a:lnTo>
                  <a:lnTo>
                    <a:pt x="71882" y="88531"/>
                  </a:lnTo>
                  <a:lnTo>
                    <a:pt x="72390" y="88900"/>
                  </a:lnTo>
                  <a:lnTo>
                    <a:pt x="78740" y="78740"/>
                  </a:lnTo>
                  <a:lnTo>
                    <a:pt x="85801" y="69316"/>
                  </a:lnTo>
                  <a:lnTo>
                    <a:pt x="86347" y="69850"/>
                  </a:lnTo>
                  <a:lnTo>
                    <a:pt x="93980" y="60960"/>
                  </a:lnTo>
                  <a:lnTo>
                    <a:pt x="101600" y="53340"/>
                  </a:lnTo>
                  <a:lnTo>
                    <a:pt x="110490" y="45720"/>
                  </a:lnTo>
                  <a:lnTo>
                    <a:pt x="119380" y="39370"/>
                  </a:lnTo>
                  <a:lnTo>
                    <a:pt x="126885" y="34010"/>
                  </a:lnTo>
                  <a:lnTo>
                    <a:pt x="127000" y="34290"/>
                  </a:lnTo>
                  <a:lnTo>
                    <a:pt x="145630" y="24358"/>
                  </a:lnTo>
                  <a:lnTo>
                    <a:pt x="146050" y="25400"/>
                  </a:lnTo>
                  <a:lnTo>
                    <a:pt x="166370" y="17780"/>
                  </a:lnTo>
                  <a:lnTo>
                    <a:pt x="166281" y="17576"/>
                  </a:lnTo>
                  <a:lnTo>
                    <a:pt x="186690" y="13970"/>
                  </a:lnTo>
                  <a:lnTo>
                    <a:pt x="209550" y="12700"/>
                  </a:lnTo>
                  <a:lnTo>
                    <a:pt x="208280" y="6350"/>
                  </a:lnTo>
                  <a:lnTo>
                    <a:pt x="209550" y="0"/>
                  </a:lnTo>
                  <a:close/>
                </a:path>
              </a:pathLst>
            </a:custGeom>
            <a:solidFill>
              <a:srgbClr val="3333CC"/>
            </a:solidFill>
          </p:spPr>
          <p:txBody>
            <a:bodyPr wrap="square" lIns="0" tIns="0" rIns="0" bIns="0" rtlCol="0"/>
            <a:lstStyle/>
            <a:p/>
          </p:txBody>
        </p:sp>
        <p:sp>
          <p:nvSpPr>
            <p:cNvPr id="909" name="object 909"/>
            <p:cNvSpPr/>
            <p:nvPr/>
          </p:nvSpPr>
          <p:spPr>
            <a:xfrm>
              <a:off x="6767830" y="1040129"/>
              <a:ext cx="218440" cy="410209"/>
            </a:xfrm>
            <a:custGeom>
              <a:avLst/>
              <a:gdLst/>
              <a:ahLst/>
              <a:cxnLst/>
              <a:rect l="l" t="t" r="r" b="b"/>
              <a:pathLst>
                <a:path w="218440" h="410209">
                  <a:moveTo>
                    <a:pt x="59690" y="245110"/>
                  </a:moveTo>
                  <a:lnTo>
                    <a:pt x="58420" y="238760"/>
                  </a:lnTo>
                  <a:lnTo>
                    <a:pt x="57150" y="231140"/>
                  </a:lnTo>
                  <a:lnTo>
                    <a:pt x="55880" y="224790"/>
                  </a:lnTo>
                  <a:lnTo>
                    <a:pt x="55880" y="223520"/>
                  </a:lnTo>
                  <a:lnTo>
                    <a:pt x="53340" y="217170"/>
                  </a:lnTo>
                  <a:lnTo>
                    <a:pt x="50800" y="210820"/>
                  </a:lnTo>
                  <a:lnTo>
                    <a:pt x="48260" y="205740"/>
                  </a:lnTo>
                  <a:lnTo>
                    <a:pt x="48260" y="204470"/>
                  </a:lnTo>
                  <a:lnTo>
                    <a:pt x="44450" y="199390"/>
                  </a:lnTo>
                  <a:lnTo>
                    <a:pt x="43180" y="195580"/>
                  </a:lnTo>
                  <a:lnTo>
                    <a:pt x="41910" y="193040"/>
                  </a:lnTo>
                  <a:lnTo>
                    <a:pt x="40640" y="193040"/>
                  </a:lnTo>
                  <a:lnTo>
                    <a:pt x="39370" y="190500"/>
                  </a:lnTo>
                  <a:lnTo>
                    <a:pt x="29210" y="198120"/>
                  </a:lnTo>
                  <a:lnTo>
                    <a:pt x="31203" y="200126"/>
                  </a:lnTo>
                  <a:lnTo>
                    <a:pt x="30480" y="200660"/>
                  </a:lnTo>
                  <a:lnTo>
                    <a:pt x="31750" y="203200"/>
                  </a:lnTo>
                  <a:lnTo>
                    <a:pt x="34290" y="205740"/>
                  </a:lnTo>
                  <a:lnTo>
                    <a:pt x="36830" y="210820"/>
                  </a:lnTo>
                  <a:lnTo>
                    <a:pt x="37211" y="210527"/>
                  </a:lnTo>
                  <a:lnTo>
                    <a:pt x="39370" y="215900"/>
                  </a:lnTo>
                  <a:lnTo>
                    <a:pt x="41338" y="220840"/>
                  </a:lnTo>
                  <a:lnTo>
                    <a:pt x="40640" y="220980"/>
                  </a:lnTo>
                  <a:lnTo>
                    <a:pt x="43180" y="227330"/>
                  </a:lnTo>
                  <a:lnTo>
                    <a:pt x="44450" y="233680"/>
                  </a:lnTo>
                  <a:lnTo>
                    <a:pt x="45720" y="240030"/>
                  </a:lnTo>
                  <a:lnTo>
                    <a:pt x="46990" y="247650"/>
                  </a:lnTo>
                  <a:lnTo>
                    <a:pt x="46990" y="254000"/>
                  </a:lnTo>
                  <a:lnTo>
                    <a:pt x="53340" y="254000"/>
                  </a:lnTo>
                  <a:lnTo>
                    <a:pt x="59690" y="252730"/>
                  </a:lnTo>
                  <a:lnTo>
                    <a:pt x="59690" y="246380"/>
                  </a:lnTo>
                  <a:lnTo>
                    <a:pt x="59690" y="245110"/>
                  </a:lnTo>
                  <a:close/>
                </a:path>
                <a:path w="218440" h="410209">
                  <a:moveTo>
                    <a:pt x="218440" y="326390"/>
                  </a:moveTo>
                  <a:lnTo>
                    <a:pt x="217170" y="299720"/>
                  </a:lnTo>
                  <a:lnTo>
                    <a:pt x="215900" y="273050"/>
                  </a:lnTo>
                  <a:lnTo>
                    <a:pt x="213360" y="247650"/>
                  </a:lnTo>
                  <a:lnTo>
                    <a:pt x="209550" y="223520"/>
                  </a:lnTo>
                  <a:lnTo>
                    <a:pt x="205740" y="201930"/>
                  </a:lnTo>
                  <a:lnTo>
                    <a:pt x="205740" y="200660"/>
                  </a:lnTo>
                  <a:lnTo>
                    <a:pt x="200660" y="180340"/>
                  </a:lnTo>
                  <a:lnTo>
                    <a:pt x="195580" y="160020"/>
                  </a:lnTo>
                  <a:lnTo>
                    <a:pt x="189230" y="142240"/>
                  </a:lnTo>
                  <a:lnTo>
                    <a:pt x="189230" y="140970"/>
                  </a:lnTo>
                  <a:lnTo>
                    <a:pt x="181610" y="124460"/>
                  </a:lnTo>
                  <a:lnTo>
                    <a:pt x="173990" y="107950"/>
                  </a:lnTo>
                  <a:lnTo>
                    <a:pt x="173990" y="106680"/>
                  </a:lnTo>
                  <a:lnTo>
                    <a:pt x="165100" y="92710"/>
                  </a:lnTo>
                  <a:lnTo>
                    <a:pt x="156210" y="78740"/>
                  </a:lnTo>
                  <a:lnTo>
                    <a:pt x="156210" y="77470"/>
                  </a:lnTo>
                  <a:lnTo>
                    <a:pt x="147320" y="64770"/>
                  </a:lnTo>
                  <a:lnTo>
                    <a:pt x="146050" y="64770"/>
                  </a:lnTo>
                  <a:lnTo>
                    <a:pt x="135890" y="53340"/>
                  </a:lnTo>
                  <a:lnTo>
                    <a:pt x="135890" y="52070"/>
                  </a:lnTo>
                  <a:lnTo>
                    <a:pt x="124460" y="41910"/>
                  </a:lnTo>
                  <a:lnTo>
                    <a:pt x="113030" y="31750"/>
                  </a:lnTo>
                  <a:lnTo>
                    <a:pt x="111760" y="31750"/>
                  </a:lnTo>
                  <a:lnTo>
                    <a:pt x="99060" y="24130"/>
                  </a:lnTo>
                  <a:lnTo>
                    <a:pt x="99060" y="22860"/>
                  </a:lnTo>
                  <a:lnTo>
                    <a:pt x="85090" y="16510"/>
                  </a:lnTo>
                  <a:lnTo>
                    <a:pt x="69850" y="11430"/>
                  </a:lnTo>
                  <a:lnTo>
                    <a:pt x="69850" y="10160"/>
                  </a:lnTo>
                  <a:lnTo>
                    <a:pt x="54610" y="5080"/>
                  </a:lnTo>
                  <a:lnTo>
                    <a:pt x="53340" y="5080"/>
                  </a:lnTo>
                  <a:lnTo>
                    <a:pt x="36830" y="2540"/>
                  </a:lnTo>
                  <a:lnTo>
                    <a:pt x="19050" y="1270"/>
                  </a:lnTo>
                  <a:lnTo>
                    <a:pt x="1270" y="0"/>
                  </a:lnTo>
                  <a:lnTo>
                    <a:pt x="0" y="0"/>
                  </a:lnTo>
                  <a:lnTo>
                    <a:pt x="0" y="6350"/>
                  </a:lnTo>
                  <a:lnTo>
                    <a:pt x="0" y="12700"/>
                  </a:lnTo>
                  <a:lnTo>
                    <a:pt x="17780" y="12700"/>
                  </a:lnTo>
                  <a:lnTo>
                    <a:pt x="35560" y="15240"/>
                  </a:lnTo>
                  <a:lnTo>
                    <a:pt x="50863" y="17602"/>
                  </a:lnTo>
                  <a:lnTo>
                    <a:pt x="50800" y="17780"/>
                  </a:lnTo>
                  <a:lnTo>
                    <a:pt x="66040" y="22860"/>
                  </a:lnTo>
                  <a:lnTo>
                    <a:pt x="80010" y="27940"/>
                  </a:lnTo>
                  <a:lnTo>
                    <a:pt x="93027" y="33870"/>
                  </a:lnTo>
                  <a:lnTo>
                    <a:pt x="92710" y="34290"/>
                  </a:lnTo>
                  <a:lnTo>
                    <a:pt x="105410" y="41910"/>
                  </a:lnTo>
                  <a:lnTo>
                    <a:pt x="137160" y="72390"/>
                  </a:lnTo>
                  <a:lnTo>
                    <a:pt x="162560" y="114300"/>
                  </a:lnTo>
                  <a:lnTo>
                    <a:pt x="163017" y="114033"/>
                  </a:lnTo>
                  <a:lnTo>
                    <a:pt x="170180" y="129540"/>
                  </a:lnTo>
                  <a:lnTo>
                    <a:pt x="177596" y="145630"/>
                  </a:lnTo>
                  <a:lnTo>
                    <a:pt x="176530" y="146050"/>
                  </a:lnTo>
                  <a:lnTo>
                    <a:pt x="182880" y="163830"/>
                  </a:lnTo>
                  <a:lnTo>
                    <a:pt x="189230" y="182880"/>
                  </a:lnTo>
                  <a:lnTo>
                    <a:pt x="193040" y="204470"/>
                  </a:lnTo>
                  <a:lnTo>
                    <a:pt x="193243" y="204431"/>
                  </a:lnTo>
                  <a:lnTo>
                    <a:pt x="196850" y="226060"/>
                  </a:lnTo>
                  <a:lnTo>
                    <a:pt x="197040" y="226021"/>
                  </a:lnTo>
                  <a:lnTo>
                    <a:pt x="200660" y="248920"/>
                  </a:lnTo>
                  <a:lnTo>
                    <a:pt x="203200" y="274320"/>
                  </a:lnTo>
                  <a:lnTo>
                    <a:pt x="204470" y="299720"/>
                  </a:lnTo>
                  <a:lnTo>
                    <a:pt x="205740" y="327660"/>
                  </a:lnTo>
                  <a:lnTo>
                    <a:pt x="207010" y="355600"/>
                  </a:lnTo>
                  <a:lnTo>
                    <a:pt x="207010" y="403860"/>
                  </a:lnTo>
                  <a:lnTo>
                    <a:pt x="212090" y="403860"/>
                  </a:lnTo>
                  <a:lnTo>
                    <a:pt x="212090" y="410210"/>
                  </a:lnTo>
                  <a:lnTo>
                    <a:pt x="218440" y="410210"/>
                  </a:lnTo>
                  <a:lnTo>
                    <a:pt x="218440" y="403860"/>
                  </a:lnTo>
                  <a:lnTo>
                    <a:pt x="218440" y="355600"/>
                  </a:lnTo>
                  <a:lnTo>
                    <a:pt x="218440" y="327660"/>
                  </a:lnTo>
                  <a:lnTo>
                    <a:pt x="218440" y="326390"/>
                  </a:lnTo>
                  <a:close/>
                </a:path>
              </a:pathLst>
            </a:custGeom>
            <a:solidFill>
              <a:srgbClr val="3333CC"/>
            </a:solidFill>
          </p:spPr>
          <p:txBody>
            <a:bodyPr wrap="square" lIns="0" tIns="0" rIns="0" bIns="0" rtlCol="0"/>
            <a:lstStyle/>
            <a:p/>
          </p:txBody>
        </p:sp>
        <p:sp>
          <p:nvSpPr>
            <p:cNvPr id="910" name="object 910"/>
            <p:cNvSpPr/>
            <p:nvPr/>
          </p:nvSpPr>
          <p:spPr>
            <a:xfrm>
              <a:off x="6717030" y="1215389"/>
              <a:ext cx="110489" cy="85090"/>
            </a:xfrm>
            <a:custGeom>
              <a:avLst/>
              <a:gdLst/>
              <a:ahLst/>
              <a:cxnLst/>
              <a:rect l="l" t="t" r="r" b="b"/>
              <a:pathLst>
                <a:path w="110490" h="85090">
                  <a:moveTo>
                    <a:pt x="110490" y="77470"/>
                  </a:moveTo>
                  <a:lnTo>
                    <a:pt x="104140" y="78740"/>
                  </a:lnTo>
                  <a:lnTo>
                    <a:pt x="104140" y="72390"/>
                  </a:lnTo>
                  <a:lnTo>
                    <a:pt x="14605" y="72390"/>
                  </a:lnTo>
                  <a:lnTo>
                    <a:pt x="15240" y="69850"/>
                  </a:lnTo>
                  <a:lnTo>
                    <a:pt x="16510" y="66040"/>
                  </a:lnTo>
                  <a:lnTo>
                    <a:pt x="16510" y="64770"/>
                  </a:lnTo>
                  <a:lnTo>
                    <a:pt x="16510" y="60960"/>
                  </a:lnTo>
                  <a:lnTo>
                    <a:pt x="19050" y="55880"/>
                  </a:lnTo>
                  <a:lnTo>
                    <a:pt x="20320" y="50800"/>
                  </a:lnTo>
                  <a:lnTo>
                    <a:pt x="21590" y="45720"/>
                  </a:lnTo>
                  <a:lnTo>
                    <a:pt x="23634" y="41617"/>
                  </a:lnTo>
                  <a:lnTo>
                    <a:pt x="24130" y="41910"/>
                  </a:lnTo>
                  <a:lnTo>
                    <a:pt x="25400" y="38100"/>
                  </a:lnTo>
                  <a:lnTo>
                    <a:pt x="26670" y="36830"/>
                  </a:lnTo>
                  <a:lnTo>
                    <a:pt x="27940" y="33020"/>
                  </a:lnTo>
                  <a:lnTo>
                    <a:pt x="29210" y="30480"/>
                  </a:lnTo>
                  <a:lnTo>
                    <a:pt x="31750" y="26670"/>
                  </a:lnTo>
                  <a:lnTo>
                    <a:pt x="33020" y="25400"/>
                  </a:lnTo>
                  <a:lnTo>
                    <a:pt x="35560" y="22860"/>
                  </a:lnTo>
                  <a:lnTo>
                    <a:pt x="34925" y="22225"/>
                  </a:lnTo>
                  <a:lnTo>
                    <a:pt x="36830" y="20320"/>
                  </a:lnTo>
                  <a:lnTo>
                    <a:pt x="39370" y="19050"/>
                  </a:lnTo>
                  <a:lnTo>
                    <a:pt x="39370" y="17780"/>
                  </a:lnTo>
                  <a:lnTo>
                    <a:pt x="40335" y="17297"/>
                  </a:lnTo>
                  <a:lnTo>
                    <a:pt x="40640" y="17780"/>
                  </a:lnTo>
                  <a:lnTo>
                    <a:pt x="41910" y="16510"/>
                  </a:lnTo>
                  <a:lnTo>
                    <a:pt x="44450" y="15240"/>
                  </a:lnTo>
                  <a:lnTo>
                    <a:pt x="46990" y="13970"/>
                  </a:lnTo>
                  <a:lnTo>
                    <a:pt x="48260" y="13970"/>
                  </a:lnTo>
                  <a:lnTo>
                    <a:pt x="50800" y="12700"/>
                  </a:lnTo>
                  <a:lnTo>
                    <a:pt x="52070" y="12700"/>
                  </a:lnTo>
                  <a:lnTo>
                    <a:pt x="53340" y="12700"/>
                  </a:lnTo>
                  <a:lnTo>
                    <a:pt x="64770" y="12700"/>
                  </a:lnTo>
                  <a:lnTo>
                    <a:pt x="69850" y="15240"/>
                  </a:lnTo>
                  <a:lnTo>
                    <a:pt x="69913" y="14871"/>
                  </a:lnTo>
                  <a:lnTo>
                    <a:pt x="72390" y="16510"/>
                  </a:lnTo>
                  <a:lnTo>
                    <a:pt x="73660" y="17780"/>
                  </a:lnTo>
                  <a:lnTo>
                    <a:pt x="76200" y="19050"/>
                  </a:lnTo>
                  <a:lnTo>
                    <a:pt x="77470" y="20320"/>
                  </a:lnTo>
                  <a:lnTo>
                    <a:pt x="78740" y="21590"/>
                  </a:lnTo>
                  <a:lnTo>
                    <a:pt x="78740" y="22860"/>
                  </a:lnTo>
                  <a:lnTo>
                    <a:pt x="80010" y="22860"/>
                  </a:lnTo>
                  <a:lnTo>
                    <a:pt x="81280" y="24130"/>
                  </a:lnTo>
                  <a:lnTo>
                    <a:pt x="82550" y="25400"/>
                  </a:lnTo>
                  <a:lnTo>
                    <a:pt x="86360" y="21590"/>
                  </a:lnTo>
                  <a:lnTo>
                    <a:pt x="91440" y="17780"/>
                  </a:lnTo>
                  <a:lnTo>
                    <a:pt x="90170" y="15240"/>
                  </a:lnTo>
                  <a:lnTo>
                    <a:pt x="88900" y="13970"/>
                  </a:lnTo>
                  <a:lnTo>
                    <a:pt x="87630" y="12700"/>
                  </a:lnTo>
                  <a:lnTo>
                    <a:pt x="87249" y="13208"/>
                  </a:lnTo>
                  <a:lnTo>
                    <a:pt x="86360" y="11430"/>
                  </a:lnTo>
                  <a:lnTo>
                    <a:pt x="83820" y="10160"/>
                  </a:lnTo>
                  <a:lnTo>
                    <a:pt x="83820" y="8890"/>
                  </a:lnTo>
                  <a:lnTo>
                    <a:pt x="81280" y="7620"/>
                  </a:lnTo>
                  <a:lnTo>
                    <a:pt x="80010" y="6350"/>
                  </a:lnTo>
                  <a:lnTo>
                    <a:pt x="78740" y="5080"/>
                  </a:lnTo>
                  <a:lnTo>
                    <a:pt x="73660" y="2540"/>
                  </a:lnTo>
                  <a:lnTo>
                    <a:pt x="72390" y="2540"/>
                  </a:lnTo>
                  <a:lnTo>
                    <a:pt x="68580" y="1270"/>
                  </a:lnTo>
                  <a:lnTo>
                    <a:pt x="67310" y="1270"/>
                  </a:lnTo>
                  <a:lnTo>
                    <a:pt x="62230" y="0"/>
                  </a:lnTo>
                  <a:lnTo>
                    <a:pt x="57150" y="0"/>
                  </a:lnTo>
                  <a:lnTo>
                    <a:pt x="53340" y="0"/>
                  </a:lnTo>
                  <a:lnTo>
                    <a:pt x="49530" y="0"/>
                  </a:lnTo>
                  <a:lnTo>
                    <a:pt x="45720" y="1270"/>
                  </a:lnTo>
                  <a:lnTo>
                    <a:pt x="43180" y="2540"/>
                  </a:lnTo>
                  <a:lnTo>
                    <a:pt x="40640" y="3810"/>
                  </a:lnTo>
                  <a:lnTo>
                    <a:pt x="39370" y="3810"/>
                  </a:lnTo>
                  <a:lnTo>
                    <a:pt x="36830" y="5080"/>
                  </a:lnTo>
                  <a:lnTo>
                    <a:pt x="34290" y="6350"/>
                  </a:lnTo>
                  <a:lnTo>
                    <a:pt x="33020" y="6350"/>
                  </a:lnTo>
                  <a:lnTo>
                    <a:pt x="33020" y="7620"/>
                  </a:lnTo>
                  <a:lnTo>
                    <a:pt x="31750" y="8890"/>
                  </a:lnTo>
                  <a:lnTo>
                    <a:pt x="30480" y="10160"/>
                  </a:lnTo>
                  <a:lnTo>
                    <a:pt x="29210" y="11430"/>
                  </a:lnTo>
                  <a:lnTo>
                    <a:pt x="27940" y="11430"/>
                  </a:lnTo>
                  <a:lnTo>
                    <a:pt x="26670" y="13970"/>
                  </a:lnTo>
                  <a:lnTo>
                    <a:pt x="25400" y="13970"/>
                  </a:lnTo>
                  <a:lnTo>
                    <a:pt x="24130" y="16510"/>
                  </a:lnTo>
                  <a:lnTo>
                    <a:pt x="22860" y="16510"/>
                  </a:lnTo>
                  <a:lnTo>
                    <a:pt x="20320" y="20320"/>
                  </a:lnTo>
                  <a:lnTo>
                    <a:pt x="20320" y="21590"/>
                  </a:lnTo>
                  <a:lnTo>
                    <a:pt x="19050" y="24130"/>
                  </a:lnTo>
                  <a:lnTo>
                    <a:pt x="16510" y="27940"/>
                  </a:lnTo>
                  <a:lnTo>
                    <a:pt x="15240" y="31750"/>
                  </a:lnTo>
                  <a:lnTo>
                    <a:pt x="12700" y="34290"/>
                  </a:lnTo>
                  <a:lnTo>
                    <a:pt x="12700" y="35560"/>
                  </a:lnTo>
                  <a:lnTo>
                    <a:pt x="10160" y="41910"/>
                  </a:lnTo>
                  <a:lnTo>
                    <a:pt x="8890" y="45720"/>
                  </a:lnTo>
                  <a:lnTo>
                    <a:pt x="7620" y="45720"/>
                  </a:lnTo>
                  <a:lnTo>
                    <a:pt x="6350" y="52070"/>
                  </a:lnTo>
                  <a:lnTo>
                    <a:pt x="5080" y="57150"/>
                  </a:lnTo>
                  <a:lnTo>
                    <a:pt x="4051" y="62280"/>
                  </a:lnTo>
                  <a:lnTo>
                    <a:pt x="3810" y="62230"/>
                  </a:lnTo>
                  <a:lnTo>
                    <a:pt x="2540" y="67310"/>
                  </a:lnTo>
                  <a:lnTo>
                    <a:pt x="2540" y="72390"/>
                  </a:lnTo>
                  <a:lnTo>
                    <a:pt x="1270" y="77470"/>
                  </a:lnTo>
                  <a:lnTo>
                    <a:pt x="0" y="85090"/>
                  </a:lnTo>
                  <a:lnTo>
                    <a:pt x="7620" y="85090"/>
                  </a:lnTo>
                  <a:lnTo>
                    <a:pt x="104140" y="85090"/>
                  </a:lnTo>
                  <a:lnTo>
                    <a:pt x="110490" y="85090"/>
                  </a:lnTo>
                  <a:lnTo>
                    <a:pt x="110490" y="77470"/>
                  </a:lnTo>
                  <a:close/>
                </a:path>
              </a:pathLst>
            </a:custGeom>
            <a:solidFill>
              <a:srgbClr val="3333CC"/>
            </a:solidFill>
          </p:spPr>
          <p:txBody>
            <a:bodyPr wrap="square" lIns="0" tIns="0" rIns="0" bIns="0" rtlCol="0"/>
            <a:lstStyle/>
            <a:p/>
          </p:txBody>
        </p:sp>
      </p:grpSp>
      <p:sp>
        <p:nvSpPr>
          <p:cNvPr id="911" name="object 911"/>
          <p:cNvSpPr/>
          <p:nvPr/>
        </p:nvSpPr>
        <p:spPr>
          <a:xfrm>
            <a:off x="7066280" y="1046480"/>
            <a:ext cx="382270" cy="627380"/>
          </a:xfrm>
          <a:custGeom>
            <a:avLst/>
            <a:gdLst/>
            <a:ahLst/>
            <a:cxnLst/>
            <a:rect l="l" t="t" r="r" b="b"/>
            <a:pathLst>
              <a:path w="382270" h="627380">
                <a:moveTo>
                  <a:pt x="0" y="12700"/>
                </a:moveTo>
                <a:lnTo>
                  <a:pt x="146050" y="12700"/>
                </a:lnTo>
                <a:lnTo>
                  <a:pt x="146050" y="63500"/>
                </a:lnTo>
                <a:lnTo>
                  <a:pt x="147320" y="62230"/>
                </a:lnTo>
                <a:lnTo>
                  <a:pt x="148590" y="60960"/>
                </a:lnTo>
                <a:lnTo>
                  <a:pt x="151129" y="57150"/>
                </a:lnTo>
                <a:lnTo>
                  <a:pt x="153670" y="53340"/>
                </a:lnTo>
                <a:lnTo>
                  <a:pt x="157479" y="49530"/>
                </a:lnTo>
                <a:lnTo>
                  <a:pt x="168910" y="39370"/>
                </a:lnTo>
                <a:lnTo>
                  <a:pt x="181610" y="26670"/>
                </a:lnTo>
                <a:lnTo>
                  <a:pt x="189229" y="20320"/>
                </a:lnTo>
                <a:lnTo>
                  <a:pt x="196850" y="15240"/>
                </a:lnTo>
                <a:lnTo>
                  <a:pt x="205740" y="11430"/>
                </a:lnTo>
                <a:lnTo>
                  <a:pt x="214629" y="7620"/>
                </a:lnTo>
                <a:lnTo>
                  <a:pt x="224790" y="3810"/>
                </a:lnTo>
                <a:lnTo>
                  <a:pt x="233679" y="1270"/>
                </a:lnTo>
                <a:lnTo>
                  <a:pt x="243840" y="1270"/>
                </a:lnTo>
                <a:lnTo>
                  <a:pt x="254000" y="0"/>
                </a:lnTo>
                <a:lnTo>
                  <a:pt x="295910" y="8890"/>
                </a:lnTo>
                <a:lnTo>
                  <a:pt x="328929" y="34290"/>
                </a:lnTo>
                <a:lnTo>
                  <a:pt x="342900" y="53340"/>
                </a:lnTo>
                <a:lnTo>
                  <a:pt x="347979" y="60960"/>
                </a:lnTo>
                <a:lnTo>
                  <a:pt x="365760" y="105410"/>
                </a:lnTo>
                <a:lnTo>
                  <a:pt x="368300" y="114300"/>
                </a:lnTo>
                <a:lnTo>
                  <a:pt x="377190" y="160020"/>
                </a:lnTo>
                <a:lnTo>
                  <a:pt x="381000" y="213360"/>
                </a:lnTo>
                <a:lnTo>
                  <a:pt x="382270" y="242570"/>
                </a:lnTo>
                <a:lnTo>
                  <a:pt x="382270" y="627380"/>
                </a:lnTo>
                <a:lnTo>
                  <a:pt x="226060" y="627380"/>
                </a:lnTo>
                <a:lnTo>
                  <a:pt x="226060" y="292100"/>
                </a:lnTo>
                <a:lnTo>
                  <a:pt x="226060" y="280670"/>
                </a:lnTo>
                <a:lnTo>
                  <a:pt x="224790" y="271780"/>
                </a:lnTo>
                <a:lnTo>
                  <a:pt x="224790" y="261620"/>
                </a:lnTo>
                <a:lnTo>
                  <a:pt x="223520" y="254000"/>
                </a:lnTo>
                <a:lnTo>
                  <a:pt x="222250" y="247650"/>
                </a:lnTo>
                <a:lnTo>
                  <a:pt x="222250" y="243840"/>
                </a:lnTo>
                <a:lnTo>
                  <a:pt x="220979" y="241300"/>
                </a:lnTo>
                <a:lnTo>
                  <a:pt x="220979" y="238760"/>
                </a:lnTo>
                <a:lnTo>
                  <a:pt x="219710" y="236220"/>
                </a:lnTo>
                <a:lnTo>
                  <a:pt x="218440" y="233680"/>
                </a:lnTo>
                <a:lnTo>
                  <a:pt x="218440" y="232410"/>
                </a:lnTo>
                <a:lnTo>
                  <a:pt x="217170" y="229870"/>
                </a:lnTo>
                <a:lnTo>
                  <a:pt x="215900" y="227330"/>
                </a:lnTo>
                <a:lnTo>
                  <a:pt x="214629" y="226060"/>
                </a:lnTo>
                <a:lnTo>
                  <a:pt x="213360" y="224790"/>
                </a:lnTo>
                <a:lnTo>
                  <a:pt x="212090" y="223520"/>
                </a:lnTo>
                <a:lnTo>
                  <a:pt x="210820" y="222250"/>
                </a:lnTo>
                <a:lnTo>
                  <a:pt x="209550" y="220980"/>
                </a:lnTo>
                <a:lnTo>
                  <a:pt x="208279" y="220980"/>
                </a:lnTo>
                <a:lnTo>
                  <a:pt x="207010" y="219710"/>
                </a:lnTo>
                <a:lnTo>
                  <a:pt x="204470" y="218440"/>
                </a:lnTo>
                <a:lnTo>
                  <a:pt x="201929" y="218440"/>
                </a:lnTo>
                <a:lnTo>
                  <a:pt x="198120" y="217170"/>
                </a:lnTo>
                <a:lnTo>
                  <a:pt x="194310" y="217170"/>
                </a:lnTo>
                <a:lnTo>
                  <a:pt x="191770" y="217170"/>
                </a:lnTo>
                <a:lnTo>
                  <a:pt x="190500" y="217170"/>
                </a:lnTo>
                <a:lnTo>
                  <a:pt x="187960" y="217170"/>
                </a:lnTo>
                <a:lnTo>
                  <a:pt x="186690" y="218440"/>
                </a:lnTo>
                <a:lnTo>
                  <a:pt x="184150" y="218440"/>
                </a:lnTo>
                <a:lnTo>
                  <a:pt x="182879" y="219710"/>
                </a:lnTo>
                <a:lnTo>
                  <a:pt x="180340" y="220980"/>
                </a:lnTo>
                <a:lnTo>
                  <a:pt x="179070" y="222250"/>
                </a:lnTo>
                <a:lnTo>
                  <a:pt x="177800" y="223520"/>
                </a:lnTo>
                <a:lnTo>
                  <a:pt x="175260" y="224790"/>
                </a:lnTo>
                <a:lnTo>
                  <a:pt x="173990" y="227330"/>
                </a:lnTo>
                <a:lnTo>
                  <a:pt x="172720" y="229870"/>
                </a:lnTo>
                <a:lnTo>
                  <a:pt x="170179" y="232410"/>
                </a:lnTo>
                <a:lnTo>
                  <a:pt x="168910" y="233680"/>
                </a:lnTo>
                <a:lnTo>
                  <a:pt x="167640" y="236220"/>
                </a:lnTo>
                <a:lnTo>
                  <a:pt x="166370" y="238760"/>
                </a:lnTo>
                <a:lnTo>
                  <a:pt x="165100" y="242570"/>
                </a:lnTo>
                <a:lnTo>
                  <a:pt x="163829" y="245110"/>
                </a:lnTo>
                <a:lnTo>
                  <a:pt x="162560" y="248920"/>
                </a:lnTo>
                <a:lnTo>
                  <a:pt x="161290" y="252730"/>
                </a:lnTo>
                <a:lnTo>
                  <a:pt x="161290" y="257810"/>
                </a:lnTo>
                <a:lnTo>
                  <a:pt x="160020" y="262890"/>
                </a:lnTo>
                <a:lnTo>
                  <a:pt x="158750" y="273050"/>
                </a:lnTo>
                <a:lnTo>
                  <a:pt x="157479" y="285750"/>
                </a:lnTo>
                <a:lnTo>
                  <a:pt x="156210" y="299720"/>
                </a:lnTo>
                <a:lnTo>
                  <a:pt x="156210" y="314960"/>
                </a:lnTo>
                <a:lnTo>
                  <a:pt x="154940" y="331470"/>
                </a:lnTo>
                <a:lnTo>
                  <a:pt x="154940" y="627380"/>
                </a:lnTo>
                <a:lnTo>
                  <a:pt x="0" y="627380"/>
                </a:lnTo>
                <a:lnTo>
                  <a:pt x="0" y="12700"/>
                </a:lnTo>
                <a:close/>
              </a:path>
            </a:pathLst>
          </a:custGeom>
          <a:ln w="12579">
            <a:solidFill>
              <a:srgbClr val="3333CC"/>
            </a:solidFill>
          </a:ln>
        </p:spPr>
        <p:txBody>
          <a:bodyPr wrap="square" lIns="0" tIns="0" rIns="0" bIns="0" rtlCol="0"/>
          <a:lstStyle/>
          <a:p/>
        </p:txBody>
      </p:sp>
      <p:grpSp>
        <p:nvGrpSpPr>
          <p:cNvPr id="912" name="object 912"/>
          <p:cNvGrpSpPr/>
          <p:nvPr/>
        </p:nvGrpSpPr>
        <p:grpSpPr>
          <a:xfrm>
            <a:off x="7550150" y="836930"/>
            <a:ext cx="167640" cy="843280"/>
            <a:chOff x="7550150" y="836930"/>
            <a:chExt cx="167640" cy="843280"/>
          </a:xfrm>
        </p:grpSpPr>
        <p:sp>
          <p:nvSpPr>
            <p:cNvPr id="913" name="object 913"/>
            <p:cNvSpPr/>
            <p:nvPr/>
          </p:nvSpPr>
          <p:spPr>
            <a:xfrm>
              <a:off x="7556500" y="843280"/>
              <a:ext cx="154940" cy="830580"/>
            </a:xfrm>
            <a:prstGeom prst="rect">
              <a:avLst/>
            </a:prstGeom>
            <a:blipFill>
              <a:blip r:embed="rId19" cstate="print"/>
              <a:stretch>
                <a:fillRect/>
              </a:stretch>
            </a:blipFill>
          </p:spPr>
          <p:txBody>
            <a:bodyPr wrap="square" lIns="0" tIns="0" rIns="0" bIns="0" rtlCol="0"/>
            <a:lstStyle/>
            <a:p/>
          </p:txBody>
        </p:sp>
        <p:sp>
          <p:nvSpPr>
            <p:cNvPr id="914" name="object 914"/>
            <p:cNvSpPr/>
            <p:nvPr/>
          </p:nvSpPr>
          <p:spPr>
            <a:xfrm>
              <a:off x="7550150" y="836929"/>
              <a:ext cx="167640" cy="843280"/>
            </a:xfrm>
            <a:custGeom>
              <a:avLst/>
              <a:gdLst/>
              <a:ahLst/>
              <a:cxnLst/>
              <a:rect l="l" t="t" r="r" b="b"/>
              <a:pathLst>
                <a:path w="167640" h="843280">
                  <a:moveTo>
                    <a:pt x="167640" y="215900"/>
                  </a:moveTo>
                  <a:lnTo>
                    <a:pt x="161290" y="215900"/>
                  </a:lnTo>
                  <a:lnTo>
                    <a:pt x="154940" y="215900"/>
                  </a:lnTo>
                  <a:lnTo>
                    <a:pt x="154940" y="228600"/>
                  </a:lnTo>
                  <a:lnTo>
                    <a:pt x="154940" y="830580"/>
                  </a:lnTo>
                  <a:lnTo>
                    <a:pt x="12700" y="830580"/>
                  </a:lnTo>
                  <a:lnTo>
                    <a:pt x="12700" y="228600"/>
                  </a:lnTo>
                  <a:lnTo>
                    <a:pt x="154940" y="228600"/>
                  </a:lnTo>
                  <a:lnTo>
                    <a:pt x="154940" y="215900"/>
                  </a:lnTo>
                  <a:lnTo>
                    <a:pt x="6350" y="215900"/>
                  </a:lnTo>
                  <a:lnTo>
                    <a:pt x="0" y="215900"/>
                  </a:lnTo>
                  <a:lnTo>
                    <a:pt x="0" y="222250"/>
                  </a:lnTo>
                  <a:lnTo>
                    <a:pt x="0" y="836930"/>
                  </a:lnTo>
                  <a:lnTo>
                    <a:pt x="0" y="843280"/>
                  </a:lnTo>
                  <a:lnTo>
                    <a:pt x="6350" y="843280"/>
                  </a:lnTo>
                  <a:lnTo>
                    <a:pt x="161290" y="843280"/>
                  </a:lnTo>
                  <a:lnTo>
                    <a:pt x="167640" y="843280"/>
                  </a:lnTo>
                  <a:lnTo>
                    <a:pt x="167640" y="836930"/>
                  </a:lnTo>
                  <a:lnTo>
                    <a:pt x="167640" y="222250"/>
                  </a:lnTo>
                  <a:lnTo>
                    <a:pt x="167640" y="215900"/>
                  </a:lnTo>
                  <a:close/>
                </a:path>
                <a:path w="167640" h="843280">
                  <a:moveTo>
                    <a:pt x="167640" y="0"/>
                  </a:moveTo>
                  <a:lnTo>
                    <a:pt x="161290" y="0"/>
                  </a:lnTo>
                  <a:lnTo>
                    <a:pt x="154940" y="0"/>
                  </a:lnTo>
                  <a:lnTo>
                    <a:pt x="154940" y="12700"/>
                  </a:lnTo>
                  <a:lnTo>
                    <a:pt x="154940" y="194310"/>
                  </a:lnTo>
                  <a:lnTo>
                    <a:pt x="12700" y="194310"/>
                  </a:lnTo>
                  <a:lnTo>
                    <a:pt x="12700" y="12700"/>
                  </a:lnTo>
                  <a:lnTo>
                    <a:pt x="154940" y="12700"/>
                  </a:lnTo>
                  <a:lnTo>
                    <a:pt x="154940" y="0"/>
                  </a:lnTo>
                  <a:lnTo>
                    <a:pt x="6350" y="0"/>
                  </a:lnTo>
                  <a:lnTo>
                    <a:pt x="0" y="0"/>
                  </a:lnTo>
                  <a:lnTo>
                    <a:pt x="0" y="6350"/>
                  </a:lnTo>
                  <a:lnTo>
                    <a:pt x="0" y="200660"/>
                  </a:lnTo>
                  <a:lnTo>
                    <a:pt x="0" y="207010"/>
                  </a:lnTo>
                  <a:lnTo>
                    <a:pt x="6350" y="207010"/>
                  </a:lnTo>
                  <a:lnTo>
                    <a:pt x="161290" y="207010"/>
                  </a:lnTo>
                  <a:lnTo>
                    <a:pt x="167640" y="207010"/>
                  </a:lnTo>
                  <a:lnTo>
                    <a:pt x="167640" y="200660"/>
                  </a:lnTo>
                  <a:lnTo>
                    <a:pt x="167640" y="6350"/>
                  </a:lnTo>
                  <a:lnTo>
                    <a:pt x="167640" y="0"/>
                  </a:lnTo>
                  <a:close/>
                </a:path>
              </a:pathLst>
            </a:custGeom>
            <a:solidFill>
              <a:srgbClr val="3333CC"/>
            </a:solidFill>
          </p:spPr>
          <p:txBody>
            <a:bodyPr wrap="square" lIns="0" tIns="0" rIns="0" bIns="0" rtlCol="0"/>
            <a:lstStyle/>
            <a:p/>
          </p:txBody>
        </p:sp>
      </p:grpSp>
      <p:sp>
        <p:nvSpPr>
          <p:cNvPr id="915" name="object 915"/>
          <p:cNvSpPr/>
          <p:nvPr/>
        </p:nvSpPr>
        <p:spPr>
          <a:xfrm>
            <a:off x="7820659" y="1046480"/>
            <a:ext cx="381000" cy="627380"/>
          </a:xfrm>
          <a:custGeom>
            <a:avLst/>
            <a:gdLst/>
            <a:ahLst/>
            <a:cxnLst/>
            <a:rect l="l" t="t" r="r" b="b"/>
            <a:pathLst>
              <a:path w="381000" h="627380">
                <a:moveTo>
                  <a:pt x="0" y="12700"/>
                </a:moveTo>
                <a:lnTo>
                  <a:pt x="146050" y="12700"/>
                </a:lnTo>
                <a:lnTo>
                  <a:pt x="146050" y="63500"/>
                </a:lnTo>
                <a:lnTo>
                  <a:pt x="147320" y="62230"/>
                </a:lnTo>
                <a:lnTo>
                  <a:pt x="147320" y="60960"/>
                </a:lnTo>
                <a:lnTo>
                  <a:pt x="149860" y="57150"/>
                </a:lnTo>
                <a:lnTo>
                  <a:pt x="153670" y="53340"/>
                </a:lnTo>
                <a:lnTo>
                  <a:pt x="157480" y="49530"/>
                </a:lnTo>
                <a:lnTo>
                  <a:pt x="167640" y="39370"/>
                </a:lnTo>
                <a:lnTo>
                  <a:pt x="181610" y="26670"/>
                </a:lnTo>
                <a:lnTo>
                  <a:pt x="189230" y="20320"/>
                </a:lnTo>
                <a:lnTo>
                  <a:pt x="196850" y="15240"/>
                </a:lnTo>
                <a:lnTo>
                  <a:pt x="205740" y="11430"/>
                </a:lnTo>
                <a:lnTo>
                  <a:pt x="214630" y="7620"/>
                </a:lnTo>
                <a:lnTo>
                  <a:pt x="224790" y="3810"/>
                </a:lnTo>
                <a:lnTo>
                  <a:pt x="233680" y="1270"/>
                </a:lnTo>
                <a:lnTo>
                  <a:pt x="243840" y="1270"/>
                </a:lnTo>
                <a:lnTo>
                  <a:pt x="254000" y="0"/>
                </a:lnTo>
                <a:lnTo>
                  <a:pt x="269240" y="1270"/>
                </a:lnTo>
                <a:lnTo>
                  <a:pt x="283210" y="3810"/>
                </a:lnTo>
                <a:lnTo>
                  <a:pt x="294640" y="8890"/>
                </a:lnTo>
                <a:lnTo>
                  <a:pt x="302260" y="11430"/>
                </a:lnTo>
                <a:lnTo>
                  <a:pt x="307340" y="15240"/>
                </a:lnTo>
                <a:lnTo>
                  <a:pt x="312420" y="19050"/>
                </a:lnTo>
                <a:lnTo>
                  <a:pt x="318770" y="24130"/>
                </a:lnTo>
                <a:lnTo>
                  <a:pt x="323850" y="29210"/>
                </a:lnTo>
                <a:lnTo>
                  <a:pt x="328930" y="34290"/>
                </a:lnTo>
                <a:lnTo>
                  <a:pt x="334010" y="40640"/>
                </a:lnTo>
                <a:lnTo>
                  <a:pt x="339090" y="46990"/>
                </a:lnTo>
                <a:lnTo>
                  <a:pt x="342900" y="53340"/>
                </a:lnTo>
                <a:lnTo>
                  <a:pt x="347980" y="60960"/>
                </a:lnTo>
                <a:lnTo>
                  <a:pt x="351790" y="68580"/>
                </a:lnTo>
                <a:lnTo>
                  <a:pt x="355600" y="76200"/>
                </a:lnTo>
                <a:lnTo>
                  <a:pt x="359410" y="85090"/>
                </a:lnTo>
                <a:lnTo>
                  <a:pt x="361950" y="95250"/>
                </a:lnTo>
                <a:lnTo>
                  <a:pt x="365760" y="105410"/>
                </a:lnTo>
                <a:lnTo>
                  <a:pt x="368300" y="114300"/>
                </a:lnTo>
                <a:lnTo>
                  <a:pt x="370840" y="125730"/>
                </a:lnTo>
                <a:lnTo>
                  <a:pt x="373380" y="137160"/>
                </a:lnTo>
                <a:lnTo>
                  <a:pt x="377190" y="160020"/>
                </a:lnTo>
                <a:lnTo>
                  <a:pt x="379730" y="186690"/>
                </a:lnTo>
                <a:lnTo>
                  <a:pt x="381000" y="213360"/>
                </a:lnTo>
                <a:lnTo>
                  <a:pt x="381000" y="242570"/>
                </a:lnTo>
                <a:lnTo>
                  <a:pt x="381000" y="627380"/>
                </a:lnTo>
                <a:lnTo>
                  <a:pt x="226060" y="627380"/>
                </a:lnTo>
                <a:lnTo>
                  <a:pt x="226060" y="292100"/>
                </a:lnTo>
                <a:lnTo>
                  <a:pt x="226060" y="280670"/>
                </a:lnTo>
                <a:lnTo>
                  <a:pt x="224790" y="271780"/>
                </a:lnTo>
                <a:lnTo>
                  <a:pt x="224790" y="261620"/>
                </a:lnTo>
                <a:lnTo>
                  <a:pt x="223520" y="254000"/>
                </a:lnTo>
                <a:lnTo>
                  <a:pt x="222250" y="247650"/>
                </a:lnTo>
                <a:lnTo>
                  <a:pt x="222250" y="243840"/>
                </a:lnTo>
                <a:lnTo>
                  <a:pt x="220980" y="241300"/>
                </a:lnTo>
                <a:lnTo>
                  <a:pt x="219710" y="238760"/>
                </a:lnTo>
                <a:lnTo>
                  <a:pt x="219710" y="236220"/>
                </a:lnTo>
                <a:lnTo>
                  <a:pt x="218440" y="233680"/>
                </a:lnTo>
                <a:lnTo>
                  <a:pt x="217170" y="232410"/>
                </a:lnTo>
                <a:lnTo>
                  <a:pt x="217170" y="229870"/>
                </a:lnTo>
                <a:lnTo>
                  <a:pt x="215900" y="227330"/>
                </a:lnTo>
                <a:lnTo>
                  <a:pt x="214630" y="226060"/>
                </a:lnTo>
                <a:lnTo>
                  <a:pt x="213360" y="224790"/>
                </a:lnTo>
                <a:lnTo>
                  <a:pt x="212090" y="223520"/>
                </a:lnTo>
                <a:lnTo>
                  <a:pt x="210820" y="222250"/>
                </a:lnTo>
                <a:lnTo>
                  <a:pt x="209550" y="220980"/>
                </a:lnTo>
                <a:lnTo>
                  <a:pt x="208280" y="220980"/>
                </a:lnTo>
                <a:lnTo>
                  <a:pt x="205740" y="219710"/>
                </a:lnTo>
                <a:lnTo>
                  <a:pt x="204470" y="218440"/>
                </a:lnTo>
                <a:lnTo>
                  <a:pt x="201930" y="218440"/>
                </a:lnTo>
                <a:lnTo>
                  <a:pt x="198120" y="217170"/>
                </a:lnTo>
                <a:lnTo>
                  <a:pt x="194310" y="217170"/>
                </a:lnTo>
                <a:lnTo>
                  <a:pt x="191770" y="217170"/>
                </a:lnTo>
                <a:lnTo>
                  <a:pt x="190500" y="217170"/>
                </a:lnTo>
                <a:lnTo>
                  <a:pt x="187960" y="217170"/>
                </a:lnTo>
                <a:lnTo>
                  <a:pt x="186690" y="218440"/>
                </a:lnTo>
                <a:lnTo>
                  <a:pt x="184150" y="218440"/>
                </a:lnTo>
                <a:lnTo>
                  <a:pt x="182880" y="219710"/>
                </a:lnTo>
                <a:lnTo>
                  <a:pt x="180340" y="220980"/>
                </a:lnTo>
                <a:lnTo>
                  <a:pt x="179070" y="222250"/>
                </a:lnTo>
                <a:lnTo>
                  <a:pt x="176530" y="223520"/>
                </a:lnTo>
                <a:lnTo>
                  <a:pt x="175260" y="224790"/>
                </a:lnTo>
                <a:lnTo>
                  <a:pt x="173990" y="227330"/>
                </a:lnTo>
                <a:lnTo>
                  <a:pt x="172720" y="229870"/>
                </a:lnTo>
                <a:lnTo>
                  <a:pt x="171450" y="232410"/>
                </a:lnTo>
                <a:lnTo>
                  <a:pt x="168910" y="233680"/>
                </a:lnTo>
                <a:lnTo>
                  <a:pt x="167640" y="236220"/>
                </a:lnTo>
                <a:lnTo>
                  <a:pt x="166370" y="238760"/>
                </a:lnTo>
                <a:lnTo>
                  <a:pt x="165100" y="242570"/>
                </a:lnTo>
                <a:lnTo>
                  <a:pt x="163830" y="245110"/>
                </a:lnTo>
                <a:lnTo>
                  <a:pt x="162560" y="248920"/>
                </a:lnTo>
                <a:lnTo>
                  <a:pt x="161290" y="252730"/>
                </a:lnTo>
                <a:lnTo>
                  <a:pt x="161290" y="257810"/>
                </a:lnTo>
                <a:lnTo>
                  <a:pt x="160020" y="262890"/>
                </a:lnTo>
                <a:lnTo>
                  <a:pt x="158750" y="273050"/>
                </a:lnTo>
                <a:lnTo>
                  <a:pt x="157480" y="285750"/>
                </a:lnTo>
                <a:lnTo>
                  <a:pt x="156210" y="299720"/>
                </a:lnTo>
                <a:lnTo>
                  <a:pt x="156210" y="314960"/>
                </a:lnTo>
                <a:lnTo>
                  <a:pt x="154940" y="331470"/>
                </a:lnTo>
                <a:lnTo>
                  <a:pt x="154940" y="627380"/>
                </a:lnTo>
                <a:lnTo>
                  <a:pt x="0" y="627380"/>
                </a:lnTo>
                <a:lnTo>
                  <a:pt x="0" y="12700"/>
                </a:lnTo>
                <a:close/>
              </a:path>
            </a:pathLst>
          </a:custGeom>
          <a:ln w="12579">
            <a:solidFill>
              <a:srgbClr val="3333CC"/>
            </a:solidFill>
          </a:ln>
        </p:spPr>
        <p:txBody>
          <a:bodyPr wrap="square" lIns="0" tIns="0" rIns="0" bIns="0" rtlCol="0"/>
          <a:lstStyle/>
          <a:p/>
        </p:txBody>
      </p:sp>
      <p:grpSp>
        <p:nvGrpSpPr>
          <p:cNvPr id="916" name="object 916"/>
          <p:cNvGrpSpPr/>
          <p:nvPr/>
        </p:nvGrpSpPr>
        <p:grpSpPr>
          <a:xfrm>
            <a:off x="8284209" y="1040130"/>
            <a:ext cx="408940" cy="871219"/>
            <a:chOff x="8284209" y="1040130"/>
            <a:chExt cx="408940" cy="871219"/>
          </a:xfrm>
        </p:grpSpPr>
        <p:sp>
          <p:nvSpPr>
            <p:cNvPr id="917" name="object 917"/>
            <p:cNvSpPr/>
            <p:nvPr/>
          </p:nvSpPr>
          <p:spPr>
            <a:xfrm>
              <a:off x="8290559" y="1046480"/>
              <a:ext cx="397509" cy="858520"/>
            </a:xfrm>
            <a:prstGeom prst="rect">
              <a:avLst/>
            </a:prstGeom>
            <a:blipFill>
              <a:blip r:embed="rId22" cstate="print"/>
              <a:stretch>
                <a:fillRect/>
              </a:stretch>
            </a:blipFill>
          </p:spPr>
          <p:txBody>
            <a:bodyPr wrap="square" lIns="0" tIns="0" rIns="0" bIns="0" rtlCol="0"/>
            <a:lstStyle/>
            <a:p/>
          </p:txBody>
        </p:sp>
        <p:sp>
          <p:nvSpPr>
            <p:cNvPr id="918" name="object 918"/>
            <p:cNvSpPr/>
            <p:nvPr/>
          </p:nvSpPr>
          <p:spPr>
            <a:xfrm>
              <a:off x="8378190" y="1052829"/>
              <a:ext cx="314960" cy="858519"/>
            </a:xfrm>
            <a:custGeom>
              <a:avLst/>
              <a:gdLst/>
              <a:ahLst/>
              <a:cxnLst/>
              <a:rect l="l" t="t" r="r" b="b"/>
              <a:pathLst>
                <a:path w="314959" h="858519">
                  <a:moveTo>
                    <a:pt x="314960" y="0"/>
                  </a:moveTo>
                  <a:lnTo>
                    <a:pt x="308610" y="0"/>
                  </a:lnTo>
                  <a:lnTo>
                    <a:pt x="161290" y="0"/>
                  </a:lnTo>
                  <a:lnTo>
                    <a:pt x="161290" y="12700"/>
                  </a:lnTo>
                  <a:lnTo>
                    <a:pt x="302260" y="12700"/>
                  </a:lnTo>
                  <a:lnTo>
                    <a:pt x="302260" y="566420"/>
                  </a:lnTo>
                  <a:lnTo>
                    <a:pt x="302260" y="605790"/>
                  </a:lnTo>
                  <a:lnTo>
                    <a:pt x="300990" y="621030"/>
                  </a:lnTo>
                  <a:lnTo>
                    <a:pt x="299821" y="633755"/>
                  </a:lnTo>
                  <a:lnTo>
                    <a:pt x="298551" y="647725"/>
                  </a:lnTo>
                  <a:lnTo>
                    <a:pt x="297180" y="661670"/>
                  </a:lnTo>
                  <a:lnTo>
                    <a:pt x="294640" y="675640"/>
                  </a:lnTo>
                  <a:lnTo>
                    <a:pt x="290830" y="688340"/>
                  </a:lnTo>
                  <a:lnTo>
                    <a:pt x="288290" y="702310"/>
                  </a:lnTo>
                  <a:lnTo>
                    <a:pt x="284810" y="713879"/>
                  </a:lnTo>
                  <a:lnTo>
                    <a:pt x="284480" y="713740"/>
                  </a:lnTo>
                  <a:lnTo>
                    <a:pt x="279400" y="726440"/>
                  </a:lnTo>
                  <a:lnTo>
                    <a:pt x="280492" y="726884"/>
                  </a:lnTo>
                  <a:lnTo>
                    <a:pt x="275590" y="739140"/>
                  </a:lnTo>
                  <a:lnTo>
                    <a:pt x="270510" y="749300"/>
                  </a:lnTo>
                  <a:lnTo>
                    <a:pt x="265430" y="759460"/>
                  </a:lnTo>
                  <a:lnTo>
                    <a:pt x="266446" y="759866"/>
                  </a:lnTo>
                  <a:lnTo>
                    <a:pt x="260921" y="768705"/>
                  </a:lnTo>
                  <a:lnTo>
                    <a:pt x="260350" y="768350"/>
                  </a:lnTo>
                  <a:lnTo>
                    <a:pt x="255270" y="778510"/>
                  </a:lnTo>
                  <a:lnTo>
                    <a:pt x="249504" y="786574"/>
                  </a:lnTo>
                  <a:lnTo>
                    <a:pt x="248920" y="786130"/>
                  </a:lnTo>
                  <a:lnTo>
                    <a:pt x="242570" y="793750"/>
                  </a:lnTo>
                  <a:lnTo>
                    <a:pt x="243205" y="794385"/>
                  </a:lnTo>
                  <a:lnTo>
                    <a:pt x="236220" y="801370"/>
                  </a:lnTo>
                  <a:lnTo>
                    <a:pt x="236791" y="801954"/>
                  </a:lnTo>
                  <a:lnTo>
                    <a:pt x="229870" y="807720"/>
                  </a:lnTo>
                  <a:lnTo>
                    <a:pt x="222250" y="814070"/>
                  </a:lnTo>
                  <a:lnTo>
                    <a:pt x="222758" y="814578"/>
                  </a:lnTo>
                  <a:lnTo>
                    <a:pt x="215900" y="819150"/>
                  </a:lnTo>
                  <a:lnTo>
                    <a:pt x="208445" y="823404"/>
                  </a:lnTo>
                  <a:lnTo>
                    <a:pt x="208280" y="822960"/>
                  </a:lnTo>
                  <a:lnTo>
                    <a:pt x="199390" y="828040"/>
                  </a:lnTo>
                  <a:lnTo>
                    <a:pt x="190500" y="831850"/>
                  </a:lnTo>
                  <a:lnTo>
                    <a:pt x="190639" y="832142"/>
                  </a:lnTo>
                  <a:lnTo>
                    <a:pt x="181610" y="834390"/>
                  </a:lnTo>
                  <a:lnTo>
                    <a:pt x="172720" y="838200"/>
                  </a:lnTo>
                  <a:lnTo>
                    <a:pt x="153670" y="842010"/>
                  </a:lnTo>
                  <a:lnTo>
                    <a:pt x="132080" y="844550"/>
                  </a:lnTo>
                  <a:lnTo>
                    <a:pt x="111086" y="845794"/>
                  </a:lnTo>
                  <a:lnTo>
                    <a:pt x="86360" y="844550"/>
                  </a:lnTo>
                  <a:lnTo>
                    <a:pt x="63461" y="842149"/>
                  </a:lnTo>
                  <a:lnTo>
                    <a:pt x="63500" y="842010"/>
                  </a:lnTo>
                  <a:lnTo>
                    <a:pt x="43091" y="838415"/>
                  </a:lnTo>
                  <a:lnTo>
                    <a:pt x="43180" y="838200"/>
                  </a:lnTo>
                  <a:lnTo>
                    <a:pt x="23952" y="832205"/>
                  </a:lnTo>
                  <a:lnTo>
                    <a:pt x="24130" y="831850"/>
                  </a:lnTo>
                  <a:lnTo>
                    <a:pt x="6350" y="822960"/>
                  </a:lnTo>
                  <a:lnTo>
                    <a:pt x="3810" y="829310"/>
                  </a:lnTo>
                  <a:lnTo>
                    <a:pt x="0" y="834390"/>
                  </a:lnTo>
                  <a:lnTo>
                    <a:pt x="1270" y="834390"/>
                  </a:lnTo>
                  <a:lnTo>
                    <a:pt x="19050" y="843280"/>
                  </a:lnTo>
                  <a:lnTo>
                    <a:pt x="38100" y="849630"/>
                  </a:lnTo>
                  <a:lnTo>
                    <a:pt x="39370" y="849630"/>
                  </a:lnTo>
                  <a:lnTo>
                    <a:pt x="60960" y="854710"/>
                  </a:lnTo>
                  <a:lnTo>
                    <a:pt x="85090" y="857250"/>
                  </a:lnTo>
                  <a:lnTo>
                    <a:pt x="110490" y="858520"/>
                  </a:lnTo>
                  <a:lnTo>
                    <a:pt x="111760" y="858520"/>
                  </a:lnTo>
                  <a:lnTo>
                    <a:pt x="133350" y="857250"/>
                  </a:lnTo>
                  <a:lnTo>
                    <a:pt x="134620" y="857250"/>
                  </a:lnTo>
                  <a:lnTo>
                    <a:pt x="154940" y="854710"/>
                  </a:lnTo>
                  <a:lnTo>
                    <a:pt x="156210" y="854710"/>
                  </a:lnTo>
                  <a:lnTo>
                    <a:pt x="175260" y="849630"/>
                  </a:lnTo>
                  <a:lnTo>
                    <a:pt x="176530" y="849630"/>
                  </a:lnTo>
                  <a:lnTo>
                    <a:pt x="186690" y="847090"/>
                  </a:lnTo>
                  <a:lnTo>
                    <a:pt x="195580" y="843280"/>
                  </a:lnTo>
                  <a:lnTo>
                    <a:pt x="204470" y="839470"/>
                  </a:lnTo>
                  <a:lnTo>
                    <a:pt x="213360" y="834390"/>
                  </a:lnTo>
                  <a:lnTo>
                    <a:pt x="222250" y="829310"/>
                  </a:lnTo>
                  <a:lnTo>
                    <a:pt x="229870" y="824230"/>
                  </a:lnTo>
                  <a:lnTo>
                    <a:pt x="231140" y="824230"/>
                  </a:lnTo>
                  <a:lnTo>
                    <a:pt x="231140" y="822960"/>
                  </a:lnTo>
                  <a:lnTo>
                    <a:pt x="238760" y="816610"/>
                  </a:lnTo>
                  <a:lnTo>
                    <a:pt x="245110" y="810260"/>
                  </a:lnTo>
                  <a:lnTo>
                    <a:pt x="246380" y="810260"/>
                  </a:lnTo>
                  <a:lnTo>
                    <a:pt x="252730" y="802640"/>
                  </a:lnTo>
                  <a:lnTo>
                    <a:pt x="259080" y="793750"/>
                  </a:lnTo>
                  <a:lnTo>
                    <a:pt x="265430" y="784860"/>
                  </a:lnTo>
                  <a:lnTo>
                    <a:pt x="271780" y="774700"/>
                  </a:lnTo>
                  <a:lnTo>
                    <a:pt x="276860" y="764540"/>
                  </a:lnTo>
                  <a:lnTo>
                    <a:pt x="281940" y="754380"/>
                  </a:lnTo>
                  <a:lnTo>
                    <a:pt x="287020" y="742950"/>
                  </a:lnTo>
                  <a:lnTo>
                    <a:pt x="292100" y="731520"/>
                  </a:lnTo>
                  <a:lnTo>
                    <a:pt x="295910" y="718820"/>
                  </a:lnTo>
                  <a:lnTo>
                    <a:pt x="295910" y="717550"/>
                  </a:lnTo>
                  <a:lnTo>
                    <a:pt x="299720" y="704850"/>
                  </a:lnTo>
                  <a:lnTo>
                    <a:pt x="303530" y="690880"/>
                  </a:lnTo>
                  <a:lnTo>
                    <a:pt x="306070" y="678180"/>
                  </a:lnTo>
                  <a:lnTo>
                    <a:pt x="308610" y="664210"/>
                  </a:lnTo>
                  <a:lnTo>
                    <a:pt x="311150" y="650240"/>
                  </a:lnTo>
                  <a:lnTo>
                    <a:pt x="312420" y="635000"/>
                  </a:lnTo>
                  <a:lnTo>
                    <a:pt x="313690" y="621030"/>
                  </a:lnTo>
                  <a:lnTo>
                    <a:pt x="314960" y="607060"/>
                  </a:lnTo>
                  <a:lnTo>
                    <a:pt x="314960" y="605790"/>
                  </a:lnTo>
                  <a:lnTo>
                    <a:pt x="314960" y="591820"/>
                  </a:lnTo>
                  <a:lnTo>
                    <a:pt x="314960" y="6350"/>
                  </a:lnTo>
                  <a:lnTo>
                    <a:pt x="314960" y="0"/>
                  </a:lnTo>
                  <a:close/>
                </a:path>
              </a:pathLst>
            </a:custGeom>
            <a:solidFill>
              <a:srgbClr val="3333CC"/>
            </a:solidFill>
          </p:spPr>
          <p:txBody>
            <a:bodyPr wrap="square" lIns="0" tIns="0" rIns="0" bIns="0" rtlCol="0"/>
            <a:lstStyle/>
            <a:p/>
          </p:txBody>
        </p:sp>
        <p:sp>
          <p:nvSpPr>
            <p:cNvPr id="919" name="object 919"/>
            <p:cNvSpPr/>
            <p:nvPr/>
          </p:nvSpPr>
          <p:spPr>
            <a:xfrm>
              <a:off x="8293100" y="1631949"/>
              <a:ext cx="176530" cy="255270"/>
            </a:xfrm>
            <a:custGeom>
              <a:avLst/>
              <a:gdLst/>
              <a:ahLst/>
              <a:cxnLst/>
              <a:rect l="l" t="t" r="r" b="b"/>
              <a:pathLst>
                <a:path w="176529" h="255269">
                  <a:moveTo>
                    <a:pt x="176530" y="78740"/>
                  </a:moveTo>
                  <a:lnTo>
                    <a:pt x="173990" y="76200"/>
                  </a:lnTo>
                  <a:lnTo>
                    <a:pt x="172720" y="74930"/>
                  </a:lnTo>
                  <a:lnTo>
                    <a:pt x="171450" y="73660"/>
                  </a:lnTo>
                  <a:lnTo>
                    <a:pt x="171450" y="72390"/>
                  </a:lnTo>
                  <a:lnTo>
                    <a:pt x="170180" y="71120"/>
                  </a:lnTo>
                  <a:lnTo>
                    <a:pt x="168910" y="66040"/>
                  </a:lnTo>
                  <a:lnTo>
                    <a:pt x="168529" y="66192"/>
                  </a:lnTo>
                  <a:lnTo>
                    <a:pt x="167640" y="63500"/>
                  </a:lnTo>
                  <a:lnTo>
                    <a:pt x="167640" y="62230"/>
                  </a:lnTo>
                  <a:lnTo>
                    <a:pt x="166370" y="55880"/>
                  </a:lnTo>
                  <a:lnTo>
                    <a:pt x="166128" y="55981"/>
                  </a:lnTo>
                  <a:lnTo>
                    <a:pt x="165100" y="50800"/>
                  </a:lnTo>
                  <a:lnTo>
                    <a:pt x="161290" y="34290"/>
                  </a:lnTo>
                  <a:lnTo>
                    <a:pt x="161290" y="29210"/>
                  </a:lnTo>
                  <a:lnTo>
                    <a:pt x="156210" y="29210"/>
                  </a:lnTo>
                  <a:lnTo>
                    <a:pt x="8890" y="1270"/>
                  </a:lnTo>
                  <a:lnTo>
                    <a:pt x="1270" y="0"/>
                  </a:lnTo>
                  <a:lnTo>
                    <a:pt x="1270" y="6350"/>
                  </a:lnTo>
                  <a:lnTo>
                    <a:pt x="0" y="6350"/>
                  </a:lnTo>
                  <a:lnTo>
                    <a:pt x="0" y="53340"/>
                  </a:lnTo>
                  <a:lnTo>
                    <a:pt x="0" y="60960"/>
                  </a:lnTo>
                  <a:lnTo>
                    <a:pt x="0" y="85090"/>
                  </a:lnTo>
                  <a:lnTo>
                    <a:pt x="1270" y="96520"/>
                  </a:lnTo>
                  <a:lnTo>
                    <a:pt x="2540" y="107950"/>
                  </a:lnTo>
                  <a:lnTo>
                    <a:pt x="3810" y="119380"/>
                  </a:lnTo>
                  <a:lnTo>
                    <a:pt x="6350" y="129540"/>
                  </a:lnTo>
                  <a:lnTo>
                    <a:pt x="7620" y="139700"/>
                  </a:lnTo>
                  <a:lnTo>
                    <a:pt x="10160" y="149860"/>
                  </a:lnTo>
                  <a:lnTo>
                    <a:pt x="12700" y="160020"/>
                  </a:lnTo>
                  <a:lnTo>
                    <a:pt x="16510" y="168910"/>
                  </a:lnTo>
                  <a:lnTo>
                    <a:pt x="16510" y="170180"/>
                  </a:lnTo>
                  <a:lnTo>
                    <a:pt x="20320" y="179070"/>
                  </a:lnTo>
                  <a:lnTo>
                    <a:pt x="24130" y="186690"/>
                  </a:lnTo>
                  <a:lnTo>
                    <a:pt x="27940" y="195580"/>
                  </a:lnTo>
                  <a:lnTo>
                    <a:pt x="29210" y="195580"/>
                  </a:lnTo>
                  <a:lnTo>
                    <a:pt x="33020" y="203200"/>
                  </a:lnTo>
                  <a:lnTo>
                    <a:pt x="38100" y="210820"/>
                  </a:lnTo>
                  <a:lnTo>
                    <a:pt x="38100" y="212090"/>
                  </a:lnTo>
                  <a:lnTo>
                    <a:pt x="43180" y="219710"/>
                  </a:lnTo>
                  <a:lnTo>
                    <a:pt x="48260" y="226060"/>
                  </a:lnTo>
                  <a:lnTo>
                    <a:pt x="48260" y="227330"/>
                  </a:lnTo>
                  <a:lnTo>
                    <a:pt x="49530" y="227330"/>
                  </a:lnTo>
                  <a:lnTo>
                    <a:pt x="55880" y="233680"/>
                  </a:lnTo>
                  <a:lnTo>
                    <a:pt x="62230" y="238760"/>
                  </a:lnTo>
                  <a:lnTo>
                    <a:pt x="69850" y="245110"/>
                  </a:lnTo>
                  <a:lnTo>
                    <a:pt x="69850" y="246380"/>
                  </a:lnTo>
                  <a:lnTo>
                    <a:pt x="77470" y="251460"/>
                  </a:lnTo>
                  <a:lnTo>
                    <a:pt x="85090" y="255270"/>
                  </a:lnTo>
                  <a:lnTo>
                    <a:pt x="86360" y="255270"/>
                  </a:lnTo>
                  <a:lnTo>
                    <a:pt x="88900" y="250190"/>
                  </a:lnTo>
                  <a:lnTo>
                    <a:pt x="91440" y="245110"/>
                  </a:lnTo>
                  <a:lnTo>
                    <a:pt x="83820" y="240030"/>
                  </a:lnTo>
                  <a:lnTo>
                    <a:pt x="76200" y="234950"/>
                  </a:lnTo>
                  <a:lnTo>
                    <a:pt x="76136" y="235115"/>
                  </a:lnTo>
                  <a:lnTo>
                    <a:pt x="69850" y="229870"/>
                  </a:lnTo>
                  <a:lnTo>
                    <a:pt x="64770" y="224790"/>
                  </a:lnTo>
                  <a:lnTo>
                    <a:pt x="58420" y="218440"/>
                  </a:lnTo>
                  <a:lnTo>
                    <a:pt x="53340" y="212090"/>
                  </a:lnTo>
                  <a:lnTo>
                    <a:pt x="48260" y="204470"/>
                  </a:lnTo>
                  <a:lnTo>
                    <a:pt x="43180" y="196850"/>
                  </a:lnTo>
                  <a:lnTo>
                    <a:pt x="42760" y="197167"/>
                  </a:lnTo>
                  <a:lnTo>
                    <a:pt x="39370" y="189230"/>
                  </a:lnTo>
                  <a:lnTo>
                    <a:pt x="35560" y="181610"/>
                  </a:lnTo>
                  <a:lnTo>
                    <a:pt x="31750" y="173990"/>
                  </a:lnTo>
                  <a:lnTo>
                    <a:pt x="28117" y="165544"/>
                  </a:lnTo>
                  <a:lnTo>
                    <a:pt x="29210" y="165100"/>
                  </a:lnTo>
                  <a:lnTo>
                    <a:pt x="25400" y="154940"/>
                  </a:lnTo>
                  <a:lnTo>
                    <a:pt x="25069" y="155079"/>
                  </a:lnTo>
                  <a:lnTo>
                    <a:pt x="22860" y="147320"/>
                  </a:lnTo>
                  <a:lnTo>
                    <a:pt x="20320" y="137160"/>
                  </a:lnTo>
                  <a:lnTo>
                    <a:pt x="17780" y="128270"/>
                  </a:lnTo>
                  <a:lnTo>
                    <a:pt x="16510" y="116840"/>
                  </a:lnTo>
                  <a:lnTo>
                    <a:pt x="15240" y="106680"/>
                  </a:lnTo>
                  <a:lnTo>
                    <a:pt x="13970" y="95250"/>
                  </a:lnTo>
                  <a:lnTo>
                    <a:pt x="12700" y="83820"/>
                  </a:lnTo>
                  <a:lnTo>
                    <a:pt x="12700" y="60960"/>
                  </a:lnTo>
                  <a:lnTo>
                    <a:pt x="12700" y="53340"/>
                  </a:lnTo>
                  <a:lnTo>
                    <a:pt x="13957" y="53340"/>
                  </a:lnTo>
                  <a:lnTo>
                    <a:pt x="13957" y="14211"/>
                  </a:lnTo>
                  <a:lnTo>
                    <a:pt x="150596" y="41313"/>
                  </a:lnTo>
                  <a:lnTo>
                    <a:pt x="152400" y="52070"/>
                  </a:lnTo>
                  <a:lnTo>
                    <a:pt x="153670" y="59690"/>
                  </a:lnTo>
                  <a:lnTo>
                    <a:pt x="154940" y="66040"/>
                  </a:lnTo>
                  <a:lnTo>
                    <a:pt x="156210" y="71120"/>
                  </a:lnTo>
                  <a:lnTo>
                    <a:pt x="158750" y="74930"/>
                  </a:lnTo>
                  <a:lnTo>
                    <a:pt x="158750" y="76200"/>
                  </a:lnTo>
                  <a:lnTo>
                    <a:pt x="160020" y="78740"/>
                  </a:lnTo>
                  <a:lnTo>
                    <a:pt x="160020" y="80010"/>
                  </a:lnTo>
                  <a:lnTo>
                    <a:pt x="161290" y="80010"/>
                  </a:lnTo>
                  <a:lnTo>
                    <a:pt x="162013" y="80746"/>
                  </a:lnTo>
                  <a:lnTo>
                    <a:pt x="161290" y="81280"/>
                  </a:lnTo>
                  <a:lnTo>
                    <a:pt x="161290" y="82550"/>
                  </a:lnTo>
                  <a:lnTo>
                    <a:pt x="162560" y="82550"/>
                  </a:lnTo>
                  <a:lnTo>
                    <a:pt x="166370" y="85090"/>
                  </a:lnTo>
                  <a:lnTo>
                    <a:pt x="168910" y="87630"/>
                  </a:lnTo>
                  <a:lnTo>
                    <a:pt x="168910" y="88900"/>
                  </a:lnTo>
                  <a:lnTo>
                    <a:pt x="172720" y="83820"/>
                  </a:lnTo>
                  <a:lnTo>
                    <a:pt x="176530" y="78740"/>
                  </a:lnTo>
                  <a:close/>
                </a:path>
              </a:pathLst>
            </a:custGeom>
            <a:solidFill>
              <a:srgbClr val="3333CC"/>
            </a:solidFill>
          </p:spPr>
          <p:txBody>
            <a:bodyPr wrap="square" lIns="0" tIns="0" rIns="0" bIns="0" rtlCol="0"/>
            <a:lstStyle/>
            <a:p/>
          </p:txBody>
        </p:sp>
        <p:sp>
          <p:nvSpPr>
            <p:cNvPr id="920" name="object 920"/>
            <p:cNvSpPr/>
            <p:nvPr/>
          </p:nvSpPr>
          <p:spPr>
            <a:xfrm>
              <a:off x="8462010" y="1601469"/>
              <a:ext cx="74930" cy="127000"/>
            </a:xfrm>
            <a:custGeom>
              <a:avLst/>
              <a:gdLst/>
              <a:ahLst/>
              <a:cxnLst/>
              <a:rect l="l" t="t" r="r" b="b"/>
              <a:pathLst>
                <a:path w="74929" h="127000">
                  <a:moveTo>
                    <a:pt x="74930" y="0"/>
                  </a:moveTo>
                  <a:lnTo>
                    <a:pt x="68580" y="0"/>
                  </a:lnTo>
                  <a:lnTo>
                    <a:pt x="67310" y="0"/>
                  </a:lnTo>
                  <a:lnTo>
                    <a:pt x="64770" y="0"/>
                  </a:lnTo>
                  <a:lnTo>
                    <a:pt x="63500" y="0"/>
                  </a:lnTo>
                  <a:lnTo>
                    <a:pt x="64262" y="1270"/>
                  </a:lnTo>
                  <a:lnTo>
                    <a:pt x="62230" y="1270"/>
                  </a:lnTo>
                  <a:lnTo>
                    <a:pt x="62230" y="6350"/>
                  </a:lnTo>
                  <a:lnTo>
                    <a:pt x="62230" y="7620"/>
                  </a:lnTo>
                  <a:lnTo>
                    <a:pt x="62230" y="31750"/>
                  </a:lnTo>
                  <a:lnTo>
                    <a:pt x="62230" y="43180"/>
                  </a:lnTo>
                  <a:lnTo>
                    <a:pt x="61074" y="54635"/>
                  </a:lnTo>
                  <a:lnTo>
                    <a:pt x="59690" y="66040"/>
                  </a:lnTo>
                  <a:lnTo>
                    <a:pt x="59690" y="74930"/>
                  </a:lnTo>
                  <a:lnTo>
                    <a:pt x="57150" y="82550"/>
                  </a:lnTo>
                  <a:lnTo>
                    <a:pt x="57150" y="83820"/>
                  </a:lnTo>
                  <a:lnTo>
                    <a:pt x="57150" y="86360"/>
                  </a:lnTo>
                  <a:lnTo>
                    <a:pt x="56248" y="89052"/>
                  </a:lnTo>
                  <a:lnTo>
                    <a:pt x="55880" y="88900"/>
                  </a:lnTo>
                  <a:lnTo>
                    <a:pt x="54610" y="92710"/>
                  </a:lnTo>
                  <a:lnTo>
                    <a:pt x="55664" y="93141"/>
                  </a:lnTo>
                  <a:lnTo>
                    <a:pt x="54610" y="95250"/>
                  </a:lnTo>
                  <a:lnTo>
                    <a:pt x="53340" y="97790"/>
                  </a:lnTo>
                  <a:lnTo>
                    <a:pt x="52070" y="100330"/>
                  </a:lnTo>
                  <a:lnTo>
                    <a:pt x="50800" y="101600"/>
                  </a:lnTo>
                  <a:lnTo>
                    <a:pt x="49530" y="104140"/>
                  </a:lnTo>
                  <a:lnTo>
                    <a:pt x="50050" y="104355"/>
                  </a:lnTo>
                  <a:lnTo>
                    <a:pt x="49530" y="105410"/>
                  </a:lnTo>
                  <a:lnTo>
                    <a:pt x="48260" y="105410"/>
                  </a:lnTo>
                  <a:lnTo>
                    <a:pt x="46990" y="106680"/>
                  </a:lnTo>
                  <a:lnTo>
                    <a:pt x="47447" y="107035"/>
                  </a:lnTo>
                  <a:lnTo>
                    <a:pt x="46990" y="107950"/>
                  </a:lnTo>
                  <a:lnTo>
                    <a:pt x="45923" y="108483"/>
                  </a:lnTo>
                  <a:lnTo>
                    <a:pt x="45720" y="107950"/>
                  </a:lnTo>
                  <a:lnTo>
                    <a:pt x="43180" y="109220"/>
                  </a:lnTo>
                  <a:lnTo>
                    <a:pt x="43180" y="110490"/>
                  </a:lnTo>
                  <a:lnTo>
                    <a:pt x="38100" y="111760"/>
                  </a:lnTo>
                  <a:lnTo>
                    <a:pt x="38100" y="113030"/>
                  </a:lnTo>
                  <a:lnTo>
                    <a:pt x="34290" y="114300"/>
                  </a:lnTo>
                  <a:lnTo>
                    <a:pt x="31750" y="114300"/>
                  </a:lnTo>
                  <a:lnTo>
                    <a:pt x="30480" y="114300"/>
                  </a:lnTo>
                  <a:lnTo>
                    <a:pt x="25400" y="115570"/>
                  </a:lnTo>
                  <a:lnTo>
                    <a:pt x="22860" y="115570"/>
                  </a:lnTo>
                  <a:lnTo>
                    <a:pt x="20167" y="114681"/>
                  </a:lnTo>
                  <a:lnTo>
                    <a:pt x="20320" y="114300"/>
                  </a:lnTo>
                  <a:lnTo>
                    <a:pt x="16510" y="113030"/>
                  </a:lnTo>
                  <a:lnTo>
                    <a:pt x="12700" y="111760"/>
                  </a:lnTo>
                  <a:lnTo>
                    <a:pt x="12560" y="112102"/>
                  </a:lnTo>
                  <a:lnTo>
                    <a:pt x="10160" y="110490"/>
                  </a:lnTo>
                  <a:lnTo>
                    <a:pt x="7620" y="107950"/>
                  </a:lnTo>
                  <a:lnTo>
                    <a:pt x="3810" y="114300"/>
                  </a:lnTo>
                  <a:lnTo>
                    <a:pt x="0" y="118110"/>
                  </a:lnTo>
                  <a:lnTo>
                    <a:pt x="0" y="119380"/>
                  </a:lnTo>
                  <a:lnTo>
                    <a:pt x="3810" y="121920"/>
                  </a:lnTo>
                  <a:lnTo>
                    <a:pt x="5080" y="121920"/>
                  </a:lnTo>
                  <a:lnTo>
                    <a:pt x="7620" y="123190"/>
                  </a:lnTo>
                  <a:lnTo>
                    <a:pt x="8890" y="123190"/>
                  </a:lnTo>
                  <a:lnTo>
                    <a:pt x="11430" y="124460"/>
                  </a:lnTo>
                  <a:lnTo>
                    <a:pt x="11430" y="125730"/>
                  </a:lnTo>
                  <a:lnTo>
                    <a:pt x="12700" y="125730"/>
                  </a:lnTo>
                  <a:lnTo>
                    <a:pt x="16510" y="127000"/>
                  </a:lnTo>
                  <a:lnTo>
                    <a:pt x="21590" y="127000"/>
                  </a:lnTo>
                  <a:lnTo>
                    <a:pt x="26670" y="127000"/>
                  </a:lnTo>
                  <a:lnTo>
                    <a:pt x="31750" y="127000"/>
                  </a:lnTo>
                  <a:lnTo>
                    <a:pt x="33020" y="127000"/>
                  </a:lnTo>
                  <a:lnTo>
                    <a:pt x="32956" y="126707"/>
                  </a:lnTo>
                  <a:lnTo>
                    <a:pt x="36830" y="125730"/>
                  </a:lnTo>
                  <a:lnTo>
                    <a:pt x="39370" y="125730"/>
                  </a:lnTo>
                  <a:lnTo>
                    <a:pt x="43180" y="124460"/>
                  </a:lnTo>
                  <a:lnTo>
                    <a:pt x="46990" y="123190"/>
                  </a:lnTo>
                  <a:lnTo>
                    <a:pt x="49530" y="120650"/>
                  </a:lnTo>
                  <a:lnTo>
                    <a:pt x="50253" y="119926"/>
                  </a:lnTo>
                  <a:lnTo>
                    <a:pt x="50800" y="120650"/>
                  </a:lnTo>
                  <a:lnTo>
                    <a:pt x="52070" y="119380"/>
                  </a:lnTo>
                  <a:lnTo>
                    <a:pt x="53340" y="119380"/>
                  </a:lnTo>
                  <a:lnTo>
                    <a:pt x="54610" y="118110"/>
                  </a:lnTo>
                  <a:lnTo>
                    <a:pt x="55880" y="115570"/>
                  </a:lnTo>
                  <a:lnTo>
                    <a:pt x="57150" y="115570"/>
                  </a:lnTo>
                  <a:lnTo>
                    <a:pt x="58420" y="113030"/>
                  </a:lnTo>
                  <a:lnTo>
                    <a:pt x="59690" y="110490"/>
                  </a:lnTo>
                  <a:lnTo>
                    <a:pt x="60960" y="110490"/>
                  </a:lnTo>
                  <a:lnTo>
                    <a:pt x="62230" y="107950"/>
                  </a:lnTo>
                  <a:lnTo>
                    <a:pt x="63500" y="106680"/>
                  </a:lnTo>
                  <a:lnTo>
                    <a:pt x="63500" y="105410"/>
                  </a:lnTo>
                  <a:lnTo>
                    <a:pt x="64770" y="102870"/>
                  </a:lnTo>
                  <a:lnTo>
                    <a:pt x="65659" y="100190"/>
                  </a:lnTo>
                  <a:lnTo>
                    <a:pt x="66040" y="100330"/>
                  </a:lnTo>
                  <a:lnTo>
                    <a:pt x="67310" y="97790"/>
                  </a:lnTo>
                  <a:lnTo>
                    <a:pt x="67310" y="96520"/>
                  </a:lnTo>
                  <a:lnTo>
                    <a:pt x="68580" y="93980"/>
                  </a:lnTo>
                  <a:lnTo>
                    <a:pt x="69850" y="90170"/>
                  </a:lnTo>
                  <a:lnTo>
                    <a:pt x="69850" y="88900"/>
                  </a:lnTo>
                  <a:lnTo>
                    <a:pt x="69850" y="85090"/>
                  </a:lnTo>
                  <a:lnTo>
                    <a:pt x="72390" y="77470"/>
                  </a:lnTo>
                  <a:lnTo>
                    <a:pt x="72390" y="76200"/>
                  </a:lnTo>
                  <a:lnTo>
                    <a:pt x="72390" y="67310"/>
                  </a:lnTo>
                  <a:lnTo>
                    <a:pt x="73660" y="55880"/>
                  </a:lnTo>
                  <a:lnTo>
                    <a:pt x="73660" y="44450"/>
                  </a:lnTo>
                  <a:lnTo>
                    <a:pt x="73660" y="43180"/>
                  </a:lnTo>
                  <a:lnTo>
                    <a:pt x="74930" y="31750"/>
                  </a:lnTo>
                  <a:lnTo>
                    <a:pt x="74930" y="13970"/>
                  </a:lnTo>
                  <a:lnTo>
                    <a:pt x="74930" y="7620"/>
                  </a:lnTo>
                  <a:lnTo>
                    <a:pt x="74930" y="6350"/>
                  </a:lnTo>
                  <a:lnTo>
                    <a:pt x="74930" y="0"/>
                  </a:lnTo>
                  <a:close/>
                </a:path>
              </a:pathLst>
            </a:custGeom>
            <a:solidFill>
              <a:srgbClr val="3333CC"/>
            </a:solidFill>
          </p:spPr>
          <p:txBody>
            <a:bodyPr wrap="square" lIns="0" tIns="0" rIns="0" bIns="0" rtlCol="0"/>
            <a:lstStyle/>
            <a:p/>
          </p:txBody>
        </p:sp>
        <p:sp>
          <p:nvSpPr>
            <p:cNvPr id="921" name="object 921"/>
            <p:cNvSpPr/>
            <p:nvPr/>
          </p:nvSpPr>
          <p:spPr>
            <a:xfrm>
              <a:off x="8288020" y="1427479"/>
              <a:ext cx="243840" cy="229870"/>
            </a:xfrm>
            <a:custGeom>
              <a:avLst/>
              <a:gdLst/>
              <a:ahLst/>
              <a:cxnLst/>
              <a:rect l="l" t="t" r="r" b="b"/>
              <a:pathLst>
                <a:path w="243840" h="229869">
                  <a:moveTo>
                    <a:pt x="243840" y="185420"/>
                  </a:moveTo>
                  <a:lnTo>
                    <a:pt x="241300" y="180340"/>
                  </a:lnTo>
                  <a:lnTo>
                    <a:pt x="238760" y="173990"/>
                  </a:lnTo>
                  <a:lnTo>
                    <a:pt x="237490" y="173990"/>
                  </a:lnTo>
                  <a:lnTo>
                    <a:pt x="237490" y="175260"/>
                  </a:lnTo>
                  <a:lnTo>
                    <a:pt x="236220" y="176530"/>
                  </a:lnTo>
                  <a:lnTo>
                    <a:pt x="234950" y="176530"/>
                  </a:lnTo>
                  <a:lnTo>
                    <a:pt x="232410" y="179070"/>
                  </a:lnTo>
                  <a:lnTo>
                    <a:pt x="228600" y="181610"/>
                  </a:lnTo>
                  <a:lnTo>
                    <a:pt x="219710" y="189230"/>
                  </a:lnTo>
                  <a:lnTo>
                    <a:pt x="212623" y="196316"/>
                  </a:lnTo>
                  <a:lnTo>
                    <a:pt x="212090" y="195580"/>
                  </a:lnTo>
                  <a:lnTo>
                    <a:pt x="203200" y="201930"/>
                  </a:lnTo>
                  <a:lnTo>
                    <a:pt x="203581" y="202438"/>
                  </a:lnTo>
                  <a:lnTo>
                    <a:pt x="195986" y="206781"/>
                  </a:lnTo>
                  <a:lnTo>
                    <a:pt x="195580" y="205740"/>
                  </a:lnTo>
                  <a:lnTo>
                    <a:pt x="187960" y="210820"/>
                  </a:lnTo>
                  <a:lnTo>
                    <a:pt x="179070" y="213360"/>
                  </a:lnTo>
                  <a:lnTo>
                    <a:pt x="179197" y="213690"/>
                  </a:lnTo>
                  <a:lnTo>
                    <a:pt x="171450" y="215900"/>
                  </a:lnTo>
                  <a:lnTo>
                    <a:pt x="161290" y="217170"/>
                  </a:lnTo>
                  <a:lnTo>
                    <a:pt x="153670" y="217170"/>
                  </a:lnTo>
                  <a:lnTo>
                    <a:pt x="144780" y="217170"/>
                  </a:lnTo>
                  <a:lnTo>
                    <a:pt x="137121" y="216077"/>
                  </a:lnTo>
                  <a:lnTo>
                    <a:pt x="137160" y="215900"/>
                  </a:lnTo>
                  <a:lnTo>
                    <a:pt x="128270" y="213360"/>
                  </a:lnTo>
                  <a:lnTo>
                    <a:pt x="128028" y="214515"/>
                  </a:lnTo>
                  <a:lnTo>
                    <a:pt x="120650" y="210820"/>
                  </a:lnTo>
                  <a:lnTo>
                    <a:pt x="113030" y="207010"/>
                  </a:lnTo>
                  <a:lnTo>
                    <a:pt x="105410" y="203200"/>
                  </a:lnTo>
                  <a:lnTo>
                    <a:pt x="97790" y="198120"/>
                  </a:lnTo>
                  <a:lnTo>
                    <a:pt x="90855" y="192354"/>
                  </a:lnTo>
                  <a:lnTo>
                    <a:pt x="91440" y="191770"/>
                  </a:lnTo>
                  <a:lnTo>
                    <a:pt x="83223" y="184746"/>
                  </a:lnTo>
                  <a:lnTo>
                    <a:pt x="76784" y="177215"/>
                  </a:lnTo>
                  <a:lnTo>
                    <a:pt x="77470" y="176530"/>
                  </a:lnTo>
                  <a:lnTo>
                    <a:pt x="69850" y="168910"/>
                  </a:lnTo>
                  <a:lnTo>
                    <a:pt x="63500" y="158750"/>
                  </a:lnTo>
                  <a:lnTo>
                    <a:pt x="57150" y="148590"/>
                  </a:lnTo>
                  <a:lnTo>
                    <a:pt x="50800" y="137160"/>
                  </a:lnTo>
                  <a:lnTo>
                    <a:pt x="50368" y="137375"/>
                  </a:lnTo>
                  <a:lnTo>
                    <a:pt x="45720" y="125730"/>
                  </a:lnTo>
                  <a:lnTo>
                    <a:pt x="39370" y="111760"/>
                  </a:lnTo>
                  <a:lnTo>
                    <a:pt x="31838" y="92951"/>
                  </a:lnTo>
                  <a:lnTo>
                    <a:pt x="33020" y="92710"/>
                  </a:lnTo>
                  <a:lnTo>
                    <a:pt x="26670" y="71120"/>
                  </a:lnTo>
                  <a:lnTo>
                    <a:pt x="20320" y="48260"/>
                  </a:lnTo>
                  <a:lnTo>
                    <a:pt x="16510" y="24130"/>
                  </a:lnTo>
                  <a:lnTo>
                    <a:pt x="16319" y="24168"/>
                  </a:lnTo>
                  <a:lnTo>
                    <a:pt x="12700" y="0"/>
                  </a:lnTo>
                  <a:lnTo>
                    <a:pt x="6350" y="0"/>
                  </a:lnTo>
                  <a:lnTo>
                    <a:pt x="0" y="1270"/>
                  </a:lnTo>
                  <a:lnTo>
                    <a:pt x="3810" y="26670"/>
                  </a:lnTo>
                  <a:lnTo>
                    <a:pt x="13970" y="74930"/>
                  </a:lnTo>
                  <a:lnTo>
                    <a:pt x="27940" y="116840"/>
                  </a:lnTo>
                  <a:lnTo>
                    <a:pt x="34290" y="130810"/>
                  </a:lnTo>
                  <a:lnTo>
                    <a:pt x="39370" y="142240"/>
                  </a:lnTo>
                  <a:lnTo>
                    <a:pt x="39370" y="143510"/>
                  </a:lnTo>
                  <a:lnTo>
                    <a:pt x="40640" y="143510"/>
                  </a:lnTo>
                  <a:lnTo>
                    <a:pt x="46990" y="154940"/>
                  </a:lnTo>
                  <a:lnTo>
                    <a:pt x="53340" y="165100"/>
                  </a:lnTo>
                  <a:lnTo>
                    <a:pt x="53340" y="166370"/>
                  </a:lnTo>
                  <a:lnTo>
                    <a:pt x="59690" y="176530"/>
                  </a:lnTo>
                  <a:lnTo>
                    <a:pt x="67310" y="185420"/>
                  </a:lnTo>
                  <a:lnTo>
                    <a:pt x="73660" y="193040"/>
                  </a:lnTo>
                  <a:lnTo>
                    <a:pt x="74930" y="193040"/>
                  </a:lnTo>
                  <a:lnTo>
                    <a:pt x="82550" y="200660"/>
                  </a:lnTo>
                  <a:lnTo>
                    <a:pt x="90170" y="207010"/>
                  </a:lnTo>
                  <a:lnTo>
                    <a:pt x="90170" y="208280"/>
                  </a:lnTo>
                  <a:lnTo>
                    <a:pt x="97790" y="213360"/>
                  </a:lnTo>
                  <a:lnTo>
                    <a:pt x="99060" y="213360"/>
                  </a:lnTo>
                  <a:lnTo>
                    <a:pt x="106680" y="218440"/>
                  </a:lnTo>
                  <a:lnTo>
                    <a:pt x="107950" y="218440"/>
                  </a:lnTo>
                  <a:lnTo>
                    <a:pt x="115570" y="222250"/>
                  </a:lnTo>
                  <a:lnTo>
                    <a:pt x="124460" y="226060"/>
                  </a:lnTo>
                  <a:lnTo>
                    <a:pt x="125730" y="226060"/>
                  </a:lnTo>
                  <a:lnTo>
                    <a:pt x="134620" y="228600"/>
                  </a:lnTo>
                  <a:lnTo>
                    <a:pt x="143510" y="229870"/>
                  </a:lnTo>
                  <a:lnTo>
                    <a:pt x="153670" y="229870"/>
                  </a:lnTo>
                  <a:lnTo>
                    <a:pt x="163830" y="229870"/>
                  </a:lnTo>
                  <a:lnTo>
                    <a:pt x="173990" y="227330"/>
                  </a:lnTo>
                  <a:lnTo>
                    <a:pt x="182880" y="226060"/>
                  </a:lnTo>
                  <a:lnTo>
                    <a:pt x="182880" y="224790"/>
                  </a:lnTo>
                  <a:lnTo>
                    <a:pt x="193040" y="222250"/>
                  </a:lnTo>
                  <a:lnTo>
                    <a:pt x="201930" y="217170"/>
                  </a:lnTo>
                  <a:lnTo>
                    <a:pt x="209550" y="212090"/>
                  </a:lnTo>
                  <a:lnTo>
                    <a:pt x="210820" y="212090"/>
                  </a:lnTo>
                  <a:lnTo>
                    <a:pt x="219710" y="205740"/>
                  </a:lnTo>
                  <a:lnTo>
                    <a:pt x="228600" y="199390"/>
                  </a:lnTo>
                  <a:lnTo>
                    <a:pt x="236220" y="191770"/>
                  </a:lnTo>
                  <a:lnTo>
                    <a:pt x="237490" y="190500"/>
                  </a:lnTo>
                  <a:lnTo>
                    <a:pt x="240030" y="187960"/>
                  </a:lnTo>
                  <a:lnTo>
                    <a:pt x="242023" y="185966"/>
                  </a:lnTo>
                  <a:lnTo>
                    <a:pt x="242570" y="186690"/>
                  </a:lnTo>
                  <a:lnTo>
                    <a:pt x="243840" y="185420"/>
                  </a:lnTo>
                  <a:close/>
                </a:path>
              </a:pathLst>
            </a:custGeom>
            <a:solidFill>
              <a:srgbClr val="3333CC"/>
            </a:solidFill>
          </p:spPr>
          <p:txBody>
            <a:bodyPr wrap="square" lIns="0" tIns="0" rIns="0" bIns="0" rtlCol="0"/>
            <a:lstStyle/>
            <a:p/>
          </p:txBody>
        </p:sp>
        <p:sp>
          <p:nvSpPr>
            <p:cNvPr id="922" name="object 922"/>
            <p:cNvSpPr/>
            <p:nvPr/>
          </p:nvSpPr>
          <p:spPr>
            <a:xfrm>
              <a:off x="8284210" y="1040129"/>
              <a:ext cx="257810" cy="388620"/>
            </a:xfrm>
            <a:custGeom>
              <a:avLst/>
              <a:gdLst/>
              <a:ahLst/>
              <a:cxnLst/>
              <a:rect l="l" t="t" r="r" b="b"/>
              <a:pathLst>
                <a:path w="257809" h="388619">
                  <a:moveTo>
                    <a:pt x="254000" y="55880"/>
                  </a:moveTo>
                  <a:lnTo>
                    <a:pt x="250190" y="59690"/>
                  </a:lnTo>
                  <a:lnTo>
                    <a:pt x="252730" y="62230"/>
                  </a:lnTo>
                  <a:lnTo>
                    <a:pt x="254000" y="62230"/>
                  </a:lnTo>
                  <a:lnTo>
                    <a:pt x="254000" y="55880"/>
                  </a:lnTo>
                  <a:close/>
                </a:path>
                <a:path w="257809" h="388619">
                  <a:moveTo>
                    <a:pt x="257810" y="49530"/>
                  </a:moveTo>
                  <a:lnTo>
                    <a:pt x="252730" y="45720"/>
                  </a:lnTo>
                  <a:lnTo>
                    <a:pt x="231140" y="26670"/>
                  </a:lnTo>
                  <a:lnTo>
                    <a:pt x="223520" y="20320"/>
                  </a:lnTo>
                  <a:lnTo>
                    <a:pt x="215900" y="15240"/>
                  </a:lnTo>
                  <a:lnTo>
                    <a:pt x="214630" y="15240"/>
                  </a:lnTo>
                  <a:lnTo>
                    <a:pt x="207010" y="11430"/>
                  </a:lnTo>
                  <a:lnTo>
                    <a:pt x="198120" y="7620"/>
                  </a:lnTo>
                  <a:lnTo>
                    <a:pt x="196850" y="7620"/>
                  </a:lnTo>
                  <a:lnTo>
                    <a:pt x="196850" y="6350"/>
                  </a:lnTo>
                  <a:lnTo>
                    <a:pt x="187960" y="3810"/>
                  </a:lnTo>
                  <a:lnTo>
                    <a:pt x="177800" y="2540"/>
                  </a:lnTo>
                  <a:lnTo>
                    <a:pt x="167640" y="1270"/>
                  </a:lnTo>
                  <a:lnTo>
                    <a:pt x="156210" y="0"/>
                  </a:lnTo>
                  <a:lnTo>
                    <a:pt x="139700" y="1270"/>
                  </a:lnTo>
                  <a:lnTo>
                    <a:pt x="138430" y="1270"/>
                  </a:lnTo>
                  <a:lnTo>
                    <a:pt x="123190" y="5080"/>
                  </a:lnTo>
                  <a:lnTo>
                    <a:pt x="121920" y="5080"/>
                  </a:lnTo>
                  <a:lnTo>
                    <a:pt x="114300" y="7620"/>
                  </a:lnTo>
                  <a:lnTo>
                    <a:pt x="106680" y="11430"/>
                  </a:lnTo>
                  <a:lnTo>
                    <a:pt x="99060" y="15240"/>
                  </a:lnTo>
                  <a:lnTo>
                    <a:pt x="91440" y="20320"/>
                  </a:lnTo>
                  <a:lnTo>
                    <a:pt x="85090" y="25400"/>
                  </a:lnTo>
                  <a:lnTo>
                    <a:pt x="78740" y="31750"/>
                  </a:lnTo>
                  <a:lnTo>
                    <a:pt x="71120" y="39370"/>
                  </a:lnTo>
                  <a:lnTo>
                    <a:pt x="64770" y="45720"/>
                  </a:lnTo>
                  <a:lnTo>
                    <a:pt x="59690" y="53340"/>
                  </a:lnTo>
                  <a:lnTo>
                    <a:pt x="53340" y="62230"/>
                  </a:lnTo>
                  <a:lnTo>
                    <a:pt x="48260" y="71120"/>
                  </a:lnTo>
                  <a:lnTo>
                    <a:pt x="41910" y="80010"/>
                  </a:lnTo>
                  <a:lnTo>
                    <a:pt x="36830" y="90170"/>
                  </a:lnTo>
                  <a:lnTo>
                    <a:pt x="31750" y="101600"/>
                  </a:lnTo>
                  <a:lnTo>
                    <a:pt x="27940" y="111760"/>
                  </a:lnTo>
                  <a:lnTo>
                    <a:pt x="24130" y="123190"/>
                  </a:lnTo>
                  <a:lnTo>
                    <a:pt x="22860" y="123190"/>
                  </a:lnTo>
                  <a:lnTo>
                    <a:pt x="19050" y="135890"/>
                  </a:lnTo>
                  <a:lnTo>
                    <a:pt x="16510" y="148590"/>
                  </a:lnTo>
                  <a:lnTo>
                    <a:pt x="10160" y="173990"/>
                  </a:lnTo>
                  <a:lnTo>
                    <a:pt x="10160" y="175260"/>
                  </a:lnTo>
                  <a:lnTo>
                    <a:pt x="6350" y="203200"/>
                  </a:lnTo>
                  <a:lnTo>
                    <a:pt x="2540" y="233680"/>
                  </a:lnTo>
                  <a:lnTo>
                    <a:pt x="2540" y="234950"/>
                  </a:lnTo>
                  <a:lnTo>
                    <a:pt x="0" y="266700"/>
                  </a:lnTo>
                  <a:lnTo>
                    <a:pt x="0" y="300990"/>
                  </a:lnTo>
                  <a:lnTo>
                    <a:pt x="0" y="388620"/>
                  </a:lnTo>
                  <a:lnTo>
                    <a:pt x="16510" y="388620"/>
                  </a:lnTo>
                  <a:lnTo>
                    <a:pt x="16510" y="266700"/>
                  </a:lnTo>
                  <a:lnTo>
                    <a:pt x="12738" y="266700"/>
                  </a:lnTo>
                  <a:lnTo>
                    <a:pt x="13919" y="236220"/>
                  </a:lnTo>
                  <a:lnTo>
                    <a:pt x="17780" y="205740"/>
                  </a:lnTo>
                  <a:lnTo>
                    <a:pt x="22644" y="177761"/>
                  </a:lnTo>
                  <a:lnTo>
                    <a:pt x="22860" y="177800"/>
                  </a:lnTo>
                  <a:lnTo>
                    <a:pt x="27940" y="151130"/>
                  </a:lnTo>
                  <a:lnTo>
                    <a:pt x="31407" y="139573"/>
                  </a:lnTo>
                  <a:lnTo>
                    <a:pt x="31750" y="139700"/>
                  </a:lnTo>
                  <a:lnTo>
                    <a:pt x="35560" y="128270"/>
                  </a:lnTo>
                  <a:lnTo>
                    <a:pt x="39370" y="116840"/>
                  </a:lnTo>
                  <a:lnTo>
                    <a:pt x="43180" y="106680"/>
                  </a:lnTo>
                  <a:lnTo>
                    <a:pt x="48260" y="95250"/>
                  </a:lnTo>
                  <a:lnTo>
                    <a:pt x="53340" y="86360"/>
                  </a:lnTo>
                  <a:lnTo>
                    <a:pt x="58420" y="77470"/>
                  </a:lnTo>
                  <a:lnTo>
                    <a:pt x="63500" y="68580"/>
                  </a:lnTo>
                  <a:lnTo>
                    <a:pt x="69850" y="60960"/>
                  </a:lnTo>
                  <a:lnTo>
                    <a:pt x="74422" y="54102"/>
                  </a:lnTo>
                  <a:lnTo>
                    <a:pt x="74930" y="54610"/>
                  </a:lnTo>
                  <a:lnTo>
                    <a:pt x="81280" y="46990"/>
                  </a:lnTo>
                  <a:lnTo>
                    <a:pt x="80543" y="46456"/>
                  </a:lnTo>
                  <a:lnTo>
                    <a:pt x="85813" y="41186"/>
                  </a:lnTo>
                  <a:lnTo>
                    <a:pt x="86360" y="41910"/>
                  </a:lnTo>
                  <a:lnTo>
                    <a:pt x="93980" y="35560"/>
                  </a:lnTo>
                  <a:lnTo>
                    <a:pt x="93408" y="35001"/>
                  </a:lnTo>
                  <a:lnTo>
                    <a:pt x="98539" y="30899"/>
                  </a:lnTo>
                  <a:lnTo>
                    <a:pt x="99060" y="31750"/>
                  </a:lnTo>
                  <a:lnTo>
                    <a:pt x="106680" y="26670"/>
                  </a:lnTo>
                  <a:lnTo>
                    <a:pt x="106324" y="26212"/>
                  </a:lnTo>
                  <a:lnTo>
                    <a:pt x="113030" y="22860"/>
                  </a:lnTo>
                  <a:lnTo>
                    <a:pt x="112776" y="22529"/>
                  </a:lnTo>
                  <a:lnTo>
                    <a:pt x="119380" y="20320"/>
                  </a:lnTo>
                  <a:lnTo>
                    <a:pt x="127000" y="17780"/>
                  </a:lnTo>
                  <a:lnTo>
                    <a:pt x="126873" y="17500"/>
                  </a:lnTo>
                  <a:lnTo>
                    <a:pt x="140970" y="13970"/>
                  </a:lnTo>
                  <a:lnTo>
                    <a:pt x="156210" y="12700"/>
                  </a:lnTo>
                  <a:lnTo>
                    <a:pt x="166370" y="12700"/>
                  </a:lnTo>
                  <a:lnTo>
                    <a:pt x="175260" y="13970"/>
                  </a:lnTo>
                  <a:lnTo>
                    <a:pt x="184264" y="16230"/>
                  </a:lnTo>
                  <a:lnTo>
                    <a:pt x="184150" y="16510"/>
                  </a:lnTo>
                  <a:lnTo>
                    <a:pt x="193040" y="19050"/>
                  </a:lnTo>
                  <a:lnTo>
                    <a:pt x="200914" y="22428"/>
                  </a:lnTo>
                  <a:lnTo>
                    <a:pt x="200660" y="22860"/>
                  </a:lnTo>
                  <a:lnTo>
                    <a:pt x="208584" y="26263"/>
                  </a:lnTo>
                  <a:lnTo>
                    <a:pt x="208280" y="26670"/>
                  </a:lnTo>
                  <a:lnTo>
                    <a:pt x="217170" y="31750"/>
                  </a:lnTo>
                  <a:lnTo>
                    <a:pt x="217233" y="31597"/>
                  </a:lnTo>
                  <a:lnTo>
                    <a:pt x="223520" y="36830"/>
                  </a:lnTo>
                  <a:lnTo>
                    <a:pt x="243840" y="55880"/>
                  </a:lnTo>
                  <a:lnTo>
                    <a:pt x="245110" y="55880"/>
                  </a:lnTo>
                  <a:lnTo>
                    <a:pt x="250190" y="59690"/>
                  </a:lnTo>
                  <a:lnTo>
                    <a:pt x="254000" y="54610"/>
                  </a:lnTo>
                  <a:lnTo>
                    <a:pt x="257810" y="50800"/>
                  </a:lnTo>
                  <a:lnTo>
                    <a:pt x="257810" y="49530"/>
                  </a:lnTo>
                  <a:close/>
                </a:path>
              </a:pathLst>
            </a:custGeom>
            <a:solidFill>
              <a:srgbClr val="3333CC"/>
            </a:solidFill>
          </p:spPr>
          <p:txBody>
            <a:bodyPr wrap="square" lIns="0" tIns="0" rIns="0" bIns="0" rtlCol="0"/>
            <a:lstStyle/>
            <a:p/>
          </p:txBody>
        </p:sp>
        <p:sp>
          <p:nvSpPr>
            <p:cNvPr id="923" name="object 923"/>
            <p:cNvSpPr/>
            <p:nvPr/>
          </p:nvSpPr>
          <p:spPr>
            <a:xfrm>
              <a:off x="8439150" y="1052829"/>
              <a:ext cx="106680" cy="410209"/>
            </a:xfrm>
            <a:custGeom>
              <a:avLst/>
              <a:gdLst/>
              <a:ahLst/>
              <a:cxnLst/>
              <a:rect l="l" t="t" r="r" b="b"/>
              <a:pathLst>
                <a:path w="106679" h="410209">
                  <a:moveTo>
                    <a:pt x="69850" y="402590"/>
                  </a:moveTo>
                  <a:lnTo>
                    <a:pt x="66040" y="397510"/>
                  </a:lnTo>
                  <a:lnTo>
                    <a:pt x="62230" y="392430"/>
                  </a:lnTo>
                  <a:lnTo>
                    <a:pt x="60960" y="393700"/>
                  </a:lnTo>
                  <a:lnTo>
                    <a:pt x="59690" y="393700"/>
                  </a:lnTo>
                  <a:lnTo>
                    <a:pt x="57150" y="394970"/>
                  </a:lnTo>
                  <a:lnTo>
                    <a:pt x="57492" y="395439"/>
                  </a:lnTo>
                  <a:lnTo>
                    <a:pt x="57353" y="395503"/>
                  </a:lnTo>
                  <a:lnTo>
                    <a:pt x="57150" y="394970"/>
                  </a:lnTo>
                  <a:lnTo>
                    <a:pt x="55880" y="396240"/>
                  </a:lnTo>
                  <a:lnTo>
                    <a:pt x="54610" y="396240"/>
                  </a:lnTo>
                  <a:lnTo>
                    <a:pt x="53340" y="396240"/>
                  </a:lnTo>
                  <a:lnTo>
                    <a:pt x="50800" y="397510"/>
                  </a:lnTo>
                  <a:lnTo>
                    <a:pt x="49530" y="397510"/>
                  </a:lnTo>
                  <a:lnTo>
                    <a:pt x="45720" y="397510"/>
                  </a:lnTo>
                  <a:lnTo>
                    <a:pt x="40640" y="396240"/>
                  </a:lnTo>
                  <a:lnTo>
                    <a:pt x="39370" y="394970"/>
                  </a:lnTo>
                  <a:lnTo>
                    <a:pt x="38100" y="394970"/>
                  </a:lnTo>
                  <a:lnTo>
                    <a:pt x="36830" y="393700"/>
                  </a:lnTo>
                  <a:lnTo>
                    <a:pt x="35255" y="392925"/>
                  </a:lnTo>
                  <a:lnTo>
                    <a:pt x="35560" y="392430"/>
                  </a:lnTo>
                  <a:lnTo>
                    <a:pt x="33020" y="391160"/>
                  </a:lnTo>
                  <a:lnTo>
                    <a:pt x="32664" y="391756"/>
                  </a:lnTo>
                  <a:lnTo>
                    <a:pt x="32550" y="391515"/>
                  </a:lnTo>
                  <a:lnTo>
                    <a:pt x="33020" y="391160"/>
                  </a:lnTo>
                  <a:lnTo>
                    <a:pt x="31750" y="389890"/>
                  </a:lnTo>
                  <a:lnTo>
                    <a:pt x="30480" y="389890"/>
                  </a:lnTo>
                  <a:lnTo>
                    <a:pt x="28473" y="387896"/>
                  </a:lnTo>
                  <a:lnTo>
                    <a:pt x="29210" y="387350"/>
                  </a:lnTo>
                  <a:lnTo>
                    <a:pt x="27940" y="386080"/>
                  </a:lnTo>
                  <a:lnTo>
                    <a:pt x="26670" y="383540"/>
                  </a:lnTo>
                  <a:lnTo>
                    <a:pt x="25400" y="381000"/>
                  </a:lnTo>
                  <a:lnTo>
                    <a:pt x="22860" y="378460"/>
                  </a:lnTo>
                  <a:lnTo>
                    <a:pt x="21793" y="376351"/>
                  </a:lnTo>
                  <a:lnTo>
                    <a:pt x="22860" y="375920"/>
                  </a:lnTo>
                  <a:lnTo>
                    <a:pt x="21590" y="373380"/>
                  </a:lnTo>
                  <a:lnTo>
                    <a:pt x="20320" y="373380"/>
                  </a:lnTo>
                  <a:lnTo>
                    <a:pt x="20320" y="372110"/>
                  </a:lnTo>
                  <a:lnTo>
                    <a:pt x="19735" y="370967"/>
                  </a:lnTo>
                  <a:lnTo>
                    <a:pt x="20320" y="370840"/>
                  </a:lnTo>
                  <a:lnTo>
                    <a:pt x="19050" y="367030"/>
                  </a:lnTo>
                  <a:lnTo>
                    <a:pt x="19050" y="365760"/>
                  </a:lnTo>
                  <a:lnTo>
                    <a:pt x="17780" y="361950"/>
                  </a:lnTo>
                  <a:lnTo>
                    <a:pt x="17487" y="362077"/>
                  </a:lnTo>
                  <a:lnTo>
                    <a:pt x="16510" y="358140"/>
                  </a:lnTo>
                  <a:lnTo>
                    <a:pt x="15240" y="349250"/>
                  </a:lnTo>
                  <a:lnTo>
                    <a:pt x="15074" y="349288"/>
                  </a:lnTo>
                  <a:lnTo>
                    <a:pt x="13970" y="340360"/>
                  </a:lnTo>
                  <a:lnTo>
                    <a:pt x="12700" y="328930"/>
                  </a:lnTo>
                  <a:lnTo>
                    <a:pt x="12700" y="317500"/>
                  </a:lnTo>
                  <a:lnTo>
                    <a:pt x="11430" y="304800"/>
                  </a:lnTo>
                  <a:lnTo>
                    <a:pt x="0" y="304800"/>
                  </a:lnTo>
                  <a:lnTo>
                    <a:pt x="0" y="317500"/>
                  </a:lnTo>
                  <a:lnTo>
                    <a:pt x="0" y="318770"/>
                  </a:lnTo>
                  <a:lnTo>
                    <a:pt x="0" y="330200"/>
                  </a:lnTo>
                  <a:lnTo>
                    <a:pt x="1270" y="341630"/>
                  </a:lnTo>
                  <a:lnTo>
                    <a:pt x="2540" y="351790"/>
                  </a:lnTo>
                  <a:lnTo>
                    <a:pt x="5080" y="360680"/>
                  </a:lnTo>
                  <a:lnTo>
                    <a:pt x="5080" y="365760"/>
                  </a:lnTo>
                  <a:lnTo>
                    <a:pt x="6350" y="365760"/>
                  </a:lnTo>
                  <a:lnTo>
                    <a:pt x="7251" y="369392"/>
                  </a:lnTo>
                  <a:lnTo>
                    <a:pt x="6350" y="369570"/>
                  </a:lnTo>
                  <a:lnTo>
                    <a:pt x="7620" y="373380"/>
                  </a:lnTo>
                  <a:lnTo>
                    <a:pt x="7620" y="374650"/>
                  </a:lnTo>
                  <a:lnTo>
                    <a:pt x="8890" y="377190"/>
                  </a:lnTo>
                  <a:lnTo>
                    <a:pt x="10160" y="379730"/>
                  </a:lnTo>
                  <a:lnTo>
                    <a:pt x="10160" y="381000"/>
                  </a:lnTo>
                  <a:lnTo>
                    <a:pt x="12700" y="384810"/>
                  </a:lnTo>
                  <a:lnTo>
                    <a:pt x="13970" y="387350"/>
                  </a:lnTo>
                  <a:lnTo>
                    <a:pt x="15240" y="389890"/>
                  </a:lnTo>
                  <a:lnTo>
                    <a:pt x="17780" y="392430"/>
                  </a:lnTo>
                  <a:lnTo>
                    <a:pt x="19050" y="394970"/>
                  </a:lnTo>
                  <a:lnTo>
                    <a:pt x="20320" y="396240"/>
                  </a:lnTo>
                  <a:lnTo>
                    <a:pt x="21590" y="397510"/>
                  </a:lnTo>
                  <a:lnTo>
                    <a:pt x="22860" y="398780"/>
                  </a:lnTo>
                  <a:lnTo>
                    <a:pt x="22860" y="400050"/>
                  </a:lnTo>
                  <a:lnTo>
                    <a:pt x="24130" y="400050"/>
                  </a:lnTo>
                  <a:lnTo>
                    <a:pt x="25400" y="401320"/>
                  </a:lnTo>
                  <a:lnTo>
                    <a:pt x="25400" y="402590"/>
                  </a:lnTo>
                  <a:lnTo>
                    <a:pt x="27940" y="403860"/>
                  </a:lnTo>
                  <a:lnTo>
                    <a:pt x="30480" y="405130"/>
                  </a:lnTo>
                  <a:lnTo>
                    <a:pt x="32042" y="405917"/>
                  </a:lnTo>
                  <a:lnTo>
                    <a:pt x="31750" y="406400"/>
                  </a:lnTo>
                  <a:lnTo>
                    <a:pt x="33020" y="406400"/>
                  </a:lnTo>
                  <a:lnTo>
                    <a:pt x="34290" y="406400"/>
                  </a:lnTo>
                  <a:lnTo>
                    <a:pt x="34290" y="407670"/>
                  </a:lnTo>
                  <a:lnTo>
                    <a:pt x="36830" y="408940"/>
                  </a:lnTo>
                  <a:lnTo>
                    <a:pt x="38100" y="408940"/>
                  </a:lnTo>
                  <a:lnTo>
                    <a:pt x="43180" y="408940"/>
                  </a:lnTo>
                  <a:lnTo>
                    <a:pt x="44450" y="408940"/>
                  </a:lnTo>
                  <a:lnTo>
                    <a:pt x="48260" y="410210"/>
                  </a:lnTo>
                  <a:lnTo>
                    <a:pt x="49530" y="410210"/>
                  </a:lnTo>
                  <a:lnTo>
                    <a:pt x="50800" y="410210"/>
                  </a:lnTo>
                  <a:lnTo>
                    <a:pt x="52070" y="410210"/>
                  </a:lnTo>
                  <a:lnTo>
                    <a:pt x="54610" y="408940"/>
                  </a:lnTo>
                  <a:lnTo>
                    <a:pt x="55880" y="408940"/>
                  </a:lnTo>
                  <a:lnTo>
                    <a:pt x="57150" y="408940"/>
                  </a:lnTo>
                  <a:lnTo>
                    <a:pt x="58420" y="408940"/>
                  </a:lnTo>
                  <a:lnTo>
                    <a:pt x="59690" y="408940"/>
                  </a:lnTo>
                  <a:lnTo>
                    <a:pt x="62230" y="407670"/>
                  </a:lnTo>
                  <a:lnTo>
                    <a:pt x="63500" y="406400"/>
                  </a:lnTo>
                  <a:lnTo>
                    <a:pt x="64770" y="406400"/>
                  </a:lnTo>
                  <a:lnTo>
                    <a:pt x="64770" y="405130"/>
                  </a:lnTo>
                  <a:lnTo>
                    <a:pt x="66040" y="405130"/>
                  </a:lnTo>
                  <a:lnTo>
                    <a:pt x="68580" y="403860"/>
                  </a:lnTo>
                  <a:lnTo>
                    <a:pt x="69850" y="402590"/>
                  </a:lnTo>
                  <a:close/>
                </a:path>
                <a:path w="106679" h="410209">
                  <a:moveTo>
                    <a:pt x="106680" y="6350"/>
                  </a:moveTo>
                  <a:lnTo>
                    <a:pt x="100330" y="6350"/>
                  </a:lnTo>
                  <a:lnTo>
                    <a:pt x="100330" y="0"/>
                  </a:lnTo>
                  <a:lnTo>
                    <a:pt x="93980" y="0"/>
                  </a:lnTo>
                  <a:lnTo>
                    <a:pt x="93980" y="6350"/>
                  </a:lnTo>
                  <a:lnTo>
                    <a:pt x="93967" y="46990"/>
                  </a:lnTo>
                  <a:lnTo>
                    <a:pt x="95250" y="46990"/>
                  </a:lnTo>
                  <a:lnTo>
                    <a:pt x="97790" y="49530"/>
                  </a:lnTo>
                  <a:lnTo>
                    <a:pt x="99060" y="49530"/>
                  </a:lnTo>
                  <a:lnTo>
                    <a:pt x="100330" y="49530"/>
                  </a:lnTo>
                  <a:lnTo>
                    <a:pt x="106680" y="49530"/>
                  </a:lnTo>
                  <a:lnTo>
                    <a:pt x="106680" y="46990"/>
                  </a:lnTo>
                  <a:lnTo>
                    <a:pt x="106680" y="43180"/>
                  </a:lnTo>
                  <a:lnTo>
                    <a:pt x="106680" y="6350"/>
                  </a:lnTo>
                  <a:close/>
                </a:path>
              </a:pathLst>
            </a:custGeom>
            <a:solidFill>
              <a:srgbClr val="3333CC"/>
            </a:solidFill>
          </p:spPr>
          <p:txBody>
            <a:bodyPr wrap="square" lIns="0" tIns="0" rIns="0" bIns="0" rtlCol="0"/>
            <a:lstStyle/>
            <a:p/>
          </p:txBody>
        </p:sp>
        <p:sp>
          <p:nvSpPr>
            <p:cNvPr id="924" name="object 924"/>
            <p:cNvSpPr/>
            <p:nvPr/>
          </p:nvSpPr>
          <p:spPr>
            <a:xfrm>
              <a:off x="8496300" y="1248409"/>
              <a:ext cx="40640" cy="208279"/>
            </a:xfrm>
            <a:custGeom>
              <a:avLst/>
              <a:gdLst/>
              <a:ahLst/>
              <a:cxnLst/>
              <a:rect l="l" t="t" r="r" b="b"/>
              <a:pathLst>
                <a:path w="40640" h="208280">
                  <a:moveTo>
                    <a:pt x="40640" y="81280"/>
                  </a:moveTo>
                  <a:lnTo>
                    <a:pt x="39370" y="69850"/>
                  </a:lnTo>
                  <a:lnTo>
                    <a:pt x="38100" y="59690"/>
                  </a:lnTo>
                  <a:lnTo>
                    <a:pt x="38100" y="58420"/>
                  </a:lnTo>
                  <a:lnTo>
                    <a:pt x="35560" y="49530"/>
                  </a:lnTo>
                  <a:lnTo>
                    <a:pt x="34290" y="44450"/>
                  </a:lnTo>
                  <a:lnTo>
                    <a:pt x="33020" y="40640"/>
                  </a:lnTo>
                  <a:lnTo>
                    <a:pt x="31750" y="36830"/>
                  </a:lnTo>
                  <a:lnTo>
                    <a:pt x="31750" y="35560"/>
                  </a:lnTo>
                  <a:lnTo>
                    <a:pt x="30480" y="33020"/>
                  </a:lnTo>
                  <a:lnTo>
                    <a:pt x="29210" y="29210"/>
                  </a:lnTo>
                  <a:lnTo>
                    <a:pt x="29210" y="27940"/>
                  </a:lnTo>
                  <a:lnTo>
                    <a:pt x="27940" y="25400"/>
                  </a:lnTo>
                  <a:lnTo>
                    <a:pt x="26670" y="24130"/>
                  </a:lnTo>
                  <a:lnTo>
                    <a:pt x="22860" y="19050"/>
                  </a:lnTo>
                  <a:lnTo>
                    <a:pt x="22860" y="17780"/>
                  </a:lnTo>
                  <a:lnTo>
                    <a:pt x="19050" y="12700"/>
                  </a:lnTo>
                  <a:lnTo>
                    <a:pt x="17780" y="10160"/>
                  </a:lnTo>
                  <a:lnTo>
                    <a:pt x="15240" y="7620"/>
                  </a:lnTo>
                  <a:lnTo>
                    <a:pt x="13970" y="6350"/>
                  </a:lnTo>
                  <a:lnTo>
                    <a:pt x="12268" y="5511"/>
                  </a:lnTo>
                  <a:lnTo>
                    <a:pt x="11430" y="3810"/>
                  </a:lnTo>
                  <a:lnTo>
                    <a:pt x="10160" y="3810"/>
                  </a:lnTo>
                  <a:lnTo>
                    <a:pt x="8890" y="1270"/>
                  </a:lnTo>
                  <a:lnTo>
                    <a:pt x="7620" y="1270"/>
                  </a:lnTo>
                  <a:lnTo>
                    <a:pt x="5080" y="0"/>
                  </a:lnTo>
                  <a:lnTo>
                    <a:pt x="2540" y="6350"/>
                  </a:lnTo>
                  <a:lnTo>
                    <a:pt x="0" y="11430"/>
                  </a:lnTo>
                  <a:lnTo>
                    <a:pt x="1270" y="12700"/>
                  </a:lnTo>
                  <a:lnTo>
                    <a:pt x="1612" y="12128"/>
                  </a:lnTo>
                  <a:lnTo>
                    <a:pt x="2540" y="13970"/>
                  </a:lnTo>
                  <a:lnTo>
                    <a:pt x="3073" y="13246"/>
                  </a:lnTo>
                  <a:lnTo>
                    <a:pt x="3810" y="13970"/>
                  </a:lnTo>
                  <a:lnTo>
                    <a:pt x="3810" y="15240"/>
                  </a:lnTo>
                  <a:lnTo>
                    <a:pt x="5080" y="15240"/>
                  </a:lnTo>
                  <a:lnTo>
                    <a:pt x="6769" y="16090"/>
                  </a:lnTo>
                  <a:lnTo>
                    <a:pt x="6350" y="16510"/>
                  </a:lnTo>
                  <a:lnTo>
                    <a:pt x="7620" y="17780"/>
                  </a:lnTo>
                  <a:lnTo>
                    <a:pt x="8890" y="20320"/>
                  </a:lnTo>
                  <a:lnTo>
                    <a:pt x="12700" y="25400"/>
                  </a:lnTo>
                  <a:lnTo>
                    <a:pt x="16510" y="30480"/>
                  </a:lnTo>
                  <a:lnTo>
                    <a:pt x="17780" y="33020"/>
                  </a:lnTo>
                  <a:lnTo>
                    <a:pt x="19050" y="36830"/>
                  </a:lnTo>
                  <a:lnTo>
                    <a:pt x="20320" y="40640"/>
                  </a:lnTo>
                  <a:lnTo>
                    <a:pt x="20320" y="44450"/>
                  </a:lnTo>
                  <a:lnTo>
                    <a:pt x="22860" y="48260"/>
                  </a:lnTo>
                  <a:lnTo>
                    <a:pt x="22860" y="52070"/>
                  </a:lnTo>
                  <a:lnTo>
                    <a:pt x="25400" y="62230"/>
                  </a:lnTo>
                  <a:lnTo>
                    <a:pt x="25539" y="62179"/>
                  </a:lnTo>
                  <a:lnTo>
                    <a:pt x="26670" y="71120"/>
                  </a:lnTo>
                  <a:lnTo>
                    <a:pt x="27940" y="83820"/>
                  </a:lnTo>
                  <a:lnTo>
                    <a:pt x="27940" y="93980"/>
                  </a:lnTo>
                  <a:lnTo>
                    <a:pt x="27940" y="106680"/>
                  </a:lnTo>
                  <a:lnTo>
                    <a:pt x="27940" y="119380"/>
                  </a:lnTo>
                  <a:lnTo>
                    <a:pt x="27940" y="132080"/>
                  </a:lnTo>
                  <a:lnTo>
                    <a:pt x="26670" y="142240"/>
                  </a:lnTo>
                  <a:lnTo>
                    <a:pt x="25400" y="152400"/>
                  </a:lnTo>
                  <a:lnTo>
                    <a:pt x="24295" y="160096"/>
                  </a:lnTo>
                  <a:lnTo>
                    <a:pt x="24130" y="160020"/>
                  </a:lnTo>
                  <a:lnTo>
                    <a:pt x="22860" y="165100"/>
                  </a:lnTo>
                  <a:lnTo>
                    <a:pt x="21590" y="168910"/>
                  </a:lnTo>
                  <a:lnTo>
                    <a:pt x="20320" y="172720"/>
                  </a:lnTo>
                  <a:lnTo>
                    <a:pt x="20650" y="172859"/>
                  </a:lnTo>
                  <a:lnTo>
                    <a:pt x="19050" y="175260"/>
                  </a:lnTo>
                  <a:lnTo>
                    <a:pt x="17780" y="179070"/>
                  </a:lnTo>
                  <a:lnTo>
                    <a:pt x="18148" y="179146"/>
                  </a:lnTo>
                  <a:lnTo>
                    <a:pt x="16510" y="181610"/>
                  </a:lnTo>
                  <a:lnTo>
                    <a:pt x="13970" y="186690"/>
                  </a:lnTo>
                  <a:lnTo>
                    <a:pt x="11430" y="189230"/>
                  </a:lnTo>
                  <a:lnTo>
                    <a:pt x="12331" y="189598"/>
                  </a:lnTo>
                  <a:lnTo>
                    <a:pt x="6350" y="195580"/>
                  </a:lnTo>
                  <a:lnTo>
                    <a:pt x="3810" y="196850"/>
                  </a:lnTo>
                  <a:lnTo>
                    <a:pt x="8890" y="201930"/>
                  </a:lnTo>
                  <a:lnTo>
                    <a:pt x="11430" y="208280"/>
                  </a:lnTo>
                  <a:lnTo>
                    <a:pt x="12700" y="207010"/>
                  </a:lnTo>
                  <a:lnTo>
                    <a:pt x="13970" y="205740"/>
                  </a:lnTo>
                  <a:lnTo>
                    <a:pt x="15240" y="204470"/>
                  </a:lnTo>
                  <a:lnTo>
                    <a:pt x="16510" y="203200"/>
                  </a:lnTo>
                  <a:lnTo>
                    <a:pt x="17780" y="201930"/>
                  </a:lnTo>
                  <a:lnTo>
                    <a:pt x="19050" y="201930"/>
                  </a:lnTo>
                  <a:lnTo>
                    <a:pt x="19050" y="200660"/>
                  </a:lnTo>
                  <a:lnTo>
                    <a:pt x="20320" y="199390"/>
                  </a:lnTo>
                  <a:lnTo>
                    <a:pt x="20320" y="198120"/>
                  </a:lnTo>
                  <a:lnTo>
                    <a:pt x="22860" y="195580"/>
                  </a:lnTo>
                  <a:lnTo>
                    <a:pt x="24130" y="194310"/>
                  </a:lnTo>
                  <a:lnTo>
                    <a:pt x="24130" y="193040"/>
                  </a:lnTo>
                  <a:lnTo>
                    <a:pt x="27940" y="186690"/>
                  </a:lnTo>
                  <a:lnTo>
                    <a:pt x="29210" y="184150"/>
                  </a:lnTo>
                  <a:lnTo>
                    <a:pt x="29210" y="182880"/>
                  </a:lnTo>
                  <a:lnTo>
                    <a:pt x="30480" y="180340"/>
                  </a:lnTo>
                  <a:lnTo>
                    <a:pt x="31750" y="177800"/>
                  </a:lnTo>
                  <a:lnTo>
                    <a:pt x="33020" y="177800"/>
                  </a:lnTo>
                  <a:lnTo>
                    <a:pt x="33020" y="176530"/>
                  </a:lnTo>
                  <a:lnTo>
                    <a:pt x="34290" y="172720"/>
                  </a:lnTo>
                  <a:lnTo>
                    <a:pt x="35560" y="167640"/>
                  </a:lnTo>
                  <a:lnTo>
                    <a:pt x="35560" y="163830"/>
                  </a:lnTo>
                  <a:lnTo>
                    <a:pt x="35560" y="162560"/>
                  </a:lnTo>
                  <a:lnTo>
                    <a:pt x="38100" y="153670"/>
                  </a:lnTo>
                  <a:lnTo>
                    <a:pt x="39370" y="143510"/>
                  </a:lnTo>
                  <a:lnTo>
                    <a:pt x="40640" y="133350"/>
                  </a:lnTo>
                  <a:lnTo>
                    <a:pt x="40640" y="82550"/>
                  </a:lnTo>
                  <a:lnTo>
                    <a:pt x="40640" y="81280"/>
                  </a:lnTo>
                  <a:close/>
                </a:path>
              </a:pathLst>
            </a:custGeom>
            <a:solidFill>
              <a:srgbClr val="3333CC"/>
            </a:solidFill>
          </p:spPr>
          <p:txBody>
            <a:bodyPr wrap="square" lIns="0" tIns="0" rIns="0" bIns="0" rtlCol="0"/>
            <a:lstStyle/>
            <a:p/>
          </p:txBody>
        </p:sp>
        <p:sp>
          <p:nvSpPr>
            <p:cNvPr id="925" name="object 925"/>
            <p:cNvSpPr/>
            <p:nvPr/>
          </p:nvSpPr>
          <p:spPr>
            <a:xfrm>
              <a:off x="8439150" y="1244599"/>
              <a:ext cx="64769" cy="113030"/>
            </a:xfrm>
            <a:custGeom>
              <a:avLst/>
              <a:gdLst/>
              <a:ahLst/>
              <a:cxnLst/>
              <a:rect l="l" t="t" r="r" b="b"/>
              <a:pathLst>
                <a:path w="64770" h="113030">
                  <a:moveTo>
                    <a:pt x="64770" y="5080"/>
                  </a:moveTo>
                  <a:lnTo>
                    <a:pt x="63195" y="4305"/>
                  </a:lnTo>
                  <a:lnTo>
                    <a:pt x="63500" y="3810"/>
                  </a:lnTo>
                  <a:lnTo>
                    <a:pt x="60960" y="2540"/>
                  </a:lnTo>
                  <a:lnTo>
                    <a:pt x="58420" y="1270"/>
                  </a:lnTo>
                  <a:lnTo>
                    <a:pt x="57150" y="1270"/>
                  </a:lnTo>
                  <a:lnTo>
                    <a:pt x="55880" y="1270"/>
                  </a:lnTo>
                  <a:lnTo>
                    <a:pt x="54610" y="1270"/>
                  </a:lnTo>
                  <a:lnTo>
                    <a:pt x="53124" y="533"/>
                  </a:lnTo>
                  <a:lnTo>
                    <a:pt x="53340" y="0"/>
                  </a:lnTo>
                  <a:lnTo>
                    <a:pt x="52070" y="0"/>
                  </a:lnTo>
                  <a:lnTo>
                    <a:pt x="38100" y="0"/>
                  </a:lnTo>
                  <a:lnTo>
                    <a:pt x="36830" y="1270"/>
                  </a:lnTo>
                  <a:lnTo>
                    <a:pt x="34290" y="1270"/>
                  </a:lnTo>
                  <a:lnTo>
                    <a:pt x="33020" y="2540"/>
                  </a:lnTo>
                  <a:lnTo>
                    <a:pt x="31953" y="3073"/>
                  </a:lnTo>
                  <a:lnTo>
                    <a:pt x="31750" y="2540"/>
                  </a:lnTo>
                  <a:lnTo>
                    <a:pt x="29210" y="3810"/>
                  </a:lnTo>
                  <a:lnTo>
                    <a:pt x="26670" y="6350"/>
                  </a:lnTo>
                  <a:lnTo>
                    <a:pt x="25400" y="7620"/>
                  </a:lnTo>
                  <a:lnTo>
                    <a:pt x="24130" y="7620"/>
                  </a:lnTo>
                  <a:lnTo>
                    <a:pt x="24130" y="8890"/>
                  </a:lnTo>
                  <a:lnTo>
                    <a:pt x="22860" y="10160"/>
                  </a:lnTo>
                  <a:lnTo>
                    <a:pt x="20320" y="12700"/>
                  </a:lnTo>
                  <a:lnTo>
                    <a:pt x="19050" y="12700"/>
                  </a:lnTo>
                  <a:lnTo>
                    <a:pt x="17780" y="15240"/>
                  </a:lnTo>
                  <a:lnTo>
                    <a:pt x="18288" y="15621"/>
                  </a:lnTo>
                  <a:lnTo>
                    <a:pt x="16510" y="16510"/>
                  </a:lnTo>
                  <a:lnTo>
                    <a:pt x="16510" y="17780"/>
                  </a:lnTo>
                  <a:lnTo>
                    <a:pt x="15240" y="20320"/>
                  </a:lnTo>
                  <a:lnTo>
                    <a:pt x="13970" y="20320"/>
                  </a:lnTo>
                  <a:lnTo>
                    <a:pt x="12700" y="22860"/>
                  </a:lnTo>
                  <a:lnTo>
                    <a:pt x="11430" y="25400"/>
                  </a:lnTo>
                  <a:lnTo>
                    <a:pt x="11430" y="26670"/>
                  </a:lnTo>
                  <a:lnTo>
                    <a:pt x="10160" y="29210"/>
                  </a:lnTo>
                  <a:lnTo>
                    <a:pt x="8890" y="33020"/>
                  </a:lnTo>
                  <a:lnTo>
                    <a:pt x="7620" y="36830"/>
                  </a:lnTo>
                  <a:lnTo>
                    <a:pt x="6350" y="40640"/>
                  </a:lnTo>
                  <a:lnTo>
                    <a:pt x="6350" y="41910"/>
                  </a:lnTo>
                  <a:lnTo>
                    <a:pt x="0" y="85090"/>
                  </a:lnTo>
                  <a:lnTo>
                    <a:pt x="0" y="99060"/>
                  </a:lnTo>
                  <a:lnTo>
                    <a:pt x="0" y="113030"/>
                  </a:lnTo>
                  <a:lnTo>
                    <a:pt x="6350" y="113030"/>
                  </a:lnTo>
                  <a:lnTo>
                    <a:pt x="11430" y="113030"/>
                  </a:lnTo>
                  <a:lnTo>
                    <a:pt x="12700" y="99060"/>
                  </a:lnTo>
                  <a:lnTo>
                    <a:pt x="12700" y="85090"/>
                  </a:lnTo>
                  <a:lnTo>
                    <a:pt x="13843" y="73647"/>
                  </a:lnTo>
                  <a:lnTo>
                    <a:pt x="13970" y="73660"/>
                  </a:lnTo>
                  <a:lnTo>
                    <a:pt x="15240" y="62230"/>
                  </a:lnTo>
                  <a:lnTo>
                    <a:pt x="16510" y="52070"/>
                  </a:lnTo>
                  <a:lnTo>
                    <a:pt x="17780" y="48260"/>
                  </a:lnTo>
                  <a:lnTo>
                    <a:pt x="17780" y="44450"/>
                  </a:lnTo>
                  <a:lnTo>
                    <a:pt x="20320" y="40640"/>
                  </a:lnTo>
                  <a:lnTo>
                    <a:pt x="20320" y="38100"/>
                  </a:lnTo>
                  <a:lnTo>
                    <a:pt x="21590" y="34290"/>
                  </a:lnTo>
                  <a:lnTo>
                    <a:pt x="22860" y="34290"/>
                  </a:lnTo>
                  <a:lnTo>
                    <a:pt x="22860" y="31750"/>
                  </a:lnTo>
                  <a:lnTo>
                    <a:pt x="24130" y="29210"/>
                  </a:lnTo>
                  <a:lnTo>
                    <a:pt x="25400" y="26670"/>
                  </a:lnTo>
                  <a:lnTo>
                    <a:pt x="26670" y="24130"/>
                  </a:lnTo>
                  <a:lnTo>
                    <a:pt x="27940" y="22860"/>
                  </a:lnTo>
                  <a:lnTo>
                    <a:pt x="29210" y="22860"/>
                  </a:lnTo>
                  <a:lnTo>
                    <a:pt x="30480" y="20320"/>
                  </a:lnTo>
                  <a:lnTo>
                    <a:pt x="29743" y="19786"/>
                  </a:lnTo>
                  <a:lnTo>
                    <a:pt x="30480" y="19050"/>
                  </a:lnTo>
                  <a:lnTo>
                    <a:pt x="33020" y="17780"/>
                  </a:lnTo>
                  <a:lnTo>
                    <a:pt x="35560" y="15240"/>
                  </a:lnTo>
                  <a:lnTo>
                    <a:pt x="36830" y="15240"/>
                  </a:lnTo>
                  <a:lnTo>
                    <a:pt x="36830" y="13970"/>
                  </a:lnTo>
                  <a:lnTo>
                    <a:pt x="39370" y="13970"/>
                  </a:lnTo>
                  <a:lnTo>
                    <a:pt x="40640" y="12700"/>
                  </a:lnTo>
                  <a:lnTo>
                    <a:pt x="41910" y="12700"/>
                  </a:lnTo>
                  <a:lnTo>
                    <a:pt x="43180" y="12700"/>
                  </a:lnTo>
                  <a:lnTo>
                    <a:pt x="46990" y="11747"/>
                  </a:lnTo>
                  <a:lnTo>
                    <a:pt x="46990" y="12700"/>
                  </a:lnTo>
                  <a:lnTo>
                    <a:pt x="49530" y="12700"/>
                  </a:lnTo>
                  <a:lnTo>
                    <a:pt x="50800" y="12700"/>
                  </a:lnTo>
                  <a:lnTo>
                    <a:pt x="53340" y="13970"/>
                  </a:lnTo>
                  <a:lnTo>
                    <a:pt x="53759" y="12915"/>
                  </a:lnTo>
                  <a:lnTo>
                    <a:pt x="54952" y="13512"/>
                  </a:lnTo>
                  <a:lnTo>
                    <a:pt x="54610" y="13970"/>
                  </a:lnTo>
                  <a:lnTo>
                    <a:pt x="55880" y="15240"/>
                  </a:lnTo>
                  <a:lnTo>
                    <a:pt x="57150" y="15240"/>
                  </a:lnTo>
                  <a:lnTo>
                    <a:pt x="58420" y="16510"/>
                  </a:lnTo>
                  <a:lnTo>
                    <a:pt x="62230" y="10160"/>
                  </a:lnTo>
                  <a:lnTo>
                    <a:pt x="64770" y="5080"/>
                  </a:lnTo>
                  <a:close/>
                </a:path>
              </a:pathLst>
            </a:custGeom>
            <a:solidFill>
              <a:srgbClr val="3333CC"/>
            </a:solidFill>
          </p:spPr>
          <p:txBody>
            <a:bodyPr wrap="square" lIns="0" tIns="0" rIns="0" bIns="0" rtlCol="0"/>
            <a:lstStyle/>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29"/>
                                        </p:tgtEl>
                                        <p:attrNameLst>
                                          <p:attrName>style.visibility</p:attrName>
                                        </p:attrNameLst>
                                      </p:cBhvr>
                                      <p:to>
                                        <p:strVal val="visible"/>
                                      </p:to>
                                    </p:set>
                                    <p:anim calcmode="lin" valueType="num">
                                      <p:cBhvr additive="base">
                                        <p:cTn id="7" dur="500" fill="hold"/>
                                        <p:tgtEl>
                                          <p:spTgt spid="929"/>
                                        </p:tgtEl>
                                        <p:attrNameLst>
                                          <p:attrName>ppt_x</p:attrName>
                                        </p:attrNameLst>
                                      </p:cBhvr>
                                      <p:tavLst>
                                        <p:tav tm="0">
                                          <p:val>
                                            <p:strVal val="#ppt_x"/>
                                          </p:val>
                                        </p:tav>
                                        <p:tav tm="100000">
                                          <p:val>
                                            <p:strVal val="#ppt_x"/>
                                          </p:val>
                                        </p:tav>
                                      </p:tavLst>
                                    </p:anim>
                                    <p:anim calcmode="lin" valueType="num">
                                      <p:cBhvr additive="base">
                                        <p:cTn id="8" dur="500" fill="hold"/>
                                        <p:tgtEl>
                                          <p:spTgt spid="9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30">
                                            <p:txEl>
                                              <p:pRg st="1" end="1"/>
                                            </p:txEl>
                                          </p:spTgt>
                                        </p:tgtEl>
                                        <p:attrNameLst>
                                          <p:attrName>style.visibility</p:attrName>
                                        </p:attrNameLst>
                                      </p:cBhvr>
                                      <p:to>
                                        <p:strVal val="visible"/>
                                      </p:to>
                                    </p:set>
                                    <p:anim calcmode="lin" valueType="num">
                                      <p:cBhvr additive="base">
                                        <p:cTn id="13" dur="500" fill="hold"/>
                                        <p:tgtEl>
                                          <p:spTgt spid="930">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93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930">
                                            <p:txEl>
                                              <p:pRg st="2" end="2"/>
                                            </p:txEl>
                                          </p:spTgt>
                                        </p:tgtEl>
                                        <p:attrNameLst>
                                          <p:attrName>style.visibility</p:attrName>
                                        </p:attrNameLst>
                                      </p:cBhvr>
                                      <p:to>
                                        <p:strVal val="visible"/>
                                      </p:to>
                                    </p:set>
                                    <p:anim calcmode="lin" valueType="num">
                                      <p:cBhvr additive="base">
                                        <p:cTn id="19" dur="500" fill="hold"/>
                                        <p:tgtEl>
                                          <p:spTgt spid="930">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93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930">
                                            <p:txEl>
                                              <p:pRg st="3" end="3"/>
                                            </p:txEl>
                                          </p:spTgt>
                                        </p:tgtEl>
                                        <p:attrNameLst>
                                          <p:attrName>style.visibility</p:attrName>
                                        </p:attrNameLst>
                                      </p:cBhvr>
                                      <p:to>
                                        <p:strVal val="visible"/>
                                      </p:to>
                                    </p:set>
                                    <p:anim calcmode="lin" valueType="num">
                                      <p:cBhvr additive="base">
                                        <p:cTn id="25" dur="500" fill="hold"/>
                                        <p:tgtEl>
                                          <p:spTgt spid="930">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93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930">
                                            <p:txEl>
                                              <p:pRg st="4" end="4"/>
                                            </p:txEl>
                                          </p:spTgt>
                                        </p:tgtEl>
                                        <p:attrNameLst>
                                          <p:attrName>style.visibility</p:attrName>
                                        </p:attrNameLst>
                                      </p:cBhvr>
                                      <p:to>
                                        <p:strVal val="visible"/>
                                      </p:to>
                                    </p:set>
                                    <p:anim calcmode="lin" valueType="num">
                                      <p:cBhvr additive="base">
                                        <p:cTn id="31" dur="500" fill="hold"/>
                                        <p:tgtEl>
                                          <p:spTgt spid="930">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93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930">
                                            <p:txEl>
                                              <p:pRg st="5" end="5"/>
                                            </p:txEl>
                                          </p:spTgt>
                                        </p:tgtEl>
                                        <p:attrNameLst>
                                          <p:attrName>style.visibility</p:attrName>
                                        </p:attrNameLst>
                                      </p:cBhvr>
                                      <p:to>
                                        <p:strVal val="visible"/>
                                      </p:to>
                                    </p:set>
                                    <p:anim calcmode="lin" valueType="num">
                                      <p:cBhvr additive="base">
                                        <p:cTn id="37" dur="500" fill="hold"/>
                                        <p:tgtEl>
                                          <p:spTgt spid="930">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930">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9" grpId="0"/>
      <p:bldP spid="929"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395605" y="1744980"/>
            <a:ext cx="8279130" cy="492125"/>
          </a:xfrm>
        </p:spPr>
        <p:txBody>
          <a:bodyPr wrap="square"/>
          <a:p>
            <a:r>
              <a:rPr lang="en-IN" altLang="en-US" sz="2800"/>
              <a:t>                </a:t>
            </a:r>
            <a:r>
              <a:rPr lang="en-IN" altLang="en-US" sz="3200"/>
              <a:t>COMPREHENSIVE </a:t>
            </a:r>
            <a:r>
              <a:rPr lang="en-IN" altLang="en-US" sz="2800"/>
              <a:t>LISTENING</a:t>
            </a:r>
            <a:endParaRPr lang="en-IN" altLang="en-US" sz="2800"/>
          </a:p>
        </p:txBody>
      </p:sp>
      <p:sp>
        <p:nvSpPr>
          <p:cNvPr id="5" name="Text Placeholder 4"/>
          <p:cNvSpPr>
            <a:spLocks noGrp="1"/>
          </p:cNvSpPr>
          <p:nvPr>
            <p:ph type="body" idx="1"/>
          </p:nvPr>
        </p:nvSpPr>
        <p:spPr>
          <a:xfrm>
            <a:off x="534669" y="2457450"/>
            <a:ext cx="8153400" cy="4431665"/>
          </a:xfrm>
        </p:spPr>
        <p:txBody>
          <a:bodyPr/>
          <a:p>
            <a:pPr marL="342900" indent="-342900">
              <a:buFont typeface="Wingdings" panose="05000000000000000000" charset="0"/>
              <a:buChar char="Ø"/>
            </a:pPr>
            <a:r>
              <a:rPr lang="en-IN" altLang="en-US" sz="2400"/>
              <a:t> When the listener comprehends the message while listening, it is called comprehensive listening.</a:t>
            </a:r>
            <a:endParaRPr lang="en-IN" altLang="en-US" sz="2400"/>
          </a:p>
          <a:p>
            <a:pPr marL="342900" indent="-342900">
              <a:buFont typeface="Wingdings" panose="05000000000000000000" charset="0"/>
              <a:buChar char="Ø"/>
            </a:pPr>
            <a:r>
              <a:rPr lang="en-IN" altLang="en-US" sz="2400"/>
              <a:t> The primary purpose of this listening is to understand the message which is sent by the sender.</a:t>
            </a:r>
            <a:endParaRPr lang="en-IN" altLang="en-US" sz="2400"/>
          </a:p>
          <a:p>
            <a:pPr marL="342900" indent="-342900">
              <a:buFont typeface="Wingdings" panose="05000000000000000000" charset="0"/>
              <a:buChar char="Ø"/>
            </a:pPr>
            <a:r>
              <a:rPr lang="en-IN" altLang="en-US" sz="2400"/>
              <a:t> It is also called the second stage of listening.</a:t>
            </a:r>
            <a:endParaRPr lang="en-IN" altLang="en-US" sz="2400"/>
          </a:p>
          <a:p>
            <a:pPr marL="342900" indent="-342900">
              <a:buFont typeface="Wingdings" panose="05000000000000000000" charset="0"/>
              <a:buChar char="Ø"/>
            </a:pPr>
            <a:r>
              <a:rPr lang="en-IN" altLang="en-US" sz="2400"/>
              <a:t> Good vocablary, understanding of grammar and syntax as well as body language of a speaker and concentration are important factors for successful comprehensive listening.</a:t>
            </a:r>
            <a:endParaRPr lang="en-IN" altLang="en-US" sz="2400"/>
          </a:p>
          <a:p>
            <a:pPr marL="342900" indent="-342900">
              <a:buFont typeface="Wingdings" panose="05000000000000000000" charset="0"/>
              <a:buChar char="Ø"/>
            </a:pPr>
            <a:r>
              <a:rPr lang="en-IN" altLang="en-US" sz="2400"/>
              <a:t> It is also known as ‘</a:t>
            </a:r>
            <a:r>
              <a:rPr lang="en-IN" altLang="en-US" sz="2400">
                <a:solidFill>
                  <a:srgbClr val="FF0000"/>
                </a:solidFill>
              </a:rPr>
              <a:t>Content’ </a:t>
            </a:r>
            <a:r>
              <a:rPr lang="en-IN" altLang="en-US" sz="2400"/>
              <a:t>or ‘</a:t>
            </a:r>
            <a:r>
              <a:rPr lang="en-IN" altLang="en-US" sz="2400">
                <a:solidFill>
                  <a:srgbClr val="FF0000"/>
                </a:solidFill>
              </a:rPr>
              <a:t>Informative’ </a:t>
            </a:r>
            <a:r>
              <a:rPr lang="en-IN" altLang="en-US" sz="2400"/>
              <a:t>listening</a:t>
            </a:r>
            <a:endParaRPr lang="en-IN" altLang="en-US" sz="24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 calcmode="lin" valueType="num">
                                      <p:cBhvr additive="base">
                                        <p:cTn id="1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1" end="1"/>
                                            </p:txEl>
                                          </p:spTgt>
                                        </p:tgtEl>
                                        <p:attrNameLst>
                                          <p:attrName>style.visibility</p:attrName>
                                        </p:attrNameLst>
                                      </p:cBhvr>
                                      <p:to>
                                        <p:strVal val="visible"/>
                                      </p:to>
                                    </p:set>
                                    <p:anim calcmode="lin" valueType="num">
                                      <p:cBhvr additive="base">
                                        <p:cTn id="19"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2" end="2"/>
                                            </p:txEl>
                                          </p:spTgt>
                                        </p:tgtEl>
                                        <p:attrNameLst>
                                          <p:attrName>style.visibility</p:attrName>
                                        </p:attrNameLst>
                                      </p:cBhvr>
                                      <p:to>
                                        <p:strVal val="visible"/>
                                      </p:to>
                                    </p:set>
                                    <p:anim calcmode="lin" valueType="num">
                                      <p:cBhvr additive="base">
                                        <p:cTn id="25"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anim calcmode="lin" valueType="num">
                                      <p:cBhvr additive="base">
                                        <p:cTn id="31"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 calcmode="lin" valueType="num">
                                      <p:cBhvr additive="base">
                                        <p:cTn id="3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69265" y="2167890"/>
            <a:ext cx="8205469" cy="430530"/>
          </a:xfrm>
        </p:spPr>
        <p:txBody>
          <a:bodyPr/>
          <a:p>
            <a:r>
              <a:rPr lang="en-IN" altLang="en-US" sz="2800"/>
              <a:t>                 EMPATHETIC LISTENING</a:t>
            </a:r>
            <a:endParaRPr lang="en-IN" altLang="en-US" sz="2800"/>
          </a:p>
        </p:txBody>
      </p:sp>
      <p:sp>
        <p:nvSpPr>
          <p:cNvPr id="5" name="Text Placeholder 4"/>
          <p:cNvSpPr>
            <a:spLocks noGrp="1"/>
          </p:cNvSpPr>
          <p:nvPr>
            <p:ph type="body" idx="1"/>
          </p:nvPr>
        </p:nvSpPr>
        <p:spPr>
          <a:xfrm>
            <a:off x="534669" y="2457450"/>
            <a:ext cx="8153400" cy="4001135"/>
          </a:xfrm>
        </p:spPr>
        <p:txBody>
          <a:bodyPr/>
          <a:p>
            <a:endParaRPr lang="en-US"/>
          </a:p>
          <a:p>
            <a:pPr marL="342900" indent="-342900">
              <a:buFont typeface="Wingdings" panose="05000000000000000000" charset="0"/>
              <a:buChar char="Ø"/>
            </a:pPr>
            <a:r>
              <a:rPr lang="en-IN" altLang="en-US"/>
              <a:t> Empathy means to go beyond the sympathy.</a:t>
            </a:r>
            <a:endParaRPr lang="en-IN" altLang="en-US"/>
          </a:p>
          <a:p>
            <a:pPr marL="342900" indent="-342900">
              <a:buFont typeface="Wingdings" panose="05000000000000000000" charset="0"/>
              <a:buChar char="Ø"/>
            </a:pPr>
            <a:r>
              <a:rPr lang="en-IN" altLang="en-US"/>
              <a:t> it is to feel what the speaker has gone through and is sharing.</a:t>
            </a:r>
            <a:endParaRPr lang="en-IN" altLang="en-US"/>
          </a:p>
          <a:p>
            <a:pPr marL="342900" indent="-342900">
              <a:buFont typeface="Wingdings" panose="05000000000000000000" charset="0"/>
              <a:buChar char="Ø"/>
            </a:pPr>
            <a:r>
              <a:rPr lang="en-IN" altLang="en-US"/>
              <a:t> In this listening, the listener enters into the world of the speaker and sees,feels and hears what the speaker sees,feels and hears.</a:t>
            </a:r>
            <a:endParaRPr lang="en-IN" altLang="en-US"/>
          </a:p>
          <a:p>
            <a:pPr marL="342900" indent="-342900">
              <a:buFont typeface="Wingdings" panose="05000000000000000000" charset="0"/>
              <a:buChar char="Ø"/>
            </a:pPr>
            <a:r>
              <a:rPr lang="en-IN" altLang="en-US"/>
              <a:t> The purpose of this listening is to help the speaker to get healed, learn and develop.</a:t>
            </a:r>
            <a:endParaRPr lang="en-IN" altLang="en-US"/>
          </a:p>
          <a:p>
            <a:pPr marL="342900" indent="-342900">
              <a:buFont typeface="Wingdings" panose="05000000000000000000" charset="0"/>
              <a:buChar char="Ø"/>
            </a:pPr>
            <a:r>
              <a:rPr lang="en-IN" altLang="en-US"/>
              <a:t> For empathetic listening, the listener should have understaning of para language and non verbal signals.</a:t>
            </a:r>
            <a:endParaRPr lang="en-IN" altLang="en-US"/>
          </a:p>
          <a:p>
            <a:pPr marL="342900" indent="-342900">
              <a:buFont typeface="Wingdings" panose="05000000000000000000" charset="0"/>
              <a:buChar char="Ø"/>
            </a:pPr>
            <a:r>
              <a:rPr lang="en-IN" altLang="en-US"/>
              <a:t> This type of listening is curative in nature so it is also known as ‘ </a:t>
            </a:r>
            <a:r>
              <a:rPr lang="en-IN" altLang="en-US">
                <a:solidFill>
                  <a:srgbClr val="FF0000"/>
                </a:solidFill>
              </a:rPr>
              <a:t>therapeutic’ </a:t>
            </a:r>
            <a:r>
              <a:rPr lang="en-IN" altLang="en-US"/>
              <a:t>listening.</a:t>
            </a:r>
            <a:endParaRPr lang="en-I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additive="base">
                                        <p:cTn id="1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additive="base">
                                        <p:cTn id="19"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additive="base">
                                        <p:cTn id="25"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additive="base">
                                        <p:cTn id="31"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additive="base">
                                        <p:cTn id="37"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5">
                                            <p:txEl>
                                              <p:pRg st="6" end="6"/>
                                            </p:txEl>
                                          </p:spTgt>
                                        </p:tgtEl>
                                        <p:attrNameLst>
                                          <p:attrName>style.visibility</p:attrName>
                                        </p:attrNameLst>
                                      </p:cBhvr>
                                      <p:to>
                                        <p:strVal val="visible"/>
                                      </p:to>
                                    </p:set>
                                    <p:anim calcmode="lin" valueType="num">
                                      <p:cBhvr additive="base">
                                        <p:cTn id="43"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57200" y="1912620"/>
            <a:ext cx="8217535" cy="430530"/>
          </a:xfrm>
        </p:spPr>
        <p:txBody>
          <a:bodyPr wrap="square"/>
          <a:p>
            <a:r>
              <a:rPr lang="en-IN" altLang="en-US" sz="2800"/>
              <a:t>                     APPRECIATIVE LISTENING</a:t>
            </a:r>
            <a:endParaRPr lang="en-IN" altLang="en-US" sz="2800"/>
          </a:p>
        </p:txBody>
      </p:sp>
      <p:sp>
        <p:nvSpPr>
          <p:cNvPr id="5" name="Text Placeholder 4"/>
          <p:cNvSpPr>
            <a:spLocks noGrp="1"/>
          </p:cNvSpPr>
          <p:nvPr>
            <p:ph type="body" idx="1"/>
          </p:nvPr>
        </p:nvSpPr>
        <p:spPr>
          <a:xfrm>
            <a:off x="534669" y="2457450"/>
            <a:ext cx="8153400" cy="4431665"/>
          </a:xfrm>
        </p:spPr>
        <p:txBody>
          <a:bodyPr/>
          <a:p>
            <a:pPr marL="342900" indent="-342900">
              <a:buFont typeface="Wingdings" panose="05000000000000000000" charset="0"/>
              <a:buChar char="Ø"/>
            </a:pPr>
            <a:r>
              <a:rPr lang="en-IN" altLang="en-US" sz="2400"/>
              <a:t> The objective of this type of listening is to enjoy whatgever one is listening.</a:t>
            </a:r>
            <a:endParaRPr lang="en-IN" altLang="en-US" sz="2400"/>
          </a:p>
          <a:p>
            <a:pPr marL="342900" indent="-342900">
              <a:buFont typeface="Wingdings" panose="05000000000000000000" charset="0"/>
              <a:buChar char="Ø"/>
            </a:pPr>
            <a:r>
              <a:rPr lang="en-IN" altLang="en-US" sz="2400"/>
              <a:t> When someone is watching a movie, a play or a T.V show and is enjoying the process, We can say that he or she is doing appreciative listening.</a:t>
            </a:r>
            <a:endParaRPr lang="en-IN" altLang="en-US" sz="2400"/>
          </a:p>
          <a:p>
            <a:pPr marL="342900" indent="-342900">
              <a:buFont typeface="Wingdings" panose="05000000000000000000" charset="0"/>
              <a:buChar char="Ø"/>
            </a:pPr>
            <a:r>
              <a:rPr lang="en-IN" altLang="en-US" sz="2400"/>
              <a:t> Previous experience and taste play an important role in this listening.</a:t>
            </a:r>
            <a:endParaRPr lang="en-IN" altLang="en-US" sz="2400"/>
          </a:p>
          <a:p>
            <a:pPr marL="342900" indent="-342900">
              <a:buFont typeface="Wingdings" panose="05000000000000000000" charset="0"/>
              <a:buChar char="Ø"/>
            </a:pPr>
            <a:r>
              <a:rPr lang="en-IN" altLang="en-US" sz="2400"/>
              <a:t> It requires liking, understanding and taste for the particular thing.</a:t>
            </a:r>
            <a:endParaRPr lang="en-IN" altLang="en-US" sz="2400"/>
          </a:p>
          <a:p>
            <a:pPr marL="342900" indent="-342900">
              <a:buFont typeface="Wingdings" panose="05000000000000000000" charset="0"/>
              <a:buChar char="Ø"/>
            </a:pPr>
            <a:r>
              <a:rPr lang="en-IN" altLang="en-US" sz="2400"/>
              <a:t> Sometimes, that is enjoyed by the one listener may not be enjoyed by the other.</a:t>
            </a:r>
            <a:endParaRPr lang="en-IN" altLang="en-US" sz="2400"/>
          </a:p>
          <a:p>
            <a:pPr marL="342900" indent="-342900">
              <a:buFont typeface="Wingdings" panose="05000000000000000000" charset="0"/>
              <a:buChar char="Ø"/>
            </a:pPr>
            <a:endParaRPr lang="en-IN" altLang="en-US" sz="24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 calcmode="lin" valueType="num">
                                      <p:cBhvr additive="base">
                                        <p:cTn id="1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1" end="1"/>
                                            </p:txEl>
                                          </p:spTgt>
                                        </p:tgtEl>
                                        <p:attrNameLst>
                                          <p:attrName>style.visibility</p:attrName>
                                        </p:attrNameLst>
                                      </p:cBhvr>
                                      <p:to>
                                        <p:strVal val="visible"/>
                                      </p:to>
                                    </p:set>
                                    <p:anim calcmode="lin" valueType="num">
                                      <p:cBhvr additive="base">
                                        <p:cTn id="19"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2" end="2"/>
                                            </p:txEl>
                                          </p:spTgt>
                                        </p:tgtEl>
                                        <p:attrNameLst>
                                          <p:attrName>style.visibility</p:attrName>
                                        </p:attrNameLst>
                                      </p:cBhvr>
                                      <p:to>
                                        <p:strVal val="visible"/>
                                      </p:to>
                                    </p:set>
                                    <p:anim calcmode="lin" valueType="num">
                                      <p:cBhvr additive="base">
                                        <p:cTn id="25"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anim calcmode="lin" valueType="num">
                                      <p:cBhvr additive="base">
                                        <p:cTn id="31"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 calcmode="lin" valueType="num">
                                      <p:cBhvr additive="base">
                                        <p:cTn id="3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27990" y="1940560"/>
            <a:ext cx="8246745" cy="430530"/>
          </a:xfrm>
        </p:spPr>
        <p:txBody>
          <a:bodyPr wrap="square"/>
          <a:p>
            <a:r>
              <a:rPr lang="en-IN" altLang="en-US" sz="2800"/>
              <a:t>                  CRITICAL LISTENING</a:t>
            </a:r>
            <a:endParaRPr lang="en-IN" altLang="en-US" sz="2800"/>
          </a:p>
        </p:txBody>
      </p:sp>
      <p:sp>
        <p:nvSpPr>
          <p:cNvPr id="5" name="Text Placeholder 4"/>
          <p:cNvSpPr>
            <a:spLocks noGrp="1"/>
          </p:cNvSpPr>
          <p:nvPr>
            <p:ph type="body" idx="1"/>
          </p:nvPr>
        </p:nvSpPr>
        <p:spPr>
          <a:xfrm>
            <a:off x="534669" y="2457450"/>
            <a:ext cx="8153400" cy="3693160"/>
          </a:xfrm>
        </p:spPr>
        <p:txBody>
          <a:bodyPr/>
          <a:p>
            <a:pPr marL="342900" indent="-342900">
              <a:buFont typeface="Wingdings" panose="05000000000000000000" charset="0"/>
              <a:buChar char="Ø"/>
            </a:pPr>
            <a:r>
              <a:rPr lang="en-IN" altLang="en-US" sz="2400"/>
              <a:t>When the listener forms an opinion or a judgement by evaluating the message, it is called Critical listening.</a:t>
            </a:r>
            <a:endParaRPr lang="en-IN" altLang="en-US" sz="2400"/>
          </a:p>
          <a:p>
            <a:pPr marL="342900" indent="-342900">
              <a:buFont typeface="Wingdings" panose="05000000000000000000" charset="0"/>
              <a:buChar char="Ø"/>
            </a:pPr>
            <a:r>
              <a:rPr lang="en-IN" altLang="en-US" sz="2400"/>
              <a:t> The listener is expected to reply critically while giving feedback.</a:t>
            </a:r>
            <a:endParaRPr lang="en-IN" altLang="en-US" sz="2400"/>
          </a:p>
          <a:p>
            <a:pPr marL="342900" indent="-342900">
              <a:buFont typeface="Wingdings" panose="05000000000000000000" charset="0"/>
              <a:buChar char="Ø"/>
            </a:pPr>
            <a:r>
              <a:rPr lang="en-IN" altLang="en-US" sz="2400"/>
              <a:t> It is essential for decision making.</a:t>
            </a:r>
            <a:endParaRPr lang="en-IN" altLang="en-US" sz="2400"/>
          </a:p>
          <a:p>
            <a:pPr marL="342900" indent="-342900">
              <a:buFont typeface="Wingdings" panose="05000000000000000000" charset="0"/>
              <a:buChar char="Ø"/>
            </a:pPr>
            <a:r>
              <a:rPr lang="en-IN" altLang="en-US" sz="2400"/>
              <a:t> It is used when the listener needs to verify whether the speaker is speaking truth or not.</a:t>
            </a:r>
            <a:endParaRPr lang="en-IN" altLang="en-US" sz="2400"/>
          </a:p>
          <a:p>
            <a:pPr marL="342900" indent="-342900">
              <a:buFont typeface="Wingdings" panose="05000000000000000000" charset="0"/>
              <a:buChar char="Ø"/>
            </a:pPr>
            <a:r>
              <a:rPr lang="en-IN" altLang="en-US" sz="2400"/>
              <a:t> It is also known as </a:t>
            </a:r>
            <a:r>
              <a:rPr lang="en-IN" altLang="en-US" sz="2400">
                <a:solidFill>
                  <a:srgbClr val="FF0000"/>
                </a:solidFill>
              </a:rPr>
              <a:t>Interpretative </a:t>
            </a:r>
            <a:r>
              <a:rPr lang="en-IN" altLang="en-US" sz="2400"/>
              <a:t>or </a:t>
            </a:r>
            <a:r>
              <a:rPr lang="en-IN" altLang="en-US" sz="2400">
                <a:solidFill>
                  <a:srgbClr val="FF0000"/>
                </a:solidFill>
              </a:rPr>
              <a:t>Evaluative </a:t>
            </a:r>
            <a:r>
              <a:rPr lang="en-IN" altLang="en-US" sz="2400"/>
              <a:t>or </a:t>
            </a:r>
            <a:r>
              <a:rPr lang="en-IN" altLang="en-US" sz="2400">
                <a:solidFill>
                  <a:srgbClr val="FF0000"/>
                </a:solidFill>
              </a:rPr>
              <a:t>Judgemental </a:t>
            </a:r>
            <a:r>
              <a:rPr lang="en-IN" altLang="en-US" sz="2400"/>
              <a:t>listening.</a:t>
            </a:r>
            <a:endParaRPr lang="en-IN" altLang="en-US" sz="24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 calcmode="lin" valueType="num">
                                      <p:cBhvr additive="base">
                                        <p:cTn id="1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1" end="1"/>
                                            </p:txEl>
                                          </p:spTgt>
                                        </p:tgtEl>
                                        <p:attrNameLst>
                                          <p:attrName>style.visibility</p:attrName>
                                        </p:attrNameLst>
                                      </p:cBhvr>
                                      <p:to>
                                        <p:strVal val="visible"/>
                                      </p:to>
                                    </p:set>
                                    <p:anim calcmode="lin" valueType="num">
                                      <p:cBhvr additive="base">
                                        <p:cTn id="19"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2" end="2"/>
                                            </p:txEl>
                                          </p:spTgt>
                                        </p:tgtEl>
                                        <p:attrNameLst>
                                          <p:attrName>style.visibility</p:attrName>
                                        </p:attrNameLst>
                                      </p:cBhvr>
                                      <p:to>
                                        <p:strVal val="visible"/>
                                      </p:to>
                                    </p:set>
                                    <p:anim calcmode="lin" valueType="num">
                                      <p:cBhvr additive="base">
                                        <p:cTn id="25"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anim calcmode="lin" valueType="num">
                                      <p:cBhvr additive="base">
                                        <p:cTn id="31"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 calcmode="lin" valueType="num">
                                      <p:cBhvr additive="base">
                                        <p:cTn id="3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14020" y="1897380"/>
            <a:ext cx="8260715" cy="430530"/>
          </a:xfrm>
        </p:spPr>
        <p:txBody>
          <a:bodyPr wrap="square"/>
          <a:p>
            <a:r>
              <a:rPr lang="en-IN" altLang="en-US" sz="2800">
                <a:solidFill>
                  <a:srgbClr val="7030A0"/>
                </a:solidFill>
              </a:rPr>
              <a:t>             ETHOS, LOGOS AND PATHOS</a:t>
            </a:r>
            <a:endParaRPr lang="en-IN" altLang="en-US" sz="2800">
              <a:solidFill>
                <a:srgbClr val="7030A0"/>
              </a:solidFill>
            </a:endParaRPr>
          </a:p>
        </p:txBody>
      </p:sp>
      <p:sp>
        <p:nvSpPr>
          <p:cNvPr id="5" name="Text Placeholder 4"/>
          <p:cNvSpPr>
            <a:spLocks noGrp="1"/>
          </p:cNvSpPr>
          <p:nvPr>
            <p:ph type="body" idx="1"/>
          </p:nvPr>
        </p:nvSpPr>
        <p:spPr>
          <a:xfrm>
            <a:off x="534669" y="2457450"/>
            <a:ext cx="8153400" cy="4246880"/>
          </a:xfrm>
        </p:spPr>
        <p:txBody>
          <a:bodyPr/>
          <a:p>
            <a:r>
              <a:rPr lang="en-IN" altLang="en-US"/>
              <a:t>     According to Aristotle, there are three important things for an effective critical listening. They are Ethos. Logos and Pathos.</a:t>
            </a:r>
            <a:endParaRPr lang="en-IN" altLang="en-US"/>
          </a:p>
          <a:p>
            <a:endParaRPr lang="en-IN" altLang="en-US"/>
          </a:p>
          <a:p>
            <a:r>
              <a:rPr lang="en-IN" altLang="en-US"/>
              <a:t>                                     </a:t>
            </a:r>
            <a:r>
              <a:rPr lang="en-IN" altLang="en-US" sz="2400">
                <a:solidFill>
                  <a:srgbClr val="7030A0"/>
                </a:solidFill>
              </a:rPr>
              <a:t>ETHOS</a:t>
            </a:r>
            <a:endParaRPr lang="en-IN" altLang="en-US" sz="2400"/>
          </a:p>
          <a:p>
            <a:pPr marL="342900" indent="-342900">
              <a:buFont typeface="Wingdings" panose="05000000000000000000" charset="0"/>
              <a:buChar char="Ø"/>
            </a:pPr>
            <a:r>
              <a:rPr lang="en-IN" altLang="en-US" sz="2400"/>
              <a:t> It is concerned with reliability,sincerity and trustworthiness of a speaker.</a:t>
            </a:r>
            <a:endParaRPr lang="en-IN" altLang="en-US" sz="2400"/>
          </a:p>
          <a:p>
            <a:pPr marL="342900" indent="-342900">
              <a:buFont typeface="Wingdings" panose="05000000000000000000" charset="0"/>
              <a:buChar char="Ø"/>
            </a:pPr>
            <a:r>
              <a:rPr lang="en-IN" altLang="en-US" sz="2400"/>
              <a:t> While listening to a person, one needs to confirm the credibility of a speaker.</a:t>
            </a:r>
            <a:endParaRPr lang="en-IN" altLang="en-US" sz="2400"/>
          </a:p>
          <a:p>
            <a:pPr marL="342900" indent="-342900">
              <a:buFont typeface="Wingdings" panose="05000000000000000000" charset="0"/>
              <a:buChar char="Ø"/>
            </a:pPr>
            <a:r>
              <a:rPr lang="en-IN" altLang="en-US" sz="2400"/>
              <a:t> The listener will show positive behaviour if the speaker is found credible.</a:t>
            </a:r>
            <a:endParaRPr lang="en-IN" altLang="en-US" sz="2400"/>
          </a:p>
          <a:p>
            <a:pPr marL="342900" indent="-342900">
              <a:buFont typeface="Wingdings" panose="05000000000000000000" charset="0"/>
              <a:buChar char="Ø"/>
            </a:pPr>
            <a:r>
              <a:rPr lang="en-IN" altLang="en-US" sz="2400"/>
              <a:t> Credibility depends on two things- Expertise and Trustworthiness.</a:t>
            </a:r>
            <a:endParaRPr lang="en-IN" altLang="en-US" sz="24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 calcmode="lin" valueType="num">
                                      <p:cBhvr additive="base">
                                        <p:cTn id="1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additive="base">
                                        <p:cTn id="19"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additive="base">
                                        <p:cTn id="25"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additive="base">
                                        <p:cTn id="31"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additive="base">
                                        <p:cTn id="37"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5">
                                            <p:txEl>
                                              <p:pRg st="6" end="6"/>
                                            </p:txEl>
                                          </p:spTgt>
                                        </p:tgtEl>
                                        <p:attrNameLst>
                                          <p:attrName>style.visibility</p:attrName>
                                        </p:attrNameLst>
                                      </p:cBhvr>
                                      <p:to>
                                        <p:strVal val="visible"/>
                                      </p:to>
                                    </p:set>
                                    <p:anim calcmode="lin" valueType="num">
                                      <p:cBhvr additive="base">
                                        <p:cTn id="43"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594995" y="1897380"/>
            <a:ext cx="8079740" cy="430530"/>
          </a:xfrm>
        </p:spPr>
        <p:txBody>
          <a:bodyPr wrap="square"/>
          <a:p>
            <a:r>
              <a:rPr lang="en-IN" altLang="en-US"/>
              <a:t>                                  </a:t>
            </a:r>
            <a:r>
              <a:rPr lang="en-IN" altLang="en-US" sz="2800">
                <a:solidFill>
                  <a:srgbClr val="7030A0"/>
                </a:solidFill>
              </a:rPr>
              <a:t>LOGOS</a:t>
            </a:r>
            <a:endParaRPr lang="en-IN" altLang="en-US" sz="2800">
              <a:solidFill>
                <a:srgbClr val="7030A0"/>
              </a:solidFill>
            </a:endParaRPr>
          </a:p>
        </p:txBody>
      </p:sp>
      <p:sp>
        <p:nvSpPr>
          <p:cNvPr id="5" name="Text Placeholder 4"/>
          <p:cNvSpPr>
            <a:spLocks noGrp="1"/>
          </p:cNvSpPr>
          <p:nvPr>
            <p:ph type="body" idx="1"/>
          </p:nvPr>
        </p:nvSpPr>
        <p:spPr>
          <a:xfrm>
            <a:off x="498475" y="2358390"/>
            <a:ext cx="8189595" cy="4431665"/>
          </a:xfrm>
        </p:spPr>
        <p:txBody>
          <a:bodyPr wrap="square"/>
          <a:p>
            <a:pPr marL="342900" indent="-342900">
              <a:buFont typeface="Wingdings" panose="05000000000000000000" charset="0"/>
              <a:buChar char="Ø"/>
            </a:pPr>
            <a:r>
              <a:rPr lang="en-IN" altLang="en-US"/>
              <a:t> </a:t>
            </a:r>
            <a:r>
              <a:rPr lang="en-IN" altLang="en-US" sz="2400"/>
              <a:t>Logical arguements of thoughts are known as Logos.</a:t>
            </a:r>
            <a:endParaRPr lang="en-IN" altLang="en-US" sz="2400"/>
          </a:p>
          <a:p>
            <a:pPr marL="342900" indent="-342900">
              <a:buFont typeface="Wingdings" panose="05000000000000000000" charset="0"/>
              <a:buChar char="Ø"/>
            </a:pPr>
            <a:r>
              <a:rPr lang="en-IN" altLang="en-US" sz="2400"/>
              <a:t> A critical listener expects logically organized thoughts and well constructed arguements from the speaker.</a:t>
            </a:r>
            <a:endParaRPr lang="en-IN" altLang="en-US" sz="2400"/>
          </a:p>
          <a:p>
            <a:pPr indent="0">
              <a:buFont typeface="Wingdings" panose="05000000000000000000" charset="0"/>
              <a:buNone/>
            </a:pPr>
            <a:r>
              <a:rPr lang="en-IN" altLang="en-US"/>
              <a:t>                                  </a:t>
            </a:r>
            <a:r>
              <a:rPr lang="en-IN" altLang="en-US" sz="2400">
                <a:solidFill>
                  <a:srgbClr val="7030A0"/>
                </a:solidFill>
              </a:rPr>
              <a:t>PATHOS</a:t>
            </a:r>
            <a:endParaRPr lang="en-IN" altLang="en-US">
              <a:solidFill>
                <a:srgbClr val="7030A0"/>
              </a:solidFill>
            </a:endParaRPr>
          </a:p>
          <a:p>
            <a:pPr marL="342900" indent="-342900">
              <a:buFont typeface="Wingdings" panose="05000000000000000000" charset="0"/>
              <a:buChar char="Ø"/>
            </a:pPr>
            <a:r>
              <a:rPr lang="en-IN" altLang="en-US">
                <a:solidFill>
                  <a:schemeClr val="tx1"/>
                </a:solidFill>
              </a:rPr>
              <a:t> </a:t>
            </a:r>
            <a:r>
              <a:rPr lang="en-IN" altLang="en-US" sz="2400">
                <a:solidFill>
                  <a:schemeClr val="tx1"/>
                </a:solidFill>
              </a:rPr>
              <a:t>The speaker would try to appeal to emotions or psychology of the listener.</a:t>
            </a:r>
            <a:endParaRPr lang="en-IN" altLang="en-US" sz="2400">
              <a:solidFill>
                <a:schemeClr val="tx1"/>
              </a:solidFill>
            </a:endParaRPr>
          </a:p>
          <a:p>
            <a:pPr marL="342900" indent="-342900">
              <a:buFont typeface="Wingdings" panose="05000000000000000000" charset="0"/>
              <a:buChar char="Ø"/>
            </a:pPr>
            <a:r>
              <a:rPr lang="en-IN" altLang="en-US" sz="2400">
                <a:solidFill>
                  <a:schemeClr val="tx1"/>
                </a:solidFill>
              </a:rPr>
              <a:t> The speaker may target either the spirit of adventure, need for safety, feeling of guilt, desire for power,quality of being generous or ability for creativity of the listener.</a:t>
            </a:r>
            <a:endParaRPr lang="en-IN" altLang="en-US" sz="2400">
              <a:solidFill>
                <a:schemeClr val="tx1"/>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 calcmode="lin" valueType="num">
                                      <p:cBhvr additive="base">
                                        <p:cTn id="1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1" end="1"/>
                                            </p:txEl>
                                          </p:spTgt>
                                        </p:tgtEl>
                                        <p:attrNameLst>
                                          <p:attrName>style.visibility</p:attrName>
                                        </p:attrNameLst>
                                      </p:cBhvr>
                                      <p:to>
                                        <p:strVal val="visible"/>
                                      </p:to>
                                    </p:set>
                                    <p:anim calcmode="lin" valueType="num">
                                      <p:cBhvr additive="base">
                                        <p:cTn id="19"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2" end="2"/>
                                            </p:txEl>
                                          </p:spTgt>
                                        </p:tgtEl>
                                        <p:attrNameLst>
                                          <p:attrName>style.visibility</p:attrName>
                                        </p:attrNameLst>
                                      </p:cBhvr>
                                      <p:to>
                                        <p:strVal val="visible"/>
                                      </p:to>
                                    </p:set>
                                    <p:anim calcmode="lin" valueType="num">
                                      <p:cBhvr additive="base">
                                        <p:cTn id="25"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anim calcmode="lin" valueType="num">
                                      <p:cBhvr additive="base">
                                        <p:cTn id="31"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 calcmode="lin" valueType="num">
                                      <p:cBhvr additive="base">
                                        <p:cTn id="3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35" name="object 535"/>
          <p:cNvGrpSpPr/>
          <p:nvPr/>
        </p:nvGrpSpPr>
        <p:grpSpPr>
          <a:xfrm>
            <a:off x="3493830" y="967800"/>
            <a:ext cx="458470" cy="718820"/>
            <a:chOff x="3493830" y="967800"/>
            <a:chExt cx="458470" cy="718820"/>
          </a:xfrm>
        </p:grpSpPr>
        <p:sp>
          <p:nvSpPr>
            <p:cNvPr id="536" name="object 536"/>
            <p:cNvSpPr/>
            <p:nvPr/>
          </p:nvSpPr>
          <p:spPr>
            <a:xfrm>
              <a:off x="3500119" y="974090"/>
              <a:ext cx="173989" cy="698500"/>
            </a:xfrm>
            <a:prstGeom prst="rect">
              <a:avLst/>
            </a:prstGeom>
            <a:blipFill>
              <a:blip r:embed="rId59" cstate="print"/>
              <a:stretch>
                <a:fillRect/>
              </a:stretch>
            </a:blipFill>
          </p:spPr>
          <p:txBody>
            <a:bodyPr wrap="square" lIns="0" tIns="0" rIns="0" bIns="0" rtlCol="0"/>
            <a:lstStyle/>
            <a:p/>
          </p:txBody>
        </p:sp>
        <p:sp>
          <p:nvSpPr>
            <p:cNvPr id="537" name="object 537"/>
            <p:cNvSpPr/>
            <p:nvPr/>
          </p:nvSpPr>
          <p:spPr>
            <a:xfrm>
              <a:off x="3500119" y="9740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2460"/>
                  </a:lnTo>
                  <a:lnTo>
                    <a:pt x="125729" y="632460"/>
                  </a:lnTo>
                  <a:lnTo>
                    <a:pt x="127000" y="633730"/>
                  </a:lnTo>
                  <a:lnTo>
                    <a:pt x="128269" y="63500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29539" y="688339"/>
                  </a:lnTo>
                  <a:lnTo>
                    <a:pt x="124459" y="692150"/>
                  </a:lnTo>
                  <a:lnTo>
                    <a:pt x="119379" y="694689"/>
                  </a:lnTo>
                  <a:lnTo>
                    <a:pt x="113029" y="697230"/>
                  </a:lnTo>
                  <a:lnTo>
                    <a:pt x="106679" y="697230"/>
                  </a:lnTo>
                  <a:lnTo>
                    <a:pt x="100329" y="698500"/>
                  </a:lnTo>
                  <a:lnTo>
                    <a:pt x="95250" y="697230"/>
                  </a:lnTo>
                  <a:lnTo>
                    <a:pt x="88900" y="695960"/>
                  </a:lnTo>
                  <a:lnTo>
                    <a:pt x="83819" y="694689"/>
                  </a:lnTo>
                  <a:lnTo>
                    <a:pt x="77469" y="692150"/>
                  </a:lnTo>
                  <a:lnTo>
                    <a:pt x="72389" y="687070"/>
                  </a:lnTo>
                  <a:lnTo>
                    <a:pt x="68579" y="683260"/>
                  </a:lnTo>
                  <a:lnTo>
                    <a:pt x="48259" y="650239"/>
                  </a:lnTo>
                  <a:lnTo>
                    <a:pt x="44450" y="642620"/>
                  </a:lnTo>
                  <a:lnTo>
                    <a:pt x="43179" y="636270"/>
                  </a:lnTo>
                  <a:lnTo>
                    <a:pt x="40639"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2080"/>
                  </a:lnTo>
                  <a:lnTo>
                    <a:pt x="59689" y="118110"/>
                  </a:lnTo>
                  <a:lnTo>
                    <a:pt x="7238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38" name="object 538"/>
            <p:cNvSpPr/>
            <p:nvPr/>
          </p:nvSpPr>
          <p:spPr>
            <a:xfrm>
              <a:off x="3700779" y="1143000"/>
              <a:ext cx="245110" cy="537210"/>
            </a:xfrm>
            <a:prstGeom prst="rect">
              <a:avLst/>
            </a:prstGeom>
            <a:blipFill>
              <a:blip r:embed="rId60" cstate="print"/>
              <a:stretch>
                <a:fillRect/>
              </a:stretch>
            </a:blipFill>
          </p:spPr>
          <p:txBody>
            <a:bodyPr wrap="square" lIns="0" tIns="0" rIns="0" bIns="0" rtlCol="0"/>
            <a:lstStyle/>
            <a:p/>
          </p:txBody>
        </p:sp>
        <p:sp>
          <p:nvSpPr>
            <p:cNvPr id="539" name="object 539"/>
            <p:cNvSpPr/>
            <p:nvPr/>
          </p:nvSpPr>
          <p:spPr>
            <a:xfrm>
              <a:off x="3821430" y="1137919"/>
              <a:ext cx="130810" cy="496570"/>
            </a:xfrm>
            <a:custGeom>
              <a:avLst/>
              <a:gdLst/>
              <a:ahLst/>
              <a:cxnLst/>
              <a:rect l="l" t="t" r="r" b="b"/>
              <a:pathLst>
                <a:path w="130810" h="496569">
                  <a:moveTo>
                    <a:pt x="130810" y="274320"/>
                  </a:moveTo>
                  <a:lnTo>
                    <a:pt x="129540" y="256540"/>
                  </a:lnTo>
                  <a:lnTo>
                    <a:pt x="129540" y="255270"/>
                  </a:lnTo>
                  <a:lnTo>
                    <a:pt x="129540" y="237490"/>
                  </a:lnTo>
                  <a:lnTo>
                    <a:pt x="128270" y="219710"/>
                  </a:lnTo>
                  <a:lnTo>
                    <a:pt x="12573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0170" y="67310"/>
                  </a:lnTo>
                  <a:lnTo>
                    <a:pt x="90170" y="66040"/>
                  </a:lnTo>
                  <a:lnTo>
                    <a:pt x="8255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6350"/>
                  </a:lnTo>
                  <a:lnTo>
                    <a:pt x="0" y="11430"/>
                  </a:lnTo>
                  <a:lnTo>
                    <a:pt x="7645" y="12534"/>
                  </a:lnTo>
                  <a:lnTo>
                    <a:pt x="7620" y="12700"/>
                  </a:lnTo>
                  <a:lnTo>
                    <a:pt x="15303" y="13804"/>
                  </a:lnTo>
                  <a:lnTo>
                    <a:pt x="15240" y="13970"/>
                  </a:lnTo>
                  <a:lnTo>
                    <a:pt x="22987" y="16192"/>
                  </a:lnTo>
                  <a:lnTo>
                    <a:pt x="22860" y="16510"/>
                  </a:lnTo>
                  <a:lnTo>
                    <a:pt x="30480" y="20320"/>
                  </a:lnTo>
                  <a:lnTo>
                    <a:pt x="38100" y="24130"/>
                  </a:lnTo>
                  <a:lnTo>
                    <a:pt x="45720" y="30480"/>
                  </a:lnTo>
                  <a:lnTo>
                    <a:pt x="52070" y="36830"/>
                  </a:lnTo>
                  <a:lnTo>
                    <a:pt x="59690" y="44450"/>
                  </a:lnTo>
                  <a:lnTo>
                    <a:pt x="66763" y="51536"/>
                  </a:lnTo>
                  <a:lnTo>
                    <a:pt x="66040" y="52070"/>
                  </a:lnTo>
                  <a:lnTo>
                    <a:pt x="72390" y="62230"/>
                  </a:lnTo>
                  <a:lnTo>
                    <a:pt x="78740" y="73660"/>
                  </a:lnTo>
                  <a:lnTo>
                    <a:pt x="79159" y="73342"/>
                  </a:lnTo>
                  <a:lnTo>
                    <a:pt x="83820" y="83820"/>
                  </a:lnTo>
                  <a:lnTo>
                    <a:pt x="90170" y="96520"/>
                  </a:lnTo>
                  <a:lnTo>
                    <a:pt x="90551" y="96329"/>
                  </a:lnTo>
                  <a:lnTo>
                    <a:pt x="95161" y="108991"/>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70" y="393788"/>
                  </a:lnTo>
                  <a:lnTo>
                    <a:pt x="106680" y="393700"/>
                  </a:lnTo>
                  <a:lnTo>
                    <a:pt x="101600" y="414020"/>
                  </a:lnTo>
                  <a:lnTo>
                    <a:pt x="96799" y="433222"/>
                  </a:lnTo>
                  <a:lnTo>
                    <a:pt x="96520" y="433070"/>
                  </a:lnTo>
                  <a:lnTo>
                    <a:pt x="90170" y="452120"/>
                  </a:lnTo>
                  <a:lnTo>
                    <a:pt x="85090" y="462280"/>
                  </a:lnTo>
                  <a:lnTo>
                    <a:pt x="81280" y="472440"/>
                  </a:lnTo>
                  <a:lnTo>
                    <a:pt x="76200" y="481330"/>
                  </a:lnTo>
                  <a:lnTo>
                    <a:pt x="77228" y="481749"/>
                  </a:lnTo>
                  <a:lnTo>
                    <a:pt x="72390" y="490220"/>
                  </a:lnTo>
                  <a:lnTo>
                    <a:pt x="77470" y="492760"/>
                  </a:lnTo>
                  <a:lnTo>
                    <a:pt x="82550" y="496570"/>
                  </a:lnTo>
                  <a:lnTo>
                    <a:pt x="87630" y="487680"/>
                  </a:lnTo>
                  <a:lnTo>
                    <a:pt x="92710" y="477520"/>
                  </a:lnTo>
                  <a:lnTo>
                    <a:pt x="97790" y="467360"/>
                  </a:lnTo>
                  <a:lnTo>
                    <a:pt x="101600" y="457200"/>
                  </a:lnTo>
                  <a:lnTo>
                    <a:pt x="107950" y="438150"/>
                  </a:lnTo>
                  <a:lnTo>
                    <a:pt x="107950" y="436880"/>
                  </a:lnTo>
                  <a:lnTo>
                    <a:pt x="114300" y="417830"/>
                  </a:lnTo>
                  <a:lnTo>
                    <a:pt x="119380" y="397510"/>
                  </a:lnTo>
                  <a:lnTo>
                    <a:pt x="119380" y="396240"/>
                  </a:lnTo>
                  <a:lnTo>
                    <a:pt x="123190" y="374650"/>
                  </a:lnTo>
                  <a:lnTo>
                    <a:pt x="125730" y="350520"/>
                  </a:lnTo>
                  <a:lnTo>
                    <a:pt x="128270" y="326390"/>
                  </a:lnTo>
                  <a:lnTo>
                    <a:pt x="129540" y="300990"/>
                  </a:lnTo>
                  <a:lnTo>
                    <a:pt x="130810" y="274320"/>
                  </a:lnTo>
                  <a:close/>
                </a:path>
              </a:pathLst>
            </a:custGeom>
            <a:solidFill>
              <a:srgbClr val="006600"/>
            </a:solidFill>
          </p:spPr>
          <p:txBody>
            <a:bodyPr wrap="square" lIns="0" tIns="0" rIns="0" bIns="0" rtlCol="0"/>
            <a:lstStyle/>
            <a:p/>
          </p:txBody>
        </p:sp>
        <p:sp>
          <p:nvSpPr>
            <p:cNvPr id="540" name="object 540"/>
            <p:cNvSpPr/>
            <p:nvPr/>
          </p:nvSpPr>
          <p:spPr>
            <a:xfrm>
              <a:off x="3694430" y="1386839"/>
              <a:ext cx="214629" cy="299720"/>
            </a:xfrm>
            <a:custGeom>
              <a:avLst/>
              <a:gdLst/>
              <a:ahLst/>
              <a:cxnLst/>
              <a:rect l="l" t="t" r="r" b="b"/>
              <a:pathLst>
                <a:path w="214629" h="299719">
                  <a:moveTo>
                    <a:pt x="214630" y="238760"/>
                  </a:moveTo>
                  <a:lnTo>
                    <a:pt x="209550" y="234950"/>
                  </a:lnTo>
                  <a:lnTo>
                    <a:pt x="204470" y="232410"/>
                  </a:lnTo>
                  <a:lnTo>
                    <a:pt x="199898" y="240411"/>
                  </a:lnTo>
                  <a:lnTo>
                    <a:pt x="199390" y="240030"/>
                  </a:lnTo>
                  <a:lnTo>
                    <a:pt x="194310" y="247650"/>
                  </a:lnTo>
                  <a:lnTo>
                    <a:pt x="187960" y="255270"/>
                  </a:lnTo>
                  <a:lnTo>
                    <a:pt x="188683" y="255816"/>
                  </a:lnTo>
                  <a:lnTo>
                    <a:pt x="182880" y="261620"/>
                  </a:lnTo>
                  <a:lnTo>
                    <a:pt x="178282" y="267360"/>
                  </a:lnTo>
                  <a:lnTo>
                    <a:pt x="177800" y="266700"/>
                  </a:lnTo>
                  <a:lnTo>
                    <a:pt x="171450" y="271780"/>
                  </a:lnTo>
                  <a:lnTo>
                    <a:pt x="171919" y="272262"/>
                  </a:lnTo>
                  <a:lnTo>
                    <a:pt x="166370" y="275590"/>
                  </a:lnTo>
                  <a:lnTo>
                    <a:pt x="160020" y="279400"/>
                  </a:lnTo>
                  <a:lnTo>
                    <a:pt x="160312" y="279793"/>
                  </a:lnTo>
                  <a:lnTo>
                    <a:pt x="154940" y="281940"/>
                  </a:lnTo>
                  <a:lnTo>
                    <a:pt x="148590" y="284480"/>
                  </a:lnTo>
                  <a:lnTo>
                    <a:pt x="142240" y="285750"/>
                  </a:lnTo>
                  <a:lnTo>
                    <a:pt x="128930" y="286969"/>
                  </a:lnTo>
                  <a:lnTo>
                    <a:pt x="115570" y="285750"/>
                  </a:lnTo>
                  <a:lnTo>
                    <a:pt x="110388" y="284721"/>
                  </a:lnTo>
                  <a:lnTo>
                    <a:pt x="110490" y="284480"/>
                  </a:lnTo>
                  <a:lnTo>
                    <a:pt x="103987" y="282321"/>
                  </a:lnTo>
                  <a:lnTo>
                    <a:pt x="104140" y="281940"/>
                  </a:lnTo>
                  <a:lnTo>
                    <a:pt x="97574" y="279755"/>
                  </a:lnTo>
                  <a:lnTo>
                    <a:pt x="97790" y="279400"/>
                  </a:lnTo>
                  <a:lnTo>
                    <a:pt x="91440" y="276860"/>
                  </a:lnTo>
                  <a:lnTo>
                    <a:pt x="86360" y="273050"/>
                  </a:lnTo>
                  <a:lnTo>
                    <a:pt x="81280" y="267970"/>
                  </a:lnTo>
                  <a:lnTo>
                    <a:pt x="80645" y="268605"/>
                  </a:lnTo>
                  <a:lnTo>
                    <a:pt x="75565" y="263525"/>
                  </a:lnTo>
                  <a:lnTo>
                    <a:pt x="76200" y="262890"/>
                  </a:lnTo>
                  <a:lnTo>
                    <a:pt x="70459" y="258305"/>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4130" y="147320"/>
                  </a:lnTo>
                  <a:lnTo>
                    <a:pt x="20320" y="125730"/>
                  </a:lnTo>
                  <a:lnTo>
                    <a:pt x="16510" y="102870"/>
                  </a:lnTo>
                  <a:lnTo>
                    <a:pt x="13970" y="77470"/>
                  </a:lnTo>
                  <a:lnTo>
                    <a:pt x="12700" y="53340"/>
                  </a:lnTo>
                  <a:lnTo>
                    <a:pt x="12700" y="27940"/>
                  </a:lnTo>
                  <a:lnTo>
                    <a:pt x="12700" y="0"/>
                  </a:lnTo>
                  <a:lnTo>
                    <a:pt x="0" y="0"/>
                  </a:lnTo>
                  <a:lnTo>
                    <a:pt x="0" y="27940"/>
                  </a:lnTo>
                  <a:lnTo>
                    <a:pt x="0" y="53340"/>
                  </a:lnTo>
                  <a:lnTo>
                    <a:pt x="0" y="54610"/>
                  </a:lnTo>
                  <a:lnTo>
                    <a:pt x="2540" y="78740"/>
                  </a:lnTo>
                  <a:lnTo>
                    <a:pt x="2540" y="80010"/>
                  </a:lnTo>
                  <a:lnTo>
                    <a:pt x="5080" y="104140"/>
                  </a:lnTo>
                  <a:lnTo>
                    <a:pt x="7620" y="128270"/>
                  </a:lnTo>
                  <a:lnTo>
                    <a:pt x="12700" y="151130"/>
                  </a:lnTo>
                  <a:lnTo>
                    <a:pt x="17780" y="172720"/>
                  </a:lnTo>
                  <a:lnTo>
                    <a:pt x="17780" y="173990"/>
                  </a:lnTo>
                  <a:lnTo>
                    <a:pt x="24130" y="194310"/>
                  </a:lnTo>
                  <a:lnTo>
                    <a:pt x="24130" y="195580"/>
                  </a:lnTo>
                  <a:lnTo>
                    <a:pt x="31750" y="214630"/>
                  </a:lnTo>
                  <a:lnTo>
                    <a:pt x="31750" y="215900"/>
                  </a:lnTo>
                  <a:lnTo>
                    <a:pt x="36830" y="226060"/>
                  </a:lnTo>
                  <a:lnTo>
                    <a:pt x="40640" y="233680"/>
                  </a:lnTo>
                  <a:lnTo>
                    <a:pt x="44450" y="242570"/>
                  </a:lnTo>
                  <a:lnTo>
                    <a:pt x="45720" y="242570"/>
                  </a:lnTo>
                  <a:lnTo>
                    <a:pt x="45720" y="24384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6370" y="290830"/>
                  </a:lnTo>
                  <a:lnTo>
                    <a:pt x="167640" y="290830"/>
                  </a:lnTo>
                  <a:lnTo>
                    <a:pt x="173990" y="287020"/>
                  </a:lnTo>
                  <a:lnTo>
                    <a:pt x="173570" y="286334"/>
                  </a:lnTo>
                  <a:lnTo>
                    <a:pt x="179070" y="281940"/>
                  </a:lnTo>
                  <a:lnTo>
                    <a:pt x="180340" y="281940"/>
                  </a:lnTo>
                  <a:lnTo>
                    <a:pt x="186690" y="276860"/>
                  </a:lnTo>
                  <a:lnTo>
                    <a:pt x="186690" y="275590"/>
                  </a:lnTo>
                  <a:lnTo>
                    <a:pt x="191770" y="270510"/>
                  </a:lnTo>
                  <a:lnTo>
                    <a:pt x="193040" y="270510"/>
                  </a:lnTo>
                  <a:lnTo>
                    <a:pt x="198120" y="262890"/>
                  </a:lnTo>
                  <a:lnTo>
                    <a:pt x="204470" y="255270"/>
                  </a:lnTo>
                  <a:lnTo>
                    <a:pt x="209550" y="247650"/>
                  </a:lnTo>
                  <a:lnTo>
                    <a:pt x="214630" y="238760"/>
                  </a:lnTo>
                  <a:close/>
                </a:path>
              </a:pathLst>
            </a:custGeom>
            <a:solidFill>
              <a:srgbClr val="006600"/>
            </a:solidFill>
          </p:spPr>
          <p:txBody>
            <a:bodyPr wrap="square" lIns="0" tIns="0" rIns="0" bIns="0" rtlCol="0"/>
            <a:lstStyle/>
            <a:p/>
          </p:txBody>
        </p:sp>
        <p:sp>
          <p:nvSpPr>
            <p:cNvPr id="541" name="object 541"/>
            <p:cNvSpPr/>
            <p:nvPr/>
          </p:nvSpPr>
          <p:spPr>
            <a:xfrm>
              <a:off x="3694430" y="11366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15" y="48653"/>
                  </a:lnTo>
                  <a:lnTo>
                    <a:pt x="107950" y="49530"/>
                  </a:lnTo>
                  <a:lnTo>
                    <a:pt x="106680" y="50800"/>
                  </a:lnTo>
                  <a:lnTo>
                    <a:pt x="104140" y="53340"/>
                  </a:lnTo>
                  <a:lnTo>
                    <a:pt x="104140" y="54610"/>
                  </a:lnTo>
                  <a:lnTo>
                    <a:pt x="101600" y="58420"/>
                  </a:lnTo>
                  <a:lnTo>
                    <a:pt x="106680" y="62230"/>
                  </a:lnTo>
                  <a:lnTo>
                    <a:pt x="113030" y="64770"/>
                  </a:lnTo>
                  <a:lnTo>
                    <a:pt x="115570" y="59690"/>
                  </a:lnTo>
                  <a:lnTo>
                    <a:pt x="116840" y="58420"/>
                  </a:lnTo>
                  <a:lnTo>
                    <a:pt x="118110" y="5588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91440" y="10160"/>
                  </a:lnTo>
                  <a:lnTo>
                    <a:pt x="85090" y="12700"/>
                  </a:lnTo>
                  <a:lnTo>
                    <a:pt x="85090" y="13970"/>
                  </a:lnTo>
                  <a:lnTo>
                    <a:pt x="80010" y="17780"/>
                  </a:lnTo>
                  <a:lnTo>
                    <a:pt x="78740" y="17780"/>
                  </a:lnTo>
                  <a:lnTo>
                    <a:pt x="73660" y="22860"/>
                  </a:lnTo>
                  <a:lnTo>
                    <a:pt x="72390" y="22860"/>
                  </a:lnTo>
                  <a:lnTo>
                    <a:pt x="67310" y="29210"/>
                  </a:lnTo>
                  <a:lnTo>
                    <a:pt x="62230" y="34290"/>
                  </a:lnTo>
                  <a:lnTo>
                    <a:pt x="60960" y="34290"/>
                  </a:lnTo>
                  <a:lnTo>
                    <a:pt x="55880" y="41910"/>
                  </a:lnTo>
                  <a:lnTo>
                    <a:pt x="50800" y="49530"/>
                  </a:lnTo>
                  <a:lnTo>
                    <a:pt x="45720" y="57150"/>
                  </a:lnTo>
                  <a:lnTo>
                    <a:pt x="45720" y="58420"/>
                  </a:lnTo>
                  <a:lnTo>
                    <a:pt x="41910" y="66040"/>
                  </a:lnTo>
                  <a:lnTo>
                    <a:pt x="36830" y="74930"/>
                  </a:lnTo>
                  <a:lnTo>
                    <a:pt x="36830" y="76200"/>
                  </a:lnTo>
                  <a:lnTo>
                    <a:pt x="33020" y="85090"/>
                  </a:lnTo>
                  <a:lnTo>
                    <a:pt x="33020" y="86360"/>
                  </a:lnTo>
                  <a:lnTo>
                    <a:pt x="25400" y="106680"/>
                  </a:lnTo>
                  <a:lnTo>
                    <a:pt x="19050" y="128270"/>
                  </a:lnTo>
                  <a:lnTo>
                    <a:pt x="12700" y="151130"/>
                  </a:lnTo>
                  <a:lnTo>
                    <a:pt x="7620" y="175260"/>
                  </a:lnTo>
                  <a:lnTo>
                    <a:pt x="5080" y="199390"/>
                  </a:lnTo>
                  <a:lnTo>
                    <a:pt x="2540" y="224790"/>
                  </a:lnTo>
                  <a:lnTo>
                    <a:pt x="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2303" y="23609"/>
                  </a:lnTo>
                  <a:lnTo>
                    <a:pt x="97790" y="20320"/>
                  </a:lnTo>
                  <a:lnTo>
                    <a:pt x="104140" y="17780"/>
                  </a:lnTo>
                  <a:lnTo>
                    <a:pt x="103924" y="17360"/>
                  </a:lnTo>
                  <a:lnTo>
                    <a:pt x="108978" y="15341"/>
                  </a:lnTo>
                  <a:lnTo>
                    <a:pt x="109220" y="16510"/>
                  </a:lnTo>
                  <a:lnTo>
                    <a:pt x="115570" y="15240"/>
                  </a:lnTo>
                  <a:lnTo>
                    <a:pt x="115519" y="15024"/>
                  </a:lnTo>
                  <a:lnTo>
                    <a:pt x="128270" y="12700"/>
                  </a:lnTo>
                  <a:lnTo>
                    <a:pt x="128270" y="7620"/>
                  </a:lnTo>
                  <a:lnTo>
                    <a:pt x="128270" y="0"/>
                  </a:lnTo>
                  <a:close/>
                </a:path>
              </a:pathLst>
            </a:custGeom>
            <a:solidFill>
              <a:srgbClr val="006600"/>
            </a:solidFill>
          </p:spPr>
          <p:txBody>
            <a:bodyPr wrap="square" lIns="0" tIns="0" rIns="0" bIns="0" rtlCol="0"/>
            <a:lstStyle/>
            <a:p/>
          </p:txBody>
        </p:sp>
        <p:sp>
          <p:nvSpPr>
            <p:cNvPr id="542" name="object 542"/>
            <p:cNvSpPr/>
            <p:nvPr/>
          </p:nvSpPr>
          <p:spPr>
            <a:xfrm>
              <a:off x="3776979" y="1195069"/>
              <a:ext cx="44450" cy="453390"/>
            </a:xfrm>
            <a:custGeom>
              <a:avLst/>
              <a:gdLst/>
              <a:ahLst/>
              <a:cxnLst/>
              <a:rect l="l" t="t" r="r" b="b"/>
              <a:pathLst>
                <a:path w="44450" h="453389">
                  <a:moveTo>
                    <a:pt x="44450" y="441960"/>
                  </a:moveTo>
                  <a:lnTo>
                    <a:pt x="43180" y="440690"/>
                  </a:lnTo>
                  <a:lnTo>
                    <a:pt x="41910" y="440690"/>
                  </a:lnTo>
                  <a:lnTo>
                    <a:pt x="40640" y="439420"/>
                  </a:lnTo>
                  <a:lnTo>
                    <a:pt x="40335" y="439420"/>
                  </a:lnTo>
                  <a:lnTo>
                    <a:pt x="40335" y="440918"/>
                  </a:lnTo>
                  <a:lnTo>
                    <a:pt x="39370" y="445770"/>
                  </a:lnTo>
                  <a:lnTo>
                    <a:pt x="40335" y="440918"/>
                  </a:lnTo>
                  <a:lnTo>
                    <a:pt x="40335" y="439420"/>
                  </a:lnTo>
                  <a:lnTo>
                    <a:pt x="39370" y="439420"/>
                  </a:lnTo>
                  <a:lnTo>
                    <a:pt x="38100" y="438150"/>
                  </a:lnTo>
                  <a:lnTo>
                    <a:pt x="36830" y="438150"/>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7350"/>
                  </a:lnTo>
                  <a:lnTo>
                    <a:pt x="16510" y="377190"/>
                  </a:lnTo>
                  <a:lnTo>
                    <a:pt x="16497" y="124460"/>
                  </a:lnTo>
                  <a:lnTo>
                    <a:pt x="13970" y="124460"/>
                  </a:lnTo>
                  <a:lnTo>
                    <a:pt x="13970" y="91440"/>
                  </a:lnTo>
                  <a:lnTo>
                    <a:pt x="15240" y="76200"/>
                  </a:lnTo>
                  <a:lnTo>
                    <a:pt x="16510" y="62230"/>
                  </a:lnTo>
                  <a:lnTo>
                    <a:pt x="17780" y="50800"/>
                  </a:lnTo>
                  <a:lnTo>
                    <a:pt x="20320" y="4064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5080" y="62230"/>
                  </a:lnTo>
                  <a:lnTo>
                    <a:pt x="3810" y="74930"/>
                  </a:lnTo>
                  <a:lnTo>
                    <a:pt x="2540" y="90170"/>
                  </a:lnTo>
                  <a:lnTo>
                    <a:pt x="1270" y="123190"/>
                  </a:lnTo>
                  <a:lnTo>
                    <a:pt x="1270" y="124460"/>
                  </a:lnTo>
                  <a:lnTo>
                    <a:pt x="0" y="124460"/>
                  </a:lnTo>
                  <a:lnTo>
                    <a:pt x="0" y="261620"/>
                  </a:lnTo>
                  <a:lnTo>
                    <a:pt x="0" y="289560"/>
                  </a:lnTo>
                  <a:lnTo>
                    <a:pt x="0" y="317500"/>
                  </a:lnTo>
                  <a:lnTo>
                    <a:pt x="0" y="379730"/>
                  </a:lnTo>
                  <a:lnTo>
                    <a:pt x="3810" y="379730"/>
                  </a:lnTo>
                  <a:lnTo>
                    <a:pt x="5080" y="388620"/>
                  </a:lnTo>
                  <a:lnTo>
                    <a:pt x="6350" y="396240"/>
                  </a:lnTo>
                  <a:lnTo>
                    <a:pt x="7620" y="405130"/>
                  </a:lnTo>
                  <a:lnTo>
                    <a:pt x="8890" y="411480"/>
                  </a:lnTo>
                  <a:lnTo>
                    <a:pt x="889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2120"/>
                  </a:lnTo>
                  <a:lnTo>
                    <a:pt x="35560" y="452120"/>
                  </a:lnTo>
                  <a:lnTo>
                    <a:pt x="38100" y="452120"/>
                  </a:lnTo>
                  <a:lnTo>
                    <a:pt x="40640" y="453390"/>
                  </a:lnTo>
                  <a:lnTo>
                    <a:pt x="41910" y="447040"/>
                  </a:lnTo>
                  <a:lnTo>
                    <a:pt x="44450" y="441960"/>
                  </a:lnTo>
                  <a:close/>
                </a:path>
              </a:pathLst>
            </a:custGeom>
            <a:solidFill>
              <a:srgbClr val="006600"/>
            </a:solidFill>
          </p:spPr>
          <p:txBody>
            <a:bodyPr wrap="square" lIns="0" tIns="0" rIns="0" bIns="0" rtlCol="0"/>
            <a:lstStyle/>
            <a:p/>
          </p:txBody>
        </p:sp>
        <p:sp>
          <p:nvSpPr>
            <p:cNvPr id="543" name="object 543"/>
            <p:cNvSpPr/>
            <p:nvPr/>
          </p:nvSpPr>
          <p:spPr>
            <a:xfrm>
              <a:off x="3815080" y="1188719"/>
              <a:ext cx="54610" cy="461009"/>
            </a:xfrm>
            <a:custGeom>
              <a:avLst/>
              <a:gdLst/>
              <a:ahLst/>
              <a:cxnLst/>
              <a:rect l="l" t="t" r="r" b="b"/>
              <a:pathLst>
                <a:path w="54610" h="461010">
                  <a:moveTo>
                    <a:pt x="53340" y="104140"/>
                  </a:moveTo>
                  <a:lnTo>
                    <a:pt x="52070" y="88900"/>
                  </a:lnTo>
                  <a:lnTo>
                    <a:pt x="50800" y="76200"/>
                  </a:lnTo>
                  <a:lnTo>
                    <a:pt x="50800" y="63500"/>
                  </a:lnTo>
                  <a:lnTo>
                    <a:pt x="48260" y="54610"/>
                  </a:lnTo>
                  <a:lnTo>
                    <a:pt x="48260" y="45720"/>
                  </a:lnTo>
                  <a:lnTo>
                    <a:pt x="45720" y="38100"/>
                  </a:lnTo>
                  <a:lnTo>
                    <a:pt x="44450" y="30480"/>
                  </a:lnTo>
                  <a:lnTo>
                    <a:pt x="41910" y="22860"/>
                  </a:lnTo>
                  <a:lnTo>
                    <a:pt x="41668" y="22987"/>
                  </a:lnTo>
                  <a:lnTo>
                    <a:pt x="40640" y="17780"/>
                  </a:lnTo>
                  <a:lnTo>
                    <a:pt x="38100" y="12700"/>
                  </a:lnTo>
                  <a:lnTo>
                    <a:pt x="35560" y="6350"/>
                  </a:lnTo>
                  <a:lnTo>
                    <a:pt x="35560" y="5080"/>
                  </a:lnTo>
                  <a:lnTo>
                    <a:pt x="34290" y="3810"/>
                  </a:lnTo>
                  <a:lnTo>
                    <a:pt x="33020" y="1270"/>
                  </a:lnTo>
                  <a:lnTo>
                    <a:pt x="31750" y="1270"/>
                  </a:lnTo>
                  <a:lnTo>
                    <a:pt x="30480" y="0"/>
                  </a:lnTo>
                  <a:lnTo>
                    <a:pt x="26670" y="3810"/>
                  </a:lnTo>
                  <a:lnTo>
                    <a:pt x="20320" y="6350"/>
                  </a:lnTo>
                  <a:lnTo>
                    <a:pt x="21590" y="7620"/>
                  </a:lnTo>
                  <a:lnTo>
                    <a:pt x="21590" y="8890"/>
                  </a:lnTo>
                  <a:lnTo>
                    <a:pt x="22860" y="11430"/>
                  </a:lnTo>
                  <a:lnTo>
                    <a:pt x="24130" y="11430"/>
                  </a:lnTo>
                  <a:lnTo>
                    <a:pt x="26670" y="16510"/>
                  </a:lnTo>
                  <a:lnTo>
                    <a:pt x="29083" y="21361"/>
                  </a:lnTo>
                  <a:lnTo>
                    <a:pt x="27940" y="2159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61010">
                  <a:moveTo>
                    <a:pt x="54610" y="138430"/>
                  </a:moveTo>
                  <a:lnTo>
                    <a:pt x="54597" y="104152"/>
                  </a:lnTo>
                  <a:lnTo>
                    <a:pt x="38100" y="104152"/>
                  </a:lnTo>
                  <a:lnTo>
                    <a:pt x="38100" y="356870"/>
                  </a:lnTo>
                  <a:lnTo>
                    <a:pt x="38100" y="374650"/>
                  </a:lnTo>
                  <a:lnTo>
                    <a:pt x="36830" y="388620"/>
                  </a:lnTo>
                  <a:lnTo>
                    <a:pt x="35560" y="396240"/>
                  </a:lnTo>
                  <a:lnTo>
                    <a:pt x="34290" y="403860"/>
                  </a:lnTo>
                  <a:lnTo>
                    <a:pt x="33020" y="410210"/>
                  </a:lnTo>
                  <a:lnTo>
                    <a:pt x="30480" y="416560"/>
                  </a:lnTo>
                  <a:lnTo>
                    <a:pt x="29400" y="422998"/>
                  </a:lnTo>
                  <a:lnTo>
                    <a:pt x="29210" y="422910"/>
                  </a:lnTo>
                  <a:lnTo>
                    <a:pt x="26670" y="426720"/>
                  </a:lnTo>
                  <a:lnTo>
                    <a:pt x="26670" y="427990"/>
                  </a:lnTo>
                  <a:lnTo>
                    <a:pt x="24130" y="434340"/>
                  </a:lnTo>
                  <a:lnTo>
                    <a:pt x="24650" y="434555"/>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2540" y="461010"/>
                  </a:lnTo>
                  <a:lnTo>
                    <a:pt x="3810" y="461010"/>
                  </a:lnTo>
                  <a:lnTo>
                    <a:pt x="5080" y="461010"/>
                  </a:lnTo>
                  <a:lnTo>
                    <a:pt x="7620" y="461010"/>
                  </a:lnTo>
                  <a:lnTo>
                    <a:pt x="10160" y="461010"/>
                  </a:lnTo>
                  <a:lnTo>
                    <a:pt x="11430" y="461010"/>
                  </a:lnTo>
                  <a:lnTo>
                    <a:pt x="11430" y="459740"/>
                  </a:lnTo>
                  <a:lnTo>
                    <a:pt x="13970" y="459740"/>
                  </a:lnTo>
                  <a:lnTo>
                    <a:pt x="15240" y="459740"/>
                  </a:lnTo>
                  <a:lnTo>
                    <a:pt x="15240" y="458470"/>
                  </a:lnTo>
                  <a:lnTo>
                    <a:pt x="17780" y="458470"/>
                  </a:lnTo>
                  <a:lnTo>
                    <a:pt x="19050" y="45847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6830" y="439420"/>
                  </a:lnTo>
                  <a:lnTo>
                    <a:pt x="36830" y="438150"/>
                  </a:lnTo>
                  <a:lnTo>
                    <a:pt x="39370" y="431800"/>
                  </a:lnTo>
                  <a:lnTo>
                    <a:pt x="38785" y="431685"/>
                  </a:lnTo>
                  <a:lnTo>
                    <a:pt x="40640" y="427990"/>
                  </a:lnTo>
                  <a:lnTo>
                    <a:pt x="41910" y="426720"/>
                  </a:lnTo>
                  <a:lnTo>
                    <a:pt x="43180" y="420370"/>
                  </a:lnTo>
                  <a:lnTo>
                    <a:pt x="44450" y="414020"/>
                  </a:lnTo>
                  <a:lnTo>
                    <a:pt x="44450" y="412750"/>
                  </a:lnTo>
                  <a:lnTo>
                    <a:pt x="45720" y="405130"/>
                  </a:lnTo>
                  <a:lnTo>
                    <a:pt x="48260" y="398780"/>
                  </a:lnTo>
                  <a:lnTo>
                    <a:pt x="48260" y="389890"/>
                  </a:lnTo>
                  <a:lnTo>
                    <a:pt x="49530" y="375920"/>
                  </a:lnTo>
                  <a:lnTo>
                    <a:pt x="50800" y="356870"/>
                  </a:lnTo>
                  <a:lnTo>
                    <a:pt x="54597" y="356870"/>
                  </a:lnTo>
                  <a:lnTo>
                    <a:pt x="54597" y="139700"/>
                  </a:lnTo>
                  <a:lnTo>
                    <a:pt x="54610" y="138430"/>
                  </a:lnTo>
                  <a:close/>
                </a:path>
              </a:pathLst>
            </a:custGeom>
            <a:solidFill>
              <a:srgbClr val="006600"/>
            </a:solidFill>
          </p:spPr>
          <p:txBody>
            <a:bodyPr wrap="square" lIns="0" tIns="0" rIns="0" bIns="0" rtlCol="0"/>
            <a:lstStyle/>
            <a:p/>
          </p:txBody>
        </p:sp>
        <p:sp>
          <p:nvSpPr>
            <p:cNvPr id="544" name="object 544"/>
            <p:cNvSpPr/>
            <p:nvPr/>
          </p:nvSpPr>
          <p:spPr>
            <a:xfrm>
              <a:off x="3822700" y="1176019"/>
              <a:ext cx="24130" cy="21590"/>
            </a:xfrm>
            <a:custGeom>
              <a:avLst/>
              <a:gdLst/>
              <a:ahLst/>
              <a:cxnLst/>
              <a:rect l="l" t="t" r="r" b="b"/>
              <a:pathLst>
                <a:path w="24129" h="2159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5283" y="13627"/>
                  </a:lnTo>
                  <a:lnTo>
                    <a:pt x="5080" y="13970"/>
                  </a:lnTo>
                  <a:lnTo>
                    <a:pt x="7620" y="15240"/>
                  </a:lnTo>
                  <a:lnTo>
                    <a:pt x="8890" y="15240"/>
                  </a:lnTo>
                  <a:lnTo>
                    <a:pt x="10160" y="16510"/>
                  </a:lnTo>
                  <a:lnTo>
                    <a:pt x="11430" y="17780"/>
                  </a:lnTo>
                  <a:lnTo>
                    <a:pt x="12700" y="19050"/>
                  </a:lnTo>
                  <a:lnTo>
                    <a:pt x="13970" y="20320"/>
                  </a:lnTo>
                  <a:lnTo>
                    <a:pt x="13970" y="21590"/>
                  </a:lnTo>
                  <a:lnTo>
                    <a:pt x="19050" y="16510"/>
                  </a:lnTo>
                  <a:lnTo>
                    <a:pt x="24130" y="13970"/>
                  </a:lnTo>
                  <a:lnTo>
                    <a:pt x="24130" y="12700"/>
                  </a:lnTo>
                  <a:close/>
                </a:path>
              </a:pathLst>
            </a:custGeom>
            <a:solidFill>
              <a:srgbClr val="006600"/>
            </a:solidFill>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61"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2"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3"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4"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5"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6"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7"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8"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9"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70"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71"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2"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3"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4"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5"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5"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6"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7"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8"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9"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80"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597535" y="1828165"/>
            <a:ext cx="8127365" cy="4744720"/>
          </a:xfrm>
          <a:prstGeom prst="rect">
            <a:avLst/>
          </a:prstGeom>
        </p:spPr>
        <p:txBody>
          <a:bodyPr vert="horz" wrap="square" lIns="0" tIns="234950" rIns="0" bIns="0" rtlCol="0">
            <a:spAutoFit/>
          </a:bodyPr>
          <a:lstStyle/>
          <a:p>
            <a:pPr marL="469900" indent="-457200">
              <a:lnSpc>
                <a:spcPct val="100000"/>
              </a:lnSpc>
              <a:spcBef>
                <a:spcPts val="1850"/>
              </a:spcBef>
              <a:buFont typeface="Wingdings" panose="05000000000000000000" charset="0"/>
              <a:buChar char="Ø"/>
              <a:tabLst>
                <a:tab pos="278130" algn="l"/>
              </a:tabLst>
            </a:pPr>
            <a:r>
              <a:rPr lang="en-IN" sz="2400">
                <a:latin typeface="Tahoma" panose="020B0604030504040204"/>
                <a:cs typeface="Tahoma" panose="020B0604030504040204"/>
              </a:rPr>
              <a:t> In communication, all the sent messages are not always the received messages. In other words, it does not happen all the time that the message are received in the same spirit and meaning with which they were sent.</a:t>
            </a:r>
            <a:endParaRPr lang="en-IN" sz="24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400">
                <a:latin typeface="Tahoma" panose="020B0604030504040204"/>
                <a:cs typeface="Tahoma" panose="020B0604030504040204"/>
              </a:rPr>
              <a:t> They are divided into three catagories:</a:t>
            </a:r>
            <a:endParaRPr lang="en-IN" sz="2400">
              <a:latin typeface="Tahoma" panose="020B0604030504040204"/>
              <a:cs typeface="Tahoma" panose="020B0604030504040204"/>
            </a:endParaRPr>
          </a:p>
          <a:p>
            <a:pPr marL="12700" indent="0">
              <a:lnSpc>
                <a:spcPct val="100000"/>
              </a:lnSpc>
              <a:spcBef>
                <a:spcPts val="1850"/>
              </a:spcBef>
              <a:buFont typeface="Wingdings" panose="05000000000000000000" charset="0"/>
              <a:buNone/>
              <a:tabLst>
                <a:tab pos="278130" algn="l"/>
              </a:tabLst>
            </a:pPr>
            <a:r>
              <a:rPr lang="en-IN" sz="2400">
                <a:latin typeface="Tahoma" panose="020B0604030504040204"/>
                <a:cs typeface="Tahoma" panose="020B0604030504040204"/>
              </a:rPr>
              <a:t>      1. Barriers caused by the Speaker</a:t>
            </a:r>
            <a:endParaRPr lang="en-IN" sz="2400">
              <a:latin typeface="Tahoma" panose="020B0604030504040204"/>
              <a:cs typeface="Tahoma" panose="020B0604030504040204"/>
            </a:endParaRPr>
          </a:p>
          <a:p>
            <a:pPr marL="12700" indent="0">
              <a:lnSpc>
                <a:spcPct val="100000"/>
              </a:lnSpc>
              <a:spcBef>
                <a:spcPts val="1850"/>
              </a:spcBef>
              <a:buFont typeface="Wingdings" panose="05000000000000000000" charset="0"/>
              <a:buNone/>
              <a:tabLst>
                <a:tab pos="278130" algn="l"/>
              </a:tabLst>
            </a:pPr>
            <a:r>
              <a:rPr lang="en-IN" sz="2400">
                <a:latin typeface="Tahoma" panose="020B0604030504040204"/>
                <a:cs typeface="Tahoma" panose="020B0604030504040204"/>
              </a:rPr>
              <a:t>      2. </a:t>
            </a:r>
            <a:r>
              <a:rPr lang="en-IN" sz="2400">
                <a:latin typeface="Tahoma" panose="020B0604030504040204"/>
                <a:cs typeface="Tahoma" panose="020B0604030504040204"/>
                <a:sym typeface="+mn-ea"/>
              </a:rPr>
              <a:t>Barriers caused by the Listener</a:t>
            </a:r>
            <a:endParaRPr lang="en-IN" sz="2400">
              <a:latin typeface="Tahoma" panose="020B0604030504040204"/>
              <a:cs typeface="Tahoma" panose="020B0604030504040204"/>
              <a:sym typeface="+mn-ea"/>
            </a:endParaRPr>
          </a:p>
          <a:p>
            <a:pPr marL="12700" indent="0">
              <a:lnSpc>
                <a:spcPct val="100000"/>
              </a:lnSpc>
              <a:spcBef>
                <a:spcPts val="1850"/>
              </a:spcBef>
              <a:buFont typeface="Wingdings" panose="05000000000000000000" charset="0"/>
              <a:buNone/>
              <a:tabLst>
                <a:tab pos="278130" algn="l"/>
              </a:tabLst>
            </a:pPr>
            <a:r>
              <a:rPr lang="en-IN" sz="2400">
                <a:latin typeface="Tahoma" panose="020B0604030504040204"/>
                <a:cs typeface="Tahoma" panose="020B0604030504040204"/>
                <a:sym typeface="+mn-ea"/>
              </a:rPr>
              <a:t>      3.Barriers caused by the Environment</a:t>
            </a:r>
            <a:endParaRPr lang="en-IN" sz="2400">
              <a:latin typeface="Tahoma" panose="020B0604030504040204"/>
              <a:cs typeface="Tahoma" panose="020B0604030504040204"/>
              <a:sym typeface="+mn-ea"/>
            </a:endParaRPr>
          </a:p>
          <a:p>
            <a:pPr marL="12700" indent="0">
              <a:lnSpc>
                <a:spcPct val="100000"/>
              </a:lnSpc>
              <a:spcBef>
                <a:spcPts val="1850"/>
              </a:spcBef>
              <a:buFont typeface="Wingdings" panose="05000000000000000000" charset="0"/>
              <a:buNone/>
              <a:tabLst>
                <a:tab pos="278130" algn="l"/>
              </a:tabLst>
            </a:pPr>
            <a:endParaRPr lang="en-IN" sz="2400">
              <a:latin typeface="Tahoma" panose="020B0604030504040204"/>
              <a:cs typeface="Tahoma" panose="020B0604030504040204"/>
              <a:sym typeface="+mn-e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17">
                                            <p:txEl>
                                              <p:pRg st="4" end="4"/>
                                            </p:txEl>
                                          </p:spTgt>
                                        </p:tgtEl>
                                        <p:attrNameLst>
                                          <p:attrName>style.visibility</p:attrName>
                                        </p:attrNameLst>
                                      </p:cBhvr>
                                      <p:to>
                                        <p:strVal val="visible"/>
                                      </p:to>
                                    </p:set>
                                    <p:anim calcmode="lin" valueType="num">
                                      <p:cBhvr additive="base">
                                        <p:cTn id="31" dur="500" fill="hold"/>
                                        <p:tgtEl>
                                          <p:spTgt spid="61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17">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35" name="object 535"/>
          <p:cNvGrpSpPr/>
          <p:nvPr/>
        </p:nvGrpSpPr>
        <p:grpSpPr>
          <a:xfrm>
            <a:off x="3493830" y="967800"/>
            <a:ext cx="458470" cy="718820"/>
            <a:chOff x="3493830" y="967800"/>
            <a:chExt cx="458470" cy="718820"/>
          </a:xfrm>
        </p:grpSpPr>
        <p:sp>
          <p:nvSpPr>
            <p:cNvPr id="536" name="object 536"/>
            <p:cNvSpPr/>
            <p:nvPr/>
          </p:nvSpPr>
          <p:spPr>
            <a:xfrm>
              <a:off x="3500119" y="974090"/>
              <a:ext cx="173989" cy="698500"/>
            </a:xfrm>
            <a:prstGeom prst="rect">
              <a:avLst/>
            </a:prstGeom>
            <a:blipFill>
              <a:blip r:embed="rId59" cstate="print"/>
              <a:stretch>
                <a:fillRect/>
              </a:stretch>
            </a:blipFill>
          </p:spPr>
          <p:txBody>
            <a:bodyPr wrap="square" lIns="0" tIns="0" rIns="0" bIns="0" rtlCol="0"/>
            <a:lstStyle/>
            <a:p/>
          </p:txBody>
        </p:sp>
        <p:sp>
          <p:nvSpPr>
            <p:cNvPr id="537" name="object 537"/>
            <p:cNvSpPr/>
            <p:nvPr/>
          </p:nvSpPr>
          <p:spPr>
            <a:xfrm>
              <a:off x="3500119" y="9740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2460"/>
                  </a:lnTo>
                  <a:lnTo>
                    <a:pt x="125729" y="632460"/>
                  </a:lnTo>
                  <a:lnTo>
                    <a:pt x="127000" y="633730"/>
                  </a:lnTo>
                  <a:lnTo>
                    <a:pt x="128269" y="63500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29539" y="688339"/>
                  </a:lnTo>
                  <a:lnTo>
                    <a:pt x="124459" y="692150"/>
                  </a:lnTo>
                  <a:lnTo>
                    <a:pt x="119379" y="694689"/>
                  </a:lnTo>
                  <a:lnTo>
                    <a:pt x="113029" y="697230"/>
                  </a:lnTo>
                  <a:lnTo>
                    <a:pt x="106679" y="697230"/>
                  </a:lnTo>
                  <a:lnTo>
                    <a:pt x="100329" y="698500"/>
                  </a:lnTo>
                  <a:lnTo>
                    <a:pt x="95250" y="697230"/>
                  </a:lnTo>
                  <a:lnTo>
                    <a:pt x="88900" y="695960"/>
                  </a:lnTo>
                  <a:lnTo>
                    <a:pt x="83819" y="694689"/>
                  </a:lnTo>
                  <a:lnTo>
                    <a:pt x="77469" y="692150"/>
                  </a:lnTo>
                  <a:lnTo>
                    <a:pt x="72389" y="687070"/>
                  </a:lnTo>
                  <a:lnTo>
                    <a:pt x="68579" y="683260"/>
                  </a:lnTo>
                  <a:lnTo>
                    <a:pt x="48259" y="650239"/>
                  </a:lnTo>
                  <a:lnTo>
                    <a:pt x="44450" y="642620"/>
                  </a:lnTo>
                  <a:lnTo>
                    <a:pt x="43179" y="636270"/>
                  </a:lnTo>
                  <a:lnTo>
                    <a:pt x="40639"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2080"/>
                  </a:lnTo>
                  <a:lnTo>
                    <a:pt x="59689" y="118110"/>
                  </a:lnTo>
                  <a:lnTo>
                    <a:pt x="7238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38" name="object 538"/>
            <p:cNvSpPr/>
            <p:nvPr/>
          </p:nvSpPr>
          <p:spPr>
            <a:xfrm>
              <a:off x="3700779" y="1143000"/>
              <a:ext cx="245110" cy="537210"/>
            </a:xfrm>
            <a:prstGeom prst="rect">
              <a:avLst/>
            </a:prstGeom>
            <a:blipFill>
              <a:blip r:embed="rId60" cstate="print"/>
              <a:stretch>
                <a:fillRect/>
              </a:stretch>
            </a:blipFill>
          </p:spPr>
          <p:txBody>
            <a:bodyPr wrap="square" lIns="0" tIns="0" rIns="0" bIns="0" rtlCol="0"/>
            <a:lstStyle/>
            <a:p/>
          </p:txBody>
        </p:sp>
        <p:sp>
          <p:nvSpPr>
            <p:cNvPr id="539" name="object 539"/>
            <p:cNvSpPr/>
            <p:nvPr/>
          </p:nvSpPr>
          <p:spPr>
            <a:xfrm>
              <a:off x="3821430" y="1137919"/>
              <a:ext cx="130810" cy="496570"/>
            </a:xfrm>
            <a:custGeom>
              <a:avLst/>
              <a:gdLst/>
              <a:ahLst/>
              <a:cxnLst/>
              <a:rect l="l" t="t" r="r" b="b"/>
              <a:pathLst>
                <a:path w="130810" h="496569">
                  <a:moveTo>
                    <a:pt x="130810" y="274320"/>
                  </a:moveTo>
                  <a:lnTo>
                    <a:pt x="129540" y="256540"/>
                  </a:lnTo>
                  <a:lnTo>
                    <a:pt x="129540" y="255270"/>
                  </a:lnTo>
                  <a:lnTo>
                    <a:pt x="129540" y="237490"/>
                  </a:lnTo>
                  <a:lnTo>
                    <a:pt x="128270" y="219710"/>
                  </a:lnTo>
                  <a:lnTo>
                    <a:pt x="12573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0170" y="67310"/>
                  </a:lnTo>
                  <a:lnTo>
                    <a:pt x="90170" y="66040"/>
                  </a:lnTo>
                  <a:lnTo>
                    <a:pt x="8255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6350"/>
                  </a:lnTo>
                  <a:lnTo>
                    <a:pt x="0" y="11430"/>
                  </a:lnTo>
                  <a:lnTo>
                    <a:pt x="7645" y="12534"/>
                  </a:lnTo>
                  <a:lnTo>
                    <a:pt x="7620" y="12700"/>
                  </a:lnTo>
                  <a:lnTo>
                    <a:pt x="15303" y="13804"/>
                  </a:lnTo>
                  <a:lnTo>
                    <a:pt x="15240" y="13970"/>
                  </a:lnTo>
                  <a:lnTo>
                    <a:pt x="22987" y="16192"/>
                  </a:lnTo>
                  <a:lnTo>
                    <a:pt x="22860" y="16510"/>
                  </a:lnTo>
                  <a:lnTo>
                    <a:pt x="30480" y="20320"/>
                  </a:lnTo>
                  <a:lnTo>
                    <a:pt x="38100" y="24130"/>
                  </a:lnTo>
                  <a:lnTo>
                    <a:pt x="45720" y="30480"/>
                  </a:lnTo>
                  <a:lnTo>
                    <a:pt x="52070" y="36830"/>
                  </a:lnTo>
                  <a:lnTo>
                    <a:pt x="59690" y="44450"/>
                  </a:lnTo>
                  <a:lnTo>
                    <a:pt x="66763" y="51536"/>
                  </a:lnTo>
                  <a:lnTo>
                    <a:pt x="66040" y="52070"/>
                  </a:lnTo>
                  <a:lnTo>
                    <a:pt x="72390" y="62230"/>
                  </a:lnTo>
                  <a:lnTo>
                    <a:pt x="78740" y="73660"/>
                  </a:lnTo>
                  <a:lnTo>
                    <a:pt x="79159" y="73342"/>
                  </a:lnTo>
                  <a:lnTo>
                    <a:pt x="83820" y="83820"/>
                  </a:lnTo>
                  <a:lnTo>
                    <a:pt x="90170" y="96520"/>
                  </a:lnTo>
                  <a:lnTo>
                    <a:pt x="90551" y="96329"/>
                  </a:lnTo>
                  <a:lnTo>
                    <a:pt x="95161" y="108991"/>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70" y="393788"/>
                  </a:lnTo>
                  <a:lnTo>
                    <a:pt x="106680" y="393700"/>
                  </a:lnTo>
                  <a:lnTo>
                    <a:pt x="101600" y="414020"/>
                  </a:lnTo>
                  <a:lnTo>
                    <a:pt x="96799" y="433222"/>
                  </a:lnTo>
                  <a:lnTo>
                    <a:pt x="96520" y="433070"/>
                  </a:lnTo>
                  <a:lnTo>
                    <a:pt x="90170" y="452120"/>
                  </a:lnTo>
                  <a:lnTo>
                    <a:pt x="85090" y="462280"/>
                  </a:lnTo>
                  <a:lnTo>
                    <a:pt x="81280" y="472440"/>
                  </a:lnTo>
                  <a:lnTo>
                    <a:pt x="76200" y="481330"/>
                  </a:lnTo>
                  <a:lnTo>
                    <a:pt x="77228" y="481749"/>
                  </a:lnTo>
                  <a:lnTo>
                    <a:pt x="72390" y="490220"/>
                  </a:lnTo>
                  <a:lnTo>
                    <a:pt x="77470" y="492760"/>
                  </a:lnTo>
                  <a:lnTo>
                    <a:pt x="82550" y="496570"/>
                  </a:lnTo>
                  <a:lnTo>
                    <a:pt x="87630" y="487680"/>
                  </a:lnTo>
                  <a:lnTo>
                    <a:pt x="92710" y="477520"/>
                  </a:lnTo>
                  <a:lnTo>
                    <a:pt x="97790" y="467360"/>
                  </a:lnTo>
                  <a:lnTo>
                    <a:pt x="101600" y="457200"/>
                  </a:lnTo>
                  <a:lnTo>
                    <a:pt x="107950" y="438150"/>
                  </a:lnTo>
                  <a:lnTo>
                    <a:pt x="107950" y="436880"/>
                  </a:lnTo>
                  <a:lnTo>
                    <a:pt x="114300" y="417830"/>
                  </a:lnTo>
                  <a:lnTo>
                    <a:pt x="119380" y="397510"/>
                  </a:lnTo>
                  <a:lnTo>
                    <a:pt x="119380" y="396240"/>
                  </a:lnTo>
                  <a:lnTo>
                    <a:pt x="123190" y="374650"/>
                  </a:lnTo>
                  <a:lnTo>
                    <a:pt x="125730" y="350520"/>
                  </a:lnTo>
                  <a:lnTo>
                    <a:pt x="128270" y="326390"/>
                  </a:lnTo>
                  <a:lnTo>
                    <a:pt x="129540" y="300990"/>
                  </a:lnTo>
                  <a:lnTo>
                    <a:pt x="130810" y="274320"/>
                  </a:lnTo>
                  <a:close/>
                </a:path>
              </a:pathLst>
            </a:custGeom>
            <a:solidFill>
              <a:srgbClr val="006600"/>
            </a:solidFill>
          </p:spPr>
          <p:txBody>
            <a:bodyPr wrap="square" lIns="0" tIns="0" rIns="0" bIns="0" rtlCol="0"/>
            <a:lstStyle/>
            <a:p/>
          </p:txBody>
        </p:sp>
        <p:sp>
          <p:nvSpPr>
            <p:cNvPr id="540" name="object 540"/>
            <p:cNvSpPr/>
            <p:nvPr/>
          </p:nvSpPr>
          <p:spPr>
            <a:xfrm>
              <a:off x="3694430" y="1386839"/>
              <a:ext cx="214629" cy="299720"/>
            </a:xfrm>
            <a:custGeom>
              <a:avLst/>
              <a:gdLst/>
              <a:ahLst/>
              <a:cxnLst/>
              <a:rect l="l" t="t" r="r" b="b"/>
              <a:pathLst>
                <a:path w="214629" h="299719">
                  <a:moveTo>
                    <a:pt x="214630" y="238760"/>
                  </a:moveTo>
                  <a:lnTo>
                    <a:pt x="209550" y="234950"/>
                  </a:lnTo>
                  <a:lnTo>
                    <a:pt x="204470" y="232410"/>
                  </a:lnTo>
                  <a:lnTo>
                    <a:pt x="199898" y="240411"/>
                  </a:lnTo>
                  <a:lnTo>
                    <a:pt x="199390" y="240030"/>
                  </a:lnTo>
                  <a:lnTo>
                    <a:pt x="194310" y="247650"/>
                  </a:lnTo>
                  <a:lnTo>
                    <a:pt x="187960" y="255270"/>
                  </a:lnTo>
                  <a:lnTo>
                    <a:pt x="188683" y="255816"/>
                  </a:lnTo>
                  <a:lnTo>
                    <a:pt x="182880" y="261620"/>
                  </a:lnTo>
                  <a:lnTo>
                    <a:pt x="178282" y="267360"/>
                  </a:lnTo>
                  <a:lnTo>
                    <a:pt x="177800" y="266700"/>
                  </a:lnTo>
                  <a:lnTo>
                    <a:pt x="171450" y="271780"/>
                  </a:lnTo>
                  <a:lnTo>
                    <a:pt x="171919" y="272262"/>
                  </a:lnTo>
                  <a:lnTo>
                    <a:pt x="166370" y="275590"/>
                  </a:lnTo>
                  <a:lnTo>
                    <a:pt x="160020" y="279400"/>
                  </a:lnTo>
                  <a:lnTo>
                    <a:pt x="160312" y="279793"/>
                  </a:lnTo>
                  <a:lnTo>
                    <a:pt x="154940" y="281940"/>
                  </a:lnTo>
                  <a:lnTo>
                    <a:pt x="148590" y="284480"/>
                  </a:lnTo>
                  <a:lnTo>
                    <a:pt x="142240" y="285750"/>
                  </a:lnTo>
                  <a:lnTo>
                    <a:pt x="128930" y="286969"/>
                  </a:lnTo>
                  <a:lnTo>
                    <a:pt x="115570" y="285750"/>
                  </a:lnTo>
                  <a:lnTo>
                    <a:pt x="110388" y="284721"/>
                  </a:lnTo>
                  <a:lnTo>
                    <a:pt x="110490" y="284480"/>
                  </a:lnTo>
                  <a:lnTo>
                    <a:pt x="103987" y="282321"/>
                  </a:lnTo>
                  <a:lnTo>
                    <a:pt x="104140" y="281940"/>
                  </a:lnTo>
                  <a:lnTo>
                    <a:pt x="97574" y="279755"/>
                  </a:lnTo>
                  <a:lnTo>
                    <a:pt x="97790" y="279400"/>
                  </a:lnTo>
                  <a:lnTo>
                    <a:pt x="91440" y="276860"/>
                  </a:lnTo>
                  <a:lnTo>
                    <a:pt x="86360" y="273050"/>
                  </a:lnTo>
                  <a:lnTo>
                    <a:pt x="81280" y="267970"/>
                  </a:lnTo>
                  <a:lnTo>
                    <a:pt x="80645" y="268605"/>
                  </a:lnTo>
                  <a:lnTo>
                    <a:pt x="75565" y="263525"/>
                  </a:lnTo>
                  <a:lnTo>
                    <a:pt x="76200" y="262890"/>
                  </a:lnTo>
                  <a:lnTo>
                    <a:pt x="70459" y="258305"/>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4130" y="147320"/>
                  </a:lnTo>
                  <a:lnTo>
                    <a:pt x="20320" y="125730"/>
                  </a:lnTo>
                  <a:lnTo>
                    <a:pt x="16510" y="102870"/>
                  </a:lnTo>
                  <a:lnTo>
                    <a:pt x="13970" y="77470"/>
                  </a:lnTo>
                  <a:lnTo>
                    <a:pt x="12700" y="53340"/>
                  </a:lnTo>
                  <a:lnTo>
                    <a:pt x="12700" y="27940"/>
                  </a:lnTo>
                  <a:lnTo>
                    <a:pt x="12700" y="0"/>
                  </a:lnTo>
                  <a:lnTo>
                    <a:pt x="0" y="0"/>
                  </a:lnTo>
                  <a:lnTo>
                    <a:pt x="0" y="27940"/>
                  </a:lnTo>
                  <a:lnTo>
                    <a:pt x="0" y="53340"/>
                  </a:lnTo>
                  <a:lnTo>
                    <a:pt x="0" y="54610"/>
                  </a:lnTo>
                  <a:lnTo>
                    <a:pt x="2540" y="78740"/>
                  </a:lnTo>
                  <a:lnTo>
                    <a:pt x="2540" y="80010"/>
                  </a:lnTo>
                  <a:lnTo>
                    <a:pt x="5080" y="104140"/>
                  </a:lnTo>
                  <a:lnTo>
                    <a:pt x="7620" y="128270"/>
                  </a:lnTo>
                  <a:lnTo>
                    <a:pt x="12700" y="151130"/>
                  </a:lnTo>
                  <a:lnTo>
                    <a:pt x="17780" y="172720"/>
                  </a:lnTo>
                  <a:lnTo>
                    <a:pt x="17780" y="173990"/>
                  </a:lnTo>
                  <a:lnTo>
                    <a:pt x="24130" y="194310"/>
                  </a:lnTo>
                  <a:lnTo>
                    <a:pt x="24130" y="195580"/>
                  </a:lnTo>
                  <a:lnTo>
                    <a:pt x="31750" y="214630"/>
                  </a:lnTo>
                  <a:lnTo>
                    <a:pt x="31750" y="215900"/>
                  </a:lnTo>
                  <a:lnTo>
                    <a:pt x="36830" y="226060"/>
                  </a:lnTo>
                  <a:lnTo>
                    <a:pt x="40640" y="233680"/>
                  </a:lnTo>
                  <a:lnTo>
                    <a:pt x="44450" y="242570"/>
                  </a:lnTo>
                  <a:lnTo>
                    <a:pt x="45720" y="242570"/>
                  </a:lnTo>
                  <a:lnTo>
                    <a:pt x="45720" y="24384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6370" y="290830"/>
                  </a:lnTo>
                  <a:lnTo>
                    <a:pt x="167640" y="290830"/>
                  </a:lnTo>
                  <a:lnTo>
                    <a:pt x="173990" y="287020"/>
                  </a:lnTo>
                  <a:lnTo>
                    <a:pt x="173570" y="286334"/>
                  </a:lnTo>
                  <a:lnTo>
                    <a:pt x="179070" y="281940"/>
                  </a:lnTo>
                  <a:lnTo>
                    <a:pt x="180340" y="281940"/>
                  </a:lnTo>
                  <a:lnTo>
                    <a:pt x="186690" y="276860"/>
                  </a:lnTo>
                  <a:lnTo>
                    <a:pt x="186690" y="275590"/>
                  </a:lnTo>
                  <a:lnTo>
                    <a:pt x="191770" y="270510"/>
                  </a:lnTo>
                  <a:lnTo>
                    <a:pt x="193040" y="270510"/>
                  </a:lnTo>
                  <a:lnTo>
                    <a:pt x="198120" y="262890"/>
                  </a:lnTo>
                  <a:lnTo>
                    <a:pt x="204470" y="255270"/>
                  </a:lnTo>
                  <a:lnTo>
                    <a:pt x="209550" y="247650"/>
                  </a:lnTo>
                  <a:lnTo>
                    <a:pt x="214630" y="238760"/>
                  </a:lnTo>
                  <a:close/>
                </a:path>
              </a:pathLst>
            </a:custGeom>
            <a:solidFill>
              <a:srgbClr val="006600"/>
            </a:solidFill>
          </p:spPr>
          <p:txBody>
            <a:bodyPr wrap="square" lIns="0" tIns="0" rIns="0" bIns="0" rtlCol="0"/>
            <a:lstStyle/>
            <a:p/>
          </p:txBody>
        </p:sp>
        <p:sp>
          <p:nvSpPr>
            <p:cNvPr id="541" name="object 541"/>
            <p:cNvSpPr/>
            <p:nvPr/>
          </p:nvSpPr>
          <p:spPr>
            <a:xfrm>
              <a:off x="3694430" y="11366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15" y="48653"/>
                  </a:lnTo>
                  <a:lnTo>
                    <a:pt x="107950" y="49530"/>
                  </a:lnTo>
                  <a:lnTo>
                    <a:pt x="106680" y="50800"/>
                  </a:lnTo>
                  <a:lnTo>
                    <a:pt x="104140" y="53340"/>
                  </a:lnTo>
                  <a:lnTo>
                    <a:pt x="104140" y="54610"/>
                  </a:lnTo>
                  <a:lnTo>
                    <a:pt x="101600" y="58420"/>
                  </a:lnTo>
                  <a:lnTo>
                    <a:pt x="106680" y="62230"/>
                  </a:lnTo>
                  <a:lnTo>
                    <a:pt x="113030" y="64770"/>
                  </a:lnTo>
                  <a:lnTo>
                    <a:pt x="115570" y="59690"/>
                  </a:lnTo>
                  <a:lnTo>
                    <a:pt x="116840" y="58420"/>
                  </a:lnTo>
                  <a:lnTo>
                    <a:pt x="118110" y="5588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91440" y="10160"/>
                  </a:lnTo>
                  <a:lnTo>
                    <a:pt x="85090" y="12700"/>
                  </a:lnTo>
                  <a:lnTo>
                    <a:pt x="85090" y="13970"/>
                  </a:lnTo>
                  <a:lnTo>
                    <a:pt x="80010" y="17780"/>
                  </a:lnTo>
                  <a:lnTo>
                    <a:pt x="78740" y="17780"/>
                  </a:lnTo>
                  <a:lnTo>
                    <a:pt x="73660" y="22860"/>
                  </a:lnTo>
                  <a:lnTo>
                    <a:pt x="72390" y="22860"/>
                  </a:lnTo>
                  <a:lnTo>
                    <a:pt x="67310" y="29210"/>
                  </a:lnTo>
                  <a:lnTo>
                    <a:pt x="62230" y="34290"/>
                  </a:lnTo>
                  <a:lnTo>
                    <a:pt x="60960" y="34290"/>
                  </a:lnTo>
                  <a:lnTo>
                    <a:pt x="55880" y="41910"/>
                  </a:lnTo>
                  <a:lnTo>
                    <a:pt x="50800" y="49530"/>
                  </a:lnTo>
                  <a:lnTo>
                    <a:pt x="45720" y="57150"/>
                  </a:lnTo>
                  <a:lnTo>
                    <a:pt x="45720" y="58420"/>
                  </a:lnTo>
                  <a:lnTo>
                    <a:pt x="41910" y="66040"/>
                  </a:lnTo>
                  <a:lnTo>
                    <a:pt x="36830" y="74930"/>
                  </a:lnTo>
                  <a:lnTo>
                    <a:pt x="36830" y="76200"/>
                  </a:lnTo>
                  <a:lnTo>
                    <a:pt x="33020" y="85090"/>
                  </a:lnTo>
                  <a:lnTo>
                    <a:pt x="33020" y="86360"/>
                  </a:lnTo>
                  <a:lnTo>
                    <a:pt x="25400" y="106680"/>
                  </a:lnTo>
                  <a:lnTo>
                    <a:pt x="19050" y="128270"/>
                  </a:lnTo>
                  <a:lnTo>
                    <a:pt x="12700" y="151130"/>
                  </a:lnTo>
                  <a:lnTo>
                    <a:pt x="7620" y="175260"/>
                  </a:lnTo>
                  <a:lnTo>
                    <a:pt x="5080" y="199390"/>
                  </a:lnTo>
                  <a:lnTo>
                    <a:pt x="2540" y="224790"/>
                  </a:lnTo>
                  <a:lnTo>
                    <a:pt x="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2303" y="23609"/>
                  </a:lnTo>
                  <a:lnTo>
                    <a:pt x="97790" y="20320"/>
                  </a:lnTo>
                  <a:lnTo>
                    <a:pt x="104140" y="17780"/>
                  </a:lnTo>
                  <a:lnTo>
                    <a:pt x="103924" y="17360"/>
                  </a:lnTo>
                  <a:lnTo>
                    <a:pt x="108978" y="15341"/>
                  </a:lnTo>
                  <a:lnTo>
                    <a:pt x="109220" y="16510"/>
                  </a:lnTo>
                  <a:lnTo>
                    <a:pt x="115570" y="15240"/>
                  </a:lnTo>
                  <a:lnTo>
                    <a:pt x="115519" y="15024"/>
                  </a:lnTo>
                  <a:lnTo>
                    <a:pt x="128270" y="12700"/>
                  </a:lnTo>
                  <a:lnTo>
                    <a:pt x="128270" y="7620"/>
                  </a:lnTo>
                  <a:lnTo>
                    <a:pt x="128270" y="0"/>
                  </a:lnTo>
                  <a:close/>
                </a:path>
              </a:pathLst>
            </a:custGeom>
            <a:solidFill>
              <a:srgbClr val="006600"/>
            </a:solidFill>
          </p:spPr>
          <p:txBody>
            <a:bodyPr wrap="square" lIns="0" tIns="0" rIns="0" bIns="0" rtlCol="0"/>
            <a:lstStyle/>
            <a:p/>
          </p:txBody>
        </p:sp>
        <p:sp>
          <p:nvSpPr>
            <p:cNvPr id="542" name="object 542"/>
            <p:cNvSpPr/>
            <p:nvPr/>
          </p:nvSpPr>
          <p:spPr>
            <a:xfrm>
              <a:off x="3776979" y="1195069"/>
              <a:ext cx="44450" cy="453390"/>
            </a:xfrm>
            <a:custGeom>
              <a:avLst/>
              <a:gdLst/>
              <a:ahLst/>
              <a:cxnLst/>
              <a:rect l="l" t="t" r="r" b="b"/>
              <a:pathLst>
                <a:path w="44450" h="453389">
                  <a:moveTo>
                    <a:pt x="44450" y="441960"/>
                  </a:moveTo>
                  <a:lnTo>
                    <a:pt x="43180" y="440690"/>
                  </a:lnTo>
                  <a:lnTo>
                    <a:pt x="41910" y="440690"/>
                  </a:lnTo>
                  <a:lnTo>
                    <a:pt x="40640" y="439420"/>
                  </a:lnTo>
                  <a:lnTo>
                    <a:pt x="40335" y="439420"/>
                  </a:lnTo>
                  <a:lnTo>
                    <a:pt x="40335" y="440918"/>
                  </a:lnTo>
                  <a:lnTo>
                    <a:pt x="39370" y="445770"/>
                  </a:lnTo>
                  <a:lnTo>
                    <a:pt x="40335" y="440918"/>
                  </a:lnTo>
                  <a:lnTo>
                    <a:pt x="40335" y="439420"/>
                  </a:lnTo>
                  <a:lnTo>
                    <a:pt x="39370" y="439420"/>
                  </a:lnTo>
                  <a:lnTo>
                    <a:pt x="38100" y="438150"/>
                  </a:lnTo>
                  <a:lnTo>
                    <a:pt x="36830" y="438150"/>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7350"/>
                  </a:lnTo>
                  <a:lnTo>
                    <a:pt x="16510" y="377190"/>
                  </a:lnTo>
                  <a:lnTo>
                    <a:pt x="16497" y="124460"/>
                  </a:lnTo>
                  <a:lnTo>
                    <a:pt x="13970" y="124460"/>
                  </a:lnTo>
                  <a:lnTo>
                    <a:pt x="13970" y="91440"/>
                  </a:lnTo>
                  <a:lnTo>
                    <a:pt x="15240" y="76200"/>
                  </a:lnTo>
                  <a:lnTo>
                    <a:pt x="16510" y="62230"/>
                  </a:lnTo>
                  <a:lnTo>
                    <a:pt x="17780" y="50800"/>
                  </a:lnTo>
                  <a:lnTo>
                    <a:pt x="20320" y="4064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5080" y="62230"/>
                  </a:lnTo>
                  <a:lnTo>
                    <a:pt x="3810" y="74930"/>
                  </a:lnTo>
                  <a:lnTo>
                    <a:pt x="2540" y="90170"/>
                  </a:lnTo>
                  <a:lnTo>
                    <a:pt x="1270" y="123190"/>
                  </a:lnTo>
                  <a:lnTo>
                    <a:pt x="1270" y="124460"/>
                  </a:lnTo>
                  <a:lnTo>
                    <a:pt x="0" y="124460"/>
                  </a:lnTo>
                  <a:lnTo>
                    <a:pt x="0" y="261620"/>
                  </a:lnTo>
                  <a:lnTo>
                    <a:pt x="0" y="289560"/>
                  </a:lnTo>
                  <a:lnTo>
                    <a:pt x="0" y="317500"/>
                  </a:lnTo>
                  <a:lnTo>
                    <a:pt x="0" y="379730"/>
                  </a:lnTo>
                  <a:lnTo>
                    <a:pt x="3810" y="379730"/>
                  </a:lnTo>
                  <a:lnTo>
                    <a:pt x="5080" y="388620"/>
                  </a:lnTo>
                  <a:lnTo>
                    <a:pt x="6350" y="396240"/>
                  </a:lnTo>
                  <a:lnTo>
                    <a:pt x="7620" y="405130"/>
                  </a:lnTo>
                  <a:lnTo>
                    <a:pt x="8890" y="411480"/>
                  </a:lnTo>
                  <a:lnTo>
                    <a:pt x="889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2120"/>
                  </a:lnTo>
                  <a:lnTo>
                    <a:pt x="35560" y="452120"/>
                  </a:lnTo>
                  <a:lnTo>
                    <a:pt x="38100" y="452120"/>
                  </a:lnTo>
                  <a:lnTo>
                    <a:pt x="40640" y="453390"/>
                  </a:lnTo>
                  <a:lnTo>
                    <a:pt x="41910" y="447040"/>
                  </a:lnTo>
                  <a:lnTo>
                    <a:pt x="44450" y="441960"/>
                  </a:lnTo>
                  <a:close/>
                </a:path>
              </a:pathLst>
            </a:custGeom>
            <a:solidFill>
              <a:srgbClr val="006600"/>
            </a:solidFill>
          </p:spPr>
          <p:txBody>
            <a:bodyPr wrap="square" lIns="0" tIns="0" rIns="0" bIns="0" rtlCol="0"/>
            <a:lstStyle/>
            <a:p/>
          </p:txBody>
        </p:sp>
        <p:sp>
          <p:nvSpPr>
            <p:cNvPr id="543" name="object 543"/>
            <p:cNvSpPr/>
            <p:nvPr/>
          </p:nvSpPr>
          <p:spPr>
            <a:xfrm>
              <a:off x="3815080" y="1188719"/>
              <a:ext cx="54610" cy="461009"/>
            </a:xfrm>
            <a:custGeom>
              <a:avLst/>
              <a:gdLst/>
              <a:ahLst/>
              <a:cxnLst/>
              <a:rect l="l" t="t" r="r" b="b"/>
              <a:pathLst>
                <a:path w="54610" h="461010">
                  <a:moveTo>
                    <a:pt x="53340" y="104140"/>
                  </a:moveTo>
                  <a:lnTo>
                    <a:pt x="52070" y="88900"/>
                  </a:lnTo>
                  <a:lnTo>
                    <a:pt x="50800" y="76200"/>
                  </a:lnTo>
                  <a:lnTo>
                    <a:pt x="50800" y="63500"/>
                  </a:lnTo>
                  <a:lnTo>
                    <a:pt x="48260" y="54610"/>
                  </a:lnTo>
                  <a:lnTo>
                    <a:pt x="48260" y="45720"/>
                  </a:lnTo>
                  <a:lnTo>
                    <a:pt x="45720" y="38100"/>
                  </a:lnTo>
                  <a:lnTo>
                    <a:pt x="44450" y="30480"/>
                  </a:lnTo>
                  <a:lnTo>
                    <a:pt x="41910" y="22860"/>
                  </a:lnTo>
                  <a:lnTo>
                    <a:pt x="41668" y="22987"/>
                  </a:lnTo>
                  <a:lnTo>
                    <a:pt x="40640" y="17780"/>
                  </a:lnTo>
                  <a:lnTo>
                    <a:pt x="38100" y="12700"/>
                  </a:lnTo>
                  <a:lnTo>
                    <a:pt x="35560" y="6350"/>
                  </a:lnTo>
                  <a:lnTo>
                    <a:pt x="35560" y="5080"/>
                  </a:lnTo>
                  <a:lnTo>
                    <a:pt x="34290" y="3810"/>
                  </a:lnTo>
                  <a:lnTo>
                    <a:pt x="33020" y="1270"/>
                  </a:lnTo>
                  <a:lnTo>
                    <a:pt x="31750" y="1270"/>
                  </a:lnTo>
                  <a:lnTo>
                    <a:pt x="30480" y="0"/>
                  </a:lnTo>
                  <a:lnTo>
                    <a:pt x="26670" y="3810"/>
                  </a:lnTo>
                  <a:lnTo>
                    <a:pt x="20320" y="6350"/>
                  </a:lnTo>
                  <a:lnTo>
                    <a:pt x="21590" y="7620"/>
                  </a:lnTo>
                  <a:lnTo>
                    <a:pt x="21590" y="8890"/>
                  </a:lnTo>
                  <a:lnTo>
                    <a:pt x="22860" y="11430"/>
                  </a:lnTo>
                  <a:lnTo>
                    <a:pt x="24130" y="11430"/>
                  </a:lnTo>
                  <a:lnTo>
                    <a:pt x="26670" y="16510"/>
                  </a:lnTo>
                  <a:lnTo>
                    <a:pt x="29083" y="21361"/>
                  </a:lnTo>
                  <a:lnTo>
                    <a:pt x="27940" y="2159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61010">
                  <a:moveTo>
                    <a:pt x="54610" y="138430"/>
                  </a:moveTo>
                  <a:lnTo>
                    <a:pt x="54597" y="104152"/>
                  </a:lnTo>
                  <a:lnTo>
                    <a:pt x="38100" y="104152"/>
                  </a:lnTo>
                  <a:lnTo>
                    <a:pt x="38100" y="356870"/>
                  </a:lnTo>
                  <a:lnTo>
                    <a:pt x="38100" y="374650"/>
                  </a:lnTo>
                  <a:lnTo>
                    <a:pt x="36830" y="388620"/>
                  </a:lnTo>
                  <a:lnTo>
                    <a:pt x="35560" y="396240"/>
                  </a:lnTo>
                  <a:lnTo>
                    <a:pt x="34290" y="403860"/>
                  </a:lnTo>
                  <a:lnTo>
                    <a:pt x="33020" y="410210"/>
                  </a:lnTo>
                  <a:lnTo>
                    <a:pt x="30480" y="416560"/>
                  </a:lnTo>
                  <a:lnTo>
                    <a:pt x="29400" y="422998"/>
                  </a:lnTo>
                  <a:lnTo>
                    <a:pt x="29210" y="422910"/>
                  </a:lnTo>
                  <a:lnTo>
                    <a:pt x="26670" y="426720"/>
                  </a:lnTo>
                  <a:lnTo>
                    <a:pt x="26670" y="427990"/>
                  </a:lnTo>
                  <a:lnTo>
                    <a:pt x="24130" y="434340"/>
                  </a:lnTo>
                  <a:lnTo>
                    <a:pt x="24650" y="434555"/>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2540" y="461010"/>
                  </a:lnTo>
                  <a:lnTo>
                    <a:pt x="3810" y="461010"/>
                  </a:lnTo>
                  <a:lnTo>
                    <a:pt x="5080" y="461010"/>
                  </a:lnTo>
                  <a:lnTo>
                    <a:pt x="7620" y="461010"/>
                  </a:lnTo>
                  <a:lnTo>
                    <a:pt x="10160" y="461010"/>
                  </a:lnTo>
                  <a:lnTo>
                    <a:pt x="11430" y="461010"/>
                  </a:lnTo>
                  <a:lnTo>
                    <a:pt x="11430" y="459740"/>
                  </a:lnTo>
                  <a:lnTo>
                    <a:pt x="13970" y="459740"/>
                  </a:lnTo>
                  <a:lnTo>
                    <a:pt x="15240" y="459740"/>
                  </a:lnTo>
                  <a:lnTo>
                    <a:pt x="15240" y="458470"/>
                  </a:lnTo>
                  <a:lnTo>
                    <a:pt x="17780" y="458470"/>
                  </a:lnTo>
                  <a:lnTo>
                    <a:pt x="19050" y="45847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6830" y="439420"/>
                  </a:lnTo>
                  <a:lnTo>
                    <a:pt x="36830" y="438150"/>
                  </a:lnTo>
                  <a:lnTo>
                    <a:pt x="39370" y="431800"/>
                  </a:lnTo>
                  <a:lnTo>
                    <a:pt x="38785" y="431685"/>
                  </a:lnTo>
                  <a:lnTo>
                    <a:pt x="40640" y="427990"/>
                  </a:lnTo>
                  <a:lnTo>
                    <a:pt x="41910" y="426720"/>
                  </a:lnTo>
                  <a:lnTo>
                    <a:pt x="43180" y="420370"/>
                  </a:lnTo>
                  <a:lnTo>
                    <a:pt x="44450" y="414020"/>
                  </a:lnTo>
                  <a:lnTo>
                    <a:pt x="44450" y="412750"/>
                  </a:lnTo>
                  <a:lnTo>
                    <a:pt x="45720" y="405130"/>
                  </a:lnTo>
                  <a:lnTo>
                    <a:pt x="48260" y="398780"/>
                  </a:lnTo>
                  <a:lnTo>
                    <a:pt x="48260" y="389890"/>
                  </a:lnTo>
                  <a:lnTo>
                    <a:pt x="49530" y="375920"/>
                  </a:lnTo>
                  <a:lnTo>
                    <a:pt x="50800" y="356870"/>
                  </a:lnTo>
                  <a:lnTo>
                    <a:pt x="54597" y="356870"/>
                  </a:lnTo>
                  <a:lnTo>
                    <a:pt x="54597" y="139700"/>
                  </a:lnTo>
                  <a:lnTo>
                    <a:pt x="54610" y="138430"/>
                  </a:lnTo>
                  <a:close/>
                </a:path>
              </a:pathLst>
            </a:custGeom>
            <a:solidFill>
              <a:srgbClr val="006600"/>
            </a:solidFill>
          </p:spPr>
          <p:txBody>
            <a:bodyPr wrap="square" lIns="0" tIns="0" rIns="0" bIns="0" rtlCol="0"/>
            <a:lstStyle/>
            <a:p/>
          </p:txBody>
        </p:sp>
        <p:sp>
          <p:nvSpPr>
            <p:cNvPr id="544" name="object 544"/>
            <p:cNvSpPr/>
            <p:nvPr/>
          </p:nvSpPr>
          <p:spPr>
            <a:xfrm>
              <a:off x="3822700" y="1176019"/>
              <a:ext cx="24130" cy="21590"/>
            </a:xfrm>
            <a:custGeom>
              <a:avLst/>
              <a:gdLst/>
              <a:ahLst/>
              <a:cxnLst/>
              <a:rect l="l" t="t" r="r" b="b"/>
              <a:pathLst>
                <a:path w="24129" h="2159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5283" y="13627"/>
                  </a:lnTo>
                  <a:lnTo>
                    <a:pt x="5080" y="13970"/>
                  </a:lnTo>
                  <a:lnTo>
                    <a:pt x="7620" y="15240"/>
                  </a:lnTo>
                  <a:lnTo>
                    <a:pt x="8890" y="15240"/>
                  </a:lnTo>
                  <a:lnTo>
                    <a:pt x="10160" y="16510"/>
                  </a:lnTo>
                  <a:lnTo>
                    <a:pt x="11430" y="17780"/>
                  </a:lnTo>
                  <a:lnTo>
                    <a:pt x="12700" y="19050"/>
                  </a:lnTo>
                  <a:lnTo>
                    <a:pt x="13970" y="20320"/>
                  </a:lnTo>
                  <a:lnTo>
                    <a:pt x="13970" y="21590"/>
                  </a:lnTo>
                  <a:lnTo>
                    <a:pt x="19050" y="16510"/>
                  </a:lnTo>
                  <a:lnTo>
                    <a:pt x="24130" y="13970"/>
                  </a:lnTo>
                  <a:lnTo>
                    <a:pt x="24130" y="12700"/>
                  </a:lnTo>
                  <a:close/>
                </a:path>
              </a:pathLst>
            </a:custGeom>
            <a:solidFill>
              <a:srgbClr val="006600"/>
            </a:solidFill>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61"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2"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3"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4"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5"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6"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7"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8"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9"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70"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71"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2"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3"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4"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5"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5"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6"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7"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8"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9"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80"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541655" y="1905635"/>
            <a:ext cx="8128000" cy="4067810"/>
          </a:xfrm>
          <a:prstGeom prst="rect">
            <a:avLst/>
          </a:prstGeom>
        </p:spPr>
        <p:txBody>
          <a:bodyPr vert="horz" wrap="square" lIns="0" tIns="234950" rIns="0" bIns="0" rtlCol="0">
            <a:spAutoFit/>
          </a:bodyPr>
          <a:lstStyle/>
          <a:p>
            <a:pPr marL="12700" indent="0">
              <a:lnSpc>
                <a:spcPct val="100000"/>
              </a:lnSpc>
              <a:spcBef>
                <a:spcPts val="1850"/>
              </a:spcBef>
              <a:buFont typeface="Tahoma" panose="020B0604030504040204"/>
              <a:buNone/>
              <a:tabLst>
                <a:tab pos="278130" algn="l"/>
              </a:tabLst>
            </a:pPr>
            <a:r>
              <a:rPr lang="en-IN" sz="2800">
                <a:latin typeface="Tahoma" panose="020B0604030504040204"/>
                <a:cs typeface="Tahoma" panose="020B0604030504040204"/>
              </a:rPr>
              <a:t> </a:t>
            </a:r>
            <a:r>
              <a:rPr lang="en-IN" sz="3200" b="1">
                <a:latin typeface="Tahoma" panose="020B0604030504040204"/>
                <a:cs typeface="Tahoma" panose="020B0604030504040204"/>
              </a:rPr>
              <a:t>BARRIERS CAUSED BY THE SPEAKER</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Boring speaker</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Uninteresting message</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Incomprehensible message</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Unorganized speech</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Monotonous delivery</a:t>
            </a:r>
            <a:endParaRPr lang="en-IN" sz="28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17">
                                            <p:txEl>
                                              <p:pRg st="4" end="4"/>
                                            </p:txEl>
                                          </p:spTgt>
                                        </p:tgtEl>
                                        <p:attrNameLst>
                                          <p:attrName>style.visibility</p:attrName>
                                        </p:attrNameLst>
                                      </p:cBhvr>
                                      <p:to>
                                        <p:strVal val="visible"/>
                                      </p:to>
                                    </p:set>
                                    <p:anim calcmode="lin" valueType="num">
                                      <p:cBhvr additive="base">
                                        <p:cTn id="31" dur="500" fill="hold"/>
                                        <p:tgtEl>
                                          <p:spTgt spid="61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1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617">
                                            <p:txEl>
                                              <p:pRg st="5" end="5"/>
                                            </p:txEl>
                                          </p:spTgt>
                                        </p:tgtEl>
                                        <p:attrNameLst>
                                          <p:attrName>style.visibility</p:attrName>
                                        </p:attrNameLst>
                                      </p:cBhvr>
                                      <p:to>
                                        <p:strVal val="visible"/>
                                      </p:to>
                                    </p:set>
                                    <p:anim calcmode="lin" valueType="num">
                                      <p:cBhvr additive="base">
                                        <p:cTn id="37" dur="500" fill="hold"/>
                                        <p:tgtEl>
                                          <p:spTgt spid="617">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617">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35" name="object 535"/>
          <p:cNvGrpSpPr/>
          <p:nvPr/>
        </p:nvGrpSpPr>
        <p:grpSpPr>
          <a:xfrm>
            <a:off x="3493830" y="967800"/>
            <a:ext cx="458470" cy="718820"/>
            <a:chOff x="3493830" y="967800"/>
            <a:chExt cx="458470" cy="718820"/>
          </a:xfrm>
        </p:grpSpPr>
        <p:sp>
          <p:nvSpPr>
            <p:cNvPr id="536" name="object 536"/>
            <p:cNvSpPr/>
            <p:nvPr/>
          </p:nvSpPr>
          <p:spPr>
            <a:xfrm>
              <a:off x="3500119" y="974090"/>
              <a:ext cx="173989" cy="698500"/>
            </a:xfrm>
            <a:prstGeom prst="rect">
              <a:avLst/>
            </a:prstGeom>
            <a:blipFill>
              <a:blip r:embed="rId59" cstate="print"/>
              <a:stretch>
                <a:fillRect/>
              </a:stretch>
            </a:blipFill>
          </p:spPr>
          <p:txBody>
            <a:bodyPr wrap="square" lIns="0" tIns="0" rIns="0" bIns="0" rtlCol="0"/>
            <a:lstStyle/>
            <a:p/>
          </p:txBody>
        </p:sp>
        <p:sp>
          <p:nvSpPr>
            <p:cNvPr id="537" name="object 537"/>
            <p:cNvSpPr/>
            <p:nvPr/>
          </p:nvSpPr>
          <p:spPr>
            <a:xfrm>
              <a:off x="3500119" y="9740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2460"/>
                  </a:lnTo>
                  <a:lnTo>
                    <a:pt x="125729" y="632460"/>
                  </a:lnTo>
                  <a:lnTo>
                    <a:pt x="127000" y="633730"/>
                  </a:lnTo>
                  <a:lnTo>
                    <a:pt x="128269" y="63500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29539" y="688339"/>
                  </a:lnTo>
                  <a:lnTo>
                    <a:pt x="124459" y="692150"/>
                  </a:lnTo>
                  <a:lnTo>
                    <a:pt x="119379" y="694689"/>
                  </a:lnTo>
                  <a:lnTo>
                    <a:pt x="113029" y="697230"/>
                  </a:lnTo>
                  <a:lnTo>
                    <a:pt x="106679" y="697230"/>
                  </a:lnTo>
                  <a:lnTo>
                    <a:pt x="100329" y="698500"/>
                  </a:lnTo>
                  <a:lnTo>
                    <a:pt x="95250" y="697230"/>
                  </a:lnTo>
                  <a:lnTo>
                    <a:pt x="88900" y="695960"/>
                  </a:lnTo>
                  <a:lnTo>
                    <a:pt x="83819" y="694689"/>
                  </a:lnTo>
                  <a:lnTo>
                    <a:pt x="77469" y="692150"/>
                  </a:lnTo>
                  <a:lnTo>
                    <a:pt x="72389" y="687070"/>
                  </a:lnTo>
                  <a:lnTo>
                    <a:pt x="68579" y="683260"/>
                  </a:lnTo>
                  <a:lnTo>
                    <a:pt x="48259" y="650239"/>
                  </a:lnTo>
                  <a:lnTo>
                    <a:pt x="44450" y="642620"/>
                  </a:lnTo>
                  <a:lnTo>
                    <a:pt x="43179" y="636270"/>
                  </a:lnTo>
                  <a:lnTo>
                    <a:pt x="40639"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2080"/>
                  </a:lnTo>
                  <a:lnTo>
                    <a:pt x="59689" y="118110"/>
                  </a:lnTo>
                  <a:lnTo>
                    <a:pt x="7238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38" name="object 538"/>
            <p:cNvSpPr/>
            <p:nvPr/>
          </p:nvSpPr>
          <p:spPr>
            <a:xfrm>
              <a:off x="3700779" y="1143000"/>
              <a:ext cx="245110" cy="537210"/>
            </a:xfrm>
            <a:prstGeom prst="rect">
              <a:avLst/>
            </a:prstGeom>
            <a:blipFill>
              <a:blip r:embed="rId60" cstate="print"/>
              <a:stretch>
                <a:fillRect/>
              </a:stretch>
            </a:blipFill>
          </p:spPr>
          <p:txBody>
            <a:bodyPr wrap="square" lIns="0" tIns="0" rIns="0" bIns="0" rtlCol="0"/>
            <a:lstStyle/>
            <a:p/>
          </p:txBody>
        </p:sp>
        <p:sp>
          <p:nvSpPr>
            <p:cNvPr id="539" name="object 539"/>
            <p:cNvSpPr/>
            <p:nvPr/>
          </p:nvSpPr>
          <p:spPr>
            <a:xfrm>
              <a:off x="3821430" y="1137919"/>
              <a:ext cx="130810" cy="496570"/>
            </a:xfrm>
            <a:custGeom>
              <a:avLst/>
              <a:gdLst/>
              <a:ahLst/>
              <a:cxnLst/>
              <a:rect l="l" t="t" r="r" b="b"/>
              <a:pathLst>
                <a:path w="130810" h="496569">
                  <a:moveTo>
                    <a:pt x="130810" y="274320"/>
                  </a:moveTo>
                  <a:lnTo>
                    <a:pt x="129540" y="256540"/>
                  </a:lnTo>
                  <a:lnTo>
                    <a:pt x="129540" y="255270"/>
                  </a:lnTo>
                  <a:lnTo>
                    <a:pt x="129540" y="237490"/>
                  </a:lnTo>
                  <a:lnTo>
                    <a:pt x="128270" y="219710"/>
                  </a:lnTo>
                  <a:lnTo>
                    <a:pt x="12573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0170" y="67310"/>
                  </a:lnTo>
                  <a:lnTo>
                    <a:pt x="90170" y="66040"/>
                  </a:lnTo>
                  <a:lnTo>
                    <a:pt x="8255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6350"/>
                  </a:lnTo>
                  <a:lnTo>
                    <a:pt x="0" y="11430"/>
                  </a:lnTo>
                  <a:lnTo>
                    <a:pt x="7645" y="12534"/>
                  </a:lnTo>
                  <a:lnTo>
                    <a:pt x="7620" y="12700"/>
                  </a:lnTo>
                  <a:lnTo>
                    <a:pt x="15303" y="13804"/>
                  </a:lnTo>
                  <a:lnTo>
                    <a:pt x="15240" y="13970"/>
                  </a:lnTo>
                  <a:lnTo>
                    <a:pt x="22987" y="16192"/>
                  </a:lnTo>
                  <a:lnTo>
                    <a:pt x="22860" y="16510"/>
                  </a:lnTo>
                  <a:lnTo>
                    <a:pt x="30480" y="20320"/>
                  </a:lnTo>
                  <a:lnTo>
                    <a:pt x="38100" y="24130"/>
                  </a:lnTo>
                  <a:lnTo>
                    <a:pt x="45720" y="30480"/>
                  </a:lnTo>
                  <a:lnTo>
                    <a:pt x="52070" y="36830"/>
                  </a:lnTo>
                  <a:lnTo>
                    <a:pt x="59690" y="44450"/>
                  </a:lnTo>
                  <a:lnTo>
                    <a:pt x="66763" y="51536"/>
                  </a:lnTo>
                  <a:lnTo>
                    <a:pt x="66040" y="52070"/>
                  </a:lnTo>
                  <a:lnTo>
                    <a:pt x="72390" y="62230"/>
                  </a:lnTo>
                  <a:lnTo>
                    <a:pt x="78740" y="73660"/>
                  </a:lnTo>
                  <a:lnTo>
                    <a:pt x="79159" y="73342"/>
                  </a:lnTo>
                  <a:lnTo>
                    <a:pt x="83820" y="83820"/>
                  </a:lnTo>
                  <a:lnTo>
                    <a:pt x="90170" y="96520"/>
                  </a:lnTo>
                  <a:lnTo>
                    <a:pt x="90551" y="96329"/>
                  </a:lnTo>
                  <a:lnTo>
                    <a:pt x="95161" y="108991"/>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70" y="393788"/>
                  </a:lnTo>
                  <a:lnTo>
                    <a:pt x="106680" y="393700"/>
                  </a:lnTo>
                  <a:lnTo>
                    <a:pt x="101600" y="414020"/>
                  </a:lnTo>
                  <a:lnTo>
                    <a:pt x="96799" y="433222"/>
                  </a:lnTo>
                  <a:lnTo>
                    <a:pt x="96520" y="433070"/>
                  </a:lnTo>
                  <a:lnTo>
                    <a:pt x="90170" y="452120"/>
                  </a:lnTo>
                  <a:lnTo>
                    <a:pt x="85090" y="462280"/>
                  </a:lnTo>
                  <a:lnTo>
                    <a:pt x="81280" y="472440"/>
                  </a:lnTo>
                  <a:lnTo>
                    <a:pt x="76200" y="481330"/>
                  </a:lnTo>
                  <a:lnTo>
                    <a:pt x="77228" y="481749"/>
                  </a:lnTo>
                  <a:lnTo>
                    <a:pt x="72390" y="490220"/>
                  </a:lnTo>
                  <a:lnTo>
                    <a:pt x="77470" y="492760"/>
                  </a:lnTo>
                  <a:lnTo>
                    <a:pt x="82550" y="496570"/>
                  </a:lnTo>
                  <a:lnTo>
                    <a:pt x="87630" y="487680"/>
                  </a:lnTo>
                  <a:lnTo>
                    <a:pt x="92710" y="477520"/>
                  </a:lnTo>
                  <a:lnTo>
                    <a:pt x="97790" y="467360"/>
                  </a:lnTo>
                  <a:lnTo>
                    <a:pt x="101600" y="457200"/>
                  </a:lnTo>
                  <a:lnTo>
                    <a:pt x="107950" y="438150"/>
                  </a:lnTo>
                  <a:lnTo>
                    <a:pt x="107950" y="436880"/>
                  </a:lnTo>
                  <a:lnTo>
                    <a:pt x="114300" y="417830"/>
                  </a:lnTo>
                  <a:lnTo>
                    <a:pt x="119380" y="397510"/>
                  </a:lnTo>
                  <a:lnTo>
                    <a:pt x="119380" y="396240"/>
                  </a:lnTo>
                  <a:lnTo>
                    <a:pt x="123190" y="374650"/>
                  </a:lnTo>
                  <a:lnTo>
                    <a:pt x="125730" y="350520"/>
                  </a:lnTo>
                  <a:lnTo>
                    <a:pt x="128270" y="326390"/>
                  </a:lnTo>
                  <a:lnTo>
                    <a:pt x="129540" y="300990"/>
                  </a:lnTo>
                  <a:lnTo>
                    <a:pt x="130810" y="274320"/>
                  </a:lnTo>
                  <a:close/>
                </a:path>
              </a:pathLst>
            </a:custGeom>
            <a:solidFill>
              <a:srgbClr val="006600"/>
            </a:solidFill>
          </p:spPr>
          <p:txBody>
            <a:bodyPr wrap="square" lIns="0" tIns="0" rIns="0" bIns="0" rtlCol="0"/>
            <a:lstStyle/>
            <a:p/>
          </p:txBody>
        </p:sp>
        <p:sp>
          <p:nvSpPr>
            <p:cNvPr id="540" name="object 540"/>
            <p:cNvSpPr/>
            <p:nvPr/>
          </p:nvSpPr>
          <p:spPr>
            <a:xfrm>
              <a:off x="3694430" y="1386839"/>
              <a:ext cx="214629" cy="299720"/>
            </a:xfrm>
            <a:custGeom>
              <a:avLst/>
              <a:gdLst/>
              <a:ahLst/>
              <a:cxnLst/>
              <a:rect l="l" t="t" r="r" b="b"/>
              <a:pathLst>
                <a:path w="214629" h="299719">
                  <a:moveTo>
                    <a:pt x="214630" y="238760"/>
                  </a:moveTo>
                  <a:lnTo>
                    <a:pt x="209550" y="234950"/>
                  </a:lnTo>
                  <a:lnTo>
                    <a:pt x="204470" y="232410"/>
                  </a:lnTo>
                  <a:lnTo>
                    <a:pt x="199898" y="240411"/>
                  </a:lnTo>
                  <a:lnTo>
                    <a:pt x="199390" y="240030"/>
                  </a:lnTo>
                  <a:lnTo>
                    <a:pt x="194310" y="247650"/>
                  </a:lnTo>
                  <a:lnTo>
                    <a:pt x="187960" y="255270"/>
                  </a:lnTo>
                  <a:lnTo>
                    <a:pt x="188683" y="255816"/>
                  </a:lnTo>
                  <a:lnTo>
                    <a:pt x="182880" y="261620"/>
                  </a:lnTo>
                  <a:lnTo>
                    <a:pt x="178282" y="267360"/>
                  </a:lnTo>
                  <a:lnTo>
                    <a:pt x="177800" y="266700"/>
                  </a:lnTo>
                  <a:lnTo>
                    <a:pt x="171450" y="271780"/>
                  </a:lnTo>
                  <a:lnTo>
                    <a:pt x="171919" y="272262"/>
                  </a:lnTo>
                  <a:lnTo>
                    <a:pt x="166370" y="275590"/>
                  </a:lnTo>
                  <a:lnTo>
                    <a:pt x="160020" y="279400"/>
                  </a:lnTo>
                  <a:lnTo>
                    <a:pt x="160312" y="279793"/>
                  </a:lnTo>
                  <a:lnTo>
                    <a:pt x="154940" y="281940"/>
                  </a:lnTo>
                  <a:lnTo>
                    <a:pt x="148590" y="284480"/>
                  </a:lnTo>
                  <a:lnTo>
                    <a:pt x="142240" y="285750"/>
                  </a:lnTo>
                  <a:lnTo>
                    <a:pt x="128930" y="286969"/>
                  </a:lnTo>
                  <a:lnTo>
                    <a:pt x="115570" y="285750"/>
                  </a:lnTo>
                  <a:lnTo>
                    <a:pt x="110388" y="284721"/>
                  </a:lnTo>
                  <a:lnTo>
                    <a:pt x="110490" y="284480"/>
                  </a:lnTo>
                  <a:lnTo>
                    <a:pt x="103987" y="282321"/>
                  </a:lnTo>
                  <a:lnTo>
                    <a:pt x="104140" y="281940"/>
                  </a:lnTo>
                  <a:lnTo>
                    <a:pt x="97574" y="279755"/>
                  </a:lnTo>
                  <a:lnTo>
                    <a:pt x="97790" y="279400"/>
                  </a:lnTo>
                  <a:lnTo>
                    <a:pt x="91440" y="276860"/>
                  </a:lnTo>
                  <a:lnTo>
                    <a:pt x="86360" y="273050"/>
                  </a:lnTo>
                  <a:lnTo>
                    <a:pt x="81280" y="267970"/>
                  </a:lnTo>
                  <a:lnTo>
                    <a:pt x="80645" y="268605"/>
                  </a:lnTo>
                  <a:lnTo>
                    <a:pt x="75565" y="263525"/>
                  </a:lnTo>
                  <a:lnTo>
                    <a:pt x="76200" y="262890"/>
                  </a:lnTo>
                  <a:lnTo>
                    <a:pt x="70459" y="258305"/>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4130" y="147320"/>
                  </a:lnTo>
                  <a:lnTo>
                    <a:pt x="20320" y="125730"/>
                  </a:lnTo>
                  <a:lnTo>
                    <a:pt x="16510" y="102870"/>
                  </a:lnTo>
                  <a:lnTo>
                    <a:pt x="13970" y="77470"/>
                  </a:lnTo>
                  <a:lnTo>
                    <a:pt x="12700" y="53340"/>
                  </a:lnTo>
                  <a:lnTo>
                    <a:pt x="12700" y="27940"/>
                  </a:lnTo>
                  <a:lnTo>
                    <a:pt x="12700" y="0"/>
                  </a:lnTo>
                  <a:lnTo>
                    <a:pt x="0" y="0"/>
                  </a:lnTo>
                  <a:lnTo>
                    <a:pt x="0" y="27940"/>
                  </a:lnTo>
                  <a:lnTo>
                    <a:pt x="0" y="53340"/>
                  </a:lnTo>
                  <a:lnTo>
                    <a:pt x="0" y="54610"/>
                  </a:lnTo>
                  <a:lnTo>
                    <a:pt x="2540" y="78740"/>
                  </a:lnTo>
                  <a:lnTo>
                    <a:pt x="2540" y="80010"/>
                  </a:lnTo>
                  <a:lnTo>
                    <a:pt x="5080" y="104140"/>
                  </a:lnTo>
                  <a:lnTo>
                    <a:pt x="7620" y="128270"/>
                  </a:lnTo>
                  <a:lnTo>
                    <a:pt x="12700" y="151130"/>
                  </a:lnTo>
                  <a:lnTo>
                    <a:pt x="17780" y="172720"/>
                  </a:lnTo>
                  <a:lnTo>
                    <a:pt x="17780" y="173990"/>
                  </a:lnTo>
                  <a:lnTo>
                    <a:pt x="24130" y="194310"/>
                  </a:lnTo>
                  <a:lnTo>
                    <a:pt x="24130" y="195580"/>
                  </a:lnTo>
                  <a:lnTo>
                    <a:pt x="31750" y="214630"/>
                  </a:lnTo>
                  <a:lnTo>
                    <a:pt x="31750" y="215900"/>
                  </a:lnTo>
                  <a:lnTo>
                    <a:pt x="36830" y="226060"/>
                  </a:lnTo>
                  <a:lnTo>
                    <a:pt x="40640" y="233680"/>
                  </a:lnTo>
                  <a:lnTo>
                    <a:pt x="44450" y="242570"/>
                  </a:lnTo>
                  <a:lnTo>
                    <a:pt x="45720" y="242570"/>
                  </a:lnTo>
                  <a:lnTo>
                    <a:pt x="45720" y="24384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6370" y="290830"/>
                  </a:lnTo>
                  <a:lnTo>
                    <a:pt x="167640" y="290830"/>
                  </a:lnTo>
                  <a:lnTo>
                    <a:pt x="173990" y="287020"/>
                  </a:lnTo>
                  <a:lnTo>
                    <a:pt x="173570" y="286334"/>
                  </a:lnTo>
                  <a:lnTo>
                    <a:pt x="179070" y="281940"/>
                  </a:lnTo>
                  <a:lnTo>
                    <a:pt x="180340" y="281940"/>
                  </a:lnTo>
                  <a:lnTo>
                    <a:pt x="186690" y="276860"/>
                  </a:lnTo>
                  <a:lnTo>
                    <a:pt x="186690" y="275590"/>
                  </a:lnTo>
                  <a:lnTo>
                    <a:pt x="191770" y="270510"/>
                  </a:lnTo>
                  <a:lnTo>
                    <a:pt x="193040" y="270510"/>
                  </a:lnTo>
                  <a:lnTo>
                    <a:pt x="198120" y="262890"/>
                  </a:lnTo>
                  <a:lnTo>
                    <a:pt x="204470" y="255270"/>
                  </a:lnTo>
                  <a:lnTo>
                    <a:pt x="209550" y="247650"/>
                  </a:lnTo>
                  <a:lnTo>
                    <a:pt x="214630" y="238760"/>
                  </a:lnTo>
                  <a:close/>
                </a:path>
              </a:pathLst>
            </a:custGeom>
            <a:solidFill>
              <a:srgbClr val="006600"/>
            </a:solidFill>
          </p:spPr>
          <p:txBody>
            <a:bodyPr wrap="square" lIns="0" tIns="0" rIns="0" bIns="0" rtlCol="0"/>
            <a:lstStyle/>
            <a:p/>
          </p:txBody>
        </p:sp>
        <p:sp>
          <p:nvSpPr>
            <p:cNvPr id="541" name="object 541"/>
            <p:cNvSpPr/>
            <p:nvPr/>
          </p:nvSpPr>
          <p:spPr>
            <a:xfrm>
              <a:off x="3694430" y="11366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15" y="48653"/>
                  </a:lnTo>
                  <a:lnTo>
                    <a:pt x="107950" y="49530"/>
                  </a:lnTo>
                  <a:lnTo>
                    <a:pt x="106680" y="50800"/>
                  </a:lnTo>
                  <a:lnTo>
                    <a:pt x="104140" y="53340"/>
                  </a:lnTo>
                  <a:lnTo>
                    <a:pt x="104140" y="54610"/>
                  </a:lnTo>
                  <a:lnTo>
                    <a:pt x="101600" y="58420"/>
                  </a:lnTo>
                  <a:lnTo>
                    <a:pt x="106680" y="62230"/>
                  </a:lnTo>
                  <a:lnTo>
                    <a:pt x="113030" y="64770"/>
                  </a:lnTo>
                  <a:lnTo>
                    <a:pt x="115570" y="59690"/>
                  </a:lnTo>
                  <a:lnTo>
                    <a:pt x="116840" y="58420"/>
                  </a:lnTo>
                  <a:lnTo>
                    <a:pt x="118110" y="5588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91440" y="10160"/>
                  </a:lnTo>
                  <a:lnTo>
                    <a:pt x="85090" y="12700"/>
                  </a:lnTo>
                  <a:lnTo>
                    <a:pt x="85090" y="13970"/>
                  </a:lnTo>
                  <a:lnTo>
                    <a:pt x="80010" y="17780"/>
                  </a:lnTo>
                  <a:lnTo>
                    <a:pt x="78740" y="17780"/>
                  </a:lnTo>
                  <a:lnTo>
                    <a:pt x="73660" y="22860"/>
                  </a:lnTo>
                  <a:lnTo>
                    <a:pt x="72390" y="22860"/>
                  </a:lnTo>
                  <a:lnTo>
                    <a:pt x="67310" y="29210"/>
                  </a:lnTo>
                  <a:lnTo>
                    <a:pt x="62230" y="34290"/>
                  </a:lnTo>
                  <a:lnTo>
                    <a:pt x="60960" y="34290"/>
                  </a:lnTo>
                  <a:lnTo>
                    <a:pt x="55880" y="41910"/>
                  </a:lnTo>
                  <a:lnTo>
                    <a:pt x="50800" y="49530"/>
                  </a:lnTo>
                  <a:lnTo>
                    <a:pt x="45720" y="57150"/>
                  </a:lnTo>
                  <a:lnTo>
                    <a:pt x="45720" y="58420"/>
                  </a:lnTo>
                  <a:lnTo>
                    <a:pt x="41910" y="66040"/>
                  </a:lnTo>
                  <a:lnTo>
                    <a:pt x="36830" y="74930"/>
                  </a:lnTo>
                  <a:lnTo>
                    <a:pt x="36830" y="76200"/>
                  </a:lnTo>
                  <a:lnTo>
                    <a:pt x="33020" y="85090"/>
                  </a:lnTo>
                  <a:lnTo>
                    <a:pt x="33020" y="86360"/>
                  </a:lnTo>
                  <a:lnTo>
                    <a:pt x="25400" y="106680"/>
                  </a:lnTo>
                  <a:lnTo>
                    <a:pt x="19050" y="128270"/>
                  </a:lnTo>
                  <a:lnTo>
                    <a:pt x="12700" y="151130"/>
                  </a:lnTo>
                  <a:lnTo>
                    <a:pt x="7620" y="175260"/>
                  </a:lnTo>
                  <a:lnTo>
                    <a:pt x="5080" y="199390"/>
                  </a:lnTo>
                  <a:lnTo>
                    <a:pt x="2540" y="224790"/>
                  </a:lnTo>
                  <a:lnTo>
                    <a:pt x="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2303" y="23609"/>
                  </a:lnTo>
                  <a:lnTo>
                    <a:pt x="97790" y="20320"/>
                  </a:lnTo>
                  <a:lnTo>
                    <a:pt x="104140" y="17780"/>
                  </a:lnTo>
                  <a:lnTo>
                    <a:pt x="103924" y="17360"/>
                  </a:lnTo>
                  <a:lnTo>
                    <a:pt x="108978" y="15341"/>
                  </a:lnTo>
                  <a:lnTo>
                    <a:pt x="109220" y="16510"/>
                  </a:lnTo>
                  <a:lnTo>
                    <a:pt x="115570" y="15240"/>
                  </a:lnTo>
                  <a:lnTo>
                    <a:pt x="115519" y="15024"/>
                  </a:lnTo>
                  <a:lnTo>
                    <a:pt x="128270" y="12700"/>
                  </a:lnTo>
                  <a:lnTo>
                    <a:pt x="128270" y="7620"/>
                  </a:lnTo>
                  <a:lnTo>
                    <a:pt x="128270" y="0"/>
                  </a:lnTo>
                  <a:close/>
                </a:path>
              </a:pathLst>
            </a:custGeom>
            <a:solidFill>
              <a:srgbClr val="006600"/>
            </a:solidFill>
          </p:spPr>
          <p:txBody>
            <a:bodyPr wrap="square" lIns="0" tIns="0" rIns="0" bIns="0" rtlCol="0"/>
            <a:lstStyle/>
            <a:p/>
          </p:txBody>
        </p:sp>
        <p:sp>
          <p:nvSpPr>
            <p:cNvPr id="542" name="object 542"/>
            <p:cNvSpPr/>
            <p:nvPr/>
          </p:nvSpPr>
          <p:spPr>
            <a:xfrm>
              <a:off x="3776979" y="1195069"/>
              <a:ext cx="44450" cy="453390"/>
            </a:xfrm>
            <a:custGeom>
              <a:avLst/>
              <a:gdLst/>
              <a:ahLst/>
              <a:cxnLst/>
              <a:rect l="l" t="t" r="r" b="b"/>
              <a:pathLst>
                <a:path w="44450" h="453389">
                  <a:moveTo>
                    <a:pt x="44450" y="441960"/>
                  </a:moveTo>
                  <a:lnTo>
                    <a:pt x="43180" y="440690"/>
                  </a:lnTo>
                  <a:lnTo>
                    <a:pt x="41910" y="440690"/>
                  </a:lnTo>
                  <a:lnTo>
                    <a:pt x="40640" y="439420"/>
                  </a:lnTo>
                  <a:lnTo>
                    <a:pt x="40335" y="439420"/>
                  </a:lnTo>
                  <a:lnTo>
                    <a:pt x="40335" y="440918"/>
                  </a:lnTo>
                  <a:lnTo>
                    <a:pt x="39370" y="445770"/>
                  </a:lnTo>
                  <a:lnTo>
                    <a:pt x="40335" y="440918"/>
                  </a:lnTo>
                  <a:lnTo>
                    <a:pt x="40335" y="439420"/>
                  </a:lnTo>
                  <a:lnTo>
                    <a:pt x="39370" y="439420"/>
                  </a:lnTo>
                  <a:lnTo>
                    <a:pt x="38100" y="438150"/>
                  </a:lnTo>
                  <a:lnTo>
                    <a:pt x="36830" y="438150"/>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7350"/>
                  </a:lnTo>
                  <a:lnTo>
                    <a:pt x="16510" y="377190"/>
                  </a:lnTo>
                  <a:lnTo>
                    <a:pt x="16497" y="124460"/>
                  </a:lnTo>
                  <a:lnTo>
                    <a:pt x="13970" y="124460"/>
                  </a:lnTo>
                  <a:lnTo>
                    <a:pt x="13970" y="91440"/>
                  </a:lnTo>
                  <a:lnTo>
                    <a:pt x="15240" y="76200"/>
                  </a:lnTo>
                  <a:lnTo>
                    <a:pt x="16510" y="62230"/>
                  </a:lnTo>
                  <a:lnTo>
                    <a:pt x="17780" y="50800"/>
                  </a:lnTo>
                  <a:lnTo>
                    <a:pt x="20320" y="4064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5080" y="62230"/>
                  </a:lnTo>
                  <a:lnTo>
                    <a:pt x="3810" y="74930"/>
                  </a:lnTo>
                  <a:lnTo>
                    <a:pt x="2540" y="90170"/>
                  </a:lnTo>
                  <a:lnTo>
                    <a:pt x="1270" y="123190"/>
                  </a:lnTo>
                  <a:lnTo>
                    <a:pt x="1270" y="124460"/>
                  </a:lnTo>
                  <a:lnTo>
                    <a:pt x="0" y="124460"/>
                  </a:lnTo>
                  <a:lnTo>
                    <a:pt x="0" y="261620"/>
                  </a:lnTo>
                  <a:lnTo>
                    <a:pt x="0" y="289560"/>
                  </a:lnTo>
                  <a:lnTo>
                    <a:pt x="0" y="317500"/>
                  </a:lnTo>
                  <a:lnTo>
                    <a:pt x="0" y="379730"/>
                  </a:lnTo>
                  <a:lnTo>
                    <a:pt x="3810" y="379730"/>
                  </a:lnTo>
                  <a:lnTo>
                    <a:pt x="5080" y="388620"/>
                  </a:lnTo>
                  <a:lnTo>
                    <a:pt x="6350" y="396240"/>
                  </a:lnTo>
                  <a:lnTo>
                    <a:pt x="7620" y="405130"/>
                  </a:lnTo>
                  <a:lnTo>
                    <a:pt x="8890" y="411480"/>
                  </a:lnTo>
                  <a:lnTo>
                    <a:pt x="889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2120"/>
                  </a:lnTo>
                  <a:lnTo>
                    <a:pt x="35560" y="452120"/>
                  </a:lnTo>
                  <a:lnTo>
                    <a:pt x="38100" y="452120"/>
                  </a:lnTo>
                  <a:lnTo>
                    <a:pt x="40640" y="453390"/>
                  </a:lnTo>
                  <a:lnTo>
                    <a:pt x="41910" y="447040"/>
                  </a:lnTo>
                  <a:lnTo>
                    <a:pt x="44450" y="441960"/>
                  </a:lnTo>
                  <a:close/>
                </a:path>
              </a:pathLst>
            </a:custGeom>
            <a:solidFill>
              <a:srgbClr val="006600"/>
            </a:solidFill>
          </p:spPr>
          <p:txBody>
            <a:bodyPr wrap="square" lIns="0" tIns="0" rIns="0" bIns="0" rtlCol="0"/>
            <a:lstStyle/>
            <a:p/>
          </p:txBody>
        </p:sp>
        <p:sp>
          <p:nvSpPr>
            <p:cNvPr id="543" name="object 543"/>
            <p:cNvSpPr/>
            <p:nvPr/>
          </p:nvSpPr>
          <p:spPr>
            <a:xfrm>
              <a:off x="3815080" y="1188719"/>
              <a:ext cx="54610" cy="461009"/>
            </a:xfrm>
            <a:custGeom>
              <a:avLst/>
              <a:gdLst/>
              <a:ahLst/>
              <a:cxnLst/>
              <a:rect l="l" t="t" r="r" b="b"/>
              <a:pathLst>
                <a:path w="54610" h="461010">
                  <a:moveTo>
                    <a:pt x="53340" y="104140"/>
                  </a:moveTo>
                  <a:lnTo>
                    <a:pt x="52070" y="88900"/>
                  </a:lnTo>
                  <a:lnTo>
                    <a:pt x="50800" y="76200"/>
                  </a:lnTo>
                  <a:lnTo>
                    <a:pt x="50800" y="63500"/>
                  </a:lnTo>
                  <a:lnTo>
                    <a:pt x="48260" y="54610"/>
                  </a:lnTo>
                  <a:lnTo>
                    <a:pt x="48260" y="45720"/>
                  </a:lnTo>
                  <a:lnTo>
                    <a:pt x="45720" y="38100"/>
                  </a:lnTo>
                  <a:lnTo>
                    <a:pt x="44450" y="30480"/>
                  </a:lnTo>
                  <a:lnTo>
                    <a:pt x="41910" y="22860"/>
                  </a:lnTo>
                  <a:lnTo>
                    <a:pt x="41668" y="22987"/>
                  </a:lnTo>
                  <a:lnTo>
                    <a:pt x="40640" y="17780"/>
                  </a:lnTo>
                  <a:lnTo>
                    <a:pt x="38100" y="12700"/>
                  </a:lnTo>
                  <a:lnTo>
                    <a:pt x="35560" y="6350"/>
                  </a:lnTo>
                  <a:lnTo>
                    <a:pt x="35560" y="5080"/>
                  </a:lnTo>
                  <a:lnTo>
                    <a:pt x="34290" y="3810"/>
                  </a:lnTo>
                  <a:lnTo>
                    <a:pt x="33020" y="1270"/>
                  </a:lnTo>
                  <a:lnTo>
                    <a:pt x="31750" y="1270"/>
                  </a:lnTo>
                  <a:lnTo>
                    <a:pt x="30480" y="0"/>
                  </a:lnTo>
                  <a:lnTo>
                    <a:pt x="26670" y="3810"/>
                  </a:lnTo>
                  <a:lnTo>
                    <a:pt x="20320" y="6350"/>
                  </a:lnTo>
                  <a:lnTo>
                    <a:pt x="21590" y="7620"/>
                  </a:lnTo>
                  <a:lnTo>
                    <a:pt x="21590" y="8890"/>
                  </a:lnTo>
                  <a:lnTo>
                    <a:pt x="22860" y="11430"/>
                  </a:lnTo>
                  <a:lnTo>
                    <a:pt x="24130" y="11430"/>
                  </a:lnTo>
                  <a:lnTo>
                    <a:pt x="26670" y="16510"/>
                  </a:lnTo>
                  <a:lnTo>
                    <a:pt x="29083" y="21361"/>
                  </a:lnTo>
                  <a:lnTo>
                    <a:pt x="27940" y="2159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61010">
                  <a:moveTo>
                    <a:pt x="54610" y="138430"/>
                  </a:moveTo>
                  <a:lnTo>
                    <a:pt x="54597" y="104152"/>
                  </a:lnTo>
                  <a:lnTo>
                    <a:pt x="38100" y="104152"/>
                  </a:lnTo>
                  <a:lnTo>
                    <a:pt x="38100" y="356870"/>
                  </a:lnTo>
                  <a:lnTo>
                    <a:pt x="38100" y="374650"/>
                  </a:lnTo>
                  <a:lnTo>
                    <a:pt x="36830" y="388620"/>
                  </a:lnTo>
                  <a:lnTo>
                    <a:pt x="35560" y="396240"/>
                  </a:lnTo>
                  <a:lnTo>
                    <a:pt x="34290" y="403860"/>
                  </a:lnTo>
                  <a:lnTo>
                    <a:pt x="33020" y="410210"/>
                  </a:lnTo>
                  <a:lnTo>
                    <a:pt x="30480" y="416560"/>
                  </a:lnTo>
                  <a:lnTo>
                    <a:pt x="29400" y="422998"/>
                  </a:lnTo>
                  <a:lnTo>
                    <a:pt x="29210" y="422910"/>
                  </a:lnTo>
                  <a:lnTo>
                    <a:pt x="26670" y="426720"/>
                  </a:lnTo>
                  <a:lnTo>
                    <a:pt x="26670" y="427990"/>
                  </a:lnTo>
                  <a:lnTo>
                    <a:pt x="24130" y="434340"/>
                  </a:lnTo>
                  <a:lnTo>
                    <a:pt x="24650" y="434555"/>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2540" y="461010"/>
                  </a:lnTo>
                  <a:lnTo>
                    <a:pt x="3810" y="461010"/>
                  </a:lnTo>
                  <a:lnTo>
                    <a:pt x="5080" y="461010"/>
                  </a:lnTo>
                  <a:lnTo>
                    <a:pt x="7620" y="461010"/>
                  </a:lnTo>
                  <a:lnTo>
                    <a:pt x="10160" y="461010"/>
                  </a:lnTo>
                  <a:lnTo>
                    <a:pt x="11430" y="461010"/>
                  </a:lnTo>
                  <a:lnTo>
                    <a:pt x="11430" y="459740"/>
                  </a:lnTo>
                  <a:lnTo>
                    <a:pt x="13970" y="459740"/>
                  </a:lnTo>
                  <a:lnTo>
                    <a:pt x="15240" y="459740"/>
                  </a:lnTo>
                  <a:lnTo>
                    <a:pt x="15240" y="458470"/>
                  </a:lnTo>
                  <a:lnTo>
                    <a:pt x="17780" y="458470"/>
                  </a:lnTo>
                  <a:lnTo>
                    <a:pt x="19050" y="45847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6830" y="439420"/>
                  </a:lnTo>
                  <a:lnTo>
                    <a:pt x="36830" y="438150"/>
                  </a:lnTo>
                  <a:lnTo>
                    <a:pt x="39370" y="431800"/>
                  </a:lnTo>
                  <a:lnTo>
                    <a:pt x="38785" y="431685"/>
                  </a:lnTo>
                  <a:lnTo>
                    <a:pt x="40640" y="427990"/>
                  </a:lnTo>
                  <a:lnTo>
                    <a:pt x="41910" y="426720"/>
                  </a:lnTo>
                  <a:lnTo>
                    <a:pt x="43180" y="420370"/>
                  </a:lnTo>
                  <a:lnTo>
                    <a:pt x="44450" y="414020"/>
                  </a:lnTo>
                  <a:lnTo>
                    <a:pt x="44450" y="412750"/>
                  </a:lnTo>
                  <a:lnTo>
                    <a:pt x="45720" y="405130"/>
                  </a:lnTo>
                  <a:lnTo>
                    <a:pt x="48260" y="398780"/>
                  </a:lnTo>
                  <a:lnTo>
                    <a:pt x="48260" y="389890"/>
                  </a:lnTo>
                  <a:lnTo>
                    <a:pt x="49530" y="375920"/>
                  </a:lnTo>
                  <a:lnTo>
                    <a:pt x="50800" y="356870"/>
                  </a:lnTo>
                  <a:lnTo>
                    <a:pt x="54597" y="356870"/>
                  </a:lnTo>
                  <a:lnTo>
                    <a:pt x="54597" y="139700"/>
                  </a:lnTo>
                  <a:lnTo>
                    <a:pt x="54610" y="138430"/>
                  </a:lnTo>
                  <a:close/>
                </a:path>
              </a:pathLst>
            </a:custGeom>
            <a:solidFill>
              <a:srgbClr val="006600"/>
            </a:solidFill>
          </p:spPr>
          <p:txBody>
            <a:bodyPr wrap="square" lIns="0" tIns="0" rIns="0" bIns="0" rtlCol="0"/>
            <a:lstStyle/>
            <a:p/>
          </p:txBody>
        </p:sp>
        <p:sp>
          <p:nvSpPr>
            <p:cNvPr id="544" name="object 544"/>
            <p:cNvSpPr/>
            <p:nvPr/>
          </p:nvSpPr>
          <p:spPr>
            <a:xfrm>
              <a:off x="3822700" y="1176019"/>
              <a:ext cx="24130" cy="21590"/>
            </a:xfrm>
            <a:custGeom>
              <a:avLst/>
              <a:gdLst/>
              <a:ahLst/>
              <a:cxnLst/>
              <a:rect l="l" t="t" r="r" b="b"/>
              <a:pathLst>
                <a:path w="24129" h="2159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5283" y="13627"/>
                  </a:lnTo>
                  <a:lnTo>
                    <a:pt x="5080" y="13970"/>
                  </a:lnTo>
                  <a:lnTo>
                    <a:pt x="7620" y="15240"/>
                  </a:lnTo>
                  <a:lnTo>
                    <a:pt x="8890" y="15240"/>
                  </a:lnTo>
                  <a:lnTo>
                    <a:pt x="10160" y="16510"/>
                  </a:lnTo>
                  <a:lnTo>
                    <a:pt x="11430" y="17780"/>
                  </a:lnTo>
                  <a:lnTo>
                    <a:pt x="12700" y="19050"/>
                  </a:lnTo>
                  <a:lnTo>
                    <a:pt x="13970" y="20320"/>
                  </a:lnTo>
                  <a:lnTo>
                    <a:pt x="13970" y="21590"/>
                  </a:lnTo>
                  <a:lnTo>
                    <a:pt x="19050" y="16510"/>
                  </a:lnTo>
                  <a:lnTo>
                    <a:pt x="24130" y="13970"/>
                  </a:lnTo>
                  <a:lnTo>
                    <a:pt x="24130" y="12700"/>
                  </a:lnTo>
                  <a:close/>
                </a:path>
              </a:pathLst>
            </a:custGeom>
            <a:solidFill>
              <a:srgbClr val="006600"/>
            </a:solidFill>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61"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2"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3"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4"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5"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6"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7"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8"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9"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70"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71"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2"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3"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4"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5"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5"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6"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7"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8"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9"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80"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127000" y="1905635"/>
            <a:ext cx="8542655" cy="4498975"/>
          </a:xfrm>
          <a:prstGeom prst="rect">
            <a:avLst/>
          </a:prstGeom>
        </p:spPr>
        <p:txBody>
          <a:bodyPr vert="horz" wrap="square" lIns="0" tIns="234950" rIns="0" bIns="0" rtlCol="0">
            <a:spAutoFit/>
          </a:bodyPr>
          <a:lstStyle/>
          <a:p>
            <a:pPr marL="12700" indent="0">
              <a:lnSpc>
                <a:spcPct val="100000"/>
              </a:lnSpc>
              <a:spcBef>
                <a:spcPts val="1850"/>
              </a:spcBef>
              <a:buFont typeface="Tahoma" panose="020B0604030504040204"/>
              <a:buNone/>
              <a:tabLst>
                <a:tab pos="278130" algn="l"/>
              </a:tabLst>
            </a:pPr>
            <a:r>
              <a:rPr lang="en-IN" sz="2800">
                <a:latin typeface="Tahoma" panose="020B0604030504040204"/>
                <a:cs typeface="Tahoma" panose="020B0604030504040204"/>
              </a:rPr>
              <a:t>     </a:t>
            </a:r>
            <a:r>
              <a:rPr lang="en-IN" sz="3200" b="1">
                <a:latin typeface="Tahoma" panose="020B0604030504040204"/>
                <a:cs typeface="Tahoma" panose="020B0604030504040204"/>
              </a:rPr>
              <a:t>BARRIERS CAUSED BY THE LISTENER</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Believing more knowledgeable than the speaker</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Being pre-occupied with something else than the speech</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Not having necessary vocabulary</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Having selective listening</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Formulating reply while listening</a:t>
            </a:r>
            <a:endParaRPr lang="en-IN" sz="28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17">
                                            <p:txEl>
                                              <p:pRg st="4" end="4"/>
                                            </p:txEl>
                                          </p:spTgt>
                                        </p:tgtEl>
                                        <p:attrNameLst>
                                          <p:attrName>style.visibility</p:attrName>
                                        </p:attrNameLst>
                                      </p:cBhvr>
                                      <p:to>
                                        <p:strVal val="visible"/>
                                      </p:to>
                                    </p:set>
                                    <p:anim calcmode="lin" valueType="num">
                                      <p:cBhvr additive="base">
                                        <p:cTn id="31" dur="500" fill="hold"/>
                                        <p:tgtEl>
                                          <p:spTgt spid="61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1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617">
                                            <p:txEl>
                                              <p:pRg st="5" end="5"/>
                                            </p:txEl>
                                          </p:spTgt>
                                        </p:tgtEl>
                                        <p:attrNameLst>
                                          <p:attrName>style.visibility</p:attrName>
                                        </p:attrNameLst>
                                      </p:cBhvr>
                                      <p:to>
                                        <p:strVal val="visible"/>
                                      </p:to>
                                    </p:set>
                                    <p:anim calcmode="lin" valueType="num">
                                      <p:cBhvr additive="base">
                                        <p:cTn id="37" dur="500" fill="hold"/>
                                        <p:tgtEl>
                                          <p:spTgt spid="617">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617">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35" name="object 535"/>
          <p:cNvGrpSpPr/>
          <p:nvPr/>
        </p:nvGrpSpPr>
        <p:grpSpPr>
          <a:xfrm>
            <a:off x="3493830" y="967800"/>
            <a:ext cx="458470" cy="718820"/>
            <a:chOff x="3493830" y="967800"/>
            <a:chExt cx="458470" cy="718820"/>
          </a:xfrm>
        </p:grpSpPr>
        <p:sp>
          <p:nvSpPr>
            <p:cNvPr id="536" name="object 536"/>
            <p:cNvSpPr/>
            <p:nvPr/>
          </p:nvSpPr>
          <p:spPr>
            <a:xfrm>
              <a:off x="3500119" y="974090"/>
              <a:ext cx="173989" cy="698500"/>
            </a:xfrm>
            <a:prstGeom prst="rect">
              <a:avLst/>
            </a:prstGeom>
            <a:blipFill>
              <a:blip r:embed="rId59" cstate="print"/>
              <a:stretch>
                <a:fillRect/>
              </a:stretch>
            </a:blipFill>
          </p:spPr>
          <p:txBody>
            <a:bodyPr wrap="square" lIns="0" tIns="0" rIns="0" bIns="0" rtlCol="0"/>
            <a:lstStyle/>
            <a:p/>
          </p:txBody>
        </p:sp>
        <p:sp>
          <p:nvSpPr>
            <p:cNvPr id="537" name="object 537"/>
            <p:cNvSpPr/>
            <p:nvPr/>
          </p:nvSpPr>
          <p:spPr>
            <a:xfrm>
              <a:off x="3500119" y="9740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2460"/>
                  </a:lnTo>
                  <a:lnTo>
                    <a:pt x="125729" y="632460"/>
                  </a:lnTo>
                  <a:lnTo>
                    <a:pt x="127000" y="633730"/>
                  </a:lnTo>
                  <a:lnTo>
                    <a:pt x="128269" y="63500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29539" y="688339"/>
                  </a:lnTo>
                  <a:lnTo>
                    <a:pt x="124459" y="692150"/>
                  </a:lnTo>
                  <a:lnTo>
                    <a:pt x="119379" y="694689"/>
                  </a:lnTo>
                  <a:lnTo>
                    <a:pt x="113029" y="697230"/>
                  </a:lnTo>
                  <a:lnTo>
                    <a:pt x="106679" y="697230"/>
                  </a:lnTo>
                  <a:lnTo>
                    <a:pt x="100329" y="698500"/>
                  </a:lnTo>
                  <a:lnTo>
                    <a:pt x="95250" y="697230"/>
                  </a:lnTo>
                  <a:lnTo>
                    <a:pt x="88900" y="695960"/>
                  </a:lnTo>
                  <a:lnTo>
                    <a:pt x="83819" y="694689"/>
                  </a:lnTo>
                  <a:lnTo>
                    <a:pt x="77469" y="692150"/>
                  </a:lnTo>
                  <a:lnTo>
                    <a:pt x="72389" y="687070"/>
                  </a:lnTo>
                  <a:lnTo>
                    <a:pt x="68579" y="683260"/>
                  </a:lnTo>
                  <a:lnTo>
                    <a:pt x="48259" y="650239"/>
                  </a:lnTo>
                  <a:lnTo>
                    <a:pt x="44450" y="642620"/>
                  </a:lnTo>
                  <a:lnTo>
                    <a:pt x="43179" y="636270"/>
                  </a:lnTo>
                  <a:lnTo>
                    <a:pt x="40639"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2080"/>
                  </a:lnTo>
                  <a:lnTo>
                    <a:pt x="59689" y="118110"/>
                  </a:lnTo>
                  <a:lnTo>
                    <a:pt x="7238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38" name="object 538"/>
            <p:cNvSpPr/>
            <p:nvPr/>
          </p:nvSpPr>
          <p:spPr>
            <a:xfrm>
              <a:off x="3700779" y="1143000"/>
              <a:ext cx="245110" cy="537210"/>
            </a:xfrm>
            <a:prstGeom prst="rect">
              <a:avLst/>
            </a:prstGeom>
            <a:blipFill>
              <a:blip r:embed="rId60" cstate="print"/>
              <a:stretch>
                <a:fillRect/>
              </a:stretch>
            </a:blipFill>
          </p:spPr>
          <p:txBody>
            <a:bodyPr wrap="square" lIns="0" tIns="0" rIns="0" bIns="0" rtlCol="0"/>
            <a:lstStyle/>
            <a:p/>
          </p:txBody>
        </p:sp>
        <p:sp>
          <p:nvSpPr>
            <p:cNvPr id="539" name="object 539"/>
            <p:cNvSpPr/>
            <p:nvPr/>
          </p:nvSpPr>
          <p:spPr>
            <a:xfrm>
              <a:off x="3821430" y="1137919"/>
              <a:ext cx="130810" cy="496570"/>
            </a:xfrm>
            <a:custGeom>
              <a:avLst/>
              <a:gdLst/>
              <a:ahLst/>
              <a:cxnLst/>
              <a:rect l="l" t="t" r="r" b="b"/>
              <a:pathLst>
                <a:path w="130810" h="496569">
                  <a:moveTo>
                    <a:pt x="130810" y="274320"/>
                  </a:moveTo>
                  <a:lnTo>
                    <a:pt x="129540" y="256540"/>
                  </a:lnTo>
                  <a:lnTo>
                    <a:pt x="129540" y="255270"/>
                  </a:lnTo>
                  <a:lnTo>
                    <a:pt x="129540" y="237490"/>
                  </a:lnTo>
                  <a:lnTo>
                    <a:pt x="128270" y="219710"/>
                  </a:lnTo>
                  <a:lnTo>
                    <a:pt x="12573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0170" y="67310"/>
                  </a:lnTo>
                  <a:lnTo>
                    <a:pt x="90170" y="66040"/>
                  </a:lnTo>
                  <a:lnTo>
                    <a:pt x="8255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6350"/>
                  </a:lnTo>
                  <a:lnTo>
                    <a:pt x="0" y="11430"/>
                  </a:lnTo>
                  <a:lnTo>
                    <a:pt x="7645" y="12534"/>
                  </a:lnTo>
                  <a:lnTo>
                    <a:pt x="7620" y="12700"/>
                  </a:lnTo>
                  <a:lnTo>
                    <a:pt x="15303" y="13804"/>
                  </a:lnTo>
                  <a:lnTo>
                    <a:pt x="15240" y="13970"/>
                  </a:lnTo>
                  <a:lnTo>
                    <a:pt x="22987" y="16192"/>
                  </a:lnTo>
                  <a:lnTo>
                    <a:pt x="22860" y="16510"/>
                  </a:lnTo>
                  <a:lnTo>
                    <a:pt x="30480" y="20320"/>
                  </a:lnTo>
                  <a:lnTo>
                    <a:pt x="38100" y="24130"/>
                  </a:lnTo>
                  <a:lnTo>
                    <a:pt x="45720" y="30480"/>
                  </a:lnTo>
                  <a:lnTo>
                    <a:pt x="52070" y="36830"/>
                  </a:lnTo>
                  <a:lnTo>
                    <a:pt x="59690" y="44450"/>
                  </a:lnTo>
                  <a:lnTo>
                    <a:pt x="66763" y="51536"/>
                  </a:lnTo>
                  <a:lnTo>
                    <a:pt x="66040" y="52070"/>
                  </a:lnTo>
                  <a:lnTo>
                    <a:pt x="72390" y="62230"/>
                  </a:lnTo>
                  <a:lnTo>
                    <a:pt x="78740" y="73660"/>
                  </a:lnTo>
                  <a:lnTo>
                    <a:pt x="79159" y="73342"/>
                  </a:lnTo>
                  <a:lnTo>
                    <a:pt x="83820" y="83820"/>
                  </a:lnTo>
                  <a:lnTo>
                    <a:pt x="90170" y="96520"/>
                  </a:lnTo>
                  <a:lnTo>
                    <a:pt x="90551" y="96329"/>
                  </a:lnTo>
                  <a:lnTo>
                    <a:pt x="95161" y="108991"/>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70" y="393788"/>
                  </a:lnTo>
                  <a:lnTo>
                    <a:pt x="106680" y="393700"/>
                  </a:lnTo>
                  <a:lnTo>
                    <a:pt x="101600" y="414020"/>
                  </a:lnTo>
                  <a:lnTo>
                    <a:pt x="96799" y="433222"/>
                  </a:lnTo>
                  <a:lnTo>
                    <a:pt x="96520" y="433070"/>
                  </a:lnTo>
                  <a:lnTo>
                    <a:pt x="90170" y="452120"/>
                  </a:lnTo>
                  <a:lnTo>
                    <a:pt x="85090" y="462280"/>
                  </a:lnTo>
                  <a:lnTo>
                    <a:pt x="81280" y="472440"/>
                  </a:lnTo>
                  <a:lnTo>
                    <a:pt x="76200" y="481330"/>
                  </a:lnTo>
                  <a:lnTo>
                    <a:pt x="77228" y="481749"/>
                  </a:lnTo>
                  <a:lnTo>
                    <a:pt x="72390" y="490220"/>
                  </a:lnTo>
                  <a:lnTo>
                    <a:pt x="77470" y="492760"/>
                  </a:lnTo>
                  <a:lnTo>
                    <a:pt x="82550" y="496570"/>
                  </a:lnTo>
                  <a:lnTo>
                    <a:pt x="87630" y="487680"/>
                  </a:lnTo>
                  <a:lnTo>
                    <a:pt x="92710" y="477520"/>
                  </a:lnTo>
                  <a:lnTo>
                    <a:pt x="97790" y="467360"/>
                  </a:lnTo>
                  <a:lnTo>
                    <a:pt x="101600" y="457200"/>
                  </a:lnTo>
                  <a:lnTo>
                    <a:pt x="107950" y="438150"/>
                  </a:lnTo>
                  <a:lnTo>
                    <a:pt x="107950" y="436880"/>
                  </a:lnTo>
                  <a:lnTo>
                    <a:pt x="114300" y="417830"/>
                  </a:lnTo>
                  <a:lnTo>
                    <a:pt x="119380" y="397510"/>
                  </a:lnTo>
                  <a:lnTo>
                    <a:pt x="119380" y="396240"/>
                  </a:lnTo>
                  <a:lnTo>
                    <a:pt x="123190" y="374650"/>
                  </a:lnTo>
                  <a:lnTo>
                    <a:pt x="125730" y="350520"/>
                  </a:lnTo>
                  <a:lnTo>
                    <a:pt x="128270" y="326390"/>
                  </a:lnTo>
                  <a:lnTo>
                    <a:pt x="129540" y="300990"/>
                  </a:lnTo>
                  <a:lnTo>
                    <a:pt x="130810" y="274320"/>
                  </a:lnTo>
                  <a:close/>
                </a:path>
              </a:pathLst>
            </a:custGeom>
            <a:solidFill>
              <a:srgbClr val="006600"/>
            </a:solidFill>
          </p:spPr>
          <p:txBody>
            <a:bodyPr wrap="square" lIns="0" tIns="0" rIns="0" bIns="0" rtlCol="0"/>
            <a:lstStyle/>
            <a:p/>
          </p:txBody>
        </p:sp>
        <p:sp>
          <p:nvSpPr>
            <p:cNvPr id="540" name="object 540"/>
            <p:cNvSpPr/>
            <p:nvPr/>
          </p:nvSpPr>
          <p:spPr>
            <a:xfrm>
              <a:off x="3694430" y="1386839"/>
              <a:ext cx="214629" cy="299720"/>
            </a:xfrm>
            <a:custGeom>
              <a:avLst/>
              <a:gdLst/>
              <a:ahLst/>
              <a:cxnLst/>
              <a:rect l="l" t="t" r="r" b="b"/>
              <a:pathLst>
                <a:path w="214629" h="299719">
                  <a:moveTo>
                    <a:pt x="214630" y="238760"/>
                  </a:moveTo>
                  <a:lnTo>
                    <a:pt x="209550" y="234950"/>
                  </a:lnTo>
                  <a:lnTo>
                    <a:pt x="204470" y="232410"/>
                  </a:lnTo>
                  <a:lnTo>
                    <a:pt x="199898" y="240411"/>
                  </a:lnTo>
                  <a:lnTo>
                    <a:pt x="199390" y="240030"/>
                  </a:lnTo>
                  <a:lnTo>
                    <a:pt x="194310" y="247650"/>
                  </a:lnTo>
                  <a:lnTo>
                    <a:pt x="187960" y="255270"/>
                  </a:lnTo>
                  <a:lnTo>
                    <a:pt x="188683" y="255816"/>
                  </a:lnTo>
                  <a:lnTo>
                    <a:pt x="182880" y="261620"/>
                  </a:lnTo>
                  <a:lnTo>
                    <a:pt x="178282" y="267360"/>
                  </a:lnTo>
                  <a:lnTo>
                    <a:pt x="177800" y="266700"/>
                  </a:lnTo>
                  <a:lnTo>
                    <a:pt x="171450" y="271780"/>
                  </a:lnTo>
                  <a:lnTo>
                    <a:pt x="171919" y="272262"/>
                  </a:lnTo>
                  <a:lnTo>
                    <a:pt x="166370" y="275590"/>
                  </a:lnTo>
                  <a:lnTo>
                    <a:pt x="160020" y="279400"/>
                  </a:lnTo>
                  <a:lnTo>
                    <a:pt x="160312" y="279793"/>
                  </a:lnTo>
                  <a:lnTo>
                    <a:pt x="154940" y="281940"/>
                  </a:lnTo>
                  <a:lnTo>
                    <a:pt x="148590" y="284480"/>
                  </a:lnTo>
                  <a:lnTo>
                    <a:pt x="142240" y="285750"/>
                  </a:lnTo>
                  <a:lnTo>
                    <a:pt x="128930" y="286969"/>
                  </a:lnTo>
                  <a:lnTo>
                    <a:pt x="115570" y="285750"/>
                  </a:lnTo>
                  <a:lnTo>
                    <a:pt x="110388" y="284721"/>
                  </a:lnTo>
                  <a:lnTo>
                    <a:pt x="110490" y="284480"/>
                  </a:lnTo>
                  <a:lnTo>
                    <a:pt x="103987" y="282321"/>
                  </a:lnTo>
                  <a:lnTo>
                    <a:pt x="104140" y="281940"/>
                  </a:lnTo>
                  <a:lnTo>
                    <a:pt x="97574" y="279755"/>
                  </a:lnTo>
                  <a:lnTo>
                    <a:pt x="97790" y="279400"/>
                  </a:lnTo>
                  <a:lnTo>
                    <a:pt x="91440" y="276860"/>
                  </a:lnTo>
                  <a:lnTo>
                    <a:pt x="86360" y="273050"/>
                  </a:lnTo>
                  <a:lnTo>
                    <a:pt x="81280" y="267970"/>
                  </a:lnTo>
                  <a:lnTo>
                    <a:pt x="80645" y="268605"/>
                  </a:lnTo>
                  <a:lnTo>
                    <a:pt x="75565" y="263525"/>
                  </a:lnTo>
                  <a:lnTo>
                    <a:pt x="76200" y="262890"/>
                  </a:lnTo>
                  <a:lnTo>
                    <a:pt x="70459" y="258305"/>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4130" y="147320"/>
                  </a:lnTo>
                  <a:lnTo>
                    <a:pt x="20320" y="125730"/>
                  </a:lnTo>
                  <a:lnTo>
                    <a:pt x="16510" y="102870"/>
                  </a:lnTo>
                  <a:lnTo>
                    <a:pt x="13970" y="77470"/>
                  </a:lnTo>
                  <a:lnTo>
                    <a:pt x="12700" y="53340"/>
                  </a:lnTo>
                  <a:lnTo>
                    <a:pt x="12700" y="27940"/>
                  </a:lnTo>
                  <a:lnTo>
                    <a:pt x="12700" y="0"/>
                  </a:lnTo>
                  <a:lnTo>
                    <a:pt x="0" y="0"/>
                  </a:lnTo>
                  <a:lnTo>
                    <a:pt x="0" y="27940"/>
                  </a:lnTo>
                  <a:lnTo>
                    <a:pt x="0" y="53340"/>
                  </a:lnTo>
                  <a:lnTo>
                    <a:pt x="0" y="54610"/>
                  </a:lnTo>
                  <a:lnTo>
                    <a:pt x="2540" y="78740"/>
                  </a:lnTo>
                  <a:lnTo>
                    <a:pt x="2540" y="80010"/>
                  </a:lnTo>
                  <a:lnTo>
                    <a:pt x="5080" y="104140"/>
                  </a:lnTo>
                  <a:lnTo>
                    <a:pt x="7620" y="128270"/>
                  </a:lnTo>
                  <a:lnTo>
                    <a:pt x="12700" y="151130"/>
                  </a:lnTo>
                  <a:lnTo>
                    <a:pt x="17780" y="172720"/>
                  </a:lnTo>
                  <a:lnTo>
                    <a:pt x="17780" y="173990"/>
                  </a:lnTo>
                  <a:lnTo>
                    <a:pt x="24130" y="194310"/>
                  </a:lnTo>
                  <a:lnTo>
                    <a:pt x="24130" y="195580"/>
                  </a:lnTo>
                  <a:lnTo>
                    <a:pt x="31750" y="214630"/>
                  </a:lnTo>
                  <a:lnTo>
                    <a:pt x="31750" y="215900"/>
                  </a:lnTo>
                  <a:lnTo>
                    <a:pt x="36830" y="226060"/>
                  </a:lnTo>
                  <a:lnTo>
                    <a:pt x="40640" y="233680"/>
                  </a:lnTo>
                  <a:lnTo>
                    <a:pt x="44450" y="242570"/>
                  </a:lnTo>
                  <a:lnTo>
                    <a:pt x="45720" y="242570"/>
                  </a:lnTo>
                  <a:lnTo>
                    <a:pt x="45720" y="24384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6370" y="290830"/>
                  </a:lnTo>
                  <a:lnTo>
                    <a:pt x="167640" y="290830"/>
                  </a:lnTo>
                  <a:lnTo>
                    <a:pt x="173990" y="287020"/>
                  </a:lnTo>
                  <a:lnTo>
                    <a:pt x="173570" y="286334"/>
                  </a:lnTo>
                  <a:lnTo>
                    <a:pt x="179070" y="281940"/>
                  </a:lnTo>
                  <a:lnTo>
                    <a:pt x="180340" y="281940"/>
                  </a:lnTo>
                  <a:lnTo>
                    <a:pt x="186690" y="276860"/>
                  </a:lnTo>
                  <a:lnTo>
                    <a:pt x="186690" y="275590"/>
                  </a:lnTo>
                  <a:lnTo>
                    <a:pt x="191770" y="270510"/>
                  </a:lnTo>
                  <a:lnTo>
                    <a:pt x="193040" y="270510"/>
                  </a:lnTo>
                  <a:lnTo>
                    <a:pt x="198120" y="262890"/>
                  </a:lnTo>
                  <a:lnTo>
                    <a:pt x="204470" y="255270"/>
                  </a:lnTo>
                  <a:lnTo>
                    <a:pt x="209550" y="247650"/>
                  </a:lnTo>
                  <a:lnTo>
                    <a:pt x="214630" y="238760"/>
                  </a:lnTo>
                  <a:close/>
                </a:path>
              </a:pathLst>
            </a:custGeom>
            <a:solidFill>
              <a:srgbClr val="006600"/>
            </a:solidFill>
          </p:spPr>
          <p:txBody>
            <a:bodyPr wrap="square" lIns="0" tIns="0" rIns="0" bIns="0" rtlCol="0"/>
            <a:lstStyle/>
            <a:p/>
          </p:txBody>
        </p:sp>
        <p:sp>
          <p:nvSpPr>
            <p:cNvPr id="541" name="object 541"/>
            <p:cNvSpPr/>
            <p:nvPr/>
          </p:nvSpPr>
          <p:spPr>
            <a:xfrm>
              <a:off x="3694430" y="11366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15" y="48653"/>
                  </a:lnTo>
                  <a:lnTo>
                    <a:pt x="107950" y="49530"/>
                  </a:lnTo>
                  <a:lnTo>
                    <a:pt x="106680" y="50800"/>
                  </a:lnTo>
                  <a:lnTo>
                    <a:pt x="104140" y="53340"/>
                  </a:lnTo>
                  <a:lnTo>
                    <a:pt x="104140" y="54610"/>
                  </a:lnTo>
                  <a:lnTo>
                    <a:pt x="101600" y="58420"/>
                  </a:lnTo>
                  <a:lnTo>
                    <a:pt x="106680" y="62230"/>
                  </a:lnTo>
                  <a:lnTo>
                    <a:pt x="113030" y="64770"/>
                  </a:lnTo>
                  <a:lnTo>
                    <a:pt x="115570" y="59690"/>
                  </a:lnTo>
                  <a:lnTo>
                    <a:pt x="116840" y="58420"/>
                  </a:lnTo>
                  <a:lnTo>
                    <a:pt x="118110" y="5588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91440" y="10160"/>
                  </a:lnTo>
                  <a:lnTo>
                    <a:pt x="85090" y="12700"/>
                  </a:lnTo>
                  <a:lnTo>
                    <a:pt x="85090" y="13970"/>
                  </a:lnTo>
                  <a:lnTo>
                    <a:pt x="80010" y="17780"/>
                  </a:lnTo>
                  <a:lnTo>
                    <a:pt x="78740" y="17780"/>
                  </a:lnTo>
                  <a:lnTo>
                    <a:pt x="73660" y="22860"/>
                  </a:lnTo>
                  <a:lnTo>
                    <a:pt x="72390" y="22860"/>
                  </a:lnTo>
                  <a:lnTo>
                    <a:pt x="67310" y="29210"/>
                  </a:lnTo>
                  <a:lnTo>
                    <a:pt x="62230" y="34290"/>
                  </a:lnTo>
                  <a:lnTo>
                    <a:pt x="60960" y="34290"/>
                  </a:lnTo>
                  <a:lnTo>
                    <a:pt x="55880" y="41910"/>
                  </a:lnTo>
                  <a:lnTo>
                    <a:pt x="50800" y="49530"/>
                  </a:lnTo>
                  <a:lnTo>
                    <a:pt x="45720" y="57150"/>
                  </a:lnTo>
                  <a:lnTo>
                    <a:pt x="45720" y="58420"/>
                  </a:lnTo>
                  <a:lnTo>
                    <a:pt x="41910" y="66040"/>
                  </a:lnTo>
                  <a:lnTo>
                    <a:pt x="36830" y="74930"/>
                  </a:lnTo>
                  <a:lnTo>
                    <a:pt x="36830" y="76200"/>
                  </a:lnTo>
                  <a:lnTo>
                    <a:pt x="33020" y="85090"/>
                  </a:lnTo>
                  <a:lnTo>
                    <a:pt x="33020" y="86360"/>
                  </a:lnTo>
                  <a:lnTo>
                    <a:pt x="25400" y="106680"/>
                  </a:lnTo>
                  <a:lnTo>
                    <a:pt x="19050" y="128270"/>
                  </a:lnTo>
                  <a:lnTo>
                    <a:pt x="12700" y="151130"/>
                  </a:lnTo>
                  <a:lnTo>
                    <a:pt x="7620" y="175260"/>
                  </a:lnTo>
                  <a:lnTo>
                    <a:pt x="5080" y="199390"/>
                  </a:lnTo>
                  <a:lnTo>
                    <a:pt x="2540" y="224790"/>
                  </a:lnTo>
                  <a:lnTo>
                    <a:pt x="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2303" y="23609"/>
                  </a:lnTo>
                  <a:lnTo>
                    <a:pt x="97790" y="20320"/>
                  </a:lnTo>
                  <a:lnTo>
                    <a:pt x="104140" y="17780"/>
                  </a:lnTo>
                  <a:lnTo>
                    <a:pt x="103924" y="17360"/>
                  </a:lnTo>
                  <a:lnTo>
                    <a:pt x="108978" y="15341"/>
                  </a:lnTo>
                  <a:lnTo>
                    <a:pt x="109220" y="16510"/>
                  </a:lnTo>
                  <a:lnTo>
                    <a:pt x="115570" y="15240"/>
                  </a:lnTo>
                  <a:lnTo>
                    <a:pt x="115519" y="15024"/>
                  </a:lnTo>
                  <a:lnTo>
                    <a:pt x="128270" y="12700"/>
                  </a:lnTo>
                  <a:lnTo>
                    <a:pt x="128270" y="7620"/>
                  </a:lnTo>
                  <a:lnTo>
                    <a:pt x="128270" y="0"/>
                  </a:lnTo>
                  <a:close/>
                </a:path>
              </a:pathLst>
            </a:custGeom>
            <a:solidFill>
              <a:srgbClr val="006600"/>
            </a:solidFill>
          </p:spPr>
          <p:txBody>
            <a:bodyPr wrap="square" lIns="0" tIns="0" rIns="0" bIns="0" rtlCol="0"/>
            <a:lstStyle/>
            <a:p/>
          </p:txBody>
        </p:sp>
        <p:sp>
          <p:nvSpPr>
            <p:cNvPr id="542" name="object 542"/>
            <p:cNvSpPr/>
            <p:nvPr/>
          </p:nvSpPr>
          <p:spPr>
            <a:xfrm>
              <a:off x="3776979" y="1195069"/>
              <a:ext cx="44450" cy="453390"/>
            </a:xfrm>
            <a:custGeom>
              <a:avLst/>
              <a:gdLst/>
              <a:ahLst/>
              <a:cxnLst/>
              <a:rect l="l" t="t" r="r" b="b"/>
              <a:pathLst>
                <a:path w="44450" h="453389">
                  <a:moveTo>
                    <a:pt x="44450" y="441960"/>
                  </a:moveTo>
                  <a:lnTo>
                    <a:pt x="43180" y="440690"/>
                  </a:lnTo>
                  <a:lnTo>
                    <a:pt x="41910" y="440690"/>
                  </a:lnTo>
                  <a:lnTo>
                    <a:pt x="40640" y="439420"/>
                  </a:lnTo>
                  <a:lnTo>
                    <a:pt x="40335" y="439420"/>
                  </a:lnTo>
                  <a:lnTo>
                    <a:pt x="40335" y="440918"/>
                  </a:lnTo>
                  <a:lnTo>
                    <a:pt x="39370" y="445770"/>
                  </a:lnTo>
                  <a:lnTo>
                    <a:pt x="40335" y="440918"/>
                  </a:lnTo>
                  <a:lnTo>
                    <a:pt x="40335" y="439420"/>
                  </a:lnTo>
                  <a:lnTo>
                    <a:pt x="39370" y="439420"/>
                  </a:lnTo>
                  <a:lnTo>
                    <a:pt x="38100" y="438150"/>
                  </a:lnTo>
                  <a:lnTo>
                    <a:pt x="36830" y="438150"/>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7350"/>
                  </a:lnTo>
                  <a:lnTo>
                    <a:pt x="16510" y="377190"/>
                  </a:lnTo>
                  <a:lnTo>
                    <a:pt x="16497" y="124460"/>
                  </a:lnTo>
                  <a:lnTo>
                    <a:pt x="13970" y="124460"/>
                  </a:lnTo>
                  <a:lnTo>
                    <a:pt x="13970" y="91440"/>
                  </a:lnTo>
                  <a:lnTo>
                    <a:pt x="15240" y="76200"/>
                  </a:lnTo>
                  <a:lnTo>
                    <a:pt x="16510" y="62230"/>
                  </a:lnTo>
                  <a:lnTo>
                    <a:pt x="17780" y="50800"/>
                  </a:lnTo>
                  <a:lnTo>
                    <a:pt x="20320" y="4064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5080" y="62230"/>
                  </a:lnTo>
                  <a:lnTo>
                    <a:pt x="3810" y="74930"/>
                  </a:lnTo>
                  <a:lnTo>
                    <a:pt x="2540" y="90170"/>
                  </a:lnTo>
                  <a:lnTo>
                    <a:pt x="1270" y="123190"/>
                  </a:lnTo>
                  <a:lnTo>
                    <a:pt x="1270" y="124460"/>
                  </a:lnTo>
                  <a:lnTo>
                    <a:pt x="0" y="124460"/>
                  </a:lnTo>
                  <a:lnTo>
                    <a:pt x="0" y="261620"/>
                  </a:lnTo>
                  <a:lnTo>
                    <a:pt x="0" y="289560"/>
                  </a:lnTo>
                  <a:lnTo>
                    <a:pt x="0" y="317500"/>
                  </a:lnTo>
                  <a:lnTo>
                    <a:pt x="0" y="379730"/>
                  </a:lnTo>
                  <a:lnTo>
                    <a:pt x="3810" y="379730"/>
                  </a:lnTo>
                  <a:lnTo>
                    <a:pt x="5080" y="388620"/>
                  </a:lnTo>
                  <a:lnTo>
                    <a:pt x="6350" y="396240"/>
                  </a:lnTo>
                  <a:lnTo>
                    <a:pt x="7620" y="405130"/>
                  </a:lnTo>
                  <a:lnTo>
                    <a:pt x="8890" y="411480"/>
                  </a:lnTo>
                  <a:lnTo>
                    <a:pt x="889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2120"/>
                  </a:lnTo>
                  <a:lnTo>
                    <a:pt x="35560" y="452120"/>
                  </a:lnTo>
                  <a:lnTo>
                    <a:pt x="38100" y="452120"/>
                  </a:lnTo>
                  <a:lnTo>
                    <a:pt x="40640" y="453390"/>
                  </a:lnTo>
                  <a:lnTo>
                    <a:pt x="41910" y="447040"/>
                  </a:lnTo>
                  <a:lnTo>
                    <a:pt x="44450" y="441960"/>
                  </a:lnTo>
                  <a:close/>
                </a:path>
              </a:pathLst>
            </a:custGeom>
            <a:solidFill>
              <a:srgbClr val="006600"/>
            </a:solidFill>
          </p:spPr>
          <p:txBody>
            <a:bodyPr wrap="square" lIns="0" tIns="0" rIns="0" bIns="0" rtlCol="0"/>
            <a:lstStyle/>
            <a:p/>
          </p:txBody>
        </p:sp>
        <p:sp>
          <p:nvSpPr>
            <p:cNvPr id="543" name="object 543"/>
            <p:cNvSpPr/>
            <p:nvPr/>
          </p:nvSpPr>
          <p:spPr>
            <a:xfrm>
              <a:off x="3815080" y="1188719"/>
              <a:ext cx="54610" cy="461009"/>
            </a:xfrm>
            <a:custGeom>
              <a:avLst/>
              <a:gdLst/>
              <a:ahLst/>
              <a:cxnLst/>
              <a:rect l="l" t="t" r="r" b="b"/>
              <a:pathLst>
                <a:path w="54610" h="461010">
                  <a:moveTo>
                    <a:pt x="53340" y="104140"/>
                  </a:moveTo>
                  <a:lnTo>
                    <a:pt x="52070" y="88900"/>
                  </a:lnTo>
                  <a:lnTo>
                    <a:pt x="50800" y="76200"/>
                  </a:lnTo>
                  <a:lnTo>
                    <a:pt x="50800" y="63500"/>
                  </a:lnTo>
                  <a:lnTo>
                    <a:pt x="48260" y="54610"/>
                  </a:lnTo>
                  <a:lnTo>
                    <a:pt x="48260" y="45720"/>
                  </a:lnTo>
                  <a:lnTo>
                    <a:pt x="45720" y="38100"/>
                  </a:lnTo>
                  <a:lnTo>
                    <a:pt x="44450" y="30480"/>
                  </a:lnTo>
                  <a:lnTo>
                    <a:pt x="41910" y="22860"/>
                  </a:lnTo>
                  <a:lnTo>
                    <a:pt x="41668" y="22987"/>
                  </a:lnTo>
                  <a:lnTo>
                    <a:pt x="40640" y="17780"/>
                  </a:lnTo>
                  <a:lnTo>
                    <a:pt x="38100" y="12700"/>
                  </a:lnTo>
                  <a:lnTo>
                    <a:pt x="35560" y="6350"/>
                  </a:lnTo>
                  <a:lnTo>
                    <a:pt x="35560" y="5080"/>
                  </a:lnTo>
                  <a:lnTo>
                    <a:pt x="34290" y="3810"/>
                  </a:lnTo>
                  <a:lnTo>
                    <a:pt x="33020" y="1270"/>
                  </a:lnTo>
                  <a:lnTo>
                    <a:pt x="31750" y="1270"/>
                  </a:lnTo>
                  <a:lnTo>
                    <a:pt x="30480" y="0"/>
                  </a:lnTo>
                  <a:lnTo>
                    <a:pt x="26670" y="3810"/>
                  </a:lnTo>
                  <a:lnTo>
                    <a:pt x="20320" y="6350"/>
                  </a:lnTo>
                  <a:lnTo>
                    <a:pt x="21590" y="7620"/>
                  </a:lnTo>
                  <a:lnTo>
                    <a:pt x="21590" y="8890"/>
                  </a:lnTo>
                  <a:lnTo>
                    <a:pt x="22860" y="11430"/>
                  </a:lnTo>
                  <a:lnTo>
                    <a:pt x="24130" y="11430"/>
                  </a:lnTo>
                  <a:lnTo>
                    <a:pt x="26670" y="16510"/>
                  </a:lnTo>
                  <a:lnTo>
                    <a:pt x="29083" y="21361"/>
                  </a:lnTo>
                  <a:lnTo>
                    <a:pt x="27940" y="2159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61010">
                  <a:moveTo>
                    <a:pt x="54610" y="138430"/>
                  </a:moveTo>
                  <a:lnTo>
                    <a:pt x="54597" y="104152"/>
                  </a:lnTo>
                  <a:lnTo>
                    <a:pt x="38100" y="104152"/>
                  </a:lnTo>
                  <a:lnTo>
                    <a:pt x="38100" y="356870"/>
                  </a:lnTo>
                  <a:lnTo>
                    <a:pt x="38100" y="374650"/>
                  </a:lnTo>
                  <a:lnTo>
                    <a:pt x="36830" y="388620"/>
                  </a:lnTo>
                  <a:lnTo>
                    <a:pt x="35560" y="396240"/>
                  </a:lnTo>
                  <a:lnTo>
                    <a:pt x="34290" y="403860"/>
                  </a:lnTo>
                  <a:lnTo>
                    <a:pt x="33020" y="410210"/>
                  </a:lnTo>
                  <a:lnTo>
                    <a:pt x="30480" y="416560"/>
                  </a:lnTo>
                  <a:lnTo>
                    <a:pt x="29400" y="422998"/>
                  </a:lnTo>
                  <a:lnTo>
                    <a:pt x="29210" y="422910"/>
                  </a:lnTo>
                  <a:lnTo>
                    <a:pt x="26670" y="426720"/>
                  </a:lnTo>
                  <a:lnTo>
                    <a:pt x="26670" y="427990"/>
                  </a:lnTo>
                  <a:lnTo>
                    <a:pt x="24130" y="434340"/>
                  </a:lnTo>
                  <a:lnTo>
                    <a:pt x="24650" y="434555"/>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2540" y="461010"/>
                  </a:lnTo>
                  <a:lnTo>
                    <a:pt x="3810" y="461010"/>
                  </a:lnTo>
                  <a:lnTo>
                    <a:pt x="5080" y="461010"/>
                  </a:lnTo>
                  <a:lnTo>
                    <a:pt x="7620" y="461010"/>
                  </a:lnTo>
                  <a:lnTo>
                    <a:pt x="10160" y="461010"/>
                  </a:lnTo>
                  <a:lnTo>
                    <a:pt x="11430" y="461010"/>
                  </a:lnTo>
                  <a:lnTo>
                    <a:pt x="11430" y="459740"/>
                  </a:lnTo>
                  <a:lnTo>
                    <a:pt x="13970" y="459740"/>
                  </a:lnTo>
                  <a:lnTo>
                    <a:pt x="15240" y="459740"/>
                  </a:lnTo>
                  <a:lnTo>
                    <a:pt x="15240" y="458470"/>
                  </a:lnTo>
                  <a:lnTo>
                    <a:pt x="17780" y="458470"/>
                  </a:lnTo>
                  <a:lnTo>
                    <a:pt x="19050" y="45847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6830" y="439420"/>
                  </a:lnTo>
                  <a:lnTo>
                    <a:pt x="36830" y="438150"/>
                  </a:lnTo>
                  <a:lnTo>
                    <a:pt x="39370" y="431800"/>
                  </a:lnTo>
                  <a:lnTo>
                    <a:pt x="38785" y="431685"/>
                  </a:lnTo>
                  <a:lnTo>
                    <a:pt x="40640" y="427990"/>
                  </a:lnTo>
                  <a:lnTo>
                    <a:pt x="41910" y="426720"/>
                  </a:lnTo>
                  <a:lnTo>
                    <a:pt x="43180" y="420370"/>
                  </a:lnTo>
                  <a:lnTo>
                    <a:pt x="44450" y="414020"/>
                  </a:lnTo>
                  <a:lnTo>
                    <a:pt x="44450" y="412750"/>
                  </a:lnTo>
                  <a:lnTo>
                    <a:pt x="45720" y="405130"/>
                  </a:lnTo>
                  <a:lnTo>
                    <a:pt x="48260" y="398780"/>
                  </a:lnTo>
                  <a:lnTo>
                    <a:pt x="48260" y="389890"/>
                  </a:lnTo>
                  <a:lnTo>
                    <a:pt x="49530" y="375920"/>
                  </a:lnTo>
                  <a:lnTo>
                    <a:pt x="50800" y="356870"/>
                  </a:lnTo>
                  <a:lnTo>
                    <a:pt x="54597" y="356870"/>
                  </a:lnTo>
                  <a:lnTo>
                    <a:pt x="54597" y="139700"/>
                  </a:lnTo>
                  <a:lnTo>
                    <a:pt x="54610" y="138430"/>
                  </a:lnTo>
                  <a:close/>
                </a:path>
              </a:pathLst>
            </a:custGeom>
            <a:solidFill>
              <a:srgbClr val="006600"/>
            </a:solidFill>
          </p:spPr>
          <p:txBody>
            <a:bodyPr wrap="square" lIns="0" tIns="0" rIns="0" bIns="0" rtlCol="0"/>
            <a:lstStyle/>
            <a:p/>
          </p:txBody>
        </p:sp>
        <p:sp>
          <p:nvSpPr>
            <p:cNvPr id="544" name="object 544"/>
            <p:cNvSpPr/>
            <p:nvPr/>
          </p:nvSpPr>
          <p:spPr>
            <a:xfrm>
              <a:off x="3822700" y="1176019"/>
              <a:ext cx="24130" cy="21590"/>
            </a:xfrm>
            <a:custGeom>
              <a:avLst/>
              <a:gdLst/>
              <a:ahLst/>
              <a:cxnLst/>
              <a:rect l="l" t="t" r="r" b="b"/>
              <a:pathLst>
                <a:path w="24129" h="2159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5283" y="13627"/>
                  </a:lnTo>
                  <a:lnTo>
                    <a:pt x="5080" y="13970"/>
                  </a:lnTo>
                  <a:lnTo>
                    <a:pt x="7620" y="15240"/>
                  </a:lnTo>
                  <a:lnTo>
                    <a:pt x="8890" y="15240"/>
                  </a:lnTo>
                  <a:lnTo>
                    <a:pt x="10160" y="16510"/>
                  </a:lnTo>
                  <a:lnTo>
                    <a:pt x="11430" y="17780"/>
                  </a:lnTo>
                  <a:lnTo>
                    <a:pt x="12700" y="19050"/>
                  </a:lnTo>
                  <a:lnTo>
                    <a:pt x="13970" y="20320"/>
                  </a:lnTo>
                  <a:lnTo>
                    <a:pt x="13970" y="21590"/>
                  </a:lnTo>
                  <a:lnTo>
                    <a:pt x="19050" y="16510"/>
                  </a:lnTo>
                  <a:lnTo>
                    <a:pt x="24130" y="13970"/>
                  </a:lnTo>
                  <a:lnTo>
                    <a:pt x="24130" y="12700"/>
                  </a:lnTo>
                  <a:close/>
                </a:path>
              </a:pathLst>
            </a:custGeom>
            <a:solidFill>
              <a:srgbClr val="006600"/>
            </a:solidFill>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61"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2"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3"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4"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5"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6"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7"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8"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9"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70"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71"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2"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3"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4"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5"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5"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6"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7"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8"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9"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80"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127000" y="1905635"/>
            <a:ext cx="8542655" cy="4393565"/>
          </a:xfrm>
          <a:prstGeom prst="rect">
            <a:avLst/>
          </a:prstGeom>
        </p:spPr>
        <p:txBody>
          <a:bodyPr vert="horz" wrap="square" lIns="0" tIns="234950" rIns="0" bIns="0" rtlCol="0">
            <a:spAutoFit/>
          </a:bodyPr>
          <a:lstStyle/>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Keeping the television on while talking to someone</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Paying more attention to the speaker than the speech</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Focusing on other things like things happening outside the window and people sitting around</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Having no interest in the speech or ‘Mr Know All’ attitude</a:t>
            </a:r>
            <a:endParaRPr lang="en-IN" sz="28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35" name="object 535"/>
          <p:cNvGrpSpPr/>
          <p:nvPr/>
        </p:nvGrpSpPr>
        <p:grpSpPr>
          <a:xfrm>
            <a:off x="3493830" y="967800"/>
            <a:ext cx="458470" cy="718820"/>
            <a:chOff x="3493830" y="967800"/>
            <a:chExt cx="458470" cy="718820"/>
          </a:xfrm>
        </p:grpSpPr>
        <p:sp>
          <p:nvSpPr>
            <p:cNvPr id="536" name="object 536"/>
            <p:cNvSpPr/>
            <p:nvPr/>
          </p:nvSpPr>
          <p:spPr>
            <a:xfrm>
              <a:off x="3500119" y="974090"/>
              <a:ext cx="173989" cy="698500"/>
            </a:xfrm>
            <a:prstGeom prst="rect">
              <a:avLst/>
            </a:prstGeom>
            <a:blipFill>
              <a:blip r:embed="rId59" cstate="print"/>
              <a:stretch>
                <a:fillRect/>
              </a:stretch>
            </a:blipFill>
          </p:spPr>
          <p:txBody>
            <a:bodyPr wrap="square" lIns="0" tIns="0" rIns="0" bIns="0" rtlCol="0"/>
            <a:lstStyle/>
            <a:p/>
          </p:txBody>
        </p:sp>
        <p:sp>
          <p:nvSpPr>
            <p:cNvPr id="537" name="object 537"/>
            <p:cNvSpPr/>
            <p:nvPr/>
          </p:nvSpPr>
          <p:spPr>
            <a:xfrm>
              <a:off x="3500119" y="9740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2460"/>
                  </a:lnTo>
                  <a:lnTo>
                    <a:pt x="125729" y="632460"/>
                  </a:lnTo>
                  <a:lnTo>
                    <a:pt x="127000" y="633730"/>
                  </a:lnTo>
                  <a:lnTo>
                    <a:pt x="128269" y="63500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29539" y="688339"/>
                  </a:lnTo>
                  <a:lnTo>
                    <a:pt x="124459" y="692150"/>
                  </a:lnTo>
                  <a:lnTo>
                    <a:pt x="119379" y="694689"/>
                  </a:lnTo>
                  <a:lnTo>
                    <a:pt x="113029" y="697230"/>
                  </a:lnTo>
                  <a:lnTo>
                    <a:pt x="106679" y="697230"/>
                  </a:lnTo>
                  <a:lnTo>
                    <a:pt x="100329" y="698500"/>
                  </a:lnTo>
                  <a:lnTo>
                    <a:pt x="95250" y="697230"/>
                  </a:lnTo>
                  <a:lnTo>
                    <a:pt x="88900" y="695960"/>
                  </a:lnTo>
                  <a:lnTo>
                    <a:pt x="83819" y="694689"/>
                  </a:lnTo>
                  <a:lnTo>
                    <a:pt x="77469" y="692150"/>
                  </a:lnTo>
                  <a:lnTo>
                    <a:pt x="72389" y="687070"/>
                  </a:lnTo>
                  <a:lnTo>
                    <a:pt x="68579" y="683260"/>
                  </a:lnTo>
                  <a:lnTo>
                    <a:pt x="48259" y="650239"/>
                  </a:lnTo>
                  <a:lnTo>
                    <a:pt x="44450" y="642620"/>
                  </a:lnTo>
                  <a:lnTo>
                    <a:pt x="43179" y="636270"/>
                  </a:lnTo>
                  <a:lnTo>
                    <a:pt x="40639"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2080"/>
                  </a:lnTo>
                  <a:lnTo>
                    <a:pt x="59689" y="118110"/>
                  </a:lnTo>
                  <a:lnTo>
                    <a:pt x="7238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38" name="object 538"/>
            <p:cNvSpPr/>
            <p:nvPr/>
          </p:nvSpPr>
          <p:spPr>
            <a:xfrm>
              <a:off x="3700779" y="1143000"/>
              <a:ext cx="245110" cy="537210"/>
            </a:xfrm>
            <a:prstGeom prst="rect">
              <a:avLst/>
            </a:prstGeom>
            <a:blipFill>
              <a:blip r:embed="rId60" cstate="print"/>
              <a:stretch>
                <a:fillRect/>
              </a:stretch>
            </a:blipFill>
          </p:spPr>
          <p:txBody>
            <a:bodyPr wrap="square" lIns="0" tIns="0" rIns="0" bIns="0" rtlCol="0"/>
            <a:lstStyle/>
            <a:p/>
          </p:txBody>
        </p:sp>
        <p:sp>
          <p:nvSpPr>
            <p:cNvPr id="539" name="object 539"/>
            <p:cNvSpPr/>
            <p:nvPr/>
          </p:nvSpPr>
          <p:spPr>
            <a:xfrm>
              <a:off x="3821430" y="1137919"/>
              <a:ext cx="130810" cy="496570"/>
            </a:xfrm>
            <a:custGeom>
              <a:avLst/>
              <a:gdLst/>
              <a:ahLst/>
              <a:cxnLst/>
              <a:rect l="l" t="t" r="r" b="b"/>
              <a:pathLst>
                <a:path w="130810" h="496569">
                  <a:moveTo>
                    <a:pt x="130810" y="274320"/>
                  </a:moveTo>
                  <a:lnTo>
                    <a:pt x="129540" y="256540"/>
                  </a:lnTo>
                  <a:lnTo>
                    <a:pt x="129540" y="255270"/>
                  </a:lnTo>
                  <a:lnTo>
                    <a:pt x="129540" y="237490"/>
                  </a:lnTo>
                  <a:lnTo>
                    <a:pt x="128270" y="219710"/>
                  </a:lnTo>
                  <a:lnTo>
                    <a:pt x="12573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0170" y="67310"/>
                  </a:lnTo>
                  <a:lnTo>
                    <a:pt x="90170" y="66040"/>
                  </a:lnTo>
                  <a:lnTo>
                    <a:pt x="8255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6350"/>
                  </a:lnTo>
                  <a:lnTo>
                    <a:pt x="0" y="11430"/>
                  </a:lnTo>
                  <a:lnTo>
                    <a:pt x="7645" y="12534"/>
                  </a:lnTo>
                  <a:lnTo>
                    <a:pt x="7620" y="12700"/>
                  </a:lnTo>
                  <a:lnTo>
                    <a:pt x="15303" y="13804"/>
                  </a:lnTo>
                  <a:lnTo>
                    <a:pt x="15240" y="13970"/>
                  </a:lnTo>
                  <a:lnTo>
                    <a:pt x="22987" y="16192"/>
                  </a:lnTo>
                  <a:lnTo>
                    <a:pt x="22860" y="16510"/>
                  </a:lnTo>
                  <a:lnTo>
                    <a:pt x="30480" y="20320"/>
                  </a:lnTo>
                  <a:lnTo>
                    <a:pt x="38100" y="24130"/>
                  </a:lnTo>
                  <a:lnTo>
                    <a:pt x="45720" y="30480"/>
                  </a:lnTo>
                  <a:lnTo>
                    <a:pt x="52070" y="36830"/>
                  </a:lnTo>
                  <a:lnTo>
                    <a:pt x="59690" y="44450"/>
                  </a:lnTo>
                  <a:lnTo>
                    <a:pt x="66763" y="51536"/>
                  </a:lnTo>
                  <a:lnTo>
                    <a:pt x="66040" y="52070"/>
                  </a:lnTo>
                  <a:lnTo>
                    <a:pt x="72390" y="62230"/>
                  </a:lnTo>
                  <a:lnTo>
                    <a:pt x="78740" y="73660"/>
                  </a:lnTo>
                  <a:lnTo>
                    <a:pt x="79159" y="73342"/>
                  </a:lnTo>
                  <a:lnTo>
                    <a:pt x="83820" y="83820"/>
                  </a:lnTo>
                  <a:lnTo>
                    <a:pt x="90170" y="96520"/>
                  </a:lnTo>
                  <a:lnTo>
                    <a:pt x="90551" y="96329"/>
                  </a:lnTo>
                  <a:lnTo>
                    <a:pt x="95161" y="108991"/>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70" y="393788"/>
                  </a:lnTo>
                  <a:lnTo>
                    <a:pt x="106680" y="393700"/>
                  </a:lnTo>
                  <a:lnTo>
                    <a:pt x="101600" y="414020"/>
                  </a:lnTo>
                  <a:lnTo>
                    <a:pt x="96799" y="433222"/>
                  </a:lnTo>
                  <a:lnTo>
                    <a:pt x="96520" y="433070"/>
                  </a:lnTo>
                  <a:lnTo>
                    <a:pt x="90170" y="452120"/>
                  </a:lnTo>
                  <a:lnTo>
                    <a:pt x="85090" y="462280"/>
                  </a:lnTo>
                  <a:lnTo>
                    <a:pt x="81280" y="472440"/>
                  </a:lnTo>
                  <a:lnTo>
                    <a:pt x="76200" y="481330"/>
                  </a:lnTo>
                  <a:lnTo>
                    <a:pt x="77228" y="481749"/>
                  </a:lnTo>
                  <a:lnTo>
                    <a:pt x="72390" y="490220"/>
                  </a:lnTo>
                  <a:lnTo>
                    <a:pt x="77470" y="492760"/>
                  </a:lnTo>
                  <a:lnTo>
                    <a:pt x="82550" y="496570"/>
                  </a:lnTo>
                  <a:lnTo>
                    <a:pt x="87630" y="487680"/>
                  </a:lnTo>
                  <a:lnTo>
                    <a:pt x="92710" y="477520"/>
                  </a:lnTo>
                  <a:lnTo>
                    <a:pt x="97790" y="467360"/>
                  </a:lnTo>
                  <a:lnTo>
                    <a:pt x="101600" y="457200"/>
                  </a:lnTo>
                  <a:lnTo>
                    <a:pt x="107950" y="438150"/>
                  </a:lnTo>
                  <a:lnTo>
                    <a:pt x="107950" y="436880"/>
                  </a:lnTo>
                  <a:lnTo>
                    <a:pt x="114300" y="417830"/>
                  </a:lnTo>
                  <a:lnTo>
                    <a:pt x="119380" y="397510"/>
                  </a:lnTo>
                  <a:lnTo>
                    <a:pt x="119380" y="396240"/>
                  </a:lnTo>
                  <a:lnTo>
                    <a:pt x="123190" y="374650"/>
                  </a:lnTo>
                  <a:lnTo>
                    <a:pt x="125730" y="350520"/>
                  </a:lnTo>
                  <a:lnTo>
                    <a:pt x="128270" y="326390"/>
                  </a:lnTo>
                  <a:lnTo>
                    <a:pt x="129540" y="300990"/>
                  </a:lnTo>
                  <a:lnTo>
                    <a:pt x="130810" y="274320"/>
                  </a:lnTo>
                  <a:close/>
                </a:path>
              </a:pathLst>
            </a:custGeom>
            <a:solidFill>
              <a:srgbClr val="006600"/>
            </a:solidFill>
          </p:spPr>
          <p:txBody>
            <a:bodyPr wrap="square" lIns="0" tIns="0" rIns="0" bIns="0" rtlCol="0"/>
            <a:lstStyle/>
            <a:p/>
          </p:txBody>
        </p:sp>
        <p:sp>
          <p:nvSpPr>
            <p:cNvPr id="540" name="object 540"/>
            <p:cNvSpPr/>
            <p:nvPr/>
          </p:nvSpPr>
          <p:spPr>
            <a:xfrm>
              <a:off x="3694430" y="1386839"/>
              <a:ext cx="214629" cy="299720"/>
            </a:xfrm>
            <a:custGeom>
              <a:avLst/>
              <a:gdLst/>
              <a:ahLst/>
              <a:cxnLst/>
              <a:rect l="l" t="t" r="r" b="b"/>
              <a:pathLst>
                <a:path w="214629" h="299719">
                  <a:moveTo>
                    <a:pt x="214630" y="238760"/>
                  </a:moveTo>
                  <a:lnTo>
                    <a:pt x="209550" y="234950"/>
                  </a:lnTo>
                  <a:lnTo>
                    <a:pt x="204470" y="232410"/>
                  </a:lnTo>
                  <a:lnTo>
                    <a:pt x="199898" y="240411"/>
                  </a:lnTo>
                  <a:lnTo>
                    <a:pt x="199390" y="240030"/>
                  </a:lnTo>
                  <a:lnTo>
                    <a:pt x="194310" y="247650"/>
                  </a:lnTo>
                  <a:lnTo>
                    <a:pt x="187960" y="255270"/>
                  </a:lnTo>
                  <a:lnTo>
                    <a:pt x="188683" y="255816"/>
                  </a:lnTo>
                  <a:lnTo>
                    <a:pt x="182880" y="261620"/>
                  </a:lnTo>
                  <a:lnTo>
                    <a:pt x="178282" y="267360"/>
                  </a:lnTo>
                  <a:lnTo>
                    <a:pt x="177800" y="266700"/>
                  </a:lnTo>
                  <a:lnTo>
                    <a:pt x="171450" y="271780"/>
                  </a:lnTo>
                  <a:lnTo>
                    <a:pt x="171919" y="272262"/>
                  </a:lnTo>
                  <a:lnTo>
                    <a:pt x="166370" y="275590"/>
                  </a:lnTo>
                  <a:lnTo>
                    <a:pt x="160020" y="279400"/>
                  </a:lnTo>
                  <a:lnTo>
                    <a:pt x="160312" y="279793"/>
                  </a:lnTo>
                  <a:lnTo>
                    <a:pt x="154940" y="281940"/>
                  </a:lnTo>
                  <a:lnTo>
                    <a:pt x="148590" y="284480"/>
                  </a:lnTo>
                  <a:lnTo>
                    <a:pt x="142240" y="285750"/>
                  </a:lnTo>
                  <a:lnTo>
                    <a:pt x="128930" y="286969"/>
                  </a:lnTo>
                  <a:lnTo>
                    <a:pt x="115570" y="285750"/>
                  </a:lnTo>
                  <a:lnTo>
                    <a:pt x="110388" y="284721"/>
                  </a:lnTo>
                  <a:lnTo>
                    <a:pt x="110490" y="284480"/>
                  </a:lnTo>
                  <a:lnTo>
                    <a:pt x="103987" y="282321"/>
                  </a:lnTo>
                  <a:lnTo>
                    <a:pt x="104140" y="281940"/>
                  </a:lnTo>
                  <a:lnTo>
                    <a:pt x="97574" y="279755"/>
                  </a:lnTo>
                  <a:lnTo>
                    <a:pt x="97790" y="279400"/>
                  </a:lnTo>
                  <a:lnTo>
                    <a:pt x="91440" y="276860"/>
                  </a:lnTo>
                  <a:lnTo>
                    <a:pt x="86360" y="273050"/>
                  </a:lnTo>
                  <a:lnTo>
                    <a:pt x="81280" y="267970"/>
                  </a:lnTo>
                  <a:lnTo>
                    <a:pt x="80645" y="268605"/>
                  </a:lnTo>
                  <a:lnTo>
                    <a:pt x="75565" y="263525"/>
                  </a:lnTo>
                  <a:lnTo>
                    <a:pt x="76200" y="262890"/>
                  </a:lnTo>
                  <a:lnTo>
                    <a:pt x="70459" y="258305"/>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4130" y="147320"/>
                  </a:lnTo>
                  <a:lnTo>
                    <a:pt x="20320" y="125730"/>
                  </a:lnTo>
                  <a:lnTo>
                    <a:pt x="16510" y="102870"/>
                  </a:lnTo>
                  <a:lnTo>
                    <a:pt x="13970" y="77470"/>
                  </a:lnTo>
                  <a:lnTo>
                    <a:pt x="12700" y="53340"/>
                  </a:lnTo>
                  <a:lnTo>
                    <a:pt x="12700" y="27940"/>
                  </a:lnTo>
                  <a:lnTo>
                    <a:pt x="12700" y="0"/>
                  </a:lnTo>
                  <a:lnTo>
                    <a:pt x="0" y="0"/>
                  </a:lnTo>
                  <a:lnTo>
                    <a:pt x="0" y="27940"/>
                  </a:lnTo>
                  <a:lnTo>
                    <a:pt x="0" y="53340"/>
                  </a:lnTo>
                  <a:lnTo>
                    <a:pt x="0" y="54610"/>
                  </a:lnTo>
                  <a:lnTo>
                    <a:pt x="2540" y="78740"/>
                  </a:lnTo>
                  <a:lnTo>
                    <a:pt x="2540" y="80010"/>
                  </a:lnTo>
                  <a:lnTo>
                    <a:pt x="5080" y="104140"/>
                  </a:lnTo>
                  <a:lnTo>
                    <a:pt x="7620" y="128270"/>
                  </a:lnTo>
                  <a:lnTo>
                    <a:pt x="12700" y="151130"/>
                  </a:lnTo>
                  <a:lnTo>
                    <a:pt x="17780" y="172720"/>
                  </a:lnTo>
                  <a:lnTo>
                    <a:pt x="17780" y="173990"/>
                  </a:lnTo>
                  <a:lnTo>
                    <a:pt x="24130" y="194310"/>
                  </a:lnTo>
                  <a:lnTo>
                    <a:pt x="24130" y="195580"/>
                  </a:lnTo>
                  <a:lnTo>
                    <a:pt x="31750" y="214630"/>
                  </a:lnTo>
                  <a:lnTo>
                    <a:pt x="31750" y="215900"/>
                  </a:lnTo>
                  <a:lnTo>
                    <a:pt x="36830" y="226060"/>
                  </a:lnTo>
                  <a:lnTo>
                    <a:pt x="40640" y="233680"/>
                  </a:lnTo>
                  <a:lnTo>
                    <a:pt x="44450" y="242570"/>
                  </a:lnTo>
                  <a:lnTo>
                    <a:pt x="45720" y="242570"/>
                  </a:lnTo>
                  <a:lnTo>
                    <a:pt x="45720" y="24384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6370" y="290830"/>
                  </a:lnTo>
                  <a:lnTo>
                    <a:pt x="167640" y="290830"/>
                  </a:lnTo>
                  <a:lnTo>
                    <a:pt x="173990" y="287020"/>
                  </a:lnTo>
                  <a:lnTo>
                    <a:pt x="173570" y="286334"/>
                  </a:lnTo>
                  <a:lnTo>
                    <a:pt x="179070" y="281940"/>
                  </a:lnTo>
                  <a:lnTo>
                    <a:pt x="180340" y="281940"/>
                  </a:lnTo>
                  <a:lnTo>
                    <a:pt x="186690" y="276860"/>
                  </a:lnTo>
                  <a:lnTo>
                    <a:pt x="186690" y="275590"/>
                  </a:lnTo>
                  <a:lnTo>
                    <a:pt x="191770" y="270510"/>
                  </a:lnTo>
                  <a:lnTo>
                    <a:pt x="193040" y="270510"/>
                  </a:lnTo>
                  <a:lnTo>
                    <a:pt x="198120" y="262890"/>
                  </a:lnTo>
                  <a:lnTo>
                    <a:pt x="204470" y="255270"/>
                  </a:lnTo>
                  <a:lnTo>
                    <a:pt x="209550" y="247650"/>
                  </a:lnTo>
                  <a:lnTo>
                    <a:pt x="214630" y="238760"/>
                  </a:lnTo>
                  <a:close/>
                </a:path>
              </a:pathLst>
            </a:custGeom>
            <a:solidFill>
              <a:srgbClr val="006600"/>
            </a:solidFill>
          </p:spPr>
          <p:txBody>
            <a:bodyPr wrap="square" lIns="0" tIns="0" rIns="0" bIns="0" rtlCol="0"/>
            <a:lstStyle/>
            <a:p/>
          </p:txBody>
        </p:sp>
        <p:sp>
          <p:nvSpPr>
            <p:cNvPr id="541" name="object 541"/>
            <p:cNvSpPr/>
            <p:nvPr/>
          </p:nvSpPr>
          <p:spPr>
            <a:xfrm>
              <a:off x="3694430" y="11366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15" y="48653"/>
                  </a:lnTo>
                  <a:lnTo>
                    <a:pt x="107950" y="49530"/>
                  </a:lnTo>
                  <a:lnTo>
                    <a:pt x="106680" y="50800"/>
                  </a:lnTo>
                  <a:lnTo>
                    <a:pt x="104140" y="53340"/>
                  </a:lnTo>
                  <a:lnTo>
                    <a:pt x="104140" y="54610"/>
                  </a:lnTo>
                  <a:lnTo>
                    <a:pt x="101600" y="58420"/>
                  </a:lnTo>
                  <a:lnTo>
                    <a:pt x="106680" y="62230"/>
                  </a:lnTo>
                  <a:lnTo>
                    <a:pt x="113030" y="64770"/>
                  </a:lnTo>
                  <a:lnTo>
                    <a:pt x="115570" y="59690"/>
                  </a:lnTo>
                  <a:lnTo>
                    <a:pt x="116840" y="58420"/>
                  </a:lnTo>
                  <a:lnTo>
                    <a:pt x="118110" y="5588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91440" y="10160"/>
                  </a:lnTo>
                  <a:lnTo>
                    <a:pt x="85090" y="12700"/>
                  </a:lnTo>
                  <a:lnTo>
                    <a:pt x="85090" y="13970"/>
                  </a:lnTo>
                  <a:lnTo>
                    <a:pt x="80010" y="17780"/>
                  </a:lnTo>
                  <a:lnTo>
                    <a:pt x="78740" y="17780"/>
                  </a:lnTo>
                  <a:lnTo>
                    <a:pt x="73660" y="22860"/>
                  </a:lnTo>
                  <a:lnTo>
                    <a:pt x="72390" y="22860"/>
                  </a:lnTo>
                  <a:lnTo>
                    <a:pt x="67310" y="29210"/>
                  </a:lnTo>
                  <a:lnTo>
                    <a:pt x="62230" y="34290"/>
                  </a:lnTo>
                  <a:lnTo>
                    <a:pt x="60960" y="34290"/>
                  </a:lnTo>
                  <a:lnTo>
                    <a:pt x="55880" y="41910"/>
                  </a:lnTo>
                  <a:lnTo>
                    <a:pt x="50800" y="49530"/>
                  </a:lnTo>
                  <a:lnTo>
                    <a:pt x="45720" y="57150"/>
                  </a:lnTo>
                  <a:lnTo>
                    <a:pt x="45720" y="58420"/>
                  </a:lnTo>
                  <a:lnTo>
                    <a:pt x="41910" y="66040"/>
                  </a:lnTo>
                  <a:lnTo>
                    <a:pt x="36830" y="74930"/>
                  </a:lnTo>
                  <a:lnTo>
                    <a:pt x="36830" y="76200"/>
                  </a:lnTo>
                  <a:lnTo>
                    <a:pt x="33020" y="85090"/>
                  </a:lnTo>
                  <a:lnTo>
                    <a:pt x="33020" y="86360"/>
                  </a:lnTo>
                  <a:lnTo>
                    <a:pt x="25400" y="106680"/>
                  </a:lnTo>
                  <a:lnTo>
                    <a:pt x="19050" y="128270"/>
                  </a:lnTo>
                  <a:lnTo>
                    <a:pt x="12700" y="151130"/>
                  </a:lnTo>
                  <a:lnTo>
                    <a:pt x="7620" y="175260"/>
                  </a:lnTo>
                  <a:lnTo>
                    <a:pt x="5080" y="199390"/>
                  </a:lnTo>
                  <a:lnTo>
                    <a:pt x="2540" y="224790"/>
                  </a:lnTo>
                  <a:lnTo>
                    <a:pt x="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2303" y="23609"/>
                  </a:lnTo>
                  <a:lnTo>
                    <a:pt x="97790" y="20320"/>
                  </a:lnTo>
                  <a:lnTo>
                    <a:pt x="104140" y="17780"/>
                  </a:lnTo>
                  <a:lnTo>
                    <a:pt x="103924" y="17360"/>
                  </a:lnTo>
                  <a:lnTo>
                    <a:pt x="108978" y="15341"/>
                  </a:lnTo>
                  <a:lnTo>
                    <a:pt x="109220" y="16510"/>
                  </a:lnTo>
                  <a:lnTo>
                    <a:pt x="115570" y="15240"/>
                  </a:lnTo>
                  <a:lnTo>
                    <a:pt x="115519" y="15024"/>
                  </a:lnTo>
                  <a:lnTo>
                    <a:pt x="128270" y="12700"/>
                  </a:lnTo>
                  <a:lnTo>
                    <a:pt x="128270" y="7620"/>
                  </a:lnTo>
                  <a:lnTo>
                    <a:pt x="128270" y="0"/>
                  </a:lnTo>
                  <a:close/>
                </a:path>
              </a:pathLst>
            </a:custGeom>
            <a:solidFill>
              <a:srgbClr val="006600"/>
            </a:solidFill>
          </p:spPr>
          <p:txBody>
            <a:bodyPr wrap="square" lIns="0" tIns="0" rIns="0" bIns="0" rtlCol="0"/>
            <a:lstStyle/>
            <a:p/>
          </p:txBody>
        </p:sp>
        <p:sp>
          <p:nvSpPr>
            <p:cNvPr id="542" name="object 542"/>
            <p:cNvSpPr/>
            <p:nvPr/>
          </p:nvSpPr>
          <p:spPr>
            <a:xfrm>
              <a:off x="3776979" y="1195069"/>
              <a:ext cx="44450" cy="453390"/>
            </a:xfrm>
            <a:custGeom>
              <a:avLst/>
              <a:gdLst/>
              <a:ahLst/>
              <a:cxnLst/>
              <a:rect l="l" t="t" r="r" b="b"/>
              <a:pathLst>
                <a:path w="44450" h="453389">
                  <a:moveTo>
                    <a:pt x="44450" y="441960"/>
                  </a:moveTo>
                  <a:lnTo>
                    <a:pt x="43180" y="440690"/>
                  </a:lnTo>
                  <a:lnTo>
                    <a:pt x="41910" y="440690"/>
                  </a:lnTo>
                  <a:lnTo>
                    <a:pt x="40640" y="439420"/>
                  </a:lnTo>
                  <a:lnTo>
                    <a:pt x="40335" y="439420"/>
                  </a:lnTo>
                  <a:lnTo>
                    <a:pt x="40335" y="440918"/>
                  </a:lnTo>
                  <a:lnTo>
                    <a:pt x="39370" y="445770"/>
                  </a:lnTo>
                  <a:lnTo>
                    <a:pt x="40335" y="440918"/>
                  </a:lnTo>
                  <a:lnTo>
                    <a:pt x="40335" y="439420"/>
                  </a:lnTo>
                  <a:lnTo>
                    <a:pt x="39370" y="439420"/>
                  </a:lnTo>
                  <a:lnTo>
                    <a:pt x="38100" y="438150"/>
                  </a:lnTo>
                  <a:lnTo>
                    <a:pt x="36830" y="438150"/>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7350"/>
                  </a:lnTo>
                  <a:lnTo>
                    <a:pt x="16510" y="377190"/>
                  </a:lnTo>
                  <a:lnTo>
                    <a:pt x="16497" y="124460"/>
                  </a:lnTo>
                  <a:lnTo>
                    <a:pt x="13970" y="124460"/>
                  </a:lnTo>
                  <a:lnTo>
                    <a:pt x="13970" y="91440"/>
                  </a:lnTo>
                  <a:lnTo>
                    <a:pt x="15240" y="76200"/>
                  </a:lnTo>
                  <a:lnTo>
                    <a:pt x="16510" y="62230"/>
                  </a:lnTo>
                  <a:lnTo>
                    <a:pt x="17780" y="50800"/>
                  </a:lnTo>
                  <a:lnTo>
                    <a:pt x="20320" y="4064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5080" y="62230"/>
                  </a:lnTo>
                  <a:lnTo>
                    <a:pt x="3810" y="74930"/>
                  </a:lnTo>
                  <a:lnTo>
                    <a:pt x="2540" y="90170"/>
                  </a:lnTo>
                  <a:lnTo>
                    <a:pt x="1270" y="123190"/>
                  </a:lnTo>
                  <a:lnTo>
                    <a:pt x="1270" y="124460"/>
                  </a:lnTo>
                  <a:lnTo>
                    <a:pt x="0" y="124460"/>
                  </a:lnTo>
                  <a:lnTo>
                    <a:pt x="0" y="261620"/>
                  </a:lnTo>
                  <a:lnTo>
                    <a:pt x="0" y="289560"/>
                  </a:lnTo>
                  <a:lnTo>
                    <a:pt x="0" y="317500"/>
                  </a:lnTo>
                  <a:lnTo>
                    <a:pt x="0" y="379730"/>
                  </a:lnTo>
                  <a:lnTo>
                    <a:pt x="3810" y="379730"/>
                  </a:lnTo>
                  <a:lnTo>
                    <a:pt x="5080" y="388620"/>
                  </a:lnTo>
                  <a:lnTo>
                    <a:pt x="6350" y="396240"/>
                  </a:lnTo>
                  <a:lnTo>
                    <a:pt x="7620" y="405130"/>
                  </a:lnTo>
                  <a:lnTo>
                    <a:pt x="8890" y="411480"/>
                  </a:lnTo>
                  <a:lnTo>
                    <a:pt x="889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2120"/>
                  </a:lnTo>
                  <a:lnTo>
                    <a:pt x="35560" y="452120"/>
                  </a:lnTo>
                  <a:lnTo>
                    <a:pt x="38100" y="452120"/>
                  </a:lnTo>
                  <a:lnTo>
                    <a:pt x="40640" y="453390"/>
                  </a:lnTo>
                  <a:lnTo>
                    <a:pt x="41910" y="447040"/>
                  </a:lnTo>
                  <a:lnTo>
                    <a:pt x="44450" y="441960"/>
                  </a:lnTo>
                  <a:close/>
                </a:path>
              </a:pathLst>
            </a:custGeom>
            <a:solidFill>
              <a:srgbClr val="006600"/>
            </a:solidFill>
          </p:spPr>
          <p:txBody>
            <a:bodyPr wrap="square" lIns="0" tIns="0" rIns="0" bIns="0" rtlCol="0"/>
            <a:lstStyle/>
            <a:p/>
          </p:txBody>
        </p:sp>
        <p:sp>
          <p:nvSpPr>
            <p:cNvPr id="543" name="object 543"/>
            <p:cNvSpPr/>
            <p:nvPr/>
          </p:nvSpPr>
          <p:spPr>
            <a:xfrm>
              <a:off x="3815080" y="1188719"/>
              <a:ext cx="54610" cy="461009"/>
            </a:xfrm>
            <a:custGeom>
              <a:avLst/>
              <a:gdLst/>
              <a:ahLst/>
              <a:cxnLst/>
              <a:rect l="l" t="t" r="r" b="b"/>
              <a:pathLst>
                <a:path w="54610" h="461010">
                  <a:moveTo>
                    <a:pt x="53340" y="104140"/>
                  </a:moveTo>
                  <a:lnTo>
                    <a:pt x="52070" y="88900"/>
                  </a:lnTo>
                  <a:lnTo>
                    <a:pt x="50800" y="76200"/>
                  </a:lnTo>
                  <a:lnTo>
                    <a:pt x="50800" y="63500"/>
                  </a:lnTo>
                  <a:lnTo>
                    <a:pt x="48260" y="54610"/>
                  </a:lnTo>
                  <a:lnTo>
                    <a:pt x="48260" y="45720"/>
                  </a:lnTo>
                  <a:lnTo>
                    <a:pt x="45720" y="38100"/>
                  </a:lnTo>
                  <a:lnTo>
                    <a:pt x="44450" y="30480"/>
                  </a:lnTo>
                  <a:lnTo>
                    <a:pt x="41910" y="22860"/>
                  </a:lnTo>
                  <a:lnTo>
                    <a:pt x="41668" y="22987"/>
                  </a:lnTo>
                  <a:lnTo>
                    <a:pt x="40640" y="17780"/>
                  </a:lnTo>
                  <a:lnTo>
                    <a:pt x="38100" y="12700"/>
                  </a:lnTo>
                  <a:lnTo>
                    <a:pt x="35560" y="6350"/>
                  </a:lnTo>
                  <a:lnTo>
                    <a:pt x="35560" y="5080"/>
                  </a:lnTo>
                  <a:lnTo>
                    <a:pt x="34290" y="3810"/>
                  </a:lnTo>
                  <a:lnTo>
                    <a:pt x="33020" y="1270"/>
                  </a:lnTo>
                  <a:lnTo>
                    <a:pt x="31750" y="1270"/>
                  </a:lnTo>
                  <a:lnTo>
                    <a:pt x="30480" y="0"/>
                  </a:lnTo>
                  <a:lnTo>
                    <a:pt x="26670" y="3810"/>
                  </a:lnTo>
                  <a:lnTo>
                    <a:pt x="20320" y="6350"/>
                  </a:lnTo>
                  <a:lnTo>
                    <a:pt x="21590" y="7620"/>
                  </a:lnTo>
                  <a:lnTo>
                    <a:pt x="21590" y="8890"/>
                  </a:lnTo>
                  <a:lnTo>
                    <a:pt x="22860" y="11430"/>
                  </a:lnTo>
                  <a:lnTo>
                    <a:pt x="24130" y="11430"/>
                  </a:lnTo>
                  <a:lnTo>
                    <a:pt x="26670" y="16510"/>
                  </a:lnTo>
                  <a:lnTo>
                    <a:pt x="29083" y="21361"/>
                  </a:lnTo>
                  <a:lnTo>
                    <a:pt x="27940" y="2159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61010">
                  <a:moveTo>
                    <a:pt x="54610" y="138430"/>
                  </a:moveTo>
                  <a:lnTo>
                    <a:pt x="54597" y="104152"/>
                  </a:lnTo>
                  <a:lnTo>
                    <a:pt x="38100" y="104152"/>
                  </a:lnTo>
                  <a:lnTo>
                    <a:pt x="38100" y="356870"/>
                  </a:lnTo>
                  <a:lnTo>
                    <a:pt x="38100" y="374650"/>
                  </a:lnTo>
                  <a:lnTo>
                    <a:pt x="36830" y="388620"/>
                  </a:lnTo>
                  <a:lnTo>
                    <a:pt x="35560" y="396240"/>
                  </a:lnTo>
                  <a:lnTo>
                    <a:pt x="34290" y="403860"/>
                  </a:lnTo>
                  <a:lnTo>
                    <a:pt x="33020" y="410210"/>
                  </a:lnTo>
                  <a:lnTo>
                    <a:pt x="30480" y="416560"/>
                  </a:lnTo>
                  <a:lnTo>
                    <a:pt x="29400" y="422998"/>
                  </a:lnTo>
                  <a:lnTo>
                    <a:pt x="29210" y="422910"/>
                  </a:lnTo>
                  <a:lnTo>
                    <a:pt x="26670" y="426720"/>
                  </a:lnTo>
                  <a:lnTo>
                    <a:pt x="26670" y="427990"/>
                  </a:lnTo>
                  <a:lnTo>
                    <a:pt x="24130" y="434340"/>
                  </a:lnTo>
                  <a:lnTo>
                    <a:pt x="24650" y="434555"/>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2540" y="461010"/>
                  </a:lnTo>
                  <a:lnTo>
                    <a:pt x="3810" y="461010"/>
                  </a:lnTo>
                  <a:lnTo>
                    <a:pt x="5080" y="461010"/>
                  </a:lnTo>
                  <a:lnTo>
                    <a:pt x="7620" y="461010"/>
                  </a:lnTo>
                  <a:lnTo>
                    <a:pt x="10160" y="461010"/>
                  </a:lnTo>
                  <a:lnTo>
                    <a:pt x="11430" y="461010"/>
                  </a:lnTo>
                  <a:lnTo>
                    <a:pt x="11430" y="459740"/>
                  </a:lnTo>
                  <a:lnTo>
                    <a:pt x="13970" y="459740"/>
                  </a:lnTo>
                  <a:lnTo>
                    <a:pt x="15240" y="459740"/>
                  </a:lnTo>
                  <a:lnTo>
                    <a:pt x="15240" y="458470"/>
                  </a:lnTo>
                  <a:lnTo>
                    <a:pt x="17780" y="458470"/>
                  </a:lnTo>
                  <a:lnTo>
                    <a:pt x="19050" y="45847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6830" y="439420"/>
                  </a:lnTo>
                  <a:lnTo>
                    <a:pt x="36830" y="438150"/>
                  </a:lnTo>
                  <a:lnTo>
                    <a:pt x="39370" y="431800"/>
                  </a:lnTo>
                  <a:lnTo>
                    <a:pt x="38785" y="431685"/>
                  </a:lnTo>
                  <a:lnTo>
                    <a:pt x="40640" y="427990"/>
                  </a:lnTo>
                  <a:lnTo>
                    <a:pt x="41910" y="426720"/>
                  </a:lnTo>
                  <a:lnTo>
                    <a:pt x="43180" y="420370"/>
                  </a:lnTo>
                  <a:lnTo>
                    <a:pt x="44450" y="414020"/>
                  </a:lnTo>
                  <a:lnTo>
                    <a:pt x="44450" y="412750"/>
                  </a:lnTo>
                  <a:lnTo>
                    <a:pt x="45720" y="405130"/>
                  </a:lnTo>
                  <a:lnTo>
                    <a:pt x="48260" y="398780"/>
                  </a:lnTo>
                  <a:lnTo>
                    <a:pt x="48260" y="389890"/>
                  </a:lnTo>
                  <a:lnTo>
                    <a:pt x="49530" y="375920"/>
                  </a:lnTo>
                  <a:lnTo>
                    <a:pt x="50800" y="356870"/>
                  </a:lnTo>
                  <a:lnTo>
                    <a:pt x="54597" y="356870"/>
                  </a:lnTo>
                  <a:lnTo>
                    <a:pt x="54597" y="139700"/>
                  </a:lnTo>
                  <a:lnTo>
                    <a:pt x="54610" y="138430"/>
                  </a:lnTo>
                  <a:close/>
                </a:path>
              </a:pathLst>
            </a:custGeom>
            <a:solidFill>
              <a:srgbClr val="006600"/>
            </a:solidFill>
          </p:spPr>
          <p:txBody>
            <a:bodyPr wrap="square" lIns="0" tIns="0" rIns="0" bIns="0" rtlCol="0"/>
            <a:lstStyle/>
            <a:p/>
          </p:txBody>
        </p:sp>
        <p:sp>
          <p:nvSpPr>
            <p:cNvPr id="544" name="object 544"/>
            <p:cNvSpPr/>
            <p:nvPr/>
          </p:nvSpPr>
          <p:spPr>
            <a:xfrm>
              <a:off x="3822700" y="1176019"/>
              <a:ext cx="24130" cy="21590"/>
            </a:xfrm>
            <a:custGeom>
              <a:avLst/>
              <a:gdLst/>
              <a:ahLst/>
              <a:cxnLst/>
              <a:rect l="l" t="t" r="r" b="b"/>
              <a:pathLst>
                <a:path w="24129" h="2159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5283" y="13627"/>
                  </a:lnTo>
                  <a:lnTo>
                    <a:pt x="5080" y="13970"/>
                  </a:lnTo>
                  <a:lnTo>
                    <a:pt x="7620" y="15240"/>
                  </a:lnTo>
                  <a:lnTo>
                    <a:pt x="8890" y="15240"/>
                  </a:lnTo>
                  <a:lnTo>
                    <a:pt x="10160" y="16510"/>
                  </a:lnTo>
                  <a:lnTo>
                    <a:pt x="11430" y="17780"/>
                  </a:lnTo>
                  <a:lnTo>
                    <a:pt x="12700" y="19050"/>
                  </a:lnTo>
                  <a:lnTo>
                    <a:pt x="13970" y="20320"/>
                  </a:lnTo>
                  <a:lnTo>
                    <a:pt x="13970" y="21590"/>
                  </a:lnTo>
                  <a:lnTo>
                    <a:pt x="19050" y="16510"/>
                  </a:lnTo>
                  <a:lnTo>
                    <a:pt x="24130" y="13970"/>
                  </a:lnTo>
                  <a:lnTo>
                    <a:pt x="24130" y="12700"/>
                  </a:lnTo>
                  <a:close/>
                </a:path>
              </a:pathLst>
            </a:custGeom>
            <a:solidFill>
              <a:srgbClr val="006600"/>
            </a:solidFill>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61"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2"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3"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4"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5"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6"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7"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8"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9"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70"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71"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2"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3"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4"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5"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5"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6"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7"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8"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9"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80"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127000" y="1905635"/>
            <a:ext cx="8542655" cy="5061585"/>
          </a:xfrm>
          <a:prstGeom prst="rect">
            <a:avLst/>
          </a:prstGeom>
        </p:spPr>
        <p:txBody>
          <a:bodyPr vert="horz" wrap="square" lIns="0" tIns="234950" rIns="0" bIns="0" rtlCol="0">
            <a:spAutoFit/>
          </a:bodyPr>
          <a:lstStyle/>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Doing the things like playing with a pen, arranging hair, reading or sending messages etc</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Excessive feeling of love or hatred, excitement or anxiousness, stress or happiness</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Listening without understanding the cultural differences</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Experiencing physical discomfort like hunger,thirst, need to use washroom etc</a:t>
            </a:r>
            <a:endParaRPr lang="en-IN" sz="2800">
              <a:latin typeface="Tahoma" panose="020B0604030504040204"/>
              <a:cs typeface="Tahoma" panose="020B0604030504040204"/>
            </a:endParaRPr>
          </a:p>
          <a:p>
            <a:pPr marL="12700" indent="0">
              <a:lnSpc>
                <a:spcPct val="100000"/>
              </a:lnSpc>
              <a:spcBef>
                <a:spcPts val="1850"/>
              </a:spcBef>
              <a:buFont typeface="Wingdings" panose="05000000000000000000" charset="0"/>
              <a:buNone/>
              <a:tabLst>
                <a:tab pos="278130" algn="l"/>
              </a:tabLst>
            </a:pPr>
            <a:endParaRPr lang="en-IN" sz="28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grpSp>
        <p:nvGrpSpPr>
          <p:cNvPr id="373" name="object 373"/>
          <p:cNvGrpSpPr/>
          <p:nvPr/>
        </p:nvGrpSpPr>
        <p:grpSpPr>
          <a:xfrm>
            <a:off x="1327150" y="920750"/>
            <a:ext cx="2043430" cy="778510"/>
            <a:chOff x="1327150" y="920750"/>
            <a:chExt cx="2043430" cy="778510"/>
          </a:xfrm>
        </p:grpSpPr>
        <p:sp>
          <p:nvSpPr>
            <p:cNvPr id="374" name="object 374"/>
            <p:cNvSpPr/>
            <p:nvPr/>
          </p:nvSpPr>
          <p:spPr>
            <a:xfrm>
              <a:off x="1333500" y="943609"/>
              <a:ext cx="349250" cy="734060"/>
            </a:xfrm>
            <a:prstGeom prst="rect">
              <a:avLst/>
            </a:prstGeom>
            <a:blipFill>
              <a:blip r:embed="rId3" cstate="print"/>
              <a:stretch>
                <a:fillRect/>
              </a:stretch>
            </a:blipFill>
          </p:spPr>
          <p:txBody>
            <a:bodyPr wrap="square" lIns="0" tIns="0" rIns="0" bIns="0" rtlCol="0"/>
            <a:lstStyle/>
            <a:p/>
          </p:txBody>
        </p:sp>
        <p:sp>
          <p:nvSpPr>
            <p:cNvPr id="375" name="object 375"/>
            <p:cNvSpPr/>
            <p:nvPr/>
          </p:nvSpPr>
          <p:spPr>
            <a:xfrm>
              <a:off x="1327150" y="1282700"/>
              <a:ext cx="361950" cy="401320"/>
            </a:xfrm>
            <a:prstGeom prst="rect">
              <a:avLst/>
            </a:prstGeom>
            <a:blipFill>
              <a:blip r:embed="rId4" cstate="print"/>
              <a:stretch>
                <a:fillRect/>
              </a:stretch>
            </a:blipFill>
          </p:spPr>
          <p:txBody>
            <a:bodyPr wrap="square" lIns="0" tIns="0" rIns="0" bIns="0" rtlCol="0"/>
            <a:lstStyle/>
            <a:p/>
          </p:txBody>
        </p:sp>
        <p:sp>
          <p:nvSpPr>
            <p:cNvPr id="376" name="object 376"/>
            <p:cNvSpPr/>
            <p:nvPr/>
          </p:nvSpPr>
          <p:spPr>
            <a:xfrm>
              <a:off x="1380489" y="1073150"/>
              <a:ext cx="11430" cy="474980"/>
            </a:xfrm>
            <a:custGeom>
              <a:avLst/>
              <a:gdLst/>
              <a:ahLst/>
              <a:cxnLst/>
              <a:rect l="l" t="t" r="r" b="b"/>
              <a:pathLst>
                <a:path w="11430" h="474980">
                  <a:moveTo>
                    <a:pt x="11429" y="0"/>
                  </a:moveTo>
                  <a:lnTo>
                    <a:pt x="0" y="0"/>
                  </a:lnTo>
                  <a:lnTo>
                    <a:pt x="0" y="474979"/>
                  </a:lnTo>
                  <a:lnTo>
                    <a:pt x="11429" y="474979"/>
                  </a:lnTo>
                  <a:lnTo>
                    <a:pt x="11429" y="0"/>
                  </a:lnTo>
                  <a:close/>
                </a:path>
              </a:pathLst>
            </a:custGeom>
            <a:solidFill>
              <a:srgbClr val="9898FF"/>
            </a:solidFill>
          </p:spPr>
          <p:txBody>
            <a:bodyPr wrap="square" lIns="0" tIns="0" rIns="0" bIns="0" rtlCol="0"/>
            <a:lstStyle/>
            <a:p/>
          </p:txBody>
        </p:sp>
        <p:sp>
          <p:nvSpPr>
            <p:cNvPr id="377" name="object 377"/>
            <p:cNvSpPr/>
            <p:nvPr/>
          </p:nvSpPr>
          <p:spPr>
            <a:xfrm>
              <a:off x="1327150" y="937259"/>
              <a:ext cx="344169" cy="356869"/>
            </a:xfrm>
            <a:prstGeom prst="rect">
              <a:avLst/>
            </a:prstGeom>
            <a:blipFill>
              <a:blip r:embed="rId5" cstate="print"/>
              <a:stretch>
                <a:fillRect/>
              </a:stretch>
            </a:blipFill>
          </p:spPr>
          <p:txBody>
            <a:bodyPr wrap="square" lIns="0" tIns="0" rIns="0" bIns="0" rtlCol="0"/>
            <a:lstStyle/>
            <a:p/>
          </p:txBody>
        </p:sp>
        <p:sp>
          <p:nvSpPr>
            <p:cNvPr id="378" name="object 378"/>
            <p:cNvSpPr/>
            <p:nvPr/>
          </p:nvSpPr>
          <p:spPr>
            <a:xfrm>
              <a:off x="1468120" y="985519"/>
              <a:ext cx="12700" cy="295910"/>
            </a:xfrm>
            <a:custGeom>
              <a:avLst/>
              <a:gdLst/>
              <a:ahLst/>
              <a:cxnLst/>
              <a:rect l="l" t="t" r="r" b="b"/>
              <a:pathLst>
                <a:path w="12700" h="295909">
                  <a:moveTo>
                    <a:pt x="12700" y="0"/>
                  </a:moveTo>
                  <a:lnTo>
                    <a:pt x="0" y="0"/>
                  </a:lnTo>
                  <a:lnTo>
                    <a:pt x="0" y="288290"/>
                  </a:lnTo>
                  <a:lnTo>
                    <a:pt x="0" y="295910"/>
                  </a:lnTo>
                  <a:lnTo>
                    <a:pt x="6350" y="295910"/>
                  </a:lnTo>
                  <a:lnTo>
                    <a:pt x="6350" y="288290"/>
                  </a:lnTo>
                  <a:lnTo>
                    <a:pt x="12700" y="288290"/>
                  </a:lnTo>
                  <a:lnTo>
                    <a:pt x="12700" y="0"/>
                  </a:lnTo>
                  <a:close/>
                </a:path>
              </a:pathLst>
            </a:custGeom>
            <a:solidFill>
              <a:srgbClr val="9898FF"/>
            </a:solidFill>
          </p:spPr>
          <p:txBody>
            <a:bodyPr wrap="square" lIns="0" tIns="0" rIns="0" bIns="0" rtlCol="0"/>
            <a:lstStyle/>
            <a:p/>
          </p:txBody>
        </p:sp>
        <p:sp>
          <p:nvSpPr>
            <p:cNvPr id="379" name="object 379"/>
            <p:cNvSpPr/>
            <p:nvPr/>
          </p:nvSpPr>
          <p:spPr>
            <a:xfrm>
              <a:off x="1468120" y="1310640"/>
              <a:ext cx="123190" cy="334010"/>
            </a:xfrm>
            <a:prstGeom prst="rect">
              <a:avLst/>
            </a:prstGeom>
            <a:blipFill>
              <a:blip r:embed="rId6" cstate="print"/>
              <a:stretch>
                <a:fillRect/>
              </a:stretch>
            </a:blipFill>
          </p:spPr>
          <p:txBody>
            <a:bodyPr wrap="square" lIns="0" tIns="0" rIns="0" bIns="0" rtlCol="0"/>
            <a:lstStyle/>
            <a:p/>
          </p:txBody>
        </p:sp>
        <p:sp>
          <p:nvSpPr>
            <p:cNvPr id="380" name="object 380"/>
            <p:cNvSpPr/>
            <p:nvPr/>
          </p:nvSpPr>
          <p:spPr>
            <a:xfrm>
              <a:off x="1728470" y="1156970"/>
              <a:ext cx="250189" cy="528320"/>
            </a:xfrm>
            <a:prstGeom prst="rect">
              <a:avLst/>
            </a:prstGeom>
            <a:blipFill>
              <a:blip r:embed="rId7" cstate="print"/>
              <a:stretch>
                <a:fillRect/>
              </a:stretch>
            </a:blipFill>
          </p:spPr>
          <p:txBody>
            <a:bodyPr wrap="square" lIns="0" tIns="0" rIns="0" bIns="0" rtlCol="0"/>
            <a:lstStyle/>
            <a:p/>
          </p:txBody>
        </p:sp>
        <p:sp>
          <p:nvSpPr>
            <p:cNvPr id="381" name="object 381"/>
            <p:cNvSpPr/>
            <p:nvPr/>
          </p:nvSpPr>
          <p:spPr>
            <a:xfrm>
              <a:off x="1722120" y="1577339"/>
              <a:ext cx="149860" cy="114300"/>
            </a:xfrm>
            <a:custGeom>
              <a:avLst/>
              <a:gdLst/>
              <a:ahLst/>
              <a:cxnLst/>
              <a:rect l="l" t="t" r="r" b="b"/>
              <a:pathLst>
                <a:path w="149860" h="114300">
                  <a:moveTo>
                    <a:pt x="149860" y="29210"/>
                  </a:moveTo>
                  <a:lnTo>
                    <a:pt x="143510" y="26670"/>
                  </a:lnTo>
                  <a:lnTo>
                    <a:pt x="138430" y="22860"/>
                  </a:lnTo>
                  <a:lnTo>
                    <a:pt x="127000" y="41910"/>
                  </a:lnTo>
                  <a:lnTo>
                    <a:pt x="115570" y="57150"/>
                  </a:lnTo>
                  <a:lnTo>
                    <a:pt x="104140" y="72390"/>
                  </a:lnTo>
                  <a:lnTo>
                    <a:pt x="93980" y="82550"/>
                  </a:lnTo>
                  <a:lnTo>
                    <a:pt x="83820" y="91440"/>
                  </a:lnTo>
                  <a:lnTo>
                    <a:pt x="84162" y="91909"/>
                  </a:lnTo>
                  <a:lnTo>
                    <a:pt x="80010" y="93980"/>
                  </a:lnTo>
                  <a:lnTo>
                    <a:pt x="74930" y="96520"/>
                  </a:lnTo>
                  <a:lnTo>
                    <a:pt x="69850" y="99060"/>
                  </a:lnTo>
                  <a:lnTo>
                    <a:pt x="69964" y="99352"/>
                  </a:lnTo>
                  <a:lnTo>
                    <a:pt x="66040" y="100330"/>
                  </a:lnTo>
                  <a:lnTo>
                    <a:pt x="60960" y="101600"/>
                  </a:lnTo>
                  <a:lnTo>
                    <a:pt x="58420" y="101600"/>
                  </a:lnTo>
                  <a:lnTo>
                    <a:pt x="54610" y="101600"/>
                  </a:lnTo>
                  <a:lnTo>
                    <a:pt x="49530" y="99060"/>
                  </a:lnTo>
                  <a:lnTo>
                    <a:pt x="49301" y="100190"/>
                  </a:lnTo>
                  <a:lnTo>
                    <a:pt x="45720" y="97790"/>
                  </a:lnTo>
                  <a:lnTo>
                    <a:pt x="43180" y="96520"/>
                  </a:lnTo>
                  <a:lnTo>
                    <a:pt x="41910" y="95250"/>
                  </a:lnTo>
                  <a:lnTo>
                    <a:pt x="40640" y="95250"/>
                  </a:lnTo>
                  <a:lnTo>
                    <a:pt x="40640" y="93980"/>
                  </a:lnTo>
                  <a:lnTo>
                    <a:pt x="39370" y="93980"/>
                  </a:lnTo>
                  <a:lnTo>
                    <a:pt x="38100" y="92710"/>
                  </a:lnTo>
                  <a:lnTo>
                    <a:pt x="38100" y="91440"/>
                  </a:lnTo>
                  <a:lnTo>
                    <a:pt x="36830" y="91440"/>
                  </a:lnTo>
                  <a:lnTo>
                    <a:pt x="35560" y="90170"/>
                  </a:lnTo>
                  <a:lnTo>
                    <a:pt x="34290" y="88900"/>
                  </a:lnTo>
                  <a:lnTo>
                    <a:pt x="31750" y="85090"/>
                  </a:lnTo>
                  <a:lnTo>
                    <a:pt x="31407" y="85344"/>
                  </a:lnTo>
                  <a:lnTo>
                    <a:pt x="30480" y="82550"/>
                  </a:lnTo>
                  <a:lnTo>
                    <a:pt x="27940" y="80010"/>
                  </a:lnTo>
                  <a:lnTo>
                    <a:pt x="27940" y="78740"/>
                  </a:lnTo>
                  <a:lnTo>
                    <a:pt x="26670" y="76200"/>
                  </a:lnTo>
                  <a:lnTo>
                    <a:pt x="26327" y="76454"/>
                  </a:lnTo>
                  <a:lnTo>
                    <a:pt x="24130" y="69850"/>
                  </a:lnTo>
                  <a:lnTo>
                    <a:pt x="21590" y="66040"/>
                  </a:lnTo>
                  <a:lnTo>
                    <a:pt x="20320" y="62230"/>
                  </a:lnTo>
                  <a:lnTo>
                    <a:pt x="19050" y="58420"/>
                  </a:lnTo>
                  <a:lnTo>
                    <a:pt x="19050" y="54610"/>
                  </a:lnTo>
                  <a:lnTo>
                    <a:pt x="17780" y="53340"/>
                  </a:lnTo>
                  <a:lnTo>
                    <a:pt x="16510" y="49530"/>
                  </a:lnTo>
                  <a:lnTo>
                    <a:pt x="16510" y="45720"/>
                  </a:lnTo>
                  <a:lnTo>
                    <a:pt x="15240" y="40640"/>
                  </a:lnTo>
                  <a:lnTo>
                    <a:pt x="13970" y="36830"/>
                  </a:lnTo>
                  <a:lnTo>
                    <a:pt x="13970" y="27940"/>
                  </a:lnTo>
                  <a:lnTo>
                    <a:pt x="12700" y="19050"/>
                  </a:lnTo>
                  <a:lnTo>
                    <a:pt x="12700" y="7620"/>
                  </a:lnTo>
                  <a:lnTo>
                    <a:pt x="12700" y="1270"/>
                  </a:lnTo>
                  <a:lnTo>
                    <a:pt x="6350" y="1270"/>
                  </a:lnTo>
                  <a:lnTo>
                    <a:pt x="0" y="0"/>
                  </a:lnTo>
                  <a:lnTo>
                    <a:pt x="0" y="1270"/>
                  </a:lnTo>
                  <a:lnTo>
                    <a:pt x="0" y="7620"/>
                  </a:lnTo>
                  <a:lnTo>
                    <a:pt x="0" y="8890"/>
                  </a:lnTo>
                  <a:lnTo>
                    <a:pt x="1270" y="19050"/>
                  </a:lnTo>
                  <a:lnTo>
                    <a:pt x="1270" y="29210"/>
                  </a:lnTo>
                  <a:lnTo>
                    <a:pt x="2540" y="38100"/>
                  </a:lnTo>
                  <a:lnTo>
                    <a:pt x="2540" y="39370"/>
                  </a:lnTo>
                  <a:lnTo>
                    <a:pt x="2540" y="43180"/>
                  </a:lnTo>
                  <a:lnTo>
                    <a:pt x="3810" y="48260"/>
                  </a:lnTo>
                  <a:lnTo>
                    <a:pt x="5080" y="53340"/>
                  </a:lnTo>
                  <a:lnTo>
                    <a:pt x="6350" y="57150"/>
                  </a:lnTo>
                  <a:lnTo>
                    <a:pt x="6350" y="60960"/>
                  </a:lnTo>
                  <a:lnTo>
                    <a:pt x="6350" y="62230"/>
                  </a:lnTo>
                  <a:lnTo>
                    <a:pt x="7620" y="62230"/>
                  </a:lnTo>
                  <a:lnTo>
                    <a:pt x="8890" y="66040"/>
                  </a:lnTo>
                  <a:lnTo>
                    <a:pt x="10160" y="69850"/>
                  </a:lnTo>
                  <a:lnTo>
                    <a:pt x="10160" y="71120"/>
                  </a:lnTo>
                  <a:lnTo>
                    <a:pt x="11430" y="74930"/>
                  </a:lnTo>
                  <a:lnTo>
                    <a:pt x="15240" y="81280"/>
                  </a:lnTo>
                  <a:lnTo>
                    <a:pt x="15240" y="82550"/>
                  </a:lnTo>
                  <a:lnTo>
                    <a:pt x="17780" y="86360"/>
                  </a:lnTo>
                  <a:lnTo>
                    <a:pt x="18110" y="86106"/>
                  </a:lnTo>
                  <a:lnTo>
                    <a:pt x="19050" y="88900"/>
                  </a:lnTo>
                  <a:lnTo>
                    <a:pt x="21590" y="91440"/>
                  </a:lnTo>
                  <a:lnTo>
                    <a:pt x="21590" y="92710"/>
                  </a:lnTo>
                  <a:lnTo>
                    <a:pt x="24130" y="96520"/>
                  </a:lnTo>
                  <a:lnTo>
                    <a:pt x="26670" y="99060"/>
                  </a:lnTo>
                  <a:lnTo>
                    <a:pt x="27940" y="100330"/>
                  </a:lnTo>
                  <a:lnTo>
                    <a:pt x="29210" y="101600"/>
                  </a:lnTo>
                  <a:lnTo>
                    <a:pt x="30480" y="102870"/>
                  </a:lnTo>
                  <a:lnTo>
                    <a:pt x="30480" y="104140"/>
                  </a:lnTo>
                  <a:lnTo>
                    <a:pt x="33020" y="105410"/>
                  </a:lnTo>
                  <a:lnTo>
                    <a:pt x="35560" y="106680"/>
                  </a:lnTo>
                  <a:lnTo>
                    <a:pt x="36830" y="107950"/>
                  </a:lnTo>
                  <a:lnTo>
                    <a:pt x="38100" y="107950"/>
                  </a:lnTo>
                  <a:lnTo>
                    <a:pt x="40640" y="109220"/>
                  </a:lnTo>
                  <a:lnTo>
                    <a:pt x="45720" y="111760"/>
                  </a:lnTo>
                  <a:lnTo>
                    <a:pt x="50800" y="113030"/>
                  </a:lnTo>
                  <a:lnTo>
                    <a:pt x="52070" y="113030"/>
                  </a:lnTo>
                  <a:lnTo>
                    <a:pt x="57150" y="113030"/>
                  </a:lnTo>
                  <a:lnTo>
                    <a:pt x="57150" y="114300"/>
                  </a:lnTo>
                  <a:lnTo>
                    <a:pt x="58420" y="114300"/>
                  </a:lnTo>
                  <a:lnTo>
                    <a:pt x="62230" y="114300"/>
                  </a:lnTo>
                  <a:lnTo>
                    <a:pt x="63500" y="114300"/>
                  </a:lnTo>
                  <a:lnTo>
                    <a:pt x="64770" y="113030"/>
                  </a:lnTo>
                  <a:lnTo>
                    <a:pt x="69850" y="113030"/>
                  </a:lnTo>
                  <a:lnTo>
                    <a:pt x="74930" y="110490"/>
                  </a:lnTo>
                  <a:lnTo>
                    <a:pt x="76200" y="110490"/>
                  </a:lnTo>
                  <a:lnTo>
                    <a:pt x="81280" y="107950"/>
                  </a:lnTo>
                  <a:lnTo>
                    <a:pt x="114300" y="80010"/>
                  </a:lnTo>
                  <a:lnTo>
                    <a:pt x="137160" y="48260"/>
                  </a:lnTo>
                  <a:lnTo>
                    <a:pt x="149860" y="29210"/>
                  </a:lnTo>
                  <a:close/>
                </a:path>
              </a:pathLst>
            </a:custGeom>
            <a:solidFill>
              <a:srgbClr val="9898FF"/>
            </a:solidFill>
          </p:spPr>
          <p:txBody>
            <a:bodyPr wrap="square" lIns="0" tIns="0" rIns="0" bIns="0" rtlCol="0"/>
            <a:lstStyle/>
            <a:p/>
          </p:txBody>
        </p:sp>
        <p:sp>
          <p:nvSpPr>
            <p:cNvPr id="382" name="object 382"/>
            <p:cNvSpPr/>
            <p:nvPr/>
          </p:nvSpPr>
          <p:spPr>
            <a:xfrm>
              <a:off x="1722120" y="12001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3020"/>
                  </a:lnTo>
                  <a:lnTo>
                    <a:pt x="146050" y="2921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1270"/>
                  </a:lnTo>
                  <a:lnTo>
                    <a:pt x="128270" y="0"/>
                  </a:lnTo>
                  <a:lnTo>
                    <a:pt x="124460" y="381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6093" y="45681"/>
                  </a:lnTo>
                  <a:lnTo>
                    <a:pt x="137160" y="52070"/>
                  </a:lnTo>
                  <a:lnTo>
                    <a:pt x="137160" y="59690"/>
                  </a:lnTo>
                  <a:lnTo>
                    <a:pt x="137160" y="60960"/>
                  </a:lnTo>
                  <a:lnTo>
                    <a:pt x="137160" y="81280"/>
                  </a:lnTo>
                  <a:lnTo>
                    <a:pt x="138430" y="106680"/>
                  </a:lnTo>
                  <a:lnTo>
                    <a:pt x="138430" y="154825"/>
                  </a:lnTo>
                  <a:lnTo>
                    <a:pt x="100330" y="189230"/>
                  </a:lnTo>
                  <a:lnTo>
                    <a:pt x="100330" y="190500"/>
                  </a:lnTo>
                  <a:lnTo>
                    <a:pt x="68580" y="223520"/>
                  </a:lnTo>
                  <a:lnTo>
                    <a:pt x="54610" y="237490"/>
                  </a:lnTo>
                  <a:lnTo>
                    <a:pt x="43180" y="251460"/>
                  </a:lnTo>
                  <a:lnTo>
                    <a:pt x="34290" y="265430"/>
                  </a:lnTo>
                  <a:lnTo>
                    <a:pt x="2667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7980"/>
                  </a:lnTo>
                  <a:lnTo>
                    <a:pt x="2540" y="349250"/>
                  </a:lnTo>
                  <a:lnTo>
                    <a:pt x="2540" y="356870"/>
                  </a:lnTo>
                  <a:lnTo>
                    <a:pt x="1270" y="363220"/>
                  </a:lnTo>
                  <a:lnTo>
                    <a:pt x="1270" y="370840"/>
                  </a:lnTo>
                  <a:lnTo>
                    <a:pt x="0" y="37719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1470"/>
                  </a:lnTo>
                  <a:lnTo>
                    <a:pt x="20320" y="325120"/>
                  </a:lnTo>
                  <a:lnTo>
                    <a:pt x="22860" y="318770"/>
                  </a:lnTo>
                  <a:lnTo>
                    <a:pt x="26670" y="307340"/>
                  </a:lnTo>
                  <a:lnTo>
                    <a:pt x="31750" y="295910"/>
                  </a:lnTo>
                  <a:lnTo>
                    <a:pt x="38100" y="283210"/>
                  </a:lnTo>
                  <a:lnTo>
                    <a:pt x="37680" y="283057"/>
                  </a:lnTo>
                  <a:lnTo>
                    <a:pt x="43916" y="272656"/>
                  </a:lnTo>
                  <a:lnTo>
                    <a:pt x="44450" y="273050"/>
                  </a:lnTo>
                  <a:lnTo>
                    <a:pt x="53340" y="259080"/>
                  </a:lnTo>
                  <a:lnTo>
                    <a:pt x="64770" y="246380"/>
                  </a:lnTo>
                  <a:lnTo>
                    <a:pt x="77470" y="232410"/>
                  </a:lnTo>
                  <a:lnTo>
                    <a:pt x="109220" y="199390"/>
                  </a:lnTo>
                  <a:lnTo>
                    <a:pt x="148590" y="162560"/>
                  </a:lnTo>
                  <a:lnTo>
                    <a:pt x="151130" y="160020"/>
                  </a:lnTo>
                  <a:lnTo>
                    <a:pt x="151130" y="157480"/>
                  </a:lnTo>
                  <a:lnTo>
                    <a:pt x="151130" y="106680"/>
                  </a:lnTo>
                  <a:close/>
                </a:path>
              </a:pathLst>
            </a:custGeom>
            <a:solidFill>
              <a:srgbClr val="9898FF"/>
            </a:solidFill>
          </p:spPr>
          <p:txBody>
            <a:bodyPr wrap="square" lIns="0" tIns="0" rIns="0" bIns="0" rtlCol="0"/>
            <a:lstStyle/>
            <a:p/>
          </p:txBody>
        </p:sp>
        <p:sp>
          <p:nvSpPr>
            <p:cNvPr id="383" name="object 383"/>
            <p:cNvSpPr/>
            <p:nvPr/>
          </p:nvSpPr>
          <p:spPr>
            <a:xfrm>
              <a:off x="1786890" y="11925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7043" y="9626"/>
                  </a:lnTo>
                  <a:lnTo>
                    <a:pt x="16510" y="8890"/>
                  </a:lnTo>
                  <a:lnTo>
                    <a:pt x="12700" y="12700"/>
                  </a:lnTo>
                  <a:lnTo>
                    <a:pt x="11430" y="12700"/>
                  </a:lnTo>
                  <a:lnTo>
                    <a:pt x="11430" y="13970"/>
                  </a:lnTo>
                  <a:lnTo>
                    <a:pt x="8890" y="17780"/>
                  </a:lnTo>
                  <a:lnTo>
                    <a:pt x="7620" y="20320"/>
                  </a:lnTo>
                  <a:lnTo>
                    <a:pt x="6350" y="20320"/>
                  </a:lnTo>
                  <a:lnTo>
                    <a:pt x="5080" y="22860"/>
                  </a:lnTo>
                  <a:lnTo>
                    <a:pt x="5080" y="24130"/>
                  </a:lnTo>
                  <a:lnTo>
                    <a:pt x="3810" y="25400"/>
                  </a:lnTo>
                  <a:lnTo>
                    <a:pt x="3810" y="26670"/>
                  </a:lnTo>
                  <a:lnTo>
                    <a:pt x="2540" y="27940"/>
                  </a:lnTo>
                  <a:lnTo>
                    <a:pt x="2540" y="29210"/>
                  </a:lnTo>
                  <a:lnTo>
                    <a:pt x="2540" y="30480"/>
                  </a:lnTo>
                  <a:lnTo>
                    <a:pt x="2540" y="31750"/>
                  </a:lnTo>
                  <a:lnTo>
                    <a:pt x="1270" y="33020"/>
                  </a:lnTo>
                  <a:lnTo>
                    <a:pt x="1270" y="34290"/>
                  </a:lnTo>
                  <a:lnTo>
                    <a:pt x="1270" y="36830"/>
                  </a:lnTo>
                  <a:lnTo>
                    <a:pt x="1270" y="38100"/>
                  </a:lnTo>
                  <a:lnTo>
                    <a:pt x="0" y="39370"/>
                  </a:lnTo>
                  <a:lnTo>
                    <a:pt x="0" y="49530"/>
                  </a:lnTo>
                  <a:lnTo>
                    <a:pt x="1270" y="50800"/>
                  </a:lnTo>
                  <a:lnTo>
                    <a:pt x="1270" y="53340"/>
                  </a:lnTo>
                  <a:lnTo>
                    <a:pt x="1270" y="54610"/>
                  </a:lnTo>
                  <a:lnTo>
                    <a:pt x="1663" y="54533"/>
                  </a:lnTo>
                  <a:lnTo>
                    <a:pt x="2540" y="57150"/>
                  </a:lnTo>
                  <a:lnTo>
                    <a:pt x="2540" y="58420"/>
                  </a:lnTo>
                  <a:lnTo>
                    <a:pt x="3810" y="62230"/>
                  </a:lnTo>
                  <a:lnTo>
                    <a:pt x="5080" y="66040"/>
                  </a:lnTo>
                  <a:lnTo>
                    <a:pt x="7620" y="69850"/>
                  </a:lnTo>
                  <a:lnTo>
                    <a:pt x="12700" y="67310"/>
                  </a:lnTo>
                  <a:lnTo>
                    <a:pt x="19050" y="66040"/>
                  </a:lnTo>
                  <a:lnTo>
                    <a:pt x="19050" y="64770"/>
                  </a:lnTo>
                  <a:lnTo>
                    <a:pt x="16510" y="60960"/>
                  </a:lnTo>
                  <a:lnTo>
                    <a:pt x="16217" y="61112"/>
                  </a:lnTo>
                  <a:lnTo>
                    <a:pt x="15240" y="5715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2700"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590" y="21590"/>
                  </a:lnTo>
                  <a:lnTo>
                    <a:pt x="24130" y="19050"/>
                  </a:lnTo>
                  <a:lnTo>
                    <a:pt x="26670" y="16510"/>
                  </a:lnTo>
                  <a:lnTo>
                    <a:pt x="30480" y="15240"/>
                  </a:lnTo>
                  <a:lnTo>
                    <a:pt x="33020" y="13550"/>
                  </a:lnTo>
                  <a:lnTo>
                    <a:pt x="35560" y="12700"/>
                  </a:lnTo>
                  <a:lnTo>
                    <a:pt x="36830" y="12700"/>
                  </a:lnTo>
                  <a:lnTo>
                    <a:pt x="40640" y="11430"/>
                  </a:lnTo>
                  <a:lnTo>
                    <a:pt x="43180" y="11430"/>
                  </a:lnTo>
                  <a:lnTo>
                    <a:pt x="45720" y="11430"/>
                  </a:lnTo>
                  <a:lnTo>
                    <a:pt x="46990" y="11430"/>
                  </a:lnTo>
                  <a:lnTo>
                    <a:pt x="48552" y="12217"/>
                  </a:lnTo>
                  <a:lnTo>
                    <a:pt x="48260" y="12700"/>
                  </a:lnTo>
                  <a:lnTo>
                    <a:pt x="52070" y="13970"/>
                  </a:lnTo>
                  <a:lnTo>
                    <a:pt x="52273" y="13449"/>
                  </a:lnTo>
                  <a:lnTo>
                    <a:pt x="53340" y="13970"/>
                  </a:lnTo>
                  <a:lnTo>
                    <a:pt x="53340" y="15240"/>
                  </a:lnTo>
                  <a:lnTo>
                    <a:pt x="55880" y="16510"/>
                  </a:lnTo>
                  <a:lnTo>
                    <a:pt x="59690" y="11430"/>
                  </a:lnTo>
                  <a:lnTo>
                    <a:pt x="63500" y="7620"/>
                  </a:lnTo>
                  <a:close/>
                </a:path>
              </a:pathLst>
            </a:custGeom>
            <a:solidFill>
              <a:srgbClr val="9898FF"/>
            </a:solidFill>
          </p:spPr>
          <p:txBody>
            <a:bodyPr wrap="square" lIns="0" tIns="0" rIns="0" bIns="0" rtlCol="0"/>
            <a:lstStyle/>
            <a:p/>
          </p:txBody>
        </p:sp>
        <p:sp>
          <p:nvSpPr>
            <p:cNvPr id="384" name="object 384"/>
            <p:cNvSpPr/>
            <p:nvPr/>
          </p:nvSpPr>
          <p:spPr>
            <a:xfrm>
              <a:off x="1775460" y="1257299"/>
              <a:ext cx="43180" cy="121920"/>
            </a:xfrm>
            <a:custGeom>
              <a:avLst/>
              <a:gdLst/>
              <a:ahLst/>
              <a:cxnLst/>
              <a:rect l="l" t="t" r="r" b="b"/>
              <a:pathLst>
                <a:path w="43180" h="121919">
                  <a:moveTo>
                    <a:pt x="43180" y="45720"/>
                  </a:moveTo>
                  <a:lnTo>
                    <a:pt x="41910" y="45720"/>
                  </a:lnTo>
                  <a:lnTo>
                    <a:pt x="41910" y="43180"/>
                  </a:lnTo>
                  <a:lnTo>
                    <a:pt x="41910" y="40640"/>
                  </a:lnTo>
                  <a:lnTo>
                    <a:pt x="41910" y="36830"/>
                  </a:lnTo>
                  <a:lnTo>
                    <a:pt x="40640" y="34290"/>
                  </a:lnTo>
                  <a:lnTo>
                    <a:pt x="39370" y="27940"/>
                  </a:lnTo>
                  <a:lnTo>
                    <a:pt x="39128" y="28041"/>
                  </a:lnTo>
                  <a:lnTo>
                    <a:pt x="38100" y="22860"/>
                  </a:lnTo>
                  <a:lnTo>
                    <a:pt x="36830" y="16510"/>
                  </a:lnTo>
                  <a:lnTo>
                    <a:pt x="34290" y="10160"/>
                  </a:lnTo>
                  <a:lnTo>
                    <a:pt x="31750" y="5080"/>
                  </a:lnTo>
                  <a:lnTo>
                    <a:pt x="30480" y="1270"/>
                  </a:lnTo>
                  <a:lnTo>
                    <a:pt x="30480" y="0"/>
                  </a:lnTo>
                  <a:lnTo>
                    <a:pt x="24130" y="2540"/>
                  </a:lnTo>
                  <a:lnTo>
                    <a:pt x="19050" y="5080"/>
                  </a:lnTo>
                  <a:lnTo>
                    <a:pt x="20320" y="8890"/>
                  </a:lnTo>
                  <a:lnTo>
                    <a:pt x="20320" y="10160"/>
                  </a:lnTo>
                  <a:lnTo>
                    <a:pt x="22860" y="15240"/>
                  </a:lnTo>
                  <a:lnTo>
                    <a:pt x="24828" y="20180"/>
                  </a:lnTo>
                  <a:lnTo>
                    <a:pt x="24130" y="20320"/>
                  </a:lnTo>
                  <a:lnTo>
                    <a:pt x="25400" y="26670"/>
                  </a:lnTo>
                  <a:lnTo>
                    <a:pt x="25831" y="26504"/>
                  </a:lnTo>
                  <a:lnTo>
                    <a:pt x="27940" y="31750"/>
                  </a:lnTo>
                  <a:lnTo>
                    <a:pt x="29210" y="36830"/>
                  </a:lnTo>
                  <a:lnTo>
                    <a:pt x="29210" y="38100"/>
                  </a:lnTo>
                  <a:lnTo>
                    <a:pt x="29210" y="41910"/>
                  </a:lnTo>
                  <a:lnTo>
                    <a:pt x="30480" y="44450"/>
                  </a:lnTo>
                  <a:lnTo>
                    <a:pt x="30480" y="46990"/>
                  </a:lnTo>
                  <a:lnTo>
                    <a:pt x="30480" y="49530"/>
                  </a:lnTo>
                  <a:lnTo>
                    <a:pt x="30480" y="52070"/>
                  </a:lnTo>
                  <a:lnTo>
                    <a:pt x="30480" y="57150"/>
                  </a:lnTo>
                  <a:lnTo>
                    <a:pt x="30480" y="58420"/>
                  </a:lnTo>
                  <a:lnTo>
                    <a:pt x="30480" y="60960"/>
                  </a:lnTo>
                  <a:lnTo>
                    <a:pt x="29210" y="64770"/>
                  </a:lnTo>
                  <a:lnTo>
                    <a:pt x="29210" y="67310"/>
                  </a:lnTo>
                  <a:lnTo>
                    <a:pt x="29210" y="69850"/>
                  </a:lnTo>
                  <a:lnTo>
                    <a:pt x="27940" y="72390"/>
                  </a:lnTo>
                  <a:lnTo>
                    <a:pt x="27940" y="74930"/>
                  </a:lnTo>
                  <a:lnTo>
                    <a:pt x="26670" y="77470"/>
                  </a:lnTo>
                  <a:lnTo>
                    <a:pt x="27724" y="77901"/>
                  </a:lnTo>
                  <a:lnTo>
                    <a:pt x="26670" y="80010"/>
                  </a:lnTo>
                  <a:lnTo>
                    <a:pt x="25400" y="81280"/>
                  </a:lnTo>
                  <a:lnTo>
                    <a:pt x="25400" y="82550"/>
                  </a:lnTo>
                  <a:lnTo>
                    <a:pt x="25400" y="83820"/>
                  </a:lnTo>
                  <a:lnTo>
                    <a:pt x="25400" y="85090"/>
                  </a:lnTo>
                  <a:lnTo>
                    <a:pt x="22860" y="90170"/>
                  </a:lnTo>
                  <a:lnTo>
                    <a:pt x="20320" y="93980"/>
                  </a:lnTo>
                  <a:lnTo>
                    <a:pt x="19050" y="96520"/>
                  </a:lnTo>
                  <a:lnTo>
                    <a:pt x="17780" y="99060"/>
                  </a:lnTo>
                  <a:lnTo>
                    <a:pt x="16510" y="100330"/>
                  </a:lnTo>
                  <a:lnTo>
                    <a:pt x="16967" y="100685"/>
                  </a:lnTo>
                  <a:lnTo>
                    <a:pt x="16510" y="101600"/>
                  </a:lnTo>
                  <a:lnTo>
                    <a:pt x="15240" y="101600"/>
                  </a:lnTo>
                  <a:lnTo>
                    <a:pt x="13970" y="102870"/>
                  </a:lnTo>
                  <a:lnTo>
                    <a:pt x="14693" y="103416"/>
                  </a:lnTo>
                  <a:lnTo>
                    <a:pt x="14503" y="103606"/>
                  </a:lnTo>
                  <a:lnTo>
                    <a:pt x="13970" y="102870"/>
                  </a:lnTo>
                  <a:lnTo>
                    <a:pt x="12700" y="104140"/>
                  </a:lnTo>
                  <a:lnTo>
                    <a:pt x="11430" y="104140"/>
                  </a:lnTo>
                  <a:lnTo>
                    <a:pt x="11430" y="105410"/>
                  </a:lnTo>
                  <a:lnTo>
                    <a:pt x="9017" y="107022"/>
                  </a:lnTo>
                  <a:lnTo>
                    <a:pt x="8890" y="106680"/>
                  </a:lnTo>
                  <a:lnTo>
                    <a:pt x="5080" y="107950"/>
                  </a:lnTo>
                  <a:lnTo>
                    <a:pt x="3175" y="109220"/>
                  </a:lnTo>
                  <a:lnTo>
                    <a:pt x="0" y="109220"/>
                  </a:lnTo>
                  <a:lnTo>
                    <a:pt x="0" y="121920"/>
                  </a:lnTo>
                  <a:lnTo>
                    <a:pt x="3810" y="121920"/>
                  </a:lnTo>
                  <a:lnTo>
                    <a:pt x="6350" y="121920"/>
                  </a:lnTo>
                  <a:lnTo>
                    <a:pt x="10160" y="120650"/>
                  </a:lnTo>
                  <a:lnTo>
                    <a:pt x="12700" y="119380"/>
                  </a:lnTo>
                  <a:lnTo>
                    <a:pt x="13970" y="119380"/>
                  </a:lnTo>
                  <a:lnTo>
                    <a:pt x="13970" y="118110"/>
                  </a:lnTo>
                  <a:lnTo>
                    <a:pt x="17780" y="116840"/>
                  </a:lnTo>
                  <a:lnTo>
                    <a:pt x="19050" y="115570"/>
                  </a:lnTo>
                  <a:lnTo>
                    <a:pt x="20320" y="114300"/>
                  </a:lnTo>
                  <a:lnTo>
                    <a:pt x="21590" y="113030"/>
                  </a:lnTo>
                  <a:lnTo>
                    <a:pt x="22860" y="111760"/>
                  </a:lnTo>
                  <a:lnTo>
                    <a:pt x="24130" y="111760"/>
                  </a:lnTo>
                  <a:lnTo>
                    <a:pt x="24130" y="110490"/>
                  </a:lnTo>
                  <a:lnTo>
                    <a:pt x="25400" y="109220"/>
                  </a:lnTo>
                  <a:lnTo>
                    <a:pt x="26670" y="107950"/>
                  </a:lnTo>
                  <a:lnTo>
                    <a:pt x="27940" y="105410"/>
                  </a:lnTo>
                  <a:lnTo>
                    <a:pt x="29210" y="105410"/>
                  </a:lnTo>
                  <a:lnTo>
                    <a:pt x="30137" y="102616"/>
                  </a:lnTo>
                  <a:lnTo>
                    <a:pt x="30480" y="102870"/>
                  </a:lnTo>
                  <a:lnTo>
                    <a:pt x="31750" y="100330"/>
                  </a:lnTo>
                  <a:lnTo>
                    <a:pt x="34290" y="95250"/>
                  </a:lnTo>
                  <a:lnTo>
                    <a:pt x="36385" y="90004"/>
                  </a:lnTo>
                  <a:lnTo>
                    <a:pt x="36830" y="90170"/>
                  </a:lnTo>
                  <a:lnTo>
                    <a:pt x="38100" y="87630"/>
                  </a:lnTo>
                  <a:lnTo>
                    <a:pt x="38100" y="85090"/>
                  </a:lnTo>
                  <a:lnTo>
                    <a:pt x="38100" y="83820"/>
                  </a:lnTo>
                  <a:lnTo>
                    <a:pt x="39370" y="81280"/>
                  </a:lnTo>
                  <a:lnTo>
                    <a:pt x="40640" y="78740"/>
                  </a:lnTo>
                  <a:lnTo>
                    <a:pt x="40640" y="77470"/>
                  </a:lnTo>
                  <a:lnTo>
                    <a:pt x="40640" y="74930"/>
                  </a:lnTo>
                  <a:lnTo>
                    <a:pt x="40640" y="72390"/>
                  </a:lnTo>
                  <a:lnTo>
                    <a:pt x="41910" y="68580"/>
                  </a:lnTo>
                  <a:lnTo>
                    <a:pt x="41910" y="66040"/>
                  </a:lnTo>
                  <a:lnTo>
                    <a:pt x="41910" y="62230"/>
                  </a:lnTo>
                  <a:lnTo>
                    <a:pt x="41910" y="59690"/>
                  </a:lnTo>
                  <a:lnTo>
                    <a:pt x="43180" y="58420"/>
                  </a:lnTo>
                  <a:lnTo>
                    <a:pt x="43180" y="52070"/>
                  </a:lnTo>
                  <a:lnTo>
                    <a:pt x="43180" y="49530"/>
                  </a:lnTo>
                  <a:lnTo>
                    <a:pt x="43180" y="46990"/>
                  </a:lnTo>
                  <a:lnTo>
                    <a:pt x="43180" y="45720"/>
                  </a:lnTo>
                  <a:close/>
                </a:path>
              </a:pathLst>
            </a:custGeom>
            <a:solidFill>
              <a:srgbClr val="9898FF"/>
            </a:solidFill>
          </p:spPr>
          <p:txBody>
            <a:bodyPr wrap="square" lIns="0" tIns="0" rIns="0" bIns="0" rtlCol="0"/>
            <a:lstStyle/>
            <a:p/>
          </p:txBody>
        </p:sp>
        <p:sp>
          <p:nvSpPr>
            <p:cNvPr id="385" name="object 385"/>
            <p:cNvSpPr/>
            <p:nvPr/>
          </p:nvSpPr>
          <p:spPr>
            <a:xfrm>
              <a:off x="1727200" y="11950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3670"/>
                  </a:lnTo>
                  <a:lnTo>
                    <a:pt x="21590" y="148590"/>
                  </a:lnTo>
                  <a:lnTo>
                    <a:pt x="21094" y="148894"/>
                  </a:lnTo>
                  <a:lnTo>
                    <a:pt x="19050" y="144780"/>
                  </a:lnTo>
                  <a:lnTo>
                    <a:pt x="16510" y="139700"/>
                  </a:lnTo>
                  <a:lnTo>
                    <a:pt x="16510" y="137160"/>
                  </a:lnTo>
                  <a:lnTo>
                    <a:pt x="16510" y="135890"/>
                  </a:lnTo>
                  <a:lnTo>
                    <a:pt x="16129" y="136042"/>
                  </a:lnTo>
                  <a:lnTo>
                    <a:pt x="15240" y="133350"/>
                  </a:lnTo>
                  <a:lnTo>
                    <a:pt x="15240" y="130810"/>
                  </a:lnTo>
                  <a:lnTo>
                    <a:pt x="13970" y="128270"/>
                  </a:lnTo>
                  <a:lnTo>
                    <a:pt x="13970" y="12446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074" y="82524"/>
                  </a:lnTo>
                  <a:lnTo>
                    <a:pt x="15240" y="82550"/>
                  </a:lnTo>
                  <a:lnTo>
                    <a:pt x="16357" y="73609"/>
                  </a:lnTo>
                  <a:lnTo>
                    <a:pt x="16510" y="73660"/>
                  </a:lnTo>
                  <a:lnTo>
                    <a:pt x="19050" y="63500"/>
                  </a:lnTo>
                  <a:lnTo>
                    <a:pt x="21590" y="54610"/>
                  </a:lnTo>
                  <a:lnTo>
                    <a:pt x="24130" y="46990"/>
                  </a:lnTo>
                  <a:lnTo>
                    <a:pt x="27533" y="37909"/>
                  </a:lnTo>
                  <a:lnTo>
                    <a:pt x="27940" y="38100"/>
                  </a:lnTo>
                  <a:lnTo>
                    <a:pt x="31330" y="30175"/>
                  </a:lnTo>
                  <a:lnTo>
                    <a:pt x="31750" y="30480"/>
                  </a:lnTo>
                  <a:lnTo>
                    <a:pt x="36830" y="22860"/>
                  </a:lnTo>
                  <a:lnTo>
                    <a:pt x="36830" y="21590"/>
                  </a:lnTo>
                  <a:lnTo>
                    <a:pt x="41910" y="13970"/>
                  </a:lnTo>
                  <a:lnTo>
                    <a:pt x="40957" y="13589"/>
                  </a:lnTo>
                  <a:lnTo>
                    <a:pt x="46990" y="6350"/>
                  </a:lnTo>
                  <a:lnTo>
                    <a:pt x="41910" y="3810"/>
                  </a:lnTo>
                  <a:lnTo>
                    <a:pt x="36830" y="0"/>
                  </a:lnTo>
                  <a:lnTo>
                    <a:pt x="30480" y="7620"/>
                  </a:lnTo>
                  <a:lnTo>
                    <a:pt x="25400" y="15240"/>
                  </a:lnTo>
                  <a:lnTo>
                    <a:pt x="21590" y="22860"/>
                  </a:lnTo>
                  <a:lnTo>
                    <a:pt x="20320" y="24130"/>
                  </a:lnTo>
                  <a:lnTo>
                    <a:pt x="16510" y="33020"/>
                  </a:lnTo>
                  <a:lnTo>
                    <a:pt x="12700" y="41910"/>
                  </a:lnTo>
                  <a:lnTo>
                    <a:pt x="10160" y="50800"/>
                  </a:lnTo>
                  <a:lnTo>
                    <a:pt x="8890" y="50800"/>
                  </a:lnTo>
                  <a:lnTo>
                    <a:pt x="6350" y="5969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8590"/>
                  </a:lnTo>
                  <a:lnTo>
                    <a:pt x="10160" y="154940"/>
                  </a:lnTo>
                  <a:lnTo>
                    <a:pt x="10160" y="156210"/>
                  </a:lnTo>
                  <a:lnTo>
                    <a:pt x="12700" y="161290"/>
                  </a:lnTo>
                  <a:lnTo>
                    <a:pt x="16510" y="165100"/>
                  </a:lnTo>
                  <a:lnTo>
                    <a:pt x="17780" y="167640"/>
                  </a:lnTo>
                  <a:lnTo>
                    <a:pt x="19050" y="170180"/>
                  </a:lnTo>
                  <a:lnTo>
                    <a:pt x="20320" y="171450"/>
                  </a:lnTo>
                  <a:lnTo>
                    <a:pt x="21590" y="171450"/>
                  </a:lnTo>
                  <a:lnTo>
                    <a:pt x="22860" y="173990"/>
                  </a:lnTo>
                  <a:lnTo>
                    <a:pt x="22860" y="175260"/>
                  </a:lnTo>
                  <a:lnTo>
                    <a:pt x="24130" y="175260"/>
                  </a:lnTo>
                  <a:lnTo>
                    <a:pt x="27940" y="177800"/>
                  </a:lnTo>
                  <a:lnTo>
                    <a:pt x="31750" y="180340"/>
                  </a:lnTo>
                  <a:lnTo>
                    <a:pt x="33020" y="181610"/>
                  </a:lnTo>
                  <a:lnTo>
                    <a:pt x="36944" y="182600"/>
                  </a:lnTo>
                  <a:lnTo>
                    <a:pt x="36830" y="182880"/>
                  </a:lnTo>
                  <a:lnTo>
                    <a:pt x="41910" y="184150"/>
                  </a:lnTo>
                  <a:lnTo>
                    <a:pt x="43180" y="184150"/>
                  </a:lnTo>
                  <a:lnTo>
                    <a:pt x="48260" y="184150"/>
                  </a:lnTo>
                  <a:lnTo>
                    <a:pt x="52070" y="184150"/>
                  </a:lnTo>
                  <a:lnTo>
                    <a:pt x="52070" y="171450"/>
                  </a:lnTo>
                  <a:close/>
                </a:path>
              </a:pathLst>
            </a:custGeom>
            <a:solidFill>
              <a:srgbClr val="9898FF"/>
            </a:solidFill>
          </p:spPr>
          <p:txBody>
            <a:bodyPr wrap="square" lIns="0" tIns="0" rIns="0" bIns="0" rtlCol="0"/>
            <a:lstStyle/>
            <a:p/>
          </p:txBody>
        </p:sp>
        <p:sp>
          <p:nvSpPr>
            <p:cNvPr id="386" name="object 386"/>
            <p:cNvSpPr/>
            <p:nvPr/>
          </p:nvSpPr>
          <p:spPr>
            <a:xfrm>
              <a:off x="1757680" y="11506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7320" y="19050"/>
                  </a:lnTo>
                  <a:lnTo>
                    <a:pt x="146050" y="19050"/>
                  </a:lnTo>
                  <a:lnTo>
                    <a:pt x="139700" y="13970"/>
                  </a:lnTo>
                  <a:lnTo>
                    <a:pt x="139700" y="12700"/>
                  </a:lnTo>
                  <a:lnTo>
                    <a:pt x="132080" y="762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0160"/>
                  </a:lnTo>
                  <a:lnTo>
                    <a:pt x="48260" y="11430"/>
                  </a:lnTo>
                  <a:lnTo>
                    <a:pt x="40640" y="15240"/>
                  </a:lnTo>
                  <a:lnTo>
                    <a:pt x="33020" y="19050"/>
                  </a:lnTo>
                  <a:lnTo>
                    <a:pt x="33020" y="20320"/>
                  </a:lnTo>
                  <a:lnTo>
                    <a:pt x="25400" y="25400"/>
                  </a:lnTo>
                  <a:lnTo>
                    <a:pt x="19050" y="30480"/>
                  </a:lnTo>
                  <a:lnTo>
                    <a:pt x="12700" y="36830"/>
                  </a:lnTo>
                  <a:lnTo>
                    <a:pt x="6350" y="43180"/>
                  </a:lnTo>
                  <a:lnTo>
                    <a:pt x="6350" y="44450"/>
                  </a:lnTo>
                  <a:lnTo>
                    <a:pt x="0" y="52070"/>
                  </a:lnTo>
                  <a:lnTo>
                    <a:pt x="5080" y="55880"/>
                  </a:lnTo>
                  <a:lnTo>
                    <a:pt x="10160" y="58420"/>
                  </a:lnTo>
                  <a:lnTo>
                    <a:pt x="16510" y="50800"/>
                  </a:lnTo>
                  <a:lnTo>
                    <a:pt x="21590" y="45720"/>
                  </a:lnTo>
                  <a:lnTo>
                    <a:pt x="26670" y="40640"/>
                  </a:lnTo>
                  <a:lnTo>
                    <a:pt x="34290" y="35560"/>
                  </a:lnTo>
                  <a:lnTo>
                    <a:pt x="39370" y="30480"/>
                  </a:lnTo>
                  <a:lnTo>
                    <a:pt x="46990" y="25400"/>
                  </a:lnTo>
                  <a:lnTo>
                    <a:pt x="46634" y="24942"/>
                  </a:lnTo>
                  <a:lnTo>
                    <a:pt x="52908" y="21805"/>
                  </a:lnTo>
                  <a:lnTo>
                    <a:pt x="53340" y="22860"/>
                  </a:lnTo>
                  <a:lnTo>
                    <a:pt x="60960" y="19050"/>
                  </a:lnTo>
                  <a:lnTo>
                    <a:pt x="60807" y="18681"/>
                  </a:lnTo>
                  <a:lnTo>
                    <a:pt x="67310" y="16510"/>
                  </a:lnTo>
                  <a:lnTo>
                    <a:pt x="74930" y="15240"/>
                  </a:lnTo>
                  <a:lnTo>
                    <a:pt x="74777" y="14871"/>
                  </a:lnTo>
                  <a:lnTo>
                    <a:pt x="81280" y="12700"/>
                  </a:lnTo>
                  <a:lnTo>
                    <a:pt x="87630" y="11645"/>
                  </a:lnTo>
                  <a:lnTo>
                    <a:pt x="87630" y="12700"/>
                  </a:lnTo>
                  <a:lnTo>
                    <a:pt x="95250" y="12700"/>
                  </a:lnTo>
                  <a:lnTo>
                    <a:pt x="95250" y="11430"/>
                  </a:lnTo>
                  <a:lnTo>
                    <a:pt x="104140" y="12700"/>
                  </a:lnTo>
                  <a:lnTo>
                    <a:pt x="111760" y="13970"/>
                  </a:lnTo>
                  <a:lnTo>
                    <a:pt x="118249" y="16141"/>
                  </a:lnTo>
                  <a:lnTo>
                    <a:pt x="118110" y="16510"/>
                  </a:lnTo>
                  <a:lnTo>
                    <a:pt x="125730" y="19050"/>
                  </a:lnTo>
                  <a:lnTo>
                    <a:pt x="132080" y="24130"/>
                  </a:lnTo>
                  <a:lnTo>
                    <a:pt x="132588" y="23279"/>
                  </a:lnTo>
                  <a:lnTo>
                    <a:pt x="138430" y="27940"/>
                  </a:lnTo>
                  <a:lnTo>
                    <a:pt x="143510" y="33020"/>
                  </a:lnTo>
                  <a:lnTo>
                    <a:pt x="148729" y="39306"/>
                  </a:lnTo>
                  <a:lnTo>
                    <a:pt x="148590" y="39370"/>
                  </a:lnTo>
                  <a:lnTo>
                    <a:pt x="153670" y="48260"/>
                  </a:lnTo>
                  <a:lnTo>
                    <a:pt x="158750" y="55880"/>
                  </a:lnTo>
                  <a:lnTo>
                    <a:pt x="162560" y="63500"/>
                  </a:lnTo>
                  <a:lnTo>
                    <a:pt x="166370" y="71120"/>
                  </a:lnTo>
                  <a:lnTo>
                    <a:pt x="169570" y="78613"/>
                  </a:lnTo>
                  <a:lnTo>
                    <a:pt x="168910" y="78740"/>
                  </a:lnTo>
                  <a:lnTo>
                    <a:pt x="171450" y="87630"/>
                  </a:lnTo>
                  <a:lnTo>
                    <a:pt x="173990" y="96520"/>
                  </a:lnTo>
                  <a:lnTo>
                    <a:pt x="176530" y="104140"/>
                  </a:lnTo>
                  <a:lnTo>
                    <a:pt x="176530" y="110490"/>
                  </a:lnTo>
                  <a:lnTo>
                    <a:pt x="177800" y="119380"/>
                  </a:lnTo>
                  <a:lnTo>
                    <a:pt x="177952" y="119354"/>
                  </a:lnTo>
                  <a:lnTo>
                    <a:pt x="179070" y="128270"/>
                  </a:lnTo>
                  <a:lnTo>
                    <a:pt x="179070" y="140970"/>
                  </a:lnTo>
                  <a:lnTo>
                    <a:pt x="180327" y="170180"/>
                  </a:lnTo>
                  <a:lnTo>
                    <a:pt x="180327" y="455930"/>
                  </a:lnTo>
                  <a:lnTo>
                    <a:pt x="195580" y="455930"/>
                  </a:lnTo>
                  <a:lnTo>
                    <a:pt x="195580" y="170180"/>
                  </a:lnTo>
                  <a:close/>
                </a:path>
              </a:pathLst>
            </a:custGeom>
            <a:solidFill>
              <a:srgbClr val="9898FF"/>
            </a:solidFill>
          </p:spPr>
          <p:txBody>
            <a:bodyPr wrap="square" lIns="0" tIns="0" rIns="0" bIns="0" rtlCol="0"/>
            <a:lstStyle/>
            <a:p/>
          </p:txBody>
        </p:sp>
        <p:sp>
          <p:nvSpPr>
            <p:cNvPr id="387" name="object 387"/>
            <p:cNvSpPr/>
            <p:nvPr/>
          </p:nvSpPr>
          <p:spPr>
            <a:xfrm>
              <a:off x="1939290" y="1582419"/>
              <a:ext cx="46990" cy="83820"/>
            </a:xfrm>
            <a:custGeom>
              <a:avLst/>
              <a:gdLst/>
              <a:ahLst/>
              <a:cxnLst/>
              <a:rect l="l" t="t" r="r" b="b"/>
              <a:pathLst>
                <a:path w="46989" h="83819">
                  <a:moveTo>
                    <a:pt x="6350" y="19050"/>
                  </a:moveTo>
                  <a:lnTo>
                    <a:pt x="0" y="20320"/>
                  </a:lnTo>
                  <a:lnTo>
                    <a:pt x="0" y="21590"/>
                  </a:lnTo>
                  <a:lnTo>
                    <a:pt x="6350" y="19050"/>
                  </a:lnTo>
                  <a:close/>
                </a:path>
                <a:path w="46989" h="83819">
                  <a:moveTo>
                    <a:pt x="6350" y="15240"/>
                  </a:moveTo>
                  <a:lnTo>
                    <a:pt x="0" y="15240"/>
                  </a:lnTo>
                  <a:lnTo>
                    <a:pt x="0" y="16510"/>
                  </a:lnTo>
                  <a:lnTo>
                    <a:pt x="6350" y="15240"/>
                  </a:lnTo>
                  <a:close/>
                </a:path>
                <a:path w="46989" h="83819">
                  <a:moveTo>
                    <a:pt x="46990" y="25400"/>
                  </a:moveTo>
                  <a:lnTo>
                    <a:pt x="45720" y="22860"/>
                  </a:lnTo>
                  <a:lnTo>
                    <a:pt x="36830" y="889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3970" y="20320"/>
                  </a:lnTo>
                  <a:lnTo>
                    <a:pt x="13970" y="19050"/>
                  </a:lnTo>
                  <a:lnTo>
                    <a:pt x="7620" y="21590"/>
                  </a:lnTo>
                  <a:lnTo>
                    <a:pt x="1270" y="22860"/>
                  </a:lnTo>
                  <a:lnTo>
                    <a:pt x="1270" y="24130"/>
                  </a:lnTo>
                  <a:lnTo>
                    <a:pt x="1270" y="26670"/>
                  </a:lnTo>
                  <a:lnTo>
                    <a:pt x="2540" y="27940"/>
                  </a:lnTo>
                  <a:lnTo>
                    <a:pt x="2540" y="29210"/>
                  </a:lnTo>
                  <a:lnTo>
                    <a:pt x="3810" y="30480"/>
                  </a:lnTo>
                  <a:lnTo>
                    <a:pt x="3810" y="31750"/>
                  </a:lnTo>
                  <a:lnTo>
                    <a:pt x="5080" y="33020"/>
                  </a:lnTo>
                  <a:lnTo>
                    <a:pt x="6350" y="33655"/>
                  </a:lnTo>
                  <a:lnTo>
                    <a:pt x="6350" y="34290"/>
                  </a:lnTo>
                  <a:lnTo>
                    <a:pt x="6350" y="35560"/>
                  </a:lnTo>
                  <a:lnTo>
                    <a:pt x="8890" y="36830"/>
                  </a:lnTo>
                  <a:lnTo>
                    <a:pt x="8890" y="38100"/>
                  </a:lnTo>
                  <a:lnTo>
                    <a:pt x="9359" y="37312"/>
                  </a:lnTo>
                  <a:lnTo>
                    <a:pt x="11430" y="39370"/>
                  </a:lnTo>
                  <a:lnTo>
                    <a:pt x="12700" y="39370"/>
                  </a:lnTo>
                  <a:lnTo>
                    <a:pt x="21590" y="39370"/>
                  </a:lnTo>
                  <a:lnTo>
                    <a:pt x="21590" y="38100"/>
                  </a:lnTo>
                  <a:lnTo>
                    <a:pt x="22860" y="38100"/>
                  </a:lnTo>
                  <a:lnTo>
                    <a:pt x="24130" y="38100"/>
                  </a:lnTo>
                  <a:lnTo>
                    <a:pt x="25400" y="36830"/>
                  </a:lnTo>
                  <a:lnTo>
                    <a:pt x="25400" y="35560"/>
                  </a:lnTo>
                  <a:lnTo>
                    <a:pt x="27940" y="35560"/>
                  </a:lnTo>
                  <a:lnTo>
                    <a:pt x="27940" y="3302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15240" y="78740"/>
                  </a:lnTo>
                  <a:lnTo>
                    <a:pt x="20320" y="83820"/>
                  </a:lnTo>
                  <a:lnTo>
                    <a:pt x="20320" y="82550"/>
                  </a:lnTo>
                  <a:lnTo>
                    <a:pt x="24130" y="76200"/>
                  </a:lnTo>
                  <a:lnTo>
                    <a:pt x="27940" y="71120"/>
                  </a:lnTo>
                  <a:lnTo>
                    <a:pt x="27940" y="69850"/>
                  </a:lnTo>
                  <a:lnTo>
                    <a:pt x="30480" y="63500"/>
                  </a:lnTo>
                  <a:lnTo>
                    <a:pt x="31750" y="63500"/>
                  </a:lnTo>
                  <a:lnTo>
                    <a:pt x="35560" y="55880"/>
                  </a:lnTo>
                  <a:lnTo>
                    <a:pt x="38100" y="48260"/>
                  </a:lnTo>
                  <a:lnTo>
                    <a:pt x="38100" y="46990"/>
                  </a:lnTo>
                  <a:lnTo>
                    <a:pt x="41910" y="38100"/>
                  </a:lnTo>
                  <a:lnTo>
                    <a:pt x="45720" y="27940"/>
                  </a:lnTo>
                  <a:lnTo>
                    <a:pt x="46990" y="25400"/>
                  </a:lnTo>
                  <a:close/>
                </a:path>
              </a:pathLst>
            </a:custGeom>
            <a:solidFill>
              <a:srgbClr val="9898FF"/>
            </a:solidFill>
          </p:spPr>
          <p:txBody>
            <a:bodyPr wrap="square" lIns="0" tIns="0" rIns="0" bIns="0" rtlCol="0"/>
            <a:lstStyle/>
            <a:p/>
          </p:txBody>
        </p:sp>
        <p:sp>
          <p:nvSpPr>
            <p:cNvPr id="388" name="object 388"/>
            <p:cNvSpPr/>
            <p:nvPr/>
          </p:nvSpPr>
          <p:spPr>
            <a:xfrm>
              <a:off x="1831340" y="1376679"/>
              <a:ext cx="128270" cy="314960"/>
            </a:xfrm>
            <a:custGeom>
              <a:avLst/>
              <a:gdLst/>
              <a:ahLst/>
              <a:cxnLst/>
              <a:rect l="l" t="t" r="r" b="b"/>
              <a:pathLst>
                <a:path w="128269" h="314960">
                  <a:moveTo>
                    <a:pt x="41910" y="0"/>
                  </a:moveTo>
                  <a:lnTo>
                    <a:pt x="30480" y="12700"/>
                  </a:lnTo>
                  <a:lnTo>
                    <a:pt x="21590" y="22860"/>
                  </a:lnTo>
                  <a:lnTo>
                    <a:pt x="13970" y="33020"/>
                  </a:lnTo>
                  <a:lnTo>
                    <a:pt x="6350" y="43180"/>
                  </a:lnTo>
                  <a:lnTo>
                    <a:pt x="6350" y="44450"/>
                  </a:lnTo>
                  <a:lnTo>
                    <a:pt x="0" y="54610"/>
                  </a:lnTo>
                  <a:lnTo>
                    <a:pt x="5080" y="57150"/>
                  </a:lnTo>
                  <a:lnTo>
                    <a:pt x="10160" y="60960"/>
                  </a:lnTo>
                  <a:lnTo>
                    <a:pt x="17780" y="50800"/>
                  </a:lnTo>
                  <a:lnTo>
                    <a:pt x="16903" y="50279"/>
                  </a:lnTo>
                  <a:lnTo>
                    <a:pt x="24130" y="40640"/>
                  </a:lnTo>
                  <a:lnTo>
                    <a:pt x="29210" y="34721"/>
                  </a:lnTo>
                  <a:lnTo>
                    <a:pt x="29210" y="186690"/>
                  </a:lnTo>
                  <a:lnTo>
                    <a:pt x="41910" y="186690"/>
                  </a:lnTo>
                  <a:lnTo>
                    <a:pt x="41910" y="17780"/>
                  </a:lnTo>
                  <a:lnTo>
                    <a:pt x="41910" y="0"/>
                  </a:lnTo>
                  <a:close/>
                </a:path>
                <a:path w="128269" h="314960">
                  <a:moveTo>
                    <a:pt x="128270" y="288290"/>
                  </a:moveTo>
                  <a:lnTo>
                    <a:pt x="123190" y="284480"/>
                  </a:lnTo>
                  <a:lnTo>
                    <a:pt x="118110" y="280670"/>
                  </a:lnTo>
                  <a:lnTo>
                    <a:pt x="114300" y="285750"/>
                  </a:lnTo>
                  <a:lnTo>
                    <a:pt x="111252" y="289814"/>
                  </a:lnTo>
                  <a:lnTo>
                    <a:pt x="106680" y="292100"/>
                  </a:lnTo>
                  <a:lnTo>
                    <a:pt x="102870" y="295910"/>
                  </a:lnTo>
                  <a:lnTo>
                    <a:pt x="103212" y="296379"/>
                  </a:lnTo>
                  <a:lnTo>
                    <a:pt x="99060" y="298450"/>
                  </a:lnTo>
                  <a:lnTo>
                    <a:pt x="99314" y="298792"/>
                  </a:lnTo>
                  <a:lnTo>
                    <a:pt x="96520" y="299720"/>
                  </a:lnTo>
                  <a:lnTo>
                    <a:pt x="92710" y="300990"/>
                  </a:lnTo>
                  <a:lnTo>
                    <a:pt x="88900" y="302260"/>
                  </a:lnTo>
                  <a:lnTo>
                    <a:pt x="85090" y="302260"/>
                  </a:lnTo>
                  <a:lnTo>
                    <a:pt x="81280" y="302260"/>
                  </a:lnTo>
                  <a:lnTo>
                    <a:pt x="76200" y="300990"/>
                  </a:lnTo>
                  <a:lnTo>
                    <a:pt x="72263" y="300012"/>
                  </a:lnTo>
                  <a:lnTo>
                    <a:pt x="72390" y="299720"/>
                  </a:lnTo>
                  <a:lnTo>
                    <a:pt x="68580" y="297180"/>
                  </a:lnTo>
                  <a:lnTo>
                    <a:pt x="64770" y="294640"/>
                  </a:lnTo>
                  <a:lnTo>
                    <a:pt x="60960" y="292100"/>
                  </a:lnTo>
                  <a:lnTo>
                    <a:pt x="59690" y="290830"/>
                  </a:lnTo>
                  <a:lnTo>
                    <a:pt x="58420" y="289560"/>
                  </a:lnTo>
                  <a:lnTo>
                    <a:pt x="58420" y="288290"/>
                  </a:lnTo>
                  <a:lnTo>
                    <a:pt x="56642" y="287401"/>
                  </a:lnTo>
                  <a:lnTo>
                    <a:pt x="57150" y="287020"/>
                  </a:lnTo>
                  <a:lnTo>
                    <a:pt x="55079" y="284962"/>
                  </a:lnTo>
                  <a:lnTo>
                    <a:pt x="55880" y="284480"/>
                  </a:lnTo>
                  <a:lnTo>
                    <a:pt x="53695" y="282308"/>
                  </a:lnTo>
                  <a:lnTo>
                    <a:pt x="54610" y="281940"/>
                  </a:lnTo>
                  <a:lnTo>
                    <a:pt x="53340" y="280670"/>
                  </a:lnTo>
                  <a:lnTo>
                    <a:pt x="53340" y="279400"/>
                  </a:lnTo>
                  <a:lnTo>
                    <a:pt x="52070" y="279400"/>
                  </a:lnTo>
                  <a:lnTo>
                    <a:pt x="51536" y="278345"/>
                  </a:lnTo>
                  <a:lnTo>
                    <a:pt x="52070" y="278130"/>
                  </a:lnTo>
                  <a:lnTo>
                    <a:pt x="49530" y="274320"/>
                  </a:lnTo>
                  <a:lnTo>
                    <a:pt x="48399" y="270967"/>
                  </a:lnTo>
                  <a:lnTo>
                    <a:pt x="49530" y="270510"/>
                  </a:lnTo>
                  <a:lnTo>
                    <a:pt x="48260" y="267970"/>
                  </a:lnTo>
                  <a:lnTo>
                    <a:pt x="47879" y="268122"/>
                  </a:lnTo>
                  <a:lnTo>
                    <a:pt x="46990" y="265430"/>
                  </a:lnTo>
                  <a:lnTo>
                    <a:pt x="46990" y="264160"/>
                  </a:lnTo>
                  <a:lnTo>
                    <a:pt x="45720" y="260350"/>
                  </a:lnTo>
                  <a:lnTo>
                    <a:pt x="45516" y="260438"/>
                  </a:lnTo>
                  <a:lnTo>
                    <a:pt x="44450" y="254000"/>
                  </a:lnTo>
                  <a:lnTo>
                    <a:pt x="43180" y="245110"/>
                  </a:lnTo>
                  <a:lnTo>
                    <a:pt x="41910" y="236220"/>
                  </a:lnTo>
                  <a:lnTo>
                    <a:pt x="40640" y="226060"/>
                  </a:lnTo>
                  <a:lnTo>
                    <a:pt x="39370" y="207010"/>
                  </a:lnTo>
                  <a:lnTo>
                    <a:pt x="29210" y="223520"/>
                  </a:lnTo>
                  <a:lnTo>
                    <a:pt x="34290" y="227330"/>
                  </a:lnTo>
                  <a:lnTo>
                    <a:pt x="29210" y="227330"/>
                  </a:lnTo>
                  <a:lnTo>
                    <a:pt x="29210" y="236220"/>
                  </a:lnTo>
                  <a:lnTo>
                    <a:pt x="29210" y="237490"/>
                  </a:lnTo>
                  <a:lnTo>
                    <a:pt x="30480" y="246380"/>
                  </a:lnTo>
                  <a:lnTo>
                    <a:pt x="31750" y="256540"/>
                  </a:lnTo>
                  <a:lnTo>
                    <a:pt x="34290" y="264160"/>
                  </a:lnTo>
                  <a:lnTo>
                    <a:pt x="34290" y="265430"/>
                  </a:lnTo>
                  <a:lnTo>
                    <a:pt x="34290" y="266700"/>
                  </a:lnTo>
                  <a:lnTo>
                    <a:pt x="34290" y="267970"/>
                  </a:lnTo>
                  <a:lnTo>
                    <a:pt x="34658" y="267830"/>
                  </a:lnTo>
                  <a:lnTo>
                    <a:pt x="35560" y="270510"/>
                  </a:lnTo>
                  <a:lnTo>
                    <a:pt x="35560" y="271780"/>
                  </a:lnTo>
                  <a:lnTo>
                    <a:pt x="36830" y="275590"/>
                  </a:lnTo>
                  <a:lnTo>
                    <a:pt x="38100" y="279400"/>
                  </a:lnTo>
                  <a:lnTo>
                    <a:pt x="39370" y="281940"/>
                  </a:lnTo>
                  <a:lnTo>
                    <a:pt x="39370" y="283210"/>
                  </a:lnTo>
                  <a:lnTo>
                    <a:pt x="40640" y="283210"/>
                  </a:lnTo>
                  <a:lnTo>
                    <a:pt x="41910" y="285750"/>
                  </a:lnTo>
                  <a:lnTo>
                    <a:pt x="41910" y="287020"/>
                  </a:lnTo>
                  <a:lnTo>
                    <a:pt x="41910" y="288290"/>
                  </a:lnTo>
                  <a:lnTo>
                    <a:pt x="43180" y="288290"/>
                  </a:lnTo>
                  <a:lnTo>
                    <a:pt x="44450" y="290830"/>
                  </a:lnTo>
                  <a:lnTo>
                    <a:pt x="44450" y="292100"/>
                  </a:lnTo>
                  <a:lnTo>
                    <a:pt x="46990" y="294640"/>
                  </a:lnTo>
                  <a:lnTo>
                    <a:pt x="48260" y="295910"/>
                  </a:lnTo>
                  <a:lnTo>
                    <a:pt x="49530" y="298450"/>
                  </a:lnTo>
                  <a:lnTo>
                    <a:pt x="49530" y="299720"/>
                  </a:lnTo>
                  <a:lnTo>
                    <a:pt x="50800" y="299720"/>
                  </a:lnTo>
                  <a:lnTo>
                    <a:pt x="52070" y="300990"/>
                  </a:lnTo>
                  <a:lnTo>
                    <a:pt x="52070" y="302260"/>
                  </a:lnTo>
                  <a:lnTo>
                    <a:pt x="53340" y="302260"/>
                  </a:lnTo>
                  <a:lnTo>
                    <a:pt x="57150" y="304800"/>
                  </a:lnTo>
                  <a:lnTo>
                    <a:pt x="57150" y="306070"/>
                  </a:lnTo>
                  <a:lnTo>
                    <a:pt x="60960" y="308610"/>
                  </a:lnTo>
                  <a:lnTo>
                    <a:pt x="62230" y="308610"/>
                  </a:lnTo>
                  <a:lnTo>
                    <a:pt x="67310" y="311150"/>
                  </a:lnTo>
                  <a:lnTo>
                    <a:pt x="68580" y="311150"/>
                  </a:lnTo>
                  <a:lnTo>
                    <a:pt x="72390" y="313690"/>
                  </a:lnTo>
                  <a:lnTo>
                    <a:pt x="73660" y="313690"/>
                  </a:lnTo>
                  <a:lnTo>
                    <a:pt x="77470" y="313690"/>
                  </a:lnTo>
                  <a:lnTo>
                    <a:pt x="78740" y="314960"/>
                  </a:lnTo>
                  <a:lnTo>
                    <a:pt x="80010" y="314960"/>
                  </a:lnTo>
                  <a:lnTo>
                    <a:pt x="85090" y="314960"/>
                  </a:lnTo>
                  <a:lnTo>
                    <a:pt x="90170" y="314960"/>
                  </a:lnTo>
                  <a:lnTo>
                    <a:pt x="91440" y="313690"/>
                  </a:lnTo>
                  <a:lnTo>
                    <a:pt x="95250" y="313690"/>
                  </a:lnTo>
                  <a:lnTo>
                    <a:pt x="96520" y="313690"/>
                  </a:lnTo>
                  <a:lnTo>
                    <a:pt x="100330" y="311150"/>
                  </a:lnTo>
                  <a:lnTo>
                    <a:pt x="101600" y="311150"/>
                  </a:lnTo>
                  <a:lnTo>
                    <a:pt x="105410" y="309880"/>
                  </a:lnTo>
                  <a:lnTo>
                    <a:pt x="106680" y="308610"/>
                  </a:lnTo>
                  <a:lnTo>
                    <a:pt x="110490" y="306070"/>
                  </a:lnTo>
                  <a:lnTo>
                    <a:pt x="111760" y="306070"/>
                  </a:lnTo>
                  <a:lnTo>
                    <a:pt x="115570" y="302260"/>
                  </a:lnTo>
                  <a:lnTo>
                    <a:pt x="119380" y="299720"/>
                  </a:lnTo>
                  <a:lnTo>
                    <a:pt x="119380" y="298450"/>
                  </a:lnTo>
                  <a:lnTo>
                    <a:pt x="123190" y="293370"/>
                  </a:lnTo>
                  <a:lnTo>
                    <a:pt x="124460" y="293370"/>
                  </a:lnTo>
                  <a:lnTo>
                    <a:pt x="128270" y="289560"/>
                  </a:lnTo>
                  <a:lnTo>
                    <a:pt x="128270" y="288290"/>
                  </a:lnTo>
                  <a:close/>
                </a:path>
              </a:pathLst>
            </a:custGeom>
            <a:solidFill>
              <a:srgbClr val="9898FF"/>
            </a:solidFill>
          </p:spPr>
          <p:txBody>
            <a:bodyPr wrap="square" lIns="0" tIns="0" rIns="0" bIns="0" rtlCol="0"/>
            <a:lstStyle/>
            <a:p/>
          </p:txBody>
        </p:sp>
        <p:sp>
          <p:nvSpPr>
            <p:cNvPr id="389" name="object 389"/>
            <p:cNvSpPr/>
            <p:nvPr/>
          </p:nvSpPr>
          <p:spPr>
            <a:xfrm>
              <a:off x="1798320" y="1431289"/>
              <a:ext cx="48260" cy="168910"/>
            </a:xfrm>
            <a:custGeom>
              <a:avLst/>
              <a:gdLst/>
              <a:ahLst/>
              <a:cxnLst/>
              <a:rect l="l" t="t" r="r" b="b"/>
              <a:pathLst>
                <a:path w="48260" h="168909">
                  <a:moveTo>
                    <a:pt x="48260" y="165100"/>
                  </a:moveTo>
                  <a:lnTo>
                    <a:pt x="44450" y="160020"/>
                  </a:lnTo>
                  <a:lnTo>
                    <a:pt x="41910" y="154940"/>
                  </a:lnTo>
                  <a:lnTo>
                    <a:pt x="40640" y="154940"/>
                  </a:lnTo>
                  <a:lnTo>
                    <a:pt x="3937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510" y="68580"/>
                  </a:lnTo>
                  <a:lnTo>
                    <a:pt x="19050" y="62230"/>
                  </a:lnTo>
                  <a:lnTo>
                    <a:pt x="21590" y="54610"/>
                  </a:lnTo>
                  <a:lnTo>
                    <a:pt x="24130" y="46990"/>
                  </a:lnTo>
                  <a:lnTo>
                    <a:pt x="23063" y="46570"/>
                  </a:lnTo>
                  <a:lnTo>
                    <a:pt x="27940" y="36830"/>
                  </a:lnTo>
                  <a:lnTo>
                    <a:pt x="32562" y="26403"/>
                  </a:lnTo>
                  <a:lnTo>
                    <a:pt x="33020" y="26670"/>
                  </a:lnTo>
                  <a:lnTo>
                    <a:pt x="37642" y="16243"/>
                  </a:lnTo>
                  <a:lnTo>
                    <a:pt x="38100" y="16510"/>
                  </a:lnTo>
                  <a:lnTo>
                    <a:pt x="43180" y="6350"/>
                  </a:lnTo>
                  <a:lnTo>
                    <a:pt x="38100" y="2540"/>
                  </a:lnTo>
                  <a:lnTo>
                    <a:pt x="33020" y="0"/>
                  </a:lnTo>
                  <a:lnTo>
                    <a:pt x="26670" y="8890"/>
                  </a:lnTo>
                  <a:lnTo>
                    <a:pt x="26670" y="10160"/>
                  </a:lnTo>
                  <a:lnTo>
                    <a:pt x="21590" y="20320"/>
                  </a:lnTo>
                  <a:lnTo>
                    <a:pt x="16510" y="31750"/>
                  </a:lnTo>
                  <a:lnTo>
                    <a:pt x="11430" y="43180"/>
                  </a:lnTo>
                  <a:lnTo>
                    <a:pt x="8890" y="4953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2700" y="154940"/>
                  </a:lnTo>
                  <a:lnTo>
                    <a:pt x="12700" y="156210"/>
                  </a:lnTo>
                  <a:lnTo>
                    <a:pt x="13970" y="157480"/>
                  </a:lnTo>
                  <a:lnTo>
                    <a:pt x="15240" y="158750"/>
                  </a:lnTo>
                  <a:lnTo>
                    <a:pt x="15240" y="160020"/>
                  </a:lnTo>
                  <a:lnTo>
                    <a:pt x="16510" y="161290"/>
                  </a:lnTo>
                  <a:lnTo>
                    <a:pt x="17780" y="161290"/>
                  </a:lnTo>
                  <a:lnTo>
                    <a:pt x="19050" y="162560"/>
                  </a:lnTo>
                  <a:lnTo>
                    <a:pt x="20320" y="163830"/>
                  </a:lnTo>
                  <a:lnTo>
                    <a:pt x="21590" y="165100"/>
                  </a:lnTo>
                  <a:lnTo>
                    <a:pt x="22860" y="166370"/>
                  </a:lnTo>
                  <a:lnTo>
                    <a:pt x="24130" y="166370"/>
                  </a:lnTo>
                  <a:lnTo>
                    <a:pt x="26670" y="167640"/>
                  </a:lnTo>
                  <a:lnTo>
                    <a:pt x="27940" y="167640"/>
                  </a:lnTo>
                  <a:lnTo>
                    <a:pt x="30480" y="168910"/>
                  </a:lnTo>
                  <a:lnTo>
                    <a:pt x="31750" y="168910"/>
                  </a:lnTo>
                  <a:lnTo>
                    <a:pt x="35560" y="168910"/>
                  </a:lnTo>
                  <a:lnTo>
                    <a:pt x="36830" y="168910"/>
                  </a:lnTo>
                  <a:lnTo>
                    <a:pt x="39370" y="168910"/>
                  </a:lnTo>
                  <a:lnTo>
                    <a:pt x="40640" y="167640"/>
                  </a:lnTo>
                  <a:lnTo>
                    <a:pt x="41910" y="167640"/>
                  </a:lnTo>
                  <a:lnTo>
                    <a:pt x="43180" y="167640"/>
                  </a:lnTo>
                  <a:lnTo>
                    <a:pt x="44450" y="167640"/>
                  </a:lnTo>
                  <a:lnTo>
                    <a:pt x="44450" y="166370"/>
                  </a:lnTo>
                  <a:lnTo>
                    <a:pt x="46990" y="166370"/>
                  </a:lnTo>
                  <a:lnTo>
                    <a:pt x="48260" y="165100"/>
                  </a:lnTo>
                  <a:close/>
                </a:path>
              </a:pathLst>
            </a:custGeom>
            <a:solidFill>
              <a:srgbClr val="9898FF"/>
            </a:solidFill>
          </p:spPr>
          <p:txBody>
            <a:bodyPr wrap="square" lIns="0" tIns="0" rIns="0" bIns="0" rtlCol="0"/>
            <a:lstStyle/>
            <a:p/>
          </p:txBody>
        </p:sp>
        <p:sp>
          <p:nvSpPr>
            <p:cNvPr id="390" name="object 390"/>
            <p:cNvSpPr/>
            <p:nvPr/>
          </p:nvSpPr>
          <p:spPr>
            <a:xfrm>
              <a:off x="1838960" y="1560829"/>
              <a:ext cx="34290" cy="36830"/>
            </a:xfrm>
            <a:custGeom>
              <a:avLst/>
              <a:gdLst/>
              <a:ahLst/>
              <a:cxnLst/>
              <a:rect l="l" t="t" r="r" b="b"/>
              <a:pathLst>
                <a:path w="34289" h="36830">
                  <a:moveTo>
                    <a:pt x="34290" y="2540"/>
                  </a:moveTo>
                  <a:lnTo>
                    <a:pt x="26670" y="2540"/>
                  </a:lnTo>
                  <a:lnTo>
                    <a:pt x="21590" y="0"/>
                  </a:lnTo>
                  <a:lnTo>
                    <a:pt x="17780" y="6350"/>
                  </a:lnTo>
                  <a:lnTo>
                    <a:pt x="12700" y="12700"/>
                  </a:lnTo>
                  <a:lnTo>
                    <a:pt x="13423" y="13246"/>
                  </a:lnTo>
                  <a:lnTo>
                    <a:pt x="8890" y="17780"/>
                  </a:lnTo>
                  <a:lnTo>
                    <a:pt x="5080" y="21590"/>
                  </a:lnTo>
                  <a:lnTo>
                    <a:pt x="5588" y="22098"/>
                  </a:lnTo>
                  <a:lnTo>
                    <a:pt x="2540" y="24130"/>
                  </a:lnTo>
                  <a:lnTo>
                    <a:pt x="1270" y="24130"/>
                  </a:lnTo>
                  <a:lnTo>
                    <a:pt x="0" y="25400"/>
                  </a:lnTo>
                  <a:lnTo>
                    <a:pt x="3810" y="30480"/>
                  </a:lnTo>
                  <a:lnTo>
                    <a:pt x="6350" y="36830"/>
                  </a:lnTo>
                  <a:lnTo>
                    <a:pt x="7620" y="35560"/>
                  </a:lnTo>
                  <a:lnTo>
                    <a:pt x="10160" y="3429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9898FF"/>
            </a:solidFill>
          </p:spPr>
          <p:txBody>
            <a:bodyPr wrap="square" lIns="0" tIns="0" rIns="0" bIns="0" rtlCol="0"/>
            <a:lstStyle/>
            <a:p/>
          </p:txBody>
        </p:sp>
        <p:sp>
          <p:nvSpPr>
            <p:cNvPr id="391" name="object 391"/>
            <p:cNvSpPr/>
            <p:nvPr/>
          </p:nvSpPr>
          <p:spPr>
            <a:xfrm>
              <a:off x="2010409" y="1156970"/>
              <a:ext cx="223519" cy="520700"/>
            </a:xfrm>
            <a:prstGeom prst="rect">
              <a:avLst/>
            </a:prstGeom>
            <a:blipFill>
              <a:blip r:embed="rId8" cstate="print"/>
              <a:stretch>
                <a:fillRect/>
              </a:stretch>
            </a:blipFill>
          </p:spPr>
          <p:txBody>
            <a:bodyPr wrap="square" lIns="0" tIns="0" rIns="0" bIns="0" rtlCol="0"/>
            <a:lstStyle/>
            <a:p/>
          </p:txBody>
        </p:sp>
        <p:sp>
          <p:nvSpPr>
            <p:cNvPr id="392" name="object 392"/>
            <p:cNvSpPr/>
            <p:nvPr/>
          </p:nvSpPr>
          <p:spPr>
            <a:xfrm>
              <a:off x="2010409" y="1155700"/>
              <a:ext cx="223520" cy="521970"/>
            </a:xfrm>
            <a:custGeom>
              <a:avLst/>
              <a:gdLst/>
              <a:ahLst/>
              <a:cxnLst/>
              <a:rect l="l" t="t" r="r" b="b"/>
              <a:pathLst>
                <a:path w="223519" h="521969">
                  <a:moveTo>
                    <a:pt x="105409" y="16510"/>
                  </a:moveTo>
                  <a:lnTo>
                    <a:pt x="105409" y="130810"/>
                  </a:lnTo>
                  <a:lnTo>
                    <a:pt x="118109" y="95250"/>
                  </a:lnTo>
                  <a:lnTo>
                    <a:pt x="124459" y="78739"/>
                  </a:lnTo>
                  <a:lnTo>
                    <a:pt x="130809" y="66039"/>
                  </a:lnTo>
                  <a:lnTo>
                    <a:pt x="135889" y="53339"/>
                  </a:lnTo>
                  <a:lnTo>
                    <a:pt x="140969" y="43179"/>
                  </a:lnTo>
                  <a:lnTo>
                    <a:pt x="166369" y="10160"/>
                  </a:lnTo>
                  <a:lnTo>
                    <a:pt x="170179" y="7620"/>
                  </a:lnTo>
                  <a:lnTo>
                    <a:pt x="175259" y="3810"/>
                  </a:lnTo>
                  <a:lnTo>
                    <a:pt x="180339" y="2539"/>
                  </a:lnTo>
                  <a:lnTo>
                    <a:pt x="184150" y="1270"/>
                  </a:lnTo>
                  <a:lnTo>
                    <a:pt x="189229" y="0"/>
                  </a:lnTo>
                  <a:lnTo>
                    <a:pt x="193039" y="0"/>
                  </a:lnTo>
                  <a:lnTo>
                    <a:pt x="196850" y="2539"/>
                  </a:lnTo>
                  <a:lnTo>
                    <a:pt x="199389" y="3810"/>
                  </a:lnTo>
                  <a:lnTo>
                    <a:pt x="201929" y="3810"/>
                  </a:lnTo>
                  <a:lnTo>
                    <a:pt x="203200" y="5079"/>
                  </a:lnTo>
                  <a:lnTo>
                    <a:pt x="204469" y="6350"/>
                  </a:lnTo>
                  <a:lnTo>
                    <a:pt x="205739" y="7620"/>
                  </a:lnTo>
                  <a:lnTo>
                    <a:pt x="207009" y="8889"/>
                  </a:lnTo>
                  <a:lnTo>
                    <a:pt x="209550" y="11429"/>
                  </a:lnTo>
                  <a:lnTo>
                    <a:pt x="210819" y="12700"/>
                  </a:lnTo>
                  <a:lnTo>
                    <a:pt x="212089" y="15239"/>
                  </a:lnTo>
                  <a:lnTo>
                    <a:pt x="213359" y="17779"/>
                  </a:lnTo>
                  <a:lnTo>
                    <a:pt x="214629" y="19050"/>
                  </a:lnTo>
                  <a:lnTo>
                    <a:pt x="214629" y="21589"/>
                  </a:lnTo>
                  <a:lnTo>
                    <a:pt x="215900" y="24129"/>
                  </a:lnTo>
                  <a:lnTo>
                    <a:pt x="217169" y="26670"/>
                  </a:lnTo>
                  <a:lnTo>
                    <a:pt x="218439" y="29210"/>
                  </a:lnTo>
                  <a:lnTo>
                    <a:pt x="218439" y="31750"/>
                  </a:lnTo>
                  <a:lnTo>
                    <a:pt x="219709" y="35560"/>
                  </a:lnTo>
                  <a:lnTo>
                    <a:pt x="220979" y="41910"/>
                  </a:lnTo>
                  <a:lnTo>
                    <a:pt x="222250" y="48260"/>
                  </a:lnTo>
                  <a:lnTo>
                    <a:pt x="222250" y="55879"/>
                  </a:lnTo>
                  <a:lnTo>
                    <a:pt x="223519" y="63500"/>
                  </a:lnTo>
                  <a:lnTo>
                    <a:pt x="223519" y="72389"/>
                  </a:lnTo>
                  <a:lnTo>
                    <a:pt x="223519" y="81279"/>
                  </a:lnTo>
                  <a:lnTo>
                    <a:pt x="222250" y="90170"/>
                  </a:lnTo>
                  <a:lnTo>
                    <a:pt x="222250" y="96520"/>
                  </a:lnTo>
                  <a:lnTo>
                    <a:pt x="220979" y="104139"/>
                  </a:lnTo>
                  <a:lnTo>
                    <a:pt x="219709" y="111760"/>
                  </a:lnTo>
                  <a:lnTo>
                    <a:pt x="218439" y="114300"/>
                  </a:lnTo>
                  <a:lnTo>
                    <a:pt x="218439" y="116839"/>
                  </a:lnTo>
                  <a:lnTo>
                    <a:pt x="217169" y="120650"/>
                  </a:lnTo>
                  <a:lnTo>
                    <a:pt x="217169" y="123189"/>
                  </a:lnTo>
                  <a:lnTo>
                    <a:pt x="215900" y="125729"/>
                  </a:lnTo>
                  <a:lnTo>
                    <a:pt x="214629" y="128270"/>
                  </a:lnTo>
                  <a:lnTo>
                    <a:pt x="212089" y="133350"/>
                  </a:lnTo>
                  <a:lnTo>
                    <a:pt x="209550" y="137160"/>
                  </a:lnTo>
                  <a:lnTo>
                    <a:pt x="208279" y="138429"/>
                  </a:lnTo>
                  <a:lnTo>
                    <a:pt x="207009" y="140970"/>
                  </a:lnTo>
                  <a:lnTo>
                    <a:pt x="205739" y="142239"/>
                  </a:lnTo>
                  <a:lnTo>
                    <a:pt x="204469" y="143510"/>
                  </a:lnTo>
                  <a:lnTo>
                    <a:pt x="203200" y="144779"/>
                  </a:lnTo>
                  <a:lnTo>
                    <a:pt x="201929" y="146050"/>
                  </a:lnTo>
                  <a:lnTo>
                    <a:pt x="199389" y="147320"/>
                  </a:lnTo>
                  <a:lnTo>
                    <a:pt x="196850" y="148589"/>
                  </a:lnTo>
                  <a:lnTo>
                    <a:pt x="195579" y="148589"/>
                  </a:lnTo>
                  <a:lnTo>
                    <a:pt x="194309" y="148589"/>
                  </a:lnTo>
                  <a:lnTo>
                    <a:pt x="193039" y="148589"/>
                  </a:lnTo>
                  <a:lnTo>
                    <a:pt x="187959" y="148589"/>
                  </a:lnTo>
                  <a:lnTo>
                    <a:pt x="185419" y="147320"/>
                  </a:lnTo>
                  <a:lnTo>
                    <a:pt x="181609" y="146050"/>
                  </a:lnTo>
                  <a:lnTo>
                    <a:pt x="179069" y="144779"/>
                  </a:lnTo>
                  <a:lnTo>
                    <a:pt x="175259" y="142239"/>
                  </a:lnTo>
                  <a:lnTo>
                    <a:pt x="172719" y="138429"/>
                  </a:lnTo>
                  <a:lnTo>
                    <a:pt x="168909" y="134620"/>
                  </a:lnTo>
                  <a:lnTo>
                    <a:pt x="166369" y="130810"/>
                  </a:lnTo>
                  <a:lnTo>
                    <a:pt x="158750" y="115570"/>
                  </a:lnTo>
                  <a:lnTo>
                    <a:pt x="156209" y="111760"/>
                  </a:lnTo>
                  <a:lnTo>
                    <a:pt x="153669" y="109220"/>
                  </a:lnTo>
                  <a:lnTo>
                    <a:pt x="152400" y="107950"/>
                  </a:lnTo>
                  <a:lnTo>
                    <a:pt x="151129" y="107950"/>
                  </a:lnTo>
                  <a:lnTo>
                    <a:pt x="151129" y="106679"/>
                  </a:lnTo>
                  <a:lnTo>
                    <a:pt x="149859" y="106679"/>
                  </a:lnTo>
                  <a:lnTo>
                    <a:pt x="148589" y="106679"/>
                  </a:lnTo>
                  <a:lnTo>
                    <a:pt x="147319" y="106679"/>
                  </a:lnTo>
                  <a:lnTo>
                    <a:pt x="144779" y="106679"/>
                  </a:lnTo>
                  <a:lnTo>
                    <a:pt x="143509" y="106679"/>
                  </a:lnTo>
                  <a:lnTo>
                    <a:pt x="140969" y="107950"/>
                  </a:lnTo>
                  <a:lnTo>
                    <a:pt x="139700" y="109220"/>
                  </a:lnTo>
                  <a:lnTo>
                    <a:pt x="137159" y="110489"/>
                  </a:lnTo>
                  <a:lnTo>
                    <a:pt x="135889" y="113029"/>
                  </a:lnTo>
                  <a:lnTo>
                    <a:pt x="120650" y="147320"/>
                  </a:lnTo>
                  <a:lnTo>
                    <a:pt x="118109" y="154939"/>
                  </a:lnTo>
                  <a:lnTo>
                    <a:pt x="115569" y="162560"/>
                  </a:lnTo>
                  <a:lnTo>
                    <a:pt x="114300" y="171450"/>
                  </a:lnTo>
                  <a:lnTo>
                    <a:pt x="113029" y="184150"/>
                  </a:lnTo>
                  <a:lnTo>
                    <a:pt x="110489" y="198120"/>
                  </a:lnTo>
                  <a:lnTo>
                    <a:pt x="109219" y="212089"/>
                  </a:lnTo>
                  <a:lnTo>
                    <a:pt x="107950" y="226060"/>
                  </a:lnTo>
                  <a:lnTo>
                    <a:pt x="106679" y="241300"/>
                  </a:lnTo>
                  <a:lnTo>
                    <a:pt x="106679" y="256539"/>
                  </a:lnTo>
                  <a:lnTo>
                    <a:pt x="105409" y="271779"/>
                  </a:lnTo>
                  <a:lnTo>
                    <a:pt x="105409" y="287020"/>
                  </a:lnTo>
                  <a:lnTo>
                    <a:pt x="105409" y="403860"/>
                  </a:lnTo>
                  <a:lnTo>
                    <a:pt x="105409" y="433070"/>
                  </a:lnTo>
                  <a:lnTo>
                    <a:pt x="105409" y="448310"/>
                  </a:lnTo>
                  <a:lnTo>
                    <a:pt x="106679" y="459739"/>
                  </a:lnTo>
                  <a:lnTo>
                    <a:pt x="106679" y="463550"/>
                  </a:lnTo>
                  <a:lnTo>
                    <a:pt x="106679" y="467360"/>
                  </a:lnTo>
                  <a:lnTo>
                    <a:pt x="107950" y="471170"/>
                  </a:lnTo>
                  <a:lnTo>
                    <a:pt x="107950" y="472439"/>
                  </a:lnTo>
                  <a:lnTo>
                    <a:pt x="107950" y="473710"/>
                  </a:lnTo>
                  <a:lnTo>
                    <a:pt x="109219" y="477520"/>
                  </a:lnTo>
                  <a:lnTo>
                    <a:pt x="110489" y="480060"/>
                  </a:lnTo>
                  <a:lnTo>
                    <a:pt x="110489" y="483870"/>
                  </a:lnTo>
                  <a:lnTo>
                    <a:pt x="111759" y="486410"/>
                  </a:lnTo>
                  <a:lnTo>
                    <a:pt x="113029" y="488950"/>
                  </a:lnTo>
                  <a:lnTo>
                    <a:pt x="114300" y="491489"/>
                  </a:lnTo>
                  <a:lnTo>
                    <a:pt x="115569" y="492760"/>
                  </a:lnTo>
                  <a:lnTo>
                    <a:pt x="118109" y="495300"/>
                  </a:lnTo>
                  <a:lnTo>
                    <a:pt x="119379" y="495300"/>
                  </a:lnTo>
                  <a:lnTo>
                    <a:pt x="119379" y="496570"/>
                  </a:lnTo>
                  <a:lnTo>
                    <a:pt x="121919" y="497839"/>
                  </a:lnTo>
                  <a:lnTo>
                    <a:pt x="124459" y="499110"/>
                  </a:lnTo>
                  <a:lnTo>
                    <a:pt x="127000" y="500379"/>
                  </a:lnTo>
                  <a:lnTo>
                    <a:pt x="129539" y="501650"/>
                  </a:lnTo>
                  <a:lnTo>
                    <a:pt x="132079" y="501650"/>
                  </a:lnTo>
                  <a:lnTo>
                    <a:pt x="137159" y="501650"/>
                  </a:lnTo>
                  <a:lnTo>
                    <a:pt x="139700" y="501650"/>
                  </a:lnTo>
                  <a:lnTo>
                    <a:pt x="139700" y="521970"/>
                  </a:lnTo>
                  <a:lnTo>
                    <a:pt x="0" y="521970"/>
                  </a:lnTo>
                  <a:lnTo>
                    <a:pt x="0" y="501650"/>
                  </a:lnTo>
                  <a:lnTo>
                    <a:pt x="3809" y="501650"/>
                  </a:lnTo>
                  <a:lnTo>
                    <a:pt x="7619" y="500379"/>
                  </a:lnTo>
                  <a:lnTo>
                    <a:pt x="10159" y="499110"/>
                  </a:lnTo>
                  <a:lnTo>
                    <a:pt x="13969" y="496570"/>
                  </a:lnTo>
                  <a:lnTo>
                    <a:pt x="15239" y="495300"/>
                  </a:lnTo>
                  <a:lnTo>
                    <a:pt x="16509" y="494029"/>
                  </a:lnTo>
                  <a:lnTo>
                    <a:pt x="17779" y="492760"/>
                  </a:lnTo>
                  <a:lnTo>
                    <a:pt x="19050" y="491489"/>
                  </a:lnTo>
                  <a:lnTo>
                    <a:pt x="19050" y="490220"/>
                  </a:lnTo>
                  <a:lnTo>
                    <a:pt x="20319" y="487679"/>
                  </a:lnTo>
                  <a:lnTo>
                    <a:pt x="21589" y="486410"/>
                  </a:lnTo>
                  <a:lnTo>
                    <a:pt x="21589" y="483870"/>
                  </a:lnTo>
                  <a:lnTo>
                    <a:pt x="22859" y="482600"/>
                  </a:lnTo>
                  <a:lnTo>
                    <a:pt x="24129" y="480060"/>
                  </a:lnTo>
                  <a:lnTo>
                    <a:pt x="24129" y="476250"/>
                  </a:lnTo>
                  <a:lnTo>
                    <a:pt x="24129" y="473710"/>
                  </a:lnTo>
                  <a:lnTo>
                    <a:pt x="25400" y="464820"/>
                  </a:lnTo>
                  <a:lnTo>
                    <a:pt x="26669" y="455929"/>
                  </a:lnTo>
                  <a:lnTo>
                    <a:pt x="26669" y="444500"/>
                  </a:lnTo>
                  <a:lnTo>
                    <a:pt x="27939" y="433070"/>
                  </a:lnTo>
                  <a:lnTo>
                    <a:pt x="27939" y="81279"/>
                  </a:lnTo>
                  <a:lnTo>
                    <a:pt x="26669" y="76200"/>
                  </a:lnTo>
                  <a:lnTo>
                    <a:pt x="26669" y="71120"/>
                  </a:lnTo>
                  <a:lnTo>
                    <a:pt x="26669" y="69850"/>
                  </a:lnTo>
                  <a:lnTo>
                    <a:pt x="26669" y="67310"/>
                  </a:lnTo>
                  <a:lnTo>
                    <a:pt x="25400" y="64770"/>
                  </a:lnTo>
                  <a:lnTo>
                    <a:pt x="24129" y="60960"/>
                  </a:lnTo>
                  <a:lnTo>
                    <a:pt x="24129" y="57150"/>
                  </a:lnTo>
                  <a:lnTo>
                    <a:pt x="22859" y="54610"/>
                  </a:lnTo>
                  <a:lnTo>
                    <a:pt x="21589" y="52070"/>
                  </a:lnTo>
                  <a:lnTo>
                    <a:pt x="20319" y="49529"/>
                  </a:lnTo>
                  <a:lnTo>
                    <a:pt x="19050" y="46989"/>
                  </a:lnTo>
                  <a:lnTo>
                    <a:pt x="19050" y="45720"/>
                  </a:lnTo>
                  <a:lnTo>
                    <a:pt x="17779" y="45720"/>
                  </a:lnTo>
                  <a:lnTo>
                    <a:pt x="16509" y="43179"/>
                  </a:lnTo>
                  <a:lnTo>
                    <a:pt x="13969" y="41910"/>
                  </a:lnTo>
                  <a:lnTo>
                    <a:pt x="12700" y="40639"/>
                  </a:lnTo>
                  <a:lnTo>
                    <a:pt x="10159" y="39370"/>
                  </a:lnTo>
                  <a:lnTo>
                    <a:pt x="7619" y="38100"/>
                  </a:lnTo>
                  <a:lnTo>
                    <a:pt x="5079" y="38100"/>
                  </a:lnTo>
                  <a:lnTo>
                    <a:pt x="2539" y="36829"/>
                  </a:lnTo>
                  <a:lnTo>
                    <a:pt x="0" y="35560"/>
                  </a:lnTo>
                  <a:lnTo>
                    <a:pt x="0" y="16510"/>
                  </a:lnTo>
                  <a:lnTo>
                    <a:pt x="105409" y="16510"/>
                  </a:lnTo>
                  <a:close/>
                </a:path>
              </a:pathLst>
            </a:custGeom>
            <a:ln w="12579">
              <a:solidFill>
                <a:srgbClr val="9898FF"/>
              </a:solidFill>
            </a:ln>
          </p:spPr>
          <p:txBody>
            <a:bodyPr wrap="square" lIns="0" tIns="0" rIns="0" bIns="0" rtlCol="0"/>
            <a:lstStyle/>
            <a:p/>
          </p:txBody>
        </p:sp>
        <p:sp>
          <p:nvSpPr>
            <p:cNvPr id="393" name="object 393"/>
            <p:cNvSpPr/>
            <p:nvPr/>
          </p:nvSpPr>
          <p:spPr>
            <a:xfrm>
              <a:off x="2263139" y="1156970"/>
              <a:ext cx="224789" cy="520700"/>
            </a:xfrm>
            <a:prstGeom prst="rect">
              <a:avLst/>
            </a:prstGeom>
            <a:blipFill>
              <a:blip r:embed="rId9" cstate="print"/>
              <a:stretch>
                <a:fillRect/>
              </a:stretch>
            </a:blipFill>
          </p:spPr>
          <p:txBody>
            <a:bodyPr wrap="square" lIns="0" tIns="0" rIns="0" bIns="0" rtlCol="0"/>
            <a:lstStyle/>
            <a:p/>
          </p:txBody>
        </p:sp>
        <p:sp>
          <p:nvSpPr>
            <p:cNvPr id="394" name="object 394"/>
            <p:cNvSpPr/>
            <p:nvPr/>
          </p:nvSpPr>
          <p:spPr>
            <a:xfrm>
              <a:off x="2263139" y="1155700"/>
              <a:ext cx="224790" cy="521970"/>
            </a:xfrm>
            <a:custGeom>
              <a:avLst/>
              <a:gdLst/>
              <a:ahLst/>
              <a:cxnLst/>
              <a:rect l="l" t="t" r="r" b="b"/>
              <a:pathLst>
                <a:path w="224789" h="521969">
                  <a:moveTo>
                    <a:pt x="106680" y="16510"/>
                  </a:moveTo>
                  <a:lnTo>
                    <a:pt x="106680" y="130810"/>
                  </a:lnTo>
                  <a:lnTo>
                    <a:pt x="119380" y="95250"/>
                  </a:lnTo>
                  <a:lnTo>
                    <a:pt x="125730" y="78739"/>
                  </a:lnTo>
                  <a:lnTo>
                    <a:pt x="132080" y="66039"/>
                  </a:lnTo>
                  <a:lnTo>
                    <a:pt x="137160" y="53339"/>
                  </a:lnTo>
                  <a:lnTo>
                    <a:pt x="142240" y="43179"/>
                  </a:lnTo>
                  <a:lnTo>
                    <a:pt x="147320" y="34289"/>
                  </a:lnTo>
                  <a:lnTo>
                    <a:pt x="152400" y="26670"/>
                  </a:lnTo>
                  <a:lnTo>
                    <a:pt x="157480" y="20320"/>
                  </a:lnTo>
                  <a:lnTo>
                    <a:pt x="162560" y="15239"/>
                  </a:lnTo>
                  <a:lnTo>
                    <a:pt x="166370" y="10160"/>
                  </a:lnTo>
                  <a:lnTo>
                    <a:pt x="171450" y="7620"/>
                  </a:lnTo>
                  <a:lnTo>
                    <a:pt x="176530" y="3810"/>
                  </a:lnTo>
                  <a:lnTo>
                    <a:pt x="180340" y="2539"/>
                  </a:lnTo>
                  <a:lnTo>
                    <a:pt x="185420" y="1270"/>
                  </a:lnTo>
                  <a:lnTo>
                    <a:pt x="190500" y="0"/>
                  </a:lnTo>
                  <a:lnTo>
                    <a:pt x="193040" y="0"/>
                  </a:lnTo>
                  <a:lnTo>
                    <a:pt x="196850" y="2539"/>
                  </a:lnTo>
                  <a:lnTo>
                    <a:pt x="200660" y="3810"/>
                  </a:lnTo>
                  <a:lnTo>
                    <a:pt x="201930" y="3810"/>
                  </a:lnTo>
                  <a:lnTo>
                    <a:pt x="204470" y="5079"/>
                  </a:lnTo>
                  <a:lnTo>
                    <a:pt x="205740" y="6350"/>
                  </a:lnTo>
                  <a:lnTo>
                    <a:pt x="207010" y="7620"/>
                  </a:lnTo>
                  <a:lnTo>
                    <a:pt x="208280" y="8889"/>
                  </a:lnTo>
                  <a:lnTo>
                    <a:pt x="209550" y="11429"/>
                  </a:lnTo>
                  <a:lnTo>
                    <a:pt x="210820" y="12700"/>
                  </a:lnTo>
                  <a:lnTo>
                    <a:pt x="212090" y="15239"/>
                  </a:lnTo>
                  <a:lnTo>
                    <a:pt x="214630" y="17779"/>
                  </a:lnTo>
                  <a:lnTo>
                    <a:pt x="214630" y="19050"/>
                  </a:lnTo>
                  <a:lnTo>
                    <a:pt x="215900" y="21589"/>
                  </a:lnTo>
                  <a:lnTo>
                    <a:pt x="217170" y="24129"/>
                  </a:lnTo>
                  <a:lnTo>
                    <a:pt x="218440" y="26670"/>
                  </a:lnTo>
                  <a:lnTo>
                    <a:pt x="218440" y="29210"/>
                  </a:lnTo>
                  <a:lnTo>
                    <a:pt x="219710" y="31750"/>
                  </a:lnTo>
                  <a:lnTo>
                    <a:pt x="220980" y="35560"/>
                  </a:lnTo>
                  <a:lnTo>
                    <a:pt x="222250" y="41910"/>
                  </a:lnTo>
                  <a:lnTo>
                    <a:pt x="223520" y="48260"/>
                  </a:lnTo>
                  <a:lnTo>
                    <a:pt x="223520" y="55879"/>
                  </a:lnTo>
                  <a:lnTo>
                    <a:pt x="224790" y="63500"/>
                  </a:lnTo>
                  <a:lnTo>
                    <a:pt x="224790" y="72389"/>
                  </a:lnTo>
                  <a:lnTo>
                    <a:pt x="224790" y="81279"/>
                  </a:lnTo>
                  <a:lnTo>
                    <a:pt x="223520" y="90170"/>
                  </a:lnTo>
                  <a:lnTo>
                    <a:pt x="223520" y="96520"/>
                  </a:lnTo>
                  <a:lnTo>
                    <a:pt x="222250" y="104139"/>
                  </a:lnTo>
                  <a:lnTo>
                    <a:pt x="220980" y="111760"/>
                  </a:lnTo>
                  <a:lnTo>
                    <a:pt x="219710" y="114300"/>
                  </a:lnTo>
                  <a:lnTo>
                    <a:pt x="219710" y="116839"/>
                  </a:lnTo>
                  <a:lnTo>
                    <a:pt x="218440" y="120650"/>
                  </a:lnTo>
                  <a:lnTo>
                    <a:pt x="217170" y="123189"/>
                  </a:lnTo>
                  <a:lnTo>
                    <a:pt x="215900" y="125729"/>
                  </a:lnTo>
                  <a:lnTo>
                    <a:pt x="215900" y="128270"/>
                  </a:lnTo>
                  <a:lnTo>
                    <a:pt x="213360" y="133350"/>
                  </a:lnTo>
                  <a:lnTo>
                    <a:pt x="210820" y="137160"/>
                  </a:lnTo>
                  <a:lnTo>
                    <a:pt x="209550" y="138429"/>
                  </a:lnTo>
                  <a:lnTo>
                    <a:pt x="208280" y="140970"/>
                  </a:lnTo>
                  <a:lnTo>
                    <a:pt x="207010" y="142239"/>
                  </a:lnTo>
                  <a:lnTo>
                    <a:pt x="205740" y="143510"/>
                  </a:lnTo>
                  <a:lnTo>
                    <a:pt x="204470" y="144779"/>
                  </a:lnTo>
                  <a:lnTo>
                    <a:pt x="201930" y="146050"/>
                  </a:lnTo>
                  <a:lnTo>
                    <a:pt x="200660" y="147320"/>
                  </a:lnTo>
                  <a:lnTo>
                    <a:pt x="199390" y="147320"/>
                  </a:lnTo>
                  <a:lnTo>
                    <a:pt x="198120" y="148589"/>
                  </a:lnTo>
                  <a:lnTo>
                    <a:pt x="196850" y="148589"/>
                  </a:lnTo>
                  <a:lnTo>
                    <a:pt x="194310" y="148589"/>
                  </a:lnTo>
                  <a:lnTo>
                    <a:pt x="193040" y="148589"/>
                  </a:lnTo>
                  <a:lnTo>
                    <a:pt x="189230" y="148589"/>
                  </a:lnTo>
                  <a:lnTo>
                    <a:pt x="185420" y="147320"/>
                  </a:lnTo>
                  <a:lnTo>
                    <a:pt x="182880" y="146050"/>
                  </a:lnTo>
                  <a:lnTo>
                    <a:pt x="180340" y="144779"/>
                  </a:lnTo>
                  <a:lnTo>
                    <a:pt x="176530" y="142239"/>
                  </a:lnTo>
                  <a:lnTo>
                    <a:pt x="173990" y="138429"/>
                  </a:lnTo>
                  <a:lnTo>
                    <a:pt x="170180" y="134620"/>
                  </a:lnTo>
                  <a:lnTo>
                    <a:pt x="167640" y="130810"/>
                  </a:lnTo>
                  <a:lnTo>
                    <a:pt x="158750" y="115570"/>
                  </a:lnTo>
                  <a:lnTo>
                    <a:pt x="156210" y="111760"/>
                  </a:lnTo>
                  <a:lnTo>
                    <a:pt x="154940" y="109220"/>
                  </a:lnTo>
                  <a:lnTo>
                    <a:pt x="153670" y="109220"/>
                  </a:lnTo>
                  <a:lnTo>
                    <a:pt x="153670" y="107950"/>
                  </a:lnTo>
                  <a:lnTo>
                    <a:pt x="152400" y="107950"/>
                  </a:lnTo>
                  <a:lnTo>
                    <a:pt x="151130" y="106679"/>
                  </a:lnTo>
                  <a:lnTo>
                    <a:pt x="151130" y="106679"/>
                  </a:lnTo>
                  <a:lnTo>
                    <a:pt x="144780" y="106679"/>
                  </a:lnTo>
                  <a:lnTo>
                    <a:pt x="142240" y="107950"/>
                  </a:lnTo>
                  <a:lnTo>
                    <a:pt x="140970" y="109220"/>
                  </a:lnTo>
                  <a:lnTo>
                    <a:pt x="138430" y="110489"/>
                  </a:lnTo>
                  <a:lnTo>
                    <a:pt x="137160" y="113029"/>
                  </a:lnTo>
                  <a:lnTo>
                    <a:pt x="134620" y="115570"/>
                  </a:lnTo>
                  <a:lnTo>
                    <a:pt x="133350" y="118110"/>
                  </a:lnTo>
                  <a:lnTo>
                    <a:pt x="130810" y="123189"/>
                  </a:lnTo>
                  <a:lnTo>
                    <a:pt x="127000" y="128270"/>
                  </a:lnTo>
                  <a:lnTo>
                    <a:pt x="125730" y="134620"/>
                  </a:lnTo>
                  <a:lnTo>
                    <a:pt x="123190" y="140970"/>
                  </a:lnTo>
                  <a:lnTo>
                    <a:pt x="120650" y="147320"/>
                  </a:lnTo>
                  <a:lnTo>
                    <a:pt x="119380" y="154939"/>
                  </a:lnTo>
                  <a:lnTo>
                    <a:pt x="116840" y="162560"/>
                  </a:lnTo>
                  <a:lnTo>
                    <a:pt x="115570" y="171450"/>
                  </a:lnTo>
                  <a:lnTo>
                    <a:pt x="114300" y="184150"/>
                  </a:lnTo>
                  <a:lnTo>
                    <a:pt x="111760" y="198120"/>
                  </a:lnTo>
                  <a:lnTo>
                    <a:pt x="110490" y="212089"/>
                  </a:lnTo>
                  <a:lnTo>
                    <a:pt x="10922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63550"/>
                  </a:lnTo>
                  <a:lnTo>
                    <a:pt x="107950" y="467360"/>
                  </a:lnTo>
                  <a:lnTo>
                    <a:pt x="107950" y="471170"/>
                  </a:lnTo>
                  <a:lnTo>
                    <a:pt x="107950" y="472439"/>
                  </a:lnTo>
                  <a:lnTo>
                    <a:pt x="109220" y="473710"/>
                  </a:lnTo>
                  <a:lnTo>
                    <a:pt x="110490" y="477520"/>
                  </a:lnTo>
                  <a:lnTo>
                    <a:pt x="110490" y="480060"/>
                  </a:lnTo>
                  <a:lnTo>
                    <a:pt x="111760" y="483870"/>
                  </a:lnTo>
                  <a:lnTo>
                    <a:pt x="113030" y="486410"/>
                  </a:lnTo>
                  <a:lnTo>
                    <a:pt x="114300" y="488950"/>
                  </a:lnTo>
                  <a:lnTo>
                    <a:pt x="115570" y="491489"/>
                  </a:lnTo>
                  <a:lnTo>
                    <a:pt x="116840" y="492760"/>
                  </a:lnTo>
                  <a:lnTo>
                    <a:pt x="119380" y="495300"/>
                  </a:lnTo>
                  <a:lnTo>
                    <a:pt x="120650" y="495300"/>
                  </a:lnTo>
                  <a:lnTo>
                    <a:pt x="120650" y="496570"/>
                  </a:lnTo>
                  <a:lnTo>
                    <a:pt x="123190" y="497839"/>
                  </a:lnTo>
                  <a:lnTo>
                    <a:pt x="125730" y="499110"/>
                  </a:lnTo>
                  <a:lnTo>
                    <a:pt x="127000" y="500379"/>
                  </a:lnTo>
                  <a:lnTo>
                    <a:pt x="130810" y="501650"/>
                  </a:lnTo>
                  <a:lnTo>
                    <a:pt x="133350" y="501650"/>
                  </a:lnTo>
                  <a:lnTo>
                    <a:pt x="137160" y="501650"/>
                  </a:lnTo>
                  <a:lnTo>
                    <a:pt x="140970" y="501650"/>
                  </a:lnTo>
                  <a:lnTo>
                    <a:pt x="140970" y="521970"/>
                  </a:lnTo>
                  <a:lnTo>
                    <a:pt x="0" y="521970"/>
                  </a:lnTo>
                  <a:lnTo>
                    <a:pt x="0" y="501650"/>
                  </a:lnTo>
                  <a:lnTo>
                    <a:pt x="5080" y="501650"/>
                  </a:lnTo>
                  <a:lnTo>
                    <a:pt x="7620" y="500379"/>
                  </a:lnTo>
                  <a:lnTo>
                    <a:pt x="11430" y="499110"/>
                  </a:lnTo>
                  <a:lnTo>
                    <a:pt x="13970" y="496570"/>
                  </a:lnTo>
                  <a:lnTo>
                    <a:pt x="16510" y="495300"/>
                  </a:lnTo>
                  <a:lnTo>
                    <a:pt x="17780" y="494029"/>
                  </a:lnTo>
                  <a:lnTo>
                    <a:pt x="17780" y="492760"/>
                  </a:lnTo>
                  <a:lnTo>
                    <a:pt x="19050" y="491489"/>
                  </a:lnTo>
                  <a:lnTo>
                    <a:pt x="20320" y="490220"/>
                  </a:lnTo>
                  <a:lnTo>
                    <a:pt x="21590" y="487679"/>
                  </a:lnTo>
                  <a:lnTo>
                    <a:pt x="22860" y="486410"/>
                  </a:lnTo>
                  <a:lnTo>
                    <a:pt x="22860" y="483870"/>
                  </a:lnTo>
                  <a:lnTo>
                    <a:pt x="24130" y="482600"/>
                  </a:lnTo>
                  <a:lnTo>
                    <a:pt x="24130" y="480060"/>
                  </a:lnTo>
                  <a:lnTo>
                    <a:pt x="25400" y="476250"/>
                  </a:lnTo>
                  <a:lnTo>
                    <a:pt x="25400" y="473710"/>
                  </a:lnTo>
                  <a:lnTo>
                    <a:pt x="26670" y="464820"/>
                  </a:lnTo>
                  <a:lnTo>
                    <a:pt x="27940" y="455929"/>
                  </a:lnTo>
                  <a:lnTo>
                    <a:pt x="27940" y="444500"/>
                  </a:lnTo>
                  <a:lnTo>
                    <a:pt x="29210" y="433070"/>
                  </a:lnTo>
                  <a:lnTo>
                    <a:pt x="29210" y="81279"/>
                  </a:lnTo>
                  <a:lnTo>
                    <a:pt x="27940" y="76200"/>
                  </a:lnTo>
                  <a:lnTo>
                    <a:pt x="27940" y="71120"/>
                  </a:lnTo>
                  <a:lnTo>
                    <a:pt x="27940" y="69850"/>
                  </a:lnTo>
                  <a:lnTo>
                    <a:pt x="26670" y="67310"/>
                  </a:lnTo>
                  <a:lnTo>
                    <a:pt x="26670" y="64770"/>
                  </a:lnTo>
                  <a:lnTo>
                    <a:pt x="25400" y="60960"/>
                  </a:lnTo>
                  <a:lnTo>
                    <a:pt x="24130" y="57150"/>
                  </a:lnTo>
                  <a:lnTo>
                    <a:pt x="24130" y="54610"/>
                  </a:lnTo>
                  <a:lnTo>
                    <a:pt x="2286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395" name="object 395"/>
            <p:cNvSpPr/>
            <p:nvPr/>
          </p:nvSpPr>
          <p:spPr>
            <a:xfrm>
              <a:off x="2508250" y="927100"/>
              <a:ext cx="140969" cy="750570"/>
            </a:xfrm>
            <a:prstGeom prst="rect">
              <a:avLst/>
            </a:prstGeom>
            <a:blipFill>
              <a:blip r:embed="rId10" cstate="print"/>
              <a:stretch>
                <a:fillRect/>
              </a:stretch>
            </a:blipFill>
          </p:spPr>
          <p:txBody>
            <a:bodyPr wrap="square" lIns="0" tIns="0" rIns="0" bIns="0" rtlCol="0"/>
            <a:lstStyle/>
            <a:p/>
          </p:txBody>
        </p:sp>
        <p:sp>
          <p:nvSpPr>
            <p:cNvPr id="396" name="object 396"/>
            <p:cNvSpPr/>
            <p:nvPr/>
          </p:nvSpPr>
          <p:spPr>
            <a:xfrm>
              <a:off x="2528569" y="920750"/>
              <a:ext cx="99060" cy="180339"/>
            </a:xfrm>
            <a:prstGeom prst="rect">
              <a:avLst/>
            </a:prstGeom>
            <a:blipFill>
              <a:blip r:embed="rId11" cstate="print"/>
              <a:stretch>
                <a:fillRect/>
              </a:stretch>
            </a:blipFill>
          </p:spPr>
          <p:txBody>
            <a:bodyPr wrap="square" lIns="0" tIns="0" rIns="0" bIns="0" rtlCol="0"/>
            <a:lstStyle/>
            <a:p/>
          </p:txBody>
        </p:sp>
        <p:sp>
          <p:nvSpPr>
            <p:cNvPr id="397" name="object 397"/>
            <p:cNvSpPr/>
            <p:nvPr/>
          </p:nvSpPr>
          <p:spPr>
            <a:xfrm>
              <a:off x="2611119"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398" name="object 398"/>
            <p:cNvSpPr/>
            <p:nvPr/>
          </p:nvSpPr>
          <p:spPr>
            <a:xfrm>
              <a:off x="2501900" y="1573530"/>
              <a:ext cx="153669" cy="110490"/>
            </a:xfrm>
            <a:prstGeom prst="rect">
              <a:avLst/>
            </a:prstGeom>
            <a:blipFill>
              <a:blip r:embed="rId12" cstate="print"/>
              <a:stretch>
                <a:fillRect/>
              </a:stretch>
            </a:blipFill>
          </p:spPr>
          <p:txBody>
            <a:bodyPr wrap="square" lIns="0" tIns="0" rIns="0" bIns="0" rtlCol="0"/>
            <a:lstStyle/>
            <a:p/>
          </p:txBody>
        </p:sp>
        <p:sp>
          <p:nvSpPr>
            <p:cNvPr id="399" name="object 399"/>
            <p:cNvSpPr/>
            <p:nvPr/>
          </p:nvSpPr>
          <p:spPr>
            <a:xfrm>
              <a:off x="25323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00" name="object 400"/>
            <p:cNvSpPr/>
            <p:nvPr/>
          </p:nvSpPr>
          <p:spPr>
            <a:xfrm>
              <a:off x="2501900" y="1165859"/>
              <a:ext cx="121919" cy="110489"/>
            </a:xfrm>
            <a:prstGeom prst="rect">
              <a:avLst/>
            </a:prstGeom>
            <a:blipFill>
              <a:blip r:embed="rId13" cstate="print"/>
              <a:stretch>
                <a:fillRect/>
              </a:stretch>
            </a:blipFill>
          </p:spPr>
          <p:txBody>
            <a:bodyPr wrap="square" lIns="0" tIns="0" rIns="0" bIns="0" rtlCol="0"/>
            <a:lstStyle/>
            <a:p/>
          </p:txBody>
        </p:sp>
        <p:sp>
          <p:nvSpPr>
            <p:cNvPr id="401" name="object 401"/>
            <p:cNvSpPr/>
            <p:nvPr/>
          </p:nvSpPr>
          <p:spPr>
            <a:xfrm>
              <a:off x="2677160" y="1156970"/>
              <a:ext cx="218439" cy="535939"/>
            </a:xfrm>
            <a:prstGeom prst="rect">
              <a:avLst/>
            </a:prstGeom>
            <a:blipFill>
              <a:blip r:embed="rId14" cstate="print"/>
              <a:stretch>
                <a:fillRect/>
              </a:stretch>
            </a:blipFill>
          </p:spPr>
          <p:txBody>
            <a:bodyPr wrap="square" lIns="0" tIns="0" rIns="0" bIns="0" rtlCol="0"/>
            <a:lstStyle/>
            <a:p/>
          </p:txBody>
        </p:sp>
        <p:sp>
          <p:nvSpPr>
            <p:cNvPr id="402" name="object 402"/>
            <p:cNvSpPr/>
            <p:nvPr/>
          </p:nvSpPr>
          <p:spPr>
            <a:xfrm>
              <a:off x="274574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2090"/>
                  </a:lnTo>
                  <a:lnTo>
                    <a:pt x="64770" y="213360"/>
                  </a:lnTo>
                  <a:lnTo>
                    <a:pt x="66040" y="213360"/>
                  </a:lnTo>
                  <a:lnTo>
                    <a:pt x="68580" y="214630"/>
                  </a:lnTo>
                  <a:lnTo>
                    <a:pt x="72390" y="214630"/>
                  </a:lnTo>
                  <a:lnTo>
                    <a:pt x="76200" y="215900"/>
                  </a:lnTo>
                  <a:lnTo>
                    <a:pt x="77470" y="215900"/>
                  </a:lnTo>
                  <a:lnTo>
                    <a:pt x="80010" y="215900"/>
                  </a:lnTo>
                  <a:lnTo>
                    <a:pt x="85090" y="215900"/>
                  </a:lnTo>
                  <a:lnTo>
                    <a:pt x="86360" y="215900"/>
                  </a:lnTo>
                  <a:lnTo>
                    <a:pt x="90170" y="214630"/>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6001" y="170446"/>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52070" y="184150"/>
                  </a:lnTo>
                  <a:lnTo>
                    <a:pt x="51498" y="184581"/>
                  </a:lnTo>
                  <a:lnTo>
                    <a:pt x="49530" y="181610"/>
                  </a:lnTo>
                  <a:lnTo>
                    <a:pt x="44450" y="172720"/>
                  </a:lnTo>
                  <a:lnTo>
                    <a:pt x="39370" y="1625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03" name="object 403"/>
            <p:cNvSpPr/>
            <p:nvPr/>
          </p:nvSpPr>
          <p:spPr>
            <a:xfrm>
              <a:off x="2694940" y="15151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205" y="24892"/>
                  </a:lnTo>
                  <a:lnTo>
                    <a:pt x="193408" y="25171"/>
                  </a:lnTo>
                  <a:lnTo>
                    <a:pt x="189230" y="41910"/>
                  </a:lnTo>
                  <a:lnTo>
                    <a:pt x="184442" y="59842"/>
                  </a:lnTo>
                  <a:lnTo>
                    <a:pt x="184150" y="59690"/>
                  </a:lnTo>
                  <a:lnTo>
                    <a:pt x="177800" y="77470"/>
                  </a:lnTo>
                  <a:lnTo>
                    <a:pt x="173050" y="92887"/>
                  </a:lnTo>
                  <a:lnTo>
                    <a:pt x="172720" y="92710"/>
                  </a:lnTo>
                  <a:lnTo>
                    <a:pt x="166789" y="10693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4068" y="171259"/>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240" y="99060"/>
                  </a:lnTo>
                  <a:lnTo>
                    <a:pt x="11430" y="88900"/>
                  </a:lnTo>
                  <a:lnTo>
                    <a:pt x="6350" y="91440"/>
                  </a:lnTo>
                  <a:lnTo>
                    <a:pt x="0" y="92710"/>
                  </a:lnTo>
                  <a:lnTo>
                    <a:pt x="3810" y="102870"/>
                  </a:lnTo>
                  <a:lnTo>
                    <a:pt x="8890" y="113030"/>
                  </a:lnTo>
                  <a:lnTo>
                    <a:pt x="8890" y="114300"/>
                  </a:lnTo>
                  <a:lnTo>
                    <a:pt x="12700" y="123190"/>
                  </a:lnTo>
                  <a:lnTo>
                    <a:pt x="17780" y="132080"/>
                  </a:lnTo>
                  <a:lnTo>
                    <a:pt x="22860" y="139700"/>
                  </a:lnTo>
                  <a:lnTo>
                    <a:pt x="22860" y="140970"/>
                  </a:lnTo>
                  <a:lnTo>
                    <a:pt x="2794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874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04" name="object 404"/>
            <p:cNvSpPr/>
            <p:nvPr/>
          </p:nvSpPr>
          <p:spPr>
            <a:xfrm>
              <a:off x="267081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9380" y="0"/>
                  </a:lnTo>
                  <a:lnTo>
                    <a:pt x="116840" y="0"/>
                  </a:lnTo>
                  <a:lnTo>
                    <a:pt x="111760" y="1270"/>
                  </a:lnTo>
                  <a:lnTo>
                    <a:pt x="105410" y="2540"/>
                  </a:lnTo>
                  <a:lnTo>
                    <a:pt x="99060" y="3810"/>
                  </a:lnTo>
                  <a:lnTo>
                    <a:pt x="99060" y="5080"/>
                  </a:lnTo>
                  <a:lnTo>
                    <a:pt x="92710" y="7620"/>
                  </a:lnTo>
                  <a:lnTo>
                    <a:pt x="87630" y="11430"/>
                  </a:lnTo>
                  <a:lnTo>
                    <a:pt x="86360" y="11430"/>
                  </a:lnTo>
                  <a:lnTo>
                    <a:pt x="81280" y="1524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39370" y="463550"/>
                  </a:lnTo>
                  <a:lnTo>
                    <a:pt x="35725" y="453834"/>
                  </a:lnTo>
                  <a:lnTo>
                    <a:pt x="36830" y="453390"/>
                  </a:lnTo>
                  <a:lnTo>
                    <a:pt x="30480" y="435610"/>
                  </a:lnTo>
                  <a:lnTo>
                    <a:pt x="30187" y="435737"/>
                  </a:lnTo>
                  <a:lnTo>
                    <a:pt x="25400" y="416560"/>
                  </a:lnTo>
                  <a:lnTo>
                    <a:pt x="21590" y="397510"/>
                  </a:lnTo>
                  <a:lnTo>
                    <a:pt x="17780" y="375920"/>
                  </a:lnTo>
                  <a:lnTo>
                    <a:pt x="17640" y="375958"/>
                  </a:lnTo>
                  <a:lnTo>
                    <a:pt x="15240" y="354330"/>
                  </a:lnTo>
                  <a:lnTo>
                    <a:pt x="15240" y="223520"/>
                  </a:lnTo>
                  <a:lnTo>
                    <a:pt x="21590" y="170180"/>
                  </a:lnTo>
                  <a:lnTo>
                    <a:pt x="33020" y="123190"/>
                  </a:lnTo>
                  <a:lnTo>
                    <a:pt x="35306" y="112903"/>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9380" y="11684"/>
                  </a:lnTo>
                  <a:lnTo>
                    <a:pt x="11938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05" name="object 405"/>
            <p:cNvSpPr/>
            <p:nvPr/>
          </p:nvSpPr>
          <p:spPr>
            <a:xfrm>
              <a:off x="2800350" y="11518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159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905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2230" y="49530"/>
                  </a:lnTo>
                  <a:lnTo>
                    <a:pt x="53340" y="36830"/>
                  </a:lnTo>
                  <a:lnTo>
                    <a:pt x="49530" y="30480"/>
                  </a:lnTo>
                  <a:lnTo>
                    <a:pt x="44983" y="25946"/>
                  </a:lnTo>
                  <a:lnTo>
                    <a:pt x="4572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709" y="15722"/>
                  </a:lnTo>
                  <a:lnTo>
                    <a:pt x="19050" y="19050"/>
                  </a:lnTo>
                  <a:lnTo>
                    <a:pt x="20320" y="19050"/>
                  </a:lnTo>
                  <a:lnTo>
                    <a:pt x="23368" y="21082"/>
                  </a:lnTo>
                  <a:lnTo>
                    <a:pt x="22860" y="21590"/>
                  </a:lnTo>
                  <a:lnTo>
                    <a:pt x="27940" y="25400"/>
                  </a:lnTo>
                  <a:lnTo>
                    <a:pt x="28473" y="24676"/>
                  </a:lnTo>
                  <a:lnTo>
                    <a:pt x="31203" y="27406"/>
                  </a:lnTo>
                  <a:lnTo>
                    <a:pt x="30480" y="2794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3820" y="1714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06" name="object 406"/>
            <p:cNvSpPr/>
            <p:nvPr/>
          </p:nvSpPr>
          <p:spPr>
            <a:xfrm>
              <a:off x="274447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1750" y="29210"/>
                  </a:lnTo>
                  <a:lnTo>
                    <a:pt x="31165" y="29095"/>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5880" y="17780"/>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5880" y="2540"/>
                  </a:lnTo>
                  <a:lnTo>
                    <a:pt x="53340" y="1270"/>
                  </a:lnTo>
                  <a:lnTo>
                    <a:pt x="50800" y="0"/>
                  </a:lnTo>
                  <a:lnTo>
                    <a:pt x="48260" y="0"/>
                  </a:lnTo>
                  <a:lnTo>
                    <a:pt x="46990" y="0"/>
                  </a:lnTo>
                  <a:lnTo>
                    <a:pt x="44450" y="0"/>
                  </a:lnTo>
                  <a:lnTo>
                    <a:pt x="4318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1590" y="19050"/>
                  </a:lnTo>
                  <a:lnTo>
                    <a:pt x="20320" y="21590"/>
                  </a:lnTo>
                  <a:lnTo>
                    <a:pt x="21107" y="22072"/>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07" name="object 407"/>
            <p:cNvSpPr/>
            <p:nvPr/>
          </p:nvSpPr>
          <p:spPr>
            <a:xfrm>
              <a:off x="2929889" y="1156970"/>
              <a:ext cx="224789" cy="520700"/>
            </a:xfrm>
            <a:prstGeom prst="rect">
              <a:avLst/>
            </a:prstGeom>
            <a:blipFill>
              <a:blip r:embed="rId15" cstate="print"/>
              <a:stretch>
                <a:fillRect/>
              </a:stretch>
            </a:blipFill>
          </p:spPr>
          <p:txBody>
            <a:bodyPr wrap="square" lIns="0" tIns="0" rIns="0" bIns="0" rtlCol="0"/>
            <a:lstStyle/>
            <a:p/>
          </p:txBody>
        </p:sp>
        <p:sp>
          <p:nvSpPr>
            <p:cNvPr id="408" name="object 408"/>
            <p:cNvSpPr/>
            <p:nvPr/>
          </p:nvSpPr>
          <p:spPr>
            <a:xfrm>
              <a:off x="2929889" y="1155700"/>
              <a:ext cx="223520" cy="521970"/>
            </a:xfrm>
            <a:custGeom>
              <a:avLst/>
              <a:gdLst/>
              <a:ahLst/>
              <a:cxnLst/>
              <a:rect l="l" t="t" r="r" b="b"/>
              <a:pathLst>
                <a:path w="223519" h="521969">
                  <a:moveTo>
                    <a:pt x="106680" y="16510"/>
                  </a:moveTo>
                  <a:lnTo>
                    <a:pt x="106680" y="130810"/>
                  </a:lnTo>
                  <a:lnTo>
                    <a:pt x="119380" y="95250"/>
                  </a:lnTo>
                  <a:lnTo>
                    <a:pt x="125730" y="78739"/>
                  </a:lnTo>
                  <a:lnTo>
                    <a:pt x="130810" y="66039"/>
                  </a:lnTo>
                  <a:lnTo>
                    <a:pt x="137160" y="53339"/>
                  </a:lnTo>
                  <a:lnTo>
                    <a:pt x="142240" y="43179"/>
                  </a:lnTo>
                  <a:lnTo>
                    <a:pt x="147320" y="34289"/>
                  </a:lnTo>
                  <a:lnTo>
                    <a:pt x="152400" y="26670"/>
                  </a:lnTo>
                  <a:lnTo>
                    <a:pt x="156210" y="20320"/>
                  </a:lnTo>
                  <a:lnTo>
                    <a:pt x="161290" y="15239"/>
                  </a:lnTo>
                  <a:lnTo>
                    <a:pt x="166370" y="10160"/>
                  </a:lnTo>
                  <a:lnTo>
                    <a:pt x="171450" y="7620"/>
                  </a:lnTo>
                  <a:lnTo>
                    <a:pt x="175260" y="3810"/>
                  </a:lnTo>
                  <a:lnTo>
                    <a:pt x="180340" y="2539"/>
                  </a:lnTo>
                  <a:lnTo>
                    <a:pt x="185420" y="1270"/>
                  </a:lnTo>
                  <a:lnTo>
                    <a:pt x="189230" y="0"/>
                  </a:lnTo>
                  <a:lnTo>
                    <a:pt x="193040" y="0"/>
                  </a:lnTo>
                  <a:lnTo>
                    <a:pt x="196850" y="2539"/>
                  </a:lnTo>
                  <a:lnTo>
                    <a:pt x="200660" y="3810"/>
                  </a:lnTo>
                  <a:lnTo>
                    <a:pt x="201930" y="3810"/>
                  </a:lnTo>
                  <a:lnTo>
                    <a:pt x="203200" y="5079"/>
                  </a:lnTo>
                  <a:lnTo>
                    <a:pt x="204470" y="6350"/>
                  </a:lnTo>
                  <a:lnTo>
                    <a:pt x="207010" y="7620"/>
                  </a:lnTo>
                  <a:lnTo>
                    <a:pt x="208280" y="8889"/>
                  </a:lnTo>
                  <a:lnTo>
                    <a:pt x="209550" y="11429"/>
                  </a:lnTo>
                  <a:lnTo>
                    <a:pt x="210820" y="12700"/>
                  </a:lnTo>
                  <a:lnTo>
                    <a:pt x="212090" y="15239"/>
                  </a:lnTo>
                  <a:lnTo>
                    <a:pt x="213360" y="17779"/>
                  </a:lnTo>
                  <a:lnTo>
                    <a:pt x="214630" y="19050"/>
                  </a:lnTo>
                  <a:lnTo>
                    <a:pt x="215900" y="21589"/>
                  </a:lnTo>
                  <a:lnTo>
                    <a:pt x="215900" y="24129"/>
                  </a:lnTo>
                  <a:lnTo>
                    <a:pt x="217170" y="26670"/>
                  </a:lnTo>
                  <a:lnTo>
                    <a:pt x="218440" y="29210"/>
                  </a:lnTo>
                  <a:lnTo>
                    <a:pt x="219710" y="31750"/>
                  </a:lnTo>
                  <a:lnTo>
                    <a:pt x="220980" y="35560"/>
                  </a:lnTo>
                  <a:lnTo>
                    <a:pt x="220980" y="41910"/>
                  </a:lnTo>
                  <a:lnTo>
                    <a:pt x="222250" y="48260"/>
                  </a:lnTo>
                  <a:lnTo>
                    <a:pt x="223520" y="55879"/>
                  </a:lnTo>
                  <a:lnTo>
                    <a:pt x="223520" y="63500"/>
                  </a:lnTo>
                  <a:lnTo>
                    <a:pt x="223520" y="72389"/>
                  </a:lnTo>
                  <a:lnTo>
                    <a:pt x="223520" y="81279"/>
                  </a:lnTo>
                  <a:lnTo>
                    <a:pt x="223520" y="90170"/>
                  </a:lnTo>
                  <a:lnTo>
                    <a:pt x="222250" y="96520"/>
                  </a:lnTo>
                  <a:lnTo>
                    <a:pt x="220980" y="104139"/>
                  </a:lnTo>
                  <a:lnTo>
                    <a:pt x="220980" y="111760"/>
                  </a:lnTo>
                  <a:lnTo>
                    <a:pt x="219710" y="114300"/>
                  </a:lnTo>
                  <a:lnTo>
                    <a:pt x="218440" y="116839"/>
                  </a:lnTo>
                  <a:lnTo>
                    <a:pt x="218440" y="120650"/>
                  </a:lnTo>
                  <a:lnTo>
                    <a:pt x="217170" y="123189"/>
                  </a:lnTo>
                  <a:lnTo>
                    <a:pt x="215900" y="125729"/>
                  </a:lnTo>
                  <a:lnTo>
                    <a:pt x="214630" y="128270"/>
                  </a:lnTo>
                  <a:lnTo>
                    <a:pt x="212090" y="133350"/>
                  </a:lnTo>
                  <a:lnTo>
                    <a:pt x="209550" y="137160"/>
                  </a:lnTo>
                  <a:lnTo>
                    <a:pt x="209550" y="138429"/>
                  </a:lnTo>
                  <a:lnTo>
                    <a:pt x="207010" y="140970"/>
                  </a:lnTo>
                  <a:lnTo>
                    <a:pt x="205740" y="142239"/>
                  </a:lnTo>
                  <a:lnTo>
                    <a:pt x="204470" y="143510"/>
                  </a:lnTo>
                  <a:lnTo>
                    <a:pt x="203200" y="144779"/>
                  </a:lnTo>
                  <a:lnTo>
                    <a:pt x="201930" y="146050"/>
                  </a:lnTo>
                  <a:lnTo>
                    <a:pt x="200660" y="147320"/>
                  </a:lnTo>
                  <a:lnTo>
                    <a:pt x="199390" y="147320"/>
                  </a:lnTo>
                  <a:lnTo>
                    <a:pt x="196850" y="148589"/>
                  </a:lnTo>
                  <a:lnTo>
                    <a:pt x="194310" y="148589"/>
                  </a:lnTo>
                  <a:lnTo>
                    <a:pt x="193040" y="148589"/>
                  </a:lnTo>
                  <a:lnTo>
                    <a:pt x="189230" y="148589"/>
                  </a:lnTo>
                  <a:lnTo>
                    <a:pt x="185420" y="147320"/>
                  </a:lnTo>
                  <a:lnTo>
                    <a:pt x="182880" y="146050"/>
                  </a:lnTo>
                  <a:lnTo>
                    <a:pt x="179070" y="144779"/>
                  </a:lnTo>
                  <a:lnTo>
                    <a:pt x="175260" y="142239"/>
                  </a:lnTo>
                  <a:lnTo>
                    <a:pt x="172720" y="138429"/>
                  </a:lnTo>
                  <a:lnTo>
                    <a:pt x="170180" y="134620"/>
                  </a:lnTo>
                  <a:lnTo>
                    <a:pt x="167640" y="130810"/>
                  </a:lnTo>
                  <a:lnTo>
                    <a:pt x="158750" y="115570"/>
                  </a:lnTo>
                  <a:lnTo>
                    <a:pt x="156210" y="111760"/>
                  </a:lnTo>
                  <a:lnTo>
                    <a:pt x="154940" y="109220"/>
                  </a:lnTo>
                  <a:lnTo>
                    <a:pt x="153670" y="109220"/>
                  </a:lnTo>
                  <a:lnTo>
                    <a:pt x="152400" y="107950"/>
                  </a:lnTo>
                  <a:lnTo>
                    <a:pt x="151130" y="106679"/>
                  </a:lnTo>
                  <a:lnTo>
                    <a:pt x="149860" y="106679"/>
                  </a:lnTo>
                  <a:lnTo>
                    <a:pt x="148590" y="106679"/>
                  </a:lnTo>
                  <a:lnTo>
                    <a:pt x="146050" y="106679"/>
                  </a:lnTo>
                  <a:lnTo>
                    <a:pt x="143510" y="106679"/>
                  </a:lnTo>
                  <a:lnTo>
                    <a:pt x="142240" y="107950"/>
                  </a:lnTo>
                  <a:lnTo>
                    <a:pt x="139700" y="109220"/>
                  </a:lnTo>
                  <a:lnTo>
                    <a:pt x="138430" y="110489"/>
                  </a:lnTo>
                  <a:lnTo>
                    <a:pt x="137160" y="113029"/>
                  </a:lnTo>
                  <a:lnTo>
                    <a:pt x="134620" y="115570"/>
                  </a:lnTo>
                  <a:lnTo>
                    <a:pt x="132080" y="118110"/>
                  </a:lnTo>
                  <a:lnTo>
                    <a:pt x="129540" y="123189"/>
                  </a:lnTo>
                  <a:lnTo>
                    <a:pt x="127000" y="128270"/>
                  </a:lnTo>
                  <a:lnTo>
                    <a:pt x="124460" y="134620"/>
                  </a:lnTo>
                  <a:lnTo>
                    <a:pt x="121920" y="140970"/>
                  </a:lnTo>
                  <a:lnTo>
                    <a:pt x="120650" y="147320"/>
                  </a:lnTo>
                  <a:lnTo>
                    <a:pt x="118110" y="154939"/>
                  </a:lnTo>
                  <a:lnTo>
                    <a:pt x="116840" y="162560"/>
                  </a:lnTo>
                  <a:lnTo>
                    <a:pt x="115570" y="171450"/>
                  </a:lnTo>
                  <a:lnTo>
                    <a:pt x="113030" y="184150"/>
                  </a:lnTo>
                  <a:lnTo>
                    <a:pt x="111760" y="198120"/>
                  </a:lnTo>
                  <a:lnTo>
                    <a:pt x="110490" y="212089"/>
                  </a:lnTo>
                  <a:lnTo>
                    <a:pt x="107950" y="226060"/>
                  </a:lnTo>
                  <a:lnTo>
                    <a:pt x="107950" y="241300"/>
                  </a:lnTo>
                  <a:lnTo>
                    <a:pt x="107950" y="256539"/>
                  </a:lnTo>
                  <a:lnTo>
                    <a:pt x="106680" y="271779"/>
                  </a:lnTo>
                  <a:lnTo>
                    <a:pt x="106680" y="287020"/>
                  </a:lnTo>
                  <a:lnTo>
                    <a:pt x="106680" y="403860"/>
                  </a:lnTo>
                  <a:lnTo>
                    <a:pt x="106680" y="433070"/>
                  </a:lnTo>
                  <a:lnTo>
                    <a:pt x="106680" y="448310"/>
                  </a:lnTo>
                  <a:lnTo>
                    <a:pt x="107950" y="459739"/>
                  </a:lnTo>
                  <a:lnTo>
                    <a:pt x="107950" y="473710"/>
                  </a:lnTo>
                  <a:lnTo>
                    <a:pt x="109220" y="477520"/>
                  </a:lnTo>
                  <a:lnTo>
                    <a:pt x="110490" y="480060"/>
                  </a:lnTo>
                  <a:lnTo>
                    <a:pt x="111760" y="483870"/>
                  </a:lnTo>
                  <a:lnTo>
                    <a:pt x="113030" y="486410"/>
                  </a:lnTo>
                  <a:lnTo>
                    <a:pt x="114300" y="488950"/>
                  </a:lnTo>
                  <a:lnTo>
                    <a:pt x="115570" y="491489"/>
                  </a:lnTo>
                  <a:lnTo>
                    <a:pt x="116840" y="492760"/>
                  </a:lnTo>
                  <a:lnTo>
                    <a:pt x="118110" y="495300"/>
                  </a:lnTo>
                  <a:lnTo>
                    <a:pt x="119380" y="495300"/>
                  </a:lnTo>
                  <a:lnTo>
                    <a:pt x="120650" y="496570"/>
                  </a:lnTo>
                  <a:lnTo>
                    <a:pt x="121920" y="497839"/>
                  </a:lnTo>
                  <a:lnTo>
                    <a:pt x="124460" y="499110"/>
                  </a:lnTo>
                  <a:lnTo>
                    <a:pt x="127000" y="500379"/>
                  </a:lnTo>
                  <a:lnTo>
                    <a:pt x="130810" y="501650"/>
                  </a:lnTo>
                  <a:lnTo>
                    <a:pt x="133350" y="501650"/>
                  </a:lnTo>
                  <a:lnTo>
                    <a:pt x="137160" y="501650"/>
                  </a:lnTo>
                  <a:lnTo>
                    <a:pt x="140970" y="501650"/>
                  </a:lnTo>
                  <a:lnTo>
                    <a:pt x="140970" y="521970"/>
                  </a:lnTo>
                  <a:lnTo>
                    <a:pt x="0" y="521970"/>
                  </a:lnTo>
                  <a:lnTo>
                    <a:pt x="0" y="501650"/>
                  </a:lnTo>
                  <a:lnTo>
                    <a:pt x="3810" y="501650"/>
                  </a:lnTo>
                  <a:lnTo>
                    <a:pt x="7620" y="500379"/>
                  </a:lnTo>
                  <a:lnTo>
                    <a:pt x="11430" y="499110"/>
                  </a:lnTo>
                  <a:lnTo>
                    <a:pt x="13970" y="496570"/>
                  </a:lnTo>
                  <a:lnTo>
                    <a:pt x="15240" y="495300"/>
                  </a:lnTo>
                  <a:lnTo>
                    <a:pt x="16510" y="494029"/>
                  </a:lnTo>
                  <a:lnTo>
                    <a:pt x="17780" y="492760"/>
                  </a:lnTo>
                  <a:lnTo>
                    <a:pt x="19050" y="491489"/>
                  </a:lnTo>
                  <a:lnTo>
                    <a:pt x="20320" y="490220"/>
                  </a:lnTo>
                  <a:lnTo>
                    <a:pt x="21590" y="487679"/>
                  </a:lnTo>
                  <a:lnTo>
                    <a:pt x="21590" y="486410"/>
                  </a:lnTo>
                  <a:lnTo>
                    <a:pt x="22860" y="483870"/>
                  </a:lnTo>
                  <a:lnTo>
                    <a:pt x="22860" y="482600"/>
                  </a:lnTo>
                  <a:lnTo>
                    <a:pt x="24130" y="480060"/>
                  </a:lnTo>
                  <a:lnTo>
                    <a:pt x="24130" y="476250"/>
                  </a:lnTo>
                  <a:lnTo>
                    <a:pt x="25400" y="473710"/>
                  </a:lnTo>
                  <a:lnTo>
                    <a:pt x="26670" y="464820"/>
                  </a:lnTo>
                  <a:lnTo>
                    <a:pt x="27940" y="455929"/>
                  </a:lnTo>
                  <a:lnTo>
                    <a:pt x="27940" y="444500"/>
                  </a:lnTo>
                  <a:lnTo>
                    <a:pt x="29210" y="433070"/>
                  </a:lnTo>
                  <a:lnTo>
                    <a:pt x="29210" y="402589"/>
                  </a:lnTo>
                  <a:lnTo>
                    <a:pt x="29210" y="123189"/>
                  </a:lnTo>
                  <a:lnTo>
                    <a:pt x="29210" y="104139"/>
                  </a:lnTo>
                  <a:lnTo>
                    <a:pt x="29210" y="87629"/>
                  </a:lnTo>
                  <a:lnTo>
                    <a:pt x="27940" y="81279"/>
                  </a:lnTo>
                  <a:lnTo>
                    <a:pt x="27940" y="76200"/>
                  </a:lnTo>
                  <a:lnTo>
                    <a:pt x="26670" y="71120"/>
                  </a:lnTo>
                  <a:lnTo>
                    <a:pt x="26670" y="69850"/>
                  </a:lnTo>
                  <a:lnTo>
                    <a:pt x="26670" y="67310"/>
                  </a:lnTo>
                  <a:lnTo>
                    <a:pt x="26670" y="64770"/>
                  </a:lnTo>
                  <a:lnTo>
                    <a:pt x="25400" y="60960"/>
                  </a:lnTo>
                  <a:lnTo>
                    <a:pt x="24130" y="57150"/>
                  </a:lnTo>
                  <a:lnTo>
                    <a:pt x="22860" y="54610"/>
                  </a:lnTo>
                  <a:lnTo>
                    <a:pt x="21590" y="52070"/>
                  </a:lnTo>
                  <a:lnTo>
                    <a:pt x="21590" y="49529"/>
                  </a:lnTo>
                  <a:lnTo>
                    <a:pt x="20320" y="46989"/>
                  </a:lnTo>
                  <a:lnTo>
                    <a:pt x="19050" y="45720"/>
                  </a:lnTo>
                  <a:lnTo>
                    <a:pt x="17780" y="43179"/>
                  </a:lnTo>
                  <a:lnTo>
                    <a:pt x="15240" y="41910"/>
                  </a:lnTo>
                  <a:lnTo>
                    <a:pt x="13970" y="40639"/>
                  </a:lnTo>
                  <a:lnTo>
                    <a:pt x="11430" y="39370"/>
                  </a:lnTo>
                  <a:lnTo>
                    <a:pt x="8890" y="38100"/>
                  </a:lnTo>
                  <a:lnTo>
                    <a:pt x="6350" y="38100"/>
                  </a:lnTo>
                  <a:lnTo>
                    <a:pt x="254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09" name="object 409"/>
            <p:cNvSpPr/>
            <p:nvPr/>
          </p:nvSpPr>
          <p:spPr>
            <a:xfrm>
              <a:off x="3185160" y="1156970"/>
              <a:ext cx="179070" cy="535939"/>
            </a:xfrm>
            <a:prstGeom prst="rect">
              <a:avLst/>
            </a:prstGeom>
            <a:blipFill>
              <a:blip r:embed="rId16" cstate="print"/>
              <a:stretch>
                <a:fillRect/>
              </a:stretch>
            </a:blipFill>
          </p:spPr>
          <p:txBody>
            <a:bodyPr wrap="square" lIns="0" tIns="0" rIns="0" bIns="0" rtlCol="0"/>
            <a:lstStyle/>
            <a:p/>
          </p:txBody>
        </p:sp>
        <p:sp>
          <p:nvSpPr>
            <p:cNvPr id="410" name="object 410"/>
            <p:cNvSpPr/>
            <p:nvPr/>
          </p:nvSpPr>
          <p:spPr>
            <a:xfrm>
              <a:off x="3185160" y="1155700"/>
              <a:ext cx="179070" cy="537210"/>
            </a:xfrm>
            <a:custGeom>
              <a:avLst/>
              <a:gdLst/>
              <a:ahLst/>
              <a:cxnLst/>
              <a:rect l="l" t="t" r="r" b="b"/>
              <a:pathLst>
                <a:path w="179070" h="537210">
                  <a:moveTo>
                    <a:pt x="161289" y="2539"/>
                  </a:moveTo>
                  <a:lnTo>
                    <a:pt x="165100" y="173989"/>
                  </a:lnTo>
                  <a:lnTo>
                    <a:pt x="156210" y="173989"/>
                  </a:lnTo>
                  <a:lnTo>
                    <a:pt x="152400" y="156210"/>
                  </a:lnTo>
                  <a:lnTo>
                    <a:pt x="147319" y="138429"/>
                  </a:lnTo>
                  <a:lnTo>
                    <a:pt x="143510" y="123189"/>
                  </a:lnTo>
                  <a:lnTo>
                    <a:pt x="139700" y="110489"/>
                  </a:lnTo>
                  <a:lnTo>
                    <a:pt x="134619" y="97789"/>
                  </a:lnTo>
                  <a:lnTo>
                    <a:pt x="129539" y="86360"/>
                  </a:lnTo>
                  <a:lnTo>
                    <a:pt x="125729" y="77470"/>
                  </a:lnTo>
                  <a:lnTo>
                    <a:pt x="120650" y="69850"/>
                  </a:lnTo>
                  <a:lnTo>
                    <a:pt x="116839" y="62229"/>
                  </a:lnTo>
                  <a:lnTo>
                    <a:pt x="111760" y="57150"/>
                  </a:lnTo>
                  <a:lnTo>
                    <a:pt x="107950" y="52070"/>
                  </a:lnTo>
                  <a:lnTo>
                    <a:pt x="102869" y="48260"/>
                  </a:lnTo>
                  <a:lnTo>
                    <a:pt x="97789" y="45720"/>
                  </a:lnTo>
                  <a:lnTo>
                    <a:pt x="93979" y="43179"/>
                  </a:lnTo>
                  <a:lnTo>
                    <a:pt x="88900" y="41910"/>
                  </a:lnTo>
                  <a:lnTo>
                    <a:pt x="85089" y="41910"/>
                  </a:lnTo>
                  <a:lnTo>
                    <a:pt x="81279" y="41910"/>
                  </a:lnTo>
                  <a:lnTo>
                    <a:pt x="78739" y="41910"/>
                  </a:lnTo>
                  <a:lnTo>
                    <a:pt x="76200" y="43179"/>
                  </a:lnTo>
                  <a:lnTo>
                    <a:pt x="73660" y="44450"/>
                  </a:lnTo>
                  <a:lnTo>
                    <a:pt x="72389" y="45720"/>
                  </a:lnTo>
                  <a:lnTo>
                    <a:pt x="71119" y="46989"/>
                  </a:lnTo>
                  <a:lnTo>
                    <a:pt x="69850" y="48260"/>
                  </a:lnTo>
                  <a:lnTo>
                    <a:pt x="69850" y="49529"/>
                  </a:lnTo>
                  <a:lnTo>
                    <a:pt x="67310" y="53339"/>
                  </a:lnTo>
                  <a:lnTo>
                    <a:pt x="64769" y="55879"/>
                  </a:lnTo>
                  <a:lnTo>
                    <a:pt x="62229" y="59689"/>
                  </a:lnTo>
                  <a:lnTo>
                    <a:pt x="62229" y="63500"/>
                  </a:lnTo>
                  <a:lnTo>
                    <a:pt x="60959" y="66039"/>
                  </a:lnTo>
                  <a:lnTo>
                    <a:pt x="59689" y="67310"/>
                  </a:lnTo>
                  <a:lnTo>
                    <a:pt x="59689" y="69850"/>
                  </a:lnTo>
                  <a:lnTo>
                    <a:pt x="58419" y="72389"/>
                  </a:lnTo>
                  <a:lnTo>
                    <a:pt x="58419" y="74929"/>
                  </a:lnTo>
                  <a:lnTo>
                    <a:pt x="57150" y="76200"/>
                  </a:lnTo>
                  <a:lnTo>
                    <a:pt x="57150" y="78739"/>
                  </a:lnTo>
                  <a:lnTo>
                    <a:pt x="57150" y="101600"/>
                  </a:lnTo>
                  <a:lnTo>
                    <a:pt x="58419" y="104139"/>
                  </a:lnTo>
                  <a:lnTo>
                    <a:pt x="59689" y="109220"/>
                  </a:lnTo>
                  <a:lnTo>
                    <a:pt x="59689" y="111760"/>
                  </a:lnTo>
                  <a:lnTo>
                    <a:pt x="60959" y="115570"/>
                  </a:lnTo>
                  <a:lnTo>
                    <a:pt x="62229" y="118110"/>
                  </a:lnTo>
                  <a:lnTo>
                    <a:pt x="63500" y="120650"/>
                  </a:lnTo>
                  <a:lnTo>
                    <a:pt x="64769" y="124460"/>
                  </a:lnTo>
                  <a:lnTo>
                    <a:pt x="68579" y="132079"/>
                  </a:lnTo>
                  <a:lnTo>
                    <a:pt x="73660" y="139700"/>
                  </a:lnTo>
                  <a:lnTo>
                    <a:pt x="80010" y="148589"/>
                  </a:lnTo>
                  <a:lnTo>
                    <a:pt x="93979" y="170179"/>
                  </a:lnTo>
                  <a:lnTo>
                    <a:pt x="113029" y="195579"/>
                  </a:lnTo>
                  <a:lnTo>
                    <a:pt x="130810" y="220979"/>
                  </a:lnTo>
                  <a:lnTo>
                    <a:pt x="139700" y="233679"/>
                  </a:lnTo>
                  <a:lnTo>
                    <a:pt x="146050" y="245110"/>
                  </a:lnTo>
                  <a:lnTo>
                    <a:pt x="152400" y="256539"/>
                  </a:lnTo>
                  <a:lnTo>
                    <a:pt x="158750" y="266700"/>
                  </a:lnTo>
                  <a:lnTo>
                    <a:pt x="162560" y="276860"/>
                  </a:lnTo>
                  <a:lnTo>
                    <a:pt x="166369" y="287020"/>
                  </a:lnTo>
                  <a:lnTo>
                    <a:pt x="170179" y="295910"/>
                  </a:lnTo>
                  <a:lnTo>
                    <a:pt x="171450" y="306070"/>
                  </a:lnTo>
                  <a:lnTo>
                    <a:pt x="173989" y="316229"/>
                  </a:lnTo>
                  <a:lnTo>
                    <a:pt x="176529" y="326389"/>
                  </a:lnTo>
                  <a:lnTo>
                    <a:pt x="177800" y="337820"/>
                  </a:lnTo>
                  <a:lnTo>
                    <a:pt x="179069" y="347979"/>
                  </a:lnTo>
                  <a:lnTo>
                    <a:pt x="179069" y="359410"/>
                  </a:lnTo>
                  <a:lnTo>
                    <a:pt x="179069" y="370839"/>
                  </a:lnTo>
                  <a:lnTo>
                    <a:pt x="179069" y="381000"/>
                  </a:lnTo>
                  <a:lnTo>
                    <a:pt x="179069" y="391160"/>
                  </a:lnTo>
                  <a:lnTo>
                    <a:pt x="177800" y="401320"/>
                  </a:lnTo>
                  <a:lnTo>
                    <a:pt x="176529" y="411479"/>
                  </a:lnTo>
                  <a:lnTo>
                    <a:pt x="175260" y="422910"/>
                  </a:lnTo>
                  <a:lnTo>
                    <a:pt x="172719" y="433070"/>
                  </a:lnTo>
                  <a:lnTo>
                    <a:pt x="170179" y="443229"/>
                  </a:lnTo>
                  <a:lnTo>
                    <a:pt x="168910" y="453389"/>
                  </a:lnTo>
                  <a:lnTo>
                    <a:pt x="165100" y="463550"/>
                  </a:lnTo>
                  <a:lnTo>
                    <a:pt x="162560" y="472439"/>
                  </a:lnTo>
                  <a:lnTo>
                    <a:pt x="158750" y="481329"/>
                  </a:lnTo>
                  <a:lnTo>
                    <a:pt x="154939" y="490220"/>
                  </a:lnTo>
                  <a:lnTo>
                    <a:pt x="151129" y="496570"/>
                  </a:lnTo>
                  <a:lnTo>
                    <a:pt x="147319" y="502920"/>
                  </a:lnTo>
                  <a:lnTo>
                    <a:pt x="142239" y="509270"/>
                  </a:lnTo>
                  <a:lnTo>
                    <a:pt x="138429" y="515620"/>
                  </a:lnTo>
                  <a:lnTo>
                    <a:pt x="133350" y="520700"/>
                  </a:lnTo>
                  <a:lnTo>
                    <a:pt x="128269" y="524510"/>
                  </a:lnTo>
                  <a:lnTo>
                    <a:pt x="121919" y="528320"/>
                  </a:lnTo>
                  <a:lnTo>
                    <a:pt x="116839" y="532129"/>
                  </a:lnTo>
                  <a:lnTo>
                    <a:pt x="111760" y="533400"/>
                  </a:lnTo>
                  <a:lnTo>
                    <a:pt x="105410" y="535939"/>
                  </a:lnTo>
                  <a:lnTo>
                    <a:pt x="100329" y="535939"/>
                  </a:lnTo>
                  <a:lnTo>
                    <a:pt x="93979" y="537210"/>
                  </a:lnTo>
                  <a:lnTo>
                    <a:pt x="88900" y="535939"/>
                  </a:lnTo>
                  <a:lnTo>
                    <a:pt x="83819" y="535939"/>
                  </a:lnTo>
                  <a:lnTo>
                    <a:pt x="78739" y="533400"/>
                  </a:lnTo>
                  <a:lnTo>
                    <a:pt x="72389" y="530860"/>
                  </a:lnTo>
                  <a:lnTo>
                    <a:pt x="66039" y="528320"/>
                  </a:lnTo>
                  <a:lnTo>
                    <a:pt x="58419" y="524510"/>
                  </a:lnTo>
                  <a:lnTo>
                    <a:pt x="44450" y="514350"/>
                  </a:lnTo>
                  <a:lnTo>
                    <a:pt x="40639" y="511810"/>
                  </a:lnTo>
                  <a:lnTo>
                    <a:pt x="36829" y="509270"/>
                  </a:lnTo>
                  <a:lnTo>
                    <a:pt x="35559" y="509270"/>
                  </a:lnTo>
                  <a:lnTo>
                    <a:pt x="34289" y="509270"/>
                  </a:lnTo>
                  <a:lnTo>
                    <a:pt x="33019" y="508000"/>
                  </a:lnTo>
                  <a:lnTo>
                    <a:pt x="31750" y="508000"/>
                  </a:lnTo>
                  <a:lnTo>
                    <a:pt x="30479" y="509270"/>
                  </a:lnTo>
                  <a:lnTo>
                    <a:pt x="29209" y="509270"/>
                  </a:lnTo>
                  <a:lnTo>
                    <a:pt x="27939" y="510539"/>
                  </a:lnTo>
                  <a:lnTo>
                    <a:pt x="26669" y="510539"/>
                  </a:lnTo>
                  <a:lnTo>
                    <a:pt x="26669" y="511810"/>
                  </a:lnTo>
                  <a:lnTo>
                    <a:pt x="25400" y="513079"/>
                  </a:lnTo>
                  <a:lnTo>
                    <a:pt x="24129" y="514350"/>
                  </a:lnTo>
                  <a:lnTo>
                    <a:pt x="22859" y="516889"/>
                  </a:lnTo>
                  <a:lnTo>
                    <a:pt x="22859" y="518160"/>
                  </a:lnTo>
                  <a:lnTo>
                    <a:pt x="21589" y="520700"/>
                  </a:lnTo>
                  <a:lnTo>
                    <a:pt x="20319" y="523239"/>
                  </a:lnTo>
                  <a:lnTo>
                    <a:pt x="19050" y="528320"/>
                  </a:lnTo>
                  <a:lnTo>
                    <a:pt x="17779" y="534670"/>
                  </a:lnTo>
                  <a:lnTo>
                    <a:pt x="7619" y="534670"/>
                  </a:lnTo>
                  <a:lnTo>
                    <a:pt x="3809" y="353060"/>
                  </a:lnTo>
                  <a:lnTo>
                    <a:pt x="12700" y="353060"/>
                  </a:lnTo>
                  <a:lnTo>
                    <a:pt x="16509" y="370839"/>
                  </a:lnTo>
                  <a:lnTo>
                    <a:pt x="20319" y="387350"/>
                  </a:lnTo>
                  <a:lnTo>
                    <a:pt x="31750" y="429260"/>
                  </a:lnTo>
                  <a:lnTo>
                    <a:pt x="48259" y="461010"/>
                  </a:lnTo>
                  <a:lnTo>
                    <a:pt x="53339" y="469900"/>
                  </a:lnTo>
                  <a:lnTo>
                    <a:pt x="58419" y="476250"/>
                  </a:lnTo>
                  <a:lnTo>
                    <a:pt x="63500" y="482600"/>
                  </a:lnTo>
                  <a:lnTo>
                    <a:pt x="68579" y="487679"/>
                  </a:lnTo>
                  <a:lnTo>
                    <a:pt x="73660" y="491489"/>
                  </a:lnTo>
                  <a:lnTo>
                    <a:pt x="76200" y="492760"/>
                  </a:lnTo>
                  <a:lnTo>
                    <a:pt x="78739" y="494029"/>
                  </a:lnTo>
                  <a:lnTo>
                    <a:pt x="81279" y="495300"/>
                  </a:lnTo>
                  <a:lnTo>
                    <a:pt x="83819" y="495300"/>
                  </a:lnTo>
                  <a:lnTo>
                    <a:pt x="86360" y="496570"/>
                  </a:lnTo>
                  <a:lnTo>
                    <a:pt x="88900" y="496570"/>
                  </a:lnTo>
                  <a:lnTo>
                    <a:pt x="92710" y="496570"/>
                  </a:lnTo>
                  <a:lnTo>
                    <a:pt x="95250" y="495300"/>
                  </a:lnTo>
                  <a:lnTo>
                    <a:pt x="97789" y="494029"/>
                  </a:lnTo>
                  <a:lnTo>
                    <a:pt x="101600" y="492760"/>
                  </a:lnTo>
                  <a:lnTo>
                    <a:pt x="102869" y="491489"/>
                  </a:lnTo>
                  <a:lnTo>
                    <a:pt x="104139" y="490220"/>
                  </a:lnTo>
                  <a:lnTo>
                    <a:pt x="105410" y="488950"/>
                  </a:lnTo>
                  <a:lnTo>
                    <a:pt x="106679" y="487679"/>
                  </a:lnTo>
                  <a:lnTo>
                    <a:pt x="107950" y="486410"/>
                  </a:lnTo>
                  <a:lnTo>
                    <a:pt x="109219" y="483870"/>
                  </a:lnTo>
                  <a:lnTo>
                    <a:pt x="110489" y="482600"/>
                  </a:lnTo>
                  <a:lnTo>
                    <a:pt x="110489" y="480060"/>
                  </a:lnTo>
                  <a:lnTo>
                    <a:pt x="113029" y="476250"/>
                  </a:lnTo>
                  <a:lnTo>
                    <a:pt x="114300" y="472439"/>
                  </a:lnTo>
                  <a:lnTo>
                    <a:pt x="115569" y="467360"/>
                  </a:lnTo>
                  <a:lnTo>
                    <a:pt x="116839" y="462279"/>
                  </a:lnTo>
                  <a:lnTo>
                    <a:pt x="118110" y="459739"/>
                  </a:lnTo>
                  <a:lnTo>
                    <a:pt x="118110" y="458470"/>
                  </a:lnTo>
                  <a:lnTo>
                    <a:pt x="118110" y="455929"/>
                  </a:lnTo>
                  <a:lnTo>
                    <a:pt x="118110" y="453389"/>
                  </a:lnTo>
                  <a:lnTo>
                    <a:pt x="119379" y="450850"/>
                  </a:lnTo>
                  <a:lnTo>
                    <a:pt x="119379" y="447039"/>
                  </a:lnTo>
                  <a:lnTo>
                    <a:pt x="119379" y="441960"/>
                  </a:lnTo>
                  <a:lnTo>
                    <a:pt x="119379" y="435610"/>
                  </a:lnTo>
                  <a:lnTo>
                    <a:pt x="119379" y="429260"/>
                  </a:lnTo>
                  <a:lnTo>
                    <a:pt x="118110" y="422910"/>
                  </a:lnTo>
                  <a:lnTo>
                    <a:pt x="116839" y="417829"/>
                  </a:lnTo>
                  <a:lnTo>
                    <a:pt x="115569" y="411479"/>
                  </a:lnTo>
                  <a:lnTo>
                    <a:pt x="115569" y="406400"/>
                  </a:lnTo>
                  <a:lnTo>
                    <a:pt x="113029" y="401320"/>
                  </a:lnTo>
                  <a:lnTo>
                    <a:pt x="110489" y="397510"/>
                  </a:lnTo>
                  <a:lnTo>
                    <a:pt x="109219" y="391160"/>
                  </a:lnTo>
                  <a:lnTo>
                    <a:pt x="105410" y="386079"/>
                  </a:lnTo>
                  <a:lnTo>
                    <a:pt x="97789" y="373379"/>
                  </a:lnTo>
                  <a:lnTo>
                    <a:pt x="86360" y="356870"/>
                  </a:lnTo>
                  <a:lnTo>
                    <a:pt x="73660" y="340360"/>
                  </a:lnTo>
                  <a:lnTo>
                    <a:pt x="54609" y="312420"/>
                  </a:lnTo>
                  <a:lnTo>
                    <a:pt x="38100" y="289560"/>
                  </a:lnTo>
                  <a:lnTo>
                    <a:pt x="31750" y="278129"/>
                  </a:lnTo>
                  <a:lnTo>
                    <a:pt x="26669" y="267970"/>
                  </a:lnTo>
                  <a:lnTo>
                    <a:pt x="21589" y="260350"/>
                  </a:lnTo>
                  <a:lnTo>
                    <a:pt x="19050" y="252729"/>
                  </a:lnTo>
                  <a:lnTo>
                    <a:pt x="13969" y="241300"/>
                  </a:lnTo>
                  <a:lnTo>
                    <a:pt x="10159" y="228600"/>
                  </a:lnTo>
                  <a:lnTo>
                    <a:pt x="7619" y="217170"/>
                  </a:lnTo>
                  <a:lnTo>
                    <a:pt x="5079" y="205739"/>
                  </a:lnTo>
                  <a:lnTo>
                    <a:pt x="2539" y="193039"/>
                  </a:lnTo>
                  <a:lnTo>
                    <a:pt x="1269" y="180339"/>
                  </a:lnTo>
                  <a:lnTo>
                    <a:pt x="0" y="167639"/>
                  </a:lnTo>
                  <a:lnTo>
                    <a:pt x="0" y="153670"/>
                  </a:lnTo>
                  <a:lnTo>
                    <a:pt x="0" y="139700"/>
                  </a:lnTo>
                  <a:lnTo>
                    <a:pt x="1269" y="125729"/>
                  </a:lnTo>
                  <a:lnTo>
                    <a:pt x="7619" y="85089"/>
                  </a:lnTo>
                  <a:lnTo>
                    <a:pt x="16509" y="59689"/>
                  </a:lnTo>
                  <a:lnTo>
                    <a:pt x="20319" y="48260"/>
                  </a:lnTo>
                  <a:lnTo>
                    <a:pt x="24129" y="41910"/>
                  </a:lnTo>
                  <a:lnTo>
                    <a:pt x="26669" y="36829"/>
                  </a:lnTo>
                  <a:lnTo>
                    <a:pt x="29209" y="31750"/>
                  </a:lnTo>
                  <a:lnTo>
                    <a:pt x="31750" y="27939"/>
                  </a:lnTo>
                  <a:lnTo>
                    <a:pt x="35559" y="22860"/>
                  </a:lnTo>
                  <a:lnTo>
                    <a:pt x="39369" y="19050"/>
                  </a:lnTo>
                  <a:lnTo>
                    <a:pt x="43179" y="16510"/>
                  </a:lnTo>
                  <a:lnTo>
                    <a:pt x="45719" y="12700"/>
                  </a:lnTo>
                  <a:lnTo>
                    <a:pt x="49529" y="10160"/>
                  </a:lnTo>
                  <a:lnTo>
                    <a:pt x="54609" y="7620"/>
                  </a:lnTo>
                  <a:lnTo>
                    <a:pt x="58419" y="5079"/>
                  </a:lnTo>
                  <a:lnTo>
                    <a:pt x="62229" y="3810"/>
                  </a:lnTo>
                  <a:lnTo>
                    <a:pt x="71119" y="1270"/>
                  </a:lnTo>
                  <a:lnTo>
                    <a:pt x="81279" y="0"/>
                  </a:lnTo>
                  <a:lnTo>
                    <a:pt x="86360" y="0"/>
                  </a:lnTo>
                  <a:lnTo>
                    <a:pt x="91439" y="2539"/>
                  </a:lnTo>
                  <a:lnTo>
                    <a:pt x="96519" y="3810"/>
                  </a:lnTo>
                  <a:lnTo>
                    <a:pt x="101600" y="6350"/>
                  </a:lnTo>
                  <a:lnTo>
                    <a:pt x="106679" y="8889"/>
                  </a:lnTo>
                  <a:lnTo>
                    <a:pt x="111760" y="12700"/>
                  </a:lnTo>
                  <a:lnTo>
                    <a:pt x="116839" y="16510"/>
                  </a:lnTo>
                  <a:lnTo>
                    <a:pt x="121919" y="20320"/>
                  </a:lnTo>
                  <a:lnTo>
                    <a:pt x="123189" y="22860"/>
                  </a:lnTo>
                  <a:lnTo>
                    <a:pt x="125729" y="24129"/>
                  </a:lnTo>
                  <a:lnTo>
                    <a:pt x="127000" y="25400"/>
                  </a:lnTo>
                  <a:lnTo>
                    <a:pt x="128269" y="26670"/>
                  </a:lnTo>
                  <a:lnTo>
                    <a:pt x="129539" y="27939"/>
                  </a:lnTo>
                  <a:lnTo>
                    <a:pt x="132079" y="27939"/>
                  </a:lnTo>
                  <a:lnTo>
                    <a:pt x="133350" y="29210"/>
                  </a:lnTo>
                  <a:lnTo>
                    <a:pt x="134619" y="29210"/>
                  </a:lnTo>
                  <a:lnTo>
                    <a:pt x="135889" y="29210"/>
                  </a:lnTo>
                  <a:lnTo>
                    <a:pt x="137160" y="29210"/>
                  </a:lnTo>
                  <a:lnTo>
                    <a:pt x="137160" y="27939"/>
                  </a:lnTo>
                  <a:lnTo>
                    <a:pt x="139700" y="27939"/>
                  </a:lnTo>
                  <a:lnTo>
                    <a:pt x="140969" y="26670"/>
                  </a:lnTo>
                  <a:lnTo>
                    <a:pt x="140969" y="25400"/>
                  </a:lnTo>
                  <a:lnTo>
                    <a:pt x="142239" y="25400"/>
                  </a:lnTo>
                  <a:lnTo>
                    <a:pt x="142239" y="24129"/>
                  </a:lnTo>
                  <a:lnTo>
                    <a:pt x="143510" y="24129"/>
                  </a:lnTo>
                  <a:lnTo>
                    <a:pt x="143510" y="22860"/>
                  </a:lnTo>
                  <a:lnTo>
                    <a:pt x="144779" y="20320"/>
                  </a:lnTo>
                  <a:lnTo>
                    <a:pt x="146050" y="17779"/>
                  </a:lnTo>
                  <a:lnTo>
                    <a:pt x="148589" y="10160"/>
                  </a:lnTo>
                  <a:lnTo>
                    <a:pt x="152400" y="2539"/>
                  </a:lnTo>
                  <a:lnTo>
                    <a:pt x="161289" y="2539"/>
                  </a:lnTo>
                  <a:close/>
                </a:path>
              </a:pathLst>
            </a:custGeom>
            <a:ln w="12579">
              <a:solidFill>
                <a:srgbClr val="9898FF"/>
              </a:solidFill>
            </a:ln>
          </p:spPr>
          <p:txBody>
            <a:bodyPr wrap="square" lIns="0" tIns="0" rIns="0" bIns="0" rtlCol="0"/>
            <a:lstStyle/>
            <a:p/>
          </p:txBody>
        </p:sp>
      </p:grpSp>
      <p:grpSp>
        <p:nvGrpSpPr>
          <p:cNvPr id="411" name="object 411"/>
          <p:cNvGrpSpPr/>
          <p:nvPr/>
        </p:nvGrpSpPr>
        <p:grpSpPr>
          <a:xfrm>
            <a:off x="3531930" y="980500"/>
            <a:ext cx="458470" cy="718820"/>
            <a:chOff x="3531930" y="980500"/>
            <a:chExt cx="458470" cy="718820"/>
          </a:xfrm>
        </p:grpSpPr>
        <p:sp>
          <p:nvSpPr>
            <p:cNvPr id="412" name="object 412"/>
            <p:cNvSpPr/>
            <p:nvPr/>
          </p:nvSpPr>
          <p:spPr>
            <a:xfrm>
              <a:off x="3538219" y="986790"/>
              <a:ext cx="173989" cy="698500"/>
            </a:xfrm>
            <a:prstGeom prst="rect">
              <a:avLst/>
            </a:prstGeom>
            <a:blipFill>
              <a:blip r:embed="rId17" cstate="print"/>
              <a:stretch>
                <a:fillRect/>
              </a:stretch>
            </a:blipFill>
          </p:spPr>
          <p:txBody>
            <a:bodyPr wrap="square" lIns="0" tIns="0" rIns="0" bIns="0" rtlCol="0"/>
            <a:lstStyle/>
            <a:p/>
          </p:txBody>
        </p:sp>
        <p:sp>
          <p:nvSpPr>
            <p:cNvPr id="413" name="object 413"/>
            <p:cNvSpPr/>
            <p:nvPr/>
          </p:nvSpPr>
          <p:spPr>
            <a:xfrm>
              <a:off x="3538219" y="986790"/>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09" y="622300"/>
                  </a:lnTo>
                  <a:lnTo>
                    <a:pt x="119379" y="623570"/>
                  </a:lnTo>
                  <a:lnTo>
                    <a:pt x="120650" y="626110"/>
                  </a:lnTo>
                  <a:lnTo>
                    <a:pt x="121919" y="628650"/>
                  </a:lnTo>
                  <a:lnTo>
                    <a:pt x="123189" y="629920"/>
                  </a:lnTo>
                  <a:lnTo>
                    <a:pt x="124459" y="631189"/>
                  </a:lnTo>
                  <a:lnTo>
                    <a:pt x="125729" y="632460"/>
                  </a:lnTo>
                  <a:lnTo>
                    <a:pt x="127000" y="633730"/>
                  </a:lnTo>
                  <a:lnTo>
                    <a:pt x="128269" y="633730"/>
                  </a:lnTo>
                  <a:lnTo>
                    <a:pt x="129539" y="635000"/>
                  </a:lnTo>
                  <a:lnTo>
                    <a:pt x="130809" y="636270"/>
                  </a:lnTo>
                  <a:lnTo>
                    <a:pt x="132079" y="636270"/>
                  </a:lnTo>
                  <a:lnTo>
                    <a:pt x="134619" y="636270"/>
                  </a:lnTo>
                  <a:lnTo>
                    <a:pt x="135889" y="635000"/>
                  </a:lnTo>
                  <a:lnTo>
                    <a:pt x="138429" y="633730"/>
                  </a:lnTo>
                  <a:lnTo>
                    <a:pt x="140969" y="632460"/>
                  </a:lnTo>
                  <a:lnTo>
                    <a:pt x="142239" y="629920"/>
                  </a:lnTo>
                  <a:lnTo>
                    <a:pt x="144779" y="628650"/>
                  </a:lnTo>
                  <a:lnTo>
                    <a:pt x="147319" y="624839"/>
                  </a:lnTo>
                  <a:lnTo>
                    <a:pt x="149859" y="622300"/>
                  </a:lnTo>
                  <a:lnTo>
                    <a:pt x="152400" y="618489"/>
                  </a:lnTo>
                  <a:lnTo>
                    <a:pt x="153669" y="614680"/>
                  </a:lnTo>
                  <a:lnTo>
                    <a:pt x="157479" y="605789"/>
                  </a:lnTo>
                  <a:lnTo>
                    <a:pt x="161289" y="594360"/>
                  </a:lnTo>
                  <a:lnTo>
                    <a:pt x="166369" y="582930"/>
                  </a:lnTo>
                  <a:lnTo>
                    <a:pt x="173989" y="594360"/>
                  </a:lnTo>
                  <a:lnTo>
                    <a:pt x="171450" y="607060"/>
                  </a:lnTo>
                  <a:lnTo>
                    <a:pt x="168909" y="618489"/>
                  </a:lnTo>
                  <a:lnTo>
                    <a:pt x="165100" y="629920"/>
                  </a:lnTo>
                  <a:lnTo>
                    <a:pt x="161289" y="640080"/>
                  </a:lnTo>
                  <a:lnTo>
                    <a:pt x="157479" y="648970"/>
                  </a:lnTo>
                  <a:lnTo>
                    <a:pt x="153669" y="657860"/>
                  </a:lnTo>
                  <a:lnTo>
                    <a:pt x="149859" y="665480"/>
                  </a:lnTo>
                  <a:lnTo>
                    <a:pt x="144779" y="671830"/>
                  </a:lnTo>
                  <a:lnTo>
                    <a:pt x="139700" y="678180"/>
                  </a:lnTo>
                  <a:lnTo>
                    <a:pt x="134619" y="683260"/>
                  </a:lnTo>
                  <a:lnTo>
                    <a:pt x="130809" y="688339"/>
                  </a:lnTo>
                  <a:lnTo>
                    <a:pt x="124459" y="692150"/>
                  </a:lnTo>
                  <a:lnTo>
                    <a:pt x="119379" y="693420"/>
                  </a:lnTo>
                  <a:lnTo>
                    <a:pt x="113029" y="697230"/>
                  </a:lnTo>
                  <a:lnTo>
                    <a:pt x="106679" y="697230"/>
                  </a:lnTo>
                  <a:lnTo>
                    <a:pt x="101600" y="698500"/>
                  </a:lnTo>
                  <a:lnTo>
                    <a:pt x="95250" y="697230"/>
                  </a:lnTo>
                  <a:lnTo>
                    <a:pt x="88900" y="695960"/>
                  </a:lnTo>
                  <a:lnTo>
                    <a:pt x="83819" y="693420"/>
                  </a:lnTo>
                  <a:lnTo>
                    <a:pt x="77469" y="692150"/>
                  </a:lnTo>
                  <a:lnTo>
                    <a:pt x="72389" y="687070"/>
                  </a:lnTo>
                  <a:lnTo>
                    <a:pt x="68579" y="683260"/>
                  </a:lnTo>
                  <a:lnTo>
                    <a:pt x="63500" y="678180"/>
                  </a:lnTo>
                  <a:lnTo>
                    <a:pt x="58419" y="670560"/>
                  </a:lnTo>
                  <a:lnTo>
                    <a:pt x="54609" y="664210"/>
                  </a:lnTo>
                  <a:lnTo>
                    <a:pt x="50800" y="657860"/>
                  </a:lnTo>
                  <a:lnTo>
                    <a:pt x="48259" y="650239"/>
                  </a:lnTo>
                  <a:lnTo>
                    <a:pt x="44450" y="642620"/>
                  </a:lnTo>
                  <a:lnTo>
                    <a:pt x="43179" y="636270"/>
                  </a:lnTo>
                  <a:lnTo>
                    <a:pt x="40639" y="627380"/>
                  </a:lnTo>
                  <a:lnTo>
                    <a:pt x="39369"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19" y="170180"/>
                  </a:lnTo>
                  <a:lnTo>
                    <a:pt x="46989" y="144780"/>
                  </a:lnTo>
                  <a:lnTo>
                    <a:pt x="53339" y="130810"/>
                  </a:lnTo>
                  <a:lnTo>
                    <a:pt x="59689" y="118110"/>
                  </a:lnTo>
                  <a:lnTo>
                    <a:pt x="7238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14" name="object 414"/>
            <p:cNvSpPr/>
            <p:nvPr/>
          </p:nvSpPr>
          <p:spPr>
            <a:xfrm>
              <a:off x="3738879" y="1156970"/>
              <a:ext cx="245110" cy="535939"/>
            </a:xfrm>
            <a:prstGeom prst="rect">
              <a:avLst/>
            </a:prstGeom>
            <a:blipFill>
              <a:blip r:embed="rId18" cstate="print"/>
              <a:stretch>
                <a:fillRect/>
              </a:stretch>
            </a:blipFill>
          </p:spPr>
          <p:txBody>
            <a:bodyPr wrap="square" lIns="0" tIns="0" rIns="0" bIns="0" rtlCol="0"/>
            <a:lstStyle/>
            <a:p/>
          </p:txBody>
        </p:sp>
        <p:sp>
          <p:nvSpPr>
            <p:cNvPr id="415" name="object 415"/>
            <p:cNvSpPr/>
            <p:nvPr/>
          </p:nvSpPr>
          <p:spPr>
            <a:xfrm>
              <a:off x="3859530" y="1150619"/>
              <a:ext cx="130810" cy="496570"/>
            </a:xfrm>
            <a:custGeom>
              <a:avLst/>
              <a:gdLst/>
              <a:ahLst/>
              <a:cxnLst/>
              <a:rect l="l" t="t" r="r" b="b"/>
              <a:pathLst>
                <a:path w="130810" h="496569">
                  <a:moveTo>
                    <a:pt x="130810" y="274320"/>
                  </a:moveTo>
                  <a:lnTo>
                    <a:pt x="129540" y="255270"/>
                  </a:lnTo>
                  <a:lnTo>
                    <a:pt x="129540" y="237490"/>
                  </a:lnTo>
                  <a:lnTo>
                    <a:pt x="128270" y="219710"/>
                  </a:lnTo>
                  <a:lnTo>
                    <a:pt x="127000" y="201930"/>
                  </a:lnTo>
                  <a:lnTo>
                    <a:pt x="124460" y="185420"/>
                  </a:lnTo>
                  <a:lnTo>
                    <a:pt x="124460" y="184150"/>
                  </a:lnTo>
                  <a:lnTo>
                    <a:pt x="121920" y="167640"/>
                  </a:lnTo>
                  <a:lnTo>
                    <a:pt x="119380" y="151130"/>
                  </a:lnTo>
                  <a:lnTo>
                    <a:pt x="114300" y="135890"/>
                  </a:lnTo>
                  <a:lnTo>
                    <a:pt x="110490" y="120650"/>
                  </a:lnTo>
                  <a:lnTo>
                    <a:pt x="110490" y="119380"/>
                  </a:lnTo>
                  <a:lnTo>
                    <a:pt x="106680" y="105410"/>
                  </a:lnTo>
                  <a:lnTo>
                    <a:pt x="101600" y="91440"/>
                  </a:lnTo>
                  <a:lnTo>
                    <a:pt x="95250" y="78740"/>
                  </a:lnTo>
                  <a:lnTo>
                    <a:pt x="95250" y="77470"/>
                  </a:lnTo>
                  <a:lnTo>
                    <a:pt x="90170" y="67310"/>
                  </a:lnTo>
                  <a:lnTo>
                    <a:pt x="90170" y="66040"/>
                  </a:lnTo>
                  <a:lnTo>
                    <a:pt x="83820" y="55880"/>
                  </a:lnTo>
                  <a:lnTo>
                    <a:pt x="77470" y="45720"/>
                  </a:lnTo>
                  <a:lnTo>
                    <a:pt x="76200" y="44450"/>
                  </a:lnTo>
                  <a:lnTo>
                    <a:pt x="68580" y="36830"/>
                  </a:lnTo>
                  <a:lnTo>
                    <a:pt x="68580" y="35560"/>
                  </a:lnTo>
                  <a:lnTo>
                    <a:pt x="60960" y="27940"/>
                  </a:lnTo>
                  <a:lnTo>
                    <a:pt x="53340" y="20320"/>
                  </a:lnTo>
                  <a:lnTo>
                    <a:pt x="45720" y="13970"/>
                  </a:lnTo>
                  <a:lnTo>
                    <a:pt x="44450" y="13970"/>
                  </a:lnTo>
                  <a:lnTo>
                    <a:pt x="36830" y="8890"/>
                  </a:lnTo>
                  <a:lnTo>
                    <a:pt x="27940" y="5080"/>
                  </a:lnTo>
                  <a:lnTo>
                    <a:pt x="27940" y="3810"/>
                  </a:lnTo>
                  <a:lnTo>
                    <a:pt x="19050" y="1270"/>
                  </a:lnTo>
                  <a:lnTo>
                    <a:pt x="10160" y="0"/>
                  </a:lnTo>
                  <a:lnTo>
                    <a:pt x="1270" y="0"/>
                  </a:lnTo>
                  <a:lnTo>
                    <a:pt x="1270" y="5080"/>
                  </a:lnTo>
                  <a:lnTo>
                    <a:pt x="0" y="11430"/>
                  </a:lnTo>
                  <a:lnTo>
                    <a:pt x="8890" y="12700"/>
                  </a:lnTo>
                  <a:lnTo>
                    <a:pt x="15316" y="13779"/>
                  </a:lnTo>
                  <a:lnTo>
                    <a:pt x="15240" y="13970"/>
                  </a:lnTo>
                  <a:lnTo>
                    <a:pt x="22987" y="16192"/>
                  </a:lnTo>
                  <a:lnTo>
                    <a:pt x="22860" y="16510"/>
                  </a:lnTo>
                  <a:lnTo>
                    <a:pt x="30480" y="20320"/>
                  </a:lnTo>
                  <a:lnTo>
                    <a:pt x="38100" y="24130"/>
                  </a:lnTo>
                  <a:lnTo>
                    <a:pt x="45046" y="28765"/>
                  </a:lnTo>
                  <a:lnTo>
                    <a:pt x="44450" y="29210"/>
                  </a:lnTo>
                  <a:lnTo>
                    <a:pt x="52070" y="36830"/>
                  </a:lnTo>
                  <a:lnTo>
                    <a:pt x="59690" y="44450"/>
                  </a:lnTo>
                  <a:lnTo>
                    <a:pt x="66763" y="51536"/>
                  </a:lnTo>
                  <a:lnTo>
                    <a:pt x="66040" y="52070"/>
                  </a:lnTo>
                  <a:lnTo>
                    <a:pt x="72390" y="62230"/>
                  </a:lnTo>
                  <a:lnTo>
                    <a:pt x="78740" y="72390"/>
                  </a:lnTo>
                  <a:lnTo>
                    <a:pt x="83820" y="83820"/>
                  </a:lnTo>
                  <a:lnTo>
                    <a:pt x="90170" y="96520"/>
                  </a:lnTo>
                  <a:lnTo>
                    <a:pt x="90551" y="96329"/>
                  </a:lnTo>
                  <a:lnTo>
                    <a:pt x="95084" y="108788"/>
                  </a:lnTo>
                  <a:lnTo>
                    <a:pt x="93980" y="109220"/>
                  </a:lnTo>
                  <a:lnTo>
                    <a:pt x="99060" y="123190"/>
                  </a:lnTo>
                  <a:lnTo>
                    <a:pt x="102870" y="138430"/>
                  </a:lnTo>
                  <a:lnTo>
                    <a:pt x="106680" y="153670"/>
                  </a:lnTo>
                  <a:lnTo>
                    <a:pt x="109220" y="170180"/>
                  </a:lnTo>
                  <a:lnTo>
                    <a:pt x="111760" y="186690"/>
                  </a:lnTo>
                  <a:lnTo>
                    <a:pt x="114300" y="203200"/>
                  </a:lnTo>
                  <a:lnTo>
                    <a:pt x="115570" y="220980"/>
                  </a:lnTo>
                  <a:lnTo>
                    <a:pt x="116840" y="237490"/>
                  </a:lnTo>
                  <a:lnTo>
                    <a:pt x="118110" y="256540"/>
                  </a:lnTo>
                  <a:lnTo>
                    <a:pt x="118110" y="274320"/>
                  </a:lnTo>
                  <a:lnTo>
                    <a:pt x="118110" y="299720"/>
                  </a:lnTo>
                  <a:lnTo>
                    <a:pt x="116840" y="325120"/>
                  </a:lnTo>
                  <a:lnTo>
                    <a:pt x="114300" y="349250"/>
                  </a:lnTo>
                  <a:lnTo>
                    <a:pt x="110490" y="372110"/>
                  </a:lnTo>
                  <a:lnTo>
                    <a:pt x="106883" y="393750"/>
                  </a:lnTo>
                  <a:lnTo>
                    <a:pt x="106680" y="393700"/>
                  </a:lnTo>
                  <a:lnTo>
                    <a:pt x="101600" y="414020"/>
                  </a:lnTo>
                  <a:lnTo>
                    <a:pt x="96799" y="433197"/>
                  </a:lnTo>
                  <a:lnTo>
                    <a:pt x="96520" y="433070"/>
                  </a:lnTo>
                  <a:lnTo>
                    <a:pt x="90170" y="452120"/>
                  </a:lnTo>
                  <a:lnTo>
                    <a:pt x="85090" y="462280"/>
                  </a:lnTo>
                  <a:lnTo>
                    <a:pt x="81280" y="472440"/>
                  </a:lnTo>
                  <a:lnTo>
                    <a:pt x="76200" y="481330"/>
                  </a:lnTo>
                  <a:lnTo>
                    <a:pt x="77190" y="481736"/>
                  </a:lnTo>
                  <a:lnTo>
                    <a:pt x="72390" y="488950"/>
                  </a:lnTo>
                  <a:lnTo>
                    <a:pt x="82550" y="496570"/>
                  </a:lnTo>
                  <a:lnTo>
                    <a:pt x="87630" y="487680"/>
                  </a:lnTo>
                  <a:lnTo>
                    <a:pt x="87630" y="486410"/>
                  </a:lnTo>
                  <a:lnTo>
                    <a:pt x="92710" y="477520"/>
                  </a:lnTo>
                  <a:lnTo>
                    <a:pt x="97790" y="467360"/>
                  </a:lnTo>
                  <a:lnTo>
                    <a:pt x="101600" y="457200"/>
                  </a:lnTo>
                  <a:lnTo>
                    <a:pt x="107950" y="438150"/>
                  </a:lnTo>
                  <a:lnTo>
                    <a:pt x="107950" y="436880"/>
                  </a:lnTo>
                  <a:lnTo>
                    <a:pt x="114300" y="417830"/>
                  </a:lnTo>
                  <a:lnTo>
                    <a:pt x="114300" y="416560"/>
                  </a:lnTo>
                  <a:lnTo>
                    <a:pt x="119380" y="397510"/>
                  </a:lnTo>
                  <a:lnTo>
                    <a:pt x="119380" y="396240"/>
                  </a:lnTo>
                  <a:lnTo>
                    <a:pt x="123190" y="374650"/>
                  </a:lnTo>
                  <a:lnTo>
                    <a:pt x="123190" y="373380"/>
                  </a:lnTo>
                  <a:lnTo>
                    <a:pt x="125730" y="350520"/>
                  </a:lnTo>
                  <a:lnTo>
                    <a:pt x="128270" y="326390"/>
                  </a:lnTo>
                  <a:lnTo>
                    <a:pt x="129540" y="300990"/>
                  </a:lnTo>
                  <a:lnTo>
                    <a:pt x="130810" y="274320"/>
                  </a:lnTo>
                  <a:close/>
                </a:path>
              </a:pathLst>
            </a:custGeom>
            <a:solidFill>
              <a:srgbClr val="9898FF"/>
            </a:solidFill>
          </p:spPr>
          <p:txBody>
            <a:bodyPr wrap="square" lIns="0" tIns="0" rIns="0" bIns="0" rtlCol="0"/>
            <a:lstStyle/>
            <a:p/>
          </p:txBody>
        </p:sp>
        <p:sp>
          <p:nvSpPr>
            <p:cNvPr id="416" name="object 416"/>
            <p:cNvSpPr/>
            <p:nvPr/>
          </p:nvSpPr>
          <p:spPr>
            <a:xfrm>
              <a:off x="3732530" y="1399539"/>
              <a:ext cx="214629" cy="299720"/>
            </a:xfrm>
            <a:custGeom>
              <a:avLst/>
              <a:gdLst/>
              <a:ahLst/>
              <a:cxnLst/>
              <a:rect l="l" t="t" r="r" b="b"/>
              <a:pathLst>
                <a:path w="214629" h="299719">
                  <a:moveTo>
                    <a:pt x="214630" y="238760"/>
                  </a:moveTo>
                  <a:lnTo>
                    <a:pt x="209550" y="234950"/>
                  </a:lnTo>
                  <a:lnTo>
                    <a:pt x="204470" y="232410"/>
                  </a:lnTo>
                  <a:lnTo>
                    <a:pt x="199390" y="240030"/>
                  </a:lnTo>
                  <a:lnTo>
                    <a:pt x="194310" y="247650"/>
                  </a:lnTo>
                  <a:lnTo>
                    <a:pt x="187960" y="255270"/>
                  </a:lnTo>
                  <a:lnTo>
                    <a:pt x="188683" y="255816"/>
                  </a:lnTo>
                  <a:lnTo>
                    <a:pt x="182880" y="261620"/>
                  </a:lnTo>
                  <a:lnTo>
                    <a:pt x="183527" y="262115"/>
                  </a:lnTo>
                  <a:lnTo>
                    <a:pt x="177800" y="266700"/>
                  </a:lnTo>
                  <a:lnTo>
                    <a:pt x="171450" y="271780"/>
                  </a:lnTo>
                  <a:lnTo>
                    <a:pt x="171919" y="272262"/>
                  </a:lnTo>
                  <a:lnTo>
                    <a:pt x="166370" y="275590"/>
                  </a:lnTo>
                  <a:lnTo>
                    <a:pt x="160020" y="279400"/>
                  </a:lnTo>
                  <a:lnTo>
                    <a:pt x="160312" y="279793"/>
                  </a:lnTo>
                  <a:lnTo>
                    <a:pt x="154940" y="281940"/>
                  </a:lnTo>
                  <a:lnTo>
                    <a:pt x="148590" y="283210"/>
                  </a:lnTo>
                  <a:lnTo>
                    <a:pt x="142240" y="285750"/>
                  </a:lnTo>
                  <a:lnTo>
                    <a:pt x="128930" y="286969"/>
                  </a:lnTo>
                  <a:lnTo>
                    <a:pt x="116789" y="285864"/>
                  </a:lnTo>
                  <a:lnTo>
                    <a:pt x="110401" y="284683"/>
                  </a:lnTo>
                  <a:lnTo>
                    <a:pt x="110490" y="284480"/>
                  </a:lnTo>
                  <a:lnTo>
                    <a:pt x="103987" y="282321"/>
                  </a:lnTo>
                  <a:lnTo>
                    <a:pt x="104140" y="281940"/>
                  </a:lnTo>
                  <a:lnTo>
                    <a:pt x="97637" y="279781"/>
                  </a:lnTo>
                  <a:lnTo>
                    <a:pt x="97790" y="279400"/>
                  </a:lnTo>
                  <a:lnTo>
                    <a:pt x="92405" y="277253"/>
                  </a:lnTo>
                  <a:lnTo>
                    <a:pt x="92710" y="276860"/>
                  </a:lnTo>
                  <a:lnTo>
                    <a:pt x="86360" y="273050"/>
                  </a:lnTo>
                  <a:lnTo>
                    <a:pt x="81280" y="267970"/>
                  </a:lnTo>
                  <a:lnTo>
                    <a:pt x="80645" y="268605"/>
                  </a:lnTo>
                  <a:lnTo>
                    <a:pt x="75565" y="263525"/>
                  </a:lnTo>
                  <a:lnTo>
                    <a:pt x="76200" y="262890"/>
                  </a:lnTo>
                  <a:lnTo>
                    <a:pt x="71120" y="257810"/>
                  </a:lnTo>
                  <a:lnTo>
                    <a:pt x="66040" y="251460"/>
                  </a:lnTo>
                  <a:lnTo>
                    <a:pt x="60960" y="243840"/>
                  </a:lnTo>
                  <a:lnTo>
                    <a:pt x="60452" y="244221"/>
                  </a:lnTo>
                  <a:lnTo>
                    <a:pt x="55880" y="236220"/>
                  </a:lnTo>
                  <a:lnTo>
                    <a:pt x="55460" y="236537"/>
                  </a:lnTo>
                  <a:lnTo>
                    <a:pt x="52070" y="228600"/>
                  </a:lnTo>
                  <a:lnTo>
                    <a:pt x="48260" y="219710"/>
                  </a:lnTo>
                  <a:lnTo>
                    <a:pt x="47764" y="220014"/>
                  </a:lnTo>
                  <a:lnTo>
                    <a:pt x="43180" y="210820"/>
                  </a:lnTo>
                  <a:lnTo>
                    <a:pt x="36830" y="190500"/>
                  </a:lnTo>
                  <a:lnTo>
                    <a:pt x="30480" y="170180"/>
                  </a:lnTo>
                  <a:lnTo>
                    <a:pt x="25400" y="147320"/>
                  </a:lnTo>
                  <a:lnTo>
                    <a:pt x="20320" y="125730"/>
                  </a:lnTo>
                  <a:lnTo>
                    <a:pt x="16510" y="102870"/>
                  </a:lnTo>
                  <a:lnTo>
                    <a:pt x="13970" y="77470"/>
                  </a:lnTo>
                  <a:lnTo>
                    <a:pt x="12700" y="53340"/>
                  </a:lnTo>
                  <a:lnTo>
                    <a:pt x="12700" y="27940"/>
                  </a:lnTo>
                  <a:lnTo>
                    <a:pt x="12700" y="0"/>
                  </a:lnTo>
                  <a:lnTo>
                    <a:pt x="1270" y="0"/>
                  </a:lnTo>
                  <a:lnTo>
                    <a:pt x="0" y="27940"/>
                  </a:lnTo>
                  <a:lnTo>
                    <a:pt x="1270" y="53340"/>
                  </a:lnTo>
                  <a:lnTo>
                    <a:pt x="1270" y="54610"/>
                  </a:lnTo>
                  <a:lnTo>
                    <a:pt x="2540" y="78740"/>
                  </a:lnTo>
                  <a:lnTo>
                    <a:pt x="5080" y="104140"/>
                  </a:lnTo>
                  <a:lnTo>
                    <a:pt x="7620" y="127000"/>
                  </a:lnTo>
                  <a:lnTo>
                    <a:pt x="7620" y="128270"/>
                  </a:lnTo>
                  <a:lnTo>
                    <a:pt x="12700" y="151130"/>
                  </a:lnTo>
                  <a:lnTo>
                    <a:pt x="17780" y="172720"/>
                  </a:lnTo>
                  <a:lnTo>
                    <a:pt x="24130" y="194310"/>
                  </a:lnTo>
                  <a:lnTo>
                    <a:pt x="25400" y="194310"/>
                  </a:lnTo>
                  <a:lnTo>
                    <a:pt x="31750" y="214630"/>
                  </a:lnTo>
                  <a:lnTo>
                    <a:pt x="31750" y="215900"/>
                  </a:lnTo>
                  <a:lnTo>
                    <a:pt x="36830" y="226060"/>
                  </a:lnTo>
                  <a:lnTo>
                    <a:pt x="40640" y="233680"/>
                  </a:lnTo>
                  <a:lnTo>
                    <a:pt x="44450" y="242570"/>
                  </a:lnTo>
                  <a:lnTo>
                    <a:pt x="45720" y="242570"/>
                  </a:lnTo>
                  <a:lnTo>
                    <a:pt x="49530" y="251460"/>
                  </a:lnTo>
                  <a:lnTo>
                    <a:pt x="50800" y="251460"/>
                  </a:lnTo>
                  <a:lnTo>
                    <a:pt x="55880" y="259080"/>
                  </a:lnTo>
                  <a:lnTo>
                    <a:pt x="60960" y="265430"/>
                  </a:lnTo>
                  <a:lnTo>
                    <a:pt x="60960" y="266700"/>
                  </a:lnTo>
                  <a:lnTo>
                    <a:pt x="66040" y="271780"/>
                  </a:lnTo>
                  <a:lnTo>
                    <a:pt x="67310" y="271780"/>
                  </a:lnTo>
                  <a:lnTo>
                    <a:pt x="72390" y="276860"/>
                  </a:lnTo>
                  <a:lnTo>
                    <a:pt x="72390" y="278130"/>
                  </a:lnTo>
                  <a:lnTo>
                    <a:pt x="77470" y="283210"/>
                  </a:lnTo>
                  <a:lnTo>
                    <a:pt x="78740" y="283210"/>
                  </a:lnTo>
                  <a:lnTo>
                    <a:pt x="85090" y="287020"/>
                  </a:lnTo>
                  <a:lnTo>
                    <a:pt x="91440" y="290830"/>
                  </a:lnTo>
                  <a:lnTo>
                    <a:pt x="92710" y="290830"/>
                  </a:lnTo>
                  <a:lnTo>
                    <a:pt x="99060" y="293370"/>
                  </a:lnTo>
                  <a:lnTo>
                    <a:pt x="105410" y="295910"/>
                  </a:lnTo>
                  <a:lnTo>
                    <a:pt x="106680" y="297180"/>
                  </a:lnTo>
                  <a:lnTo>
                    <a:pt x="113030" y="298450"/>
                  </a:lnTo>
                  <a:lnTo>
                    <a:pt x="114300" y="298450"/>
                  </a:lnTo>
                  <a:lnTo>
                    <a:pt x="128270" y="299720"/>
                  </a:lnTo>
                  <a:lnTo>
                    <a:pt x="129540" y="299720"/>
                  </a:lnTo>
                  <a:lnTo>
                    <a:pt x="143510" y="298450"/>
                  </a:lnTo>
                  <a:lnTo>
                    <a:pt x="144780" y="298450"/>
                  </a:lnTo>
                  <a:lnTo>
                    <a:pt x="152400" y="295910"/>
                  </a:lnTo>
                  <a:lnTo>
                    <a:pt x="158750" y="294640"/>
                  </a:lnTo>
                  <a:lnTo>
                    <a:pt x="158750" y="293370"/>
                  </a:lnTo>
                  <a:lnTo>
                    <a:pt x="160020" y="293370"/>
                  </a:lnTo>
                  <a:lnTo>
                    <a:pt x="166370" y="290830"/>
                  </a:lnTo>
                  <a:lnTo>
                    <a:pt x="167640" y="290830"/>
                  </a:lnTo>
                  <a:lnTo>
                    <a:pt x="173990" y="285750"/>
                  </a:lnTo>
                  <a:lnTo>
                    <a:pt x="173583" y="285229"/>
                  </a:lnTo>
                  <a:lnTo>
                    <a:pt x="179070" y="281940"/>
                  </a:lnTo>
                  <a:lnTo>
                    <a:pt x="180340" y="281940"/>
                  </a:lnTo>
                  <a:lnTo>
                    <a:pt x="186690" y="276860"/>
                  </a:lnTo>
                  <a:lnTo>
                    <a:pt x="186690" y="275590"/>
                  </a:lnTo>
                  <a:lnTo>
                    <a:pt x="191770" y="270510"/>
                  </a:lnTo>
                  <a:lnTo>
                    <a:pt x="193040" y="270510"/>
                  </a:lnTo>
                  <a:lnTo>
                    <a:pt x="193040" y="269240"/>
                  </a:lnTo>
                  <a:lnTo>
                    <a:pt x="198120" y="262890"/>
                  </a:lnTo>
                  <a:lnTo>
                    <a:pt x="204470" y="255270"/>
                  </a:lnTo>
                  <a:lnTo>
                    <a:pt x="209550" y="247650"/>
                  </a:lnTo>
                  <a:lnTo>
                    <a:pt x="214630" y="238760"/>
                  </a:lnTo>
                  <a:close/>
                </a:path>
              </a:pathLst>
            </a:custGeom>
            <a:solidFill>
              <a:srgbClr val="9898FF"/>
            </a:solidFill>
          </p:spPr>
          <p:txBody>
            <a:bodyPr wrap="square" lIns="0" tIns="0" rIns="0" bIns="0" rtlCol="0"/>
            <a:lstStyle/>
            <a:p/>
          </p:txBody>
        </p:sp>
        <p:sp>
          <p:nvSpPr>
            <p:cNvPr id="417" name="object 417"/>
            <p:cNvSpPr/>
            <p:nvPr/>
          </p:nvSpPr>
          <p:spPr>
            <a:xfrm>
              <a:off x="3732530" y="1149349"/>
              <a:ext cx="128270" cy="278130"/>
            </a:xfrm>
            <a:custGeom>
              <a:avLst/>
              <a:gdLst/>
              <a:ahLst/>
              <a:cxnLst/>
              <a:rect l="l" t="t" r="r" b="b"/>
              <a:pathLst>
                <a:path w="128270" h="278130">
                  <a:moveTo>
                    <a:pt x="128270" y="39370"/>
                  </a:moveTo>
                  <a:lnTo>
                    <a:pt x="127000" y="39370"/>
                  </a:lnTo>
                  <a:lnTo>
                    <a:pt x="125730" y="39370"/>
                  </a:lnTo>
                  <a:lnTo>
                    <a:pt x="124460" y="39370"/>
                  </a:lnTo>
                  <a:lnTo>
                    <a:pt x="123190" y="39370"/>
                  </a:lnTo>
                  <a:lnTo>
                    <a:pt x="121920" y="40640"/>
                  </a:lnTo>
                  <a:lnTo>
                    <a:pt x="119380" y="40640"/>
                  </a:lnTo>
                  <a:lnTo>
                    <a:pt x="118110" y="41910"/>
                  </a:lnTo>
                  <a:lnTo>
                    <a:pt x="116840" y="41910"/>
                  </a:lnTo>
                  <a:lnTo>
                    <a:pt x="114300" y="43180"/>
                  </a:lnTo>
                  <a:lnTo>
                    <a:pt x="113030" y="44450"/>
                  </a:lnTo>
                  <a:lnTo>
                    <a:pt x="111760" y="45720"/>
                  </a:lnTo>
                  <a:lnTo>
                    <a:pt x="110490" y="45720"/>
                  </a:lnTo>
                  <a:lnTo>
                    <a:pt x="110490" y="46990"/>
                  </a:lnTo>
                  <a:lnTo>
                    <a:pt x="109220" y="48260"/>
                  </a:lnTo>
                  <a:lnTo>
                    <a:pt x="109728" y="48641"/>
                  </a:lnTo>
                  <a:lnTo>
                    <a:pt x="107950" y="49530"/>
                  </a:lnTo>
                  <a:lnTo>
                    <a:pt x="106680" y="50800"/>
                  </a:lnTo>
                  <a:lnTo>
                    <a:pt x="104140" y="53340"/>
                  </a:lnTo>
                  <a:lnTo>
                    <a:pt x="104140" y="54610"/>
                  </a:lnTo>
                  <a:lnTo>
                    <a:pt x="101600" y="58420"/>
                  </a:lnTo>
                  <a:lnTo>
                    <a:pt x="106680" y="62230"/>
                  </a:lnTo>
                  <a:lnTo>
                    <a:pt x="113030" y="64770"/>
                  </a:lnTo>
                  <a:lnTo>
                    <a:pt x="115138" y="60540"/>
                  </a:lnTo>
                  <a:lnTo>
                    <a:pt x="116840" y="59690"/>
                  </a:lnTo>
                  <a:lnTo>
                    <a:pt x="116205" y="59055"/>
                  </a:lnTo>
                  <a:lnTo>
                    <a:pt x="116840" y="58420"/>
                  </a:lnTo>
                  <a:lnTo>
                    <a:pt x="119380" y="55880"/>
                  </a:lnTo>
                  <a:lnTo>
                    <a:pt x="120650" y="54610"/>
                  </a:lnTo>
                  <a:lnTo>
                    <a:pt x="121920" y="54610"/>
                  </a:lnTo>
                  <a:lnTo>
                    <a:pt x="123190" y="53340"/>
                  </a:lnTo>
                  <a:lnTo>
                    <a:pt x="124460" y="52070"/>
                  </a:lnTo>
                  <a:lnTo>
                    <a:pt x="125730" y="52070"/>
                  </a:lnTo>
                  <a:lnTo>
                    <a:pt x="127000" y="52070"/>
                  </a:lnTo>
                  <a:lnTo>
                    <a:pt x="128270" y="52070"/>
                  </a:lnTo>
                  <a:lnTo>
                    <a:pt x="128270" y="39370"/>
                  </a:lnTo>
                  <a:close/>
                </a:path>
                <a:path w="128270" h="278130">
                  <a:moveTo>
                    <a:pt x="128270" y="0"/>
                  </a:moveTo>
                  <a:lnTo>
                    <a:pt x="127000" y="1270"/>
                  </a:lnTo>
                  <a:lnTo>
                    <a:pt x="113030" y="2540"/>
                  </a:lnTo>
                  <a:lnTo>
                    <a:pt x="106680" y="3810"/>
                  </a:lnTo>
                  <a:lnTo>
                    <a:pt x="105410" y="3810"/>
                  </a:lnTo>
                  <a:lnTo>
                    <a:pt x="99060" y="6350"/>
                  </a:lnTo>
                  <a:lnTo>
                    <a:pt x="92710" y="8890"/>
                  </a:lnTo>
                  <a:lnTo>
                    <a:pt x="91440" y="8890"/>
                  </a:lnTo>
                  <a:lnTo>
                    <a:pt x="85090" y="12700"/>
                  </a:lnTo>
                  <a:lnTo>
                    <a:pt x="85090" y="13970"/>
                  </a:lnTo>
                  <a:lnTo>
                    <a:pt x="80010" y="17780"/>
                  </a:lnTo>
                  <a:lnTo>
                    <a:pt x="78740" y="17780"/>
                  </a:lnTo>
                  <a:lnTo>
                    <a:pt x="73660" y="22860"/>
                  </a:lnTo>
                  <a:lnTo>
                    <a:pt x="67310" y="27940"/>
                  </a:lnTo>
                  <a:lnTo>
                    <a:pt x="62230" y="34290"/>
                  </a:lnTo>
                  <a:lnTo>
                    <a:pt x="60960" y="34290"/>
                  </a:lnTo>
                  <a:lnTo>
                    <a:pt x="55880" y="41910"/>
                  </a:lnTo>
                  <a:lnTo>
                    <a:pt x="50800" y="49530"/>
                  </a:lnTo>
                  <a:lnTo>
                    <a:pt x="46990" y="57150"/>
                  </a:lnTo>
                  <a:lnTo>
                    <a:pt x="45720" y="57150"/>
                  </a:lnTo>
                  <a:lnTo>
                    <a:pt x="41910" y="66040"/>
                  </a:lnTo>
                  <a:lnTo>
                    <a:pt x="36830" y="74930"/>
                  </a:lnTo>
                  <a:lnTo>
                    <a:pt x="36830" y="76200"/>
                  </a:lnTo>
                  <a:lnTo>
                    <a:pt x="33020" y="85090"/>
                  </a:lnTo>
                  <a:lnTo>
                    <a:pt x="33020" y="86360"/>
                  </a:lnTo>
                  <a:lnTo>
                    <a:pt x="25400" y="106680"/>
                  </a:lnTo>
                  <a:lnTo>
                    <a:pt x="12700" y="151130"/>
                  </a:lnTo>
                  <a:lnTo>
                    <a:pt x="5080" y="199390"/>
                  </a:lnTo>
                  <a:lnTo>
                    <a:pt x="1270" y="250190"/>
                  </a:lnTo>
                  <a:lnTo>
                    <a:pt x="0" y="278130"/>
                  </a:lnTo>
                  <a:lnTo>
                    <a:pt x="12700" y="278130"/>
                  </a:lnTo>
                  <a:lnTo>
                    <a:pt x="12700" y="251460"/>
                  </a:lnTo>
                  <a:lnTo>
                    <a:pt x="13970" y="226060"/>
                  </a:lnTo>
                  <a:lnTo>
                    <a:pt x="17780" y="200660"/>
                  </a:lnTo>
                  <a:lnTo>
                    <a:pt x="20180" y="177774"/>
                  </a:lnTo>
                  <a:lnTo>
                    <a:pt x="20320" y="177800"/>
                  </a:lnTo>
                  <a:lnTo>
                    <a:pt x="30480" y="132080"/>
                  </a:lnTo>
                  <a:lnTo>
                    <a:pt x="44450" y="90170"/>
                  </a:lnTo>
                  <a:lnTo>
                    <a:pt x="53340" y="72390"/>
                  </a:lnTo>
                  <a:lnTo>
                    <a:pt x="57150" y="63500"/>
                  </a:lnTo>
                  <a:lnTo>
                    <a:pt x="62230" y="55880"/>
                  </a:lnTo>
                  <a:lnTo>
                    <a:pt x="66040" y="49530"/>
                  </a:lnTo>
                  <a:lnTo>
                    <a:pt x="71120" y="43180"/>
                  </a:lnTo>
                  <a:lnTo>
                    <a:pt x="76200" y="36830"/>
                  </a:lnTo>
                  <a:lnTo>
                    <a:pt x="80733" y="32296"/>
                  </a:lnTo>
                  <a:lnTo>
                    <a:pt x="81280" y="33020"/>
                  </a:lnTo>
                  <a:lnTo>
                    <a:pt x="87630" y="27940"/>
                  </a:lnTo>
                  <a:lnTo>
                    <a:pt x="92710" y="24130"/>
                  </a:lnTo>
                  <a:lnTo>
                    <a:pt x="97790" y="20320"/>
                  </a:lnTo>
                  <a:lnTo>
                    <a:pt x="104140" y="17780"/>
                  </a:lnTo>
                  <a:lnTo>
                    <a:pt x="103924" y="17360"/>
                  </a:lnTo>
                  <a:lnTo>
                    <a:pt x="108978" y="15341"/>
                  </a:lnTo>
                  <a:lnTo>
                    <a:pt x="109220" y="16510"/>
                  </a:lnTo>
                  <a:lnTo>
                    <a:pt x="115570" y="13970"/>
                  </a:lnTo>
                  <a:lnTo>
                    <a:pt x="128270" y="12700"/>
                  </a:lnTo>
                  <a:lnTo>
                    <a:pt x="128270" y="6350"/>
                  </a:lnTo>
                  <a:lnTo>
                    <a:pt x="128270" y="0"/>
                  </a:lnTo>
                  <a:close/>
                </a:path>
              </a:pathLst>
            </a:custGeom>
            <a:solidFill>
              <a:srgbClr val="9898FF"/>
            </a:solidFill>
          </p:spPr>
          <p:txBody>
            <a:bodyPr wrap="square" lIns="0" tIns="0" rIns="0" bIns="0" rtlCol="0"/>
            <a:lstStyle/>
            <a:p/>
          </p:txBody>
        </p:sp>
        <p:sp>
          <p:nvSpPr>
            <p:cNvPr id="418" name="object 418"/>
            <p:cNvSpPr/>
            <p:nvPr/>
          </p:nvSpPr>
          <p:spPr>
            <a:xfrm>
              <a:off x="3815080" y="1207769"/>
              <a:ext cx="44450" cy="453390"/>
            </a:xfrm>
            <a:custGeom>
              <a:avLst/>
              <a:gdLst/>
              <a:ahLst/>
              <a:cxnLst/>
              <a:rect l="l" t="t" r="r" b="b"/>
              <a:pathLst>
                <a:path w="44450" h="453389">
                  <a:moveTo>
                    <a:pt x="44450" y="441960"/>
                  </a:moveTo>
                  <a:lnTo>
                    <a:pt x="43180" y="440690"/>
                  </a:lnTo>
                  <a:lnTo>
                    <a:pt x="41910" y="440690"/>
                  </a:lnTo>
                  <a:lnTo>
                    <a:pt x="40640" y="439420"/>
                  </a:lnTo>
                  <a:lnTo>
                    <a:pt x="39370" y="439420"/>
                  </a:lnTo>
                  <a:lnTo>
                    <a:pt x="38100" y="438150"/>
                  </a:lnTo>
                  <a:lnTo>
                    <a:pt x="36830" y="438150"/>
                  </a:lnTo>
                  <a:lnTo>
                    <a:pt x="36830" y="436880"/>
                  </a:lnTo>
                  <a:lnTo>
                    <a:pt x="36398" y="437311"/>
                  </a:lnTo>
                  <a:lnTo>
                    <a:pt x="35560" y="435610"/>
                  </a:lnTo>
                  <a:lnTo>
                    <a:pt x="34290" y="434340"/>
                  </a:lnTo>
                  <a:lnTo>
                    <a:pt x="33020" y="433070"/>
                  </a:lnTo>
                  <a:lnTo>
                    <a:pt x="30480" y="429260"/>
                  </a:lnTo>
                  <a:lnTo>
                    <a:pt x="27940" y="425450"/>
                  </a:lnTo>
                  <a:lnTo>
                    <a:pt x="27940" y="424180"/>
                  </a:lnTo>
                  <a:lnTo>
                    <a:pt x="26670" y="421640"/>
                  </a:lnTo>
                  <a:lnTo>
                    <a:pt x="26200" y="421995"/>
                  </a:lnTo>
                  <a:lnTo>
                    <a:pt x="25603" y="420801"/>
                  </a:lnTo>
                  <a:lnTo>
                    <a:pt x="26670" y="420370"/>
                  </a:lnTo>
                  <a:lnTo>
                    <a:pt x="24130" y="414020"/>
                  </a:lnTo>
                  <a:lnTo>
                    <a:pt x="21590" y="407670"/>
                  </a:lnTo>
                  <a:lnTo>
                    <a:pt x="21348" y="407771"/>
                  </a:lnTo>
                  <a:lnTo>
                    <a:pt x="20320" y="402590"/>
                  </a:lnTo>
                  <a:lnTo>
                    <a:pt x="19050" y="394970"/>
                  </a:lnTo>
                  <a:lnTo>
                    <a:pt x="17780" y="386080"/>
                  </a:lnTo>
                  <a:lnTo>
                    <a:pt x="17614" y="386118"/>
                  </a:lnTo>
                  <a:lnTo>
                    <a:pt x="16510" y="377190"/>
                  </a:lnTo>
                  <a:lnTo>
                    <a:pt x="15240" y="368300"/>
                  </a:lnTo>
                  <a:lnTo>
                    <a:pt x="15240" y="90170"/>
                  </a:lnTo>
                  <a:lnTo>
                    <a:pt x="13970" y="90170"/>
                  </a:lnTo>
                  <a:lnTo>
                    <a:pt x="15240" y="76200"/>
                  </a:lnTo>
                  <a:lnTo>
                    <a:pt x="16510" y="62230"/>
                  </a:lnTo>
                  <a:lnTo>
                    <a:pt x="17780" y="50800"/>
                  </a:lnTo>
                  <a:lnTo>
                    <a:pt x="20320" y="39370"/>
                  </a:lnTo>
                  <a:lnTo>
                    <a:pt x="21424" y="30454"/>
                  </a:lnTo>
                  <a:lnTo>
                    <a:pt x="21590" y="30480"/>
                  </a:lnTo>
                  <a:lnTo>
                    <a:pt x="24130" y="22860"/>
                  </a:lnTo>
                  <a:lnTo>
                    <a:pt x="24130" y="19050"/>
                  </a:lnTo>
                  <a:lnTo>
                    <a:pt x="25400" y="15240"/>
                  </a:lnTo>
                  <a:lnTo>
                    <a:pt x="26670" y="11430"/>
                  </a:lnTo>
                  <a:lnTo>
                    <a:pt x="30480" y="6350"/>
                  </a:lnTo>
                  <a:lnTo>
                    <a:pt x="24130" y="3810"/>
                  </a:lnTo>
                  <a:lnTo>
                    <a:pt x="19050" y="0"/>
                  </a:lnTo>
                  <a:lnTo>
                    <a:pt x="16510" y="5080"/>
                  </a:lnTo>
                  <a:lnTo>
                    <a:pt x="15240" y="7620"/>
                  </a:lnTo>
                  <a:lnTo>
                    <a:pt x="13970" y="8890"/>
                  </a:lnTo>
                  <a:lnTo>
                    <a:pt x="13970" y="11430"/>
                  </a:lnTo>
                  <a:lnTo>
                    <a:pt x="12700" y="15240"/>
                  </a:lnTo>
                  <a:lnTo>
                    <a:pt x="11430" y="19050"/>
                  </a:lnTo>
                  <a:lnTo>
                    <a:pt x="8890" y="26670"/>
                  </a:lnTo>
                  <a:lnTo>
                    <a:pt x="8890" y="27940"/>
                  </a:lnTo>
                  <a:lnTo>
                    <a:pt x="7620" y="38100"/>
                  </a:lnTo>
                  <a:lnTo>
                    <a:pt x="6350" y="49530"/>
                  </a:lnTo>
                  <a:lnTo>
                    <a:pt x="5080" y="60960"/>
                  </a:lnTo>
                  <a:lnTo>
                    <a:pt x="3810" y="74930"/>
                  </a:lnTo>
                  <a:lnTo>
                    <a:pt x="2540" y="90170"/>
                  </a:lnTo>
                  <a:lnTo>
                    <a:pt x="0" y="90170"/>
                  </a:lnTo>
                  <a:lnTo>
                    <a:pt x="0" y="261620"/>
                  </a:lnTo>
                  <a:lnTo>
                    <a:pt x="0" y="289560"/>
                  </a:lnTo>
                  <a:lnTo>
                    <a:pt x="0" y="317500"/>
                  </a:lnTo>
                  <a:lnTo>
                    <a:pt x="0" y="369570"/>
                  </a:lnTo>
                  <a:lnTo>
                    <a:pt x="2540" y="369570"/>
                  </a:lnTo>
                  <a:lnTo>
                    <a:pt x="3810" y="379730"/>
                  </a:lnTo>
                  <a:lnTo>
                    <a:pt x="5080" y="388620"/>
                  </a:lnTo>
                  <a:lnTo>
                    <a:pt x="6350" y="396240"/>
                  </a:lnTo>
                  <a:lnTo>
                    <a:pt x="7620" y="405130"/>
                  </a:lnTo>
                  <a:lnTo>
                    <a:pt x="10160" y="411480"/>
                  </a:lnTo>
                  <a:lnTo>
                    <a:pt x="10160" y="412750"/>
                  </a:lnTo>
                  <a:lnTo>
                    <a:pt x="11430" y="419100"/>
                  </a:lnTo>
                  <a:lnTo>
                    <a:pt x="13970" y="425450"/>
                  </a:lnTo>
                  <a:lnTo>
                    <a:pt x="15240" y="427990"/>
                  </a:lnTo>
                  <a:lnTo>
                    <a:pt x="16510" y="430530"/>
                  </a:lnTo>
                  <a:lnTo>
                    <a:pt x="19050" y="435610"/>
                  </a:lnTo>
                  <a:lnTo>
                    <a:pt x="21590" y="439420"/>
                  </a:lnTo>
                  <a:lnTo>
                    <a:pt x="24130" y="441960"/>
                  </a:lnTo>
                  <a:lnTo>
                    <a:pt x="24130" y="443230"/>
                  </a:lnTo>
                  <a:lnTo>
                    <a:pt x="25400" y="443230"/>
                  </a:lnTo>
                  <a:lnTo>
                    <a:pt x="26670" y="445770"/>
                  </a:lnTo>
                  <a:lnTo>
                    <a:pt x="27940" y="445770"/>
                  </a:lnTo>
                  <a:lnTo>
                    <a:pt x="29210" y="447040"/>
                  </a:lnTo>
                  <a:lnTo>
                    <a:pt x="29210" y="448310"/>
                  </a:lnTo>
                  <a:lnTo>
                    <a:pt x="30480" y="448310"/>
                  </a:lnTo>
                  <a:lnTo>
                    <a:pt x="31750" y="449580"/>
                  </a:lnTo>
                  <a:lnTo>
                    <a:pt x="33020" y="449580"/>
                  </a:lnTo>
                  <a:lnTo>
                    <a:pt x="33020" y="450850"/>
                  </a:lnTo>
                  <a:lnTo>
                    <a:pt x="34290" y="450850"/>
                  </a:lnTo>
                  <a:lnTo>
                    <a:pt x="35560" y="452120"/>
                  </a:lnTo>
                  <a:lnTo>
                    <a:pt x="36830" y="452120"/>
                  </a:lnTo>
                  <a:lnTo>
                    <a:pt x="38100" y="452120"/>
                  </a:lnTo>
                  <a:lnTo>
                    <a:pt x="40640" y="453390"/>
                  </a:lnTo>
                  <a:lnTo>
                    <a:pt x="41910" y="447040"/>
                  </a:lnTo>
                  <a:lnTo>
                    <a:pt x="44450" y="441960"/>
                  </a:lnTo>
                  <a:close/>
                </a:path>
              </a:pathLst>
            </a:custGeom>
            <a:solidFill>
              <a:srgbClr val="9898FF"/>
            </a:solidFill>
          </p:spPr>
          <p:txBody>
            <a:bodyPr wrap="square" lIns="0" tIns="0" rIns="0" bIns="0" rtlCol="0"/>
            <a:lstStyle/>
            <a:p/>
          </p:txBody>
        </p:sp>
        <p:sp>
          <p:nvSpPr>
            <p:cNvPr id="419" name="object 419"/>
            <p:cNvSpPr/>
            <p:nvPr/>
          </p:nvSpPr>
          <p:spPr>
            <a:xfrm>
              <a:off x="3853180" y="1201419"/>
              <a:ext cx="54610" cy="459740"/>
            </a:xfrm>
            <a:custGeom>
              <a:avLst/>
              <a:gdLst/>
              <a:ahLst/>
              <a:cxnLst/>
              <a:rect l="l" t="t" r="r" b="b"/>
              <a:pathLst>
                <a:path w="54610" h="459739">
                  <a:moveTo>
                    <a:pt x="53340" y="104140"/>
                  </a:moveTo>
                  <a:lnTo>
                    <a:pt x="52070" y="88900"/>
                  </a:lnTo>
                  <a:lnTo>
                    <a:pt x="50800" y="76200"/>
                  </a:lnTo>
                  <a:lnTo>
                    <a:pt x="50800" y="74930"/>
                  </a:lnTo>
                  <a:lnTo>
                    <a:pt x="50800" y="63500"/>
                  </a:lnTo>
                  <a:lnTo>
                    <a:pt x="48260" y="53340"/>
                  </a:lnTo>
                  <a:lnTo>
                    <a:pt x="48260" y="45720"/>
                  </a:lnTo>
                  <a:lnTo>
                    <a:pt x="45720" y="38100"/>
                  </a:lnTo>
                  <a:lnTo>
                    <a:pt x="44450" y="30480"/>
                  </a:lnTo>
                  <a:lnTo>
                    <a:pt x="44450" y="29210"/>
                  </a:lnTo>
                  <a:lnTo>
                    <a:pt x="41910" y="22860"/>
                  </a:lnTo>
                  <a:lnTo>
                    <a:pt x="41668" y="22987"/>
                  </a:lnTo>
                  <a:lnTo>
                    <a:pt x="40640" y="17780"/>
                  </a:lnTo>
                  <a:lnTo>
                    <a:pt x="38100" y="12700"/>
                  </a:lnTo>
                  <a:lnTo>
                    <a:pt x="35560" y="6350"/>
                  </a:lnTo>
                  <a:lnTo>
                    <a:pt x="35560" y="5080"/>
                  </a:lnTo>
                  <a:lnTo>
                    <a:pt x="34290" y="2540"/>
                  </a:lnTo>
                  <a:lnTo>
                    <a:pt x="33858" y="2971"/>
                  </a:lnTo>
                  <a:lnTo>
                    <a:pt x="33020" y="1270"/>
                  </a:lnTo>
                  <a:lnTo>
                    <a:pt x="31750" y="1270"/>
                  </a:lnTo>
                  <a:lnTo>
                    <a:pt x="31750" y="0"/>
                  </a:lnTo>
                  <a:lnTo>
                    <a:pt x="30480" y="0"/>
                  </a:lnTo>
                  <a:lnTo>
                    <a:pt x="29629" y="850"/>
                  </a:lnTo>
                  <a:lnTo>
                    <a:pt x="25400" y="2540"/>
                  </a:lnTo>
                  <a:lnTo>
                    <a:pt x="20320" y="5080"/>
                  </a:lnTo>
                  <a:lnTo>
                    <a:pt x="20320" y="6350"/>
                  </a:lnTo>
                  <a:lnTo>
                    <a:pt x="21590" y="7620"/>
                  </a:lnTo>
                  <a:lnTo>
                    <a:pt x="22313" y="8356"/>
                  </a:lnTo>
                  <a:lnTo>
                    <a:pt x="21590" y="8890"/>
                  </a:lnTo>
                  <a:lnTo>
                    <a:pt x="22860" y="10160"/>
                  </a:lnTo>
                  <a:lnTo>
                    <a:pt x="24130" y="10160"/>
                  </a:lnTo>
                  <a:lnTo>
                    <a:pt x="24130" y="11430"/>
                  </a:lnTo>
                  <a:lnTo>
                    <a:pt x="26670" y="16510"/>
                  </a:lnTo>
                  <a:lnTo>
                    <a:pt x="29083" y="21361"/>
                  </a:lnTo>
                  <a:lnTo>
                    <a:pt x="27940" y="21590"/>
                  </a:lnTo>
                  <a:lnTo>
                    <a:pt x="30480" y="26670"/>
                  </a:lnTo>
                  <a:lnTo>
                    <a:pt x="30480" y="27940"/>
                  </a:lnTo>
                  <a:lnTo>
                    <a:pt x="31750" y="34290"/>
                  </a:lnTo>
                  <a:lnTo>
                    <a:pt x="32118" y="34150"/>
                  </a:lnTo>
                  <a:lnTo>
                    <a:pt x="34290" y="40640"/>
                  </a:lnTo>
                  <a:lnTo>
                    <a:pt x="35560" y="48260"/>
                  </a:lnTo>
                  <a:lnTo>
                    <a:pt x="35725" y="48234"/>
                  </a:lnTo>
                  <a:lnTo>
                    <a:pt x="36830" y="55880"/>
                  </a:lnTo>
                  <a:lnTo>
                    <a:pt x="38100" y="66040"/>
                  </a:lnTo>
                  <a:lnTo>
                    <a:pt x="39370" y="77470"/>
                  </a:lnTo>
                  <a:lnTo>
                    <a:pt x="40640" y="90170"/>
                  </a:lnTo>
                  <a:lnTo>
                    <a:pt x="40640" y="104140"/>
                  </a:lnTo>
                  <a:lnTo>
                    <a:pt x="53340" y="104140"/>
                  </a:lnTo>
                  <a:close/>
                </a:path>
                <a:path w="54610" h="459739">
                  <a:moveTo>
                    <a:pt x="54610" y="138430"/>
                  </a:moveTo>
                  <a:lnTo>
                    <a:pt x="54597" y="104152"/>
                  </a:lnTo>
                  <a:lnTo>
                    <a:pt x="38100" y="104152"/>
                  </a:lnTo>
                  <a:lnTo>
                    <a:pt x="38100" y="374650"/>
                  </a:lnTo>
                  <a:lnTo>
                    <a:pt x="36830" y="388620"/>
                  </a:lnTo>
                  <a:lnTo>
                    <a:pt x="35560" y="396240"/>
                  </a:lnTo>
                  <a:lnTo>
                    <a:pt x="34290" y="403860"/>
                  </a:lnTo>
                  <a:lnTo>
                    <a:pt x="33020" y="410210"/>
                  </a:lnTo>
                  <a:lnTo>
                    <a:pt x="30480" y="416560"/>
                  </a:lnTo>
                  <a:lnTo>
                    <a:pt x="29591" y="421881"/>
                  </a:lnTo>
                  <a:lnTo>
                    <a:pt x="29210" y="421640"/>
                  </a:lnTo>
                  <a:lnTo>
                    <a:pt x="26670" y="426720"/>
                  </a:lnTo>
                  <a:lnTo>
                    <a:pt x="26670" y="427990"/>
                  </a:lnTo>
                  <a:lnTo>
                    <a:pt x="24130" y="434340"/>
                  </a:lnTo>
                  <a:lnTo>
                    <a:pt x="24701" y="434467"/>
                  </a:lnTo>
                  <a:lnTo>
                    <a:pt x="23317" y="437235"/>
                  </a:lnTo>
                  <a:lnTo>
                    <a:pt x="22860" y="436880"/>
                  </a:lnTo>
                  <a:lnTo>
                    <a:pt x="20320" y="440690"/>
                  </a:lnTo>
                  <a:lnTo>
                    <a:pt x="19469" y="442391"/>
                  </a:lnTo>
                  <a:lnTo>
                    <a:pt x="17780" y="443230"/>
                  </a:lnTo>
                  <a:lnTo>
                    <a:pt x="15240" y="445770"/>
                  </a:lnTo>
                  <a:lnTo>
                    <a:pt x="14173" y="446303"/>
                  </a:lnTo>
                  <a:lnTo>
                    <a:pt x="13970" y="445770"/>
                  </a:lnTo>
                  <a:lnTo>
                    <a:pt x="11430" y="447040"/>
                  </a:lnTo>
                  <a:lnTo>
                    <a:pt x="8890" y="448310"/>
                  </a:lnTo>
                  <a:lnTo>
                    <a:pt x="7620" y="448310"/>
                  </a:lnTo>
                  <a:lnTo>
                    <a:pt x="6350" y="448310"/>
                  </a:lnTo>
                  <a:lnTo>
                    <a:pt x="5080" y="447040"/>
                  </a:lnTo>
                  <a:lnTo>
                    <a:pt x="4572" y="448310"/>
                  </a:lnTo>
                  <a:lnTo>
                    <a:pt x="3810" y="448310"/>
                  </a:lnTo>
                  <a:lnTo>
                    <a:pt x="3810" y="450215"/>
                  </a:lnTo>
                  <a:lnTo>
                    <a:pt x="2540" y="453390"/>
                  </a:lnTo>
                  <a:lnTo>
                    <a:pt x="0" y="458470"/>
                  </a:lnTo>
                  <a:lnTo>
                    <a:pt x="2540" y="459740"/>
                  </a:lnTo>
                  <a:lnTo>
                    <a:pt x="15240" y="459740"/>
                  </a:lnTo>
                  <a:lnTo>
                    <a:pt x="15240" y="458470"/>
                  </a:lnTo>
                  <a:lnTo>
                    <a:pt x="17780" y="457200"/>
                  </a:lnTo>
                  <a:lnTo>
                    <a:pt x="19050" y="457200"/>
                  </a:lnTo>
                  <a:lnTo>
                    <a:pt x="21590" y="455930"/>
                  </a:lnTo>
                  <a:lnTo>
                    <a:pt x="22860" y="455930"/>
                  </a:lnTo>
                  <a:lnTo>
                    <a:pt x="25400" y="453390"/>
                  </a:lnTo>
                  <a:lnTo>
                    <a:pt x="27940" y="452120"/>
                  </a:lnTo>
                  <a:lnTo>
                    <a:pt x="29210" y="450850"/>
                  </a:lnTo>
                  <a:lnTo>
                    <a:pt x="30480" y="448310"/>
                  </a:lnTo>
                  <a:lnTo>
                    <a:pt x="33020" y="444500"/>
                  </a:lnTo>
                  <a:lnTo>
                    <a:pt x="34290" y="444500"/>
                  </a:lnTo>
                  <a:lnTo>
                    <a:pt x="34290" y="443230"/>
                  </a:lnTo>
                  <a:lnTo>
                    <a:pt x="36830" y="439420"/>
                  </a:lnTo>
                  <a:lnTo>
                    <a:pt x="36830" y="438150"/>
                  </a:lnTo>
                  <a:lnTo>
                    <a:pt x="38925" y="432904"/>
                  </a:lnTo>
                  <a:lnTo>
                    <a:pt x="39370" y="433070"/>
                  </a:lnTo>
                  <a:lnTo>
                    <a:pt x="41910" y="427990"/>
                  </a:lnTo>
                  <a:lnTo>
                    <a:pt x="41910" y="426720"/>
                  </a:lnTo>
                  <a:lnTo>
                    <a:pt x="42976" y="420293"/>
                  </a:lnTo>
                  <a:lnTo>
                    <a:pt x="43180" y="420370"/>
                  </a:lnTo>
                  <a:lnTo>
                    <a:pt x="44450" y="414020"/>
                  </a:lnTo>
                  <a:lnTo>
                    <a:pt x="44450" y="412750"/>
                  </a:lnTo>
                  <a:lnTo>
                    <a:pt x="45720" y="405130"/>
                  </a:lnTo>
                  <a:lnTo>
                    <a:pt x="48260" y="398780"/>
                  </a:lnTo>
                  <a:lnTo>
                    <a:pt x="48260" y="397510"/>
                  </a:lnTo>
                  <a:lnTo>
                    <a:pt x="48260" y="389890"/>
                  </a:lnTo>
                  <a:lnTo>
                    <a:pt x="49530" y="375920"/>
                  </a:lnTo>
                  <a:lnTo>
                    <a:pt x="54597" y="375920"/>
                  </a:lnTo>
                  <a:lnTo>
                    <a:pt x="54597" y="139700"/>
                  </a:lnTo>
                  <a:lnTo>
                    <a:pt x="54610" y="138430"/>
                  </a:lnTo>
                  <a:close/>
                </a:path>
              </a:pathLst>
            </a:custGeom>
            <a:solidFill>
              <a:srgbClr val="9898FF"/>
            </a:solidFill>
          </p:spPr>
          <p:txBody>
            <a:bodyPr wrap="square" lIns="0" tIns="0" rIns="0" bIns="0" rtlCol="0"/>
            <a:lstStyle/>
            <a:p/>
          </p:txBody>
        </p:sp>
        <p:sp>
          <p:nvSpPr>
            <p:cNvPr id="420" name="object 420"/>
            <p:cNvSpPr/>
            <p:nvPr/>
          </p:nvSpPr>
          <p:spPr>
            <a:xfrm>
              <a:off x="3860800" y="1188719"/>
              <a:ext cx="24130" cy="19050"/>
            </a:xfrm>
            <a:custGeom>
              <a:avLst/>
              <a:gdLst/>
              <a:ahLst/>
              <a:cxnLst/>
              <a:rect l="l" t="t" r="r" b="b"/>
              <a:pathLst>
                <a:path w="24129" h="19050">
                  <a:moveTo>
                    <a:pt x="24130" y="12700"/>
                  </a:moveTo>
                  <a:lnTo>
                    <a:pt x="22860" y="11430"/>
                  </a:lnTo>
                  <a:lnTo>
                    <a:pt x="21590" y="10160"/>
                  </a:lnTo>
                  <a:lnTo>
                    <a:pt x="21590" y="8890"/>
                  </a:lnTo>
                  <a:lnTo>
                    <a:pt x="20320" y="8890"/>
                  </a:lnTo>
                  <a:lnTo>
                    <a:pt x="20320" y="7620"/>
                  </a:lnTo>
                  <a:lnTo>
                    <a:pt x="17780" y="6350"/>
                  </a:lnTo>
                  <a:lnTo>
                    <a:pt x="16510" y="5080"/>
                  </a:lnTo>
                  <a:lnTo>
                    <a:pt x="13970" y="3810"/>
                  </a:lnTo>
                  <a:lnTo>
                    <a:pt x="12700" y="2540"/>
                  </a:lnTo>
                  <a:lnTo>
                    <a:pt x="11430" y="2540"/>
                  </a:lnTo>
                  <a:lnTo>
                    <a:pt x="8890" y="1270"/>
                  </a:lnTo>
                  <a:lnTo>
                    <a:pt x="7620" y="0"/>
                  </a:lnTo>
                  <a:lnTo>
                    <a:pt x="6350" y="0"/>
                  </a:lnTo>
                  <a:lnTo>
                    <a:pt x="3810" y="0"/>
                  </a:lnTo>
                  <a:lnTo>
                    <a:pt x="0" y="0"/>
                  </a:lnTo>
                  <a:lnTo>
                    <a:pt x="0" y="12700"/>
                  </a:lnTo>
                  <a:lnTo>
                    <a:pt x="2540" y="12700"/>
                  </a:lnTo>
                  <a:lnTo>
                    <a:pt x="6350" y="13970"/>
                  </a:lnTo>
                  <a:lnTo>
                    <a:pt x="7620" y="15240"/>
                  </a:lnTo>
                  <a:lnTo>
                    <a:pt x="8890" y="15240"/>
                  </a:lnTo>
                  <a:lnTo>
                    <a:pt x="10731" y="16167"/>
                  </a:lnTo>
                  <a:lnTo>
                    <a:pt x="10160" y="16510"/>
                  </a:lnTo>
                  <a:lnTo>
                    <a:pt x="11430" y="17780"/>
                  </a:lnTo>
                  <a:lnTo>
                    <a:pt x="12700" y="19050"/>
                  </a:lnTo>
                  <a:lnTo>
                    <a:pt x="19050" y="16510"/>
                  </a:lnTo>
                  <a:lnTo>
                    <a:pt x="24130" y="13970"/>
                  </a:lnTo>
                  <a:lnTo>
                    <a:pt x="24130" y="12700"/>
                  </a:lnTo>
                  <a:close/>
                </a:path>
              </a:pathLst>
            </a:custGeom>
            <a:solidFill>
              <a:srgbClr val="9898FF"/>
            </a:solidFill>
          </p:spPr>
          <p:txBody>
            <a:bodyPr wrap="square" lIns="0" tIns="0" rIns="0" bIns="0" rtlCol="0"/>
            <a:lstStyle/>
            <a:p/>
          </p:txBody>
        </p:sp>
      </p:grpSp>
      <p:grpSp>
        <p:nvGrpSpPr>
          <p:cNvPr id="421" name="object 421"/>
          <p:cNvGrpSpPr/>
          <p:nvPr/>
        </p:nvGrpSpPr>
        <p:grpSpPr>
          <a:xfrm>
            <a:off x="4540310" y="920750"/>
            <a:ext cx="1757680" cy="778510"/>
            <a:chOff x="4540310" y="920750"/>
            <a:chExt cx="1757680" cy="778510"/>
          </a:xfrm>
        </p:grpSpPr>
        <p:sp>
          <p:nvSpPr>
            <p:cNvPr id="422" name="object 422"/>
            <p:cNvSpPr/>
            <p:nvPr/>
          </p:nvSpPr>
          <p:spPr>
            <a:xfrm>
              <a:off x="4546600" y="927100"/>
              <a:ext cx="214629" cy="750570"/>
            </a:xfrm>
            <a:prstGeom prst="rect">
              <a:avLst/>
            </a:prstGeom>
            <a:blipFill>
              <a:blip r:embed="rId19" cstate="print"/>
              <a:stretch>
                <a:fillRect/>
              </a:stretch>
            </a:blipFill>
          </p:spPr>
          <p:txBody>
            <a:bodyPr wrap="square" lIns="0" tIns="0" rIns="0" bIns="0" rtlCol="0"/>
            <a:lstStyle/>
            <a:p/>
          </p:txBody>
        </p:sp>
        <p:sp>
          <p:nvSpPr>
            <p:cNvPr id="423" name="object 423"/>
            <p:cNvSpPr/>
            <p:nvPr/>
          </p:nvSpPr>
          <p:spPr>
            <a:xfrm>
              <a:off x="4546600" y="9271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09929"/>
                  </a:lnTo>
                  <a:lnTo>
                    <a:pt x="120650" y="712470"/>
                  </a:lnTo>
                  <a:lnTo>
                    <a:pt x="123189" y="715010"/>
                  </a:lnTo>
                  <a:lnTo>
                    <a:pt x="123189" y="717550"/>
                  </a:lnTo>
                  <a:lnTo>
                    <a:pt x="125729" y="718820"/>
                  </a:lnTo>
                  <a:lnTo>
                    <a:pt x="127000" y="721360"/>
                  </a:lnTo>
                  <a:lnTo>
                    <a:pt x="128270" y="722629"/>
                  </a:lnTo>
                  <a:lnTo>
                    <a:pt x="129539" y="723900"/>
                  </a:lnTo>
                  <a:lnTo>
                    <a:pt x="132079" y="726439"/>
                  </a:lnTo>
                  <a:lnTo>
                    <a:pt x="134620" y="727710"/>
                  </a:lnTo>
                  <a:lnTo>
                    <a:pt x="138429" y="730250"/>
                  </a:lnTo>
                  <a:lnTo>
                    <a:pt x="143510" y="730250"/>
                  </a:lnTo>
                  <a:lnTo>
                    <a:pt x="148589" y="731520"/>
                  </a:lnTo>
                  <a:lnTo>
                    <a:pt x="153670" y="731520"/>
                  </a:lnTo>
                  <a:lnTo>
                    <a:pt x="153670" y="750570"/>
                  </a:lnTo>
                  <a:lnTo>
                    <a:pt x="0" y="750570"/>
                  </a:lnTo>
                  <a:lnTo>
                    <a:pt x="0" y="730250"/>
                  </a:lnTo>
                  <a:lnTo>
                    <a:pt x="8889" y="730250"/>
                  </a:lnTo>
                  <a:lnTo>
                    <a:pt x="12700"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4289" y="709929"/>
                  </a:lnTo>
                  <a:lnTo>
                    <a:pt x="34289" y="706120"/>
                  </a:lnTo>
                  <a:lnTo>
                    <a:pt x="35560" y="703579"/>
                  </a:lnTo>
                  <a:lnTo>
                    <a:pt x="35560" y="701039"/>
                  </a:lnTo>
                  <a:lnTo>
                    <a:pt x="36829"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60960" y="64770"/>
                  </a:lnTo>
                  <a:lnTo>
                    <a:pt x="67310" y="52070"/>
                  </a:lnTo>
                  <a:lnTo>
                    <a:pt x="71120" y="45720"/>
                  </a:lnTo>
                  <a:lnTo>
                    <a:pt x="74929" y="39370"/>
                  </a:lnTo>
                  <a:lnTo>
                    <a:pt x="80010" y="34289"/>
                  </a:lnTo>
                  <a:lnTo>
                    <a:pt x="83820" y="29210"/>
                  </a:lnTo>
                  <a:lnTo>
                    <a:pt x="87629" y="24129"/>
                  </a:lnTo>
                  <a:lnTo>
                    <a:pt x="92710" y="20320"/>
                  </a:lnTo>
                  <a:lnTo>
                    <a:pt x="101600" y="12700"/>
                  </a:lnTo>
                  <a:lnTo>
                    <a:pt x="111760" y="7620"/>
                  </a:lnTo>
                  <a:lnTo>
                    <a:pt x="123189" y="2539"/>
                  </a:lnTo>
                  <a:lnTo>
                    <a:pt x="134620" y="0"/>
                  </a:lnTo>
                  <a:lnTo>
                    <a:pt x="147320" y="0"/>
                  </a:lnTo>
                  <a:lnTo>
                    <a:pt x="154939" y="0"/>
                  </a:lnTo>
                  <a:lnTo>
                    <a:pt x="163829" y="1270"/>
                  </a:lnTo>
                  <a:lnTo>
                    <a:pt x="170179" y="2539"/>
                  </a:lnTo>
                  <a:lnTo>
                    <a:pt x="176529" y="6350"/>
                  </a:lnTo>
                  <a:lnTo>
                    <a:pt x="182879" y="10160"/>
                  </a:lnTo>
                  <a:lnTo>
                    <a:pt x="187960" y="13970"/>
                  </a:lnTo>
                  <a:lnTo>
                    <a:pt x="190500" y="16510"/>
                  </a:lnTo>
                  <a:lnTo>
                    <a:pt x="193039" y="19050"/>
                  </a:lnTo>
                  <a:lnTo>
                    <a:pt x="195579" y="21589"/>
                  </a:lnTo>
                  <a:lnTo>
                    <a:pt x="198120" y="24129"/>
                  </a:lnTo>
                  <a:lnTo>
                    <a:pt x="201929" y="31750"/>
                  </a:lnTo>
                  <a:lnTo>
                    <a:pt x="204470" y="36829"/>
                  </a:lnTo>
                  <a:lnTo>
                    <a:pt x="208279" y="44450"/>
                  </a:lnTo>
                  <a:lnTo>
                    <a:pt x="209550" y="48260"/>
                  </a:lnTo>
                  <a:lnTo>
                    <a:pt x="210820" y="50800"/>
                  </a:lnTo>
                  <a:lnTo>
                    <a:pt x="210820" y="54610"/>
                  </a:lnTo>
                  <a:lnTo>
                    <a:pt x="212089" y="57150"/>
                  </a:lnTo>
                  <a:lnTo>
                    <a:pt x="212089" y="60960"/>
                  </a:lnTo>
                  <a:lnTo>
                    <a:pt x="213360" y="64770"/>
                  </a:lnTo>
                  <a:lnTo>
                    <a:pt x="213360" y="68579"/>
                  </a:lnTo>
                  <a:lnTo>
                    <a:pt x="214629" y="72389"/>
                  </a:lnTo>
                  <a:lnTo>
                    <a:pt x="214629" y="88900"/>
                  </a:lnTo>
                  <a:lnTo>
                    <a:pt x="213360" y="91439"/>
                  </a:lnTo>
                  <a:lnTo>
                    <a:pt x="213360" y="93979"/>
                  </a:lnTo>
                  <a:lnTo>
                    <a:pt x="213360" y="96520"/>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3039" y="135889"/>
                  </a:lnTo>
                  <a:lnTo>
                    <a:pt x="187960" y="137160"/>
                  </a:lnTo>
                  <a:lnTo>
                    <a:pt x="185420" y="138429"/>
                  </a:lnTo>
                  <a:lnTo>
                    <a:pt x="180339" y="139700"/>
                  </a:lnTo>
                  <a:lnTo>
                    <a:pt x="176529" y="139700"/>
                  </a:lnTo>
                  <a:lnTo>
                    <a:pt x="173989"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7320" y="105410"/>
                  </a:lnTo>
                  <a:lnTo>
                    <a:pt x="146050" y="104139"/>
                  </a:lnTo>
                  <a:lnTo>
                    <a:pt x="146050" y="86360"/>
                  </a:lnTo>
                  <a:lnTo>
                    <a:pt x="14732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7320" y="4191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72389"/>
                  </a:lnTo>
                  <a:lnTo>
                    <a:pt x="115570" y="78739"/>
                  </a:lnTo>
                  <a:lnTo>
                    <a:pt x="11557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4" name="object 424"/>
            <p:cNvSpPr/>
            <p:nvPr/>
          </p:nvSpPr>
          <p:spPr>
            <a:xfrm>
              <a:off x="4737100" y="927100"/>
              <a:ext cx="214629" cy="750570"/>
            </a:xfrm>
            <a:prstGeom prst="rect">
              <a:avLst/>
            </a:prstGeom>
            <a:blipFill>
              <a:blip r:embed="rId20" cstate="print"/>
              <a:stretch>
                <a:fillRect/>
              </a:stretch>
            </a:blipFill>
          </p:spPr>
          <p:txBody>
            <a:bodyPr wrap="square" lIns="0" tIns="0" rIns="0" bIns="0" rtlCol="0"/>
            <a:lstStyle/>
            <a:p/>
          </p:txBody>
        </p:sp>
        <p:sp>
          <p:nvSpPr>
            <p:cNvPr id="425" name="object 425"/>
            <p:cNvSpPr/>
            <p:nvPr/>
          </p:nvSpPr>
          <p:spPr>
            <a:xfrm>
              <a:off x="4737100" y="9271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8110" y="697229"/>
                  </a:lnTo>
                  <a:lnTo>
                    <a:pt x="118110" y="701039"/>
                  </a:lnTo>
                  <a:lnTo>
                    <a:pt x="118110" y="703579"/>
                  </a:lnTo>
                  <a:lnTo>
                    <a:pt x="118110" y="706120"/>
                  </a:lnTo>
                  <a:lnTo>
                    <a:pt x="119379" y="708660"/>
                  </a:lnTo>
                  <a:lnTo>
                    <a:pt x="120650" y="709929"/>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1520"/>
                  </a:lnTo>
                  <a:lnTo>
                    <a:pt x="153670" y="731520"/>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8110"/>
                  </a:lnTo>
                  <a:lnTo>
                    <a:pt x="45720" y="110489"/>
                  </a:lnTo>
                  <a:lnTo>
                    <a:pt x="46989" y="102870"/>
                  </a:lnTo>
                  <a:lnTo>
                    <a:pt x="49529" y="93979"/>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2539"/>
                  </a:lnTo>
                  <a:lnTo>
                    <a:pt x="134620" y="0"/>
                  </a:lnTo>
                  <a:lnTo>
                    <a:pt x="147320" y="0"/>
                  </a:lnTo>
                  <a:lnTo>
                    <a:pt x="154939" y="0"/>
                  </a:lnTo>
                  <a:lnTo>
                    <a:pt x="162560" y="1270"/>
                  </a:lnTo>
                  <a:lnTo>
                    <a:pt x="170179" y="2539"/>
                  </a:lnTo>
                  <a:lnTo>
                    <a:pt x="176529" y="6350"/>
                  </a:lnTo>
                  <a:lnTo>
                    <a:pt x="182879" y="10160"/>
                  </a:lnTo>
                  <a:lnTo>
                    <a:pt x="187960" y="13970"/>
                  </a:lnTo>
                  <a:lnTo>
                    <a:pt x="190500" y="16510"/>
                  </a:lnTo>
                  <a:lnTo>
                    <a:pt x="193039" y="19050"/>
                  </a:lnTo>
                  <a:lnTo>
                    <a:pt x="195579" y="21589"/>
                  </a:lnTo>
                  <a:lnTo>
                    <a:pt x="196850" y="24129"/>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6520"/>
                  </a:lnTo>
                  <a:lnTo>
                    <a:pt x="212089" y="100329"/>
                  </a:lnTo>
                  <a:lnTo>
                    <a:pt x="212089" y="102870"/>
                  </a:lnTo>
                  <a:lnTo>
                    <a:pt x="210820" y="105410"/>
                  </a:lnTo>
                  <a:lnTo>
                    <a:pt x="209550" y="107950"/>
                  </a:lnTo>
                  <a:lnTo>
                    <a:pt x="209550" y="110489"/>
                  </a:lnTo>
                  <a:lnTo>
                    <a:pt x="208279" y="113029"/>
                  </a:lnTo>
                  <a:lnTo>
                    <a:pt x="207010"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7160"/>
                  </a:lnTo>
                  <a:lnTo>
                    <a:pt x="163829" y="137160"/>
                  </a:lnTo>
                  <a:lnTo>
                    <a:pt x="161289"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99060"/>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20650" y="44450"/>
                  </a:lnTo>
                  <a:lnTo>
                    <a:pt x="119379" y="45720"/>
                  </a:lnTo>
                  <a:lnTo>
                    <a:pt x="118110" y="46989"/>
                  </a:lnTo>
                  <a:lnTo>
                    <a:pt x="118110" y="49529"/>
                  </a:lnTo>
                  <a:lnTo>
                    <a:pt x="118110" y="50800"/>
                  </a:lnTo>
                  <a:lnTo>
                    <a:pt x="116839" y="53339"/>
                  </a:lnTo>
                  <a:lnTo>
                    <a:pt x="116839" y="55879"/>
                  </a:lnTo>
                  <a:lnTo>
                    <a:pt x="115570" y="60960"/>
                  </a:lnTo>
                  <a:lnTo>
                    <a:pt x="115570" y="66039"/>
                  </a:lnTo>
                  <a:lnTo>
                    <a:pt x="11557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9898FF"/>
              </a:solidFill>
            </a:ln>
          </p:spPr>
          <p:txBody>
            <a:bodyPr wrap="square" lIns="0" tIns="0" rIns="0" bIns="0" rtlCol="0"/>
            <a:lstStyle/>
            <a:p/>
          </p:txBody>
        </p:sp>
        <p:sp>
          <p:nvSpPr>
            <p:cNvPr id="426" name="object 426"/>
            <p:cNvSpPr/>
            <p:nvPr/>
          </p:nvSpPr>
          <p:spPr>
            <a:xfrm>
              <a:off x="4931410" y="1156970"/>
              <a:ext cx="218439" cy="535939"/>
            </a:xfrm>
            <a:prstGeom prst="rect">
              <a:avLst/>
            </a:prstGeom>
            <a:blipFill>
              <a:blip r:embed="rId21" cstate="print"/>
              <a:stretch>
                <a:fillRect/>
              </a:stretch>
            </a:blipFill>
          </p:spPr>
          <p:txBody>
            <a:bodyPr wrap="square" lIns="0" tIns="0" rIns="0" bIns="0" rtlCol="0"/>
            <a:lstStyle/>
            <a:p/>
          </p:txBody>
        </p:sp>
        <p:sp>
          <p:nvSpPr>
            <p:cNvPr id="427" name="object 427"/>
            <p:cNvSpPr/>
            <p:nvPr/>
          </p:nvSpPr>
          <p:spPr>
            <a:xfrm>
              <a:off x="4998720" y="14008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12700" y="116840"/>
                  </a:lnTo>
                  <a:lnTo>
                    <a:pt x="17780" y="134620"/>
                  </a:lnTo>
                  <a:lnTo>
                    <a:pt x="17780" y="135890"/>
                  </a:lnTo>
                  <a:lnTo>
                    <a:pt x="34290" y="179070"/>
                  </a:lnTo>
                  <a:lnTo>
                    <a:pt x="43180" y="191770"/>
                  </a:lnTo>
                  <a:lnTo>
                    <a:pt x="43180" y="193040"/>
                  </a:lnTo>
                  <a:lnTo>
                    <a:pt x="45720" y="195580"/>
                  </a:lnTo>
                  <a:lnTo>
                    <a:pt x="48260" y="199390"/>
                  </a:lnTo>
                  <a:lnTo>
                    <a:pt x="50800" y="203200"/>
                  </a:lnTo>
                  <a:lnTo>
                    <a:pt x="52070" y="203200"/>
                  </a:lnTo>
                  <a:lnTo>
                    <a:pt x="55880" y="205740"/>
                  </a:lnTo>
                  <a:lnTo>
                    <a:pt x="58420" y="208280"/>
                  </a:lnTo>
                  <a:lnTo>
                    <a:pt x="61379" y="210261"/>
                  </a:lnTo>
                  <a:lnTo>
                    <a:pt x="60960" y="210820"/>
                  </a:lnTo>
                  <a:lnTo>
                    <a:pt x="64770" y="212090"/>
                  </a:lnTo>
                  <a:lnTo>
                    <a:pt x="64770" y="213360"/>
                  </a:lnTo>
                  <a:lnTo>
                    <a:pt x="66040" y="213360"/>
                  </a:lnTo>
                  <a:lnTo>
                    <a:pt x="69850" y="214630"/>
                  </a:lnTo>
                  <a:lnTo>
                    <a:pt x="72390" y="214630"/>
                  </a:lnTo>
                  <a:lnTo>
                    <a:pt x="73660" y="214630"/>
                  </a:lnTo>
                  <a:lnTo>
                    <a:pt x="77470" y="215900"/>
                  </a:lnTo>
                  <a:lnTo>
                    <a:pt x="81280" y="215900"/>
                  </a:lnTo>
                  <a:lnTo>
                    <a:pt x="85090" y="215900"/>
                  </a:lnTo>
                  <a:lnTo>
                    <a:pt x="87630" y="215900"/>
                  </a:lnTo>
                  <a:lnTo>
                    <a:pt x="91440" y="214630"/>
                  </a:lnTo>
                  <a:lnTo>
                    <a:pt x="95250" y="213360"/>
                  </a:lnTo>
                  <a:lnTo>
                    <a:pt x="96520" y="213360"/>
                  </a:lnTo>
                  <a:lnTo>
                    <a:pt x="96520" y="212090"/>
                  </a:lnTo>
                  <a:lnTo>
                    <a:pt x="100330" y="210820"/>
                  </a:lnTo>
                  <a:lnTo>
                    <a:pt x="104140" y="208280"/>
                  </a:lnTo>
                  <a:lnTo>
                    <a:pt x="105410" y="208280"/>
                  </a:lnTo>
                  <a:lnTo>
                    <a:pt x="105410" y="207010"/>
                  </a:lnTo>
                  <a:lnTo>
                    <a:pt x="108585" y="203835"/>
                  </a:lnTo>
                  <a:lnTo>
                    <a:pt x="10922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827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6680" y="187960"/>
                  </a:lnTo>
                  <a:lnTo>
                    <a:pt x="104140" y="190500"/>
                  </a:lnTo>
                  <a:lnTo>
                    <a:pt x="102870" y="191770"/>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5684" y="198589"/>
                  </a:lnTo>
                  <a:lnTo>
                    <a:pt x="66040" y="198120"/>
                  </a:lnTo>
                  <a:lnTo>
                    <a:pt x="63500" y="196850"/>
                  </a:lnTo>
                  <a:lnTo>
                    <a:pt x="63500" y="195580"/>
                  </a:lnTo>
                  <a:lnTo>
                    <a:pt x="60452" y="193548"/>
                  </a:lnTo>
                  <a:lnTo>
                    <a:pt x="58420" y="190500"/>
                  </a:lnTo>
                  <a:lnTo>
                    <a:pt x="57912" y="191008"/>
                  </a:lnTo>
                  <a:lnTo>
                    <a:pt x="55880" y="187960"/>
                  </a:lnTo>
                  <a:lnTo>
                    <a:pt x="53340" y="184150"/>
                  </a:lnTo>
                  <a:lnTo>
                    <a:pt x="52603" y="184696"/>
                  </a:lnTo>
                  <a:lnTo>
                    <a:pt x="49885" y="181978"/>
                  </a:lnTo>
                  <a:lnTo>
                    <a:pt x="50800" y="181610"/>
                  </a:lnTo>
                  <a:lnTo>
                    <a:pt x="45720" y="172720"/>
                  </a:lnTo>
                  <a:lnTo>
                    <a:pt x="40640" y="162560"/>
                  </a:lnTo>
                  <a:lnTo>
                    <a:pt x="34467" y="147764"/>
                  </a:lnTo>
                  <a:lnTo>
                    <a:pt x="35560" y="147320"/>
                  </a:lnTo>
                  <a:lnTo>
                    <a:pt x="29210" y="130810"/>
                  </a:lnTo>
                  <a:lnTo>
                    <a:pt x="1905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28" name="object 428"/>
            <p:cNvSpPr/>
            <p:nvPr/>
          </p:nvSpPr>
          <p:spPr>
            <a:xfrm>
              <a:off x="4953000" y="15138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374" y="61087"/>
                  </a:lnTo>
                  <a:lnTo>
                    <a:pt x="179070" y="60960"/>
                  </a:lnTo>
                  <a:lnTo>
                    <a:pt x="173990" y="78740"/>
                  </a:lnTo>
                  <a:lnTo>
                    <a:pt x="168059" y="94157"/>
                  </a:lnTo>
                  <a:lnTo>
                    <a:pt x="167640" y="93980"/>
                  </a:lnTo>
                  <a:lnTo>
                    <a:pt x="161709" y="108204"/>
                  </a:lnTo>
                  <a:lnTo>
                    <a:pt x="161290" y="107950"/>
                  </a:lnTo>
                  <a:lnTo>
                    <a:pt x="156210" y="120650"/>
                  </a:lnTo>
                  <a:lnTo>
                    <a:pt x="150355" y="131191"/>
                  </a:lnTo>
                  <a:lnTo>
                    <a:pt x="149860" y="130810"/>
                  </a:lnTo>
                  <a:lnTo>
                    <a:pt x="144043" y="140106"/>
                  </a:lnTo>
                  <a:lnTo>
                    <a:pt x="143510" y="139700"/>
                  </a:lnTo>
                  <a:lnTo>
                    <a:pt x="137160" y="147320"/>
                  </a:lnTo>
                  <a:lnTo>
                    <a:pt x="130810" y="154940"/>
                  </a:lnTo>
                  <a:lnTo>
                    <a:pt x="131406" y="155397"/>
                  </a:lnTo>
                  <a:lnTo>
                    <a:pt x="124460" y="160020"/>
                  </a:lnTo>
                  <a:lnTo>
                    <a:pt x="124879" y="160591"/>
                  </a:lnTo>
                  <a:lnTo>
                    <a:pt x="118110" y="165100"/>
                  </a:lnTo>
                  <a:lnTo>
                    <a:pt x="118364" y="165442"/>
                  </a:lnTo>
                  <a:lnTo>
                    <a:pt x="111760" y="167640"/>
                  </a:lnTo>
                  <a:lnTo>
                    <a:pt x="104140" y="171450"/>
                  </a:lnTo>
                  <a:lnTo>
                    <a:pt x="97790" y="171450"/>
                  </a:lnTo>
                  <a:lnTo>
                    <a:pt x="89573" y="172631"/>
                  </a:lnTo>
                  <a:lnTo>
                    <a:pt x="82550" y="171450"/>
                  </a:lnTo>
                  <a:lnTo>
                    <a:pt x="77470" y="171450"/>
                  </a:lnTo>
                  <a:lnTo>
                    <a:pt x="71120" y="168910"/>
                  </a:lnTo>
                  <a:lnTo>
                    <a:pt x="64770" y="167640"/>
                  </a:lnTo>
                  <a:lnTo>
                    <a:pt x="64376" y="168617"/>
                  </a:lnTo>
                  <a:lnTo>
                    <a:pt x="59690" y="165100"/>
                  </a:lnTo>
                  <a:lnTo>
                    <a:pt x="53340" y="161290"/>
                  </a:lnTo>
                  <a:lnTo>
                    <a:pt x="48260" y="157480"/>
                  </a:lnTo>
                  <a:lnTo>
                    <a:pt x="43180" y="152400"/>
                  </a:lnTo>
                  <a:lnTo>
                    <a:pt x="38633" y="147866"/>
                  </a:lnTo>
                  <a:lnTo>
                    <a:pt x="39370" y="147320"/>
                  </a:lnTo>
                  <a:lnTo>
                    <a:pt x="33020" y="140970"/>
                  </a:lnTo>
                  <a:lnTo>
                    <a:pt x="28346" y="135140"/>
                  </a:lnTo>
                  <a:lnTo>
                    <a:pt x="29210" y="134620"/>
                  </a:lnTo>
                  <a:lnTo>
                    <a:pt x="24130" y="127000"/>
                  </a:lnTo>
                  <a:lnTo>
                    <a:pt x="20320" y="119380"/>
                  </a:lnTo>
                  <a:lnTo>
                    <a:pt x="15240" y="109220"/>
                  </a:lnTo>
                  <a:lnTo>
                    <a:pt x="14859" y="109499"/>
                  </a:lnTo>
                  <a:lnTo>
                    <a:pt x="11430" y="100330"/>
                  </a:lnTo>
                  <a:lnTo>
                    <a:pt x="5080" y="102870"/>
                  </a:lnTo>
                  <a:lnTo>
                    <a:pt x="0" y="104140"/>
                  </a:lnTo>
                  <a:lnTo>
                    <a:pt x="0" y="105410"/>
                  </a:lnTo>
                  <a:lnTo>
                    <a:pt x="3810" y="115570"/>
                  </a:lnTo>
                  <a:lnTo>
                    <a:pt x="8890" y="124460"/>
                  </a:lnTo>
                  <a:lnTo>
                    <a:pt x="12700" y="133350"/>
                  </a:lnTo>
                  <a:lnTo>
                    <a:pt x="17780" y="140970"/>
                  </a:lnTo>
                  <a:lnTo>
                    <a:pt x="17780" y="142240"/>
                  </a:lnTo>
                  <a:lnTo>
                    <a:pt x="22860" y="148590"/>
                  </a:lnTo>
                  <a:lnTo>
                    <a:pt x="29210" y="154940"/>
                  </a:lnTo>
                  <a:lnTo>
                    <a:pt x="29210" y="156210"/>
                  </a:lnTo>
                  <a:lnTo>
                    <a:pt x="34290" y="161290"/>
                  </a:lnTo>
                  <a:lnTo>
                    <a:pt x="34290" y="162560"/>
                  </a:lnTo>
                  <a:lnTo>
                    <a:pt x="40640" y="167640"/>
                  </a:lnTo>
                  <a:lnTo>
                    <a:pt x="46990" y="17145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9220" y="182880"/>
                  </a:lnTo>
                  <a:lnTo>
                    <a:pt x="116840" y="179070"/>
                  </a:lnTo>
                  <a:lnTo>
                    <a:pt x="124460" y="176530"/>
                  </a:lnTo>
                  <a:lnTo>
                    <a:pt x="125730" y="175260"/>
                  </a:lnTo>
                  <a:lnTo>
                    <a:pt x="133350" y="170180"/>
                  </a:lnTo>
                  <a:lnTo>
                    <a:pt x="139700" y="163830"/>
                  </a:lnTo>
                  <a:lnTo>
                    <a:pt x="140970" y="163830"/>
                  </a:lnTo>
                  <a:lnTo>
                    <a:pt x="147320" y="156210"/>
                  </a:lnTo>
                  <a:lnTo>
                    <a:pt x="153670" y="147320"/>
                  </a:lnTo>
                  <a:lnTo>
                    <a:pt x="160020" y="138430"/>
                  </a:lnTo>
                  <a:lnTo>
                    <a:pt x="161290" y="138430"/>
                  </a:lnTo>
                  <a:lnTo>
                    <a:pt x="166370" y="127000"/>
                  </a:lnTo>
                  <a:lnTo>
                    <a:pt x="167640" y="127000"/>
                  </a:lnTo>
                  <a:lnTo>
                    <a:pt x="173990" y="114300"/>
                  </a:lnTo>
                  <a:lnTo>
                    <a:pt x="179070" y="99060"/>
                  </a:lnTo>
                  <a:lnTo>
                    <a:pt x="185420" y="82550"/>
                  </a:lnTo>
                  <a:lnTo>
                    <a:pt x="191770" y="66040"/>
                  </a:lnTo>
                  <a:lnTo>
                    <a:pt x="196850" y="46990"/>
                  </a:lnTo>
                  <a:lnTo>
                    <a:pt x="201930" y="26670"/>
                  </a:lnTo>
                  <a:lnTo>
                    <a:pt x="203200" y="24130"/>
                  </a:lnTo>
                  <a:close/>
                </a:path>
              </a:pathLst>
            </a:custGeom>
            <a:solidFill>
              <a:srgbClr val="9898FF"/>
            </a:solidFill>
          </p:spPr>
          <p:txBody>
            <a:bodyPr wrap="square" lIns="0" tIns="0" rIns="0" bIns="0" rtlCol="0"/>
            <a:lstStyle/>
            <a:p/>
          </p:txBody>
        </p:sp>
        <p:sp>
          <p:nvSpPr>
            <p:cNvPr id="429" name="object 429"/>
            <p:cNvSpPr/>
            <p:nvPr/>
          </p:nvSpPr>
          <p:spPr>
            <a:xfrm>
              <a:off x="4925060" y="11506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76200" y="20320"/>
                  </a:lnTo>
                  <a:lnTo>
                    <a:pt x="69850" y="25400"/>
                  </a:lnTo>
                  <a:lnTo>
                    <a:pt x="64770" y="31750"/>
                  </a:lnTo>
                  <a:lnTo>
                    <a:pt x="59690" y="36830"/>
                  </a:lnTo>
                  <a:lnTo>
                    <a:pt x="59690" y="38100"/>
                  </a:lnTo>
                  <a:lnTo>
                    <a:pt x="54610" y="44450"/>
                  </a:lnTo>
                  <a:lnTo>
                    <a:pt x="44450" y="59690"/>
                  </a:lnTo>
                  <a:lnTo>
                    <a:pt x="44450" y="60960"/>
                  </a:lnTo>
                  <a:lnTo>
                    <a:pt x="35560" y="77470"/>
                  </a:lnTo>
                  <a:lnTo>
                    <a:pt x="35560" y="78740"/>
                  </a:lnTo>
                  <a:lnTo>
                    <a:pt x="30480" y="87630"/>
                  </a:lnTo>
                  <a:lnTo>
                    <a:pt x="30480" y="88900"/>
                  </a:lnTo>
                  <a:lnTo>
                    <a:pt x="26670" y="99060"/>
                  </a:lnTo>
                  <a:lnTo>
                    <a:pt x="2413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7360"/>
                  </a:lnTo>
                  <a:lnTo>
                    <a:pt x="27940" y="468630"/>
                  </a:lnTo>
                  <a:lnTo>
                    <a:pt x="33020" y="466090"/>
                  </a:lnTo>
                  <a:lnTo>
                    <a:pt x="39370" y="463550"/>
                  </a:lnTo>
                  <a:lnTo>
                    <a:pt x="35560" y="453390"/>
                  </a:lnTo>
                  <a:lnTo>
                    <a:pt x="30480" y="435610"/>
                  </a:lnTo>
                  <a:lnTo>
                    <a:pt x="30187" y="435737"/>
                  </a:lnTo>
                  <a:lnTo>
                    <a:pt x="25400" y="416560"/>
                  </a:lnTo>
                  <a:lnTo>
                    <a:pt x="21590" y="397510"/>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3180" y="92710"/>
                  </a:lnTo>
                  <a:lnTo>
                    <a:pt x="46990" y="83820"/>
                  </a:lnTo>
                  <a:lnTo>
                    <a:pt x="55880" y="66040"/>
                  </a:lnTo>
                  <a:lnTo>
                    <a:pt x="64770" y="50800"/>
                  </a:lnTo>
                  <a:lnTo>
                    <a:pt x="69850" y="44450"/>
                  </a:lnTo>
                  <a:lnTo>
                    <a:pt x="69659" y="44361"/>
                  </a:lnTo>
                  <a:lnTo>
                    <a:pt x="73660" y="39370"/>
                  </a:lnTo>
                  <a:lnTo>
                    <a:pt x="78168" y="33731"/>
                  </a:lnTo>
                  <a:lnTo>
                    <a:pt x="78740" y="34290"/>
                  </a:lnTo>
                  <a:lnTo>
                    <a:pt x="83820" y="29210"/>
                  </a:lnTo>
                  <a:lnTo>
                    <a:pt x="88900" y="25400"/>
                  </a:lnTo>
                  <a:lnTo>
                    <a:pt x="93980" y="21590"/>
                  </a:lnTo>
                  <a:lnTo>
                    <a:pt x="93675" y="21209"/>
                  </a:lnTo>
                  <a:lnTo>
                    <a:pt x="99060" y="19050"/>
                  </a:lnTo>
                  <a:lnTo>
                    <a:pt x="98717" y="18491"/>
                  </a:lnTo>
                  <a:lnTo>
                    <a:pt x="102704" y="16103"/>
                  </a:lnTo>
                  <a:lnTo>
                    <a:pt x="102870" y="16510"/>
                  </a:lnTo>
                  <a:lnTo>
                    <a:pt x="107950" y="15240"/>
                  </a:lnTo>
                  <a:lnTo>
                    <a:pt x="113030" y="12700"/>
                  </a:lnTo>
                  <a:lnTo>
                    <a:pt x="118110" y="11684"/>
                  </a:lnTo>
                  <a:lnTo>
                    <a:pt x="118110" y="12700"/>
                  </a:lnTo>
                  <a:lnTo>
                    <a:pt x="124460" y="12700"/>
                  </a:lnTo>
                  <a:lnTo>
                    <a:pt x="128270" y="12700"/>
                  </a:lnTo>
                  <a:lnTo>
                    <a:pt x="128270" y="11747"/>
                  </a:lnTo>
                  <a:lnTo>
                    <a:pt x="132080" y="12700"/>
                  </a:lnTo>
                  <a:lnTo>
                    <a:pt x="133350" y="7620"/>
                  </a:lnTo>
                  <a:lnTo>
                    <a:pt x="135890" y="1270"/>
                  </a:lnTo>
                  <a:close/>
                </a:path>
              </a:pathLst>
            </a:custGeom>
            <a:solidFill>
              <a:srgbClr val="9898FF"/>
            </a:solidFill>
          </p:spPr>
          <p:txBody>
            <a:bodyPr wrap="square" lIns="0" tIns="0" rIns="0" bIns="0" rtlCol="0"/>
            <a:lstStyle/>
            <a:p/>
          </p:txBody>
        </p:sp>
        <p:sp>
          <p:nvSpPr>
            <p:cNvPr id="430" name="object 430"/>
            <p:cNvSpPr/>
            <p:nvPr/>
          </p:nvSpPr>
          <p:spPr>
            <a:xfrm>
              <a:off x="5054600" y="11518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2860" y="73660"/>
                  </a:lnTo>
                  <a:lnTo>
                    <a:pt x="20320" y="68580"/>
                  </a:lnTo>
                  <a:lnTo>
                    <a:pt x="17945" y="62674"/>
                  </a:lnTo>
                  <a:lnTo>
                    <a:pt x="19050" y="62230"/>
                  </a:lnTo>
                  <a:lnTo>
                    <a:pt x="16510" y="57150"/>
                  </a:lnTo>
                  <a:lnTo>
                    <a:pt x="16510" y="54610"/>
                  </a:lnTo>
                  <a:lnTo>
                    <a:pt x="13970" y="50800"/>
                  </a:lnTo>
                  <a:lnTo>
                    <a:pt x="11430" y="46990"/>
                  </a:lnTo>
                  <a:lnTo>
                    <a:pt x="5080" y="49530"/>
                  </a:lnTo>
                  <a:lnTo>
                    <a:pt x="0" y="52070"/>
                  </a:lnTo>
                  <a:lnTo>
                    <a:pt x="2540" y="57150"/>
                  </a:lnTo>
                  <a:lnTo>
                    <a:pt x="5080" y="62230"/>
                  </a:lnTo>
                  <a:lnTo>
                    <a:pt x="5511" y="61899"/>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1920"/>
                  </a:lnTo>
                  <a:lnTo>
                    <a:pt x="82550" y="101600"/>
                  </a:lnTo>
                  <a:lnTo>
                    <a:pt x="78740" y="91440"/>
                  </a:lnTo>
                  <a:lnTo>
                    <a:pt x="76200" y="82550"/>
                  </a:lnTo>
                  <a:lnTo>
                    <a:pt x="76200" y="81280"/>
                  </a:lnTo>
                  <a:lnTo>
                    <a:pt x="72390" y="73660"/>
                  </a:lnTo>
                  <a:lnTo>
                    <a:pt x="68580" y="64770"/>
                  </a:lnTo>
                  <a:lnTo>
                    <a:pt x="60960" y="50800"/>
                  </a:lnTo>
                  <a:lnTo>
                    <a:pt x="60960" y="49530"/>
                  </a:lnTo>
                  <a:lnTo>
                    <a:pt x="53340" y="36830"/>
                  </a:lnTo>
                  <a:lnTo>
                    <a:pt x="48260" y="30480"/>
                  </a:lnTo>
                  <a:lnTo>
                    <a:pt x="44450" y="25400"/>
                  </a:lnTo>
                  <a:lnTo>
                    <a:pt x="40640" y="20320"/>
                  </a:lnTo>
                  <a:lnTo>
                    <a:pt x="39370" y="20320"/>
                  </a:lnTo>
                  <a:lnTo>
                    <a:pt x="35560" y="16510"/>
                  </a:lnTo>
                  <a:lnTo>
                    <a:pt x="35560" y="15240"/>
                  </a:lnTo>
                  <a:lnTo>
                    <a:pt x="31750" y="11430"/>
                  </a:lnTo>
                  <a:lnTo>
                    <a:pt x="30480" y="11430"/>
                  </a:lnTo>
                  <a:lnTo>
                    <a:pt x="26314" y="9359"/>
                  </a:lnTo>
                  <a:lnTo>
                    <a:pt x="26670" y="8890"/>
                  </a:lnTo>
                  <a:lnTo>
                    <a:pt x="21590" y="5080"/>
                  </a:lnTo>
                  <a:lnTo>
                    <a:pt x="20320" y="5080"/>
                  </a:lnTo>
                  <a:lnTo>
                    <a:pt x="16510" y="2540"/>
                  </a:lnTo>
                  <a:lnTo>
                    <a:pt x="15240" y="2540"/>
                  </a:lnTo>
                  <a:lnTo>
                    <a:pt x="11430" y="1270"/>
                  </a:lnTo>
                  <a:lnTo>
                    <a:pt x="10160" y="0"/>
                  </a:lnTo>
                  <a:lnTo>
                    <a:pt x="5080" y="0"/>
                  </a:lnTo>
                  <a:lnTo>
                    <a:pt x="3810" y="6350"/>
                  </a:lnTo>
                  <a:lnTo>
                    <a:pt x="2540" y="11430"/>
                  </a:lnTo>
                  <a:lnTo>
                    <a:pt x="6464" y="1242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393" y="24676"/>
                  </a:lnTo>
                  <a:lnTo>
                    <a:pt x="31102" y="27470"/>
                  </a:lnTo>
                  <a:lnTo>
                    <a:pt x="30480" y="27940"/>
                  </a:lnTo>
                  <a:lnTo>
                    <a:pt x="34290" y="33020"/>
                  </a:lnTo>
                  <a:lnTo>
                    <a:pt x="35560" y="33020"/>
                  </a:lnTo>
                  <a:lnTo>
                    <a:pt x="38912" y="37490"/>
                  </a:lnTo>
                  <a:lnTo>
                    <a:pt x="38100" y="38100"/>
                  </a:lnTo>
                  <a:lnTo>
                    <a:pt x="42811" y="42824"/>
                  </a:lnTo>
                  <a:lnTo>
                    <a:pt x="41910" y="43180"/>
                  </a:lnTo>
                  <a:lnTo>
                    <a:pt x="50800" y="57150"/>
                  </a:lnTo>
                  <a:lnTo>
                    <a:pt x="51193" y="56857"/>
                  </a:lnTo>
                  <a:lnTo>
                    <a:pt x="57150" y="71120"/>
                  </a:lnTo>
                  <a:lnTo>
                    <a:pt x="57581" y="70866"/>
                  </a:lnTo>
                  <a:lnTo>
                    <a:pt x="60960" y="78740"/>
                  </a:lnTo>
                  <a:lnTo>
                    <a:pt x="64554" y="85940"/>
                  </a:lnTo>
                  <a:lnTo>
                    <a:pt x="63500" y="86360"/>
                  </a:lnTo>
                  <a:lnTo>
                    <a:pt x="67310" y="95250"/>
                  </a:lnTo>
                  <a:lnTo>
                    <a:pt x="69850" y="105410"/>
                  </a:lnTo>
                  <a:lnTo>
                    <a:pt x="78740" y="147320"/>
                  </a:lnTo>
                  <a:lnTo>
                    <a:pt x="85090" y="196850"/>
                  </a:lnTo>
                  <a:lnTo>
                    <a:pt x="88900" y="254000"/>
                  </a:lnTo>
                  <a:lnTo>
                    <a:pt x="93980" y="254000"/>
                  </a:lnTo>
                  <a:lnTo>
                    <a:pt x="93980" y="261620"/>
                  </a:lnTo>
                  <a:lnTo>
                    <a:pt x="100330" y="261620"/>
                  </a:lnTo>
                  <a:lnTo>
                    <a:pt x="100330" y="254000"/>
                  </a:lnTo>
                  <a:lnTo>
                    <a:pt x="100330" y="224790"/>
                  </a:lnTo>
                  <a:lnTo>
                    <a:pt x="100330" y="223520"/>
                  </a:lnTo>
                  <a:close/>
                </a:path>
              </a:pathLst>
            </a:custGeom>
            <a:solidFill>
              <a:srgbClr val="9898FF"/>
            </a:solidFill>
          </p:spPr>
          <p:txBody>
            <a:bodyPr wrap="square" lIns="0" tIns="0" rIns="0" bIns="0" rtlCol="0"/>
            <a:lstStyle/>
            <a:p/>
          </p:txBody>
        </p:sp>
        <p:sp>
          <p:nvSpPr>
            <p:cNvPr id="431" name="object 431"/>
            <p:cNvSpPr/>
            <p:nvPr/>
          </p:nvSpPr>
          <p:spPr>
            <a:xfrm>
              <a:off x="4998720" y="11849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2700" y="146050"/>
                  </a:lnTo>
                  <a:lnTo>
                    <a:pt x="12700" y="127000"/>
                  </a:lnTo>
                  <a:lnTo>
                    <a:pt x="13970" y="109220"/>
                  </a:lnTo>
                  <a:lnTo>
                    <a:pt x="16332" y="92684"/>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9370" y="16510"/>
                  </a:lnTo>
                  <a:lnTo>
                    <a:pt x="40640" y="15240"/>
                  </a:lnTo>
                  <a:lnTo>
                    <a:pt x="40208" y="1482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19050"/>
                  </a:lnTo>
                  <a:lnTo>
                    <a:pt x="59258" y="17360"/>
                  </a:lnTo>
                  <a:lnTo>
                    <a:pt x="60960" y="16510"/>
                  </a:lnTo>
                  <a:lnTo>
                    <a:pt x="67310" y="13970"/>
                  </a:lnTo>
                  <a:lnTo>
                    <a:pt x="66040" y="12700"/>
                  </a:lnTo>
                  <a:lnTo>
                    <a:pt x="66040" y="8890"/>
                  </a:lnTo>
                  <a:lnTo>
                    <a:pt x="64135" y="8255"/>
                  </a:lnTo>
                  <a:lnTo>
                    <a:pt x="62230" y="6350"/>
                  </a:lnTo>
                  <a:lnTo>
                    <a:pt x="60960" y="50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1910" y="0"/>
                  </a:lnTo>
                  <a:lnTo>
                    <a:pt x="40640" y="1270"/>
                  </a:lnTo>
                  <a:lnTo>
                    <a:pt x="3937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9898FF"/>
            </a:solidFill>
          </p:spPr>
          <p:txBody>
            <a:bodyPr wrap="square" lIns="0" tIns="0" rIns="0" bIns="0" rtlCol="0"/>
            <a:lstStyle/>
            <a:p/>
          </p:txBody>
        </p:sp>
        <p:sp>
          <p:nvSpPr>
            <p:cNvPr id="432" name="object 432"/>
            <p:cNvSpPr/>
            <p:nvPr/>
          </p:nvSpPr>
          <p:spPr>
            <a:xfrm>
              <a:off x="5184140" y="1156970"/>
              <a:ext cx="218439" cy="535939"/>
            </a:xfrm>
            <a:prstGeom prst="rect">
              <a:avLst/>
            </a:prstGeom>
            <a:blipFill>
              <a:blip r:embed="rId22" cstate="print"/>
              <a:stretch>
                <a:fillRect/>
              </a:stretch>
            </a:blipFill>
          </p:spPr>
          <p:txBody>
            <a:bodyPr wrap="square" lIns="0" tIns="0" rIns="0" bIns="0" rtlCol="0"/>
            <a:lstStyle/>
            <a:p/>
          </p:txBody>
        </p:sp>
        <p:sp>
          <p:nvSpPr>
            <p:cNvPr id="433" name="object 433"/>
            <p:cNvSpPr/>
            <p:nvPr/>
          </p:nvSpPr>
          <p:spPr>
            <a:xfrm>
              <a:off x="5184140" y="1155700"/>
              <a:ext cx="219710" cy="537210"/>
            </a:xfrm>
            <a:custGeom>
              <a:avLst/>
              <a:gdLst/>
              <a:ahLst/>
              <a:cxnLst/>
              <a:rect l="l" t="t" r="r" b="b"/>
              <a:pathLst>
                <a:path w="219710" h="537210">
                  <a:moveTo>
                    <a:pt x="210820" y="391160"/>
                  </a:moveTo>
                  <a:lnTo>
                    <a:pt x="219710" y="405129"/>
                  </a:lnTo>
                  <a:lnTo>
                    <a:pt x="214630" y="421639"/>
                  </a:lnTo>
                  <a:lnTo>
                    <a:pt x="209550" y="436879"/>
                  </a:lnTo>
                  <a:lnTo>
                    <a:pt x="204470" y="450850"/>
                  </a:lnTo>
                  <a:lnTo>
                    <a:pt x="198120" y="463550"/>
                  </a:lnTo>
                  <a:lnTo>
                    <a:pt x="193039" y="474979"/>
                  </a:lnTo>
                  <a:lnTo>
                    <a:pt x="186689" y="486410"/>
                  </a:lnTo>
                  <a:lnTo>
                    <a:pt x="180339" y="495300"/>
                  </a:lnTo>
                  <a:lnTo>
                    <a:pt x="173989" y="504189"/>
                  </a:lnTo>
                  <a:lnTo>
                    <a:pt x="166370" y="511810"/>
                  </a:lnTo>
                  <a:lnTo>
                    <a:pt x="158750" y="518160"/>
                  </a:lnTo>
                  <a:lnTo>
                    <a:pt x="152400" y="524510"/>
                  </a:lnTo>
                  <a:lnTo>
                    <a:pt x="144780" y="528320"/>
                  </a:lnTo>
                  <a:lnTo>
                    <a:pt x="137160" y="532129"/>
                  </a:lnTo>
                  <a:lnTo>
                    <a:pt x="130810" y="534670"/>
                  </a:lnTo>
                  <a:lnTo>
                    <a:pt x="123189" y="535939"/>
                  </a:lnTo>
                  <a:lnTo>
                    <a:pt x="115570" y="537210"/>
                  </a:lnTo>
                  <a:lnTo>
                    <a:pt x="101600" y="535939"/>
                  </a:lnTo>
                  <a:lnTo>
                    <a:pt x="96520" y="534670"/>
                  </a:lnTo>
                  <a:lnTo>
                    <a:pt x="90170" y="532129"/>
                  </a:lnTo>
                  <a:lnTo>
                    <a:pt x="85089" y="529589"/>
                  </a:lnTo>
                  <a:lnTo>
                    <a:pt x="78739" y="527050"/>
                  </a:lnTo>
                  <a:lnTo>
                    <a:pt x="72389" y="523239"/>
                  </a:lnTo>
                  <a:lnTo>
                    <a:pt x="67310" y="518160"/>
                  </a:lnTo>
                  <a:lnTo>
                    <a:pt x="62230" y="513079"/>
                  </a:lnTo>
                  <a:lnTo>
                    <a:pt x="57150" y="508000"/>
                  </a:lnTo>
                  <a:lnTo>
                    <a:pt x="53339" y="501650"/>
                  </a:lnTo>
                  <a:lnTo>
                    <a:pt x="48260" y="494029"/>
                  </a:lnTo>
                  <a:lnTo>
                    <a:pt x="43180" y="486410"/>
                  </a:lnTo>
                  <a:lnTo>
                    <a:pt x="39370" y="478789"/>
                  </a:lnTo>
                  <a:lnTo>
                    <a:pt x="35560" y="469900"/>
                  </a:lnTo>
                  <a:lnTo>
                    <a:pt x="31750" y="461010"/>
                  </a:lnTo>
                  <a:lnTo>
                    <a:pt x="24130" y="440689"/>
                  </a:lnTo>
                  <a:lnTo>
                    <a:pt x="17780" y="420370"/>
                  </a:lnTo>
                  <a:lnTo>
                    <a:pt x="12700" y="400050"/>
                  </a:lnTo>
                  <a:lnTo>
                    <a:pt x="7620" y="377189"/>
                  </a:lnTo>
                  <a:lnTo>
                    <a:pt x="5080" y="353060"/>
                  </a:lnTo>
                  <a:lnTo>
                    <a:pt x="2539" y="328929"/>
                  </a:lnTo>
                  <a:lnTo>
                    <a:pt x="0" y="303529"/>
                  </a:lnTo>
                  <a:lnTo>
                    <a:pt x="0" y="276860"/>
                  </a:lnTo>
                  <a:lnTo>
                    <a:pt x="0" y="252729"/>
                  </a:lnTo>
                  <a:lnTo>
                    <a:pt x="1270" y="227329"/>
                  </a:lnTo>
                  <a:lnTo>
                    <a:pt x="3810" y="203200"/>
                  </a:lnTo>
                  <a:lnTo>
                    <a:pt x="7620" y="180339"/>
                  </a:lnTo>
                  <a:lnTo>
                    <a:pt x="11430" y="157479"/>
                  </a:lnTo>
                  <a:lnTo>
                    <a:pt x="16510" y="135889"/>
                  </a:lnTo>
                  <a:lnTo>
                    <a:pt x="21589" y="115570"/>
                  </a:lnTo>
                  <a:lnTo>
                    <a:pt x="29210" y="95250"/>
                  </a:lnTo>
                  <a:lnTo>
                    <a:pt x="33020" y="85089"/>
                  </a:lnTo>
                  <a:lnTo>
                    <a:pt x="52070" y="45720"/>
                  </a:lnTo>
                  <a:lnTo>
                    <a:pt x="58420" y="38100"/>
                  </a:lnTo>
                  <a:lnTo>
                    <a:pt x="63500" y="31750"/>
                  </a:lnTo>
                  <a:lnTo>
                    <a:pt x="95250" y="6350"/>
                  </a:lnTo>
                  <a:lnTo>
                    <a:pt x="109220" y="2539"/>
                  </a:lnTo>
                  <a:lnTo>
                    <a:pt x="115570" y="1270"/>
                  </a:lnTo>
                  <a:lnTo>
                    <a:pt x="123189" y="0"/>
                  </a:lnTo>
                  <a:lnTo>
                    <a:pt x="133350" y="1270"/>
                  </a:lnTo>
                  <a:lnTo>
                    <a:pt x="142239" y="3810"/>
                  </a:lnTo>
                  <a:lnTo>
                    <a:pt x="151130" y="6350"/>
                  </a:lnTo>
                  <a:lnTo>
                    <a:pt x="160020" y="10160"/>
                  </a:lnTo>
                  <a:lnTo>
                    <a:pt x="167639" y="16510"/>
                  </a:lnTo>
                  <a:lnTo>
                    <a:pt x="175260" y="22860"/>
                  </a:lnTo>
                  <a:lnTo>
                    <a:pt x="177800" y="26670"/>
                  </a:lnTo>
                  <a:lnTo>
                    <a:pt x="181610" y="31750"/>
                  </a:lnTo>
                  <a:lnTo>
                    <a:pt x="184150" y="35560"/>
                  </a:lnTo>
                  <a:lnTo>
                    <a:pt x="187960" y="40639"/>
                  </a:lnTo>
                  <a:lnTo>
                    <a:pt x="193039" y="50800"/>
                  </a:lnTo>
                  <a:lnTo>
                    <a:pt x="198120" y="60960"/>
                  </a:lnTo>
                  <a:lnTo>
                    <a:pt x="199389" y="66039"/>
                  </a:lnTo>
                  <a:lnTo>
                    <a:pt x="201930" y="71120"/>
                  </a:lnTo>
                  <a:lnTo>
                    <a:pt x="204470" y="76200"/>
                  </a:lnTo>
                  <a:lnTo>
                    <a:pt x="205739" y="82550"/>
                  </a:lnTo>
                  <a:lnTo>
                    <a:pt x="207010" y="87629"/>
                  </a:lnTo>
                  <a:lnTo>
                    <a:pt x="208280" y="93979"/>
                  </a:lnTo>
                  <a:lnTo>
                    <a:pt x="209550" y="99060"/>
                  </a:lnTo>
                  <a:lnTo>
                    <a:pt x="209550" y="104139"/>
                  </a:lnTo>
                  <a:lnTo>
                    <a:pt x="210820" y="110489"/>
                  </a:lnTo>
                  <a:lnTo>
                    <a:pt x="210820" y="142239"/>
                  </a:lnTo>
                  <a:lnTo>
                    <a:pt x="209550" y="149860"/>
                  </a:lnTo>
                  <a:lnTo>
                    <a:pt x="209550" y="156210"/>
                  </a:lnTo>
                  <a:lnTo>
                    <a:pt x="208280" y="158750"/>
                  </a:lnTo>
                  <a:lnTo>
                    <a:pt x="207010" y="161289"/>
                  </a:lnTo>
                  <a:lnTo>
                    <a:pt x="207010" y="165100"/>
                  </a:lnTo>
                  <a:lnTo>
                    <a:pt x="205739" y="167639"/>
                  </a:lnTo>
                  <a:lnTo>
                    <a:pt x="204470" y="170179"/>
                  </a:lnTo>
                  <a:lnTo>
                    <a:pt x="204470" y="172720"/>
                  </a:lnTo>
                  <a:lnTo>
                    <a:pt x="203200" y="175260"/>
                  </a:lnTo>
                  <a:lnTo>
                    <a:pt x="201930" y="177800"/>
                  </a:lnTo>
                  <a:lnTo>
                    <a:pt x="200660" y="180339"/>
                  </a:lnTo>
                  <a:lnTo>
                    <a:pt x="199389" y="182879"/>
                  </a:lnTo>
                  <a:lnTo>
                    <a:pt x="198120" y="184150"/>
                  </a:lnTo>
                  <a:lnTo>
                    <a:pt x="196850" y="185420"/>
                  </a:lnTo>
                  <a:lnTo>
                    <a:pt x="195580" y="187960"/>
                  </a:lnTo>
                  <a:lnTo>
                    <a:pt x="193039" y="189229"/>
                  </a:lnTo>
                  <a:lnTo>
                    <a:pt x="193039" y="190500"/>
                  </a:lnTo>
                  <a:lnTo>
                    <a:pt x="190500" y="191770"/>
                  </a:lnTo>
                  <a:lnTo>
                    <a:pt x="186689" y="193039"/>
                  </a:lnTo>
                  <a:lnTo>
                    <a:pt x="184150" y="195579"/>
                  </a:lnTo>
                  <a:lnTo>
                    <a:pt x="180339" y="195579"/>
                  </a:lnTo>
                  <a:lnTo>
                    <a:pt x="176530" y="195579"/>
                  </a:lnTo>
                  <a:lnTo>
                    <a:pt x="172720" y="195579"/>
                  </a:lnTo>
                  <a:lnTo>
                    <a:pt x="168910" y="195579"/>
                  </a:lnTo>
                  <a:lnTo>
                    <a:pt x="165100" y="193039"/>
                  </a:lnTo>
                  <a:lnTo>
                    <a:pt x="162560" y="191770"/>
                  </a:lnTo>
                  <a:lnTo>
                    <a:pt x="161289" y="190500"/>
                  </a:lnTo>
                  <a:lnTo>
                    <a:pt x="160020" y="189229"/>
                  </a:lnTo>
                  <a:lnTo>
                    <a:pt x="157480" y="187960"/>
                  </a:lnTo>
                  <a:lnTo>
                    <a:pt x="156210" y="186689"/>
                  </a:lnTo>
                  <a:lnTo>
                    <a:pt x="154939" y="184150"/>
                  </a:lnTo>
                  <a:lnTo>
                    <a:pt x="153670" y="182879"/>
                  </a:lnTo>
                  <a:lnTo>
                    <a:pt x="152400" y="180339"/>
                  </a:lnTo>
                  <a:lnTo>
                    <a:pt x="149860" y="175260"/>
                  </a:lnTo>
                  <a:lnTo>
                    <a:pt x="147320" y="172720"/>
                  </a:lnTo>
                  <a:lnTo>
                    <a:pt x="147320" y="168910"/>
                  </a:lnTo>
                  <a:lnTo>
                    <a:pt x="144780" y="166370"/>
                  </a:lnTo>
                  <a:lnTo>
                    <a:pt x="144780" y="162560"/>
                  </a:lnTo>
                  <a:lnTo>
                    <a:pt x="143510" y="158750"/>
                  </a:lnTo>
                  <a:lnTo>
                    <a:pt x="142239" y="154939"/>
                  </a:lnTo>
                  <a:lnTo>
                    <a:pt x="140970" y="146050"/>
                  </a:lnTo>
                  <a:lnTo>
                    <a:pt x="139700" y="135889"/>
                  </a:lnTo>
                  <a:lnTo>
                    <a:pt x="137160" y="125729"/>
                  </a:lnTo>
                  <a:lnTo>
                    <a:pt x="137160" y="113029"/>
                  </a:lnTo>
                  <a:lnTo>
                    <a:pt x="135889" y="100329"/>
                  </a:lnTo>
                  <a:lnTo>
                    <a:pt x="135889" y="91439"/>
                  </a:lnTo>
                  <a:lnTo>
                    <a:pt x="134620" y="85089"/>
                  </a:lnTo>
                  <a:lnTo>
                    <a:pt x="134620" y="77470"/>
                  </a:lnTo>
                  <a:lnTo>
                    <a:pt x="133350" y="71120"/>
                  </a:lnTo>
                  <a:lnTo>
                    <a:pt x="132080" y="66039"/>
                  </a:lnTo>
                  <a:lnTo>
                    <a:pt x="130810" y="59689"/>
                  </a:lnTo>
                  <a:lnTo>
                    <a:pt x="130810" y="58420"/>
                  </a:lnTo>
                  <a:lnTo>
                    <a:pt x="129539" y="55879"/>
                  </a:lnTo>
                  <a:lnTo>
                    <a:pt x="128270" y="54610"/>
                  </a:lnTo>
                  <a:lnTo>
                    <a:pt x="128270" y="52070"/>
                  </a:lnTo>
                  <a:lnTo>
                    <a:pt x="127000" y="50800"/>
                  </a:lnTo>
                  <a:lnTo>
                    <a:pt x="125730" y="48260"/>
                  </a:lnTo>
                  <a:lnTo>
                    <a:pt x="125730" y="46989"/>
                  </a:lnTo>
                  <a:lnTo>
                    <a:pt x="124460" y="45720"/>
                  </a:lnTo>
                  <a:lnTo>
                    <a:pt x="123189" y="44450"/>
                  </a:lnTo>
                  <a:lnTo>
                    <a:pt x="121920" y="43179"/>
                  </a:lnTo>
                  <a:lnTo>
                    <a:pt x="120650" y="41910"/>
                  </a:lnTo>
                  <a:lnTo>
                    <a:pt x="119380" y="40639"/>
                  </a:lnTo>
                  <a:lnTo>
                    <a:pt x="118110" y="40639"/>
                  </a:lnTo>
                  <a:lnTo>
                    <a:pt x="116839" y="39370"/>
                  </a:lnTo>
                  <a:lnTo>
                    <a:pt x="115570" y="39370"/>
                  </a:lnTo>
                  <a:lnTo>
                    <a:pt x="113030" y="39370"/>
                  </a:lnTo>
                  <a:lnTo>
                    <a:pt x="110489" y="39370"/>
                  </a:lnTo>
                  <a:lnTo>
                    <a:pt x="109220" y="39370"/>
                  </a:lnTo>
                  <a:lnTo>
                    <a:pt x="107950" y="39370"/>
                  </a:lnTo>
                  <a:lnTo>
                    <a:pt x="106680" y="40639"/>
                  </a:lnTo>
                  <a:lnTo>
                    <a:pt x="105410" y="41910"/>
                  </a:lnTo>
                  <a:lnTo>
                    <a:pt x="102870" y="43179"/>
                  </a:lnTo>
                  <a:lnTo>
                    <a:pt x="101600" y="44450"/>
                  </a:lnTo>
                  <a:lnTo>
                    <a:pt x="100330" y="45720"/>
                  </a:lnTo>
                  <a:lnTo>
                    <a:pt x="99060" y="46989"/>
                  </a:lnTo>
                  <a:lnTo>
                    <a:pt x="97789" y="49529"/>
                  </a:lnTo>
                  <a:lnTo>
                    <a:pt x="96520" y="52070"/>
                  </a:lnTo>
                  <a:lnTo>
                    <a:pt x="95250" y="54610"/>
                  </a:lnTo>
                  <a:lnTo>
                    <a:pt x="93980" y="57150"/>
                  </a:lnTo>
                  <a:lnTo>
                    <a:pt x="92710" y="59689"/>
                  </a:lnTo>
                  <a:lnTo>
                    <a:pt x="90170" y="66039"/>
                  </a:lnTo>
                  <a:lnTo>
                    <a:pt x="88900" y="72389"/>
                  </a:lnTo>
                  <a:lnTo>
                    <a:pt x="86360" y="77470"/>
                  </a:lnTo>
                  <a:lnTo>
                    <a:pt x="78739" y="119379"/>
                  </a:lnTo>
                  <a:lnTo>
                    <a:pt x="76200" y="153670"/>
                  </a:lnTo>
                  <a:lnTo>
                    <a:pt x="76200" y="172720"/>
                  </a:lnTo>
                  <a:lnTo>
                    <a:pt x="74930" y="194310"/>
                  </a:lnTo>
                  <a:lnTo>
                    <a:pt x="76200" y="212089"/>
                  </a:lnTo>
                  <a:lnTo>
                    <a:pt x="76200" y="228600"/>
                  </a:lnTo>
                  <a:lnTo>
                    <a:pt x="77470" y="246379"/>
                  </a:lnTo>
                  <a:lnTo>
                    <a:pt x="78739" y="264160"/>
                  </a:lnTo>
                  <a:lnTo>
                    <a:pt x="80010" y="280670"/>
                  </a:lnTo>
                  <a:lnTo>
                    <a:pt x="82550" y="297179"/>
                  </a:lnTo>
                  <a:lnTo>
                    <a:pt x="85089" y="313689"/>
                  </a:lnTo>
                  <a:lnTo>
                    <a:pt x="87630" y="330200"/>
                  </a:lnTo>
                  <a:lnTo>
                    <a:pt x="90170" y="346710"/>
                  </a:lnTo>
                  <a:lnTo>
                    <a:pt x="93980" y="360679"/>
                  </a:lnTo>
                  <a:lnTo>
                    <a:pt x="97789" y="374650"/>
                  </a:lnTo>
                  <a:lnTo>
                    <a:pt x="101600" y="387350"/>
                  </a:lnTo>
                  <a:lnTo>
                    <a:pt x="105410" y="400050"/>
                  </a:lnTo>
                  <a:lnTo>
                    <a:pt x="127000" y="438150"/>
                  </a:lnTo>
                  <a:lnTo>
                    <a:pt x="135889" y="444500"/>
                  </a:lnTo>
                  <a:lnTo>
                    <a:pt x="140970" y="448310"/>
                  </a:lnTo>
                  <a:lnTo>
                    <a:pt x="144780" y="449579"/>
                  </a:lnTo>
                  <a:lnTo>
                    <a:pt x="151130" y="450850"/>
                  </a:lnTo>
                  <a:lnTo>
                    <a:pt x="156210" y="450850"/>
                  </a:lnTo>
                  <a:lnTo>
                    <a:pt x="158750" y="450850"/>
                  </a:lnTo>
                  <a:lnTo>
                    <a:pt x="162560" y="450850"/>
                  </a:lnTo>
                  <a:lnTo>
                    <a:pt x="166370" y="448310"/>
                  </a:lnTo>
                  <a:lnTo>
                    <a:pt x="168910" y="448310"/>
                  </a:lnTo>
                  <a:lnTo>
                    <a:pt x="172720" y="445770"/>
                  </a:lnTo>
                  <a:lnTo>
                    <a:pt x="175260" y="443229"/>
                  </a:lnTo>
                  <a:lnTo>
                    <a:pt x="177800" y="441960"/>
                  </a:lnTo>
                  <a:lnTo>
                    <a:pt x="181610" y="438150"/>
                  </a:lnTo>
                  <a:lnTo>
                    <a:pt x="184150" y="435610"/>
                  </a:lnTo>
                  <a:lnTo>
                    <a:pt x="187960" y="430529"/>
                  </a:lnTo>
                  <a:lnTo>
                    <a:pt x="191770" y="425450"/>
                  </a:lnTo>
                  <a:lnTo>
                    <a:pt x="195580" y="420370"/>
                  </a:lnTo>
                  <a:lnTo>
                    <a:pt x="199389" y="414020"/>
                  </a:lnTo>
                  <a:lnTo>
                    <a:pt x="201930" y="407670"/>
                  </a:lnTo>
                  <a:lnTo>
                    <a:pt x="210820" y="391160"/>
                  </a:lnTo>
                  <a:close/>
                </a:path>
              </a:pathLst>
            </a:custGeom>
            <a:ln w="12579">
              <a:solidFill>
                <a:srgbClr val="9898FF"/>
              </a:solidFill>
            </a:ln>
          </p:spPr>
          <p:txBody>
            <a:bodyPr wrap="square" lIns="0" tIns="0" rIns="0" bIns="0" rtlCol="0"/>
            <a:lstStyle/>
            <a:p/>
          </p:txBody>
        </p:sp>
        <p:sp>
          <p:nvSpPr>
            <p:cNvPr id="434" name="object 434"/>
            <p:cNvSpPr/>
            <p:nvPr/>
          </p:nvSpPr>
          <p:spPr>
            <a:xfrm>
              <a:off x="5426710" y="986789"/>
              <a:ext cx="173989" cy="698500"/>
            </a:xfrm>
            <a:prstGeom prst="rect">
              <a:avLst/>
            </a:prstGeom>
            <a:blipFill>
              <a:blip r:embed="rId23" cstate="print"/>
              <a:stretch>
                <a:fillRect/>
              </a:stretch>
            </a:blipFill>
          </p:spPr>
          <p:txBody>
            <a:bodyPr wrap="square" lIns="0" tIns="0" rIns="0" bIns="0" rtlCol="0"/>
            <a:lstStyle/>
            <a:p/>
          </p:txBody>
        </p:sp>
        <p:sp>
          <p:nvSpPr>
            <p:cNvPr id="435" name="object 435"/>
            <p:cNvSpPr/>
            <p:nvPr/>
          </p:nvSpPr>
          <p:spPr>
            <a:xfrm>
              <a:off x="5426710" y="9867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1189"/>
                  </a:lnTo>
                  <a:lnTo>
                    <a:pt x="125729" y="632460"/>
                  </a:lnTo>
                  <a:lnTo>
                    <a:pt x="127000" y="633730"/>
                  </a:lnTo>
                  <a:lnTo>
                    <a:pt x="128269" y="63373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5889" y="683260"/>
                  </a:lnTo>
                  <a:lnTo>
                    <a:pt x="130810" y="688339"/>
                  </a:lnTo>
                  <a:lnTo>
                    <a:pt x="124460" y="692150"/>
                  </a:lnTo>
                  <a:lnTo>
                    <a:pt x="118110" y="693420"/>
                  </a:lnTo>
                  <a:lnTo>
                    <a:pt x="113029" y="697230"/>
                  </a:lnTo>
                  <a:lnTo>
                    <a:pt x="106679" y="697230"/>
                  </a:lnTo>
                  <a:lnTo>
                    <a:pt x="100329" y="698500"/>
                  </a:lnTo>
                  <a:lnTo>
                    <a:pt x="93979" y="697230"/>
                  </a:lnTo>
                  <a:lnTo>
                    <a:pt x="88900" y="695960"/>
                  </a:lnTo>
                  <a:lnTo>
                    <a:pt x="82550" y="693420"/>
                  </a:lnTo>
                  <a:lnTo>
                    <a:pt x="77469" y="692150"/>
                  </a:lnTo>
                  <a:lnTo>
                    <a:pt x="72389" y="687070"/>
                  </a:lnTo>
                  <a:lnTo>
                    <a:pt x="68579"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0810"/>
                  </a:lnTo>
                  <a:lnTo>
                    <a:pt x="59689" y="118110"/>
                  </a:lnTo>
                  <a:lnTo>
                    <a:pt x="71119" y="90170"/>
                  </a:lnTo>
                  <a:lnTo>
                    <a:pt x="82550" y="62230"/>
                  </a:lnTo>
                  <a:lnTo>
                    <a:pt x="93979" y="31750"/>
                  </a:lnTo>
                  <a:lnTo>
                    <a:pt x="102869" y="0"/>
                  </a:lnTo>
                  <a:lnTo>
                    <a:pt x="113029" y="0"/>
                  </a:lnTo>
                  <a:close/>
                </a:path>
              </a:pathLst>
            </a:custGeom>
            <a:ln w="12579">
              <a:solidFill>
                <a:srgbClr val="9898FF"/>
              </a:solidFill>
            </a:ln>
          </p:spPr>
          <p:txBody>
            <a:bodyPr wrap="square" lIns="0" tIns="0" rIns="0" bIns="0" rtlCol="0"/>
            <a:lstStyle/>
            <a:p/>
          </p:txBody>
        </p:sp>
        <p:sp>
          <p:nvSpPr>
            <p:cNvPr id="436" name="object 436"/>
            <p:cNvSpPr/>
            <p:nvPr/>
          </p:nvSpPr>
          <p:spPr>
            <a:xfrm>
              <a:off x="5618480" y="927100"/>
              <a:ext cx="140970" cy="750570"/>
            </a:xfrm>
            <a:prstGeom prst="rect">
              <a:avLst/>
            </a:prstGeom>
            <a:blipFill>
              <a:blip r:embed="rId24" cstate="print"/>
              <a:stretch>
                <a:fillRect/>
              </a:stretch>
            </a:blipFill>
          </p:spPr>
          <p:txBody>
            <a:bodyPr wrap="square" lIns="0" tIns="0" rIns="0" bIns="0" rtlCol="0"/>
            <a:lstStyle/>
            <a:p/>
          </p:txBody>
        </p:sp>
        <p:sp>
          <p:nvSpPr>
            <p:cNvPr id="437" name="object 437"/>
            <p:cNvSpPr/>
            <p:nvPr/>
          </p:nvSpPr>
          <p:spPr>
            <a:xfrm>
              <a:off x="5638800" y="920750"/>
              <a:ext cx="99060" cy="180339"/>
            </a:xfrm>
            <a:prstGeom prst="rect">
              <a:avLst/>
            </a:prstGeom>
            <a:blipFill>
              <a:blip r:embed="rId25" cstate="print"/>
              <a:stretch>
                <a:fillRect/>
              </a:stretch>
            </a:blipFill>
          </p:spPr>
          <p:txBody>
            <a:bodyPr wrap="square" lIns="0" tIns="0" rIns="0" bIns="0" rtlCol="0"/>
            <a:lstStyle/>
            <a:p/>
          </p:txBody>
        </p:sp>
        <p:sp>
          <p:nvSpPr>
            <p:cNvPr id="438" name="object 438"/>
            <p:cNvSpPr/>
            <p:nvPr/>
          </p:nvSpPr>
          <p:spPr>
            <a:xfrm>
              <a:off x="572135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39" name="object 439"/>
            <p:cNvSpPr/>
            <p:nvPr/>
          </p:nvSpPr>
          <p:spPr>
            <a:xfrm>
              <a:off x="5612130" y="1573530"/>
              <a:ext cx="153670" cy="110490"/>
            </a:xfrm>
            <a:prstGeom prst="rect">
              <a:avLst/>
            </a:prstGeom>
            <a:blipFill>
              <a:blip r:embed="rId26" cstate="print"/>
              <a:stretch>
                <a:fillRect/>
              </a:stretch>
            </a:blipFill>
          </p:spPr>
          <p:txBody>
            <a:bodyPr wrap="square" lIns="0" tIns="0" rIns="0" bIns="0" rtlCol="0"/>
            <a:lstStyle/>
            <a:p/>
          </p:txBody>
        </p:sp>
        <p:sp>
          <p:nvSpPr>
            <p:cNvPr id="440" name="object 440"/>
            <p:cNvSpPr/>
            <p:nvPr/>
          </p:nvSpPr>
          <p:spPr>
            <a:xfrm>
              <a:off x="564388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41" name="object 441"/>
            <p:cNvSpPr/>
            <p:nvPr/>
          </p:nvSpPr>
          <p:spPr>
            <a:xfrm>
              <a:off x="5612130" y="1165859"/>
              <a:ext cx="121920" cy="110489"/>
            </a:xfrm>
            <a:prstGeom prst="rect">
              <a:avLst/>
            </a:prstGeom>
            <a:blipFill>
              <a:blip r:embed="rId27" cstate="print"/>
              <a:stretch>
                <a:fillRect/>
              </a:stretch>
            </a:blipFill>
          </p:spPr>
          <p:txBody>
            <a:bodyPr wrap="square" lIns="0" tIns="0" rIns="0" bIns="0" rtlCol="0"/>
            <a:lstStyle/>
            <a:p/>
          </p:txBody>
        </p:sp>
        <p:sp>
          <p:nvSpPr>
            <p:cNvPr id="442" name="object 442"/>
            <p:cNvSpPr/>
            <p:nvPr/>
          </p:nvSpPr>
          <p:spPr>
            <a:xfrm>
              <a:off x="5770880" y="1172209"/>
              <a:ext cx="275589" cy="520700"/>
            </a:xfrm>
            <a:prstGeom prst="rect">
              <a:avLst/>
            </a:prstGeom>
            <a:blipFill>
              <a:blip r:embed="rId28" cstate="print"/>
              <a:stretch>
                <a:fillRect/>
              </a:stretch>
            </a:blipFill>
          </p:spPr>
          <p:txBody>
            <a:bodyPr wrap="square" lIns="0" tIns="0" rIns="0" bIns="0" rtlCol="0"/>
            <a:lstStyle/>
            <a:p/>
          </p:txBody>
        </p:sp>
        <p:sp>
          <p:nvSpPr>
            <p:cNvPr id="443" name="object 443"/>
            <p:cNvSpPr/>
            <p:nvPr/>
          </p:nvSpPr>
          <p:spPr>
            <a:xfrm>
              <a:off x="5770880" y="1172209"/>
              <a:ext cx="275590" cy="520700"/>
            </a:xfrm>
            <a:custGeom>
              <a:avLst/>
              <a:gdLst/>
              <a:ahLst/>
              <a:cxnLst/>
              <a:rect l="l" t="t" r="r" b="b"/>
              <a:pathLst>
                <a:path w="275589" h="520700">
                  <a:moveTo>
                    <a:pt x="132080" y="520700"/>
                  </a:moveTo>
                  <a:lnTo>
                    <a:pt x="44450" y="128269"/>
                  </a:lnTo>
                  <a:lnTo>
                    <a:pt x="35560" y="95250"/>
                  </a:lnTo>
                  <a:lnTo>
                    <a:pt x="29210" y="69850"/>
                  </a:lnTo>
                  <a:lnTo>
                    <a:pt x="26670" y="59689"/>
                  </a:lnTo>
                  <a:lnTo>
                    <a:pt x="24130" y="50800"/>
                  </a:lnTo>
                  <a:lnTo>
                    <a:pt x="21590" y="43179"/>
                  </a:lnTo>
                  <a:lnTo>
                    <a:pt x="19050" y="38100"/>
                  </a:lnTo>
                  <a:lnTo>
                    <a:pt x="17780" y="34289"/>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589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5089"/>
                  </a:lnTo>
                  <a:lnTo>
                    <a:pt x="120650" y="106679"/>
                  </a:lnTo>
                  <a:lnTo>
                    <a:pt x="125730" y="132079"/>
                  </a:lnTo>
                  <a:lnTo>
                    <a:pt x="168910" y="321310"/>
                  </a:lnTo>
                  <a:lnTo>
                    <a:pt x="203200" y="157479"/>
                  </a:lnTo>
                  <a:lnTo>
                    <a:pt x="209550" y="125729"/>
                  </a:lnTo>
                  <a:lnTo>
                    <a:pt x="212090" y="110489"/>
                  </a:lnTo>
                  <a:lnTo>
                    <a:pt x="214630" y="97789"/>
                  </a:lnTo>
                  <a:lnTo>
                    <a:pt x="215900" y="85089"/>
                  </a:lnTo>
                  <a:lnTo>
                    <a:pt x="217170" y="74929"/>
                  </a:lnTo>
                  <a:lnTo>
                    <a:pt x="218440" y="66039"/>
                  </a:lnTo>
                  <a:lnTo>
                    <a:pt x="218440" y="62229"/>
                  </a:lnTo>
                  <a:lnTo>
                    <a:pt x="218440" y="58419"/>
                  </a:lnTo>
                  <a:lnTo>
                    <a:pt x="218440" y="53339"/>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4289"/>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3050" y="20319"/>
                  </a:lnTo>
                  <a:lnTo>
                    <a:pt x="269240" y="21589"/>
                  </a:lnTo>
                  <a:lnTo>
                    <a:pt x="266700" y="22860"/>
                  </a:lnTo>
                  <a:lnTo>
                    <a:pt x="264160" y="25400"/>
                  </a:lnTo>
                  <a:lnTo>
                    <a:pt x="261620" y="27939"/>
                  </a:lnTo>
                  <a:lnTo>
                    <a:pt x="259080" y="30479"/>
                  </a:lnTo>
                  <a:lnTo>
                    <a:pt x="257810" y="34289"/>
                  </a:lnTo>
                  <a:lnTo>
                    <a:pt x="255270" y="36829"/>
                  </a:lnTo>
                  <a:lnTo>
                    <a:pt x="254000" y="39369"/>
                  </a:lnTo>
                  <a:lnTo>
                    <a:pt x="252730" y="41910"/>
                  </a:lnTo>
                  <a:lnTo>
                    <a:pt x="251460" y="48260"/>
                  </a:lnTo>
                  <a:lnTo>
                    <a:pt x="248920" y="55879"/>
                  </a:lnTo>
                  <a:lnTo>
                    <a:pt x="245110" y="66039"/>
                  </a:lnTo>
                  <a:lnTo>
                    <a:pt x="238760" y="91439"/>
                  </a:lnTo>
                  <a:lnTo>
                    <a:pt x="231140" y="123189"/>
                  </a:lnTo>
                  <a:lnTo>
                    <a:pt x="144780" y="520700"/>
                  </a:lnTo>
                  <a:lnTo>
                    <a:pt x="132080" y="520700"/>
                  </a:lnTo>
                  <a:close/>
                </a:path>
              </a:pathLst>
            </a:custGeom>
            <a:ln w="12579">
              <a:solidFill>
                <a:srgbClr val="9898FF"/>
              </a:solidFill>
            </a:ln>
          </p:spPr>
          <p:txBody>
            <a:bodyPr wrap="square" lIns="0" tIns="0" rIns="0" bIns="0" rtlCol="0"/>
            <a:lstStyle/>
            <a:p/>
          </p:txBody>
        </p:sp>
        <p:sp>
          <p:nvSpPr>
            <p:cNvPr id="444" name="object 444"/>
            <p:cNvSpPr/>
            <p:nvPr/>
          </p:nvSpPr>
          <p:spPr>
            <a:xfrm>
              <a:off x="6073140" y="1156970"/>
              <a:ext cx="218439" cy="535939"/>
            </a:xfrm>
            <a:prstGeom prst="rect">
              <a:avLst/>
            </a:prstGeom>
            <a:blipFill>
              <a:blip r:embed="rId29" cstate="print"/>
              <a:stretch>
                <a:fillRect/>
              </a:stretch>
            </a:blipFill>
          </p:spPr>
          <p:txBody>
            <a:bodyPr wrap="square" lIns="0" tIns="0" rIns="0" bIns="0" rtlCol="0"/>
            <a:lstStyle/>
            <a:p/>
          </p:txBody>
        </p:sp>
        <p:sp>
          <p:nvSpPr>
            <p:cNvPr id="445" name="object 445"/>
            <p:cNvSpPr/>
            <p:nvPr/>
          </p:nvSpPr>
          <p:spPr>
            <a:xfrm>
              <a:off x="6141720" y="14008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652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5046" y="195135"/>
                  </a:lnTo>
                  <a:lnTo>
                    <a:pt x="44450" y="195580"/>
                  </a:lnTo>
                  <a:lnTo>
                    <a:pt x="46990" y="199390"/>
                  </a:lnTo>
                  <a:lnTo>
                    <a:pt x="48260" y="199390"/>
                  </a:lnTo>
                  <a:lnTo>
                    <a:pt x="50800" y="203200"/>
                  </a:lnTo>
                  <a:lnTo>
                    <a:pt x="54610" y="205740"/>
                  </a:lnTo>
                  <a:lnTo>
                    <a:pt x="58420" y="208280"/>
                  </a:lnTo>
                  <a:lnTo>
                    <a:pt x="60960" y="210820"/>
                  </a:lnTo>
                  <a:lnTo>
                    <a:pt x="64770" y="212090"/>
                  </a:lnTo>
                  <a:lnTo>
                    <a:pt x="64770" y="213360"/>
                  </a:lnTo>
                  <a:lnTo>
                    <a:pt x="66040" y="213360"/>
                  </a:lnTo>
                  <a:lnTo>
                    <a:pt x="68580" y="214630"/>
                  </a:lnTo>
                  <a:lnTo>
                    <a:pt x="69850" y="214630"/>
                  </a:lnTo>
                  <a:lnTo>
                    <a:pt x="72390" y="214630"/>
                  </a:lnTo>
                  <a:lnTo>
                    <a:pt x="76200" y="215900"/>
                  </a:lnTo>
                  <a:lnTo>
                    <a:pt x="77470" y="215900"/>
                  </a:lnTo>
                  <a:lnTo>
                    <a:pt x="81280" y="215900"/>
                  </a:lnTo>
                  <a:lnTo>
                    <a:pt x="85090" y="215900"/>
                  </a:lnTo>
                  <a:lnTo>
                    <a:pt x="87630" y="215900"/>
                  </a:lnTo>
                  <a:lnTo>
                    <a:pt x="91440" y="214630"/>
                  </a:lnTo>
                  <a:lnTo>
                    <a:pt x="91287" y="214261"/>
                  </a:lnTo>
                  <a:lnTo>
                    <a:pt x="93980" y="213360"/>
                  </a:lnTo>
                  <a:lnTo>
                    <a:pt x="95250" y="213360"/>
                  </a:lnTo>
                  <a:lnTo>
                    <a:pt x="96520" y="21209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3350" y="147320"/>
                  </a:lnTo>
                  <a:lnTo>
                    <a:pt x="127000" y="146050"/>
                  </a:lnTo>
                  <a:lnTo>
                    <a:pt x="123190" y="154940"/>
                  </a:lnTo>
                  <a:lnTo>
                    <a:pt x="119380" y="162560"/>
                  </a:lnTo>
                  <a:lnTo>
                    <a:pt x="116001" y="170446"/>
                  </a:lnTo>
                  <a:lnTo>
                    <a:pt x="115570" y="170180"/>
                  </a:lnTo>
                  <a:lnTo>
                    <a:pt x="113360" y="176784"/>
                  </a:lnTo>
                  <a:lnTo>
                    <a:pt x="113030" y="17653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3500" y="196850"/>
                  </a:lnTo>
                  <a:lnTo>
                    <a:pt x="62230" y="195580"/>
                  </a:lnTo>
                  <a:lnTo>
                    <a:pt x="62014" y="195872"/>
                  </a:lnTo>
                  <a:lnTo>
                    <a:pt x="59690" y="194310"/>
                  </a:lnTo>
                  <a:lnTo>
                    <a:pt x="57150" y="190500"/>
                  </a:lnTo>
                  <a:lnTo>
                    <a:pt x="56642" y="191008"/>
                  </a:lnTo>
                  <a:lnTo>
                    <a:pt x="54610" y="187960"/>
                  </a:lnTo>
                  <a:lnTo>
                    <a:pt x="52070" y="184150"/>
                  </a:lnTo>
                  <a:lnTo>
                    <a:pt x="51498" y="184581"/>
                  </a:lnTo>
                  <a:lnTo>
                    <a:pt x="49530" y="181610"/>
                  </a:lnTo>
                  <a:lnTo>
                    <a:pt x="44678" y="173139"/>
                  </a:lnTo>
                  <a:lnTo>
                    <a:pt x="45720" y="172720"/>
                  </a:lnTo>
                  <a:lnTo>
                    <a:pt x="39370" y="162560"/>
                  </a:lnTo>
                  <a:lnTo>
                    <a:pt x="34290" y="147320"/>
                  </a:lnTo>
                  <a:lnTo>
                    <a:pt x="29210" y="130810"/>
                  </a:lnTo>
                  <a:lnTo>
                    <a:pt x="28879" y="130949"/>
                  </a:lnTo>
                  <a:lnTo>
                    <a:pt x="24130" y="114300"/>
                  </a:lnTo>
                  <a:lnTo>
                    <a:pt x="21590" y="95250"/>
                  </a:lnTo>
                  <a:lnTo>
                    <a:pt x="17780" y="74930"/>
                  </a:lnTo>
                  <a:lnTo>
                    <a:pt x="15240" y="5334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46" name="object 446"/>
            <p:cNvSpPr/>
            <p:nvPr/>
          </p:nvSpPr>
          <p:spPr>
            <a:xfrm>
              <a:off x="6092190" y="1515109"/>
              <a:ext cx="205740" cy="184150"/>
            </a:xfrm>
            <a:custGeom>
              <a:avLst/>
              <a:gdLst/>
              <a:ahLst/>
              <a:cxnLst/>
              <a:rect l="l" t="t" r="r" b="b"/>
              <a:pathLst>
                <a:path w="205739" h="184150">
                  <a:moveTo>
                    <a:pt x="205740" y="22860"/>
                  </a:moveTo>
                  <a:lnTo>
                    <a:pt x="204470" y="20320"/>
                  </a:lnTo>
                  <a:lnTo>
                    <a:pt x="195580" y="7620"/>
                  </a:lnTo>
                  <a:lnTo>
                    <a:pt x="187960" y="0"/>
                  </a:lnTo>
                  <a:lnTo>
                    <a:pt x="184150" y="10160"/>
                  </a:lnTo>
                  <a:lnTo>
                    <a:pt x="180340" y="21590"/>
                  </a:lnTo>
                  <a:lnTo>
                    <a:pt x="176530" y="31750"/>
                  </a:lnTo>
                  <a:lnTo>
                    <a:pt x="172720" y="40640"/>
                  </a:lnTo>
                  <a:lnTo>
                    <a:pt x="179070" y="43180"/>
                  </a:lnTo>
                  <a:lnTo>
                    <a:pt x="184150" y="45720"/>
                  </a:lnTo>
                  <a:lnTo>
                    <a:pt x="187960" y="35560"/>
                  </a:lnTo>
                  <a:lnTo>
                    <a:pt x="191770" y="25400"/>
                  </a:lnTo>
                  <a:lnTo>
                    <a:pt x="191935" y="24892"/>
                  </a:lnTo>
                  <a:lnTo>
                    <a:pt x="192138" y="25171"/>
                  </a:lnTo>
                  <a:lnTo>
                    <a:pt x="187960" y="41910"/>
                  </a:lnTo>
                  <a:lnTo>
                    <a:pt x="183184" y="59817"/>
                  </a:lnTo>
                  <a:lnTo>
                    <a:pt x="182880" y="59690"/>
                  </a:lnTo>
                  <a:lnTo>
                    <a:pt x="176530" y="77470"/>
                  </a:lnTo>
                  <a:lnTo>
                    <a:pt x="177622" y="77914"/>
                  </a:lnTo>
                  <a:lnTo>
                    <a:pt x="171869" y="92887"/>
                  </a:lnTo>
                  <a:lnTo>
                    <a:pt x="171450" y="92710"/>
                  </a:lnTo>
                  <a:lnTo>
                    <a:pt x="165519" y="106934"/>
                  </a:lnTo>
                  <a:lnTo>
                    <a:pt x="165100" y="106680"/>
                  </a:lnTo>
                  <a:lnTo>
                    <a:pt x="158750" y="119380"/>
                  </a:lnTo>
                  <a:lnTo>
                    <a:pt x="159778" y="119799"/>
                  </a:lnTo>
                  <a:lnTo>
                    <a:pt x="154165" y="129921"/>
                  </a:lnTo>
                  <a:lnTo>
                    <a:pt x="153670" y="129540"/>
                  </a:lnTo>
                  <a:lnTo>
                    <a:pt x="147853" y="138836"/>
                  </a:lnTo>
                  <a:lnTo>
                    <a:pt x="147320" y="138430"/>
                  </a:lnTo>
                  <a:lnTo>
                    <a:pt x="140970" y="146050"/>
                  </a:lnTo>
                  <a:lnTo>
                    <a:pt x="134620" y="153670"/>
                  </a:lnTo>
                  <a:lnTo>
                    <a:pt x="128270" y="158750"/>
                  </a:lnTo>
                  <a:lnTo>
                    <a:pt x="120650" y="163830"/>
                  </a:lnTo>
                  <a:lnTo>
                    <a:pt x="120904" y="164172"/>
                  </a:lnTo>
                  <a:lnTo>
                    <a:pt x="114300" y="166370"/>
                  </a:lnTo>
                  <a:lnTo>
                    <a:pt x="106680" y="170180"/>
                  </a:lnTo>
                  <a:lnTo>
                    <a:pt x="100330" y="170180"/>
                  </a:lnTo>
                  <a:lnTo>
                    <a:pt x="93345" y="171348"/>
                  </a:lnTo>
                  <a:lnTo>
                    <a:pt x="86360" y="170180"/>
                  </a:lnTo>
                  <a:lnTo>
                    <a:pt x="81280" y="170180"/>
                  </a:lnTo>
                  <a:lnTo>
                    <a:pt x="73660" y="167640"/>
                  </a:lnTo>
                  <a:lnTo>
                    <a:pt x="67310" y="166370"/>
                  </a:lnTo>
                  <a:lnTo>
                    <a:pt x="67208" y="166827"/>
                  </a:lnTo>
                  <a:lnTo>
                    <a:pt x="63093" y="164363"/>
                  </a:lnTo>
                  <a:lnTo>
                    <a:pt x="63500" y="163830"/>
                  </a:lnTo>
                  <a:lnTo>
                    <a:pt x="57150" y="160020"/>
                  </a:lnTo>
                  <a:lnTo>
                    <a:pt x="51587" y="156692"/>
                  </a:lnTo>
                  <a:lnTo>
                    <a:pt x="52070" y="156210"/>
                  </a:lnTo>
                  <a:lnTo>
                    <a:pt x="46418" y="151701"/>
                  </a:lnTo>
                  <a:lnTo>
                    <a:pt x="46990" y="151130"/>
                  </a:lnTo>
                  <a:lnTo>
                    <a:pt x="41910" y="146050"/>
                  </a:lnTo>
                  <a:lnTo>
                    <a:pt x="36830" y="139700"/>
                  </a:lnTo>
                  <a:lnTo>
                    <a:pt x="31750" y="133350"/>
                  </a:lnTo>
                  <a:lnTo>
                    <a:pt x="27940" y="125730"/>
                  </a:lnTo>
                  <a:lnTo>
                    <a:pt x="22860" y="118110"/>
                  </a:lnTo>
                  <a:lnTo>
                    <a:pt x="19050" y="107950"/>
                  </a:lnTo>
                  <a:lnTo>
                    <a:pt x="18656" y="108191"/>
                  </a:lnTo>
                  <a:lnTo>
                    <a:pt x="15240" y="99060"/>
                  </a:lnTo>
                  <a:lnTo>
                    <a:pt x="11430" y="88900"/>
                  </a:lnTo>
                  <a:lnTo>
                    <a:pt x="5080" y="91440"/>
                  </a:lnTo>
                  <a:lnTo>
                    <a:pt x="0" y="92710"/>
                  </a:lnTo>
                  <a:lnTo>
                    <a:pt x="3810" y="102870"/>
                  </a:lnTo>
                  <a:lnTo>
                    <a:pt x="7620" y="113030"/>
                  </a:lnTo>
                  <a:lnTo>
                    <a:pt x="7620" y="114300"/>
                  </a:lnTo>
                  <a:lnTo>
                    <a:pt x="11430" y="123190"/>
                  </a:lnTo>
                  <a:lnTo>
                    <a:pt x="16510" y="132080"/>
                  </a:lnTo>
                  <a:lnTo>
                    <a:pt x="21590" y="139700"/>
                  </a:lnTo>
                  <a:lnTo>
                    <a:pt x="21590" y="140970"/>
                  </a:lnTo>
                  <a:lnTo>
                    <a:pt x="26670" y="147320"/>
                  </a:lnTo>
                  <a:lnTo>
                    <a:pt x="31750" y="153670"/>
                  </a:lnTo>
                  <a:lnTo>
                    <a:pt x="31750" y="154940"/>
                  </a:lnTo>
                  <a:lnTo>
                    <a:pt x="36830" y="160020"/>
                  </a:lnTo>
                  <a:lnTo>
                    <a:pt x="38100" y="161290"/>
                  </a:lnTo>
                  <a:lnTo>
                    <a:pt x="43180" y="166370"/>
                  </a:lnTo>
                  <a:lnTo>
                    <a:pt x="44450" y="166370"/>
                  </a:lnTo>
                  <a:lnTo>
                    <a:pt x="49530" y="170180"/>
                  </a:lnTo>
                  <a:lnTo>
                    <a:pt x="55880" y="175260"/>
                  </a:lnTo>
                  <a:lnTo>
                    <a:pt x="57150" y="175260"/>
                  </a:lnTo>
                  <a:lnTo>
                    <a:pt x="62230" y="177800"/>
                  </a:lnTo>
                  <a:lnTo>
                    <a:pt x="63500" y="177800"/>
                  </a:lnTo>
                  <a:lnTo>
                    <a:pt x="63500" y="179070"/>
                  </a:lnTo>
                  <a:lnTo>
                    <a:pt x="69850" y="180340"/>
                  </a:lnTo>
                  <a:lnTo>
                    <a:pt x="77470" y="182880"/>
                  </a:lnTo>
                  <a:lnTo>
                    <a:pt x="78740" y="182880"/>
                  </a:lnTo>
                  <a:lnTo>
                    <a:pt x="85090" y="182880"/>
                  </a:lnTo>
                  <a:lnTo>
                    <a:pt x="92710" y="184150"/>
                  </a:lnTo>
                  <a:lnTo>
                    <a:pt x="93980" y="184150"/>
                  </a:lnTo>
                  <a:lnTo>
                    <a:pt x="101600" y="182880"/>
                  </a:lnTo>
                  <a:lnTo>
                    <a:pt x="110490" y="181610"/>
                  </a:lnTo>
                  <a:lnTo>
                    <a:pt x="111760" y="181610"/>
                  </a:lnTo>
                  <a:lnTo>
                    <a:pt x="119380" y="177800"/>
                  </a:lnTo>
                  <a:lnTo>
                    <a:pt x="127000" y="175260"/>
                  </a:lnTo>
                  <a:lnTo>
                    <a:pt x="128270" y="175260"/>
                  </a:lnTo>
                  <a:lnTo>
                    <a:pt x="129540" y="173990"/>
                  </a:lnTo>
                  <a:lnTo>
                    <a:pt x="135890" y="168910"/>
                  </a:lnTo>
                  <a:lnTo>
                    <a:pt x="143510" y="162560"/>
                  </a:lnTo>
                  <a:lnTo>
                    <a:pt x="151130" y="154940"/>
                  </a:lnTo>
                  <a:lnTo>
                    <a:pt x="157480" y="146050"/>
                  </a:lnTo>
                  <a:lnTo>
                    <a:pt x="163830" y="137160"/>
                  </a:lnTo>
                  <a:lnTo>
                    <a:pt x="182880" y="97790"/>
                  </a:lnTo>
                  <a:lnTo>
                    <a:pt x="194310" y="64770"/>
                  </a:lnTo>
                  <a:lnTo>
                    <a:pt x="200660" y="45720"/>
                  </a:lnTo>
                  <a:lnTo>
                    <a:pt x="205740" y="25400"/>
                  </a:lnTo>
                  <a:lnTo>
                    <a:pt x="205740" y="22860"/>
                  </a:lnTo>
                  <a:close/>
                </a:path>
              </a:pathLst>
            </a:custGeom>
            <a:solidFill>
              <a:srgbClr val="9898FF"/>
            </a:solidFill>
          </p:spPr>
          <p:txBody>
            <a:bodyPr wrap="square" lIns="0" tIns="0" rIns="0" bIns="0" rtlCol="0"/>
            <a:lstStyle/>
            <a:p/>
          </p:txBody>
        </p:sp>
        <p:sp>
          <p:nvSpPr>
            <p:cNvPr id="447" name="object 447"/>
            <p:cNvSpPr/>
            <p:nvPr/>
          </p:nvSpPr>
          <p:spPr>
            <a:xfrm>
              <a:off x="6066777" y="1150619"/>
              <a:ext cx="140335" cy="467359"/>
            </a:xfrm>
            <a:custGeom>
              <a:avLst/>
              <a:gdLst/>
              <a:ahLst/>
              <a:cxnLst/>
              <a:rect l="l" t="t" r="r" b="b"/>
              <a:pathLst>
                <a:path w="140335" h="467359">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1292" y="15240"/>
                  </a:lnTo>
                  <a:lnTo>
                    <a:pt x="76212" y="20320"/>
                  </a:lnTo>
                  <a:lnTo>
                    <a:pt x="71132" y="25400"/>
                  </a:lnTo>
                  <a:lnTo>
                    <a:pt x="69862" y="25400"/>
                  </a:lnTo>
                  <a:lnTo>
                    <a:pt x="64782" y="31750"/>
                  </a:lnTo>
                  <a:lnTo>
                    <a:pt x="65506" y="32296"/>
                  </a:lnTo>
                  <a:lnTo>
                    <a:pt x="60972" y="36830"/>
                  </a:lnTo>
                  <a:lnTo>
                    <a:pt x="59702" y="36830"/>
                  </a:lnTo>
                  <a:lnTo>
                    <a:pt x="59702" y="38100"/>
                  </a:lnTo>
                  <a:lnTo>
                    <a:pt x="55892" y="44450"/>
                  </a:lnTo>
                  <a:lnTo>
                    <a:pt x="54622" y="44450"/>
                  </a:lnTo>
                  <a:lnTo>
                    <a:pt x="45732" y="59690"/>
                  </a:lnTo>
                  <a:lnTo>
                    <a:pt x="44462" y="60960"/>
                  </a:lnTo>
                  <a:lnTo>
                    <a:pt x="36842" y="77470"/>
                  </a:lnTo>
                  <a:lnTo>
                    <a:pt x="31762" y="87630"/>
                  </a:lnTo>
                  <a:lnTo>
                    <a:pt x="31762" y="88900"/>
                  </a:lnTo>
                  <a:lnTo>
                    <a:pt x="27952" y="99060"/>
                  </a:lnTo>
                  <a:lnTo>
                    <a:pt x="24142" y="107950"/>
                  </a:lnTo>
                  <a:lnTo>
                    <a:pt x="24142" y="109220"/>
                  </a:lnTo>
                  <a:lnTo>
                    <a:pt x="20332" y="119380"/>
                  </a:lnTo>
                  <a:lnTo>
                    <a:pt x="17792" y="130810"/>
                  </a:lnTo>
                  <a:lnTo>
                    <a:pt x="13982" y="142240"/>
                  </a:lnTo>
                  <a:lnTo>
                    <a:pt x="8902" y="167640"/>
                  </a:lnTo>
                  <a:lnTo>
                    <a:pt x="8902" y="168910"/>
                  </a:lnTo>
                  <a:lnTo>
                    <a:pt x="5092" y="194310"/>
                  </a:lnTo>
                  <a:lnTo>
                    <a:pt x="2552" y="222250"/>
                  </a:lnTo>
                  <a:lnTo>
                    <a:pt x="0" y="222250"/>
                  </a:lnTo>
                  <a:lnTo>
                    <a:pt x="0" y="355600"/>
                  </a:lnTo>
                  <a:lnTo>
                    <a:pt x="3822" y="355600"/>
                  </a:lnTo>
                  <a:lnTo>
                    <a:pt x="6362" y="378460"/>
                  </a:lnTo>
                  <a:lnTo>
                    <a:pt x="10172" y="400050"/>
                  </a:lnTo>
                  <a:lnTo>
                    <a:pt x="13982" y="420370"/>
                  </a:lnTo>
                  <a:lnTo>
                    <a:pt x="19062" y="439420"/>
                  </a:lnTo>
                  <a:lnTo>
                    <a:pt x="24142" y="457200"/>
                  </a:lnTo>
                  <a:lnTo>
                    <a:pt x="25412" y="457200"/>
                  </a:lnTo>
                  <a:lnTo>
                    <a:pt x="29222" y="467360"/>
                  </a:lnTo>
                  <a:lnTo>
                    <a:pt x="34302" y="466090"/>
                  </a:lnTo>
                  <a:lnTo>
                    <a:pt x="40652" y="463550"/>
                  </a:lnTo>
                  <a:lnTo>
                    <a:pt x="36842" y="453390"/>
                  </a:lnTo>
                  <a:lnTo>
                    <a:pt x="30492" y="435610"/>
                  </a:lnTo>
                  <a:lnTo>
                    <a:pt x="30264" y="435724"/>
                  </a:lnTo>
                  <a:lnTo>
                    <a:pt x="26682" y="416560"/>
                  </a:lnTo>
                  <a:lnTo>
                    <a:pt x="21602" y="397510"/>
                  </a:lnTo>
                  <a:lnTo>
                    <a:pt x="19062" y="375920"/>
                  </a:lnTo>
                  <a:lnTo>
                    <a:pt x="18923" y="375958"/>
                  </a:lnTo>
                  <a:lnTo>
                    <a:pt x="16522" y="354330"/>
                  </a:lnTo>
                  <a:lnTo>
                    <a:pt x="16522" y="222250"/>
                  </a:lnTo>
                  <a:lnTo>
                    <a:pt x="15367" y="222250"/>
                  </a:lnTo>
                  <a:lnTo>
                    <a:pt x="17792" y="195580"/>
                  </a:lnTo>
                  <a:lnTo>
                    <a:pt x="21602" y="170180"/>
                  </a:lnTo>
                  <a:lnTo>
                    <a:pt x="26682" y="14478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9329" y="45326"/>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3759" y="15544"/>
                  </a:lnTo>
                  <a:lnTo>
                    <a:pt x="104152" y="16510"/>
                  </a:lnTo>
                  <a:lnTo>
                    <a:pt x="109232" y="15240"/>
                  </a:lnTo>
                  <a:lnTo>
                    <a:pt x="114312" y="12700"/>
                  </a:lnTo>
                  <a:lnTo>
                    <a:pt x="119392" y="11684"/>
                  </a:lnTo>
                  <a:lnTo>
                    <a:pt x="119392" y="12700"/>
                  </a:lnTo>
                  <a:lnTo>
                    <a:pt x="124472" y="12700"/>
                  </a:lnTo>
                  <a:lnTo>
                    <a:pt x="129552" y="12700"/>
                  </a:lnTo>
                  <a:lnTo>
                    <a:pt x="129552" y="11861"/>
                  </a:lnTo>
                  <a:lnTo>
                    <a:pt x="132092" y="12700"/>
                  </a:lnTo>
                  <a:lnTo>
                    <a:pt x="133362" y="12700"/>
                  </a:lnTo>
                  <a:lnTo>
                    <a:pt x="138442" y="13970"/>
                  </a:lnTo>
                  <a:lnTo>
                    <a:pt x="138442" y="7620"/>
                  </a:lnTo>
                  <a:lnTo>
                    <a:pt x="139712" y="1270"/>
                  </a:lnTo>
                  <a:close/>
                </a:path>
              </a:pathLst>
            </a:custGeom>
            <a:solidFill>
              <a:srgbClr val="9898FF"/>
            </a:solidFill>
          </p:spPr>
          <p:txBody>
            <a:bodyPr wrap="square" lIns="0" tIns="0" rIns="0" bIns="0" rtlCol="0"/>
            <a:lstStyle/>
            <a:p/>
          </p:txBody>
        </p:sp>
        <p:sp>
          <p:nvSpPr>
            <p:cNvPr id="448" name="object 448"/>
            <p:cNvSpPr/>
            <p:nvPr/>
          </p:nvSpPr>
          <p:spPr>
            <a:xfrm>
              <a:off x="6197600" y="1151889"/>
              <a:ext cx="100330" cy="261620"/>
            </a:xfrm>
            <a:custGeom>
              <a:avLst/>
              <a:gdLst/>
              <a:ahLst/>
              <a:cxnLst/>
              <a:rect l="l" t="t" r="r" b="b"/>
              <a:pathLst>
                <a:path w="100329" h="261619">
                  <a:moveTo>
                    <a:pt x="31750" y="177800"/>
                  </a:moveTo>
                  <a:lnTo>
                    <a:pt x="30480" y="144780"/>
                  </a:lnTo>
                  <a:lnTo>
                    <a:pt x="29210" y="130810"/>
                  </a:lnTo>
                  <a:lnTo>
                    <a:pt x="29210" y="129540"/>
                  </a:lnTo>
                  <a:lnTo>
                    <a:pt x="29210" y="118110"/>
                  </a:lnTo>
                  <a:lnTo>
                    <a:pt x="27940" y="106680"/>
                  </a:lnTo>
                  <a:lnTo>
                    <a:pt x="26670" y="97790"/>
                  </a:lnTo>
                  <a:lnTo>
                    <a:pt x="25400" y="90170"/>
                  </a:lnTo>
                  <a:lnTo>
                    <a:pt x="24130" y="82550"/>
                  </a:lnTo>
                  <a:lnTo>
                    <a:pt x="21590" y="74930"/>
                  </a:lnTo>
                  <a:lnTo>
                    <a:pt x="21590" y="73660"/>
                  </a:lnTo>
                  <a:lnTo>
                    <a:pt x="20320" y="68580"/>
                  </a:lnTo>
                  <a:lnTo>
                    <a:pt x="17780" y="62230"/>
                  </a:lnTo>
                  <a:lnTo>
                    <a:pt x="16510" y="55880"/>
                  </a:lnTo>
                  <a:lnTo>
                    <a:pt x="15240" y="55880"/>
                  </a:lnTo>
                  <a:lnTo>
                    <a:pt x="13970" y="50800"/>
                  </a:lnTo>
                  <a:lnTo>
                    <a:pt x="12700" y="50800"/>
                  </a:lnTo>
                  <a:lnTo>
                    <a:pt x="10160" y="46990"/>
                  </a:lnTo>
                  <a:lnTo>
                    <a:pt x="0" y="52070"/>
                  </a:lnTo>
                  <a:lnTo>
                    <a:pt x="254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9050" y="177800"/>
                  </a:lnTo>
                  <a:lnTo>
                    <a:pt x="19050" y="218440"/>
                  </a:lnTo>
                  <a:lnTo>
                    <a:pt x="31750" y="218440"/>
                  </a:lnTo>
                  <a:lnTo>
                    <a:pt x="31750" y="17780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2390" y="73660"/>
                  </a:lnTo>
                  <a:lnTo>
                    <a:pt x="68580" y="64770"/>
                  </a:lnTo>
                  <a:lnTo>
                    <a:pt x="60960" y="50800"/>
                  </a:lnTo>
                  <a:lnTo>
                    <a:pt x="60960" y="49530"/>
                  </a:lnTo>
                  <a:lnTo>
                    <a:pt x="53340" y="36830"/>
                  </a:lnTo>
                  <a:lnTo>
                    <a:pt x="52070" y="36830"/>
                  </a:lnTo>
                  <a:lnTo>
                    <a:pt x="48260" y="30480"/>
                  </a:lnTo>
                  <a:lnTo>
                    <a:pt x="43713" y="25946"/>
                  </a:lnTo>
                  <a:lnTo>
                    <a:pt x="44450" y="2540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5080" y="0"/>
                  </a:lnTo>
                  <a:lnTo>
                    <a:pt x="3810" y="6350"/>
                  </a:lnTo>
                  <a:lnTo>
                    <a:pt x="2540" y="11430"/>
                  </a:lnTo>
                  <a:lnTo>
                    <a:pt x="6400" y="12407"/>
                  </a:lnTo>
                  <a:lnTo>
                    <a:pt x="6350" y="12700"/>
                  </a:lnTo>
                  <a:lnTo>
                    <a:pt x="10299" y="13690"/>
                  </a:lnTo>
                  <a:lnTo>
                    <a:pt x="10160" y="13970"/>
                  </a:lnTo>
                  <a:lnTo>
                    <a:pt x="13970" y="16510"/>
                  </a:lnTo>
                  <a:lnTo>
                    <a:pt x="14490" y="15646"/>
                  </a:lnTo>
                  <a:lnTo>
                    <a:pt x="19050" y="19050"/>
                  </a:lnTo>
                  <a:lnTo>
                    <a:pt x="22860" y="21590"/>
                  </a:lnTo>
                  <a:lnTo>
                    <a:pt x="26670" y="25400"/>
                  </a:lnTo>
                  <a:lnTo>
                    <a:pt x="27305" y="24765"/>
                  </a:lnTo>
                  <a:lnTo>
                    <a:pt x="30480" y="27940"/>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8740" y="147320"/>
                  </a:lnTo>
                  <a:lnTo>
                    <a:pt x="85090" y="196850"/>
                  </a:lnTo>
                  <a:lnTo>
                    <a:pt x="87630" y="255270"/>
                  </a:lnTo>
                  <a:lnTo>
                    <a:pt x="93980" y="254000"/>
                  </a:lnTo>
                  <a:lnTo>
                    <a:pt x="93980" y="261620"/>
                  </a:lnTo>
                  <a:lnTo>
                    <a:pt x="100330" y="261620"/>
                  </a:lnTo>
                  <a:lnTo>
                    <a:pt x="100330" y="254000"/>
                  </a:lnTo>
                  <a:close/>
                </a:path>
              </a:pathLst>
            </a:custGeom>
            <a:solidFill>
              <a:srgbClr val="9898FF"/>
            </a:solidFill>
          </p:spPr>
          <p:txBody>
            <a:bodyPr wrap="square" lIns="0" tIns="0" rIns="0" bIns="0" rtlCol="0"/>
            <a:lstStyle/>
            <a:p/>
          </p:txBody>
        </p:sp>
        <p:sp>
          <p:nvSpPr>
            <p:cNvPr id="449" name="object 449"/>
            <p:cNvSpPr/>
            <p:nvPr/>
          </p:nvSpPr>
          <p:spPr>
            <a:xfrm>
              <a:off x="6140450" y="11849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86" y="62179"/>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4290" y="24130"/>
                  </a:lnTo>
                  <a:lnTo>
                    <a:pt x="35560" y="21590"/>
                  </a:lnTo>
                  <a:lnTo>
                    <a:pt x="35026" y="21386"/>
                  </a:lnTo>
                  <a:lnTo>
                    <a:pt x="35560" y="20320"/>
                  </a:lnTo>
                  <a:lnTo>
                    <a:pt x="38100" y="19050"/>
                  </a:lnTo>
                  <a:lnTo>
                    <a:pt x="37299" y="18580"/>
                  </a:lnTo>
                  <a:lnTo>
                    <a:pt x="38100" y="17780"/>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9690" y="24130"/>
                  </a:lnTo>
                  <a:lnTo>
                    <a:pt x="64770" y="21590"/>
                  </a:lnTo>
                  <a:lnTo>
                    <a:pt x="69850" y="17780"/>
                  </a:lnTo>
                  <a:lnTo>
                    <a:pt x="67576" y="14376"/>
                  </a:lnTo>
                  <a:lnTo>
                    <a:pt x="68580" y="13970"/>
                  </a:lnTo>
                  <a:lnTo>
                    <a:pt x="67310" y="12700"/>
                  </a:lnTo>
                  <a:lnTo>
                    <a:pt x="66040" y="10160"/>
                  </a:lnTo>
                  <a:lnTo>
                    <a:pt x="64770" y="8890"/>
                  </a:lnTo>
                  <a:lnTo>
                    <a:pt x="64770" y="7620"/>
                  </a:lnTo>
                  <a:lnTo>
                    <a:pt x="63500" y="7620"/>
                  </a:lnTo>
                  <a:lnTo>
                    <a:pt x="62230" y="6350"/>
                  </a:lnTo>
                  <a:lnTo>
                    <a:pt x="60960" y="5080"/>
                  </a:lnTo>
                  <a:lnTo>
                    <a:pt x="59334" y="4279"/>
                  </a:lnTo>
                  <a:lnTo>
                    <a:pt x="59690" y="3810"/>
                  </a:lnTo>
                  <a:lnTo>
                    <a:pt x="57150" y="2540"/>
                  </a:lnTo>
                  <a:lnTo>
                    <a:pt x="55880" y="2540"/>
                  </a:lnTo>
                  <a:lnTo>
                    <a:pt x="53340" y="1270"/>
                  </a:lnTo>
                  <a:lnTo>
                    <a:pt x="50800" y="0"/>
                  </a:lnTo>
                  <a:lnTo>
                    <a:pt x="49530" y="0"/>
                  </a:lnTo>
                  <a:lnTo>
                    <a:pt x="46990" y="0"/>
                  </a:lnTo>
                  <a:lnTo>
                    <a:pt x="44450" y="0"/>
                  </a:lnTo>
                  <a:lnTo>
                    <a:pt x="43180" y="0"/>
                  </a:lnTo>
                  <a:lnTo>
                    <a:pt x="40640" y="1270"/>
                  </a:lnTo>
                  <a:lnTo>
                    <a:pt x="39370" y="1270"/>
                  </a:lnTo>
                  <a:lnTo>
                    <a:pt x="36830" y="2540"/>
                  </a:lnTo>
                  <a:lnTo>
                    <a:pt x="35560" y="3810"/>
                  </a:lnTo>
                  <a:lnTo>
                    <a:pt x="33020" y="5080"/>
                  </a:lnTo>
                  <a:lnTo>
                    <a:pt x="26670" y="11430"/>
                  </a:lnTo>
                  <a:lnTo>
                    <a:pt x="25400" y="13970"/>
                  </a:lnTo>
                  <a:lnTo>
                    <a:pt x="24130" y="16510"/>
                  </a:lnTo>
                  <a:lnTo>
                    <a:pt x="22860" y="16510"/>
                  </a:lnTo>
                  <a:lnTo>
                    <a:pt x="22860" y="19050"/>
                  </a:lnTo>
                  <a:lnTo>
                    <a:pt x="20320" y="21590"/>
                  </a:lnTo>
                  <a:lnTo>
                    <a:pt x="21285" y="22186"/>
                  </a:lnTo>
                  <a:lnTo>
                    <a:pt x="20320" y="24130"/>
                  </a:lnTo>
                  <a:lnTo>
                    <a:pt x="1905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9898FF"/>
            </a:solidFill>
          </p:spPr>
          <p:txBody>
            <a:bodyPr wrap="square" lIns="0" tIns="0" rIns="0" bIns="0" rtlCol="0"/>
            <a:lstStyle/>
            <a:p/>
          </p:txBody>
        </p:sp>
        <p:sp>
          <p:nvSpPr>
            <p:cNvPr id="450" name="object 450"/>
            <p:cNvSpPr/>
            <p:nvPr/>
          </p:nvSpPr>
          <p:spPr>
            <a:xfrm>
              <a:off x="6223000" y="1370330"/>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9898FF"/>
            </a:solidFill>
          </p:spPr>
          <p:txBody>
            <a:bodyPr wrap="square" lIns="0" tIns="0" rIns="0" bIns="0" rtlCol="0"/>
            <a:lstStyle/>
            <a:p/>
          </p:txBody>
        </p:sp>
      </p:grpSp>
      <p:grpSp>
        <p:nvGrpSpPr>
          <p:cNvPr id="451" name="object 451"/>
          <p:cNvGrpSpPr/>
          <p:nvPr/>
        </p:nvGrpSpPr>
        <p:grpSpPr>
          <a:xfrm>
            <a:off x="6835140" y="920750"/>
            <a:ext cx="1290320" cy="778510"/>
            <a:chOff x="6835140" y="920750"/>
            <a:chExt cx="1290320" cy="778510"/>
          </a:xfrm>
        </p:grpSpPr>
        <p:sp>
          <p:nvSpPr>
            <p:cNvPr id="452" name="object 452"/>
            <p:cNvSpPr/>
            <p:nvPr/>
          </p:nvSpPr>
          <p:spPr>
            <a:xfrm>
              <a:off x="6841490" y="927100"/>
              <a:ext cx="140970" cy="750570"/>
            </a:xfrm>
            <a:prstGeom prst="rect">
              <a:avLst/>
            </a:prstGeom>
            <a:blipFill>
              <a:blip r:embed="rId30" cstate="print"/>
              <a:stretch>
                <a:fillRect/>
              </a:stretch>
            </a:blipFill>
          </p:spPr>
          <p:txBody>
            <a:bodyPr wrap="square" lIns="0" tIns="0" rIns="0" bIns="0" rtlCol="0"/>
            <a:lstStyle/>
            <a:p/>
          </p:txBody>
        </p:sp>
        <p:sp>
          <p:nvSpPr>
            <p:cNvPr id="453" name="object 453"/>
            <p:cNvSpPr/>
            <p:nvPr/>
          </p:nvSpPr>
          <p:spPr>
            <a:xfrm>
              <a:off x="6861810" y="920750"/>
              <a:ext cx="99060" cy="180339"/>
            </a:xfrm>
            <a:prstGeom prst="rect">
              <a:avLst/>
            </a:prstGeom>
            <a:blipFill>
              <a:blip r:embed="rId31" cstate="print"/>
              <a:stretch>
                <a:fillRect/>
              </a:stretch>
            </a:blipFill>
          </p:spPr>
          <p:txBody>
            <a:bodyPr wrap="square" lIns="0" tIns="0" rIns="0" bIns="0" rtlCol="0"/>
            <a:lstStyle/>
            <a:p/>
          </p:txBody>
        </p:sp>
        <p:sp>
          <p:nvSpPr>
            <p:cNvPr id="454" name="object 454"/>
            <p:cNvSpPr/>
            <p:nvPr/>
          </p:nvSpPr>
          <p:spPr>
            <a:xfrm>
              <a:off x="6944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55" name="object 455"/>
            <p:cNvSpPr/>
            <p:nvPr/>
          </p:nvSpPr>
          <p:spPr>
            <a:xfrm>
              <a:off x="6835140" y="1573530"/>
              <a:ext cx="153669" cy="110490"/>
            </a:xfrm>
            <a:prstGeom prst="rect">
              <a:avLst/>
            </a:prstGeom>
            <a:blipFill>
              <a:blip r:embed="rId32" cstate="print"/>
              <a:stretch>
                <a:fillRect/>
              </a:stretch>
            </a:blipFill>
          </p:spPr>
          <p:txBody>
            <a:bodyPr wrap="square" lIns="0" tIns="0" rIns="0" bIns="0" rtlCol="0"/>
            <a:lstStyle/>
            <a:p/>
          </p:txBody>
        </p:sp>
        <p:sp>
          <p:nvSpPr>
            <p:cNvPr id="456" name="object 456"/>
            <p:cNvSpPr/>
            <p:nvPr/>
          </p:nvSpPr>
          <p:spPr>
            <a:xfrm>
              <a:off x="6866890" y="1276350"/>
              <a:ext cx="11430" cy="297180"/>
            </a:xfrm>
            <a:custGeom>
              <a:avLst/>
              <a:gdLst/>
              <a:ahLst/>
              <a:cxnLst/>
              <a:rect l="l" t="t" r="r" b="b"/>
              <a:pathLst>
                <a:path w="11429" h="297180">
                  <a:moveTo>
                    <a:pt x="11429" y="0"/>
                  </a:moveTo>
                  <a:lnTo>
                    <a:pt x="0" y="0"/>
                  </a:lnTo>
                  <a:lnTo>
                    <a:pt x="0" y="297179"/>
                  </a:lnTo>
                  <a:lnTo>
                    <a:pt x="11429" y="297179"/>
                  </a:lnTo>
                  <a:lnTo>
                    <a:pt x="11429" y="0"/>
                  </a:lnTo>
                  <a:close/>
                </a:path>
              </a:pathLst>
            </a:custGeom>
            <a:solidFill>
              <a:srgbClr val="9898FF"/>
            </a:solidFill>
          </p:spPr>
          <p:txBody>
            <a:bodyPr wrap="square" lIns="0" tIns="0" rIns="0" bIns="0" rtlCol="0"/>
            <a:lstStyle/>
            <a:p/>
          </p:txBody>
        </p:sp>
        <p:sp>
          <p:nvSpPr>
            <p:cNvPr id="457" name="object 457"/>
            <p:cNvSpPr/>
            <p:nvPr/>
          </p:nvSpPr>
          <p:spPr>
            <a:xfrm>
              <a:off x="6835140" y="1165859"/>
              <a:ext cx="121919" cy="110489"/>
            </a:xfrm>
            <a:prstGeom prst="rect">
              <a:avLst/>
            </a:prstGeom>
            <a:blipFill>
              <a:blip r:embed="rId33" cstate="print"/>
              <a:stretch>
                <a:fillRect/>
              </a:stretch>
            </a:blipFill>
          </p:spPr>
          <p:txBody>
            <a:bodyPr wrap="square" lIns="0" tIns="0" rIns="0" bIns="0" rtlCol="0"/>
            <a:lstStyle/>
            <a:p/>
          </p:txBody>
        </p:sp>
        <p:sp>
          <p:nvSpPr>
            <p:cNvPr id="458" name="object 458"/>
            <p:cNvSpPr/>
            <p:nvPr/>
          </p:nvSpPr>
          <p:spPr>
            <a:xfrm>
              <a:off x="7010400" y="1156970"/>
              <a:ext cx="179070" cy="535939"/>
            </a:xfrm>
            <a:prstGeom prst="rect">
              <a:avLst/>
            </a:prstGeom>
            <a:blipFill>
              <a:blip r:embed="rId34" cstate="print"/>
              <a:stretch>
                <a:fillRect/>
              </a:stretch>
            </a:blipFill>
          </p:spPr>
          <p:txBody>
            <a:bodyPr wrap="square" lIns="0" tIns="0" rIns="0" bIns="0" rtlCol="0"/>
            <a:lstStyle/>
            <a:p/>
          </p:txBody>
        </p:sp>
        <p:sp>
          <p:nvSpPr>
            <p:cNvPr id="459" name="object 459"/>
            <p:cNvSpPr/>
            <p:nvPr/>
          </p:nvSpPr>
          <p:spPr>
            <a:xfrm>
              <a:off x="7010400" y="1155700"/>
              <a:ext cx="180340" cy="537210"/>
            </a:xfrm>
            <a:custGeom>
              <a:avLst/>
              <a:gdLst/>
              <a:ahLst/>
              <a:cxnLst/>
              <a:rect l="l" t="t" r="r" b="b"/>
              <a:pathLst>
                <a:path w="180340" h="537210">
                  <a:moveTo>
                    <a:pt x="161290" y="2539"/>
                  </a:moveTo>
                  <a:lnTo>
                    <a:pt x="166370" y="173989"/>
                  </a:lnTo>
                  <a:lnTo>
                    <a:pt x="156209" y="173989"/>
                  </a:lnTo>
                  <a:lnTo>
                    <a:pt x="152400" y="156210"/>
                  </a:lnTo>
                  <a:lnTo>
                    <a:pt x="148590" y="138429"/>
                  </a:lnTo>
                  <a:lnTo>
                    <a:pt x="143509" y="123189"/>
                  </a:lnTo>
                  <a:lnTo>
                    <a:pt x="139700" y="110489"/>
                  </a:lnTo>
                  <a:lnTo>
                    <a:pt x="134620" y="97789"/>
                  </a:lnTo>
                  <a:lnTo>
                    <a:pt x="130809" y="86360"/>
                  </a:lnTo>
                  <a:lnTo>
                    <a:pt x="125729" y="77470"/>
                  </a:lnTo>
                  <a:lnTo>
                    <a:pt x="121920" y="69850"/>
                  </a:lnTo>
                  <a:lnTo>
                    <a:pt x="116840" y="62229"/>
                  </a:lnTo>
                  <a:lnTo>
                    <a:pt x="88900" y="41910"/>
                  </a:lnTo>
                  <a:lnTo>
                    <a:pt x="85090" y="41910"/>
                  </a:lnTo>
                  <a:lnTo>
                    <a:pt x="82550" y="41910"/>
                  </a:lnTo>
                  <a:lnTo>
                    <a:pt x="80009" y="41910"/>
                  </a:lnTo>
                  <a:lnTo>
                    <a:pt x="77470" y="43179"/>
                  </a:lnTo>
                  <a:lnTo>
                    <a:pt x="74929" y="44450"/>
                  </a:lnTo>
                  <a:lnTo>
                    <a:pt x="73659" y="45720"/>
                  </a:lnTo>
                  <a:lnTo>
                    <a:pt x="72390" y="46989"/>
                  </a:lnTo>
                  <a:lnTo>
                    <a:pt x="71120" y="48260"/>
                  </a:lnTo>
                  <a:lnTo>
                    <a:pt x="69850" y="49529"/>
                  </a:lnTo>
                  <a:lnTo>
                    <a:pt x="67309" y="53339"/>
                  </a:lnTo>
                  <a:lnTo>
                    <a:pt x="64770" y="55879"/>
                  </a:lnTo>
                  <a:lnTo>
                    <a:pt x="63500" y="59689"/>
                  </a:lnTo>
                  <a:lnTo>
                    <a:pt x="62229" y="63500"/>
                  </a:lnTo>
                  <a:lnTo>
                    <a:pt x="60959" y="66039"/>
                  </a:lnTo>
                  <a:lnTo>
                    <a:pt x="60959" y="67310"/>
                  </a:lnTo>
                  <a:lnTo>
                    <a:pt x="59690" y="69850"/>
                  </a:lnTo>
                  <a:lnTo>
                    <a:pt x="59690" y="72389"/>
                  </a:lnTo>
                  <a:lnTo>
                    <a:pt x="58420" y="74929"/>
                  </a:lnTo>
                  <a:lnTo>
                    <a:pt x="58420" y="76200"/>
                  </a:lnTo>
                  <a:lnTo>
                    <a:pt x="58420" y="78739"/>
                  </a:lnTo>
                  <a:lnTo>
                    <a:pt x="58420" y="81279"/>
                  </a:lnTo>
                  <a:lnTo>
                    <a:pt x="58420" y="83820"/>
                  </a:lnTo>
                  <a:lnTo>
                    <a:pt x="57150" y="86360"/>
                  </a:lnTo>
                  <a:lnTo>
                    <a:pt x="57150" y="88900"/>
                  </a:lnTo>
                  <a:lnTo>
                    <a:pt x="57150" y="91439"/>
                  </a:lnTo>
                  <a:lnTo>
                    <a:pt x="57150" y="92710"/>
                  </a:lnTo>
                  <a:lnTo>
                    <a:pt x="57150" y="93979"/>
                  </a:lnTo>
                  <a:lnTo>
                    <a:pt x="58420" y="97789"/>
                  </a:lnTo>
                  <a:lnTo>
                    <a:pt x="58420" y="101600"/>
                  </a:lnTo>
                  <a:lnTo>
                    <a:pt x="58420" y="104139"/>
                  </a:lnTo>
                  <a:lnTo>
                    <a:pt x="59690" y="109220"/>
                  </a:lnTo>
                  <a:lnTo>
                    <a:pt x="60959" y="111760"/>
                  </a:lnTo>
                  <a:lnTo>
                    <a:pt x="62229" y="115570"/>
                  </a:lnTo>
                  <a:lnTo>
                    <a:pt x="63500" y="118110"/>
                  </a:lnTo>
                  <a:lnTo>
                    <a:pt x="64770" y="120650"/>
                  </a:lnTo>
                  <a:lnTo>
                    <a:pt x="66040" y="124460"/>
                  </a:lnTo>
                  <a:lnTo>
                    <a:pt x="69850" y="132079"/>
                  </a:lnTo>
                  <a:lnTo>
                    <a:pt x="74929" y="139700"/>
                  </a:lnTo>
                  <a:lnTo>
                    <a:pt x="80009" y="148589"/>
                  </a:lnTo>
                  <a:lnTo>
                    <a:pt x="93979" y="170179"/>
                  </a:lnTo>
                  <a:lnTo>
                    <a:pt x="113029" y="195579"/>
                  </a:lnTo>
                  <a:lnTo>
                    <a:pt x="132079" y="220979"/>
                  </a:lnTo>
                  <a:lnTo>
                    <a:pt x="139700" y="233679"/>
                  </a:lnTo>
                  <a:lnTo>
                    <a:pt x="147320" y="245110"/>
                  </a:lnTo>
                  <a:lnTo>
                    <a:pt x="153670" y="256539"/>
                  </a:lnTo>
                  <a:lnTo>
                    <a:pt x="158750" y="266700"/>
                  </a:lnTo>
                  <a:lnTo>
                    <a:pt x="163829" y="276860"/>
                  </a:lnTo>
                  <a:lnTo>
                    <a:pt x="166370" y="287020"/>
                  </a:lnTo>
                  <a:lnTo>
                    <a:pt x="170179" y="295910"/>
                  </a:lnTo>
                  <a:lnTo>
                    <a:pt x="172720" y="306070"/>
                  </a:lnTo>
                  <a:lnTo>
                    <a:pt x="175259" y="316229"/>
                  </a:lnTo>
                  <a:lnTo>
                    <a:pt x="176529" y="326389"/>
                  </a:lnTo>
                  <a:lnTo>
                    <a:pt x="179070" y="337820"/>
                  </a:lnTo>
                  <a:lnTo>
                    <a:pt x="179070" y="347979"/>
                  </a:lnTo>
                  <a:lnTo>
                    <a:pt x="179070" y="359410"/>
                  </a:lnTo>
                  <a:lnTo>
                    <a:pt x="180340" y="370839"/>
                  </a:lnTo>
                  <a:lnTo>
                    <a:pt x="179070" y="381000"/>
                  </a:lnTo>
                  <a:lnTo>
                    <a:pt x="179070" y="391160"/>
                  </a:lnTo>
                  <a:lnTo>
                    <a:pt x="179070" y="401320"/>
                  </a:lnTo>
                  <a:lnTo>
                    <a:pt x="177800" y="411479"/>
                  </a:lnTo>
                  <a:lnTo>
                    <a:pt x="175259" y="422910"/>
                  </a:lnTo>
                  <a:lnTo>
                    <a:pt x="173990" y="433070"/>
                  </a:lnTo>
                  <a:lnTo>
                    <a:pt x="171450" y="443229"/>
                  </a:lnTo>
                  <a:lnTo>
                    <a:pt x="168909" y="453389"/>
                  </a:lnTo>
                  <a:lnTo>
                    <a:pt x="166370" y="463550"/>
                  </a:lnTo>
                  <a:lnTo>
                    <a:pt x="162559" y="472439"/>
                  </a:lnTo>
                  <a:lnTo>
                    <a:pt x="160020" y="481329"/>
                  </a:lnTo>
                  <a:lnTo>
                    <a:pt x="156209" y="490220"/>
                  </a:lnTo>
                  <a:lnTo>
                    <a:pt x="152400" y="496570"/>
                  </a:lnTo>
                  <a:lnTo>
                    <a:pt x="147320" y="502920"/>
                  </a:lnTo>
                  <a:lnTo>
                    <a:pt x="143509" y="509270"/>
                  </a:lnTo>
                  <a:lnTo>
                    <a:pt x="138429" y="515620"/>
                  </a:lnTo>
                  <a:lnTo>
                    <a:pt x="133350" y="520700"/>
                  </a:lnTo>
                  <a:lnTo>
                    <a:pt x="128270" y="524510"/>
                  </a:lnTo>
                  <a:lnTo>
                    <a:pt x="123190" y="528320"/>
                  </a:lnTo>
                  <a:lnTo>
                    <a:pt x="118109" y="532129"/>
                  </a:lnTo>
                  <a:lnTo>
                    <a:pt x="111759" y="533400"/>
                  </a:lnTo>
                  <a:lnTo>
                    <a:pt x="106679" y="535939"/>
                  </a:lnTo>
                  <a:lnTo>
                    <a:pt x="100329" y="535939"/>
                  </a:lnTo>
                  <a:lnTo>
                    <a:pt x="95250" y="537210"/>
                  </a:lnTo>
                  <a:lnTo>
                    <a:pt x="90170" y="535939"/>
                  </a:lnTo>
                  <a:lnTo>
                    <a:pt x="85090" y="535939"/>
                  </a:lnTo>
                  <a:lnTo>
                    <a:pt x="78740" y="533400"/>
                  </a:lnTo>
                  <a:lnTo>
                    <a:pt x="72390" y="530860"/>
                  </a:lnTo>
                  <a:lnTo>
                    <a:pt x="38100" y="509270"/>
                  </a:lnTo>
                  <a:lnTo>
                    <a:pt x="36829" y="509270"/>
                  </a:lnTo>
                  <a:lnTo>
                    <a:pt x="34290" y="509270"/>
                  </a:lnTo>
                  <a:lnTo>
                    <a:pt x="34290" y="508000"/>
                  </a:lnTo>
                  <a:lnTo>
                    <a:pt x="33020" y="508000"/>
                  </a:lnTo>
                  <a:lnTo>
                    <a:pt x="31750" y="508000"/>
                  </a:lnTo>
                  <a:lnTo>
                    <a:pt x="30479" y="509270"/>
                  </a:lnTo>
                  <a:lnTo>
                    <a:pt x="29209" y="509270"/>
                  </a:lnTo>
                  <a:lnTo>
                    <a:pt x="29209" y="510539"/>
                  </a:lnTo>
                  <a:lnTo>
                    <a:pt x="27940" y="510539"/>
                  </a:lnTo>
                  <a:lnTo>
                    <a:pt x="26670" y="511810"/>
                  </a:lnTo>
                  <a:lnTo>
                    <a:pt x="25400" y="513079"/>
                  </a:lnTo>
                  <a:lnTo>
                    <a:pt x="24129" y="514350"/>
                  </a:lnTo>
                  <a:lnTo>
                    <a:pt x="24129" y="516889"/>
                  </a:lnTo>
                  <a:lnTo>
                    <a:pt x="22859" y="518160"/>
                  </a:lnTo>
                  <a:lnTo>
                    <a:pt x="21590" y="520700"/>
                  </a:lnTo>
                  <a:lnTo>
                    <a:pt x="21590" y="523239"/>
                  </a:lnTo>
                  <a:lnTo>
                    <a:pt x="19050" y="528320"/>
                  </a:lnTo>
                  <a:lnTo>
                    <a:pt x="17779" y="534670"/>
                  </a:lnTo>
                  <a:lnTo>
                    <a:pt x="8890" y="534670"/>
                  </a:lnTo>
                  <a:lnTo>
                    <a:pt x="3809" y="353060"/>
                  </a:lnTo>
                  <a:lnTo>
                    <a:pt x="13970" y="353060"/>
                  </a:lnTo>
                  <a:lnTo>
                    <a:pt x="16509" y="370839"/>
                  </a:lnTo>
                  <a:lnTo>
                    <a:pt x="20320" y="387350"/>
                  </a:lnTo>
                  <a:lnTo>
                    <a:pt x="24129" y="402589"/>
                  </a:lnTo>
                  <a:lnTo>
                    <a:pt x="29209" y="416560"/>
                  </a:lnTo>
                  <a:lnTo>
                    <a:pt x="33020" y="429260"/>
                  </a:lnTo>
                  <a:lnTo>
                    <a:pt x="38100" y="440689"/>
                  </a:lnTo>
                  <a:lnTo>
                    <a:pt x="43179" y="452120"/>
                  </a:lnTo>
                  <a:lnTo>
                    <a:pt x="48259" y="461010"/>
                  </a:lnTo>
                  <a:lnTo>
                    <a:pt x="53340" y="469900"/>
                  </a:lnTo>
                  <a:lnTo>
                    <a:pt x="58420" y="476250"/>
                  </a:lnTo>
                  <a:lnTo>
                    <a:pt x="64770" y="482600"/>
                  </a:lnTo>
                  <a:lnTo>
                    <a:pt x="69850" y="487679"/>
                  </a:lnTo>
                  <a:lnTo>
                    <a:pt x="74929" y="491489"/>
                  </a:lnTo>
                  <a:lnTo>
                    <a:pt x="77470" y="492760"/>
                  </a:lnTo>
                  <a:lnTo>
                    <a:pt x="80009" y="494029"/>
                  </a:lnTo>
                  <a:lnTo>
                    <a:pt x="82550" y="495300"/>
                  </a:lnTo>
                  <a:lnTo>
                    <a:pt x="85090" y="495300"/>
                  </a:lnTo>
                  <a:lnTo>
                    <a:pt x="87629" y="496570"/>
                  </a:lnTo>
                  <a:lnTo>
                    <a:pt x="88900" y="496570"/>
                  </a:lnTo>
                  <a:lnTo>
                    <a:pt x="92709" y="496570"/>
                  </a:lnTo>
                  <a:lnTo>
                    <a:pt x="96520" y="495300"/>
                  </a:lnTo>
                  <a:lnTo>
                    <a:pt x="99059" y="494029"/>
                  </a:lnTo>
                  <a:lnTo>
                    <a:pt x="101600" y="492760"/>
                  </a:lnTo>
                  <a:lnTo>
                    <a:pt x="102870" y="491489"/>
                  </a:lnTo>
                  <a:lnTo>
                    <a:pt x="104140" y="490220"/>
                  </a:lnTo>
                  <a:lnTo>
                    <a:pt x="105409" y="488950"/>
                  </a:lnTo>
                  <a:lnTo>
                    <a:pt x="106679" y="487679"/>
                  </a:lnTo>
                  <a:lnTo>
                    <a:pt x="107950" y="486410"/>
                  </a:lnTo>
                  <a:lnTo>
                    <a:pt x="109220" y="483870"/>
                  </a:lnTo>
                  <a:lnTo>
                    <a:pt x="110490" y="482600"/>
                  </a:lnTo>
                  <a:lnTo>
                    <a:pt x="111759" y="480060"/>
                  </a:lnTo>
                  <a:lnTo>
                    <a:pt x="113029" y="476250"/>
                  </a:lnTo>
                  <a:lnTo>
                    <a:pt x="115570" y="472439"/>
                  </a:lnTo>
                  <a:lnTo>
                    <a:pt x="116840" y="467360"/>
                  </a:lnTo>
                  <a:lnTo>
                    <a:pt x="118109" y="462279"/>
                  </a:lnTo>
                  <a:lnTo>
                    <a:pt x="118109" y="459739"/>
                  </a:lnTo>
                  <a:lnTo>
                    <a:pt x="118109" y="458470"/>
                  </a:lnTo>
                  <a:lnTo>
                    <a:pt x="118109" y="455929"/>
                  </a:lnTo>
                  <a:lnTo>
                    <a:pt x="119379" y="453389"/>
                  </a:lnTo>
                  <a:lnTo>
                    <a:pt x="119379" y="450850"/>
                  </a:lnTo>
                  <a:lnTo>
                    <a:pt x="119379" y="447039"/>
                  </a:lnTo>
                  <a:lnTo>
                    <a:pt x="119379" y="441960"/>
                  </a:lnTo>
                  <a:lnTo>
                    <a:pt x="119379" y="435610"/>
                  </a:lnTo>
                  <a:lnTo>
                    <a:pt x="119379" y="429260"/>
                  </a:lnTo>
                  <a:lnTo>
                    <a:pt x="118109" y="422910"/>
                  </a:lnTo>
                  <a:lnTo>
                    <a:pt x="118109" y="417829"/>
                  </a:lnTo>
                  <a:lnTo>
                    <a:pt x="116840" y="411479"/>
                  </a:lnTo>
                  <a:lnTo>
                    <a:pt x="115570" y="406400"/>
                  </a:lnTo>
                  <a:lnTo>
                    <a:pt x="113029" y="401320"/>
                  </a:lnTo>
                  <a:lnTo>
                    <a:pt x="111759" y="397510"/>
                  </a:lnTo>
                  <a:lnTo>
                    <a:pt x="109220" y="391160"/>
                  </a:lnTo>
                  <a:lnTo>
                    <a:pt x="106679" y="386079"/>
                  </a:lnTo>
                  <a:lnTo>
                    <a:pt x="97790" y="373379"/>
                  </a:lnTo>
                  <a:lnTo>
                    <a:pt x="87629" y="356870"/>
                  </a:lnTo>
                  <a:lnTo>
                    <a:pt x="74929" y="340360"/>
                  </a:lnTo>
                  <a:lnTo>
                    <a:pt x="54609" y="312420"/>
                  </a:lnTo>
                  <a:lnTo>
                    <a:pt x="39370" y="289560"/>
                  </a:lnTo>
                  <a:lnTo>
                    <a:pt x="33020" y="278129"/>
                  </a:lnTo>
                  <a:lnTo>
                    <a:pt x="26670" y="267970"/>
                  </a:lnTo>
                  <a:lnTo>
                    <a:pt x="22859" y="260350"/>
                  </a:lnTo>
                  <a:lnTo>
                    <a:pt x="19050" y="252729"/>
                  </a:lnTo>
                  <a:lnTo>
                    <a:pt x="15240" y="241300"/>
                  </a:lnTo>
                  <a:lnTo>
                    <a:pt x="10159" y="228600"/>
                  </a:lnTo>
                  <a:lnTo>
                    <a:pt x="7620" y="217170"/>
                  </a:lnTo>
                  <a:lnTo>
                    <a:pt x="5079" y="205739"/>
                  </a:lnTo>
                  <a:lnTo>
                    <a:pt x="3809" y="193039"/>
                  </a:lnTo>
                  <a:lnTo>
                    <a:pt x="1270" y="180339"/>
                  </a:lnTo>
                  <a:lnTo>
                    <a:pt x="1270" y="167639"/>
                  </a:lnTo>
                  <a:lnTo>
                    <a:pt x="0" y="153670"/>
                  </a:lnTo>
                  <a:lnTo>
                    <a:pt x="1270" y="139700"/>
                  </a:lnTo>
                  <a:lnTo>
                    <a:pt x="2540" y="125729"/>
                  </a:lnTo>
                  <a:lnTo>
                    <a:pt x="3809" y="111760"/>
                  </a:lnTo>
                  <a:lnTo>
                    <a:pt x="5079" y="97789"/>
                  </a:lnTo>
                  <a:lnTo>
                    <a:pt x="8890" y="85089"/>
                  </a:lnTo>
                  <a:lnTo>
                    <a:pt x="12700" y="72389"/>
                  </a:lnTo>
                  <a:lnTo>
                    <a:pt x="16509" y="59689"/>
                  </a:lnTo>
                  <a:lnTo>
                    <a:pt x="21590" y="48260"/>
                  </a:lnTo>
                  <a:lnTo>
                    <a:pt x="24129" y="41910"/>
                  </a:lnTo>
                  <a:lnTo>
                    <a:pt x="26670" y="36829"/>
                  </a:lnTo>
                  <a:lnTo>
                    <a:pt x="29209" y="31750"/>
                  </a:lnTo>
                  <a:lnTo>
                    <a:pt x="33020" y="27939"/>
                  </a:lnTo>
                  <a:lnTo>
                    <a:pt x="36829" y="22860"/>
                  </a:lnTo>
                  <a:lnTo>
                    <a:pt x="39370" y="19050"/>
                  </a:lnTo>
                  <a:lnTo>
                    <a:pt x="43179" y="16510"/>
                  </a:lnTo>
                  <a:lnTo>
                    <a:pt x="46990" y="12700"/>
                  </a:lnTo>
                  <a:lnTo>
                    <a:pt x="50800" y="10160"/>
                  </a:lnTo>
                  <a:lnTo>
                    <a:pt x="54609" y="7620"/>
                  </a:lnTo>
                  <a:lnTo>
                    <a:pt x="58420" y="5079"/>
                  </a:lnTo>
                  <a:lnTo>
                    <a:pt x="63500" y="3810"/>
                  </a:lnTo>
                  <a:lnTo>
                    <a:pt x="72390" y="1270"/>
                  </a:lnTo>
                  <a:lnTo>
                    <a:pt x="81279" y="0"/>
                  </a:lnTo>
                  <a:lnTo>
                    <a:pt x="87629" y="0"/>
                  </a:lnTo>
                  <a:lnTo>
                    <a:pt x="91440" y="2539"/>
                  </a:lnTo>
                  <a:lnTo>
                    <a:pt x="96520" y="3810"/>
                  </a:lnTo>
                  <a:lnTo>
                    <a:pt x="102870" y="6350"/>
                  </a:lnTo>
                  <a:lnTo>
                    <a:pt x="107950" y="8889"/>
                  </a:lnTo>
                  <a:lnTo>
                    <a:pt x="113029" y="12700"/>
                  </a:lnTo>
                  <a:lnTo>
                    <a:pt x="118109" y="16510"/>
                  </a:lnTo>
                  <a:lnTo>
                    <a:pt x="123190" y="20320"/>
                  </a:lnTo>
                  <a:lnTo>
                    <a:pt x="124459" y="22860"/>
                  </a:lnTo>
                  <a:lnTo>
                    <a:pt x="125729" y="24129"/>
                  </a:lnTo>
                  <a:lnTo>
                    <a:pt x="128270" y="25400"/>
                  </a:lnTo>
                  <a:lnTo>
                    <a:pt x="129540" y="26670"/>
                  </a:lnTo>
                  <a:lnTo>
                    <a:pt x="130809" y="27939"/>
                  </a:lnTo>
                  <a:lnTo>
                    <a:pt x="132079" y="27939"/>
                  </a:lnTo>
                  <a:lnTo>
                    <a:pt x="133350" y="29210"/>
                  </a:lnTo>
                  <a:lnTo>
                    <a:pt x="134620" y="29210"/>
                  </a:lnTo>
                  <a:lnTo>
                    <a:pt x="135890" y="29210"/>
                  </a:lnTo>
                  <a:lnTo>
                    <a:pt x="137159" y="29210"/>
                  </a:lnTo>
                  <a:lnTo>
                    <a:pt x="138429" y="27939"/>
                  </a:lnTo>
                  <a:lnTo>
                    <a:pt x="139700" y="27939"/>
                  </a:lnTo>
                  <a:lnTo>
                    <a:pt x="140970" y="26670"/>
                  </a:lnTo>
                  <a:lnTo>
                    <a:pt x="142240" y="25400"/>
                  </a:lnTo>
                  <a:lnTo>
                    <a:pt x="143509" y="24129"/>
                  </a:lnTo>
                  <a:lnTo>
                    <a:pt x="144779" y="22860"/>
                  </a:lnTo>
                  <a:lnTo>
                    <a:pt x="146050" y="20320"/>
                  </a:lnTo>
                  <a:lnTo>
                    <a:pt x="147320" y="17779"/>
                  </a:lnTo>
                  <a:lnTo>
                    <a:pt x="149859" y="10160"/>
                  </a:lnTo>
                  <a:lnTo>
                    <a:pt x="152400" y="2539"/>
                  </a:lnTo>
                  <a:lnTo>
                    <a:pt x="161290" y="2539"/>
                  </a:lnTo>
                  <a:close/>
                </a:path>
              </a:pathLst>
            </a:custGeom>
            <a:ln w="12579">
              <a:solidFill>
                <a:srgbClr val="9898FF"/>
              </a:solidFill>
            </a:ln>
          </p:spPr>
          <p:txBody>
            <a:bodyPr wrap="square" lIns="0" tIns="0" rIns="0" bIns="0" rtlCol="0"/>
            <a:lstStyle/>
            <a:p/>
          </p:txBody>
        </p:sp>
        <p:sp>
          <p:nvSpPr>
            <p:cNvPr id="460" name="object 460"/>
            <p:cNvSpPr/>
            <p:nvPr/>
          </p:nvSpPr>
          <p:spPr>
            <a:xfrm>
              <a:off x="7221220" y="986789"/>
              <a:ext cx="173990" cy="698500"/>
            </a:xfrm>
            <a:prstGeom prst="rect">
              <a:avLst/>
            </a:prstGeom>
            <a:blipFill>
              <a:blip r:embed="rId35" cstate="print"/>
              <a:stretch>
                <a:fillRect/>
              </a:stretch>
            </a:blipFill>
          </p:spPr>
          <p:txBody>
            <a:bodyPr wrap="square" lIns="0" tIns="0" rIns="0" bIns="0" rtlCol="0"/>
            <a:lstStyle/>
            <a:p/>
          </p:txBody>
        </p:sp>
        <p:sp>
          <p:nvSpPr>
            <p:cNvPr id="461" name="object 461"/>
            <p:cNvSpPr/>
            <p:nvPr/>
          </p:nvSpPr>
          <p:spPr>
            <a:xfrm>
              <a:off x="7221220" y="9867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1189"/>
                  </a:lnTo>
                  <a:lnTo>
                    <a:pt x="125729" y="632460"/>
                  </a:lnTo>
                  <a:lnTo>
                    <a:pt x="127000" y="633730"/>
                  </a:lnTo>
                  <a:lnTo>
                    <a:pt x="128270" y="63373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35889" y="683260"/>
                  </a:lnTo>
                  <a:lnTo>
                    <a:pt x="129539" y="688339"/>
                  </a:lnTo>
                  <a:lnTo>
                    <a:pt x="124459" y="692150"/>
                  </a:lnTo>
                  <a:lnTo>
                    <a:pt x="119379" y="693420"/>
                  </a:lnTo>
                  <a:lnTo>
                    <a:pt x="113029" y="697230"/>
                  </a:lnTo>
                  <a:lnTo>
                    <a:pt x="106679" y="697230"/>
                  </a:lnTo>
                  <a:lnTo>
                    <a:pt x="100329" y="698500"/>
                  </a:lnTo>
                  <a:lnTo>
                    <a:pt x="95250" y="697230"/>
                  </a:lnTo>
                  <a:lnTo>
                    <a:pt x="88900" y="695960"/>
                  </a:lnTo>
                  <a:lnTo>
                    <a:pt x="82550" y="693420"/>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46989" y="144780"/>
                  </a:lnTo>
                  <a:lnTo>
                    <a:pt x="53339" y="130810"/>
                  </a:lnTo>
                  <a:lnTo>
                    <a:pt x="59689" y="118110"/>
                  </a:lnTo>
                  <a:lnTo>
                    <a:pt x="71120" y="90170"/>
                  </a:lnTo>
                  <a:lnTo>
                    <a:pt x="82550" y="62230"/>
                  </a:lnTo>
                  <a:lnTo>
                    <a:pt x="93979" y="31750"/>
                  </a:lnTo>
                  <a:lnTo>
                    <a:pt x="102870" y="0"/>
                  </a:lnTo>
                  <a:lnTo>
                    <a:pt x="111759" y="0"/>
                  </a:lnTo>
                  <a:close/>
                </a:path>
              </a:pathLst>
            </a:custGeom>
            <a:ln w="12579">
              <a:solidFill>
                <a:srgbClr val="9898FF"/>
              </a:solidFill>
            </a:ln>
          </p:spPr>
          <p:txBody>
            <a:bodyPr wrap="square" lIns="0" tIns="0" rIns="0" bIns="0" rtlCol="0"/>
            <a:lstStyle/>
            <a:p/>
          </p:txBody>
        </p:sp>
        <p:sp>
          <p:nvSpPr>
            <p:cNvPr id="462" name="object 462"/>
            <p:cNvSpPr/>
            <p:nvPr/>
          </p:nvSpPr>
          <p:spPr>
            <a:xfrm>
              <a:off x="7423150" y="1156970"/>
              <a:ext cx="218440" cy="535939"/>
            </a:xfrm>
            <a:prstGeom prst="rect">
              <a:avLst/>
            </a:prstGeom>
            <a:blipFill>
              <a:blip r:embed="rId36" cstate="print"/>
              <a:stretch>
                <a:fillRect/>
              </a:stretch>
            </a:blipFill>
          </p:spPr>
          <p:txBody>
            <a:bodyPr wrap="square" lIns="0" tIns="0" rIns="0" bIns="0" rtlCol="0"/>
            <a:lstStyle/>
            <a:p/>
          </p:txBody>
        </p:sp>
        <p:sp>
          <p:nvSpPr>
            <p:cNvPr id="463" name="object 463"/>
            <p:cNvSpPr/>
            <p:nvPr/>
          </p:nvSpPr>
          <p:spPr>
            <a:xfrm>
              <a:off x="7491730" y="14008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6520"/>
                  </a:lnTo>
                  <a:lnTo>
                    <a:pt x="12700" y="116840"/>
                  </a:lnTo>
                  <a:lnTo>
                    <a:pt x="16510" y="134620"/>
                  </a:lnTo>
                  <a:lnTo>
                    <a:pt x="16510" y="135890"/>
                  </a:lnTo>
                  <a:lnTo>
                    <a:pt x="21590" y="152400"/>
                  </a:lnTo>
                  <a:lnTo>
                    <a:pt x="27940" y="167640"/>
                  </a:lnTo>
                  <a:lnTo>
                    <a:pt x="33020" y="179070"/>
                  </a:lnTo>
                  <a:lnTo>
                    <a:pt x="34290" y="179070"/>
                  </a:lnTo>
                  <a:lnTo>
                    <a:pt x="39370" y="187960"/>
                  </a:lnTo>
                  <a:lnTo>
                    <a:pt x="40640" y="191770"/>
                  </a:lnTo>
                  <a:lnTo>
                    <a:pt x="41910" y="193040"/>
                  </a:lnTo>
                  <a:lnTo>
                    <a:pt x="44450" y="195580"/>
                  </a:lnTo>
                  <a:lnTo>
                    <a:pt x="46990" y="199390"/>
                  </a:lnTo>
                  <a:lnTo>
                    <a:pt x="48260" y="199390"/>
                  </a:lnTo>
                  <a:lnTo>
                    <a:pt x="50800" y="203200"/>
                  </a:lnTo>
                  <a:lnTo>
                    <a:pt x="53340" y="205740"/>
                  </a:lnTo>
                  <a:lnTo>
                    <a:pt x="54610" y="205740"/>
                  </a:lnTo>
                  <a:lnTo>
                    <a:pt x="57150" y="208280"/>
                  </a:lnTo>
                  <a:lnTo>
                    <a:pt x="58420" y="208280"/>
                  </a:lnTo>
                  <a:lnTo>
                    <a:pt x="60960" y="210820"/>
                  </a:lnTo>
                  <a:lnTo>
                    <a:pt x="64770" y="212090"/>
                  </a:lnTo>
                  <a:lnTo>
                    <a:pt x="64770" y="213360"/>
                  </a:lnTo>
                  <a:lnTo>
                    <a:pt x="68580" y="214630"/>
                  </a:lnTo>
                  <a:lnTo>
                    <a:pt x="72390" y="214630"/>
                  </a:lnTo>
                  <a:lnTo>
                    <a:pt x="74930" y="215900"/>
                  </a:lnTo>
                  <a:lnTo>
                    <a:pt x="77470" y="215900"/>
                  </a:lnTo>
                  <a:lnTo>
                    <a:pt x="80010" y="215900"/>
                  </a:lnTo>
                  <a:lnTo>
                    <a:pt x="85090" y="215900"/>
                  </a:lnTo>
                  <a:lnTo>
                    <a:pt x="86360" y="215900"/>
                  </a:lnTo>
                  <a:lnTo>
                    <a:pt x="90170" y="214630"/>
                  </a:lnTo>
                  <a:lnTo>
                    <a:pt x="93980" y="213360"/>
                  </a:lnTo>
                  <a:lnTo>
                    <a:pt x="95250" y="213360"/>
                  </a:lnTo>
                  <a:lnTo>
                    <a:pt x="96520" y="21209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7320"/>
                  </a:lnTo>
                  <a:lnTo>
                    <a:pt x="127000" y="146050"/>
                  </a:lnTo>
                  <a:lnTo>
                    <a:pt x="123190" y="154940"/>
                  </a:lnTo>
                  <a:lnTo>
                    <a:pt x="119380" y="162560"/>
                  </a:lnTo>
                  <a:lnTo>
                    <a:pt x="115976" y="170497"/>
                  </a:lnTo>
                  <a:lnTo>
                    <a:pt x="115570" y="170180"/>
                  </a:lnTo>
                  <a:lnTo>
                    <a:pt x="112242" y="176834"/>
                  </a:lnTo>
                  <a:lnTo>
                    <a:pt x="111760" y="17653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0424" y="200914"/>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5580"/>
                  </a:lnTo>
                  <a:lnTo>
                    <a:pt x="61683" y="196316"/>
                  </a:lnTo>
                  <a:lnTo>
                    <a:pt x="59690" y="194310"/>
                  </a:lnTo>
                  <a:lnTo>
                    <a:pt x="57150" y="191770"/>
                  </a:lnTo>
                  <a:lnTo>
                    <a:pt x="54610" y="187960"/>
                  </a:lnTo>
                  <a:lnTo>
                    <a:pt x="34290" y="147320"/>
                  </a:lnTo>
                  <a:lnTo>
                    <a:pt x="29210" y="130810"/>
                  </a:lnTo>
                  <a:lnTo>
                    <a:pt x="28879" y="130949"/>
                  </a:lnTo>
                  <a:lnTo>
                    <a:pt x="17780" y="74930"/>
                  </a:lnTo>
                  <a:lnTo>
                    <a:pt x="13970" y="29210"/>
                  </a:lnTo>
                  <a:lnTo>
                    <a:pt x="13093" y="12700"/>
                  </a:lnTo>
                  <a:lnTo>
                    <a:pt x="149860" y="12700"/>
                  </a:lnTo>
                  <a:lnTo>
                    <a:pt x="149860" y="0"/>
                  </a:lnTo>
                  <a:close/>
                </a:path>
              </a:pathLst>
            </a:custGeom>
            <a:solidFill>
              <a:srgbClr val="9898FF"/>
            </a:solidFill>
          </p:spPr>
          <p:txBody>
            <a:bodyPr wrap="square" lIns="0" tIns="0" rIns="0" bIns="0" rtlCol="0"/>
            <a:lstStyle/>
            <a:p/>
          </p:txBody>
        </p:sp>
        <p:sp>
          <p:nvSpPr>
            <p:cNvPr id="464" name="object 464"/>
            <p:cNvSpPr/>
            <p:nvPr/>
          </p:nvSpPr>
          <p:spPr>
            <a:xfrm>
              <a:off x="7440930" y="15151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1610" y="21590"/>
                  </a:lnTo>
                  <a:lnTo>
                    <a:pt x="180340" y="21590"/>
                  </a:lnTo>
                  <a:lnTo>
                    <a:pt x="176530" y="31750"/>
                  </a:lnTo>
                  <a:lnTo>
                    <a:pt x="177698" y="31991"/>
                  </a:lnTo>
                  <a:lnTo>
                    <a:pt x="173990" y="40640"/>
                  </a:lnTo>
                  <a:lnTo>
                    <a:pt x="179070" y="43180"/>
                  </a:lnTo>
                  <a:lnTo>
                    <a:pt x="185420" y="45720"/>
                  </a:lnTo>
                  <a:lnTo>
                    <a:pt x="189230" y="35560"/>
                  </a:lnTo>
                  <a:lnTo>
                    <a:pt x="193040" y="25400"/>
                  </a:lnTo>
                  <a:lnTo>
                    <a:pt x="193116" y="25171"/>
                  </a:lnTo>
                  <a:lnTo>
                    <a:pt x="193344" y="25438"/>
                  </a:lnTo>
                  <a:lnTo>
                    <a:pt x="189230" y="41910"/>
                  </a:lnTo>
                  <a:lnTo>
                    <a:pt x="183248" y="59842"/>
                  </a:lnTo>
                  <a:lnTo>
                    <a:pt x="182880" y="59690"/>
                  </a:lnTo>
                  <a:lnTo>
                    <a:pt x="177800" y="77470"/>
                  </a:lnTo>
                  <a:lnTo>
                    <a:pt x="173050" y="92887"/>
                  </a:lnTo>
                  <a:lnTo>
                    <a:pt x="172720" y="92710"/>
                  </a:lnTo>
                  <a:lnTo>
                    <a:pt x="166763" y="106984"/>
                  </a:lnTo>
                  <a:lnTo>
                    <a:pt x="166370" y="106680"/>
                  </a:lnTo>
                  <a:lnTo>
                    <a:pt x="160020" y="119380"/>
                  </a:lnTo>
                  <a:lnTo>
                    <a:pt x="155359" y="129857"/>
                  </a:lnTo>
                  <a:lnTo>
                    <a:pt x="154940" y="129540"/>
                  </a:lnTo>
                  <a:lnTo>
                    <a:pt x="149123" y="138836"/>
                  </a:lnTo>
                  <a:lnTo>
                    <a:pt x="148590" y="138430"/>
                  </a:lnTo>
                  <a:lnTo>
                    <a:pt x="142240" y="146050"/>
                  </a:lnTo>
                  <a:lnTo>
                    <a:pt x="135890" y="153670"/>
                  </a:lnTo>
                  <a:lnTo>
                    <a:pt x="128270" y="158750"/>
                  </a:lnTo>
                  <a:lnTo>
                    <a:pt x="121920" y="163830"/>
                  </a:lnTo>
                  <a:lnTo>
                    <a:pt x="122174" y="164172"/>
                  </a:lnTo>
                  <a:lnTo>
                    <a:pt x="115570" y="166370"/>
                  </a:lnTo>
                  <a:lnTo>
                    <a:pt x="107950" y="170180"/>
                  </a:lnTo>
                  <a:lnTo>
                    <a:pt x="101600" y="170180"/>
                  </a:lnTo>
                  <a:lnTo>
                    <a:pt x="93446" y="171348"/>
                  </a:lnTo>
                  <a:lnTo>
                    <a:pt x="87630" y="170180"/>
                  </a:lnTo>
                  <a:lnTo>
                    <a:pt x="81280" y="170180"/>
                  </a:lnTo>
                  <a:lnTo>
                    <a:pt x="74930" y="167640"/>
                  </a:lnTo>
                  <a:lnTo>
                    <a:pt x="68580" y="166370"/>
                  </a:lnTo>
                  <a:lnTo>
                    <a:pt x="68414" y="166789"/>
                  </a:lnTo>
                  <a:lnTo>
                    <a:pt x="63500" y="163830"/>
                  </a:lnTo>
                  <a:lnTo>
                    <a:pt x="58420" y="160020"/>
                  </a:lnTo>
                  <a:lnTo>
                    <a:pt x="52857" y="156692"/>
                  </a:lnTo>
                  <a:lnTo>
                    <a:pt x="53340" y="156210"/>
                  </a:lnTo>
                  <a:lnTo>
                    <a:pt x="46990" y="151130"/>
                  </a:lnTo>
                  <a:lnTo>
                    <a:pt x="42443" y="146596"/>
                  </a:lnTo>
                  <a:lnTo>
                    <a:pt x="43180" y="146050"/>
                  </a:lnTo>
                  <a:lnTo>
                    <a:pt x="36830" y="139700"/>
                  </a:lnTo>
                  <a:lnTo>
                    <a:pt x="33020" y="133350"/>
                  </a:lnTo>
                  <a:lnTo>
                    <a:pt x="27940" y="125730"/>
                  </a:lnTo>
                  <a:lnTo>
                    <a:pt x="24130" y="118110"/>
                  </a:lnTo>
                  <a:lnTo>
                    <a:pt x="20320" y="107950"/>
                  </a:lnTo>
                  <a:lnTo>
                    <a:pt x="19824" y="108254"/>
                  </a:lnTo>
                  <a:lnTo>
                    <a:pt x="15443" y="99491"/>
                  </a:lnTo>
                  <a:lnTo>
                    <a:pt x="16510" y="99060"/>
                  </a:lnTo>
                  <a:lnTo>
                    <a:pt x="12700" y="88900"/>
                  </a:lnTo>
                  <a:lnTo>
                    <a:pt x="6350" y="91440"/>
                  </a:lnTo>
                  <a:lnTo>
                    <a:pt x="0" y="92710"/>
                  </a:lnTo>
                  <a:lnTo>
                    <a:pt x="3810" y="102870"/>
                  </a:lnTo>
                  <a:lnTo>
                    <a:pt x="7620" y="113030"/>
                  </a:lnTo>
                  <a:lnTo>
                    <a:pt x="7620" y="114300"/>
                  </a:lnTo>
                  <a:lnTo>
                    <a:pt x="12700" y="123190"/>
                  </a:lnTo>
                  <a:lnTo>
                    <a:pt x="17780" y="132080"/>
                  </a:lnTo>
                  <a:lnTo>
                    <a:pt x="22860" y="139700"/>
                  </a:lnTo>
                  <a:lnTo>
                    <a:pt x="22860" y="140970"/>
                  </a:lnTo>
                  <a:lnTo>
                    <a:pt x="26670" y="147320"/>
                  </a:lnTo>
                  <a:lnTo>
                    <a:pt x="33020" y="153670"/>
                  </a:lnTo>
                  <a:lnTo>
                    <a:pt x="33020" y="154940"/>
                  </a:lnTo>
                  <a:lnTo>
                    <a:pt x="38100" y="160020"/>
                  </a:lnTo>
                  <a:lnTo>
                    <a:pt x="38100" y="161290"/>
                  </a:lnTo>
                  <a:lnTo>
                    <a:pt x="44450" y="166370"/>
                  </a:lnTo>
                  <a:lnTo>
                    <a:pt x="50800" y="17018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6050"/>
                  </a:lnTo>
                  <a:lnTo>
                    <a:pt x="165100" y="137160"/>
                  </a:lnTo>
                  <a:lnTo>
                    <a:pt x="171450" y="125730"/>
                  </a:lnTo>
                  <a:lnTo>
                    <a:pt x="177800" y="113030"/>
                  </a:lnTo>
                  <a:lnTo>
                    <a:pt x="184150" y="97790"/>
                  </a:lnTo>
                  <a:lnTo>
                    <a:pt x="189230" y="81280"/>
                  </a:lnTo>
                  <a:lnTo>
                    <a:pt x="190500" y="81280"/>
                  </a:lnTo>
                  <a:lnTo>
                    <a:pt x="195580" y="64770"/>
                  </a:lnTo>
                  <a:lnTo>
                    <a:pt x="200660" y="45720"/>
                  </a:lnTo>
                  <a:lnTo>
                    <a:pt x="207010" y="25400"/>
                  </a:lnTo>
                  <a:lnTo>
                    <a:pt x="207010" y="22860"/>
                  </a:lnTo>
                  <a:close/>
                </a:path>
              </a:pathLst>
            </a:custGeom>
            <a:solidFill>
              <a:srgbClr val="9898FF"/>
            </a:solidFill>
          </p:spPr>
          <p:txBody>
            <a:bodyPr wrap="square" lIns="0" tIns="0" rIns="0" bIns="0" rtlCol="0"/>
            <a:lstStyle/>
            <a:p/>
          </p:txBody>
        </p:sp>
        <p:sp>
          <p:nvSpPr>
            <p:cNvPr id="465" name="object 465"/>
            <p:cNvSpPr/>
            <p:nvPr/>
          </p:nvSpPr>
          <p:spPr>
            <a:xfrm>
              <a:off x="7416800" y="1150619"/>
              <a:ext cx="139700" cy="467359"/>
            </a:xfrm>
            <a:custGeom>
              <a:avLst/>
              <a:gdLst/>
              <a:ahLst/>
              <a:cxnLst/>
              <a:rect l="l" t="t" r="r" b="b"/>
              <a:pathLst>
                <a:path w="139700" h="467359">
                  <a:moveTo>
                    <a:pt x="139700" y="1270"/>
                  </a:moveTo>
                  <a:lnTo>
                    <a:pt x="135890" y="1270"/>
                  </a:lnTo>
                  <a:lnTo>
                    <a:pt x="130810" y="0"/>
                  </a:lnTo>
                  <a:lnTo>
                    <a:pt x="129540" y="0"/>
                  </a:lnTo>
                  <a:lnTo>
                    <a:pt x="124460" y="0"/>
                  </a:lnTo>
                  <a:lnTo>
                    <a:pt x="11811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7470"/>
                  </a:lnTo>
                  <a:lnTo>
                    <a:pt x="31750" y="87630"/>
                  </a:lnTo>
                  <a:lnTo>
                    <a:pt x="31750" y="88900"/>
                  </a:lnTo>
                  <a:lnTo>
                    <a:pt x="27940" y="99060"/>
                  </a:lnTo>
                  <a:lnTo>
                    <a:pt x="24130" y="107950"/>
                  </a:lnTo>
                  <a:lnTo>
                    <a:pt x="24130" y="109220"/>
                  </a:lnTo>
                  <a:lnTo>
                    <a:pt x="20320" y="119380"/>
                  </a:lnTo>
                  <a:lnTo>
                    <a:pt x="16510" y="130810"/>
                  </a:lnTo>
                  <a:lnTo>
                    <a:pt x="13970" y="14224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7360"/>
                  </a:lnTo>
                  <a:lnTo>
                    <a:pt x="34290" y="466090"/>
                  </a:lnTo>
                  <a:lnTo>
                    <a:pt x="40640" y="463550"/>
                  </a:lnTo>
                  <a:lnTo>
                    <a:pt x="36830" y="453390"/>
                  </a:lnTo>
                  <a:lnTo>
                    <a:pt x="30480" y="435610"/>
                  </a:lnTo>
                  <a:lnTo>
                    <a:pt x="30187" y="435737"/>
                  </a:lnTo>
                  <a:lnTo>
                    <a:pt x="25400" y="416560"/>
                  </a:lnTo>
                  <a:lnTo>
                    <a:pt x="21590" y="397510"/>
                  </a:lnTo>
                  <a:lnTo>
                    <a:pt x="19050" y="377190"/>
                  </a:lnTo>
                  <a:lnTo>
                    <a:pt x="15240" y="354330"/>
                  </a:lnTo>
                  <a:lnTo>
                    <a:pt x="15240" y="223520"/>
                  </a:lnTo>
                  <a:lnTo>
                    <a:pt x="17780" y="195580"/>
                  </a:lnTo>
                  <a:lnTo>
                    <a:pt x="21590" y="170180"/>
                  </a:lnTo>
                  <a:lnTo>
                    <a:pt x="26670" y="14478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6040" y="50800"/>
                  </a:lnTo>
                  <a:lnTo>
                    <a:pt x="65074" y="50419"/>
                  </a:lnTo>
                  <a:lnTo>
                    <a:pt x="69215" y="45250"/>
                  </a:lnTo>
                  <a:lnTo>
                    <a:pt x="69850" y="45720"/>
                  </a:lnTo>
                  <a:lnTo>
                    <a:pt x="74930" y="39370"/>
                  </a:lnTo>
                  <a:lnTo>
                    <a:pt x="80010" y="33020"/>
                  </a:lnTo>
                  <a:lnTo>
                    <a:pt x="83820" y="29210"/>
                  </a:lnTo>
                  <a:lnTo>
                    <a:pt x="88900" y="25400"/>
                  </a:lnTo>
                  <a:lnTo>
                    <a:pt x="93980" y="21590"/>
                  </a:lnTo>
                  <a:lnTo>
                    <a:pt x="99060" y="19050"/>
                  </a:lnTo>
                  <a:lnTo>
                    <a:pt x="103746" y="15544"/>
                  </a:lnTo>
                  <a:lnTo>
                    <a:pt x="104140" y="16510"/>
                  </a:lnTo>
                  <a:lnTo>
                    <a:pt x="109220" y="15240"/>
                  </a:lnTo>
                  <a:lnTo>
                    <a:pt x="109042" y="14808"/>
                  </a:lnTo>
                  <a:lnTo>
                    <a:pt x="114300" y="12700"/>
                  </a:lnTo>
                  <a:lnTo>
                    <a:pt x="118110" y="11938"/>
                  </a:lnTo>
                  <a:lnTo>
                    <a:pt x="118110" y="12700"/>
                  </a:lnTo>
                  <a:lnTo>
                    <a:pt x="124460" y="12700"/>
                  </a:lnTo>
                  <a:lnTo>
                    <a:pt x="129540" y="12700"/>
                  </a:lnTo>
                  <a:lnTo>
                    <a:pt x="129540" y="12065"/>
                  </a:lnTo>
                  <a:lnTo>
                    <a:pt x="132080" y="12700"/>
                  </a:lnTo>
                  <a:lnTo>
                    <a:pt x="133350" y="12700"/>
                  </a:lnTo>
                  <a:lnTo>
                    <a:pt x="137160" y="13970"/>
                  </a:lnTo>
                  <a:lnTo>
                    <a:pt x="139700" y="1270"/>
                  </a:lnTo>
                  <a:close/>
                </a:path>
              </a:pathLst>
            </a:custGeom>
            <a:solidFill>
              <a:srgbClr val="9898FF"/>
            </a:solidFill>
          </p:spPr>
          <p:txBody>
            <a:bodyPr wrap="square" lIns="0" tIns="0" rIns="0" bIns="0" rtlCol="0"/>
            <a:lstStyle/>
            <a:p/>
          </p:txBody>
        </p:sp>
        <p:sp>
          <p:nvSpPr>
            <p:cNvPr id="466" name="object 466"/>
            <p:cNvSpPr/>
            <p:nvPr/>
          </p:nvSpPr>
          <p:spPr>
            <a:xfrm>
              <a:off x="7546340" y="11518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7940" y="97790"/>
                  </a:lnTo>
                  <a:lnTo>
                    <a:pt x="26670" y="90170"/>
                  </a:lnTo>
                  <a:lnTo>
                    <a:pt x="25400" y="82550"/>
                  </a:lnTo>
                  <a:lnTo>
                    <a:pt x="22860" y="74930"/>
                  </a:lnTo>
                  <a:lnTo>
                    <a:pt x="22860" y="7366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60960" y="49530"/>
                  </a:lnTo>
                  <a:lnTo>
                    <a:pt x="53340" y="36830"/>
                  </a:lnTo>
                  <a:lnTo>
                    <a:pt x="49530" y="30480"/>
                  </a:lnTo>
                  <a:lnTo>
                    <a:pt x="44450" y="25400"/>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1430"/>
                  </a:lnTo>
                  <a:lnTo>
                    <a:pt x="6489" y="12331"/>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73" y="24676"/>
                  </a:lnTo>
                  <a:lnTo>
                    <a:pt x="31203" y="27406"/>
                  </a:lnTo>
                  <a:lnTo>
                    <a:pt x="30480" y="27940"/>
                  </a:lnTo>
                  <a:lnTo>
                    <a:pt x="3429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4460"/>
                  </a:lnTo>
                  <a:lnTo>
                    <a:pt x="80010" y="147320"/>
                  </a:lnTo>
                  <a:lnTo>
                    <a:pt x="82550" y="171450"/>
                  </a:lnTo>
                  <a:lnTo>
                    <a:pt x="86360" y="196850"/>
                  </a:lnTo>
                  <a:lnTo>
                    <a:pt x="87630" y="224790"/>
                  </a:lnTo>
                  <a:lnTo>
                    <a:pt x="88900" y="255270"/>
                  </a:lnTo>
                  <a:lnTo>
                    <a:pt x="95250" y="254000"/>
                  </a:lnTo>
                  <a:lnTo>
                    <a:pt x="95250" y="261620"/>
                  </a:lnTo>
                  <a:lnTo>
                    <a:pt x="101600" y="261620"/>
                  </a:lnTo>
                  <a:lnTo>
                    <a:pt x="101600" y="254000"/>
                  </a:lnTo>
                  <a:close/>
                </a:path>
              </a:pathLst>
            </a:custGeom>
            <a:solidFill>
              <a:srgbClr val="9898FF"/>
            </a:solidFill>
          </p:spPr>
          <p:txBody>
            <a:bodyPr wrap="square" lIns="0" tIns="0" rIns="0" bIns="0" rtlCol="0"/>
            <a:lstStyle/>
            <a:p/>
          </p:txBody>
        </p:sp>
        <p:sp>
          <p:nvSpPr>
            <p:cNvPr id="467" name="object 467"/>
            <p:cNvSpPr/>
            <p:nvPr/>
          </p:nvSpPr>
          <p:spPr>
            <a:xfrm>
              <a:off x="7490460" y="11849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3970" y="127000"/>
                  </a:lnTo>
                  <a:lnTo>
                    <a:pt x="15240" y="109220"/>
                  </a:lnTo>
                  <a:lnTo>
                    <a:pt x="16510" y="9144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3020" y="24130"/>
                  </a:lnTo>
                  <a:lnTo>
                    <a:pt x="33820" y="22517"/>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19050"/>
                  </a:lnTo>
                  <a:lnTo>
                    <a:pt x="58839" y="18211"/>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1910" y="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1590" y="19050"/>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9898FF"/>
            </a:solidFill>
          </p:spPr>
          <p:txBody>
            <a:bodyPr wrap="square" lIns="0" tIns="0" rIns="0" bIns="0" rtlCol="0"/>
            <a:lstStyle/>
            <a:p/>
          </p:txBody>
        </p:sp>
        <p:sp>
          <p:nvSpPr>
            <p:cNvPr id="468" name="object 468"/>
            <p:cNvSpPr/>
            <p:nvPr/>
          </p:nvSpPr>
          <p:spPr>
            <a:xfrm>
              <a:off x="7674610" y="1156970"/>
              <a:ext cx="281940" cy="520700"/>
            </a:xfrm>
            <a:prstGeom prst="rect">
              <a:avLst/>
            </a:prstGeom>
            <a:blipFill>
              <a:blip r:embed="rId37" cstate="print"/>
              <a:stretch>
                <a:fillRect/>
              </a:stretch>
            </a:blipFill>
          </p:spPr>
          <p:txBody>
            <a:bodyPr wrap="square" lIns="0" tIns="0" rIns="0" bIns="0" rtlCol="0"/>
            <a:lstStyle/>
            <a:p/>
          </p:txBody>
        </p:sp>
        <p:sp>
          <p:nvSpPr>
            <p:cNvPr id="469" name="object 469"/>
            <p:cNvSpPr/>
            <p:nvPr/>
          </p:nvSpPr>
          <p:spPr>
            <a:xfrm>
              <a:off x="7674610" y="1155700"/>
              <a:ext cx="281940" cy="521970"/>
            </a:xfrm>
            <a:custGeom>
              <a:avLst/>
              <a:gdLst/>
              <a:ahLst/>
              <a:cxnLst/>
              <a:rect l="l" t="t" r="r" b="b"/>
              <a:pathLst>
                <a:path w="281940" h="521969">
                  <a:moveTo>
                    <a:pt x="106680" y="16510"/>
                  </a:moveTo>
                  <a:lnTo>
                    <a:pt x="106680" y="81279"/>
                  </a:lnTo>
                  <a:lnTo>
                    <a:pt x="110490" y="71120"/>
                  </a:lnTo>
                  <a:lnTo>
                    <a:pt x="115570" y="62229"/>
                  </a:lnTo>
                  <a:lnTo>
                    <a:pt x="120650" y="53339"/>
                  </a:lnTo>
                  <a:lnTo>
                    <a:pt x="125730" y="44450"/>
                  </a:lnTo>
                  <a:lnTo>
                    <a:pt x="130810" y="38100"/>
                  </a:lnTo>
                  <a:lnTo>
                    <a:pt x="134620" y="31750"/>
                  </a:lnTo>
                  <a:lnTo>
                    <a:pt x="139700" y="25400"/>
                  </a:lnTo>
                  <a:lnTo>
                    <a:pt x="144780" y="20320"/>
                  </a:lnTo>
                  <a:lnTo>
                    <a:pt x="149860" y="15239"/>
                  </a:lnTo>
                  <a:lnTo>
                    <a:pt x="153670" y="11429"/>
                  </a:lnTo>
                  <a:lnTo>
                    <a:pt x="158750" y="7620"/>
                  </a:lnTo>
                  <a:lnTo>
                    <a:pt x="163830" y="5079"/>
                  </a:lnTo>
                  <a:lnTo>
                    <a:pt x="168910" y="3810"/>
                  </a:lnTo>
                  <a:lnTo>
                    <a:pt x="173990" y="2539"/>
                  </a:lnTo>
                  <a:lnTo>
                    <a:pt x="179070" y="0"/>
                  </a:lnTo>
                  <a:lnTo>
                    <a:pt x="184150" y="0"/>
                  </a:lnTo>
                  <a:lnTo>
                    <a:pt x="190500" y="1270"/>
                  </a:lnTo>
                  <a:lnTo>
                    <a:pt x="196850" y="2539"/>
                  </a:lnTo>
                  <a:lnTo>
                    <a:pt x="201930" y="5079"/>
                  </a:lnTo>
                  <a:lnTo>
                    <a:pt x="207010" y="7620"/>
                  </a:lnTo>
                  <a:lnTo>
                    <a:pt x="212090" y="11429"/>
                  </a:lnTo>
                  <a:lnTo>
                    <a:pt x="217170" y="16510"/>
                  </a:lnTo>
                  <a:lnTo>
                    <a:pt x="222250" y="21589"/>
                  </a:lnTo>
                  <a:lnTo>
                    <a:pt x="226060" y="27939"/>
                  </a:lnTo>
                  <a:lnTo>
                    <a:pt x="229870" y="35560"/>
                  </a:lnTo>
                  <a:lnTo>
                    <a:pt x="233680" y="43179"/>
                  </a:lnTo>
                  <a:lnTo>
                    <a:pt x="237490" y="50800"/>
                  </a:lnTo>
                  <a:lnTo>
                    <a:pt x="240030" y="58420"/>
                  </a:lnTo>
                  <a:lnTo>
                    <a:pt x="242570" y="67310"/>
                  </a:lnTo>
                  <a:lnTo>
                    <a:pt x="245110" y="76200"/>
                  </a:lnTo>
                  <a:lnTo>
                    <a:pt x="246380" y="86360"/>
                  </a:lnTo>
                  <a:lnTo>
                    <a:pt x="248920" y="96520"/>
                  </a:lnTo>
                  <a:lnTo>
                    <a:pt x="250190" y="104139"/>
                  </a:lnTo>
                  <a:lnTo>
                    <a:pt x="250190" y="115570"/>
                  </a:lnTo>
                  <a:lnTo>
                    <a:pt x="251460" y="127000"/>
                  </a:lnTo>
                  <a:lnTo>
                    <a:pt x="252730" y="140970"/>
                  </a:lnTo>
                  <a:lnTo>
                    <a:pt x="252730" y="173989"/>
                  </a:lnTo>
                  <a:lnTo>
                    <a:pt x="252730" y="214629"/>
                  </a:lnTo>
                  <a:lnTo>
                    <a:pt x="252730" y="411479"/>
                  </a:lnTo>
                  <a:lnTo>
                    <a:pt x="252730" y="438150"/>
                  </a:lnTo>
                  <a:lnTo>
                    <a:pt x="254000" y="448310"/>
                  </a:lnTo>
                  <a:lnTo>
                    <a:pt x="254000" y="458470"/>
                  </a:lnTo>
                  <a:lnTo>
                    <a:pt x="255270" y="467360"/>
                  </a:lnTo>
                  <a:lnTo>
                    <a:pt x="256540" y="474979"/>
                  </a:lnTo>
                  <a:lnTo>
                    <a:pt x="256540" y="477520"/>
                  </a:lnTo>
                  <a:lnTo>
                    <a:pt x="257810" y="480060"/>
                  </a:lnTo>
                  <a:lnTo>
                    <a:pt x="257810" y="482600"/>
                  </a:lnTo>
                  <a:lnTo>
                    <a:pt x="259080" y="483870"/>
                  </a:lnTo>
                  <a:lnTo>
                    <a:pt x="259080" y="486410"/>
                  </a:lnTo>
                  <a:lnTo>
                    <a:pt x="260350" y="487679"/>
                  </a:lnTo>
                  <a:lnTo>
                    <a:pt x="260350" y="488950"/>
                  </a:lnTo>
                  <a:lnTo>
                    <a:pt x="261620" y="491489"/>
                  </a:lnTo>
                  <a:lnTo>
                    <a:pt x="262890" y="492760"/>
                  </a:lnTo>
                  <a:lnTo>
                    <a:pt x="264160" y="494029"/>
                  </a:lnTo>
                  <a:lnTo>
                    <a:pt x="265430" y="495300"/>
                  </a:lnTo>
                  <a:lnTo>
                    <a:pt x="266700" y="496570"/>
                  </a:lnTo>
                  <a:lnTo>
                    <a:pt x="269240" y="497839"/>
                  </a:lnTo>
                  <a:lnTo>
                    <a:pt x="273050" y="499110"/>
                  </a:lnTo>
                  <a:lnTo>
                    <a:pt x="276860" y="501650"/>
                  </a:lnTo>
                  <a:lnTo>
                    <a:pt x="281940" y="501650"/>
                  </a:lnTo>
                  <a:lnTo>
                    <a:pt x="281940" y="521970"/>
                  </a:lnTo>
                  <a:lnTo>
                    <a:pt x="149860" y="521970"/>
                  </a:lnTo>
                  <a:lnTo>
                    <a:pt x="149860" y="501650"/>
                  </a:lnTo>
                  <a:lnTo>
                    <a:pt x="152400" y="501650"/>
                  </a:lnTo>
                  <a:lnTo>
                    <a:pt x="156210" y="499110"/>
                  </a:lnTo>
                  <a:lnTo>
                    <a:pt x="157480" y="499110"/>
                  </a:lnTo>
                  <a:lnTo>
                    <a:pt x="158750" y="497839"/>
                  </a:lnTo>
                  <a:lnTo>
                    <a:pt x="160020" y="496570"/>
                  </a:lnTo>
                  <a:lnTo>
                    <a:pt x="161290" y="495300"/>
                  </a:lnTo>
                  <a:lnTo>
                    <a:pt x="162560" y="492760"/>
                  </a:lnTo>
                  <a:lnTo>
                    <a:pt x="163830" y="491489"/>
                  </a:lnTo>
                  <a:lnTo>
                    <a:pt x="165100" y="490220"/>
                  </a:lnTo>
                  <a:lnTo>
                    <a:pt x="166370" y="487679"/>
                  </a:lnTo>
                  <a:lnTo>
                    <a:pt x="167640" y="486410"/>
                  </a:lnTo>
                  <a:lnTo>
                    <a:pt x="168910" y="482600"/>
                  </a:lnTo>
                  <a:lnTo>
                    <a:pt x="168910" y="481329"/>
                  </a:lnTo>
                  <a:lnTo>
                    <a:pt x="170180" y="478789"/>
                  </a:lnTo>
                  <a:lnTo>
                    <a:pt x="171450" y="476250"/>
                  </a:lnTo>
                  <a:lnTo>
                    <a:pt x="171450" y="474979"/>
                  </a:lnTo>
                  <a:lnTo>
                    <a:pt x="171450" y="472439"/>
                  </a:lnTo>
                  <a:lnTo>
                    <a:pt x="172720" y="469900"/>
                  </a:lnTo>
                  <a:lnTo>
                    <a:pt x="172720" y="463550"/>
                  </a:lnTo>
                  <a:lnTo>
                    <a:pt x="173990" y="455929"/>
                  </a:lnTo>
                  <a:lnTo>
                    <a:pt x="173990" y="445770"/>
                  </a:lnTo>
                  <a:lnTo>
                    <a:pt x="173990" y="435610"/>
                  </a:lnTo>
                  <a:lnTo>
                    <a:pt x="175260" y="411479"/>
                  </a:lnTo>
                  <a:lnTo>
                    <a:pt x="175260" y="186689"/>
                  </a:lnTo>
                  <a:lnTo>
                    <a:pt x="173990" y="157479"/>
                  </a:lnTo>
                  <a:lnTo>
                    <a:pt x="173990" y="135889"/>
                  </a:lnTo>
                  <a:lnTo>
                    <a:pt x="173990" y="127000"/>
                  </a:lnTo>
                  <a:lnTo>
                    <a:pt x="173990" y="118110"/>
                  </a:lnTo>
                  <a:lnTo>
                    <a:pt x="172720" y="113029"/>
                  </a:lnTo>
                  <a:lnTo>
                    <a:pt x="172720" y="110489"/>
                  </a:lnTo>
                  <a:lnTo>
                    <a:pt x="172720" y="107950"/>
                  </a:lnTo>
                  <a:lnTo>
                    <a:pt x="171450" y="104139"/>
                  </a:lnTo>
                  <a:lnTo>
                    <a:pt x="171450" y="100329"/>
                  </a:lnTo>
                  <a:lnTo>
                    <a:pt x="170180" y="96520"/>
                  </a:lnTo>
                  <a:lnTo>
                    <a:pt x="168910" y="93979"/>
                  </a:lnTo>
                  <a:lnTo>
                    <a:pt x="167640" y="91439"/>
                  </a:lnTo>
                  <a:lnTo>
                    <a:pt x="166370" y="87629"/>
                  </a:lnTo>
                  <a:lnTo>
                    <a:pt x="165100" y="85089"/>
                  </a:lnTo>
                  <a:lnTo>
                    <a:pt x="163830" y="82550"/>
                  </a:lnTo>
                  <a:lnTo>
                    <a:pt x="162560" y="81279"/>
                  </a:lnTo>
                  <a:lnTo>
                    <a:pt x="161290" y="78739"/>
                  </a:lnTo>
                  <a:lnTo>
                    <a:pt x="158750" y="77470"/>
                  </a:lnTo>
                  <a:lnTo>
                    <a:pt x="157480" y="76200"/>
                  </a:lnTo>
                  <a:lnTo>
                    <a:pt x="156210" y="74929"/>
                  </a:lnTo>
                  <a:lnTo>
                    <a:pt x="153670" y="74929"/>
                  </a:lnTo>
                  <a:lnTo>
                    <a:pt x="152400" y="73660"/>
                  </a:lnTo>
                  <a:lnTo>
                    <a:pt x="151130" y="73660"/>
                  </a:lnTo>
                  <a:lnTo>
                    <a:pt x="147320" y="73660"/>
                  </a:lnTo>
                  <a:lnTo>
                    <a:pt x="144780" y="74929"/>
                  </a:lnTo>
                  <a:lnTo>
                    <a:pt x="142240" y="76200"/>
                  </a:lnTo>
                  <a:lnTo>
                    <a:pt x="138430" y="77470"/>
                  </a:lnTo>
                  <a:lnTo>
                    <a:pt x="135890" y="80010"/>
                  </a:lnTo>
                  <a:lnTo>
                    <a:pt x="132080" y="82550"/>
                  </a:lnTo>
                  <a:lnTo>
                    <a:pt x="130810" y="86360"/>
                  </a:lnTo>
                  <a:lnTo>
                    <a:pt x="127000" y="90170"/>
                  </a:lnTo>
                  <a:lnTo>
                    <a:pt x="124460" y="95250"/>
                  </a:lnTo>
                  <a:lnTo>
                    <a:pt x="121920" y="100329"/>
                  </a:lnTo>
                  <a:lnTo>
                    <a:pt x="119380" y="105410"/>
                  </a:lnTo>
                  <a:lnTo>
                    <a:pt x="116840" y="111760"/>
                  </a:lnTo>
                  <a:lnTo>
                    <a:pt x="110490" y="124460"/>
                  </a:lnTo>
                  <a:lnTo>
                    <a:pt x="106680" y="139700"/>
                  </a:lnTo>
                  <a:lnTo>
                    <a:pt x="106680" y="411479"/>
                  </a:lnTo>
                  <a:lnTo>
                    <a:pt x="106680" y="436879"/>
                  </a:lnTo>
                  <a:lnTo>
                    <a:pt x="106680" y="448310"/>
                  </a:lnTo>
                  <a:lnTo>
                    <a:pt x="107950" y="458470"/>
                  </a:lnTo>
                  <a:lnTo>
                    <a:pt x="107950" y="466089"/>
                  </a:lnTo>
                  <a:lnTo>
                    <a:pt x="109220" y="473710"/>
                  </a:lnTo>
                  <a:lnTo>
                    <a:pt x="109220" y="476250"/>
                  </a:lnTo>
                  <a:lnTo>
                    <a:pt x="110490" y="478789"/>
                  </a:lnTo>
                  <a:lnTo>
                    <a:pt x="110490" y="481329"/>
                  </a:lnTo>
                  <a:lnTo>
                    <a:pt x="111760" y="483870"/>
                  </a:lnTo>
                  <a:lnTo>
                    <a:pt x="111760" y="486410"/>
                  </a:lnTo>
                  <a:lnTo>
                    <a:pt x="113030" y="486410"/>
                  </a:lnTo>
                  <a:lnTo>
                    <a:pt x="114300" y="488950"/>
                  </a:lnTo>
                  <a:lnTo>
                    <a:pt x="114300" y="490220"/>
                  </a:lnTo>
                  <a:lnTo>
                    <a:pt x="115570" y="492760"/>
                  </a:lnTo>
                  <a:lnTo>
                    <a:pt x="116840" y="494029"/>
                  </a:lnTo>
                  <a:lnTo>
                    <a:pt x="118110" y="495300"/>
                  </a:lnTo>
                  <a:lnTo>
                    <a:pt x="119380" y="496570"/>
                  </a:lnTo>
                  <a:lnTo>
                    <a:pt x="120650" y="496570"/>
                  </a:lnTo>
                  <a:lnTo>
                    <a:pt x="121920" y="497839"/>
                  </a:lnTo>
                  <a:lnTo>
                    <a:pt x="124460" y="499110"/>
                  </a:lnTo>
                  <a:lnTo>
                    <a:pt x="128270" y="501650"/>
                  </a:lnTo>
                  <a:lnTo>
                    <a:pt x="132080" y="501650"/>
                  </a:lnTo>
                  <a:lnTo>
                    <a:pt x="132080" y="521970"/>
                  </a:lnTo>
                  <a:lnTo>
                    <a:pt x="0" y="521970"/>
                  </a:lnTo>
                  <a:lnTo>
                    <a:pt x="0" y="501650"/>
                  </a:lnTo>
                  <a:lnTo>
                    <a:pt x="3810" y="501650"/>
                  </a:lnTo>
                  <a:lnTo>
                    <a:pt x="7620" y="499110"/>
                  </a:lnTo>
                  <a:lnTo>
                    <a:pt x="10160" y="497839"/>
                  </a:lnTo>
                  <a:lnTo>
                    <a:pt x="13970" y="495300"/>
                  </a:lnTo>
                  <a:lnTo>
                    <a:pt x="15240" y="494029"/>
                  </a:lnTo>
                  <a:lnTo>
                    <a:pt x="16510" y="492760"/>
                  </a:lnTo>
                  <a:lnTo>
                    <a:pt x="17780" y="491489"/>
                  </a:lnTo>
                  <a:lnTo>
                    <a:pt x="19050" y="490220"/>
                  </a:lnTo>
                  <a:lnTo>
                    <a:pt x="20320" y="487679"/>
                  </a:lnTo>
                  <a:lnTo>
                    <a:pt x="21590" y="486410"/>
                  </a:lnTo>
                  <a:lnTo>
                    <a:pt x="21590" y="483870"/>
                  </a:lnTo>
                  <a:lnTo>
                    <a:pt x="22860" y="481329"/>
                  </a:lnTo>
                  <a:lnTo>
                    <a:pt x="24130" y="480060"/>
                  </a:lnTo>
                  <a:lnTo>
                    <a:pt x="24130" y="477520"/>
                  </a:lnTo>
                  <a:lnTo>
                    <a:pt x="24130" y="476250"/>
                  </a:lnTo>
                  <a:lnTo>
                    <a:pt x="25400" y="473710"/>
                  </a:lnTo>
                  <a:lnTo>
                    <a:pt x="25400" y="466089"/>
                  </a:lnTo>
                  <a:lnTo>
                    <a:pt x="26670" y="458470"/>
                  </a:lnTo>
                  <a:lnTo>
                    <a:pt x="26670" y="448310"/>
                  </a:lnTo>
                  <a:lnTo>
                    <a:pt x="27940" y="438150"/>
                  </a:lnTo>
                  <a:lnTo>
                    <a:pt x="27940" y="411479"/>
                  </a:lnTo>
                  <a:lnTo>
                    <a:pt x="27940" y="125729"/>
                  </a:lnTo>
                  <a:lnTo>
                    <a:pt x="27940" y="100329"/>
                  </a:lnTo>
                  <a:lnTo>
                    <a:pt x="26670" y="88900"/>
                  </a:lnTo>
                  <a:lnTo>
                    <a:pt x="26670" y="78739"/>
                  </a:lnTo>
                  <a:lnTo>
                    <a:pt x="25400" y="71120"/>
                  </a:lnTo>
                  <a:lnTo>
                    <a:pt x="24130" y="63500"/>
                  </a:lnTo>
                  <a:lnTo>
                    <a:pt x="24130" y="60960"/>
                  </a:lnTo>
                  <a:lnTo>
                    <a:pt x="24130" y="58420"/>
                  </a:lnTo>
                  <a:lnTo>
                    <a:pt x="22860" y="55879"/>
                  </a:lnTo>
                  <a:lnTo>
                    <a:pt x="22860" y="54610"/>
                  </a:lnTo>
                  <a:lnTo>
                    <a:pt x="21590" y="52070"/>
                  </a:lnTo>
                  <a:lnTo>
                    <a:pt x="20320" y="50800"/>
                  </a:lnTo>
                  <a:lnTo>
                    <a:pt x="20320" y="49529"/>
                  </a:lnTo>
                  <a:lnTo>
                    <a:pt x="19050" y="46989"/>
                  </a:lnTo>
                  <a:lnTo>
                    <a:pt x="17780" y="45720"/>
                  </a:lnTo>
                  <a:lnTo>
                    <a:pt x="16510" y="44450"/>
                  </a:lnTo>
                  <a:lnTo>
                    <a:pt x="1397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70" name="object 470"/>
            <p:cNvSpPr/>
            <p:nvPr/>
          </p:nvSpPr>
          <p:spPr>
            <a:xfrm>
              <a:off x="7984490" y="927100"/>
              <a:ext cx="140970" cy="750570"/>
            </a:xfrm>
            <a:prstGeom prst="rect">
              <a:avLst/>
            </a:prstGeom>
            <a:blipFill>
              <a:blip r:embed="rId38" cstate="print"/>
              <a:stretch>
                <a:fillRect/>
              </a:stretch>
            </a:blipFill>
          </p:spPr>
          <p:txBody>
            <a:bodyPr wrap="square" lIns="0" tIns="0" rIns="0" bIns="0" rtlCol="0"/>
            <a:lstStyle/>
            <a:p/>
          </p:txBody>
        </p:sp>
      </p:grpSp>
      <p:sp>
        <p:nvSpPr>
          <p:cNvPr id="471" name="object 471"/>
          <p:cNvSpPr/>
          <p:nvPr/>
        </p:nvSpPr>
        <p:spPr>
          <a:xfrm>
            <a:off x="4121150" y="930910"/>
            <a:ext cx="387289" cy="753049"/>
          </a:xfrm>
          <a:prstGeom prst="rect">
            <a:avLst/>
          </a:prstGeom>
          <a:blipFill>
            <a:blip r:embed="rId39" cstate="print"/>
            <a:stretch>
              <a:fillRect/>
            </a:stretch>
          </a:blipFill>
        </p:spPr>
        <p:txBody>
          <a:bodyPr wrap="square" lIns="0" tIns="0" rIns="0" bIns="0" rtlCol="0"/>
          <a:lstStyle/>
          <a:p/>
        </p:txBody>
      </p:sp>
      <p:sp>
        <p:nvSpPr>
          <p:cNvPr id="472" name="object 472"/>
          <p:cNvSpPr/>
          <p:nvPr/>
        </p:nvSpPr>
        <p:spPr>
          <a:xfrm>
            <a:off x="8004809" y="920750"/>
            <a:ext cx="99060" cy="180339"/>
          </a:xfrm>
          <a:prstGeom prst="rect">
            <a:avLst/>
          </a:prstGeom>
          <a:blipFill>
            <a:blip r:embed="rId40" cstate="print"/>
            <a:stretch>
              <a:fillRect/>
            </a:stretch>
          </a:blipFill>
        </p:spPr>
        <p:txBody>
          <a:bodyPr wrap="square" lIns="0" tIns="0" rIns="0" bIns="0" rtlCol="0"/>
          <a:lstStyle/>
          <a:p/>
        </p:txBody>
      </p:sp>
      <p:grpSp>
        <p:nvGrpSpPr>
          <p:cNvPr id="473" name="object 473"/>
          <p:cNvGrpSpPr/>
          <p:nvPr/>
        </p:nvGrpSpPr>
        <p:grpSpPr>
          <a:xfrm>
            <a:off x="7978140" y="1149350"/>
            <a:ext cx="753110" cy="774700"/>
            <a:chOff x="7978140" y="1149350"/>
            <a:chExt cx="753110" cy="774700"/>
          </a:xfrm>
        </p:grpSpPr>
        <p:sp>
          <p:nvSpPr>
            <p:cNvPr id="474" name="object 474"/>
            <p:cNvSpPr/>
            <p:nvPr/>
          </p:nvSpPr>
          <p:spPr>
            <a:xfrm>
              <a:off x="8087360" y="11722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9898FF"/>
            </a:solidFill>
          </p:spPr>
          <p:txBody>
            <a:bodyPr wrap="square" lIns="0" tIns="0" rIns="0" bIns="0" rtlCol="0"/>
            <a:lstStyle/>
            <a:p/>
          </p:txBody>
        </p:sp>
        <p:sp>
          <p:nvSpPr>
            <p:cNvPr id="475" name="object 475"/>
            <p:cNvSpPr/>
            <p:nvPr/>
          </p:nvSpPr>
          <p:spPr>
            <a:xfrm>
              <a:off x="7978140" y="1573530"/>
              <a:ext cx="153669" cy="110490"/>
            </a:xfrm>
            <a:prstGeom prst="rect">
              <a:avLst/>
            </a:prstGeom>
            <a:blipFill>
              <a:blip r:embed="rId41" cstate="print"/>
              <a:stretch>
                <a:fillRect/>
              </a:stretch>
            </a:blipFill>
          </p:spPr>
          <p:txBody>
            <a:bodyPr wrap="square" lIns="0" tIns="0" rIns="0" bIns="0" rtlCol="0"/>
            <a:lstStyle/>
            <a:p/>
          </p:txBody>
        </p:sp>
        <p:sp>
          <p:nvSpPr>
            <p:cNvPr id="476" name="object 476"/>
            <p:cNvSpPr/>
            <p:nvPr/>
          </p:nvSpPr>
          <p:spPr>
            <a:xfrm>
              <a:off x="8009890" y="12763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9898FF"/>
            </a:solidFill>
          </p:spPr>
          <p:txBody>
            <a:bodyPr wrap="square" lIns="0" tIns="0" rIns="0" bIns="0" rtlCol="0"/>
            <a:lstStyle/>
            <a:p/>
          </p:txBody>
        </p:sp>
        <p:sp>
          <p:nvSpPr>
            <p:cNvPr id="477" name="object 477"/>
            <p:cNvSpPr/>
            <p:nvPr/>
          </p:nvSpPr>
          <p:spPr>
            <a:xfrm>
              <a:off x="7978140" y="1165859"/>
              <a:ext cx="121919" cy="110489"/>
            </a:xfrm>
            <a:prstGeom prst="rect">
              <a:avLst/>
            </a:prstGeom>
            <a:blipFill>
              <a:blip r:embed="rId42" cstate="print"/>
              <a:stretch>
                <a:fillRect/>
              </a:stretch>
            </a:blipFill>
          </p:spPr>
          <p:txBody>
            <a:bodyPr wrap="square" lIns="0" tIns="0" rIns="0" bIns="0" rtlCol="0"/>
            <a:lstStyle/>
            <a:p/>
          </p:txBody>
        </p:sp>
        <p:sp>
          <p:nvSpPr>
            <p:cNvPr id="478" name="object 478"/>
            <p:cNvSpPr/>
            <p:nvPr/>
          </p:nvSpPr>
          <p:spPr>
            <a:xfrm>
              <a:off x="8150860" y="1156970"/>
              <a:ext cx="281940" cy="520700"/>
            </a:xfrm>
            <a:prstGeom prst="rect">
              <a:avLst/>
            </a:prstGeom>
            <a:blipFill>
              <a:blip r:embed="rId43" cstate="print"/>
              <a:stretch>
                <a:fillRect/>
              </a:stretch>
            </a:blipFill>
          </p:spPr>
          <p:txBody>
            <a:bodyPr wrap="square" lIns="0" tIns="0" rIns="0" bIns="0" rtlCol="0"/>
            <a:lstStyle/>
            <a:p/>
          </p:txBody>
        </p:sp>
        <p:sp>
          <p:nvSpPr>
            <p:cNvPr id="479" name="object 479"/>
            <p:cNvSpPr/>
            <p:nvPr/>
          </p:nvSpPr>
          <p:spPr>
            <a:xfrm>
              <a:off x="8150860" y="1155700"/>
              <a:ext cx="281940" cy="521970"/>
            </a:xfrm>
            <a:custGeom>
              <a:avLst/>
              <a:gdLst/>
              <a:ahLst/>
              <a:cxnLst/>
              <a:rect l="l" t="t" r="r" b="b"/>
              <a:pathLst>
                <a:path w="281940" h="521969">
                  <a:moveTo>
                    <a:pt x="106680" y="16510"/>
                  </a:moveTo>
                  <a:lnTo>
                    <a:pt x="106680" y="81279"/>
                  </a:lnTo>
                  <a:lnTo>
                    <a:pt x="111760" y="71120"/>
                  </a:lnTo>
                  <a:lnTo>
                    <a:pt x="116840" y="62229"/>
                  </a:lnTo>
                  <a:lnTo>
                    <a:pt x="120650" y="53339"/>
                  </a:lnTo>
                  <a:lnTo>
                    <a:pt x="125730" y="44450"/>
                  </a:lnTo>
                  <a:lnTo>
                    <a:pt x="130810" y="38100"/>
                  </a:lnTo>
                  <a:lnTo>
                    <a:pt x="135890" y="31750"/>
                  </a:lnTo>
                  <a:lnTo>
                    <a:pt x="139700" y="25400"/>
                  </a:lnTo>
                  <a:lnTo>
                    <a:pt x="144780" y="20320"/>
                  </a:lnTo>
                  <a:lnTo>
                    <a:pt x="149860" y="15239"/>
                  </a:lnTo>
                  <a:lnTo>
                    <a:pt x="154940" y="11429"/>
                  </a:lnTo>
                  <a:lnTo>
                    <a:pt x="158750" y="7620"/>
                  </a:lnTo>
                  <a:lnTo>
                    <a:pt x="163830" y="5079"/>
                  </a:lnTo>
                  <a:lnTo>
                    <a:pt x="168910" y="3810"/>
                  </a:lnTo>
                  <a:lnTo>
                    <a:pt x="173990" y="2539"/>
                  </a:lnTo>
                  <a:lnTo>
                    <a:pt x="179070" y="0"/>
                  </a:lnTo>
                  <a:lnTo>
                    <a:pt x="184150" y="0"/>
                  </a:lnTo>
                  <a:lnTo>
                    <a:pt x="190500" y="1270"/>
                  </a:lnTo>
                  <a:lnTo>
                    <a:pt x="196850" y="2539"/>
                  </a:lnTo>
                  <a:lnTo>
                    <a:pt x="203200" y="5079"/>
                  </a:lnTo>
                  <a:lnTo>
                    <a:pt x="208280" y="7620"/>
                  </a:lnTo>
                  <a:lnTo>
                    <a:pt x="213360" y="11429"/>
                  </a:lnTo>
                  <a:lnTo>
                    <a:pt x="218440" y="16510"/>
                  </a:lnTo>
                  <a:lnTo>
                    <a:pt x="222250" y="21589"/>
                  </a:lnTo>
                  <a:lnTo>
                    <a:pt x="227330" y="27939"/>
                  </a:lnTo>
                  <a:lnTo>
                    <a:pt x="231140" y="35560"/>
                  </a:lnTo>
                  <a:lnTo>
                    <a:pt x="234950" y="43179"/>
                  </a:lnTo>
                  <a:lnTo>
                    <a:pt x="237490" y="50800"/>
                  </a:lnTo>
                  <a:lnTo>
                    <a:pt x="241300" y="58420"/>
                  </a:lnTo>
                  <a:lnTo>
                    <a:pt x="243840" y="67310"/>
                  </a:lnTo>
                  <a:lnTo>
                    <a:pt x="246380" y="76200"/>
                  </a:lnTo>
                  <a:lnTo>
                    <a:pt x="247650" y="86360"/>
                  </a:lnTo>
                  <a:lnTo>
                    <a:pt x="248920" y="96520"/>
                  </a:lnTo>
                  <a:lnTo>
                    <a:pt x="250190" y="104139"/>
                  </a:lnTo>
                  <a:lnTo>
                    <a:pt x="250190" y="115570"/>
                  </a:lnTo>
                  <a:lnTo>
                    <a:pt x="251460" y="127000"/>
                  </a:lnTo>
                  <a:lnTo>
                    <a:pt x="252730" y="140970"/>
                  </a:lnTo>
                  <a:lnTo>
                    <a:pt x="252730" y="173989"/>
                  </a:lnTo>
                  <a:lnTo>
                    <a:pt x="254000" y="214629"/>
                  </a:lnTo>
                  <a:lnTo>
                    <a:pt x="254000" y="411479"/>
                  </a:lnTo>
                  <a:lnTo>
                    <a:pt x="254000" y="438150"/>
                  </a:lnTo>
                  <a:lnTo>
                    <a:pt x="254000" y="448310"/>
                  </a:lnTo>
                  <a:lnTo>
                    <a:pt x="255270" y="458470"/>
                  </a:lnTo>
                  <a:lnTo>
                    <a:pt x="255270" y="467360"/>
                  </a:lnTo>
                  <a:lnTo>
                    <a:pt x="256540" y="474979"/>
                  </a:lnTo>
                  <a:lnTo>
                    <a:pt x="256540" y="477520"/>
                  </a:lnTo>
                  <a:lnTo>
                    <a:pt x="257810" y="480060"/>
                  </a:lnTo>
                  <a:lnTo>
                    <a:pt x="257810" y="482600"/>
                  </a:lnTo>
                  <a:lnTo>
                    <a:pt x="259080" y="483870"/>
                  </a:lnTo>
                  <a:lnTo>
                    <a:pt x="260350" y="486410"/>
                  </a:lnTo>
                  <a:lnTo>
                    <a:pt x="260350" y="487679"/>
                  </a:lnTo>
                  <a:lnTo>
                    <a:pt x="261620" y="488950"/>
                  </a:lnTo>
                  <a:lnTo>
                    <a:pt x="262890" y="491489"/>
                  </a:lnTo>
                  <a:lnTo>
                    <a:pt x="262890" y="492760"/>
                  </a:lnTo>
                  <a:lnTo>
                    <a:pt x="265430" y="494029"/>
                  </a:lnTo>
                  <a:lnTo>
                    <a:pt x="265430" y="495300"/>
                  </a:lnTo>
                  <a:lnTo>
                    <a:pt x="267970" y="496570"/>
                  </a:lnTo>
                  <a:lnTo>
                    <a:pt x="270510" y="497839"/>
                  </a:lnTo>
                  <a:lnTo>
                    <a:pt x="274320" y="499110"/>
                  </a:lnTo>
                  <a:lnTo>
                    <a:pt x="278130" y="501650"/>
                  </a:lnTo>
                  <a:lnTo>
                    <a:pt x="281940" y="501650"/>
                  </a:lnTo>
                  <a:lnTo>
                    <a:pt x="281940" y="521970"/>
                  </a:lnTo>
                  <a:lnTo>
                    <a:pt x="149860" y="521970"/>
                  </a:lnTo>
                  <a:lnTo>
                    <a:pt x="149860" y="501650"/>
                  </a:lnTo>
                  <a:lnTo>
                    <a:pt x="153670" y="501650"/>
                  </a:lnTo>
                  <a:lnTo>
                    <a:pt x="156210" y="499110"/>
                  </a:lnTo>
                  <a:lnTo>
                    <a:pt x="158750" y="499110"/>
                  </a:lnTo>
                  <a:lnTo>
                    <a:pt x="160020" y="497839"/>
                  </a:lnTo>
                  <a:lnTo>
                    <a:pt x="161290" y="496570"/>
                  </a:lnTo>
                  <a:lnTo>
                    <a:pt x="162560" y="495300"/>
                  </a:lnTo>
                  <a:lnTo>
                    <a:pt x="163830" y="492760"/>
                  </a:lnTo>
                  <a:lnTo>
                    <a:pt x="165100" y="491489"/>
                  </a:lnTo>
                  <a:lnTo>
                    <a:pt x="166370" y="490220"/>
                  </a:lnTo>
                  <a:lnTo>
                    <a:pt x="166370" y="487679"/>
                  </a:lnTo>
                  <a:lnTo>
                    <a:pt x="167640" y="486410"/>
                  </a:lnTo>
                  <a:lnTo>
                    <a:pt x="168910" y="482600"/>
                  </a:lnTo>
                  <a:lnTo>
                    <a:pt x="170180" y="481329"/>
                  </a:lnTo>
                  <a:lnTo>
                    <a:pt x="171450" y="478789"/>
                  </a:lnTo>
                  <a:lnTo>
                    <a:pt x="171450" y="476250"/>
                  </a:lnTo>
                  <a:lnTo>
                    <a:pt x="171450" y="474979"/>
                  </a:lnTo>
                  <a:lnTo>
                    <a:pt x="172720" y="472439"/>
                  </a:lnTo>
                  <a:lnTo>
                    <a:pt x="172720" y="469900"/>
                  </a:lnTo>
                  <a:lnTo>
                    <a:pt x="173990" y="463550"/>
                  </a:lnTo>
                  <a:lnTo>
                    <a:pt x="173990" y="455929"/>
                  </a:lnTo>
                  <a:lnTo>
                    <a:pt x="175260" y="445770"/>
                  </a:lnTo>
                  <a:lnTo>
                    <a:pt x="175260" y="435610"/>
                  </a:lnTo>
                  <a:lnTo>
                    <a:pt x="175260" y="411479"/>
                  </a:lnTo>
                  <a:lnTo>
                    <a:pt x="175260" y="186689"/>
                  </a:lnTo>
                  <a:lnTo>
                    <a:pt x="175260" y="157479"/>
                  </a:lnTo>
                  <a:lnTo>
                    <a:pt x="175260" y="135889"/>
                  </a:lnTo>
                  <a:lnTo>
                    <a:pt x="173990" y="127000"/>
                  </a:lnTo>
                  <a:lnTo>
                    <a:pt x="173990" y="118110"/>
                  </a:lnTo>
                  <a:lnTo>
                    <a:pt x="173990" y="113029"/>
                  </a:lnTo>
                  <a:lnTo>
                    <a:pt x="172720" y="110489"/>
                  </a:lnTo>
                  <a:lnTo>
                    <a:pt x="172720" y="107950"/>
                  </a:lnTo>
                  <a:lnTo>
                    <a:pt x="172720" y="104139"/>
                  </a:lnTo>
                  <a:lnTo>
                    <a:pt x="171450" y="100329"/>
                  </a:lnTo>
                  <a:lnTo>
                    <a:pt x="170180" y="96520"/>
                  </a:lnTo>
                  <a:lnTo>
                    <a:pt x="168910" y="93979"/>
                  </a:lnTo>
                  <a:lnTo>
                    <a:pt x="168910" y="91439"/>
                  </a:lnTo>
                  <a:lnTo>
                    <a:pt x="166370" y="87629"/>
                  </a:lnTo>
                  <a:lnTo>
                    <a:pt x="166370" y="85089"/>
                  </a:lnTo>
                  <a:lnTo>
                    <a:pt x="163830" y="82550"/>
                  </a:lnTo>
                  <a:lnTo>
                    <a:pt x="162560" y="81279"/>
                  </a:lnTo>
                  <a:lnTo>
                    <a:pt x="161290" y="78739"/>
                  </a:lnTo>
                  <a:lnTo>
                    <a:pt x="160020" y="77470"/>
                  </a:lnTo>
                  <a:lnTo>
                    <a:pt x="157480" y="76200"/>
                  </a:lnTo>
                  <a:lnTo>
                    <a:pt x="156210" y="74929"/>
                  </a:lnTo>
                  <a:lnTo>
                    <a:pt x="154940" y="74929"/>
                  </a:lnTo>
                  <a:lnTo>
                    <a:pt x="152400" y="73660"/>
                  </a:lnTo>
                  <a:lnTo>
                    <a:pt x="151130" y="73660"/>
                  </a:lnTo>
                  <a:lnTo>
                    <a:pt x="148590" y="73660"/>
                  </a:lnTo>
                  <a:lnTo>
                    <a:pt x="144780" y="74929"/>
                  </a:lnTo>
                  <a:lnTo>
                    <a:pt x="142240" y="76200"/>
                  </a:lnTo>
                  <a:lnTo>
                    <a:pt x="139700" y="77470"/>
                  </a:lnTo>
                  <a:lnTo>
                    <a:pt x="135890" y="80010"/>
                  </a:lnTo>
                  <a:lnTo>
                    <a:pt x="133350" y="82550"/>
                  </a:lnTo>
                  <a:lnTo>
                    <a:pt x="130810" y="86360"/>
                  </a:lnTo>
                  <a:lnTo>
                    <a:pt x="128270" y="90170"/>
                  </a:lnTo>
                  <a:lnTo>
                    <a:pt x="125730" y="95250"/>
                  </a:lnTo>
                  <a:lnTo>
                    <a:pt x="123190" y="100329"/>
                  </a:lnTo>
                  <a:lnTo>
                    <a:pt x="119380" y="105410"/>
                  </a:lnTo>
                  <a:lnTo>
                    <a:pt x="116840" y="111760"/>
                  </a:lnTo>
                  <a:lnTo>
                    <a:pt x="111760" y="124460"/>
                  </a:lnTo>
                  <a:lnTo>
                    <a:pt x="106680" y="139700"/>
                  </a:lnTo>
                  <a:lnTo>
                    <a:pt x="106680" y="411479"/>
                  </a:lnTo>
                  <a:lnTo>
                    <a:pt x="106680" y="436879"/>
                  </a:lnTo>
                  <a:lnTo>
                    <a:pt x="106680" y="448310"/>
                  </a:lnTo>
                  <a:lnTo>
                    <a:pt x="107950" y="458470"/>
                  </a:lnTo>
                  <a:lnTo>
                    <a:pt x="109220" y="466089"/>
                  </a:lnTo>
                  <a:lnTo>
                    <a:pt x="109220" y="473710"/>
                  </a:lnTo>
                  <a:lnTo>
                    <a:pt x="110490" y="476250"/>
                  </a:lnTo>
                  <a:lnTo>
                    <a:pt x="110490" y="478789"/>
                  </a:lnTo>
                  <a:lnTo>
                    <a:pt x="111760" y="481329"/>
                  </a:lnTo>
                  <a:lnTo>
                    <a:pt x="111760" y="483870"/>
                  </a:lnTo>
                  <a:lnTo>
                    <a:pt x="113030" y="486410"/>
                  </a:lnTo>
                  <a:lnTo>
                    <a:pt x="114300" y="488950"/>
                  </a:lnTo>
                  <a:lnTo>
                    <a:pt x="115570" y="490220"/>
                  </a:lnTo>
                  <a:lnTo>
                    <a:pt x="115570" y="492760"/>
                  </a:lnTo>
                  <a:lnTo>
                    <a:pt x="116840" y="494029"/>
                  </a:lnTo>
                  <a:lnTo>
                    <a:pt x="118110" y="495300"/>
                  </a:lnTo>
                  <a:lnTo>
                    <a:pt x="119380" y="496570"/>
                  </a:lnTo>
                  <a:lnTo>
                    <a:pt x="120650" y="496570"/>
                  </a:lnTo>
                  <a:lnTo>
                    <a:pt x="121920" y="497839"/>
                  </a:lnTo>
                  <a:lnTo>
                    <a:pt x="125730" y="499110"/>
                  </a:lnTo>
                  <a:lnTo>
                    <a:pt x="128270" y="501650"/>
                  </a:lnTo>
                  <a:lnTo>
                    <a:pt x="132080" y="501650"/>
                  </a:lnTo>
                  <a:lnTo>
                    <a:pt x="132080" y="521970"/>
                  </a:lnTo>
                  <a:lnTo>
                    <a:pt x="0" y="521970"/>
                  </a:lnTo>
                  <a:lnTo>
                    <a:pt x="0" y="501650"/>
                  </a:lnTo>
                  <a:lnTo>
                    <a:pt x="3810" y="501650"/>
                  </a:lnTo>
                  <a:lnTo>
                    <a:pt x="7620" y="499110"/>
                  </a:lnTo>
                  <a:lnTo>
                    <a:pt x="11430" y="497839"/>
                  </a:lnTo>
                  <a:lnTo>
                    <a:pt x="13970" y="495300"/>
                  </a:lnTo>
                  <a:lnTo>
                    <a:pt x="15240" y="494029"/>
                  </a:lnTo>
                  <a:lnTo>
                    <a:pt x="16510" y="492760"/>
                  </a:lnTo>
                  <a:lnTo>
                    <a:pt x="17780" y="491489"/>
                  </a:lnTo>
                  <a:lnTo>
                    <a:pt x="20320" y="490220"/>
                  </a:lnTo>
                  <a:lnTo>
                    <a:pt x="20320" y="487679"/>
                  </a:lnTo>
                  <a:lnTo>
                    <a:pt x="21590" y="486410"/>
                  </a:lnTo>
                  <a:lnTo>
                    <a:pt x="22860" y="483870"/>
                  </a:lnTo>
                  <a:lnTo>
                    <a:pt x="24130" y="481329"/>
                  </a:lnTo>
                  <a:lnTo>
                    <a:pt x="24130" y="480060"/>
                  </a:lnTo>
                  <a:lnTo>
                    <a:pt x="24130" y="477520"/>
                  </a:lnTo>
                  <a:lnTo>
                    <a:pt x="25400" y="476250"/>
                  </a:lnTo>
                  <a:lnTo>
                    <a:pt x="25400" y="473710"/>
                  </a:lnTo>
                  <a:lnTo>
                    <a:pt x="26670" y="466089"/>
                  </a:lnTo>
                  <a:lnTo>
                    <a:pt x="26670" y="458470"/>
                  </a:lnTo>
                  <a:lnTo>
                    <a:pt x="27940" y="448310"/>
                  </a:lnTo>
                  <a:lnTo>
                    <a:pt x="27940" y="438150"/>
                  </a:lnTo>
                  <a:lnTo>
                    <a:pt x="27940" y="411479"/>
                  </a:lnTo>
                  <a:lnTo>
                    <a:pt x="27940" y="125729"/>
                  </a:lnTo>
                  <a:lnTo>
                    <a:pt x="27940" y="100329"/>
                  </a:lnTo>
                  <a:lnTo>
                    <a:pt x="27940" y="88900"/>
                  </a:lnTo>
                  <a:lnTo>
                    <a:pt x="26670" y="78739"/>
                  </a:lnTo>
                  <a:lnTo>
                    <a:pt x="26670" y="71120"/>
                  </a:lnTo>
                  <a:lnTo>
                    <a:pt x="25400" y="63500"/>
                  </a:lnTo>
                  <a:lnTo>
                    <a:pt x="24130" y="60960"/>
                  </a:lnTo>
                  <a:lnTo>
                    <a:pt x="24130" y="58420"/>
                  </a:lnTo>
                  <a:lnTo>
                    <a:pt x="24130" y="55879"/>
                  </a:lnTo>
                  <a:lnTo>
                    <a:pt x="22860" y="54610"/>
                  </a:lnTo>
                  <a:lnTo>
                    <a:pt x="21590" y="52070"/>
                  </a:lnTo>
                  <a:lnTo>
                    <a:pt x="21590" y="50800"/>
                  </a:lnTo>
                  <a:lnTo>
                    <a:pt x="20320" y="49529"/>
                  </a:lnTo>
                  <a:lnTo>
                    <a:pt x="20320" y="46989"/>
                  </a:lnTo>
                  <a:lnTo>
                    <a:pt x="17780" y="45720"/>
                  </a:lnTo>
                  <a:lnTo>
                    <a:pt x="17780" y="44450"/>
                  </a:lnTo>
                  <a:lnTo>
                    <a:pt x="15240" y="43179"/>
                  </a:lnTo>
                  <a:lnTo>
                    <a:pt x="11430" y="40639"/>
                  </a:lnTo>
                  <a:lnTo>
                    <a:pt x="7620" y="39370"/>
                  </a:lnTo>
                  <a:lnTo>
                    <a:pt x="3810" y="36829"/>
                  </a:lnTo>
                  <a:lnTo>
                    <a:pt x="0" y="35560"/>
                  </a:lnTo>
                  <a:lnTo>
                    <a:pt x="0" y="16510"/>
                  </a:lnTo>
                  <a:lnTo>
                    <a:pt x="106680" y="16510"/>
                  </a:lnTo>
                  <a:close/>
                </a:path>
              </a:pathLst>
            </a:custGeom>
            <a:ln w="12579">
              <a:solidFill>
                <a:srgbClr val="9898FF"/>
              </a:solidFill>
            </a:ln>
          </p:spPr>
          <p:txBody>
            <a:bodyPr wrap="square" lIns="0" tIns="0" rIns="0" bIns="0" rtlCol="0"/>
            <a:lstStyle/>
            <a:p/>
          </p:txBody>
        </p:sp>
        <p:sp>
          <p:nvSpPr>
            <p:cNvPr id="480" name="object 480"/>
            <p:cNvSpPr/>
            <p:nvPr/>
          </p:nvSpPr>
          <p:spPr>
            <a:xfrm>
              <a:off x="8470900" y="1156970"/>
              <a:ext cx="254000" cy="760729"/>
            </a:xfrm>
            <a:prstGeom prst="rect">
              <a:avLst/>
            </a:prstGeom>
            <a:blipFill>
              <a:blip r:embed="rId44" cstate="print"/>
              <a:stretch>
                <a:fillRect/>
              </a:stretch>
            </a:blipFill>
          </p:spPr>
          <p:txBody>
            <a:bodyPr wrap="square" lIns="0" tIns="0" rIns="0" bIns="0" rtlCol="0"/>
            <a:lstStyle/>
            <a:p/>
          </p:txBody>
        </p:sp>
        <p:sp>
          <p:nvSpPr>
            <p:cNvPr id="481" name="object 481"/>
            <p:cNvSpPr/>
            <p:nvPr/>
          </p:nvSpPr>
          <p:spPr>
            <a:xfrm>
              <a:off x="8619490" y="11722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8420"/>
                  </a:lnTo>
                  <a:lnTo>
                    <a:pt x="54610" y="58420"/>
                  </a:lnTo>
                  <a:lnTo>
                    <a:pt x="44450" y="58420"/>
                  </a:lnTo>
                  <a:lnTo>
                    <a:pt x="4953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8270"/>
                  </a:lnTo>
                  <a:lnTo>
                    <a:pt x="71120" y="135890"/>
                  </a:lnTo>
                  <a:lnTo>
                    <a:pt x="72390" y="143510"/>
                  </a:lnTo>
                  <a:lnTo>
                    <a:pt x="73660" y="151130"/>
                  </a:lnTo>
                  <a:lnTo>
                    <a:pt x="73660" y="158750"/>
                  </a:lnTo>
                  <a:lnTo>
                    <a:pt x="73660" y="160020"/>
                  </a:lnTo>
                  <a:lnTo>
                    <a:pt x="7366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819" y="334810"/>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3020" y="327660"/>
                  </a:lnTo>
                  <a:lnTo>
                    <a:pt x="39370" y="321310"/>
                  </a:lnTo>
                  <a:lnTo>
                    <a:pt x="45720" y="314960"/>
                  </a:lnTo>
                  <a:lnTo>
                    <a:pt x="45720" y="313690"/>
                  </a:lnTo>
                  <a:lnTo>
                    <a:pt x="52070" y="306070"/>
                  </a:lnTo>
                  <a:lnTo>
                    <a:pt x="57150" y="298450"/>
                  </a:lnTo>
                  <a:lnTo>
                    <a:pt x="62230" y="289560"/>
                  </a:lnTo>
                  <a:lnTo>
                    <a:pt x="66040" y="280670"/>
                  </a:lnTo>
                  <a:lnTo>
                    <a:pt x="66040" y="279400"/>
                  </a:lnTo>
                  <a:lnTo>
                    <a:pt x="71120" y="270510"/>
                  </a:lnTo>
                  <a:lnTo>
                    <a:pt x="74930" y="260350"/>
                  </a:lnTo>
                  <a:lnTo>
                    <a:pt x="77470" y="248920"/>
                  </a:lnTo>
                  <a:lnTo>
                    <a:pt x="80010" y="237490"/>
                  </a:lnTo>
                  <a:lnTo>
                    <a:pt x="82550" y="226060"/>
                  </a:lnTo>
                  <a:lnTo>
                    <a:pt x="83820" y="213360"/>
                  </a:lnTo>
                  <a:lnTo>
                    <a:pt x="85090" y="200660"/>
                  </a:lnTo>
                  <a:lnTo>
                    <a:pt x="86360" y="187960"/>
                  </a:lnTo>
                  <a:lnTo>
                    <a:pt x="86360" y="17399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8740" y="106680"/>
                  </a:lnTo>
                  <a:lnTo>
                    <a:pt x="76200" y="100330"/>
                  </a:lnTo>
                  <a:lnTo>
                    <a:pt x="74930" y="93980"/>
                  </a:lnTo>
                  <a:lnTo>
                    <a:pt x="73660" y="93980"/>
                  </a:lnTo>
                  <a:lnTo>
                    <a:pt x="72390" y="87630"/>
                  </a:lnTo>
                  <a:lnTo>
                    <a:pt x="69850" y="81280"/>
                  </a:lnTo>
                  <a:lnTo>
                    <a:pt x="66040" y="74930"/>
                  </a:lnTo>
                  <a:lnTo>
                    <a:pt x="65671" y="75209"/>
                  </a:lnTo>
                  <a:lnTo>
                    <a:pt x="64185" y="71120"/>
                  </a:lnTo>
                  <a:lnTo>
                    <a:pt x="104140" y="71120"/>
                  </a:lnTo>
                  <a:lnTo>
                    <a:pt x="111760" y="71120"/>
                  </a:lnTo>
                  <a:lnTo>
                    <a:pt x="111760" y="64770"/>
                  </a:lnTo>
                  <a:lnTo>
                    <a:pt x="111760" y="6350"/>
                  </a:lnTo>
                  <a:lnTo>
                    <a:pt x="111760" y="0"/>
                  </a:lnTo>
                  <a:close/>
                </a:path>
              </a:pathLst>
            </a:custGeom>
            <a:solidFill>
              <a:srgbClr val="9898FF"/>
            </a:solidFill>
          </p:spPr>
          <p:txBody>
            <a:bodyPr wrap="square" lIns="0" tIns="0" rIns="0" bIns="0" rtlCol="0"/>
            <a:lstStyle/>
            <a:p/>
          </p:txBody>
        </p:sp>
        <p:sp>
          <p:nvSpPr>
            <p:cNvPr id="482" name="object 482"/>
            <p:cNvSpPr/>
            <p:nvPr/>
          </p:nvSpPr>
          <p:spPr>
            <a:xfrm>
              <a:off x="8525510" y="15100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3048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1590"/>
                  </a:lnTo>
                  <a:lnTo>
                    <a:pt x="11430" y="22860"/>
                  </a:lnTo>
                  <a:lnTo>
                    <a:pt x="8890" y="26670"/>
                  </a:lnTo>
                  <a:lnTo>
                    <a:pt x="8890" y="27940"/>
                  </a:lnTo>
                  <a:lnTo>
                    <a:pt x="6350" y="31750"/>
                  </a:lnTo>
                  <a:lnTo>
                    <a:pt x="5080" y="35560"/>
                  </a:lnTo>
                  <a:lnTo>
                    <a:pt x="3810" y="3810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78740"/>
                  </a:lnTo>
                  <a:lnTo>
                    <a:pt x="1270" y="80010"/>
                  </a:lnTo>
                  <a:lnTo>
                    <a:pt x="1270" y="81280"/>
                  </a:lnTo>
                  <a:lnTo>
                    <a:pt x="1270" y="83820"/>
                  </a:lnTo>
                  <a:lnTo>
                    <a:pt x="1270" y="86360"/>
                  </a:lnTo>
                  <a:lnTo>
                    <a:pt x="2540" y="87630"/>
                  </a:lnTo>
                  <a:lnTo>
                    <a:pt x="2540" y="88900"/>
                  </a:lnTo>
                  <a:lnTo>
                    <a:pt x="2540" y="91440"/>
                  </a:lnTo>
                  <a:lnTo>
                    <a:pt x="3810" y="91440"/>
                  </a:lnTo>
                  <a:lnTo>
                    <a:pt x="8890" y="88900"/>
                  </a:lnTo>
                  <a:lnTo>
                    <a:pt x="15240" y="86360"/>
                  </a:lnTo>
                  <a:lnTo>
                    <a:pt x="13970" y="83820"/>
                  </a:lnTo>
                  <a:lnTo>
                    <a:pt x="13970" y="81280"/>
                  </a:lnTo>
                  <a:lnTo>
                    <a:pt x="12700" y="80010"/>
                  </a:lnTo>
                  <a:lnTo>
                    <a:pt x="12700" y="7747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1280" y="19050"/>
                  </a:lnTo>
                  <a:lnTo>
                    <a:pt x="82550" y="19050"/>
                  </a:lnTo>
                  <a:lnTo>
                    <a:pt x="87630" y="16510"/>
                  </a:lnTo>
                  <a:lnTo>
                    <a:pt x="92710" y="15240"/>
                  </a:lnTo>
                  <a:lnTo>
                    <a:pt x="93980" y="15240"/>
                  </a:lnTo>
                  <a:lnTo>
                    <a:pt x="93980" y="13970"/>
                  </a:lnTo>
                  <a:lnTo>
                    <a:pt x="100330" y="11430"/>
                  </a:lnTo>
                  <a:lnTo>
                    <a:pt x="101600" y="11430"/>
                  </a:lnTo>
                  <a:close/>
                </a:path>
              </a:pathLst>
            </a:custGeom>
            <a:solidFill>
              <a:srgbClr val="9898FF"/>
            </a:solidFill>
          </p:spPr>
          <p:txBody>
            <a:bodyPr wrap="square" lIns="0" tIns="0" rIns="0" bIns="0" rtlCol="0"/>
            <a:lstStyle/>
            <a:p/>
          </p:txBody>
        </p:sp>
        <p:sp>
          <p:nvSpPr>
            <p:cNvPr id="483" name="object 483"/>
            <p:cNvSpPr/>
            <p:nvPr/>
          </p:nvSpPr>
          <p:spPr>
            <a:xfrm>
              <a:off x="8528050" y="1596389"/>
              <a:ext cx="200660" cy="123189"/>
            </a:xfrm>
            <a:custGeom>
              <a:avLst/>
              <a:gdLst/>
              <a:ahLst/>
              <a:cxnLst/>
              <a:rect l="l" t="t" r="r" b="b"/>
              <a:pathLst>
                <a:path w="200659" h="123189">
                  <a:moveTo>
                    <a:pt x="200660" y="121920"/>
                  </a:moveTo>
                  <a:lnTo>
                    <a:pt x="199390" y="113030"/>
                  </a:lnTo>
                  <a:lnTo>
                    <a:pt x="198120" y="106680"/>
                  </a:lnTo>
                  <a:lnTo>
                    <a:pt x="196850" y="99060"/>
                  </a:lnTo>
                  <a:lnTo>
                    <a:pt x="196850" y="97790"/>
                  </a:lnTo>
                  <a:lnTo>
                    <a:pt x="195580" y="91440"/>
                  </a:lnTo>
                  <a:lnTo>
                    <a:pt x="193040" y="8382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7640" y="41910"/>
                  </a:lnTo>
                  <a:lnTo>
                    <a:pt x="166370" y="41910"/>
                  </a:lnTo>
                  <a:lnTo>
                    <a:pt x="166370" y="40640"/>
                  </a:lnTo>
                  <a:lnTo>
                    <a:pt x="163830" y="38100"/>
                  </a:lnTo>
                  <a:lnTo>
                    <a:pt x="162560" y="38100"/>
                  </a:lnTo>
                  <a:lnTo>
                    <a:pt x="154940" y="33020"/>
                  </a:lnTo>
                  <a:lnTo>
                    <a:pt x="146050" y="27940"/>
                  </a:lnTo>
                  <a:lnTo>
                    <a:pt x="135890" y="25400"/>
                  </a:lnTo>
                  <a:lnTo>
                    <a:pt x="135890" y="24130"/>
                  </a:lnTo>
                  <a:lnTo>
                    <a:pt x="125730" y="21590"/>
                  </a:lnTo>
                  <a:lnTo>
                    <a:pt x="124460" y="21590"/>
                  </a:lnTo>
                  <a:lnTo>
                    <a:pt x="113030" y="19050"/>
                  </a:lnTo>
                  <a:lnTo>
                    <a:pt x="111760" y="19050"/>
                  </a:lnTo>
                  <a:lnTo>
                    <a:pt x="99060" y="19050"/>
                  </a:lnTo>
                  <a:lnTo>
                    <a:pt x="85090" y="17780"/>
                  </a:lnTo>
                  <a:lnTo>
                    <a:pt x="36830" y="17780"/>
                  </a:lnTo>
                  <a:lnTo>
                    <a:pt x="33020" y="17780"/>
                  </a:lnTo>
                  <a:lnTo>
                    <a:pt x="30327" y="16891"/>
                  </a:lnTo>
                  <a:lnTo>
                    <a:pt x="30480" y="16510"/>
                  </a:lnTo>
                  <a:lnTo>
                    <a:pt x="29210" y="1651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3810" y="11430"/>
                  </a:lnTo>
                  <a:lnTo>
                    <a:pt x="3810" y="12700"/>
                  </a:lnTo>
                  <a:lnTo>
                    <a:pt x="5080" y="13970"/>
                  </a:lnTo>
                  <a:lnTo>
                    <a:pt x="5080" y="15240"/>
                  </a:lnTo>
                  <a:lnTo>
                    <a:pt x="6350" y="15240"/>
                  </a:lnTo>
                  <a:lnTo>
                    <a:pt x="6350" y="16510"/>
                  </a:lnTo>
                  <a:lnTo>
                    <a:pt x="12700" y="22860"/>
                  </a:lnTo>
                  <a:lnTo>
                    <a:pt x="15240" y="24130"/>
                  </a:lnTo>
                  <a:lnTo>
                    <a:pt x="17780" y="26670"/>
                  </a:lnTo>
                  <a:lnTo>
                    <a:pt x="19050" y="26670"/>
                  </a:lnTo>
                  <a:lnTo>
                    <a:pt x="20320" y="27940"/>
                  </a:lnTo>
                  <a:lnTo>
                    <a:pt x="22860" y="27940"/>
                  </a:lnTo>
                  <a:lnTo>
                    <a:pt x="26670" y="29210"/>
                  </a:lnTo>
                  <a:lnTo>
                    <a:pt x="27940" y="29210"/>
                  </a:lnTo>
                  <a:lnTo>
                    <a:pt x="31750" y="30480"/>
                  </a:lnTo>
                  <a:lnTo>
                    <a:pt x="33020" y="30480"/>
                  </a:lnTo>
                  <a:lnTo>
                    <a:pt x="36830" y="30480"/>
                  </a:lnTo>
                  <a:lnTo>
                    <a:pt x="83820" y="30480"/>
                  </a:lnTo>
                  <a:lnTo>
                    <a:pt x="85090" y="30480"/>
                  </a:lnTo>
                  <a:lnTo>
                    <a:pt x="97790" y="30480"/>
                  </a:lnTo>
                  <a:lnTo>
                    <a:pt x="110502" y="31648"/>
                  </a:lnTo>
                  <a:lnTo>
                    <a:pt x="121920" y="33020"/>
                  </a:lnTo>
                  <a:lnTo>
                    <a:pt x="132080" y="36830"/>
                  </a:lnTo>
                  <a:lnTo>
                    <a:pt x="140970" y="39370"/>
                  </a:lnTo>
                  <a:lnTo>
                    <a:pt x="148590" y="44450"/>
                  </a:lnTo>
                  <a:lnTo>
                    <a:pt x="149098" y="43599"/>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518" y="101460"/>
                  </a:lnTo>
                  <a:lnTo>
                    <a:pt x="186690" y="107950"/>
                  </a:lnTo>
                  <a:lnTo>
                    <a:pt x="187960" y="115570"/>
                  </a:lnTo>
                  <a:lnTo>
                    <a:pt x="189230" y="123190"/>
                  </a:lnTo>
                  <a:lnTo>
                    <a:pt x="194310" y="121920"/>
                  </a:lnTo>
                  <a:lnTo>
                    <a:pt x="200660" y="121920"/>
                  </a:lnTo>
                  <a:close/>
                </a:path>
              </a:pathLst>
            </a:custGeom>
            <a:solidFill>
              <a:srgbClr val="9898FF"/>
            </a:solidFill>
          </p:spPr>
          <p:txBody>
            <a:bodyPr wrap="square" lIns="0" tIns="0" rIns="0" bIns="0" rtlCol="0"/>
            <a:lstStyle/>
            <a:p/>
          </p:txBody>
        </p:sp>
        <p:sp>
          <p:nvSpPr>
            <p:cNvPr id="484" name="object 484"/>
            <p:cNvSpPr/>
            <p:nvPr/>
          </p:nvSpPr>
          <p:spPr>
            <a:xfrm>
              <a:off x="8501380" y="1709419"/>
              <a:ext cx="229870" cy="214629"/>
            </a:xfrm>
            <a:custGeom>
              <a:avLst/>
              <a:gdLst/>
              <a:ahLst/>
              <a:cxnLst/>
              <a:rect l="l" t="t" r="r" b="b"/>
              <a:pathLst>
                <a:path w="229870" h="214630">
                  <a:moveTo>
                    <a:pt x="229870" y="24130"/>
                  </a:moveTo>
                  <a:lnTo>
                    <a:pt x="228600" y="16510"/>
                  </a:lnTo>
                  <a:lnTo>
                    <a:pt x="227330" y="8890"/>
                  </a:lnTo>
                  <a:lnTo>
                    <a:pt x="226060" y="0"/>
                  </a:lnTo>
                  <a:lnTo>
                    <a:pt x="219710" y="1270"/>
                  </a:lnTo>
                  <a:lnTo>
                    <a:pt x="214630" y="2540"/>
                  </a:lnTo>
                  <a:lnTo>
                    <a:pt x="215900" y="10160"/>
                  </a:lnTo>
                  <a:lnTo>
                    <a:pt x="215900" y="17780"/>
                  </a:lnTo>
                  <a:lnTo>
                    <a:pt x="217170" y="26670"/>
                  </a:lnTo>
                  <a:lnTo>
                    <a:pt x="217170" y="34290"/>
                  </a:lnTo>
                  <a:lnTo>
                    <a:pt x="217170" y="41910"/>
                  </a:lnTo>
                  <a:lnTo>
                    <a:pt x="217170" y="43180"/>
                  </a:lnTo>
                  <a:lnTo>
                    <a:pt x="217170" y="53340"/>
                  </a:lnTo>
                  <a:lnTo>
                    <a:pt x="215900" y="64770"/>
                  </a:lnTo>
                  <a:lnTo>
                    <a:pt x="215900" y="74930"/>
                  </a:lnTo>
                  <a:lnTo>
                    <a:pt x="213360" y="85090"/>
                  </a:lnTo>
                  <a:lnTo>
                    <a:pt x="212090" y="95250"/>
                  </a:lnTo>
                  <a:lnTo>
                    <a:pt x="209550" y="105410"/>
                  </a:lnTo>
                  <a:lnTo>
                    <a:pt x="205740" y="114300"/>
                  </a:lnTo>
                  <a:lnTo>
                    <a:pt x="203200" y="124460"/>
                  </a:lnTo>
                  <a:lnTo>
                    <a:pt x="199821" y="132346"/>
                  </a:lnTo>
                  <a:lnTo>
                    <a:pt x="199390" y="132080"/>
                  </a:lnTo>
                  <a:lnTo>
                    <a:pt x="195580" y="140970"/>
                  </a:lnTo>
                  <a:lnTo>
                    <a:pt x="191770" y="148590"/>
                  </a:lnTo>
                  <a:lnTo>
                    <a:pt x="187248" y="155371"/>
                  </a:lnTo>
                  <a:lnTo>
                    <a:pt x="186690" y="154940"/>
                  </a:lnTo>
                  <a:lnTo>
                    <a:pt x="181610" y="162560"/>
                  </a:lnTo>
                  <a:lnTo>
                    <a:pt x="176530" y="167640"/>
                  </a:lnTo>
                  <a:lnTo>
                    <a:pt x="177253" y="168186"/>
                  </a:lnTo>
                  <a:lnTo>
                    <a:pt x="173253" y="172186"/>
                  </a:lnTo>
                  <a:lnTo>
                    <a:pt x="172720" y="171450"/>
                  </a:lnTo>
                  <a:lnTo>
                    <a:pt x="166370" y="176530"/>
                  </a:lnTo>
                  <a:lnTo>
                    <a:pt x="166751" y="177038"/>
                  </a:lnTo>
                  <a:lnTo>
                    <a:pt x="158750" y="181610"/>
                  </a:lnTo>
                  <a:lnTo>
                    <a:pt x="148590" y="187960"/>
                  </a:lnTo>
                  <a:lnTo>
                    <a:pt x="139700" y="191770"/>
                  </a:lnTo>
                  <a:lnTo>
                    <a:pt x="139865" y="192189"/>
                  </a:lnTo>
                  <a:lnTo>
                    <a:pt x="130810" y="195580"/>
                  </a:lnTo>
                  <a:lnTo>
                    <a:pt x="119380" y="198120"/>
                  </a:lnTo>
                  <a:lnTo>
                    <a:pt x="119481" y="198386"/>
                  </a:lnTo>
                  <a:lnTo>
                    <a:pt x="109220" y="200660"/>
                  </a:lnTo>
                  <a:lnTo>
                    <a:pt x="99060" y="200660"/>
                  </a:lnTo>
                  <a:lnTo>
                    <a:pt x="87630" y="201930"/>
                  </a:lnTo>
                  <a:lnTo>
                    <a:pt x="71120" y="200660"/>
                  </a:lnTo>
                  <a:lnTo>
                    <a:pt x="55880" y="198120"/>
                  </a:lnTo>
                  <a:lnTo>
                    <a:pt x="39370" y="194310"/>
                  </a:lnTo>
                  <a:lnTo>
                    <a:pt x="39243" y="194945"/>
                  </a:lnTo>
                  <a:lnTo>
                    <a:pt x="26670" y="189230"/>
                  </a:lnTo>
                  <a:lnTo>
                    <a:pt x="20015" y="185915"/>
                  </a:lnTo>
                  <a:lnTo>
                    <a:pt x="20320" y="185420"/>
                  </a:lnTo>
                  <a:lnTo>
                    <a:pt x="13970" y="181610"/>
                  </a:lnTo>
                  <a:lnTo>
                    <a:pt x="13487" y="182410"/>
                  </a:lnTo>
                  <a:lnTo>
                    <a:pt x="8890" y="177800"/>
                  </a:lnTo>
                  <a:lnTo>
                    <a:pt x="7620" y="177800"/>
                  </a:lnTo>
                  <a:lnTo>
                    <a:pt x="3810" y="182880"/>
                  </a:lnTo>
                  <a:lnTo>
                    <a:pt x="0" y="187960"/>
                  </a:lnTo>
                  <a:lnTo>
                    <a:pt x="6350" y="193040"/>
                  </a:lnTo>
                  <a:lnTo>
                    <a:pt x="13970" y="196850"/>
                  </a:lnTo>
                  <a:lnTo>
                    <a:pt x="21590" y="200660"/>
                  </a:lnTo>
                  <a:lnTo>
                    <a:pt x="35560" y="207010"/>
                  </a:lnTo>
                  <a:lnTo>
                    <a:pt x="36830" y="207010"/>
                  </a:lnTo>
                  <a:lnTo>
                    <a:pt x="53340" y="210820"/>
                  </a:lnTo>
                  <a:lnTo>
                    <a:pt x="69850" y="213360"/>
                  </a:lnTo>
                  <a:lnTo>
                    <a:pt x="87630" y="214630"/>
                  </a:lnTo>
                  <a:lnTo>
                    <a:pt x="100330" y="213360"/>
                  </a:lnTo>
                  <a:lnTo>
                    <a:pt x="110490" y="212090"/>
                  </a:lnTo>
                  <a:lnTo>
                    <a:pt x="111760" y="212090"/>
                  </a:lnTo>
                  <a:lnTo>
                    <a:pt x="123190" y="209550"/>
                  </a:lnTo>
                  <a:lnTo>
                    <a:pt x="133350" y="207010"/>
                  </a:lnTo>
                  <a:lnTo>
                    <a:pt x="143510" y="204470"/>
                  </a:lnTo>
                  <a:lnTo>
                    <a:pt x="144780" y="203200"/>
                  </a:lnTo>
                  <a:lnTo>
                    <a:pt x="154940" y="199390"/>
                  </a:lnTo>
                  <a:lnTo>
                    <a:pt x="154940" y="198120"/>
                  </a:lnTo>
                  <a:lnTo>
                    <a:pt x="165100" y="193040"/>
                  </a:lnTo>
                  <a:lnTo>
                    <a:pt x="173990" y="186690"/>
                  </a:lnTo>
                  <a:lnTo>
                    <a:pt x="180340" y="181610"/>
                  </a:lnTo>
                  <a:lnTo>
                    <a:pt x="186690" y="176530"/>
                  </a:lnTo>
                  <a:lnTo>
                    <a:pt x="191770" y="170180"/>
                  </a:lnTo>
                  <a:lnTo>
                    <a:pt x="191770" y="168910"/>
                  </a:lnTo>
                  <a:lnTo>
                    <a:pt x="196850" y="162560"/>
                  </a:lnTo>
                  <a:lnTo>
                    <a:pt x="198120" y="162560"/>
                  </a:lnTo>
                  <a:lnTo>
                    <a:pt x="201930" y="154940"/>
                  </a:lnTo>
                  <a:lnTo>
                    <a:pt x="205740" y="147320"/>
                  </a:lnTo>
                  <a:lnTo>
                    <a:pt x="207010" y="147320"/>
                  </a:lnTo>
                  <a:lnTo>
                    <a:pt x="210820" y="138430"/>
                  </a:lnTo>
                  <a:lnTo>
                    <a:pt x="210820" y="137160"/>
                  </a:lnTo>
                  <a:lnTo>
                    <a:pt x="214630" y="128270"/>
                  </a:lnTo>
                  <a:lnTo>
                    <a:pt x="218440" y="119380"/>
                  </a:lnTo>
                  <a:lnTo>
                    <a:pt x="220980" y="109220"/>
                  </a:lnTo>
                  <a:lnTo>
                    <a:pt x="220980" y="107950"/>
                  </a:lnTo>
                  <a:lnTo>
                    <a:pt x="223520" y="97790"/>
                  </a:lnTo>
                  <a:lnTo>
                    <a:pt x="226060" y="87630"/>
                  </a:lnTo>
                  <a:lnTo>
                    <a:pt x="227330" y="76200"/>
                  </a:lnTo>
                  <a:lnTo>
                    <a:pt x="228600" y="66040"/>
                  </a:lnTo>
                  <a:lnTo>
                    <a:pt x="228600" y="64770"/>
                  </a:lnTo>
                  <a:lnTo>
                    <a:pt x="229870" y="54610"/>
                  </a:lnTo>
                  <a:lnTo>
                    <a:pt x="229870" y="43180"/>
                  </a:lnTo>
                  <a:lnTo>
                    <a:pt x="229870" y="34290"/>
                  </a:lnTo>
                  <a:lnTo>
                    <a:pt x="229870" y="25400"/>
                  </a:lnTo>
                  <a:lnTo>
                    <a:pt x="229870" y="24130"/>
                  </a:lnTo>
                  <a:close/>
                </a:path>
              </a:pathLst>
            </a:custGeom>
            <a:solidFill>
              <a:srgbClr val="9898FF"/>
            </a:solidFill>
          </p:spPr>
          <p:txBody>
            <a:bodyPr wrap="square" lIns="0" tIns="0" rIns="0" bIns="0" rtlCol="0"/>
            <a:lstStyle/>
            <a:p/>
          </p:txBody>
        </p:sp>
        <p:sp>
          <p:nvSpPr>
            <p:cNvPr id="485" name="object 485"/>
            <p:cNvSpPr/>
            <p:nvPr/>
          </p:nvSpPr>
          <p:spPr>
            <a:xfrm>
              <a:off x="8464550" y="1741169"/>
              <a:ext cx="45720" cy="156210"/>
            </a:xfrm>
            <a:custGeom>
              <a:avLst/>
              <a:gdLst/>
              <a:ahLst/>
              <a:cxnLst/>
              <a:rect l="l" t="t" r="r" b="b"/>
              <a:pathLst>
                <a:path w="45720" h="156210">
                  <a:moveTo>
                    <a:pt x="45720" y="146050"/>
                  </a:moveTo>
                  <a:lnTo>
                    <a:pt x="44450" y="146050"/>
                  </a:lnTo>
                  <a:lnTo>
                    <a:pt x="40093" y="142786"/>
                  </a:lnTo>
                  <a:lnTo>
                    <a:pt x="40640" y="142240"/>
                  </a:lnTo>
                  <a:lnTo>
                    <a:pt x="35560" y="137160"/>
                  </a:lnTo>
                  <a:lnTo>
                    <a:pt x="34925" y="137795"/>
                  </a:lnTo>
                  <a:lnTo>
                    <a:pt x="31013" y="133896"/>
                  </a:lnTo>
                  <a:lnTo>
                    <a:pt x="31750" y="133350"/>
                  </a:lnTo>
                  <a:lnTo>
                    <a:pt x="27940" y="129540"/>
                  </a:lnTo>
                  <a:lnTo>
                    <a:pt x="26670" y="125730"/>
                  </a:lnTo>
                  <a:lnTo>
                    <a:pt x="25400" y="124460"/>
                  </a:lnTo>
                  <a:lnTo>
                    <a:pt x="24130" y="121920"/>
                  </a:lnTo>
                  <a:lnTo>
                    <a:pt x="23660" y="122275"/>
                  </a:lnTo>
                  <a:lnTo>
                    <a:pt x="21590" y="118110"/>
                  </a:lnTo>
                  <a:lnTo>
                    <a:pt x="19050" y="111760"/>
                  </a:lnTo>
                  <a:lnTo>
                    <a:pt x="17780" y="105410"/>
                  </a:lnTo>
                  <a:lnTo>
                    <a:pt x="17335" y="105587"/>
                  </a:lnTo>
                  <a:lnTo>
                    <a:pt x="15240" y="100330"/>
                  </a:lnTo>
                  <a:lnTo>
                    <a:pt x="15240" y="97790"/>
                  </a:lnTo>
                  <a:lnTo>
                    <a:pt x="13970" y="93980"/>
                  </a:lnTo>
                  <a:lnTo>
                    <a:pt x="13970" y="91440"/>
                  </a:lnTo>
                  <a:lnTo>
                    <a:pt x="12700" y="87630"/>
                  </a:lnTo>
                  <a:lnTo>
                    <a:pt x="12700" y="8636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8100" y="13970"/>
                  </a:lnTo>
                  <a:lnTo>
                    <a:pt x="43180" y="10160"/>
                  </a:lnTo>
                  <a:lnTo>
                    <a:pt x="35560" y="0"/>
                  </a:lnTo>
                  <a:lnTo>
                    <a:pt x="30480" y="5080"/>
                  </a:lnTo>
                  <a:lnTo>
                    <a:pt x="25400" y="8890"/>
                  </a:lnTo>
                  <a:lnTo>
                    <a:pt x="21590" y="13970"/>
                  </a:lnTo>
                  <a:lnTo>
                    <a:pt x="16510" y="1905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2540" y="96520"/>
                  </a:lnTo>
                  <a:lnTo>
                    <a:pt x="2540" y="97790"/>
                  </a:lnTo>
                  <a:lnTo>
                    <a:pt x="2540" y="100330"/>
                  </a:lnTo>
                  <a:lnTo>
                    <a:pt x="3810" y="102870"/>
                  </a:lnTo>
                  <a:lnTo>
                    <a:pt x="5080" y="110490"/>
                  </a:lnTo>
                  <a:lnTo>
                    <a:pt x="7620" y="116840"/>
                  </a:lnTo>
                  <a:lnTo>
                    <a:pt x="10160" y="121920"/>
                  </a:lnTo>
                  <a:lnTo>
                    <a:pt x="12700" y="128270"/>
                  </a:lnTo>
                  <a:lnTo>
                    <a:pt x="13970" y="129540"/>
                  </a:lnTo>
                  <a:lnTo>
                    <a:pt x="15240" y="132080"/>
                  </a:lnTo>
                  <a:lnTo>
                    <a:pt x="15570" y="131826"/>
                  </a:lnTo>
                  <a:lnTo>
                    <a:pt x="16510" y="134620"/>
                  </a:lnTo>
                  <a:lnTo>
                    <a:pt x="16510" y="135890"/>
                  </a:lnTo>
                  <a:lnTo>
                    <a:pt x="21590" y="140970"/>
                  </a:lnTo>
                  <a:lnTo>
                    <a:pt x="26670" y="146050"/>
                  </a:lnTo>
                  <a:lnTo>
                    <a:pt x="26670" y="147320"/>
                  </a:lnTo>
                  <a:lnTo>
                    <a:pt x="31750" y="151130"/>
                  </a:lnTo>
                  <a:lnTo>
                    <a:pt x="31750" y="152400"/>
                  </a:lnTo>
                  <a:lnTo>
                    <a:pt x="38100" y="156210"/>
                  </a:lnTo>
                  <a:lnTo>
                    <a:pt x="40640" y="151130"/>
                  </a:lnTo>
                  <a:lnTo>
                    <a:pt x="45720" y="146050"/>
                  </a:lnTo>
                  <a:close/>
                </a:path>
              </a:pathLst>
            </a:custGeom>
            <a:solidFill>
              <a:srgbClr val="9898FF"/>
            </a:solidFill>
          </p:spPr>
          <p:txBody>
            <a:bodyPr wrap="square" lIns="0" tIns="0" rIns="0" bIns="0" rtlCol="0"/>
            <a:lstStyle/>
            <a:p/>
          </p:txBody>
        </p:sp>
        <p:sp>
          <p:nvSpPr>
            <p:cNvPr id="486" name="object 486"/>
            <p:cNvSpPr/>
            <p:nvPr/>
          </p:nvSpPr>
          <p:spPr>
            <a:xfrm>
              <a:off x="8473440" y="1483359"/>
              <a:ext cx="77470" cy="271780"/>
            </a:xfrm>
            <a:custGeom>
              <a:avLst/>
              <a:gdLst/>
              <a:ahLst/>
              <a:cxnLst/>
              <a:rect l="l" t="t" r="r" b="b"/>
              <a:pathLst>
                <a:path w="77470" h="271780">
                  <a:moveTo>
                    <a:pt x="77470" y="26670"/>
                  </a:moveTo>
                  <a:lnTo>
                    <a:pt x="72390" y="21590"/>
                  </a:lnTo>
                  <a:lnTo>
                    <a:pt x="63500" y="13970"/>
                  </a:lnTo>
                  <a:lnTo>
                    <a:pt x="55346" y="8153"/>
                  </a:lnTo>
                  <a:lnTo>
                    <a:pt x="55880" y="7620"/>
                  </a:lnTo>
                  <a:lnTo>
                    <a:pt x="46990" y="0"/>
                  </a:lnTo>
                  <a:lnTo>
                    <a:pt x="43180" y="3810"/>
                  </a:lnTo>
                  <a:lnTo>
                    <a:pt x="38100" y="7620"/>
                  </a:lnTo>
                  <a:lnTo>
                    <a:pt x="38100" y="8890"/>
                  </a:lnTo>
                  <a:lnTo>
                    <a:pt x="3937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19050" y="76200"/>
                  </a:lnTo>
                  <a:lnTo>
                    <a:pt x="15240" y="85090"/>
                  </a:lnTo>
                  <a:lnTo>
                    <a:pt x="12700" y="93980"/>
                  </a:lnTo>
                  <a:lnTo>
                    <a:pt x="11430" y="93980"/>
                  </a:lnTo>
                  <a:lnTo>
                    <a:pt x="9169" y="102997"/>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5260"/>
                  </a:lnTo>
                  <a:lnTo>
                    <a:pt x="1270" y="182880"/>
                  </a:lnTo>
                  <a:lnTo>
                    <a:pt x="2540" y="190500"/>
                  </a:lnTo>
                  <a:lnTo>
                    <a:pt x="3810" y="196850"/>
                  </a:lnTo>
                  <a:lnTo>
                    <a:pt x="5080" y="203200"/>
                  </a:lnTo>
                  <a:lnTo>
                    <a:pt x="5080" y="204470"/>
                  </a:lnTo>
                  <a:lnTo>
                    <a:pt x="7620" y="210820"/>
                  </a:lnTo>
                  <a:lnTo>
                    <a:pt x="10160" y="217170"/>
                  </a:lnTo>
                  <a:lnTo>
                    <a:pt x="12700" y="222250"/>
                  </a:lnTo>
                  <a:lnTo>
                    <a:pt x="12700" y="223520"/>
                  </a:lnTo>
                  <a:lnTo>
                    <a:pt x="15240" y="22860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5400" y="266700"/>
                  </a:lnTo>
                  <a:lnTo>
                    <a:pt x="29210" y="271780"/>
                  </a:lnTo>
                  <a:lnTo>
                    <a:pt x="34290" y="267970"/>
                  </a:lnTo>
                  <a:lnTo>
                    <a:pt x="39204" y="265023"/>
                  </a:lnTo>
                  <a:lnTo>
                    <a:pt x="39370" y="265430"/>
                  </a:lnTo>
                  <a:lnTo>
                    <a:pt x="45720" y="261620"/>
                  </a:lnTo>
                  <a:lnTo>
                    <a:pt x="53340" y="257810"/>
                  </a:lnTo>
                  <a:lnTo>
                    <a:pt x="46990" y="251460"/>
                  </a:lnTo>
                  <a:lnTo>
                    <a:pt x="39370" y="242570"/>
                  </a:lnTo>
                  <a:lnTo>
                    <a:pt x="35560" y="238760"/>
                  </a:lnTo>
                  <a:lnTo>
                    <a:pt x="31750" y="233680"/>
                  </a:lnTo>
                  <a:lnTo>
                    <a:pt x="29210" y="228600"/>
                  </a:lnTo>
                  <a:lnTo>
                    <a:pt x="26670" y="223520"/>
                  </a:lnTo>
                  <a:lnTo>
                    <a:pt x="24130" y="218440"/>
                  </a:lnTo>
                  <a:lnTo>
                    <a:pt x="21590" y="212090"/>
                  </a:lnTo>
                  <a:lnTo>
                    <a:pt x="19050" y="207010"/>
                  </a:lnTo>
                  <a:lnTo>
                    <a:pt x="17780" y="200660"/>
                  </a:lnTo>
                  <a:lnTo>
                    <a:pt x="16510" y="194310"/>
                  </a:lnTo>
                  <a:lnTo>
                    <a:pt x="15240" y="187960"/>
                  </a:lnTo>
                  <a:lnTo>
                    <a:pt x="13970" y="180340"/>
                  </a:lnTo>
                  <a:lnTo>
                    <a:pt x="13754" y="180390"/>
                  </a:lnTo>
                  <a:lnTo>
                    <a:pt x="12700" y="173990"/>
                  </a:lnTo>
                  <a:lnTo>
                    <a:pt x="12700" y="167640"/>
                  </a:lnTo>
                  <a:lnTo>
                    <a:pt x="12700" y="166370"/>
                  </a:lnTo>
                  <a:lnTo>
                    <a:pt x="12700" y="160020"/>
                  </a:lnTo>
                  <a:lnTo>
                    <a:pt x="12700" y="151130"/>
                  </a:lnTo>
                  <a:lnTo>
                    <a:pt x="13970" y="142240"/>
                  </a:lnTo>
                  <a:lnTo>
                    <a:pt x="15240" y="133350"/>
                  </a:lnTo>
                  <a:lnTo>
                    <a:pt x="16510" y="124460"/>
                  </a:lnTo>
                  <a:lnTo>
                    <a:pt x="17780" y="11557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64262" y="37439"/>
                  </a:lnTo>
                  <a:lnTo>
                    <a:pt x="64770" y="38100"/>
                  </a:lnTo>
                  <a:lnTo>
                    <a:pt x="72390" y="31750"/>
                  </a:lnTo>
                  <a:lnTo>
                    <a:pt x="77470" y="26670"/>
                  </a:lnTo>
                  <a:close/>
                </a:path>
              </a:pathLst>
            </a:custGeom>
            <a:solidFill>
              <a:srgbClr val="9898FF"/>
            </a:solidFill>
          </p:spPr>
          <p:txBody>
            <a:bodyPr wrap="square" lIns="0" tIns="0" rIns="0" bIns="0" rtlCol="0"/>
            <a:lstStyle/>
            <a:p/>
          </p:txBody>
        </p:sp>
        <p:sp>
          <p:nvSpPr>
            <p:cNvPr id="487" name="object 487"/>
            <p:cNvSpPr/>
            <p:nvPr/>
          </p:nvSpPr>
          <p:spPr>
            <a:xfrm>
              <a:off x="8464550" y="1150619"/>
              <a:ext cx="124460" cy="341630"/>
            </a:xfrm>
            <a:custGeom>
              <a:avLst/>
              <a:gdLst/>
              <a:ahLst/>
              <a:cxnLst/>
              <a:rect l="l" t="t" r="r" b="b"/>
              <a:pathLst>
                <a:path w="124459" h="341630">
                  <a:moveTo>
                    <a:pt x="124460" y="0"/>
                  </a:moveTo>
                  <a:lnTo>
                    <a:pt x="118110" y="0"/>
                  </a:lnTo>
                  <a:lnTo>
                    <a:pt x="105410" y="0"/>
                  </a:lnTo>
                  <a:lnTo>
                    <a:pt x="104140" y="0"/>
                  </a:lnTo>
                  <a:lnTo>
                    <a:pt x="92710" y="3810"/>
                  </a:lnTo>
                  <a:lnTo>
                    <a:pt x="81280" y="7620"/>
                  </a:lnTo>
                  <a:lnTo>
                    <a:pt x="80010" y="7620"/>
                  </a:lnTo>
                  <a:lnTo>
                    <a:pt x="69850" y="13970"/>
                  </a:lnTo>
                  <a:lnTo>
                    <a:pt x="69850" y="15240"/>
                  </a:lnTo>
                  <a:lnTo>
                    <a:pt x="59690" y="22860"/>
                  </a:lnTo>
                  <a:lnTo>
                    <a:pt x="50800" y="31750"/>
                  </a:lnTo>
                  <a:lnTo>
                    <a:pt x="49530" y="31750"/>
                  </a:lnTo>
                  <a:lnTo>
                    <a:pt x="49530" y="33020"/>
                  </a:lnTo>
                  <a:lnTo>
                    <a:pt x="40640" y="44450"/>
                  </a:lnTo>
                  <a:lnTo>
                    <a:pt x="31750" y="57150"/>
                  </a:lnTo>
                  <a:lnTo>
                    <a:pt x="24130" y="71120"/>
                  </a:lnTo>
                  <a:lnTo>
                    <a:pt x="24130" y="72390"/>
                  </a:lnTo>
                  <a:lnTo>
                    <a:pt x="17780" y="86360"/>
                  </a:lnTo>
                  <a:lnTo>
                    <a:pt x="15240" y="93980"/>
                  </a:lnTo>
                  <a:lnTo>
                    <a:pt x="12700" y="101600"/>
                  </a:lnTo>
                  <a:lnTo>
                    <a:pt x="10160" y="110490"/>
                  </a:lnTo>
                  <a:lnTo>
                    <a:pt x="7620" y="118110"/>
                  </a:lnTo>
                  <a:lnTo>
                    <a:pt x="6350" y="125730"/>
                  </a:lnTo>
                  <a:lnTo>
                    <a:pt x="5080" y="134620"/>
                  </a:lnTo>
                  <a:lnTo>
                    <a:pt x="2540" y="143510"/>
                  </a:lnTo>
                  <a:lnTo>
                    <a:pt x="2540" y="144780"/>
                  </a:lnTo>
                  <a:lnTo>
                    <a:pt x="2540" y="152400"/>
                  </a:lnTo>
                  <a:lnTo>
                    <a:pt x="1270" y="161290"/>
                  </a:lnTo>
                  <a:lnTo>
                    <a:pt x="0" y="168910"/>
                  </a:lnTo>
                  <a:lnTo>
                    <a:pt x="0" y="170180"/>
                  </a:lnTo>
                  <a:lnTo>
                    <a:pt x="0" y="179070"/>
                  </a:lnTo>
                  <a:lnTo>
                    <a:pt x="0" y="189230"/>
                  </a:lnTo>
                  <a:lnTo>
                    <a:pt x="0" y="203200"/>
                  </a:lnTo>
                  <a:lnTo>
                    <a:pt x="1270" y="217170"/>
                  </a:lnTo>
                  <a:lnTo>
                    <a:pt x="2540" y="229870"/>
                  </a:lnTo>
                  <a:lnTo>
                    <a:pt x="5080" y="243840"/>
                  </a:lnTo>
                  <a:lnTo>
                    <a:pt x="6350" y="256540"/>
                  </a:lnTo>
                  <a:lnTo>
                    <a:pt x="8890" y="267970"/>
                  </a:lnTo>
                  <a:lnTo>
                    <a:pt x="8890" y="269240"/>
                  </a:lnTo>
                  <a:lnTo>
                    <a:pt x="12700" y="279400"/>
                  </a:lnTo>
                  <a:lnTo>
                    <a:pt x="12700" y="280670"/>
                  </a:lnTo>
                  <a:lnTo>
                    <a:pt x="13970" y="280670"/>
                  </a:lnTo>
                  <a:lnTo>
                    <a:pt x="17780" y="292100"/>
                  </a:lnTo>
                  <a:lnTo>
                    <a:pt x="19050" y="297180"/>
                  </a:lnTo>
                  <a:lnTo>
                    <a:pt x="21590" y="302260"/>
                  </a:lnTo>
                  <a:lnTo>
                    <a:pt x="21590" y="303530"/>
                  </a:lnTo>
                  <a:lnTo>
                    <a:pt x="26670" y="312420"/>
                  </a:lnTo>
                  <a:lnTo>
                    <a:pt x="26670" y="313690"/>
                  </a:lnTo>
                  <a:lnTo>
                    <a:pt x="33020" y="322580"/>
                  </a:lnTo>
                  <a:lnTo>
                    <a:pt x="33020" y="323850"/>
                  </a:lnTo>
                  <a:lnTo>
                    <a:pt x="39370" y="331470"/>
                  </a:lnTo>
                  <a:lnTo>
                    <a:pt x="39370" y="332740"/>
                  </a:lnTo>
                  <a:lnTo>
                    <a:pt x="40640" y="332740"/>
                  </a:lnTo>
                  <a:lnTo>
                    <a:pt x="46990" y="340360"/>
                  </a:lnTo>
                  <a:lnTo>
                    <a:pt x="46990" y="341630"/>
                  </a:lnTo>
                  <a:lnTo>
                    <a:pt x="48260" y="341630"/>
                  </a:lnTo>
                  <a:lnTo>
                    <a:pt x="52070" y="336550"/>
                  </a:lnTo>
                  <a:lnTo>
                    <a:pt x="57150" y="332740"/>
                  </a:lnTo>
                  <a:lnTo>
                    <a:pt x="49530" y="323850"/>
                  </a:lnTo>
                  <a:lnTo>
                    <a:pt x="48933" y="324294"/>
                  </a:lnTo>
                  <a:lnTo>
                    <a:pt x="43548" y="316776"/>
                  </a:lnTo>
                  <a:lnTo>
                    <a:pt x="44450" y="316230"/>
                  </a:lnTo>
                  <a:lnTo>
                    <a:pt x="38100" y="306070"/>
                  </a:lnTo>
                  <a:lnTo>
                    <a:pt x="37630" y="306425"/>
                  </a:lnTo>
                  <a:lnTo>
                    <a:pt x="33020" y="297180"/>
                  </a:lnTo>
                  <a:lnTo>
                    <a:pt x="32588" y="297395"/>
                  </a:lnTo>
                  <a:lnTo>
                    <a:pt x="30480" y="292100"/>
                  </a:lnTo>
                  <a:lnTo>
                    <a:pt x="29210" y="287020"/>
                  </a:lnTo>
                  <a:lnTo>
                    <a:pt x="25400" y="275590"/>
                  </a:lnTo>
                  <a:lnTo>
                    <a:pt x="25019" y="275742"/>
                  </a:lnTo>
                  <a:lnTo>
                    <a:pt x="21590" y="265430"/>
                  </a:lnTo>
                  <a:lnTo>
                    <a:pt x="19050" y="254000"/>
                  </a:lnTo>
                  <a:lnTo>
                    <a:pt x="16510" y="241300"/>
                  </a:lnTo>
                  <a:lnTo>
                    <a:pt x="15240" y="228600"/>
                  </a:lnTo>
                  <a:lnTo>
                    <a:pt x="13970" y="215900"/>
                  </a:lnTo>
                  <a:lnTo>
                    <a:pt x="12700" y="201930"/>
                  </a:lnTo>
                  <a:lnTo>
                    <a:pt x="12700" y="189230"/>
                  </a:lnTo>
                  <a:lnTo>
                    <a:pt x="12700" y="180340"/>
                  </a:lnTo>
                  <a:lnTo>
                    <a:pt x="12700" y="179070"/>
                  </a:lnTo>
                  <a:lnTo>
                    <a:pt x="12700" y="171450"/>
                  </a:lnTo>
                  <a:lnTo>
                    <a:pt x="13970" y="162560"/>
                  </a:lnTo>
                  <a:lnTo>
                    <a:pt x="13970" y="153670"/>
                  </a:lnTo>
                  <a:lnTo>
                    <a:pt x="15062" y="146024"/>
                  </a:lnTo>
                  <a:lnTo>
                    <a:pt x="15240" y="146050"/>
                  </a:lnTo>
                  <a:lnTo>
                    <a:pt x="16510" y="137160"/>
                  </a:lnTo>
                  <a:lnTo>
                    <a:pt x="19050" y="129540"/>
                  </a:lnTo>
                  <a:lnTo>
                    <a:pt x="20320" y="120650"/>
                  </a:lnTo>
                  <a:lnTo>
                    <a:pt x="21386" y="114211"/>
                  </a:lnTo>
                  <a:lnTo>
                    <a:pt x="21590" y="114300"/>
                  </a:lnTo>
                  <a:lnTo>
                    <a:pt x="24130" y="105410"/>
                  </a:lnTo>
                  <a:lnTo>
                    <a:pt x="26670" y="97790"/>
                  </a:lnTo>
                  <a:lnTo>
                    <a:pt x="29210" y="91440"/>
                  </a:lnTo>
                  <a:lnTo>
                    <a:pt x="35560" y="77470"/>
                  </a:lnTo>
                  <a:lnTo>
                    <a:pt x="43180" y="63500"/>
                  </a:lnTo>
                  <a:lnTo>
                    <a:pt x="50266" y="51676"/>
                  </a:lnTo>
                  <a:lnTo>
                    <a:pt x="50800" y="52070"/>
                  </a:lnTo>
                  <a:lnTo>
                    <a:pt x="59690" y="40640"/>
                  </a:lnTo>
                  <a:lnTo>
                    <a:pt x="58953" y="40106"/>
                  </a:lnTo>
                  <a:lnTo>
                    <a:pt x="66763" y="32296"/>
                  </a:lnTo>
                  <a:lnTo>
                    <a:pt x="67310" y="33020"/>
                  </a:lnTo>
                  <a:lnTo>
                    <a:pt x="77470" y="25400"/>
                  </a:lnTo>
                  <a:lnTo>
                    <a:pt x="77063" y="24866"/>
                  </a:lnTo>
                  <a:lnTo>
                    <a:pt x="86360" y="19050"/>
                  </a:lnTo>
                  <a:lnTo>
                    <a:pt x="96520" y="15240"/>
                  </a:lnTo>
                  <a:lnTo>
                    <a:pt x="107950" y="12700"/>
                  </a:lnTo>
                  <a:lnTo>
                    <a:pt x="107886" y="12573"/>
                  </a:lnTo>
                  <a:lnTo>
                    <a:pt x="117284" y="11531"/>
                  </a:lnTo>
                  <a:lnTo>
                    <a:pt x="123190" y="12700"/>
                  </a:lnTo>
                  <a:lnTo>
                    <a:pt x="124460" y="6350"/>
                  </a:lnTo>
                  <a:lnTo>
                    <a:pt x="124460" y="0"/>
                  </a:lnTo>
                  <a:close/>
                </a:path>
              </a:pathLst>
            </a:custGeom>
            <a:solidFill>
              <a:srgbClr val="9898FF"/>
            </a:solidFill>
          </p:spPr>
          <p:txBody>
            <a:bodyPr wrap="square" lIns="0" tIns="0" rIns="0" bIns="0" rtlCol="0"/>
            <a:lstStyle/>
            <a:p/>
          </p:txBody>
        </p:sp>
        <p:sp>
          <p:nvSpPr>
            <p:cNvPr id="488" name="object 488"/>
            <p:cNvSpPr/>
            <p:nvPr/>
          </p:nvSpPr>
          <p:spPr>
            <a:xfrm>
              <a:off x="8543290" y="11506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4290" y="35560"/>
                  </a:lnTo>
                  <a:lnTo>
                    <a:pt x="33020" y="35560"/>
                  </a:lnTo>
                  <a:lnTo>
                    <a:pt x="31750" y="3683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5240" y="58420"/>
                  </a:lnTo>
                  <a:lnTo>
                    <a:pt x="13970" y="60960"/>
                  </a:lnTo>
                  <a:lnTo>
                    <a:pt x="11430" y="68580"/>
                  </a:lnTo>
                  <a:lnTo>
                    <a:pt x="10160" y="7239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5270"/>
                  </a:lnTo>
                  <a:lnTo>
                    <a:pt x="13970" y="255270"/>
                  </a:lnTo>
                  <a:lnTo>
                    <a:pt x="12700" y="240030"/>
                  </a:lnTo>
                  <a:lnTo>
                    <a:pt x="12700" y="222250"/>
                  </a:lnTo>
                  <a:lnTo>
                    <a:pt x="12700" y="203200"/>
                  </a:lnTo>
                  <a:lnTo>
                    <a:pt x="12700" y="179070"/>
                  </a:lnTo>
                  <a:lnTo>
                    <a:pt x="12700" y="157480"/>
                  </a:lnTo>
                  <a:lnTo>
                    <a:pt x="13970" y="138430"/>
                  </a:lnTo>
                  <a:lnTo>
                    <a:pt x="15240" y="120650"/>
                  </a:lnTo>
                  <a:lnTo>
                    <a:pt x="16510" y="105410"/>
                  </a:lnTo>
                  <a:lnTo>
                    <a:pt x="19050" y="92710"/>
                  </a:lnTo>
                  <a:lnTo>
                    <a:pt x="19050" y="86360"/>
                  </a:lnTo>
                  <a:lnTo>
                    <a:pt x="20027" y="82435"/>
                  </a:lnTo>
                  <a:lnTo>
                    <a:pt x="20320" y="82550"/>
                  </a:lnTo>
                  <a:lnTo>
                    <a:pt x="21348" y="77381"/>
                  </a:lnTo>
                  <a:lnTo>
                    <a:pt x="21590" y="77470"/>
                  </a:lnTo>
                  <a:lnTo>
                    <a:pt x="22860" y="7239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4290" y="50800"/>
                  </a:lnTo>
                  <a:lnTo>
                    <a:pt x="35204" y="50342"/>
                  </a:lnTo>
                  <a:lnTo>
                    <a:pt x="35560" y="50800"/>
                  </a:lnTo>
                  <a:lnTo>
                    <a:pt x="36830" y="49530"/>
                  </a:lnTo>
                  <a:lnTo>
                    <a:pt x="39370" y="48260"/>
                  </a:lnTo>
                  <a:lnTo>
                    <a:pt x="38938" y="4784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960" y="3810"/>
                  </a:lnTo>
                  <a:lnTo>
                    <a:pt x="54610" y="1270"/>
                  </a:lnTo>
                  <a:lnTo>
                    <a:pt x="53340" y="1270"/>
                  </a:lnTo>
                  <a:lnTo>
                    <a:pt x="45720" y="0"/>
                  </a:lnTo>
                  <a:lnTo>
                    <a:pt x="39370" y="0"/>
                  </a:lnTo>
                  <a:lnTo>
                    <a:pt x="39370" y="5080"/>
                  </a:lnTo>
                  <a:lnTo>
                    <a:pt x="38100" y="11430"/>
                  </a:lnTo>
                  <a:lnTo>
                    <a:pt x="44450" y="12700"/>
                  </a:lnTo>
                  <a:lnTo>
                    <a:pt x="50800" y="12700"/>
                  </a:lnTo>
                  <a:lnTo>
                    <a:pt x="57150" y="15240"/>
                  </a:lnTo>
                  <a:lnTo>
                    <a:pt x="64770" y="17780"/>
                  </a:lnTo>
                  <a:lnTo>
                    <a:pt x="64858" y="17335"/>
                  </a:lnTo>
                  <a:lnTo>
                    <a:pt x="69850" y="20320"/>
                  </a:lnTo>
                  <a:lnTo>
                    <a:pt x="76200" y="24130"/>
                  </a:lnTo>
                  <a:lnTo>
                    <a:pt x="82550" y="27940"/>
                  </a:lnTo>
                  <a:lnTo>
                    <a:pt x="83083" y="27216"/>
                  </a:lnTo>
                  <a:lnTo>
                    <a:pt x="88900" y="33020"/>
                  </a:lnTo>
                  <a:lnTo>
                    <a:pt x="90170" y="34290"/>
                  </a:lnTo>
                  <a:lnTo>
                    <a:pt x="92710" y="34290"/>
                  </a:lnTo>
                  <a:lnTo>
                    <a:pt x="92710" y="27940"/>
                  </a:lnTo>
                  <a:lnTo>
                    <a:pt x="96520" y="22860"/>
                  </a:lnTo>
                  <a:close/>
                </a:path>
              </a:pathLst>
            </a:custGeom>
            <a:solidFill>
              <a:srgbClr val="9898FF"/>
            </a:solidFill>
          </p:spPr>
          <p:txBody>
            <a:bodyPr wrap="square" lIns="0" tIns="0" rIns="0" bIns="0" rtlCol="0"/>
            <a:lstStyle/>
            <a:p/>
          </p:txBody>
        </p:sp>
        <p:sp>
          <p:nvSpPr>
            <p:cNvPr id="489" name="object 489"/>
            <p:cNvSpPr/>
            <p:nvPr/>
          </p:nvSpPr>
          <p:spPr>
            <a:xfrm>
              <a:off x="8544560" y="1405889"/>
              <a:ext cx="77470" cy="93980"/>
            </a:xfrm>
            <a:custGeom>
              <a:avLst/>
              <a:gdLst/>
              <a:ahLst/>
              <a:cxnLst/>
              <a:rect l="l" t="t" r="r" b="b"/>
              <a:pathLst>
                <a:path w="77470" h="93980">
                  <a:moveTo>
                    <a:pt x="77470" y="57150"/>
                  </a:moveTo>
                  <a:lnTo>
                    <a:pt x="71120" y="54610"/>
                  </a:lnTo>
                  <a:lnTo>
                    <a:pt x="66040" y="52070"/>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49911" y="79248"/>
                  </a:lnTo>
                  <a:lnTo>
                    <a:pt x="49530" y="78740"/>
                  </a:lnTo>
                  <a:lnTo>
                    <a:pt x="48260" y="80010"/>
                  </a:lnTo>
                  <a:lnTo>
                    <a:pt x="46990" y="80010"/>
                  </a:lnTo>
                  <a:lnTo>
                    <a:pt x="45720" y="81280"/>
                  </a:lnTo>
                  <a:lnTo>
                    <a:pt x="44450" y="81280"/>
                  </a:lnTo>
                  <a:lnTo>
                    <a:pt x="41910" y="82550"/>
                  </a:lnTo>
                  <a:lnTo>
                    <a:pt x="40640" y="81280"/>
                  </a:lnTo>
                  <a:lnTo>
                    <a:pt x="39370" y="81280"/>
                  </a:lnTo>
                  <a:lnTo>
                    <a:pt x="36830" y="80010"/>
                  </a:lnTo>
                  <a:lnTo>
                    <a:pt x="35560" y="78740"/>
                  </a:lnTo>
                  <a:lnTo>
                    <a:pt x="33020" y="76200"/>
                  </a:lnTo>
                  <a:lnTo>
                    <a:pt x="30480" y="73660"/>
                  </a:lnTo>
                  <a:lnTo>
                    <a:pt x="30086" y="74180"/>
                  </a:lnTo>
                  <a:lnTo>
                    <a:pt x="29946" y="73875"/>
                  </a:lnTo>
                  <a:lnTo>
                    <a:pt x="30480" y="73660"/>
                  </a:lnTo>
                  <a:lnTo>
                    <a:pt x="29210" y="71120"/>
                  </a:lnTo>
                  <a:lnTo>
                    <a:pt x="29210" y="6985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6670"/>
                  </a:lnTo>
                  <a:lnTo>
                    <a:pt x="15113" y="26695"/>
                  </a:lnTo>
                  <a:lnTo>
                    <a:pt x="13970" y="15240"/>
                  </a:lnTo>
                  <a:lnTo>
                    <a:pt x="12700" y="0"/>
                  </a:lnTo>
                  <a:lnTo>
                    <a:pt x="6350" y="0"/>
                  </a:lnTo>
                  <a:lnTo>
                    <a:pt x="0" y="1270"/>
                  </a:lnTo>
                  <a:lnTo>
                    <a:pt x="1270" y="16510"/>
                  </a:lnTo>
                  <a:lnTo>
                    <a:pt x="2540" y="29210"/>
                  </a:lnTo>
                  <a:lnTo>
                    <a:pt x="5080" y="41910"/>
                  </a:lnTo>
                  <a:lnTo>
                    <a:pt x="6350" y="45720"/>
                  </a:lnTo>
                  <a:lnTo>
                    <a:pt x="6350" y="50800"/>
                  </a:lnTo>
                  <a:lnTo>
                    <a:pt x="7620" y="52070"/>
                  </a:lnTo>
                  <a:lnTo>
                    <a:pt x="8890" y="55880"/>
                  </a:lnTo>
                  <a:lnTo>
                    <a:pt x="10160" y="59690"/>
                  </a:lnTo>
                  <a:lnTo>
                    <a:pt x="12700" y="67310"/>
                  </a:lnTo>
                  <a:lnTo>
                    <a:pt x="1651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1440"/>
                  </a:lnTo>
                  <a:lnTo>
                    <a:pt x="33020" y="92710"/>
                  </a:lnTo>
                  <a:lnTo>
                    <a:pt x="34290" y="92710"/>
                  </a:lnTo>
                  <a:lnTo>
                    <a:pt x="35560" y="92710"/>
                  </a:lnTo>
                  <a:lnTo>
                    <a:pt x="36830" y="93980"/>
                  </a:lnTo>
                  <a:lnTo>
                    <a:pt x="36944" y="93408"/>
                  </a:lnTo>
                  <a:lnTo>
                    <a:pt x="38100" y="93980"/>
                  </a:lnTo>
                  <a:lnTo>
                    <a:pt x="48260" y="93980"/>
                  </a:lnTo>
                  <a:lnTo>
                    <a:pt x="48044" y="93459"/>
                  </a:lnTo>
                  <a:lnTo>
                    <a:pt x="49530" y="92710"/>
                  </a:lnTo>
                  <a:lnTo>
                    <a:pt x="50800" y="92710"/>
                  </a:lnTo>
                  <a:lnTo>
                    <a:pt x="51701" y="91808"/>
                  </a:lnTo>
                  <a:lnTo>
                    <a:pt x="52070" y="92710"/>
                  </a:lnTo>
                  <a:lnTo>
                    <a:pt x="54610" y="91440"/>
                  </a:lnTo>
                  <a:lnTo>
                    <a:pt x="55880" y="90170"/>
                  </a:lnTo>
                  <a:lnTo>
                    <a:pt x="57150" y="88900"/>
                  </a:lnTo>
                  <a:lnTo>
                    <a:pt x="58420" y="88900"/>
                  </a:lnTo>
                  <a:lnTo>
                    <a:pt x="59309" y="87122"/>
                  </a:lnTo>
                  <a:lnTo>
                    <a:pt x="59690" y="87630"/>
                  </a:lnTo>
                  <a:lnTo>
                    <a:pt x="60960" y="86360"/>
                  </a:lnTo>
                  <a:lnTo>
                    <a:pt x="6223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9898FF"/>
            </a:solidFill>
          </p:spPr>
          <p:txBody>
            <a:bodyPr wrap="square" lIns="0" tIns="0" rIns="0" bIns="0" rtlCol="0"/>
            <a:lstStyle/>
            <a:p/>
          </p:txBody>
        </p:sp>
        <p:sp>
          <p:nvSpPr>
            <p:cNvPr id="490" name="object 490"/>
            <p:cNvSpPr/>
            <p:nvPr/>
          </p:nvSpPr>
          <p:spPr>
            <a:xfrm>
              <a:off x="8558530" y="11836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8580" y="66040"/>
                  </a:lnTo>
                  <a:lnTo>
                    <a:pt x="66040" y="52070"/>
                  </a:lnTo>
                  <a:lnTo>
                    <a:pt x="64770" y="46990"/>
                  </a:lnTo>
                  <a:lnTo>
                    <a:pt x="64770" y="45720"/>
                  </a:lnTo>
                  <a:lnTo>
                    <a:pt x="63500" y="40640"/>
                  </a:lnTo>
                  <a:lnTo>
                    <a:pt x="62230" y="35560"/>
                  </a:lnTo>
                  <a:lnTo>
                    <a:pt x="60960" y="30480"/>
                  </a:lnTo>
                  <a:lnTo>
                    <a:pt x="59690" y="27940"/>
                  </a:lnTo>
                  <a:lnTo>
                    <a:pt x="58420" y="24130"/>
                  </a:lnTo>
                  <a:lnTo>
                    <a:pt x="57150" y="20320"/>
                  </a:lnTo>
                  <a:lnTo>
                    <a:pt x="55880" y="20320"/>
                  </a:lnTo>
                  <a:lnTo>
                    <a:pt x="54610" y="17780"/>
                  </a:lnTo>
                  <a:lnTo>
                    <a:pt x="53340" y="15240"/>
                  </a:lnTo>
                  <a:lnTo>
                    <a:pt x="52070" y="12700"/>
                  </a:lnTo>
                  <a:lnTo>
                    <a:pt x="50800" y="11430"/>
                  </a:lnTo>
                  <a:lnTo>
                    <a:pt x="49530" y="10160"/>
                  </a:lnTo>
                  <a:lnTo>
                    <a:pt x="49149" y="10668"/>
                  </a:lnTo>
                  <a:lnTo>
                    <a:pt x="48260" y="8890"/>
                  </a:lnTo>
                  <a:lnTo>
                    <a:pt x="48260" y="7620"/>
                  </a:lnTo>
                  <a:lnTo>
                    <a:pt x="45720" y="6350"/>
                  </a:lnTo>
                  <a:lnTo>
                    <a:pt x="44450" y="5080"/>
                  </a:lnTo>
                  <a:lnTo>
                    <a:pt x="43180" y="3810"/>
                  </a:lnTo>
                  <a:lnTo>
                    <a:pt x="40640" y="2540"/>
                  </a:lnTo>
                  <a:lnTo>
                    <a:pt x="39370" y="127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0320"/>
                  </a:lnTo>
                  <a:lnTo>
                    <a:pt x="43180" y="21590"/>
                  </a:lnTo>
                  <a:lnTo>
                    <a:pt x="43180" y="22860"/>
                  </a:lnTo>
                  <a:lnTo>
                    <a:pt x="44450" y="24130"/>
                  </a:lnTo>
                  <a:lnTo>
                    <a:pt x="45720" y="26670"/>
                  </a:lnTo>
                  <a:lnTo>
                    <a:pt x="46050" y="26416"/>
                  </a:lnTo>
                  <a:lnTo>
                    <a:pt x="46990" y="29210"/>
                  </a:lnTo>
                  <a:lnTo>
                    <a:pt x="48044" y="3133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60960" y="140970"/>
                  </a:lnTo>
                  <a:lnTo>
                    <a:pt x="60960" y="163830"/>
                  </a:lnTo>
                  <a:lnTo>
                    <a:pt x="60960" y="185420"/>
                  </a:lnTo>
                  <a:lnTo>
                    <a:pt x="59690" y="203200"/>
                  </a:lnTo>
                  <a:lnTo>
                    <a:pt x="59690" y="220980"/>
                  </a:lnTo>
                  <a:lnTo>
                    <a:pt x="58420" y="236220"/>
                  </a:lnTo>
                  <a:lnTo>
                    <a:pt x="57251" y="248958"/>
                  </a:lnTo>
                  <a:lnTo>
                    <a:pt x="54610" y="261620"/>
                  </a:lnTo>
                  <a:lnTo>
                    <a:pt x="53340" y="266700"/>
                  </a:lnTo>
                  <a:lnTo>
                    <a:pt x="52070" y="270510"/>
                  </a:lnTo>
                  <a:lnTo>
                    <a:pt x="50800" y="275590"/>
                  </a:lnTo>
                  <a:lnTo>
                    <a:pt x="51168" y="275666"/>
                  </a:lnTo>
                  <a:lnTo>
                    <a:pt x="49530" y="278130"/>
                  </a:lnTo>
                  <a:lnTo>
                    <a:pt x="62230" y="283210"/>
                  </a:lnTo>
                  <a:lnTo>
                    <a:pt x="63500" y="279400"/>
                  </a:lnTo>
                  <a:lnTo>
                    <a:pt x="63500" y="278130"/>
                  </a:lnTo>
                  <a:lnTo>
                    <a:pt x="64770" y="274320"/>
                  </a:lnTo>
                  <a:lnTo>
                    <a:pt x="64770" y="273050"/>
                  </a:lnTo>
                  <a:lnTo>
                    <a:pt x="65735" y="269189"/>
                  </a:lnTo>
                  <a:lnTo>
                    <a:pt x="66040" y="269240"/>
                  </a:lnTo>
                  <a:lnTo>
                    <a:pt x="67310" y="264160"/>
                  </a:lnTo>
                  <a:lnTo>
                    <a:pt x="68580" y="251460"/>
                  </a:lnTo>
                  <a:lnTo>
                    <a:pt x="71120" y="237490"/>
                  </a:lnTo>
                  <a:lnTo>
                    <a:pt x="71120" y="222250"/>
                  </a:lnTo>
                  <a:lnTo>
                    <a:pt x="72390" y="204470"/>
                  </a:lnTo>
                  <a:lnTo>
                    <a:pt x="72390" y="203200"/>
                  </a:lnTo>
                  <a:lnTo>
                    <a:pt x="72390" y="185420"/>
                  </a:lnTo>
                  <a:lnTo>
                    <a:pt x="73660" y="163830"/>
                  </a:lnTo>
                  <a:close/>
                </a:path>
              </a:pathLst>
            </a:custGeom>
            <a:solidFill>
              <a:srgbClr val="9898FF"/>
            </a:solidFill>
          </p:spPr>
          <p:txBody>
            <a:bodyPr wrap="square" lIns="0" tIns="0" rIns="0" bIns="0" rtlCol="0"/>
            <a:lstStyle/>
            <a:p/>
          </p:txBody>
        </p:sp>
        <p:sp>
          <p:nvSpPr>
            <p:cNvPr id="491" name="object 491"/>
            <p:cNvSpPr/>
            <p:nvPr/>
          </p:nvSpPr>
          <p:spPr>
            <a:xfrm>
              <a:off x="8540750" y="1746249"/>
              <a:ext cx="30480" cy="16510"/>
            </a:xfrm>
            <a:custGeom>
              <a:avLst/>
              <a:gdLst/>
              <a:ahLst/>
              <a:cxnLst/>
              <a:rect l="l" t="t" r="r" b="b"/>
              <a:pathLst>
                <a:path w="30479" h="16510">
                  <a:moveTo>
                    <a:pt x="30480" y="0"/>
                  </a:moveTo>
                  <a:lnTo>
                    <a:pt x="17780" y="1270"/>
                  </a:lnTo>
                  <a:lnTo>
                    <a:pt x="16510" y="1270"/>
                  </a:lnTo>
                  <a:lnTo>
                    <a:pt x="11430" y="1270"/>
                  </a:lnTo>
                  <a:lnTo>
                    <a:pt x="10160" y="1270"/>
                  </a:lnTo>
                  <a:lnTo>
                    <a:pt x="5080" y="2540"/>
                  </a:lnTo>
                  <a:lnTo>
                    <a:pt x="0" y="3810"/>
                  </a:lnTo>
                  <a:lnTo>
                    <a:pt x="2540" y="10160"/>
                  </a:lnTo>
                  <a:lnTo>
                    <a:pt x="3810" y="16510"/>
                  </a:lnTo>
                  <a:lnTo>
                    <a:pt x="5080" y="16510"/>
                  </a:lnTo>
                  <a:lnTo>
                    <a:pt x="8890" y="15240"/>
                  </a:lnTo>
                  <a:lnTo>
                    <a:pt x="13970" y="13970"/>
                  </a:lnTo>
                  <a:lnTo>
                    <a:pt x="13843" y="13690"/>
                  </a:lnTo>
                  <a:lnTo>
                    <a:pt x="17780" y="12700"/>
                  </a:lnTo>
                  <a:lnTo>
                    <a:pt x="30480" y="12700"/>
                  </a:lnTo>
                  <a:lnTo>
                    <a:pt x="30480" y="0"/>
                  </a:lnTo>
                  <a:close/>
                </a:path>
              </a:pathLst>
            </a:custGeom>
            <a:solidFill>
              <a:srgbClr val="9898FF"/>
            </a:solidFill>
          </p:spPr>
          <p:txBody>
            <a:bodyPr wrap="square" lIns="0" tIns="0" rIns="0" bIns="0" rtlCol="0"/>
            <a:lstStyle/>
            <a:p/>
          </p:txBody>
        </p:sp>
      </p:grpSp>
      <p:sp>
        <p:nvSpPr>
          <p:cNvPr id="492" name="object 492"/>
          <p:cNvSpPr/>
          <p:nvPr/>
        </p:nvSpPr>
        <p:spPr>
          <a:xfrm>
            <a:off x="6419850" y="930910"/>
            <a:ext cx="394909" cy="753049"/>
          </a:xfrm>
          <a:prstGeom prst="rect">
            <a:avLst/>
          </a:prstGeom>
          <a:blipFill>
            <a:blip r:embed="rId45" cstate="print"/>
            <a:stretch>
              <a:fillRect/>
            </a:stretch>
          </a:blipFill>
        </p:spPr>
        <p:txBody>
          <a:bodyPr wrap="square" lIns="0" tIns="0" rIns="0" bIns="0" rtlCol="0"/>
          <a:lstStyle/>
          <a:p/>
        </p:txBody>
      </p:sp>
      <p:grpSp>
        <p:nvGrpSpPr>
          <p:cNvPr id="493" name="object 493"/>
          <p:cNvGrpSpPr/>
          <p:nvPr/>
        </p:nvGrpSpPr>
        <p:grpSpPr>
          <a:xfrm>
            <a:off x="8511540" y="1746250"/>
            <a:ext cx="173990" cy="139700"/>
            <a:chOff x="8511540" y="1746250"/>
            <a:chExt cx="173990" cy="139700"/>
          </a:xfrm>
        </p:grpSpPr>
        <p:sp>
          <p:nvSpPr>
            <p:cNvPr id="494" name="object 494"/>
            <p:cNvSpPr/>
            <p:nvPr/>
          </p:nvSpPr>
          <p:spPr>
            <a:xfrm>
              <a:off x="8511540" y="1750059"/>
              <a:ext cx="49530" cy="130810"/>
            </a:xfrm>
            <a:custGeom>
              <a:avLst/>
              <a:gdLst/>
              <a:ahLst/>
              <a:cxnLst/>
              <a:rect l="l" t="t" r="r" b="b"/>
              <a:pathLst>
                <a:path w="49529" h="130810">
                  <a:moveTo>
                    <a:pt x="49530" y="118110"/>
                  </a:moveTo>
                  <a:lnTo>
                    <a:pt x="41910" y="115570"/>
                  </a:lnTo>
                  <a:lnTo>
                    <a:pt x="36423" y="112293"/>
                  </a:lnTo>
                  <a:lnTo>
                    <a:pt x="36830" y="111760"/>
                  </a:lnTo>
                  <a:lnTo>
                    <a:pt x="34290" y="110490"/>
                  </a:lnTo>
                  <a:lnTo>
                    <a:pt x="31750" y="107950"/>
                  </a:lnTo>
                  <a:lnTo>
                    <a:pt x="29210" y="105410"/>
                  </a:lnTo>
                  <a:lnTo>
                    <a:pt x="28829" y="105918"/>
                  </a:lnTo>
                  <a:lnTo>
                    <a:pt x="27940" y="104140"/>
                  </a:lnTo>
                  <a:lnTo>
                    <a:pt x="24130" y="97790"/>
                  </a:lnTo>
                  <a:lnTo>
                    <a:pt x="23596" y="98196"/>
                  </a:lnTo>
                  <a:lnTo>
                    <a:pt x="20320" y="92710"/>
                  </a:lnTo>
                  <a:lnTo>
                    <a:pt x="20320" y="91440"/>
                  </a:lnTo>
                  <a:lnTo>
                    <a:pt x="19405" y="90538"/>
                  </a:lnTo>
                  <a:lnTo>
                    <a:pt x="20320" y="90170"/>
                  </a:lnTo>
                  <a:lnTo>
                    <a:pt x="17780" y="87630"/>
                  </a:lnTo>
                  <a:lnTo>
                    <a:pt x="17780" y="86360"/>
                  </a:lnTo>
                  <a:lnTo>
                    <a:pt x="17246" y="85305"/>
                  </a:lnTo>
                  <a:lnTo>
                    <a:pt x="17780" y="85090"/>
                  </a:lnTo>
                  <a:lnTo>
                    <a:pt x="16510" y="81280"/>
                  </a:lnTo>
                  <a:lnTo>
                    <a:pt x="16129" y="81432"/>
                  </a:lnTo>
                  <a:lnTo>
                    <a:pt x="15240" y="78740"/>
                  </a:lnTo>
                  <a:lnTo>
                    <a:pt x="15240" y="74930"/>
                  </a:lnTo>
                  <a:lnTo>
                    <a:pt x="13970" y="72390"/>
                  </a:lnTo>
                  <a:lnTo>
                    <a:pt x="12700" y="68580"/>
                  </a:lnTo>
                  <a:lnTo>
                    <a:pt x="12700" y="45720"/>
                  </a:lnTo>
                  <a:lnTo>
                    <a:pt x="13970" y="43180"/>
                  </a:lnTo>
                  <a:lnTo>
                    <a:pt x="13970" y="41910"/>
                  </a:lnTo>
                  <a:lnTo>
                    <a:pt x="15240" y="39370"/>
                  </a:lnTo>
                  <a:lnTo>
                    <a:pt x="15240" y="35560"/>
                  </a:lnTo>
                  <a:lnTo>
                    <a:pt x="16510" y="33020"/>
                  </a:lnTo>
                  <a:lnTo>
                    <a:pt x="15925" y="32905"/>
                  </a:lnTo>
                  <a:lnTo>
                    <a:pt x="16510" y="31750"/>
                  </a:lnTo>
                  <a:lnTo>
                    <a:pt x="17780" y="29210"/>
                  </a:lnTo>
                  <a:lnTo>
                    <a:pt x="19050" y="26670"/>
                  </a:lnTo>
                  <a:lnTo>
                    <a:pt x="20320" y="24130"/>
                  </a:lnTo>
                  <a:lnTo>
                    <a:pt x="21590" y="24130"/>
                  </a:lnTo>
                  <a:lnTo>
                    <a:pt x="22860" y="21590"/>
                  </a:lnTo>
                  <a:lnTo>
                    <a:pt x="22326" y="21386"/>
                  </a:lnTo>
                  <a:lnTo>
                    <a:pt x="22860" y="20320"/>
                  </a:lnTo>
                  <a:lnTo>
                    <a:pt x="26238" y="15811"/>
                  </a:lnTo>
                  <a:lnTo>
                    <a:pt x="26670" y="16510"/>
                  </a:lnTo>
                  <a:lnTo>
                    <a:pt x="27940" y="15240"/>
                  </a:lnTo>
                  <a:lnTo>
                    <a:pt x="29210" y="15240"/>
                  </a:lnTo>
                  <a:lnTo>
                    <a:pt x="31115" y="13335"/>
                  </a:lnTo>
                  <a:lnTo>
                    <a:pt x="33020" y="12700"/>
                  </a:lnTo>
                  <a:lnTo>
                    <a:pt x="31750" y="6350"/>
                  </a:lnTo>
                  <a:lnTo>
                    <a:pt x="29210" y="0"/>
                  </a:lnTo>
                  <a:lnTo>
                    <a:pt x="25400" y="1270"/>
                  </a:lnTo>
                  <a:lnTo>
                    <a:pt x="25400" y="2540"/>
                  </a:lnTo>
                  <a:lnTo>
                    <a:pt x="24130" y="2540"/>
                  </a:lnTo>
                  <a:lnTo>
                    <a:pt x="22059" y="4610"/>
                  </a:lnTo>
                  <a:lnTo>
                    <a:pt x="21590" y="3810"/>
                  </a:lnTo>
                  <a:lnTo>
                    <a:pt x="20320" y="5080"/>
                  </a:lnTo>
                  <a:lnTo>
                    <a:pt x="17780" y="6350"/>
                  </a:lnTo>
                  <a:lnTo>
                    <a:pt x="17780" y="7620"/>
                  </a:lnTo>
                  <a:lnTo>
                    <a:pt x="16510" y="7620"/>
                  </a:lnTo>
                  <a:lnTo>
                    <a:pt x="12700" y="12700"/>
                  </a:lnTo>
                  <a:lnTo>
                    <a:pt x="13423" y="13246"/>
                  </a:lnTo>
                  <a:lnTo>
                    <a:pt x="11430" y="15240"/>
                  </a:lnTo>
                  <a:lnTo>
                    <a:pt x="10160" y="16510"/>
                  </a:lnTo>
                  <a:lnTo>
                    <a:pt x="10160" y="17780"/>
                  </a:lnTo>
                  <a:lnTo>
                    <a:pt x="8890" y="20320"/>
                  </a:lnTo>
                  <a:lnTo>
                    <a:pt x="7620" y="20320"/>
                  </a:lnTo>
                  <a:lnTo>
                    <a:pt x="7620" y="21590"/>
                  </a:lnTo>
                  <a:lnTo>
                    <a:pt x="6832" y="23164"/>
                  </a:lnTo>
                  <a:lnTo>
                    <a:pt x="6350" y="22860"/>
                  </a:lnTo>
                  <a:lnTo>
                    <a:pt x="5080" y="26670"/>
                  </a:lnTo>
                  <a:lnTo>
                    <a:pt x="3810" y="29210"/>
                  </a:lnTo>
                  <a:lnTo>
                    <a:pt x="3810" y="31750"/>
                  </a:lnTo>
                  <a:lnTo>
                    <a:pt x="3810" y="33020"/>
                  </a:lnTo>
                  <a:lnTo>
                    <a:pt x="2540" y="36830"/>
                  </a:lnTo>
                  <a:lnTo>
                    <a:pt x="1270" y="39370"/>
                  </a:lnTo>
                  <a:lnTo>
                    <a:pt x="1270" y="41910"/>
                  </a:lnTo>
                  <a:lnTo>
                    <a:pt x="1270" y="43180"/>
                  </a:lnTo>
                  <a:lnTo>
                    <a:pt x="1270" y="45720"/>
                  </a:lnTo>
                  <a:lnTo>
                    <a:pt x="0" y="49530"/>
                  </a:lnTo>
                  <a:lnTo>
                    <a:pt x="0" y="53340"/>
                  </a:lnTo>
                  <a:lnTo>
                    <a:pt x="0" y="57150"/>
                  </a:lnTo>
                  <a:lnTo>
                    <a:pt x="0" y="60960"/>
                  </a:lnTo>
                  <a:lnTo>
                    <a:pt x="0" y="64770"/>
                  </a:lnTo>
                  <a:lnTo>
                    <a:pt x="1270" y="67310"/>
                  </a:lnTo>
                  <a:lnTo>
                    <a:pt x="1270" y="71120"/>
                  </a:lnTo>
                  <a:lnTo>
                    <a:pt x="1270" y="72390"/>
                  </a:lnTo>
                  <a:lnTo>
                    <a:pt x="1270" y="74930"/>
                  </a:lnTo>
                  <a:lnTo>
                    <a:pt x="2540" y="78740"/>
                  </a:lnTo>
                  <a:lnTo>
                    <a:pt x="3810" y="81280"/>
                  </a:lnTo>
                  <a:lnTo>
                    <a:pt x="3810" y="85090"/>
                  </a:lnTo>
                  <a:lnTo>
                    <a:pt x="3810" y="86360"/>
                  </a:lnTo>
                  <a:lnTo>
                    <a:pt x="5080" y="88900"/>
                  </a:lnTo>
                  <a:lnTo>
                    <a:pt x="5080" y="90170"/>
                  </a:lnTo>
                  <a:lnTo>
                    <a:pt x="6350" y="91440"/>
                  </a:lnTo>
                  <a:lnTo>
                    <a:pt x="7620" y="95250"/>
                  </a:lnTo>
                  <a:lnTo>
                    <a:pt x="8890" y="96520"/>
                  </a:lnTo>
                  <a:lnTo>
                    <a:pt x="10160" y="99060"/>
                  </a:lnTo>
                  <a:lnTo>
                    <a:pt x="10541" y="98767"/>
                  </a:lnTo>
                  <a:lnTo>
                    <a:pt x="12700" y="104140"/>
                  </a:lnTo>
                  <a:lnTo>
                    <a:pt x="13970" y="105410"/>
                  </a:lnTo>
                  <a:lnTo>
                    <a:pt x="17780" y="110490"/>
                  </a:lnTo>
                  <a:lnTo>
                    <a:pt x="17780" y="111760"/>
                  </a:lnTo>
                  <a:lnTo>
                    <a:pt x="20320" y="114300"/>
                  </a:lnTo>
                  <a:lnTo>
                    <a:pt x="22860" y="116840"/>
                  </a:lnTo>
                  <a:lnTo>
                    <a:pt x="25400" y="119380"/>
                  </a:lnTo>
                  <a:lnTo>
                    <a:pt x="26670" y="120650"/>
                  </a:lnTo>
                  <a:lnTo>
                    <a:pt x="29210" y="121920"/>
                  </a:lnTo>
                  <a:lnTo>
                    <a:pt x="29210" y="123190"/>
                  </a:lnTo>
                  <a:lnTo>
                    <a:pt x="35560" y="127000"/>
                  </a:lnTo>
                  <a:lnTo>
                    <a:pt x="36830" y="127000"/>
                  </a:lnTo>
                  <a:lnTo>
                    <a:pt x="44450" y="130810"/>
                  </a:lnTo>
                  <a:lnTo>
                    <a:pt x="46990" y="124460"/>
                  </a:lnTo>
                  <a:lnTo>
                    <a:pt x="49530" y="118110"/>
                  </a:lnTo>
                  <a:close/>
                </a:path>
              </a:pathLst>
            </a:custGeom>
            <a:solidFill>
              <a:srgbClr val="9898FF"/>
            </a:solidFill>
          </p:spPr>
          <p:txBody>
            <a:bodyPr wrap="square" lIns="0" tIns="0" rIns="0" bIns="0" rtlCol="0"/>
            <a:lstStyle/>
            <a:p/>
          </p:txBody>
        </p:sp>
        <p:sp>
          <p:nvSpPr>
            <p:cNvPr id="495" name="object 495"/>
            <p:cNvSpPr/>
            <p:nvPr/>
          </p:nvSpPr>
          <p:spPr>
            <a:xfrm>
              <a:off x="8555990" y="1775459"/>
              <a:ext cx="129539" cy="110489"/>
            </a:xfrm>
            <a:custGeom>
              <a:avLst/>
              <a:gdLst/>
              <a:ahLst/>
              <a:cxnLst/>
              <a:rect l="l" t="t" r="r" b="b"/>
              <a:pathLst>
                <a:path w="129540" h="110489">
                  <a:moveTo>
                    <a:pt x="129540" y="20320"/>
                  </a:moveTo>
                  <a:lnTo>
                    <a:pt x="128270" y="17780"/>
                  </a:lnTo>
                  <a:lnTo>
                    <a:pt x="128270" y="15240"/>
                  </a:lnTo>
                  <a:lnTo>
                    <a:pt x="127000" y="11430"/>
                  </a:lnTo>
                  <a:lnTo>
                    <a:pt x="127000" y="8890"/>
                  </a:lnTo>
                  <a:lnTo>
                    <a:pt x="127000" y="7620"/>
                  </a:lnTo>
                  <a:lnTo>
                    <a:pt x="125730" y="6350"/>
                  </a:lnTo>
                  <a:lnTo>
                    <a:pt x="125730" y="5080"/>
                  </a:lnTo>
                  <a:lnTo>
                    <a:pt x="125730" y="3810"/>
                  </a:lnTo>
                  <a:lnTo>
                    <a:pt x="124460" y="2540"/>
                  </a:lnTo>
                  <a:lnTo>
                    <a:pt x="123190" y="0"/>
                  </a:lnTo>
                  <a:lnTo>
                    <a:pt x="118110" y="3810"/>
                  </a:lnTo>
                  <a:lnTo>
                    <a:pt x="113030" y="6350"/>
                  </a:lnTo>
                  <a:lnTo>
                    <a:pt x="113030" y="8890"/>
                  </a:lnTo>
                  <a:lnTo>
                    <a:pt x="114300" y="10160"/>
                  </a:lnTo>
                  <a:lnTo>
                    <a:pt x="114300" y="11430"/>
                  </a:lnTo>
                  <a:lnTo>
                    <a:pt x="114820" y="11226"/>
                  </a:lnTo>
                  <a:lnTo>
                    <a:pt x="115570" y="12700"/>
                  </a:lnTo>
                  <a:lnTo>
                    <a:pt x="115570" y="13970"/>
                  </a:lnTo>
                  <a:lnTo>
                    <a:pt x="115570" y="16510"/>
                  </a:lnTo>
                  <a:lnTo>
                    <a:pt x="115570" y="17780"/>
                  </a:lnTo>
                  <a:lnTo>
                    <a:pt x="116141" y="17665"/>
                  </a:lnTo>
                  <a:lnTo>
                    <a:pt x="116840" y="19050"/>
                  </a:lnTo>
                  <a:lnTo>
                    <a:pt x="116840" y="40640"/>
                  </a:lnTo>
                  <a:lnTo>
                    <a:pt x="115570" y="44450"/>
                  </a:lnTo>
                  <a:lnTo>
                    <a:pt x="115570" y="48260"/>
                  </a:lnTo>
                  <a:lnTo>
                    <a:pt x="114668" y="50952"/>
                  </a:lnTo>
                  <a:lnTo>
                    <a:pt x="114300" y="50800"/>
                  </a:lnTo>
                  <a:lnTo>
                    <a:pt x="113030" y="54610"/>
                  </a:lnTo>
                  <a:lnTo>
                    <a:pt x="112128" y="57302"/>
                  </a:lnTo>
                  <a:lnTo>
                    <a:pt x="111760" y="57150"/>
                  </a:lnTo>
                  <a:lnTo>
                    <a:pt x="110490" y="62230"/>
                  </a:lnTo>
                  <a:lnTo>
                    <a:pt x="109220" y="64770"/>
                  </a:lnTo>
                  <a:lnTo>
                    <a:pt x="107950" y="67310"/>
                  </a:lnTo>
                  <a:lnTo>
                    <a:pt x="105410" y="69850"/>
                  </a:lnTo>
                  <a:lnTo>
                    <a:pt x="105410" y="71120"/>
                  </a:lnTo>
                  <a:lnTo>
                    <a:pt x="104140" y="72390"/>
                  </a:lnTo>
                  <a:lnTo>
                    <a:pt x="102870" y="73660"/>
                  </a:lnTo>
                  <a:lnTo>
                    <a:pt x="101600" y="74930"/>
                  </a:lnTo>
                  <a:lnTo>
                    <a:pt x="96520" y="80010"/>
                  </a:lnTo>
                  <a:lnTo>
                    <a:pt x="96989" y="80492"/>
                  </a:lnTo>
                  <a:lnTo>
                    <a:pt x="91440" y="83820"/>
                  </a:lnTo>
                  <a:lnTo>
                    <a:pt x="91833" y="84353"/>
                  </a:lnTo>
                  <a:lnTo>
                    <a:pt x="86360" y="87630"/>
                  </a:lnTo>
                  <a:lnTo>
                    <a:pt x="80213" y="90703"/>
                  </a:lnTo>
                  <a:lnTo>
                    <a:pt x="80010" y="90170"/>
                  </a:lnTo>
                  <a:lnTo>
                    <a:pt x="72390" y="93980"/>
                  </a:lnTo>
                  <a:lnTo>
                    <a:pt x="72466" y="94183"/>
                  </a:lnTo>
                  <a:lnTo>
                    <a:pt x="66040" y="95250"/>
                  </a:lnTo>
                  <a:lnTo>
                    <a:pt x="57150" y="96520"/>
                  </a:lnTo>
                  <a:lnTo>
                    <a:pt x="48260" y="97790"/>
                  </a:lnTo>
                  <a:lnTo>
                    <a:pt x="40640" y="97790"/>
                  </a:lnTo>
                  <a:lnTo>
                    <a:pt x="29210" y="97790"/>
                  </a:lnTo>
                  <a:lnTo>
                    <a:pt x="20281" y="96685"/>
                  </a:lnTo>
                  <a:lnTo>
                    <a:pt x="20320" y="96520"/>
                  </a:lnTo>
                  <a:lnTo>
                    <a:pt x="11430" y="95250"/>
                  </a:lnTo>
                  <a:lnTo>
                    <a:pt x="3810" y="92710"/>
                  </a:lnTo>
                  <a:lnTo>
                    <a:pt x="2540" y="99060"/>
                  </a:lnTo>
                  <a:lnTo>
                    <a:pt x="0" y="105410"/>
                  </a:lnTo>
                  <a:lnTo>
                    <a:pt x="8890" y="106680"/>
                  </a:lnTo>
                  <a:lnTo>
                    <a:pt x="17780" y="109220"/>
                  </a:lnTo>
                  <a:lnTo>
                    <a:pt x="19050" y="109220"/>
                  </a:lnTo>
                  <a:lnTo>
                    <a:pt x="29210" y="110490"/>
                  </a:lnTo>
                  <a:lnTo>
                    <a:pt x="39370" y="110490"/>
                  </a:lnTo>
                  <a:lnTo>
                    <a:pt x="40640" y="110490"/>
                  </a:lnTo>
                  <a:lnTo>
                    <a:pt x="49530" y="110490"/>
                  </a:lnTo>
                  <a:lnTo>
                    <a:pt x="50800" y="110490"/>
                  </a:lnTo>
                  <a:lnTo>
                    <a:pt x="59690" y="109220"/>
                  </a:lnTo>
                  <a:lnTo>
                    <a:pt x="68580" y="107950"/>
                  </a:lnTo>
                  <a:lnTo>
                    <a:pt x="76200" y="105410"/>
                  </a:lnTo>
                  <a:lnTo>
                    <a:pt x="77470" y="105410"/>
                  </a:lnTo>
                  <a:lnTo>
                    <a:pt x="85090" y="102870"/>
                  </a:lnTo>
                  <a:lnTo>
                    <a:pt x="85090" y="101600"/>
                  </a:lnTo>
                  <a:lnTo>
                    <a:pt x="91440" y="97790"/>
                  </a:lnTo>
                  <a:lnTo>
                    <a:pt x="92710" y="97790"/>
                  </a:lnTo>
                  <a:lnTo>
                    <a:pt x="99060" y="93980"/>
                  </a:lnTo>
                  <a:lnTo>
                    <a:pt x="105410" y="90170"/>
                  </a:lnTo>
                  <a:lnTo>
                    <a:pt x="105410" y="88900"/>
                  </a:lnTo>
                  <a:lnTo>
                    <a:pt x="110490" y="83820"/>
                  </a:lnTo>
                  <a:lnTo>
                    <a:pt x="113030" y="81280"/>
                  </a:lnTo>
                  <a:lnTo>
                    <a:pt x="114300" y="81280"/>
                  </a:lnTo>
                  <a:lnTo>
                    <a:pt x="114300" y="80010"/>
                  </a:lnTo>
                  <a:lnTo>
                    <a:pt x="115227" y="77216"/>
                  </a:lnTo>
                  <a:lnTo>
                    <a:pt x="115570" y="77470"/>
                  </a:lnTo>
                  <a:lnTo>
                    <a:pt x="118110" y="74930"/>
                  </a:lnTo>
                  <a:lnTo>
                    <a:pt x="118110" y="73660"/>
                  </a:lnTo>
                  <a:lnTo>
                    <a:pt x="119380" y="69850"/>
                  </a:lnTo>
                  <a:lnTo>
                    <a:pt x="120650" y="69850"/>
                  </a:lnTo>
                  <a:lnTo>
                    <a:pt x="121920" y="66040"/>
                  </a:lnTo>
                  <a:lnTo>
                    <a:pt x="123190" y="62230"/>
                  </a:lnTo>
                  <a:lnTo>
                    <a:pt x="124460" y="62230"/>
                  </a:lnTo>
                  <a:lnTo>
                    <a:pt x="124460" y="59690"/>
                  </a:lnTo>
                  <a:lnTo>
                    <a:pt x="125730" y="54610"/>
                  </a:lnTo>
                  <a:lnTo>
                    <a:pt x="127000" y="54610"/>
                  </a:lnTo>
                  <a:lnTo>
                    <a:pt x="127000" y="49530"/>
                  </a:lnTo>
                  <a:lnTo>
                    <a:pt x="128270" y="45720"/>
                  </a:lnTo>
                  <a:lnTo>
                    <a:pt x="128270" y="41910"/>
                  </a:lnTo>
                  <a:lnTo>
                    <a:pt x="129540" y="36830"/>
                  </a:lnTo>
                  <a:lnTo>
                    <a:pt x="129540" y="33020"/>
                  </a:lnTo>
                  <a:lnTo>
                    <a:pt x="129540" y="27940"/>
                  </a:lnTo>
                  <a:lnTo>
                    <a:pt x="129540" y="24130"/>
                  </a:lnTo>
                  <a:lnTo>
                    <a:pt x="129540" y="20320"/>
                  </a:lnTo>
                  <a:close/>
                </a:path>
              </a:pathLst>
            </a:custGeom>
            <a:solidFill>
              <a:srgbClr val="9898FF"/>
            </a:solidFill>
          </p:spPr>
          <p:txBody>
            <a:bodyPr wrap="square" lIns="0" tIns="0" rIns="0" bIns="0" rtlCol="0"/>
            <a:lstStyle/>
            <a:p/>
          </p:txBody>
        </p:sp>
        <p:sp>
          <p:nvSpPr>
            <p:cNvPr id="496" name="object 496"/>
            <p:cNvSpPr/>
            <p:nvPr/>
          </p:nvSpPr>
          <p:spPr>
            <a:xfrm>
              <a:off x="8571230" y="1746249"/>
              <a:ext cx="109220" cy="35560"/>
            </a:xfrm>
            <a:custGeom>
              <a:avLst/>
              <a:gdLst/>
              <a:ahLst/>
              <a:cxnLst/>
              <a:rect l="l" t="t" r="r" b="b"/>
              <a:pathLst>
                <a:path w="109220" h="35560">
                  <a:moveTo>
                    <a:pt x="109220" y="30480"/>
                  </a:moveTo>
                  <a:lnTo>
                    <a:pt x="107950" y="27940"/>
                  </a:lnTo>
                  <a:lnTo>
                    <a:pt x="106680" y="27940"/>
                  </a:lnTo>
                  <a:lnTo>
                    <a:pt x="105410" y="24130"/>
                  </a:lnTo>
                  <a:lnTo>
                    <a:pt x="105410" y="22860"/>
                  </a:lnTo>
                  <a:lnTo>
                    <a:pt x="104140" y="22860"/>
                  </a:lnTo>
                  <a:lnTo>
                    <a:pt x="102870" y="1905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8740" y="5080"/>
                  </a:lnTo>
                  <a:lnTo>
                    <a:pt x="77470" y="5080"/>
                  </a:lnTo>
                  <a:lnTo>
                    <a:pt x="71120" y="3810"/>
                  </a:lnTo>
                  <a:lnTo>
                    <a:pt x="54610" y="127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3020"/>
                  </a:lnTo>
                  <a:lnTo>
                    <a:pt x="97790" y="35560"/>
                  </a:lnTo>
                  <a:lnTo>
                    <a:pt x="102870" y="33020"/>
                  </a:lnTo>
                  <a:lnTo>
                    <a:pt x="109220" y="30480"/>
                  </a:lnTo>
                  <a:close/>
                </a:path>
              </a:pathLst>
            </a:custGeom>
            <a:solidFill>
              <a:srgbClr val="9898FF"/>
            </a:solidFill>
          </p:spPr>
          <p:txBody>
            <a:bodyPr wrap="square" lIns="0" tIns="0" rIns="0" bIns="0" rtlCol="0"/>
            <a:lstStyle/>
            <a:p/>
          </p:txBody>
        </p:sp>
      </p:grpSp>
      <p:grpSp>
        <p:nvGrpSpPr>
          <p:cNvPr id="497" name="object 497"/>
          <p:cNvGrpSpPr/>
          <p:nvPr/>
        </p:nvGrpSpPr>
        <p:grpSpPr>
          <a:xfrm>
            <a:off x="1289050" y="908050"/>
            <a:ext cx="2043430" cy="778510"/>
            <a:chOff x="1289050" y="908050"/>
            <a:chExt cx="2043430" cy="778510"/>
          </a:xfrm>
        </p:grpSpPr>
        <p:sp>
          <p:nvSpPr>
            <p:cNvPr id="498" name="object 498"/>
            <p:cNvSpPr/>
            <p:nvPr/>
          </p:nvSpPr>
          <p:spPr>
            <a:xfrm>
              <a:off x="1295400" y="930909"/>
              <a:ext cx="349250" cy="734060"/>
            </a:xfrm>
            <a:prstGeom prst="rect">
              <a:avLst/>
            </a:prstGeom>
            <a:blipFill>
              <a:blip r:embed="rId46" cstate="print"/>
              <a:stretch>
                <a:fillRect/>
              </a:stretch>
            </a:blipFill>
          </p:spPr>
          <p:txBody>
            <a:bodyPr wrap="square" lIns="0" tIns="0" rIns="0" bIns="0" rtlCol="0"/>
            <a:lstStyle/>
            <a:p/>
          </p:txBody>
        </p:sp>
        <p:sp>
          <p:nvSpPr>
            <p:cNvPr id="499" name="object 499"/>
            <p:cNvSpPr/>
            <p:nvPr/>
          </p:nvSpPr>
          <p:spPr>
            <a:xfrm>
              <a:off x="1289050" y="1270000"/>
              <a:ext cx="361950" cy="401320"/>
            </a:xfrm>
            <a:prstGeom prst="rect">
              <a:avLst/>
            </a:prstGeom>
            <a:blipFill>
              <a:blip r:embed="rId47" cstate="print"/>
              <a:stretch>
                <a:fillRect/>
              </a:stretch>
            </a:blipFill>
          </p:spPr>
          <p:txBody>
            <a:bodyPr wrap="square" lIns="0" tIns="0" rIns="0" bIns="0" rtlCol="0"/>
            <a:lstStyle/>
            <a:p/>
          </p:txBody>
        </p:sp>
        <p:sp>
          <p:nvSpPr>
            <p:cNvPr id="500" name="object 500"/>
            <p:cNvSpPr/>
            <p:nvPr/>
          </p:nvSpPr>
          <p:spPr>
            <a:xfrm>
              <a:off x="1341119" y="1060450"/>
              <a:ext cx="12700" cy="476250"/>
            </a:xfrm>
            <a:custGeom>
              <a:avLst/>
              <a:gdLst/>
              <a:ahLst/>
              <a:cxnLst/>
              <a:rect l="l" t="t" r="r" b="b"/>
              <a:pathLst>
                <a:path w="12700" h="476250">
                  <a:moveTo>
                    <a:pt x="12700" y="0"/>
                  </a:moveTo>
                  <a:lnTo>
                    <a:pt x="0" y="0"/>
                  </a:lnTo>
                  <a:lnTo>
                    <a:pt x="0" y="476250"/>
                  </a:lnTo>
                  <a:lnTo>
                    <a:pt x="12700" y="476250"/>
                  </a:lnTo>
                  <a:lnTo>
                    <a:pt x="12700" y="0"/>
                  </a:lnTo>
                  <a:close/>
                </a:path>
              </a:pathLst>
            </a:custGeom>
            <a:solidFill>
              <a:srgbClr val="006600"/>
            </a:solidFill>
          </p:spPr>
          <p:txBody>
            <a:bodyPr wrap="square" lIns="0" tIns="0" rIns="0" bIns="0" rtlCol="0"/>
            <a:lstStyle/>
            <a:p/>
          </p:txBody>
        </p:sp>
        <p:sp>
          <p:nvSpPr>
            <p:cNvPr id="501" name="object 501"/>
            <p:cNvSpPr/>
            <p:nvPr/>
          </p:nvSpPr>
          <p:spPr>
            <a:xfrm>
              <a:off x="1289050" y="925829"/>
              <a:ext cx="344169" cy="355600"/>
            </a:xfrm>
            <a:prstGeom prst="rect">
              <a:avLst/>
            </a:prstGeom>
            <a:blipFill>
              <a:blip r:embed="rId48" cstate="print"/>
              <a:stretch>
                <a:fillRect/>
              </a:stretch>
            </a:blipFill>
          </p:spPr>
          <p:txBody>
            <a:bodyPr wrap="square" lIns="0" tIns="0" rIns="0" bIns="0" rtlCol="0"/>
            <a:lstStyle/>
            <a:p/>
          </p:txBody>
        </p:sp>
        <p:sp>
          <p:nvSpPr>
            <p:cNvPr id="502" name="object 502"/>
            <p:cNvSpPr/>
            <p:nvPr/>
          </p:nvSpPr>
          <p:spPr>
            <a:xfrm>
              <a:off x="1430020" y="972819"/>
              <a:ext cx="12700" cy="295910"/>
            </a:xfrm>
            <a:custGeom>
              <a:avLst/>
              <a:gdLst/>
              <a:ahLst/>
              <a:cxnLst/>
              <a:rect l="l" t="t" r="r" b="b"/>
              <a:pathLst>
                <a:path w="12700" h="295909">
                  <a:moveTo>
                    <a:pt x="12700" y="0"/>
                  </a:moveTo>
                  <a:lnTo>
                    <a:pt x="0" y="0"/>
                  </a:lnTo>
                  <a:lnTo>
                    <a:pt x="0" y="289560"/>
                  </a:lnTo>
                  <a:lnTo>
                    <a:pt x="0" y="295910"/>
                  </a:lnTo>
                  <a:lnTo>
                    <a:pt x="6350" y="295910"/>
                  </a:lnTo>
                  <a:lnTo>
                    <a:pt x="6350" y="289560"/>
                  </a:lnTo>
                  <a:lnTo>
                    <a:pt x="12700" y="289560"/>
                  </a:lnTo>
                  <a:lnTo>
                    <a:pt x="12700" y="0"/>
                  </a:lnTo>
                  <a:close/>
                </a:path>
              </a:pathLst>
            </a:custGeom>
            <a:solidFill>
              <a:srgbClr val="006600"/>
            </a:solidFill>
          </p:spPr>
          <p:txBody>
            <a:bodyPr wrap="square" lIns="0" tIns="0" rIns="0" bIns="0" rtlCol="0"/>
            <a:lstStyle/>
            <a:p/>
          </p:txBody>
        </p:sp>
        <p:sp>
          <p:nvSpPr>
            <p:cNvPr id="503" name="object 503"/>
            <p:cNvSpPr/>
            <p:nvPr/>
          </p:nvSpPr>
          <p:spPr>
            <a:xfrm>
              <a:off x="1430020" y="1297940"/>
              <a:ext cx="123190" cy="334010"/>
            </a:xfrm>
            <a:prstGeom prst="rect">
              <a:avLst/>
            </a:prstGeom>
            <a:blipFill>
              <a:blip r:embed="rId49" cstate="print"/>
              <a:stretch>
                <a:fillRect/>
              </a:stretch>
            </a:blipFill>
          </p:spPr>
          <p:txBody>
            <a:bodyPr wrap="square" lIns="0" tIns="0" rIns="0" bIns="0" rtlCol="0"/>
            <a:lstStyle/>
            <a:p/>
          </p:txBody>
        </p:sp>
        <p:sp>
          <p:nvSpPr>
            <p:cNvPr id="504" name="object 504"/>
            <p:cNvSpPr/>
            <p:nvPr/>
          </p:nvSpPr>
          <p:spPr>
            <a:xfrm>
              <a:off x="1690370" y="1144270"/>
              <a:ext cx="251460" cy="528320"/>
            </a:xfrm>
            <a:prstGeom prst="rect">
              <a:avLst/>
            </a:prstGeom>
            <a:blipFill>
              <a:blip r:embed="rId50" cstate="print"/>
              <a:stretch>
                <a:fillRect/>
              </a:stretch>
            </a:blipFill>
          </p:spPr>
          <p:txBody>
            <a:bodyPr wrap="square" lIns="0" tIns="0" rIns="0" bIns="0" rtlCol="0"/>
            <a:lstStyle/>
            <a:p/>
          </p:txBody>
        </p:sp>
        <p:sp>
          <p:nvSpPr>
            <p:cNvPr id="505" name="object 505"/>
            <p:cNvSpPr/>
            <p:nvPr/>
          </p:nvSpPr>
          <p:spPr>
            <a:xfrm>
              <a:off x="1684020" y="1565909"/>
              <a:ext cx="149860" cy="113030"/>
            </a:xfrm>
            <a:custGeom>
              <a:avLst/>
              <a:gdLst/>
              <a:ahLst/>
              <a:cxnLst/>
              <a:rect l="l" t="t" r="r" b="b"/>
              <a:pathLst>
                <a:path w="149860" h="113030">
                  <a:moveTo>
                    <a:pt x="149860" y="27940"/>
                  </a:moveTo>
                  <a:lnTo>
                    <a:pt x="143510" y="25400"/>
                  </a:lnTo>
                  <a:lnTo>
                    <a:pt x="138430" y="21590"/>
                  </a:lnTo>
                  <a:lnTo>
                    <a:pt x="127000" y="40640"/>
                  </a:lnTo>
                  <a:lnTo>
                    <a:pt x="116141" y="56324"/>
                  </a:lnTo>
                  <a:lnTo>
                    <a:pt x="115570" y="55880"/>
                  </a:lnTo>
                  <a:lnTo>
                    <a:pt x="104140" y="71120"/>
                  </a:lnTo>
                  <a:lnTo>
                    <a:pt x="93980" y="81280"/>
                  </a:lnTo>
                  <a:lnTo>
                    <a:pt x="83820" y="90170"/>
                  </a:lnTo>
                  <a:lnTo>
                    <a:pt x="84162" y="90639"/>
                  </a:lnTo>
                  <a:lnTo>
                    <a:pt x="80010" y="92710"/>
                  </a:lnTo>
                  <a:lnTo>
                    <a:pt x="74930" y="95250"/>
                  </a:lnTo>
                  <a:lnTo>
                    <a:pt x="69850" y="97790"/>
                  </a:lnTo>
                  <a:lnTo>
                    <a:pt x="69964" y="98082"/>
                  </a:lnTo>
                  <a:lnTo>
                    <a:pt x="66040" y="99060"/>
                  </a:lnTo>
                  <a:lnTo>
                    <a:pt x="60960" y="100330"/>
                  </a:lnTo>
                  <a:lnTo>
                    <a:pt x="58420" y="100330"/>
                  </a:lnTo>
                  <a:lnTo>
                    <a:pt x="54610" y="100330"/>
                  </a:lnTo>
                  <a:lnTo>
                    <a:pt x="49530" y="97790"/>
                  </a:lnTo>
                  <a:lnTo>
                    <a:pt x="49098" y="98856"/>
                  </a:lnTo>
                  <a:lnTo>
                    <a:pt x="44450" y="96520"/>
                  </a:lnTo>
                  <a:lnTo>
                    <a:pt x="41910" y="93980"/>
                  </a:lnTo>
                  <a:lnTo>
                    <a:pt x="40640" y="93980"/>
                  </a:lnTo>
                  <a:lnTo>
                    <a:pt x="40640" y="92710"/>
                  </a:lnTo>
                  <a:lnTo>
                    <a:pt x="39370" y="92710"/>
                  </a:lnTo>
                  <a:lnTo>
                    <a:pt x="38100" y="91440"/>
                  </a:lnTo>
                  <a:lnTo>
                    <a:pt x="36830" y="90170"/>
                  </a:lnTo>
                  <a:lnTo>
                    <a:pt x="35560" y="88900"/>
                  </a:lnTo>
                  <a:lnTo>
                    <a:pt x="34290" y="87630"/>
                  </a:lnTo>
                  <a:lnTo>
                    <a:pt x="31750" y="83820"/>
                  </a:lnTo>
                  <a:lnTo>
                    <a:pt x="31407" y="84074"/>
                  </a:lnTo>
                  <a:lnTo>
                    <a:pt x="30480" y="81280"/>
                  </a:lnTo>
                  <a:lnTo>
                    <a:pt x="27940" y="78740"/>
                  </a:lnTo>
                  <a:lnTo>
                    <a:pt x="27940" y="77470"/>
                  </a:lnTo>
                  <a:lnTo>
                    <a:pt x="26670" y="74930"/>
                  </a:lnTo>
                  <a:lnTo>
                    <a:pt x="26174" y="75234"/>
                  </a:lnTo>
                  <a:lnTo>
                    <a:pt x="22860" y="68580"/>
                  </a:lnTo>
                  <a:lnTo>
                    <a:pt x="21590" y="64770"/>
                  </a:lnTo>
                  <a:lnTo>
                    <a:pt x="20320" y="60960"/>
                  </a:lnTo>
                  <a:lnTo>
                    <a:pt x="19050" y="57150"/>
                  </a:lnTo>
                  <a:lnTo>
                    <a:pt x="19050" y="53340"/>
                  </a:lnTo>
                  <a:lnTo>
                    <a:pt x="17780" y="52070"/>
                  </a:lnTo>
                  <a:lnTo>
                    <a:pt x="16510" y="48260"/>
                  </a:lnTo>
                  <a:lnTo>
                    <a:pt x="16510" y="44450"/>
                  </a:lnTo>
                  <a:lnTo>
                    <a:pt x="15240" y="39370"/>
                  </a:lnTo>
                  <a:lnTo>
                    <a:pt x="14935" y="39433"/>
                  </a:lnTo>
                  <a:lnTo>
                    <a:pt x="13970" y="35560"/>
                  </a:lnTo>
                  <a:lnTo>
                    <a:pt x="13970" y="26670"/>
                  </a:lnTo>
                  <a:lnTo>
                    <a:pt x="12700" y="17780"/>
                  </a:lnTo>
                  <a:lnTo>
                    <a:pt x="12700" y="6350"/>
                  </a:lnTo>
                  <a:lnTo>
                    <a:pt x="12700" y="0"/>
                  </a:lnTo>
                  <a:lnTo>
                    <a:pt x="6350" y="0"/>
                  </a:lnTo>
                  <a:lnTo>
                    <a:pt x="0" y="0"/>
                  </a:lnTo>
                  <a:lnTo>
                    <a:pt x="0" y="6350"/>
                  </a:lnTo>
                  <a:lnTo>
                    <a:pt x="0" y="7620"/>
                  </a:lnTo>
                  <a:lnTo>
                    <a:pt x="1270" y="17780"/>
                  </a:lnTo>
                  <a:lnTo>
                    <a:pt x="1270" y="27940"/>
                  </a:lnTo>
                  <a:lnTo>
                    <a:pt x="2540" y="38100"/>
                  </a:lnTo>
                  <a:lnTo>
                    <a:pt x="2540" y="41910"/>
                  </a:lnTo>
                  <a:lnTo>
                    <a:pt x="2540" y="43180"/>
                  </a:lnTo>
                  <a:lnTo>
                    <a:pt x="3810" y="46990"/>
                  </a:lnTo>
                  <a:lnTo>
                    <a:pt x="5080" y="52070"/>
                  </a:lnTo>
                  <a:lnTo>
                    <a:pt x="6350" y="57150"/>
                  </a:lnTo>
                  <a:lnTo>
                    <a:pt x="6350" y="59690"/>
                  </a:lnTo>
                  <a:lnTo>
                    <a:pt x="6350" y="60960"/>
                  </a:lnTo>
                  <a:lnTo>
                    <a:pt x="7620" y="60960"/>
                  </a:lnTo>
                  <a:lnTo>
                    <a:pt x="8890" y="64770"/>
                  </a:lnTo>
                  <a:lnTo>
                    <a:pt x="10160" y="68580"/>
                  </a:lnTo>
                  <a:lnTo>
                    <a:pt x="10160" y="69850"/>
                  </a:lnTo>
                  <a:lnTo>
                    <a:pt x="11430" y="73660"/>
                  </a:lnTo>
                  <a:lnTo>
                    <a:pt x="15240" y="81280"/>
                  </a:lnTo>
                  <a:lnTo>
                    <a:pt x="17780" y="85090"/>
                  </a:lnTo>
                  <a:lnTo>
                    <a:pt x="18110" y="84836"/>
                  </a:lnTo>
                  <a:lnTo>
                    <a:pt x="19050" y="87630"/>
                  </a:lnTo>
                  <a:lnTo>
                    <a:pt x="21590" y="91440"/>
                  </a:lnTo>
                  <a:lnTo>
                    <a:pt x="24130" y="95250"/>
                  </a:lnTo>
                  <a:lnTo>
                    <a:pt x="26670" y="97790"/>
                  </a:lnTo>
                  <a:lnTo>
                    <a:pt x="27940" y="99060"/>
                  </a:lnTo>
                  <a:lnTo>
                    <a:pt x="29210" y="100330"/>
                  </a:lnTo>
                  <a:lnTo>
                    <a:pt x="30480" y="101600"/>
                  </a:lnTo>
                  <a:lnTo>
                    <a:pt x="30480" y="102870"/>
                  </a:lnTo>
                  <a:lnTo>
                    <a:pt x="33020" y="104140"/>
                  </a:lnTo>
                  <a:lnTo>
                    <a:pt x="34290" y="105410"/>
                  </a:lnTo>
                  <a:lnTo>
                    <a:pt x="34582" y="104927"/>
                  </a:lnTo>
                  <a:lnTo>
                    <a:pt x="35560" y="105410"/>
                  </a:lnTo>
                  <a:lnTo>
                    <a:pt x="36830" y="106680"/>
                  </a:lnTo>
                  <a:lnTo>
                    <a:pt x="38100" y="106680"/>
                  </a:lnTo>
                  <a:lnTo>
                    <a:pt x="40640" y="107950"/>
                  </a:lnTo>
                  <a:lnTo>
                    <a:pt x="44450" y="110490"/>
                  </a:lnTo>
                  <a:lnTo>
                    <a:pt x="45720" y="110490"/>
                  </a:lnTo>
                  <a:lnTo>
                    <a:pt x="50800" y="111760"/>
                  </a:lnTo>
                  <a:lnTo>
                    <a:pt x="52070" y="111760"/>
                  </a:lnTo>
                  <a:lnTo>
                    <a:pt x="57150" y="113030"/>
                  </a:lnTo>
                  <a:lnTo>
                    <a:pt x="58420" y="113030"/>
                  </a:lnTo>
                  <a:lnTo>
                    <a:pt x="62230" y="113030"/>
                  </a:lnTo>
                  <a:lnTo>
                    <a:pt x="64770" y="113030"/>
                  </a:lnTo>
                  <a:lnTo>
                    <a:pt x="68580" y="111760"/>
                  </a:lnTo>
                  <a:lnTo>
                    <a:pt x="69850" y="111760"/>
                  </a:lnTo>
                  <a:lnTo>
                    <a:pt x="74930" y="110490"/>
                  </a:lnTo>
                  <a:lnTo>
                    <a:pt x="74930" y="109220"/>
                  </a:lnTo>
                  <a:lnTo>
                    <a:pt x="76200" y="109220"/>
                  </a:lnTo>
                  <a:lnTo>
                    <a:pt x="81280" y="106680"/>
                  </a:lnTo>
                  <a:lnTo>
                    <a:pt x="86360" y="104140"/>
                  </a:lnTo>
                  <a:lnTo>
                    <a:pt x="91440" y="100330"/>
                  </a:lnTo>
                  <a:lnTo>
                    <a:pt x="102870" y="91440"/>
                  </a:lnTo>
                  <a:lnTo>
                    <a:pt x="102870" y="90170"/>
                  </a:lnTo>
                  <a:lnTo>
                    <a:pt x="114300" y="78740"/>
                  </a:lnTo>
                  <a:lnTo>
                    <a:pt x="125730" y="64770"/>
                  </a:lnTo>
                  <a:lnTo>
                    <a:pt x="125730" y="63500"/>
                  </a:lnTo>
                  <a:lnTo>
                    <a:pt x="137160" y="46990"/>
                  </a:lnTo>
                  <a:lnTo>
                    <a:pt x="149860" y="27940"/>
                  </a:lnTo>
                  <a:close/>
                </a:path>
              </a:pathLst>
            </a:custGeom>
            <a:solidFill>
              <a:srgbClr val="006600"/>
            </a:solidFill>
          </p:spPr>
          <p:txBody>
            <a:bodyPr wrap="square" lIns="0" tIns="0" rIns="0" bIns="0" rtlCol="0"/>
            <a:lstStyle/>
            <a:p/>
          </p:txBody>
        </p:sp>
        <p:sp>
          <p:nvSpPr>
            <p:cNvPr id="506" name="object 506"/>
            <p:cNvSpPr/>
            <p:nvPr/>
          </p:nvSpPr>
          <p:spPr>
            <a:xfrm>
              <a:off x="1684020" y="1187449"/>
              <a:ext cx="151130" cy="378460"/>
            </a:xfrm>
            <a:custGeom>
              <a:avLst/>
              <a:gdLst/>
              <a:ahLst/>
              <a:cxnLst/>
              <a:rect l="l" t="t" r="r" b="b"/>
              <a:pathLst>
                <a:path w="151130" h="378459">
                  <a:moveTo>
                    <a:pt x="151130" y="106680"/>
                  </a:moveTo>
                  <a:lnTo>
                    <a:pt x="149860" y="106680"/>
                  </a:lnTo>
                  <a:lnTo>
                    <a:pt x="149860" y="81280"/>
                  </a:lnTo>
                  <a:lnTo>
                    <a:pt x="149860" y="59690"/>
                  </a:lnTo>
                  <a:lnTo>
                    <a:pt x="148590" y="50800"/>
                  </a:lnTo>
                  <a:lnTo>
                    <a:pt x="148590" y="44450"/>
                  </a:lnTo>
                  <a:lnTo>
                    <a:pt x="148590" y="43180"/>
                  </a:lnTo>
                  <a:lnTo>
                    <a:pt x="147320" y="38100"/>
                  </a:lnTo>
                  <a:lnTo>
                    <a:pt x="147320" y="35560"/>
                  </a:lnTo>
                  <a:lnTo>
                    <a:pt x="146050" y="34290"/>
                  </a:lnTo>
                  <a:lnTo>
                    <a:pt x="146050" y="33020"/>
                  </a:lnTo>
                  <a:lnTo>
                    <a:pt x="146050" y="29210"/>
                  </a:lnTo>
                  <a:lnTo>
                    <a:pt x="144780" y="26670"/>
                  </a:lnTo>
                  <a:lnTo>
                    <a:pt x="144780" y="25400"/>
                  </a:lnTo>
                  <a:lnTo>
                    <a:pt x="143510" y="21590"/>
                  </a:lnTo>
                  <a:lnTo>
                    <a:pt x="140970" y="19050"/>
                  </a:lnTo>
                  <a:lnTo>
                    <a:pt x="139700" y="15240"/>
                  </a:lnTo>
                  <a:lnTo>
                    <a:pt x="139700" y="13970"/>
                  </a:lnTo>
                  <a:lnTo>
                    <a:pt x="138430" y="11430"/>
                  </a:lnTo>
                  <a:lnTo>
                    <a:pt x="135890" y="7620"/>
                  </a:lnTo>
                  <a:lnTo>
                    <a:pt x="133350" y="5080"/>
                  </a:lnTo>
                  <a:lnTo>
                    <a:pt x="132080" y="2540"/>
                  </a:lnTo>
                  <a:lnTo>
                    <a:pt x="130810" y="2540"/>
                  </a:lnTo>
                  <a:lnTo>
                    <a:pt x="130810" y="1270"/>
                  </a:lnTo>
                  <a:lnTo>
                    <a:pt x="128270" y="0"/>
                  </a:lnTo>
                  <a:lnTo>
                    <a:pt x="124460" y="5080"/>
                  </a:lnTo>
                  <a:lnTo>
                    <a:pt x="120650" y="8890"/>
                  </a:lnTo>
                  <a:lnTo>
                    <a:pt x="121920" y="11430"/>
                  </a:lnTo>
                  <a:lnTo>
                    <a:pt x="122339" y="11010"/>
                  </a:lnTo>
                  <a:lnTo>
                    <a:pt x="123190" y="12700"/>
                  </a:lnTo>
                  <a:lnTo>
                    <a:pt x="124460" y="12700"/>
                  </a:lnTo>
                  <a:lnTo>
                    <a:pt x="125730" y="15240"/>
                  </a:lnTo>
                  <a:lnTo>
                    <a:pt x="127000" y="19050"/>
                  </a:lnTo>
                  <a:lnTo>
                    <a:pt x="127787" y="18580"/>
                  </a:lnTo>
                  <a:lnTo>
                    <a:pt x="128270" y="19050"/>
                  </a:lnTo>
                  <a:lnTo>
                    <a:pt x="129540" y="22860"/>
                  </a:lnTo>
                  <a:lnTo>
                    <a:pt x="129540" y="24130"/>
                  </a:lnTo>
                  <a:lnTo>
                    <a:pt x="132080" y="26670"/>
                  </a:lnTo>
                  <a:lnTo>
                    <a:pt x="132867" y="29057"/>
                  </a:lnTo>
                  <a:lnTo>
                    <a:pt x="132080" y="29210"/>
                  </a:lnTo>
                  <a:lnTo>
                    <a:pt x="133350" y="31750"/>
                  </a:lnTo>
                  <a:lnTo>
                    <a:pt x="133350" y="33020"/>
                  </a:lnTo>
                  <a:lnTo>
                    <a:pt x="134620" y="36830"/>
                  </a:lnTo>
                  <a:lnTo>
                    <a:pt x="134620" y="38100"/>
                  </a:lnTo>
                  <a:lnTo>
                    <a:pt x="134620" y="40640"/>
                  </a:lnTo>
                  <a:lnTo>
                    <a:pt x="135890" y="45720"/>
                  </a:lnTo>
                  <a:lnTo>
                    <a:pt x="135890" y="52070"/>
                  </a:lnTo>
                  <a:lnTo>
                    <a:pt x="135890" y="53340"/>
                  </a:lnTo>
                  <a:lnTo>
                    <a:pt x="137160" y="60960"/>
                  </a:lnTo>
                  <a:lnTo>
                    <a:pt x="137160" y="81280"/>
                  </a:lnTo>
                  <a:lnTo>
                    <a:pt x="138430" y="106680"/>
                  </a:lnTo>
                  <a:lnTo>
                    <a:pt x="138430" y="154863"/>
                  </a:lnTo>
                  <a:lnTo>
                    <a:pt x="100330" y="190500"/>
                  </a:lnTo>
                  <a:lnTo>
                    <a:pt x="68580" y="223520"/>
                  </a:lnTo>
                  <a:lnTo>
                    <a:pt x="54610" y="237490"/>
                  </a:lnTo>
                  <a:lnTo>
                    <a:pt x="54610" y="238760"/>
                  </a:lnTo>
                  <a:lnTo>
                    <a:pt x="43180" y="251460"/>
                  </a:lnTo>
                  <a:lnTo>
                    <a:pt x="43180" y="252730"/>
                  </a:lnTo>
                  <a:lnTo>
                    <a:pt x="34290" y="265430"/>
                  </a:lnTo>
                  <a:lnTo>
                    <a:pt x="26670" y="278130"/>
                  </a:lnTo>
                  <a:lnTo>
                    <a:pt x="25400" y="278130"/>
                  </a:lnTo>
                  <a:lnTo>
                    <a:pt x="20320" y="289560"/>
                  </a:lnTo>
                  <a:lnTo>
                    <a:pt x="20320" y="290830"/>
                  </a:lnTo>
                  <a:lnTo>
                    <a:pt x="15240" y="302260"/>
                  </a:lnTo>
                  <a:lnTo>
                    <a:pt x="13970" y="302260"/>
                  </a:lnTo>
                  <a:lnTo>
                    <a:pt x="10160" y="314960"/>
                  </a:lnTo>
                  <a:lnTo>
                    <a:pt x="8890" y="322580"/>
                  </a:lnTo>
                  <a:lnTo>
                    <a:pt x="6350" y="328930"/>
                  </a:lnTo>
                  <a:lnTo>
                    <a:pt x="5080" y="335280"/>
                  </a:lnTo>
                  <a:lnTo>
                    <a:pt x="3810" y="341630"/>
                  </a:lnTo>
                  <a:lnTo>
                    <a:pt x="2540" y="349250"/>
                  </a:lnTo>
                  <a:lnTo>
                    <a:pt x="1270" y="356870"/>
                  </a:lnTo>
                  <a:lnTo>
                    <a:pt x="1270" y="363220"/>
                  </a:lnTo>
                  <a:lnTo>
                    <a:pt x="1270" y="370840"/>
                  </a:lnTo>
                  <a:lnTo>
                    <a:pt x="0" y="378460"/>
                  </a:lnTo>
                  <a:lnTo>
                    <a:pt x="6350" y="378460"/>
                  </a:lnTo>
                  <a:lnTo>
                    <a:pt x="12700" y="378460"/>
                  </a:lnTo>
                  <a:lnTo>
                    <a:pt x="12700" y="370840"/>
                  </a:lnTo>
                  <a:lnTo>
                    <a:pt x="13970" y="364490"/>
                  </a:lnTo>
                  <a:lnTo>
                    <a:pt x="13970" y="358140"/>
                  </a:lnTo>
                  <a:lnTo>
                    <a:pt x="15024" y="351751"/>
                  </a:lnTo>
                  <a:lnTo>
                    <a:pt x="15240" y="351790"/>
                  </a:lnTo>
                  <a:lnTo>
                    <a:pt x="16510" y="344170"/>
                  </a:lnTo>
                  <a:lnTo>
                    <a:pt x="17538" y="339001"/>
                  </a:lnTo>
                  <a:lnTo>
                    <a:pt x="17780" y="339090"/>
                  </a:lnTo>
                  <a:lnTo>
                    <a:pt x="19050" y="332740"/>
                  </a:lnTo>
                  <a:lnTo>
                    <a:pt x="19050" y="331470"/>
                  </a:lnTo>
                  <a:lnTo>
                    <a:pt x="20320" y="325120"/>
                  </a:lnTo>
                  <a:lnTo>
                    <a:pt x="22860" y="318770"/>
                  </a:lnTo>
                  <a:lnTo>
                    <a:pt x="26670" y="307340"/>
                  </a:lnTo>
                  <a:lnTo>
                    <a:pt x="31750" y="295910"/>
                  </a:lnTo>
                  <a:lnTo>
                    <a:pt x="38100" y="284480"/>
                  </a:lnTo>
                  <a:lnTo>
                    <a:pt x="37160" y="283921"/>
                  </a:lnTo>
                  <a:lnTo>
                    <a:pt x="43916" y="272656"/>
                  </a:lnTo>
                  <a:lnTo>
                    <a:pt x="44450" y="273050"/>
                  </a:lnTo>
                  <a:lnTo>
                    <a:pt x="52844" y="259867"/>
                  </a:lnTo>
                  <a:lnTo>
                    <a:pt x="53340" y="260350"/>
                  </a:lnTo>
                  <a:lnTo>
                    <a:pt x="64770" y="246380"/>
                  </a:lnTo>
                  <a:lnTo>
                    <a:pt x="77470" y="232410"/>
                  </a:lnTo>
                  <a:lnTo>
                    <a:pt x="109220" y="199390"/>
                  </a:lnTo>
                  <a:lnTo>
                    <a:pt x="148590" y="162560"/>
                  </a:lnTo>
                  <a:lnTo>
                    <a:pt x="151130" y="161290"/>
                  </a:lnTo>
                  <a:lnTo>
                    <a:pt x="151130" y="157480"/>
                  </a:lnTo>
                  <a:lnTo>
                    <a:pt x="151130" y="106680"/>
                  </a:lnTo>
                  <a:close/>
                </a:path>
              </a:pathLst>
            </a:custGeom>
            <a:solidFill>
              <a:srgbClr val="006600"/>
            </a:solidFill>
          </p:spPr>
          <p:txBody>
            <a:bodyPr wrap="square" lIns="0" tIns="0" rIns="0" bIns="0" rtlCol="0"/>
            <a:lstStyle/>
            <a:p/>
          </p:txBody>
        </p:sp>
        <p:sp>
          <p:nvSpPr>
            <p:cNvPr id="507" name="object 507"/>
            <p:cNvSpPr/>
            <p:nvPr/>
          </p:nvSpPr>
          <p:spPr>
            <a:xfrm>
              <a:off x="1748790" y="1179829"/>
              <a:ext cx="63500" cy="69850"/>
            </a:xfrm>
            <a:custGeom>
              <a:avLst/>
              <a:gdLst/>
              <a:ahLst/>
              <a:cxnLst/>
              <a:rect l="l" t="t" r="r" b="b"/>
              <a:pathLst>
                <a:path w="63500" h="69850">
                  <a:moveTo>
                    <a:pt x="63500" y="7620"/>
                  </a:moveTo>
                  <a:lnTo>
                    <a:pt x="60960" y="5080"/>
                  </a:lnTo>
                  <a:lnTo>
                    <a:pt x="58420" y="3810"/>
                  </a:lnTo>
                  <a:lnTo>
                    <a:pt x="58420" y="2540"/>
                  </a:lnTo>
                  <a:lnTo>
                    <a:pt x="57150" y="2540"/>
                  </a:lnTo>
                  <a:lnTo>
                    <a:pt x="54610" y="1270"/>
                  </a:lnTo>
                  <a:lnTo>
                    <a:pt x="53340" y="1270"/>
                  </a:lnTo>
                  <a:lnTo>
                    <a:pt x="53340" y="0"/>
                  </a:lnTo>
                  <a:lnTo>
                    <a:pt x="50800" y="0"/>
                  </a:lnTo>
                  <a:lnTo>
                    <a:pt x="49530" y="0"/>
                  </a:lnTo>
                  <a:lnTo>
                    <a:pt x="33020" y="0"/>
                  </a:lnTo>
                  <a:lnTo>
                    <a:pt x="33159" y="381"/>
                  </a:lnTo>
                  <a:lnTo>
                    <a:pt x="30480" y="1270"/>
                  </a:lnTo>
                  <a:lnTo>
                    <a:pt x="29210" y="1270"/>
                  </a:lnTo>
                  <a:lnTo>
                    <a:pt x="27940" y="2540"/>
                  </a:lnTo>
                  <a:lnTo>
                    <a:pt x="24130" y="3810"/>
                  </a:lnTo>
                  <a:lnTo>
                    <a:pt x="20320" y="5080"/>
                  </a:lnTo>
                  <a:lnTo>
                    <a:pt x="20320" y="6350"/>
                  </a:lnTo>
                  <a:lnTo>
                    <a:pt x="19050" y="7620"/>
                  </a:lnTo>
                  <a:lnTo>
                    <a:pt x="16510" y="10160"/>
                  </a:lnTo>
                  <a:lnTo>
                    <a:pt x="12700" y="12700"/>
                  </a:lnTo>
                  <a:lnTo>
                    <a:pt x="11430" y="12700"/>
                  </a:lnTo>
                  <a:lnTo>
                    <a:pt x="11430" y="13970"/>
                  </a:lnTo>
                  <a:lnTo>
                    <a:pt x="8890" y="17780"/>
                  </a:lnTo>
                  <a:lnTo>
                    <a:pt x="6350" y="20320"/>
                  </a:lnTo>
                  <a:lnTo>
                    <a:pt x="5080" y="22860"/>
                  </a:lnTo>
                  <a:lnTo>
                    <a:pt x="5080" y="24130"/>
                  </a:lnTo>
                  <a:lnTo>
                    <a:pt x="4597" y="24612"/>
                  </a:lnTo>
                  <a:lnTo>
                    <a:pt x="3810" y="24130"/>
                  </a:lnTo>
                  <a:lnTo>
                    <a:pt x="3810" y="25400"/>
                  </a:lnTo>
                  <a:lnTo>
                    <a:pt x="3810" y="26670"/>
                  </a:lnTo>
                  <a:lnTo>
                    <a:pt x="2540" y="27940"/>
                  </a:lnTo>
                  <a:lnTo>
                    <a:pt x="2540" y="29210"/>
                  </a:lnTo>
                  <a:lnTo>
                    <a:pt x="1270" y="30480"/>
                  </a:lnTo>
                  <a:lnTo>
                    <a:pt x="1270" y="38100"/>
                  </a:lnTo>
                  <a:lnTo>
                    <a:pt x="0" y="39370"/>
                  </a:lnTo>
                  <a:lnTo>
                    <a:pt x="0" y="49530"/>
                  </a:lnTo>
                  <a:lnTo>
                    <a:pt x="1270" y="50800"/>
                  </a:lnTo>
                  <a:lnTo>
                    <a:pt x="1270" y="53340"/>
                  </a:lnTo>
                  <a:lnTo>
                    <a:pt x="1270" y="54610"/>
                  </a:lnTo>
                  <a:lnTo>
                    <a:pt x="1562" y="54559"/>
                  </a:lnTo>
                  <a:lnTo>
                    <a:pt x="2540" y="58420"/>
                  </a:lnTo>
                  <a:lnTo>
                    <a:pt x="3810" y="62230"/>
                  </a:lnTo>
                  <a:lnTo>
                    <a:pt x="5080" y="66040"/>
                  </a:lnTo>
                  <a:lnTo>
                    <a:pt x="6350" y="69850"/>
                  </a:lnTo>
                  <a:lnTo>
                    <a:pt x="12700" y="67310"/>
                  </a:lnTo>
                  <a:lnTo>
                    <a:pt x="19050" y="66040"/>
                  </a:lnTo>
                  <a:lnTo>
                    <a:pt x="16510" y="60960"/>
                  </a:lnTo>
                  <a:lnTo>
                    <a:pt x="16141" y="61150"/>
                  </a:lnTo>
                  <a:lnTo>
                    <a:pt x="15240" y="58420"/>
                  </a:lnTo>
                  <a:lnTo>
                    <a:pt x="13970" y="54610"/>
                  </a:lnTo>
                  <a:lnTo>
                    <a:pt x="13970" y="52070"/>
                  </a:lnTo>
                  <a:lnTo>
                    <a:pt x="13970" y="50800"/>
                  </a:lnTo>
                  <a:lnTo>
                    <a:pt x="13970" y="49530"/>
                  </a:lnTo>
                  <a:lnTo>
                    <a:pt x="13436" y="49745"/>
                  </a:lnTo>
                  <a:lnTo>
                    <a:pt x="13335" y="49530"/>
                  </a:lnTo>
                  <a:lnTo>
                    <a:pt x="13970" y="49530"/>
                  </a:lnTo>
                  <a:lnTo>
                    <a:pt x="13970" y="48260"/>
                  </a:lnTo>
                  <a:lnTo>
                    <a:pt x="13970" y="46990"/>
                  </a:lnTo>
                  <a:lnTo>
                    <a:pt x="12700" y="45720"/>
                  </a:lnTo>
                  <a:lnTo>
                    <a:pt x="12700" y="44450"/>
                  </a:lnTo>
                  <a:lnTo>
                    <a:pt x="12700" y="43180"/>
                  </a:lnTo>
                  <a:lnTo>
                    <a:pt x="12700" y="41910"/>
                  </a:lnTo>
                  <a:lnTo>
                    <a:pt x="12700" y="40640"/>
                  </a:lnTo>
                  <a:lnTo>
                    <a:pt x="13970" y="39370"/>
                  </a:lnTo>
                  <a:lnTo>
                    <a:pt x="13970" y="38100"/>
                  </a:lnTo>
                  <a:lnTo>
                    <a:pt x="13335" y="38100"/>
                  </a:lnTo>
                  <a:lnTo>
                    <a:pt x="13970" y="36830"/>
                  </a:lnTo>
                  <a:lnTo>
                    <a:pt x="13970" y="35560"/>
                  </a:lnTo>
                  <a:lnTo>
                    <a:pt x="13970" y="34290"/>
                  </a:lnTo>
                  <a:lnTo>
                    <a:pt x="13970" y="33020"/>
                  </a:lnTo>
                  <a:lnTo>
                    <a:pt x="15240" y="31750"/>
                  </a:lnTo>
                  <a:lnTo>
                    <a:pt x="15240" y="30480"/>
                  </a:lnTo>
                  <a:lnTo>
                    <a:pt x="16510" y="29210"/>
                  </a:lnTo>
                  <a:lnTo>
                    <a:pt x="17780" y="26670"/>
                  </a:lnTo>
                  <a:lnTo>
                    <a:pt x="19050" y="25400"/>
                  </a:lnTo>
                  <a:lnTo>
                    <a:pt x="21082" y="22352"/>
                  </a:lnTo>
                  <a:lnTo>
                    <a:pt x="24130" y="20320"/>
                  </a:lnTo>
                  <a:lnTo>
                    <a:pt x="24130" y="19050"/>
                  </a:lnTo>
                  <a:lnTo>
                    <a:pt x="26187" y="16992"/>
                  </a:lnTo>
                  <a:lnTo>
                    <a:pt x="26670" y="17780"/>
                  </a:lnTo>
                  <a:lnTo>
                    <a:pt x="30480" y="15240"/>
                  </a:lnTo>
                  <a:lnTo>
                    <a:pt x="33020" y="13550"/>
                  </a:lnTo>
                  <a:lnTo>
                    <a:pt x="35560" y="12700"/>
                  </a:lnTo>
                  <a:lnTo>
                    <a:pt x="36830" y="12700"/>
                  </a:lnTo>
                  <a:lnTo>
                    <a:pt x="39370" y="11861"/>
                  </a:lnTo>
                  <a:lnTo>
                    <a:pt x="39370" y="12700"/>
                  </a:lnTo>
                  <a:lnTo>
                    <a:pt x="43180" y="12700"/>
                  </a:lnTo>
                  <a:lnTo>
                    <a:pt x="45720" y="12700"/>
                  </a:lnTo>
                  <a:lnTo>
                    <a:pt x="45720" y="11430"/>
                  </a:lnTo>
                  <a:lnTo>
                    <a:pt x="47193" y="12179"/>
                  </a:lnTo>
                  <a:lnTo>
                    <a:pt x="46990" y="12700"/>
                  </a:lnTo>
                  <a:lnTo>
                    <a:pt x="48260" y="12700"/>
                  </a:lnTo>
                  <a:lnTo>
                    <a:pt x="51308" y="13716"/>
                  </a:lnTo>
                  <a:lnTo>
                    <a:pt x="52070" y="15240"/>
                  </a:lnTo>
                  <a:lnTo>
                    <a:pt x="53340" y="15240"/>
                  </a:lnTo>
                  <a:lnTo>
                    <a:pt x="55880" y="17780"/>
                  </a:lnTo>
                  <a:lnTo>
                    <a:pt x="59690" y="12700"/>
                  </a:lnTo>
                  <a:lnTo>
                    <a:pt x="63500" y="7620"/>
                  </a:lnTo>
                  <a:close/>
                </a:path>
              </a:pathLst>
            </a:custGeom>
            <a:solidFill>
              <a:srgbClr val="006600"/>
            </a:solidFill>
          </p:spPr>
          <p:txBody>
            <a:bodyPr wrap="square" lIns="0" tIns="0" rIns="0" bIns="0" rtlCol="0"/>
            <a:lstStyle/>
            <a:p/>
          </p:txBody>
        </p:sp>
        <p:sp>
          <p:nvSpPr>
            <p:cNvPr id="508" name="object 508"/>
            <p:cNvSpPr/>
            <p:nvPr/>
          </p:nvSpPr>
          <p:spPr>
            <a:xfrm>
              <a:off x="1737360" y="1245869"/>
              <a:ext cx="43180" cy="120650"/>
            </a:xfrm>
            <a:custGeom>
              <a:avLst/>
              <a:gdLst/>
              <a:ahLst/>
              <a:cxnLst/>
              <a:rect l="l" t="t" r="r" b="b"/>
              <a:pathLst>
                <a:path w="43180" h="120650">
                  <a:moveTo>
                    <a:pt x="43180" y="45720"/>
                  </a:moveTo>
                  <a:lnTo>
                    <a:pt x="41910" y="44450"/>
                  </a:lnTo>
                  <a:lnTo>
                    <a:pt x="41910" y="41910"/>
                  </a:lnTo>
                  <a:lnTo>
                    <a:pt x="41910" y="39370"/>
                  </a:lnTo>
                  <a:lnTo>
                    <a:pt x="41910" y="35560"/>
                  </a:lnTo>
                  <a:lnTo>
                    <a:pt x="40640" y="33020"/>
                  </a:lnTo>
                  <a:lnTo>
                    <a:pt x="39370" y="26670"/>
                  </a:lnTo>
                  <a:lnTo>
                    <a:pt x="39128" y="26771"/>
                  </a:lnTo>
                  <a:lnTo>
                    <a:pt x="38100" y="21590"/>
                  </a:lnTo>
                  <a:lnTo>
                    <a:pt x="36830" y="16510"/>
                  </a:lnTo>
                  <a:lnTo>
                    <a:pt x="36830" y="15240"/>
                  </a:lnTo>
                  <a:lnTo>
                    <a:pt x="34290" y="8890"/>
                  </a:lnTo>
                  <a:lnTo>
                    <a:pt x="31750" y="3810"/>
                  </a:lnTo>
                  <a:lnTo>
                    <a:pt x="30480" y="0"/>
                  </a:lnTo>
                  <a:lnTo>
                    <a:pt x="24130" y="1270"/>
                  </a:lnTo>
                  <a:lnTo>
                    <a:pt x="17780" y="3810"/>
                  </a:lnTo>
                  <a:lnTo>
                    <a:pt x="20320" y="7620"/>
                  </a:lnTo>
                  <a:lnTo>
                    <a:pt x="20320" y="8890"/>
                  </a:lnTo>
                  <a:lnTo>
                    <a:pt x="22860" y="13970"/>
                  </a:lnTo>
                  <a:lnTo>
                    <a:pt x="24828" y="18910"/>
                  </a:lnTo>
                  <a:lnTo>
                    <a:pt x="24130" y="19050"/>
                  </a:lnTo>
                  <a:lnTo>
                    <a:pt x="25400" y="25400"/>
                  </a:lnTo>
                  <a:lnTo>
                    <a:pt x="25831" y="25234"/>
                  </a:lnTo>
                  <a:lnTo>
                    <a:pt x="27940" y="30480"/>
                  </a:lnTo>
                  <a:lnTo>
                    <a:pt x="29210" y="35560"/>
                  </a:lnTo>
                  <a:lnTo>
                    <a:pt x="29210" y="38100"/>
                  </a:lnTo>
                  <a:lnTo>
                    <a:pt x="29210" y="40640"/>
                  </a:lnTo>
                  <a:lnTo>
                    <a:pt x="30480" y="43180"/>
                  </a:lnTo>
                  <a:lnTo>
                    <a:pt x="30480" y="45720"/>
                  </a:lnTo>
                  <a:lnTo>
                    <a:pt x="30480" y="48260"/>
                  </a:lnTo>
                  <a:lnTo>
                    <a:pt x="30480" y="50800"/>
                  </a:lnTo>
                  <a:lnTo>
                    <a:pt x="30480" y="57150"/>
                  </a:lnTo>
                  <a:lnTo>
                    <a:pt x="30480" y="59690"/>
                  </a:lnTo>
                  <a:lnTo>
                    <a:pt x="29210" y="63500"/>
                  </a:lnTo>
                  <a:lnTo>
                    <a:pt x="29210" y="66040"/>
                  </a:lnTo>
                  <a:lnTo>
                    <a:pt x="29210" y="68580"/>
                  </a:lnTo>
                  <a:lnTo>
                    <a:pt x="27940" y="71120"/>
                  </a:lnTo>
                  <a:lnTo>
                    <a:pt x="27940" y="73660"/>
                  </a:lnTo>
                  <a:lnTo>
                    <a:pt x="26670" y="76200"/>
                  </a:lnTo>
                  <a:lnTo>
                    <a:pt x="27724" y="76631"/>
                  </a:lnTo>
                  <a:lnTo>
                    <a:pt x="26670" y="78740"/>
                  </a:lnTo>
                  <a:lnTo>
                    <a:pt x="25400" y="80010"/>
                  </a:lnTo>
                  <a:lnTo>
                    <a:pt x="25400" y="81280"/>
                  </a:lnTo>
                  <a:lnTo>
                    <a:pt x="25400" y="82550"/>
                  </a:lnTo>
                  <a:lnTo>
                    <a:pt x="25400" y="83820"/>
                  </a:lnTo>
                  <a:lnTo>
                    <a:pt x="22860" y="88900"/>
                  </a:lnTo>
                  <a:lnTo>
                    <a:pt x="20320" y="92710"/>
                  </a:lnTo>
                  <a:lnTo>
                    <a:pt x="19050" y="95250"/>
                  </a:lnTo>
                  <a:lnTo>
                    <a:pt x="18237" y="96875"/>
                  </a:lnTo>
                  <a:lnTo>
                    <a:pt x="17780" y="96520"/>
                  </a:lnTo>
                  <a:lnTo>
                    <a:pt x="16510" y="99060"/>
                  </a:lnTo>
                  <a:lnTo>
                    <a:pt x="16967" y="99415"/>
                  </a:lnTo>
                  <a:lnTo>
                    <a:pt x="16510" y="100330"/>
                  </a:lnTo>
                  <a:lnTo>
                    <a:pt x="15240" y="100330"/>
                  </a:lnTo>
                  <a:lnTo>
                    <a:pt x="13970" y="101600"/>
                  </a:lnTo>
                  <a:lnTo>
                    <a:pt x="14478" y="101981"/>
                  </a:lnTo>
                  <a:lnTo>
                    <a:pt x="14262" y="102095"/>
                  </a:lnTo>
                  <a:lnTo>
                    <a:pt x="13970" y="101600"/>
                  </a:lnTo>
                  <a:lnTo>
                    <a:pt x="12700" y="102870"/>
                  </a:lnTo>
                  <a:lnTo>
                    <a:pt x="11430" y="102870"/>
                  </a:lnTo>
                  <a:lnTo>
                    <a:pt x="11430" y="104140"/>
                  </a:lnTo>
                  <a:lnTo>
                    <a:pt x="9017" y="105752"/>
                  </a:lnTo>
                  <a:lnTo>
                    <a:pt x="8890" y="105410"/>
                  </a:lnTo>
                  <a:lnTo>
                    <a:pt x="5080" y="106680"/>
                  </a:lnTo>
                  <a:lnTo>
                    <a:pt x="5080" y="107950"/>
                  </a:lnTo>
                  <a:lnTo>
                    <a:pt x="3810" y="108381"/>
                  </a:lnTo>
                  <a:lnTo>
                    <a:pt x="3810" y="107950"/>
                  </a:lnTo>
                  <a:lnTo>
                    <a:pt x="0" y="107950"/>
                  </a:lnTo>
                  <a:lnTo>
                    <a:pt x="0" y="120650"/>
                  </a:lnTo>
                  <a:lnTo>
                    <a:pt x="3810" y="120650"/>
                  </a:lnTo>
                  <a:lnTo>
                    <a:pt x="6350" y="120650"/>
                  </a:lnTo>
                  <a:lnTo>
                    <a:pt x="10160" y="119380"/>
                  </a:lnTo>
                  <a:lnTo>
                    <a:pt x="12700" y="118110"/>
                  </a:lnTo>
                  <a:lnTo>
                    <a:pt x="13970" y="116840"/>
                  </a:lnTo>
                  <a:lnTo>
                    <a:pt x="17780" y="115570"/>
                  </a:lnTo>
                  <a:lnTo>
                    <a:pt x="17780" y="114300"/>
                  </a:lnTo>
                  <a:lnTo>
                    <a:pt x="19050" y="114300"/>
                  </a:lnTo>
                  <a:lnTo>
                    <a:pt x="20320" y="113030"/>
                  </a:lnTo>
                  <a:lnTo>
                    <a:pt x="21590" y="113030"/>
                  </a:lnTo>
                  <a:lnTo>
                    <a:pt x="21590" y="111760"/>
                  </a:lnTo>
                  <a:lnTo>
                    <a:pt x="22860" y="110490"/>
                  </a:lnTo>
                  <a:lnTo>
                    <a:pt x="24130" y="110490"/>
                  </a:lnTo>
                  <a:lnTo>
                    <a:pt x="25400" y="107950"/>
                  </a:lnTo>
                  <a:lnTo>
                    <a:pt x="26670" y="106680"/>
                  </a:lnTo>
                  <a:lnTo>
                    <a:pt x="27940" y="105410"/>
                  </a:lnTo>
                  <a:lnTo>
                    <a:pt x="29210" y="104140"/>
                  </a:lnTo>
                  <a:lnTo>
                    <a:pt x="30137" y="101346"/>
                  </a:lnTo>
                  <a:lnTo>
                    <a:pt x="30480" y="101600"/>
                  </a:lnTo>
                  <a:lnTo>
                    <a:pt x="31750" y="99060"/>
                  </a:lnTo>
                  <a:lnTo>
                    <a:pt x="34290" y="93980"/>
                  </a:lnTo>
                  <a:lnTo>
                    <a:pt x="36830" y="88900"/>
                  </a:lnTo>
                  <a:lnTo>
                    <a:pt x="36830" y="86360"/>
                  </a:lnTo>
                  <a:lnTo>
                    <a:pt x="38100" y="85090"/>
                  </a:lnTo>
                  <a:lnTo>
                    <a:pt x="38100" y="83820"/>
                  </a:lnTo>
                  <a:lnTo>
                    <a:pt x="39370" y="80010"/>
                  </a:lnTo>
                  <a:lnTo>
                    <a:pt x="39370" y="77470"/>
                  </a:lnTo>
                  <a:lnTo>
                    <a:pt x="39370" y="76200"/>
                  </a:lnTo>
                  <a:lnTo>
                    <a:pt x="40640" y="73660"/>
                  </a:lnTo>
                  <a:lnTo>
                    <a:pt x="40640" y="71120"/>
                  </a:lnTo>
                  <a:lnTo>
                    <a:pt x="41910" y="67310"/>
                  </a:lnTo>
                  <a:lnTo>
                    <a:pt x="41910" y="64770"/>
                  </a:lnTo>
                  <a:lnTo>
                    <a:pt x="41910" y="60960"/>
                  </a:lnTo>
                  <a:lnTo>
                    <a:pt x="41910" y="58420"/>
                  </a:lnTo>
                  <a:lnTo>
                    <a:pt x="43180" y="57150"/>
                  </a:lnTo>
                  <a:lnTo>
                    <a:pt x="43180" y="50800"/>
                  </a:lnTo>
                  <a:lnTo>
                    <a:pt x="43180" y="48260"/>
                  </a:lnTo>
                  <a:lnTo>
                    <a:pt x="43180" y="45720"/>
                  </a:lnTo>
                  <a:close/>
                </a:path>
              </a:pathLst>
            </a:custGeom>
            <a:solidFill>
              <a:srgbClr val="006600"/>
            </a:solidFill>
          </p:spPr>
          <p:txBody>
            <a:bodyPr wrap="square" lIns="0" tIns="0" rIns="0" bIns="0" rtlCol="0"/>
            <a:lstStyle/>
            <a:p/>
          </p:txBody>
        </p:sp>
        <p:sp>
          <p:nvSpPr>
            <p:cNvPr id="509" name="object 509"/>
            <p:cNvSpPr/>
            <p:nvPr/>
          </p:nvSpPr>
          <p:spPr>
            <a:xfrm>
              <a:off x="1689100" y="1182369"/>
              <a:ext cx="52069" cy="184150"/>
            </a:xfrm>
            <a:custGeom>
              <a:avLst/>
              <a:gdLst/>
              <a:ahLst/>
              <a:cxnLst/>
              <a:rect l="l" t="t" r="r" b="b"/>
              <a:pathLst>
                <a:path w="52069" h="184150">
                  <a:moveTo>
                    <a:pt x="52070" y="171450"/>
                  </a:moveTo>
                  <a:lnTo>
                    <a:pt x="48260" y="171450"/>
                  </a:lnTo>
                  <a:lnTo>
                    <a:pt x="45720" y="171450"/>
                  </a:lnTo>
                  <a:lnTo>
                    <a:pt x="41910" y="170180"/>
                  </a:lnTo>
                  <a:lnTo>
                    <a:pt x="40640" y="170180"/>
                  </a:lnTo>
                  <a:lnTo>
                    <a:pt x="38100" y="169341"/>
                  </a:lnTo>
                  <a:lnTo>
                    <a:pt x="35560" y="167640"/>
                  </a:lnTo>
                  <a:lnTo>
                    <a:pt x="33020" y="166370"/>
                  </a:lnTo>
                  <a:lnTo>
                    <a:pt x="30480" y="163830"/>
                  </a:lnTo>
                  <a:lnTo>
                    <a:pt x="30480" y="162560"/>
                  </a:lnTo>
                  <a:lnTo>
                    <a:pt x="27940" y="161290"/>
                  </a:lnTo>
                  <a:lnTo>
                    <a:pt x="26670" y="158750"/>
                  </a:lnTo>
                  <a:lnTo>
                    <a:pt x="24130" y="154940"/>
                  </a:lnTo>
                  <a:lnTo>
                    <a:pt x="20612" y="150253"/>
                  </a:lnTo>
                  <a:lnTo>
                    <a:pt x="21590" y="149860"/>
                  </a:lnTo>
                  <a:lnTo>
                    <a:pt x="19050" y="144780"/>
                  </a:lnTo>
                  <a:lnTo>
                    <a:pt x="16510" y="139700"/>
                  </a:lnTo>
                  <a:lnTo>
                    <a:pt x="15709" y="137325"/>
                  </a:lnTo>
                  <a:lnTo>
                    <a:pt x="16510" y="137160"/>
                  </a:lnTo>
                  <a:lnTo>
                    <a:pt x="15240" y="133350"/>
                  </a:lnTo>
                  <a:lnTo>
                    <a:pt x="15240" y="130810"/>
                  </a:lnTo>
                  <a:lnTo>
                    <a:pt x="13970" y="128270"/>
                  </a:lnTo>
                  <a:lnTo>
                    <a:pt x="13970" y="125730"/>
                  </a:lnTo>
                  <a:lnTo>
                    <a:pt x="13970" y="121920"/>
                  </a:lnTo>
                  <a:lnTo>
                    <a:pt x="13119" y="119380"/>
                  </a:lnTo>
                  <a:lnTo>
                    <a:pt x="13970" y="119380"/>
                  </a:lnTo>
                  <a:lnTo>
                    <a:pt x="13970" y="115570"/>
                  </a:lnTo>
                  <a:lnTo>
                    <a:pt x="12700" y="115570"/>
                  </a:lnTo>
                  <a:lnTo>
                    <a:pt x="12700" y="113030"/>
                  </a:lnTo>
                  <a:lnTo>
                    <a:pt x="12700" y="111760"/>
                  </a:lnTo>
                  <a:lnTo>
                    <a:pt x="12700" y="109220"/>
                  </a:lnTo>
                  <a:lnTo>
                    <a:pt x="12700" y="105410"/>
                  </a:lnTo>
                  <a:lnTo>
                    <a:pt x="12700" y="100330"/>
                  </a:lnTo>
                  <a:lnTo>
                    <a:pt x="13970" y="95250"/>
                  </a:lnTo>
                  <a:lnTo>
                    <a:pt x="13970" y="91440"/>
                  </a:lnTo>
                  <a:lnTo>
                    <a:pt x="15240" y="82550"/>
                  </a:lnTo>
                  <a:lnTo>
                    <a:pt x="16357" y="73609"/>
                  </a:lnTo>
                  <a:lnTo>
                    <a:pt x="16510" y="73660"/>
                  </a:lnTo>
                  <a:lnTo>
                    <a:pt x="19050" y="63500"/>
                  </a:lnTo>
                  <a:lnTo>
                    <a:pt x="21259" y="55753"/>
                  </a:lnTo>
                  <a:lnTo>
                    <a:pt x="21590" y="55880"/>
                  </a:lnTo>
                  <a:lnTo>
                    <a:pt x="24130" y="46990"/>
                  </a:lnTo>
                  <a:lnTo>
                    <a:pt x="27533" y="37909"/>
                  </a:lnTo>
                  <a:lnTo>
                    <a:pt x="27940" y="38100"/>
                  </a:lnTo>
                  <a:lnTo>
                    <a:pt x="31330" y="30175"/>
                  </a:lnTo>
                  <a:lnTo>
                    <a:pt x="31750" y="30480"/>
                  </a:lnTo>
                  <a:lnTo>
                    <a:pt x="36830" y="22860"/>
                  </a:lnTo>
                  <a:lnTo>
                    <a:pt x="36830" y="21590"/>
                  </a:lnTo>
                  <a:lnTo>
                    <a:pt x="41910" y="13970"/>
                  </a:lnTo>
                  <a:lnTo>
                    <a:pt x="41744" y="13906"/>
                  </a:lnTo>
                  <a:lnTo>
                    <a:pt x="46990" y="7620"/>
                  </a:lnTo>
                  <a:lnTo>
                    <a:pt x="36830" y="0"/>
                  </a:lnTo>
                  <a:lnTo>
                    <a:pt x="30480" y="7620"/>
                  </a:lnTo>
                  <a:lnTo>
                    <a:pt x="25400" y="15240"/>
                  </a:lnTo>
                  <a:lnTo>
                    <a:pt x="20320" y="22860"/>
                  </a:lnTo>
                  <a:lnTo>
                    <a:pt x="20320" y="24130"/>
                  </a:lnTo>
                  <a:lnTo>
                    <a:pt x="16510" y="33020"/>
                  </a:lnTo>
                  <a:lnTo>
                    <a:pt x="12700" y="41910"/>
                  </a:lnTo>
                  <a:lnTo>
                    <a:pt x="10160" y="50800"/>
                  </a:lnTo>
                  <a:lnTo>
                    <a:pt x="8890" y="50800"/>
                  </a:lnTo>
                  <a:lnTo>
                    <a:pt x="6350" y="60960"/>
                  </a:lnTo>
                  <a:lnTo>
                    <a:pt x="3810" y="69850"/>
                  </a:lnTo>
                  <a:lnTo>
                    <a:pt x="2540" y="80010"/>
                  </a:lnTo>
                  <a:lnTo>
                    <a:pt x="1270" y="90170"/>
                  </a:lnTo>
                  <a:lnTo>
                    <a:pt x="1270" y="95250"/>
                  </a:lnTo>
                  <a:lnTo>
                    <a:pt x="1270" y="99060"/>
                  </a:lnTo>
                  <a:lnTo>
                    <a:pt x="0" y="104140"/>
                  </a:lnTo>
                  <a:lnTo>
                    <a:pt x="0" y="105410"/>
                  </a:lnTo>
                  <a:lnTo>
                    <a:pt x="0" y="109220"/>
                  </a:lnTo>
                  <a:lnTo>
                    <a:pt x="0" y="113030"/>
                  </a:lnTo>
                  <a:lnTo>
                    <a:pt x="1270" y="116840"/>
                  </a:lnTo>
                  <a:lnTo>
                    <a:pt x="1270" y="130810"/>
                  </a:lnTo>
                  <a:lnTo>
                    <a:pt x="2540" y="134620"/>
                  </a:lnTo>
                  <a:lnTo>
                    <a:pt x="3810" y="137160"/>
                  </a:lnTo>
                  <a:lnTo>
                    <a:pt x="3810" y="139700"/>
                  </a:lnTo>
                  <a:lnTo>
                    <a:pt x="3810" y="140970"/>
                  </a:lnTo>
                  <a:lnTo>
                    <a:pt x="5080" y="143510"/>
                  </a:lnTo>
                  <a:lnTo>
                    <a:pt x="7620" y="149860"/>
                  </a:lnTo>
                  <a:lnTo>
                    <a:pt x="10160" y="154940"/>
                  </a:lnTo>
                  <a:lnTo>
                    <a:pt x="10160" y="156210"/>
                  </a:lnTo>
                  <a:lnTo>
                    <a:pt x="12700" y="161290"/>
                  </a:lnTo>
                  <a:lnTo>
                    <a:pt x="15240" y="165100"/>
                  </a:lnTo>
                  <a:lnTo>
                    <a:pt x="15240" y="166370"/>
                  </a:lnTo>
                  <a:lnTo>
                    <a:pt x="16510" y="166370"/>
                  </a:lnTo>
                  <a:lnTo>
                    <a:pt x="17780" y="168910"/>
                  </a:lnTo>
                  <a:lnTo>
                    <a:pt x="19050" y="170180"/>
                  </a:lnTo>
                  <a:lnTo>
                    <a:pt x="20320" y="171450"/>
                  </a:lnTo>
                  <a:lnTo>
                    <a:pt x="22009" y="172300"/>
                  </a:lnTo>
                  <a:lnTo>
                    <a:pt x="22860" y="173990"/>
                  </a:lnTo>
                  <a:lnTo>
                    <a:pt x="22860" y="175260"/>
                  </a:lnTo>
                  <a:lnTo>
                    <a:pt x="24130" y="175260"/>
                  </a:lnTo>
                  <a:lnTo>
                    <a:pt x="27940" y="177800"/>
                  </a:lnTo>
                  <a:lnTo>
                    <a:pt x="31750" y="180340"/>
                  </a:lnTo>
                  <a:lnTo>
                    <a:pt x="33020" y="181610"/>
                  </a:lnTo>
                  <a:lnTo>
                    <a:pt x="36830" y="182880"/>
                  </a:lnTo>
                  <a:lnTo>
                    <a:pt x="41910" y="184150"/>
                  </a:lnTo>
                  <a:lnTo>
                    <a:pt x="43180" y="184150"/>
                  </a:lnTo>
                  <a:lnTo>
                    <a:pt x="48260" y="184150"/>
                  </a:lnTo>
                  <a:lnTo>
                    <a:pt x="52070" y="184150"/>
                  </a:lnTo>
                  <a:lnTo>
                    <a:pt x="52070" y="171450"/>
                  </a:lnTo>
                  <a:close/>
                </a:path>
              </a:pathLst>
            </a:custGeom>
            <a:solidFill>
              <a:srgbClr val="006600"/>
            </a:solidFill>
          </p:spPr>
          <p:txBody>
            <a:bodyPr wrap="square" lIns="0" tIns="0" rIns="0" bIns="0" rtlCol="0"/>
            <a:lstStyle/>
            <a:p/>
          </p:txBody>
        </p:sp>
        <p:sp>
          <p:nvSpPr>
            <p:cNvPr id="510" name="object 510"/>
            <p:cNvSpPr/>
            <p:nvPr/>
          </p:nvSpPr>
          <p:spPr>
            <a:xfrm>
              <a:off x="1719580" y="1137919"/>
              <a:ext cx="195580" cy="455930"/>
            </a:xfrm>
            <a:custGeom>
              <a:avLst/>
              <a:gdLst/>
              <a:ahLst/>
              <a:cxnLst/>
              <a:rect l="l" t="t" r="r" b="b"/>
              <a:pathLst>
                <a:path w="195580" h="455930">
                  <a:moveTo>
                    <a:pt x="195580" y="170180"/>
                  </a:moveTo>
                  <a:lnTo>
                    <a:pt x="191770" y="170180"/>
                  </a:lnTo>
                  <a:lnTo>
                    <a:pt x="191770" y="140970"/>
                  </a:lnTo>
                  <a:lnTo>
                    <a:pt x="190500" y="128270"/>
                  </a:lnTo>
                  <a:lnTo>
                    <a:pt x="190500" y="118110"/>
                  </a:lnTo>
                  <a:lnTo>
                    <a:pt x="189230" y="109220"/>
                  </a:lnTo>
                  <a:lnTo>
                    <a:pt x="187960" y="102870"/>
                  </a:lnTo>
                  <a:lnTo>
                    <a:pt x="187960" y="101600"/>
                  </a:lnTo>
                  <a:lnTo>
                    <a:pt x="186690" y="92710"/>
                  </a:lnTo>
                  <a:lnTo>
                    <a:pt x="184150" y="83820"/>
                  </a:lnTo>
                  <a:lnTo>
                    <a:pt x="181610" y="74930"/>
                  </a:lnTo>
                  <a:lnTo>
                    <a:pt x="177800" y="66040"/>
                  </a:lnTo>
                  <a:lnTo>
                    <a:pt x="173990" y="58420"/>
                  </a:lnTo>
                  <a:lnTo>
                    <a:pt x="173990" y="57150"/>
                  </a:lnTo>
                  <a:lnTo>
                    <a:pt x="168910" y="49530"/>
                  </a:lnTo>
                  <a:lnTo>
                    <a:pt x="165100" y="41910"/>
                  </a:lnTo>
                  <a:lnTo>
                    <a:pt x="160020" y="33020"/>
                  </a:lnTo>
                  <a:lnTo>
                    <a:pt x="158750" y="33020"/>
                  </a:lnTo>
                  <a:lnTo>
                    <a:pt x="153670" y="25400"/>
                  </a:lnTo>
                  <a:lnTo>
                    <a:pt x="152400" y="25400"/>
                  </a:lnTo>
                  <a:lnTo>
                    <a:pt x="146050" y="19050"/>
                  </a:lnTo>
                  <a:lnTo>
                    <a:pt x="139700" y="13970"/>
                  </a:lnTo>
                  <a:lnTo>
                    <a:pt x="139700" y="12700"/>
                  </a:lnTo>
                  <a:lnTo>
                    <a:pt x="132080" y="8890"/>
                  </a:lnTo>
                  <a:lnTo>
                    <a:pt x="130810" y="7620"/>
                  </a:lnTo>
                  <a:lnTo>
                    <a:pt x="123190" y="5080"/>
                  </a:lnTo>
                  <a:lnTo>
                    <a:pt x="123190" y="3810"/>
                  </a:lnTo>
                  <a:lnTo>
                    <a:pt x="115570" y="1270"/>
                  </a:lnTo>
                  <a:lnTo>
                    <a:pt x="114300" y="1270"/>
                  </a:lnTo>
                  <a:lnTo>
                    <a:pt x="105410" y="0"/>
                  </a:lnTo>
                  <a:lnTo>
                    <a:pt x="96520" y="0"/>
                  </a:lnTo>
                  <a:lnTo>
                    <a:pt x="95250" y="0"/>
                  </a:lnTo>
                  <a:lnTo>
                    <a:pt x="87630" y="0"/>
                  </a:lnTo>
                  <a:lnTo>
                    <a:pt x="86360" y="0"/>
                  </a:lnTo>
                  <a:lnTo>
                    <a:pt x="78740" y="1270"/>
                  </a:lnTo>
                  <a:lnTo>
                    <a:pt x="72390" y="2540"/>
                  </a:lnTo>
                  <a:lnTo>
                    <a:pt x="71120" y="2540"/>
                  </a:lnTo>
                  <a:lnTo>
                    <a:pt x="64770" y="3810"/>
                  </a:lnTo>
                  <a:lnTo>
                    <a:pt x="63500" y="3810"/>
                  </a:lnTo>
                  <a:lnTo>
                    <a:pt x="63500" y="5080"/>
                  </a:lnTo>
                  <a:lnTo>
                    <a:pt x="55880" y="7620"/>
                  </a:lnTo>
                  <a:lnTo>
                    <a:pt x="48260" y="11430"/>
                  </a:lnTo>
                  <a:lnTo>
                    <a:pt x="40640" y="15240"/>
                  </a:lnTo>
                  <a:lnTo>
                    <a:pt x="33020" y="19050"/>
                  </a:lnTo>
                  <a:lnTo>
                    <a:pt x="33020" y="20320"/>
                  </a:lnTo>
                  <a:lnTo>
                    <a:pt x="25400" y="25400"/>
                  </a:lnTo>
                  <a:lnTo>
                    <a:pt x="19050" y="30480"/>
                  </a:lnTo>
                  <a:lnTo>
                    <a:pt x="12700" y="36830"/>
                  </a:lnTo>
                  <a:lnTo>
                    <a:pt x="11430" y="36830"/>
                  </a:lnTo>
                  <a:lnTo>
                    <a:pt x="6350" y="43180"/>
                  </a:lnTo>
                  <a:lnTo>
                    <a:pt x="6350" y="44450"/>
                  </a:lnTo>
                  <a:lnTo>
                    <a:pt x="0" y="52070"/>
                  </a:lnTo>
                  <a:lnTo>
                    <a:pt x="10160" y="59690"/>
                  </a:lnTo>
                  <a:lnTo>
                    <a:pt x="16510" y="52070"/>
                  </a:lnTo>
                  <a:lnTo>
                    <a:pt x="15773" y="51536"/>
                  </a:lnTo>
                  <a:lnTo>
                    <a:pt x="21590" y="45720"/>
                  </a:lnTo>
                  <a:lnTo>
                    <a:pt x="26670" y="40640"/>
                  </a:lnTo>
                  <a:lnTo>
                    <a:pt x="33020" y="35560"/>
                  </a:lnTo>
                  <a:lnTo>
                    <a:pt x="40640" y="30480"/>
                  </a:lnTo>
                  <a:lnTo>
                    <a:pt x="40208" y="29921"/>
                  </a:lnTo>
                  <a:lnTo>
                    <a:pt x="46990" y="25400"/>
                  </a:lnTo>
                  <a:lnTo>
                    <a:pt x="46634" y="24942"/>
                  </a:lnTo>
                  <a:lnTo>
                    <a:pt x="52908" y="21805"/>
                  </a:lnTo>
                  <a:lnTo>
                    <a:pt x="53340" y="22860"/>
                  </a:lnTo>
                  <a:lnTo>
                    <a:pt x="60960" y="19050"/>
                  </a:lnTo>
                  <a:lnTo>
                    <a:pt x="60769" y="18694"/>
                  </a:lnTo>
                  <a:lnTo>
                    <a:pt x="67310" y="16510"/>
                  </a:lnTo>
                  <a:lnTo>
                    <a:pt x="74930" y="15240"/>
                  </a:lnTo>
                  <a:lnTo>
                    <a:pt x="74841" y="15049"/>
                  </a:lnTo>
                  <a:lnTo>
                    <a:pt x="81280" y="13970"/>
                  </a:lnTo>
                  <a:lnTo>
                    <a:pt x="87630" y="11861"/>
                  </a:lnTo>
                  <a:lnTo>
                    <a:pt x="87630" y="12700"/>
                  </a:lnTo>
                  <a:lnTo>
                    <a:pt x="95250" y="12700"/>
                  </a:lnTo>
                  <a:lnTo>
                    <a:pt x="95250" y="11430"/>
                  </a:lnTo>
                  <a:lnTo>
                    <a:pt x="102895" y="12534"/>
                  </a:lnTo>
                  <a:lnTo>
                    <a:pt x="102870" y="12700"/>
                  </a:lnTo>
                  <a:lnTo>
                    <a:pt x="111760" y="13970"/>
                  </a:lnTo>
                  <a:lnTo>
                    <a:pt x="118249" y="16141"/>
                  </a:lnTo>
                  <a:lnTo>
                    <a:pt x="118110" y="16510"/>
                  </a:lnTo>
                  <a:lnTo>
                    <a:pt x="124714" y="18719"/>
                  </a:lnTo>
                  <a:lnTo>
                    <a:pt x="124460" y="19050"/>
                  </a:lnTo>
                  <a:lnTo>
                    <a:pt x="132080" y="24130"/>
                  </a:lnTo>
                  <a:lnTo>
                    <a:pt x="132588" y="23279"/>
                  </a:lnTo>
                  <a:lnTo>
                    <a:pt x="138430" y="27940"/>
                  </a:lnTo>
                  <a:lnTo>
                    <a:pt x="143510" y="34290"/>
                  </a:lnTo>
                  <a:lnTo>
                    <a:pt x="144018" y="33782"/>
                  </a:lnTo>
                  <a:lnTo>
                    <a:pt x="148590" y="40640"/>
                  </a:lnTo>
                  <a:lnTo>
                    <a:pt x="149098" y="40259"/>
                  </a:lnTo>
                  <a:lnTo>
                    <a:pt x="153670" y="48260"/>
                  </a:lnTo>
                  <a:lnTo>
                    <a:pt x="158750" y="55880"/>
                  </a:lnTo>
                  <a:lnTo>
                    <a:pt x="162560" y="63500"/>
                  </a:lnTo>
                  <a:lnTo>
                    <a:pt x="166370" y="71120"/>
                  </a:lnTo>
                  <a:lnTo>
                    <a:pt x="169570" y="78613"/>
                  </a:lnTo>
                  <a:lnTo>
                    <a:pt x="168910" y="78740"/>
                  </a:lnTo>
                  <a:lnTo>
                    <a:pt x="171450" y="87630"/>
                  </a:lnTo>
                  <a:lnTo>
                    <a:pt x="173990" y="96520"/>
                  </a:lnTo>
                  <a:lnTo>
                    <a:pt x="176530" y="105410"/>
                  </a:lnTo>
                  <a:lnTo>
                    <a:pt x="176530" y="110490"/>
                  </a:lnTo>
                  <a:lnTo>
                    <a:pt x="177800" y="119380"/>
                  </a:lnTo>
                  <a:lnTo>
                    <a:pt x="179070" y="128270"/>
                  </a:lnTo>
                  <a:lnTo>
                    <a:pt x="179070" y="140970"/>
                  </a:lnTo>
                  <a:lnTo>
                    <a:pt x="180327" y="170180"/>
                  </a:lnTo>
                  <a:lnTo>
                    <a:pt x="180327" y="455930"/>
                  </a:lnTo>
                  <a:lnTo>
                    <a:pt x="195580" y="455930"/>
                  </a:lnTo>
                  <a:lnTo>
                    <a:pt x="195580" y="170180"/>
                  </a:lnTo>
                  <a:close/>
                </a:path>
              </a:pathLst>
            </a:custGeom>
            <a:solidFill>
              <a:srgbClr val="006600"/>
            </a:solidFill>
          </p:spPr>
          <p:txBody>
            <a:bodyPr wrap="square" lIns="0" tIns="0" rIns="0" bIns="0" rtlCol="0"/>
            <a:lstStyle/>
            <a:p/>
          </p:txBody>
        </p:sp>
        <p:sp>
          <p:nvSpPr>
            <p:cNvPr id="511" name="object 511"/>
            <p:cNvSpPr/>
            <p:nvPr/>
          </p:nvSpPr>
          <p:spPr>
            <a:xfrm>
              <a:off x="1901190" y="1569719"/>
              <a:ext cx="46990" cy="87630"/>
            </a:xfrm>
            <a:custGeom>
              <a:avLst/>
              <a:gdLst/>
              <a:ahLst/>
              <a:cxnLst/>
              <a:rect l="l" t="t" r="r" b="b"/>
              <a:pathLst>
                <a:path w="46989" h="87630">
                  <a:moveTo>
                    <a:pt x="6350" y="19050"/>
                  </a:moveTo>
                  <a:lnTo>
                    <a:pt x="0" y="20320"/>
                  </a:lnTo>
                  <a:lnTo>
                    <a:pt x="0" y="21590"/>
                  </a:lnTo>
                  <a:lnTo>
                    <a:pt x="6350" y="19050"/>
                  </a:lnTo>
                  <a:close/>
                </a:path>
                <a:path w="46989" h="87630">
                  <a:moveTo>
                    <a:pt x="6350" y="15240"/>
                  </a:moveTo>
                  <a:lnTo>
                    <a:pt x="0" y="15240"/>
                  </a:lnTo>
                  <a:lnTo>
                    <a:pt x="0" y="16510"/>
                  </a:lnTo>
                  <a:lnTo>
                    <a:pt x="6350" y="15240"/>
                  </a:lnTo>
                  <a:close/>
                </a:path>
                <a:path w="46989" h="87630">
                  <a:moveTo>
                    <a:pt x="12700" y="19050"/>
                  </a:moveTo>
                  <a:lnTo>
                    <a:pt x="7620" y="21590"/>
                  </a:lnTo>
                  <a:lnTo>
                    <a:pt x="12700" y="20320"/>
                  </a:lnTo>
                  <a:lnTo>
                    <a:pt x="12700" y="19050"/>
                  </a:lnTo>
                  <a:close/>
                </a:path>
                <a:path w="46989" h="87630">
                  <a:moveTo>
                    <a:pt x="46990" y="25400"/>
                  </a:moveTo>
                  <a:lnTo>
                    <a:pt x="45720" y="22860"/>
                  </a:lnTo>
                  <a:lnTo>
                    <a:pt x="36830" y="10160"/>
                  </a:lnTo>
                  <a:lnTo>
                    <a:pt x="30480" y="0"/>
                  </a:lnTo>
                  <a:lnTo>
                    <a:pt x="25400" y="11430"/>
                  </a:lnTo>
                  <a:lnTo>
                    <a:pt x="24130" y="15240"/>
                  </a:lnTo>
                  <a:lnTo>
                    <a:pt x="21590" y="19050"/>
                  </a:lnTo>
                  <a:lnTo>
                    <a:pt x="22580" y="19456"/>
                  </a:lnTo>
                  <a:lnTo>
                    <a:pt x="20878" y="22021"/>
                  </a:lnTo>
                  <a:lnTo>
                    <a:pt x="20320" y="21590"/>
                  </a:lnTo>
                  <a:lnTo>
                    <a:pt x="19050" y="22860"/>
                  </a:lnTo>
                  <a:lnTo>
                    <a:pt x="19837" y="23342"/>
                  </a:lnTo>
                  <a:lnTo>
                    <a:pt x="19050" y="24130"/>
                  </a:lnTo>
                  <a:lnTo>
                    <a:pt x="17780" y="24130"/>
                  </a:lnTo>
                  <a:lnTo>
                    <a:pt x="17780" y="25400"/>
                  </a:lnTo>
                  <a:lnTo>
                    <a:pt x="17780" y="26670"/>
                  </a:lnTo>
                  <a:lnTo>
                    <a:pt x="16510" y="26670"/>
                  </a:lnTo>
                  <a:lnTo>
                    <a:pt x="15240" y="24130"/>
                  </a:lnTo>
                  <a:lnTo>
                    <a:pt x="13970" y="22860"/>
                  </a:lnTo>
                  <a:lnTo>
                    <a:pt x="13970" y="21590"/>
                  </a:lnTo>
                  <a:lnTo>
                    <a:pt x="12700" y="20320"/>
                  </a:lnTo>
                  <a:lnTo>
                    <a:pt x="7620" y="24130"/>
                  </a:lnTo>
                  <a:lnTo>
                    <a:pt x="1270" y="24130"/>
                  </a:lnTo>
                  <a:lnTo>
                    <a:pt x="1270" y="26670"/>
                  </a:lnTo>
                  <a:lnTo>
                    <a:pt x="2540" y="27940"/>
                  </a:lnTo>
                  <a:lnTo>
                    <a:pt x="2540" y="29210"/>
                  </a:lnTo>
                  <a:lnTo>
                    <a:pt x="3810" y="30480"/>
                  </a:lnTo>
                  <a:lnTo>
                    <a:pt x="3810" y="31750"/>
                  </a:lnTo>
                  <a:lnTo>
                    <a:pt x="5080" y="34290"/>
                  </a:lnTo>
                  <a:lnTo>
                    <a:pt x="6350" y="34290"/>
                  </a:lnTo>
                  <a:lnTo>
                    <a:pt x="6350" y="35560"/>
                  </a:lnTo>
                  <a:lnTo>
                    <a:pt x="7620" y="36830"/>
                  </a:lnTo>
                  <a:lnTo>
                    <a:pt x="8890" y="38100"/>
                  </a:lnTo>
                  <a:lnTo>
                    <a:pt x="9359" y="37312"/>
                  </a:lnTo>
                  <a:lnTo>
                    <a:pt x="11430" y="39370"/>
                  </a:lnTo>
                  <a:lnTo>
                    <a:pt x="21590" y="39370"/>
                  </a:lnTo>
                  <a:lnTo>
                    <a:pt x="22860" y="38100"/>
                  </a:lnTo>
                  <a:lnTo>
                    <a:pt x="24130" y="38100"/>
                  </a:lnTo>
                  <a:lnTo>
                    <a:pt x="25400" y="36830"/>
                  </a:lnTo>
                  <a:lnTo>
                    <a:pt x="27940" y="35560"/>
                  </a:lnTo>
                  <a:lnTo>
                    <a:pt x="27940" y="34290"/>
                  </a:lnTo>
                  <a:lnTo>
                    <a:pt x="29210" y="31750"/>
                  </a:lnTo>
                  <a:lnTo>
                    <a:pt x="30480" y="30480"/>
                  </a:lnTo>
                  <a:lnTo>
                    <a:pt x="30480" y="29210"/>
                  </a:lnTo>
                  <a:lnTo>
                    <a:pt x="32334" y="26428"/>
                  </a:lnTo>
                  <a:lnTo>
                    <a:pt x="33045" y="27444"/>
                  </a:lnTo>
                  <a:lnTo>
                    <a:pt x="30480" y="34290"/>
                  </a:lnTo>
                  <a:lnTo>
                    <a:pt x="26670" y="43180"/>
                  </a:lnTo>
                  <a:lnTo>
                    <a:pt x="22860" y="50800"/>
                  </a:lnTo>
                  <a:lnTo>
                    <a:pt x="20320" y="58420"/>
                  </a:lnTo>
                  <a:lnTo>
                    <a:pt x="16510" y="64770"/>
                  </a:lnTo>
                  <a:lnTo>
                    <a:pt x="12700" y="69850"/>
                  </a:lnTo>
                  <a:lnTo>
                    <a:pt x="8890" y="76200"/>
                  </a:lnTo>
                  <a:lnTo>
                    <a:pt x="9105" y="76339"/>
                  </a:lnTo>
                  <a:lnTo>
                    <a:pt x="6350" y="80010"/>
                  </a:lnTo>
                  <a:lnTo>
                    <a:pt x="16510" y="87630"/>
                  </a:lnTo>
                  <a:lnTo>
                    <a:pt x="20320" y="83820"/>
                  </a:lnTo>
                  <a:lnTo>
                    <a:pt x="20320" y="82550"/>
                  </a:lnTo>
                  <a:lnTo>
                    <a:pt x="24130" y="77470"/>
                  </a:lnTo>
                  <a:lnTo>
                    <a:pt x="27940" y="71120"/>
                  </a:lnTo>
                  <a:lnTo>
                    <a:pt x="27940" y="69850"/>
                  </a:lnTo>
                  <a:lnTo>
                    <a:pt x="30480" y="63500"/>
                  </a:lnTo>
                  <a:lnTo>
                    <a:pt x="31750" y="63500"/>
                  </a:lnTo>
                  <a:lnTo>
                    <a:pt x="34290" y="55880"/>
                  </a:lnTo>
                  <a:lnTo>
                    <a:pt x="38100" y="48260"/>
                  </a:lnTo>
                  <a:lnTo>
                    <a:pt x="38100" y="46990"/>
                  </a:lnTo>
                  <a:lnTo>
                    <a:pt x="41910" y="38100"/>
                  </a:lnTo>
                  <a:lnTo>
                    <a:pt x="45720" y="27940"/>
                  </a:lnTo>
                  <a:lnTo>
                    <a:pt x="46990" y="25400"/>
                  </a:lnTo>
                  <a:close/>
                </a:path>
              </a:pathLst>
            </a:custGeom>
            <a:solidFill>
              <a:srgbClr val="006600"/>
            </a:solidFill>
          </p:spPr>
          <p:txBody>
            <a:bodyPr wrap="square" lIns="0" tIns="0" rIns="0" bIns="0" rtlCol="0"/>
            <a:lstStyle/>
            <a:p/>
          </p:txBody>
        </p:sp>
        <p:sp>
          <p:nvSpPr>
            <p:cNvPr id="512" name="object 512"/>
            <p:cNvSpPr/>
            <p:nvPr/>
          </p:nvSpPr>
          <p:spPr>
            <a:xfrm>
              <a:off x="1786890" y="1363979"/>
              <a:ext cx="134620" cy="314960"/>
            </a:xfrm>
            <a:custGeom>
              <a:avLst/>
              <a:gdLst/>
              <a:ahLst/>
              <a:cxnLst/>
              <a:rect l="l" t="t" r="r" b="b"/>
              <a:pathLst>
                <a:path w="134619" h="314960">
                  <a:moveTo>
                    <a:pt x="48260" y="0"/>
                  </a:moveTo>
                  <a:lnTo>
                    <a:pt x="35560" y="13970"/>
                  </a:lnTo>
                  <a:lnTo>
                    <a:pt x="27940" y="22860"/>
                  </a:lnTo>
                  <a:lnTo>
                    <a:pt x="20320" y="33020"/>
                  </a:lnTo>
                  <a:lnTo>
                    <a:pt x="12700" y="43180"/>
                  </a:lnTo>
                  <a:lnTo>
                    <a:pt x="12700" y="44450"/>
                  </a:lnTo>
                  <a:lnTo>
                    <a:pt x="6350" y="54610"/>
                  </a:lnTo>
                  <a:lnTo>
                    <a:pt x="0" y="64770"/>
                  </a:lnTo>
                  <a:lnTo>
                    <a:pt x="5080" y="67310"/>
                  </a:lnTo>
                  <a:lnTo>
                    <a:pt x="11430" y="71120"/>
                  </a:lnTo>
                  <a:lnTo>
                    <a:pt x="16510" y="60960"/>
                  </a:lnTo>
                  <a:lnTo>
                    <a:pt x="24130" y="50800"/>
                  </a:lnTo>
                  <a:lnTo>
                    <a:pt x="23253" y="50279"/>
                  </a:lnTo>
                  <a:lnTo>
                    <a:pt x="30480" y="40640"/>
                  </a:lnTo>
                  <a:lnTo>
                    <a:pt x="35560" y="34721"/>
                  </a:lnTo>
                  <a:lnTo>
                    <a:pt x="35560" y="186690"/>
                  </a:lnTo>
                  <a:lnTo>
                    <a:pt x="48260" y="186690"/>
                  </a:lnTo>
                  <a:lnTo>
                    <a:pt x="48260" y="17780"/>
                  </a:lnTo>
                  <a:lnTo>
                    <a:pt x="48260" y="0"/>
                  </a:lnTo>
                  <a:close/>
                </a:path>
                <a:path w="134619" h="314960">
                  <a:moveTo>
                    <a:pt x="134620" y="289560"/>
                  </a:moveTo>
                  <a:lnTo>
                    <a:pt x="129540" y="285750"/>
                  </a:lnTo>
                  <a:lnTo>
                    <a:pt x="124460" y="280670"/>
                  </a:lnTo>
                  <a:lnTo>
                    <a:pt x="120650" y="285750"/>
                  </a:lnTo>
                  <a:lnTo>
                    <a:pt x="117373" y="290106"/>
                  </a:lnTo>
                  <a:lnTo>
                    <a:pt x="113030" y="293370"/>
                  </a:lnTo>
                  <a:lnTo>
                    <a:pt x="109220" y="295910"/>
                  </a:lnTo>
                  <a:lnTo>
                    <a:pt x="109562" y="296379"/>
                  </a:lnTo>
                  <a:lnTo>
                    <a:pt x="105410" y="298450"/>
                  </a:lnTo>
                  <a:lnTo>
                    <a:pt x="105664" y="298792"/>
                  </a:lnTo>
                  <a:lnTo>
                    <a:pt x="102870" y="299720"/>
                  </a:lnTo>
                  <a:lnTo>
                    <a:pt x="99060" y="300990"/>
                  </a:lnTo>
                  <a:lnTo>
                    <a:pt x="95250" y="302260"/>
                  </a:lnTo>
                  <a:lnTo>
                    <a:pt x="91440" y="302260"/>
                  </a:lnTo>
                  <a:lnTo>
                    <a:pt x="87630" y="302260"/>
                  </a:lnTo>
                  <a:lnTo>
                    <a:pt x="82550" y="300990"/>
                  </a:lnTo>
                  <a:lnTo>
                    <a:pt x="78613" y="300012"/>
                  </a:lnTo>
                  <a:lnTo>
                    <a:pt x="78740" y="299720"/>
                  </a:lnTo>
                  <a:lnTo>
                    <a:pt x="74930" y="297180"/>
                  </a:lnTo>
                  <a:lnTo>
                    <a:pt x="71120" y="294640"/>
                  </a:lnTo>
                  <a:lnTo>
                    <a:pt x="67310" y="292100"/>
                  </a:lnTo>
                  <a:lnTo>
                    <a:pt x="66929" y="292608"/>
                  </a:lnTo>
                  <a:lnTo>
                    <a:pt x="66776" y="292315"/>
                  </a:lnTo>
                  <a:lnTo>
                    <a:pt x="67310" y="292100"/>
                  </a:lnTo>
                  <a:lnTo>
                    <a:pt x="66040" y="290830"/>
                  </a:lnTo>
                  <a:lnTo>
                    <a:pt x="64770" y="289560"/>
                  </a:lnTo>
                  <a:lnTo>
                    <a:pt x="64770" y="288290"/>
                  </a:lnTo>
                  <a:lnTo>
                    <a:pt x="62992" y="287401"/>
                  </a:lnTo>
                  <a:lnTo>
                    <a:pt x="63500" y="287020"/>
                  </a:lnTo>
                  <a:lnTo>
                    <a:pt x="61429" y="284962"/>
                  </a:lnTo>
                  <a:lnTo>
                    <a:pt x="62230" y="284480"/>
                  </a:lnTo>
                  <a:lnTo>
                    <a:pt x="59690" y="281940"/>
                  </a:lnTo>
                  <a:lnTo>
                    <a:pt x="59690" y="280670"/>
                  </a:lnTo>
                  <a:lnTo>
                    <a:pt x="59690" y="279400"/>
                  </a:lnTo>
                  <a:lnTo>
                    <a:pt x="58420" y="279400"/>
                  </a:lnTo>
                  <a:lnTo>
                    <a:pt x="57150" y="276860"/>
                  </a:lnTo>
                  <a:lnTo>
                    <a:pt x="56807" y="277114"/>
                  </a:lnTo>
                  <a:lnTo>
                    <a:pt x="55880" y="274320"/>
                  </a:lnTo>
                  <a:lnTo>
                    <a:pt x="54610" y="270510"/>
                  </a:lnTo>
                  <a:lnTo>
                    <a:pt x="54610" y="269240"/>
                  </a:lnTo>
                  <a:lnTo>
                    <a:pt x="54610" y="267970"/>
                  </a:lnTo>
                  <a:lnTo>
                    <a:pt x="54229" y="268122"/>
                  </a:lnTo>
                  <a:lnTo>
                    <a:pt x="53340" y="265430"/>
                  </a:lnTo>
                  <a:lnTo>
                    <a:pt x="53340" y="264160"/>
                  </a:lnTo>
                  <a:lnTo>
                    <a:pt x="52070" y="260350"/>
                  </a:lnTo>
                  <a:lnTo>
                    <a:pt x="51866" y="260438"/>
                  </a:lnTo>
                  <a:lnTo>
                    <a:pt x="50800" y="254000"/>
                  </a:lnTo>
                  <a:lnTo>
                    <a:pt x="49530" y="245110"/>
                  </a:lnTo>
                  <a:lnTo>
                    <a:pt x="48260" y="236220"/>
                  </a:lnTo>
                  <a:lnTo>
                    <a:pt x="46990" y="226060"/>
                  </a:lnTo>
                  <a:lnTo>
                    <a:pt x="45720" y="207010"/>
                  </a:lnTo>
                  <a:lnTo>
                    <a:pt x="35560" y="223520"/>
                  </a:lnTo>
                  <a:lnTo>
                    <a:pt x="40640" y="227330"/>
                  </a:lnTo>
                  <a:lnTo>
                    <a:pt x="35560" y="227330"/>
                  </a:lnTo>
                  <a:lnTo>
                    <a:pt x="35560" y="237490"/>
                  </a:lnTo>
                  <a:lnTo>
                    <a:pt x="36830" y="246380"/>
                  </a:lnTo>
                  <a:lnTo>
                    <a:pt x="36830" y="247650"/>
                  </a:lnTo>
                  <a:lnTo>
                    <a:pt x="38100" y="256540"/>
                  </a:lnTo>
                  <a:lnTo>
                    <a:pt x="40640" y="264160"/>
                  </a:lnTo>
                  <a:lnTo>
                    <a:pt x="40640" y="265430"/>
                  </a:lnTo>
                  <a:lnTo>
                    <a:pt x="40640" y="266700"/>
                  </a:lnTo>
                  <a:lnTo>
                    <a:pt x="40640" y="267970"/>
                  </a:lnTo>
                  <a:lnTo>
                    <a:pt x="41033" y="267893"/>
                  </a:lnTo>
                  <a:lnTo>
                    <a:pt x="41910" y="270510"/>
                  </a:lnTo>
                  <a:lnTo>
                    <a:pt x="41910" y="271780"/>
                  </a:lnTo>
                  <a:lnTo>
                    <a:pt x="43180" y="275590"/>
                  </a:lnTo>
                  <a:lnTo>
                    <a:pt x="44450" y="279400"/>
                  </a:lnTo>
                  <a:lnTo>
                    <a:pt x="45720" y="283210"/>
                  </a:lnTo>
                  <a:lnTo>
                    <a:pt x="46990" y="283210"/>
                  </a:lnTo>
                  <a:lnTo>
                    <a:pt x="48260" y="285750"/>
                  </a:lnTo>
                  <a:lnTo>
                    <a:pt x="48260" y="288290"/>
                  </a:lnTo>
                  <a:lnTo>
                    <a:pt x="49530" y="288290"/>
                  </a:lnTo>
                  <a:lnTo>
                    <a:pt x="50800" y="290830"/>
                  </a:lnTo>
                  <a:lnTo>
                    <a:pt x="50800" y="292100"/>
                  </a:lnTo>
                  <a:lnTo>
                    <a:pt x="53340" y="294640"/>
                  </a:lnTo>
                  <a:lnTo>
                    <a:pt x="54610" y="297180"/>
                  </a:lnTo>
                  <a:lnTo>
                    <a:pt x="55067" y="296837"/>
                  </a:lnTo>
                  <a:lnTo>
                    <a:pt x="55880" y="298450"/>
                  </a:lnTo>
                  <a:lnTo>
                    <a:pt x="55880" y="299720"/>
                  </a:lnTo>
                  <a:lnTo>
                    <a:pt x="57150" y="299720"/>
                  </a:lnTo>
                  <a:lnTo>
                    <a:pt x="58420" y="300990"/>
                  </a:lnTo>
                  <a:lnTo>
                    <a:pt x="58420" y="302260"/>
                  </a:lnTo>
                  <a:lnTo>
                    <a:pt x="59690" y="302260"/>
                  </a:lnTo>
                  <a:lnTo>
                    <a:pt x="63500" y="304800"/>
                  </a:lnTo>
                  <a:lnTo>
                    <a:pt x="63500" y="306070"/>
                  </a:lnTo>
                  <a:lnTo>
                    <a:pt x="67310" y="308610"/>
                  </a:lnTo>
                  <a:lnTo>
                    <a:pt x="68580" y="308610"/>
                  </a:lnTo>
                  <a:lnTo>
                    <a:pt x="73660" y="311150"/>
                  </a:lnTo>
                  <a:lnTo>
                    <a:pt x="74930" y="312420"/>
                  </a:lnTo>
                  <a:lnTo>
                    <a:pt x="78740" y="313690"/>
                  </a:lnTo>
                  <a:lnTo>
                    <a:pt x="83820" y="314960"/>
                  </a:lnTo>
                  <a:lnTo>
                    <a:pt x="86360" y="314960"/>
                  </a:lnTo>
                  <a:lnTo>
                    <a:pt x="91440" y="314960"/>
                  </a:lnTo>
                  <a:lnTo>
                    <a:pt x="96520" y="314960"/>
                  </a:lnTo>
                  <a:lnTo>
                    <a:pt x="97790" y="314960"/>
                  </a:lnTo>
                  <a:lnTo>
                    <a:pt x="101600" y="313690"/>
                  </a:lnTo>
                  <a:lnTo>
                    <a:pt x="102870" y="313690"/>
                  </a:lnTo>
                  <a:lnTo>
                    <a:pt x="106680" y="312420"/>
                  </a:lnTo>
                  <a:lnTo>
                    <a:pt x="106680" y="311150"/>
                  </a:lnTo>
                  <a:lnTo>
                    <a:pt x="107950" y="311150"/>
                  </a:lnTo>
                  <a:lnTo>
                    <a:pt x="111760" y="309880"/>
                  </a:lnTo>
                  <a:lnTo>
                    <a:pt x="113030" y="309880"/>
                  </a:lnTo>
                  <a:lnTo>
                    <a:pt x="116840" y="306070"/>
                  </a:lnTo>
                  <a:lnTo>
                    <a:pt x="118110" y="306070"/>
                  </a:lnTo>
                  <a:lnTo>
                    <a:pt x="121920" y="302260"/>
                  </a:lnTo>
                  <a:lnTo>
                    <a:pt x="125730" y="299720"/>
                  </a:lnTo>
                  <a:lnTo>
                    <a:pt x="125730" y="298450"/>
                  </a:lnTo>
                  <a:lnTo>
                    <a:pt x="129540" y="293370"/>
                  </a:lnTo>
                  <a:lnTo>
                    <a:pt x="130810" y="293370"/>
                  </a:lnTo>
                  <a:lnTo>
                    <a:pt x="134620" y="289560"/>
                  </a:lnTo>
                  <a:close/>
                </a:path>
              </a:pathLst>
            </a:custGeom>
            <a:solidFill>
              <a:srgbClr val="006600"/>
            </a:solidFill>
          </p:spPr>
          <p:txBody>
            <a:bodyPr wrap="square" lIns="0" tIns="0" rIns="0" bIns="0" rtlCol="0"/>
            <a:lstStyle/>
            <a:p/>
          </p:txBody>
        </p:sp>
        <p:sp>
          <p:nvSpPr>
            <p:cNvPr id="513" name="object 513"/>
            <p:cNvSpPr/>
            <p:nvPr/>
          </p:nvSpPr>
          <p:spPr>
            <a:xfrm>
              <a:off x="1760220" y="1418589"/>
              <a:ext cx="50800" cy="168910"/>
            </a:xfrm>
            <a:custGeom>
              <a:avLst/>
              <a:gdLst/>
              <a:ahLst/>
              <a:cxnLst/>
              <a:rect l="l" t="t" r="r" b="b"/>
              <a:pathLst>
                <a:path w="50800" h="168909">
                  <a:moveTo>
                    <a:pt x="50800" y="163830"/>
                  </a:moveTo>
                  <a:lnTo>
                    <a:pt x="45720" y="158750"/>
                  </a:lnTo>
                  <a:lnTo>
                    <a:pt x="41910" y="153670"/>
                  </a:lnTo>
                  <a:lnTo>
                    <a:pt x="40640" y="154940"/>
                  </a:lnTo>
                  <a:lnTo>
                    <a:pt x="39370" y="154940"/>
                  </a:lnTo>
                  <a:lnTo>
                    <a:pt x="38100" y="154940"/>
                  </a:lnTo>
                  <a:lnTo>
                    <a:pt x="38100" y="156210"/>
                  </a:lnTo>
                  <a:lnTo>
                    <a:pt x="36830" y="156210"/>
                  </a:lnTo>
                  <a:lnTo>
                    <a:pt x="35560" y="156210"/>
                  </a:lnTo>
                  <a:lnTo>
                    <a:pt x="34290" y="156210"/>
                  </a:lnTo>
                  <a:lnTo>
                    <a:pt x="31750" y="156210"/>
                  </a:lnTo>
                  <a:lnTo>
                    <a:pt x="29210" y="154940"/>
                  </a:lnTo>
                  <a:lnTo>
                    <a:pt x="29210" y="153670"/>
                  </a:lnTo>
                  <a:lnTo>
                    <a:pt x="26670" y="153670"/>
                  </a:lnTo>
                  <a:lnTo>
                    <a:pt x="26670" y="152400"/>
                  </a:lnTo>
                  <a:lnTo>
                    <a:pt x="26035" y="153035"/>
                  </a:lnTo>
                  <a:lnTo>
                    <a:pt x="25400" y="152400"/>
                  </a:lnTo>
                  <a:lnTo>
                    <a:pt x="24130" y="151130"/>
                  </a:lnTo>
                  <a:lnTo>
                    <a:pt x="24130" y="149860"/>
                  </a:lnTo>
                  <a:lnTo>
                    <a:pt x="22860" y="148590"/>
                  </a:lnTo>
                  <a:lnTo>
                    <a:pt x="21590" y="146050"/>
                  </a:lnTo>
                  <a:lnTo>
                    <a:pt x="20320" y="140970"/>
                  </a:lnTo>
                  <a:lnTo>
                    <a:pt x="19050" y="140970"/>
                  </a:lnTo>
                  <a:lnTo>
                    <a:pt x="17780" y="135890"/>
                  </a:lnTo>
                  <a:lnTo>
                    <a:pt x="17487" y="136017"/>
                  </a:lnTo>
                  <a:lnTo>
                    <a:pt x="16510" y="132080"/>
                  </a:lnTo>
                  <a:lnTo>
                    <a:pt x="15240" y="125730"/>
                  </a:lnTo>
                  <a:lnTo>
                    <a:pt x="14935" y="125793"/>
                  </a:lnTo>
                  <a:lnTo>
                    <a:pt x="13970" y="121920"/>
                  </a:lnTo>
                  <a:lnTo>
                    <a:pt x="13970" y="115570"/>
                  </a:lnTo>
                  <a:lnTo>
                    <a:pt x="12700" y="109220"/>
                  </a:lnTo>
                  <a:lnTo>
                    <a:pt x="12700" y="104140"/>
                  </a:lnTo>
                  <a:lnTo>
                    <a:pt x="12700" y="97790"/>
                  </a:lnTo>
                  <a:lnTo>
                    <a:pt x="13970" y="90170"/>
                  </a:lnTo>
                  <a:lnTo>
                    <a:pt x="13970" y="82550"/>
                  </a:lnTo>
                  <a:lnTo>
                    <a:pt x="15240" y="76200"/>
                  </a:lnTo>
                  <a:lnTo>
                    <a:pt x="16306" y="69773"/>
                  </a:lnTo>
                  <a:lnTo>
                    <a:pt x="16510" y="69850"/>
                  </a:lnTo>
                  <a:lnTo>
                    <a:pt x="19050" y="62230"/>
                  </a:lnTo>
                  <a:lnTo>
                    <a:pt x="21590" y="54610"/>
                  </a:lnTo>
                  <a:lnTo>
                    <a:pt x="24130" y="46990"/>
                  </a:lnTo>
                  <a:lnTo>
                    <a:pt x="23469" y="46863"/>
                  </a:lnTo>
                  <a:lnTo>
                    <a:pt x="27940" y="36830"/>
                  </a:lnTo>
                  <a:lnTo>
                    <a:pt x="33020" y="26670"/>
                  </a:lnTo>
                  <a:lnTo>
                    <a:pt x="37642" y="16243"/>
                  </a:lnTo>
                  <a:lnTo>
                    <a:pt x="38100" y="16510"/>
                  </a:lnTo>
                  <a:lnTo>
                    <a:pt x="43180" y="6350"/>
                  </a:lnTo>
                  <a:lnTo>
                    <a:pt x="38100" y="2540"/>
                  </a:lnTo>
                  <a:lnTo>
                    <a:pt x="33020" y="0"/>
                  </a:lnTo>
                  <a:lnTo>
                    <a:pt x="26670" y="10160"/>
                  </a:lnTo>
                  <a:lnTo>
                    <a:pt x="21590" y="20320"/>
                  </a:lnTo>
                  <a:lnTo>
                    <a:pt x="21590" y="21590"/>
                  </a:lnTo>
                  <a:lnTo>
                    <a:pt x="16510" y="31750"/>
                  </a:lnTo>
                  <a:lnTo>
                    <a:pt x="11430" y="43180"/>
                  </a:lnTo>
                  <a:lnTo>
                    <a:pt x="8890" y="50800"/>
                  </a:lnTo>
                  <a:lnTo>
                    <a:pt x="6350" y="58420"/>
                  </a:lnTo>
                  <a:lnTo>
                    <a:pt x="5080" y="66040"/>
                  </a:lnTo>
                  <a:lnTo>
                    <a:pt x="2540" y="73660"/>
                  </a:lnTo>
                  <a:lnTo>
                    <a:pt x="2540" y="81280"/>
                  </a:lnTo>
                  <a:lnTo>
                    <a:pt x="1270" y="88900"/>
                  </a:lnTo>
                  <a:lnTo>
                    <a:pt x="0" y="96520"/>
                  </a:lnTo>
                  <a:lnTo>
                    <a:pt x="0" y="104140"/>
                  </a:lnTo>
                  <a:lnTo>
                    <a:pt x="0" y="110490"/>
                  </a:lnTo>
                  <a:lnTo>
                    <a:pt x="1270" y="116840"/>
                  </a:lnTo>
                  <a:lnTo>
                    <a:pt x="2540" y="123190"/>
                  </a:lnTo>
                  <a:lnTo>
                    <a:pt x="2540" y="128270"/>
                  </a:lnTo>
                  <a:lnTo>
                    <a:pt x="3810" y="134620"/>
                  </a:lnTo>
                  <a:lnTo>
                    <a:pt x="5080" y="139700"/>
                  </a:lnTo>
                  <a:lnTo>
                    <a:pt x="6350" y="140970"/>
                  </a:lnTo>
                  <a:lnTo>
                    <a:pt x="7620" y="146050"/>
                  </a:lnTo>
                  <a:lnTo>
                    <a:pt x="8051" y="145884"/>
                  </a:lnTo>
                  <a:lnTo>
                    <a:pt x="10160" y="151130"/>
                  </a:lnTo>
                  <a:lnTo>
                    <a:pt x="11430" y="154940"/>
                  </a:lnTo>
                  <a:lnTo>
                    <a:pt x="12700" y="156210"/>
                  </a:lnTo>
                  <a:lnTo>
                    <a:pt x="13970" y="157480"/>
                  </a:lnTo>
                  <a:lnTo>
                    <a:pt x="14605" y="158115"/>
                  </a:lnTo>
                  <a:lnTo>
                    <a:pt x="13970" y="158750"/>
                  </a:lnTo>
                  <a:lnTo>
                    <a:pt x="15240" y="160020"/>
                  </a:lnTo>
                  <a:lnTo>
                    <a:pt x="16510" y="161290"/>
                  </a:lnTo>
                  <a:lnTo>
                    <a:pt x="17780" y="161290"/>
                  </a:lnTo>
                  <a:lnTo>
                    <a:pt x="19050" y="162560"/>
                  </a:lnTo>
                  <a:lnTo>
                    <a:pt x="19050" y="163830"/>
                  </a:lnTo>
                  <a:lnTo>
                    <a:pt x="20320" y="163830"/>
                  </a:lnTo>
                  <a:lnTo>
                    <a:pt x="21590" y="165100"/>
                  </a:lnTo>
                  <a:lnTo>
                    <a:pt x="22860" y="166370"/>
                  </a:lnTo>
                  <a:lnTo>
                    <a:pt x="24130" y="166370"/>
                  </a:lnTo>
                  <a:lnTo>
                    <a:pt x="26670" y="167640"/>
                  </a:lnTo>
                  <a:lnTo>
                    <a:pt x="26670" y="168910"/>
                  </a:lnTo>
                  <a:lnTo>
                    <a:pt x="27940" y="168910"/>
                  </a:lnTo>
                  <a:lnTo>
                    <a:pt x="39370" y="168910"/>
                  </a:lnTo>
                  <a:lnTo>
                    <a:pt x="40640" y="167640"/>
                  </a:lnTo>
                  <a:lnTo>
                    <a:pt x="41910" y="167640"/>
                  </a:lnTo>
                  <a:lnTo>
                    <a:pt x="43180" y="167640"/>
                  </a:lnTo>
                  <a:lnTo>
                    <a:pt x="44450" y="167640"/>
                  </a:lnTo>
                  <a:lnTo>
                    <a:pt x="44450" y="166370"/>
                  </a:lnTo>
                  <a:lnTo>
                    <a:pt x="46990" y="166370"/>
                  </a:lnTo>
                  <a:lnTo>
                    <a:pt x="48260" y="166370"/>
                  </a:lnTo>
                  <a:lnTo>
                    <a:pt x="48260" y="165100"/>
                  </a:lnTo>
                  <a:lnTo>
                    <a:pt x="50800" y="163830"/>
                  </a:lnTo>
                  <a:close/>
                </a:path>
              </a:pathLst>
            </a:custGeom>
            <a:solidFill>
              <a:srgbClr val="006600"/>
            </a:solidFill>
          </p:spPr>
          <p:txBody>
            <a:bodyPr wrap="square" lIns="0" tIns="0" rIns="0" bIns="0" rtlCol="0"/>
            <a:lstStyle/>
            <a:p/>
          </p:txBody>
        </p:sp>
        <p:sp>
          <p:nvSpPr>
            <p:cNvPr id="514" name="object 514"/>
            <p:cNvSpPr/>
            <p:nvPr/>
          </p:nvSpPr>
          <p:spPr>
            <a:xfrm>
              <a:off x="1800860" y="1548129"/>
              <a:ext cx="34290" cy="35560"/>
            </a:xfrm>
            <a:custGeom>
              <a:avLst/>
              <a:gdLst/>
              <a:ahLst/>
              <a:cxnLst/>
              <a:rect l="l" t="t" r="r" b="b"/>
              <a:pathLst>
                <a:path w="34289" h="35559">
                  <a:moveTo>
                    <a:pt x="34290" y="2540"/>
                  </a:moveTo>
                  <a:lnTo>
                    <a:pt x="26670" y="2540"/>
                  </a:lnTo>
                  <a:lnTo>
                    <a:pt x="21590" y="0"/>
                  </a:lnTo>
                  <a:lnTo>
                    <a:pt x="16510" y="6350"/>
                  </a:lnTo>
                  <a:lnTo>
                    <a:pt x="17360" y="6870"/>
                  </a:lnTo>
                  <a:lnTo>
                    <a:pt x="12700" y="12700"/>
                  </a:lnTo>
                  <a:lnTo>
                    <a:pt x="13423" y="13246"/>
                  </a:lnTo>
                  <a:lnTo>
                    <a:pt x="8890" y="17780"/>
                  </a:lnTo>
                  <a:lnTo>
                    <a:pt x="5080" y="21590"/>
                  </a:lnTo>
                  <a:lnTo>
                    <a:pt x="5588" y="22098"/>
                  </a:lnTo>
                  <a:lnTo>
                    <a:pt x="2540" y="24130"/>
                  </a:lnTo>
                  <a:lnTo>
                    <a:pt x="1270" y="24130"/>
                  </a:lnTo>
                  <a:lnTo>
                    <a:pt x="0" y="25400"/>
                  </a:lnTo>
                  <a:lnTo>
                    <a:pt x="7620" y="35560"/>
                  </a:lnTo>
                  <a:lnTo>
                    <a:pt x="10160" y="34290"/>
                  </a:lnTo>
                  <a:lnTo>
                    <a:pt x="13970" y="31750"/>
                  </a:lnTo>
                  <a:lnTo>
                    <a:pt x="13970" y="30480"/>
                  </a:lnTo>
                  <a:lnTo>
                    <a:pt x="15240" y="30480"/>
                  </a:lnTo>
                  <a:lnTo>
                    <a:pt x="19050" y="25400"/>
                  </a:lnTo>
                  <a:lnTo>
                    <a:pt x="22860" y="20320"/>
                  </a:lnTo>
                  <a:lnTo>
                    <a:pt x="27940" y="13970"/>
                  </a:lnTo>
                  <a:lnTo>
                    <a:pt x="33020" y="6350"/>
                  </a:lnTo>
                  <a:lnTo>
                    <a:pt x="34290" y="5080"/>
                  </a:lnTo>
                  <a:lnTo>
                    <a:pt x="34290" y="2540"/>
                  </a:lnTo>
                  <a:close/>
                </a:path>
              </a:pathLst>
            </a:custGeom>
            <a:solidFill>
              <a:srgbClr val="006600"/>
            </a:solidFill>
          </p:spPr>
          <p:txBody>
            <a:bodyPr wrap="square" lIns="0" tIns="0" rIns="0" bIns="0" rtlCol="0"/>
            <a:lstStyle/>
            <a:p/>
          </p:txBody>
        </p:sp>
        <p:sp>
          <p:nvSpPr>
            <p:cNvPr id="515" name="object 515"/>
            <p:cNvSpPr/>
            <p:nvPr/>
          </p:nvSpPr>
          <p:spPr>
            <a:xfrm>
              <a:off x="1972309" y="1143000"/>
              <a:ext cx="224789" cy="521970"/>
            </a:xfrm>
            <a:prstGeom prst="rect">
              <a:avLst/>
            </a:prstGeom>
            <a:blipFill>
              <a:blip r:embed="rId51" cstate="print"/>
              <a:stretch>
                <a:fillRect/>
              </a:stretch>
            </a:blipFill>
          </p:spPr>
          <p:txBody>
            <a:bodyPr wrap="square" lIns="0" tIns="0" rIns="0" bIns="0" rtlCol="0"/>
            <a:lstStyle/>
            <a:p/>
          </p:txBody>
        </p:sp>
        <p:sp>
          <p:nvSpPr>
            <p:cNvPr id="516" name="object 516"/>
            <p:cNvSpPr/>
            <p:nvPr/>
          </p:nvSpPr>
          <p:spPr>
            <a:xfrm>
              <a:off x="1972309" y="1144270"/>
              <a:ext cx="223520" cy="520700"/>
            </a:xfrm>
            <a:custGeom>
              <a:avLst/>
              <a:gdLst/>
              <a:ahLst/>
              <a:cxnLst/>
              <a:rect l="l" t="t" r="r" b="b"/>
              <a:pathLst>
                <a:path w="223519" h="520700">
                  <a:moveTo>
                    <a:pt x="105409" y="15239"/>
                  </a:moveTo>
                  <a:lnTo>
                    <a:pt x="105409" y="129539"/>
                  </a:lnTo>
                  <a:lnTo>
                    <a:pt x="118109" y="93979"/>
                  </a:lnTo>
                  <a:lnTo>
                    <a:pt x="124459" y="77469"/>
                  </a:lnTo>
                  <a:lnTo>
                    <a:pt x="130809" y="64769"/>
                  </a:lnTo>
                  <a:lnTo>
                    <a:pt x="135889" y="52069"/>
                  </a:lnTo>
                  <a:lnTo>
                    <a:pt x="140969" y="41909"/>
                  </a:lnTo>
                  <a:lnTo>
                    <a:pt x="165100" y="10159"/>
                  </a:lnTo>
                  <a:lnTo>
                    <a:pt x="170179" y="6350"/>
                  </a:lnTo>
                  <a:lnTo>
                    <a:pt x="175259" y="2539"/>
                  </a:lnTo>
                  <a:lnTo>
                    <a:pt x="180339" y="1269"/>
                  </a:lnTo>
                  <a:lnTo>
                    <a:pt x="184150" y="0"/>
                  </a:lnTo>
                  <a:lnTo>
                    <a:pt x="189229" y="0"/>
                  </a:lnTo>
                  <a:lnTo>
                    <a:pt x="193039" y="0"/>
                  </a:lnTo>
                  <a:lnTo>
                    <a:pt x="196850" y="1269"/>
                  </a:lnTo>
                  <a:lnTo>
                    <a:pt x="199389" y="2539"/>
                  </a:lnTo>
                  <a:lnTo>
                    <a:pt x="201929" y="2539"/>
                  </a:lnTo>
                  <a:lnTo>
                    <a:pt x="203200" y="3809"/>
                  </a:lnTo>
                  <a:lnTo>
                    <a:pt x="204469" y="5079"/>
                  </a:lnTo>
                  <a:lnTo>
                    <a:pt x="205739" y="7619"/>
                  </a:lnTo>
                  <a:lnTo>
                    <a:pt x="207009" y="7619"/>
                  </a:lnTo>
                  <a:lnTo>
                    <a:pt x="209550" y="10159"/>
                  </a:lnTo>
                  <a:lnTo>
                    <a:pt x="210819" y="11429"/>
                  </a:lnTo>
                  <a:lnTo>
                    <a:pt x="210819" y="13969"/>
                  </a:lnTo>
                  <a:lnTo>
                    <a:pt x="213359" y="16509"/>
                  </a:lnTo>
                  <a:lnTo>
                    <a:pt x="213359" y="17779"/>
                  </a:lnTo>
                  <a:lnTo>
                    <a:pt x="214629" y="20319"/>
                  </a:lnTo>
                  <a:lnTo>
                    <a:pt x="215900" y="22859"/>
                  </a:lnTo>
                  <a:lnTo>
                    <a:pt x="217169" y="26669"/>
                  </a:lnTo>
                  <a:lnTo>
                    <a:pt x="218439" y="29209"/>
                  </a:lnTo>
                  <a:lnTo>
                    <a:pt x="218439" y="31750"/>
                  </a:lnTo>
                  <a:lnTo>
                    <a:pt x="219709" y="34289"/>
                  </a:lnTo>
                  <a:lnTo>
                    <a:pt x="220979" y="40639"/>
                  </a:lnTo>
                  <a:lnTo>
                    <a:pt x="222250" y="48259"/>
                  </a:lnTo>
                  <a:lnTo>
                    <a:pt x="222250" y="54609"/>
                  </a:lnTo>
                  <a:lnTo>
                    <a:pt x="223519" y="62229"/>
                  </a:lnTo>
                  <a:lnTo>
                    <a:pt x="223519" y="71119"/>
                  </a:lnTo>
                  <a:lnTo>
                    <a:pt x="223519" y="80009"/>
                  </a:lnTo>
                  <a:lnTo>
                    <a:pt x="222250" y="88900"/>
                  </a:lnTo>
                  <a:lnTo>
                    <a:pt x="222250" y="95250"/>
                  </a:lnTo>
                  <a:lnTo>
                    <a:pt x="220979" y="102869"/>
                  </a:lnTo>
                  <a:lnTo>
                    <a:pt x="219709" y="110489"/>
                  </a:lnTo>
                  <a:lnTo>
                    <a:pt x="218439" y="113029"/>
                  </a:lnTo>
                  <a:lnTo>
                    <a:pt x="218439" y="115569"/>
                  </a:lnTo>
                  <a:lnTo>
                    <a:pt x="217169" y="119379"/>
                  </a:lnTo>
                  <a:lnTo>
                    <a:pt x="215900" y="121919"/>
                  </a:lnTo>
                  <a:lnTo>
                    <a:pt x="215900" y="124459"/>
                  </a:lnTo>
                  <a:lnTo>
                    <a:pt x="214629" y="127000"/>
                  </a:lnTo>
                  <a:lnTo>
                    <a:pt x="212089" y="132079"/>
                  </a:lnTo>
                  <a:lnTo>
                    <a:pt x="209550" y="135889"/>
                  </a:lnTo>
                  <a:lnTo>
                    <a:pt x="208279" y="137159"/>
                  </a:lnTo>
                  <a:lnTo>
                    <a:pt x="207009" y="139700"/>
                  </a:lnTo>
                  <a:lnTo>
                    <a:pt x="205739" y="140969"/>
                  </a:lnTo>
                  <a:lnTo>
                    <a:pt x="204469" y="142239"/>
                  </a:lnTo>
                  <a:lnTo>
                    <a:pt x="203200" y="143509"/>
                  </a:lnTo>
                  <a:lnTo>
                    <a:pt x="201929" y="144779"/>
                  </a:lnTo>
                  <a:lnTo>
                    <a:pt x="199389" y="146050"/>
                  </a:lnTo>
                  <a:lnTo>
                    <a:pt x="196850" y="147319"/>
                  </a:lnTo>
                  <a:lnTo>
                    <a:pt x="195579" y="147319"/>
                  </a:lnTo>
                  <a:lnTo>
                    <a:pt x="194309" y="147319"/>
                  </a:lnTo>
                  <a:lnTo>
                    <a:pt x="191769" y="147319"/>
                  </a:lnTo>
                  <a:lnTo>
                    <a:pt x="187959" y="147319"/>
                  </a:lnTo>
                  <a:lnTo>
                    <a:pt x="185419" y="146050"/>
                  </a:lnTo>
                  <a:lnTo>
                    <a:pt x="181609" y="144779"/>
                  </a:lnTo>
                  <a:lnTo>
                    <a:pt x="179069" y="143509"/>
                  </a:lnTo>
                  <a:lnTo>
                    <a:pt x="175259" y="140969"/>
                  </a:lnTo>
                  <a:lnTo>
                    <a:pt x="172719" y="137159"/>
                  </a:lnTo>
                  <a:lnTo>
                    <a:pt x="168909" y="133350"/>
                  </a:lnTo>
                  <a:lnTo>
                    <a:pt x="166369" y="129539"/>
                  </a:lnTo>
                  <a:lnTo>
                    <a:pt x="158750" y="114300"/>
                  </a:lnTo>
                  <a:lnTo>
                    <a:pt x="156209" y="110489"/>
                  </a:lnTo>
                  <a:lnTo>
                    <a:pt x="153669" y="107950"/>
                  </a:lnTo>
                  <a:lnTo>
                    <a:pt x="152400" y="106679"/>
                  </a:lnTo>
                  <a:lnTo>
                    <a:pt x="151129" y="106679"/>
                  </a:lnTo>
                  <a:lnTo>
                    <a:pt x="151129" y="105409"/>
                  </a:lnTo>
                  <a:lnTo>
                    <a:pt x="149859" y="105409"/>
                  </a:lnTo>
                  <a:lnTo>
                    <a:pt x="148589" y="105409"/>
                  </a:lnTo>
                  <a:lnTo>
                    <a:pt x="147319" y="105409"/>
                  </a:lnTo>
                  <a:lnTo>
                    <a:pt x="144779" y="105409"/>
                  </a:lnTo>
                  <a:lnTo>
                    <a:pt x="143509" y="105409"/>
                  </a:lnTo>
                  <a:lnTo>
                    <a:pt x="140969" y="106679"/>
                  </a:lnTo>
                  <a:lnTo>
                    <a:pt x="139700" y="107950"/>
                  </a:lnTo>
                  <a:lnTo>
                    <a:pt x="137159" y="109219"/>
                  </a:lnTo>
                  <a:lnTo>
                    <a:pt x="135889" y="111759"/>
                  </a:lnTo>
                  <a:lnTo>
                    <a:pt x="133350" y="114300"/>
                  </a:lnTo>
                  <a:lnTo>
                    <a:pt x="132079" y="118109"/>
                  </a:lnTo>
                  <a:lnTo>
                    <a:pt x="129539" y="121919"/>
                  </a:lnTo>
                  <a:lnTo>
                    <a:pt x="127000" y="127000"/>
                  </a:lnTo>
                  <a:lnTo>
                    <a:pt x="124459" y="133350"/>
                  </a:lnTo>
                  <a:lnTo>
                    <a:pt x="121919" y="139700"/>
                  </a:lnTo>
                  <a:lnTo>
                    <a:pt x="119379" y="146050"/>
                  </a:lnTo>
                  <a:lnTo>
                    <a:pt x="118109" y="153669"/>
                  </a:lnTo>
                  <a:lnTo>
                    <a:pt x="115569" y="161289"/>
                  </a:lnTo>
                  <a:lnTo>
                    <a:pt x="114300" y="170179"/>
                  </a:lnTo>
                  <a:lnTo>
                    <a:pt x="113029" y="182879"/>
                  </a:lnTo>
                  <a:lnTo>
                    <a:pt x="110489" y="196850"/>
                  </a:lnTo>
                  <a:lnTo>
                    <a:pt x="109219" y="210819"/>
                  </a:lnTo>
                  <a:lnTo>
                    <a:pt x="107950" y="224789"/>
                  </a:lnTo>
                  <a:lnTo>
                    <a:pt x="106679" y="240029"/>
                  </a:lnTo>
                  <a:lnTo>
                    <a:pt x="106679" y="255269"/>
                  </a:lnTo>
                  <a:lnTo>
                    <a:pt x="105409" y="270509"/>
                  </a:lnTo>
                  <a:lnTo>
                    <a:pt x="105409" y="285750"/>
                  </a:lnTo>
                  <a:lnTo>
                    <a:pt x="105409" y="402589"/>
                  </a:lnTo>
                  <a:lnTo>
                    <a:pt x="105409" y="433069"/>
                  </a:lnTo>
                  <a:lnTo>
                    <a:pt x="105409" y="447039"/>
                  </a:lnTo>
                  <a:lnTo>
                    <a:pt x="106679" y="458469"/>
                  </a:lnTo>
                  <a:lnTo>
                    <a:pt x="106679" y="462279"/>
                  </a:lnTo>
                  <a:lnTo>
                    <a:pt x="106679" y="467359"/>
                  </a:lnTo>
                  <a:lnTo>
                    <a:pt x="107950" y="469900"/>
                  </a:lnTo>
                  <a:lnTo>
                    <a:pt x="107950" y="471169"/>
                  </a:lnTo>
                  <a:lnTo>
                    <a:pt x="107950" y="472439"/>
                  </a:lnTo>
                  <a:lnTo>
                    <a:pt x="109219" y="476250"/>
                  </a:lnTo>
                  <a:lnTo>
                    <a:pt x="110489" y="478789"/>
                  </a:lnTo>
                  <a:lnTo>
                    <a:pt x="110489" y="482600"/>
                  </a:lnTo>
                  <a:lnTo>
                    <a:pt x="111759" y="485139"/>
                  </a:lnTo>
                  <a:lnTo>
                    <a:pt x="113029" y="487679"/>
                  </a:lnTo>
                  <a:lnTo>
                    <a:pt x="114300" y="490219"/>
                  </a:lnTo>
                  <a:lnTo>
                    <a:pt x="115569" y="491489"/>
                  </a:lnTo>
                  <a:lnTo>
                    <a:pt x="118109" y="494029"/>
                  </a:lnTo>
                  <a:lnTo>
                    <a:pt x="119379" y="494029"/>
                  </a:lnTo>
                  <a:lnTo>
                    <a:pt x="119379" y="495300"/>
                  </a:lnTo>
                  <a:lnTo>
                    <a:pt x="121919" y="496569"/>
                  </a:lnTo>
                  <a:lnTo>
                    <a:pt x="124459" y="497839"/>
                  </a:lnTo>
                  <a:lnTo>
                    <a:pt x="127000" y="499109"/>
                  </a:lnTo>
                  <a:lnTo>
                    <a:pt x="129539" y="500379"/>
                  </a:lnTo>
                  <a:lnTo>
                    <a:pt x="132079" y="500379"/>
                  </a:lnTo>
                  <a:lnTo>
                    <a:pt x="137159" y="500379"/>
                  </a:lnTo>
                  <a:lnTo>
                    <a:pt x="139700" y="500379"/>
                  </a:lnTo>
                  <a:lnTo>
                    <a:pt x="139700" y="520700"/>
                  </a:lnTo>
                  <a:lnTo>
                    <a:pt x="0" y="520700"/>
                  </a:lnTo>
                  <a:lnTo>
                    <a:pt x="0" y="500379"/>
                  </a:lnTo>
                  <a:lnTo>
                    <a:pt x="3809" y="500379"/>
                  </a:lnTo>
                  <a:lnTo>
                    <a:pt x="6350" y="499109"/>
                  </a:lnTo>
                  <a:lnTo>
                    <a:pt x="10159" y="497839"/>
                  </a:lnTo>
                  <a:lnTo>
                    <a:pt x="13969" y="495300"/>
                  </a:lnTo>
                  <a:lnTo>
                    <a:pt x="15239" y="494029"/>
                  </a:lnTo>
                  <a:lnTo>
                    <a:pt x="16509" y="492759"/>
                  </a:lnTo>
                  <a:lnTo>
                    <a:pt x="17779" y="491489"/>
                  </a:lnTo>
                  <a:lnTo>
                    <a:pt x="19050" y="490219"/>
                  </a:lnTo>
                  <a:lnTo>
                    <a:pt x="19050" y="488950"/>
                  </a:lnTo>
                  <a:lnTo>
                    <a:pt x="20319" y="486409"/>
                  </a:lnTo>
                  <a:lnTo>
                    <a:pt x="21589" y="485139"/>
                  </a:lnTo>
                  <a:lnTo>
                    <a:pt x="21589" y="483869"/>
                  </a:lnTo>
                  <a:lnTo>
                    <a:pt x="22859" y="481329"/>
                  </a:lnTo>
                  <a:lnTo>
                    <a:pt x="24129" y="478789"/>
                  </a:lnTo>
                  <a:lnTo>
                    <a:pt x="24129" y="474979"/>
                  </a:lnTo>
                  <a:lnTo>
                    <a:pt x="24129" y="472439"/>
                  </a:lnTo>
                  <a:lnTo>
                    <a:pt x="25400" y="464819"/>
                  </a:lnTo>
                  <a:lnTo>
                    <a:pt x="26669" y="454659"/>
                  </a:lnTo>
                  <a:lnTo>
                    <a:pt x="26669" y="443229"/>
                  </a:lnTo>
                  <a:lnTo>
                    <a:pt x="27939" y="431800"/>
                  </a:lnTo>
                  <a:lnTo>
                    <a:pt x="27939" y="80009"/>
                  </a:lnTo>
                  <a:lnTo>
                    <a:pt x="26669" y="74929"/>
                  </a:lnTo>
                  <a:lnTo>
                    <a:pt x="26669" y="69850"/>
                  </a:lnTo>
                  <a:lnTo>
                    <a:pt x="26669" y="68579"/>
                  </a:lnTo>
                  <a:lnTo>
                    <a:pt x="26669" y="67309"/>
                  </a:lnTo>
                  <a:lnTo>
                    <a:pt x="25400" y="63500"/>
                  </a:lnTo>
                  <a:lnTo>
                    <a:pt x="24129" y="59689"/>
                  </a:lnTo>
                  <a:lnTo>
                    <a:pt x="24129" y="55879"/>
                  </a:lnTo>
                  <a:lnTo>
                    <a:pt x="22859" y="53339"/>
                  </a:lnTo>
                  <a:lnTo>
                    <a:pt x="21589" y="50800"/>
                  </a:lnTo>
                  <a:lnTo>
                    <a:pt x="20319" y="48259"/>
                  </a:lnTo>
                  <a:lnTo>
                    <a:pt x="19050" y="45719"/>
                  </a:lnTo>
                  <a:lnTo>
                    <a:pt x="17779" y="44450"/>
                  </a:lnTo>
                  <a:lnTo>
                    <a:pt x="16509" y="41909"/>
                  </a:lnTo>
                  <a:lnTo>
                    <a:pt x="13969" y="40639"/>
                  </a:lnTo>
                  <a:lnTo>
                    <a:pt x="12700" y="39369"/>
                  </a:lnTo>
                  <a:lnTo>
                    <a:pt x="10159" y="38100"/>
                  </a:lnTo>
                  <a:lnTo>
                    <a:pt x="7619" y="36829"/>
                  </a:lnTo>
                  <a:lnTo>
                    <a:pt x="5079" y="36829"/>
                  </a:lnTo>
                  <a:lnTo>
                    <a:pt x="2539" y="35559"/>
                  </a:lnTo>
                  <a:lnTo>
                    <a:pt x="0" y="34289"/>
                  </a:lnTo>
                  <a:lnTo>
                    <a:pt x="0" y="15239"/>
                  </a:lnTo>
                  <a:lnTo>
                    <a:pt x="105409" y="15239"/>
                  </a:lnTo>
                  <a:close/>
                </a:path>
              </a:pathLst>
            </a:custGeom>
            <a:ln w="12579">
              <a:solidFill>
                <a:srgbClr val="006600"/>
              </a:solidFill>
            </a:ln>
          </p:spPr>
          <p:txBody>
            <a:bodyPr wrap="square" lIns="0" tIns="0" rIns="0" bIns="0" rtlCol="0"/>
            <a:lstStyle/>
            <a:p/>
          </p:txBody>
        </p:sp>
        <p:sp>
          <p:nvSpPr>
            <p:cNvPr id="517" name="object 517"/>
            <p:cNvSpPr/>
            <p:nvPr/>
          </p:nvSpPr>
          <p:spPr>
            <a:xfrm>
              <a:off x="2225039" y="1143000"/>
              <a:ext cx="224789" cy="521970"/>
            </a:xfrm>
            <a:prstGeom prst="rect">
              <a:avLst/>
            </a:prstGeom>
            <a:blipFill>
              <a:blip r:embed="rId52" cstate="print"/>
              <a:stretch>
                <a:fillRect/>
              </a:stretch>
            </a:blipFill>
          </p:spPr>
          <p:txBody>
            <a:bodyPr wrap="square" lIns="0" tIns="0" rIns="0" bIns="0" rtlCol="0"/>
            <a:lstStyle/>
            <a:p/>
          </p:txBody>
        </p:sp>
        <p:sp>
          <p:nvSpPr>
            <p:cNvPr id="518" name="object 518"/>
            <p:cNvSpPr/>
            <p:nvPr/>
          </p:nvSpPr>
          <p:spPr>
            <a:xfrm>
              <a:off x="2225039" y="1144270"/>
              <a:ext cx="224790" cy="520700"/>
            </a:xfrm>
            <a:custGeom>
              <a:avLst/>
              <a:gdLst/>
              <a:ahLst/>
              <a:cxnLst/>
              <a:rect l="l" t="t" r="r" b="b"/>
              <a:pathLst>
                <a:path w="224789" h="520700">
                  <a:moveTo>
                    <a:pt x="106680" y="15239"/>
                  </a:moveTo>
                  <a:lnTo>
                    <a:pt x="106680" y="129539"/>
                  </a:lnTo>
                  <a:lnTo>
                    <a:pt x="119380" y="93979"/>
                  </a:lnTo>
                  <a:lnTo>
                    <a:pt x="125730" y="77469"/>
                  </a:lnTo>
                  <a:lnTo>
                    <a:pt x="132080" y="64769"/>
                  </a:lnTo>
                  <a:lnTo>
                    <a:pt x="137160" y="52069"/>
                  </a:lnTo>
                  <a:lnTo>
                    <a:pt x="142240" y="41909"/>
                  </a:lnTo>
                  <a:lnTo>
                    <a:pt x="166370" y="10159"/>
                  </a:lnTo>
                  <a:lnTo>
                    <a:pt x="171450" y="6350"/>
                  </a:lnTo>
                  <a:lnTo>
                    <a:pt x="176530" y="2539"/>
                  </a:lnTo>
                  <a:lnTo>
                    <a:pt x="180340" y="1269"/>
                  </a:lnTo>
                  <a:lnTo>
                    <a:pt x="185420" y="0"/>
                  </a:lnTo>
                  <a:lnTo>
                    <a:pt x="189230" y="0"/>
                  </a:lnTo>
                  <a:lnTo>
                    <a:pt x="193040" y="0"/>
                  </a:lnTo>
                  <a:lnTo>
                    <a:pt x="196850" y="1269"/>
                  </a:lnTo>
                  <a:lnTo>
                    <a:pt x="200660" y="2539"/>
                  </a:lnTo>
                  <a:lnTo>
                    <a:pt x="201930" y="2539"/>
                  </a:lnTo>
                  <a:lnTo>
                    <a:pt x="204470" y="3809"/>
                  </a:lnTo>
                  <a:lnTo>
                    <a:pt x="205740" y="5079"/>
                  </a:lnTo>
                  <a:lnTo>
                    <a:pt x="207010" y="7619"/>
                  </a:lnTo>
                  <a:lnTo>
                    <a:pt x="208280" y="7619"/>
                  </a:lnTo>
                  <a:lnTo>
                    <a:pt x="209550" y="10159"/>
                  </a:lnTo>
                  <a:lnTo>
                    <a:pt x="210820" y="11429"/>
                  </a:lnTo>
                  <a:lnTo>
                    <a:pt x="212090" y="13969"/>
                  </a:lnTo>
                  <a:lnTo>
                    <a:pt x="213360" y="16509"/>
                  </a:lnTo>
                  <a:lnTo>
                    <a:pt x="214630" y="17779"/>
                  </a:lnTo>
                  <a:lnTo>
                    <a:pt x="215900" y="20319"/>
                  </a:lnTo>
                  <a:lnTo>
                    <a:pt x="217170" y="22859"/>
                  </a:lnTo>
                  <a:lnTo>
                    <a:pt x="218440" y="26669"/>
                  </a:lnTo>
                  <a:lnTo>
                    <a:pt x="218440" y="29209"/>
                  </a:lnTo>
                  <a:lnTo>
                    <a:pt x="219710" y="31750"/>
                  </a:lnTo>
                  <a:lnTo>
                    <a:pt x="220980" y="34289"/>
                  </a:lnTo>
                  <a:lnTo>
                    <a:pt x="222250" y="40639"/>
                  </a:lnTo>
                  <a:lnTo>
                    <a:pt x="223520" y="48259"/>
                  </a:lnTo>
                  <a:lnTo>
                    <a:pt x="223520" y="54609"/>
                  </a:lnTo>
                  <a:lnTo>
                    <a:pt x="224790" y="62229"/>
                  </a:lnTo>
                  <a:lnTo>
                    <a:pt x="224790" y="71119"/>
                  </a:lnTo>
                  <a:lnTo>
                    <a:pt x="224790" y="80009"/>
                  </a:lnTo>
                  <a:lnTo>
                    <a:pt x="223520" y="88900"/>
                  </a:lnTo>
                  <a:lnTo>
                    <a:pt x="223520" y="95250"/>
                  </a:lnTo>
                  <a:lnTo>
                    <a:pt x="222250" y="102869"/>
                  </a:lnTo>
                  <a:lnTo>
                    <a:pt x="220980" y="110489"/>
                  </a:lnTo>
                  <a:lnTo>
                    <a:pt x="219710" y="113029"/>
                  </a:lnTo>
                  <a:lnTo>
                    <a:pt x="219710" y="115569"/>
                  </a:lnTo>
                  <a:lnTo>
                    <a:pt x="218440" y="119379"/>
                  </a:lnTo>
                  <a:lnTo>
                    <a:pt x="217170" y="121919"/>
                  </a:lnTo>
                  <a:lnTo>
                    <a:pt x="215900" y="124459"/>
                  </a:lnTo>
                  <a:lnTo>
                    <a:pt x="215900" y="127000"/>
                  </a:lnTo>
                  <a:lnTo>
                    <a:pt x="213360" y="132079"/>
                  </a:lnTo>
                  <a:lnTo>
                    <a:pt x="210820" y="135889"/>
                  </a:lnTo>
                  <a:lnTo>
                    <a:pt x="209550" y="137159"/>
                  </a:lnTo>
                  <a:lnTo>
                    <a:pt x="208280" y="139700"/>
                  </a:lnTo>
                  <a:lnTo>
                    <a:pt x="207010" y="140969"/>
                  </a:lnTo>
                  <a:lnTo>
                    <a:pt x="205740" y="142239"/>
                  </a:lnTo>
                  <a:lnTo>
                    <a:pt x="204470" y="143509"/>
                  </a:lnTo>
                  <a:lnTo>
                    <a:pt x="201930" y="144779"/>
                  </a:lnTo>
                  <a:lnTo>
                    <a:pt x="200660" y="146050"/>
                  </a:lnTo>
                  <a:lnTo>
                    <a:pt x="199390" y="146050"/>
                  </a:lnTo>
                  <a:lnTo>
                    <a:pt x="198120" y="147319"/>
                  </a:lnTo>
                  <a:lnTo>
                    <a:pt x="196850" y="147319"/>
                  </a:lnTo>
                  <a:lnTo>
                    <a:pt x="194310" y="147319"/>
                  </a:lnTo>
                  <a:lnTo>
                    <a:pt x="193040" y="147319"/>
                  </a:lnTo>
                  <a:lnTo>
                    <a:pt x="189230" y="147319"/>
                  </a:lnTo>
                  <a:lnTo>
                    <a:pt x="185420" y="146050"/>
                  </a:lnTo>
                  <a:lnTo>
                    <a:pt x="182880" y="144779"/>
                  </a:lnTo>
                  <a:lnTo>
                    <a:pt x="180340" y="143509"/>
                  </a:lnTo>
                  <a:lnTo>
                    <a:pt x="176530" y="140969"/>
                  </a:lnTo>
                  <a:lnTo>
                    <a:pt x="173990" y="137159"/>
                  </a:lnTo>
                  <a:lnTo>
                    <a:pt x="170180" y="133350"/>
                  </a:lnTo>
                  <a:lnTo>
                    <a:pt x="167640" y="129539"/>
                  </a:lnTo>
                  <a:lnTo>
                    <a:pt x="158750" y="114300"/>
                  </a:lnTo>
                  <a:lnTo>
                    <a:pt x="156210" y="110489"/>
                  </a:lnTo>
                  <a:lnTo>
                    <a:pt x="154940" y="107950"/>
                  </a:lnTo>
                  <a:lnTo>
                    <a:pt x="153670" y="107950"/>
                  </a:lnTo>
                  <a:lnTo>
                    <a:pt x="153670" y="106679"/>
                  </a:lnTo>
                  <a:lnTo>
                    <a:pt x="152400" y="106679"/>
                  </a:lnTo>
                  <a:lnTo>
                    <a:pt x="151130" y="105409"/>
                  </a:lnTo>
                  <a:lnTo>
                    <a:pt x="151130" y="105409"/>
                  </a:lnTo>
                  <a:lnTo>
                    <a:pt x="143510" y="105409"/>
                  </a:lnTo>
                  <a:lnTo>
                    <a:pt x="142240" y="106679"/>
                  </a:lnTo>
                  <a:lnTo>
                    <a:pt x="140970" y="107950"/>
                  </a:lnTo>
                  <a:lnTo>
                    <a:pt x="138430" y="109219"/>
                  </a:lnTo>
                  <a:lnTo>
                    <a:pt x="137160" y="111759"/>
                  </a:lnTo>
                  <a:lnTo>
                    <a:pt x="134620" y="114300"/>
                  </a:lnTo>
                  <a:lnTo>
                    <a:pt x="133350" y="118109"/>
                  </a:lnTo>
                  <a:lnTo>
                    <a:pt x="130810" y="121919"/>
                  </a:lnTo>
                  <a:lnTo>
                    <a:pt x="127000" y="127000"/>
                  </a:lnTo>
                  <a:lnTo>
                    <a:pt x="125730" y="133350"/>
                  </a:lnTo>
                  <a:lnTo>
                    <a:pt x="123190" y="139700"/>
                  </a:lnTo>
                  <a:lnTo>
                    <a:pt x="120650" y="146050"/>
                  </a:lnTo>
                  <a:lnTo>
                    <a:pt x="119380" y="153669"/>
                  </a:lnTo>
                  <a:lnTo>
                    <a:pt x="116840" y="161289"/>
                  </a:lnTo>
                  <a:lnTo>
                    <a:pt x="115570" y="170179"/>
                  </a:lnTo>
                  <a:lnTo>
                    <a:pt x="114300" y="182879"/>
                  </a:lnTo>
                  <a:lnTo>
                    <a:pt x="111760" y="196850"/>
                  </a:lnTo>
                  <a:lnTo>
                    <a:pt x="110490" y="210819"/>
                  </a:lnTo>
                  <a:lnTo>
                    <a:pt x="10922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62279"/>
                  </a:lnTo>
                  <a:lnTo>
                    <a:pt x="107950" y="467359"/>
                  </a:lnTo>
                  <a:lnTo>
                    <a:pt x="107950" y="469900"/>
                  </a:lnTo>
                  <a:lnTo>
                    <a:pt x="107950" y="471169"/>
                  </a:lnTo>
                  <a:lnTo>
                    <a:pt x="109220" y="472439"/>
                  </a:lnTo>
                  <a:lnTo>
                    <a:pt x="110490" y="476250"/>
                  </a:lnTo>
                  <a:lnTo>
                    <a:pt x="110490" y="478789"/>
                  </a:lnTo>
                  <a:lnTo>
                    <a:pt x="111760" y="482600"/>
                  </a:lnTo>
                  <a:lnTo>
                    <a:pt x="113030" y="485139"/>
                  </a:lnTo>
                  <a:lnTo>
                    <a:pt x="114300" y="487679"/>
                  </a:lnTo>
                  <a:lnTo>
                    <a:pt x="115570" y="490219"/>
                  </a:lnTo>
                  <a:lnTo>
                    <a:pt x="116840" y="491489"/>
                  </a:lnTo>
                  <a:lnTo>
                    <a:pt x="119380" y="49402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6510" y="494029"/>
                  </a:lnTo>
                  <a:lnTo>
                    <a:pt x="17780" y="492759"/>
                  </a:lnTo>
                  <a:lnTo>
                    <a:pt x="17780" y="491489"/>
                  </a:lnTo>
                  <a:lnTo>
                    <a:pt x="19050" y="490219"/>
                  </a:lnTo>
                  <a:lnTo>
                    <a:pt x="20320" y="488950"/>
                  </a:lnTo>
                  <a:lnTo>
                    <a:pt x="21590" y="486409"/>
                  </a:lnTo>
                  <a:lnTo>
                    <a:pt x="22860" y="485139"/>
                  </a:lnTo>
                  <a:lnTo>
                    <a:pt x="22860" y="483869"/>
                  </a:lnTo>
                  <a:lnTo>
                    <a:pt x="24130" y="481329"/>
                  </a:lnTo>
                  <a:lnTo>
                    <a:pt x="24130" y="478789"/>
                  </a:lnTo>
                  <a:lnTo>
                    <a:pt x="25400" y="474979"/>
                  </a:lnTo>
                  <a:lnTo>
                    <a:pt x="25400" y="472439"/>
                  </a:lnTo>
                  <a:lnTo>
                    <a:pt x="26670" y="464819"/>
                  </a:lnTo>
                  <a:lnTo>
                    <a:pt x="27940" y="454659"/>
                  </a:lnTo>
                  <a:lnTo>
                    <a:pt x="27940" y="443229"/>
                  </a:lnTo>
                  <a:lnTo>
                    <a:pt x="29210" y="431800"/>
                  </a:lnTo>
                  <a:lnTo>
                    <a:pt x="29210" y="401319"/>
                  </a:lnTo>
                  <a:lnTo>
                    <a:pt x="29210" y="121919"/>
                  </a:lnTo>
                  <a:lnTo>
                    <a:pt x="29210" y="102869"/>
                  </a:lnTo>
                  <a:lnTo>
                    <a:pt x="29210" y="86359"/>
                  </a:lnTo>
                  <a:lnTo>
                    <a:pt x="27940" y="80009"/>
                  </a:lnTo>
                  <a:lnTo>
                    <a:pt x="27940" y="74929"/>
                  </a:lnTo>
                  <a:lnTo>
                    <a:pt x="27940" y="69850"/>
                  </a:lnTo>
                  <a:lnTo>
                    <a:pt x="27940" y="68579"/>
                  </a:lnTo>
                  <a:lnTo>
                    <a:pt x="26670" y="67309"/>
                  </a:lnTo>
                  <a:lnTo>
                    <a:pt x="26670" y="63500"/>
                  </a:lnTo>
                  <a:lnTo>
                    <a:pt x="25400" y="59689"/>
                  </a:lnTo>
                  <a:lnTo>
                    <a:pt x="24130" y="55879"/>
                  </a:lnTo>
                  <a:lnTo>
                    <a:pt x="24130" y="53339"/>
                  </a:lnTo>
                  <a:lnTo>
                    <a:pt x="2286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19" name="object 519"/>
            <p:cNvSpPr/>
            <p:nvPr/>
          </p:nvSpPr>
          <p:spPr>
            <a:xfrm>
              <a:off x="2470150" y="914400"/>
              <a:ext cx="140969" cy="750570"/>
            </a:xfrm>
            <a:prstGeom prst="rect">
              <a:avLst/>
            </a:prstGeom>
            <a:blipFill>
              <a:blip r:embed="rId53" cstate="print"/>
              <a:stretch>
                <a:fillRect/>
              </a:stretch>
            </a:blipFill>
          </p:spPr>
          <p:txBody>
            <a:bodyPr wrap="square" lIns="0" tIns="0" rIns="0" bIns="0" rtlCol="0"/>
            <a:lstStyle/>
            <a:p/>
          </p:txBody>
        </p:sp>
        <p:sp>
          <p:nvSpPr>
            <p:cNvPr id="520" name="object 520"/>
            <p:cNvSpPr/>
            <p:nvPr/>
          </p:nvSpPr>
          <p:spPr>
            <a:xfrm>
              <a:off x="2490469" y="908050"/>
              <a:ext cx="99060" cy="180339"/>
            </a:xfrm>
            <a:prstGeom prst="rect">
              <a:avLst/>
            </a:prstGeom>
            <a:blipFill>
              <a:blip r:embed="rId54" cstate="print"/>
              <a:stretch>
                <a:fillRect/>
              </a:stretch>
            </a:blipFill>
          </p:spPr>
          <p:txBody>
            <a:bodyPr wrap="square" lIns="0" tIns="0" rIns="0" bIns="0" rtlCol="0"/>
            <a:lstStyle/>
            <a:p/>
          </p:txBody>
        </p:sp>
        <p:sp>
          <p:nvSpPr>
            <p:cNvPr id="521" name="object 521"/>
            <p:cNvSpPr/>
            <p:nvPr/>
          </p:nvSpPr>
          <p:spPr>
            <a:xfrm>
              <a:off x="2573019"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22" name="object 522"/>
            <p:cNvSpPr/>
            <p:nvPr/>
          </p:nvSpPr>
          <p:spPr>
            <a:xfrm>
              <a:off x="2463800" y="1560830"/>
              <a:ext cx="153669" cy="110490"/>
            </a:xfrm>
            <a:prstGeom prst="rect">
              <a:avLst/>
            </a:prstGeom>
            <a:blipFill>
              <a:blip r:embed="rId55" cstate="print"/>
              <a:stretch>
                <a:fillRect/>
              </a:stretch>
            </a:blipFill>
          </p:spPr>
          <p:txBody>
            <a:bodyPr wrap="square" lIns="0" tIns="0" rIns="0" bIns="0" rtlCol="0"/>
            <a:lstStyle/>
            <a:p/>
          </p:txBody>
        </p:sp>
        <p:sp>
          <p:nvSpPr>
            <p:cNvPr id="523" name="object 523"/>
            <p:cNvSpPr/>
            <p:nvPr/>
          </p:nvSpPr>
          <p:spPr>
            <a:xfrm>
              <a:off x="249428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24" name="object 524"/>
            <p:cNvSpPr/>
            <p:nvPr/>
          </p:nvSpPr>
          <p:spPr>
            <a:xfrm>
              <a:off x="2463800" y="1153159"/>
              <a:ext cx="121919" cy="110489"/>
            </a:xfrm>
            <a:prstGeom prst="rect">
              <a:avLst/>
            </a:prstGeom>
            <a:blipFill>
              <a:blip r:embed="rId56" cstate="print"/>
              <a:stretch>
                <a:fillRect/>
              </a:stretch>
            </a:blipFill>
          </p:spPr>
          <p:txBody>
            <a:bodyPr wrap="square" lIns="0" tIns="0" rIns="0" bIns="0" rtlCol="0"/>
            <a:lstStyle/>
            <a:p/>
          </p:txBody>
        </p:sp>
        <p:sp>
          <p:nvSpPr>
            <p:cNvPr id="525" name="object 525"/>
            <p:cNvSpPr/>
            <p:nvPr/>
          </p:nvSpPr>
          <p:spPr>
            <a:xfrm>
              <a:off x="2639060" y="1143000"/>
              <a:ext cx="218439" cy="537210"/>
            </a:xfrm>
            <a:prstGeom prst="rect">
              <a:avLst/>
            </a:prstGeom>
            <a:blipFill>
              <a:blip r:embed="rId57" cstate="print"/>
              <a:stretch>
                <a:fillRect/>
              </a:stretch>
            </a:blipFill>
          </p:spPr>
          <p:txBody>
            <a:bodyPr wrap="square" lIns="0" tIns="0" rIns="0" bIns="0" rtlCol="0"/>
            <a:lstStyle/>
            <a:p/>
          </p:txBody>
        </p:sp>
        <p:sp>
          <p:nvSpPr>
            <p:cNvPr id="526" name="object 526"/>
            <p:cNvSpPr/>
            <p:nvPr/>
          </p:nvSpPr>
          <p:spPr>
            <a:xfrm>
              <a:off x="2707640" y="1388109"/>
              <a:ext cx="149860" cy="215900"/>
            </a:xfrm>
            <a:custGeom>
              <a:avLst/>
              <a:gdLst/>
              <a:ahLst/>
              <a:cxnLst/>
              <a:rect l="l" t="t" r="r" b="b"/>
              <a:pathLst>
                <a:path w="149860" h="215900">
                  <a:moveTo>
                    <a:pt x="149860" y="0"/>
                  </a:moveTo>
                  <a:lnTo>
                    <a:pt x="6350" y="0"/>
                  </a:lnTo>
                  <a:lnTo>
                    <a:pt x="0" y="0"/>
                  </a:lnTo>
                  <a:lnTo>
                    <a:pt x="0" y="6350"/>
                  </a:lnTo>
                  <a:lnTo>
                    <a:pt x="1270" y="30480"/>
                  </a:lnTo>
                  <a:lnTo>
                    <a:pt x="2540" y="54610"/>
                  </a:lnTo>
                  <a:lnTo>
                    <a:pt x="5080" y="76200"/>
                  </a:lnTo>
                  <a:lnTo>
                    <a:pt x="8890" y="97790"/>
                  </a:lnTo>
                  <a:lnTo>
                    <a:pt x="12700" y="116840"/>
                  </a:lnTo>
                  <a:lnTo>
                    <a:pt x="16510" y="134620"/>
                  </a:lnTo>
                  <a:lnTo>
                    <a:pt x="16510" y="135890"/>
                  </a:lnTo>
                  <a:lnTo>
                    <a:pt x="21590" y="152400"/>
                  </a:lnTo>
                  <a:lnTo>
                    <a:pt x="22860" y="152400"/>
                  </a:lnTo>
                  <a:lnTo>
                    <a:pt x="27940" y="167640"/>
                  </a:lnTo>
                  <a:lnTo>
                    <a:pt x="33020" y="179070"/>
                  </a:lnTo>
                  <a:lnTo>
                    <a:pt x="34290" y="179070"/>
                  </a:lnTo>
                  <a:lnTo>
                    <a:pt x="39370" y="187960"/>
                  </a:lnTo>
                  <a:lnTo>
                    <a:pt x="41910" y="19177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58420" y="208280"/>
                  </a:lnTo>
                  <a:lnTo>
                    <a:pt x="60960" y="210820"/>
                  </a:lnTo>
                  <a:lnTo>
                    <a:pt x="64770" y="213360"/>
                  </a:lnTo>
                  <a:lnTo>
                    <a:pt x="66040" y="213360"/>
                  </a:lnTo>
                  <a:lnTo>
                    <a:pt x="68580" y="214630"/>
                  </a:lnTo>
                  <a:lnTo>
                    <a:pt x="72390" y="215900"/>
                  </a:lnTo>
                  <a:lnTo>
                    <a:pt x="86360" y="215900"/>
                  </a:lnTo>
                  <a:lnTo>
                    <a:pt x="90170" y="214630"/>
                  </a:lnTo>
                  <a:lnTo>
                    <a:pt x="93980" y="213360"/>
                  </a:lnTo>
                  <a:lnTo>
                    <a:pt x="96520" y="213360"/>
                  </a:lnTo>
                  <a:lnTo>
                    <a:pt x="99060" y="210820"/>
                  </a:lnTo>
                  <a:lnTo>
                    <a:pt x="100330" y="21082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9220" y="182880"/>
                  </a:lnTo>
                  <a:lnTo>
                    <a:pt x="105410" y="187960"/>
                  </a:lnTo>
                  <a:lnTo>
                    <a:pt x="106133" y="188506"/>
                  </a:lnTo>
                  <a:lnTo>
                    <a:pt x="102870" y="191770"/>
                  </a:lnTo>
                  <a:lnTo>
                    <a:pt x="99695" y="194945"/>
                  </a:lnTo>
                  <a:lnTo>
                    <a:pt x="99060" y="194310"/>
                  </a:lnTo>
                  <a:lnTo>
                    <a:pt x="95250" y="198120"/>
                  </a:lnTo>
                  <a:lnTo>
                    <a:pt x="95758" y="198628"/>
                  </a:lnTo>
                  <a:lnTo>
                    <a:pt x="93243" y="200304"/>
                  </a:lnTo>
                  <a:lnTo>
                    <a:pt x="92710" y="199390"/>
                  </a:lnTo>
                  <a:lnTo>
                    <a:pt x="91440" y="200660"/>
                  </a:lnTo>
                  <a:lnTo>
                    <a:pt x="87630" y="201930"/>
                  </a:lnTo>
                  <a:lnTo>
                    <a:pt x="86360" y="201930"/>
                  </a:lnTo>
                  <a:lnTo>
                    <a:pt x="86360" y="203200"/>
                  </a:lnTo>
                  <a:lnTo>
                    <a:pt x="85090" y="203631"/>
                  </a:lnTo>
                  <a:lnTo>
                    <a:pt x="8509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27" name="object 527"/>
            <p:cNvSpPr/>
            <p:nvPr/>
          </p:nvSpPr>
          <p:spPr>
            <a:xfrm>
              <a:off x="2656840" y="1502409"/>
              <a:ext cx="207010" cy="184150"/>
            </a:xfrm>
            <a:custGeom>
              <a:avLst/>
              <a:gdLst/>
              <a:ahLst/>
              <a:cxnLst/>
              <a:rect l="l" t="t" r="r" b="b"/>
              <a:pathLst>
                <a:path w="207010" h="184150">
                  <a:moveTo>
                    <a:pt x="207010" y="22860"/>
                  </a:moveTo>
                  <a:lnTo>
                    <a:pt x="205740" y="20320"/>
                  </a:lnTo>
                  <a:lnTo>
                    <a:pt x="195580" y="7620"/>
                  </a:lnTo>
                  <a:lnTo>
                    <a:pt x="189230" y="0"/>
                  </a:lnTo>
                  <a:lnTo>
                    <a:pt x="185420" y="10160"/>
                  </a:lnTo>
                  <a:lnTo>
                    <a:pt x="181610" y="21590"/>
                  </a:lnTo>
                  <a:lnTo>
                    <a:pt x="180340" y="21590"/>
                  </a:lnTo>
                  <a:lnTo>
                    <a:pt x="176530" y="31750"/>
                  </a:lnTo>
                  <a:lnTo>
                    <a:pt x="177609" y="32194"/>
                  </a:lnTo>
                  <a:lnTo>
                    <a:pt x="173990" y="40640"/>
                  </a:lnTo>
                  <a:lnTo>
                    <a:pt x="17907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63" y="106984"/>
                  </a:lnTo>
                  <a:lnTo>
                    <a:pt x="166370" y="106680"/>
                  </a:lnTo>
                  <a:lnTo>
                    <a:pt x="160020" y="119380"/>
                  </a:lnTo>
                  <a:lnTo>
                    <a:pt x="154940" y="130810"/>
                  </a:lnTo>
                  <a:lnTo>
                    <a:pt x="149174" y="138874"/>
                  </a:lnTo>
                  <a:lnTo>
                    <a:pt x="148590" y="138430"/>
                  </a:lnTo>
                  <a:lnTo>
                    <a:pt x="142760" y="146583"/>
                  </a:lnTo>
                  <a:lnTo>
                    <a:pt x="142240" y="146050"/>
                  </a:lnTo>
                  <a:lnTo>
                    <a:pt x="135890" y="153670"/>
                  </a:lnTo>
                  <a:lnTo>
                    <a:pt x="128270" y="158750"/>
                  </a:lnTo>
                  <a:lnTo>
                    <a:pt x="121920" y="163830"/>
                  </a:lnTo>
                  <a:lnTo>
                    <a:pt x="122174" y="164172"/>
                  </a:lnTo>
                  <a:lnTo>
                    <a:pt x="115570" y="166370"/>
                  </a:lnTo>
                  <a:lnTo>
                    <a:pt x="107950" y="170180"/>
                  </a:lnTo>
                  <a:lnTo>
                    <a:pt x="108026" y="170383"/>
                  </a:lnTo>
                  <a:lnTo>
                    <a:pt x="101600" y="171450"/>
                  </a:lnTo>
                  <a:lnTo>
                    <a:pt x="95250" y="171450"/>
                  </a:lnTo>
                  <a:lnTo>
                    <a:pt x="92710" y="171450"/>
                  </a:lnTo>
                  <a:lnTo>
                    <a:pt x="87630" y="171450"/>
                  </a:lnTo>
                  <a:lnTo>
                    <a:pt x="81229" y="170395"/>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20320" y="109220"/>
                  </a:lnTo>
                  <a:lnTo>
                    <a:pt x="15240" y="99060"/>
                  </a:lnTo>
                  <a:lnTo>
                    <a:pt x="11430" y="88900"/>
                  </a:lnTo>
                  <a:lnTo>
                    <a:pt x="6350" y="91440"/>
                  </a:lnTo>
                  <a:lnTo>
                    <a:pt x="0" y="92710"/>
                  </a:lnTo>
                  <a:lnTo>
                    <a:pt x="3810" y="104140"/>
                  </a:lnTo>
                  <a:lnTo>
                    <a:pt x="7620" y="113030"/>
                  </a:lnTo>
                  <a:lnTo>
                    <a:pt x="7620" y="114300"/>
                  </a:lnTo>
                  <a:lnTo>
                    <a:pt x="12700" y="123190"/>
                  </a:lnTo>
                  <a:lnTo>
                    <a:pt x="17780" y="132080"/>
                  </a:lnTo>
                  <a:lnTo>
                    <a:pt x="22860" y="139700"/>
                  </a:lnTo>
                  <a:lnTo>
                    <a:pt x="22860" y="140970"/>
                  </a:lnTo>
                  <a:lnTo>
                    <a:pt x="2794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5250" y="184150"/>
                  </a:lnTo>
                  <a:lnTo>
                    <a:pt x="102870" y="182880"/>
                  </a:lnTo>
                  <a:lnTo>
                    <a:pt x="11176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28" name="object 528"/>
            <p:cNvSpPr/>
            <p:nvPr/>
          </p:nvSpPr>
          <p:spPr>
            <a:xfrm>
              <a:off x="263271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9380" y="0"/>
                  </a:lnTo>
                  <a:lnTo>
                    <a:pt x="116840" y="0"/>
                  </a:lnTo>
                  <a:lnTo>
                    <a:pt x="111760" y="1270"/>
                  </a:lnTo>
                  <a:lnTo>
                    <a:pt x="105410" y="2540"/>
                  </a:lnTo>
                  <a:lnTo>
                    <a:pt x="104140" y="2540"/>
                  </a:lnTo>
                  <a:lnTo>
                    <a:pt x="99060" y="3810"/>
                  </a:lnTo>
                  <a:lnTo>
                    <a:pt x="99060" y="5080"/>
                  </a:lnTo>
                  <a:lnTo>
                    <a:pt x="92710" y="7620"/>
                  </a:lnTo>
                  <a:lnTo>
                    <a:pt x="87630" y="11430"/>
                  </a:lnTo>
                  <a:lnTo>
                    <a:pt x="86360" y="11430"/>
                  </a:lnTo>
                  <a:lnTo>
                    <a:pt x="81280" y="15240"/>
                  </a:lnTo>
                  <a:lnTo>
                    <a:pt x="81280" y="16510"/>
                  </a:lnTo>
                  <a:lnTo>
                    <a:pt x="76200" y="20320"/>
                  </a:lnTo>
                  <a:lnTo>
                    <a:pt x="71120" y="2540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34290" y="466090"/>
                  </a:lnTo>
                  <a:lnTo>
                    <a:pt x="39370" y="463550"/>
                  </a:lnTo>
                  <a:lnTo>
                    <a:pt x="35725" y="453834"/>
                  </a:lnTo>
                  <a:lnTo>
                    <a:pt x="36830" y="453390"/>
                  </a:lnTo>
                  <a:lnTo>
                    <a:pt x="30480" y="435610"/>
                  </a:lnTo>
                  <a:lnTo>
                    <a:pt x="30162" y="435737"/>
                  </a:lnTo>
                  <a:lnTo>
                    <a:pt x="25400" y="417830"/>
                  </a:lnTo>
                  <a:lnTo>
                    <a:pt x="21590" y="397510"/>
                  </a:lnTo>
                  <a:lnTo>
                    <a:pt x="17780" y="377190"/>
                  </a:lnTo>
                  <a:lnTo>
                    <a:pt x="15240" y="354330"/>
                  </a:lnTo>
                  <a:lnTo>
                    <a:pt x="15240" y="223520"/>
                  </a:lnTo>
                  <a:lnTo>
                    <a:pt x="17780" y="195580"/>
                  </a:lnTo>
                  <a:lnTo>
                    <a:pt x="21590" y="170180"/>
                  </a:lnTo>
                  <a:lnTo>
                    <a:pt x="26428" y="145961"/>
                  </a:lnTo>
                  <a:lnTo>
                    <a:pt x="26670" y="146050"/>
                  </a:lnTo>
                  <a:lnTo>
                    <a:pt x="29210" y="134620"/>
                  </a:lnTo>
                  <a:lnTo>
                    <a:pt x="31750" y="123190"/>
                  </a:lnTo>
                  <a:lnTo>
                    <a:pt x="35191" y="112852"/>
                  </a:lnTo>
                  <a:lnTo>
                    <a:pt x="35560" y="113030"/>
                  </a:lnTo>
                  <a:lnTo>
                    <a:pt x="39370" y="102870"/>
                  </a:lnTo>
                  <a:lnTo>
                    <a:pt x="42786" y="93751"/>
                  </a:lnTo>
                  <a:lnTo>
                    <a:pt x="43180" y="93980"/>
                  </a:lnTo>
                  <a:lnTo>
                    <a:pt x="46990" y="83820"/>
                  </a:lnTo>
                  <a:lnTo>
                    <a:pt x="55880" y="66040"/>
                  </a:lnTo>
                  <a:lnTo>
                    <a:pt x="66040" y="50800"/>
                  </a:lnTo>
                  <a:lnTo>
                    <a:pt x="65697" y="50673"/>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9380" y="11938"/>
                  </a:lnTo>
                  <a:lnTo>
                    <a:pt x="119380" y="12700"/>
                  </a:lnTo>
                  <a:lnTo>
                    <a:pt x="124460" y="12700"/>
                  </a:lnTo>
                  <a:lnTo>
                    <a:pt x="129540" y="12700"/>
                  </a:lnTo>
                  <a:lnTo>
                    <a:pt x="132080" y="13970"/>
                  </a:lnTo>
                  <a:lnTo>
                    <a:pt x="133350" y="13970"/>
                  </a:lnTo>
                  <a:lnTo>
                    <a:pt x="137160" y="13970"/>
                  </a:lnTo>
                  <a:lnTo>
                    <a:pt x="139700" y="1270"/>
                  </a:lnTo>
                  <a:close/>
                </a:path>
              </a:pathLst>
            </a:custGeom>
            <a:solidFill>
              <a:srgbClr val="006600"/>
            </a:solidFill>
          </p:spPr>
          <p:txBody>
            <a:bodyPr wrap="square" lIns="0" tIns="0" rIns="0" bIns="0" rtlCol="0"/>
            <a:lstStyle/>
            <a:p/>
          </p:txBody>
        </p:sp>
        <p:sp>
          <p:nvSpPr>
            <p:cNvPr id="529" name="object 529"/>
            <p:cNvSpPr/>
            <p:nvPr/>
          </p:nvSpPr>
          <p:spPr>
            <a:xfrm>
              <a:off x="2762250" y="1139189"/>
              <a:ext cx="101600" cy="261620"/>
            </a:xfrm>
            <a:custGeom>
              <a:avLst/>
              <a:gdLst/>
              <a:ahLst/>
              <a:cxnLst/>
              <a:rect l="l" t="t" r="r" b="b"/>
              <a:pathLst>
                <a:path w="101600" h="261619">
                  <a:moveTo>
                    <a:pt x="33020" y="144780"/>
                  </a:moveTo>
                  <a:lnTo>
                    <a:pt x="31750" y="144780"/>
                  </a:lnTo>
                  <a:lnTo>
                    <a:pt x="30480" y="130810"/>
                  </a:lnTo>
                  <a:lnTo>
                    <a:pt x="30480" y="129540"/>
                  </a:lnTo>
                  <a:lnTo>
                    <a:pt x="29210" y="118110"/>
                  </a:lnTo>
                  <a:lnTo>
                    <a:pt x="27940" y="106680"/>
                  </a:lnTo>
                  <a:lnTo>
                    <a:pt x="27940" y="97790"/>
                  </a:lnTo>
                  <a:lnTo>
                    <a:pt x="26670" y="90170"/>
                  </a:lnTo>
                  <a:lnTo>
                    <a:pt x="2540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3594" y="56730"/>
                  </a:lnTo>
                  <a:lnTo>
                    <a:pt x="2540" y="57150"/>
                  </a:lnTo>
                  <a:lnTo>
                    <a:pt x="5080" y="60960"/>
                  </a:lnTo>
                  <a:lnTo>
                    <a:pt x="6350" y="67310"/>
                  </a:lnTo>
                  <a:lnTo>
                    <a:pt x="6781" y="67144"/>
                  </a:lnTo>
                  <a:lnTo>
                    <a:pt x="8890" y="72390"/>
                  </a:lnTo>
                  <a:lnTo>
                    <a:pt x="11430" y="78740"/>
                  </a:lnTo>
                  <a:lnTo>
                    <a:pt x="11620" y="78651"/>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3020" y="218440"/>
                  </a:lnTo>
                  <a:lnTo>
                    <a:pt x="3302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3810" y="6350"/>
                  </a:lnTo>
                  <a:lnTo>
                    <a:pt x="3810" y="12700"/>
                  </a:lnTo>
                  <a:lnTo>
                    <a:pt x="6350" y="12700"/>
                  </a:lnTo>
                  <a:lnTo>
                    <a:pt x="11430" y="13970"/>
                  </a:lnTo>
                  <a:lnTo>
                    <a:pt x="15240" y="16510"/>
                  </a:lnTo>
                  <a:lnTo>
                    <a:pt x="15595" y="15608"/>
                  </a:lnTo>
                  <a:lnTo>
                    <a:pt x="19050" y="19050"/>
                  </a:lnTo>
                  <a:lnTo>
                    <a:pt x="20320" y="19050"/>
                  </a:lnTo>
                  <a:lnTo>
                    <a:pt x="23368" y="21082"/>
                  </a:lnTo>
                  <a:lnTo>
                    <a:pt x="22860" y="21590"/>
                  </a:lnTo>
                  <a:lnTo>
                    <a:pt x="27940" y="25400"/>
                  </a:lnTo>
                  <a:lnTo>
                    <a:pt x="28409" y="24765"/>
                  </a:lnTo>
                  <a:lnTo>
                    <a:pt x="30670" y="27800"/>
                  </a:lnTo>
                  <a:lnTo>
                    <a:pt x="30480" y="27940"/>
                  </a:lnTo>
                  <a:lnTo>
                    <a:pt x="31750" y="29210"/>
                  </a:lnTo>
                  <a:lnTo>
                    <a:pt x="35560" y="3302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3820" y="1714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30" name="object 530"/>
            <p:cNvSpPr/>
            <p:nvPr/>
          </p:nvSpPr>
          <p:spPr>
            <a:xfrm>
              <a:off x="270637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322" y="18669"/>
                  </a:lnTo>
                  <a:lnTo>
                    <a:pt x="38100" y="17780"/>
                  </a:lnTo>
                  <a:lnTo>
                    <a:pt x="38938" y="16090"/>
                  </a:lnTo>
                  <a:lnTo>
                    <a:pt x="39370" y="16510"/>
                  </a:lnTo>
                  <a:lnTo>
                    <a:pt x="40640" y="15240"/>
                  </a:lnTo>
                  <a:lnTo>
                    <a:pt x="41910" y="13970"/>
                  </a:lnTo>
                  <a:lnTo>
                    <a:pt x="43180" y="13970"/>
                  </a:lnTo>
                  <a:lnTo>
                    <a:pt x="44450" y="13970"/>
                  </a:lnTo>
                  <a:lnTo>
                    <a:pt x="4572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318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4130" y="16510"/>
                  </a:lnTo>
                  <a:lnTo>
                    <a:pt x="22860" y="16510"/>
                  </a:lnTo>
                  <a:lnTo>
                    <a:pt x="22860" y="17780"/>
                  </a:lnTo>
                  <a:lnTo>
                    <a:pt x="22072" y="19354"/>
                  </a:lnTo>
                  <a:lnTo>
                    <a:pt x="21590" y="19050"/>
                  </a:lnTo>
                  <a:lnTo>
                    <a:pt x="20320" y="2286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sp>
          <p:nvSpPr>
            <p:cNvPr id="531" name="object 531"/>
            <p:cNvSpPr/>
            <p:nvPr/>
          </p:nvSpPr>
          <p:spPr>
            <a:xfrm>
              <a:off x="2891789" y="1143000"/>
              <a:ext cx="224789" cy="521970"/>
            </a:xfrm>
            <a:prstGeom prst="rect">
              <a:avLst/>
            </a:prstGeom>
            <a:blipFill>
              <a:blip r:embed="rId52" cstate="print"/>
              <a:stretch>
                <a:fillRect/>
              </a:stretch>
            </a:blipFill>
          </p:spPr>
          <p:txBody>
            <a:bodyPr wrap="square" lIns="0" tIns="0" rIns="0" bIns="0" rtlCol="0"/>
            <a:lstStyle/>
            <a:p/>
          </p:txBody>
        </p:sp>
        <p:sp>
          <p:nvSpPr>
            <p:cNvPr id="532" name="object 532"/>
            <p:cNvSpPr/>
            <p:nvPr/>
          </p:nvSpPr>
          <p:spPr>
            <a:xfrm>
              <a:off x="2891789" y="1144270"/>
              <a:ext cx="223520" cy="520700"/>
            </a:xfrm>
            <a:custGeom>
              <a:avLst/>
              <a:gdLst/>
              <a:ahLst/>
              <a:cxnLst/>
              <a:rect l="l" t="t" r="r" b="b"/>
              <a:pathLst>
                <a:path w="223519" h="520700">
                  <a:moveTo>
                    <a:pt x="106680" y="15239"/>
                  </a:moveTo>
                  <a:lnTo>
                    <a:pt x="106680" y="129539"/>
                  </a:lnTo>
                  <a:lnTo>
                    <a:pt x="119380" y="93979"/>
                  </a:lnTo>
                  <a:lnTo>
                    <a:pt x="125730" y="77469"/>
                  </a:lnTo>
                  <a:lnTo>
                    <a:pt x="130810" y="64769"/>
                  </a:lnTo>
                  <a:lnTo>
                    <a:pt x="137160" y="52069"/>
                  </a:lnTo>
                  <a:lnTo>
                    <a:pt x="142240" y="41909"/>
                  </a:lnTo>
                  <a:lnTo>
                    <a:pt x="147320" y="33019"/>
                  </a:lnTo>
                  <a:lnTo>
                    <a:pt x="152400" y="25400"/>
                  </a:lnTo>
                  <a:lnTo>
                    <a:pt x="156210" y="19050"/>
                  </a:lnTo>
                  <a:lnTo>
                    <a:pt x="161290" y="13969"/>
                  </a:lnTo>
                  <a:lnTo>
                    <a:pt x="166370" y="10159"/>
                  </a:lnTo>
                  <a:lnTo>
                    <a:pt x="171450" y="6350"/>
                  </a:lnTo>
                  <a:lnTo>
                    <a:pt x="175260" y="2539"/>
                  </a:lnTo>
                  <a:lnTo>
                    <a:pt x="180340" y="1269"/>
                  </a:lnTo>
                  <a:lnTo>
                    <a:pt x="185420" y="0"/>
                  </a:lnTo>
                  <a:lnTo>
                    <a:pt x="189230" y="0"/>
                  </a:lnTo>
                  <a:lnTo>
                    <a:pt x="193040" y="0"/>
                  </a:lnTo>
                  <a:lnTo>
                    <a:pt x="196850" y="1269"/>
                  </a:lnTo>
                  <a:lnTo>
                    <a:pt x="200660" y="2539"/>
                  </a:lnTo>
                  <a:lnTo>
                    <a:pt x="201930" y="2539"/>
                  </a:lnTo>
                  <a:lnTo>
                    <a:pt x="203200" y="3809"/>
                  </a:lnTo>
                  <a:lnTo>
                    <a:pt x="204470" y="5079"/>
                  </a:lnTo>
                  <a:lnTo>
                    <a:pt x="207010" y="7619"/>
                  </a:lnTo>
                  <a:lnTo>
                    <a:pt x="208280" y="7619"/>
                  </a:lnTo>
                  <a:lnTo>
                    <a:pt x="209550" y="10159"/>
                  </a:lnTo>
                  <a:lnTo>
                    <a:pt x="210820" y="11429"/>
                  </a:lnTo>
                  <a:lnTo>
                    <a:pt x="212090" y="13969"/>
                  </a:lnTo>
                  <a:lnTo>
                    <a:pt x="213360" y="16509"/>
                  </a:lnTo>
                  <a:lnTo>
                    <a:pt x="214630" y="17779"/>
                  </a:lnTo>
                  <a:lnTo>
                    <a:pt x="215900" y="20319"/>
                  </a:lnTo>
                  <a:lnTo>
                    <a:pt x="215900" y="22859"/>
                  </a:lnTo>
                  <a:lnTo>
                    <a:pt x="217170" y="26669"/>
                  </a:lnTo>
                  <a:lnTo>
                    <a:pt x="218440" y="29209"/>
                  </a:lnTo>
                  <a:lnTo>
                    <a:pt x="219710" y="31750"/>
                  </a:lnTo>
                  <a:lnTo>
                    <a:pt x="220980" y="34289"/>
                  </a:lnTo>
                  <a:lnTo>
                    <a:pt x="220980" y="40639"/>
                  </a:lnTo>
                  <a:lnTo>
                    <a:pt x="222250" y="48259"/>
                  </a:lnTo>
                  <a:lnTo>
                    <a:pt x="223520" y="54609"/>
                  </a:lnTo>
                  <a:lnTo>
                    <a:pt x="223520" y="62229"/>
                  </a:lnTo>
                  <a:lnTo>
                    <a:pt x="223520" y="71119"/>
                  </a:lnTo>
                  <a:lnTo>
                    <a:pt x="223520" y="80009"/>
                  </a:lnTo>
                  <a:lnTo>
                    <a:pt x="223520" y="88900"/>
                  </a:lnTo>
                  <a:lnTo>
                    <a:pt x="222250" y="95250"/>
                  </a:lnTo>
                  <a:lnTo>
                    <a:pt x="220980" y="102869"/>
                  </a:lnTo>
                  <a:lnTo>
                    <a:pt x="220980" y="110489"/>
                  </a:lnTo>
                  <a:lnTo>
                    <a:pt x="219710" y="113029"/>
                  </a:lnTo>
                  <a:lnTo>
                    <a:pt x="218440" y="115569"/>
                  </a:lnTo>
                  <a:lnTo>
                    <a:pt x="218440" y="119379"/>
                  </a:lnTo>
                  <a:lnTo>
                    <a:pt x="217170" y="121919"/>
                  </a:lnTo>
                  <a:lnTo>
                    <a:pt x="215900" y="124459"/>
                  </a:lnTo>
                  <a:lnTo>
                    <a:pt x="214630" y="127000"/>
                  </a:lnTo>
                  <a:lnTo>
                    <a:pt x="212090" y="132079"/>
                  </a:lnTo>
                  <a:lnTo>
                    <a:pt x="209550" y="135889"/>
                  </a:lnTo>
                  <a:lnTo>
                    <a:pt x="208280" y="137159"/>
                  </a:lnTo>
                  <a:lnTo>
                    <a:pt x="207010" y="139700"/>
                  </a:lnTo>
                  <a:lnTo>
                    <a:pt x="205740" y="140969"/>
                  </a:lnTo>
                  <a:lnTo>
                    <a:pt x="204470" y="142239"/>
                  </a:lnTo>
                  <a:lnTo>
                    <a:pt x="203200" y="143509"/>
                  </a:lnTo>
                  <a:lnTo>
                    <a:pt x="201930" y="144779"/>
                  </a:lnTo>
                  <a:lnTo>
                    <a:pt x="200660" y="146050"/>
                  </a:lnTo>
                  <a:lnTo>
                    <a:pt x="199390" y="146050"/>
                  </a:lnTo>
                  <a:lnTo>
                    <a:pt x="196850" y="147319"/>
                  </a:lnTo>
                  <a:lnTo>
                    <a:pt x="194310" y="147319"/>
                  </a:lnTo>
                  <a:lnTo>
                    <a:pt x="193040" y="147319"/>
                  </a:lnTo>
                  <a:lnTo>
                    <a:pt x="189230" y="147319"/>
                  </a:lnTo>
                  <a:lnTo>
                    <a:pt x="185420" y="146050"/>
                  </a:lnTo>
                  <a:lnTo>
                    <a:pt x="182880" y="144779"/>
                  </a:lnTo>
                  <a:lnTo>
                    <a:pt x="179070" y="143509"/>
                  </a:lnTo>
                  <a:lnTo>
                    <a:pt x="175260" y="140969"/>
                  </a:lnTo>
                  <a:lnTo>
                    <a:pt x="172720" y="137159"/>
                  </a:lnTo>
                  <a:lnTo>
                    <a:pt x="170180" y="133350"/>
                  </a:lnTo>
                  <a:lnTo>
                    <a:pt x="167640" y="129539"/>
                  </a:lnTo>
                  <a:lnTo>
                    <a:pt x="158750" y="114300"/>
                  </a:lnTo>
                  <a:lnTo>
                    <a:pt x="156210" y="110489"/>
                  </a:lnTo>
                  <a:lnTo>
                    <a:pt x="154940" y="107950"/>
                  </a:lnTo>
                  <a:lnTo>
                    <a:pt x="153670" y="107950"/>
                  </a:lnTo>
                  <a:lnTo>
                    <a:pt x="152400" y="106679"/>
                  </a:lnTo>
                  <a:lnTo>
                    <a:pt x="151130" y="105409"/>
                  </a:lnTo>
                  <a:lnTo>
                    <a:pt x="149860" y="105409"/>
                  </a:lnTo>
                  <a:lnTo>
                    <a:pt x="148590" y="105409"/>
                  </a:lnTo>
                  <a:lnTo>
                    <a:pt x="146050" y="105409"/>
                  </a:lnTo>
                  <a:lnTo>
                    <a:pt x="143510" y="105409"/>
                  </a:lnTo>
                  <a:lnTo>
                    <a:pt x="142240" y="106679"/>
                  </a:lnTo>
                  <a:lnTo>
                    <a:pt x="139700" y="107950"/>
                  </a:lnTo>
                  <a:lnTo>
                    <a:pt x="138430" y="109219"/>
                  </a:lnTo>
                  <a:lnTo>
                    <a:pt x="137160" y="111759"/>
                  </a:lnTo>
                  <a:lnTo>
                    <a:pt x="134620" y="114300"/>
                  </a:lnTo>
                  <a:lnTo>
                    <a:pt x="132080" y="118109"/>
                  </a:lnTo>
                  <a:lnTo>
                    <a:pt x="129540" y="121919"/>
                  </a:lnTo>
                  <a:lnTo>
                    <a:pt x="127000" y="127000"/>
                  </a:lnTo>
                  <a:lnTo>
                    <a:pt x="124460" y="133350"/>
                  </a:lnTo>
                  <a:lnTo>
                    <a:pt x="121920" y="139700"/>
                  </a:lnTo>
                  <a:lnTo>
                    <a:pt x="120650" y="146050"/>
                  </a:lnTo>
                  <a:lnTo>
                    <a:pt x="118110" y="153669"/>
                  </a:lnTo>
                  <a:lnTo>
                    <a:pt x="116840" y="161289"/>
                  </a:lnTo>
                  <a:lnTo>
                    <a:pt x="115570" y="170179"/>
                  </a:lnTo>
                  <a:lnTo>
                    <a:pt x="113030" y="182879"/>
                  </a:lnTo>
                  <a:lnTo>
                    <a:pt x="111760" y="196850"/>
                  </a:lnTo>
                  <a:lnTo>
                    <a:pt x="110490" y="210819"/>
                  </a:lnTo>
                  <a:lnTo>
                    <a:pt x="107950" y="224789"/>
                  </a:lnTo>
                  <a:lnTo>
                    <a:pt x="107950" y="240029"/>
                  </a:lnTo>
                  <a:lnTo>
                    <a:pt x="107950" y="255269"/>
                  </a:lnTo>
                  <a:lnTo>
                    <a:pt x="106680" y="270509"/>
                  </a:lnTo>
                  <a:lnTo>
                    <a:pt x="106680" y="285750"/>
                  </a:lnTo>
                  <a:lnTo>
                    <a:pt x="106680" y="402589"/>
                  </a:lnTo>
                  <a:lnTo>
                    <a:pt x="106680" y="433069"/>
                  </a:lnTo>
                  <a:lnTo>
                    <a:pt x="106680" y="447039"/>
                  </a:lnTo>
                  <a:lnTo>
                    <a:pt x="107950" y="458469"/>
                  </a:lnTo>
                  <a:lnTo>
                    <a:pt x="107950" y="472439"/>
                  </a:lnTo>
                  <a:lnTo>
                    <a:pt x="109220" y="476250"/>
                  </a:lnTo>
                  <a:lnTo>
                    <a:pt x="110490" y="478789"/>
                  </a:lnTo>
                  <a:lnTo>
                    <a:pt x="111760" y="482600"/>
                  </a:lnTo>
                  <a:lnTo>
                    <a:pt x="113030" y="485139"/>
                  </a:lnTo>
                  <a:lnTo>
                    <a:pt x="114300" y="487679"/>
                  </a:lnTo>
                  <a:lnTo>
                    <a:pt x="115570" y="490219"/>
                  </a:lnTo>
                  <a:lnTo>
                    <a:pt x="116840" y="491489"/>
                  </a:lnTo>
                  <a:lnTo>
                    <a:pt x="118110" y="494029"/>
                  </a:lnTo>
                  <a:lnTo>
                    <a:pt x="119380" y="494029"/>
                  </a:lnTo>
                  <a:lnTo>
                    <a:pt x="119380" y="495300"/>
                  </a:lnTo>
                  <a:lnTo>
                    <a:pt x="121920" y="496569"/>
                  </a:lnTo>
                  <a:lnTo>
                    <a:pt x="124460" y="497839"/>
                  </a:lnTo>
                  <a:lnTo>
                    <a:pt x="127000" y="499109"/>
                  </a:lnTo>
                  <a:lnTo>
                    <a:pt x="130810" y="500379"/>
                  </a:lnTo>
                  <a:lnTo>
                    <a:pt x="133350" y="500379"/>
                  </a:lnTo>
                  <a:lnTo>
                    <a:pt x="137160" y="500379"/>
                  </a:lnTo>
                  <a:lnTo>
                    <a:pt x="140970" y="500379"/>
                  </a:lnTo>
                  <a:lnTo>
                    <a:pt x="140970" y="520700"/>
                  </a:lnTo>
                  <a:lnTo>
                    <a:pt x="0" y="520700"/>
                  </a:lnTo>
                  <a:lnTo>
                    <a:pt x="0" y="500379"/>
                  </a:lnTo>
                  <a:lnTo>
                    <a:pt x="3810" y="500379"/>
                  </a:lnTo>
                  <a:lnTo>
                    <a:pt x="7620" y="499109"/>
                  </a:lnTo>
                  <a:lnTo>
                    <a:pt x="11430" y="497839"/>
                  </a:lnTo>
                  <a:lnTo>
                    <a:pt x="13970" y="495300"/>
                  </a:lnTo>
                  <a:lnTo>
                    <a:pt x="15240" y="494029"/>
                  </a:lnTo>
                  <a:lnTo>
                    <a:pt x="16510" y="492759"/>
                  </a:lnTo>
                  <a:lnTo>
                    <a:pt x="17780" y="491489"/>
                  </a:lnTo>
                  <a:lnTo>
                    <a:pt x="19050" y="490219"/>
                  </a:lnTo>
                  <a:lnTo>
                    <a:pt x="20320" y="488950"/>
                  </a:lnTo>
                  <a:lnTo>
                    <a:pt x="21590" y="486409"/>
                  </a:lnTo>
                  <a:lnTo>
                    <a:pt x="21590" y="485139"/>
                  </a:lnTo>
                  <a:lnTo>
                    <a:pt x="22860" y="483869"/>
                  </a:lnTo>
                  <a:lnTo>
                    <a:pt x="22860" y="481329"/>
                  </a:lnTo>
                  <a:lnTo>
                    <a:pt x="24130" y="478789"/>
                  </a:lnTo>
                  <a:lnTo>
                    <a:pt x="24130" y="474979"/>
                  </a:lnTo>
                  <a:lnTo>
                    <a:pt x="25400" y="472439"/>
                  </a:lnTo>
                  <a:lnTo>
                    <a:pt x="26670" y="464819"/>
                  </a:lnTo>
                  <a:lnTo>
                    <a:pt x="27940" y="454659"/>
                  </a:lnTo>
                  <a:lnTo>
                    <a:pt x="27940" y="443229"/>
                  </a:lnTo>
                  <a:lnTo>
                    <a:pt x="27940" y="431800"/>
                  </a:lnTo>
                  <a:lnTo>
                    <a:pt x="29210" y="401319"/>
                  </a:lnTo>
                  <a:lnTo>
                    <a:pt x="29210" y="121919"/>
                  </a:lnTo>
                  <a:lnTo>
                    <a:pt x="29210" y="102869"/>
                  </a:lnTo>
                  <a:lnTo>
                    <a:pt x="27940" y="86359"/>
                  </a:lnTo>
                  <a:lnTo>
                    <a:pt x="27940" y="80009"/>
                  </a:lnTo>
                  <a:lnTo>
                    <a:pt x="27940" y="74929"/>
                  </a:lnTo>
                  <a:lnTo>
                    <a:pt x="26670" y="69850"/>
                  </a:lnTo>
                  <a:lnTo>
                    <a:pt x="26670" y="68579"/>
                  </a:lnTo>
                  <a:lnTo>
                    <a:pt x="26670" y="67309"/>
                  </a:lnTo>
                  <a:lnTo>
                    <a:pt x="25400" y="63500"/>
                  </a:lnTo>
                  <a:lnTo>
                    <a:pt x="25400" y="59689"/>
                  </a:lnTo>
                  <a:lnTo>
                    <a:pt x="24130" y="55879"/>
                  </a:lnTo>
                  <a:lnTo>
                    <a:pt x="22860" y="53339"/>
                  </a:lnTo>
                  <a:lnTo>
                    <a:pt x="21590" y="50800"/>
                  </a:lnTo>
                  <a:lnTo>
                    <a:pt x="21590" y="48259"/>
                  </a:lnTo>
                  <a:lnTo>
                    <a:pt x="20320" y="45719"/>
                  </a:lnTo>
                  <a:lnTo>
                    <a:pt x="19050" y="45719"/>
                  </a:lnTo>
                  <a:lnTo>
                    <a:pt x="19050" y="44450"/>
                  </a:lnTo>
                  <a:lnTo>
                    <a:pt x="17780" y="41909"/>
                  </a:lnTo>
                  <a:lnTo>
                    <a:pt x="15240" y="40639"/>
                  </a:lnTo>
                  <a:lnTo>
                    <a:pt x="13970" y="39369"/>
                  </a:lnTo>
                  <a:lnTo>
                    <a:pt x="11430" y="38100"/>
                  </a:lnTo>
                  <a:lnTo>
                    <a:pt x="8890" y="36829"/>
                  </a:lnTo>
                  <a:lnTo>
                    <a:pt x="6350" y="36829"/>
                  </a:lnTo>
                  <a:lnTo>
                    <a:pt x="254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533" name="object 533"/>
            <p:cNvSpPr/>
            <p:nvPr/>
          </p:nvSpPr>
          <p:spPr>
            <a:xfrm>
              <a:off x="3147060" y="1143000"/>
              <a:ext cx="179070" cy="537210"/>
            </a:xfrm>
            <a:prstGeom prst="rect">
              <a:avLst/>
            </a:prstGeom>
            <a:blipFill>
              <a:blip r:embed="rId58" cstate="print"/>
              <a:stretch>
                <a:fillRect/>
              </a:stretch>
            </a:blipFill>
          </p:spPr>
          <p:txBody>
            <a:bodyPr wrap="square" lIns="0" tIns="0" rIns="0" bIns="0" rtlCol="0"/>
            <a:lstStyle/>
            <a:p/>
          </p:txBody>
        </p:sp>
        <p:sp>
          <p:nvSpPr>
            <p:cNvPr id="534" name="object 534"/>
            <p:cNvSpPr/>
            <p:nvPr/>
          </p:nvSpPr>
          <p:spPr>
            <a:xfrm>
              <a:off x="3147060" y="1144270"/>
              <a:ext cx="179070" cy="535940"/>
            </a:xfrm>
            <a:custGeom>
              <a:avLst/>
              <a:gdLst/>
              <a:ahLst/>
              <a:cxnLst/>
              <a:rect l="l" t="t" r="r" b="b"/>
              <a:pathLst>
                <a:path w="179070" h="535939">
                  <a:moveTo>
                    <a:pt x="161289" y="1269"/>
                  </a:moveTo>
                  <a:lnTo>
                    <a:pt x="165100" y="172719"/>
                  </a:lnTo>
                  <a:lnTo>
                    <a:pt x="156210" y="172719"/>
                  </a:lnTo>
                  <a:lnTo>
                    <a:pt x="152400" y="154939"/>
                  </a:lnTo>
                  <a:lnTo>
                    <a:pt x="147319" y="137159"/>
                  </a:lnTo>
                  <a:lnTo>
                    <a:pt x="143510" y="123189"/>
                  </a:lnTo>
                  <a:lnTo>
                    <a:pt x="138429" y="109219"/>
                  </a:lnTo>
                  <a:lnTo>
                    <a:pt x="134619" y="96519"/>
                  </a:lnTo>
                  <a:lnTo>
                    <a:pt x="129539" y="85089"/>
                  </a:lnTo>
                  <a:lnTo>
                    <a:pt x="125729" y="76200"/>
                  </a:lnTo>
                  <a:lnTo>
                    <a:pt x="120650" y="68579"/>
                  </a:lnTo>
                  <a:lnTo>
                    <a:pt x="116839" y="60959"/>
                  </a:lnTo>
                  <a:lnTo>
                    <a:pt x="111760" y="55879"/>
                  </a:lnTo>
                  <a:lnTo>
                    <a:pt x="107950" y="50800"/>
                  </a:lnTo>
                  <a:lnTo>
                    <a:pt x="102869" y="48259"/>
                  </a:lnTo>
                  <a:lnTo>
                    <a:pt x="97789" y="44450"/>
                  </a:lnTo>
                  <a:lnTo>
                    <a:pt x="92709" y="41909"/>
                  </a:lnTo>
                  <a:lnTo>
                    <a:pt x="88900" y="40639"/>
                  </a:lnTo>
                  <a:lnTo>
                    <a:pt x="85089" y="40639"/>
                  </a:lnTo>
                  <a:lnTo>
                    <a:pt x="81279" y="40639"/>
                  </a:lnTo>
                  <a:lnTo>
                    <a:pt x="78739" y="40639"/>
                  </a:lnTo>
                  <a:lnTo>
                    <a:pt x="76200" y="41909"/>
                  </a:lnTo>
                  <a:lnTo>
                    <a:pt x="73659" y="43179"/>
                  </a:lnTo>
                  <a:lnTo>
                    <a:pt x="72389" y="45719"/>
                  </a:lnTo>
                  <a:lnTo>
                    <a:pt x="71119" y="45719"/>
                  </a:lnTo>
                  <a:lnTo>
                    <a:pt x="69850" y="46989"/>
                  </a:lnTo>
                  <a:lnTo>
                    <a:pt x="68579" y="48259"/>
                  </a:lnTo>
                  <a:lnTo>
                    <a:pt x="67309" y="52069"/>
                  </a:lnTo>
                  <a:lnTo>
                    <a:pt x="64769" y="54609"/>
                  </a:lnTo>
                  <a:lnTo>
                    <a:pt x="62229" y="58419"/>
                  </a:lnTo>
                  <a:lnTo>
                    <a:pt x="62229" y="62229"/>
                  </a:lnTo>
                  <a:lnTo>
                    <a:pt x="60959" y="64769"/>
                  </a:lnTo>
                  <a:lnTo>
                    <a:pt x="59689" y="67309"/>
                  </a:lnTo>
                  <a:lnTo>
                    <a:pt x="59689" y="68579"/>
                  </a:lnTo>
                  <a:lnTo>
                    <a:pt x="58419" y="71119"/>
                  </a:lnTo>
                  <a:lnTo>
                    <a:pt x="58419" y="73659"/>
                  </a:lnTo>
                  <a:lnTo>
                    <a:pt x="57150" y="74929"/>
                  </a:lnTo>
                  <a:lnTo>
                    <a:pt x="57150" y="77469"/>
                  </a:lnTo>
                  <a:lnTo>
                    <a:pt x="57150" y="100329"/>
                  </a:lnTo>
                  <a:lnTo>
                    <a:pt x="58419" y="102869"/>
                  </a:lnTo>
                  <a:lnTo>
                    <a:pt x="59689" y="107950"/>
                  </a:lnTo>
                  <a:lnTo>
                    <a:pt x="59689" y="110489"/>
                  </a:lnTo>
                  <a:lnTo>
                    <a:pt x="60959" y="114300"/>
                  </a:lnTo>
                  <a:lnTo>
                    <a:pt x="62229" y="118109"/>
                  </a:lnTo>
                  <a:lnTo>
                    <a:pt x="63500" y="120650"/>
                  </a:lnTo>
                  <a:lnTo>
                    <a:pt x="64769" y="123189"/>
                  </a:lnTo>
                  <a:lnTo>
                    <a:pt x="68579" y="130809"/>
                  </a:lnTo>
                  <a:lnTo>
                    <a:pt x="73659" y="138429"/>
                  </a:lnTo>
                  <a:lnTo>
                    <a:pt x="80009" y="147319"/>
                  </a:lnTo>
                  <a:lnTo>
                    <a:pt x="93979" y="168909"/>
                  </a:lnTo>
                  <a:lnTo>
                    <a:pt x="111760" y="194309"/>
                  </a:lnTo>
                  <a:lnTo>
                    <a:pt x="130810" y="219709"/>
                  </a:lnTo>
                  <a:lnTo>
                    <a:pt x="139700" y="232409"/>
                  </a:lnTo>
                  <a:lnTo>
                    <a:pt x="146050" y="243839"/>
                  </a:lnTo>
                  <a:lnTo>
                    <a:pt x="152400" y="255269"/>
                  </a:lnTo>
                  <a:lnTo>
                    <a:pt x="157479" y="265429"/>
                  </a:lnTo>
                  <a:lnTo>
                    <a:pt x="162560" y="275589"/>
                  </a:lnTo>
                  <a:lnTo>
                    <a:pt x="166369" y="285750"/>
                  </a:lnTo>
                  <a:lnTo>
                    <a:pt x="170179" y="294639"/>
                  </a:lnTo>
                  <a:lnTo>
                    <a:pt x="171450" y="304800"/>
                  </a:lnTo>
                  <a:lnTo>
                    <a:pt x="173989" y="314959"/>
                  </a:lnTo>
                  <a:lnTo>
                    <a:pt x="176529" y="325119"/>
                  </a:lnTo>
                  <a:lnTo>
                    <a:pt x="177800" y="336550"/>
                  </a:lnTo>
                  <a:lnTo>
                    <a:pt x="179069" y="346709"/>
                  </a:lnTo>
                  <a:lnTo>
                    <a:pt x="179069" y="358139"/>
                  </a:lnTo>
                  <a:lnTo>
                    <a:pt x="179069" y="369569"/>
                  </a:lnTo>
                  <a:lnTo>
                    <a:pt x="179069" y="379729"/>
                  </a:lnTo>
                  <a:lnTo>
                    <a:pt x="179069" y="389889"/>
                  </a:lnTo>
                  <a:lnTo>
                    <a:pt x="177800" y="400050"/>
                  </a:lnTo>
                  <a:lnTo>
                    <a:pt x="176529" y="411479"/>
                  </a:lnTo>
                  <a:lnTo>
                    <a:pt x="175260" y="421639"/>
                  </a:lnTo>
                  <a:lnTo>
                    <a:pt x="172719" y="431800"/>
                  </a:lnTo>
                  <a:lnTo>
                    <a:pt x="170179" y="441959"/>
                  </a:lnTo>
                  <a:lnTo>
                    <a:pt x="168910" y="452119"/>
                  </a:lnTo>
                  <a:lnTo>
                    <a:pt x="165100" y="462279"/>
                  </a:lnTo>
                  <a:lnTo>
                    <a:pt x="162560" y="471169"/>
                  </a:lnTo>
                  <a:lnTo>
                    <a:pt x="158750" y="480059"/>
                  </a:lnTo>
                  <a:lnTo>
                    <a:pt x="154939" y="488950"/>
                  </a:lnTo>
                  <a:lnTo>
                    <a:pt x="151129" y="495300"/>
                  </a:lnTo>
                  <a:lnTo>
                    <a:pt x="147319" y="502919"/>
                  </a:lnTo>
                  <a:lnTo>
                    <a:pt x="142239" y="508000"/>
                  </a:lnTo>
                  <a:lnTo>
                    <a:pt x="138429" y="514350"/>
                  </a:lnTo>
                  <a:lnTo>
                    <a:pt x="133350" y="519429"/>
                  </a:lnTo>
                  <a:lnTo>
                    <a:pt x="128269" y="523239"/>
                  </a:lnTo>
                  <a:lnTo>
                    <a:pt x="121919" y="527050"/>
                  </a:lnTo>
                  <a:lnTo>
                    <a:pt x="116839" y="530859"/>
                  </a:lnTo>
                  <a:lnTo>
                    <a:pt x="111760" y="532129"/>
                  </a:lnTo>
                  <a:lnTo>
                    <a:pt x="105410" y="534669"/>
                  </a:lnTo>
                  <a:lnTo>
                    <a:pt x="100329" y="534669"/>
                  </a:lnTo>
                  <a:lnTo>
                    <a:pt x="93979" y="535939"/>
                  </a:lnTo>
                  <a:lnTo>
                    <a:pt x="88900" y="534669"/>
                  </a:lnTo>
                  <a:lnTo>
                    <a:pt x="83819" y="534669"/>
                  </a:lnTo>
                  <a:lnTo>
                    <a:pt x="78739" y="532129"/>
                  </a:lnTo>
                  <a:lnTo>
                    <a:pt x="72389" y="529589"/>
                  </a:lnTo>
                  <a:lnTo>
                    <a:pt x="66039" y="527050"/>
                  </a:lnTo>
                  <a:lnTo>
                    <a:pt x="58419" y="523239"/>
                  </a:lnTo>
                  <a:lnTo>
                    <a:pt x="44450" y="513079"/>
                  </a:lnTo>
                  <a:lnTo>
                    <a:pt x="40639" y="510539"/>
                  </a:lnTo>
                  <a:lnTo>
                    <a:pt x="36829" y="508000"/>
                  </a:lnTo>
                  <a:lnTo>
                    <a:pt x="35559" y="508000"/>
                  </a:lnTo>
                  <a:lnTo>
                    <a:pt x="34289" y="508000"/>
                  </a:lnTo>
                  <a:lnTo>
                    <a:pt x="33019" y="506729"/>
                  </a:lnTo>
                  <a:lnTo>
                    <a:pt x="31750" y="506729"/>
                  </a:lnTo>
                  <a:lnTo>
                    <a:pt x="30479" y="508000"/>
                  </a:lnTo>
                  <a:lnTo>
                    <a:pt x="29209" y="508000"/>
                  </a:lnTo>
                  <a:lnTo>
                    <a:pt x="27939" y="509269"/>
                  </a:lnTo>
                  <a:lnTo>
                    <a:pt x="26669" y="509269"/>
                  </a:lnTo>
                  <a:lnTo>
                    <a:pt x="25400" y="510539"/>
                  </a:lnTo>
                  <a:lnTo>
                    <a:pt x="25400" y="513079"/>
                  </a:lnTo>
                  <a:lnTo>
                    <a:pt x="24129" y="513079"/>
                  </a:lnTo>
                  <a:lnTo>
                    <a:pt x="22859" y="515619"/>
                  </a:lnTo>
                  <a:lnTo>
                    <a:pt x="22859" y="516889"/>
                  </a:lnTo>
                  <a:lnTo>
                    <a:pt x="21589" y="519429"/>
                  </a:lnTo>
                  <a:lnTo>
                    <a:pt x="20319" y="521969"/>
                  </a:lnTo>
                  <a:lnTo>
                    <a:pt x="19050" y="527050"/>
                  </a:lnTo>
                  <a:lnTo>
                    <a:pt x="17779" y="534669"/>
                  </a:lnTo>
                  <a:lnTo>
                    <a:pt x="7619" y="534669"/>
                  </a:lnTo>
                  <a:lnTo>
                    <a:pt x="3809" y="351789"/>
                  </a:lnTo>
                  <a:lnTo>
                    <a:pt x="12700" y="351789"/>
                  </a:lnTo>
                  <a:lnTo>
                    <a:pt x="16509" y="369569"/>
                  </a:lnTo>
                  <a:lnTo>
                    <a:pt x="20319" y="386079"/>
                  </a:lnTo>
                  <a:lnTo>
                    <a:pt x="31750" y="427989"/>
                  </a:lnTo>
                  <a:lnTo>
                    <a:pt x="53339" y="468629"/>
                  </a:lnTo>
                  <a:lnTo>
                    <a:pt x="58419" y="474979"/>
                  </a:lnTo>
                  <a:lnTo>
                    <a:pt x="63500" y="481329"/>
                  </a:lnTo>
                  <a:lnTo>
                    <a:pt x="68579" y="486409"/>
                  </a:lnTo>
                  <a:lnTo>
                    <a:pt x="73659" y="490219"/>
                  </a:lnTo>
                  <a:lnTo>
                    <a:pt x="76200" y="491489"/>
                  </a:lnTo>
                  <a:lnTo>
                    <a:pt x="78739" y="492759"/>
                  </a:lnTo>
                  <a:lnTo>
                    <a:pt x="81279" y="494029"/>
                  </a:lnTo>
                  <a:lnTo>
                    <a:pt x="83819" y="494029"/>
                  </a:lnTo>
                  <a:lnTo>
                    <a:pt x="86359" y="495300"/>
                  </a:lnTo>
                  <a:lnTo>
                    <a:pt x="88900" y="495300"/>
                  </a:lnTo>
                  <a:lnTo>
                    <a:pt x="92709" y="495300"/>
                  </a:lnTo>
                  <a:lnTo>
                    <a:pt x="95250" y="494029"/>
                  </a:lnTo>
                  <a:lnTo>
                    <a:pt x="97789" y="492759"/>
                  </a:lnTo>
                  <a:lnTo>
                    <a:pt x="101600" y="491489"/>
                  </a:lnTo>
                  <a:lnTo>
                    <a:pt x="102869" y="490219"/>
                  </a:lnTo>
                  <a:lnTo>
                    <a:pt x="104139" y="488950"/>
                  </a:lnTo>
                  <a:lnTo>
                    <a:pt x="105410" y="487679"/>
                  </a:lnTo>
                  <a:lnTo>
                    <a:pt x="106679" y="486409"/>
                  </a:lnTo>
                  <a:lnTo>
                    <a:pt x="107950" y="485139"/>
                  </a:lnTo>
                  <a:lnTo>
                    <a:pt x="109219" y="483869"/>
                  </a:lnTo>
                  <a:lnTo>
                    <a:pt x="110489" y="481329"/>
                  </a:lnTo>
                  <a:lnTo>
                    <a:pt x="110489" y="478789"/>
                  </a:lnTo>
                  <a:lnTo>
                    <a:pt x="113029" y="474979"/>
                  </a:lnTo>
                  <a:lnTo>
                    <a:pt x="114300" y="471169"/>
                  </a:lnTo>
                  <a:lnTo>
                    <a:pt x="115569" y="466089"/>
                  </a:lnTo>
                  <a:lnTo>
                    <a:pt x="116839" y="462279"/>
                  </a:lnTo>
                  <a:lnTo>
                    <a:pt x="116839" y="458469"/>
                  </a:lnTo>
                  <a:lnTo>
                    <a:pt x="118110" y="457200"/>
                  </a:lnTo>
                  <a:lnTo>
                    <a:pt x="118110" y="454659"/>
                  </a:lnTo>
                  <a:lnTo>
                    <a:pt x="118110" y="452119"/>
                  </a:lnTo>
                  <a:lnTo>
                    <a:pt x="119379" y="449579"/>
                  </a:lnTo>
                  <a:lnTo>
                    <a:pt x="119379" y="445769"/>
                  </a:lnTo>
                  <a:lnTo>
                    <a:pt x="119379" y="440689"/>
                  </a:lnTo>
                  <a:lnTo>
                    <a:pt x="119379" y="434339"/>
                  </a:lnTo>
                  <a:lnTo>
                    <a:pt x="119379" y="427989"/>
                  </a:lnTo>
                  <a:lnTo>
                    <a:pt x="118110" y="421639"/>
                  </a:lnTo>
                  <a:lnTo>
                    <a:pt x="116839" y="416559"/>
                  </a:lnTo>
                  <a:lnTo>
                    <a:pt x="115569" y="411479"/>
                  </a:lnTo>
                  <a:lnTo>
                    <a:pt x="114300" y="405129"/>
                  </a:lnTo>
                  <a:lnTo>
                    <a:pt x="113029" y="400050"/>
                  </a:lnTo>
                  <a:lnTo>
                    <a:pt x="110489" y="396239"/>
                  </a:lnTo>
                  <a:lnTo>
                    <a:pt x="109219" y="389889"/>
                  </a:lnTo>
                  <a:lnTo>
                    <a:pt x="105410" y="384809"/>
                  </a:lnTo>
                  <a:lnTo>
                    <a:pt x="97789" y="372109"/>
                  </a:lnTo>
                  <a:lnTo>
                    <a:pt x="86359" y="355600"/>
                  </a:lnTo>
                  <a:lnTo>
                    <a:pt x="73659" y="339089"/>
                  </a:lnTo>
                  <a:lnTo>
                    <a:pt x="54609" y="311150"/>
                  </a:lnTo>
                  <a:lnTo>
                    <a:pt x="38100" y="288289"/>
                  </a:lnTo>
                  <a:lnTo>
                    <a:pt x="31750" y="276859"/>
                  </a:lnTo>
                  <a:lnTo>
                    <a:pt x="26669" y="266700"/>
                  </a:lnTo>
                  <a:lnTo>
                    <a:pt x="21589" y="259079"/>
                  </a:lnTo>
                  <a:lnTo>
                    <a:pt x="19050" y="251459"/>
                  </a:lnTo>
                  <a:lnTo>
                    <a:pt x="13969" y="240029"/>
                  </a:lnTo>
                  <a:lnTo>
                    <a:pt x="10159" y="228600"/>
                  </a:lnTo>
                  <a:lnTo>
                    <a:pt x="7619" y="215900"/>
                  </a:lnTo>
                  <a:lnTo>
                    <a:pt x="5079" y="204469"/>
                  </a:lnTo>
                  <a:lnTo>
                    <a:pt x="2539" y="191769"/>
                  </a:lnTo>
                  <a:lnTo>
                    <a:pt x="1269" y="179069"/>
                  </a:lnTo>
                  <a:lnTo>
                    <a:pt x="0" y="166369"/>
                  </a:lnTo>
                  <a:lnTo>
                    <a:pt x="0" y="152400"/>
                  </a:lnTo>
                  <a:lnTo>
                    <a:pt x="0" y="138429"/>
                  </a:lnTo>
                  <a:lnTo>
                    <a:pt x="1269" y="124459"/>
                  </a:lnTo>
                  <a:lnTo>
                    <a:pt x="7619" y="83819"/>
                  </a:lnTo>
                  <a:lnTo>
                    <a:pt x="16509" y="58419"/>
                  </a:lnTo>
                  <a:lnTo>
                    <a:pt x="20319" y="46989"/>
                  </a:lnTo>
                  <a:lnTo>
                    <a:pt x="22859" y="40639"/>
                  </a:lnTo>
                  <a:lnTo>
                    <a:pt x="25400" y="35559"/>
                  </a:lnTo>
                  <a:lnTo>
                    <a:pt x="29209" y="31750"/>
                  </a:lnTo>
                  <a:lnTo>
                    <a:pt x="31750" y="26669"/>
                  </a:lnTo>
                  <a:lnTo>
                    <a:pt x="35559" y="21589"/>
                  </a:lnTo>
                  <a:lnTo>
                    <a:pt x="39369" y="17779"/>
                  </a:lnTo>
                  <a:lnTo>
                    <a:pt x="41909" y="15239"/>
                  </a:lnTo>
                  <a:lnTo>
                    <a:pt x="45719" y="11429"/>
                  </a:lnTo>
                  <a:lnTo>
                    <a:pt x="49529" y="8889"/>
                  </a:lnTo>
                  <a:lnTo>
                    <a:pt x="54609" y="6350"/>
                  </a:lnTo>
                  <a:lnTo>
                    <a:pt x="58419" y="3809"/>
                  </a:lnTo>
                  <a:lnTo>
                    <a:pt x="62229" y="2539"/>
                  </a:lnTo>
                  <a:lnTo>
                    <a:pt x="71119" y="0"/>
                  </a:lnTo>
                  <a:lnTo>
                    <a:pt x="81279" y="0"/>
                  </a:lnTo>
                  <a:lnTo>
                    <a:pt x="86359" y="0"/>
                  </a:lnTo>
                  <a:lnTo>
                    <a:pt x="116839" y="15239"/>
                  </a:lnTo>
                  <a:lnTo>
                    <a:pt x="121919" y="19050"/>
                  </a:lnTo>
                  <a:lnTo>
                    <a:pt x="123189" y="21589"/>
                  </a:lnTo>
                  <a:lnTo>
                    <a:pt x="125729" y="22859"/>
                  </a:lnTo>
                  <a:lnTo>
                    <a:pt x="127000" y="24129"/>
                  </a:lnTo>
                  <a:lnTo>
                    <a:pt x="128269" y="26669"/>
                  </a:lnTo>
                  <a:lnTo>
                    <a:pt x="129539" y="26669"/>
                  </a:lnTo>
                  <a:lnTo>
                    <a:pt x="132079" y="26669"/>
                  </a:lnTo>
                  <a:lnTo>
                    <a:pt x="133350" y="27939"/>
                  </a:lnTo>
                  <a:lnTo>
                    <a:pt x="135889" y="27939"/>
                  </a:lnTo>
                  <a:lnTo>
                    <a:pt x="137160" y="26669"/>
                  </a:lnTo>
                  <a:lnTo>
                    <a:pt x="138429" y="26669"/>
                  </a:lnTo>
                  <a:lnTo>
                    <a:pt x="139700" y="26669"/>
                  </a:lnTo>
                  <a:lnTo>
                    <a:pt x="140969" y="26669"/>
                  </a:lnTo>
                  <a:lnTo>
                    <a:pt x="140969" y="24129"/>
                  </a:lnTo>
                  <a:lnTo>
                    <a:pt x="142239" y="24129"/>
                  </a:lnTo>
                  <a:lnTo>
                    <a:pt x="142239" y="22859"/>
                  </a:lnTo>
                  <a:lnTo>
                    <a:pt x="143510" y="22859"/>
                  </a:lnTo>
                  <a:lnTo>
                    <a:pt x="143510" y="21589"/>
                  </a:lnTo>
                  <a:lnTo>
                    <a:pt x="144779" y="19050"/>
                  </a:lnTo>
                  <a:lnTo>
                    <a:pt x="146050" y="16509"/>
                  </a:lnTo>
                  <a:lnTo>
                    <a:pt x="148589" y="10159"/>
                  </a:lnTo>
                  <a:lnTo>
                    <a:pt x="152400" y="1269"/>
                  </a:lnTo>
                  <a:lnTo>
                    <a:pt x="161289" y="1269"/>
                  </a:lnTo>
                  <a:close/>
                </a:path>
              </a:pathLst>
            </a:custGeom>
            <a:ln w="12579">
              <a:solidFill>
                <a:srgbClr val="006600"/>
              </a:solidFill>
            </a:ln>
          </p:spPr>
          <p:txBody>
            <a:bodyPr wrap="square" lIns="0" tIns="0" rIns="0" bIns="0" rtlCol="0"/>
            <a:lstStyle/>
            <a:p/>
          </p:txBody>
        </p:sp>
      </p:grpSp>
      <p:grpSp>
        <p:nvGrpSpPr>
          <p:cNvPr id="545" name="object 545"/>
          <p:cNvGrpSpPr/>
          <p:nvPr/>
        </p:nvGrpSpPr>
        <p:grpSpPr>
          <a:xfrm>
            <a:off x="4114860" y="908050"/>
            <a:ext cx="2145030" cy="778510"/>
            <a:chOff x="4114860" y="908050"/>
            <a:chExt cx="2145030" cy="778510"/>
          </a:xfrm>
        </p:grpSpPr>
        <p:sp>
          <p:nvSpPr>
            <p:cNvPr id="546" name="object 546"/>
            <p:cNvSpPr/>
            <p:nvPr/>
          </p:nvSpPr>
          <p:spPr>
            <a:xfrm>
              <a:off x="4121150" y="930909"/>
              <a:ext cx="342900" cy="734060"/>
            </a:xfrm>
            <a:custGeom>
              <a:avLst/>
              <a:gdLst/>
              <a:ahLst/>
              <a:cxnLst/>
              <a:rect l="l" t="t" r="r" b="b"/>
              <a:pathLst>
                <a:path w="342900" h="734060">
                  <a:moveTo>
                    <a:pt x="143510" y="41910"/>
                  </a:moveTo>
                  <a:lnTo>
                    <a:pt x="143510" y="341629"/>
                  </a:lnTo>
                  <a:lnTo>
                    <a:pt x="151129" y="341629"/>
                  </a:lnTo>
                  <a:lnTo>
                    <a:pt x="160020" y="340360"/>
                  </a:lnTo>
                  <a:lnTo>
                    <a:pt x="167639" y="339089"/>
                  </a:lnTo>
                  <a:lnTo>
                    <a:pt x="171450" y="337819"/>
                  </a:lnTo>
                  <a:lnTo>
                    <a:pt x="175260" y="335279"/>
                  </a:lnTo>
                  <a:lnTo>
                    <a:pt x="179070" y="332739"/>
                  </a:lnTo>
                  <a:lnTo>
                    <a:pt x="181610" y="330200"/>
                  </a:lnTo>
                  <a:lnTo>
                    <a:pt x="185420" y="327660"/>
                  </a:lnTo>
                  <a:lnTo>
                    <a:pt x="187960" y="323850"/>
                  </a:lnTo>
                  <a:lnTo>
                    <a:pt x="191770" y="320039"/>
                  </a:lnTo>
                  <a:lnTo>
                    <a:pt x="194310" y="316229"/>
                  </a:lnTo>
                  <a:lnTo>
                    <a:pt x="196850" y="312419"/>
                  </a:lnTo>
                  <a:lnTo>
                    <a:pt x="198120" y="307339"/>
                  </a:lnTo>
                  <a:lnTo>
                    <a:pt x="200660" y="302260"/>
                  </a:lnTo>
                  <a:lnTo>
                    <a:pt x="203200" y="297179"/>
                  </a:lnTo>
                  <a:lnTo>
                    <a:pt x="213360" y="259079"/>
                  </a:lnTo>
                  <a:lnTo>
                    <a:pt x="220979" y="208279"/>
                  </a:lnTo>
                  <a:lnTo>
                    <a:pt x="223520" y="167639"/>
                  </a:lnTo>
                  <a:lnTo>
                    <a:pt x="233679" y="167639"/>
                  </a:lnTo>
                  <a:lnTo>
                    <a:pt x="233679" y="552450"/>
                  </a:lnTo>
                  <a:lnTo>
                    <a:pt x="223520" y="552450"/>
                  </a:lnTo>
                  <a:lnTo>
                    <a:pt x="222250" y="537210"/>
                  </a:lnTo>
                  <a:lnTo>
                    <a:pt x="222250" y="521969"/>
                  </a:lnTo>
                  <a:lnTo>
                    <a:pt x="220979" y="508000"/>
                  </a:lnTo>
                  <a:lnTo>
                    <a:pt x="218439" y="495300"/>
                  </a:lnTo>
                  <a:lnTo>
                    <a:pt x="217170" y="482600"/>
                  </a:lnTo>
                  <a:lnTo>
                    <a:pt x="214629" y="471169"/>
                  </a:lnTo>
                  <a:lnTo>
                    <a:pt x="212089" y="461010"/>
                  </a:lnTo>
                  <a:lnTo>
                    <a:pt x="209550" y="449579"/>
                  </a:lnTo>
                  <a:lnTo>
                    <a:pt x="207010" y="440689"/>
                  </a:lnTo>
                  <a:lnTo>
                    <a:pt x="204470" y="431800"/>
                  </a:lnTo>
                  <a:lnTo>
                    <a:pt x="201929" y="422910"/>
                  </a:lnTo>
                  <a:lnTo>
                    <a:pt x="198120" y="416560"/>
                  </a:lnTo>
                  <a:lnTo>
                    <a:pt x="194310" y="410210"/>
                  </a:lnTo>
                  <a:lnTo>
                    <a:pt x="191770" y="403860"/>
                  </a:lnTo>
                  <a:lnTo>
                    <a:pt x="187960" y="400050"/>
                  </a:lnTo>
                  <a:lnTo>
                    <a:pt x="186689" y="397510"/>
                  </a:lnTo>
                  <a:lnTo>
                    <a:pt x="185420" y="396239"/>
                  </a:lnTo>
                  <a:lnTo>
                    <a:pt x="180339" y="392429"/>
                  </a:lnTo>
                  <a:lnTo>
                    <a:pt x="176529" y="389889"/>
                  </a:lnTo>
                  <a:lnTo>
                    <a:pt x="172720" y="387350"/>
                  </a:lnTo>
                  <a:lnTo>
                    <a:pt x="167639" y="384810"/>
                  </a:lnTo>
                  <a:lnTo>
                    <a:pt x="161289" y="383539"/>
                  </a:lnTo>
                  <a:lnTo>
                    <a:pt x="156210" y="382269"/>
                  </a:lnTo>
                  <a:lnTo>
                    <a:pt x="149860" y="382269"/>
                  </a:lnTo>
                  <a:lnTo>
                    <a:pt x="143510" y="382269"/>
                  </a:lnTo>
                  <a:lnTo>
                    <a:pt x="143510" y="589279"/>
                  </a:lnTo>
                  <a:lnTo>
                    <a:pt x="143510" y="615950"/>
                  </a:lnTo>
                  <a:lnTo>
                    <a:pt x="143510" y="637539"/>
                  </a:lnTo>
                  <a:lnTo>
                    <a:pt x="144779" y="646429"/>
                  </a:lnTo>
                  <a:lnTo>
                    <a:pt x="144779" y="652779"/>
                  </a:lnTo>
                  <a:lnTo>
                    <a:pt x="144779" y="657860"/>
                  </a:lnTo>
                  <a:lnTo>
                    <a:pt x="146050" y="660400"/>
                  </a:lnTo>
                  <a:lnTo>
                    <a:pt x="146050" y="662939"/>
                  </a:lnTo>
                  <a:lnTo>
                    <a:pt x="146050" y="665479"/>
                  </a:lnTo>
                  <a:lnTo>
                    <a:pt x="147320" y="669289"/>
                  </a:lnTo>
                  <a:lnTo>
                    <a:pt x="148589" y="671829"/>
                  </a:lnTo>
                  <a:lnTo>
                    <a:pt x="149860" y="675639"/>
                  </a:lnTo>
                  <a:lnTo>
                    <a:pt x="151129" y="678179"/>
                  </a:lnTo>
                  <a:lnTo>
                    <a:pt x="152400" y="680719"/>
                  </a:lnTo>
                  <a:lnTo>
                    <a:pt x="154939" y="681989"/>
                  </a:lnTo>
                  <a:lnTo>
                    <a:pt x="156210" y="684529"/>
                  </a:lnTo>
                  <a:lnTo>
                    <a:pt x="157479" y="685800"/>
                  </a:lnTo>
                  <a:lnTo>
                    <a:pt x="158750" y="687069"/>
                  </a:lnTo>
                  <a:lnTo>
                    <a:pt x="161289" y="688339"/>
                  </a:lnTo>
                  <a:lnTo>
                    <a:pt x="162560" y="689610"/>
                  </a:lnTo>
                  <a:lnTo>
                    <a:pt x="165100" y="690879"/>
                  </a:lnTo>
                  <a:lnTo>
                    <a:pt x="168910" y="692150"/>
                  </a:lnTo>
                  <a:lnTo>
                    <a:pt x="172720" y="692150"/>
                  </a:lnTo>
                  <a:lnTo>
                    <a:pt x="175260" y="693419"/>
                  </a:lnTo>
                  <a:lnTo>
                    <a:pt x="180339" y="693419"/>
                  </a:lnTo>
                  <a:lnTo>
                    <a:pt x="201929" y="693419"/>
                  </a:lnTo>
                  <a:lnTo>
                    <a:pt x="214629" y="692150"/>
                  </a:lnTo>
                  <a:lnTo>
                    <a:pt x="260350" y="675639"/>
                  </a:lnTo>
                  <a:lnTo>
                    <a:pt x="269239" y="666750"/>
                  </a:lnTo>
                  <a:lnTo>
                    <a:pt x="279400" y="656589"/>
                  </a:lnTo>
                  <a:lnTo>
                    <a:pt x="302260" y="618489"/>
                  </a:lnTo>
                  <a:lnTo>
                    <a:pt x="320039" y="566419"/>
                  </a:lnTo>
                  <a:lnTo>
                    <a:pt x="325120" y="546100"/>
                  </a:lnTo>
                  <a:lnTo>
                    <a:pt x="328929" y="524510"/>
                  </a:lnTo>
                  <a:lnTo>
                    <a:pt x="332739" y="501650"/>
                  </a:lnTo>
                  <a:lnTo>
                    <a:pt x="342900" y="501650"/>
                  </a:lnTo>
                  <a:lnTo>
                    <a:pt x="326389" y="734060"/>
                  </a:lnTo>
                  <a:lnTo>
                    <a:pt x="0" y="734060"/>
                  </a:lnTo>
                  <a:lnTo>
                    <a:pt x="0" y="713739"/>
                  </a:lnTo>
                  <a:lnTo>
                    <a:pt x="11429" y="713739"/>
                  </a:lnTo>
                  <a:lnTo>
                    <a:pt x="16510" y="713739"/>
                  </a:lnTo>
                  <a:lnTo>
                    <a:pt x="19050" y="713739"/>
                  </a:lnTo>
                  <a:lnTo>
                    <a:pt x="22860" y="712469"/>
                  </a:lnTo>
                  <a:lnTo>
                    <a:pt x="26670" y="711200"/>
                  </a:lnTo>
                  <a:lnTo>
                    <a:pt x="30479" y="709929"/>
                  </a:lnTo>
                  <a:lnTo>
                    <a:pt x="33020" y="707389"/>
                  </a:lnTo>
                  <a:lnTo>
                    <a:pt x="35560" y="704850"/>
                  </a:lnTo>
                  <a:lnTo>
                    <a:pt x="38100" y="702310"/>
                  </a:lnTo>
                  <a:lnTo>
                    <a:pt x="39370" y="702310"/>
                  </a:lnTo>
                  <a:lnTo>
                    <a:pt x="40639" y="701039"/>
                  </a:lnTo>
                  <a:lnTo>
                    <a:pt x="40639" y="699769"/>
                  </a:lnTo>
                  <a:lnTo>
                    <a:pt x="41910" y="698500"/>
                  </a:lnTo>
                  <a:lnTo>
                    <a:pt x="43179" y="694689"/>
                  </a:lnTo>
                  <a:lnTo>
                    <a:pt x="44450" y="692150"/>
                  </a:lnTo>
                  <a:lnTo>
                    <a:pt x="45720" y="688339"/>
                  </a:lnTo>
                  <a:lnTo>
                    <a:pt x="46989" y="685800"/>
                  </a:lnTo>
                  <a:lnTo>
                    <a:pt x="48260" y="681989"/>
                  </a:lnTo>
                  <a:lnTo>
                    <a:pt x="49529" y="676910"/>
                  </a:lnTo>
                  <a:lnTo>
                    <a:pt x="49529" y="675639"/>
                  </a:lnTo>
                  <a:lnTo>
                    <a:pt x="50800" y="673100"/>
                  </a:lnTo>
                  <a:lnTo>
                    <a:pt x="50800" y="668019"/>
                  </a:lnTo>
                  <a:lnTo>
                    <a:pt x="50800" y="660400"/>
                  </a:lnTo>
                  <a:lnTo>
                    <a:pt x="52070" y="652779"/>
                  </a:lnTo>
                  <a:lnTo>
                    <a:pt x="52070" y="68579"/>
                  </a:lnTo>
                  <a:lnTo>
                    <a:pt x="50800" y="64769"/>
                  </a:lnTo>
                  <a:lnTo>
                    <a:pt x="50800" y="59689"/>
                  </a:lnTo>
                  <a:lnTo>
                    <a:pt x="49529" y="55879"/>
                  </a:lnTo>
                  <a:lnTo>
                    <a:pt x="48260" y="52069"/>
                  </a:lnTo>
                  <a:lnTo>
                    <a:pt x="46989" y="48260"/>
                  </a:lnTo>
                  <a:lnTo>
                    <a:pt x="45720" y="44450"/>
                  </a:lnTo>
                  <a:lnTo>
                    <a:pt x="44450" y="40639"/>
                  </a:lnTo>
                  <a:lnTo>
                    <a:pt x="41910" y="38100"/>
                  </a:lnTo>
                  <a:lnTo>
                    <a:pt x="40639" y="35560"/>
                  </a:lnTo>
                  <a:lnTo>
                    <a:pt x="38100" y="31750"/>
                  </a:lnTo>
                  <a:lnTo>
                    <a:pt x="35560" y="29210"/>
                  </a:lnTo>
                  <a:lnTo>
                    <a:pt x="31750" y="25400"/>
                  </a:lnTo>
                  <a:lnTo>
                    <a:pt x="27939" y="24129"/>
                  </a:lnTo>
                  <a:lnTo>
                    <a:pt x="24129" y="21589"/>
                  </a:lnTo>
                  <a:lnTo>
                    <a:pt x="20320" y="20319"/>
                  </a:lnTo>
                  <a:lnTo>
                    <a:pt x="16510" y="20319"/>
                  </a:lnTo>
                  <a:lnTo>
                    <a:pt x="11429" y="20319"/>
                  </a:lnTo>
                  <a:lnTo>
                    <a:pt x="0" y="20319"/>
                  </a:lnTo>
                  <a:lnTo>
                    <a:pt x="0" y="0"/>
                  </a:lnTo>
                  <a:lnTo>
                    <a:pt x="316229" y="0"/>
                  </a:lnTo>
                  <a:lnTo>
                    <a:pt x="316229" y="217169"/>
                  </a:lnTo>
                  <a:lnTo>
                    <a:pt x="304800" y="217169"/>
                  </a:lnTo>
                  <a:lnTo>
                    <a:pt x="303529" y="198119"/>
                  </a:lnTo>
                  <a:lnTo>
                    <a:pt x="300989" y="180339"/>
                  </a:lnTo>
                  <a:lnTo>
                    <a:pt x="293370" y="135889"/>
                  </a:lnTo>
                  <a:lnTo>
                    <a:pt x="281939" y="102869"/>
                  </a:lnTo>
                  <a:lnTo>
                    <a:pt x="279400" y="93979"/>
                  </a:lnTo>
                  <a:lnTo>
                    <a:pt x="274320" y="86360"/>
                  </a:lnTo>
                  <a:lnTo>
                    <a:pt x="269239" y="78739"/>
                  </a:lnTo>
                  <a:lnTo>
                    <a:pt x="264160" y="72389"/>
                  </a:lnTo>
                  <a:lnTo>
                    <a:pt x="259079" y="67310"/>
                  </a:lnTo>
                  <a:lnTo>
                    <a:pt x="254000" y="62229"/>
                  </a:lnTo>
                  <a:lnTo>
                    <a:pt x="247650" y="55879"/>
                  </a:lnTo>
                  <a:lnTo>
                    <a:pt x="241300" y="52069"/>
                  </a:lnTo>
                  <a:lnTo>
                    <a:pt x="236220" y="49529"/>
                  </a:lnTo>
                  <a:lnTo>
                    <a:pt x="231139" y="48260"/>
                  </a:lnTo>
                  <a:lnTo>
                    <a:pt x="226060" y="46989"/>
                  </a:lnTo>
                  <a:lnTo>
                    <a:pt x="218439" y="44450"/>
                  </a:lnTo>
                  <a:lnTo>
                    <a:pt x="201929" y="43179"/>
                  </a:lnTo>
                  <a:lnTo>
                    <a:pt x="182879" y="41910"/>
                  </a:lnTo>
                  <a:lnTo>
                    <a:pt x="143510" y="41910"/>
                  </a:lnTo>
                  <a:close/>
                </a:path>
              </a:pathLst>
            </a:custGeom>
            <a:ln w="12579">
              <a:solidFill>
                <a:srgbClr val="006600"/>
              </a:solidFill>
            </a:ln>
          </p:spPr>
          <p:txBody>
            <a:bodyPr wrap="square" lIns="0" tIns="0" rIns="0" bIns="0" rtlCol="0"/>
            <a:lstStyle/>
            <a:p/>
          </p:txBody>
        </p:sp>
        <p:sp>
          <p:nvSpPr>
            <p:cNvPr id="547" name="object 547"/>
            <p:cNvSpPr/>
            <p:nvPr/>
          </p:nvSpPr>
          <p:spPr>
            <a:xfrm>
              <a:off x="4508500" y="914400"/>
              <a:ext cx="214629" cy="750570"/>
            </a:xfrm>
            <a:prstGeom prst="rect">
              <a:avLst/>
            </a:prstGeom>
            <a:blipFill>
              <a:blip r:embed="rId59" cstate="print"/>
              <a:stretch>
                <a:fillRect/>
              </a:stretch>
            </a:blipFill>
          </p:spPr>
          <p:txBody>
            <a:bodyPr wrap="square" lIns="0" tIns="0" rIns="0" bIns="0" rtlCol="0"/>
            <a:lstStyle/>
            <a:p/>
          </p:txBody>
        </p:sp>
        <p:sp>
          <p:nvSpPr>
            <p:cNvPr id="548" name="object 548"/>
            <p:cNvSpPr/>
            <p:nvPr/>
          </p:nvSpPr>
          <p:spPr>
            <a:xfrm>
              <a:off x="4508500" y="914400"/>
              <a:ext cx="214629" cy="750570"/>
            </a:xfrm>
            <a:custGeom>
              <a:avLst/>
              <a:gdLst/>
              <a:ahLst/>
              <a:cxnLst/>
              <a:rect l="l" t="t" r="r" b="b"/>
              <a:pathLst>
                <a:path w="214629" h="750569">
                  <a:moveTo>
                    <a:pt x="115570" y="298450"/>
                  </a:moveTo>
                  <a:lnTo>
                    <a:pt x="115570" y="648970"/>
                  </a:lnTo>
                  <a:lnTo>
                    <a:pt x="115570" y="671829"/>
                  </a:lnTo>
                  <a:lnTo>
                    <a:pt x="116839" y="681989"/>
                  </a:lnTo>
                  <a:lnTo>
                    <a:pt x="116839" y="689610"/>
                  </a:lnTo>
                  <a:lnTo>
                    <a:pt x="118110" y="697229"/>
                  </a:lnTo>
                  <a:lnTo>
                    <a:pt x="118110" y="701039"/>
                  </a:lnTo>
                  <a:lnTo>
                    <a:pt x="118110" y="703579"/>
                  </a:lnTo>
                  <a:lnTo>
                    <a:pt x="119379" y="706120"/>
                  </a:lnTo>
                  <a:lnTo>
                    <a:pt x="119379" y="708660"/>
                  </a:lnTo>
                  <a:lnTo>
                    <a:pt x="120650" y="711200"/>
                  </a:lnTo>
                  <a:lnTo>
                    <a:pt x="120650" y="712470"/>
                  </a:lnTo>
                  <a:lnTo>
                    <a:pt x="121920" y="715010"/>
                  </a:lnTo>
                  <a:lnTo>
                    <a:pt x="123189" y="717550"/>
                  </a:lnTo>
                  <a:lnTo>
                    <a:pt x="124460" y="718820"/>
                  </a:lnTo>
                  <a:lnTo>
                    <a:pt x="127000" y="721360"/>
                  </a:lnTo>
                  <a:lnTo>
                    <a:pt x="128270" y="722629"/>
                  </a:lnTo>
                  <a:lnTo>
                    <a:pt x="129539" y="723900"/>
                  </a:lnTo>
                  <a:lnTo>
                    <a:pt x="132079" y="726439"/>
                  </a:lnTo>
                  <a:lnTo>
                    <a:pt x="134620" y="727710"/>
                  </a:lnTo>
                  <a:lnTo>
                    <a:pt x="138429" y="730250"/>
                  </a:lnTo>
                  <a:lnTo>
                    <a:pt x="143510" y="730250"/>
                  </a:lnTo>
                  <a:lnTo>
                    <a:pt x="148589" y="732789"/>
                  </a:lnTo>
                  <a:lnTo>
                    <a:pt x="153670" y="732789"/>
                  </a:lnTo>
                  <a:lnTo>
                    <a:pt x="153670" y="750570"/>
                  </a:lnTo>
                  <a:lnTo>
                    <a:pt x="0" y="750570"/>
                  </a:lnTo>
                  <a:lnTo>
                    <a:pt x="0" y="730250"/>
                  </a:lnTo>
                  <a:lnTo>
                    <a:pt x="8889" y="730250"/>
                  </a:lnTo>
                  <a:lnTo>
                    <a:pt x="11429" y="730250"/>
                  </a:lnTo>
                  <a:lnTo>
                    <a:pt x="15239" y="730250"/>
                  </a:lnTo>
                  <a:lnTo>
                    <a:pt x="17779" y="727710"/>
                  </a:lnTo>
                  <a:lnTo>
                    <a:pt x="20320" y="726439"/>
                  </a:lnTo>
                  <a:lnTo>
                    <a:pt x="22860" y="725170"/>
                  </a:lnTo>
                  <a:lnTo>
                    <a:pt x="24129" y="723900"/>
                  </a:lnTo>
                  <a:lnTo>
                    <a:pt x="25400" y="723900"/>
                  </a:lnTo>
                  <a:lnTo>
                    <a:pt x="26670" y="721360"/>
                  </a:lnTo>
                  <a:lnTo>
                    <a:pt x="29210" y="720089"/>
                  </a:lnTo>
                  <a:lnTo>
                    <a:pt x="30479" y="717550"/>
                  </a:lnTo>
                  <a:lnTo>
                    <a:pt x="31750" y="715010"/>
                  </a:lnTo>
                  <a:lnTo>
                    <a:pt x="33020" y="712470"/>
                  </a:lnTo>
                  <a:lnTo>
                    <a:pt x="33020" y="709929"/>
                  </a:lnTo>
                  <a:lnTo>
                    <a:pt x="34289" y="706120"/>
                  </a:lnTo>
                  <a:lnTo>
                    <a:pt x="35560" y="703579"/>
                  </a:lnTo>
                  <a:lnTo>
                    <a:pt x="35560" y="701039"/>
                  </a:lnTo>
                  <a:lnTo>
                    <a:pt x="35560" y="699770"/>
                  </a:lnTo>
                  <a:lnTo>
                    <a:pt x="36829" y="694689"/>
                  </a:lnTo>
                  <a:lnTo>
                    <a:pt x="36829" y="689610"/>
                  </a:lnTo>
                  <a:lnTo>
                    <a:pt x="38100"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5720" y="110489"/>
                  </a:lnTo>
                  <a:lnTo>
                    <a:pt x="46989" y="102870"/>
                  </a:lnTo>
                  <a:lnTo>
                    <a:pt x="49529" y="95250"/>
                  </a:lnTo>
                  <a:lnTo>
                    <a:pt x="52070" y="86360"/>
                  </a:lnTo>
                  <a:lnTo>
                    <a:pt x="54610" y="80010"/>
                  </a:lnTo>
                  <a:lnTo>
                    <a:pt x="57150" y="72389"/>
                  </a:lnTo>
                  <a:lnTo>
                    <a:pt x="60960" y="64770"/>
                  </a:lnTo>
                  <a:lnTo>
                    <a:pt x="67310" y="52070"/>
                  </a:lnTo>
                  <a:lnTo>
                    <a:pt x="71120" y="45720"/>
                  </a:lnTo>
                  <a:lnTo>
                    <a:pt x="74929" y="39370"/>
                  </a:lnTo>
                  <a:lnTo>
                    <a:pt x="78739" y="34289"/>
                  </a:lnTo>
                  <a:lnTo>
                    <a:pt x="83820" y="29210"/>
                  </a:lnTo>
                  <a:lnTo>
                    <a:pt x="87629" y="24129"/>
                  </a:lnTo>
                  <a:lnTo>
                    <a:pt x="92710" y="20320"/>
                  </a:lnTo>
                  <a:lnTo>
                    <a:pt x="101600" y="12700"/>
                  </a:lnTo>
                  <a:lnTo>
                    <a:pt x="111760" y="7620"/>
                  </a:lnTo>
                  <a:lnTo>
                    <a:pt x="123189" y="3810"/>
                  </a:lnTo>
                  <a:lnTo>
                    <a:pt x="134620" y="0"/>
                  </a:lnTo>
                  <a:lnTo>
                    <a:pt x="147320" y="0"/>
                  </a:lnTo>
                  <a:lnTo>
                    <a:pt x="154939" y="0"/>
                  </a:lnTo>
                  <a:lnTo>
                    <a:pt x="163829" y="1270"/>
                  </a:lnTo>
                  <a:lnTo>
                    <a:pt x="170179" y="3810"/>
                  </a:lnTo>
                  <a:lnTo>
                    <a:pt x="176529" y="6350"/>
                  </a:lnTo>
                  <a:lnTo>
                    <a:pt x="182879" y="10160"/>
                  </a:lnTo>
                  <a:lnTo>
                    <a:pt x="187960" y="13970"/>
                  </a:lnTo>
                  <a:lnTo>
                    <a:pt x="190500" y="16510"/>
                  </a:lnTo>
                  <a:lnTo>
                    <a:pt x="193039" y="19050"/>
                  </a:lnTo>
                  <a:lnTo>
                    <a:pt x="209550" y="48260"/>
                  </a:lnTo>
                  <a:lnTo>
                    <a:pt x="210820" y="50800"/>
                  </a:lnTo>
                  <a:lnTo>
                    <a:pt x="210820" y="54610"/>
                  </a:lnTo>
                  <a:lnTo>
                    <a:pt x="212089" y="57150"/>
                  </a:lnTo>
                  <a:lnTo>
                    <a:pt x="212089" y="60960"/>
                  </a:lnTo>
                  <a:lnTo>
                    <a:pt x="213360" y="64770"/>
                  </a:lnTo>
                  <a:lnTo>
                    <a:pt x="213360" y="68579"/>
                  </a:lnTo>
                  <a:lnTo>
                    <a:pt x="213360" y="72389"/>
                  </a:lnTo>
                  <a:lnTo>
                    <a:pt x="214629" y="76200"/>
                  </a:lnTo>
                  <a:lnTo>
                    <a:pt x="214629" y="80010"/>
                  </a:lnTo>
                  <a:lnTo>
                    <a:pt x="214629" y="83820"/>
                  </a:lnTo>
                  <a:lnTo>
                    <a:pt x="214629" y="86360"/>
                  </a:lnTo>
                  <a:lnTo>
                    <a:pt x="213360" y="88900"/>
                  </a:lnTo>
                  <a:lnTo>
                    <a:pt x="213360" y="91439"/>
                  </a:lnTo>
                  <a:lnTo>
                    <a:pt x="213360" y="95250"/>
                  </a:lnTo>
                  <a:lnTo>
                    <a:pt x="213360" y="97789"/>
                  </a:lnTo>
                  <a:lnTo>
                    <a:pt x="212089" y="100329"/>
                  </a:lnTo>
                  <a:lnTo>
                    <a:pt x="212089" y="102870"/>
                  </a:lnTo>
                  <a:lnTo>
                    <a:pt x="212089" y="105410"/>
                  </a:lnTo>
                  <a:lnTo>
                    <a:pt x="210820" y="107950"/>
                  </a:lnTo>
                  <a:lnTo>
                    <a:pt x="209550" y="110489"/>
                  </a:lnTo>
                  <a:lnTo>
                    <a:pt x="208279" y="113029"/>
                  </a:lnTo>
                  <a:lnTo>
                    <a:pt x="207010" y="118110"/>
                  </a:lnTo>
                  <a:lnTo>
                    <a:pt x="204470" y="121920"/>
                  </a:lnTo>
                  <a:lnTo>
                    <a:pt x="203200" y="124460"/>
                  </a:lnTo>
                  <a:lnTo>
                    <a:pt x="201929" y="125729"/>
                  </a:lnTo>
                  <a:lnTo>
                    <a:pt x="200660" y="128270"/>
                  </a:lnTo>
                  <a:lnTo>
                    <a:pt x="199389" y="129539"/>
                  </a:lnTo>
                  <a:lnTo>
                    <a:pt x="196850" y="130810"/>
                  </a:lnTo>
                  <a:lnTo>
                    <a:pt x="195579" y="133350"/>
                  </a:lnTo>
                  <a:lnTo>
                    <a:pt x="191770" y="135889"/>
                  </a:lnTo>
                  <a:lnTo>
                    <a:pt x="187960" y="137160"/>
                  </a:lnTo>
                  <a:lnTo>
                    <a:pt x="185420" y="138429"/>
                  </a:lnTo>
                  <a:lnTo>
                    <a:pt x="180339" y="139700"/>
                  </a:lnTo>
                  <a:lnTo>
                    <a:pt x="176529" y="139700"/>
                  </a:lnTo>
                  <a:lnTo>
                    <a:pt x="172720" y="139700"/>
                  </a:lnTo>
                  <a:lnTo>
                    <a:pt x="170179" y="139700"/>
                  </a:lnTo>
                  <a:lnTo>
                    <a:pt x="166370" y="138429"/>
                  </a:lnTo>
                  <a:lnTo>
                    <a:pt x="163829" y="137160"/>
                  </a:lnTo>
                  <a:lnTo>
                    <a:pt x="161289" y="134620"/>
                  </a:lnTo>
                  <a:lnTo>
                    <a:pt x="160020" y="133350"/>
                  </a:lnTo>
                  <a:lnTo>
                    <a:pt x="158750" y="132079"/>
                  </a:lnTo>
                  <a:lnTo>
                    <a:pt x="157479" y="130810"/>
                  </a:lnTo>
                  <a:lnTo>
                    <a:pt x="156210" y="128270"/>
                  </a:lnTo>
                  <a:lnTo>
                    <a:pt x="154939" y="127000"/>
                  </a:lnTo>
                  <a:lnTo>
                    <a:pt x="153670" y="125729"/>
                  </a:lnTo>
                  <a:lnTo>
                    <a:pt x="152400" y="121920"/>
                  </a:lnTo>
                  <a:lnTo>
                    <a:pt x="149860" y="118110"/>
                  </a:lnTo>
                  <a:lnTo>
                    <a:pt x="148589" y="114300"/>
                  </a:lnTo>
                  <a:lnTo>
                    <a:pt x="148589" y="111760"/>
                  </a:lnTo>
                  <a:lnTo>
                    <a:pt x="147320" y="110489"/>
                  </a:lnTo>
                  <a:lnTo>
                    <a:pt x="147320" y="107950"/>
                  </a:lnTo>
                  <a:lnTo>
                    <a:pt x="146050" y="105410"/>
                  </a:lnTo>
                  <a:lnTo>
                    <a:pt x="146050" y="104139"/>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6050" y="39370"/>
                  </a:lnTo>
                  <a:lnTo>
                    <a:pt x="144779" y="39370"/>
                  </a:lnTo>
                  <a:lnTo>
                    <a:pt x="144779" y="38100"/>
                  </a:lnTo>
                  <a:lnTo>
                    <a:pt x="143510" y="36829"/>
                  </a:lnTo>
                  <a:lnTo>
                    <a:pt x="142239" y="35560"/>
                  </a:lnTo>
                  <a:lnTo>
                    <a:pt x="140970" y="34289"/>
                  </a:lnTo>
                  <a:lnTo>
                    <a:pt x="139700" y="33020"/>
                  </a:lnTo>
                  <a:lnTo>
                    <a:pt x="138429" y="31750"/>
                  </a:lnTo>
                  <a:lnTo>
                    <a:pt x="137160" y="31750"/>
                  </a:lnTo>
                  <a:lnTo>
                    <a:pt x="134620" y="30479"/>
                  </a:lnTo>
                  <a:lnTo>
                    <a:pt x="133350" y="30479"/>
                  </a:lnTo>
                  <a:lnTo>
                    <a:pt x="132079" y="30479"/>
                  </a:lnTo>
                  <a:lnTo>
                    <a:pt x="130810" y="31750"/>
                  </a:lnTo>
                  <a:lnTo>
                    <a:pt x="129539" y="31750"/>
                  </a:lnTo>
                  <a:lnTo>
                    <a:pt x="128270" y="33020"/>
                  </a:lnTo>
                  <a:lnTo>
                    <a:pt x="127000" y="33020"/>
                  </a:lnTo>
                  <a:lnTo>
                    <a:pt x="127000" y="34289"/>
                  </a:lnTo>
                  <a:lnTo>
                    <a:pt x="125729" y="34289"/>
                  </a:lnTo>
                  <a:lnTo>
                    <a:pt x="124460" y="35560"/>
                  </a:lnTo>
                  <a:lnTo>
                    <a:pt x="124460" y="36829"/>
                  </a:lnTo>
                  <a:lnTo>
                    <a:pt x="123189" y="38100"/>
                  </a:lnTo>
                  <a:lnTo>
                    <a:pt x="121920" y="40639"/>
                  </a:lnTo>
                  <a:lnTo>
                    <a:pt x="120650" y="44450"/>
                  </a:lnTo>
                  <a:lnTo>
                    <a:pt x="119379" y="45720"/>
                  </a:lnTo>
                  <a:lnTo>
                    <a:pt x="119379" y="46989"/>
                  </a:lnTo>
                  <a:lnTo>
                    <a:pt x="118110" y="49529"/>
                  </a:lnTo>
                  <a:lnTo>
                    <a:pt x="118110" y="50800"/>
                  </a:lnTo>
                  <a:lnTo>
                    <a:pt x="116839" y="53339"/>
                  </a:lnTo>
                  <a:lnTo>
                    <a:pt x="116839" y="55879"/>
                  </a:lnTo>
                  <a:lnTo>
                    <a:pt x="116839" y="60960"/>
                  </a:lnTo>
                  <a:lnTo>
                    <a:pt x="115570" y="660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49" name="object 549"/>
            <p:cNvSpPr/>
            <p:nvPr/>
          </p:nvSpPr>
          <p:spPr>
            <a:xfrm>
              <a:off x="4699000" y="914400"/>
              <a:ext cx="214629" cy="750570"/>
            </a:xfrm>
            <a:prstGeom prst="rect">
              <a:avLst/>
            </a:prstGeom>
            <a:blipFill>
              <a:blip r:embed="rId60" cstate="print"/>
              <a:stretch>
                <a:fillRect/>
              </a:stretch>
            </a:blipFill>
          </p:spPr>
          <p:txBody>
            <a:bodyPr wrap="square" lIns="0" tIns="0" rIns="0" bIns="0" rtlCol="0"/>
            <a:lstStyle/>
            <a:p/>
          </p:txBody>
        </p:sp>
        <p:sp>
          <p:nvSpPr>
            <p:cNvPr id="550" name="object 550"/>
            <p:cNvSpPr/>
            <p:nvPr/>
          </p:nvSpPr>
          <p:spPr>
            <a:xfrm>
              <a:off x="4699000" y="914400"/>
              <a:ext cx="213360" cy="750570"/>
            </a:xfrm>
            <a:custGeom>
              <a:avLst/>
              <a:gdLst/>
              <a:ahLst/>
              <a:cxnLst/>
              <a:rect l="l" t="t" r="r" b="b"/>
              <a:pathLst>
                <a:path w="213360" h="750569">
                  <a:moveTo>
                    <a:pt x="115570" y="298450"/>
                  </a:moveTo>
                  <a:lnTo>
                    <a:pt x="115570" y="648970"/>
                  </a:lnTo>
                  <a:lnTo>
                    <a:pt x="115570" y="671829"/>
                  </a:lnTo>
                  <a:lnTo>
                    <a:pt x="115570" y="681989"/>
                  </a:lnTo>
                  <a:lnTo>
                    <a:pt x="116839" y="689610"/>
                  </a:lnTo>
                  <a:lnTo>
                    <a:pt x="116839" y="697229"/>
                  </a:lnTo>
                  <a:lnTo>
                    <a:pt x="118110" y="701039"/>
                  </a:lnTo>
                  <a:lnTo>
                    <a:pt x="118110" y="703579"/>
                  </a:lnTo>
                  <a:lnTo>
                    <a:pt x="118110" y="706120"/>
                  </a:lnTo>
                  <a:lnTo>
                    <a:pt x="119379" y="708660"/>
                  </a:lnTo>
                  <a:lnTo>
                    <a:pt x="119379" y="711200"/>
                  </a:lnTo>
                  <a:lnTo>
                    <a:pt x="120650" y="712470"/>
                  </a:lnTo>
                  <a:lnTo>
                    <a:pt x="121920" y="715010"/>
                  </a:lnTo>
                  <a:lnTo>
                    <a:pt x="123189" y="717550"/>
                  </a:lnTo>
                  <a:lnTo>
                    <a:pt x="124460" y="718820"/>
                  </a:lnTo>
                  <a:lnTo>
                    <a:pt x="125729" y="721360"/>
                  </a:lnTo>
                  <a:lnTo>
                    <a:pt x="128270" y="722629"/>
                  </a:lnTo>
                  <a:lnTo>
                    <a:pt x="129539" y="723900"/>
                  </a:lnTo>
                  <a:lnTo>
                    <a:pt x="132079" y="726439"/>
                  </a:lnTo>
                  <a:lnTo>
                    <a:pt x="133350" y="727710"/>
                  </a:lnTo>
                  <a:lnTo>
                    <a:pt x="137160" y="730250"/>
                  </a:lnTo>
                  <a:lnTo>
                    <a:pt x="142239" y="730250"/>
                  </a:lnTo>
                  <a:lnTo>
                    <a:pt x="148589" y="732789"/>
                  </a:lnTo>
                  <a:lnTo>
                    <a:pt x="153670" y="732789"/>
                  </a:lnTo>
                  <a:lnTo>
                    <a:pt x="153670" y="750570"/>
                  </a:lnTo>
                  <a:lnTo>
                    <a:pt x="0" y="750570"/>
                  </a:lnTo>
                  <a:lnTo>
                    <a:pt x="0" y="730250"/>
                  </a:lnTo>
                  <a:lnTo>
                    <a:pt x="7620" y="730250"/>
                  </a:lnTo>
                  <a:lnTo>
                    <a:pt x="11429" y="730250"/>
                  </a:lnTo>
                  <a:lnTo>
                    <a:pt x="15239" y="730250"/>
                  </a:lnTo>
                  <a:lnTo>
                    <a:pt x="17779" y="727710"/>
                  </a:lnTo>
                  <a:lnTo>
                    <a:pt x="20320" y="726439"/>
                  </a:lnTo>
                  <a:lnTo>
                    <a:pt x="22860" y="725170"/>
                  </a:lnTo>
                  <a:lnTo>
                    <a:pt x="24129" y="723900"/>
                  </a:lnTo>
                  <a:lnTo>
                    <a:pt x="25400" y="723900"/>
                  </a:lnTo>
                  <a:lnTo>
                    <a:pt x="26670" y="721360"/>
                  </a:lnTo>
                  <a:lnTo>
                    <a:pt x="27939" y="720089"/>
                  </a:lnTo>
                  <a:lnTo>
                    <a:pt x="29210" y="717550"/>
                  </a:lnTo>
                  <a:lnTo>
                    <a:pt x="30479" y="715010"/>
                  </a:lnTo>
                  <a:lnTo>
                    <a:pt x="33020" y="712470"/>
                  </a:lnTo>
                  <a:lnTo>
                    <a:pt x="33020" y="709929"/>
                  </a:lnTo>
                  <a:lnTo>
                    <a:pt x="34289" y="706120"/>
                  </a:lnTo>
                  <a:lnTo>
                    <a:pt x="35560" y="703579"/>
                  </a:lnTo>
                  <a:lnTo>
                    <a:pt x="35560" y="701039"/>
                  </a:lnTo>
                  <a:lnTo>
                    <a:pt x="35560" y="699770"/>
                  </a:lnTo>
                  <a:lnTo>
                    <a:pt x="36829" y="694689"/>
                  </a:lnTo>
                  <a:lnTo>
                    <a:pt x="36829" y="689610"/>
                  </a:lnTo>
                  <a:lnTo>
                    <a:pt x="36829" y="683260"/>
                  </a:lnTo>
                  <a:lnTo>
                    <a:pt x="38100" y="668020"/>
                  </a:lnTo>
                  <a:lnTo>
                    <a:pt x="38100" y="648970"/>
                  </a:lnTo>
                  <a:lnTo>
                    <a:pt x="38100" y="298450"/>
                  </a:lnTo>
                  <a:lnTo>
                    <a:pt x="0" y="298450"/>
                  </a:lnTo>
                  <a:lnTo>
                    <a:pt x="0" y="245110"/>
                  </a:lnTo>
                  <a:lnTo>
                    <a:pt x="38100" y="245110"/>
                  </a:lnTo>
                  <a:lnTo>
                    <a:pt x="38100" y="207010"/>
                  </a:lnTo>
                  <a:lnTo>
                    <a:pt x="38100" y="181610"/>
                  </a:lnTo>
                  <a:lnTo>
                    <a:pt x="38100" y="162560"/>
                  </a:lnTo>
                  <a:lnTo>
                    <a:pt x="38100" y="153670"/>
                  </a:lnTo>
                  <a:lnTo>
                    <a:pt x="39370" y="144779"/>
                  </a:lnTo>
                  <a:lnTo>
                    <a:pt x="40639" y="135889"/>
                  </a:lnTo>
                  <a:lnTo>
                    <a:pt x="41910" y="127000"/>
                  </a:lnTo>
                  <a:lnTo>
                    <a:pt x="43179" y="119379"/>
                  </a:lnTo>
                  <a:lnTo>
                    <a:pt x="44450" y="110489"/>
                  </a:lnTo>
                  <a:lnTo>
                    <a:pt x="46989" y="102870"/>
                  </a:lnTo>
                  <a:lnTo>
                    <a:pt x="49529" y="95250"/>
                  </a:lnTo>
                  <a:lnTo>
                    <a:pt x="52070" y="86360"/>
                  </a:lnTo>
                  <a:lnTo>
                    <a:pt x="54610" y="80010"/>
                  </a:lnTo>
                  <a:lnTo>
                    <a:pt x="57150" y="72389"/>
                  </a:lnTo>
                  <a:lnTo>
                    <a:pt x="59689" y="64770"/>
                  </a:lnTo>
                  <a:lnTo>
                    <a:pt x="67310" y="52070"/>
                  </a:lnTo>
                  <a:lnTo>
                    <a:pt x="71120" y="45720"/>
                  </a:lnTo>
                  <a:lnTo>
                    <a:pt x="92710" y="20320"/>
                  </a:lnTo>
                  <a:lnTo>
                    <a:pt x="101600" y="12700"/>
                  </a:lnTo>
                  <a:lnTo>
                    <a:pt x="111760" y="7620"/>
                  </a:lnTo>
                  <a:lnTo>
                    <a:pt x="123189" y="3810"/>
                  </a:lnTo>
                  <a:lnTo>
                    <a:pt x="134620" y="0"/>
                  </a:lnTo>
                  <a:lnTo>
                    <a:pt x="147320" y="0"/>
                  </a:lnTo>
                  <a:lnTo>
                    <a:pt x="154939" y="0"/>
                  </a:lnTo>
                  <a:lnTo>
                    <a:pt x="190500" y="16510"/>
                  </a:lnTo>
                  <a:lnTo>
                    <a:pt x="193039" y="19050"/>
                  </a:lnTo>
                  <a:lnTo>
                    <a:pt x="195579" y="21589"/>
                  </a:lnTo>
                  <a:lnTo>
                    <a:pt x="196850" y="25400"/>
                  </a:lnTo>
                  <a:lnTo>
                    <a:pt x="201929" y="31750"/>
                  </a:lnTo>
                  <a:lnTo>
                    <a:pt x="204470" y="36829"/>
                  </a:lnTo>
                  <a:lnTo>
                    <a:pt x="208279" y="44450"/>
                  </a:lnTo>
                  <a:lnTo>
                    <a:pt x="208279" y="48260"/>
                  </a:lnTo>
                  <a:lnTo>
                    <a:pt x="209550" y="50800"/>
                  </a:lnTo>
                  <a:lnTo>
                    <a:pt x="210820" y="54610"/>
                  </a:lnTo>
                  <a:lnTo>
                    <a:pt x="212089" y="57150"/>
                  </a:lnTo>
                  <a:lnTo>
                    <a:pt x="212089" y="60960"/>
                  </a:lnTo>
                  <a:lnTo>
                    <a:pt x="213360" y="64770"/>
                  </a:lnTo>
                  <a:lnTo>
                    <a:pt x="213360" y="68579"/>
                  </a:lnTo>
                  <a:lnTo>
                    <a:pt x="213360" y="72389"/>
                  </a:lnTo>
                  <a:lnTo>
                    <a:pt x="213360" y="97789"/>
                  </a:lnTo>
                  <a:lnTo>
                    <a:pt x="212089" y="100329"/>
                  </a:lnTo>
                  <a:lnTo>
                    <a:pt x="212089" y="102870"/>
                  </a:lnTo>
                  <a:lnTo>
                    <a:pt x="210820" y="105410"/>
                  </a:lnTo>
                  <a:lnTo>
                    <a:pt x="209550" y="107950"/>
                  </a:lnTo>
                  <a:lnTo>
                    <a:pt x="209550" y="110489"/>
                  </a:lnTo>
                  <a:lnTo>
                    <a:pt x="208279" y="113029"/>
                  </a:lnTo>
                  <a:lnTo>
                    <a:pt x="205739" y="118110"/>
                  </a:lnTo>
                  <a:lnTo>
                    <a:pt x="204470" y="121920"/>
                  </a:lnTo>
                  <a:lnTo>
                    <a:pt x="201929" y="124460"/>
                  </a:lnTo>
                  <a:lnTo>
                    <a:pt x="201929" y="125729"/>
                  </a:lnTo>
                  <a:lnTo>
                    <a:pt x="199389" y="128270"/>
                  </a:lnTo>
                  <a:lnTo>
                    <a:pt x="198120" y="129539"/>
                  </a:lnTo>
                  <a:lnTo>
                    <a:pt x="196850" y="130810"/>
                  </a:lnTo>
                  <a:lnTo>
                    <a:pt x="195579" y="133350"/>
                  </a:lnTo>
                  <a:lnTo>
                    <a:pt x="191770" y="135889"/>
                  </a:lnTo>
                  <a:lnTo>
                    <a:pt x="187960" y="137160"/>
                  </a:lnTo>
                  <a:lnTo>
                    <a:pt x="184150" y="138429"/>
                  </a:lnTo>
                  <a:lnTo>
                    <a:pt x="180339" y="139700"/>
                  </a:lnTo>
                  <a:lnTo>
                    <a:pt x="176529" y="139700"/>
                  </a:lnTo>
                  <a:lnTo>
                    <a:pt x="172720" y="139700"/>
                  </a:lnTo>
                  <a:lnTo>
                    <a:pt x="170179" y="139700"/>
                  </a:lnTo>
                  <a:lnTo>
                    <a:pt x="166370" y="138429"/>
                  </a:lnTo>
                  <a:lnTo>
                    <a:pt x="163829" y="137160"/>
                  </a:lnTo>
                  <a:lnTo>
                    <a:pt x="160020" y="134620"/>
                  </a:lnTo>
                  <a:lnTo>
                    <a:pt x="160020" y="133350"/>
                  </a:lnTo>
                  <a:lnTo>
                    <a:pt x="158750" y="132079"/>
                  </a:lnTo>
                  <a:lnTo>
                    <a:pt x="157479" y="130810"/>
                  </a:lnTo>
                  <a:lnTo>
                    <a:pt x="156210" y="128270"/>
                  </a:lnTo>
                  <a:lnTo>
                    <a:pt x="154939" y="127000"/>
                  </a:lnTo>
                  <a:lnTo>
                    <a:pt x="153670" y="125729"/>
                  </a:lnTo>
                  <a:lnTo>
                    <a:pt x="151129" y="121920"/>
                  </a:lnTo>
                  <a:lnTo>
                    <a:pt x="149860" y="118110"/>
                  </a:lnTo>
                  <a:lnTo>
                    <a:pt x="148589" y="114300"/>
                  </a:lnTo>
                  <a:lnTo>
                    <a:pt x="148589" y="111760"/>
                  </a:lnTo>
                  <a:lnTo>
                    <a:pt x="147320" y="110489"/>
                  </a:lnTo>
                  <a:lnTo>
                    <a:pt x="147320" y="107950"/>
                  </a:lnTo>
                  <a:lnTo>
                    <a:pt x="146050" y="105410"/>
                  </a:lnTo>
                  <a:lnTo>
                    <a:pt x="146050" y="104139"/>
                  </a:lnTo>
                  <a:lnTo>
                    <a:pt x="146050" y="101600"/>
                  </a:lnTo>
                  <a:lnTo>
                    <a:pt x="146050" y="100329"/>
                  </a:lnTo>
                  <a:lnTo>
                    <a:pt x="144779" y="97789"/>
                  </a:lnTo>
                  <a:lnTo>
                    <a:pt x="144779" y="95250"/>
                  </a:lnTo>
                  <a:lnTo>
                    <a:pt x="144779" y="92710"/>
                  </a:lnTo>
                  <a:lnTo>
                    <a:pt x="144779" y="91439"/>
                  </a:lnTo>
                  <a:lnTo>
                    <a:pt x="144779" y="90170"/>
                  </a:lnTo>
                  <a:lnTo>
                    <a:pt x="146050" y="87629"/>
                  </a:lnTo>
                  <a:lnTo>
                    <a:pt x="146050" y="86360"/>
                  </a:lnTo>
                  <a:lnTo>
                    <a:pt x="146050" y="80010"/>
                  </a:lnTo>
                  <a:lnTo>
                    <a:pt x="147320" y="72389"/>
                  </a:lnTo>
                  <a:lnTo>
                    <a:pt x="147320" y="68579"/>
                  </a:lnTo>
                  <a:lnTo>
                    <a:pt x="147320" y="64770"/>
                  </a:lnTo>
                  <a:lnTo>
                    <a:pt x="148589" y="59689"/>
                  </a:lnTo>
                  <a:lnTo>
                    <a:pt x="148589" y="55879"/>
                  </a:lnTo>
                  <a:lnTo>
                    <a:pt x="148589" y="53339"/>
                  </a:lnTo>
                  <a:lnTo>
                    <a:pt x="147320" y="50800"/>
                  </a:lnTo>
                  <a:lnTo>
                    <a:pt x="147320" y="48260"/>
                  </a:lnTo>
                  <a:lnTo>
                    <a:pt x="147320" y="46989"/>
                  </a:lnTo>
                  <a:lnTo>
                    <a:pt x="147320" y="45720"/>
                  </a:lnTo>
                  <a:lnTo>
                    <a:pt x="147320" y="44450"/>
                  </a:lnTo>
                  <a:lnTo>
                    <a:pt x="146050" y="44450"/>
                  </a:lnTo>
                  <a:lnTo>
                    <a:pt x="146050" y="41910"/>
                  </a:lnTo>
                  <a:lnTo>
                    <a:pt x="144779" y="39370"/>
                  </a:lnTo>
                  <a:lnTo>
                    <a:pt x="144779" y="38100"/>
                  </a:lnTo>
                  <a:lnTo>
                    <a:pt x="143510" y="36829"/>
                  </a:lnTo>
                  <a:lnTo>
                    <a:pt x="142239" y="35560"/>
                  </a:lnTo>
                  <a:lnTo>
                    <a:pt x="140970" y="34289"/>
                  </a:lnTo>
                  <a:lnTo>
                    <a:pt x="139700" y="33020"/>
                  </a:lnTo>
                  <a:lnTo>
                    <a:pt x="138429" y="31750"/>
                  </a:lnTo>
                  <a:lnTo>
                    <a:pt x="135889" y="31750"/>
                  </a:lnTo>
                  <a:lnTo>
                    <a:pt x="134620" y="30479"/>
                  </a:lnTo>
                  <a:lnTo>
                    <a:pt x="133350" y="30479"/>
                  </a:lnTo>
                  <a:lnTo>
                    <a:pt x="132079" y="30479"/>
                  </a:lnTo>
                  <a:lnTo>
                    <a:pt x="130810" y="31750"/>
                  </a:lnTo>
                  <a:lnTo>
                    <a:pt x="129539" y="31750"/>
                  </a:lnTo>
                  <a:lnTo>
                    <a:pt x="128270" y="33020"/>
                  </a:lnTo>
                  <a:lnTo>
                    <a:pt x="127000" y="33020"/>
                  </a:lnTo>
                  <a:lnTo>
                    <a:pt x="125729" y="34289"/>
                  </a:lnTo>
                  <a:lnTo>
                    <a:pt x="124460" y="35560"/>
                  </a:lnTo>
                  <a:lnTo>
                    <a:pt x="124460" y="36829"/>
                  </a:lnTo>
                  <a:lnTo>
                    <a:pt x="123189" y="38100"/>
                  </a:lnTo>
                  <a:lnTo>
                    <a:pt x="121920" y="40639"/>
                  </a:lnTo>
                  <a:lnTo>
                    <a:pt x="119379" y="44450"/>
                  </a:lnTo>
                  <a:lnTo>
                    <a:pt x="119379" y="45720"/>
                  </a:lnTo>
                  <a:lnTo>
                    <a:pt x="118110" y="46989"/>
                  </a:lnTo>
                  <a:lnTo>
                    <a:pt x="118110" y="49529"/>
                  </a:lnTo>
                  <a:lnTo>
                    <a:pt x="118110" y="50800"/>
                  </a:lnTo>
                  <a:lnTo>
                    <a:pt x="116839" y="53339"/>
                  </a:lnTo>
                  <a:lnTo>
                    <a:pt x="116839" y="55879"/>
                  </a:lnTo>
                  <a:lnTo>
                    <a:pt x="115570" y="60960"/>
                  </a:lnTo>
                  <a:lnTo>
                    <a:pt x="115570" y="66039"/>
                  </a:lnTo>
                  <a:lnTo>
                    <a:pt x="114300" y="72389"/>
                  </a:lnTo>
                  <a:lnTo>
                    <a:pt x="114300" y="78739"/>
                  </a:lnTo>
                  <a:lnTo>
                    <a:pt x="114300" y="85089"/>
                  </a:lnTo>
                  <a:lnTo>
                    <a:pt x="115570" y="180339"/>
                  </a:lnTo>
                  <a:lnTo>
                    <a:pt x="115570" y="245110"/>
                  </a:lnTo>
                  <a:lnTo>
                    <a:pt x="153670" y="245110"/>
                  </a:lnTo>
                  <a:lnTo>
                    <a:pt x="153670" y="298450"/>
                  </a:lnTo>
                  <a:lnTo>
                    <a:pt x="115570" y="298450"/>
                  </a:lnTo>
                  <a:close/>
                </a:path>
              </a:pathLst>
            </a:custGeom>
            <a:ln w="12579">
              <a:solidFill>
                <a:srgbClr val="006600"/>
              </a:solidFill>
            </a:ln>
          </p:spPr>
          <p:txBody>
            <a:bodyPr wrap="square" lIns="0" tIns="0" rIns="0" bIns="0" rtlCol="0"/>
            <a:lstStyle/>
            <a:p/>
          </p:txBody>
        </p:sp>
        <p:sp>
          <p:nvSpPr>
            <p:cNvPr id="551" name="object 551"/>
            <p:cNvSpPr/>
            <p:nvPr/>
          </p:nvSpPr>
          <p:spPr>
            <a:xfrm>
              <a:off x="4893310" y="1143000"/>
              <a:ext cx="218439" cy="537210"/>
            </a:xfrm>
            <a:prstGeom prst="rect">
              <a:avLst/>
            </a:prstGeom>
            <a:blipFill>
              <a:blip r:embed="rId61" cstate="print"/>
              <a:stretch>
                <a:fillRect/>
              </a:stretch>
            </a:blipFill>
          </p:spPr>
          <p:txBody>
            <a:bodyPr wrap="square" lIns="0" tIns="0" rIns="0" bIns="0" rtlCol="0"/>
            <a:lstStyle/>
            <a:p/>
          </p:txBody>
        </p:sp>
        <p:sp>
          <p:nvSpPr>
            <p:cNvPr id="552" name="object 552"/>
            <p:cNvSpPr/>
            <p:nvPr/>
          </p:nvSpPr>
          <p:spPr>
            <a:xfrm>
              <a:off x="4960620" y="1388109"/>
              <a:ext cx="149860" cy="215900"/>
            </a:xfrm>
            <a:custGeom>
              <a:avLst/>
              <a:gdLst/>
              <a:ahLst/>
              <a:cxnLst/>
              <a:rect l="l" t="t" r="r" b="b"/>
              <a:pathLst>
                <a:path w="149860" h="215900">
                  <a:moveTo>
                    <a:pt x="149860" y="0"/>
                  </a:moveTo>
                  <a:lnTo>
                    <a:pt x="7620" y="0"/>
                  </a:lnTo>
                  <a:lnTo>
                    <a:pt x="0" y="0"/>
                  </a:lnTo>
                  <a:lnTo>
                    <a:pt x="1270" y="6350"/>
                  </a:lnTo>
                  <a:lnTo>
                    <a:pt x="2540" y="30480"/>
                  </a:lnTo>
                  <a:lnTo>
                    <a:pt x="3810" y="54610"/>
                  </a:lnTo>
                  <a:lnTo>
                    <a:pt x="6350" y="76200"/>
                  </a:lnTo>
                  <a:lnTo>
                    <a:pt x="8890" y="96520"/>
                  </a:lnTo>
                  <a:lnTo>
                    <a:pt x="8890" y="97790"/>
                  </a:lnTo>
                  <a:lnTo>
                    <a:pt x="12700" y="116840"/>
                  </a:lnTo>
                  <a:lnTo>
                    <a:pt x="17780" y="134620"/>
                  </a:lnTo>
                  <a:lnTo>
                    <a:pt x="17780" y="135890"/>
                  </a:lnTo>
                  <a:lnTo>
                    <a:pt x="22860" y="152400"/>
                  </a:lnTo>
                  <a:lnTo>
                    <a:pt x="29210" y="167640"/>
                  </a:lnTo>
                  <a:lnTo>
                    <a:pt x="34290" y="179070"/>
                  </a:lnTo>
                  <a:lnTo>
                    <a:pt x="39370" y="187960"/>
                  </a:lnTo>
                  <a:lnTo>
                    <a:pt x="43180" y="191770"/>
                  </a:lnTo>
                  <a:lnTo>
                    <a:pt x="43180" y="193040"/>
                  </a:lnTo>
                  <a:lnTo>
                    <a:pt x="45720" y="195580"/>
                  </a:lnTo>
                  <a:lnTo>
                    <a:pt x="48260" y="199390"/>
                  </a:lnTo>
                  <a:lnTo>
                    <a:pt x="50800" y="203200"/>
                  </a:lnTo>
                  <a:lnTo>
                    <a:pt x="52070" y="203200"/>
                  </a:lnTo>
                  <a:lnTo>
                    <a:pt x="55880" y="205740"/>
                  </a:lnTo>
                  <a:lnTo>
                    <a:pt x="57150" y="208280"/>
                  </a:lnTo>
                  <a:lnTo>
                    <a:pt x="58420" y="208280"/>
                  </a:lnTo>
                  <a:lnTo>
                    <a:pt x="61379" y="210261"/>
                  </a:lnTo>
                  <a:lnTo>
                    <a:pt x="60960" y="210820"/>
                  </a:lnTo>
                  <a:lnTo>
                    <a:pt x="64770" y="213360"/>
                  </a:lnTo>
                  <a:lnTo>
                    <a:pt x="66040" y="213360"/>
                  </a:lnTo>
                  <a:lnTo>
                    <a:pt x="69850" y="214630"/>
                  </a:lnTo>
                  <a:lnTo>
                    <a:pt x="72390" y="215900"/>
                  </a:lnTo>
                  <a:lnTo>
                    <a:pt x="73660" y="215900"/>
                  </a:lnTo>
                  <a:lnTo>
                    <a:pt x="77470" y="215900"/>
                  </a:lnTo>
                  <a:lnTo>
                    <a:pt x="81280" y="215900"/>
                  </a:lnTo>
                  <a:lnTo>
                    <a:pt x="85090" y="215900"/>
                  </a:lnTo>
                  <a:lnTo>
                    <a:pt x="87630" y="215900"/>
                  </a:lnTo>
                  <a:lnTo>
                    <a:pt x="91440" y="214630"/>
                  </a:lnTo>
                  <a:lnTo>
                    <a:pt x="95250" y="213360"/>
                  </a:lnTo>
                  <a:lnTo>
                    <a:pt x="96520" y="213360"/>
                  </a:lnTo>
                  <a:lnTo>
                    <a:pt x="100330" y="210820"/>
                  </a:lnTo>
                  <a:lnTo>
                    <a:pt x="104140" y="208280"/>
                  </a:lnTo>
                  <a:lnTo>
                    <a:pt x="105410" y="208280"/>
                  </a:lnTo>
                  <a:lnTo>
                    <a:pt x="105410" y="207010"/>
                  </a:lnTo>
                  <a:lnTo>
                    <a:pt x="107492" y="203873"/>
                  </a:lnTo>
                  <a:lnTo>
                    <a:pt x="107950" y="204470"/>
                  </a:lnTo>
                  <a:lnTo>
                    <a:pt x="113030" y="200660"/>
                  </a:lnTo>
                  <a:lnTo>
                    <a:pt x="113030" y="199390"/>
                  </a:lnTo>
                  <a:lnTo>
                    <a:pt x="116840" y="195580"/>
                  </a:lnTo>
                  <a:lnTo>
                    <a:pt x="116840" y="194310"/>
                  </a:lnTo>
                  <a:lnTo>
                    <a:pt x="120650" y="189230"/>
                  </a:lnTo>
                  <a:lnTo>
                    <a:pt x="119672" y="188849"/>
                  </a:lnTo>
                  <a:lnTo>
                    <a:pt x="123190" y="184150"/>
                  </a:lnTo>
                  <a:lnTo>
                    <a:pt x="124460" y="184150"/>
                  </a:lnTo>
                  <a:lnTo>
                    <a:pt x="124460" y="182880"/>
                  </a:lnTo>
                  <a:lnTo>
                    <a:pt x="127000" y="176530"/>
                  </a:lnTo>
                  <a:lnTo>
                    <a:pt x="132080" y="168910"/>
                  </a:lnTo>
                  <a:lnTo>
                    <a:pt x="132080" y="167640"/>
                  </a:lnTo>
                  <a:lnTo>
                    <a:pt x="134620" y="160020"/>
                  </a:lnTo>
                  <a:lnTo>
                    <a:pt x="129540" y="157480"/>
                  </a:lnTo>
                  <a:lnTo>
                    <a:pt x="123190" y="154940"/>
                  </a:lnTo>
                  <a:lnTo>
                    <a:pt x="120650" y="162560"/>
                  </a:lnTo>
                  <a:lnTo>
                    <a:pt x="115570" y="170180"/>
                  </a:lnTo>
                  <a:lnTo>
                    <a:pt x="115570" y="171450"/>
                  </a:lnTo>
                  <a:lnTo>
                    <a:pt x="113411" y="176834"/>
                  </a:lnTo>
                  <a:lnTo>
                    <a:pt x="113030" y="176530"/>
                  </a:lnTo>
                  <a:lnTo>
                    <a:pt x="109220" y="182880"/>
                  </a:lnTo>
                  <a:lnTo>
                    <a:pt x="105410" y="187960"/>
                  </a:lnTo>
                  <a:lnTo>
                    <a:pt x="106197" y="188442"/>
                  </a:lnTo>
                  <a:lnTo>
                    <a:pt x="102870" y="191770"/>
                  </a:lnTo>
                  <a:lnTo>
                    <a:pt x="103466" y="192227"/>
                  </a:lnTo>
                  <a:lnTo>
                    <a:pt x="100330" y="194310"/>
                  </a:lnTo>
                  <a:lnTo>
                    <a:pt x="100330" y="195580"/>
                  </a:lnTo>
                  <a:lnTo>
                    <a:pt x="97967" y="197154"/>
                  </a:lnTo>
                  <a:lnTo>
                    <a:pt x="97790" y="196850"/>
                  </a:lnTo>
                  <a:lnTo>
                    <a:pt x="93980" y="199390"/>
                  </a:lnTo>
                  <a:lnTo>
                    <a:pt x="91567" y="201002"/>
                  </a:lnTo>
                  <a:lnTo>
                    <a:pt x="91440" y="200660"/>
                  </a:lnTo>
                  <a:lnTo>
                    <a:pt x="87630" y="201930"/>
                  </a:lnTo>
                  <a:lnTo>
                    <a:pt x="82550" y="203200"/>
                  </a:lnTo>
                  <a:lnTo>
                    <a:pt x="81280" y="203200"/>
                  </a:lnTo>
                  <a:lnTo>
                    <a:pt x="78740" y="203200"/>
                  </a:lnTo>
                  <a:lnTo>
                    <a:pt x="77470" y="203200"/>
                  </a:lnTo>
                  <a:lnTo>
                    <a:pt x="76200" y="203200"/>
                  </a:lnTo>
                  <a:lnTo>
                    <a:pt x="73507" y="202311"/>
                  </a:lnTo>
                  <a:lnTo>
                    <a:pt x="73660" y="201930"/>
                  </a:lnTo>
                  <a:lnTo>
                    <a:pt x="71120" y="201091"/>
                  </a:lnTo>
                  <a:lnTo>
                    <a:pt x="68580" y="199390"/>
                  </a:lnTo>
                  <a:lnTo>
                    <a:pt x="67310" y="199390"/>
                  </a:lnTo>
                  <a:lnTo>
                    <a:pt x="64770" y="198120"/>
                  </a:lnTo>
                  <a:lnTo>
                    <a:pt x="63500" y="196850"/>
                  </a:lnTo>
                  <a:lnTo>
                    <a:pt x="60452" y="194818"/>
                  </a:lnTo>
                  <a:lnTo>
                    <a:pt x="60960" y="194310"/>
                  </a:lnTo>
                  <a:lnTo>
                    <a:pt x="57810" y="192227"/>
                  </a:lnTo>
                  <a:lnTo>
                    <a:pt x="58420" y="191770"/>
                  </a:lnTo>
                  <a:lnTo>
                    <a:pt x="55880" y="187960"/>
                  </a:lnTo>
                  <a:lnTo>
                    <a:pt x="53340" y="184150"/>
                  </a:lnTo>
                  <a:lnTo>
                    <a:pt x="52692" y="184797"/>
                  </a:lnTo>
                  <a:lnTo>
                    <a:pt x="49885" y="181978"/>
                  </a:lnTo>
                  <a:lnTo>
                    <a:pt x="50800" y="181610"/>
                  </a:lnTo>
                  <a:lnTo>
                    <a:pt x="45720" y="172720"/>
                  </a:lnTo>
                  <a:lnTo>
                    <a:pt x="40640" y="162560"/>
                  </a:lnTo>
                  <a:lnTo>
                    <a:pt x="34467" y="147764"/>
                  </a:lnTo>
                  <a:lnTo>
                    <a:pt x="35560" y="147320"/>
                  </a:lnTo>
                  <a:lnTo>
                    <a:pt x="29210" y="132080"/>
                  </a:lnTo>
                  <a:lnTo>
                    <a:pt x="1905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53" name="object 553"/>
            <p:cNvSpPr/>
            <p:nvPr/>
          </p:nvSpPr>
          <p:spPr>
            <a:xfrm>
              <a:off x="4914900" y="1501139"/>
              <a:ext cx="203200" cy="185420"/>
            </a:xfrm>
            <a:custGeom>
              <a:avLst/>
              <a:gdLst/>
              <a:ahLst/>
              <a:cxnLst/>
              <a:rect l="l" t="t" r="r" b="b"/>
              <a:pathLst>
                <a:path w="203200" h="185419">
                  <a:moveTo>
                    <a:pt x="203200" y="24130"/>
                  </a:moveTo>
                  <a:lnTo>
                    <a:pt x="200660" y="21590"/>
                  </a:lnTo>
                  <a:lnTo>
                    <a:pt x="191770" y="8890"/>
                  </a:lnTo>
                  <a:lnTo>
                    <a:pt x="184150" y="0"/>
                  </a:lnTo>
                  <a:lnTo>
                    <a:pt x="180340" y="11430"/>
                  </a:lnTo>
                  <a:lnTo>
                    <a:pt x="176530" y="22860"/>
                  </a:lnTo>
                  <a:lnTo>
                    <a:pt x="172720" y="33020"/>
                  </a:lnTo>
                  <a:lnTo>
                    <a:pt x="168910" y="41910"/>
                  </a:lnTo>
                  <a:lnTo>
                    <a:pt x="175260" y="44450"/>
                  </a:lnTo>
                  <a:lnTo>
                    <a:pt x="180340" y="46990"/>
                  </a:lnTo>
                  <a:lnTo>
                    <a:pt x="184150" y="36830"/>
                  </a:lnTo>
                  <a:lnTo>
                    <a:pt x="187960" y="26670"/>
                  </a:lnTo>
                  <a:lnTo>
                    <a:pt x="188163" y="26212"/>
                  </a:lnTo>
                  <a:lnTo>
                    <a:pt x="189077" y="27393"/>
                  </a:lnTo>
                  <a:lnTo>
                    <a:pt x="184150" y="43180"/>
                  </a:lnTo>
                  <a:lnTo>
                    <a:pt x="179070" y="62230"/>
                  </a:lnTo>
                  <a:lnTo>
                    <a:pt x="172720" y="78740"/>
                  </a:lnTo>
                  <a:lnTo>
                    <a:pt x="173812" y="79184"/>
                  </a:lnTo>
                  <a:lnTo>
                    <a:pt x="168059" y="94157"/>
                  </a:lnTo>
                  <a:lnTo>
                    <a:pt x="167640" y="93980"/>
                  </a:lnTo>
                  <a:lnTo>
                    <a:pt x="161709" y="108204"/>
                  </a:lnTo>
                  <a:lnTo>
                    <a:pt x="161290" y="107950"/>
                  </a:lnTo>
                  <a:lnTo>
                    <a:pt x="156210" y="120650"/>
                  </a:lnTo>
                  <a:lnTo>
                    <a:pt x="149860" y="132080"/>
                  </a:lnTo>
                  <a:lnTo>
                    <a:pt x="144094" y="140144"/>
                  </a:lnTo>
                  <a:lnTo>
                    <a:pt x="143510" y="139700"/>
                  </a:lnTo>
                  <a:lnTo>
                    <a:pt x="137680" y="147853"/>
                  </a:lnTo>
                  <a:lnTo>
                    <a:pt x="137160" y="147320"/>
                  </a:lnTo>
                  <a:lnTo>
                    <a:pt x="130810" y="154940"/>
                  </a:lnTo>
                  <a:lnTo>
                    <a:pt x="131406" y="155397"/>
                  </a:lnTo>
                  <a:lnTo>
                    <a:pt x="124460" y="160020"/>
                  </a:lnTo>
                  <a:lnTo>
                    <a:pt x="124879" y="160591"/>
                  </a:lnTo>
                  <a:lnTo>
                    <a:pt x="118110" y="165100"/>
                  </a:lnTo>
                  <a:lnTo>
                    <a:pt x="118364" y="165442"/>
                  </a:lnTo>
                  <a:lnTo>
                    <a:pt x="111760" y="167640"/>
                  </a:lnTo>
                  <a:lnTo>
                    <a:pt x="102870" y="171450"/>
                  </a:lnTo>
                  <a:lnTo>
                    <a:pt x="103022" y="171856"/>
                  </a:lnTo>
                  <a:lnTo>
                    <a:pt x="97790" y="172720"/>
                  </a:lnTo>
                  <a:lnTo>
                    <a:pt x="90170" y="172720"/>
                  </a:lnTo>
                  <a:lnTo>
                    <a:pt x="88900" y="172720"/>
                  </a:lnTo>
                  <a:lnTo>
                    <a:pt x="82550" y="172720"/>
                  </a:lnTo>
                  <a:lnTo>
                    <a:pt x="77419" y="171704"/>
                  </a:lnTo>
                  <a:lnTo>
                    <a:pt x="77470" y="171450"/>
                  </a:lnTo>
                  <a:lnTo>
                    <a:pt x="71120" y="170180"/>
                  </a:lnTo>
                  <a:lnTo>
                    <a:pt x="64770" y="167640"/>
                  </a:lnTo>
                  <a:lnTo>
                    <a:pt x="64376" y="168617"/>
                  </a:lnTo>
                  <a:lnTo>
                    <a:pt x="59690" y="165100"/>
                  </a:lnTo>
                  <a:lnTo>
                    <a:pt x="53340" y="161290"/>
                  </a:lnTo>
                  <a:lnTo>
                    <a:pt x="48260" y="157480"/>
                  </a:lnTo>
                  <a:lnTo>
                    <a:pt x="43180" y="152400"/>
                  </a:lnTo>
                  <a:lnTo>
                    <a:pt x="42608" y="152971"/>
                  </a:lnTo>
                  <a:lnTo>
                    <a:pt x="38100" y="147320"/>
                  </a:lnTo>
                  <a:lnTo>
                    <a:pt x="33020" y="140970"/>
                  </a:lnTo>
                  <a:lnTo>
                    <a:pt x="28346" y="135140"/>
                  </a:lnTo>
                  <a:lnTo>
                    <a:pt x="29210" y="134620"/>
                  </a:lnTo>
                  <a:lnTo>
                    <a:pt x="24130" y="127000"/>
                  </a:lnTo>
                  <a:lnTo>
                    <a:pt x="20320" y="119380"/>
                  </a:lnTo>
                  <a:lnTo>
                    <a:pt x="15240" y="110490"/>
                  </a:lnTo>
                  <a:lnTo>
                    <a:pt x="11430" y="100330"/>
                  </a:lnTo>
                  <a:lnTo>
                    <a:pt x="5080" y="102870"/>
                  </a:lnTo>
                  <a:lnTo>
                    <a:pt x="0" y="105410"/>
                  </a:lnTo>
                  <a:lnTo>
                    <a:pt x="3810" y="115570"/>
                  </a:lnTo>
                  <a:lnTo>
                    <a:pt x="8890" y="124460"/>
                  </a:lnTo>
                  <a:lnTo>
                    <a:pt x="12700" y="133350"/>
                  </a:lnTo>
                  <a:lnTo>
                    <a:pt x="17780" y="140970"/>
                  </a:lnTo>
                  <a:lnTo>
                    <a:pt x="17780" y="142240"/>
                  </a:lnTo>
                  <a:lnTo>
                    <a:pt x="22860" y="148590"/>
                  </a:lnTo>
                  <a:lnTo>
                    <a:pt x="29210" y="156210"/>
                  </a:lnTo>
                  <a:lnTo>
                    <a:pt x="34290" y="161290"/>
                  </a:lnTo>
                  <a:lnTo>
                    <a:pt x="34290" y="162560"/>
                  </a:lnTo>
                  <a:lnTo>
                    <a:pt x="40640" y="167640"/>
                  </a:lnTo>
                  <a:lnTo>
                    <a:pt x="46990" y="171450"/>
                  </a:lnTo>
                  <a:lnTo>
                    <a:pt x="46990" y="172720"/>
                  </a:lnTo>
                  <a:lnTo>
                    <a:pt x="53340" y="176530"/>
                  </a:lnTo>
                  <a:lnTo>
                    <a:pt x="59690" y="179070"/>
                  </a:lnTo>
                  <a:lnTo>
                    <a:pt x="60960" y="180340"/>
                  </a:lnTo>
                  <a:lnTo>
                    <a:pt x="67310" y="181610"/>
                  </a:lnTo>
                  <a:lnTo>
                    <a:pt x="73660" y="184150"/>
                  </a:lnTo>
                  <a:lnTo>
                    <a:pt x="74930" y="184150"/>
                  </a:lnTo>
                  <a:lnTo>
                    <a:pt x="81280" y="184150"/>
                  </a:lnTo>
                  <a:lnTo>
                    <a:pt x="88900" y="185420"/>
                  </a:lnTo>
                  <a:lnTo>
                    <a:pt x="90170" y="185420"/>
                  </a:lnTo>
                  <a:lnTo>
                    <a:pt x="99060" y="184150"/>
                  </a:lnTo>
                  <a:lnTo>
                    <a:pt x="106680" y="182880"/>
                  </a:lnTo>
                  <a:lnTo>
                    <a:pt x="107950" y="182880"/>
                  </a:lnTo>
                  <a:lnTo>
                    <a:pt x="116840" y="179070"/>
                  </a:lnTo>
                  <a:lnTo>
                    <a:pt x="124460" y="176530"/>
                  </a:lnTo>
                  <a:lnTo>
                    <a:pt x="125730" y="175260"/>
                  </a:lnTo>
                  <a:lnTo>
                    <a:pt x="132080" y="170180"/>
                  </a:lnTo>
                  <a:lnTo>
                    <a:pt x="139700" y="163830"/>
                  </a:lnTo>
                  <a:lnTo>
                    <a:pt x="140970" y="163830"/>
                  </a:lnTo>
                  <a:lnTo>
                    <a:pt x="147320" y="156210"/>
                  </a:lnTo>
                  <a:lnTo>
                    <a:pt x="153670" y="148590"/>
                  </a:lnTo>
                  <a:lnTo>
                    <a:pt x="153670" y="147320"/>
                  </a:lnTo>
                  <a:lnTo>
                    <a:pt x="160020" y="138430"/>
                  </a:lnTo>
                  <a:lnTo>
                    <a:pt x="161290" y="138430"/>
                  </a:lnTo>
                  <a:lnTo>
                    <a:pt x="166370" y="127000"/>
                  </a:lnTo>
                  <a:lnTo>
                    <a:pt x="167640" y="127000"/>
                  </a:lnTo>
                  <a:lnTo>
                    <a:pt x="172720" y="114300"/>
                  </a:lnTo>
                  <a:lnTo>
                    <a:pt x="179070" y="99060"/>
                  </a:lnTo>
                  <a:lnTo>
                    <a:pt x="185420" y="83820"/>
                  </a:lnTo>
                  <a:lnTo>
                    <a:pt x="191770" y="66040"/>
                  </a:lnTo>
                  <a:lnTo>
                    <a:pt x="196850" y="46990"/>
                  </a:lnTo>
                  <a:lnTo>
                    <a:pt x="201930" y="26670"/>
                  </a:lnTo>
                  <a:lnTo>
                    <a:pt x="203200" y="24130"/>
                  </a:lnTo>
                  <a:close/>
                </a:path>
              </a:pathLst>
            </a:custGeom>
            <a:solidFill>
              <a:srgbClr val="006600"/>
            </a:solidFill>
          </p:spPr>
          <p:txBody>
            <a:bodyPr wrap="square" lIns="0" tIns="0" rIns="0" bIns="0" rtlCol="0"/>
            <a:lstStyle/>
            <a:p/>
          </p:txBody>
        </p:sp>
        <p:sp>
          <p:nvSpPr>
            <p:cNvPr id="554" name="object 554"/>
            <p:cNvSpPr/>
            <p:nvPr/>
          </p:nvSpPr>
          <p:spPr>
            <a:xfrm>
              <a:off x="4886960" y="1137919"/>
              <a:ext cx="135890" cy="468630"/>
            </a:xfrm>
            <a:custGeom>
              <a:avLst/>
              <a:gdLst/>
              <a:ahLst/>
              <a:cxnLst/>
              <a:rect l="l" t="t" r="r" b="b"/>
              <a:pathLst>
                <a:path w="135889" h="468630">
                  <a:moveTo>
                    <a:pt x="135890" y="1270"/>
                  </a:moveTo>
                  <a:lnTo>
                    <a:pt x="130810" y="0"/>
                  </a:lnTo>
                  <a:lnTo>
                    <a:pt x="128270" y="0"/>
                  </a:lnTo>
                  <a:lnTo>
                    <a:pt x="124460" y="0"/>
                  </a:lnTo>
                  <a:lnTo>
                    <a:pt x="118110" y="0"/>
                  </a:lnTo>
                  <a:lnTo>
                    <a:pt x="116840" y="0"/>
                  </a:lnTo>
                  <a:lnTo>
                    <a:pt x="110490" y="1270"/>
                  </a:lnTo>
                  <a:lnTo>
                    <a:pt x="105410" y="2540"/>
                  </a:lnTo>
                  <a:lnTo>
                    <a:pt x="104140" y="2540"/>
                  </a:lnTo>
                  <a:lnTo>
                    <a:pt x="99060" y="3810"/>
                  </a:lnTo>
                  <a:lnTo>
                    <a:pt x="97790" y="5080"/>
                  </a:lnTo>
                  <a:lnTo>
                    <a:pt x="92710" y="7620"/>
                  </a:lnTo>
                  <a:lnTo>
                    <a:pt x="86360" y="11430"/>
                  </a:lnTo>
                  <a:lnTo>
                    <a:pt x="81280" y="15240"/>
                  </a:lnTo>
                  <a:lnTo>
                    <a:pt x="81280" y="16510"/>
                  </a:lnTo>
                  <a:lnTo>
                    <a:pt x="76200" y="20320"/>
                  </a:lnTo>
                  <a:lnTo>
                    <a:pt x="69850" y="25400"/>
                  </a:lnTo>
                  <a:lnTo>
                    <a:pt x="68580" y="25400"/>
                  </a:lnTo>
                  <a:lnTo>
                    <a:pt x="63500" y="31750"/>
                  </a:lnTo>
                  <a:lnTo>
                    <a:pt x="64223" y="32296"/>
                  </a:lnTo>
                  <a:lnTo>
                    <a:pt x="59690" y="36830"/>
                  </a:lnTo>
                  <a:lnTo>
                    <a:pt x="59690" y="38100"/>
                  </a:lnTo>
                  <a:lnTo>
                    <a:pt x="54610" y="44450"/>
                  </a:lnTo>
                  <a:lnTo>
                    <a:pt x="44450" y="59690"/>
                  </a:lnTo>
                  <a:lnTo>
                    <a:pt x="44450" y="60960"/>
                  </a:lnTo>
                  <a:lnTo>
                    <a:pt x="35560" y="78740"/>
                  </a:lnTo>
                  <a:lnTo>
                    <a:pt x="30480" y="87630"/>
                  </a:lnTo>
                  <a:lnTo>
                    <a:pt x="30480" y="88900"/>
                  </a:lnTo>
                  <a:lnTo>
                    <a:pt x="26670" y="99060"/>
                  </a:lnTo>
                  <a:lnTo>
                    <a:pt x="22860" y="107950"/>
                  </a:lnTo>
                  <a:lnTo>
                    <a:pt x="22860" y="109220"/>
                  </a:lnTo>
                  <a:lnTo>
                    <a:pt x="20320" y="119380"/>
                  </a:lnTo>
                  <a:lnTo>
                    <a:pt x="16510" y="130810"/>
                  </a:lnTo>
                  <a:lnTo>
                    <a:pt x="13970" y="142240"/>
                  </a:lnTo>
                  <a:lnTo>
                    <a:pt x="8890" y="167640"/>
                  </a:lnTo>
                  <a:lnTo>
                    <a:pt x="8890" y="168910"/>
                  </a:lnTo>
                  <a:lnTo>
                    <a:pt x="5080" y="194310"/>
                  </a:lnTo>
                  <a:lnTo>
                    <a:pt x="1270" y="222250"/>
                  </a:lnTo>
                  <a:lnTo>
                    <a:pt x="0" y="222250"/>
                  </a:lnTo>
                  <a:lnTo>
                    <a:pt x="0" y="251460"/>
                  </a:lnTo>
                  <a:lnTo>
                    <a:pt x="0" y="281940"/>
                  </a:lnTo>
                  <a:lnTo>
                    <a:pt x="0" y="308610"/>
                  </a:lnTo>
                  <a:lnTo>
                    <a:pt x="0" y="355600"/>
                  </a:lnTo>
                  <a:lnTo>
                    <a:pt x="2540" y="355600"/>
                  </a:lnTo>
                  <a:lnTo>
                    <a:pt x="6350" y="378460"/>
                  </a:lnTo>
                  <a:lnTo>
                    <a:pt x="8890" y="400050"/>
                  </a:lnTo>
                  <a:lnTo>
                    <a:pt x="13970" y="420370"/>
                  </a:lnTo>
                  <a:lnTo>
                    <a:pt x="17780" y="439420"/>
                  </a:lnTo>
                  <a:lnTo>
                    <a:pt x="24130" y="457200"/>
                  </a:lnTo>
                  <a:lnTo>
                    <a:pt x="27940" y="468630"/>
                  </a:lnTo>
                  <a:lnTo>
                    <a:pt x="33020" y="466090"/>
                  </a:lnTo>
                  <a:lnTo>
                    <a:pt x="39370" y="463550"/>
                  </a:lnTo>
                  <a:lnTo>
                    <a:pt x="35560" y="453390"/>
                  </a:lnTo>
                  <a:lnTo>
                    <a:pt x="30480" y="435610"/>
                  </a:lnTo>
                  <a:lnTo>
                    <a:pt x="30162" y="435737"/>
                  </a:lnTo>
                  <a:lnTo>
                    <a:pt x="25400" y="417830"/>
                  </a:lnTo>
                  <a:lnTo>
                    <a:pt x="20320" y="397510"/>
                  </a:lnTo>
                  <a:lnTo>
                    <a:pt x="20167" y="397548"/>
                  </a:lnTo>
                  <a:lnTo>
                    <a:pt x="17780" y="377190"/>
                  </a:lnTo>
                  <a:lnTo>
                    <a:pt x="15240" y="354330"/>
                  </a:lnTo>
                  <a:lnTo>
                    <a:pt x="15240" y="222250"/>
                  </a:lnTo>
                  <a:lnTo>
                    <a:pt x="14084" y="222250"/>
                  </a:lnTo>
                  <a:lnTo>
                    <a:pt x="20320" y="170180"/>
                  </a:lnTo>
                  <a:lnTo>
                    <a:pt x="31750" y="123190"/>
                  </a:lnTo>
                  <a:lnTo>
                    <a:pt x="35179" y="112890"/>
                  </a:lnTo>
                  <a:lnTo>
                    <a:pt x="35560" y="113030"/>
                  </a:lnTo>
                  <a:lnTo>
                    <a:pt x="38100" y="102870"/>
                  </a:lnTo>
                  <a:lnTo>
                    <a:pt x="41910" y="92710"/>
                  </a:lnTo>
                  <a:lnTo>
                    <a:pt x="46990" y="83820"/>
                  </a:lnTo>
                  <a:lnTo>
                    <a:pt x="55880" y="66040"/>
                  </a:lnTo>
                  <a:lnTo>
                    <a:pt x="64249" y="51689"/>
                  </a:lnTo>
                  <a:lnTo>
                    <a:pt x="64770" y="52070"/>
                  </a:lnTo>
                  <a:lnTo>
                    <a:pt x="68110" y="45377"/>
                  </a:lnTo>
                  <a:lnTo>
                    <a:pt x="68580" y="45720"/>
                  </a:lnTo>
                  <a:lnTo>
                    <a:pt x="73660" y="39370"/>
                  </a:lnTo>
                  <a:lnTo>
                    <a:pt x="78168" y="33731"/>
                  </a:lnTo>
                  <a:lnTo>
                    <a:pt x="78740" y="34290"/>
                  </a:lnTo>
                  <a:lnTo>
                    <a:pt x="83820" y="29210"/>
                  </a:lnTo>
                  <a:lnTo>
                    <a:pt x="88900" y="25400"/>
                  </a:lnTo>
                  <a:lnTo>
                    <a:pt x="88493" y="24879"/>
                  </a:lnTo>
                  <a:lnTo>
                    <a:pt x="93980" y="21590"/>
                  </a:lnTo>
                  <a:lnTo>
                    <a:pt x="93675" y="21209"/>
                  </a:lnTo>
                  <a:lnTo>
                    <a:pt x="99060" y="19050"/>
                  </a:lnTo>
                  <a:lnTo>
                    <a:pt x="98755" y="18669"/>
                  </a:lnTo>
                  <a:lnTo>
                    <a:pt x="104140" y="16510"/>
                  </a:lnTo>
                  <a:lnTo>
                    <a:pt x="103962" y="16243"/>
                  </a:lnTo>
                  <a:lnTo>
                    <a:pt x="107950" y="15240"/>
                  </a:lnTo>
                  <a:lnTo>
                    <a:pt x="113030" y="13970"/>
                  </a:lnTo>
                  <a:lnTo>
                    <a:pt x="118110" y="11938"/>
                  </a:lnTo>
                  <a:lnTo>
                    <a:pt x="118110" y="12700"/>
                  </a:lnTo>
                  <a:lnTo>
                    <a:pt x="124460" y="12700"/>
                  </a:lnTo>
                  <a:lnTo>
                    <a:pt x="128270" y="12700"/>
                  </a:lnTo>
                  <a:lnTo>
                    <a:pt x="128270" y="12065"/>
                  </a:lnTo>
                  <a:lnTo>
                    <a:pt x="132080" y="13970"/>
                  </a:lnTo>
                  <a:lnTo>
                    <a:pt x="133350" y="7620"/>
                  </a:lnTo>
                  <a:lnTo>
                    <a:pt x="135890" y="1270"/>
                  </a:lnTo>
                  <a:close/>
                </a:path>
              </a:pathLst>
            </a:custGeom>
            <a:solidFill>
              <a:srgbClr val="006600"/>
            </a:solidFill>
          </p:spPr>
          <p:txBody>
            <a:bodyPr wrap="square" lIns="0" tIns="0" rIns="0" bIns="0" rtlCol="0"/>
            <a:lstStyle/>
            <a:p/>
          </p:txBody>
        </p:sp>
        <p:sp>
          <p:nvSpPr>
            <p:cNvPr id="555" name="object 555"/>
            <p:cNvSpPr/>
            <p:nvPr/>
          </p:nvSpPr>
          <p:spPr>
            <a:xfrm>
              <a:off x="5016500" y="1139189"/>
              <a:ext cx="100330" cy="261620"/>
            </a:xfrm>
            <a:custGeom>
              <a:avLst/>
              <a:gdLst/>
              <a:ahLst/>
              <a:cxnLst/>
              <a:rect l="l" t="t" r="r" b="b"/>
              <a:pathLst>
                <a:path w="100329" h="261619">
                  <a:moveTo>
                    <a:pt x="31750" y="144780"/>
                  </a:moveTo>
                  <a:lnTo>
                    <a:pt x="30480" y="144780"/>
                  </a:lnTo>
                  <a:lnTo>
                    <a:pt x="30480" y="130810"/>
                  </a:lnTo>
                  <a:lnTo>
                    <a:pt x="30480" y="129540"/>
                  </a:lnTo>
                  <a:lnTo>
                    <a:pt x="29210" y="118110"/>
                  </a:lnTo>
                  <a:lnTo>
                    <a:pt x="27940" y="107950"/>
                  </a:lnTo>
                  <a:lnTo>
                    <a:pt x="27940" y="106680"/>
                  </a:lnTo>
                  <a:lnTo>
                    <a:pt x="26670" y="97790"/>
                  </a:lnTo>
                  <a:lnTo>
                    <a:pt x="25400" y="90170"/>
                  </a:lnTo>
                  <a:lnTo>
                    <a:pt x="24130" y="82550"/>
                  </a:lnTo>
                  <a:lnTo>
                    <a:pt x="22860" y="74930"/>
                  </a:lnTo>
                  <a:lnTo>
                    <a:pt x="20320" y="68580"/>
                  </a:lnTo>
                  <a:lnTo>
                    <a:pt x="17945" y="62674"/>
                  </a:lnTo>
                  <a:lnTo>
                    <a:pt x="19050" y="62230"/>
                  </a:lnTo>
                  <a:lnTo>
                    <a:pt x="16510" y="57150"/>
                  </a:lnTo>
                  <a:lnTo>
                    <a:pt x="16510" y="55880"/>
                  </a:lnTo>
                  <a:lnTo>
                    <a:pt x="13970" y="50800"/>
                  </a:lnTo>
                  <a:lnTo>
                    <a:pt x="11430" y="46990"/>
                  </a:lnTo>
                  <a:lnTo>
                    <a:pt x="5080" y="49530"/>
                  </a:lnTo>
                  <a:lnTo>
                    <a:pt x="0" y="52070"/>
                  </a:lnTo>
                  <a:lnTo>
                    <a:pt x="2540" y="57150"/>
                  </a:lnTo>
                  <a:lnTo>
                    <a:pt x="4330" y="60756"/>
                  </a:lnTo>
                  <a:lnTo>
                    <a:pt x="3810" y="60960"/>
                  </a:lnTo>
                  <a:lnTo>
                    <a:pt x="6350" y="66040"/>
                  </a:lnTo>
                  <a:lnTo>
                    <a:pt x="6350" y="67310"/>
                  </a:lnTo>
                  <a:lnTo>
                    <a:pt x="8890" y="72390"/>
                  </a:lnTo>
                  <a:lnTo>
                    <a:pt x="10160" y="78740"/>
                  </a:lnTo>
                  <a:lnTo>
                    <a:pt x="10350" y="78663"/>
                  </a:lnTo>
                  <a:lnTo>
                    <a:pt x="11430" y="85090"/>
                  </a:lnTo>
                  <a:lnTo>
                    <a:pt x="13970" y="91440"/>
                  </a:lnTo>
                  <a:lnTo>
                    <a:pt x="15240" y="100330"/>
                  </a:lnTo>
                  <a:lnTo>
                    <a:pt x="15405" y="100304"/>
                  </a:lnTo>
                  <a:lnTo>
                    <a:pt x="16510" y="107950"/>
                  </a:lnTo>
                  <a:lnTo>
                    <a:pt x="16510" y="119380"/>
                  </a:lnTo>
                  <a:lnTo>
                    <a:pt x="17780" y="132080"/>
                  </a:lnTo>
                  <a:lnTo>
                    <a:pt x="19050" y="144780"/>
                  </a:lnTo>
                  <a:lnTo>
                    <a:pt x="19050" y="218440"/>
                  </a:lnTo>
                  <a:lnTo>
                    <a:pt x="31750" y="218440"/>
                  </a:lnTo>
                  <a:lnTo>
                    <a:pt x="31750" y="144780"/>
                  </a:lnTo>
                  <a:close/>
                </a:path>
                <a:path w="100329" h="261619">
                  <a:moveTo>
                    <a:pt x="100330" y="223520"/>
                  </a:moveTo>
                  <a:lnTo>
                    <a:pt x="97790" y="195580"/>
                  </a:lnTo>
                  <a:lnTo>
                    <a:pt x="95250" y="170180"/>
                  </a:lnTo>
                  <a:lnTo>
                    <a:pt x="91440" y="146050"/>
                  </a:lnTo>
                  <a:lnTo>
                    <a:pt x="91440" y="144780"/>
                  </a:lnTo>
                  <a:lnTo>
                    <a:pt x="87630" y="123190"/>
                  </a:lnTo>
                  <a:lnTo>
                    <a:pt x="87630" y="121920"/>
                  </a:lnTo>
                  <a:lnTo>
                    <a:pt x="82550" y="101600"/>
                  </a:lnTo>
                  <a:lnTo>
                    <a:pt x="78740" y="91440"/>
                  </a:lnTo>
                  <a:lnTo>
                    <a:pt x="76200" y="82550"/>
                  </a:lnTo>
                  <a:lnTo>
                    <a:pt x="72390" y="73660"/>
                  </a:lnTo>
                  <a:lnTo>
                    <a:pt x="68580" y="64770"/>
                  </a:lnTo>
                  <a:lnTo>
                    <a:pt x="60960" y="50800"/>
                  </a:lnTo>
                  <a:lnTo>
                    <a:pt x="53340" y="36830"/>
                  </a:lnTo>
                  <a:lnTo>
                    <a:pt x="52070" y="36830"/>
                  </a:lnTo>
                  <a:lnTo>
                    <a:pt x="48260" y="30480"/>
                  </a:lnTo>
                  <a:lnTo>
                    <a:pt x="44450" y="25400"/>
                  </a:lnTo>
                  <a:lnTo>
                    <a:pt x="40640" y="20320"/>
                  </a:lnTo>
                  <a:lnTo>
                    <a:pt x="39370" y="20320"/>
                  </a:lnTo>
                  <a:lnTo>
                    <a:pt x="35560" y="16510"/>
                  </a:lnTo>
                  <a:lnTo>
                    <a:pt x="35560" y="15240"/>
                  </a:lnTo>
                  <a:lnTo>
                    <a:pt x="31750" y="11430"/>
                  </a:lnTo>
                  <a:lnTo>
                    <a:pt x="30480" y="11430"/>
                  </a:lnTo>
                  <a:lnTo>
                    <a:pt x="25400" y="8890"/>
                  </a:lnTo>
                  <a:lnTo>
                    <a:pt x="21590" y="5080"/>
                  </a:lnTo>
                  <a:lnTo>
                    <a:pt x="20320" y="5080"/>
                  </a:lnTo>
                  <a:lnTo>
                    <a:pt x="16510" y="2540"/>
                  </a:lnTo>
                  <a:lnTo>
                    <a:pt x="15240" y="2540"/>
                  </a:lnTo>
                  <a:lnTo>
                    <a:pt x="11430" y="1270"/>
                  </a:lnTo>
                  <a:lnTo>
                    <a:pt x="10160" y="0"/>
                  </a:lnTo>
                  <a:lnTo>
                    <a:pt x="5080" y="0"/>
                  </a:lnTo>
                  <a:lnTo>
                    <a:pt x="3810" y="6350"/>
                  </a:lnTo>
                  <a:lnTo>
                    <a:pt x="2540" y="12700"/>
                  </a:lnTo>
                  <a:lnTo>
                    <a:pt x="6350" y="12700"/>
                  </a:lnTo>
                  <a:lnTo>
                    <a:pt x="10350" y="13703"/>
                  </a:lnTo>
                  <a:lnTo>
                    <a:pt x="10160" y="13970"/>
                  </a:lnTo>
                  <a:lnTo>
                    <a:pt x="15240" y="16510"/>
                  </a:lnTo>
                  <a:lnTo>
                    <a:pt x="15328" y="16268"/>
                  </a:lnTo>
                  <a:lnTo>
                    <a:pt x="19050" y="19050"/>
                  </a:lnTo>
                  <a:lnTo>
                    <a:pt x="23202" y="21132"/>
                  </a:lnTo>
                  <a:lnTo>
                    <a:pt x="22860" y="21590"/>
                  </a:lnTo>
                  <a:lnTo>
                    <a:pt x="26670" y="25400"/>
                  </a:lnTo>
                  <a:lnTo>
                    <a:pt x="27203" y="24866"/>
                  </a:lnTo>
                  <a:lnTo>
                    <a:pt x="30480" y="29210"/>
                  </a:lnTo>
                  <a:lnTo>
                    <a:pt x="30949" y="28740"/>
                  </a:lnTo>
                  <a:lnTo>
                    <a:pt x="34290" y="34290"/>
                  </a:lnTo>
                  <a:lnTo>
                    <a:pt x="35560" y="34290"/>
                  </a:lnTo>
                  <a:lnTo>
                    <a:pt x="38823" y="37566"/>
                  </a:lnTo>
                  <a:lnTo>
                    <a:pt x="38100" y="38100"/>
                  </a:lnTo>
                  <a:lnTo>
                    <a:pt x="42748" y="42760"/>
                  </a:lnTo>
                  <a:lnTo>
                    <a:pt x="41910" y="43180"/>
                  </a:lnTo>
                  <a:lnTo>
                    <a:pt x="49530" y="57150"/>
                  </a:lnTo>
                  <a:lnTo>
                    <a:pt x="50012" y="56857"/>
                  </a:lnTo>
                  <a:lnTo>
                    <a:pt x="57150" y="71120"/>
                  </a:lnTo>
                  <a:lnTo>
                    <a:pt x="57581" y="70866"/>
                  </a:lnTo>
                  <a:lnTo>
                    <a:pt x="60960" y="78740"/>
                  </a:lnTo>
                  <a:lnTo>
                    <a:pt x="64554" y="85940"/>
                  </a:lnTo>
                  <a:lnTo>
                    <a:pt x="63500" y="86360"/>
                  </a:lnTo>
                  <a:lnTo>
                    <a:pt x="67310" y="95250"/>
                  </a:lnTo>
                  <a:lnTo>
                    <a:pt x="69850" y="105410"/>
                  </a:lnTo>
                  <a:lnTo>
                    <a:pt x="74930" y="125730"/>
                  </a:lnTo>
                  <a:lnTo>
                    <a:pt x="75120" y="125653"/>
                  </a:lnTo>
                  <a:lnTo>
                    <a:pt x="78740" y="147320"/>
                  </a:lnTo>
                  <a:lnTo>
                    <a:pt x="82550" y="171450"/>
                  </a:lnTo>
                  <a:lnTo>
                    <a:pt x="85090" y="196850"/>
                  </a:lnTo>
                  <a:lnTo>
                    <a:pt x="87630" y="224790"/>
                  </a:lnTo>
                  <a:lnTo>
                    <a:pt x="88900" y="255270"/>
                  </a:lnTo>
                  <a:lnTo>
                    <a:pt x="93980" y="255270"/>
                  </a:lnTo>
                  <a:lnTo>
                    <a:pt x="93980" y="261620"/>
                  </a:lnTo>
                  <a:lnTo>
                    <a:pt x="100330" y="261620"/>
                  </a:lnTo>
                  <a:lnTo>
                    <a:pt x="100330" y="255270"/>
                  </a:lnTo>
                  <a:lnTo>
                    <a:pt x="100330" y="224790"/>
                  </a:lnTo>
                  <a:lnTo>
                    <a:pt x="100330" y="223520"/>
                  </a:lnTo>
                  <a:close/>
                </a:path>
              </a:pathLst>
            </a:custGeom>
            <a:solidFill>
              <a:srgbClr val="006600"/>
            </a:solidFill>
          </p:spPr>
          <p:txBody>
            <a:bodyPr wrap="square" lIns="0" tIns="0" rIns="0" bIns="0" rtlCol="0"/>
            <a:lstStyle/>
            <a:p/>
          </p:txBody>
        </p:sp>
        <p:sp>
          <p:nvSpPr>
            <p:cNvPr id="556" name="object 556"/>
            <p:cNvSpPr/>
            <p:nvPr/>
          </p:nvSpPr>
          <p:spPr>
            <a:xfrm>
              <a:off x="4960620" y="1172209"/>
              <a:ext cx="87630" cy="191770"/>
            </a:xfrm>
            <a:custGeom>
              <a:avLst/>
              <a:gdLst/>
              <a:ahLst/>
              <a:cxnLst/>
              <a:rect l="l" t="t" r="r" b="b"/>
              <a:pathLst>
                <a:path w="87629" h="191769">
                  <a:moveTo>
                    <a:pt x="87630" y="185420"/>
                  </a:moveTo>
                  <a:lnTo>
                    <a:pt x="81280" y="185420"/>
                  </a:lnTo>
                  <a:lnTo>
                    <a:pt x="81280" y="179070"/>
                  </a:lnTo>
                  <a:lnTo>
                    <a:pt x="12700" y="179070"/>
                  </a:lnTo>
                  <a:lnTo>
                    <a:pt x="12700" y="166370"/>
                  </a:lnTo>
                  <a:lnTo>
                    <a:pt x="11430" y="166370"/>
                  </a:lnTo>
                  <a:lnTo>
                    <a:pt x="12700" y="146050"/>
                  </a:lnTo>
                  <a:lnTo>
                    <a:pt x="12700" y="127000"/>
                  </a:lnTo>
                  <a:lnTo>
                    <a:pt x="13970" y="109220"/>
                  </a:lnTo>
                  <a:lnTo>
                    <a:pt x="16510" y="92710"/>
                  </a:lnTo>
                  <a:lnTo>
                    <a:pt x="19050" y="76200"/>
                  </a:lnTo>
                  <a:lnTo>
                    <a:pt x="21374" y="62191"/>
                  </a:lnTo>
                  <a:lnTo>
                    <a:pt x="21590" y="62230"/>
                  </a:lnTo>
                  <a:lnTo>
                    <a:pt x="24130" y="48260"/>
                  </a:lnTo>
                  <a:lnTo>
                    <a:pt x="27597" y="36703"/>
                  </a:lnTo>
                  <a:lnTo>
                    <a:pt x="27940" y="36830"/>
                  </a:lnTo>
                  <a:lnTo>
                    <a:pt x="30480" y="29210"/>
                  </a:lnTo>
                  <a:lnTo>
                    <a:pt x="31750" y="27940"/>
                  </a:lnTo>
                  <a:lnTo>
                    <a:pt x="33020" y="25400"/>
                  </a:lnTo>
                  <a:lnTo>
                    <a:pt x="34290" y="22860"/>
                  </a:lnTo>
                  <a:lnTo>
                    <a:pt x="35560" y="20320"/>
                  </a:lnTo>
                  <a:lnTo>
                    <a:pt x="36830" y="17780"/>
                  </a:lnTo>
                  <a:lnTo>
                    <a:pt x="38100" y="16510"/>
                  </a:lnTo>
                  <a:lnTo>
                    <a:pt x="40640" y="15240"/>
                  </a:lnTo>
                  <a:lnTo>
                    <a:pt x="40005" y="14605"/>
                  </a:lnTo>
                  <a:lnTo>
                    <a:pt x="40640" y="13970"/>
                  </a:lnTo>
                  <a:lnTo>
                    <a:pt x="41910" y="13970"/>
                  </a:lnTo>
                  <a:lnTo>
                    <a:pt x="43180" y="13970"/>
                  </a:lnTo>
                  <a:lnTo>
                    <a:pt x="44450" y="12700"/>
                  </a:lnTo>
                  <a:lnTo>
                    <a:pt x="45720" y="12700"/>
                  </a:lnTo>
                  <a:lnTo>
                    <a:pt x="48260" y="12700"/>
                  </a:lnTo>
                  <a:lnTo>
                    <a:pt x="50800" y="13970"/>
                  </a:lnTo>
                  <a:lnTo>
                    <a:pt x="50800" y="15240"/>
                  </a:lnTo>
                  <a:lnTo>
                    <a:pt x="52070" y="15240"/>
                  </a:lnTo>
                  <a:lnTo>
                    <a:pt x="53340" y="16510"/>
                  </a:lnTo>
                  <a:lnTo>
                    <a:pt x="54610" y="17780"/>
                  </a:lnTo>
                  <a:lnTo>
                    <a:pt x="55880" y="19050"/>
                  </a:lnTo>
                  <a:lnTo>
                    <a:pt x="56515" y="18745"/>
                  </a:lnTo>
                  <a:lnTo>
                    <a:pt x="57150" y="19050"/>
                  </a:lnTo>
                  <a:lnTo>
                    <a:pt x="58420" y="20320"/>
                  </a:lnTo>
                  <a:lnTo>
                    <a:pt x="58978" y="17500"/>
                  </a:lnTo>
                  <a:lnTo>
                    <a:pt x="60960" y="16510"/>
                  </a:lnTo>
                  <a:lnTo>
                    <a:pt x="67310" y="13970"/>
                  </a:lnTo>
                  <a:lnTo>
                    <a:pt x="66040" y="12700"/>
                  </a:lnTo>
                  <a:lnTo>
                    <a:pt x="66040" y="8890"/>
                  </a:lnTo>
                  <a:lnTo>
                    <a:pt x="64135" y="8255"/>
                  </a:lnTo>
                  <a:lnTo>
                    <a:pt x="62230" y="6350"/>
                  </a:lnTo>
                  <a:lnTo>
                    <a:pt x="60960" y="5080"/>
                  </a:lnTo>
                  <a:lnTo>
                    <a:pt x="60477" y="5880"/>
                  </a:lnTo>
                  <a:lnTo>
                    <a:pt x="59690" y="5080"/>
                  </a:lnTo>
                  <a:lnTo>
                    <a:pt x="58064" y="4279"/>
                  </a:lnTo>
                  <a:lnTo>
                    <a:pt x="58420" y="3810"/>
                  </a:lnTo>
                  <a:lnTo>
                    <a:pt x="57150" y="2540"/>
                  </a:lnTo>
                  <a:lnTo>
                    <a:pt x="55880" y="2540"/>
                  </a:lnTo>
                  <a:lnTo>
                    <a:pt x="54610" y="1270"/>
                  </a:lnTo>
                  <a:lnTo>
                    <a:pt x="53340" y="1270"/>
                  </a:lnTo>
                  <a:lnTo>
                    <a:pt x="50800" y="0"/>
                  </a:lnTo>
                  <a:lnTo>
                    <a:pt x="48260" y="0"/>
                  </a:lnTo>
                  <a:lnTo>
                    <a:pt x="45720" y="0"/>
                  </a:lnTo>
                  <a:lnTo>
                    <a:pt x="44450" y="0"/>
                  </a:lnTo>
                  <a:lnTo>
                    <a:pt x="43180" y="0"/>
                  </a:lnTo>
                  <a:lnTo>
                    <a:pt x="41910" y="1270"/>
                  </a:lnTo>
                  <a:lnTo>
                    <a:pt x="40640" y="1270"/>
                  </a:lnTo>
                  <a:lnTo>
                    <a:pt x="38100" y="1270"/>
                  </a:lnTo>
                  <a:lnTo>
                    <a:pt x="36830" y="2540"/>
                  </a:lnTo>
                  <a:lnTo>
                    <a:pt x="35560" y="3810"/>
                  </a:lnTo>
                  <a:lnTo>
                    <a:pt x="34290" y="3810"/>
                  </a:lnTo>
                  <a:lnTo>
                    <a:pt x="31750" y="5080"/>
                  </a:lnTo>
                  <a:lnTo>
                    <a:pt x="31750" y="6350"/>
                  </a:lnTo>
                  <a:lnTo>
                    <a:pt x="30480" y="7620"/>
                  </a:lnTo>
                  <a:lnTo>
                    <a:pt x="27940" y="8890"/>
                  </a:lnTo>
                  <a:lnTo>
                    <a:pt x="26670" y="10160"/>
                  </a:lnTo>
                  <a:lnTo>
                    <a:pt x="26670" y="11430"/>
                  </a:lnTo>
                  <a:lnTo>
                    <a:pt x="25400" y="12700"/>
                  </a:lnTo>
                  <a:lnTo>
                    <a:pt x="24130" y="13970"/>
                  </a:lnTo>
                  <a:lnTo>
                    <a:pt x="22860" y="16510"/>
                  </a:lnTo>
                  <a:lnTo>
                    <a:pt x="21590" y="19050"/>
                  </a:lnTo>
                  <a:lnTo>
                    <a:pt x="20650" y="21844"/>
                  </a:lnTo>
                  <a:lnTo>
                    <a:pt x="20320" y="21590"/>
                  </a:lnTo>
                  <a:lnTo>
                    <a:pt x="19050" y="24130"/>
                  </a:lnTo>
                  <a:lnTo>
                    <a:pt x="19050" y="25400"/>
                  </a:lnTo>
                  <a:lnTo>
                    <a:pt x="17780" y="25400"/>
                  </a:lnTo>
                  <a:lnTo>
                    <a:pt x="16510" y="31750"/>
                  </a:lnTo>
                  <a:lnTo>
                    <a:pt x="12700" y="44450"/>
                  </a:lnTo>
                  <a:lnTo>
                    <a:pt x="12700" y="45720"/>
                  </a:lnTo>
                  <a:lnTo>
                    <a:pt x="8890" y="58420"/>
                  </a:lnTo>
                  <a:lnTo>
                    <a:pt x="8890" y="59690"/>
                  </a:lnTo>
                  <a:lnTo>
                    <a:pt x="6350" y="74930"/>
                  </a:lnTo>
                  <a:lnTo>
                    <a:pt x="3810" y="90170"/>
                  </a:lnTo>
                  <a:lnTo>
                    <a:pt x="2540" y="107950"/>
                  </a:lnTo>
                  <a:lnTo>
                    <a:pt x="0" y="127000"/>
                  </a:lnTo>
                  <a:lnTo>
                    <a:pt x="0" y="146050"/>
                  </a:lnTo>
                  <a:lnTo>
                    <a:pt x="0" y="166370"/>
                  </a:lnTo>
                  <a:lnTo>
                    <a:pt x="0" y="185420"/>
                  </a:lnTo>
                  <a:lnTo>
                    <a:pt x="0" y="191770"/>
                  </a:lnTo>
                  <a:lnTo>
                    <a:pt x="6350" y="191770"/>
                  </a:lnTo>
                  <a:lnTo>
                    <a:pt x="81280" y="191770"/>
                  </a:lnTo>
                  <a:lnTo>
                    <a:pt x="87630" y="191770"/>
                  </a:lnTo>
                  <a:lnTo>
                    <a:pt x="87630" y="185420"/>
                  </a:lnTo>
                  <a:close/>
                </a:path>
              </a:pathLst>
            </a:custGeom>
            <a:solidFill>
              <a:srgbClr val="006600"/>
            </a:solidFill>
          </p:spPr>
          <p:txBody>
            <a:bodyPr wrap="square" lIns="0" tIns="0" rIns="0" bIns="0" rtlCol="0"/>
            <a:lstStyle/>
            <a:p/>
          </p:txBody>
        </p:sp>
        <p:sp>
          <p:nvSpPr>
            <p:cNvPr id="557" name="object 557"/>
            <p:cNvSpPr/>
            <p:nvPr/>
          </p:nvSpPr>
          <p:spPr>
            <a:xfrm>
              <a:off x="5146040" y="1143000"/>
              <a:ext cx="219710" cy="537210"/>
            </a:xfrm>
            <a:prstGeom prst="rect">
              <a:avLst/>
            </a:prstGeom>
            <a:blipFill>
              <a:blip r:embed="rId62" cstate="print"/>
              <a:stretch>
                <a:fillRect/>
              </a:stretch>
            </a:blipFill>
          </p:spPr>
          <p:txBody>
            <a:bodyPr wrap="square" lIns="0" tIns="0" rIns="0" bIns="0" rtlCol="0"/>
            <a:lstStyle/>
            <a:p/>
          </p:txBody>
        </p:sp>
        <p:sp>
          <p:nvSpPr>
            <p:cNvPr id="558" name="object 558"/>
            <p:cNvSpPr/>
            <p:nvPr/>
          </p:nvSpPr>
          <p:spPr>
            <a:xfrm>
              <a:off x="5146040" y="1144270"/>
              <a:ext cx="218440" cy="535940"/>
            </a:xfrm>
            <a:custGeom>
              <a:avLst/>
              <a:gdLst/>
              <a:ahLst/>
              <a:cxnLst/>
              <a:rect l="l" t="t" r="r" b="b"/>
              <a:pathLst>
                <a:path w="218439" h="535939">
                  <a:moveTo>
                    <a:pt x="210820" y="389889"/>
                  </a:moveTo>
                  <a:lnTo>
                    <a:pt x="218439" y="403859"/>
                  </a:lnTo>
                  <a:lnTo>
                    <a:pt x="214630" y="420369"/>
                  </a:lnTo>
                  <a:lnTo>
                    <a:pt x="209550" y="435609"/>
                  </a:lnTo>
                  <a:lnTo>
                    <a:pt x="204470" y="449579"/>
                  </a:lnTo>
                  <a:lnTo>
                    <a:pt x="198120" y="462279"/>
                  </a:lnTo>
                  <a:lnTo>
                    <a:pt x="193039" y="473709"/>
                  </a:lnTo>
                  <a:lnTo>
                    <a:pt x="186689" y="485139"/>
                  </a:lnTo>
                  <a:lnTo>
                    <a:pt x="180339" y="494029"/>
                  </a:lnTo>
                  <a:lnTo>
                    <a:pt x="172720" y="502919"/>
                  </a:lnTo>
                  <a:lnTo>
                    <a:pt x="166370" y="510539"/>
                  </a:lnTo>
                  <a:lnTo>
                    <a:pt x="158750" y="516889"/>
                  </a:lnTo>
                  <a:lnTo>
                    <a:pt x="152400" y="523239"/>
                  </a:lnTo>
                  <a:lnTo>
                    <a:pt x="144780" y="527050"/>
                  </a:lnTo>
                  <a:lnTo>
                    <a:pt x="137160" y="532129"/>
                  </a:lnTo>
                  <a:lnTo>
                    <a:pt x="129539" y="534669"/>
                  </a:lnTo>
                  <a:lnTo>
                    <a:pt x="123189" y="534669"/>
                  </a:lnTo>
                  <a:lnTo>
                    <a:pt x="115570" y="535939"/>
                  </a:lnTo>
                  <a:lnTo>
                    <a:pt x="101600" y="534669"/>
                  </a:lnTo>
                  <a:lnTo>
                    <a:pt x="96520" y="533400"/>
                  </a:lnTo>
                  <a:lnTo>
                    <a:pt x="90170" y="532129"/>
                  </a:lnTo>
                  <a:lnTo>
                    <a:pt x="83820" y="528319"/>
                  </a:lnTo>
                  <a:lnTo>
                    <a:pt x="78739" y="525779"/>
                  </a:lnTo>
                  <a:lnTo>
                    <a:pt x="72389" y="521969"/>
                  </a:lnTo>
                  <a:lnTo>
                    <a:pt x="67310" y="516889"/>
                  </a:lnTo>
                  <a:lnTo>
                    <a:pt x="62230" y="511809"/>
                  </a:lnTo>
                  <a:lnTo>
                    <a:pt x="57150" y="506729"/>
                  </a:lnTo>
                  <a:lnTo>
                    <a:pt x="53339" y="500379"/>
                  </a:lnTo>
                  <a:lnTo>
                    <a:pt x="48260" y="492759"/>
                  </a:lnTo>
                  <a:lnTo>
                    <a:pt x="43180" y="485139"/>
                  </a:lnTo>
                  <a:lnTo>
                    <a:pt x="39370" y="477519"/>
                  </a:lnTo>
                  <a:lnTo>
                    <a:pt x="35560" y="468629"/>
                  </a:lnTo>
                  <a:lnTo>
                    <a:pt x="31750" y="459739"/>
                  </a:lnTo>
                  <a:lnTo>
                    <a:pt x="24130" y="439419"/>
                  </a:lnTo>
                  <a:lnTo>
                    <a:pt x="17780" y="419100"/>
                  </a:lnTo>
                  <a:lnTo>
                    <a:pt x="12700" y="398779"/>
                  </a:lnTo>
                  <a:lnTo>
                    <a:pt x="7620" y="375919"/>
                  </a:lnTo>
                  <a:lnTo>
                    <a:pt x="5080" y="351789"/>
                  </a:lnTo>
                  <a:lnTo>
                    <a:pt x="2539" y="327659"/>
                  </a:lnTo>
                  <a:lnTo>
                    <a:pt x="0" y="302259"/>
                  </a:lnTo>
                  <a:lnTo>
                    <a:pt x="0" y="275589"/>
                  </a:lnTo>
                  <a:lnTo>
                    <a:pt x="0" y="251459"/>
                  </a:lnTo>
                  <a:lnTo>
                    <a:pt x="1270" y="226059"/>
                  </a:lnTo>
                  <a:lnTo>
                    <a:pt x="3810" y="201929"/>
                  </a:lnTo>
                  <a:lnTo>
                    <a:pt x="7620" y="179069"/>
                  </a:lnTo>
                  <a:lnTo>
                    <a:pt x="11430" y="156209"/>
                  </a:lnTo>
                  <a:lnTo>
                    <a:pt x="16510" y="134619"/>
                  </a:lnTo>
                  <a:lnTo>
                    <a:pt x="21589" y="114300"/>
                  </a:lnTo>
                  <a:lnTo>
                    <a:pt x="29210" y="93979"/>
                  </a:lnTo>
                  <a:lnTo>
                    <a:pt x="33020" y="83819"/>
                  </a:lnTo>
                  <a:lnTo>
                    <a:pt x="52070" y="44450"/>
                  </a:lnTo>
                  <a:lnTo>
                    <a:pt x="63500" y="30479"/>
                  </a:lnTo>
                  <a:lnTo>
                    <a:pt x="69850" y="22859"/>
                  </a:lnTo>
                  <a:lnTo>
                    <a:pt x="109220" y="1269"/>
                  </a:lnTo>
                  <a:lnTo>
                    <a:pt x="115570" y="0"/>
                  </a:lnTo>
                  <a:lnTo>
                    <a:pt x="123189" y="0"/>
                  </a:lnTo>
                  <a:lnTo>
                    <a:pt x="133350" y="0"/>
                  </a:lnTo>
                  <a:lnTo>
                    <a:pt x="142239" y="2539"/>
                  </a:lnTo>
                  <a:lnTo>
                    <a:pt x="175260" y="21589"/>
                  </a:lnTo>
                  <a:lnTo>
                    <a:pt x="177800" y="26669"/>
                  </a:lnTo>
                  <a:lnTo>
                    <a:pt x="181610" y="30479"/>
                  </a:lnTo>
                  <a:lnTo>
                    <a:pt x="184150" y="34289"/>
                  </a:lnTo>
                  <a:lnTo>
                    <a:pt x="187960" y="39369"/>
                  </a:lnTo>
                  <a:lnTo>
                    <a:pt x="193039" y="49529"/>
                  </a:lnTo>
                  <a:lnTo>
                    <a:pt x="198120" y="59689"/>
                  </a:lnTo>
                  <a:lnTo>
                    <a:pt x="199389" y="64769"/>
                  </a:lnTo>
                  <a:lnTo>
                    <a:pt x="201930" y="69850"/>
                  </a:lnTo>
                  <a:lnTo>
                    <a:pt x="204470" y="74929"/>
                  </a:lnTo>
                  <a:lnTo>
                    <a:pt x="205739" y="81279"/>
                  </a:lnTo>
                  <a:lnTo>
                    <a:pt x="207010" y="86359"/>
                  </a:lnTo>
                  <a:lnTo>
                    <a:pt x="208280" y="92709"/>
                  </a:lnTo>
                  <a:lnTo>
                    <a:pt x="209550" y="97789"/>
                  </a:lnTo>
                  <a:lnTo>
                    <a:pt x="209550" y="102869"/>
                  </a:lnTo>
                  <a:lnTo>
                    <a:pt x="210820" y="109219"/>
                  </a:lnTo>
                  <a:lnTo>
                    <a:pt x="210820" y="115569"/>
                  </a:lnTo>
                  <a:lnTo>
                    <a:pt x="210820" y="121919"/>
                  </a:lnTo>
                  <a:lnTo>
                    <a:pt x="210820" y="127000"/>
                  </a:lnTo>
                  <a:lnTo>
                    <a:pt x="210820" y="134619"/>
                  </a:lnTo>
                  <a:lnTo>
                    <a:pt x="210820" y="142239"/>
                  </a:lnTo>
                  <a:lnTo>
                    <a:pt x="209550" y="148589"/>
                  </a:lnTo>
                  <a:lnTo>
                    <a:pt x="209550" y="154939"/>
                  </a:lnTo>
                  <a:lnTo>
                    <a:pt x="208280" y="158750"/>
                  </a:lnTo>
                  <a:lnTo>
                    <a:pt x="207010" y="161289"/>
                  </a:lnTo>
                  <a:lnTo>
                    <a:pt x="207010" y="163829"/>
                  </a:lnTo>
                  <a:lnTo>
                    <a:pt x="205739" y="166369"/>
                  </a:lnTo>
                  <a:lnTo>
                    <a:pt x="204470" y="168909"/>
                  </a:lnTo>
                  <a:lnTo>
                    <a:pt x="204470" y="171450"/>
                  </a:lnTo>
                  <a:lnTo>
                    <a:pt x="203200" y="173989"/>
                  </a:lnTo>
                  <a:lnTo>
                    <a:pt x="201930" y="176529"/>
                  </a:lnTo>
                  <a:lnTo>
                    <a:pt x="200660" y="179069"/>
                  </a:lnTo>
                  <a:lnTo>
                    <a:pt x="199389" y="181609"/>
                  </a:lnTo>
                  <a:lnTo>
                    <a:pt x="198120" y="182879"/>
                  </a:lnTo>
                  <a:lnTo>
                    <a:pt x="196850" y="184150"/>
                  </a:lnTo>
                  <a:lnTo>
                    <a:pt x="194310" y="186689"/>
                  </a:lnTo>
                  <a:lnTo>
                    <a:pt x="193039" y="187959"/>
                  </a:lnTo>
                  <a:lnTo>
                    <a:pt x="191770" y="189229"/>
                  </a:lnTo>
                  <a:lnTo>
                    <a:pt x="190500" y="190500"/>
                  </a:lnTo>
                  <a:lnTo>
                    <a:pt x="186689" y="193039"/>
                  </a:lnTo>
                  <a:lnTo>
                    <a:pt x="184150" y="194309"/>
                  </a:lnTo>
                  <a:lnTo>
                    <a:pt x="180339" y="194309"/>
                  </a:lnTo>
                  <a:lnTo>
                    <a:pt x="176530" y="194309"/>
                  </a:lnTo>
                  <a:lnTo>
                    <a:pt x="172720" y="194309"/>
                  </a:lnTo>
                  <a:lnTo>
                    <a:pt x="168910" y="194309"/>
                  </a:lnTo>
                  <a:lnTo>
                    <a:pt x="165100" y="191769"/>
                  </a:lnTo>
                  <a:lnTo>
                    <a:pt x="162560" y="190500"/>
                  </a:lnTo>
                  <a:lnTo>
                    <a:pt x="161289" y="190500"/>
                  </a:lnTo>
                  <a:lnTo>
                    <a:pt x="160020" y="187959"/>
                  </a:lnTo>
                  <a:lnTo>
                    <a:pt x="157480" y="186689"/>
                  </a:lnTo>
                  <a:lnTo>
                    <a:pt x="156210" y="185419"/>
                  </a:lnTo>
                  <a:lnTo>
                    <a:pt x="154939" y="182879"/>
                  </a:lnTo>
                  <a:lnTo>
                    <a:pt x="153670" y="181609"/>
                  </a:lnTo>
                  <a:lnTo>
                    <a:pt x="151130" y="179069"/>
                  </a:lnTo>
                  <a:lnTo>
                    <a:pt x="148589" y="173989"/>
                  </a:lnTo>
                  <a:lnTo>
                    <a:pt x="147320" y="171450"/>
                  </a:lnTo>
                  <a:lnTo>
                    <a:pt x="146050" y="167639"/>
                  </a:lnTo>
                  <a:lnTo>
                    <a:pt x="144780" y="165100"/>
                  </a:lnTo>
                  <a:lnTo>
                    <a:pt x="144780" y="161289"/>
                  </a:lnTo>
                  <a:lnTo>
                    <a:pt x="143510" y="157479"/>
                  </a:lnTo>
                  <a:lnTo>
                    <a:pt x="142239" y="153669"/>
                  </a:lnTo>
                  <a:lnTo>
                    <a:pt x="140970" y="144779"/>
                  </a:lnTo>
                  <a:lnTo>
                    <a:pt x="139700" y="134619"/>
                  </a:lnTo>
                  <a:lnTo>
                    <a:pt x="137160" y="124459"/>
                  </a:lnTo>
                  <a:lnTo>
                    <a:pt x="137160" y="111759"/>
                  </a:lnTo>
                  <a:lnTo>
                    <a:pt x="135889" y="99059"/>
                  </a:lnTo>
                  <a:lnTo>
                    <a:pt x="135889" y="90169"/>
                  </a:lnTo>
                  <a:lnTo>
                    <a:pt x="134620" y="83819"/>
                  </a:lnTo>
                  <a:lnTo>
                    <a:pt x="134620" y="76200"/>
                  </a:lnTo>
                  <a:lnTo>
                    <a:pt x="133350" y="69850"/>
                  </a:lnTo>
                  <a:lnTo>
                    <a:pt x="132080" y="64769"/>
                  </a:lnTo>
                  <a:lnTo>
                    <a:pt x="130810" y="58419"/>
                  </a:lnTo>
                  <a:lnTo>
                    <a:pt x="129539" y="57150"/>
                  </a:lnTo>
                  <a:lnTo>
                    <a:pt x="129539" y="54609"/>
                  </a:lnTo>
                  <a:lnTo>
                    <a:pt x="128270" y="53339"/>
                  </a:lnTo>
                  <a:lnTo>
                    <a:pt x="127000" y="50800"/>
                  </a:lnTo>
                  <a:lnTo>
                    <a:pt x="127000" y="49529"/>
                  </a:lnTo>
                  <a:lnTo>
                    <a:pt x="125730" y="48259"/>
                  </a:lnTo>
                  <a:lnTo>
                    <a:pt x="125730" y="45719"/>
                  </a:lnTo>
                  <a:lnTo>
                    <a:pt x="124460" y="45719"/>
                  </a:lnTo>
                  <a:lnTo>
                    <a:pt x="123189" y="43179"/>
                  </a:lnTo>
                  <a:lnTo>
                    <a:pt x="121920" y="41909"/>
                  </a:lnTo>
                  <a:lnTo>
                    <a:pt x="120650" y="40639"/>
                  </a:lnTo>
                  <a:lnTo>
                    <a:pt x="119380" y="39369"/>
                  </a:lnTo>
                  <a:lnTo>
                    <a:pt x="118110" y="39369"/>
                  </a:lnTo>
                  <a:lnTo>
                    <a:pt x="116839" y="38100"/>
                  </a:lnTo>
                  <a:lnTo>
                    <a:pt x="107950" y="38100"/>
                  </a:lnTo>
                  <a:lnTo>
                    <a:pt x="106680" y="39369"/>
                  </a:lnTo>
                  <a:lnTo>
                    <a:pt x="105410" y="40639"/>
                  </a:lnTo>
                  <a:lnTo>
                    <a:pt x="102870" y="41909"/>
                  </a:lnTo>
                  <a:lnTo>
                    <a:pt x="101600" y="43179"/>
                  </a:lnTo>
                  <a:lnTo>
                    <a:pt x="100330" y="45719"/>
                  </a:lnTo>
                  <a:lnTo>
                    <a:pt x="99060" y="45719"/>
                  </a:lnTo>
                  <a:lnTo>
                    <a:pt x="97789" y="48259"/>
                  </a:lnTo>
                  <a:lnTo>
                    <a:pt x="96520" y="50800"/>
                  </a:lnTo>
                  <a:lnTo>
                    <a:pt x="95250" y="53339"/>
                  </a:lnTo>
                  <a:lnTo>
                    <a:pt x="93980" y="55879"/>
                  </a:lnTo>
                  <a:lnTo>
                    <a:pt x="92710" y="58419"/>
                  </a:lnTo>
                  <a:lnTo>
                    <a:pt x="90170" y="64769"/>
                  </a:lnTo>
                  <a:lnTo>
                    <a:pt x="88900" y="71119"/>
                  </a:lnTo>
                  <a:lnTo>
                    <a:pt x="86360" y="76200"/>
                  </a:lnTo>
                  <a:lnTo>
                    <a:pt x="78739" y="118109"/>
                  </a:lnTo>
                  <a:lnTo>
                    <a:pt x="76200" y="152400"/>
                  </a:lnTo>
                  <a:lnTo>
                    <a:pt x="76200" y="171450"/>
                  </a:lnTo>
                  <a:lnTo>
                    <a:pt x="74930" y="193039"/>
                  </a:lnTo>
                  <a:lnTo>
                    <a:pt x="76200" y="210819"/>
                  </a:lnTo>
                  <a:lnTo>
                    <a:pt x="76200" y="228600"/>
                  </a:lnTo>
                  <a:lnTo>
                    <a:pt x="77470" y="245109"/>
                  </a:lnTo>
                  <a:lnTo>
                    <a:pt x="78739" y="262889"/>
                  </a:lnTo>
                  <a:lnTo>
                    <a:pt x="80010" y="279400"/>
                  </a:lnTo>
                  <a:lnTo>
                    <a:pt x="81280" y="295909"/>
                  </a:lnTo>
                  <a:lnTo>
                    <a:pt x="85089" y="312419"/>
                  </a:lnTo>
                  <a:lnTo>
                    <a:pt x="87630" y="328929"/>
                  </a:lnTo>
                  <a:lnTo>
                    <a:pt x="90170" y="345439"/>
                  </a:lnTo>
                  <a:lnTo>
                    <a:pt x="93980" y="359409"/>
                  </a:lnTo>
                  <a:lnTo>
                    <a:pt x="97789" y="373379"/>
                  </a:lnTo>
                  <a:lnTo>
                    <a:pt x="101600" y="386079"/>
                  </a:lnTo>
                  <a:lnTo>
                    <a:pt x="105410" y="398779"/>
                  </a:lnTo>
                  <a:lnTo>
                    <a:pt x="109220" y="408939"/>
                  </a:lnTo>
                  <a:lnTo>
                    <a:pt x="132080" y="440689"/>
                  </a:lnTo>
                  <a:lnTo>
                    <a:pt x="135889" y="443229"/>
                  </a:lnTo>
                  <a:lnTo>
                    <a:pt x="140970" y="447039"/>
                  </a:lnTo>
                  <a:lnTo>
                    <a:pt x="144780" y="448309"/>
                  </a:lnTo>
                  <a:lnTo>
                    <a:pt x="151130" y="449579"/>
                  </a:lnTo>
                  <a:lnTo>
                    <a:pt x="156210" y="449579"/>
                  </a:lnTo>
                  <a:lnTo>
                    <a:pt x="158750" y="449579"/>
                  </a:lnTo>
                  <a:lnTo>
                    <a:pt x="162560" y="449579"/>
                  </a:lnTo>
                  <a:lnTo>
                    <a:pt x="166370" y="447039"/>
                  </a:lnTo>
                  <a:lnTo>
                    <a:pt x="168910" y="447039"/>
                  </a:lnTo>
                  <a:lnTo>
                    <a:pt x="172720" y="444500"/>
                  </a:lnTo>
                  <a:lnTo>
                    <a:pt x="175260" y="443229"/>
                  </a:lnTo>
                  <a:lnTo>
                    <a:pt x="177800" y="440689"/>
                  </a:lnTo>
                  <a:lnTo>
                    <a:pt x="181610" y="436879"/>
                  </a:lnTo>
                  <a:lnTo>
                    <a:pt x="184150" y="434339"/>
                  </a:lnTo>
                  <a:lnTo>
                    <a:pt x="187960" y="429259"/>
                  </a:lnTo>
                  <a:lnTo>
                    <a:pt x="191770" y="424179"/>
                  </a:lnTo>
                  <a:lnTo>
                    <a:pt x="194310" y="419100"/>
                  </a:lnTo>
                  <a:lnTo>
                    <a:pt x="199389" y="412750"/>
                  </a:lnTo>
                  <a:lnTo>
                    <a:pt x="201930" y="406400"/>
                  </a:lnTo>
                  <a:lnTo>
                    <a:pt x="210820" y="389889"/>
                  </a:lnTo>
                  <a:close/>
                </a:path>
              </a:pathLst>
            </a:custGeom>
            <a:ln w="12579">
              <a:solidFill>
                <a:srgbClr val="006600"/>
              </a:solidFill>
            </a:ln>
          </p:spPr>
          <p:txBody>
            <a:bodyPr wrap="square" lIns="0" tIns="0" rIns="0" bIns="0" rtlCol="0"/>
            <a:lstStyle/>
            <a:p/>
          </p:txBody>
        </p:sp>
        <p:sp>
          <p:nvSpPr>
            <p:cNvPr id="559" name="object 559"/>
            <p:cNvSpPr/>
            <p:nvPr/>
          </p:nvSpPr>
          <p:spPr>
            <a:xfrm>
              <a:off x="5388610" y="974089"/>
              <a:ext cx="173989" cy="698500"/>
            </a:xfrm>
            <a:prstGeom prst="rect">
              <a:avLst/>
            </a:prstGeom>
            <a:blipFill>
              <a:blip r:embed="rId63" cstate="print"/>
              <a:stretch>
                <a:fillRect/>
              </a:stretch>
            </a:blipFill>
          </p:spPr>
          <p:txBody>
            <a:bodyPr wrap="square" lIns="0" tIns="0" rIns="0" bIns="0" rtlCol="0"/>
            <a:lstStyle/>
            <a:p/>
          </p:txBody>
        </p:sp>
        <p:sp>
          <p:nvSpPr>
            <p:cNvPr id="560" name="object 560"/>
            <p:cNvSpPr/>
            <p:nvPr/>
          </p:nvSpPr>
          <p:spPr>
            <a:xfrm>
              <a:off x="5388610" y="974089"/>
              <a:ext cx="173990" cy="698500"/>
            </a:xfrm>
            <a:custGeom>
              <a:avLst/>
              <a:gdLst/>
              <a:ahLst/>
              <a:cxnLst/>
              <a:rect l="l" t="t" r="r" b="b"/>
              <a:pathLst>
                <a:path w="173989" h="698500">
                  <a:moveTo>
                    <a:pt x="113029" y="0"/>
                  </a:moveTo>
                  <a:lnTo>
                    <a:pt x="113029" y="185420"/>
                  </a:lnTo>
                  <a:lnTo>
                    <a:pt x="173989" y="185420"/>
                  </a:lnTo>
                  <a:lnTo>
                    <a:pt x="173989" y="238760"/>
                  </a:lnTo>
                  <a:lnTo>
                    <a:pt x="113029" y="238760"/>
                  </a:lnTo>
                  <a:lnTo>
                    <a:pt x="113029" y="551180"/>
                  </a:lnTo>
                  <a:lnTo>
                    <a:pt x="113029" y="571500"/>
                  </a:lnTo>
                  <a:lnTo>
                    <a:pt x="113029" y="586739"/>
                  </a:lnTo>
                  <a:lnTo>
                    <a:pt x="113029" y="593089"/>
                  </a:lnTo>
                  <a:lnTo>
                    <a:pt x="113029" y="598170"/>
                  </a:lnTo>
                  <a:lnTo>
                    <a:pt x="114300" y="603250"/>
                  </a:lnTo>
                  <a:lnTo>
                    <a:pt x="114300" y="607060"/>
                  </a:lnTo>
                  <a:lnTo>
                    <a:pt x="115569" y="610870"/>
                  </a:lnTo>
                  <a:lnTo>
                    <a:pt x="115569" y="613410"/>
                  </a:lnTo>
                  <a:lnTo>
                    <a:pt x="116839" y="617220"/>
                  </a:lnTo>
                  <a:lnTo>
                    <a:pt x="116839" y="619760"/>
                  </a:lnTo>
                  <a:lnTo>
                    <a:pt x="118110" y="622300"/>
                  </a:lnTo>
                  <a:lnTo>
                    <a:pt x="119379" y="623570"/>
                  </a:lnTo>
                  <a:lnTo>
                    <a:pt x="120650" y="626110"/>
                  </a:lnTo>
                  <a:lnTo>
                    <a:pt x="121919" y="628650"/>
                  </a:lnTo>
                  <a:lnTo>
                    <a:pt x="123189" y="629920"/>
                  </a:lnTo>
                  <a:lnTo>
                    <a:pt x="124460" y="632460"/>
                  </a:lnTo>
                  <a:lnTo>
                    <a:pt x="125729" y="632460"/>
                  </a:lnTo>
                  <a:lnTo>
                    <a:pt x="127000" y="633730"/>
                  </a:lnTo>
                  <a:lnTo>
                    <a:pt x="128269" y="635000"/>
                  </a:lnTo>
                  <a:lnTo>
                    <a:pt x="129539" y="635000"/>
                  </a:lnTo>
                  <a:lnTo>
                    <a:pt x="130810" y="636270"/>
                  </a:lnTo>
                  <a:lnTo>
                    <a:pt x="133350" y="636270"/>
                  </a:lnTo>
                  <a:lnTo>
                    <a:pt x="135889" y="635000"/>
                  </a:lnTo>
                  <a:lnTo>
                    <a:pt x="138429" y="633730"/>
                  </a:lnTo>
                  <a:lnTo>
                    <a:pt x="140969" y="632460"/>
                  </a:lnTo>
                  <a:lnTo>
                    <a:pt x="142239" y="629920"/>
                  </a:lnTo>
                  <a:lnTo>
                    <a:pt x="144779" y="628650"/>
                  </a:lnTo>
                  <a:lnTo>
                    <a:pt x="147319" y="624839"/>
                  </a:lnTo>
                  <a:lnTo>
                    <a:pt x="148589" y="622300"/>
                  </a:lnTo>
                  <a:lnTo>
                    <a:pt x="151129" y="618489"/>
                  </a:lnTo>
                  <a:lnTo>
                    <a:pt x="153669" y="614680"/>
                  </a:lnTo>
                  <a:lnTo>
                    <a:pt x="157479" y="605789"/>
                  </a:lnTo>
                  <a:lnTo>
                    <a:pt x="161289" y="594360"/>
                  </a:lnTo>
                  <a:lnTo>
                    <a:pt x="166369" y="582930"/>
                  </a:lnTo>
                  <a:lnTo>
                    <a:pt x="173989" y="594360"/>
                  </a:lnTo>
                  <a:lnTo>
                    <a:pt x="171450" y="607060"/>
                  </a:lnTo>
                  <a:lnTo>
                    <a:pt x="167639" y="618489"/>
                  </a:lnTo>
                  <a:lnTo>
                    <a:pt x="165100" y="629920"/>
                  </a:lnTo>
                  <a:lnTo>
                    <a:pt x="161289" y="640080"/>
                  </a:lnTo>
                  <a:lnTo>
                    <a:pt x="157479" y="648970"/>
                  </a:lnTo>
                  <a:lnTo>
                    <a:pt x="153669" y="657860"/>
                  </a:lnTo>
                  <a:lnTo>
                    <a:pt x="148589" y="665480"/>
                  </a:lnTo>
                  <a:lnTo>
                    <a:pt x="144779" y="671830"/>
                  </a:lnTo>
                  <a:lnTo>
                    <a:pt x="139700" y="678180"/>
                  </a:lnTo>
                  <a:lnTo>
                    <a:pt x="134619" y="683260"/>
                  </a:lnTo>
                  <a:lnTo>
                    <a:pt x="130810" y="688339"/>
                  </a:lnTo>
                  <a:lnTo>
                    <a:pt x="124460" y="692150"/>
                  </a:lnTo>
                  <a:lnTo>
                    <a:pt x="118110" y="694689"/>
                  </a:lnTo>
                  <a:lnTo>
                    <a:pt x="113029" y="697230"/>
                  </a:lnTo>
                  <a:lnTo>
                    <a:pt x="106679" y="697230"/>
                  </a:lnTo>
                  <a:lnTo>
                    <a:pt x="100329" y="698500"/>
                  </a:lnTo>
                  <a:lnTo>
                    <a:pt x="93979" y="697230"/>
                  </a:lnTo>
                  <a:lnTo>
                    <a:pt x="88900" y="695960"/>
                  </a:lnTo>
                  <a:lnTo>
                    <a:pt x="82550" y="694689"/>
                  </a:lnTo>
                  <a:lnTo>
                    <a:pt x="77469" y="692150"/>
                  </a:lnTo>
                  <a:lnTo>
                    <a:pt x="72389" y="687070"/>
                  </a:lnTo>
                  <a:lnTo>
                    <a:pt x="67310" y="683260"/>
                  </a:lnTo>
                  <a:lnTo>
                    <a:pt x="63500" y="678180"/>
                  </a:lnTo>
                  <a:lnTo>
                    <a:pt x="58419" y="670560"/>
                  </a:lnTo>
                  <a:lnTo>
                    <a:pt x="54610" y="664210"/>
                  </a:lnTo>
                  <a:lnTo>
                    <a:pt x="50800" y="657860"/>
                  </a:lnTo>
                  <a:lnTo>
                    <a:pt x="48260" y="650239"/>
                  </a:lnTo>
                  <a:lnTo>
                    <a:pt x="44450" y="642620"/>
                  </a:lnTo>
                  <a:lnTo>
                    <a:pt x="41910" y="636270"/>
                  </a:lnTo>
                  <a:lnTo>
                    <a:pt x="40639" y="627380"/>
                  </a:lnTo>
                  <a:lnTo>
                    <a:pt x="38100" y="619760"/>
                  </a:lnTo>
                  <a:lnTo>
                    <a:pt x="36829" y="610870"/>
                  </a:lnTo>
                  <a:lnTo>
                    <a:pt x="36829" y="608330"/>
                  </a:lnTo>
                  <a:lnTo>
                    <a:pt x="36829" y="605789"/>
                  </a:lnTo>
                  <a:lnTo>
                    <a:pt x="35560" y="598170"/>
                  </a:lnTo>
                  <a:lnTo>
                    <a:pt x="35560" y="589280"/>
                  </a:lnTo>
                  <a:lnTo>
                    <a:pt x="34289" y="577850"/>
                  </a:lnTo>
                  <a:lnTo>
                    <a:pt x="34289" y="548639"/>
                  </a:lnTo>
                  <a:lnTo>
                    <a:pt x="34289" y="511810"/>
                  </a:lnTo>
                  <a:lnTo>
                    <a:pt x="34289" y="238760"/>
                  </a:lnTo>
                  <a:lnTo>
                    <a:pt x="0" y="238760"/>
                  </a:lnTo>
                  <a:lnTo>
                    <a:pt x="0" y="219710"/>
                  </a:lnTo>
                  <a:lnTo>
                    <a:pt x="16510" y="195580"/>
                  </a:lnTo>
                  <a:lnTo>
                    <a:pt x="33019" y="170180"/>
                  </a:lnTo>
                  <a:lnTo>
                    <a:pt x="46989" y="144780"/>
                  </a:lnTo>
                  <a:lnTo>
                    <a:pt x="53339" y="132080"/>
                  </a:lnTo>
                  <a:lnTo>
                    <a:pt x="59689" y="118110"/>
                  </a:lnTo>
                  <a:lnTo>
                    <a:pt x="71119" y="90170"/>
                  </a:lnTo>
                  <a:lnTo>
                    <a:pt x="82550" y="62230"/>
                  </a:lnTo>
                  <a:lnTo>
                    <a:pt x="93979" y="31750"/>
                  </a:lnTo>
                  <a:lnTo>
                    <a:pt x="102869" y="0"/>
                  </a:lnTo>
                  <a:lnTo>
                    <a:pt x="113029" y="0"/>
                  </a:lnTo>
                  <a:close/>
                </a:path>
              </a:pathLst>
            </a:custGeom>
            <a:ln w="12579">
              <a:solidFill>
                <a:srgbClr val="006600"/>
              </a:solidFill>
            </a:ln>
          </p:spPr>
          <p:txBody>
            <a:bodyPr wrap="square" lIns="0" tIns="0" rIns="0" bIns="0" rtlCol="0"/>
            <a:lstStyle/>
            <a:p/>
          </p:txBody>
        </p:sp>
        <p:sp>
          <p:nvSpPr>
            <p:cNvPr id="561" name="object 561"/>
            <p:cNvSpPr/>
            <p:nvPr/>
          </p:nvSpPr>
          <p:spPr>
            <a:xfrm>
              <a:off x="5580380" y="914400"/>
              <a:ext cx="140970" cy="750570"/>
            </a:xfrm>
            <a:prstGeom prst="rect">
              <a:avLst/>
            </a:prstGeom>
            <a:blipFill>
              <a:blip r:embed="rId53" cstate="print"/>
              <a:stretch>
                <a:fillRect/>
              </a:stretch>
            </a:blipFill>
          </p:spPr>
          <p:txBody>
            <a:bodyPr wrap="square" lIns="0" tIns="0" rIns="0" bIns="0" rtlCol="0"/>
            <a:lstStyle/>
            <a:p/>
          </p:txBody>
        </p:sp>
        <p:sp>
          <p:nvSpPr>
            <p:cNvPr id="562" name="object 562"/>
            <p:cNvSpPr/>
            <p:nvPr/>
          </p:nvSpPr>
          <p:spPr>
            <a:xfrm>
              <a:off x="5600700" y="908050"/>
              <a:ext cx="99060" cy="180339"/>
            </a:xfrm>
            <a:prstGeom prst="rect">
              <a:avLst/>
            </a:prstGeom>
            <a:blipFill>
              <a:blip r:embed="rId64" cstate="print"/>
              <a:stretch>
                <a:fillRect/>
              </a:stretch>
            </a:blipFill>
          </p:spPr>
          <p:txBody>
            <a:bodyPr wrap="square" lIns="0" tIns="0" rIns="0" bIns="0" rtlCol="0"/>
            <a:lstStyle/>
            <a:p/>
          </p:txBody>
        </p:sp>
        <p:sp>
          <p:nvSpPr>
            <p:cNvPr id="563" name="object 563"/>
            <p:cNvSpPr/>
            <p:nvPr/>
          </p:nvSpPr>
          <p:spPr>
            <a:xfrm>
              <a:off x="568325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64" name="object 564"/>
            <p:cNvSpPr/>
            <p:nvPr/>
          </p:nvSpPr>
          <p:spPr>
            <a:xfrm>
              <a:off x="5574030" y="1560830"/>
              <a:ext cx="153670" cy="110490"/>
            </a:xfrm>
            <a:prstGeom prst="rect">
              <a:avLst/>
            </a:prstGeom>
            <a:blipFill>
              <a:blip r:embed="rId65" cstate="print"/>
              <a:stretch>
                <a:fillRect/>
              </a:stretch>
            </a:blipFill>
          </p:spPr>
          <p:txBody>
            <a:bodyPr wrap="square" lIns="0" tIns="0" rIns="0" bIns="0" rtlCol="0"/>
            <a:lstStyle/>
            <a:p/>
          </p:txBody>
        </p:sp>
        <p:sp>
          <p:nvSpPr>
            <p:cNvPr id="565" name="object 565"/>
            <p:cNvSpPr/>
            <p:nvPr/>
          </p:nvSpPr>
          <p:spPr>
            <a:xfrm>
              <a:off x="5605780" y="1263650"/>
              <a:ext cx="11430" cy="297180"/>
            </a:xfrm>
            <a:custGeom>
              <a:avLst/>
              <a:gdLst/>
              <a:ahLst/>
              <a:cxnLst/>
              <a:rect l="l" t="t" r="r" b="b"/>
              <a:pathLst>
                <a:path w="11429" h="297180">
                  <a:moveTo>
                    <a:pt x="11430" y="0"/>
                  </a:moveTo>
                  <a:lnTo>
                    <a:pt x="0" y="0"/>
                  </a:lnTo>
                  <a:lnTo>
                    <a:pt x="0" y="297179"/>
                  </a:lnTo>
                  <a:lnTo>
                    <a:pt x="11430" y="297179"/>
                  </a:lnTo>
                  <a:lnTo>
                    <a:pt x="11430" y="0"/>
                  </a:lnTo>
                  <a:close/>
                </a:path>
              </a:pathLst>
            </a:custGeom>
            <a:solidFill>
              <a:srgbClr val="006600"/>
            </a:solidFill>
          </p:spPr>
          <p:txBody>
            <a:bodyPr wrap="square" lIns="0" tIns="0" rIns="0" bIns="0" rtlCol="0"/>
            <a:lstStyle/>
            <a:p/>
          </p:txBody>
        </p:sp>
        <p:sp>
          <p:nvSpPr>
            <p:cNvPr id="566" name="object 566"/>
            <p:cNvSpPr/>
            <p:nvPr/>
          </p:nvSpPr>
          <p:spPr>
            <a:xfrm>
              <a:off x="5574030" y="1153159"/>
              <a:ext cx="121920" cy="110489"/>
            </a:xfrm>
            <a:prstGeom prst="rect">
              <a:avLst/>
            </a:prstGeom>
            <a:blipFill>
              <a:blip r:embed="rId66" cstate="print"/>
              <a:stretch>
                <a:fillRect/>
              </a:stretch>
            </a:blipFill>
          </p:spPr>
          <p:txBody>
            <a:bodyPr wrap="square" lIns="0" tIns="0" rIns="0" bIns="0" rtlCol="0"/>
            <a:lstStyle/>
            <a:p/>
          </p:txBody>
        </p:sp>
        <p:sp>
          <p:nvSpPr>
            <p:cNvPr id="567" name="object 567"/>
            <p:cNvSpPr/>
            <p:nvPr/>
          </p:nvSpPr>
          <p:spPr>
            <a:xfrm>
              <a:off x="5732780" y="1159509"/>
              <a:ext cx="275589" cy="520700"/>
            </a:xfrm>
            <a:prstGeom prst="rect">
              <a:avLst/>
            </a:prstGeom>
            <a:blipFill>
              <a:blip r:embed="rId67" cstate="print"/>
              <a:stretch>
                <a:fillRect/>
              </a:stretch>
            </a:blipFill>
          </p:spPr>
          <p:txBody>
            <a:bodyPr wrap="square" lIns="0" tIns="0" rIns="0" bIns="0" rtlCol="0"/>
            <a:lstStyle/>
            <a:p/>
          </p:txBody>
        </p:sp>
        <p:sp>
          <p:nvSpPr>
            <p:cNvPr id="568" name="object 568"/>
            <p:cNvSpPr/>
            <p:nvPr/>
          </p:nvSpPr>
          <p:spPr>
            <a:xfrm>
              <a:off x="5732780" y="1159509"/>
              <a:ext cx="275590" cy="520700"/>
            </a:xfrm>
            <a:custGeom>
              <a:avLst/>
              <a:gdLst/>
              <a:ahLst/>
              <a:cxnLst/>
              <a:rect l="l" t="t" r="r" b="b"/>
              <a:pathLst>
                <a:path w="275589" h="520700">
                  <a:moveTo>
                    <a:pt x="132080" y="520700"/>
                  </a:moveTo>
                  <a:lnTo>
                    <a:pt x="43180" y="128269"/>
                  </a:lnTo>
                  <a:lnTo>
                    <a:pt x="35560" y="95250"/>
                  </a:lnTo>
                  <a:lnTo>
                    <a:pt x="29210" y="69850"/>
                  </a:lnTo>
                  <a:lnTo>
                    <a:pt x="26670" y="59689"/>
                  </a:lnTo>
                  <a:lnTo>
                    <a:pt x="24130" y="50800"/>
                  </a:lnTo>
                  <a:lnTo>
                    <a:pt x="21590" y="43179"/>
                  </a:lnTo>
                  <a:lnTo>
                    <a:pt x="19050" y="38100"/>
                  </a:lnTo>
                  <a:lnTo>
                    <a:pt x="16510" y="35560"/>
                  </a:lnTo>
                  <a:lnTo>
                    <a:pt x="15240" y="31750"/>
                  </a:lnTo>
                  <a:lnTo>
                    <a:pt x="12700" y="29210"/>
                  </a:lnTo>
                  <a:lnTo>
                    <a:pt x="10160" y="26669"/>
                  </a:lnTo>
                  <a:lnTo>
                    <a:pt x="7620" y="24129"/>
                  </a:lnTo>
                  <a:lnTo>
                    <a:pt x="5080" y="22860"/>
                  </a:lnTo>
                  <a:lnTo>
                    <a:pt x="2540" y="20319"/>
                  </a:lnTo>
                  <a:lnTo>
                    <a:pt x="0" y="19050"/>
                  </a:lnTo>
                  <a:lnTo>
                    <a:pt x="0" y="0"/>
                  </a:lnTo>
                  <a:lnTo>
                    <a:pt x="138430" y="0"/>
                  </a:lnTo>
                  <a:lnTo>
                    <a:pt x="138430" y="19050"/>
                  </a:lnTo>
                  <a:lnTo>
                    <a:pt x="134620" y="19050"/>
                  </a:lnTo>
                  <a:lnTo>
                    <a:pt x="132080" y="20319"/>
                  </a:lnTo>
                  <a:lnTo>
                    <a:pt x="129540" y="20319"/>
                  </a:lnTo>
                  <a:lnTo>
                    <a:pt x="128270" y="21589"/>
                  </a:lnTo>
                  <a:lnTo>
                    <a:pt x="125730" y="22860"/>
                  </a:lnTo>
                  <a:lnTo>
                    <a:pt x="124460" y="24129"/>
                  </a:lnTo>
                  <a:lnTo>
                    <a:pt x="123190" y="24129"/>
                  </a:lnTo>
                  <a:lnTo>
                    <a:pt x="121920" y="25400"/>
                  </a:lnTo>
                  <a:lnTo>
                    <a:pt x="121920" y="26669"/>
                  </a:lnTo>
                  <a:lnTo>
                    <a:pt x="120650" y="26669"/>
                  </a:lnTo>
                  <a:lnTo>
                    <a:pt x="120650" y="27939"/>
                  </a:lnTo>
                  <a:lnTo>
                    <a:pt x="118110" y="31750"/>
                  </a:lnTo>
                  <a:lnTo>
                    <a:pt x="118110" y="33019"/>
                  </a:lnTo>
                  <a:lnTo>
                    <a:pt x="118110" y="34289"/>
                  </a:lnTo>
                  <a:lnTo>
                    <a:pt x="116840" y="36829"/>
                  </a:lnTo>
                  <a:lnTo>
                    <a:pt x="115570" y="38100"/>
                  </a:lnTo>
                  <a:lnTo>
                    <a:pt x="115570" y="39369"/>
                  </a:lnTo>
                  <a:lnTo>
                    <a:pt x="115570" y="41910"/>
                  </a:lnTo>
                  <a:lnTo>
                    <a:pt x="115570" y="43179"/>
                  </a:lnTo>
                  <a:lnTo>
                    <a:pt x="115570" y="44450"/>
                  </a:lnTo>
                  <a:lnTo>
                    <a:pt x="114300" y="46989"/>
                  </a:lnTo>
                  <a:lnTo>
                    <a:pt x="114300" y="68579"/>
                  </a:lnTo>
                  <a:lnTo>
                    <a:pt x="115570" y="76200"/>
                  </a:lnTo>
                  <a:lnTo>
                    <a:pt x="116840" y="86360"/>
                  </a:lnTo>
                  <a:lnTo>
                    <a:pt x="120650" y="106679"/>
                  </a:lnTo>
                  <a:lnTo>
                    <a:pt x="125730" y="132079"/>
                  </a:lnTo>
                  <a:lnTo>
                    <a:pt x="168910" y="321310"/>
                  </a:lnTo>
                  <a:lnTo>
                    <a:pt x="203200" y="157479"/>
                  </a:lnTo>
                  <a:lnTo>
                    <a:pt x="209550" y="125729"/>
                  </a:lnTo>
                  <a:lnTo>
                    <a:pt x="212090" y="110489"/>
                  </a:lnTo>
                  <a:lnTo>
                    <a:pt x="214630" y="97789"/>
                  </a:lnTo>
                  <a:lnTo>
                    <a:pt x="215900" y="86360"/>
                  </a:lnTo>
                  <a:lnTo>
                    <a:pt x="217170" y="74929"/>
                  </a:lnTo>
                  <a:lnTo>
                    <a:pt x="218440" y="66039"/>
                  </a:lnTo>
                  <a:lnTo>
                    <a:pt x="218440" y="62229"/>
                  </a:lnTo>
                  <a:lnTo>
                    <a:pt x="218440" y="58419"/>
                  </a:lnTo>
                  <a:lnTo>
                    <a:pt x="218440" y="54610"/>
                  </a:lnTo>
                  <a:lnTo>
                    <a:pt x="218440" y="49529"/>
                  </a:lnTo>
                  <a:lnTo>
                    <a:pt x="217170" y="48260"/>
                  </a:lnTo>
                  <a:lnTo>
                    <a:pt x="217170" y="45719"/>
                  </a:lnTo>
                  <a:lnTo>
                    <a:pt x="217170" y="44450"/>
                  </a:lnTo>
                  <a:lnTo>
                    <a:pt x="217170" y="43179"/>
                  </a:lnTo>
                  <a:lnTo>
                    <a:pt x="215900" y="40639"/>
                  </a:lnTo>
                  <a:lnTo>
                    <a:pt x="215900" y="39369"/>
                  </a:lnTo>
                  <a:lnTo>
                    <a:pt x="214630" y="38100"/>
                  </a:lnTo>
                  <a:lnTo>
                    <a:pt x="214630" y="36829"/>
                  </a:lnTo>
                  <a:lnTo>
                    <a:pt x="214630" y="35560"/>
                  </a:lnTo>
                  <a:lnTo>
                    <a:pt x="213360" y="33019"/>
                  </a:lnTo>
                  <a:lnTo>
                    <a:pt x="212090" y="30479"/>
                  </a:lnTo>
                  <a:lnTo>
                    <a:pt x="212090" y="29210"/>
                  </a:lnTo>
                  <a:lnTo>
                    <a:pt x="210820" y="27939"/>
                  </a:lnTo>
                  <a:lnTo>
                    <a:pt x="209550" y="26669"/>
                  </a:lnTo>
                  <a:lnTo>
                    <a:pt x="208280" y="25400"/>
                  </a:lnTo>
                  <a:lnTo>
                    <a:pt x="207010" y="24129"/>
                  </a:lnTo>
                  <a:lnTo>
                    <a:pt x="205740" y="24129"/>
                  </a:lnTo>
                  <a:lnTo>
                    <a:pt x="203200" y="22860"/>
                  </a:lnTo>
                  <a:lnTo>
                    <a:pt x="200660" y="21589"/>
                  </a:lnTo>
                  <a:lnTo>
                    <a:pt x="196850" y="20319"/>
                  </a:lnTo>
                  <a:lnTo>
                    <a:pt x="193040" y="20319"/>
                  </a:lnTo>
                  <a:lnTo>
                    <a:pt x="189230" y="20319"/>
                  </a:lnTo>
                  <a:lnTo>
                    <a:pt x="189230" y="0"/>
                  </a:lnTo>
                  <a:lnTo>
                    <a:pt x="275590" y="0"/>
                  </a:lnTo>
                  <a:lnTo>
                    <a:pt x="275590" y="19050"/>
                  </a:lnTo>
                  <a:lnTo>
                    <a:pt x="271780" y="20319"/>
                  </a:lnTo>
                  <a:lnTo>
                    <a:pt x="269240" y="21589"/>
                  </a:lnTo>
                  <a:lnTo>
                    <a:pt x="266700" y="22860"/>
                  </a:lnTo>
                  <a:lnTo>
                    <a:pt x="264160" y="25400"/>
                  </a:lnTo>
                  <a:lnTo>
                    <a:pt x="261620" y="27939"/>
                  </a:lnTo>
                  <a:lnTo>
                    <a:pt x="259080" y="30479"/>
                  </a:lnTo>
                  <a:lnTo>
                    <a:pt x="257810" y="34289"/>
                  </a:lnTo>
                  <a:lnTo>
                    <a:pt x="255270" y="36829"/>
                  </a:lnTo>
                  <a:lnTo>
                    <a:pt x="245110" y="66039"/>
                  </a:lnTo>
                  <a:lnTo>
                    <a:pt x="238760" y="91439"/>
                  </a:lnTo>
                  <a:lnTo>
                    <a:pt x="231140" y="123189"/>
                  </a:lnTo>
                  <a:lnTo>
                    <a:pt x="144780" y="520700"/>
                  </a:lnTo>
                  <a:lnTo>
                    <a:pt x="132080" y="520700"/>
                  </a:lnTo>
                  <a:close/>
                </a:path>
              </a:pathLst>
            </a:custGeom>
            <a:ln w="12579">
              <a:solidFill>
                <a:srgbClr val="006600"/>
              </a:solidFill>
            </a:ln>
          </p:spPr>
          <p:txBody>
            <a:bodyPr wrap="square" lIns="0" tIns="0" rIns="0" bIns="0" rtlCol="0"/>
            <a:lstStyle/>
            <a:p/>
          </p:txBody>
        </p:sp>
        <p:sp>
          <p:nvSpPr>
            <p:cNvPr id="569" name="object 569"/>
            <p:cNvSpPr/>
            <p:nvPr/>
          </p:nvSpPr>
          <p:spPr>
            <a:xfrm>
              <a:off x="6035040" y="1143000"/>
              <a:ext cx="218439" cy="537210"/>
            </a:xfrm>
            <a:prstGeom prst="rect">
              <a:avLst/>
            </a:prstGeom>
            <a:blipFill>
              <a:blip r:embed="rId68" cstate="print"/>
              <a:stretch>
                <a:fillRect/>
              </a:stretch>
            </a:blipFill>
          </p:spPr>
          <p:txBody>
            <a:bodyPr wrap="square" lIns="0" tIns="0" rIns="0" bIns="0" rtlCol="0"/>
            <a:lstStyle/>
            <a:p/>
          </p:txBody>
        </p:sp>
        <p:sp>
          <p:nvSpPr>
            <p:cNvPr id="570" name="object 570"/>
            <p:cNvSpPr/>
            <p:nvPr/>
          </p:nvSpPr>
          <p:spPr>
            <a:xfrm>
              <a:off x="6103620" y="1388109"/>
              <a:ext cx="149860" cy="215900"/>
            </a:xfrm>
            <a:custGeom>
              <a:avLst/>
              <a:gdLst/>
              <a:ahLst/>
              <a:cxnLst/>
              <a:rect l="l" t="t" r="r" b="b"/>
              <a:pathLst>
                <a:path w="149860" h="215900">
                  <a:moveTo>
                    <a:pt x="149860" y="0"/>
                  </a:moveTo>
                  <a:lnTo>
                    <a:pt x="6350" y="0"/>
                  </a:lnTo>
                  <a:lnTo>
                    <a:pt x="0" y="0"/>
                  </a:lnTo>
                  <a:lnTo>
                    <a:pt x="0" y="6350"/>
                  </a:lnTo>
                  <a:lnTo>
                    <a:pt x="1270" y="30480"/>
                  </a:lnTo>
                  <a:lnTo>
                    <a:pt x="3810" y="54610"/>
                  </a:lnTo>
                  <a:lnTo>
                    <a:pt x="5080" y="76200"/>
                  </a:lnTo>
                  <a:lnTo>
                    <a:pt x="8890" y="97790"/>
                  </a:lnTo>
                  <a:lnTo>
                    <a:pt x="12700" y="116840"/>
                  </a:lnTo>
                  <a:lnTo>
                    <a:pt x="16510" y="134620"/>
                  </a:lnTo>
                  <a:lnTo>
                    <a:pt x="16510" y="135890"/>
                  </a:lnTo>
                  <a:lnTo>
                    <a:pt x="21590" y="152400"/>
                  </a:lnTo>
                  <a:lnTo>
                    <a:pt x="22860" y="152400"/>
                  </a:lnTo>
                  <a:lnTo>
                    <a:pt x="27940" y="167640"/>
                  </a:lnTo>
                  <a:lnTo>
                    <a:pt x="34290" y="179070"/>
                  </a:lnTo>
                  <a:lnTo>
                    <a:pt x="39370" y="187960"/>
                  </a:lnTo>
                  <a:lnTo>
                    <a:pt x="41910" y="191770"/>
                  </a:lnTo>
                  <a:lnTo>
                    <a:pt x="41910" y="193040"/>
                  </a:lnTo>
                  <a:lnTo>
                    <a:pt x="44450" y="195580"/>
                  </a:lnTo>
                  <a:lnTo>
                    <a:pt x="46990" y="199390"/>
                  </a:lnTo>
                  <a:lnTo>
                    <a:pt x="48260" y="199390"/>
                  </a:lnTo>
                  <a:lnTo>
                    <a:pt x="50800" y="203200"/>
                  </a:lnTo>
                  <a:lnTo>
                    <a:pt x="54610" y="205740"/>
                  </a:lnTo>
                  <a:lnTo>
                    <a:pt x="57150" y="208280"/>
                  </a:lnTo>
                  <a:lnTo>
                    <a:pt x="58420" y="208280"/>
                  </a:lnTo>
                  <a:lnTo>
                    <a:pt x="60960" y="210820"/>
                  </a:lnTo>
                  <a:lnTo>
                    <a:pt x="64770" y="213360"/>
                  </a:lnTo>
                  <a:lnTo>
                    <a:pt x="66040" y="213360"/>
                  </a:lnTo>
                  <a:lnTo>
                    <a:pt x="68580" y="214630"/>
                  </a:lnTo>
                  <a:lnTo>
                    <a:pt x="69850" y="214630"/>
                  </a:lnTo>
                  <a:lnTo>
                    <a:pt x="72390" y="215900"/>
                  </a:lnTo>
                  <a:lnTo>
                    <a:pt x="76200" y="215900"/>
                  </a:lnTo>
                  <a:lnTo>
                    <a:pt x="77470" y="215900"/>
                  </a:lnTo>
                  <a:lnTo>
                    <a:pt x="81280" y="215900"/>
                  </a:lnTo>
                  <a:lnTo>
                    <a:pt x="85090" y="215900"/>
                  </a:lnTo>
                  <a:lnTo>
                    <a:pt x="86360" y="215900"/>
                  </a:lnTo>
                  <a:lnTo>
                    <a:pt x="91440" y="214630"/>
                  </a:lnTo>
                  <a:lnTo>
                    <a:pt x="91287" y="214261"/>
                  </a:lnTo>
                  <a:lnTo>
                    <a:pt x="93980" y="213360"/>
                  </a:lnTo>
                  <a:lnTo>
                    <a:pt x="96520" y="213360"/>
                  </a:lnTo>
                  <a:lnTo>
                    <a:pt x="100330" y="210820"/>
                  </a:lnTo>
                  <a:lnTo>
                    <a:pt x="104140" y="208280"/>
                  </a:lnTo>
                  <a:lnTo>
                    <a:pt x="104140" y="207010"/>
                  </a:lnTo>
                  <a:lnTo>
                    <a:pt x="107950" y="204470"/>
                  </a:lnTo>
                  <a:lnTo>
                    <a:pt x="107950" y="203200"/>
                  </a:lnTo>
                  <a:lnTo>
                    <a:pt x="111760" y="200660"/>
                  </a:lnTo>
                  <a:lnTo>
                    <a:pt x="111760" y="199390"/>
                  </a:lnTo>
                  <a:lnTo>
                    <a:pt x="115570" y="195580"/>
                  </a:lnTo>
                  <a:lnTo>
                    <a:pt x="116840" y="194310"/>
                  </a:lnTo>
                  <a:lnTo>
                    <a:pt x="119380" y="189230"/>
                  </a:lnTo>
                  <a:lnTo>
                    <a:pt x="123190" y="184150"/>
                  </a:lnTo>
                  <a:lnTo>
                    <a:pt x="123190" y="182880"/>
                  </a:lnTo>
                  <a:lnTo>
                    <a:pt x="127000" y="176530"/>
                  </a:lnTo>
                  <a:lnTo>
                    <a:pt x="130390" y="168605"/>
                  </a:lnTo>
                  <a:lnTo>
                    <a:pt x="130810" y="168910"/>
                  </a:lnTo>
                  <a:lnTo>
                    <a:pt x="134620" y="160020"/>
                  </a:lnTo>
                  <a:lnTo>
                    <a:pt x="138430" y="149860"/>
                  </a:lnTo>
                  <a:lnTo>
                    <a:pt x="132080" y="148590"/>
                  </a:lnTo>
                  <a:lnTo>
                    <a:pt x="127000" y="146050"/>
                  </a:lnTo>
                  <a:lnTo>
                    <a:pt x="123190" y="154940"/>
                  </a:lnTo>
                  <a:lnTo>
                    <a:pt x="119380" y="162560"/>
                  </a:lnTo>
                  <a:lnTo>
                    <a:pt x="116001" y="170446"/>
                  </a:lnTo>
                  <a:lnTo>
                    <a:pt x="115570" y="170180"/>
                  </a:lnTo>
                  <a:lnTo>
                    <a:pt x="113030" y="177800"/>
                  </a:lnTo>
                  <a:lnTo>
                    <a:pt x="109220" y="182880"/>
                  </a:lnTo>
                  <a:lnTo>
                    <a:pt x="105410" y="187960"/>
                  </a:lnTo>
                  <a:lnTo>
                    <a:pt x="106133" y="188506"/>
                  </a:lnTo>
                  <a:lnTo>
                    <a:pt x="102870" y="191770"/>
                  </a:lnTo>
                  <a:lnTo>
                    <a:pt x="99695" y="194945"/>
                  </a:lnTo>
                  <a:lnTo>
                    <a:pt x="99060" y="194310"/>
                  </a:lnTo>
                  <a:lnTo>
                    <a:pt x="96520" y="198120"/>
                  </a:lnTo>
                  <a:lnTo>
                    <a:pt x="94107" y="199732"/>
                  </a:lnTo>
                  <a:lnTo>
                    <a:pt x="93980" y="199390"/>
                  </a:lnTo>
                  <a:lnTo>
                    <a:pt x="91503" y="201041"/>
                  </a:lnTo>
                  <a:lnTo>
                    <a:pt x="91440" y="200660"/>
                  </a:lnTo>
                  <a:lnTo>
                    <a:pt x="87630" y="201930"/>
                  </a:lnTo>
                  <a:lnTo>
                    <a:pt x="86360" y="201930"/>
                  </a:lnTo>
                  <a:lnTo>
                    <a:pt x="86360" y="203200"/>
                  </a:lnTo>
                  <a:lnTo>
                    <a:pt x="85090" y="203631"/>
                  </a:lnTo>
                  <a:lnTo>
                    <a:pt x="85090" y="203200"/>
                  </a:lnTo>
                  <a:lnTo>
                    <a:pt x="81280" y="203200"/>
                  </a:lnTo>
                  <a:lnTo>
                    <a:pt x="78740" y="203200"/>
                  </a:lnTo>
                  <a:lnTo>
                    <a:pt x="77470" y="203200"/>
                  </a:lnTo>
                  <a:lnTo>
                    <a:pt x="74930" y="203200"/>
                  </a:lnTo>
                  <a:lnTo>
                    <a:pt x="72390" y="201930"/>
                  </a:lnTo>
                  <a:lnTo>
                    <a:pt x="72148" y="203098"/>
                  </a:lnTo>
                  <a:lnTo>
                    <a:pt x="70764" y="202399"/>
                  </a:lnTo>
                  <a:lnTo>
                    <a:pt x="71120" y="201930"/>
                  </a:lnTo>
                  <a:lnTo>
                    <a:pt x="67310" y="199390"/>
                  </a:lnTo>
                  <a:lnTo>
                    <a:pt x="64770" y="198120"/>
                  </a:lnTo>
                  <a:lnTo>
                    <a:pt x="62230" y="196850"/>
                  </a:lnTo>
                  <a:lnTo>
                    <a:pt x="59690" y="194310"/>
                  </a:lnTo>
                  <a:lnTo>
                    <a:pt x="57150" y="191770"/>
                  </a:lnTo>
                  <a:lnTo>
                    <a:pt x="54610" y="187960"/>
                  </a:lnTo>
                  <a:lnTo>
                    <a:pt x="52070" y="184150"/>
                  </a:lnTo>
                  <a:lnTo>
                    <a:pt x="51562" y="184658"/>
                  </a:lnTo>
                  <a:lnTo>
                    <a:pt x="49530" y="181610"/>
                  </a:lnTo>
                  <a:lnTo>
                    <a:pt x="44678" y="173139"/>
                  </a:lnTo>
                  <a:lnTo>
                    <a:pt x="45720" y="172720"/>
                  </a:lnTo>
                  <a:lnTo>
                    <a:pt x="39370" y="162560"/>
                  </a:lnTo>
                  <a:lnTo>
                    <a:pt x="34290" y="147320"/>
                  </a:lnTo>
                  <a:lnTo>
                    <a:pt x="29210" y="132080"/>
                  </a:lnTo>
                  <a:lnTo>
                    <a:pt x="24130" y="114300"/>
                  </a:lnTo>
                  <a:lnTo>
                    <a:pt x="21590" y="95250"/>
                  </a:lnTo>
                  <a:lnTo>
                    <a:pt x="17780" y="74930"/>
                  </a:lnTo>
                  <a:lnTo>
                    <a:pt x="15240" y="5334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71" name="object 571"/>
            <p:cNvSpPr/>
            <p:nvPr/>
          </p:nvSpPr>
          <p:spPr>
            <a:xfrm>
              <a:off x="6052820" y="1502409"/>
              <a:ext cx="207010" cy="184150"/>
            </a:xfrm>
            <a:custGeom>
              <a:avLst/>
              <a:gdLst/>
              <a:ahLst/>
              <a:cxnLst/>
              <a:rect l="l" t="t" r="r" b="b"/>
              <a:pathLst>
                <a:path w="207010" h="184150">
                  <a:moveTo>
                    <a:pt x="207010" y="22860"/>
                  </a:moveTo>
                  <a:lnTo>
                    <a:pt x="205740" y="20320"/>
                  </a:lnTo>
                  <a:lnTo>
                    <a:pt x="196850" y="7620"/>
                  </a:lnTo>
                  <a:lnTo>
                    <a:pt x="189230" y="0"/>
                  </a:lnTo>
                  <a:lnTo>
                    <a:pt x="185420" y="10160"/>
                  </a:lnTo>
                  <a:lnTo>
                    <a:pt x="181610" y="21590"/>
                  </a:lnTo>
                  <a:lnTo>
                    <a:pt x="180340" y="21590"/>
                  </a:lnTo>
                  <a:lnTo>
                    <a:pt x="177800" y="31750"/>
                  </a:lnTo>
                  <a:lnTo>
                    <a:pt x="173990" y="40640"/>
                  </a:lnTo>
                  <a:lnTo>
                    <a:pt x="180340" y="43180"/>
                  </a:lnTo>
                  <a:lnTo>
                    <a:pt x="185420" y="45720"/>
                  </a:lnTo>
                  <a:lnTo>
                    <a:pt x="189230" y="35560"/>
                  </a:lnTo>
                  <a:lnTo>
                    <a:pt x="193040" y="25400"/>
                  </a:lnTo>
                  <a:lnTo>
                    <a:pt x="193205" y="24892"/>
                  </a:lnTo>
                  <a:lnTo>
                    <a:pt x="193408" y="25171"/>
                  </a:lnTo>
                  <a:lnTo>
                    <a:pt x="189230" y="41910"/>
                  </a:lnTo>
                  <a:lnTo>
                    <a:pt x="184150" y="60960"/>
                  </a:lnTo>
                  <a:lnTo>
                    <a:pt x="177800" y="77470"/>
                  </a:lnTo>
                  <a:lnTo>
                    <a:pt x="173050" y="92887"/>
                  </a:lnTo>
                  <a:lnTo>
                    <a:pt x="172720" y="92710"/>
                  </a:lnTo>
                  <a:lnTo>
                    <a:pt x="166789" y="106934"/>
                  </a:lnTo>
                  <a:lnTo>
                    <a:pt x="166370" y="106680"/>
                  </a:lnTo>
                  <a:lnTo>
                    <a:pt x="160020" y="119380"/>
                  </a:lnTo>
                  <a:lnTo>
                    <a:pt x="160972" y="119951"/>
                  </a:lnTo>
                  <a:lnTo>
                    <a:pt x="154940" y="130810"/>
                  </a:lnTo>
                  <a:lnTo>
                    <a:pt x="149174" y="138874"/>
                  </a:lnTo>
                  <a:lnTo>
                    <a:pt x="148590" y="138430"/>
                  </a:lnTo>
                  <a:lnTo>
                    <a:pt x="142760" y="146583"/>
                  </a:lnTo>
                  <a:lnTo>
                    <a:pt x="142240" y="146050"/>
                  </a:lnTo>
                  <a:lnTo>
                    <a:pt x="135890" y="153670"/>
                  </a:lnTo>
                  <a:lnTo>
                    <a:pt x="129540" y="158750"/>
                  </a:lnTo>
                  <a:lnTo>
                    <a:pt x="121920" y="163830"/>
                  </a:lnTo>
                  <a:lnTo>
                    <a:pt x="122174" y="164172"/>
                  </a:lnTo>
                  <a:lnTo>
                    <a:pt x="115570" y="166370"/>
                  </a:lnTo>
                  <a:lnTo>
                    <a:pt x="107950" y="170180"/>
                  </a:lnTo>
                  <a:lnTo>
                    <a:pt x="108077" y="170535"/>
                  </a:lnTo>
                  <a:lnTo>
                    <a:pt x="101600" y="171450"/>
                  </a:lnTo>
                  <a:lnTo>
                    <a:pt x="95250" y="171450"/>
                  </a:lnTo>
                  <a:lnTo>
                    <a:pt x="93980" y="171450"/>
                  </a:lnTo>
                  <a:lnTo>
                    <a:pt x="87630" y="171450"/>
                  </a:lnTo>
                  <a:lnTo>
                    <a:pt x="82384" y="170586"/>
                  </a:lnTo>
                  <a:lnTo>
                    <a:pt x="82550" y="170180"/>
                  </a:lnTo>
                  <a:lnTo>
                    <a:pt x="74930" y="168910"/>
                  </a:lnTo>
                  <a:lnTo>
                    <a:pt x="68580" y="166370"/>
                  </a:lnTo>
                  <a:lnTo>
                    <a:pt x="68478" y="166827"/>
                  </a:lnTo>
                  <a:lnTo>
                    <a:pt x="64363" y="164363"/>
                  </a:lnTo>
                  <a:lnTo>
                    <a:pt x="64770" y="163830"/>
                  </a:lnTo>
                  <a:lnTo>
                    <a:pt x="58420" y="160020"/>
                  </a:lnTo>
                  <a:lnTo>
                    <a:pt x="52857" y="156692"/>
                  </a:lnTo>
                  <a:lnTo>
                    <a:pt x="53340" y="156210"/>
                  </a:lnTo>
                  <a:lnTo>
                    <a:pt x="47688" y="151701"/>
                  </a:lnTo>
                  <a:lnTo>
                    <a:pt x="43180" y="146050"/>
                  </a:lnTo>
                  <a:lnTo>
                    <a:pt x="38100" y="139700"/>
                  </a:lnTo>
                  <a:lnTo>
                    <a:pt x="33020" y="133350"/>
                  </a:lnTo>
                  <a:lnTo>
                    <a:pt x="29210" y="125730"/>
                  </a:lnTo>
                  <a:lnTo>
                    <a:pt x="24130" y="118110"/>
                  </a:lnTo>
                  <a:lnTo>
                    <a:pt x="20320" y="109220"/>
                  </a:lnTo>
                  <a:lnTo>
                    <a:pt x="16510" y="99060"/>
                  </a:lnTo>
                  <a:lnTo>
                    <a:pt x="12700" y="88900"/>
                  </a:lnTo>
                  <a:lnTo>
                    <a:pt x="6350" y="91440"/>
                  </a:lnTo>
                  <a:lnTo>
                    <a:pt x="0" y="92710"/>
                  </a:lnTo>
                  <a:lnTo>
                    <a:pt x="5080" y="104140"/>
                  </a:lnTo>
                  <a:lnTo>
                    <a:pt x="8890" y="113030"/>
                  </a:lnTo>
                  <a:lnTo>
                    <a:pt x="8890" y="114300"/>
                  </a:lnTo>
                  <a:lnTo>
                    <a:pt x="12700" y="123190"/>
                  </a:lnTo>
                  <a:lnTo>
                    <a:pt x="17780" y="132080"/>
                  </a:lnTo>
                  <a:lnTo>
                    <a:pt x="22860" y="139700"/>
                  </a:lnTo>
                  <a:lnTo>
                    <a:pt x="22860" y="140970"/>
                  </a:lnTo>
                  <a:lnTo>
                    <a:pt x="27940" y="147320"/>
                  </a:lnTo>
                  <a:lnTo>
                    <a:pt x="33020" y="154940"/>
                  </a:lnTo>
                  <a:lnTo>
                    <a:pt x="38100" y="160020"/>
                  </a:lnTo>
                  <a:lnTo>
                    <a:pt x="39370" y="161290"/>
                  </a:lnTo>
                  <a:lnTo>
                    <a:pt x="44450" y="166370"/>
                  </a:lnTo>
                  <a:lnTo>
                    <a:pt x="45720" y="166370"/>
                  </a:lnTo>
                  <a:lnTo>
                    <a:pt x="50800" y="170180"/>
                  </a:lnTo>
                  <a:lnTo>
                    <a:pt x="50800" y="171450"/>
                  </a:lnTo>
                  <a:lnTo>
                    <a:pt x="57150" y="175260"/>
                  </a:lnTo>
                  <a:lnTo>
                    <a:pt x="58420" y="175260"/>
                  </a:lnTo>
                  <a:lnTo>
                    <a:pt x="63500" y="177800"/>
                  </a:lnTo>
                  <a:lnTo>
                    <a:pt x="64770" y="177800"/>
                  </a:lnTo>
                  <a:lnTo>
                    <a:pt x="64770" y="179070"/>
                  </a:lnTo>
                  <a:lnTo>
                    <a:pt x="71120" y="180340"/>
                  </a:lnTo>
                  <a:lnTo>
                    <a:pt x="78740" y="182880"/>
                  </a:lnTo>
                  <a:lnTo>
                    <a:pt x="80010" y="182880"/>
                  </a:lnTo>
                  <a:lnTo>
                    <a:pt x="86360" y="182880"/>
                  </a:lnTo>
                  <a:lnTo>
                    <a:pt x="93980" y="184150"/>
                  </a:lnTo>
                  <a:lnTo>
                    <a:pt x="95250" y="184150"/>
                  </a:lnTo>
                  <a:lnTo>
                    <a:pt x="102870" y="182880"/>
                  </a:lnTo>
                  <a:lnTo>
                    <a:pt x="111760" y="181610"/>
                  </a:lnTo>
                  <a:lnTo>
                    <a:pt x="113030" y="181610"/>
                  </a:lnTo>
                  <a:lnTo>
                    <a:pt x="120650" y="177800"/>
                  </a:lnTo>
                  <a:lnTo>
                    <a:pt x="128270" y="175260"/>
                  </a:lnTo>
                  <a:lnTo>
                    <a:pt x="129540" y="175260"/>
                  </a:lnTo>
                  <a:lnTo>
                    <a:pt x="130810" y="173990"/>
                  </a:lnTo>
                  <a:lnTo>
                    <a:pt x="137160" y="168910"/>
                  </a:lnTo>
                  <a:lnTo>
                    <a:pt x="144780" y="162560"/>
                  </a:lnTo>
                  <a:lnTo>
                    <a:pt x="152400" y="154940"/>
                  </a:lnTo>
                  <a:lnTo>
                    <a:pt x="158750" y="147320"/>
                  </a:lnTo>
                  <a:lnTo>
                    <a:pt x="158750" y="146050"/>
                  </a:lnTo>
                  <a:lnTo>
                    <a:pt x="165100" y="137160"/>
                  </a:lnTo>
                  <a:lnTo>
                    <a:pt x="171450" y="125730"/>
                  </a:lnTo>
                  <a:lnTo>
                    <a:pt x="177800" y="113030"/>
                  </a:lnTo>
                  <a:lnTo>
                    <a:pt x="184150" y="97790"/>
                  </a:lnTo>
                  <a:lnTo>
                    <a:pt x="190500" y="82550"/>
                  </a:lnTo>
                  <a:lnTo>
                    <a:pt x="195580" y="64770"/>
                  </a:lnTo>
                  <a:lnTo>
                    <a:pt x="201930" y="45720"/>
                  </a:lnTo>
                  <a:lnTo>
                    <a:pt x="207010" y="25400"/>
                  </a:lnTo>
                  <a:lnTo>
                    <a:pt x="207010" y="22860"/>
                  </a:lnTo>
                  <a:close/>
                </a:path>
              </a:pathLst>
            </a:custGeom>
            <a:solidFill>
              <a:srgbClr val="006600"/>
            </a:solidFill>
          </p:spPr>
          <p:txBody>
            <a:bodyPr wrap="square" lIns="0" tIns="0" rIns="0" bIns="0" rtlCol="0"/>
            <a:lstStyle/>
            <a:p/>
          </p:txBody>
        </p:sp>
        <p:sp>
          <p:nvSpPr>
            <p:cNvPr id="572" name="object 572"/>
            <p:cNvSpPr/>
            <p:nvPr/>
          </p:nvSpPr>
          <p:spPr>
            <a:xfrm>
              <a:off x="6028677" y="1137919"/>
              <a:ext cx="140335" cy="468630"/>
            </a:xfrm>
            <a:custGeom>
              <a:avLst/>
              <a:gdLst/>
              <a:ahLst/>
              <a:cxnLst/>
              <a:rect l="l" t="t" r="r" b="b"/>
              <a:pathLst>
                <a:path w="140335" h="468630">
                  <a:moveTo>
                    <a:pt x="139712" y="1270"/>
                  </a:moveTo>
                  <a:lnTo>
                    <a:pt x="135902" y="1270"/>
                  </a:lnTo>
                  <a:lnTo>
                    <a:pt x="130822" y="0"/>
                  </a:lnTo>
                  <a:lnTo>
                    <a:pt x="129552" y="0"/>
                  </a:lnTo>
                  <a:lnTo>
                    <a:pt x="124472" y="0"/>
                  </a:lnTo>
                  <a:lnTo>
                    <a:pt x="119392" y="0"/>
                  </a:lnTo>
                  <a:lnTo>
                    <a:pt x="118122" y="0"/>
                  </a:lnTo>
                  <a:lnTo>
                    <a:pt x="111772" y="1270"/>
                  </a:lnTo>
                  <a:lnTo>
                    <a:pt x="105422" y="2540"/>
                  </a:lnTo>
                  <a:lnTo>
                    <a:pt x="99072" y="3810"/>
                  </a:lnTo>
                  <a:lnTo>
                    <a:pt x="99072" y="5080"/>
                  </a:lnTo>
                  <a:lnTo>
                    <a:pt x="93992" y="7620"/>
                  </a:lnTo>
                  <a:lnTo>
                    <a:pt x="92722" y="7620"/>
                  </a:lnTo>
                  <a:lnTo>
                    <a:pt x="87642" y="11430"/>
                  </a:lnTo>
                  <a:lnTo>
                    <a:pt x="86372" y="11430"/>
                  </a:lnTo>
                  <a:lnTo>
                    <a:pt x="81292" y="15240"/>
                  </a:lnTo>
                  <a:lnTo>
                    <a:pt x="81292" y="16510"/>
                  </a:lnTo>
                  <a:lnTo>
                    <a:pt x="76212" y="20320"/>
                  </a:lnTo>
                  <a:lnTo>
                    <a:pt x="71132" y="25400"/>
                  </a:lnTo>
                  <a:lnTo>
                    <a:pt x="69862" y="25400"/>
                  </a:lnTo>
                  <a:lnTo>
                    <a:pt x="64782" y="31750"/>
                  </a:lnTo>
                  <a:lnTo>
                    <a:pt x="60972" y="36830"/>
                  </a:lnTo>
                  <a:lnTo>
                    <a:pt x="59702" y="38100"/>
                  </a:lnTo>
                  <a:lnTo>
                    <a:pt x="55892" y="44450"/>
                  </a:lnTo>
                  <a:lnTo>
                    <a:pt x="54622" y="44450"/>
                  </a:lnTo>
                  <a:lnTo>
                    <a:pt x="45732" y="59690"/>
                  </a:lnTo>
                  <a:lnTo>
                    <a:pt x="44462" y="60960"/>
                  </a:lnTo>
                  <a:lnTo>
                    <a:pt x="36842" y="78740"/>
                  </a:lnTo>
                  <a:lnTo>
                    <a:pt x="31762" y="87630"/>
                  </a:lnTo>
                  <a:lnTo>
                    <a:pt x="31762" y="88900"/>
                  </a:lnTo>
                  <a:lnTo>
                    <a:pt x="27952" y="99060"/>
                  </a:lnTo>
                  <a:lnTo>
                    <a:pt x="24142" y="107950"/>
                  </a:lnTo>
                  <a:lnTo>
                    <a:pt x="24142" y="109220"/>
                  </a:lnTo>
                  <a:lnTo>
                    <a:pt x="20332" y="119380"/>
                  </a:lnTo>
                  <a:lnTo>
                    <a:pt x="17792" y="130810"/>
                  </a:lnTo>
                  <a:lnTo>
                    <a:pt x="13982" y="142240"/>
                  </a:lnTo>
                  <a:lnTo>
                    <a:pt x="13982" y="143510"/>
                  </a:lnTo>
                  <a:lnTo>
                    <a:pt x="8902" y="167640"/>
                  </a:lnTo>
                  <a:lnTo>
                    <a:pt x="8902" y="168910"/>
                  </a:lnTo>
                  <a:lnTo>
                    <a:pt x="5092" y="194310"/>
                  </a:lnTo>
                  <a:lnTo>
                    <a:pt x="2552" y="222250"/>
                  </a:lnTo>
                  <a:lnTo>
                    <a:pt x="0" y="222250"/>
                  </a:lnTo>
                  <a:lnTo>
                    <a:pt x="0" y="355600"/>
                  </a:lnTo>
                  <a:lnTo>
                    <a:pt x="3822" y="355600"/>
                  </a:lnTo>
                  <a:lnTo>
                    <a:pt x="6362" y="378460"/>
                  </a:lnTo>
                  <a:lnTo>
                    <a:pt x="13982" y="420370"/>
                  </a:lnTo>
                  <a:lnTo>
                    <a:pt x="24142" y="457200"/>
                  </a:lnTo>
                  <a:lnTo>
                    <a:pt x="29222" y="468630"/>
                  </a:lnTo>
                  <a:lnTo>
                    <a:pt x="34302" y="466090"/>
                  </a:lnTo>
                  <a:lnTo>
                    <a:pt x="40652" y="463550"/>
                  </a:lnTo>
                  <a:lnTo>
                    <a:pt x="36842" y="453390"/>
                  </a:lnTo>
                  <a:lnTo>
                    <a:pt x="30492" y="435610"/>
                  </a:lnTo>
                  <a:lnTo>
                    <a:pt x="30251" y="435711"/>
                  </a:lnTo>
                  <a:lnTo>
                    <a:pt x="26682" y="417830"/>
                  </a:lnTo>
                  <a:lnTo>
                    <a:pt x="21602" y="397510"/>
                  </a:lnTo>
                  <a:lnTo>
                    <a:pt x="19062" y="377190"/>
                  </a:lnTo>
                  <a:lnTo>
                    <a:pt x="16522" y="354330"/>
                  </a:lnTo>
                  <a:lnTo>
                    <a:pt x="16522" y="222250"/>
                  </a:lnTo>
                  <a:lnTo>
                    <a:pt x="15367" y="222250"/>
                  </a:lnTo>
                  <a:lnTo>
                    <a:pt x="17792" y="195580"/>
                  </a:lnTo>
                  <a:lnTo>
                    <a:pt x="21602" y="170180"/>
                  </a:lnTo>
                  <a:lnTo>
                    <a:pt x="26441" y="145961"/>
                  </a:lnTo>
                  <a:lnTo>
                    <a:pt x="26682" y="146050"/>
                  </a:lnTo>
                  <a:lnTo>
                    <a:pt x="29222" y="134620"/>
                  </a:lnTo>
                  <a:lnTo>
                    <a:pt x="33032" y="123190"/>
                  </a:lnTo>
                  <a:lnTo>
                    <a:pt x="36842" y="111760"/>
                  </a:lnTo>
                  <a:lnTo>
                    <a:pt x="36093" y="111620"/>
                  </a:lnTo>
                  <a:lnTo>
                    <a:pt x="39382" y="102870"/>
                  </a:lnTo>
                  <a:lnTo>
                    <a:pt x="42799" y="93751"/>
                  </a:lnTo>
                  <a:lnTo>
                    <a:pt x="43192" y="93980"/>
                  </a:lnTo>
                  <a:lnTo>
                    <a:pt x="48272" y="83820"/>
                  </a:lnTo>
                  <a:lnTo>
                    <a:pt x="55892" y="66040"/>
                  </a:lnTo>
                  <a:lnTo>
                    <a:pt x="66052" y="50800"/>
                  </a:lnTo>
                  <a:lnTo>
                    <a:pt x="65735" y="50647"/>
                  </a:lnTo>
                  <a:lnTo>
                    <a:pt x="69291" y="45300"/>
                  </a:lnTo>
                  <a:lnTo>
                    <a:pt x="69862" y="45720"/>
                  </a:lnTo>
                  <a:lnTo>
                    <a:pt x="74942" y="39370"/>
                  </a:lnTo>
                  <a:lnTo>
                    <a:pt x="79451" y="33731"/>
                  </a:lnTo>
                  <a:lnTo>
                    <a:pt x="80022" y="34290"/>
                  </a:lnTo>
                  <a:lnTo>
                    <a:pt x="85102" y="29210"/>
                  </a:lnTo>
                  <a:lnTo>
                    <a:pt x="84467" y="28740"/>
                  </a:lnTo>
                  <a:lnTo>
                    <a:pt x="88912" y="25400"/>
                  </a:lnTo>
                  <a:lnTo>
                    <a:pt x="93992" y="21590"/>
                  </a:lnTo>
                  <a:lnTo>
                    <a:pt x="99072" y="19050"/>
                  </a:lnTo>
                  <a:lnTo>
                    <a:pt x="104152" y="16510"/>
                  </a:lnTo>
                  <a:lnTo>
                    <a:pt x="109232" y="15240"/>
                  </a:lnTo>
                  <a:lnTo>
                    <a:pt x="114312" y="13970"/>
                  </a:lnTo>
                  <a:lnTo>
                    <a:pt x="119392" y="11938"/>
                  </a:lnTo>
                  <a:lnTo>
                    <a:pt x="119392" y="12700"/>
                  </a:lnTo>
                  <a:lnTo>
                    <a:pt x="124472" y="12700"/>
                  </a:lnTo>
                  <a:lnTo>
                    <a:pt x="129552" y="12700"/>
                  </a:lnTo>
                  <a:lnTo>
                    <a:pt x="129552" y="12280"/>
                  </a:lnTo>
                  <a:lnTo>
                    <a:pt x="132092" y="13970"/>
                  </a:lnTo>
                  <a:lnTo>
                    <a:pt x="133362" y="13970"/>
                  </a:lnTo>
                  <a:lnTo>
                    <a:pt x="137172" y="13970"/>
                  </a:lnTo>
                  <a:lnTo>
                    <a:pt x="139712" y="1270"/>
                  </a:lnTo>
                  <a:close/>
                </a:path>
              </a:pathLst>
            </a:custGeom>
            <a:solidFill>
              <a:srgbClr val="006600"/>
            </a:solidFill>
          </p:spPr>
          <p:txBody>
            <a:bodyPr wrap="square" lIns="0" tIns="0" rIns="0" bIns="0" rtlCol="0"/>
            <a:lstStyle/>
            <a:p/>
          </p:txBody>
        </p:sp>
        <p:sp>
          <p:nvSpPr>
            <p:cNvPr id="573" name="object 573"/>
            <p:cNvSpPr/>
            <p:nvPr/>
          </p:nvSpPr>
          <p:spPr>
            <a:xfrm>
              <a:off x="6159500" y="1139189"/>
              <a:ext cx="100330" cy="261620"/>
            </a:xfrm>
            <a:custGeom>
              <a:avLst/>
              <a:gdLst/>
              <a:ahLst/>
              <a:cxnLst/>
              <a:rect l="l" t="t" r="r" b="b"/>
              <a:pathLst>
                <a:path w="100329" h="261619">
                  <a:moveTo>
                    <a:pt x="31750" y="144780"/>
                  </a:moveTo>
                  <a:lnTo>
                    <a:pt x="30480" y="144780"/>
                  </a:lnTo>
                  <a:lnTo>
                    <a:pt x="29210" y="130810"/>
                  </a:lnTo>
                  <a:lnTo>
                    <a:pt x="29210" y="129540"/>
                  </a:lnTo>
                  <a:lnTo>
                    <a:pt x="27940" y="118110"/>
                  </a:lnTo>
                  <a:lnTo>
                    <a:pt x="27940" y="106680"/>
                  </a:lnTo>
                  <a:lnTo>
                    <a:pt x="26670" y="97790"/>
                  </a:lnTo>
                  <a:lnTo>
                    <a:pt x="25400" y="90170"/>
                  </a:lnTo>
                  <a:lnTo>
                    <a:pt x="24130" y="82550"/>
                  </a:lnTo>
                  <a:lnTo>
                    <a:pt x="21590" y="74930"/>
                  </a:lnTo>
                  <a:lnTo>
                    <a:pt x="20320" y="68580"/>
                  </a:lnTo>
                  <a:lnTo>
                    <a:pt x="17780" y="62230"/>
                  </a:lnTo>
                  <a:lnTo>
                    <a:pt x="16510" y="55880"/>
                  </a:lnTo>
                  <a:lnTo>
                    <a:pt x="15240" y="55880"/>
                  </a:lnTo>
                  <a:lnTo>
                    <a:pt x="13970" y="50800"/>
                  </a:lnTo>
                  <a:lnTo>
                    <a:pt x="12700" y="50800"/>
                  </a:lnTo>
                  <a:lnTo>
                    <a:pt x="10160" y="46990"/>
                  </a:lnTo>
                  <a:lnTo>
                    <a:pt x="5080" y="49530"/>
                  </a:lnTo>
                  <a:lnTo>
                    <a:pt x="0" y="52070"/>
                  </a:lnTo>
                  <a:lnTo>
                    <a:pt x="2324" y="56730"/>
                  </a:lnTo>
                  <a:lnTo>
                    <a:pt x="1270" y="57150"/>
                  </a:lnTo>
                  <a:lnTo>
                    <a:pt x="3810" y="60960"/>
                  </a:lnTo>
                  <a:lnTo>
                    <a:pt x="6350" y="67310"/>
                  </a:lnTo>
                  <a:lnTo>
                    <a:pt x="6578" y="67195"/>
                  </a:lnTo>
                  <a:lnTo>
                    <a:pt x="7620" y="72390"/>
                  </a:lnTo>
                  <a:lnTo>
                    <a:pt x="10160" y="78740"/>
                  </a:lnTo>
                  <a:lnTo>
                    <a:pt x="10350" y="78663"/>
                  </a:lnTo>
                  <a:lnTo>
                    <a:pt x="11430" y="85090"/>
                  </a:lnTo>
                  <a:lnTo>
                    <a:pt x="17780" y="132080"/>
                  </a:lnTo>
                  <a:lnTo>
                    <a:pt x="17780" y="144780"/>
                  </a:lnTo>
                  <a:lnTo>
                    <a:pt x="17780" y="218440"/>
                  </a:lnTo>
                  <a:lnTo>
                    <a:pt x="31750" y="218440"/>
                  </a:lnTo>
                  <a:lnTo>
                    <a:pt x="31750" y="144780"/>
                  </a:lnTo>
                  <a:close/>
                </a:path>
                <a:path w="100329" h="261619">
                  <a:moveTo>
                    <a:pt x="100330" y="254000"/>
                  </a:moveTo>
                  <a:lnTo>
                    <a:pt x="99060" y="223520"/>
                  </a:lnTo>
                  <a:lnTo>
                    <a:pt x="97790" y="195580"/>
                  </a:lnTo>
                  <a:lnTo>
                    <a:pt x="93980" y="170180"/>
                  </a:lnTo>
                  <a:lnTo>
                    <a:pt x="91440" y="146050"/>
                  </a:lnTo>
                  <a:lnTo>
                    <a:pt x="91440" y="144780"/>
                  </a:lnTo>
                  <a:lnTo>
                    <a:pt x="86360" y="121920"/>
                  </a:lnTo>
                  <a:lnTo>
                    <a:pt x="81280" y="101600"/>
                  </a:lnTo>
                  <a:lnTo>
                    <a:pt x="78740" y="91440"/>
                  </a:lnTo>
                  <a:lnTo>
                    <a:pt x="74930" y="82550"/>
                  </a:lnTo>
                  <a:lnTo>
                    <a:pt x="71120" y="73660"/>
                  </a:lnTo>
                  <a:lnTo>
                    <a:pt x="68580" y="64770"/>
                  </a:lnTo>
                  <a:lnTo>
                    <a:pt x="60960" y="50800"/>
                  </a:lnTo>
                  <a:lnTo>
                    <a:pt x="52070" y="36830"/>
                  </a:lnTo>
                  <a:lnTo>
                    <a:pt x="48260" y="30480"/>
                  </a:lnTo>
                  <a:lnTo>
                    <a:pt x="44450" y="26670"/>
                  </a:lnTo>
                  <a:lnTo>
                    <a:pt x="40640" y="20320"/>
                  </a:lnTo>
                  <a:lnTo>
                    <a:pt x="39370" y="20320"/>
                  </a:lnTo>
                  <a:lnTo>
                    <a:pt x="35560" y="16510"/>
                  </a:lnTo>
                  <a:lnTo>
                    <a:pt x="35560" y="15240"/>
                  </a:lnTo>
                  <a:lnTo>
                    <a:pt x="30480" y="11430"/>
                  </a:lnTo>
                  <a:lnTo>
                    <a:pt x="29210" y="11430"/>
                  </a:lnTo>
                  <a:lnTo>
                    <a:pt x="25400" y="8890"/>
                  </a:lnTo>
                  <a:lnTo>
                    <a:pt x="21590" y="5080"/>
                  </a:lnTo>
                  <a:lnTo>
                    <a:pt x="20320" y="5080"/>
                  </a:lnTo>
                  <a:lnTo>
                    <a:pt x="16510" y="2540"/>
                  </a:lnTo>
                  <a:lnTo>
                    <a:pt x="15240" y="2540"/>
                  </a:lnTo>
                  <a:lnTo>
                    <a:pt x="10160" y="1270"/>
                  </a:lnTo>
                  <a:lnTo>
                    <a:pt x="8890" y="0"/>
                  </a:lnTo>
                  <a:lnTo>
                    <a:pt x="3810" y="0"/>
                  </a:lnTo>
                  <a:lnTo>
                    <a:pt x="3810" y="6350"/>
                  </a:lnTo>
                  <a:lnTo>
                    <a:pt x="2540" y="12700"/>
                  </a:lnTo>
                  <a:lnTo>
                    <a:pt x="6350" y="12700"/>
                  </a:lnTo>
                  <a:lnTo>
                    <a:pt x="10299" y="13690"/>
                  </a:lnTo>
                  <a:lnTo>
                    <a:pt x="10160" y="13970"/>
                  </a:lnTo>
                  <a:lnTo>
                    <a:pt x="13970" y="16510"/>
                  </a:lnTo>
                  <a:lnTo>
                    <a:pt x="14490" y="15646"/>
                  </a:lnTo>
                  <a:lnTo>
                    <a:pt x="19050" y="19050"/>
                  </a:lnTo>
                  <a:lnTo>
                    <a:pt x="22860" y="21590"/>
                  </a:lnTo>
                  <a:lnTo>
                    <a:pt x="26670" y="25400"/>
                  </a:lnTo>
                  <a:lnTo>
                    <a:pt x="27139" y="24765"/>
                  </a:lnTo>
                  <a:lnTo>
                    <a:pt x="30480" y="29210"/>
                  </a:lnTo>
                  <a:lnTo>
                    <a:pt x="31013" y="28676"/>
                  </a:lnTo>
                  <a:lnTo>
                    <a:pt x="34290" y="33020"/>
                  </a:lnTo>
                  <a:lnTo>
                    <a:pt x="34290" y="34290"/>
                  </a:lnTo>
                  <a:lnTo>
                    <a:pt x="38100" y="38100"/>
                  </a:lnTo>
                  <a:lnTo>
                    <a:pt x="41910" y="43180"/>
                  </a:lnTo>
                  <a:lnTo>
                    <a:pt x="49530" y="57150"/>
                  </a:lnTo>
                  <a:lnTo>
                    <a:pt x="49987" y="56807"/>
                  </a:lnTo>
                  <a:lnTo>
                    <a:pt x="57150" y="71120"/>
                  </a:lnTo>
                  <a:lnTo>
                    <a:pt x="57442" y="70904"/>
                  </a:lnTo>
                  <a:lnTo>
                    <a:pt x="59690" y="78740"/>
                  </a:lnTo>
                  <a:lnTo>
                    <a:pt x="60147" y="78562"/>
                  </a:lnTo>
                  <a:lnTo>
                    <a:pt x="63500" y="86360"/>
                  </a:lnTo>
                  <a:lnTo>
                    <a:pt x="67208" y="95021"/>
                  </a:lnTo>
                  <a:lnTo>
                    <a:pt x="66040" y="95250"/>
                  </a:lnTo>
                  <a:lnTo>
                    <a:pt x="69850" y="105410"/>
                  </a:lnTo>
                  <a:lnTo>
                    <a:pt x="73660" y="125730"/>
                  </a:lnTo>
                  <a:lnTo>
                    <a:pt x="78740" y="147320"/>
                  </a:lnTo>
                  <a:lnTo>
                    <a:pt x="82550" y="171450"/>
                  </a:lnTo>
                  <a:lnTo>
                    <a:pt x="85090" y="196850"/>
                  </a:lnTo>
                  <a:lnTo>
                    <a:pt x="86360" y="224790"/>
                  </a:lnTo>
                  <a:lnTo>
                    <a:pt x="87630" y="255270"/>
                  </a:lnTo>
                  <a:lnTo>
                    <a:pt x="93980" y="255270"/>
                  </a:lnTo>
                  <a:lnTo>
                    <a:pt x="93980" y="261620"/>
                  </a:lnTo>
                  <a:lnTo>
                    <a:pt x="100330" y="261620"/>
                  </a:lnTo>
                  <a:lnTo>
                    <a:pt x="100330" y="254000"/>
                  </a:lnTo>
                  <a:close/>
                </a:path>
              </a:pathLst>
            </a:custGeom>
            <a:solidFill>
              <a:srgbClr val="006600"/>
            </a:solidFill>
          </p:spPr>
          <p:txBody>
            <a:bodyPr wrap="square" lIns="0" tIns="0" rIns="0" bIns="0" rtlCol="0"/>
            <a:lstStyle/>
            <a:p/>
          </p:txBody>
        </p:sp>
        <p:sp>
          <p:nvSpPr>
            <p:cNvPr id="574" name="object 574"/>
            <p:cNvSpPr/>
            <p:nvPr/>
          </p:nvSpPr>
          <p:spPr>
            <a:xfrm>
              <a:off x="6102350" y="1172209"/>
              <a:ext cx="88900" cy="191770"/>
            </a:xfrm>
            <a:custGeom>
              <a:avLst/>
              <a:gdLst/>
              <a:ahLst/>
              <a:cxnLst/>
              <a:rect l="l" t="t" r="r" b="b"/>
              <a:pathLst>
                <a:path w="88900" h="191769">
                  <a:moveTo>
                    <a:pt x="88900" y="185420"/>
                  </a:moveTo>
                  <a:lnTo>
                    <a:pt x="82550" y="185420"/>
                  </a:lnTo>
                  <a:lnTo>
                    <a:pt x="82550" y="179070"/>
                  </a:lnTo>
                  <a:lnTo>
                    <a:pt x="12700" y="179070"/>
                  </a:lnTo>
                  <a:lnTo>
                    <a:pt x="12700" y="166370"/>
                  </a:lnTo>
                  <a:lnTo>
                    <a:pt x="12700" y="146050"/>
                  </a:lnTo>
                  <a:lnTo>
                    <a:pt x="13970" y="127000"/>
                  </a:lnTo>
                  <a:lnTo>
                    <a:pt x="15240" y="109220"/>
                  </a:lnTo>
                  <a:lnTo>
                    <a:pt x="16510" y="92710"/>
                  </a:lnTo>
                  <a:lnTo>
                    <a:pt x="19050" y="76200"/>
                  </a:lnTo>
                  <a:lnTo>
                    <a:pt x="21374" y="62191"/>
                  </a:lnTo>
                  <a:lnTo>
                    <a:pt x="21590" y="62230"/>
                  </a:lnTo>
                  <a:lnTo>
                    <a:pt x="25400" y="48260"/>
                  </a:lnTo>
                  <a:lnTo>
                    <a:pt x="29210" y="35560"/>
                  </a:lnTo>
                  <a:lnTo>
                    <a:pt x="28409" y="35407"/>
                  </a:lnTo>
                  <a:lnTo>
                    <a:pt x="30111" y="30302"/>
                  </a:lnTo>
                  <a:lnTo>
                    <a:pt x="30480" y="30480"/>
                  </a:lnTo>
                  <a:lnTo>
                    <a:pt x="31750" y="27940"/>
                  </a:lnTo>
                  <a:lnTo>
                    <a:pt x="33020" y="27940"/>
                  </a:lnTo>
                  <a:lnTo>
                    <a:pt x="34290" y="25400"/>
                  </a:lnTo>
                  <a:lnTo>
                    <a:pt x="35560" y="22860"/>
                  </a:lnTo>
                  <a:lnTo>
                    <a:pt x="34493" y="22440"/>
                  </a:lnTo>
                  <a:lnTo>
                    <a:pt x="35560" y="20320"/>
                  </a:lnTo>
                  <a:lnTo>
                    <a:pt x="36830" y="19050"/>
                  </a:lnTo>
                  <a:lnTo>
                    <a:pt x="38100" y="17780"/>
                  </a:lnTo>
                  <a:lnTo>
                    <a:pt x="38989" y="16002"/>
                  </a:lnTo>
                  <a:lnTo>
                    <a:pt x="39370" y="16510"/>
                  </a:lnTo>
                  <a:lnTo>
                    <a:pt x="40640" y="15240"/>
                  </a:lnTo>
                  <a:lnTo>
                    <a:pt x="41910" y="15240"/>
                  </a:lnTo>
                  <a:lnTo>
                    <a:pt x="41427" y="14452"/>
                  </a:lnTo>
                  <a:lnTo>
                    <a:pt x="41910" y="13970"/>
                  </a:lnTo>
                  <a:lnTo>
                    <a:pt x="43180" y="13970"/>
                  </a:lnTo>
                  <a:lnTo>
                    <a:pt x="44450" y="13970"/>
                  </a:lnTo>
                  <a:lnTo>
                    <a:pt x="45720" y="12700"/>
                  </a:lnTo>
                  <a:lnTo>
                    <a:pt x="46990" y="12700"/>
                  </a:lnTo>
                  <a:lnTo>
                    <a:pt x="49530" y="12700"/>
                  </a:lnTo>
                  <a:lnTo>
                    <a:pt x="50800" y="13970"/>
                  </a:lnTo>
                  <a:lnTo>
                    <a:pt x="52070" y="15240"/>
                  </a:lnTo>
                  <a:lnTo>
                    <a:pt x="54610" y="16510"/>
                  </a:lnTo>
                  <a:lnTo>
                    <a:pt x="55880" y="17780"/>
                  </a:lnTo>
                  <a:lnTo>
                    <a:pt x="57150" y="19050"/>
                  </a:lnTo>
                  <a:lnTo>
                    <a:pt x="58420" y="20320"/>
                  </a:lnTo>
                  <a:lnTo>
                    <a:pt x="59372" y="17945"/>
                  </a:lnTo>
                  <a:lnTo>
                    <a:pt x="62230" y="16510"/>
                  </a:lnTo>
                  <a:lnTo>
                    <a:pt x="68580" y="13970"/>
                  </a:lnTo>
                  <a:lnTo>
                    <a:pt x="67310" y="12700"/>
                  </a:lnTo>
                  <a:lnTo>
                    <a:pt x="66040" y="10160"/>
                  </a:lnTo>
                  <a:lnTo>
                    <a:pt x="64770" y="8890"/>
                  </a:lnTo>
                  <a:lnTo>
                    <a:pt x="63500" y="7620"/>
                  </a:lnTo>
                  <a:lnTo>
                    <a:pt x="62230" y="6350"/>
                  </a:lnTo>
                  <a:lnTo>
                    <a:pt x="60960" y="5080"/>
                  </a:lnTo>
                  <a:lnTo>
                    <a:pt x="58420" y="3810"/>
                  </a:lnTo>
                  <a:lnTo>
                    <a:pt x="57150" y="2540"/>
                  </a:lnTo>
                  <a:lnTo>
                    <a:pt x="55880" y="2540"/>
                  </a:lnTo>
                  <a:lnTo>
                    <a:pt x="53340" y="1270"/>
                  </a:lnTo>
                  <a:lnTo>
                    <a:pt x="50800" y="0"/>
                  </a:lnTo>
                  <a:lnTo>
                    <a:pt x="49530" y="0"/>
                  </a:lnTo>
                  <a:lnTo>
                    <a:pt x="46990" y="0"/>
                  </a:lnTo>
                  <a:lnTo>
                    <a:pt x="44450" y="0"/>
                  </a:lnTo>
                  <a:lnTo>
                    <a:pt x="43180" y="1270"/>
                  </a:lnTo>
                  <a:lnTo>
                    <a:pt x="41910" y="1270"/>
                  </a:lnTo>
                  <a:lnTo>
                    <a:pt x="40640" y="1270"/>
                  </a:lnTo>
                  <a:lnTo>
                    <a:pt x="39370" y="1270"/>
                  </a:lnTo>
                  <a:lnTo>
                    <a:pt x="36830" y="2540"/>
                  </a:lnTo>
                  <a:lnTo>
                    <a:pt x="35560" y="3810"/>
                  </a:lnTo>
                  <a:lnTo>
                    <a:pt x="33020" y="5080"/>
                  </a:lnTo>
                  <a:lnTo>
                    <a:pt x="31750" y="6350"/>
                  </a:lnTo>
                  <a:lnTo>
                    <a:pt x="30480" y="7620"/>
                  </a:lnTo>
                  <a:lnTo>
                    <a:pt x="29210" y="8890"/>
                  </a:lnTo>
                  <a:lnTo>
                    <a:pt x="27940" y="10160"/>
                  </a:lnTo>
                  <a:lnTo>
                    <a:pt x="26670" y="11430"/>
                  </a:lnTo>
                  <a:lnTo>
                    <a:pt x="25400" y="13970"/>
                  </a:lnTo>
                  <a:lnTo>
                    <a:pt x="24130" y="16510"/>
                  </a:lnTo>
                  <a:lnTo>
                    <a:pt x="22860" y="16510"/>
                  </a:lnTo>
                  <a:lnTo>
                    <a:pt x="22860" y="17780"/>
                  </a:lnTo>
                  <a:lnTo>
                    <a:pt x="22860" y="19050"/>
                  </a:lnTo>
                  <a:lnTo>
                    <a:pt x="20320" y="22860"/>
                  </a:lnTo>
                  <a:lnTo>
                    <a:pt x="20840" y="23075"/>
                  </a:lnTo>
                  <a:lnTo>
                    <a:pt x="20320" y="24130"/>
                  </a:lnTo>
                  <a:lnTo>
                    <a:pt x="19050" y="25400"/>
                  </a:lnTo>
                  <a:lnTo>
                    <a:pt x="16510" y="31750"/>
                  </a:lnTo>
                  <a:lnTo>
                    <a:pt x="12700" y="44450"/>
                  </a:lnTo>
                  <a:lnTo>
                    <a:pt x="12700" y="45720"/>
                  </a:lnTo>
                  <a:lnTo>
                    <a:pt x="10160" y="58420"/>
                  </a:lnTo>
                  <a:lnTo>
                    <a:pt x="10160" y="59690"/>
                  </a:lnTo>
                  <a:lnTo>
                    <a:pt x="6350" y="74930"/>
                  </a:lnTo>
                  <a:lnTo>
                    <a:pt x="5080" y="90170"/>
                  </a:lnTo>
                  <a:lnTo>
                    <a:pt x="2540" y="107950"/>
                  </a:lnTo>
                  <a:lnTo>
                    <a:pt x="1270" y="127000"/>
                  </a:lnTo>
                  <a:lnTo>
                    <a:pt x="1270" y="146050"/>
                  </a:lnTo>
                  <a:lnTo>
                    <a:pt x="0" y="166370"/>
                  </a:lnTo>
                  <a:lnTo>
                    <a:pt x="0" y="185420"/>
                  </a:lnTo>
                  <a:lnTo>
                    <a:pt x="0" y="191770"/>
                  </a:lnTo>
                  <a:lnTo>
                    <a:pt x="6350" y="191770"/>
                  </a:lnTo>
                  <a:lnTo>
                    <a:pt x="82550" y="191770"/>
                  </a:lnTo>
                  <a:lnTo>
                    <a:pt x="88900" y="191770"/>
                  </a:lnTo>
                  <a:lnTo>
                    <a:pt x="88900" y="185420"/>
                  </a:lnTo>
                  <a:close/>
                </a:path>
              </a:pathLst>
            </a:custGeom>
            <a:solidFill>
              <a:srgbClr val="006600"/>
            </a:solidFill>
          </p:spPr>
          <p:txBody>
            <a:bodyPr wrap="square" lIns="0" tIns="0" rIns="0" bIns="0" rtlCol="0"/>
            <a:lstStyle/>
            <a:p/>
          </p:txBody>
        </p:sp>
      </p:grpSp>
      <p:grpSp>
        <p:nvGrpSpPr>
          <p:cNvPr id="575" name="object 575"/>
          <p:cNvGrpSpPr/>
          <p:nvPr/>
        </p:nvGrpSpPr>
        <p:grpSpPr>
          <a:xfrm>
            <a:off x="6413560" y="908050"/>
            <a:ext cx="2279650" cy="1003300"/>
            <a:chOff x="6413560" y="908050"/>
            <a:chExt cx="2279650" cy="1003300"/>
          </a:xfrm>
        </p:grpSpPr>
        <p:sp>
          <p:nvSpPr>
            <p:cNvPr id="576" name="object 576"/>
            <p:cNvSpPr/>
            <p:nvPr/>
          </p:nvSpPr>
          <p:spPr>
            <a:xfrm>
              <a:off x="6419850" y="930909"/>
              <a:ext cx="350520" cy="734060"/>
            </a:xfrm>
            <a:custGeom>
              <a:avLst/>
              <a:gdLst/>
              <a:ahLst/>
              <a:cxnLst/>
              <a:rect l="l" t="t" r="r" b="b"/>
              <a:pathLst>
                <a:path w="350520" h="734060">
                  <a:moveTo>
                    <a:pt x="350520" y="477519"/>
                  </a:moveTo>
                  <a:lnTo>
                    <a:pt x="336550" y="734060"/>
                  </a:lnTo>
                  <a:lnTo>
                    <a:pt x="0" y="734060"/>
                  </a:lnTo>
                  <a:lnTo>
                    <a:pt x="0" y="713739"/>
                  </a:lnTo>
                  <a:lnTo>
                    <a:pt x="12700" y="713739"/>
                  </a:lnTo>
                  <a:lnTo>
                    <a:pt x="17779" y="713739"/>
                  </a:lnTo>
                  <a:lnTo>
                    <a:pt x="20320" y="713739"/>
                  </a:lnTo>
                  <a:lnTo>
                    <a:pt x="24129" y="712469"/>
                  </a:lnTo>
                  <a:lnTo>
                    <a:pt x="27939" y="711200"/>
                  </a:lnTo>
                  <a:lnTo>
                    <a:pt x="31750" y="709929"/>
                  </a:lnTo>
                  <a:lnTo>
                    <a:pt x="34289" y="707389"/>
                  </a:lnTo>
                  <a:lnTo>
                    <a:pt x="36829" y="704850"/>
                  </a:lnTo>
                  <a:lnTo>
                    <a:pt x="39370" y="702310"/>
                  </a:lnTo>
                  <a:lnTo>
                    <a:pt x="40639" y="702310"/>
                  </a:lnTo>
                  <a:lnTo>
                    <a:pt x="40639" y="701039"/>
                  </a:lnTo>
                  <a:lnTo>
                    <a:pt x="41910" y="699769"/>
                  </a:lnTo>
                  <a:lnTo>
                    <a:pt x="43179" y="698500"/>
                  </a:lnTo>
                  <a:lnTo>
                    <a:pt x="44450" y="697229"/>
                  </a:lnTo>
                  <a:lnTo>
                    <a:pt x="44450" y="694689"/>
                  </a:lnTo>
                  <a:lnTo>
                    <a:pt x="45720" y="692150"/>
                  </a:lnTo>
                  <a:lnTo>
                    <a:pt x="46989" y="688339"/>
                  </a:lnTo>
                  <a:lnTo>
                    <a:pt x="48260" y="685800"/>
                  </a:lnTo>
                  <a:lnTo>
                    <a:pt x="49529" y="681989"/>
                  </a:lnTo>
                  <a:lnTo>
                    <a:pt x="50800" y="676910"/>
                  </a:lnTo>
                  <a:lnTo>
                    <a:pt x="50800" y="675639"/>
                  </a:lnTo>
                  <a:lnTo>
                    <a:pt x="52070" y="673100"/>
                  </a:lnTo>
                  <a:lnTo>
                    <a:pt x="52070" y="668019"/>
                  </a:lnTo>
                  <a:lnTo>
                    <a:pt x="52070" y="660400"/>
                  </a:lnTo>
                  <a:lnTo>
                    <a:pt x="53339" y="652779"/>
                  </a:lnTo>
                  <a:lnTo>
                    <a:pt x="53339" y="80010"/>
                  </a:lnTo>
                  <a:lnTo>
                    <a:pt x="52070" y="72389"/>
                  </a:lnTo>
                  <a:lnTo>
                    <a:pt x="52070" y="66039"/>
                  </a:lnTo>
                  <a:lnTo>
                    <a:pt x="52070" y="59689"/>
                  </a:lnTo>
                  <a:lnTo>
                    <a:pt x="50800" y="57150"/>
                  </a:lnTo>
                  <a:lnTo>
                    <a:pt x="50800" y="55879"/>
                  </a:lnTo>
                  <a:lnTo>
                    <a:pt x="50800" y="53339"/>
                  </a:lnTo>
                  <a:lnTo>
                    <a:pt x="49529" y="52069"/>
                  </a:lnTo>
                  <a:lnTo>
                    <a:pt x="48260" y="48260"/>
                  </a:lnTo>
                  <a:lnTo>
                    <a:pt x="46989" y="44450"/>
                  </a:lnTo>
                  <a:lnTo>
                    <a:pt x="46989" y="41910"/>
                  </a:lnTo>
                  <a:lnTo>
                    <a:pt x="44450" y="39369"/>
                  </a:lnTo>
                  <a:lnTo>
                    <a:pt x="41910" y="35560"/>
                  </a:lnTo>
                  <a:lnTo>
                    <a:pt x="40639" y="33019"/>
                  </a:lnTo>
                  <a:lnTo>
                    <a:pt x="38100" y="30479"/>
                  </a:lnTo>
                  <a:lnTo>
                    <a:pt x="35560" y="27939"/>
                  </a:lnTo>
                  <a:lnTo>
                    <a:pt x="33020" y="25400"/>
                  </a:lnTo>
                  <a:lnTo>
                    <a:pt x="30479" y="25400"/>
                  </a:lnTo>
                  <a:lnTo>
                    <a:pt x="27939" y="22860"/>
                  </a:lnTo>
                  <a:lnTo>
                    <a:pt x="24129" y="21589"/>
                  </a:lnTo>
                  <a:lnTo>
                    <a:pt x="20320" y="20319"/>
                  </a:lnTo>
                  <a:lnTo>
                    <a:pt x="16510" y="20319"/>
                  </a:lnTo>
                  <a:lnTo>
                    <a:pt x="12700" y="20319"/>
                  </a:lnTo>
                  <a:lnTo>
                    <a:pt x="0" y="20319"/>
                  </a:lnTo>
                  <a:lnTo>
                    <a:pt x="0" y="0"/>
                  </a:lnTo>
                  <a:lnTo>
                    <a:pt x="201929" y="0"/>
                  </a:lnTo>
                  <a:lnTo>
                    <a:pt x="201929" y="20319"/>
                  </a:lnTo>
                  <a:lnTo>
                    <a:pt x="185420" y="20319"/>
                  </a:lnTo>
                  <a:lnTo>
                    <a:pt x="181609" y="20319"/>
                  </a:lnTo>
                  <a:lnTo>
                    <a:pt x="177800" y="20319"/>
                  </a:lnTo>
                  <a:lnTo>
                    <a:pt x="175259" y="21589"/>
                  </a:lnTo>
                  <a:lnTo>
                    <a:pt x="171450" y="22860"/>
                  </a:lnTo>
                  <a:lnTo>
                    <a:pt x="167640" y="25400"/>
                  </a:lnTo>
                  <a:lnTo>
                    <a:pt x="165100" y="26669"/>
                  </a:lnTo>
                  <a:lnTo>
                    <a:pt x="162559" y="29210"/>
                  </a:lnTo>
                  <a:lnTo>
                    <a:pt x="160020" y="31750"/>
                  </a:lnTo>
                  <a:lnTo>
                    <a:pt x="157479" y="33019"/>
                  </a:lnTo>
                  <a:lnTo>
                    <a:pt x="156209" y="35560"/>
                  </a:lnTo>
                  <a:lnTo>
                    <a:pt x="154940" y="38100"/>
                  </a:lnTo>
                  <a:lnTo>
                    <a:pt x="152400" y="41910"/>
                  </a:lnTo>
                  <a:lnTo>
                    <a:pt x="151129" y="44450"/>
                  </a:lnTo>
                  <a:lnTo>
                    <a:pt x="149859" y="49529"/>
                  </a:lnTo>
                  <a:lnTo>
                    <a:pt x="148590" y="53339"/>
                  </a:lnTo>
                  <a:lnTo>
                    <a:pt x="148590" y="57150"/>
                  </a:lnTo>
                  <a:lnTo>
                    <a:pt x="147320" y="59689"/>
                  </a:lnTo>
                  <a:lnTo>
                    <a:pt x="147320" y="62229"/>
                  </a:lnTo>
                  <a:lnTo>
                    <a:pt x="146050" y="67310"/>
                  </a:lnTo>
                  <a:lnTo>
                    <a:pt x="146050" y="73660"/>
                  </a:lnTo>
                  <a:lnTo>
                    <a:pt x="146050" y="81279"/>
                  </a:lnTo>
                  <a:lnTo>
                    <a:pt x="144779" y="101600"/>
                  </a:lnTo>
                  <a:lnTo>
                    <a:pt x="144779" y="125729"/>
                  </a:lnTo>
                  <a:lnTo>
                    <a:pt x="144779" y="593089"/>
                  </a:lnTo>
                  <a:lnTo>
                    <a:pt x="144779" y="618489"/>
                  </a:lnTo>
                  <a:lnTo>
                    <a:pt x="146050" y="638810"/>
                  </a:lnTo>
                  <a:lnTo>
                    <a:pt x="146050" y="647700"/>
                  </a:lnTo>
                  <a:lnTo>
                    <a:pt x="146050" y="655319"/>
                  </a:lnTo>
                  <a:lnTo>
                    <a:pt x="147320" y="660400"/>
                  </a:lnTo>
                  <a:lnTo>
                    <a:pt x="148590" y="662939"/>
                  </a:lnTo>
                  <a:lnTo>
                    <a:pt x="148590" y="665479"/>
                  </a:lnTo>
                  <a:lnTo>
                    <a:pt x="148590" y="668019"/>
                  </a:lnTo>
                  <a:lnTo>
                    <a:pt x="149859" y="671829"/>
                  </a:lnTo>
                  <a:lnTo>
                    <a:pt x="151129" y="675639"/>
                  </a:lnTo>
                  <a:lnTo>
                    <a:pt x="152400" y="676910"/>
                  </a:lnTo>
                  <a:lnTo>
                    <a:pt x="153670" y="678179"/>
                  </a:lnTo>
                  <a:lnTo>
                    <a:pt x="154940" y="680719"/>
                  </a:lnTo>
                  <a:lnTo>
                    <a:pt x="156209" y="683260"/>
                  </a:lnTo>
                  <a:lnTo>
                    <a:pt x="158750" y="685800"/>
                  </a:lnTo>
                  <a:lnTo>
                    <a:pt x="161290" y="688339"/>
                  </a:lnTo>
                  <a:lnTo>
                    <a:pt x="162559" y="688339"/>
                  </a:lnTo>
                  <a:lnTo>
                    <a:pt x="163829" y="689610"/>
                  </a:lnTo>
                  <a:lnTo>
                    <a:pt x="166370" y="689610"/>
                  </a:lnTo>
                  <a:lnTo>
                    <a:pt x="168909" y="690879"/>
                  </a:lnTo>
                  <a:lnTo>
                    <a:pt x="172720" y="692150"/>
                  </a:lnTo>
                  <a:lnTo>
                    <a:pt x="182879" y="692150"/>
                  </a:lnTo>
                  <a:lnTo>
                    <a:pt x="195579" y="693419"/>
                  </a:lnTo>
                  <a:lnTo>
                    <a:pt x="227329" y="693419"/>
                  </a:lnTo>
                  <a:lnTo>
                    <a:pt x="233679" y="692150"/>
                  </a:lnTo>
                  <a:lnTo>
                    <a:pt x="241300" y="692150"/>
                  </a:lnTo>
                  <a:lnTo>
                    <a:pt x="247650" y="689610"/>
                  </a:lnTo>
                  <a:lnTo>
                    <a:pt x="254000" y="688339"/>
                  </a:lnTo>
                  <a:lnTo>
                    <a:pt x="260350" y="684529"/>
                  </a:lnTo>
                  <a:lnTo>
                    <a:pt x="266700" y="681989"/>
                  </a:lnTo>
                  <a:lnTo>
                    <a:pt x="271779" y="676910"/>
                  </a:lnTo>
                  <a:lnTo>
                    <a:pt x="276859" y="671829"/>
                  </a:lnTo>
                  <a:lnTo>
                    <a:pt x="281940" y="666750"/>
                  </a:lnTo>
                  <a:lnTo>
                    <a:pt x="287020" y="660400"/>
                  </a:lnTo>
                  <a:lnTo>
                    <a:pt x="290829" y="654050"/>
                  </a:lnTo>
                  <a:lnTo>
                    <a:pt x="295909" y="646429"/>
                  </a:lnTo>
                  <a:lnTo>
                    <a:pt x="311150" y="608329"/>
                  </a:lnTo>
                  <a:lnTo>
                    <a:pt x="314959" y="595629"/>
                  </a:lnTo>
                  <a:lnTo>
                    <a:pt x="318770" y="582929"/>
                  </a:lnTo>
                  <a:lnTo>
                    <a:pt x="322579" y="568960"/>
                  </a:lnTo>
                  <a:lnTo>
                    <a:pt x="326390" y="552450"/>
                  </a:lnTo>
                  <a:lnTo>
                    <a:pt x="332740" y="516889"/>
                  </a:lnTo>
                  <a:lnTo>
                    <a:pt x="339090" y="477519"/>
                  </a:lnTo>
                  <a:lnTo>
                    <a:pt x="350520" y="477519"/>
                  </a:lnTo>
                  <a:close/>
                </a:path>
              </a:pathLst>
            </a:custGeom>
            <a:ln w="12579">
              <a:solidFill>
                <a:srgbClr val="006600"/>
              </a:solidFill>
            </a:ln>
          </p:spPr>
          <p:txBody>
            <a:bodyPr wrap="square" lIns="0" tIns="0" rIns="0" bIns="0" rtlCol="0"/>
            <a:lstStyle/>
            <a:p/>
          </p:txBody>
        </p:sp>
        <p:sp>
          <p:nvSpPr>
            <p:cNvPr id="577" name="object 577"/>
            <p:cNvSpPr/>
            <p:nvPr/>
          </p:nvSpPr>
          <p:spPr>
            <a:xfrm>
              <a:off x="6803390" y="914400"/>
              <a:ext cx="140970" cy="750570"/>
            </a:xfrm>
            <a:prstGeom prst="rect">
              <a:avLst/>
            </a:prstGeom>
            <a:blipFill>
              <a:blip r:embed="rId53" cstate="print"/>
              <a:stretch>
                <a:fillRect/>
              </a:stretch>
            </a:blipFill>
          </p:spPr>
          <p:txBody>
            <a:bodyPr wrap="square" lIns="0" tIns="0" rIns="0" bIns="0" rtlCol="0"/>
            <a:lstStyle/>
            <a:p/>
          </p:txBody>
        </p:sp>
        <p:sp>
          <p:nvSpPr>
            <p:cNvPr id="578" name="object 578"/>
            <p:cNvSpPr/>
            <p:nvPr/>
          </p:nvSpPr>
          <p:spPr>
            <a:xfrm>
              <a:off x="6823710" y="908050"/>
              <a:ext cx="99060" cy="180339"/>
            </a:xfrm>
            <a:prstGeom prst="rect">
              <a:avLst/>
            </a:prstGeom>
            <a:blipFill>
              <a:blip r:embed="rId69" cstate="print"/>
              <a:stretch>
                <a:fillRect/>
              </a:stretch>
            </a:blipFill>
          </p:spPr>
          <p:txBody>
            <a:bodyPr wrap="square" lIns="0" tIns="0" rIns="0" bIns="0" rtlCol="0"/>
            <a:lstStyle/>
            <a:p/>
          </p:txBody>
        </p:sp>
        <p:sp>
          <p:nvSpPr>
            <p:cNvPr id="579" name="object 579"/>
            <p:cNvSpPr/>
            <p:nvPr/>
          </p:nvSpPr>
          <p:spPr>
            <a:xfrm>
              <a:off x="6906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80" name="object 580"/>
            <p:cNvSpPr/>
            <p:nvPr/>
          </p:nvSpPr>
          <p:spPr>
            <a:xfrm>
              <a:off x="6797040" y="1560830"/>
              <a:ext cx="153669" cy="110490"/>
            </a:xfrm>
            <a:prstGeom prst="rect">
              <a:avLst/>
            </a:prstGeom>
            <a:blipFill>
              <a:blip r:embed="rId70" cstate="print"/>
              <a:stretch>
                <a:fillRect/>
              </a:stretch>
            </a:blipFill>
          </p:spPr>
          <p:txBody>
            <a:bodyPr wrap="square" lIns="0" tIns="0" rIns="0" bIns="0" rtlCol="0"/>
            <a:lstStyle/>
            <a:p/>
          </p:txBody>
        </p:sp>
        <p:sp>
          <p:nvSpPr>
            <p:cNvPr id="581" name="object 581"/>
            <p:cNvSpPr/>
            <p:nvPr/>
          </p:nvSpPr>
          <p:spPr>
            <a:xfrm>
              <a:off x="682752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582" name="object 582"/>
            <p:cNvSpPr/>
            <p:nvPr/>
          </p:nvSpPr>
          <p:spPr>
            <a:xfrm>
              <a:off x="6797040" y="1153159"/>
              <a:ext cx="121919" cy="110489"/>
            </a:xfrm>
            <a:prstGeom prst="rect">
              <a:avLst/>
            </a:prstGeom>
            <a:blipFill>
              <a:blip r:embed="rId71" cstate="print"/>
              <a:stretch>
                <a:fillRect/>
              </a:stretch>
            </a:blipFill>
          </p:spPr>
          <p:txBody>
            <a:bodyPr wrap="square" lIns="0" tIns="0" rIns="0" bIns="0" rtlCol="0"/>
            <a:lstStyle/>
            <a:p/>
          </p:txBody>
        </p:sp>
        <p:sp>
          <p:nvSpPr>
            <p:cNvPr id="583" name="object 583"/>
            <p:cNvSpPr/>
            <p:nvPr/>
          </p:nvSpPr>
          <p:spPr>
            <a:xfrm>
              <a:off x="6972300" y="1143000"/>
              <a:ext cx="179070" cy="537210"/>
            </a:xfrm>
            <a:prstGeom prst="rect">
              <a:avLst/>
            </a:prstGeom>
            <a:blipFill>
              <a:blip r:embed="rId72" cstate="print"/>
              <a:stretch>
                <a:fillRect/>
              </a:stretch>
            </a:blipFill>
          </p:spPr>
          <p:txBody>
            <a:bodyPr wrap="square" lIns="0" tIns="0" rIns="0" bIns="0" rtlCol="0"/>
            <a:lstStyle/>
            <a:p/>
          </p:txBody>
        </p:sp>
        <p:sp>
          <p:nvSpPr>
            <p:cNvPr id="584" name="object 584"/>
            <p:cNvSpPr/>
            <p:nvPr/>
          </p:nvSpPr>
          <p:spPr>
            <a:xfrm>
              <a:off x="6972300" y="1144270"/>
              <a:ext cx="180340" cy="535940"/>
            </a:xfrm>
            <a:custGeom>
              <a:avLst/>
              <a:gdLst/>
              <a:ahLst/>
              <a:cxnLst/>
              <a:rect l="l" t="t" r="r" b="b"/>
              <a:pathLst>
                <a:path w="180340" h="535939">
                  <a:moveTo>
                    <a:pt x="161290" y="1269"/>
                  </a:moveTo>
                  <a:lnTo>
                    <a:pt x="166370" y="172719"/>
                  </a:lnTo>
                  <a:lnTo>
                    <a:pt x="156209" y="172719"/>
                  </a:lnTo>
                  <a:lnTo>
                    <a:pt x="152400" y="154939"/>
                  </a:lnTo>
                  <a:lnTo>
                    <a:pt x="148590" y="137159"/>
                  </a:lnTo>
                  <a:lnTo>
                    <a:pt x="143509" y="123189"/>
                  </a:lnTo>
                  <a:lnTo>
                    <a:pt x="139700" y="109219"/>
                  </a:lnTo>
                  <a:lnTo>
                    <a:pt x="134620" y="96519"/>
                  </a:lnTo>
                  <a:lnTo>
                    <a:pt x="130809" y="85089"/>
                  </a:lnTo>
                  <a:lnTo>
                    <a:pt x="125729" y="76200"/>
                  </a:lnTo>
                  <a:lnTo>
                    <a:pt x="121920" y="68579"/>
                  </a:lnTo>
                  <a:lnTo>
                    <a:pt x="116840" y="60959"/>
                  </a:lnTo>
                  <a:lnTo>
                    <a:pt x="113029" y="55879"/>
                  </a:lnTo>
                  <a:lnTo>
                    <a:pt x="107950" y="50800"/>
                  </a:lnTo>
                  <a:lnTo>
                    <a:pt x="102870" y="48259"/>
                  </a:lnTo>
                  <a:lnTo>
                    <a:pt x="99059" y="44450"/>
                  </a:lnTo>
                  <a:lnTo>
                    <a:pt x="93979" y="41909"/>
                  </a:lnTo>
                  <a:lnTo>
                    <a:pt x="88900" y="40639"/>
                  </a:lnTo>
                  <a:lnTo>
                    <a:pt x="85090" y="40639"/>
                  </a:lnTo>
                  <a:lnTo>
                    <a:pt x="82550" y="40639"/>
                  </a:lnTo>
                  <a:lnTo>
                    <a:pt x="80009" y="40639"/>
                  </a:lnTo>
                  <a:lnTo>
                    <a:pt x="77470" y="41909"/>
                  </a:lnTo>
                  <a:lnTo>
                    <a:pt x="74929" y="43179"/>
                  </a:lnTo>
                  <a:lnTo>
                    <a:pt x="73659" y="45719"/>
                  </a:lnTo>
                  <a:lnTo>
                    <a:pt x="72390" y="45719"/>
                  </a:lnTo>
                  <a:lnTo>
                    <a:pt x="71120" y="46989"/>
                  </a:lnTo>
                  <a:lnTo>
                    <a:pt x="69850" y="48259"/>
                  </a:lnTo>
                  <a:lnTo>
                    <a:pt x="67309" y="52069"/>
                  </a:lnTo>
                  <a:lnTo>
                    <a:pt x="64770" y="54609"/>
                  </a:lnTo>
                  <a:lnTo>
                    <a:pt x="63500" y="58419"/>
                  </a:lnTo>
                  <a:lnTo>
                    <a:pt x="62229" y="62229"/>
                  </a:lnTo>
                  <a:lnTo>
                    <a:pt x="60959" y="64769"/>
                  </a:lnTo>
                  <a:lnTo>
                    <a:pt x="59690" y="67309"/>
                  </a:lnTo>
                  <a:lnTo>
                    <a:pt x="59690" y="68579"/>
                  </a:lnTo>
                  <a:lnTo>
                    <a:pt x="59690" y="71119"/>
                  </a:lnTo>
                  <a:lnTo>
                    <a:pt x="58420" y="73659"/>
                  </a:lnTo>
                  <a:lnTo>
                    <a:pt x="58420" y="74929"/>
                  </a:lnTo>
                  <a:lnTo>
                    <a:pt x="58420" y="77469"/>
                  </a:lnTo>
                  <a:lnTo>
                    <a:pt x="58420" y="80009"/>
                  </a:lnTo>
                  <a:lnTo>
                    <a:pt x="57150" y="82550"/>
                  </a:lnTo>
                  <a:lnTo>
                    <a:pt x="57150" y="85089"/>
                  </a:lnTo>
                  <a:lnTo>
                    <a:pt x="57150" y="96519"/>
                  </a:lnTo>
                  <a:lnTo>
                    <a:pt x="58420" y="100329"/>
                  </a:lnTo>
                  <a:lnTo>
                    <a:pt x="58420" y="102869"/>
                  </a:lnTo>
                  <a:lnTo>
                    <a:pt x="59690" y="107950"/>
                  </a:lnTo>
                  <a:lnTo>
                    <a:pt x="60959" y="110489"/>
                  </a:lnTo>
                  <a:lnTo>
                    <a:pt x="62229" y="114300"/>
                  </a:lnTo>
                  <a:lnTo>
                    <a:pt x="63500" y="118109"/>
                  </a:lnTo>
                  <a:lnTo>
                    <a:pt x="64770" y="120650"/>
                  </a:lnTo>
                  <a:lnTo>
                    <a:pt x="66040" y="123189"/>
                  </a:lnTo>
                  <a:lnTo>
                    <a:pt x="69850" y="130809"/>
                  </a:lnTo>
                  <a:lnTo>
                    <a:pt x="74929" y="138429"/>
                  </a:lnTo>
                  <a:lnTo>
                    <a:pt x="80009" y="147319"/>
                  </a:lnTo>
                  <a:lnTo>
                    <a:pt x="93979" y="168909"/>
                  </a:lnTo>
                  <a:lnTo>
                    <a:pt x="113029" y="194309"/>
                  </a:lnTo>
                  <a:lnTo>
                    <a:pt x="132079" y="219709"/>
                  </a:lnTo>
                  <a:lnTo>
                    <a:pt x="139700" y="232409"/>
                  </a:lnTo>
                  <a:lnTo>
                    <a:pt x="147320" y="243839"/>
                  </a:lnTo>
                  <a:lnTo>
                    <a:pt x="153670" y="255269"/>
                  </a:lnTo>
                  <a:lnTo>
                    <a:pt x="158750" y="265429"/>
                  </a:lnTo>
                  <a:lnTo>
                    <a:pt x="163829" y="275589"/>
                  </a:lnTo>
                  <a:lnTo>
                    <a:pt x="166370" y="285750"/>
                  </a:lnTo>
                  <a:lnTo>
                    <a:pt x="170179" y="294639"/>
                  </a:lnTo>
                  <a:lnTo>
                    <a:pt x="172720" y="304800"/>
                  </a:lnTo>
                  <a:lnTo>
                    <a:pt x="175259" y="314959"/>
                  </a:lnTo>
                  <a:lnTo>
                    <a:pt x="176529" y="325119"/>
                  </a:lnTo>
                  <a:lnTo>
                    <a:pt x="177800" y="336550"/>
                  </a:lnTo>
                  <a:lnTo>
                    <a:pt x="179070" y="346709"/>
                  </a:lnTo>
                  <a:lnTo>
                    <a:pt x="179070" y="358139"/>
                  </a:lnTo>
                  <a:lnTo>
                    <a:pt x="180340" y="369569"/>
                  </a:lnTo>
                  <a:lnTo>
                    <a:pt x="179070" y="379729"/>
                  </a:lnTo>
                  <a:lnTo>
                    <a:pt x="179070" y="389889"/>
                  </a:lnTo>
                  <a:lnTo>
                    <a:pt x="177800" y="400050"/>
                  </a:lnTo>
                  <a:lnTo>
                    <a:pt x="177800" y="411479"/>
                  </a:lnTo>
                  <a:lnTo>
                    <a:pt x="175259" y="421639"/>
                  </a:lnTo>
                  <a:lnTo>
                    <a:pt x="173990" y="431800"/>
                  </a:lnTo>
                  <a:lnTo>
                    <a:pt x="171450" y="441959"/>
                  </a:lnTo>
                  <a:lnTo>
                    <a:pt x="168909" y="452119"/>
                  </a:lnTo>
                  <a:lnTo>
                    <a:pt x="166370" y="462279"/>
                  </a:lnTo>
                  <a:lnTo>
                    <a:pt x="162559" y="471169"/>
                  </a:lnTo>
                  <a:lnTo>
                    <a:pt x="143509" y="508000"/>
                  </a:lnTo>
                  <a:lnTo>
                    <a:pt x="128270" y="523239"/>
                  </a:lnTo>
                  <a:lnTo>
                    <a:pt x="123190" y="527050"/>
                  </a:lnTo>
                  <a:lnTo>
                    <a:pt x="118109" y="530859"/>
                  </a:lnTo>
                  <a:lnTo>
                    <a:pt x="111759" y="532129"/>
                  </a:lnTo>
                  <a:lnTo>
                    <a:pt x="106679" y="534669"/>
                  </a:lnTo>
                  <a:lnTo>
                    <a:pt x="100329" y="534669"/>
                  </a:lnTo>
                  <a:lnTo>
                    <a:pt x="95250" y="535939"/>
                  </a:lnTo>
                  <a:lnTo>
                    <a:pt x="90170" y="534669"/>
                  </a:lnTo>
                  <a:lnTo>
                    <a:pt x="83820" y="534669"/>
                  </a:lnTo>
                  <a:lnTo>
                    <a:pt x="78740" y="532129"/>
                  </a:lnTo>
                  <a:lnTo>
                    <a:pt x="72390" y="529589"/>
                  </a:lnTo>
                  <a:lnTo>
                    <a:pt x="38100" y="508000"/>
                  </a:lnTo>
                  <a:lnTo>
                    <a:pt x="35559" y="508000"/>
                  </a:lnTo>
                  <a:lnTo>
                    <a:pt x="34290" y="508000"/>
                  </a:lnTo>
                  <a:lnTo>
                    <a:pt x="34290" y="506729"/>
                  </a:lnTo>
                  <a:lnTo>
                    <a:pt x="33020" y="506729"/>
                  </a:lnTo>
                  <a:lnTo>
                    <a:pt x="31750" y="506729"/>
                  </a:lnTo>
                  <a:lnTo>
                    <a:pt x="30479" y="508000"/>
                  </a:lnTo>
                  <a:lnTo>
                    <a:pt x="29209" y="508000"/>
                  </a:lnTo>
                  <a:lnTo>
                    <a:pt x="29209" y="509269"/>
                  </a:lnTo>
                  <a:lnTo>
                    <a:pt x="27940" y="509269"/>
                  </a:lnTo>
                  <a:lnTo>
                    <a:pt x="26670" y="510539"/>
                  </a:lnTo>
                  <a:lnTo>
                    <a:pt x="25400" y="513079"/>
                  </a:lnTo>
                  <a:lnTo>
                    <a:pt x="24129" y="513079"/>
                  </a:lnTo>
                  <a:lnTo>
                    <a:pt x="24129" y="515619"/>
                  </a:lnTo>
                  <a:lnTo>
                    <a:pt x="22859" y="516889"/>
                  </a:lnTo>
                  <a:lnTo>
                    <a:pt x="21590" y="519429"/>
                  </a:lnTo>
                  <a:lnTo>
                    <a:pt x="21590" y="521969"/>
                  </a:lnTo>
                  <a:lnTo>
                    <a:pt x="19050" y="527050"/>
                  </a:lnTo>
                  <a:lnTo>
                    <a:pt x="17779" y="534669"/>
                  </a:lnTo>
                  <a:lnTo>
                    <a:pt x="8890" y="534669"/>
                  </a:lnTo>
                  <a:lnTo>
                    <a:pt x="3809" y="351789"/>
                  </a:lnTo>
                  <a:lnTo>
                    <a:pt x="13970" y="351789"/>
                  </a:lnTo>
                  <a:lnTo>
                    <a:pt x="16509" y="369569"/>
                  </a:lnTo>
                  <a:lnTo>
                    <a:pt x="20320" y="386079"/>
                  </a:lnTo>
                  <a:lnTo>
                    <a:pt x="24129" y="401319"/>
                  </a:lnTo>
                  <a:lnTo>
                    <a:pt x="29209" y="415289"/>
                  </a:lnTo>
                  <a:lnTo>
                    <a:pt x="33020" y="427989"/>
                  </a:lnTo>
                  <a:lnTo>
                    <a:pt x="38100" y="439419"/>
                  </a:lnTo>
                  <a:lnTo>
                    <a:pt x="43179" y="450850"/>
                  </a:lnTo>
                  <a:lnTo>
                    <a:pt x="48259" y="459739"/>
                  </a:lnTo>
                  <a:lnTo>
                    <a:pt x="53340" y="468629"/>
                  </a:lnTo>
                  <a:lnTo>
                    <a:pt x="58420" y="474979"/>
                  </a:lnTo>
                  <a:lnTo>
                    <a:pt x="64770" y="481329"/>
                  </a:lnTo>
                  <a:lnTo>
                    <a:pt x="69850" y="486409"/>
                  </a:lnTo>
                  <a:lnTo>
                    <a:pt x="74929" y="490219"/>
                  </a:lnTo>
                  <a:lnTo>
                    <a:pt x="77470" y="491489"/>
                  </a:lnTo>
                  <a:lnTo>
                    <a:pt x="80009" y="492759"/>
                  </a:lnTo>
                  <a:lnTo>
                    <a:pt x="82550" y="494029"/>
                  </a:lnTo>
                  <a:lnTo>
                    <a:pt x="83820" y="494029"/>
                  </a:lnTo>
                  <a:lnTo>
                    <a:pt x="87629" y="495300"/>
                  </a:lnTo>
                  <a:lnTo>
                    <a:pt x="88900" y="495300"/>
                  </a:lnTo>
                  <a:lnTo>
                    <a:pt x="92709" y="495300"/>
                  </a:lnTo>
                  <a:lnTo>
                    <a:pt x="96520" y="494029"/>
                  </a:lnTo>
                  <a:lnTo>
                    <a:pt x="99059" y="492759"/>
                  </a:lnTo>
                  <a:lnTo>
                    <a:pt x="101600" y="491489"/>
                  </a:lnTo>
                  <a:lnTo>
                    <a:pt x="102870" y="490219"/>
                  </a:lnTo>
                  <a:lnTo>
                    <a:pt x="104140" y="488950"/>
                  </a:lnTo>
                  <a:lnTo>
                    <a:pt x="105409" y="487679"/>
                  </a:lnTo>
                  <a:lnTo>
                    <a:pt x="106679" y="486409"/>
                  </a:lnTo>
                  <a:lnTo>
                    <a:pt x="113029" y="474979"/>
                  </a:lnTo>
                  <a:lnTo>
                    <a:pt x="115570" y="471169"/>
                  </a:lnTo>
                  <a:lnTo>
                    <a:pt x="116840" y="466089"/>
                  </a:lnTo>
                  <a:lnTo>
                    <a:pt x="118109" y="462279"/>
                  </a:lnTo>
                  <a:lnTo>
                    <a:pt x="118109" y="458469"/>
                  </a:lnTo>
                  <a:lnTo>
                    <a:pt x="118109" y="457200"/>
                  </a:lnTo>
                  <a:lnTo>
                    <a:pt x="118109" y="454659"/>
                  </a:lnTo>
                  <a:lnTo>
                    <a:pt x="119379" y="452119"/>
                  </a:lnTo>
                  <a:lnTo>
                    <a:pt x="119379" y="427989"/>
                  </a:lnTo>
                  <a:lnTo>
                    <a:pt x="118109" y="421639"/>
                  </a:lnTo>
                  <a:lnTo>
                    <a:pt x="118109" y="416559"/>
                  </a:lnTo>
                  <a:lnTo>
                    <a:pt x="116840" y="411479"/>
                  </a:lnTo>
                  <a:lnTo>
                    <a:pt x="115570" y="405129"/>
                  </a:lnTo>
                  <a:lnTo>
                    <a:pt x="113029" y="400050"/>
                  </a:lnTo>
                  <a:lnTo>
                    <a:pt x="111759" y="396239"/>
                  </a:lnTo>
                  <a:lnTo>
                    <a:pt x="109220" y="389889"/>
                  </a:lnTo>
                  <a:lnTo>
                    <a:pt x="106679" y="384809"/>
                  </a:lnTo>
                  <a:lnTo>
                    <a:pt x="97790" y="372109"/>
                  </a:lnTo>
                  <a:lnTo>
                    <a:pt x="87629" y="355600"/>
                  </a:lnTo>
                  <a:lnTo>
                    <a:pt x="74929" y="339089"/>
                  </a:lnTo>
                  <a:lnTo>
                    <a:pt x="54609" y="311150"/>
                  </a:lnTo>
                  <a:lnTo>
                    <a:pt x="39370" y="288289"/>
                  </a:lnTo>
                  <a:lnTo>
                    <a:pt x="33020" y="276859"/>
                  </a:lnTo>
                  <a:lnTo>
                    <a:pt x="26670" y="266700"/>
                  </a:lnTo>
                  <a:lnTo>
                    <a:pt x="10159" y="228600"/>
                  </a:lnTo>
                  <a:lnTo>
                    <a:pt x="7620" y="215900"/>
                  </a:lnTo>
                  <a:lnTo>
                    <a:pt x="5079" y="204469"/>
                  </a:lnTo>
                  <a:lnTo>
                    <a:pt x="3809" y="191769"/>
                  </a:lnTo>
                  <a:lnTo>
                    <a:pt x="1270" y="179069"/>
                  </a:lnTo>
                  <a:lnTo>
                    <a:pt x="1270" y="166369"/>
                  </a:lnTo>
                  <a:lnTo>
                    <a:pt x="0" y="152400"/>
                  </a:lnTo>
                  <a:lnTo>
                    <a:pt x="1270" y="138429"/>
                  </a:lnTo>
                  <a:lnTo>
                    <a:pt x="2540" y="124459"/>
                  </a:lnTo>
                  <a:lnTo>
                    <a:pt x="3809" y="110489"/>
                  </a:lnTo>
                  <a:lnTo>
                    <a:pt x="5079" y="96519"/>
                  </a:lnTo>
                  <a:lnTo>
                    <a:pt x="8890" y="83819"/>
                  </a:lnTo>
                  <a:lnTo>
                    <a:pt x="11429" y="71119"/>
                  </a:lnTo>
                  <a:lnTo>
                    <a:pt x="16509" y="58419"/>
                  </a:lnTo>
                  <a:lnTo>
                    <a:pt x="21590" y="46989"/>
                  </a:lnTo>
                  <a:lnTo>
                    <a:pt x="24129" y="40639"/>
                  </a:lnTo>
                  <a:lnTo>
                    <a:pt x="26670" y="35559"/>
                  </a:lnTo>
                  <a:lnTo>
                    <a:pt x="29209" y="31750"/>
                  </a:lnTo>
                  <a:lnTo>
                    <a:pt x="33020" y="26669"/>
                  </a:lnTo>
                  <a:lnTo>
                    <a:pt x="35559" y="21589"/>
                  </a:lnTo>
                  <a:lnTo>
                    <a:pt x="39370" y="17779"/>
                  </a:lnTo>
                  <a:lnTo>
                    <a:pt x="43179" y="15239"/>
                  </a:lnTo>
                  <a:lnTo>
                    <a:pt x="46990" y="11429"/>
                  </a:lnTo>
                  <a:lnTo>
                    <a:pt x="50800" y="8889"/>
                  </a:lnTo>
                  <a:lnTo>
                    <a:pt x="54609" y="6350"/>
                  </a:lnTo>
                  <a:lnTo>
                    <a:pt x="58420" y="3809"/>
                  </a:lnTo>
                  <a:lnTo>
                    <a:pt x="63500" y="2539"/>
                  </a:lnTo>
                  <a:lnTo>
                    <a:pt x="72390" y="0"/>
                  </a:lnTo>
                  <a:lnTo>
                    <a:pt x="81279" y="0"/>
                  </a:lnTo>
                  <a:lnTo>
                    <a:pt x="86359" y="0"/>
                  </a:lnTo>
                  <a:lnTo>
                    <a:pt x="91440" y="1269"/>
                  </a:lnTo>
                  <a:lnTo>
                    <a:pt x="96520" y="2539"/>
                  </a:lnTo>
                  <a:lnTo>
                    <a:pt x="102870" y="5079"/>
                  </a:lnTo>
                  <a:lnTo>
                    <a:pt x="107950" y="7619"/>
                  </a:lnTo>
                  <a:lnTo>
                    <a:pt x="113029" y="11429"/>
                  </a:lnTo>
                  <a:lnTo>
                    <a:pt x="118109" y="15239"/>
                  </a:lnTo>
                  <a:lnTo>
                    <a:pt x="123190" y="19050"/>
                  </a:lnTo>
                  <a:lnTo>
                    <a:pt x="124459" y="21589"/>
                  </a:lnTo>
                  <a:lnTo>
                    <a:pt x="125729" y="22859"/>
                  </a:lnTo>
                  <a:lnTo>
                    <a:pt x="127000" y="24129"/>
                  </a:lnTo>
                  <a:lnTo>
                    <a:pt x="129540" y="26669"/>
                  </a:lnTo>
                  <a:lnTo>
                    <a:pt x="130809" y="26669"/>
                  </a:lnTo>
                  <a:lnTo>
                    <a:pt x="132079" y="26669"/>
                  </a:lnTo>
                  <a:lnTo>
                    <a:pt x="133350" y="27939"/>
                  </a:lnTo>
                  <a:lnTo>
                    <a:pt x="134620" y="27939"/>
                  </a:lnTo>
                  <a:lnTo>
                    <a:pt x="135890" y="27939"/>
                  </a:lnTo>
                  <a:lnTo>
                    <a:pt x="137159" y="27939"/>
                  </a:lnTo>
                  <a:lnTo>
                    <a:pt x="138429" y="26669"/>
                  </a:lnTo>
                  <a:lnTo>
                    <a:pt x="139700" y="26669"/>
                  </a:lnTo>
                  <a:lnTo>
                    <a:pt x="140970" y="26669"/>
                  </a:lnTo>
                  <a:lnTo>
                    <a:pt x="142240" y="24129"/>
                  </a:lnTo>
                  <a:lnTo>
                    <a:pt x="143509" y="22859"/>
                  </a:lnTo>
                  <a:lnTo>
                    <a:pt x="144779" y="21589"/>
                  </a:lnTo>
                  <a:lnTo>
                    <a:pt x="146050" y="19050"/>
                  </a:lnTo>
                  <a:lnTo>
                    <a:pt x="147320" y="16509"/>
                  </a:lnTo>
                  <a:lnTo>
                    <a:pt x="148590" y="10159"/>
                  </a:lnTo>
                  <a:lnTo>
                    <a:pt x="152400" y="1269"/>
                  </a:lnTo>
                  <a:lnTo>
                    <a:pt x="161290" y="1269"/>
                  </a:lnTo>
                  <a:close/>
                </a:path>
              </a:pathLst>
            </a:custGeom>
            <a:ln w="12579">
              <a:solidFill>
                <a:srgbClr val="006600"/>
              </a:solidFill>
            </a:ln>
          </p:spPr>
          <p:txBody>
            <a:bodyPr wrap="square" lIns="0" tIns="0" rIns="0" bIns="0" rtlCol="0"/>
            <a:lstStyle/>
            <a:p/>
          </p:txBody>
        </p:sp>
        <p:sp>
          <p:nvSpPr>
            <p:cNvPr id="585" name="object 585"/>
            <p:cNvSpPr/>
            <p:nvPr/>
          </p:nvSpPr>
          <p:spPr>
            <a:xfrm>
              <a:off x="7183120" y="974089"/>
              <a:ext cx="173990" cy="698500"/>
            </a:xfrm>
            <a:prstGeom prst="rect">
              <a:avLst/>
            </a:prstGeom>
            <a:blipFill>
              <a:blip r:embed="rId63" cstate="print"/>
              <a:stretch>
                <a:fillRect/>
              </a:stretch>
            </a:blipFill>
          </p:spPr>
          <p:txBody>
            <a:bodyPr wrap="square" lIns="0" tIns="0" rIns="0" bIns="0" rtlCol="0"/>
            <a:lstStyle/>
            <a:p/>
          </p:txBody>
        </p:sp>
        <p:sp>
          <p:nvSpPr>
            <p:cNvPr id="586" name="object 586"/>
            <p:cNvSpPr/>
            <p:nvPr/>
          </p:nvSpPr>
          <p:spPr>
            <a:xfrm>
              <a:off x="7183120" y="974089"/>
              <a:ext cx="173990" cy="698500"/>
            </a:xfrm>
            <a:custGeom>
              <a:avLst/>
              <a:gdLst/>
              <a:ahLst/>
              <a:cxnLst/>
              <a:rect l="l" t="t" r="r" b="b"/>
              <a:pathLst>
                <a:path w="173990" h="698500">
                  <a:moveTo>
                    <a:pt x="111759" y="0"/>
                  </a:moveTo>
                  <a:lnTo>
                    <a:pt x="111759" y="185420"/>
                  </a:lnTo>
                  <a:lnTo>
                    <a:pt x="173989" y="185420"/>
                  </a:lnTo>
                  <a:lnTo>
                    <a:pt x="173989" y="238760"/>
                  </a:lnTo>
                  <a:lnTo>
                    <a:pt x="111759" y="238760"/>
                  </a:lnTo>
                  <a:lnTo>
                    <a:pt x="111759" y="551180"/>
                  </a:lnTo>
                  <a:lnTo>
                    <a:pt x="111759" y="571500"/>
                  </a:lnTo>
                  <a:lnTo>
                    <a:pt x="113029" y="586739"/>
                  </a:lnTo>
                  <a:lnTo>
                    <a:pt x="113029" y="593089"/>
                  </a:lnTo>
                  <a:lnTo>
                    <a:pt x="113029" y="598170"/>
                  </a:lnTo>
                  <a:lnTo>
                    <a:pt x="114300" y="603250"/>
                  </a:lnTo>
                  <a:lnTo>
                    <a:pt x="114300" y="607060"/>
                  </a:lnTo>
                  <a:lnTo>
                    <a:pt x="115570" y="610870"/>
                  </a:lnTo>
                  <a:lnTo>
                    <a:pt x="115570" y="613410"/>
                  </a:lnTo>
                  <a:lnTo>
                    <a:pt x="116839" y="617220"/>
                  </a:lnTo>
                  <a:lnTo>
                    <a:pt x="116839" y="619760"/>
                  </a:lnTo>
                  <a:lnTo>
                    <a:pt x="118109" y="622300"/>
                  </a:lnTo>
                  <a:lnTo>
                    <a:pt x="119379" y="623570"/>
                  </a:lnTo>
                  <a:lnTo>
                    <a:pt x="120650" y="626110"/>
                  </a:lnTo>
                  <a:lnTo>
                    <a:pt x="121920" y="628650"/>
                  </a:lnTo>
                  <a:lnTo>
                    <a:pt x="123189" y="629920"/>
                  </a:lnTo>
                  <a:lnTo>
                    <a:pt x="124459" y="632460"/>
                  </a:lnTo>
                  <a:lnTo>
                    <a:pt x="125729" y="632460"/>
                  </a:lnTo>
                  <a:lnTo>
                    <a:pt x="127000" y="633730"/>
                  </a:lnTo>
                  <a:lnTo>
                    <a:pt x="128270" y="635000"/>
                  </a:lnTo>
                  <a:lnTo>
                    <a:pt x="129539" y="635000"/>
                  </a:lnTo>
                  <a:lnTo>
                    <a:pt x="130809" y="636270"/>
                  </a:lnTo>
                  <a:lnTo>
                    <a:pt x="133350" y="636270"/>
                  </a:lnTo>
                  <a:lnTo>
                    <a:pt x="135889" y="635000"/>
                  </a:lnTo>
                  <a:lnTo>
                    <a:pt x="138429" y="633730"/>
                  </a:lnTo>
                  <a:lnTo>
                    <a:pt x="140970" y="632460"/>
                  </a:lnTo>
                  <a:lnTo>
                    <a:pt x="142239" y="629920"/>
                  </a:lnTo>
                  <a:lnTo>
                    <a:pt x="144779" y="628650"/>
                  </a:lnTo>
                  <a:lnTo>
                    <a:pt x="147320" y="624839"/>
                  </a:lnTo>
                  <a:lnTo>
                    <a:pt x="148589" y="622300"/>
                  </a:lnTo>
                  <a:lnTo>
                    <a:pt x="151129" y="618489"/>
                  </a:lnTo>
                  <a:lnTo>
                    <a:pt x="153670" y="614680"/>
                  </a:lnTo>
                  <a:lnTo>
                    <a:pt x="157479" y="605789"/>
                  </a:lnTo>
                  <a:lnTo>
                    <a:pt x="161289" y="594360"/>
                  </a:lnTo>
                  <a:lnTo>
                    <a:pt x="166370" y="582930"/>
                  </a:lnTo>
                  <a:lnTo>
                    <a:pt x="173989" y="594360"/>
                  </a:lnTo>
                  <a:lnTo>
                    <a:pt x="171450" y="607060"/>
                  </a:lnTo>
                  <a:lnTo>
                    <a:pt x="167639" y="618489"/>
                  </a:lnTo>
                  <a:lnTo>
                    <a:pt x="165100" y="629920"/>
                  </a:lnTo>
                  <a:lnTo>
                    <a:pt x="161289" y="640080"/>
                  </a:lnTo>
                  <a:lnTo>
                    <a:pt x="157479" y="648970"/>
                  </a:lnTo>
                  <a:lnTo>
                    <a:pt x="153670" y="657860"/>
                  </a:lnTo>
                  <a:lnTo>
                    <a:pt x="148589" y="665480"/>
                  </a:lnTo>
                  <a:lnTo>
                    <a:pt x="144779" y="671830"/>
                  </a:lnTo>
                  <a:lnTo>
                    <a:pt x="139700" y="678180"/>
                  </a:lnTo>
                  <a:lnTo>
                    <a:pt x="113029" y="697230"/>
                  </a:lnTo>
                  <a:lnTo>
                    <a:pt x="106679" y="697230"/>
                  </a:lnTo>
                  <a:lnTo>
                    <a:pt x="100329" y="698500"/>
                  </a:lnTo>
                  <a:lnTo>
                    <a:pt x="95250" y="697230"/>
                  </a:lnTo>
                  <a:lnTo>
                    <a:pt x="88900" y="695960"/>
                  </a:lnTo>
                  <a:lnTo>
                    <a:pt x="82550" y="694689"/>
                  </a:lnTo>
                  <a:lnTo>
                    <a:pt x="77470" y="692150"/>
                  </a:lnTo>
                  <a:lnTo>
                    <a:pt x="72389" y="687070"/>
                  </a:lnTo>
                  <a:lnTo>
                    <a:pt x="68579" y="683260"/>
                  </a:lnTo>
                  <a:lnTo>
                    <a:pt x="63500" y="678180"/>
                  </a:lnTo>
                  <a:lnTo>
                    <a:pt x="58420" y="670560"/>
                  </a:lnTo>
                  <a:lnTo>
                    <a:pt x="54609" y="664210"/>
                  </a:lnTo>
                  <a:lnTo>
                    <a:pt x="50800" y="657860"/>
                  </a:lnTo>
                  <a:lnTo>
                    <a:pt x="48259" y="650239"/>
                  </a:lnTo>
                  <a:lnTo>
                    <a:pt x="44450" y="642620"/>
                  </a:lnTo>
                  <a:lnTo>
                    <a:pt x="41909" y="636270"/>
                  </a:lnTo>
                  <a:lnTo>
                    <a:pt x="39370" y="627380"/>
                  </a:lnTo>
                  <a:lnTo>
                    <a:pt x="38100" y="619760"/>
                  </a:lnTo>
                  <a:lnTo>
                    <a:pt x="36829" y="610870"/>
                  </a:lnTo>
                  <a:lnTo>
                    <a:pt x="36829" y="608330"/>
                  </a:lnTo>
                  <a:lnTo>
                    <a:pt x="36829" y="605789"/>
                  </a:lnTo>
                  <a:lnTo>
                    <a:pt x="35559" y="598170"/>
                  </a:lnTo>
                  <a:lnTo>
                    <a:pt x="35559" y="589280"/>
                  </a:lnTo>
                  <a:lnTo>
                    <a:pt x="34289" y="577850"/>
                  </a:lnTo>
                  <a:lnTo>
                    <a:pt x="34289" y="548639"/>
                  </a:lnTo>
                  <a:lnTo>
                    <a:pt x="34289" y="511810"/>
                  </a:lnTo>
                  <a:lnTo>
                    <a:pt x="34289" y="238760"/>
                  </a:lnTo>
                  <a:lnTo>
                    <a:pt x="0" y="238760"/>
                  </a:lnTo>
                  <a:lnTo>
                    <a:pt x="0" y="219710"/>
                  </a:lnTo>
                  <a:lnTo>
                    <a:pt x="16509" y="195580"/>
                  </a:lnTo>
                  <a:lnTo>
                    <a:pt x="33020" y="170180"/>
                  </a:lnTo>
                  <a:lnTo>
                    <a:pt x="53339" y="132080"/>
                  </a:lnTo>
                  <a:lnTo>
                    <a:pt x="71120" y="90170"/>
                  </a:lnTo>
                  <a:lnTo>
                    <a:pt x="93979" y="31750"/>
                  </a:lnTo>
                  <a:lnTo>
                    <a:pt x="102870" y="0"/>
                  </a:lnTo>
                  <a:lnTo>
                    <a:pt x="111759" y="0"/>
                  </a:lnTo>
                  <a:close/>
                </a:path>
              </a:pathLst>
            </a:custGeom>
            <a:ln w="12579">
              <a:solidFill>
                <a:srgbClr val="006600"/>
              </a:solidFill>
            </a:ln>
          </p:spPr>
          <p:txBody>
            <a:bodyPr wrap="square" lIns="0" tIns="0" rIns="0" bIns="0" rtlCol="0"/>
            <a:lstStyle/>
            <a:p/>
          </p:txBody>
        </p:sp>
        <p:sp>
          <p:nvSpPr>
            <p:cNvPr id="587" name="object 587"/>
            <p:cNvSpPr/>
            <p:nvPr/>
          </p:nvSpPr>
          <p:spPr>
            <a:xfrm>
              <a:off x="7385050" y="1143000"/>
              <a:ext cx="218440" cy="537210"/>
            </a:xfrm>
            <a:prstGeom prst="rect">
              <a:avLst/>
            </a:prstGeom>
            <a:blipFill>
              <a:blip r:embed="rId57" cstate="print"/>
              <a:stretch>
                <a:fillRect/>
              </a:stretch>
            </a:blipFill>
          </p:spPr>
          <p:txBody>
            <a:bodyPr wrap="square" lIns="0" tIns="0" rIns="0" bIns="0" rtlCol="0"/>
            <a:lstStyle/>
            <a:p/>
          </p:txBody>
        </p:sp>
        <p:sp>
          <p:nvSpPr>
            <p:cNvPr id="588" name="object 588"/>
            <p:cNvSpPr/>
            <p:nvPr/>
          </p:nvSpPr>
          <p:spPr>
            <a:xfrm>
              <a:off x="7453630" y="1388109"/>
              <a:ext cx="149860" cy="215900"/>
            </a:xfrm>
            <a:custGeom>
              <a:avLst/>
              <a:gdLst/>
              <a:ahLst/>
              <a:cxnLst/>
              <a:rect l="l" t="t" r="r" b="b"/>
              <a:pathLst>
                <a:path w="149859" h="215900">
                  <a:moveTo>
                    <a:pt x="149860" y="0"/>
                  </a:moveTo>
                  <a:lnTo>
                    <a:pt x="6350" y="0"/>
                  </a:lnTo>
                  <a:lnTo>
                    <a:pt x="0" y="0"/>
                  </a:lnTo>
                  <a:lnTo>
                    <a:pt x="0" y="6350"/>
                  </a:lnTo>
                  <a:lnTo>
                    <a:pt x="1270" y="30480"/>
                  </a:lnTo>
                  <a:lnTo>
                    <a:pt x="2540" y="54610"/>
                  </a:lnTo>
                  <a:lnTo>
                    <a:pt x="5080" y="76200"/>
                  </a:lnTo>
                  <a:lnTo>
                    <a:pt x="8890" y="97790"/>
                  </a:lnTo>
                  <a:lnTo>
                    <a:pt x="11430" y="116840"/>
                  </a:lnTo>
                  <a:lnTo>
                    <a:pt x="16510" y="134620"/>
                  </a:lnTo>
                  <a:lnTo>
                    <a:pt x="16510" y="135890"/>
                  </a:lnTo>
                  <a:lnTo>
                    <a:pt x="21590" y="152400"/>
                  </a:lnTo>
                  <a:lnTo>
                    <a:pt x="38100" y="187960"/>
                  </a:lnTo>
                  <a:lnTo>
                    <a:pt x="41910" y="193040"/>
                  </a:lnTo>
                  <a:lnTo>
                    <a:pt x="44450" y="196850"/>
                  </a:lnTo>
                  <a:lnTo>
                    <a:pt x="44958" y="196342"/>
                  </a:lnTo>
                  <a:lnTo>
                    <a:pt x="46990" y="199390"/>
                  </a:lnTo>
                  <a:lnTo>
                    <a:pt x="48260" y="199390"/>
                  </a:lnTo>
                  <a:lnTo>
                    <a:pt x="50800" y="203200"/>
                  </a:lnTo>
                  <a:lnTo>
                    <a:pt x="53340" y="205740"/>
                  </a:lnTo>
                  <a:lnTo>
                    <a:pt x="54610" y="205740"/>
                  </a:lnTo>
                  <a:lnTo>
                    <a:pt x="57150" y="208280"/>
                  </a:lnTo>
                  <a:lnTo>
                    <a:pt x="60960" y="210820"/>
                  </a:lnTo>
                  <a:lnTo>
                    <a:pt x="64770" y="213360"/>
                  </a:lnTo>
                  <a:lnTo>
                    <a:pt x="68580" y="214630"/>
                  </a:lnTo>
                  <a:lnTo>
                    <a:pt x="72390" y="215900"/>
                  </a:lnTo>
                  <a:lnTo>
                    <a:pt x="74930" y="215900"/>
                  </a:lnTo>
                  <a:lnTo>
                    <a:pt x="77470" y="215900"/>
                  </a:lnTo>
                  <a:lnTo>
                    <a:pt x="80010" y="215900"/>
                  </a:lnTo>
                  <a:lnTo>
                    <a:pt x="83820" y="215900"/>
                  </a:lnTo>
                  <a:lnTo>
                    <a:pt x="86360" y="215900"/>
                  </a:lnTo>
                  <a:lnTo>
                    <a:pt x="90170" y="214630"/>
                  </a:lnTo>
                  <a:lnTo>
                    <a:pt x="93980" y="213360"/>
                  </a:lnTo>
                  <a:lnTo>
                    <a:pt x="96520" y="213360"/>
                  </a:lnTo>
                  <a:lnTo>
                    <a:pt x="99060" y="210820"/>
                  </a:lnTo>
                  <a:lnTo>
                    <a:pt x="100330" y="210820"/>
                  </a:lnTo>
                  <a:lnTo>
                    <a:pt x="102870" y="208280"/>
                  </a:lnTo>
                  <a:lnTo>
                    <a:pt x="104140" y="208280"/>
                  </a:lnTo>
                  <a:lnTo>
                    <a:pt x="104140" y="207010"/>
                  </a:lnTo>
                  <a:lnTo>
                    <a:pt x="107950" y="204470"/>
                  </a:lnTo>
                  <a:lnTo>
                    <a:pt x="107950" y="203200"/>
                  </a:lnTo>
                  <a:lnTo>
                    <a:pt x="111760" y="200660"/>
                  </a:lnTo>
                  <a:lnTo>
                    <a:pt x="111760" y="199390"/>
                  </a:lnTo>
                  <a:lnTo>
                    <a:pt x="115570" y="195580"/>
                  </a:lnTo>
                  <a:lnTo>
                    <a:pt x="115570" y="194310"/>
                  </a:lnTo>
                  <a:lnTo>
                    <a:pt x="119380" y="189230"/>
                  </a:lnTo>
                  <a:lnTo>
                    <a:pt x="123190" y="184150"/>
                  </a:lnTo>
                  <a:lnTo>
                    <a:pt x="123190" y="182880"/>
                  </a:lnTo>
                  <a:lnTo>
                    <a:pt x="127000" y="176530"/>
                  </a:lnTo>
                  <a:lnTo>
                    <a:pt x="130365" y="168656"/>
                  </a:lnTo>
                  <a:lnTo>
                    <a:pt x="130810" y="168910"/>
                  </a:lnTo>
                  <a:lnTo>
                    <a:pt x="134620" y="160020"/>
                  </a:lnTo>
                  <a:lnTo>
                    <a:pt x="138430" y="149860"/>
                  </a:lnTo>
                  <a:lnTo>
                    <a:pt x="132080" y="148590"/>
                  </a:lnTo>
                  <a:lnTo>
                    <a:pt x="127000" y="146050"/>
                  </a:lnTo>
                  <a:lnTo>
                    <a:pt x="123190" y="154940"/>
                  </a:lnTo>
                  <a:lnTo>
                    <a:pt x="119380" y="162560"/>
                  </a:lnTo>
                  <a:lnTo>
                    <a:pt x="115976" y="170497"/>
                  </a:lnTo>
                  <a:lnTo>
                    <a:pt x="115570" y="170180"/>
                  </a:lnTo>
                  <a:lnTo>
                    <a:pt x="111760" y="177800"/>
                  </a:lnTo>
                  <a:lnTo>
                    <a:pt x="107950" y="182880"/>
                  </a:lnTo>
                  <a:lnTo>
                    <a:pt x="105410" y="187960"/>
                  </a:lnTo>
                  <a:lnTo>
                    <a:pt x="102870" y="191770"/>
                  </a:lnTo>
                  <a:lnTo>
                    <a:pt x="99593" y="195046"/>
                  </a:lnTo>
                  <a:lnTo>
                    <a:pt x="99060" y="194310"/>
                  </a:lnTo>
                  <a:lnTo>
                    <a:pt x="95250" y="198120"/>
                  </a:lnTo>
                  <a:lnTo>
                    <a:pt x="95758" y="198628"/>
                  </a:lnTo>
                  <a:lnTo>
                    <a:pt x="93243" y="200304"/>
                  </a:lnTo>
                  <a:lnTo>
                    <a:pt x="92710" y="199390"/>
                  </a:lnTo>
                  <a:lnTo>
                    <a:pt x="90424" y="200914"/>
                  </a:lnTo>
                  <a:lnTo>
                    <a:pt x="86360" y="201930"/>
                  </a:lnTo>
                  <a:lnTo>
                    <a:pt x="86360" y="203200"/>
                  </a:lnTo>
                  <a:lnTo>
                    <a:pt x="83820" y="204050"/>
                  </a:lnTo>
                  <a:lnTo>
                    <a:pt x="83820" y="203200"/>
                  </a:lnTo>
                  <a:lnTo>
                    <a:pt x="80010" y="203200"/>
                  </a:lnTo>
                  <a:lnTo>
                    <a:pt x="78740" y="203200"/>
                  </a:lnTo>
                  <a:lnTo>
                    <a:pt x="77470" y="203200"/>
                  </a:lnTo>
                  <a:lnTo>
                    <a:pt x="74930" y="203200"/>
                  </a:lnTo>
                  <a:lnTo>
                    <a:pt x="72390" y="201930"/>
                  </a:lnTo>
                  <a:lnTo>
                    <a:pt x="71958" y="202996"/>
                  </a:lnTo>
                  <a:lnTo>
                    <a:pt x="70764" y="202399"/>
                  </a:lnTo>
                  <a:lnTo>
                    <a:pt x="71120" y="201930"/>
                  </a:lnTo>
                  <a:lnTo>
                    <a:pt x="67310" y="199390"/>
                  </a:lnTo>
                  <a:lnTo>
                    <a:pt x="64770" y="198120"/>
                  </a:lnTo>
                  <a:lnTo>
                    <a:pt x="62230" y="196850"/>
                  </a:lnTo>
                  <a:lnTo>
                    <a:pt x="59690" y="194310"/>
                  </a:lnTo>
                  <a:lnTo>
                    <a:pt x="56540" y="192227"/>
                  </a:lnTo>
                  <a:lnTo>
                    <a:pt x="57150" y="191770"/>
                  </a:lnTo>
                  <a:lnTo>
                    <a:pt x="54610" y="187960"/>
                  </a:lnTo>
                  <a:lnTo>
                    <a:pt x="33197" y="147764"/>
                  </a:lnTo>
                  <a:lnTo>
                    <a:pt x="34290" y="147320"/>
                  </a:lnTo>
                  <a:lnTo>
                    <a:pt x="29210" y="132080"/>
                  </a:lnTo>
                  <a:lnTo>
                    <a:pt x="17780" y="74930"/>
                  </a:lnTo>
                  <a:lnTo>
                    <a:pt x="13970" y="30480"/>
                  </a:lnTo>
                  <a:lnTo>
                    <a:pt x="13081" y="12700"/>
                  </a:lnTo>
                  <a:lnTo>
                    <a:pt x="149860" y="12700"/>
                  </a:lnTo>
                  <a:lnTo>
                    <a:pt x="149860" y="0"/>
                  </a:lnTo>
                  <a:close/>
                </a:path>
              </a:pathLst>
            </a:custGeom>
            <a:solidFill>
              <a:srgbClr val="006600"/>
            </a:solidFill>
          </p:spPr>
          <p:txBody>
            <a:bodyPr wrap="square" lIns="0" tIns="0" rIns="0" bIns="0" rtlCol="0"/>
            <a:lstStyle/>
            <a:p/>
          </p:txBody>
        </p:sp>
        <p:sp>
          <p:nvSpPr>
            <p:cNvPr id="589" name="object 589"/>
            <p:cNvSpPr/>
            <p:nvPr/>
          </p:nvSpPr>
          <p:spPr>
            <a:xfrm>
              <a:off x="7402830" y="1502409"/>
              <a:ext cx="207010" cy="184150"/>
            </a:xfrm>
            <a:custGeom>
              <a:avLst/>
              <a:gdLst/>
              <a:ahLst/>
              <a:cxnLst/>
              <a:rect l="l" t="t" r="r" b="b"/>
              <a:pathLst>
                <a:path w="207009" h="184150">
                  <a:moveTo>
                    <a:pt x="207010" y="22860"/>
                  </a:moveTo>
                  <a:lnTo>
                    <a:pt x="205740" y="20320"/>
                  </a:lnTo>
                  <a:lnTo>
                    <a:pt x="195580" y="7620"/>
                  </a:lnTo>
                  <a:lnTo>
                    <a:pt x="189230" y="0"/>
                  </a:lnTo>
                  <a:lnTo>
                    <a:pt x="185420" y="10160"/>
                  </a:lnTo>
                  <a:lnTo>
                    <a:pt x="180340" y="21590"/>
                  </a:lnTo>
                  <a:lnTo>
                    <a:pt x="176530" y="31750"/>
                  </a:lnTo>
                  <a:lnTo>
                    <a:pt x="177609" y="32194"/>
                  </a:lnTo>
                  <a:lnTo>
                    <a:pt x="173990" y="40640"/>
                  </a:lnTo>
                  <a:lnTo>
                    <a:pt x="179070" y="43180"/>
                  </a:lnTo>
                  <a:lnTo>
                    <a:pt x="185420" y="45720"/>
                  </a:lnTo>
                  <a:lnTo>
                    <a:pt x="189230" y="35560"/>
                  </a:lnTo>
                  <a:lnTo>
                    <a:pt x="193040" y="25400"/>
                  </a:lnTo>
                  <a:lnTo>
                    <a:pt x="193116" y="25171"/>
                  </a:lnTo>
                  <a:lnTo>
                    <a:pt x="193344" y="25438"/>
                  </a:lnTo>
                  <a:lnTo>
                    <a:pt x="189230" y="41910"/>
                  </a:lnTo>
                  <a:lnTo>
                    <a:pt x="182880" y="60960"/>
                  </a:lnTo>
                  <a:lnTo>
                    <a:pt x="177800" y="77470"/>
                  </a:lnTo>
                  <a:lnTo>
                    <a:pt x="173050" y="92887"/>
                  </a:lnTo>
                  <a:lnTo>
                    <a:pt x="172720" y="92710"/>
                  </a:lnTo>
                  <a:lnTo>
                    <a:pt x="166763" y="106984"/>
                  </a:lnTo>
                  <a:lnTo>
                    <a:pt x="166370" y="106680"/>
                  </a:lnTo>
                  <a:lnTo>
                    <a:pt x="160020" y="119380"/>
                  </a:lnTo>
                  <a:lnTo>
                    <a:pt x="153670" y="130810"/>
                  </a:lnTo>
                  <a:lnTo>
                    <a:pt x="154647" y="131216"/>
                  </a:lnTo>
                  <a:lnTo>
                    <a:pt x="149174" y="138874"/>
                  </a:lnTo>
                  <a:lnTo>
                    <a:pt x="148590" y="138430"/>
                  </a:lnTo>
                  <a:lnTo>
                    <a:pt x="142760" y="146583"/>
                  </a:lnTo>
                  <a:lnTo>
                    <a:pt x="142240" y="146050"/>
                  </a:lnTo>
                  <a:lnTo>
                    <a:pt x="134620" y="153670"/>
                  </a:lnTo>
                  <a:lnTo>
                    <a:pt x="135216" y="154127"/>
                  </a:lnTo>
                  <a:lnTo>
                    <a:pt x="128270" y="158750"/>
                  </a:lnTo>
                  <a:lnTo>
                    <a:pt x="121920" y="163830"/>
                  </a:lnTo>
                  <a:lnTo>
                    <a:pt x="122174" y="164172"/>
                  </a:lnTo>
                  <a:lnTo>
                    <a:pt x="115570" y="166370"/>
                  </a:lnTo>
                  <a:lnTo>
                    <a:pt x="107950" y="170180"/>
                  </a:lnTo>
                  <a:lnTo>
                    <a:pt x="108026" y="170383"/>
                  </a:lnTo>
                  <a:lnTo>
                    <a:pt x="101600" y="171450"/>
                  </a:lnTo>
                  <a:lnTo>
                    <a:pt x="93980" y="171450"/>
                  </a:lnTo>
                  <a:lnTo>
                    <a:pt x="92710" y="171450"/>
                  </a:lnTo>
                  <a:lnTo>
                    <a:pt x="87630" y="171450"/>
                  </a:lnTo>
                  <a:lnTo>
                    <a:pt x="86360" y="171450"/>
                  </a:lnTo>
                  <a:lnTo>
                    <a:pt x="81229" y="170434"/>
                  </a:lnTo>
                  <a:lnTo>
                    <a:pt x="81280" y="170180"/>
                  </a:lnTo>
                  <a:lnTo>
                    <a:pt x="74930" y="168910"/>
                  </a:lnTo>
                  <a:lnTo>
                    <a:pt x="68580" y="166370"/>
                  </a:lnTo>
                  <a:lnTo>
                    <a:pt x="68414" y="166789"/>
                  </a:lnTo>
                  <a:lnTo>
                    <a:pt x="63500" y="163830"/>
                  </a:lnTo>
                  <a:lnTo>
                    <a:pt x="58420" y="160020"/>
                  </a:lnTo>
                  <a:lnTo>
                    <a:pt x="52857" y="156692"/>
                  </a:lnTo>
                  <a:lnTo>
                    <a:pt x="53340" y="156210"/>
                  </a:lnTo>
                  <a:lnTo>
                    <a:pt x="46990" y="151130"/>
                  </a:lnTo>
                  <a:lnTo>
                    <a:pt x="46494" y="151790"/>
                  </a:lnTo>
                  <a:lnTo>
                    <a:pt x="42379" y="146646"/>
                  </a:lnTo>
                  <a:lnTo>
                    <a:pt x="43180" y="146050"/>
                  </a:lnTo>
                  <a:lnTo>
                    <a:pt x="36830" y="139700"/>
                  </a:lnTo>
                  <a:lnTo>
                    <a:pt x="33020" y="133350"/>
                  </a:lnTo>
                  <a:lnTo>
                    <a:pt x="27940" y="125730"/>
                  </a:lnTo>
                  <a:lnTo>
                    <a:pt x="24130" y="118110"/>
                  </a:lnTo>
                  <a:lnTo>
                    <a:pt x="19050" y="109220"/>
                  </a:lnTo>
                  <a:lnTo>
                    <a:pt x="15405" y="99504"/>
                  </a:lnTo>
                  <a:lnTo>
                    <a:pt x="16510" y="99060"/>
                  </a:lnTo>
                  <a:lnTo>
                    <a:pt x="12700" y="88900"/>
                  </a:lnTo>
                  <a:lnTo>
                    <a:pt x="6350" y="91440"/>
                  </a:lnTo>
                  <a:lnTo>
                    <a:pt x="0" y="92710"/>
                  </a:lnTo>
                  <a:lnTo>
                    <a:pt x="3810" y="104140"/>
                  </a:lnTo>
                  <a:lnTo>
                    <a:pt x="7620" y="113030"/>
                  </a:lnTo>
                  <a:lnTo>
                    <a:pt x="7620" y="114300"/>
                  </a:lnTo>
                  <a:lnTo>
                    <a:pt x="12700" y="123190"/>
                  </a:lnTo>
                  <a:lnTo>
                    <a:pt x="17780" y="132080"/>
                  </a:lnTo>
                  <a:lnTo>
                    <a:pt x="21590" y="139700"/>
                  </a:lnTo>
                  <a:lnTo>
                    <a:pt x="21590" y="140970"/>
                  </a:lnTo>
                  <a:lnTo>
                    <a:pt x="22860" y="140970"/>
                  </a:lnTo>
                  <a:lnTo>
                    <a:pt x="26670" y="147320"/>
                  </a:lnTo>
                  <a:lnTo>
                    <a:pt x="33020" y="154940"/>
                  </a:lnTo>
                  <a:lnTo>
                    <a:pt x="38100" y="160020"/>
                  </a:lnTo>
                  <a:lnTo>
                    <a:pt x="38100" y="161290"/>
                  </a:lnTo>
                  <a:lnTo>
                    <a:pt x="44450" y="166370"/>
                  </a:lnTo>
                  <a:lnTo>
                    <a:pt x="50800" y="170180"/>
                  </a:lnTo>
                  <a:lnTo>
                    <a:pt x="50800" y="171450"/>
                  </a:lnTo>
                  <a:lnTo>
                    <a:pt x="57150" y="175260"/>
                  </a:lnTo>
                  <a:lnTo>
                    <a:pt x="63500" y="177800"/>
                  </a:lnTo>
                  <a:lnTo>
                    <a:pt x="64770" y="179070"/>
                  </a:lnTo>
                  <a:lnTo>
                    <a:pt x="71120" y="180340"/>
                  </a:lnTo>
                  <a:lnTo>
                    <a:pt x="77470" y="182880"/>
                  </a:lnTo>
                  <a:lnTo>
                    <a:pt x="80010" y="182880"/>
                  </a:lnTo>
                  <a:lnTo>
                    <a:pt x="86360" y="182880"/>
                  </a:lnTo>
                  <a:lnTo>
                    <a:pt x="92710" y="184150"/>
                  </a:lnTo>
                  <a:lnTo>
                    <a:pt x="93980" y="184150"/>
                  </a:lnTo>
                  <a:lnTo>
                    <a:pt x="102870" y="182880"/>
                  </a:lnTo>
                  <a:lnTo>
                    <a:pt x="110490" y="181610"/>
                  </a:lnTo>
                  <a:lnTo>
                    <a:pt x="113030" y="181610"/>
                  </a:lnTo>
                  <a:lnTo>
                    <a:pt x="120650" y="177800"/>
                  </a:lnTo>
                  <a:lnTo>
                    <a:pt x="128270" y="175260"/>
                  </a:lnTo>
                  <a:lnTo>
                    <a:pt x="129540" y="175260"/>
                  </a:lnTo>
                  <a:lnTo>
                    <a:pt x="129540" y="173990"/>
                  </a:lnTo>
                  <a:lnTo>
                    <a:pt x="137160" y="168910"/>
                  </a:lnTo>
                  <a:lnTo>
                    <a:pt x="143510" y="162560"/>
                  </a:lnTo>
                  <a:lnTo>
                    <a:pt x="144780" y="162560"/>
                  </a:lnTo>
                  <a:lnTo>
                    <a:pt x="151130" y="154940"/>
                  </a:lnTo>
                  <a:lnTo>
                    <a:pt x="152400" y="154940"/>
                  </a:lnTo>
                  <a:lnTo>
                    <a:pt x="158750" y="147320"/>
                  </a:lnTo>
                  <a:lnTo>
                    <a:pt x="158750" y="146050"/>
                  </a:lnTo>
                  <a:lnTo>
                    <a:pt x="165100" y="137160"/>
                  </a:lnTo>
                  <a:lnTo>
                    <a:pt x="171450" y="125730"/>
                  </a:lnTo>
                  <a:lnTo>
                    <a:pt x="177800" y="113030"/>
                  </a:lnTo>
                  <a:lnTo>
                    <a:pt x="184150" y="97790"/>
                  </a:lnTo>
                  <a:lnTo>
                    <a:pt x="189230" y="82550"/>
                  </a:lnTo>
                  <a:lnTo>
                    <a:pt x="190500" y="82550"/>
                  </a:lnTo>
                  <a:lnTo>
                    <a:pt x="195580" y="64770"/>
                  </a:lnTo>
                  <a:lnTo>
                    <a:pt x="200660" y="45720"/>
                  </a:lnTo>
                  <a:lnTo>
                    <a:pt x="207010" y="25400"/>
                  </a:lnTo>
                  <a:lnTo>
                    <a:pt x="207010" y="22860"/>
                  </a:lnTo>
                  <a:close/>
                </a:path>
              </a:pathLst>
            </a:custGeom>
            <a:solidFill>
              <a:srgbClr val="006600"/>
            </a:solidFill>
          </p:spPr>
          <p:txBody>
            <a:bodyPr wrap="square" lIns="0" tIns="0" rIns="0" bIns="0" rtlCol="0"/>
            <a:lstStyle/>
            <a:p/>
          </p:txBody>
        </p:sp>
        <p:sp>
          <p:nvSpPr>
            <p:cNvPr id="590" name="object 590"/>
            <p:cNvSpPr/>
            <p:nvPr/>
          </p:nvSpPr>
          <p:spPr>
            <a:xfrm>
              <a:off x="7378700" y="1137919"/>
              <a:ext cx="139700" cy="468630"/>
            </a:xfrm>
            <a:custGeom>
              <a:avLst/>
              <a:gdLst/>
              <a:ahLst/>
              <a:cxnLst/>
              <a:rect l="l" t="t" r="r" b="b"/>
              <a:pathLst>
                <a:path w="139700" h="468630">
                  <a:moveTo>
                    <a:pt x="139700" y="1270"/>
                  </a:moveTo>
                  <a:lnTo>
                    <a:pt x="135890" y="1270"/>
                  </a:lnTo>
                  <a:lnTo>
                    <a:pt x="130810" y="0"/>
                  </a:lnTo>
                  <a:lnTo>
                    <a:pt x="129540" y="0"/>
                  </a:lnTo>
                  <a:lnTo>
                    <a:pt x="124460" y="0"/>
                  </a:lnTo>
                  <a:lnTo>
                    <a:pt x="118110" y="0"/>
                  </a:lnTo>
                  <a:lnTo>
                    <a:pt x="116840" y="0"/>
                  </a:lnTo>
                  <a:lnTo>
                    <a:pt x="110490" y="1270"/>
                  </a:lnTo>
                  <a:lnTo>
                    <a:pt x="105410" y="2540"/>
                  </a:lnTo>
                  <a:lnTo>
                    <a:pt x="104140" y="2540"/>
                  </a:lnTo>
                  <a:lnTo>
                    <a:pt x="99060" y="3810"/>
                  </a:lnTo>
                  <a:lnTo>
                    <a:pt x="99060" y="5080"/>
                  </a:lnTo>
                  <a:lnTo>
                    <a:pt x="92710" y="7620"/>
                  </a:lnTo>
                  <a:lnTo>
                    <a:pt x="86360" y="11430"/>
                  </a:lnTo>
                  <a:lnTo>
                    <a:pt x="81280" y="15240"/>
                  </a:lnTo>
                  <a:lnTo>
                    <a:pt x="81280" y="16510"/>
                  </a:lnTo>
                  <a:lnTo>
                    <a:pt x="76200" y="20320"/>
                  </a:lnTo>
                  <a:lnTo>
                    <a:pt x="74930" y="20320"/>
                  </a:lnTo>
                  <a:lnTo>
                    <a:pt x="69850" y="25400"/>
                  </a:lnTo>
                  <a:lnTo>
                    <a:pt x="64770" y="31750"/>
                  </a:lnTo>
                  <a:lnTo>
                    <a:pt x="59690" y="36830"/>
                  </a:lnTo>
                  <a:lnTo>
                    <a:pt x="59690" y="38100"/>
                  </a:lnTo>
                  <a:lnTo>
                    <a:pt x="54610" y="44450"/>
                  </a:lnTo>
                  <a:lnTo>
                    <a:pt x="44450" y="59690"/>
                  </a:lnTo>
                  <a:lnTo>
                    <a:pt x="44450" y="60960"/>
                  </a:lnTo>
                  <a:lnTo>
                    <a:pt x="35560" y="78740"/>
                  </a:lnTo>
                  <a:lnTo>
                    <a:pt x="31750" y="87630"/>
                  </a:lnTo>
                  <a:lnTo>
                    <a:pt x="31750" y="88900"/>
                  </a:lnTo>
                  <a:lnTo>
                    <a:pt x="27940" y="99060"/>
                  </a:lnTo>
                  <a:lnTo>
                    <a:pt x="24130" y="107950"/>
                  </a:lnTo>
                  <a:lnTo>
                    <a:pt x="24130" y="109220"/>
                  </a:lnTo>
                  <a:lnTo>
                    <a:pt x="20320" y="119380"/>
                  </a:lnTo>
                  <a:lnTo>
                    <a:pt x="16510" y="130810"/>
                  </a:lnTo>
                  <a:lnTo>
                    <a:pt x="13970" y="142240"/>
                  </a:lnTo>
                  <a:lnTo>
                    <a:pt x="13970" y="143510"/>
                  </a:lnTo>
                  <a:lnTo>
                    <a:pt x="8890" y="167640"/>
                  </a:lnTo>
                  <a:lnTo>
                    <a:pt x="8890" y="168910"/>
                  </a:lnTo>
                  <a:lnTo>
                    <a:pt x="5080" y="194310"/>
                  </a:lnTo>
                  <a:lnTo>
                    <a:pt x="2540" y="222250"/>
                  </a:lnTo>
                  <a:lnTo>
                    <a:pt x="0" y="222250"/>
                  </a:lnTo>
                  <a:lnTo>
                    <a:pt x="0" y="251460"/>
                  </a:lnTo>
                  <a:lnTo>
                    <a:pt x="0" y="281940"/>
                  </a:lnTo>
                  <a:lnTo>
                    <a:pt x="0" y="308610"/>
                  </a:lnTo>
                  <a:lnTo>
                    <a:pt x="0" y="355600"/>
                  </a:lnTo>
                  <a:lnTo>
                    <a:pt x="3810" y="355600"/>
                  </a:lnTo>
                  <a:lnTo>
                    <a:pt x="6350" y="378460"/>
                  </a:lnTo>
                  <a:lnTo>
                    <a:pt x="8890" y="400050"/>
                  </a:lnTo>
                  <a:lnTo>
                    <a:pt x="13970" y="420370"/>
                  </a:lnTo>
                  <a:lnTo>
                    <a:pt x="17780" y="439420"/>
                  </a:lnTo>
                  <a:lnTo>
                    <a:pt x="24130" y="457200"/>
                  </a:lnTo>
                  <a:lnTo>
                    <a:pt x="27940" y="468630"/>
                  </a:lnTo>
                  <a:lnTo>
                    <a:pt x="40640" y="463550"/>
                  </a:lnTo>
                  <a:lnTo>
                    <a:pt x="36830" y="453390"/>
                  </a:lnTo>
                  <a:lnTo>
                    <a:pt x="30480" y="435610"/>
                  </a:lnTo>
                  <a:lnTo>
                    <a:pt x="30162" y="435737"/>
                  </a:lnTo>
                  <a:lnTo>
                    <a:pt x="25400" y="417830"/>
                  </a:lnTo>
                  <a:lnTo>
                    <a:pt x="21590" y="397510"/>
                  </a:lnTo>
                  <a:lnTo>
                    <a:pt x="21437" y="397548"/>
                  </a:lnTo>
                  <a:lnTo>
                    <a:pt x="19050" y="377190"/>
                  </a:lnTo>
                  <a:lnTo>
                    <a:pt x="15240" y="354330"/>
                  </a:lnTo>
                  <a:lnTo>
                    <a:pt x="15240" y="223520"/>
                  </a:lnTo>
                  <a:lnTo>
                    <a:pt x="17780" y="195580"/>
                  </a:lnTo>
                  <a:lnTo>
                    <a:pt x="21590" y="170180"/>
                  </a:lnTo>
                  <a:lnTo>
                    <a:pt x="26428" y="145961"/>
                  </a:lnTo>
                  <a:lnTo>
                    <a:pt x="26670" y="146050"/>
                  </a:lnTo>
                  <a:lnTo>
                    <a:pt x="29210" y="134620"/>
                  </a:lnTo>
                  <a:lnTo>
                    <a:pt x="31750" y="123190"/>
                  </a:lnTo>
                  <a:lnTo>
                    <a:pt x="35179" y="112890"/>
                  </a:lnTo>
                  <a:lnTo>
                    <a:pt x="35560" y="113030"/>
                  </a:lnTo>
                  <a:lnTo>
                    <a:pt x="39370" y="102870"/>
                  </a:lnTo>
                  <a:lnTo>
                    <a:pt x="42786" y="93751"/>
                  </a:lnTo>
                  <a:lnTo>
                    <a:pt x="43180" y="93980"/>
                  </a:lnTo>
                  <a:lnTo>
                    <a:pt x="46990" y="83820"/>
                  </a:lnTo>
                  <a:lnTo>
                    <a:pt x="55880" y="66040"/>
                  </a:lnTo>
                  <a:lnTo>
                    <a:pt x="64249" y="51689"/>
                  </a:lnTo>
                  <a:lnTo>
                    <a:pt x="64770" y="52070"/>
                  </a:lnTo>
                  <a:lnTo>
                    <a:pt x="69278" y="45300"/>
                  </a:lnTo>
                  <a:lnTo>
                    <a:pt x="69850" y="45720"/>
                  </a:lnTo>
                  <a:lnTo>
                    <a:pt x="74930" y="39370"/>
                  </a:lnTo>
                  <a:lnTo>
                    <a:pt x="80010" y="33020"/>
                  </a:lnTo>
                  <a:lnTo>
                    <a:pt x="83820" y="29210"/>
                  </a:lnTo>
                  <a:lnTo>
                    <a:pt x="88900" y="25400"/>
                  </a:lnTo>
                  <a:lnTo>
                    <a:pt x="93980" y="21590"/>
                  </a:lnTo>
                  <a:lnTo>
                    <a:pt x="99060" y="19050"/>
                  </a:lnTo>
                  <a:lnTo>
                    <a:pt x="104140" y="16510"/>
                  </a:lnTo>
                  <a:lnTo>
                    <a:pt x="109220" y="15240"/>
                  </a:lnTo>
                  <a:lnTo>
                    <a:pt x="109118" y="15011"/>
                  </a:lnTo>
                  <a:lnTo>
                    <a:pt x="114300" y="13970"/>
                  </a:lnTo>
                  <a:lnTo>
                    <a:pt x="118110" y="12446"/>
                  </a:lnTo>
                  <a:lnTo>
                    <a:pt x="118110" y="12700"/>
                  </a:lnTo>
                  <a:lnTo>
                    <a:pt x="124460" y="12700"/>
                  </a:lnTo>
                  <a:lnTo>
                    <a:pt x="129540" y="12700"/>
                  </a:lnTo>
                  <a:lnTo>
                    <a:pt x="132080" y="13970"/>
                  </a:lnTo>
                  <a:lnTo>
                    <a:pt x="137160" y="13970"/>
                  </a:lnTo>
                  <a:lnTo>
                    <a:pt x="139700" y="1270"/>
                  </a:lnTo>
                  <a:close/>
                </a:path>
              </a:pathLst>
            </a:custGeom>
            <a:solidFill>
              <a:srgbClr val="006600"/>
            </a:solidFill>
          </p:spPr>
          <p:txBody>
            <a:bodyPr wrap="square" lIns="0" tIns="0" rIns="0" bIns="0" rtlCol="0"/>
            <a:lstStyle/>
            <a:p/>
          </p:txBody>
        </p:sp>
        <p:sp>
          <p:nvSpPr>
            <p:cNvPr id="591" name="object 591"/>
            <p:cNvSpPr/>
            <p:nvPr/>
          </p:nvSpPr>
          <p:spPr>
            <a:xfrm>
              <a:off x="7508240" y="1139189"/>
              <a:ext cx="101600" cy="261620"/>
            </a:xfrm>
            <a:custGeom>
              <a:avLst/>
              <a:gdLst/>
              <a:ahLst/>
              <a:cxnLst/>
              <a:rect l="l" t="t" r="r" b="b"/>
              <a:pathLst>
                <a:path w="101600" h="261619">
                  <a:moveTo>
                    <a:pt x="31750" y="144780"/>
                  </a:moveTo>
                  <a:lnTo>
                    <a:pt x="30480" y="130810"/>
                  </a:lnTo>
                  <a:lnTo>
                    <a:pt x="30480" y="129540"/>
                  </a:lnTo>
                  <a:lnTo>
                    <a:pt x="29210" y="118110"/>
                  </a:lnTo>
                  <a:lnTo>
                    <a:pt x="27940" y="106680"/>
                  </a:lnTo>
                  <a:lnTo>
                    <a:pt x="26670" y="97790"/>
                  </a:lnTo>
                  <a:lnTo>
                    <a:pt x="26670" y="90170"/>
                  </a:lnTo>
                  <a:lnTo>
                    <a:pt x="24130" y="82550"/>
                  </a:lnTo>
                  <a:lnTo>
                    <a:pt x="22860" y="74930"/>
                  </a:lnTo>
                  <a:lnTo>
                    <a:pt x="20320" y="68580"/>
                  </a:lnTo>
                  <a:lnTo>
                    <a:pt x="19050" y="62230"/>
                  </a:lnTo>
                  <a:lnTo>
                    <a:pt x="16510" y="55880"/>
                  </a:lnTo>
                  <a:lnTo>
                    <a:pt x="13970" y="50800"/>
                  </a:lnTo>
                  <a:lnTo>
                    <a:pt x="11430" y="46990"/>
                  </a:lnTo>
                  <a:lnTo>
                    <a:pt x="6350" y="49530"/>
                  </a:lnTo>
                  <a:lnTo>
                    <a:pt x="0" y="52070"/>
                  </a:lnTo>
                  <a:lnTo>
                    <a:pt x="1270" y="52070"/>
                  </a:lnTo>
                  <a:lnTo>
                    <a:pt x="2540" y="57150"/>
                  </a:lnTo>
                  <a:lnTo>
                    <a:pt x="5080" y="60960"/>
                  </a:lnTo>
                  <a:lnTo>
                    <a:pt x="6350" y="67310"/>
                  </a:lnTo>
                  <a:lnTo>
                    <a:pt x="6781" y="67144"/>
                  </a:lnTo>
                  <a:lnTo>
                    <a:pt x="8890" y="72390"/>
                  </a:lnTo>
                  <a:lnTo>
                    <a:pt x="10160" y="78740"/>
                  </a:lnTo>
                  <a:lnTo>
                    <a:pt x="10528" y="78600"/>
                  </a:lnTo>
                  <a:lnTo>
                    <a:pt x="12700" y="85090"/>
                  </a:lnTo>
                  <a:lnTo>
                    <a:pt x="13970" y="91440"/>
                  </a:lnTo>
                  <a:lnTo>
                    <a:pt x="15240" y="99060"/>
                  </a:lnTo>
                  <a:lnTo>
                    <a:pt x="16510" y="107950"/>
                  </a:lnTo>
                  <a:lnTo>
                    <a:pt x="17780" y="119380"/>
                  </a:lnTo>
                  <a:lnTo>
                    <a:pt x="17780" y="130810"/>
                  </a:lnTo>
                  <a:lnTo>
                    <a:pt x="17780" y="132080"/>
                  </a:lnTo>
                  <a:lnTo>
                    <a:pt x="19050" y="144780"/>
                  </a:lnTo>
                  <a:lnTo>
                    <a:pt x="19050" y="218440"/>
                  </a:lnTo>
                  <a:lnTo>
                    <a:pt x="31750" y="218440"/>
                  </a:lnTo>
                  <a:lnTo>
                    <a:pt x="31750" y="144780"/>
                  </a:lnTo>
                  <a:close/>
                </a:path>
                <a:path w="101600" h="261619">
                  <a:moveTo>
                    <a:pt x="101600" y="254000"/>
                  </a:moveTo>
                  <a:lnTo>
                    <a:pt x="100330" y="223520"/>
                  </a:lnTo>
                  <a:lnTo>
                    <a:pt x="97790" y="195580"/>
                  </a:lnTo>
                  <a:lnTo>
                    <a:pt x="95250" y="170180"/>
                  </a:lnTo>
                  <a:lnTo>
                    <a:pt x="92710" y="146050"/>
                  </a:lnTo>
                  <a:lnTo>
                    <a:pt x="92710" y="144780"/>
                  </a:lnTo>
                  <a:lnTo>
                    <a:pt x="87630" y="121920"/>
                  </a:lnTo>
                  <a:lnTo>
                    <a:pt x="82550" y="101600"/>
                  </a:lnTo>
                  <a:lnTo>
                    <a:pt x="80010" y="91440"/>
                  </a:lnTo>
                  <a:lnTo>
                    <a:pt x="78740" y="91440"/>
                  </a:lnTo>
                  <a:lnTo>
                    <a:pt x="76200" y="82550"/>
                  </a:lnTo>
                  <a:lnTo>
                    <a:pt x="72390" y="73660"/>
                  </a:lnTo>
                  <a:lnTo>
                    <a:pt x="68580" y="64770"/>
                  </a:lnTo>
                  <a:lnTo>
                    <a:pt x="62230" y="50800"/>
                  </a:lnTo>
                  <a:lnTo>
                    <a:pt x="60960" y="50800"/>
                  </a:lnTo>
                  <a:lnTo>
                    <a:pt x="53340" y="36830"/>
                  </a:lnTo>
                  <a:lnTo>
                    <a:pt x="49530" y="30480"/>
                  </a:lnTo>
                  <a:lnTo>
                    <a:pt x="48260" y="30480"/>
                  </a:lnTo>
                  <a:lnTo>
                    <a:pt x="44450" y="25400"/>
                  </a:lnTo>
                  <a:lnTo>
                    <a:pt x="43916" y="25806"/>
                  </a:lnTo>
                  <a:lnTo>
                    <a:pt x="40640" y="20320"/>
                  </a:lnTo>
                  <a:lnTo>
                    <a:pt x="36830" y="16510"/>
                  </a:lnTo>
                  <a:lnTo>
                    <a:pt x="36830" y="15240"/>
                  </a:lnTo>
                  <a:lnTo>
                    <a:pt x="35560" y="15240"/>
                  </a:lnTo>
                  <a:lnTo>
                    <a:pt x="31750" y="11430"/>
                  </a:lnTo>
                  <a:lnTo>
                    <a:pt x="30480" y="11430"/>
                  </a:lnTo>
                  <a:lnTo>
                    <a:pt x="26670" y="8890"/>
                  </a:lnTo>
                  <a:lnTo>
                    <a:pt x="21590" y="5080"/>
                  </a:lnTo>
                  <a:lnTo>
                    <a:pt x="16510" y="2540"/>
                  </a:lnTo>
                  <a:lnTo>
                    <a:pt x="11430" y="1270"/>
                  </a:lnTo>
                  <a:lnTo>
                    <a:pt x="10160" y="0"/>
                  </a:lnTo>
                  <a:lnTo>
                    <a:pt x="5080" y="0"/>
                  </a:lnTo>
                  <a:lnTo>
                    <a:pt x="2540" y="12700"/>
                  </a:lnTo>
                  <a:lnTo>
                    <a:pt x="6350" y="12700"/>
                  </a:lnTo>
                  <a:lnTo>
                    <a:pt x="11430" y="13970"/>
                  </a:lnTo>
                  <a:lnTo>
                    <a:pt x="15240" y="16510"/>
                  </a:lnTo>
                  <a:lnTo>
                    <a:pt x="15595" y="15608"/>
                  </a:lnTo>
                  <a:lnTo>
                    <a:pt x="19050" y="19050"/>
                  </a:lnTo>
                  <a:lnTo>
                    <a:pt x="20320" y="19050"/>
                  </a:lnTo>
                  <a:lnTo>
                    <a:pt x="23279" y="21031"/>
                  </a:lnTo>
                  <a:lnTo>
                    <a:pt x="22860" y="21590"/>
                  </a:lnTo>
                  <a:lnTo>
                    <a:pt x="27940" y="25400"/>
                  </a:lnTo>
                  <a:lnTo>
                    <a:pt x="28409" y="24765"/>
                  </a:lnTo>
                  <a:lnTo>
                    <a:pt x="30670" y="27800"/>
                  </a:lnTo>
                  <a:lnTo>
                    <a:pt x="30480" y="27940"/>
                  </a:lnTo>
                  <a:lnTo>
                    <a:pt x="34290" y="33020"/>
                  </a:lnTo>
                  <a:lnTo>
                    <a:pt x="34290" y="34290"/>
                  </a:lnTo>
                  <a:lnTo>
                    <a:pt x="35560" y="34290"/>
                  </a:lnTo>
                  <a:lnTo>
                    <a:pt x="39370" y="38100"/>
                  </a:lnTo>
                  <a:lnTo>
                    <a:pt x="43180" y="43180"/>
                  </a:lnTo>
                  <a:lnTo>
                    <a:pt x="50800" y="57150"/>
                  </a:lnTo>
                  <a:lnTo>
                    <a:pt x="51193" y="56857"/>
                  </a:lnTo>
                  <a:lnTo>
                    <a:pt x="57150" y="71120"/>
                  </a:lnTo>
                  <a:lnTo>
                    <a:pt x="57581" y="70866"/>
                  </a:lnTo>
                  <a:lnTo>
                    <a:pt x="60960" y="78740"/>
                  </a:lnTo>
                  <a:lnTo>
                    <a:pt x="61417" y="78562"/>
                  </a:lnTo>
                  <a:lnTo>
                    <a:pt x="64770" y="86360"/>
                  </a:lnTo>
                  <a:lnTo>
                    <a:pt x="67310" y="95250"/>
                  </a:lnTo>
                  <a:lnTo>
                    <a:pt x="69850" y="105410"/>
                  </a:lnTo>
                  <a:lnTo>
                    <a:pt x="74930" y="125730"/>
                  </a:lnTo>
                  <a:lnTo>
                    <a:pt x="80010" y="147320"/>
                  </a:lnTo>
                  <a:lnTo>
                    <a:pt x="82550" y="171450"/>
                  </a:lnTo>
                  <a:lnTo>
                    <a:pt x="86360" y="196850"/>
                  </a:lnTo>
                  <a:lnTo>
                    <a:pt x="87630" y="224790"/>
                  </a:lnTo>
                  <a:lnTo>
                    <a:pt x="88900" y="255270"/>
                  </a:lnTo>
                  <a:lnTo>
                    <a:pt x="95250" y="255270"/>
                  </a:lnTo>
                  <a:lnTo>
                    <a:pt x="95250" y="261620"/>
                  </a:lnTo>
                  <a:lnTo>
                    <a:pt x="101600" y="261620"/>
                  </a:lnTo>
                  <a:lnTo>
                    <a:pt x="101600" y="254000"/>
                  </a:lnTo>
                  <a:close/>
                </a:path>
              </a:pathLst>
            </a:custGeom>
            <a:solidFill>
              <a:srgbClr val="006600"/>
            </a:solidFill>
          </p:spPr>
          <p:txBody>
            <a:bodyPr wrap="square" lIns="0" tIns="0" rIns="0" bIns="0" rtlCol="0"/>
            <a:lstStyle/>
            <a:p/>
          </p:txBody>
        </p:sp>
        <p:sp>
          <p:nvSpPr>
            <p:cNvPr id="592" name="object 592"/>
            <p:cNvSpPr/>
            <p:nvPr/>
          </p:nvSpPr>
          <p:spPr>
            <a:xfrm>
              <a:off x="7452360" y="1172209"/>
              <a:ext cx="88900" cy="191770"/>
            </a:xfrm>
            <a:custGeom>
              <a:avLst/>
              <a:gdLst/>
              <a:ahLst/>
              <a:cxnLst/>
              <a:rect l="l" t="t" r="r" b="b"/>
              <a:pathLst>
                <a:path w="88900" h="191769">
                  <a:moveTo>
                    <a:pt x="88900" y="191770"/>
                  </a:moveTo>
                  <a:lnTo>
                    <a:pt x="87630" y="185420"/>
                  </a:lnTo>
                  <a:lnTo>
                    <a:pt x="82550" y="185420"/>
                  </a:lnTo>
                  <a:lnTo>
                    <a:pt x="82550" y="179070"/>
                  </a:lnTo>
                  <a:lnTo>
                    <a:pt x="12700" y="179070"/>
                  </a:lnTo>
                  <a:lnTo>
                    <a:pt x="12700" y="166370"/>
                  </a:lnTo>
                  <a:lnTo>
                    <a:pt x="12700" y="146050"/>
                  </a:lnTo>
                  <a:lnTo>
                    <a:pt x="12700" y="127000"/>
                  </a:lnTo>
                  <a:lnTo>
                    <a:pt x="15240" y="109220"/>
                  </a:lnTo>
                  <a:lnTo>
                    <a:pt x="16510" y="92710"/>
                  </a:lnTo>
                  <a:lnTo>
                    <a:pt x="19050" y="76200"/>
                  </a:lnTo>
                  <a:lnTo>
                    <a:pt x="21374" y="62191"/>
                  </a:lnTo>
                  <a:lnTo>
                    <a:pt x="21590" y="62230"/>
                  </a:lnTo>
                  <a:lnTo>
                    <a:pt x="25400" y="48260"/>
                  </a:lnTo>
                  <a:lnTo>
                    <a:pt x="28867" y="36703"/>
                  </a:lnTo>
                  <a:lnTo>
                    <a:pt x="29210" y="36830"/>
                  </a:lnTo>
                  <a:lnTo>
                    <a:pt x="30276" y="30391"/>
                  </a:lnTo>
                  <a:lnTo>
                    <a:pt x="30480" y="30480"/>
                  </a:lnTo>
                  <a:lnTo>
                    <a:pt x="31750" y="27940"/>
                  </a:lnTo>
                  <a:lnTo>
                    <a:pt x="33020" y="25400"/>
                  </a:lnTo>
                  <a:lnTo>
                    <a:pt x="34290" y="22860"/>
                  </a:lnTo>
                  <a:lnTo>
                    <a:pt x="35560" y="20320"/>
                  </a:lnTo>
                  <a:lnTo>
                    <a:pt x="36830" y="19050"/>
                  </a:lnTo>
                  <a:lnTo>
                    <a:pt x="36093" y="18516"/>
                  </a:lnTo>
                  <a:lnTo>
                    <a:pt x="36830" y="17780"/>
                  </a:lnTo>
                  <a:lnTo>
                    <a:pt x="38100" y="17780"/>
                  </a:lnTo>
                  <a:lnTo>
                    <a:pt x="38938" y="16090"/>
                  </a:lnTo>
                  <a:lnTo>
                    <a:pt x="39370" y="16510"/>
                  </a:lnTo>
                  <a:lnTo>
                    <a:pt x="40640" y="15240"/>
                  </a:lnTo>
                  <a:lnTo>
                    <a:pt x="40424" y="14719"/>
                  </a:lnTo>
                  <a:lnTo>
                    <a:pt x="41910" y="13970"/>
                  </a:lnTo>
                  <a:lnTo>
                    <a:pt x="43180" y="13970"/>
                  </a:lnTo>
                  <a:lnTo>
                    <a:pt x="44450" y="13970"/>
                  </a:lnTo>
                  <a:lnTo>
                    <a:pt x="44450" y="12700"/>
                  </a:lnTo>
                  <a:lnTo>
                    <a:pt x="46990" y="12700"/>
                  </a:lnTo>
                  <a:lnTo>
                    <a:pt x="48260" y="12700"/>
                  </a:lnTo>
                  <a:lnTo>
                    <a:pt x="49530" y="12700"/>
                  </a:lnTo>
                  <a:lnTo>
                    <a:pt x="50800" y="13970"/>
                  </a:lnTo>
                  <a:lnTo>
                    <a:pt x="52070" y="15240"/>
                  </a:lnTo>
                  <a:lnTo>
                    <a:pt x="53340" y="15875"/>
                  </a:lnTo>
                  <a:lnTo>
                    <a:pt x="53340" y="16510"/>
                  </a:lnTo>
                  <a:lnTo>
                    <a:pt x="54610" y="17780"/>
                  </a:lnTo>
                  <a:lnTo>
                    <a:pt x="55880" y="18415"/>
                  </a:lnTo>
                  <a:lnTo>
                    <a:pt x="55880" y="19050"/>
                  </a:lnTo>
                  <a:lnTo>
                    <a:pt x="57150" y="19050"/>
                  </a:lnTo>
                  <a:lnTo>
                    <a:pt x="58420" y="20320"/>
                  </a:lnTo>
                  <a:lnTo>
                    <a:pt x="59372" y="17945"/>
                  </a:lnTo>
                  <a:lnTo>
                    <a:pt x="62230" y="16510"/>
                  </a:lnTo>
                  <a:lnTo>
                    <a:pt x="67310" y="13970"/>
                  </a:lnTo>
                  <a:lnTo>
                    <a:pt x="67310" y="12700"/>
                  </a:lnTo>
                  <a:lnTo>
                    <a:pt x="66040" y="10160"/>
                  </a:lnTo>
                  <a:lnTo>
                    <a:pt x="64770" y="8890"/>
                  </a:lnTo>
                  <a:lnTo>
                    <a:pt x="63500" y="7620"/>
                  </a:lnTo>
                  <a:lnTo>
                    <a:pt x="62230" y="6350"/>
                  </a:lnTo>
                  <a:lnTo>
                    <a:pt x="60960" y="6350"/>
                  </a:lnTo>
                  <a:lnTo>
                    <a:pt x="60960" y="5080"/>
                  </a:lnTo>
                  <a:lnTo>
                    <a:pt x="59690" y="5080"/>
                  </a:lnTo>
                  <a:lnTo>
                    <a:pt x="58420" y="3810"/>
                  </a:lnTo>
                  <a:lnTo>
                    <a:pt x="57150" y="2540"/>
                  </a:lnTo>
                  <a:lnTo>
                    <a:pt x="54610" y="2540"/>
                  </a:lnTo>
                  <a:lnTo>
                    <a:pt x="53340" y="1270"/>
                  </a:lnTo>
                  <a:lnTo>
                    <a:pt x="50800" y="0"/>
                  </a:lnTo>
                  <a:lnTo>
                    <a:pt x="48260" y="0"/>
                  </a:lnTo>
                  <a:lnTo>
                    <a:pt x="46990" y="0"/>
                  </a:lnTo>
                  <a:lnTo>
                    <a:pt x="44450" y="0"/>
                  </a:lnTo>
                  <a:lnTo>
                    <a:pt x="43180" y="0"/>
                  </a:lnTo>
                  <a:lnTo>
                    <a:pt x="41910" y="1270"/>
                  </a:lnTo>
                  <a:lnTo>
                    <a:pt x="40640" y="1270"/>
                  </a:lnTo>
                  <a:lnTo>
                    <a:pt x="38100" y="1270"/>
                  </a:lnTo>
                  <a:lnTo>
                    <a:pt x="36830" y="2540"/>
                  </a:lnTo>
                  <a:lnTo>
                    <a:pt x="35560" y="3810"/>
                  </a:lnTo>
                  <a:lnTo>
                    <a:pt x="34290" y="3810"/>
                  </a:lnTo>
                  <a:lnTo>
                    <a:pt x="33020" y="5080"/>
                  </a:lnTo>
                  <a:lnTo>
                    <a:pt x="31750" y="5080"/>
                  </a:lnTo>
                  <a:lnTo>
                    <a:pt x="31750" y="6350"/>
                  </a:lnTo>
                  <a:lnTo>
                    <a:pt x="30480" y="7620"/>
                  </a:lnTo>
                  <a:lnTo>
                    <a:pt x="29210" y="7620"/>
                  </a:lnTo>
                  <a:lnTo>
                    <a:pt x="27940" y="10160"/>
                  </a:lnTo>
                  <a:lnTo>
                    <a:pt x="26670" y="11430"/>
                  </a:lnTo>
                  <a:lnTo>
                    <a:pt x="25400" y="13970"/>
                  </a:lnTo>
                  <a:lnTo>
                    <a:pt x="22860" y="16510"/>
                  </a:lnTo>
                  <a:lnTo>
                    <a:pt x="22860" y="17780"/>
                  </a:lnTo>
                  <a:lnTo>
                    <a:pt x="22072" y="19354"/>
                  </a:lnTo>
                  <a:lnTo>
                    <a:pt x="21590" y="19050"/>
                  </a:lnTo>
                  <a:lnTo>
                    <a:pt x="20662" y="21805"/>
                  </a:lnTo>
                  <a:lnTo>
                    <a:pt x="20320" y="21590"/>
                  </a:lnTo>
                  <a:lnTo>
                    <a:pt x="19050" y="24130"/>
                  </a:lnTo>
                  <a:lnTo>
                    <a:pt x="19050" y="25400"/>
                  </a:lnTo>
                  <a:lnTo>
                    <a:pt x="16510" y="31750"/>
                  </a:lnTo>
                  <a:lnTo>
                    <a:pt x="12700" y="44450"/>
                  </a:lnTo>
                  <a:lnTo>
                    <a:pt x="12700" y="45720"/>
                  </a:lnTo>
                  <a:lnTo>
                    <a:pt x="8890" y="58420"/>
                  </a:lnTo>
                  <a:lnTo>
                    <a:pt x="8890" y="59690"/>
                  </a:lnTo>
                  <a:lnTo>
                    <a:pt x="6350" y="74930"/>
                  </a:lnTo>
                  <a:lnTo>
                    <a:pt x="3810" y="90170"/>
                  </a:lnTo>
                  <a:lnTo>
                    <a:pt x="2540" y="107950"/>
                  </a:lnTo>
                  <a:lnTo>
                    <a:pt x="1270" y="127000"/>
                  </a:lnTo>
                  <a:lnTo>
                    <a:pt x="0" y="146050"/>
                  </a:lnTo>
                  <a:lnTo>
                    <a:pt x="0" y="166370"/>
                  </a:lnTo>
                  <a:lnTo>
                    <a:pt x="0" y="185420"/>
                  </a:lnTo>
                  <a:lnTo>
                    <a:pt x="0" y="191770"/>
                  </a:lnTo>
                  <a:lnTo>
                    <a:pt x="6350" y="191770"/>
                  </a:lnTo>
                  <a:lnTo>
                    <a:pt x="82550" y="191770"/>
                  </a:lnTo>
                  <a:lnTo>
                    <a:pt x="88900" y="191770"/>
                  </a:lnTo>
                  <a:close/>
                </a:path>
              </a:pathLst>
            </a:custGeom>
            <a:solidFill>
              <a:srgbClr val="006600"/>
            </a:solidFill>
          </p:spPr>
          <p:txBody>
            <a:bodyPr wrap="square" lIns="0" tIns="0" rIns="0" bIns="0" rtlCol="0"/>
            <a:lstStyle/>
            <a:p/>
          </p:txBody>
        </p:sp>
        <p:sp>
          <p:nvSpPr>
            <p:cNvPr id="593" name="object 593"/>
            <p:cNvSpPr/>
            <p:nvPr/>
          </p:nvSpPr>
          <p:spPr>
            <a:xfrm>
              <a:off x="7636510" y="1143000"/>
              <a:ext cx="281940" cy="521970"/>
            </a:xfrm>
            <a:prstGeom prst="rect">
              <a:avLst/>
            </a:prstGeom>
            <a:blipFill>
              <a:blip r:embed="rId73" cstate="print"/>
              <a:stretch>
                <a:fillRect/>
              </a:stretch>
            </a:blipFill>
          </p:spPr>
          <p:txBody>
            <a:bodyPr wrap="square" lIns="0" tIns="0" rIns="0" bIns="0" rtlCol="0"/>
            <a:lstStyle/>
            <a:p/>
          </p:txBody>
        </p:sp>
        <p:sp>
          <p:nvSpPr>
            <p:cNvPr id="594" name="object 594"/>
            <p:cNvSpPr/>
            <p:nvPr/>
          </p:nvSpPr>
          <p:spPr>
            <a:xfrm>
              <a:off x="7636510" y="1144270"/>
              <a:ext cx="281940" cy="520700"/>
            </a:xfrm>
            <a:custGeom>
              <a:avLst/>
              <a:gdLst/>
              <a:ahLst/>
              <a:cxnLst/>
              <a:rect l="l" t="t" r="r" b="b"/>
              <a:pathLst>
                <a:path w="281940" h="520700">
                  <a:moveTo>
                    <a:pt x="105410" y="15239"/>
                  </a:moveTo>
                  <a:lnTo>
                    <a:pt x="105410" y="80009"/>
                  </a:lnTo>
                  <a:lnTo>
                    <a:pt x="110490" y="69850"/>
                  </a:lnTo>
                  <a:lnTo>
                    <a:pt x="115570" y="60959"/>
                  </a:lnTo>
                  <a:lnTo>
                    <a:pt x="120650" y="52069"/>
                  </a:lnTo>
                  <a:lnTo>
                    <a:pt x="125730" y="43179"/>
                  </a:lnTo>
                  <a:lnTo>
                    <a:pt x="130810" y="36829"/>
                  </a:lnTo>
                  <a:lnTo>
                    <a:pt x="134620" y="30479"/>
                  </a:lnTo>
                  <a:lnTo>
                    <a:pt x="139700" y="24129"/>
                  </a:lnTo>
                  <a:lnTo>
                    <a:pt x="144780" y="19050"/>
                  </a:lnTo>
                  <a:lnTo>
                    <a:pt x="14859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7010" y="7619"/>
                  </a:lnTo>
                  <a:lnTo>
                    <a:pt x="212090" y="10159"/>
                  </a:lnTo>
                  <a:lnTo>
                    <a:pt x="217170" y="15239"/>
                  </a:lnTo>
                  <a:lnTo>
                    <a:pt x="222250" y="20319"/>
                  </a:lnTo>
                  <a:lnTo>
                    <a:pt x="226060" y="26669"/>
                  </a:lnTo>
                  <a:lnTo>
                    <a:pt x="229870" y="34289"/>
                  </a:lnTo>
                  <a:lnTo>
                    <a:pt x="233680" y="41909"/>
                  </a:lnTo>
                  <a:lnTo>
                    <a:pt x="237490" y="49529"/>
                  </a:lnTo>
                  <a:lnTo>
                    <a:pt x="240030" y="57150"/>
                  </a:lnTo>
                  <a:lnTo>
                    <a:pt x="242570" y="67309"/>
                  </a:lnTo>
                  <a:lnTo>
                    <a:pt x="245110" y="74929"/>
                  </a:lnTo>
                  <a:lnTo>
                    <a:pt x="246380" y="85089"/>
                  </a:lnTo>
                  <a:lnTo>
                    <a:pt x="248920" y="95250"/>
                  </a:lnTo>
                  <a:lnTo>
                    <a:pt x="250190" y="102869"/>
                  </a:lnTo>
                  <a:lnTo>
                    <a:pt x="250190" y="114300"/>
                  </a:lnTo>
                  <a:lnTo>
                    <a:pt x="251460" y="125729"/>
                  </a:lnTo>
                  <a:lnTo>
                    <a:pt x="252730" y="139700"/>
                  </a:lnTo>
                  <a:lnTo>
                    <a:pt x="252730" y="172719"/>
                  </a:lnTo>
                  <a:lnTo>
                    <a:pt x="252730" y="213359"/>
                  </a:lnTo>
                  <a:lnTo>
                    <a:pt x="252730" y="410209"/>
                  </a:lnTo>
                  <a:lnTo>
                    <a:pt x="252730" y="436879"/>
                  </a:lnTo>
                  <a:lnTo>
                    <a:pt x="254000" y="447039"/>
                  </a:lnTo>
                  <a:lnTo>
                    <a:pt x="254000" y="457200"/>
                  </a:lnTo>
                  <a:lnTo>
                    <a:pt x="255270" y="466089"/>
                  </a:lnTo>
                  <a:lnTo>
                    <a:pt x="256540" y="473709"/>
                  </a:lnTo>
                  <a:lnTo>
                    <a:pt x="256540" y="476250"/>
                  </a:lnTo>
                  <a:lnTo>
                    <a:pt x="257810" y="478789"/>
                  </a:lnTo>
                  <a:lnTo>
                    <a:pt x="257810" y="481329"/>
                  </a:lnTo>
                  <a:lnTo>
                    <a:pt x="259080" y="483869"/>
                  </a:lnTo>
                  <a:lnTo>
                    <a:pt x="259080" y="485139"/>
                  </a:lnTo>
                  <a:lnTo>
                    <a:pt x="260350" y="486409"/>
                  </a:lnTo>
                  <a:lnTo>
                    <a:pt x="260350" y="487679"/>
                  </a:lnTo>
                  <a:lnTo>
                    <a:pt x="261620" y="490219"/>
                  </a:lnTo>
                  <a:lnTo>
                    <a:pt x="262890" y="491489"/>
                  </a:lnTo>
                  <a:lnTo>
                    <a:pt x="264160" y="492759"/>
                  </a:lnTo>
                  <a:lnTo>
                    <a:pt x="265430" y="494029"/>
                  </a:lnTo>
                  <a:lnTo>
                    <a:pt x="266700" y="495300"/>
                  </a:lnTo>
                  <a:lnTo>
                    <a:pt x="269240" y="496569"/>
                  </a:lnTo>
                  <a:lnTo>
                    <a:pt x="273050" y="497839"/>
                  </a:lnTo>
                  <a:lnTo>
                    <a:pt x="276860" y="500379"/>
                  </a:lnTo>
                  <a:lnTo>
                    <a:pt x="281940" y="500379"/>
                  </a:lnTo>
                  <a:lnTo>
                    <a:pt x="281940" y="520700"/>
                  </a:lnTo>
                  <a:lnTo>
                    <a:pt x="148590" y="520700"/>
                  </a:lnTo>
                  <a:lnTo>
                    <a:pt x="148590" y="500379"/>
                  </a:lnTo>
                  <a:lnTo>
                    <a:pt x="152400" y="500379"/>
                  </a:lnTo>
                  <a:lnTo>
                    <a:pt x="156210" y="497839"/>
                  </a:lnTo>
                  <a:lnTo>
                    <a:pt x="157480" y="497839"/>
                  </a:lnTo>
                  <a:lnTo>
                    <a:pt x="158750" y="496569"/>
                  </a:lnTo>
                  <a:lnTo>
                    <a:pt x="160020" y="495300"/>
                  </a:lnTo>
                  <a:lnTo>
                    <a:pt x="161290" y="494029"/>
                  </a:lnTo>
                  <a:lnTo>
                    <a:pt x="162560" y="491489"/>
                  </a:lnTo>
                  <a:lnTo>
                    <a:pt x="163830" y="490219"/>
                  </a:lnTo>
                  <a:lnTo>
                    <a:pt x="165100" y="488950"/>
                  </a:lnTo>
                  <a:lnTo>
                    <a:pt x="166370" y="486409"/>
                  </a:lnTo>
                  <a:lnTo>
                    <a:pt x="167640" y="485139"/>
                  </a:lnTo>
                  <a:lnTo>
                    <a:pt x="168910" y="481329"/>
                  </a:lnTo>
                  <a:lnTo>
                    <a:pt x="168910" y="480059"/>
                  </a:lnTo>
                  <a:lnTo>
                    <a:pt x="170180" y="477519"/>
                  </a:lnTo>
                  <a:lnTo>
                    <a:pt x="170180" y="474979"/>
                  </a:lnTo>
                  <a:lnTo>
                    <a:pt x="171450" y="473709"/>
                  </a:lnTo>
                  <a:lnTo>
                    <a:pt x="171450" y="471169"/>
                  </a:lnTo>
                  <a:lnTo>
                    <a:pt x="172720" y="468629"/>
                  </a:lnTo>
                  <a:lnTo>
                    <a:pt x="172720" y="462279"/>
                  </a:lnTo>
                  <a:lnTo>
                    <a:pt x="173990" y="454659"/>
                  </a:lnTo>
                  <a:lnTo>
                    <a:pt x="173990" y="444500"/>
                  </a:lnTo>
                  <a:lnTo>
                    <a:pt x="173990" y="434339"/>
                  </a:lnTo>
                  <a:lnTo>
                    <a:pt x="175260" y="410209"/>
                  </a:lnTo>
                  <a:lnTo>
                    <a:pt x="175260" y="185419"/>
                  </a:lnTo>
                  <a:lnTo>
                    <a:pt x="173990" y="156209"/>
                  </a:lnTo>
                  <a:lnTo>
                    <a:pt x="173990" y="134619"/>
                  </a:lnTo>
                  <a:lnTo>
                    <a:pt x="173990" y="125729"/>
                  </a:lnTo>
                  <a:lnTo>
                    <a:pt x="172720" y="118109"/>
                  </a:lnTo>
                  <a:lnTo>
                    <a:pt x="172720" y="111759"/>
                  </a:lnTo>
                  <a:lnTo>
                    <a:pt x="172720" y="109219"/>
                  </a:lnTo>
                  <a:lnTo>
                    <a:pt x="172720" y="106679"/>
                  </a:lnTo>
                  <a:lnTo>
                    <a:pt x="171450" y="102869"/>
                  </a:lnTo>
                  <a:lnTo>
                    <a:pt x="170180" y="99059"/>
                  </a:lnTo>
                  <a:lnTo>
                    <a:pt x="170180" y="95250"/>
                  </a:lnTo>
                  <a:lnTo>
                    <a:pt x="168910" y="92709"/>
                  </a:lnTo>
                  <a:lnTo>
                    <a:pt x="167640" y="90169"/>
                  </a:lnTo>
                  <a:lnTo>
                    <a:pt x="166370" y="86359"/>
                  </a:lnTo>
                  <a:lnTo>
                    <a:pt x="165100" y="83819"/>
                  </a:lnTo>
                  <a:lnTo>
                    <a:pt x="163830" y="81279"/>
                  </a:lnTo>
                  <a:lnTo>
                    <a:pt x="162560" y="80009"/>
                  </a:lnTo>
                  <a:lnTo>
                    <a:pt x="161290" y="77469"/>
                  </a:lnTo>
                  <a:lnTo>
                    <a:pt x="158750" y="76200"/>
                  </a:lnTo>
                  <a:lnTo>
                    <a:pt x="157480" y="74929"/>
                  </a:lnTo>
                  <a:lnTo>
                    <a:pt x="156210" y="73659"/>
                  </a:lnTo>
                  <a:lnTo>
                    <a:pt x="153670" y="73659"/>
                  </a:lnTo>
                  <a:lnTo>
                    <a:pt x="152400" y="72389"/>
                  </a:lnTo>
                  <a:lnTo>
                    <a:pt x="151130" y="72389"/>
                  </a:lnTo>
                  <a:lnTo>
                    <a:pt x="147320" y="72389"/>
                  </a:lnTo>
                  <a:lnTo>
                    <a:pt x="144780" y="73659"/>
                  </a:lnTo>
                  <a:lnTo>
                    <a:pt x="142240" y="74929"/>
                  </a:lnTo>
                  <a:lnTo>
                    <a:pt x="138430" y="76200"/>
                  </a:lnTo>
                  <a:lnTo>
                    <a:pt x="135890" y="78739"/>
                  </a:lnTo>
                  <a:lnTo>
                    <a:pt x="132080" y="81279"/>
                  </a:lnTo>
                  <a:lnTo>
                    <a:pt x="129540" y="85089"/>
                  </a:lnTo>
                  <a:lnTo>
                    <a:pt x="127000" y="88900"/>
                  </a:lnTo>
                  <a:lnTo>
                    <a:pt x="124460" y="93979"/>
                  </a:lnTo>
                  <a:lnTo>
                    <a:pt x="121920" y="99059"/>
                  </a:lnTo>
                  <a:lnTo>
                    <a:pt x="119380" y="104139"/>
                  </a:lnTo>
                  <a:lnTo>
                    <a:pt x="116840" y="110489"/>
                  </a:lnTo>
                  <a:lnTo>
                    <a:pt x="110490" y="123189"/>
                  </a:lnTo>
                  <a:lnTo>
                    <a:pt x="105410" y="139700"/>
                  </a:lnTo>
                  <a:lnTo>
                    <a:pt x="105410" y="410209"/>
                  </a:lnTo>
                  <a:lnTo>
                    <a:pt x="106680" y="435609"/>
                  </a:lnTo>
                  <a:lnTo>
                    <a:pt x="106680" y="447039"/>
                  </a:lnTo>
                  <a:lnTo>
                    <a:pt x="107950" y="457200"/>
                  </a:lnTo>
                  <a:lnTo>
                    <a:pt x="107950" y="464819"/>
                  </a:lnTo>
                  <a:lnTo>
                    <a:pt x="109220" y="472439"/>
                  </a:lnTo>
                  <a:lnTo>
                    <a:pt x="109220" y="474979"/>
                  </a:lnTo>
                  <a:lnTo>
                    <a:pt x="110490" y="477519"/>
                  </a:lnTo>
                  <a:lnTo>
                    <a:pt x="110490" y="481329"/>
                  </a:lnTo>
                  <a:lnTo>
                    <a:pt x="111760" y="482600"/>
                  </a:lnTo>
                  <a:lnTo>
                    <a:pt x="111760" y="485139"/>
                  </a:lnTo>
                  <a:lnTo>
                    <a:pt x="113030" y="486409"/>
                  </a:lnTo>
                  <a:lnTo>
                    <a:pt x="114300" y="487679"/>
                  </a:lnTo>
                  <a:lnTo>
                    <a:pt x="114300" y="488950"/>
                  </a:lnTo>
                  <a:lnTo>
                    <a:pt x="115570" y="491489"/>
                  </a:lnTo>
                  <a:lnTo>
                    <a:pt x="116840" y="492759"/>
                  </a:lnTo>
                  <a:lnTo>
                    <a:pt x="118110" y="494029"/>
                  </a:lnTo>
                  <a:lnTo>
                    <a:pt x="119380" y="495300"/>
                  </a:lnTo>
                  <a:lnTo>
                    <a:pt x="120650" y="495300"/>
                  </a:lnTo>
                  <a:lnTo>
                    <a:pt x="121920" y="496569"/>
                  </a:lnTo>
                  <a:lnTo>
                    <a:pt x="124460" y="497839"/>
                  </a:lnTo>
                  <a:lnTo>
                    <a:pt x="128270" y="500379"/>
                  </a:lnTo>
                  <a:lnTo>
                    <a:pt x="132080" y="500379"/>
                  </a:lnTo>
                  <a:lnTo>
                    <a:pt x="132080" y="520700"/>
                  </a:lnTo>
                  <a:lnTo>
                    <a:pt x="0" y="520700"/>
                  </a:lnTo>
                  <a:lnTo>
                    <a:pt x="0" y="500379"/>
                  </a:lnTo>
                  <a:lnTo>
                    <a:pt x="3810" y="500379"/>
                  </a:lnTo>
                  <a:lnTo>
                    <a:pt x="7620" y="497839"/>
                  </a:lnTo>
                  <a:lnTo>
                    <a:pt x="10160" y="496569"/>
                  </a:lnTo>
                  <a:lnTo>
                    <a:pt x="13970" y="494029"/>
                  </a:lnTo>
                  <a:lnTo>
                    <a:pt x="15240" y="492759"/>
                  </a:lnTo>
                  <a:lnTo>
                    <a:pt x="16510" y="491489"/>
                  </a:lnTo>
                  <a:lnTo>
                    <a:pt x="17780" y="490219"/>
                  </a:lnTo>
                  <a:lnTo>
                    <a:pt x="19050" y="488950"/>
                  </a:lnTo>
                  <a:lnTo>
                    <a:pt x="20320" y="486409"/>
                  </a:lnTo>
                  <a:lnTo>
                    <a:pt x="21590" y="485139"/>
                  </a:lnTo>
                  <a:lnTo>
                    <a:pt x="21590" y="482600"/>
                  </a:lnTo>
                  <a:lnTo>
                    <a:pt x="22860" y="481329"/>
                  </a:lnTo>
                  <a:lnTo>
                    <a:pt x="24130" y="478789"/>
                  </a:lnTo>
                  <a:lnTo>
                    <a:pt x="24130" y="476250"/>
                  </a:lnTo>
                  <a:lnTo>
                    <a:pt x="24130" y="474979"/>
                  </a:lnTo>
                  <a:lnTo>
                    <a:pt x="25400" y="472439"/>
                  </a:lnTo>
                  <a:lnTo>
                    <a:pt x="25400" y="464819"/>
                  </a:lnTo>
                  <a:lnTo>
                    <a:pt x="26670" y="457200"/>
                  </a:lnTo>
                  <a:lnTo>
                    <a:pt x="26670" y="447039"/>
                  </a:lnTo>
                  <a:lnTo>
                    <a:pt x="27940" y="436879"/>
                  </a:lnTo>
                  <a:lnTo>
                    <a:pt x="27940" y="410209"/>
                  </a:lnTo>
                  <a:lnTo>
                    <a:pt x="27940" y="124459"/>
                  </a:lnTo>
                  <a:lnTo>
                    <a:pt x="27940" y="99059"/>
                  </a:lnTo>
                  <a:lnTo>
                    <a:pt x="26670" y="87629"/>
                  </a:lnTo>
                  <a:lnTo>
                    <a:pt x="26670" y="77469"/>
                  </a:lnTo>
                  <a:lnTo>
                    <a:pt x="25400" y="69850"/>
                  </a:lnTo>
                  <a:lnTo>
                    <a:pt x="24130" y="62229"/>
                  </a:lnTo>
                  <a:lnTo>
                    <a:pt x="24130" y="59689"/>
                  </a:lnTo>
                  <a:lnTo>
                    <a:pt x="24130" y="57150"/>
                  </a:lnTo>
                  <a:lnTo>
                    <a:pt x="22860" y="54609"/>
                  </a:lnTo>
                  <a:lnTo>
                    <a:pt x="22860" y="53339"/>
                  </a:lnTo>
                  <a:lnTo>
                    <a:pt x="21590" y="50800"/>
                  </a:lnTo>
                  <a:lnTo>
                    <a:pt x="2032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5410" y="15239"/>
                  </a:lnTo>
                  <a:close/>
                </a:path>
              </a:pathLst>
            </a:custGeom>
            <a:ln w="12579">
              <a:solidFill>
                <a:srgbClr val="006600"/>
              </a:solidFill>
            </a:ln>
          </p:spPr>
          <p:txBody>
            <a:bodyPr wrap="square" lIns="0" tIns="0" rIns="0" bIns="0" rtlCol="0"/>
            <a:lstStyle/>
            <a:p/>
          </p:txBody>
        </p:sp>
        <p:sp>
          <p:nvSpPr>
            <p:cNvPr id="595" name="object 595"/>
            <p:cNvSpPr/>
            <p:nvPr/>
          </p:nvSpPr>
          <p:spPr>
            <a:xfrm>
              <a:off x="7946390" y="914400"/>
              <a:ext cx="140970" cy="750570"/>
            </a:xfrm>
            <a:prstGeom prst="rect">
              <a:avLst/>
            </a:prstGeom>
            <a:blipFill>
              <a:blip r:embed="rId53" cstate="print"/>
              <a:stretch>
                <a:fillRect/>
              </a:stretch>
            </a:blipFill>
          </p:spPr>
          <p:txBody>
            <a:bodyPr wrap="square" lIns="0" tIns="0" rIns="0" bIns="0" rtlCol="0"/>
            <a:lstStyle/>
            <a:p/>
          </p:txBody>
        </p:sp>
        <p:sp>
          <p:nvSpPr>
            <p:cNvPr id="596" name="object 596"/>
            <p:cNvSpPr/>
            <p:nvPr/>
          </p:nvSpPr>
          <p:spPr>
            <a:xfrm>
              <a:off x="7966710" y="908050"/>
              <a:ext cx="99060" cy="180339"/>
            </a:xfrm>
            <a:prstGeom prst="rect">
              <a:avLst/>
            </a:prstGeom>
            <a:blipFill>
              <a:blip r:embed="rId74" cstate="print"/>
              <a:stretch>
                <a:fillRect/>
              </a:stretch>
            </a:blipFill>
          </p:spPr>
          <p:txBody>
            <a:bodyPr wrap="square" lIns="0" tIns="0" rIns="0" bIns="0" rtlCol="0"/>
            <a:lstStyle/>
            <a:p/>
          </p:txBody>
        </p:sp>
        <p:sp>
          <p:nvSpPr>
            <p:cNvPr id="597" name="object 597"/>
            <p:cNvSpPr/>
            <p:nvPr/>
          </p:nvSpPr>
          <p:spPr>
            <a:xfrm>
              <a:off x="8049260" y="1159509"/>
              <a:ext cx="12700" cy="401320"/>
            </a:xfrm>
            <a:custGeom>
              <a:avLst/>
              <a:gdLst/>
              <a:ahLst/>
              <a:cxnLst/>
              <a:rect l="l" t="t" r="r" b="b"/>
              <a:pathLst>
                <a:path w="12700" h="401319">
                  <a:moveTo>
                    <a:pt x="12700" y="0"/>
                  </a:moveTo>
                  <a:lnTo>
                    <a:pt x="0" y="0"/>
                  </a:lnTo>
                  <a:lnTo>
                    <a:pt x="0" y="401319"/>
                  </a:lnTo>
                  <a:lnTo>
                    <a:pt x="12700" y="401319"/>
                  </a:lnTo>
                  <a:lnTo>
                    <a:pt x="12700" y="0"/>
                  </a:lnTo>
                  <a:close/>
                </a:path>
              </a:pathLst>
            </a:custGeom>
            <a:solidFill>
              <a:srgbClr val="006600"/>
            </a:solidFill>
          </p:spPr>
          <p:txBody>
            <a:bodyPr wrap="square" lIns="0" tIns="0" rIns="0" bIns="0" rtlCol="0"/>
            <a:lstStyle/>
            <a:p/>
          </p:txBody>
        </p:sp>
        <p:sp>
          <p:nvSpPr>
            <p:cNvPr id="598" name="object 598"/>
            <p:cNvSpPr/>
            <p:nvPr/>
          </p:nvSpPr>
          <p:spPr>
            <a:xfrm>
              <a:off x="7940040" y="1560830"/>
              <a:ext cx="153669" cy="110490"/>
            </a:xfrm>
            <a:prstGeom prst="rect">
              <a:avLst/>
            </a:prstGeom>
            <a:blipFill>
              <a:blip r:embed="rId75" cstate="print"/>
              <a:stretch>
                <a:fillRect/>
              </a:stretch>
            </a:blipFill>
          </p:spPr>
          <p:txBody>
            <a:bodyPr wrap="square" lIns="0" tIns="0" rIns="0" bIns="0" rtlCol="0"/>
            <a:lstStyle/>
            <a:p/>
          </p:txBody>
        </p:sp>
        <p:sp>
          <p:nvSpPr>
            <p:cNvPr id="599" name="object 599"/>
            <p:cNvSpPr/>
            <p:nvPr/>
          </p:nvSpPr>
          <p:spPr>
            <a:xfrm>
              <a:off x="7971790" y="1263650"/>
              <a:ext cx="12700" cy="297180"/>
            </a:xfrm>
            <a:custGeom>
              <a:avLst/>
              <a:gdLst/>
              <a:ahLst/>
              <a:cxnLst/>
              <a:rect l="l" t="t" r="r" b="b"/>
              <a:pathLst>
                <a:path w="12700" h="297180">
                  <a:moveTo>
                    <a:pt x="12700" y="0"/>
                  </a:moveTo>
                  <a:lnTo>
                    <a:pt x="0" y="0"/>
                  </a:lnTo>
                  <a:lnTo>
                    <a:pt x="0" y="297179"/>
                  </a:lnTo>
                  <a:lnTo>
                    <a:pt x="12700" y="297179"/>
                  </a:lnTo>
                  <a:lnTo>
                    <a:pt x="12700" y="0"/>
                  </a:lnTo>
                  <a:close/>
                </a:path>
              </a:pathLst>
            </a:custGeom>
            <a:solidFill>
              <a:srgbClr val="006600"/>
            </a:solidFill>
          </p:spPr>
          <p:txBody>
            <a:bodyPr wrap="square" lIns="0" tIns="0" rIns="0" bIns="0" rtlCol="0"/>
            <a:lstStyle/>
            <a:p/>
          </p:txBody>
        </p:sp>
        <p:sp>
          <p:nvSpPr>
            <p:cNvPr id="600" name="object 600"/>
            <p:cNvSpPr/>
            <p:nvPr/>
          </p:nvSpPr>
          <p:spPr>
            <a:xfrm>
              <a:off x="7940040" y="1153159"/>
              <a:ext cx="121919" cy="110489"/>
            </a:xfrm>
            <a:prstGeom prst="rect">
              <a:avLst/>
            </a:prstGeom>
            <a:blipFill>
              <a:blip r:embed="rId76" cstate="print"/>
              <a:stretch>
                <a:fillRect/>
              </a:stretch>
            </a:blipFill>
          </p:spPr>
          <p:txBody>
            <a:bodyPr wrap="square" lIns="0" tIns="0" rIns="0" bIns="0" rtlCol="0"/>
            <a:lstStyle/>
            <a:p/>
          </p:txBody>
        </p:sp>
        <p:sp>
          <p:nvSpPr>
            <p:cNvPr id="601" name="object 601"/>
            <p:cNvSpPr/>
            <p:nvPr/>
          </p:nvSpPr>
          <p:spPr>
            <a:xfrm>
              <a:off x="8112760" y="1143000"/>
              <a:ext cx="281940" cy="521970"/>
            </a:xfrm>
            <a:prstGeom prst="rect">
              <a:avLst/>
            </a:prstGeom>
            <a:blipFill>
              <a:blip r:embed="rId77" cstate="print"/>
              <a:stretch>
                <a:fillRect/>
              </a:stretch>
            </a:blipFill>
          </p:spPr>
          <p:txBody>
            <a:bodyPr wrap="square" lIns="0" tIns="0" rIns="0" bIns="0" rtlCol="0"/>
            <a:lstStyle/>
            <a:p/>
          </p:txBody>
        </p:sp>
        <p:sp>
          <p:nvSpPr>
            <p:cNvPr id="602" name="object 602"/>
            <p:cNvSpPr/>
            <p:nvPr/>
          </p:nvSpPr>
          <p:spPr>
            <a:xfrm>
              <a:off x="8112760" y="1144270"/>
              <a:ext cx="281940" cy="520700"/>
            </a:xfrm>
            <a:custGeom>
              <a:avLst/>
              <a:gdLst/>
              <a:ahLst/>
              <a:cxnLst/>
              <a:rect l="l" t="t" r="r" b="b"/>
              <a:pathLst>
                <a:path w="281940" h="520700">
                  <a:moveTo>
                    <a:pt x="106680" y="15239"/>
                  </a:moveTo>
                  <a:lnTo>
                    <a:pt x="106680" y="80009"/>
                  </a:lnTo>
                  <a:lnTo>
                    <a:pt x="111760" y="69850"/>
                  </a:lnTo>
                  <a:lnTo>
                    <a:pt x="116840" y="60959"/>
                  </a:lnTo>
                  <a:lnTo>
                    <a:pt x="120650" y="52069"/>
                  </a:lnTo>
                  <a:lnTo>
                    <a:pt x="125730" y="43179"/>
                  </a:lnTo>
                  <a:lnTo>
                    <a:pt x="130810" y="36829"/>
                  </a:lnTo>
                  <a:lnTo>
                    <a:pt x="135890" y="30479"/>
                  </a:lnTo>
                  <a:lnTo>
                    <a:pt x="139700" y="24129"/>
                  </a:lnTo>
                  <a:lnTo>
                    <a:pt x="144780" y="19050"/>
                  </a:lnTo>
                  <a:lnTo>
                    <a:pt x="149860" y="13969"/>
                  </a:lnTo>
                  <a:lnTo>
                    <a:pt x="153670" y="10159"/>
                  </a:lnTo>
                  <a:lnTo>
                    <a:pt x="158750" y="7619"/>
                  </a:lnTo>
                  <a:lnTo>
                    <a:pt x="163830" y="3809"/>
                  </a:lnTo>
                  <a:lnTo>
                    <a:pt x="168910" y="2539"/>
                  </a:lnTo>
                  <a:lnTo>
                    <a:pt x="173990" y="1269"/>
                  </a:lnTo>
                  <a:lnTo>
                    <a:pt x="179070" y="0"/>
                  </a:lnTo>
                  <a:lnTo>
                    <a:pt x="184150" y="0"/>
                  </a:lnTo>
                  <a:lnTo>
                    <a:pt x="190500" y="0"/>
                  </a:lnTo>
                  <a:lnTo>
                    <a:pt x="196850" y="1269"/>
                  </a:lnTo>
                  <a:lnTo>
                    <a:pt x="201930" y="3809"/>
                  </a:lnTo>
                  <a:lnTo>
                    <a:pt x="208280" y="7619"/>
                  </a:lnTo>
                  <a:lnTo>
                    <a:pt x="213360" y="10159"/>
                  </a:lnTo>
                  <a:lnTo>
                    <a:pt x="218440" y="15239"/>
                  </a:lnTo>
                  <a:lnTo>
                    <a:pt x="222250" y="20319"/>
                  </a:lnTo>
                  <a:lnTo>
                    <a:pt x="226060" y="26669"/>
                  </a:lnTo>
                  <a:lnTo>
                    <a:pt x="231140" y="34289"/>
                  </a:lnTo>
                  <a:lnTo>
                    <a:pt x="234950" y="41909"/>
                  </a:lnTo>
                  <a:lnTo>
                    <a:pt x="237490" y="49529"/>
                  </a:lnTo>
                  <a:lnTo>
                    <a:pt x="241300" y="57150"/>
                  </a:lnTo>
                  <a:lnTo>
                    <a:pt x="243840" y="67309"/>
                  </a:lnTo>
                  <a:lnTo>
                    <a:pt x="245110" y="74929"/>
                  </a:lnTo>
                  <a:lnTo>
                    <a:pt x="247650" y="85089"/>
                  </a:lnTo>
                  <a:lnTo>
                    <a:pt x="248920" y="95250"/>
                  </a:lnTo>
                  <a:lnTo>
                    <a:pt x="250190" y="102869"/>
                  </a:lnTo>
                  <a:lnTo>
                    <a:pt x="250190" y="114300"/>
                  </a:lnTo>
                  <a:lnTo>
                    <a:pt x="251460" y="125729"/>
                  </a:lnTo>
                  <a:lnTo>
                    <a:pt x="252730" y="139700"/>
                  </a:lnTo>
                  <a:lnTo>
                    <a:pt x="252730" y="172719"/>
                  </a:lnTo>
                  <a:lnTo>
                    <a:pt x="254000" y="213359"/>
                  </a:lnTo>
                  <a:lnTo>
                    <a:pt x="254000" y="410209"/>
                  </a:lnTo>
                  <a:lnTo>
                    <a:pt x="254000" y="436879"/>
                  </a:lnTo>
                  <a:lnTo>
                    <a:pt x="254000" y="447039"/>
                  </a:lnTo>
                  <a:lnTo>
                    <a:pt x="255270" y="457200"/>
                  </a:lnTo>
                  <a:lnTo>
                    <a:pt x="255270" y="466089"/>
                  </a:lnTo>
                  <a:lnTo>
                    <a:pt x="256540" y="473709"/>
                  </a:lnTo>
                  <a:lnTo>
                    <a:pt x="256540" y="476250"/>
                  </a:lnTo>
                  <a:lnTo>
                    <a:pt x="257810" y="478789"/>
                  </a:lnTo>
                  <a:lnTo>
                    <a:pt x="257810" y="481329"/>
                  </a:lnTo>
                  <a:lnTo>
                    <a:pt x="259080" y="483869"/>
                  </a:lnTo>
                  <a:lnTo>
                    <a:pt x="260350" y="485139"/>
                  </a:lnTo>
                  <a:lnTo>
                    <a:pt x="260350" y="486409"/>
                  </a:lnTo>
                  <a:lnTo>
                    <a:pt x="261620" y="487679"/>
                  </a:lnTo>
                  <a:lnTo>
                    <a:pt x="262890" y="490219"/>
                  </a:lnTo>
                  <a:lnTo>
                    <a:pt x="262890" y="491489"/>
                  </a:lnTo>
                  <a:lnTo>
                    <a:pt x="265430" y="492759"/>
                  </a:lnTo>
                  <a:lnTo>
                    <a:pt x="265430" y="494029"/>
                  </a:lnTo>
                  <a:lnTo>
                    <a:pt x="267970" y="495300"/>
                  </a:lnTo>
                  <a:lnTo>
                    <a:pt x="270510" y="496569"/>
                  </a:lnTo>
                  <a:lnTo>
                    <a:pt x="274320" y="497839"/>
                  </a:lnTo>
                  <a:lnTo>
                    <a:pt x="278130" y="500379"/>
                  </a:lnTo>
                  <a:lnTo>
                    <a:pt x="281940" y="500379"/>
                  </a:lnTo>
                  <a:lnTo>
                    <a:pt x="281940" y="520700"/>
                  </a:lnTo>
                  <a:lnTo>
                    <a:pt x="149860" y="520700"/>
                  </a:lnTo>
                  <a:lnTo>
                    <a:pt x="149860" y="500379"/>
                  </a:lnTo>
                  <a:lnTo>
                    <a:pt x="153670" y="500379"/>
                  </a:lnTo>
                  <a:lnTo>
                    <a:pt x="156210" y="497839"/>
                  </a:lnTo>
                  <a:lnTo>
                    <a:pt x="158750" y="497839"/>
                  </a:lnTo>
                  <a:lnTo>
                    <a:pt x="160020" y="496569"/>
                  </a:lnTo>
                  <a:lnTo>
                    <a:pt x="161290" y="495300"/>
                  </a:lnTo>
                  <a:lnTo>
                    <a:pt x="162560" y="494029"/>
                  </a:lnTo>
                  <a:lnTo>
                    <a:pt x="163830" y="491489"/>
                  </a:lnTo>
                  <a:lnTo>
                    <a:pt x="165100" y="490219"/>
                  </a:lnTo>
                  <a:lnTo>
                    <a:pt x="166370" y="488950"/>
                  </a:lnTo>
                  <a:lnTo>
                    <a:pt x="166370" y="486409"/>
                  </a:lnTo>
                  <a:lnTo>
                    <a:pt x="167640" y="485139"/>
                  </a:lnTo>
                  <a:lnTo>
                    <a:pt x="168910" y="481329"/>
                  </a:lnTo>
                  <a:lnTo>
                    <a:pt x="170180" y="480059"/>
                  </a:lnTo>
                  <a:lnTo>
                    <a:pt x="171450" y="477519"/>
                  </a:lnTo>
                  <a:lnTo>
                    <a:pt x="171450" y="474979"/>
                  </a:lnTo>
                  <a:lnTo>
                    <a:pt x="171450" y="473709"/>
                  </a:lnTo>
                  <a:lnTo>
                    <a:pt x="172720" y="471169"/>
                  </a:lnTo>
                  <a:lnTo>
                    <a:pt x="172720" y="468629"/>
                  </a:lnTo>
                  <a:lnTo>
                    <a:pt x="173990" y="462279"/>
                  </a:lnTo>
                  <a:lnTo>
                    <a:pt x="173990" y="454659"/>
                  </a:lnTo>
                  <a:lnTo>
                    <a:pt x="175260" y="444500"/>
                  </a:lnTo>
                  <a:lnTo>
                    <a:pt x="175260" y="434339"/>
                  </a:lnTo>
                  <a:lnTo>
                    <a:pt x="175260" y="410209"/>
                  </a:lnTo>
                  <a:lnTo>
                    <a:pt x="175260" y="185419"/>
                  </a:lnTo>
                  <a:lnTo>
                    <a:pt x="175260" y="156209"/>
                  </a:lnTo>
                  <a:lnTo>
                    <a:pt x="175260" y="134619"/>
                  </a:lnTo>
                  <a:lnTo>
                    <a:pt x="173990" y="125729"/>
                  </a:lnTo>
                  <a:lnTo>
                    <a:pt x="173990" y="118109"/>
                  </a:lnTo>
                  <a:lnTo>
                    <a:pt x="173990" y="111759"/>
                  </a:lnTo>
                  <a:lnTo>
                    <a:pt x="172720" y="109219"/>
                  </a:lnTo>
                  <a:lnTo>
                    <a:pt x="172720" y="106679"/>
                  </a:lnTo>
                  <a:lnTo>
                    <a:pt x="172720" y="102869"/>
                  </a:lnTo>
                  <a:lnTo>
                    <a:pt x="171450" y="99059"/>
                  </a:lnTo>
                  <a:lnTo>
                    <a:pt x="170180" y="95250"/>
                  </a:lnTo>
                  <a:lnTo>
                    <a:pt x="168910" y="92709"/>
                  </a:lnTo>
                  <a:lnTo>
                    <a:pt x="168910" y="90169"/>
                  </a:lnTo>
                  <a:lnTo>
                    <a:pt x="166370" y="86359"/>
                  </a:lnTo>
                  <a:lnTo>
                    <a:pt x="166370" y="83819"/>
                  </a:lnTo>
                  <a:lnTo>
                    <a:pt x="163830" y="81279"/>
                  </a:lnTo>
                  <a:lnTo>
                    <a:pt x="162560" y="80009"/>
                  </a:lnTo>
                  <a:lnTo>
                    <a:pt x="161290" y="77469"/>
                  </a:lnTo>
                  <a:lnTo>
                    <a:pt x="160020" y="76200"/>
                  </a:lnTo>
                  <a:lnTo>
                    <a:pt x="157480" y="74929"/>
                  </a:lnTo>
                  <a:lnTo>
                    <a:pt x="156210" y="73659"/>
                  </a:lnTo>
                  <a:lnTo>
                    <a:pt x="153670" y="73659"/>
                  </a:lnTo>
                  <a:lnTo>
                    <a:pt x="152400" y="72389"/>
                  </a:lnTo>
                  <a:lnTo>
                    <a:pt x="151130" y="72389"/>
                  </a:lnTo>
                  <a:lnTo>
                    <a:pt x="148590" y="72389"/>
                  </a:lnTo>
                  <a:lnTo>
                    <a:pt x="144780" y="73659"/>
                  </a:lnTo>
                  <a:lnTo>
                    <a:pt x="142240" y="74929"/>
                  </a:lnTo>
                  <a:lnTo>
                    <a:pt x="139700" y="76200"/>
                  </a:lnTo>
                  <a:lnTo>
                    <a:pt x="135890" y="78739"/>
                  </a:lnTo>
                  <a:lnTo>
                    <a:pt x="133350" y="81279"/>
                  </a:lnTo>
                  <a:lnTo>
                    <a:pt x="130810" y="85089"/>
                  </a:lnTo>
                  <a:lnTo>
                    <a:pt x="128270" y="88900"/>
                  </a:lnTo>
                  <a:lnTo>
                    <a:pt x="125730" y="93979"/>
                  </a:lnTo>
                  <a:lnTo>
                    <a:pt x="123190" y="99059"/>
                  </a:lnTo>
                  <a:lnTo>
                    <a:pt x="119380" y="104139"/>
                  </a:lnTo>
                  <a:lnTo>
                    <a:pt x="116840" y="110489"/>
                  </a:lnTo>
                  <a:lnTo>
                    <a:pt x="111760" y="123189"/>
                  </a:lnTo>
                  <a:lnTo>
                    <a:pt x="106680" y="139700"/>
                  </a:lnTo>
                  <a:lnTo>
                    <a:pt x="106680" y="410209"/>
                  </a:lnTo>
                  <a:lnTo>
                    <a:pt x="106680" y="435609"/>
                  </a:lnTo>
                  <a:lnTo>
                    <a:pt x="106680" y="447039"/>
                  </a:lnTo>
                  <a:lnTo>
                    <a:pt x="107950" y="457200"/>
                  </a:lnTo>
                  <a:lnTo>
                    <a:pt x="107950" y="464819"/>
                  </a:lnTo>
                  <a:lnTo>
                    <a:pt x="109220" y="472439"/>
                  </a:lnTo>
                  <a:lnTo>
                    <a:pt x="110490" y="474979"/>
                  </a:lnTo>
                  <a:lnTo>
                    <a:pt x="110490" y="477519"/>
                  </a:lnTo>
                  <a:lnTo>
                    <a:pt x="111760" y="481329"/>
                  </a:lnTo>
                  <a:lnTo>
                    <a:pt x="111760" y="482600"/>
                  </a:lnTo>
                  <a:lnTo>
                    <a:pt x="113030" y="485139"/>
                  </a:lnTo>
                  <a:lnTo>
                    <a:pt x="113030" y="486409"/>
                  </a:lnTo>
                  <a:lnTo>
                    <a:pt x="114300" y="487679"/>
                  </a:lnTo>
                  <a:lnTo>
                    <a:pt x="115570" y="488950"/>
                  </a:lnTo>
                  <a:lnTo>
                    <a:pt x="115570" y="491489"/>
                  </a:lnTo>
                  <a:lnTo>
                    <a:pt x="116840" y="492759"/>
                  </a:lnTo>
                  <a:lnTo>
                    <a:pt x="118110" y="494029"/>
                  </a:lnTo>
                  <a:lnTo>
                    <a:pt x="119380" y="495300"/>
                  </a:lnTo>
                  <a:lnTo>
                    <a:pt x="120650" y="495300"/>
                  </a:lnTo>
                  <a:lnTo>
                    <a:pt x="121920" y="496569"/>
                  </a:lnTo>
                  <a:lnTo>
                    <a:pt x="125730" y="497839"/>
                  </a:lnTo>
                  <a:lnTo>
                    <a:pt x="128270" y="500379"/>
                  </a:lnTo>
                  <a:lnTo>
                    <a:pt x="132080" y="500379"/>
                  </a:lnTo>
                  <a:lnTo>
                    <a:pt x="132080" y="520700"/>
                  </a:lnTo>
                  <a:lnTo>
                    <a:pt x="0" y="520700"/>
                  </a:lnTo>
                  <a:lnTo>
                    <a:pt x="0" y="500379"/>
                  </a:lnTo>
                  <a:lnTo>
                    <a:pt x="3810" y="500379"/>
                  </a:lnTo>
                  <a:lnTo>
                    <a:pt x="7620" y="497839"/>
                  </a:lnTo>
                  <a:lnTo>
                    <a:pt x="11430" y="496569"/>
                  </a:lnTo>
                  <a:lnTo>
                    <a:pt x="13970" y="494029"/>
                  </a:lnTo>
                  <a:lnTo>
                    <a:pt x="15240" y="492759"/>
                  </a:lnTo>
                  <a:lnTo>
                    <a:pt x="16510" y="491489"/>
                  </a:lnTo>
                  <a:lnTo>
                    <a:pt x="17780" y="490219"/>
                  </a:lnTo>
                  <a:lnTo>
                    <a:pt x="19050" y="488950"/>
                  </a:lnTo>
                  <a:lnTo>
                    <a:pt x="20320" y="486409"/>
                  </a:lnTo>
                  <a:lnTo>
                    <a:pt x="21590" y="485139"/>
                  </a:lnTo>
                  <a:lnTo>
                    <a:pt x="22860" y="482600"/>
                  </a:lnTo>
                  <a:lnTo>
                    <a:pt x="24130" y="481329"/>
                  </a:lnTo>
                  <a:lnTo>
                    <a:pt x="24130" y="478789"/>
                  </a:lnTo>
                  <a:lnTo>
                    <a:pt x="24130" y="476250"/>
                  </a:lnTo>
                  <a:lnTo>
                    <a:pt x="25400" y="474979"/>
                  </a:lnTo>
                  <a:lnTo>
                    <a:pt x="25400" y="472439"/>
                  </a:lnTo>
                  <a:lnTo>
                    <a:pt x="26670" y="464819"/>
                  </a:lnTo>
                  <a:lnTo>
                    <a:pt x="26670" y="457200"/>
                  </a:lnTo>
                  <a:lnTo>
                    <a:pt x="27940" y="447039"/>
                  </a:lnTo>
                  <a:lnTo>
                    <a:pt x="27940" y="87629"/>
                  </a:lnTo>
                  <a:lnTo>
                    <a:pt x="26670" y="77469"/>
                  </a:lnTo>
                  <a:lnTo>
                    <a:pt x="26670" y="69850"/>
                  </a:lnTo>
                  <a:lnTo>
                    <a:pt x="25400" y="62229"/>
                  </a:lnTo>
                  <a:lnTo>
                    <a:pt x="24130" y="59689"/>
                  </a:lnTo>
                  <a:lnTo>
                    <a:pt x="24130" y="57150"/>
                  </a:lnTo>
                  <a:lnTo>
                    <a:pt x="24130" y="54609"/>
                  </a:lnTo>
                  <a:lnTo>
                    <a:pt x="22860" y="53339"/>
                  </a:lnTo>
                  <a:lnTo>
                    <a:pt x="21590" y="50800"/>
                  </a:lnTo>
                  <a:lnTo>
                    <a:pt x="21590" y="49529"/>
                  </a:lnTo>
                  <a:lnTo>
                    <a:pt x="20320" y="48259"/>
                  </a:lnTo>
                  <a:lnTo>
                    <a:pt x="19050" y="45719"/>
                  </a:lnTo>
                  <a:lnTo>
                    <a:pt x="17780" y="45719"/>
                  </a:lnTo>
                  <a:lnTo>
                    <a:pt x="16510" y="43179"/>
                  </a:lnTo>
                  <a:lnTo>
                    <a:pt x="13970" y="41909"/>
                  </a:lnTo>
                  <a:lnTo>
                    <a:pt x="11430" y="39369"/>
                  </a:lnTo>
                  <a:lnTo>
                    <a:pt x="7620" y="38100"/>
                  </a:lnTo>
                  <a:lnTo>
                    <a:pt x="3810" y="35559"/>
                  </a:lnTo>
                  <a:lnTo>
                    <a:pt x="0" y="34289"/>
                  </a:lnTo>
                  <a:lnTo>
                    <a:pt x="0" y="15239"/>
                  </a:lnTo>
                  <a:lnTo>
                    <a:pt x="106680" y="15239"/>
                  </a:lnTo>
                  <a:close/>
                </a:path>
              </a:pathLst>
            </a:custGeom>
            <a:ln w="12579">
              <a:solidFill>
                <a:srgbClr val="006600"/>
              </a:solidFill>
            </a:ln>
          </p:spPr>
          <p:txBody>
            <a:bodyPr wrap="square" lIns="0" tIns="0" rIns="0" bIns="0" rtlCol="0"/>
            <a:lstStyle/>
            <a:p/>
          </p:txBody>
        </p:sp>
        <p:sp>
          <p:nvSpPr>
            <p:cNvPr id="603" name="object 603"/>
            <p:cNvSpPr/>
            <p:nvPr/>
          </p:nvSpPr>
          <p:spPr>
            <a:xfrm>
              <a:off x="8432800" y="1143000"/>
              <a:ext cx="254000" cy="762000"/>
            </a:xfrm>
            <a:prstGeom prst="rect">
              <a:avLst/>
            </a:prstGeom>
            <a:blipFill>
              <a:blip r:embed="rId78" cstate="print"/>
              <a:stretch>
                <a:fillRect/>
              </a:stretch>
            </a:blipFill>
          </p:spPr>
          <p:txBody>
            <a:bodyPr wrap="square" lIns="0" tIns="0" rIns="0" bIns="0" rtlCol="0"/>
            <a:lstStyle/>
            <a:p/>
          </p:txBody>
        </p:sp>
        <p:sp>
          <p:nvSpPr>
            <p:cNvPr id="604" name="object 604"/>
            <p:cNvSpPr/>
            <p:nvPr/>
          </p:nvSpPr>
          <p:spPr>
            <a:xfrm>
              <a:off x="8581390" y="1159509"/>
              <a:ext cx="111760" cy="349250"/>
            </a:xfrm>
            <a:custGeom>
              <a:avLst/>
              <a:gdLst/>
              <a:ahLst/>
              <a:cxnLst/>
              <a:rect l="l" t="t" r="r" b="b"/>
              <a:pathLst>
                <a:path w="111759" h="349250">
                  <a:moveTo>
                    <a:pt x="111760" y="0"/>
                  </a:moveTo>
                  <a:lnTo>
                    <a:pt x="104140" y="0"/>
                  </a:lnTo>
                  <a:lnTo>
                    <a:pt x="16510" y="0"/>
                  </a:lnTo>
                  <a:lnTo>
                    <a:pt x="16510" y="12700"/>
                  </a:lnTo>
                  <a:lnTo>
                    <a:pt x="99060" y="12700"/>
                  </a:lnTo>
                  <a:lnTo>
                    <a:pt x="99060" y="59690"/>
                  </a:lnTo>
                  <a:lnTo>
                    <a:pt x="54610" y="59690"/>
                  </a:lnTo>
                  <a:lnTo>
                    <a:pt x="44450" y="59690"/>
                  </a:lnTo>
                  <a:lnTo>
                    <a:pt x="48260" y="67310"/>
                  </a:lnTo>
                  <a:lnTo>
                    <a:pt x="54610" y="81280"/>
                  </a:lnTo>
                  <a:lnTo>
                    <a:pt x="58420" y="87630"/>
                  </a:lnTo>
                  <a:lnTo>
                    <a:pt x="58801" y="87337"/>
                  </a:lnTo>
                  <a:lnTo>
                    <a:pt x="60960" y="92710"/>
                  </a:lnTo>
                  <a:lnTo>
                    <a:pt x="62230" y="97790"/>
                  </a:lnTo>
                  <a:lnTo>
                    <a:pt x="63500" y="104140"/>
                  </a:lnTo>
                  <a:lnTo>
                    <a:pt x="66040" y="109220"/>
                  </a:lnTo>
                  <a:lnTo>
                    <a:pt x="67310" y="115570"/>
                  </a:lnTo>
                  <a:lnTo>
                    <a:pt x="67500" y="115493"/>
                  </a:lnTo>
                  <a:lnTo>
                    <a:pt x="68580" y="121920"/>
                  </a:lnTo>
                  <a:lnTo>
                    <a:pt x="69850" y="129540"/>
                  </a:lnTo>
                  <a:lnTo>
                    <a:pt x="71120" y="135890"/>
                  </a:lnTo>
                  <a:lnTo>
                    <a:pt x="72390" y="143510"/>
                  </a:lnTo>
                  <a:lnTo>
                    <a:pt x="72390" y="151130"/>
                  </a:lnTo>
                  <a:lnTo>
                    <a:pt x="73660" y="160020"/>
                  </a:lnTo>
                  <a:lnTo>
                    <a:pt x="73660" y="166370"/>
                  </a:lnTo>
                  <a:lnTo>
                    <a:pt x="73660" y="167640"/>
                  </a:lnTo>
                  <a:lnTo>
                    <a:pt x="73660" y="175260"/>
                  </a:lnTo>
                  <a:lnTo>
                    <a:pt x="73660" y="186690"/>
                  </a:lnTo>
                  <a:lnTo>
                    <a:pt x="72390" y="199390"/>
                  </a:lnTo>
                  <a:lnTo>
                    <a:pt x="72390" y="212090"/>
                  </a:lnTo>
                  <a:lnTo>
                    <a:pt x="69850" y="223520"/>
                  </a:lnTo>
                  <a:lnTo>
                    <a:pt x="68580" y="234950"/>
                  </a:lnTo>
                  <a:lnTo>
                    <a:pt x="66040" y="246380"/>
                  </a:lnTo>
                  <a:lnTo>
                    <a:pt x="62230" y="256540"/>
                  </a:lnTo>
                  <a:lnTo>
                    <a:pt x="62801" y="256667"/>
                  </a:lnTo>
                  <a:lnTo>
                    <a:pt x="58420" y="265430"/>
                  </a:lnTo>
                  <a:lnTo>
                    <a:pt x="54610" y="275590"/>
                  </a:lnTo>
                  <a:lnTo>
                    <a:pt x="50800" y="283210"/>
                  </a:lnTo>
                  <a:lnTo>
                    <a:pt x="47396" y="291147"/>
                  </a:lnTo>
                  <a:lnTo>
                    <a:pt x="46990" y="290830"/>
                  </a:lnTo>
                  <a:lnTo>
                    <a:pt x="41910" y="299720"/>
                  </a:lnTo>
                  <a:lnTo>
                    <a:pt x="35560" y="307340"/>
                  </a:lnTo>
                  <a:lnTo>
                    <a:pt x="30480" y="312420"/>
                  </a:lnTo>
                  <a:lnTo>
                    <a:pt x="24701" y="319354"/>
                  </a:lnTo>
                  <a:lnTo>
                    <a:pt x="24130" y="318770"/>
                  </a:lnTo>
                  <a:lnTo>
                    <a:pt x="17780" y="325120"/>
                  </a:lnTo>
                  <a:lnTo>
                    <a:pt x="11430" y="330200"/>
                  </a:lnTo>
                  <a:lnTo>
                    <a:pt x="6451" y="334187"/>
                  </a:lnTo>
                  <a:lnTo>
                    <a:pt x="6350" y="334010"/>
                  </a:lnTo>
                  <a:lnTo>
                    <a:pt x="0" y="337820"/>
                  </a:lnTo>
                  <a:lnTo>
                    <a:pt x="3810" y="344170"/>
                  </a:lnTo>
                  <a:lnTo>
                    <a:pt x="6350" y="349250"/>
                  </a:lnTo>
                  <a:lnTo>
                    <a:pt x="7620" y="349250"/>
                  </a:lnTo>
                  <a:lnTo>
                    <a:pt x="12700" y="345440"/>
                  </a:lnTo>
                  <a:lnTo>
                    <a:pt x="13970" y="345440"/>
                  </a:lnTo>
                  <a:lnTo>
                    <a:pt x="20320" y="340360"/>
                  </a:lnTo>
                  <a:lnTo>
                    <a:pt x="26670" y="334010"/>
                  </a:lnTo>
                  <a:lnTo>
                    <a:pt x="33020" y="328930"/>
                  </a:lnTo>
                  <a:lnTo>
                    <a:pt x="39370" y="321310"/>
                  </a:lnTo>
                  <a:lnTo>
                    <a:pt x="45720" y="314960"/>
                  </a:lnTo>
                  <a:lnTo>
                    <a:pt x="50800" y="306070"/>
                  </a:lnTo>
                  <a:lnTo>
                    <a:pt x="57150" y="298450"/>
                  </a:lnTo>
                  <a:lnTo>
                    <a:pt x="62230" y="289560"/>
                  </a:lnTo>
                  <a:lnTo>
                    <a:pt x="66040" y="280670"/>
                  </a:lnTo>
                  <a:lnTo>
                    <a:pt x="71120" y="270510"/>
                  </a:lnTo>
                  <a:lnTo>
                    <a:pt x="74930" y="260350"/>
                  </a:lnTo>
                  <a:lnTo>
                    <a:pt x="77470" y="248920"/>
                  </a:lnTo>
                  <a:lnTo>
                    <a:pt x="80010" y="237490"/>
                  </a:lnTo>
                  <a:lnTo>
                    <a:pt x="82550" y="226060"/>
                  </a:lnTo>
                  <a:lnTo>
                    <a:pt x="83820" y="213360"/>
                  </a:lnTo>
                  <a:lnTo>
                    <a:pt x="85090" y="200660"/>
                  </a:lnTo>
                  <a:lnTo>
                    <a:pt x="86360" y="187960"/>
                  </a:lnTo>
                  <a:lnTo>
                    <a:pt x="86360" y="175260"/>
                  </a:lnTo>
                  <a:lnTo>
                    <a:pt x="86360" y="166370"/>
                  </a:lnTo>
                  <a:lnTo>
                    <a:pt x="86360" y="158750"/>
                  </a:lnTo>
                  <a:lnTo>
                    <a:pt x="86360" y="157480"/>
                  </a:lnTo>
                  <a:lnTo>
                    <a:pt x="85090" y="149860"/>
                  </a:lnTo>
                  <a:lnTo>
                    <a:pt x="85090" y="142240"/>
                  </a:lnTo>
                  <a:lnTo>
                    <a:pt x="83820" y="134620"/>
                  </a:lnTo>
                  <a:lnTo>
                    <a:pt x="83820" y="133350"/>
                  </a:lnTo>
                  <a:lnTo>
                    <a:pt x="82550" y="127000"/>
                  </a:lnTo>
                  <a:lnTo>
                    <a:pt x="81280" y="119380"/>
                  </a:lnTo>
                  <a:lnTo>
                    <a:pt x="80010" y="111760"/>
                  </a:lnTo>
                  <a:lnTo>
                    <a:pt x="77470" y="106680"/>
                  </a:lnTo>
                  <a:lnTo>
                    <a:pt x="76200" y="100330"/>
                  </a:lnTo>
                  <a:lnTo>
                    <a:pt x="74930" y="93980"/>
                  </a:lnTo>
                  <a:lnTo>
                    <a:pt x="73660" y="93980"/>
                  </a:lnTo>
                  <a:lnTo>
                    <a:pt x="72390" y="87630"/>
                  </a:lnTo>
                  <a:lnTo>
                    <a:pt x="69850" y="81280"/>
                  </a:lnTo>
                  <a:lnTo>
                    <a:pt x="66040" y="76200"/>
                  </a:lnTo>
                  <a:lnTo>
                    <a:pt x="64185" y="71120"/>
                  </a:lnTo>
                  <a:lnTo>
                    <a:pt x="104140" y="71120"/>
                  </a:lnTo>
                  <a:lnTo>
                    <a:pt x="111760" y="71120"/>
                  </a:lnTo>
                  <a:lnTo>
                    <a:pt x="111760" y="64770"/>
                  </a:lnTo>
                  <a:lnTo>
                    <a:pt x="111760" y="6350"/>
                  </a:lnTo>
                  <a:lnTo>
                    <a:pt x="111760" y="0"/>
                  </a:lnTo>
                  <a:close/>
                </a:path>
              </a:pathLst>
            </a:custGeom>
            <a:solidFill>
              <a:srgbClr val="006600"/>
            </a:solidFill>
          </p:spPr>
          <p:txBody>
            <a:bodyPr wrap="square" lIns="0" tIns="0" rIns="0" bIns="0" rtlCol="0"/>
            <a:lstStyle/>
            <a:p/>
          </p:txBody>
        </p:sp>
        <p:sp>
          <p:nvSpPr>
            <p:cNvPr id="605" name="object 605"/>
            <p:cNvSpPr/>
            <p:nvPr/>
          </p:nvSpPr>
          <p:spPr>
            <a:xfrm>
              <a:off x="8487410" y="1497329"/>
              <a:ext cx="101600" cy="91440"/>
            </a:xfrm>
            <a:custGeom>
              <a:avLst/>
              <a:gdLst/>
              <a:ahLst/>
              <a:cxnLst/>
              <a:rect l="l" t="t" r="r" b="b"/>
              <a:pathLst>
                <a:path w="101600" h="91440">
                  <a:moveTo>
                    <a:pt x="101600" y="11430"/>
                  </a:moveTo>
                  <a:lnTo>
                    <a:pt x="97790" y="6350"/>
                  </a:lnTo>
                  <a:lnTo>
                    <a:pt x="95250" y="0"/>
                  </a:lnTo>
                  <a:lnTo>
                    <a:pt x="90258" y="2997"/>
                  </a:lnTo>
                  <a:lnTo>
                    <a:pt x="90170" y="2540"/>
                  </a:lnTo>
                  <a:lnTo>
                    <a:pt x="83820" y="5080"/>
                  </a:lnTo>
                  <a:lnTo>
                    <a:pt x="77470" y="7620"/>
                  </a:lnTo>
                  <a:lnTo>
                    <a:pt x="31750" y="7620"/>
                  </a:lnTo>
                  <a:lnTo>
                    <a:pt x="29210" y="8890"/>
                  </a:lnTo>
                  <a:lnTo>
                    <a:pt x="26670" y="10160"/>
                  </a:lnTo>
                  <a:lnTo>
                    <a:pt x="25400" y="10160"/>
                  </a:lnTo>
                  <a:lnTo>
                    <a:pt x="24130" y="10160"/>
                  </a:lnTo>
                  <a:lnTo>
                    <a:pt x="22860" y="11430"/>
                  </a:lnTo>
                  <a:lnTo>
                    <a:pt x="20320" y="12700"/>
                  </a:lnTo>
                  <a:lnTo>
                    <a:pt x="17780" y="15240"/>
                  </a:lnTo>
                  <a:lnTo>
                    <a:pt x="16510" y="16510"/>
                  </a:lnTo>
                  <a:lnTo>
                    <a:pt x="13970" y="20320"/>
                  </a:lnTo>
                  <a:lnTo>
                    <a:pt x="12700" y="21590"/>
                  </a:lnTo>
                  <a:lnTo>
                    <a:pt x="11430" y="22860"/>
                  </a:lnTo>
                  <a:lnTo>
                    <a:pt x="8890" y="26670"/>
                  </a:lnTo>
                  <a:lnTo>
                    <a:pt x="8890" y="27940"/>
                  </a:lnTo>
                  <a:lnTo>
                    <a:pt x="6350" y="31750"/>
                  </a:lnTo>
                  <a:lnTo>
                    <a:pt x="5080" y="35560"/>
                  </a:lnTo>
                  <a:lnTo>
                    <a:pt x="5080" y="36830"/>
                  </a:lnTo>
                  <a:lnTo>
                    <a:pt x="4330" y="38315"/>
                  </a:lnTo>
                  <a:lnTo>
                    <a:pt x="3810" y="38100"/>
                  </a:lnTo>
                  <a:lnTo>
                    <a:pt x="3810" y="39370"/>
                  </a:lnTo>
                  <a:lnTo>
                    <a:pt x="3810" y="40640"/>
                  </a:lnTo>
                  <a:lnTo>
                    <a:pt x="2540" y="41910"/>
                  </a:lnTo>
                  <a:lnTo>
                    <a:pt x="2540" y="43180"/>
                  </a:lnTo>
                  <a:lnTo>
                    <a:pt x="1270" y="45720"/>
                  </a:lnTo>
                  <a:lnTo>
                    <a:pt x="1270" y="48260"/>
                  </a:lnTo>
                  <a:lnTo>
                    <a:pt x="1270" y="50800"/>
                  </a:lnTo>
                  <a:lnTo>
                    <a:pt x="1270" y="53340"/>
                  </a:lnTo>
                  <a:lnTo>
                    <a:pt x="1270" y="55880"/>
                  </a:lnTo>
                  <a:lnTo>
                    <a:pt x="0" y="58420"/>
                  </a:lnTo>
                  <a:lnTo>
                    <a:pt x="0" y="77470"/>
                  </a:lnTo>
                  <a:lnTo>
                    <a:pt x="1270" y="80010"/>
                  </a:lnTo>
                  <a:lnTo>
                    <a:pt x="1270" y="82550"/>
                  </a:lnTo>
                  <a:lnTo>
                    <a:pt x="1270" y="83820"/>
                  </a:lnTo>
                  <a:lnTo>
                    <a:pt x="1270" y="86360"/>
                  </a:lnTo>
                  <a:lnTo>
                    <a:pt x="2540" y="87630"/>
                  </a:lnTo>
                  <a:lnTo>
                    <a:pt x="2540" y="88900"/>
                  </a:lnTo>
                  <a:lnTo>
                    <a:pt x="2540" y="91440"/>
                  </a:lnTo>
                  <a:lnTo>
                    <a:pt x="3810" y="91440"/>
                  </a:lnTo>
                  <a:lnTo>
                    <a:pt x="8890" y="88900"/>
                  </a:lnTo>
                  <a:lnTo>
                    <a:pt x="15240" y="86360"/>
                  </a:lnTo>
                  <a:lnTo>
                    <a:pt x="13970" y="85090"/>
                  </a:lnTo>
                  <a:lnTo>
                    <a:pt x="13970" y="83820"/>
                  </a:lnTo>
                  <a:lnTo>
                    <a:pt x="13970" y="81280"/>
                  </a:lnTo>
                  <a:lnTo>
                    <a:pt x="12700" y="80010"/>
                  </a:lnTo>
                  <a:lnTo>
                    <a:pt x="12700" y="53340"/>
                  </a:lnTo>
                  <a:lnTo>
                    <a:pt x="13563" y="50723"/>
                  </a:lnTo>
                  <a:lnTo>
                    <a:pt x="13970" y="50800"/>
                  </a:lnTo>
                  <a:lnTo>
                    <a:pt x="13970" y="49530"/>
                  </a:lnTo>
                  <a:lnTo>
                    <a:pt x="13970" y="48260"/>
                  </a:lnTo>
                  <a:lnTo>
                    <a:pt x="15240" y="45720"/>
                  </a:lnTo>
                  <a:lnTo>
                    <a:pt x="14655" y="45605"/>
                  </a:lnTo>
                  <a:lnTo>
                    <a:pt x="15240" y="44450"/>
                  </a:lnTo>
                  <a:lnTo>
                    <a:pt x="16510" y="43180"/>
                  </a:lnTo>
                  <a:lnTo>
                    <a:pt x="16510" y="41910"/>
                  </a:lnTo>
                  <a:lnTo>
                    <a:pt x="16510" y="40640"/>
                  </a:lnTo>
                  <a:lnTo>
                    <a:pt x="17780" y="36830"/>
                  </a:lnTo>
                  <a:lnTo>
                    <a:pt x="20320" y="33020"/>
                  </a:lnTo>
                  <a:lnTo>
                    <a:pt x="22860" y="29210"/>
                  </a:lnTo>
                  <a:lnTo>
                    <a:pt x="24130" y="27940"/>
                  </a:lnTo>
                  <a:lnTo>
                    <a:pt x="25400" y="26670"/>
                  </a:lnTo>
                  <a:lnTo>
                    <a:pt x="26670" y="24130"/>
                  </a:lnTo>
                  <a:lnTo>
                    <a:pt x="27940" y="22860"/>
                  </a:lnTo>
                  <a:lnTo>
                    <a:pt x="31750" y="21590"/>
                  </a:lnTo>
                  <a:lnTo>
                    <a:pt x="33020" y="21590"/>
                  </a:lnTo>
                  <a:lnTo>
                    <a:pt x="35560" y="20320"/>
                  </a:lnTo>
                  <a:lnTo>
                    <a:pt x="68580" y="20320"/>
                  </a:lnTo>
                  <a:lnTo>
                    <a:pt x="69850" y="20320"/>
                  </a:lnTo>
                  <a:lnTo>
                    <a:pt x="74930" y="20320"/>
                  </a:lnTo>
                  <a:lnTo>
                    <a:pt x="80010" y="19050"/>
                  </a:lnTo>
                  <a:lnTo>
                    <a:pt x="82550" y="19050"/>
                  </a:lnTo>
                  <a:lnTo>
                    <a:pt x="87198" y="16725"/>
                  </a:lnTo>
                  <a:lnTo>
                    <a:pt x="87630" y="17780"/>
                  </a:lnTo>
                  <a:lnTo>
                    <a:pt x="92710" y="15240"/>
                  </a:lnTo>
                  <a:lnTo>
                    <a:pt x="93980" y="15240"/>
                  </a:lnTo>
                  <a:lnTo>
                    <a:pt x="100330" y="11430"/>
                  </a:lnTo>
                  <a:lnTo>
                    <a:pt x="101600" y="11430"/>
                  </a:lnTo>
                  <a:close/>
                </a:path>
              </a:pathLst>
            </a:custGeom>
            <a:solidFill>
              <a:srgbClr val="006600"/>
            </a:solidFill>
          </p:spPr>
          <p:txBody>
            <a:bodyPr wrap="square" lIns="0" tIns="0" rIns="0" bIns="0" rtlCol="0"/>
            <a:lstStyle/>
            <a:p/>
          </p:txBody>
        </p:sp>
        <p:sp>
          <p:nvSpPr>
            <p:cNvPr id="606" name="object 606"/>
            <p:cNvSpPr/>
            <p:nvPr/>
          </p:nvSpPr>
          <p:spPr>
            <a:xfrm>
              <a:off x="8489950" y="1583689"/>
              <a:ext cx="200660" cy="123189"/>
            </a:xfrm>
            <a:custGeom>
              <a:avLst/>
              <a:gdLst/>
              <a:ahLst/>
              <a:cxnLst/>
              <a:rect l="l" t="t" r="r" b="b"/>
              <a:pathLst>
                <a:path w="200659" h="123189">
                  <a:moveTo>
                    <a:pt x="200660" y="121920"/>
                  </a:moveTo>
                  <a:lnTo>
                    <a:pt x="199390" y="114300"/>
                  </a:lnTo>
                  <a:lnTo>
                    <a:pt x="199390" y="113030"/>
                  </a:lnTo>
                  <a:lnTo>
                    <a:pt x="198120" y="106680"/>
                  </a:lnTo>
                  <a:lnTo>
                    <a:pt x="196850" y="99060"/>
                  </a:lnTo>
                  <a:lnTo>
                    <a:pt x="196850" y="97790"/>
                  </a:lnTo>
                  <a:lnTo>
                    <a:pt x="195580" y="91440"/>
                  </a:lnTo>
                  <a:lnTo>
                    <a:pt x="193040" y="85090"/>
                  </a:lnTo>
                  <a:lnTo>
                    <a:pt x="190500" y="77470"/>
                  </a:lnTo>
                  <a:lnTo>
                    <a:pt x="187960" y="71120"/>
                  </a:lnTo>
                  <a:lnTo>
                    <a:pt x="185420" y="66040"/>
                  </a:lnTo>
                  <a:lnTo>
                    <a:pt x="184150" y="66040"/>
                  </a:lnTo>
                  <a:lnTo>
                    <a:pt x="181610" y="60960"/>
                  </a:lnTo>
                  <a:lnTo>
                    <a:pt x="177800" y="54610"/>
                  </a:lnTo>
                  <a:lnTo>
                    <a:pt x="173990" y="49530"/>
                  </a:lnTo>
                  <a:lnTo>
                    <a:pt x="170180" y="45720"/>
                  </a:lnTo>
                  <a:lnTo>
                    <a:pt x="170180" y="44450"/>
                  </a:lnTo>
                  <a:lnTo>
                    <a:pt x="166370" y="41910"/>
                  </a:lnTo>
                  <a:lnTo>
                    <a:pt x="163830" y="38100"/>
                  </a:lnTo>
                  <a:lnTo>
                    <a:pt x="162560" y="38100"/>
                  </a:lnTo>
                  <a:lnTo>
                    <a:pt x="154940" y="33020"/>
                  </a:lnTo>
                  <a:lnTo>
                    <a:pt x="146050" y="27940"/>
                  </a:lnTo>
                  <a:lnTo>
                    <a:pt x="144780" y="27940"/>
                  </a:lnTo>
                  <a:lnTo>
                    <a:pt x="135890" y="25400"/>
                  </a:lnTo>
                  <a:lnTo>
                    <a:pt x="125730" y="21590"/>
                  </a:lnTo>
                  <a:lnTo>
                    <a:pt x="124460" y="21590"/>
                  </a:lnTo>
                  <a:lnTo>
                    <a:pt x="113030" y="19050"/>
                  </a:lnTo>
                  <a:lnTo>
                    <a:pt x="111760" y="19050"/>
                  </a:lnTo>
                  <a:lnTo>
                    <a:pt x="99060" y="19050"/>
                  </a:lnTo>
                  <a:lnTo>
                    <a:pt x="85090" y="17780"/>
                  </a:lnTo>
                  <a:lnTo>
                    <a:pt x="36830" y="17780"/>
                  </a:lnTo>
                  <a:lnTo>
                    <a:pt x="33020" y="17780"/>
                  </a:lnTo>
                  <a:lnTo>
                    <a:pt x="31750" y="17780"/>
                  </a:lnTo>
                  <a:lnTo>
                    <a:pt x="30480" y="17780"/>
                  </a:lnTo>
                  <a:lnTo>
                    <a:pt x="26670" y="16510"/>
                  </a:lnTo>
                  <a:lnTo>
                    <a:pt x="24130" y="15671"/>
                  </a:lnTo>
                  <a:lnTo>
                    <a:pt x="21590" y="13970"/>
                  </a:lnTo>
                  <a:lnTo>
                    <a:pt x="19888" y="13131"/>
                  </a:lnTo>
                  <a:lnTo>
                    <a:pt x="20320" y="12700"/>
                  </a:lnTo>
                  <a:lnTo>
                    <a:pt x="19050" y="11430"/>
                  </a:lnTo>
                  <a:lnTo>
                    <a:pt x="17780" y="10160"/>
                  </a:lnTo>
                  <a:lnTo>
                    <a:pt x="16510" y="8890"/>
                  </a:lnTo>
                  <a:lnTo>
                    <a:pt x="15240" y="6350"/>
                  </a:lnTo>
                  <a:lnTo>
                    <a:pt x="15240" y="5080"/>
                  </a:lnTo>
                  <a:lnTo>
                    <a:pt x="13970" y="3810"/>
                  </a:lnTo>
                  <a:lnTo>
                    <a:pt x="13970" y="2540"/>
                  </a:lnTo>
                  <a:lnTo>
                    <a:pt x="12700" y="1270"/>
                  </a:lnTo>
                  <a:lnTo>
                    <a:pt x="12700" y="0"/>
                  </a:lnTo>
                  <a:lnTo>
                    <a:pt x="6350" y="2540"/>
                  </a:lnTo>
                  <a:lnTo>
                    <a:pt x="0" y="5080"/>
                  </a:lnTo>
                  <a:lnTo>
                    <a:pt x="1270" y="5080"/>
                  </a:lnTo>
                  <a:lnTo>
                    <a:pt x="1270" y="6350"/>
                  </a:lnTo>
                  <a:lnTo>
                    <a:pt x="1270" y="7620"/>
                  </a:lnTo>
                  <a:lnTo>
                    <a:pt x="2540" y="10160"/>
                  </a:lnTo>
                  <a:lnTo>
                    <a:pt x="2540" y="11430"/>
                  </a:lnTo>
                  <a:lnTo>
                    <a:pt x="3810" y="12700"/>
                  </a:lnTo>
                  <a:lnTo>
                    <a:pt x="5080" y="13970"/>
                  </a:lnTo>
                  <a:lnTo>
                    <a:pt x="5080" y="15240"/>
                  </a:lnTo>
                  <a:lnTo>
                    <a:pt x="6350" y="15240"/>
                  </a:lnTo>
                  <a:lnTo>
                    <a:pt x="6350" y="16510"/>
                  </a:lnTo>
                  <a:lnTo>
                    <a:pt x="7620" y="17780"/>
                  </a:lnTo>
                  <a:lnTo>
                    <a:pt x="7620" y="19050"/>
                  </a:lnTo>
                  <a:lnTo>
                    <a:pt x="8890" y="19050"/>
                  </a:lnTo>
                  <a:lnTo>
                    <a:pt x="10160" y="20320"/>
                  </a:lnTo>
                  <a:lnTo>
                    <a:pt x="11430" y="21590"/>
                  </a:lnTo>
                  <a:lnTo>
                    <a:pt x="11430" y="22860"/>
                  </a:lnTo>
                  <a:lnTo>
                    <a:pt x="12700" y="22860"/>
                  </a:lnTo>
                  <a:lnTo>
                    <a:pt x="15240" y="24130"/>
                  </a:lnTo>
                  <a:lnTo>
                    <a:pt x="15240" y="25400"/>
                  </a:lnTo>
                  <a:lnTo>
                    <a:pt x="17780" y="26670"/>
                  </a:lnTo>
                  <a:lnTo>
                    <a:pt x="19050" y="27940"/>
                  </a:lnTo>
                  <a:lnTo>
                    <a:pt x="20320" y="27940"/>
                  </a:lnTo>
                  <a:lnTo>
                    <a:pt x="22860" y="27940"/>
                  </a:lnTo>
                  <a:lnTo>
                    <a:pt x="26670" y="29210"/>
                  </a:lnTo>
                  <a:lnTo>
                    <a:pt x="31750" y="30480"/>
                  </a:lnTo>
                  <a:lnTo>
                    <a:pt x="36830" y="30480"/>
                  </a:lnTo>
                  <a:lnTo>
                    <a:pt x="83820" y="30480"/>
                  </a:lnTo>
                  <a:lnTo>
                    <a:pt x="85090" y="30480"/>
                  </a:lnTo>
                  <a:lnTo>
                    <a:pt x="97790" y="30480"/>
                  </a:lnTo>
                  <a:lnTo>
                    <a:pt x="110502" y="31648"/>
                  </a:lnTo>
                  <a:lnTo>
                    <a:pt x="120713" y="32893"/>
                  </a:lnTo>
                  <a:lnTo>
                    <a:pt x="120650" y="33020"/>
                  </a:lnTo>
                  <a:lnTo>
                    <a:pt x="132080" y="36830"/>
                  </a:lnTo>
                  <a:lnTo>
                    <a:pt x="139915" y="39077"/>
                  </a:lnTo>
                  <a:lnTo>
                    <a:pt x="139700" y="39370"/>
                  </a:lnTo>
                  <a:lnTo>
                    <a:pt x="148590" y="44450"/>
                  </a:lnTo>
                  <a:lnTo>
                    <a:pt x="154940" y="48260"/>
                  </a:lnTo>
                  <a:lnTo>
                    <a:pt x="157480" y="50800"/>
                  </a:lnTo>
                  <a:lnTo>
                    <a:pt x="160020" y="53340"/>
                  </a:lnTo>
                  <a:lnTo>
                    <a:pt x="163830" y="57150"/>
                  </a:lnTo>
                  <a:lnTo>
                    <a:pt x="167640" y="62230"/>
                  </a:lnTo>
                  <a:lnTo>
                    <a:pt x="168021" y="61937"/>
                  </a:lnTo>
                  <a:lnTo>
                    <a:pt x="170180" y="67310"/>
                  </a:lnTo>
                  <a:lnTo>
                    <a:pt x="173990" y="72390"/>
                  </a:lnTo>
                  <a:lnTo>
                    <a:pt x="176530" y="77470"/>
                  </a:lnTo>
                  <a:lnTo>
                    <a:pt x="176911" y="77177"/>
                  </a:lnTo>
                  <a:lnTo>
                    <a:pt x="179070" y="82550"/>
                  </a:lnTo>
                  <a:lnTo>
                    <a:pt x="180340" y="88900"/>
                  </a:lnTo>
                  <a:lnTo>
                    <a:pt x="182880" y="95250"/>
                  </a:lnTo>
                  <a:lnTo>
                    <a:pt x="184150" y="101600"/>
                  </a:lnTo>
                  <a:lnTo>
                    <a:pt x="184340" y="101523"/>
                  </a:lnTo>
                  <a:lnTo>
                    <a:pt x="185420" y="107950"/>
                  </a:lnTo>
                  <a:lnTo>
                    <a:pt x="187960" y="115570"/>
                  </a:lnTo>
                  <a:lnTo>
                    <a:pt x="187960" y="123190"/>
                  </a:lnTo>
                  <a:lnTo>
                    <a:pt x="194310" y="121920"/>
                  </a:lnTo>
                  <a:lnTo>
                    <a:pt x="200660" y="121920"/>
                  </a:lnTo>
                  <a:close/>
                </a:path>
              </a:pathLst>
            </a:custGeom>
            <a:solidFill>
              <a:srgbClr val="006600"/>
            </a:solidFill>
          </p:spPr>
          <p:txBody>
            <a:bodyPr wrap="square" lIns="0" tIns="0" rIns="0" bIns="0" rtlCol="0"/>
            <a:lstStyle/>
            <a:p/>
          </p:txBody>
        </p:sp>
        <p:sp>
          <p:nvSpPr>
            <p:cNvPr id="607" name="object 607"/>
            <p:cNvSpPr/>
            <p:nvPr/>
          </p:nvSpPr>
          <p:spPr>
            <a:xfrm>
              <a:off x="8463280" y="1697989"/>
              <a:ext cx="229870" cy="213360"/>
            </a:xfrm>
            <a:custGeom>
              <a:avLst/>
              <a:gdLst/>
              <a:ahLst/>
              <a:cxnLst/>
              <a:rect l="l" t="t" r="r" b="b"/>
              <a:pathLst>
                <a:path w="229870" h="213360">
                  <a:moveTo>
                    <a:pt x="229870" y="24130"/>
                  </a:moveTo>
                  <a:lnTo>
                    <a:pt x="228600" y="15240"/>
                  </a:lnTo>
                  <a:lnTo>
                    <a:pt x="227330" y="7620"/>
                  </a:lnTo>
                  <a:lnTo>
                    <a:pt x="226060" y="0"/>
                  </a:lnTo>
                  <a:lnTo>
                    <a:pt x="219710" y="0"/>
                  </a:lnTo>
                  <a:lnTo>
                    <a:pt x="214630" y="1270"/>
                  </a:lnTo>
                  <a:lnTo>
                    <a:pt x="214630" y="8890"/>
                  </a:lnTo>
                  <a:lnTo>
                    <a:pt x="215900" y="16510"/>
                  </a:lnTo>
                  <a:lnTo>
                    <a:pt x="217170" y="25400"/>
                  </a:lnTo>
                  <a:lnTo>
                    <a:pt x="217170" y="33020"/>
                  </a:lnTo>
                  <a:lnTo>
                    <a:pt x="217170" y="40640"/>
                  </a:lnTo>
                  <a:lnTo>
                    <a:pt x="217170" y="41910"/>
                  </a:lnTo>
                  <a:lnTo>
                    <a:pt x="217170" y="52070"/>
                  </a:lnTo>
                  <a:lnTo>
                    <a:pt x="215900" y="63500"/>
                  </a:lnTo>
                  <a:lnTo>
                    <a:pt x="214630" y="73660"/>
                  </a:lnTo>
                  <a:lnTo>
                    <a:pt x="213360" y="83820"/>
                  </a:lnTo>
                  <a:lnTo>
                    <a:pt x="212090" y="93980"/>
                  </a:lnTo>
                  <a:lnTo>
                    <a:pt x="209550" y="104140"/>
                  </a:lnTo>
                  <a:lnTo>
                    <a:pt x="205740" y="113030"/>
                  </a:lnTo>
                  <a:lnTo>
                    <a:pt x="203200" y="123190"/>
                  </a:lnTo>
                  <a:lnTo>
                    <a:pt x="199390" y="132080"/>
                  </a:lnTo>
                  <a:lnTo>
                    <a:pt x="195580" y="139700"/>
                  </a:lnTo>
                  <a:lnTo>
                    <a:pt x="190500" y="147320"/>
                  </a:lnTo>
                  <a:lnTo>
                    <a:pt x="187147" y="154025"/>
                  </a:lnTo>
                  <a:lnTo>
                    <a:pt x="186690" y="153670"/>
                  </a:lnTo>
                  <a:lnTo>
                    <a:pt x="181610" y="161290"/>
                  </a:lnTo>
                  <a:lnTo>
                    <a:pt x="176530" y="166370"/>
                  </a:lnTo>
                  <a:lnTo>
                    <a:pt x="177177" y="166865"/>
                  </a:lnTo>
                  <a:lnTo>
                    <a:pt x="172834" y="170345"/>
                  </a:lnTo>
                  <a:lnTo>
                    <a:pt x="172720" y="170180"/>
                  </a:lnTo>
                  <a:lnTo>
                    <a:pt x="166370" y="175260"/>
                  </a:lnTo>
                  <a:lnTo>
                    <a:pt x="166751" y="175768"/>
                  </a:lnTo>
                  <a:lnTo>
                    <a:pt x="158750" y="180340"/>
                  </a:lnTo>
                  <a:lnTo>
                    <a:pt x="148590" y="186690"/>
                  </a:lnTo>
                  <a:lnTo>
                    <a:pt x="139700" y="190500"/>
                  </a:lnTo>
                  <a:lnTo>
                    <a:pt x="139865" y="190919"/>
                  </a:lnTo>
                  <a:lnTo>
                    <a:pt x="130810" y="194310"/>
                  </a:lnTo>
                  <a:lnTo>
                    <a:pt x="119380" y="196850"/>
                  </a:lnTo>
                  <a:lnTo>
                    <a:pt x="119481" y="197116"/>
                  </a:lnTo>
                  <a:lnTo>
                    <a:pt x="109220" y="199390"/>
                  </a:lnTo>
                  <a:lnTo>
                    <a:pt x="99060" y="199390"/>
                  </a:lnTo>
                  <a:lnTo>
                    <a:pt x="87630" y="200660"/>
                  </a:lnTo>
                  <a:lnTo>
                    <a:pt x="71120" y="199390"/>
                  </a:lnTo>
                  <a:lnTo>
                    <a:pt x="55880" y="196850"/>
                  </a:lnTo>
                  <a:lnTo>
                    <a:pt x="39370" y="193040"/>
                  </a:lnTo>
                  <a:lnTo>
                    <a:pt x="39243" y="193675"/>
                  </a:lnTo>
                  <a:lnTo>
                    <a:pt x="26670" y="187960"/>
                  </a:lnTo>
                  <a:lnTo>
                    <a:pt x="19050" y="184150"/>
                  </a:lnTo>
                  <a:lnTo>
                    <a:pt x="18910" y="184492"/>
                  </a:lnTo>
                  <a:lnTo>
                    <a:pt x="12700" y="180340"/>
                  </a:lnTo>
                  <a:lnTo>
                    <a:pt x="12611" y="180543"/>
                  </a:lnTo>
                  <a:lnTo>
                    <a:pt x="7620" y="176530"/>
                  </a:lnTo>
                  <a:lnTo>
                    <a:pt x="3810" y="181610"/>
                  </a:lnTo>
                  <a:lnTo>
                    <a:pt x="0" y="186690"/>
                  </a:lnTo>
                  <a:lnTo>
                    <a:pt x="6350" y="191770"/>
                  </a:lnTo>
                  <a:lnTo>
                    <a:pt x="12700" y="195580"/>
                  </a:lnTo>
                  <a:lnTo>
                    <a:pt x="13970" y="195580"/>
                  </a:lnTo>
                  <a:lnTo>
                    <a:pt x="21590" y="199390"/>
                  </a:lnTo>
                  <a:lnTo>
                    <a:pt x="35560" y="205740"/>
                  </a:lnTo>
                  <a:lnTo>
                    <a:pt x="36830" y="205740"/>
                  </a:lnTo>
                  <a:lnTo>
                    <a:pt x="53340" y="209550"/>
                  </a:lnTo>
                  <a:lnTo>
                    <a:pt x="69850" y="212090"/>
                  </a:lnTo>
                  <a:lnTo>
                    <a:pt x="87630" y="213360"/>
                  </a:lnTo>
                  <a:lnTo>
                    <a:pt x="99060" y="212090"/>
                  </a:lnTo>
                  <a:lnTo>
                    <a:pt x="110490" y="210820"/>
                  </a:lnTo>
                  <a:lnTo>
                    <a:pt x="111760" y="210820"/>
                  </a:lnTo>
                  <a:lnTo>
                    <a:pt x="123190" y="209550"/>
                  </a:lnTo>
                  <a:lnTo>
                    <a:pt x="133350" y="205740"/>
                  </a:lnTo>
                  <a:lnTo>
                    <a:pt x="143510" y="203200"/>
                  </a:lnTo>
                  <a:lnTo>
                    <a:pt x="144780" y="201930"/>
                  </a:lnTo>
                  <a:lnTo>
                    <a:pt x="154940" y="198120"/>
                  </a:lnTo>
                  <a:lnTo>
                    <a:pt x="154940" y="196850"/>
                  </a:lnTo>
                  <a:lnTo>
                    <a:pt x="165100" y="191770"/>
                  </a:lnTo>
                  <a:lnTo>
                    <a:pt x="173990" y="185420"/>
                  </a:lnTo>
                  <a:lnTo>
                    <a:pt x="180340" y="180340"/>
                  </a:lnTo>
                  <a:lnTo>
                    <a:pt x="186690" y="175260"/>
                  </a:lnTo>
                  <a:lnTo>
                    <a:pt x="191770" y="168910"/>
                  </a:lnTo>
                  <a:lnTo>
                    <a:pt x="191770" y="167640"/>
                  </a:lnTo>
                  <a:lnTo>
                    <a:pt x="196850" y="161290"/>
                  </a:lnTo>
                  <a:lnTo>
                    <a:pt x="198120" y="161290"/>
                  </a:lnTo>
                  <a:lnTo>
                    <a:pt x="201930" y="153670"/>
                  </a:lnTo>
                  <a:lnTo>
                    <a:pt x="205740" y="146050"/>
                  </a:lnTo>
                  <a:lnTo>
                    <a:pt x="207010" y="146050"/>
                  </a:lnTo>
                  <a:lnTo>
                    <a:pt x="210820" y="137160"/>
                  </a:lnTo>
                  <a:lnTo>
                    <a:pt x="214630" y="127000"/>
                  </a:lnTo>
                  <a:lnTo>
                    <a:pt x="218440" y="118110"/>
                  </a:lnTo>
                  <a:lnTo>
                    <a:pt x="220980" y="107950"/>
                  </a:lnTo>
                  <a:lnTo>
                    <a:pt x="223520" y="96520"/>
                  </a:lnTo>
                  <a:lnTo>
                    <a:pt x="226060" y="86360"/>
                  </a:lnTo>
                  <a:lnTo>
                    <a:pt x="227330" y="74930"/>
                  </a:lnTo>
                  <a:lnTo>
                    <a:pt x="228600" y="64770"/>
                  </a:lnTo>
                  <a:lnTo>
                    <a:pt x="229870" y="53340"/>
                  </a:lnTo>
                  <a:lnTo>
                    <a:pt x="229870" y="41910"/>
                  </a:lnTo>
                  <a:lnTo>
                    <a:pt x="229870" y="33020"/>
                  </a:lnTo>
                  <a:lnTo>
                    <a:pt x="229870" y="24130"/>
                  </a:lnTo>
                  <a:close/>
                </a:path>
              </a:pathLst>
            </a:custGeom>
            <a:solidFill>
              <a:srgbClr val="006600"/>
            </a:solidFill>
          </p:spPr>
          <p:txBody>
            <a:bodyPr wrap="square" lIns="0" tIns="0" rIns="0" bIns="0" rtlCol="0"/>
            <a:lstStyle/>
            <a:p/>
          </p:txBody>
        </p:sp>
        <p:sp>
          <p:nvSpPr>
            <p:cNvPr id="608" name="object 608"/>
            <p:cNvSpPr/>
            <p:nvPr/>
          </p:nvSpPr>
          <p:spPr>
            <a:xfrm>
              <a:off x="8426450" y="1728469"/>
              <a:ext cx="44450" cy="156210"/>
            </a:xfrm>
            <a:custGeom>
              <a:avLst/>
              <a:gdLst/>
              <a:ahLst/>
              <a:cxnLst/>
              <a:rect l="l" t="t" r="r" b="b"/>
              <a:pathLst>
                <a:path w="44450" h="156210">
                  <a:moveTo>
                    <a:pt x="44450" y="146050"/>
                  </a:moveTo>
                  <a:lnTo>
                    <a:pt x="40093" y="142786"/>
                  </a:lnTo>
                  <a:lnTo>
                    <a:pt x="40640" y="142240"/>
                  </a:lnTo>
                  <a:lnTo>
                    <a:pt x="35560" y="137160"/>
                  </a:lnTo>
                  <a:lnTo>
                    <a:pt x="34925" y="137795"/>
                  </a:lnTo>
                  <a:lnTo>
                    <a:pt x="31013" y="133896"/>
                  </a:lnTo>
                  <a:lnTo>
                    <a:pt x="31750" y="133350"/>
                  </a:lnTo>
                  <a:lnTo>
                    <a:pt x="27940" y="129540"/>
                  </a:lnTo>
                  <a:lnTo>
                    <a:pt x="26670" y="125730"/>
                  </a:lnTo>
                  <a:lnTo>
                    <a:pt x="25400" y="125730"/>
                  </a:lnTo>
                  <a:lnTo>
                    <a:pt x="24130" y="123190"/>
                  </a:lnTo>
                  <a:lnTo>
                    <a:pt x="21590" y="118110"/>
                  </a:lnTo>
                  <a:lnTo>
                    <a:pt x="19050" y="111760"/>
                  </a:lnTo>
                  <a:lnTo>
                    <a:pt x="17780" y="106680"/>
                  </a:lnTo>
                  <a:lnTo>
                    <a:pt x="15240" y="100330"/>
                  </a:lnTo>
                  <a:lnTo>
                    <a:pt x="15240" y="97790"/>
                  </a:lnTo>
                  <a:lnTo>
                    <a:pt x="13970" y="93980"/>
                  </a:lnTo>
                  <a:lnTo>
                    <a:pt x="13970" y="91440"/>
                  </a:lnTo>
                  <a:lnTo>
                    <a:pt x="12700" y="87630"/>
                  </a:lnTo>
                  <a:lnTo>
                    <a:pt x="12700" y="86360"/>
                  </a:lnTo>
                  <a:lnTo>
                    <a:pt x="12700" y="83820"/>
                  </a:lnTo>
                  <a:lnTo>
                    <a:pt x="12700" y="64770"/>
                  </a:lnTo>
                  <a:lnTo>
                    <a:pt x="13970" y="62230"/>
                  </a:lnTo>
                  <a:lnTo>
                    <a:pt x="13970" y="59690"/>
                  </a:lnTo>
                  <a:lnTo>
                    <a:pt x="13970" y="58420"/>
                  </a:lnTo>
                  <a:lnTo>
                    <a:pt x="13970" y="57150"/>
                  </a:lnTo>
                  <a:lnTo>
                    <a:pt x="13970" y="55880"/>
                  </a:lnTo>
                  <a:lnTo>
                    <a:pt x="14655" y="54495"/>
                  </a:lnTo>
                  <a:lnTo>
                    <a:pt x="15240" y="54610"/>
                  </a:lnTo>
                  <a:lnTo>
                    <a:pt x="16510" y="48260"/>
                  </a:lnTo>
                  <a:lnTo>
                    <a:pt x="15925" y="48145"/>
                  </a:lnTo>
                  <a:lnTo>
                    <a:pt x="17780" y="44450"/>
                  </a:lnTo>
                  <a:lnTo>
                    <a:pt x="19050" y="39370"/>
                  </a:lnTo>
                  <a:lnTo>
                    <a:pt x="21120" y="35217"/>
                  </a:lnTo>
                  <a:lnTo>
                    <a:pt x="21590" y="35560"/>
                  </a:lnTo>
                  <a:lnTo>
                    <a:pt x="22860" y="33020"/>
                  </a:lnTo>
                  <a:lnTo>
                    <a:pt x="24130" y="31750"/>
                  </a:lnTo>
                  <a:lnTo>
                    <a:pt x="24130" y="30480"/>
                  </a:lnTo>
                  <a:lnTo>
                    <a:pt x="26670" y="26670"/>
                  </a:lnTo>
                  <a:lnTo>
                    <a:pt x="29933" y="22326"/>
                  </a:lnTo>
                  <a:lnTo>
                    <a:pt x="30480" y="22860"/>
                  </a:lnTo>
                  <a:lnTo>
                    <a:pt x="34290" y="17780"/>
                  </a:lnTo>
                  <a:lnTo>
                    <a:pt x="37553" y="14516"/>
                  </a:lnTo>
                  <a:lnTo>
                    <a:pt x="38100" y="15240"/>
                  </a:lnTo>
                  <a:lnTo>
                    <a:pt x="43180" y="10160"/>
                  </a:lnTo>
                  <a:lnTo>
                    <a:pt x="35560" y="0"/>
                  </a:lnTo>
                  <a:lnTo>
                    <a:pt x="30480" y="5080"/>
                  </a:lnTo>
                  <a:lnTo>
                    <a:pt x="25400" y="8890"/>
                  </a:lnTo>
                  <a:lnTo>
                    <a:pt x="20320" y="13970"/>
                  </a:lnTo>
                  <a:lnTo>
                    <a:pt x="16510" y="19050"/>
                  </a:lnTo>
                  <a:lnTo>
                    <a:pt x="16510" y="20320"/>
                  </a:lnTo>
                  <a:lnTo>
                    <a:pt x="13970" y="24130"/>
                  </a:lnTo>
                  <a:lnTo>
                    <a:pt x="12700" y="25400"/>
                  </a:lnTo>
                  <a:lnTo>
                    <a:pt x="11430" y="25400"/>
                  </a:lnTo>
                  <a:lnTo>
                    <a:pt x="11430" y="26670"/>
                  </a:lnTo>
                  <a:lnTo>
                    <a:pt x="10160" y="29210"/>
                  </a:lnTo>
                  <a:lnTo>
                    <a:pt x="8051" y="34467"/>
                  </a:lnTo>
                  <a:lnTo>
                    <a:pt x="7620" y="34290"/>
                  </a:lnTo>
                  <a:lnTo>
                    <a:pt x="6350" y="39370"/>
                  </a:lnTo>
                  <a:lnTo>
                    <a:pt x="3810" y="44450"/>
                  </a:lnTo>
                  <a:lnTo>
                    <a:pt x="3810" y="45720"/>
                  </a:lnTo>
                  <a:lnTo>
                    <a:pt x="2540" y="52070"/>
                  </a:lnTo>
                  <a:lnTo>
                    <a:pt x="2540" y="53340"/>
                  </a:lnTo>
                  <a:lnTo>
                    <a:pt x="1270" y="55880"/>
                  </a:lnTo>
                  <a:lnTo>
                    <a:pt x="1270" y="57150"/>
                  </a:lnTo>
                  <a:lnTo>
                    <a:pt x="1270" y="60960"/>
                  </a:lnTo>
                  <a:lnTo>
                    <a:pt x="1270" y="63500"/>
                  </a:lnTo>
                  <a:lnTo>
                    <a:pt x="0" y="67310"/>
                  </a:lnTo>
                  <a:lnTo>
                    <a:pt x="0" y="87630"/>
                  </a:lnTo>
                  <a:lnTo>
                    <a:pt x="1270" y="90170"/>
                  </a:lnTo>
                  <a:lnTo>
                    <a:pt x="1270" y="93980"/>
                  </a:lnTo>
                  <a:lnTo>
                    <a:pt x="1270" y="96520"/>
                  </a:lnTo>
                  <a:lnTo>
                    <a:pt x="1270" y="97790"/>
                  </a:lnTo>
                  <a:lnTo>
                    <a:pt x="2540" y="100330"/>
                  </a:lnTo>
                  <a:lnTo>
                    <a:pt x="2540" y="101600"/>
                  </a:lnTo>
                  <a:lnTo>
                    <a:pt x="3810" y="104140"/>
                  </a:lnTo>
                  <a:lnTo>
                    <a:pt x="5080" y="110490"/>
                  </a:lnTo>
                  <a:lnTo>
                    <a:pt x="7620" y="116840"/>
                  </a:lnTo>
                  <a:lnTo>
                    <a:pt x="10160" y="123190"/>
                  </a:lnTo>
                  <a:lnTo>
                    <a:pt x="12700" y="128270"/>
                  </a:lnTo>
                  <a:lnTo>
                    <a:pt x="13970" y="129540"/>
                  </a:lnTo>
                  <a:lnTo>
                    <a:pt x="15240" y="132080"/>
                  </a:lnTo>
                  <a:lnTo>
                    <a:pt x="15570" y="131826"/>
                  </a:lnTo>
                  <a:lnTo>
                    <a:pt x="16510" y="134620"/>
                  </a:lnTo>
                  <a:lnTo>
                    <a:pt x="16510" y="135890"/>
                  </a:lnTo>
                  <a:lnTo>
                    <a:pt x="21590" y="140970"/>
                  </a:lnTo>
                  <a:lnTo>
                    <a:pt x="25400" y="146050"/>
                  </a:lnTo>
                  <a:lnTo>
                    <a:pt x="25400" y="147320"/>
                  </a:lnTo>
                  <a:lnTo>
                    <a:pt x="26670" y="147320"/>
                  </a:lnTo>
                  <a:lnTo>
                    <a:pt x="31750" y="152400"/>
                  </a:lnTo>
                  <a:lnTo>
                    <a:pt x="38100" y="156210"/>
                  </a:lnTo>
                  <a:lnTo>
                    <a:pt x="40640" y="151130"/>
                  </a:lnTo>
                  <a:lnTo>
                    <a:pt x="44450" y="146050"/>
                  </a:lnTo>
                  <a:close/>
                </a:path>
              </a:pathLst>
            </a:custGeom>
            <a:solidFill>
              <a:srgbClr val="006600"/>
            </a:solidFill>
          </p:spPr>
          <p:txBody>
            <a:bodyPr wrap="square" lIns="0" tIns="0" rIns="0" bIns="0" rtlCol="0"/>
            <a:lstStyle/>
            <a:p/>
          </p:txBody>
        </p:sp>
        <p:sp>
          <p:nvSpPr>
            <p:cNvPr id="609" name="object 609"/>
            <p:cNvSpPr/>
            <p:nvPr/>
          </p:nvSpPr>
          <p:spPr>
            <a:xfrm>
              <a:off x="8435340" y="1470659"/>
              <a:ext cx="77470" cy="273050"/>
            </a:xfrm>
            <a:custGeom>
              <a:avLst/>
              <a:gdLst/>
              <a:ahLst/>
              <a:cxnLst/>
              <a:rect l="l" t="t" r="r" b="b"/>
              <a:pathLst>
                <a:path w="77470" h="273050">
                  <a:moveTo>
                    <a:pt x="77470" y="26670"/>
                  </a:moveTo>
                  <a:lnTo>
                    <a:pt x="72390" y="21590"/>
                  </a:lnTo>
                  <a:lnTo>
                    <a:pt x="63500" y="15240"/>
                  </a:lnTo>
                  <a:lnTo>
                    <a:pt x="55283" y="8216"/>
                  </a:lnTo>
                  <a:lnTo>
                    <a:pt x="55880" y="7620"/>
                  </a:lnTo>
                  <a:lnTo>
                    <a:pt x="46990" y="0"/>
                  </a:lnTo>
                  <a:lnTo>
                    <a:pt x="43180" y="3810"/>
                  </a:lnTo>
                  <a:lnTo>
                    <a:pt x="38100" y="7620"/>
                  </a:lnTo>
                  <a:lnTo>
                    <a:pt x="38100" y="8890"/>
                  </a:lnTo>
                  <a:lnTo>
                    <a:pt x="46990" y="16510"/>
                  </a:lnTo>
                  <a:lnTo>
                    <a:pt x="55880" y="24130"/>
                  </a:lnTo>
                  <a:lnTo>
                    <a:pt x="58293" y="26212"/>
                  </a:lnTo>
                  <a:lnTo>
                    <a:pt x="55880" y="27940"/>
                  </a:lnTo>
                  <a:lnTo>
                    <a:pt x="55880" y="29210"/>
                  </a:lnTo>
                  <a:lnTo>
                    <a:pt x="49530" y="35560"/>
                  </a:lnTo>
                  <a:lnTo>
                    <a:pt x="48260" y="35560"/>
                  </a:lnTo>
                  <a:lnTo>
                    <a:pt x="41910" y="43180"/>
                  </a:lnTo>
                  <a:lnTo>
                    <a:pt x="35560" y="50800"/>
                  </a:lnTo>
                  <a:lnTo>
                    <a:pt x="30480" y="59690"/>
                  </a:lnTo>
                  <a:lnTo>
                    <a:pt x="24130" y="67310"/>
                  </a:lnTo>
                  <a:lnTo>
                    <a:pt x="24130" y="68580"/>
                  </a:lnTo>
                  <a:lnTo>
                    <a:pt x="19050" y="76200"/>
                  </a:lnTo>
                  <a:lnTo>
                    <a:pt x="15240" y="85090"/>
                  </a:lnTo>
                  <a:lnTo>
                    <a:pt x="11430" y="93980"/>
                  </a:lnTo>
                  <a:lnTo>
                    <a:pt x="11430" y="95250"/>
                  </a:lnTo>
                  <a:lnTo>
                    <a:pt x="9207" y="103009"/>
                  </a:lnTo>
                  <a:lnTo>
                    <a:pt x="8890" y="102870"/>
                  </a:lnTo>
                  <a:lnTo>
                    <a:pt x="6350" y="111760"/>
                  </a:lnTo>
                  <a:lnTo>
                    <a:pt x="6350" y="113030"/>
                  </a:lnTo>
                  <a:lnTo>
                    <a:pt x="3810" y="121920"/>
                  </a:lnTo>
                  <a:lnTo>
                    <a:pt x="2540" y="130810"/>
                  </a:lnTo>
                  <a:lnTo>
                    <a:pt x="2540" y="132080"/>
                  </a:lnTo>
                  <a:lnTo>
                    <a:pt x="1270" y="140970"/>
                  </a:lnTo>
                  <a:lnTo>
                    <a:pt x="0" y="151130"/>
                  </a:lnTo>
                  <a:lnTo>
                    <a:pt x="0" y="160020"/>
                  </a:lnTo>
                  <a:lnTo>
                    <a:pt x="0" y="167640"/>
                  </a:lnTo>
                  <a:lnTo>
                    <a:pt x="1270" y="176530"/>
                  </a:lnTo>
                  <a:lnTo>
                    <a:pt x="1270" y="182880"/>
                  </a:lnTo>
                  <a:lnTo>
                    <a:pt x="2540" y="190500"/>
                  </a:lnTo>
                  <a:lnTo>
                    <a:pt x="3810" y="196850"/>
                  </a:lnTo>
                  <a:lnTo>
                    <a:pt x="5080" y="203200"/>
                  </a:lnTo>
                  <a:lnTo>
                    <a:pt x="5080" y="204470"/>
                  </a:lnTo>
                  <a:lnTo>
                    <a:pt x="7620" y="210820"/>
                  </a:lnTo>
                  <a:lnTo>
                    <a:pt x="10160" y="217170"/>
                  </a:lnTo>
                  <a:lnTo>
                    <a:pt x="11430" y="222250"/>
                  </a:lnTo>
                  <a:lnTo>
                    <a:pt x="11430" y="223520"/>
                  </a:lnTo>
                  <a:lnTo>
                    <a:pt x="15240" y="229870"/>
                  </a:lnTo>
                  <a:lnTo>
                    <a:pt x="17780" y="234950"/>
                  </a:lnTo>
                  <a:lnTo>
                    <a:pt x="21590" y="240030"/>
                  </a:lnTo>
                  <a:lnTo>
                    <a:pt x="21590" y="241300"/>
                  </a:lnTo>
                  <a:lnTo>
                    <a:pt x="25400" y="246380"/>
                  </a:lnTo>
                  <a:lnTo>
                    <a:pt x="29210" y="251460"/>
                  </a:lnTo>
                  <a:lnTo>
                    <a:pt x="32219" y="254482"/>
                  </a:lnTo>
                  <a:lnTo>
                    <a:pt x="26670" y="257810"/>
                  </a:lnTo>
                  <a:lnTo>
                    <a:pt x="21590" y="262890"/>
                  </a:lnTo>
                  <a:lnTo>
                    <a:pt x="29210" y="273050"/>
                  </a:lnTo>
                  <a:lnTo>
                    <a:pt x="34290" y="267970"/>
                  </a:lnTo>
                  <a:lnTo>
                    <a:pt x="39204" y="265023"/>
                  </a:lnTo>
                  <a:lnTo>
                    <a:pt x="39370" y="265430"/>
                  </a:lnTo>
                  <a:lnTo>
                    <a:pt x="45720" y="261620"/>
                  </a:lnTo>
                  <a:lnTo>
                    <a:pt x="53340" y="257810"/>
                  </a:lnTo>
                  <a:lnTo>
                    <a:pt x="46990" y="251460"/>
                  </a:lnTo>
                  <a:lnTo>
                    <a:pt x="39370" y="242570"/>
                  </a:lnTo>
                  <a:lnTo>
                    <a:pt x="38823" y="243116"/>
                  </a:lnTo>
                  <a:lnTo>
                    <a:pt x="35560" y="238760"/>
                  </a:lnTo>
                  <a:lnTo>
                    <a:pt x="31750" y="233680"/>
                  </a:lnTo>
                  <a:lnTo>
                    <a:pt x="29210" y="228600"/>
                  </a:lnTo>
                  <a:lnTo>
                    <a:pt x="26670" y="223520"/>
                  </a:lnTo>
                  <a:lnTo>
                    <a:pt x="26250" y="223774"/>
                  </a:lnTo>
                  <a:lnTo>
                    <a:pt x="24130" y="218440"/>
                  </a:lnTo>
                  <a:lnTo>
                    <a:pt x="21590" y="212090"/>
                  </a:lnTo>
                  <a:lnTo>
                    <a:pt x="19050" y="207010"/>
                  </a:lnTo>
                  <a:lnTo>
                    <a:pt x="17780" y="200660"/>
                  </a:lnTo>
                  <a:lnTo>
                    <a:pt x="16510" y="194310"/>
                  </a:lnTo>
                  <a:lnTo>
                    <a:pt x="15240" y="187960"/>
                  </a:lnTo>
                  <a:lnTo>
                    <a:pt x="13970" y="181610"/>
                  </a:lnTo>
                  <a:lnTo>
                    <a:pt x="12700" y="173990"/>
                  </a:lnTo>
                  <a:lnTo>
                    <a:pt x="12700" y="167640"/>
                  </a:lnTo>
                  <a:lnTo>
                    <a:pt x="12700" y="166370"/>
                  </a:lnTo>
                  <a:lnTo>
                    <a:pt x="12700" y="160020"/>
                  </a:lnTo>
                  <a:lnTo>
                    <a:pt x="12700" y="151130"/>
                  </a:lnTo>
                  <a:lnTo>
                    <a:pt x="13970" y="142240"/>
                  </a:lnTo>
                  <a:lnTo>
                    <a:pt x="13970" y="133350"/>
                  </a:lnTo>
                  <a:lnTo>
                    <a:pt x="16510" y="124460"/>
                  </a:lnTo>
                  <a:lnTo>
                    <a:pt x="17602" y="116776"/>
                  </a:lnTo>
                  <a:lnTo>
                    <a:pt x="17780" y="116840"/>
                  </a:lnTo>
                  <a:lnTo>
                    <a:pt x="21590" y="107950"/>
                  </a:lnTo>
                  <a:lnTo>
                    <a:pt x="21590" y="106680"/>
                  </a:lnTo>
                  <a:lnTo>
                    <a:pt x="23799" y="98933"/>
                  </a:lnTo>
                  <a:lnTo>
                    <a:pt x="24130" y="99060"/>
                  </a:lnTo>
                  <a:lnTo>
                    <a:pt x="26670" y="90170"/>
                  </a:lnTo>
                  <a:lnTo>
                    <a:pt x="31203" y="82232"/>
                  </a:lnTo>
                  <a:lnTo>
                    <a:pt x="31750" y="82550"/>
                  </a:lnTo>
                  <a:lnTo>
                    <a:pt x="35560" y="73660"/>
                  </a:lnTo>
                  <a:lnTo>
                    <a:pt x="35267" y="73558"/>
                  </a:lnTo>
                  <a:lnTo>
                    <a:pt x="40640" y="66040"/>
                  </a:lnTo>
                  <a:lnTo>
                    <a:pt x="45720" y="58420"/>
                  </a:lnTo>
                  <a:lnTo>
                    <a:pt x="52070" y="50800"/>
                  </a:lnTo>
                  <a:lnTo>
                    <a:pt x="51396" y="50304"/>
                  </a:lnTo>
                  <a:lnTo>
                    <a:pt x="58420" y="44450"/>
                  </a:lnTo>
                  <a:lnTo>
                    <a:pt x="57785" y="43815"/>
                  </a:lnTo>
                  <a:lnTo>
                    <a:pt x="64135" y="37465"/>
                  </a:lnTo>
                  <a:lnTo>
                    <a:pt x="64770" y="38100"/>
                  </a:lnTo>
                  <a:lnTo>
                    <a:pt x="72390" y="31750"/>
                  </a:lnTo>
                  <a:lnTo>
                    <a:pt x="77470" y="26670"/>
                  </a:lnTo>
                  <a:close/>
                </a:path>
              </a:pathLst>
            </a:custGeom>
            <a:solidFill>
              <a:srgbClr val="006600"/>
            </a:solidFill>
          </p:spPr>
          <p:txBody>
            <a:bodyPr wrap="square" lIns="0" tIns="0" rIns="0" bIns="0" rtlCol="0"/>
            <a:lstStyle/>
            <a:p/>
          </p:txBody>
        </p:sp>
        <p:sp>
          <p:nvSpPr>
            <p:cNvPr id="610" name="object 610"/>
            <p:cNvSpPr/>
            <p:nvPr/>
          </p:nvSpPr>
          <p:spPr>
            <a:xfrm>
              <a:off x="8426450" y="1136649"/>
              <a:ext cx="124460" cy="342900"/>
            </a:xfrm>
            <a:custGeom>
              <a:avLst/>
              <a:gdLst/>
              <a:ahLst/>
              <a:cxnLst/>
              <a:rect l="l" t="t" r="r" b="b"/>
              <a:pathLst>
                <a:path w="124459" h="342900">
                  <a:moveTo>
                    <a:pt x="124460" y="1270"/>
                  </a:moveTo>
                  <a:lnTo>
                    <a:pt x="118110" y="1270"/>
                  </a:lnTo>
                  <a:lnTo>
                    <a:pt x="118110" y="0"/>
                  </a:lnTo>
                  <a:lnTo>
                    <a:pt x="116840" y="1270"/>
                  </a:lnTo>
                  <a:lnTo>
                    <a:pt x="105410" y="1270"/>
                  </a:lnTo>
                  <a:lnTo>
                    <a:pt x="104140" y="1270"/>
                  </a:lnTo>
                  <a:lnTo>
                    <a:pt x="92710" y="5080"/>
                  </a:lnTo>
                  <a:lnTo>
                    <a:pt x="81280" y="8890"/>
                  </a:lnTo>
                  <a:lnTo>
                    <a:pt x="80010" y="10160"/>
                  </a:lnTo>
                  <a:lnTo>
                    <a:pt x="69850" y="15240"/>
                  </a:lnTo>
                  <a:lnTo>
                    <a:pt x="69850" y="16510"/>
                  </a:lnTo>
                  <a:lnTo>
                    <a:pt x="59690" y="24130"/>
                  </a:lnTo>
                  <a:lnTo>
                    <a:pt x="49530" y="34290"/>
                  </a:lnTo>
                  <a:lnTo>
                    <a:pt x="40640" y="45720"/>
                  </a:lnTo>
                  <a:lnTo>
                    <a:pt x="31750" y="58420"/>
                  </a:lnTo>
                  <a:lnTo>
                    <a:pt x="24130" y="72390"/>
                  </a:lnTo>
                  <a:lnTo>
                    <a:pt x="24130" y="73660"/>
                  </a:lnTo>
                  <a:lnTo>
                    <a:pt x="17780" y="87630"/>
                  </a:lnTo>
                  <a:lnTo>
                    <a:pt x="15240" y="95250"/>
                  </a:lnTo>
                  <a:lnTo>
                    <a:pt x="12700" y="104140"/>
                  </a:lnTo>
                  <a:lnTo>
                    <a:pt x="10160" y="111760"/>
                  </a:lnTo>
                  <a:lnTo>
                    <a:pt x="7620" y="119380"/>
                  </a:lnTo>
                  <a:lnTo>
                    <a:pt x="6350" y="128270"/>
                  </a:lnTo>
                  <a:lnTo>
                    <a:pt x="3810" y="135890"/>
                  </a:lnTo>
                  <a:lnTo>
                    <a:pt x="2540" y="144780"/>
                  </a:lnTo>
                  <a:lnTo>
                    <a:pt x="2540" y="146050"/>
                  </a:lnTo>
                  <a:lnTo>
                    <a:pt x="2540" y="153670"/>
                  </a:lnTo>
                  <a:lnTo>
                    <a:pt x="1270" y="162560"/>
                  </a:lnTo>
                  <a:lnTo>
                    <a:pt x="0" y="171450"/>
                  </a:lnTo>
                  <a:lnTo>
                    <a:pt x="0" y="180340"/>
                  </a:lnTo>
                  <a:lnTo>
                    <a:pt x="0" y="190500"/>
                  </a:lnTo>
                  <a:lnTo>
                    <a:pt x="0" y="204470"/>
                  </a:lnTo>
                  <a:lnTo>
                    <a:pt x="1270" y="218440"/>
                  </a:lnTo>
                  <a:lnTo>
                    <a:pt x="2540" y="231140"/>
                  </a:lnTo>
                  <a:lnTo>
                    <a:pt x="3810" y="245110"/>
                  </a:lnTo>
                  <a:lnTo>
                    <a:pt x="3810" y="246380"/>
                  </a:lnTo>
                  <a:lnTo>
                    <a:pt x="6350" y="257810"/>
                  </a:lnTo>
                  <a:lnTo>
                    <a:pt x="8890" y="269240"/>
                  </a:lnTo>
                  <a:lnTo>
                    <a:pt x="8890" y="270510"/>
                  </a:lnTo>
                  <a:lnTo>
                    <a:pt x="12700" y="281940"/>
                  </a:lnTo>
                  <a:lnTo>
                    <a:pt x="13970" y="281940"/>
                  </a:lnTo>
                  <a:lnTo>
                    <a:pt x="17780" y="293370"/>
                  </a:lnTo>
                  <a:lnTo>
                    <a:pt x="19050" y="298450"/>
                  </a:lnTo>
                  <a:lnTo>
                    <a:pt x="21590" y="303530"/>
                  </a:lnTo>
                  <a:lnTo>
                    <a:pt x="21590" y="304800"/>
                  </a:lnTo>
                  <a:lnTo>
                    <a:pt x="26670" y="313690"/>
                  </a:lnTo>
                  <a:lnTo>
                    <a:pt x="26670" y="314960"/>
                  </a:lnTo>
                  <a:lnTo>
                    <a:pt x="33020" y="323850"/>
                  </a:lnTo>
                  <a:lnTo>
                    <a:pt x="33020" y="325120"/>
                  </a:lnTo>
                  <a:lnTo>
                    <a:pt x="39370" y="332740"/>
                  </a:lnTo>
                  <a:lnTo>
                    <a:pt x="39370" y="334010"/>
                  </a:lnTo>
                  <a:lnTo>
                    <a:pt x="40640" y="334010"/>
                  </a:lnTo>
                  <a:lnTo>
                    <a:pt x="46990" y="341630"/>
                  </a:lnTo>
                  <a:lnTo>
                    <a:pt x="46990" y="342900"/>
                  </a:lnTo>
                  <a:lnTo>
                    <a:pt x="52070" y="337820"/>
                  </a:lnTo>
                  <a:lnTo>
                    <a:pt x="57150" y="334010"/>
                  </a:lnTo>
                  <a:lnTo>
                    <a:pt x="49530" y="325120"/>
                  </a:lnTo>
                  <a:lnTo>
                    <a:pt x="48996" y="325653"/>
                  </a:lnTo>
                  <a:lnTo>
                    <a:pt x="43548" y="318046"/>
                  </a:lnTo>
                  <a:lnTo>
                    <a:pt x="44450" y="317500"/>
                  </a:lnTo>
                  <a:lnTo>
                    <a:pt x="38100" y="308610"/>
                  </a:lnTo>
                  <a:lnTo>
                    <a:pt x="33020" y="298450"/>
                  </a:lnTo>
                  <a:lnTo>
                    <a:pt x="32588" y="298665"/>
                  </a:lnTo>
                  <a:lnTo>
                    <a:pt x="30480" y="293370"/>
                  </a:lnTo>
                  <a:lnTo>
                    <a:pt x="29210" y="288290"/>
                  </a:lnTo>
                  <a:lnTo>
                    <a:pt x="25400" y="276860"/>
                  </a:lnTo>
                  <a:lnTo>
                    <a:pt x="25019" y="277012"/>
                  </a:lnTo>
                  <a:lnTo>
                    <a:pt x="21590" y="266700"/>
                  </a:lnTo>
                  <a:lnTo>
                    <a:pt x="19050" y="255270"/>
                  </a:lnTo>
                  <a:lnTo>
                    <a:pt x="16510" y="242570"/>
                  </a:lnTo>
                  <a:lnTo>
                    <a:pt x="15240" y="229870"/>
                  </a:lnTo>
                  <a:lnTo>
                    <a:pt x="13970" y="217170"/>
                  </a:lnTo>
                  <a:lnTo>
                    <a:pt x="12700" y="203200"/>
                  </a:lnTo>
                  <a:lnTo>
                    <a:pt x="12700" y="190500"/>
                  </a:lnTo>
                  <a:lnTo>
                    <a:pt x="12700" y="181610"/>
                  </a:lnTo>
                  <a:lnTo>
                    <a:pt x="12700" y="180340"/>
                  </a:lnTo>
                  <a:lnTo>
                    <a:pt x="12700" y="172720"/>
                  </a:lnTo>
                  <a:lnTo>
                    <a:pt x="13970" y="163830"/>
                  </a:lnTo>
                  <a:lnTo>
                    <a:pt x="13970" y="154940"/>
                  </a:lnTo>
                  <a:lnTo>
                    <a:pt x="15062" y="147294"/>
                  </a:lnTo>
                  <a:lnTo>
                    <a:pt x="15240" y="147320"/>
                  </a:lnTo>
                  <a:lnTo>
                    <a:pt x="16510" y="138430"/>
                  </a:lnTo>
                  <a:lnTo>
                    <a:pt x="19050" y="130810"/>
                  </a:lnTo>
                  <a:lnTo>
                    <a:pt x="20320" y="123190"/>
                  </a:lnTo>
                  <a:lnTo>
                    <a:pt x="21412" y="115493"/>
                  </a:lnTo>
                  <a:lnTo>
                    <a:pt x="21590" y="115570"/>
                  </a:lnTo>
                  <a:lnTo>
                    <a:pt x="35560" y="78740"/>
                  </a:lnTo>
                  <a:lnTo>
                    <a:pt x="50266" y="52946"/>
                  </a:lnTo>
                  <a:lnTo>
                    <a:pt x="50800" y="53340"/>
                  </a:lnTo>
                  <a:lnTo>
                    <a:pt x="59690" y="41910"/>
                  </a:lnTo>
                  <a:lnTo>
                    <a:pt x="58953" y="41376"/>
                  </a:lnTo>
                  <a:lnTo>
                    <a:pt x="66763" y="33566"/>
                  </a:lnTo>
                  <a:lnTo>
                    <a:pt x="67310" y="34290"/>
                  </a:lnTo>
                  <a:lnTo>
                    <a:pt x="77470" y="26670"/>
                  </a:lnTo>
                  <a:lnTo>
                    <a:pt x="77063" y="26136"/>
                  </a:lnTo>
                  <a:lnTo>
                    <a:pt x="86360" y="20320"/>
                  </a:lnTo>
                  <a:lnTo>
                    <a:pt x="96520" y="16510"/>
                  </a:lnTo>
                  <a:lnTo>
                    <a:pt x="96418" y="16281"/>
                  </a:lnTo>
                  <a:lnTo>
                    <a:pt x="107950" y="13970"/>
                  </a:lnTo>
                  <a:lnTo>
                    <a:pt x="107886" y="13843"/>
                  </a:lnTo>
                  <a:lnTo>
                    <a:pt x="117284" y="12801"/>
                  </a:lnTo>
                  <a:lnTo>
                    <a:pt x="123190" y="13970"/>
                  </a:lnTo>
                  <a:lnTo>
                    <a:pt x="124460" y="7620"/>
                  </a:lnTo>
                  <a:lnTo>
                    <a:pt x="124460" y="1270"/>
                  </a:lnTo>
                  <a:close/>
                </a:path>
              </a:pathLst>
            </a:custGeom>
            <a:solidFill>
              <a:srgbClr val="006600"/>
            </a:solidFill>
          </p:spPr>
          <p:txBody>
            <a:bodyPr wrap="square" lIns="0" tIns="0" rIns="0" bIns="0" rtlCol="0"/>
            <a:lstStyle/>
            <a:p/>
          </p:txBody>
        </p:sp>
        <p:sp>
          <p:nvSpPr>
            <p:cNvPr id="611" name="object 611"/>
            <p:cNvSpPr/>
            <p:nvPr/>
          </p:nvSpPr>
          <p:spPr>
            <a:xfrm>
              <a:off x="8505190" y="1137919"/>
              <a:ext cx="96520" cy="256540"/>
            </a:xfrm>
            <a:custGeom>
              <a:avLst/>
              <a:gdLst/>
              <a:ahLst/>
              <a:cxnLst/>
              <a:rect l="l" t="t" r="r" b="b"/>
              <a:pathLst>
                <a:path w="96520" h="256540">
                  <a:moveTo>
                    <a:pt x="44450" y="33020"/>
                  </a:moveTo>
                  <a:lnTo>
                    <a:pt x="43180" y="33020"/>
                  </a:lnTo>
                  <a:lnTo>
                    <a:pt x="40640" y="33020"/>
                  </a:lnTo>
                  <a:lnTo>
                    <a:pt x="38100" y="34290"/>
                  </a:lnTo>
                  <a:lnTo>
                    <a:pt x="36830" y="34290"/>
                  </a:lnTo>
                  <a:lnTo>
                    <a:pt x="36830" y="35560"/>
                  </a:lnTo>
                  <a:lnTo>
                    <a:pt x="34290" y="35560"/>
                  </a:lnTo>
                  <a:lnTo>
                    <a:pt x="33020" y="35560"/>
                  </a:lnTo>
                  <a:lnTo>
                    <a:pt x="31750" y="38100"/>
                  </a:lnTo>
                  <a:lnTo>
                    <a:pt x="30480" y="38100"/>
                  </a:lnTo>
                  <a:lnTo>
                    <a:pt x="29210" y="39370"/>
                  </a:lnTo>
                  <a:lnTo>
                    <a:pt x="27940" y="40640"/>
                  </a:lnTo>
                  <a:lnTo>
                    <a:pt x="26670" y="40640"/>
                  </a:lnTo>
                  <a:lnTo>
                    <a:pt x="26670" y="41910"/>
                  </a:lnTo>
                  <a:lnTo>
                    <a:pt x="25400" y="43180"/>
                  </a:lnTo>
                  <a:lnTo>
                    <a:pt x="24130" y="44450"/>
                  </a:lnTo>
                  <a:lnTo>
                    <a:pt x="22860" y="45720"/>
                  </a:lnTo>
                  <a:lnTo>
                    <a:pt x="21590" y="48260"/>
                  </a:lnTo>
                  <a:lnTo>
                    <a:pt x="20320" y="48260"/>
                  </a:lnTo>
                  <a:lnTo>
                    <a:pt x="20320" y="49530"/>
                  </a:lnTo>
                  <a:lnTo>
                    <a:pt x="19507" y="51155"/>
                  </a:lnTo>
                  <a:lnTo>
                    <a:pt x="19050" y="50800"/>
                  </a:lnTo>
                  <a:lnTo>
                    <a:pt x="17780" y="53340"/>
                  </a:lnTo>
                  <a:lnTo>
                    <a:pt x="17780" y="54610"/>
                  </a:lnTo>
                  <a:lnTo>
                    <a:pt x="16510" y="54610"/>
                  </a:lnTo>
                  <a:lnTo>
                    <a:pt x="15240" y="58420"/>
                  </a:lnTo>
                  <a:lnTo>
                    <a:pt x="13970" y="60960"/>
                  </a:lnTo>
                  <a:lnTo>
                    <a:pt x="13970" y="62230"/>
                  </a:lnTo>
                  <a:lnTo>
                    <a:pt x="11430" y="68580"/>
                  </a:lnTo>
                  <a:lnTo>
                    <a:pt x="10160" y="72390"/>
                  </a:lnTo>
                  <a:lnTo>
                    <a:pt x="10160" y="73660"/>
                  </a:lnTo>
                  <a:lnTo>
                    <a:pt x="7620" y="78740"/>
                  </a:lnTo>
                  <a:lnTo>
                    <a:pt x="7620" y="80010"/>
                  </a:lnTo>
                  <a:lnTo>
                    <a:pt x="7620" y="85090"/>
                  </a:lnTo>
                  <a:lnTo>
                    <a:pt x="6350" y="90170"/>
                  </a:lnTo>
                  <a:lnTo>
                    <a:pt x="3810" y="104140"/>
                  </a:lnTo>
                  <a:lnTo>
                    <a:pt x="2540" y="119380"/>
                  </a:lnTo>
                  <a:lnTo>
                    <a:pt x="1270" y="137160"/>
                  </a:lnTo>
                  <a:lnTo>
                    <a:pt x="0" y="157480"/>
                  </a:lnTo>
                  <a:lnTo>
                    <a:pt x="0" y="179070"/>
                  </a:lnTo>
                  <a:lnTo>
                    <a:pt x="0" y="203200"/>
                  </a:lnTo>
                  <a:lnTo>
                    <a:pt x="0" y="222250"/>
                  </a:lnTo>
                  <a:lnTo>
                    <a:pt x="0" y="240030"/>
                  </a:lnTo>
                  <a:lnTo>
                    <a:pt x="1270" y="256540"/>
                  </a:lnTo>
                  <a:lnTo>
                    <a:pt x="7620" y="256540"/>
                  </a:lnTo>
                  <a:lnTo>
                    <a:pt x="13970" y="255270"/>
                  </a:lnTo>
                  <a:lnTo>
                    <a:pt x="12700" y="240030"/>
                  </a:lnTo>
                  <a:lnTo>
                    <a:pt x="12700" y="222250"/>
                  </a:lnTo>
                  <a:lnTo>
                    <a:pt x="11430" y="203200"/>
                  </a:lnTo>
                  <a:lnTo>
                    <a:pt x="12700" y="179070"/>
                  </a:lnTo>
                  <a:lnTo>
                    <a:pt x="12700" y="157480"/>
                  </a:lnTo>
                  <a:lnTo>
                    <a:pt x="13970" y="138430"/>
                  </a:lnTo>
                  <a:lnTo>
                    <a:pt x="13970" y="120650"/>
                  </a:lnTo>
                  <a:lnTo>
                    <a:pt x="16510" y="105410"/>
                  </a:lnTo>
                  <a:lnTo>
                    <a:pt x="19050" y="92710"/>
                  </a:lnTo>
                  <a:lnTo>
                    <a:pt x="19050" y="86360"/>
                  </a:lnTo>
                  <a:lnTo>
                    <a:pt x="20027" y="82435"/>
                  </a:lnTo>
                  <a:lnTo>
                    <a:pt x="20320" y="82550"/>
                  </a:lnTo>
                  <a:lnTo>
                    <a:pt x="21348" y="77381"/>
                  </a:lnTo>
                  <a:lnTo>
                    <a:pt x="21590" y="77470"/>
                  </a:lnTo>
                  <a:lnTo>
                    <a:pt x="22860" y="73660"/>
                  </a:lnTo>
                  <a:lnTo>
                    <a:pt x="25400" y="66040"/>
                  </a:lnTo>
                  <a:lnTo>
                    <a:pt x="26670" y="63500"/>
                  </a:lnTo>
                  <a:lnTo>
                    <a:pt x="29210" y="59690"/>
                  </a:lnTo>
                  <a:lnTo>
                    <a:pt x="28676" y="59486"/>
                  </a:lnTo>
                  <a:lnTo>
                    <a:pt x="29210" y="58420"/>
                  </a:lnTo>
                  <a:lnTo>
                    <a:pt x="30480" y="58420"/>
                  </a:lnTo>
                  <a:lnTo>
                    <a:pt x="30480" y="57150"/>
                  </a:lnTo>
                  <a:lnTo>
                    <a:pt x="31280" y="55537"/>
                  </a:lnTo>
                  <a:lnTo>
                    <a:pt x="31750" y="55880"/>
                  </a:lnTo>
                  <a:lnTo>
                    <a:pt x="33020" y="53340"/>
                  </a:lnTo>
                  <a:lnTo>
                    <a:pt x="32512" y="52959"/>
                  </a:lnTo>
                  <a:lnTo>
                    <a:pt x="34290" y="52070"/>
                  </a:lnTo>
                  <a:lnTo>
                    <a:pt x="35179" y="50292"/>
                  </a:lnTo>
                  <a:lnTo>
                    <a:pt x="35560" y="50800"/>
                  </a:lnTo>
                  <a:lnTo>
                    <a:pt x="36830" y="49530"/>
                  </a:lnTo>
                  <a:lnTo>
                    <a:pt x="38100" y="48260"/>
                  </a:lnTo>
                  <a:lnTo>
                    <a:pt x="40640" y="46990"/>
                  </a:lnTo>
                  <a:lnTo>
                    <a:pt x="41910" y="46990"/>
                  </a:lnTo>
                  <a:lnTo>
                    <a:pt x="43180" y="46990"/>
                  </a:lnTo>
                  <a:lnTo>
                    <a:pt x="44450" y="45720"/>
                  </a:lnTo>
                  <a:lnTo>
                    <a:pt x="44450" y="33020"/>
                  </a:lnTo>
                  <a:close/>
                </a:path>
                <a:path w="96520" h="256540">
                  <a:moveTo>
                    <a:pt x="96520" y="22860"/>
                  </a:moveTo>
                  <a:lnTo>
                    <a:pt x="90170" y="17780"/>
                  </a:lnTo>
                  <a:lnTo>
                    <a:pt x="88900" y="17780"/>
                  </a:lnTo>
                  <a:lnTo>
                    <a:pt x="88900" y="16510"/>
                  </a:lnTo>
                  <a:lnTo>
                    <a:pt x="82550" y="12700"/>
                  </a:lnTo>
                  <a:lnTo>
                    <a:pt x="76200" y="8890"/>
                  </a:lnTo>
                  <a:lnTo>
                    <a:pt x="74930" y="8890"/>
                  </a:lnTo>
                  <a:lnTo>
                    <a:pt x="68580" y="5080"/>
                  </a:lnTo>
                  <a:lnTo>
                    <a:pt x="67310" y="5080"/>
                  </a:lnTo>
                  <a:lnTo>
                    <a:pt x="60858" y="4013"/>
                  </a:lnTo>
                  <a:lnTo>
                    <a:pt x="60960" y="3810"/>
                  </a:lnTo>
                  <a:lnTo>
                    <a:pt x="54610" y="1270"/>
                  </a:lnTo>
                  <a:lnTo>
                    <a:pt x="53340" y="1270"/>
                  </a:lnTo>
                  <a:lnTo>
                    <a:pt x="45720" y="0"/>
                  </a:lnTo>
                  <a:lnTo>
                    <a:pt x="39370" y="0"/>
                  </a:lnTo>
                  <a:lnTo>
                    <a:pt x="39370" y="6350"/>
                  </a:lnTo>
                  <a:lnTo>
                    <a:pt x="38100" y="11430"/>
                  </a:lnTo>
                  <a:lnTo>
                    <a:pt x="44450" y="12700"/>
                  </a:lnTo>
                  <a:lnTo>
                    <a:pt x="50838" y="13766"/>
                  </a:lnTo>
                  <a:lnTo>
                    <a:pt x="50800" y="13970"/>
                  </a:lnTo>
                  <a:lnTo>
                    <a:pt x="57150" y="15240"/>
                  </a:lnTo>
                  <a:lnTo>
                    <a:pt x="64770" y="17780"/>
                  </a:lnTo>
                  <a:lnTo>
                    <a:pt x="64858" y="17335"/>
                  </a:lnTo>
                  <a:lnTo>
                    <a:pt x="69850" y="20320"/>
                  </a:lnTo>
                  <a:lnTo>
                    <a:pt x="76200" y="24130"/>
                  </a:lnTo>
                  <a:lnTo>
                    <a:pt x="81749" y="27470"/>
                  </a:lnTo>
                  <a:lnTo>
                    <a:pt x="81280" y="27940"/>
                  </a:lnTo>
                  <a:lnTo>
                    <a:pt x="88900" y="33020"/>
                  </a:lnTo>
                  <a:lnTo>
                    <a:pt x="90170" y="34290"/>
                  </a:lnTo>
                  <a:lnTo>
                    <a:pt x="92710" y="34290"/>
                  </a:lnTo>
                  <a:lnTo>
                    <a:pt x="92710" y="27940"/>
                  </a:lnTo>
                  <a:lnTo>
                    <a:pt x="96520" y="22860"/>
                  </a:lnTo>
                  <a:close/>
                </a:path>
              </a:pathLst>
            </a:custGeom>
            <a:solidFill>
              <a:srgbClr val="006600"/>
            </a:solidFill>
          </p:spPr>
          <p:txBody>
            <a:bodyPr wrap="square" lIns="0" tIns="0" rIns="0" bIns="0" rtlCol="0"/>
            <a:lstStyle/>
            <a:p/>
          </p:txBody>
        </p:sp>
        <p:sp>
          <p:nvSpPr>
            <p:cNvPr id="612" name="object 612"/>
            <p:cNvSpPr/>
            <p:nvPr/>
          </p:nvSpPr>
          <p:spPr>
            <a:xfrm>
              <a:off x="8506460" y="1393189"/>
              <a:ext cx="77470" cy="95250"/>
            </a:xfrm>
            <a:custGeom>
              <a:avLst/>
              <a:gdLst/>
              <a:ahLst/>
              <a:cxnLst/>
              <a:rect l="l" t="t" r="r" b="b"/>
              <a:pathLst>
                <a:path w="77470" h="95250">
                  <a:moveTo>
                    <a:pt x="77470" y="57150"/>
                  </a:moveTo>
                  <a:lnTo>
                    <a:pt x="71120" y="54610"/>
                  </a:lnTo>
                  <a:lnTo>
                    <a:pt x="66040" y="52070"/>
                  </a:lnTo>
                  <a:lnTo>
                    <a:pt x="64020" y="56095"/>
                  </a:lnTo>
                  <a:lnTo>
                    <a:pt x="63500" y="55880"/>
                  </a:lnTo>
                  <a:lnTo>
                    <a:pt x="60960" y="63500"/>
                  </a:lnTo>
                  <a:lnTo>
                    <a:pt x="59690" y="66040"/>
                  </a:lnTo>
                  <a:lnTo>
                    <a:pt x="58420" y="68580"/>
                  </a:lnTo>
                  <a:lnTo>
                    <a:pt x="57150" y="71120"/>
                  </a:lnTo>
                  <a:lnTo>
                    <a:pt x="55880" y="72390"/>
                  </a:lnTo>
                  <a:lnTo>
                    <a:pt x="54610" y="73660"/>
                  </a:lnTo>
                  <a:lnTo>
                    <a:pt x="53340" y="76200"/>
                  </a:lnTo>
                  <a:lnTo>
                    <a:pt x="52070" y="77470"/>
                  </a:lnTo>
                  <a:lnTo>
                    <a:pt x="50800" y="77470"/>
                  </a:lnTo>
                  <a:lnTo>
                    <a:pt x="50800" y="78740"/>
                  </a:lnTo>
                  <a:lnTo>
                    <a:pt x="50063" y="79476"/>
                  </a:lnTo>
                  <a:lnTo>
                    <a:pt x="49530" y="78740"/>
                  </a:lnTo>
                  <a:lnTo>
                    <a:pt x="48895" y="80010"/>
                  </a:lnTo>
                  <a:lnTo>
                    <a:pt x="46990" y="80010"/>
                  </a:lnTo>
                  <a:lnTo>
                    <a:pt x="46990" y="81280"/>
                  </a:lnTo>
                  <a:lnTo>
                    <a:pt x="45720" y="81280"/>
                  </a:lnTo>
                  <a:lnTo>
                    <a:pt x="44450" y="81280"/>
                  </a:lnTo>
                  <a:lnTo>
                    <a:pt x="41910" y="82550"/>
                  </a:lnTo>
                  <a:lnTo>
                    <a:pt x="40640" y="81280"/>
                  </a:lnTo>
                  <a:lnTo>
                    <a:pt x="39370" y="81280"/>
                  </a:lnTo>
                  <a:lnTo>
                    <a:pt x="36830" y="80010"/>
                  </a:lnTo>
                  <a:lnTo>
                    <a:pt x="34290" y="78740"/>
                  </a:lnTo>
                  <a:lnTo>
                    <a:pt x="33020" y="76200"/>
                  </a:lnTo>
                  <a:lnTo>
                    <a:pt x="31750" y="76200"/>
                  </a:lnTo>
                  <a:lnTo>
                    <a:pt x="30480" y="73660"/>
                  </a:lnTo>
                  <a:lnTo>
                    <a:pt x="30086" y="74180"/>
                  </a:lnTo>
                  <a:lnTo>
                    <a:pt x="29946" y="73875"/>
                  </a:lnTo>
                  <a:lnTo>
                    <a:pt x="30480" y="73660"/>
                  </a:lnTo>
                  <a:lnTo>
                    <a:pt x="29210" y="71120"/>
                  </a:lnTo>
                  <a:lnTo>
                    <a:pt x="27940" y="69850"/>
                  </a:lnTo>
                  <a:lnTo>
                    <a:pt x="27406" y="68795"/>
                  </a:lnTo>
                  <a:lnTo>
                    <a:pt x="27940" y="68580"/>
                  </a:lnTo>
                  <a:lnTo>
                    <a:pt x="24130" y="62230"/>
                  </a:lnTo>
                  <a:lnTo>
                    <a:pt x="23761" y="62420"/>
                  </a:lnTo>
                  <a:lnTo>
                    <a:pt x="21590" y="55880"/>
                  </a:lnTo>
                  <a:lnTo>
                    <a:pt x="20320" y="52070"/>
                  </a:lnTo>
                  <a:lnTo>
                    <a:pt x="19050" y="48260"/>
                  </a:lnTo>
                  <a:lnTo>
                    <a:pt x="18745" y="48323"/>
                  </a:lnTo>
                  <a:lnTo>
                    <a:pt x="17780" y="44450"/>
                  </a:lnTo>
                  <a:lnTo>
                    <a:pt x="17780" y="43180"/>
                  </a:lnTo>
                  <a:lnTo>
                    <a:pt x="17780" y="39370"/>
                  </a:lnTo>
                  <a:lnTo>
                    <a:pt x="15240" y="27940"/>
                  </a:lnTo>
                  <a:lnTo>
                    <a:pt x="12700" y="15240"/>
                  </a:lnTo>
                  <a:lnTo>
                    <a:pt x="12700" y="0"/>
                  </a:lnTo>
                  <a:lnTo>
                    <a:pt x="6350" y="1270"/>
                  </a:lnTo>
                  <a:lnTo>
                    <a:pt x="0" y="1270"/>
                  </a:lnTo>
                  <a:lnTo>
                    <a:pt x="1270" y="16510"/>
                  </a:lnTo>
                  <a:lnTo>
                    <a:pt x="2540" y="29210"/>
                  </a:lnTo>
                  <a:lnTo>
                    <a:pt x="5080" y="41910"/>
                  </a:lnTo>
                  <a:lnTo>
                    <a:pt x="6350" y="46990"/>
                  </a:lnTo>
                  <a:lnTo>
                    <a:pt x="6350" y="50800"/>
                  </a:lnTo>
                  <a:lnTo>
                    <a:pt x="6350" y="52070"/>
                  </a:lnTo>
                  <a:lnTo>
                    <a:pt x="7620" y="52070"/>
                  </a:lnTo>
                  <a:lnTo>
                    <a:pt x="8890" y="55880"/>
                  </a:lnTo>
                  <a:lnTo>
                    <a:pt x="10160" y="59690"/>
                  </a:lnTo>
                  <a:lnTo>
                    <a:pt x="12700" y="67310"/>
                  </a:lnTo>
                  <a:lnTo>
                    <a:pt x="15240" y="73660"/>
                  </a:lnTo>
                  <a:lnTo>
                    <a:pt x="16510" y="74930"/>
                  </a:lnTo>
                  <a:lnTo>
                    <a:pt x="17780" y="77470"/>
                  </a:lnTo>
                  <a:lnTo>
                    <a:pt x="18237" y="77127"/>
                  </a:lnTo>
                  <a:lnTo>
                    <a:pt x="19050" y="78740"/>
                  </a:lnTo>
                  <a:lnTo>
                    <a:pt x="19050" y="80010"/>
                  </a:lnTo>
                  <a:lnTo>
                    <a:pt x="20320" y="80010"/>
                  </a:lnTo>
                  <a:lnTo>
                    <a:pt x="21590" y="82550"/>
                  </a:lnTo>
                  <a:lnTo>
                    <a:pt x="22860" y="83820"/>
                  </a:lnTo>
                  <a:lnTo>
                    <a:pt x="24130" y="86360"/>
                  </a:lnTo>
                  <a:lnTo>
                    <a:pt x="25400" y="86360"/>
                  </a:lnTo>
                  <a:lnTo>
                    <a:pt x="25400" y="87630"/>
                  </a:lnTo>
                  <a:lnTo>
                    <a:pt x="27012" y="88442"/>
                  </a:lnTo>
                  <a:lnTo>
                    <a:pt x="26670" y="88900"/>
                  </a:lnTo>
                  <a:lnTo>
                    <a:pt x="29210" y="90170"/>
                  </a:lnTo>
                  <a:lnTo>
                    <a:pt x="30480" y="91440"/>
                  </a:lnTo>
                  <a:lnTo>
                    <a:pt x="31750" y="92710"/>
                  </a:lnTo>
                  <a:lnTo>
                    <a:pt x="34290" y="92710"/>
                  </a:lnTo>
                  <a:lnTo>
                    <a:pt x="35560" y="92710"/>
                  </a:lnTo>
                  <a:lnTo>
                    <a:pt x="36830" y="93980"/>
                  </a:lnTo>
                  <a:lnTo>
                    <a:pt x="36944" y="93408"/>
                  </a:lnTo>
                  <a:lnTo>
                    <a:pt x="38100" y="93980"/>
                  </a:lnTo>
                  <a:lnTo>
                    <a:pt x="39370" y="95250"/>
                  </a:lnTo>
                  <a:lnTo>
                    <a:pt x="41910" y="95250"/>
                  </a:lnTo>
                  <a:lnTo>
                    <a:pt x="44450" y="95250"/>
                  </a:lnTo>
                  <a:lnTo>
                    <a:pt x="45720" y="93980"/>
                  </a:lnTo>
                  <a:lnTo>
                    <a:pt x="46990" y="93980"/>
                  </a:lnTo>
                  <a:lnTo>
                    <a:pt x="48260" y="93980"/>
                  </a:lnTo>
                  <a:lnTo>
                    <a:pt x="48044" y="93459"/>
                  </a:lnTo>
                  <a:lnTo>
                    <a:pt x="49530" y="92710"/>
                  </a:lnTo>
                  <a:lnTo>
                    <a:pt x="50800" y="92710"/>
                  </a:lnTo>
                  <a:lnTo>
                    <a:pt x="52070" y="92710"/>
                  </a:lnTo>
                  <a:lnTo>
                    <a:pt x="54610" y="91440"/>
                  </a:lnTo>
                  <a:lnTo>
                    <a:pt x="55880" y="90170"/>
                  </a:lnTo>
                  <a:lnTo>
                    <a:pt x="57150" y="88900"/>
                  </a:lnTo>
                  <a:lnTo>
                    <a:pt x="58420" y="88900"/>
                  </a:lnTo>
                  <a:lnTo>
                    <a:pt x="59309" y="87122"/>
                  </a:lnTo>
                  <a:lnTo>
                    <a:pt x="59690" y="87630"/>
                  </a:lnTo>
                  <a:lnTo>
                    <a:pt x="60960" y="86360"/>
                  </a:lnTo>
                  <a:lnTo>
                    <a:pt x="60960" y="85090"/>
                  </a:lnTo>
                  <a:lnTo>
                    <a:pt x="63500" y="83820"/>
                  </a:lnTo>
                  <a:lnTo>
                    <a:pt x="63500" y="82550"/>
                  </a:lnTo>
                  <a:lnTo>
                    <a:pt x="64770" y="82550"/>
                  </a:lnTo>
                  <a:lnTo>
                    <a:pt x="66040" y="78740"/>
                  </a:lnTo>
                  <a:lnTo>
                    <a:pt x="67310" y="78740"/>
                  </a:lnTo>
                  <a:lnTo>
                    <a:pt x="67310" y="77470"/>
                  </a:lnTo>
                  <a:lnTo>
                    <a:pt x="68580" y="74930"/>
                  </a:lnTo>
                  <a:lnTo>
                    <a:pt x="69850" y="74930"/>
                  </a:lnTo>
                  <a:lnTo>
                    <a:pt x="71120" y="71120"/>
                  </a:lnTo>
                  <a:lnTo>
                    <a:pt x="72390" y="68580"/>
                  </a:lnTo>
                  <a:lnTo>
                    <a:pt x="76200" y="60960"/>
                  </a:lnTo>
                  <a:lnTo>
                    <a:pt x="77470" y="57150"/>
                  </a:lnTo>
                  <a:close/>
                </a:path>
              </a:pathLst>
            </a:custGeom>
            <a:solidFill>
              <a:srgbClr val="006600"/>
            </a:solidFill>
          </p:spPr>
          <p:txBody>
            <a:bodyPr wrap="square" lIns="0" tIns="0" rIns="0" bIns="0" rtlCol="0"/>
            <a:lstStyle/>
            <a:p/>
          </p:txBody>
        </p:sp>
        <p:sp>
          <p:nvSpPr>
            <p:cNvPr id="613" name="object 613"/>
            <p:cNvSpPr/>
            <p:nvPr/>
          </p:nvSpPr>
          <p:spPr>
            <a:xfrm>
              <a:off x="8520430" y="1170939"/>
              <a:ext cx="73660" cy="575310"/>
            </a:xfrm>
            <a:custGeom>
              <a:avLst/>
              <a:gdLst/>
              <a:ahLst/>
              <a:cxnLst/>
              <a:rect l="l" t="t" r="r" b="b"/>
              <a:pathLst>
                <a:path w="73659" h="575310">
                  <a:moveTo>
                    <a:pt x="12700" y="562610"/>
                  </a:moveTo>
                  <a:lnTo>
                    <a:pt x="0" y="563880"/>
                  </a:lnTo>
                  <a:lnTo>
                    <a:pt x="0" y="575310"/>
                  </a:lnTo>
                  <a:lnTo>
                    <a:pt x="12700" y="575310"/>
                  </a:lnTo>
                  <a:lnTo>
                    <a:pt x="12700" y="562610"/>
                  </a:lnTo>
                  <a:close/>
                </a:path>
                <a:path w="73659" h="575310">
                  <a:moveTo>
                    <a:pt x="73660" y="163830"/>
                  </a:moveTo>
                  <a:lnTo>
                    <a:pt x="72390" y="140970"/>
                  </a:lnTo>
                  <a:lnTo>
                    <a:pt x="72390" y="119380"/>
                  </a:lnTo>
                  <a:lnTo>
                    <a:pt x="71120" y="100330"/>
                  </a:lnTo>
                  <a:lnTo>
                    <a:pt x="69850" y="82550"/>
                  </a:lnTo>
                  <a:lnTo>
                    <a:pt x="68580" y="67310"/>
                  </a:lnTo>
                  <a:lnTo>
                    <a:pt x="66040" y="52070"/>
                  </a:lnTo>
                  <a:lnTo>
                    <a:pt x="64770" y="46990"/>
                  </a:lnTo>
                  <a:lnTo>
                    <a:pt x="64770" y="45720"/>
                  </a:lnTo>
                  <a:lnTo>
                    <a:pt x="63500" y="40640"/>
                  </a:lnTo>
                  <a:lnTo>
                    <a:pt x="62230" y="35560"/>
                  </a:lnTo>
                  <a:lnTo>
                    <a:pt x="60960" y="30480"/>
                  </a:lnTo>
                  <a:lnTo>
                    <a:pt x="59690" y="27940"/>
                  </a:lnTo>
                  <a:lnTo>
                    <a:pt x="58420" y="24130"/>
                  </a:lnTo>
                  <a:lnTo>
                    <a:pt x="57150" y="21590"/>
                  </a:lnTo>
                  <a:lnTo>
                    <a:pt x="57150" y="20320"/>
                  </a:lnTo>
                  <a:lnTo>
                    <a:pt x="55880" y="20320"/>
                  </a:lnTo>
                  <a:lnTo>
                    <a:pt x="54610" y="17780"/>
                  </a:lnTo>
                  <a:lnTo>
                    <a:pt x="53340" y="15240"/>
                  </a:lnTo>
                  <a:lnTo>
                    <a:pt x="52070" y="12700"/>
                  </a:lnTo>
                  <a:lnTo>
                    <a:pt x="50800" y="11430"/>
                  </a:lnTo>
                  <a:lnTo>
                    <a:pt x="49530" y="10160"/>
                  </a:lnTo>
                  <a:lnTo>
                    <a:pt x="49098" y="10591"/>
                  </a:lnTo>
                  <a:lnTo>
                    <a:pt x="48260" y="8890"/>
                  </a:lnTo>
                  <a:lnTo>
                    <a:pt x="46990" y="7620"/>
                  </a:lnTo>
                  <a:lnTo>
                    <a:pt x="45720" y="6350"/>
                  </a:lnTo>
                  <a:lnTo>
                    <a:pt x="44450" y="5080"/>
                  </a:lnTo>
                  <a:lnTo>
                    <a:pt x="41910" y="3810"/>
                  </a:lnTo>
                  <a:lnTo>
                    <a:pt x="40640" y="2540"/>
                  </a:lnTo>
                  <a:lnTo>
                    <a:pt x="39370" y="2540"/>
                  </a:lnTo>
                  <a:lnTo>
                    <a:pt x="38100" y="1270"/>
                  </a:lnTo>
                  <a:lnTo>
                    <a:pt x="35560" y="1270"/>
                  </a:lnTo>
                  <a:lnTo>
                    <a:pt x="33020" y="1270"/>
                  </a:lnTo>
                  <a:lnTo>
                    <a:pt x="33020" y="0"/>
                  </a:lnTo>
                  <a:lnTo>
                    <a:pt x="31750" y="0"/>
                  </a:lnTo>
                  <a:lnTo>
                    <a:pt x="29210" y="0"/>
                  </a:lnTo>
                  <a:lnTo>
                    <a:pt x="29210" y="12700"/>
                  </a:lnTo>
                  <a:lnTo>
                    <a:pt x="30480" y="12700"/>
                  </a:lnTo>
                  <a:lnTo>
                    <a:pt x="31750" y="13970"/>
                  </a:lnTo>
                  <a:lnTo>
                    <a:pt x="33020" y="13970"/>
                  </a:lnTo>
                  <a:lnTo>
                    <a:pt x="34290" y="13970"/>
                  </a:lnTo>
                  <a:lnTo>
                    <a:pt x="36830" y="15240"/>
                  </a:lnTo>
                  <a:lnTo>
                    <a:pt x="38100" y="16510"/>
                  </a:lnTo>
                  <a:lnTo>
                    <a:pt x="39370" y="17780"/>
                  </a:lnTo>
                  <a:lnTo>
                    <a:pt x="40640" y="19050"/>
                  </a:lnTo>
                  <a:lnTo>
                    <a:pt x="41910" y="21590"/>
                  </a:lnTo>
                  <a:lnTo>
                    <a:pt x="41910" y="22860"/>
                  </a:lnTo>
                  <a:lnTo>
                    <a:pt x="44450" y="24130"/>
                  </a:lnTo>
                  <a:lnTo>
                    <a:pt x="45504" y="26250"/>
                  </a:lnTo>
                  <a:lnTo>
                    <a:pt x="44450" y="26670"/>
                  </a:lnTo>
                  <a:lnTo>
                    <a:pt x="46990" y="29210"/>
                  </a:lnTo>
                  <a:lnTo>
                    <a:pt x="46990" y="31750"/>
                  </a:lnTo>
                  <a:lnTo>
                    <a:pt x="48260" y="35560"/>
                  </a:lnTo>
                  <a:lnTo>
                    <a:pt x="48539" y="35445"/>
                  </a:lnTo>
                  <a:lnTo>
                    <a:pt x="49530" y="39370"/>
                  </a:lnTo>
                  <a:lnTo>
                    <a:pt x="50800" y="44450"/>
                  </a:lnTo>
                  <a:lnTo>
                    <a:pt x="52070" y="49530"/>
                  </a:lnTo>
                  <a:lnTo>
                    <a:pt x="53340" y="54610"/>
                  </a:lnTo>
                  <a:lnTo>
                    <a:pt x="55880" y="68580"/>
                  </a:lnTo>
                  <a:lnTo>
                    <a:pt x="58420" y="83820"/>
                  </a:lnTo>
                  <a:lnTo>
                    <a:pt x="59690" y="100330"/>
                  </a:lnTo>
                  <a:lnTo>
                    <a:pt x="59690" y="119380"/>
                  </a:lnTo>
                  <a:lnTo>
                    <a:pt x="59690" y="120650"/>
                  </a:lnTo>
                  <a:lnTo>
                    <a:pt x="60960" y="140970"/>
                  </a:lnTo>
                  <a:lnTo>
                    <a:pt x="60960" y="163830"/>
                  </a:lnTo>
                  <a:lnTo>
                    <a:pt x="60960" y="185420"/>
                  </a:lnTo>
                  <a:lnTo>
                    <a:pt x="59766" y="203225"/>
                  </a:lnTo>
                  <a:lnTo>
                    <a:pt x="59690" y="204470"/>
                  </a:lnTo>
                  <a:lnTo>
                    <a:pt x="59690" y="220980"/>
                  </a:lnTo>
                  <a:lnTo>
                    <a:pt x="58420" y="236220"/>
                  </a:lnTo>
                  <a:lnTo>
                    <a:pt x="57150" y="250190"/>
                  </a:lnTo>
                  <a:lnTo>
                    <a:pt x="54610" y="261620"/>
                  </a:lnTo>
                  <a:lnTo>
                    <a:pt x="53340" y="266700"/>
                  </a:lnTo>
                  <a:lnTo>
                    <a:pt x="52362" y="270573"/>
                  </a:lnTo>
                  <a:lnTo>
                    <a:pt x="52070" y="270510"/>
                  </a:lnTo>
                  <a:lnTo>
                    <a:pt x="50800" y="275590"/>
                  </a:lnTo>
                  <a:lnTo>
                    <a:pt x="51371" y="275717"/>
                  </a:lnTo>
                  <a:lnTo>
                    <a:pt x="49530" y="279400"/>
                  </a:lnTo>
                  <a:lnTo>
                    <a:pt x="55880" y="280670"/>
                  </a:lnTo>
                  <a:lnTo>
                    <a:pt x="62230" y="283210"/>
                  </a:lnTo>
                  <a:lnTo>
                    <a:pt x="63500" y="279400"/>
                  </a:lnTo>
                  <a:lnTo>
                    <a:pt x="64770" y="274320"/>
                  </a:lnTo>
                  <a:lnTo>
                    <a:pt x="64770" y="273050"/>
                  </a:lnTo>
                  <a:lnTo>
                    <a:pt x="66040" y="269240"/>
                  </a:lnTo>
                  <a:lnTo>
                    <a:pt x="66040" y="264160"/>
                  </a:lnTo>
                  <a:lnTo>
                    <a:pt x="68580" y="251460"/>
                  </a:lnTo>
                  <a:lnTo>
                    <a:pt x="71120" y="237490"/>
                  </a:lnTo>
                  <a:lnTo>
                    <a:pt x="71120" y="222250"/>
                  </a:lnTo>
                  <a:lnTo>
                    <a:pt x="72390" y="204470"/>
                  </a:lnTo>
                  <a:lnTo>
                    <a:pt x="72390" y="185420"/>
                  </a:lnTo>
                  <a:lnTo>
                    <a:pt x="73660" y="163830"/>
                  </a:lnTo>
                  <a:close/>
                </a:path>
              </a:pathLst>
            </a:custGeom>
            <a:solidFill>
              <a:srgbClr val="006600"/>
            </a:solidFill>
          </p:spPr>
          <p:txBody>
            <a:bodyPr wrap="square" lIns="0" tIns="0" rIns="0" bIns="0" rtlCol="0"/>
            <a:lstStyle/>
            <a:p/>
          </p:txBody>
        </p:sp>
        <p:sp>
          <p:nvSpPr>
            <p:cNvPr id="614" name="object 614"/>
            <p:cNvSpPr/>
            <p:nvPr/>
          </p:nvSpPr>
          <p:spPr>
            <a:xfrm>
              <a:off x="8473440" y="1733549"/>
              <a:ext cx="59690" cy="120650"/>
            </a:xfrm>
            <a:custGeom>
              <a:avLst/>
              <a:gdLst/>
              <a:ahLst/>
              <a:cxnLst/>
              <a:rect l="l" t="t" r="r" b="b"/>
              <a:pathLst>
                <a:path w="59690" h="120650">
                  <a:moveTo>
                    <a:pt x="59690" y="0"/>
                  </a:moveTo>
                  <a:lnTo>
                    <a:pt x="46990" y="1270"/>
                  </a:lnTo>
                  <a:lnTo>
                    <a:pt x="45720" y="1270"/>
                  </a:lnTo>
                  <a:lnTo>
                    <a:pt x="40640" y="1270"/>
                  </a:lnTo>
                  <a:lnTo>
                    <a:pt x="39370" y="1270"/>
                  </a:lnTo>
                  <a:lnTo>
                    <a:pt x="34290" y="2540"/>
                  </a:lnTo>
                  <a:lnTo>
                    <a:pt x="29210" y="5080"/>
                  </a:lnTo>
                  <a:lnTo>
                    <a:pt x="25400" y="5080"/>
                  </a:lnTo>
                  <a:lnTo>
                    <a:pt x="24130" y="6350"/>
                  </a:lnTo>
                  <a:lnTo>
                    <a:pt x="21945" y="8534"/>
                  </a:lnTo>
                  <a:lnTo>
                    <a:pt x="21590" y="7620"/>
                  </a:lnTo>
                  <a:lnTo>
                    <a:pt x="20320" y="8890"/>
                  </a:lnTo>
                  <a:lnTo>
                    <a:pt x="19050" y="10160"/>
                  </a:lnTo>
                  <a:lnTo>
                    <a:pt x="17780" y="10160"/>
                  </a:lnTo>
                  <a:lnTo>
                    <a:pt x="17780" y="11430"/>
                  </a:lnTo>
                  <a:lnTo>
                    <a:pt x="16510" y="11430"/>
                  </a:lnTo>
                  <a:lnTo>
                    <a:pt x="12700" y="16510"/>
                  </a:lnTo>
                  <a:lnTo>
                    <a:pt x="13423" y="17056"/>
                  </a:lnTo>
                  <a:lnTo>
                    <a:pt x="11430" y="19050"/>
                  </a:lnTo>
                  <a:lnTo>
                    <a:pt x="10160" y="20320"/>
                  </a:lnTo>
                  <a:lnTo>
                    <a:pt x="10160" y="21590"/>
                  </a:lnTo>
                  <a:lnTo>
                    <a:pt x="8890" y="24130"/>
                  </a:lnTo>
                  <a:lnTo>
                    <a:pt x="7620" y="24130"/>
                  </a:lnTo>
                  <a:lnTo>
                    <a:pt x="7620" y="25400"/>
                  </a:lnTo>
                  <a:lnTo>
                    <a:pt x="6832" y="26974"/>
                  </a:lnTo>
                  <a:lnTo>
                    <a:pt x="6350" y="26670"/>
                  </a:lnTo>
                  <a:lnTo>
                    <a:pt x="5080" y="30480"/>
                  </a:lnTo>
                  <a:lnTo>
                    <a:pt x="3810" y="33020"/>
                  </a:lnTo>
                  <a:lnTo>
                    <a:pt x="3810" y="34290"/>
                  </a:lnTo>
                  <a:lnTo>
                    <a:pt x="2540" y="36830"/>
                  </a:lnTo>
                  <a:lnTo>
                    <a:pt x="2540" y="40640"/>
                  </a:lnTo>
                  <a:lnTo>
                    <a:pt x="1270" y="43180"/>
                  </a:lnTo>
                  <a:lnTo>
                    <a:pt x="1270" y="45720"/>
                  </a:lnTo>
                  <a:lnTo>
                    <a:pt x="1270" y="46990"/>
                  </a:lnTo>
                  <a:lnTo>
                    <a:pt x="0" y="49530"/>
                  </a:lnTo>
                  <a:lnTo>
                    <a:pt x="0" y="53340"/>
                  </a:lnTo>
                  <a:lnTo>
                    <a:pt x="0" y="72390"/>
                  </a:lnTo>
                  <a:lnTo>
                    <a:pt x="1270" y="74930"/>
                  </a:lnTo>
                  <a:lnTo>
                    <a:pt x="1270" y="76200"/>
                  </a:lnTo>
                  <a:lnTo>
                    <a:pt x="1270" y="78740"/>
                  </a:lnTo>
                  <a:lnTo>
                    <a:pt x="2540" y="82550"/>
                  </a:lnTo>
                  <a:lnTo>
                    <a:pt x="2540" y="85090"/>
                  </a:lnTo>
                  <a:lnTo>
                    <a:pt x="3810" y="88900"/>
                  </a:lnTo>
                  <a:lnTo>
                    <a:pt x="3810" y="90170"/>
                  </a:lnTo>
                  <a:lnTo>
                    <a:pt x="5080" y="92710"/>
                  </a:lnTo>
                  <a:lnTo>
                    <a:pt x="5080" y="93980"/>
                  </a:lnTo>
                  <a:lnTo>
                    <a:pt x="7251" y="96164"/>
                  </a:lnTo>
                  <a:lnTo>
                    <a:pt x="6350" y="96520"/>
                  </a:lnTo>
                  <a:lnTo>
                    <a:pt x="7620" y="99060"/>
                  </a:lnTo>
                  <a:lnTo>
                    <a:pt x="8890" y="100330"/>
                  </a:lnTo>
                  <a:lnTo>
                    <a:pt x="10160" y="102870"/>
                  </a:lnTo>
                  <a:lnTo>
                    <a:pt x="10541" y="102577"/>
                  </a:lnTo>
                  <a:lnTo>
                    <a:pt x="12700" y="107950"/>
                  </a:lnTo>
                  <a:lnTo>
                    <a:pt x="13970" y="109220"/>
                  </a:lnTo>
                  <a:lnTo>
                    <a:pt x="17780" y="114300"/>
                  </a:lnTo>
                  <a:lnTo>
                    <a:pt x="17780" y="115570"/>
                  </a:lnTo>
                  <a:lnTo>
                    <a:pt x="19050" y="118110"/>
                  </a:lnTo>
                  <a:lnTo>
                    <a:pt x="20320" y="118110"/>
                  </a:lnTo>
                  <a:lnTo>
                    <a:pt x="22860" y="120650"/>
                  </a:lnTo>
                  <a:lnTo>
                    <a:pt x="31750" y="111760"/>
                  </a:lnTo>
                  <a:lnTo>
                    <a:pt x="29210" y="109220"/>
                  </a:lnTo>
                  <a:lnTo>
                    <a:pt x="28778" y="109651"/>
                  </a:lnTo>
                  <a:lnTo>
                    <a:pt x="27940" y="107950"/>
                  </a:lnTo>
                  <a:lnTo>
                    <a:pt x="24130" y="101600"/>
                  </a:lnTo>
                  <a:lnTo>
                    <a:pt x="23596" y="102006"/>
                  </a:lnTo>
                  <a:lnTo>
                    <a:pt x="20320" y="96520"/>
                  </a:lnTo>
                  <a:lnTo>
                    <a:pt x="19050" y="93980"/>
                  </a:lnTo>
                  <a:lnTo>
                    <a:pt x="17780" y="91440"/>
                  </a:lnTo>
                  <a:lnTo>
                    <a:pt x="17780" y="90170"/>
                  </a:lnTo>
                  <a:lnTo>
                    <a:pt x="17246" y="89115"/>
                  </a:lnTo>
                  <a:lnTo>
                    <a:pt x="17780" y="88900"/>
                  </a:lnTo>
                  <a:lnTo>
                    <a:pt x="16510" y="85090"/>
                  </a:lnTo>
                  <a:lnTo>
                    <a:pt x="16129" y="85242"/>
                  </a:lnTo>
                  <a:lnTo>
                    <a:pt x="15240" y="82550"/>
                  </a:lnTo>
                  <a:lnTo>
                    <a:pt x="15240" y="80010"/>
                  </a:lnTo>
                  <a:lnTo>
                    <a:pt x="13970" y="76200"/>
                  </a:lnTo>
                  <a:lnTo>
                    <a:pt x="12700" y="72390"/>
                  </a:lnTo>
                  <a:lnTo>
                    <a:pt x="12700" y="69850"/>
                  </a:lnTo>
                  <a:lnTo>
                    <a:pt x="12700" y="67310"/>
                  </a:lnTo>
                  <a:lnTo>
                    <a:pt x="12700" y="49530"/>
                  </a:lnTo>
                  <a:lnTo>
                    <a:pt x="13970" y="46990"/>
                  </a:lnTo>
                  <a:lnTo>
                    <a:pt x="13970" y="45720"/>
                  </a:lnTo>
                  <a:lnTo>
                    <a:pt x="15240" y="43180"/>
                  </a:lnTo>
                  <a:lnTo>
                    <a:pt x="15240" y="39370"/>
                  </a:lnTo>
                  <a:lnTo>
                    <a:pt x="16510" y="36830"/>
                  </a:lnTo>
                  <a:lnTo>
                    <a:pt x="15925" y="36715"/>
                  </a:lnTo>
                  <a:lnTo>
                    <a:pt x="16510" y="35560"/>
                  </a:lnTo>
                  <a:lnTo>
                    <a:pt x="17780" y="33020"/>
                  </a:lnTo>
                  <a:lnTo>
                    <a:pt x="18580" y="31407"/>
                  </a:lnTo>
                  <a:lnTo>
                    <a:pt x="19050" y="31750"/>
                  </a:lnTo>
                  <a:lnTo>
                    <a:pt x="20320" y="29210"/>
                  </a:lnTo>
                  <a:lnTo>
                    <a:pt x="20320" y="27940"/>
                  </a:lnTo>
                  <a:lnTo>
                    <a:pt x="21590" y="27940"/>
                  </a:lnTo>
                  <a:lnTo>
                    <a:pt x="21590" y="26670"/>
                  </a:lnTo>
                  <a:lnTo>
                    <a:pt x="22860" y="24130"/>
                  </a:lnTo>
                  <a:lnTo>
                    <a:pt x="26187" y="19697"/>
                  </a:lnTo>
                  <a:lnTo>
                    <a:pt x="26670" y="20320"/>
                  </a:lnTo>
                  <a:lnTo>
                    <a:pt x="27940" y="19050"/>
                  </a:lnTo>
                  <a:lnTo>
                    <a:pt x="29210" y="19050"/>
                  </a:lnTo>
                  <a:lnTo>
                    <a:pt x="31115" y="17145"/>
                  </a:lnTo>
                  <a:lnTo>
                    <a:pt x="33020" y="16510"/>
                  </a:lnTo>
                  <a:lnTo>
                    <a:pt x="34290" y="16510"/>
                  </a:lnTo>
                  <a:lnTo>
                    <a:pt x="38100" y="15240"/>
                  </a:lnTo>
                  <a:lnTo>
                    <a:pt x="43180" y="13970"/>
                  </a:lnTo>
                  <a:lnTo>
                    <a:pt x="43053" y="13690"/>
                  </a:lnTo>
                  <a:lnTo>
                    <a:pt x="46990" y="12700"/>
                  </a:lnTo>
                  <a:lnTo>
                    <a:pt x="59690" y="12700"/>
                  </a:lnTo>
                  <a:lnTo>
                    <a:pt x="59690" y="0"/>
                  </a:lnTo>
                  <a:close/>
                </a:path>
              </a:pathLst>
            </a:custGeom>
            <a:solidFill>
              <a:srgbClr val="006600"/>
            </a:solidFill>
          </p:spPr>
          <p:txBody>
            <a:bodyPr wrap="square" lIns="0" tIns="0" rIns="0" bIns="0" rtlCol="0"/>
            <a:lstStyle/>
            <a:p/>
          </p:txBody>
        </p:sp>
        <p:sp>
          <p:nvSpPr>
            <p:cNvPr id="615" name="object 615"/>
            <p:cNvSpPr/>
            <p:nvPr/>
          </p:nvSpPr>
          <p:spPr>
            <a:xfrm>
              <a:off x="8493760" y="1770379"/>
              <a:ext cx="153670" cy="102870"/>
            </a:xfrm>
            <a:custGeom>
              <a:avLst/>
              <a:gdLst/>
              <a:ahLst/>
              <a:cxnLst/>
              <a:rect l="l" t="t" r="r" b="b"/>
              <a:pathLst>
                <a:path w="153670" h="102869">
                  <a:moveTo>
                    <a:pt x="153670" y="12700"/>
                  </a:moveTo>
                  <a:lnTo>
                    <a:pt x="152400" y="10160"/>
                  </a:lnTo>
                  <a:lnTo>
                    <a:pt x="152400" y="7620"/>
                  </a:lnTo>
                  <a:lnTo>
                    <a:pt x="151130" y="3810"/>
                  </a:lnTo>
                  <a:lnTo>
                    <a:pt x="151130" y="1270"/>
                  </a:lnTo>
                  <a:lnTo>
                    <a:pt x="151130" y="0"/>
                  </a:lnTo>
                  <a:lnTo>
                    <a:pt x="144780" y="2540"/>
                  </a:lnTo>
                  <a:lnTo>
                    <a:pt x="138430" y="3810"/>
                  </a:lnTo>
                  <a:lnTo>
                    <a:pt x="139700" y="6350"/>
                  </a:lnTo>
                  <a:lnTo>
                    <a:pt x="139700" y="8890"/>
                  </a:lnTo>
                  <a:lnTo>
                    <a:pt x="139700" y="10160"/>
                  </a:lnTo>
                  <a:lnTo>
                    <a:pt x="140271" y="10045"/>
                  </a:lnTo>
                  <a:lnTo>
                    <a:pt x="140970" y="11430"/>
                  </a:lnTo>
                  <a:lnTo>
                    <a:pt x="140970" y="33020"/>
                  </a:lnTo>
                  <a:lnTo>
                    <a:pt x="139700" y="36830"/>
                  </a:lnTo>
                  <a:lnTo>
                    <a:pt x="138430" y="40640"/>
                  </a:lnTo>
                  <a:lnTo>
                    <a:pt x="138430" y="43180"/>
                  </a:lnTo>
                  <a:lnTo>
                    <a:pt x="137160" y="46990"/>
                  </a:lnTo>
                  <a:lnTo>
                    <a:pt x="136258" y="49682"/>
                  </a:lnTo>
                  <a:lnTo>
                    <a:pt x="135890" y="49530"/>
                  </a:lnTo>
                  <a:lnTo>
                    <a:pt x="134620" y="54610"/>
                  </a:lnTo>
                  <a:lnTo>
                    <a:pt x="133350" y="57150"/>
                  </a:lnTo>
                  <a:lnTo>
                    <a:pt x="132080" y="59690"/>
                  </a:lnTo>
                  <a:lnTo>
                    <a:pt x="129540" y="62230"/>
                  </a:lnTo>
                  <a:lnTo>
                    <a:pt x="129540" y="63500"/>
                  </a:lnTo>
                  <a:lnTo>
                    <a:pt x="128270" y="64770"/>
                  </a:lnTo>
                  <a:lnTo>
                    <a:pt x="127000" y="66040"/>
                  </a:lnTo>
                  <a:lnTo>
                    <a:pt x="125730" y="67310"/>
                  </a:lnTo>
                  <a:lnTo>
                    <a:pt x="120650" y="72390"/>
                  </a:lnTo>
                  <a:lnTo>
                    <a:pt x="121119" y="72872"/>
                  </a:lnTo>
                  <a:lnTo>
                    <a:pt x="115570" y="76200"/>
                  </a:lnTo>
                  <a:lnTo>
                    <a:pt x="115963" y="76733"/>
                  </a:lnTo>
                  <a:lnTo>
                    <a:pt x="110490" y="80010"/>
                  </a:lnTo>
                  <a:lnTo>
                    <a:pt x="102870" y="83820"/>
                  </a:lnTo>
                  <a:lnTo>
                    <a:pt x="103124" y="84162"/>
                  </a:lnTo>
                  <a:lnTo>
                    <a:pt x="96520" y="86360"/>
                  </a:lnTo>
                  <a:lnTo>
                    <a:pt x="96596" y="86563"/>
                  </a:lnTo>
                  <a:lnTo>
                    <a:pt x="90170" y="87630"/>
                  </a:lnTo>
                  <a:lnTo>
                    <a:pt x="81280" y="88900"/>
                  </a:lnTo>
                  <a:lnTo>
                    <a:pt x="72390" y="90170"/>
                  </a:lnTo>
                  <a:lnTo>
                    <a:pt x="64770" y="90170"/>
                  </a:lnTo>
                  <a:lnTo>
                    <a:pt x="53340" y="90170"/>
                  </a:lnTo>
                  <a:lnTo>
                    <a:pt x="44411" y="89065"/>
                  </a:lnTo>
                  <a:lnTo>
                    <a:pt x="44450" y="88900"/>
                  </a:lnTo>
                  <a:lnTo>
                    <a:pt x="35560" y="87630"/>
                  </a:lnTo>
                  <a:lnTo>
                    <a:pt x="27940" y="85090"/>
                  </a:lnTo>
                  <a:lnTo>
                    <a:pt x="27520" y="86118"/>
                  </a:lnTo>
                  <a:lnTo>
                    <a:pt x="21590" y="82550"/>
                  </a:lnTo>
                  <a:lnTo>
                    <a:pt x="16103" y="79273"/>
                  </a:lnTo>
                  <a:lnTo>
                    <a:pt x="16510" y="78740"/>
                  </a:lnTo>
                  <a:lnTo>
                    <a:pt x="13970" y="77470"/>
                  </a:lnTo>
                  <a:lnTo>
                    <a:pt x="11430" y="74930"/>
                  </a:lnTo>
                  <a:lnTo>
                    <a:pt x="8890" y="72390"/>
                  </a:lnTo>
                  <a:lnTo>
                    <a:pt x="0" y="81280"/>
                  </a:lnTo>
                  <a:lnTo>
                    <a:pt x="2540" y="83820"/>
                  </a:lnTo>
                  <a:lnTo>
                    <a:pt x="5080" y="86360"/>
                  </a:lnTo>
                  <a:lnTo>
                    <a:pt x="6350" y="87630"/>
                  </a:lnTo>
                  <a:lnTo>
                    <a:pt x="8890" y="88900"/>
                  </a:lnTo>
                  <a:lnTo>
                    <a:pt x="8890" y="90170"/>
                  </a:lnTo>
                  <a:lnTo>
                    <a:pt x="15240" y="93980"/>
                  </a:lnTo>
                  <a:lnTo>
                    <a:pt x="16510" y="93980"/>
                  </a:lnTo>
                  <a:lnTo>
                    <a:pt x="22860" y="97790"/>
                  </a:lnTo>
                  <a:lnTo>
                    <a:pt x="24130" y="97790"/>
                  </a:lnTo>
                  <a:lnTo>
                    <a:pt x="33020" y="99060"/>
                  </a:lnTo>
                  <a:lnTo>
                    <a:pt x="41910" y="101600"/>
                  </a:lnTo>
                  <a:lnTo>
                    <a:pt x="43180" y="101600"/>
                  </a:lnTo>
                  <a:lnTo>
                    <a:pt x="53340" y="102870"/>
                  </a:lnTo>
                  <a:lnTo>
                    <a:pt x="63500" y="102870"/>
                  </a:lnTo>
                  <a:lnTo>
                    <a:pt x="64770" y="102870"/>
                  </a:lnTo>
                  <a:lnTo>
                    <a:pt x="73660" y="102870"/>
                  </a:lnTo>
                  <a:lnTo>
                    <a:pt x="83820" y="101600"/>
                  </a:lnTo>
                  <a:lnTo>
                    <a:pt x="92710" y="100330"/>
                  </a:lnTo>
                  <a:lnTo>
                    <a:pt x="100330" y="97790"/>
                  </a:lnTo>
                  <a:lnTo>
                    <a:pt x="101600" y="97790"/>
                  </a:lnTo>
                  <a:lnTo>
                    <a:pt x="109220" y="95250"/>
                  </a:lnTo>
                  <a:lnTo>
                    <a:pt x="109220" y="93980"/>
                  </a:lnTo>
                  <a:lnTo>
                    <a:pt x="115570" y="91440"/>
                  </a:lnTo>
                  <a:lnTo>
                    <a:pt x="116840" y="91440"/>
                  </a:lnTo>
                  <a:lnTo>
                    <a:pt x="123190" y="86360"/>
                  </a:lnTo>
                  <a:lnTo>
                    <a:pt x="129540" y="82550"/>
                  </a:lnTo>
                  <a:lnTo>
                    <a:pt x="129540" y="81280"/>
                  </a:lnTo>
                  <a:lnTo>
                    <a:pt x="134620" y="76200"/>
                  </a:lnTo>
                  <a:lnTo>
                    <a:pt x="137160" y="73660"/>
                  </a:lnTo>
                  <a:lnTo>
                    <a:pt x="138430" y="73660"/>
                  </a:lnTo>
                  <a:lnTo>
                    <a:pt x="138430" y="72390"/>
                  </a:lnTo>
                  <a:lnTo>
                    <a:pt x="139357" y="69596"/>
                  </a:lnTo>
                  <a:lnTo>
                    <a:pt x="139700" y="69850"/>
                  </a:lnTo>
                  <a:lnTo>
                    <a:pt x="142240" y="67310"/>
                  </a:lnTo>
                  <a:lnTo>
                    <a:pt x="142240" y="66040"/>
                  </a:lnTo>
                  <a:lnTo>
                    <a:pt x="143510" y="62230"/>
                  </a:lnTo>
                  <a:lnTo>
                    <a:pt x="144780" y="62230"/>
                  </a:lnTo>
                  <a:lnTo>
                    <a:pt x="146050" y="59690"/>
                  </a:lnTo>
                  <a:lnTo>
                    <a:pt x="147320" y="54610"/>
                  </a:lnTo>
                  <a:lnTo>
                    <a:pt x="148590" y="54610"/>
                  </a:lnTo>
                  <a:lnTo>
                    <a:pt x="148590" y="52070"/>
                  </a:lnTo>
                  <a:lnTo>
                    <a:pt x="149860" y="46990"/>
                  </a:lnTo>
                  <a:lnTo>
                    <a:pt x="151130" y="46990"/>
                  </a:lnTo>
                  <a:lnTo>
                    <a:pt x="151130" y="43180"/>
                  </a:lnTo>
                  <a:lnTo>
                    <a:pt x="152400" y="38100"/>
                  </a:lnTo>
                  <a:lnTo>
                    <a:pt x="152400" y="34290"/>
                  </a:lnTo>
                  <a:lnTo>
                    <a:pt x="153670" y="29210"/>
                  </a:lnTo>
                  <a:lnTo>
                    <a:pt x="153670" y="25400"/>
                  </a:lnTo>
                  <a:lnTo>
                    <a:pt x="153670" y="20320"/>
                  </a:lnTo>
                  <a:lnTo>
                    <a:pt x="153670" y="16510"/>
                  </a:lnTo>
                  <a:lnTo>
                    <a:pt x="153670" y="12700"/>
                  </a:lnTo>
                  <a:close/>
                </a:path>
              </a:pathLst>
            </a:custGeom>
            <a:solidFill>
              <a:srgbClr val="006600"/>
            </a:solidFill>
          </p:spPr>
          <p:txBody>
            <a:bodyPr wrap="square" lIns="0" tIns="0" rIns="0" bIns="0" rtlCol="0"/>
            <a:lstStyle/>
            <a:p/>
          </p:txBody>
        </p:sp>
        <p:sp>
          <p:nvSpPr>
            <p:cNvPr id="616" name="object 616"/>
            <p:cNvSpPr/>
            <p:nvPr/>
          </p:nvSpPr>
          <p:spPr>
            <a:xfrm>
              <a:off x="8533130" y="1733549"/>
              <a:ext cx="111760" cy="41910"/>
            </a:xfrm>
            <a:custGeom>
              <a:avLst/>
              <a:gdLst/>
              <a:ahLst/>
              <a:cxnLst/>
              <a:rect l="l" t="t" r="r" b="b"/>
              <a:pathLst>
                <a:path w="111759" h="41910">
                  <a:moveTo>
                    <a:pt x="111760" y="36830"/>
                  </a:moveTo>
                  <a:lnTo>
                    <a:pt x="110490" y="35560"/>
                  </a:lnTo>
                  <a:lnTo>
                    <a:pt x="110490" y="34290"/>
                  </a:lnTo>
                  <a:lnTo>
                    <a:pt x="110490" y="33020"/>
                  </a:lnTo>
                  <a:lnTo>
                    <a:pt x="109220" y="31750"/>
                  </a:lnTo>
                  <a:lnTo>
                    <a:pt x="108686" y="30695"/>
                  </a:lnTo>
                  <a:lnTo>
                    <a:pt x="109220" y="30480"/>
                  </a:lnTo>
                  <a:lnTo>
                    <a:pt x="107950" y="27940"/>
                  </a:lnTo>
                  <a:lnTo>
                    <a:pt x="106680" y="27940"/>
                  </a:lnTo>
                  <a:lnTo>
                    <a:pt x="105410" y="24130"/>
                  </a:lnTo>
                  <a:lnTo>
                    <a:pt x="105410" y="22860"/>
                  </a:lnTo>
                  <a:lnTo>
                    <a:pt x="104140" y="22860"/>
                  </a:lnTo>
                  <a:lnTo>
                    <a:pt x="101600" y="19050"/>
                  </a:lnTo>
                  <a:lnTo>
                    <a:pt x="99060" y="16510"/>
                  </a:lnTo>
                  <a:lnTo>
                    <a:pt x="95250" y="13970"/>
                  </a:lnTo>
                  <a:lnTo>
                    <a:pt x="92710" y="11430"/>
                  </a:lnTo>
                  <a:lnTo>
                    <a:pt x="91440" y="10160"/>
                  </a:lnTo>
                  <a:lnTo>
                    <a:pt x="87630" y="8890"/>
                  </a:lnTo>
                  <a:lnTo>
                    <a:pt x="87630" y="7620"/>
                  </a:lnTo>
                  <a:lnTo>
                    <a:pt x="83820" y="6350"/>
                  </a:lnTo>
                  <a:lnTo>
                    <a:pt x="82550" y="6350"/>
                  </a:lnTo>
                  <a:lnTo>
                    <a:pt x="77470" y="5080"/>
                  </a:lnTo>
                  <a:lnTo>
                    <a:pt x="71120" y="3810"/>
                  </a:lnTo>
                  <a:lnTo>
                    <a:pt x="53340" y="1270"/>
                  </a:lnTo>
                  <a:lnTo>
                    <a:pt x="0" y="0"/>
                  </a:lnTo>
                  <a:lnTo>
                    <a:pt x="0" y="6350"/>
                  </a:lnTo>
                  <a:lnTo>
                    <a:pt x="0" y="12700"/>
                  </a:lnTo>
                  <a:lnTo>
                    <a:pt x="52070" y="13944"/>
                  </a:lnTo>
                  <a:lnTo>
                    <a:pt x="68605" y="16344"/>
                  </a:lnTo>
                  <a:lnTo>
                    <a:pt x="68580" y="16510"/>
                  </a:lnTo>
                  <a:lnTo>
                    <a:pt x="69850" y="16510"/>
                  </a:lnTo>
                  <a:lnTo>
                    <a:pt x="74930" y="16510"/>
                  </a:lnTo>
                  <a:lnTo>
                    <a:pt x="80010" y="19050"/>
                  </a:lnTo>
                  <a:lnTo>
                    <a:pt x="80162" y="18262"/>
                  </a:lnTo>
                  <a:lnTo>
                    <a:pt x="82550" y="19050"/>
                  </a:lnTo>
                  <a:lnTo>
                    <a:pt x="83820" y="20320"/>
                  </a:lnTo>
                  <a:lnTo>
                    <a:pt x="85090" y="21590"/>
                  </a:lnTo>
                  <a:lnTo>
                    <a:pt x="85217" y="21259"/>
                  </a:lnTo>
                  <a:lnTo>
                    <a:pt x="87630" y="22860"/>
                  </a:lnTo>
                  <a:lnTo>
                    <a:pt x="90170" y="25400"/>
                  </a:lnTo>
                  <a:lnTo>
                    <a:pt x="92710" y="27940"/>
                  </a:lnTo>
                  <a:lnTo>
                    <a:pt x="93980" y="29210"/>
                  </a:lnTo>
                  <a:lnTo>
                    <a:pt x="96520" y="34290"/>
                  </a:lnTo>
                  <a:lnTo>
                    <a:pt x="96520" y="35560"/>
                  </a:lnTo>
                  <a:lnTo>
                    <a:pt x="97790" y="35560"/>
                  </a:lnTo>
                  <a:lnTo>
                    <a:pt x="97790" y="36830"/>
                  </a:lnTo>
                  <a:lnTo>
                    <a:pt x="97790" y="38100"/>
                  </a:lnTo>
                  <a:lnTo>
                    <a:pt x="99060" y="39370"/>
                  </a:lnTo>
                  <a:lnTo>
                    <a:pt x="99060" y="40640"/>
                  </a:lnTo>
                  <a:lnTo>
                    <a:pt x="99580" y="40436"/>
                  </a:lnTo>
                  <a:lnTo>
                    <a:pt x="100330" y="41910"/>
                  </a:lnTo>
                  <a:lnTo>
                    <a:pt x="105410" y="39370"/>
                  </a:lnTo>
                  <a:lnTo>
                    <a:pt x="111760" y="38100"/>
                  </a:lnTo>
                  <a:lnTo>
                    <a:pt x="111760" y="36830"/>
                  </a:lnTo>
                  <a:close/>
                </a:path>
              </a:pathLst>
            </a:custGeom>
            <a:solidFill>
              <a:srgbClr val="006600"/>
            </a:solidFill>
          </p:spPr>
          <p:txBody>
            <a:bodyPr wrap="square" lIns="0" tIns="0" rIns="0" bIns="0" rtlCol="0"/>
            <a:lstStyle/>
            <a:p/>
          </p:txBody>
        </p:sp>
      </p:grpSp>
      <p:sp>
        <p:nvSpPr>
          <p:cNvPr id="617" name="object 617"/>
          <p:cNvSpPr txBox="1"/>
          <p:nvPr/>
        </p:nvSpPr>
        <p:spPr>
          <a:xfrm>
            <a:off x="541655" y="1905635"/>
            <a:ext cx="8128000" cy="4867910"/>
          </a:xfrm>
          <a:prstGeom prst="rect">
            <a:avLst/>
          </a:prstGeom>
        </p:spPr>
        <p:txBody>
          <a:bodyPr vert="horz" wrap="square" lIns="0" tIns="234950" rIns="0" bIns="0" rtlCol="0">
            <a:spAutoFit/>
          </a:bodyPr>
          <a:lstStyle/>
          <a:p>
            <a:pPr marL="12700" indent="0">
              <a:lnSpc>
                <a:spcPct val="100000"/>
              </a:lnSpc>
              <a:spcBef>
                <a:spcPts val="1850"/>
              </a:spcBef>
              <a:buFont typeface="Tahoma" panose="020B0604030504040204"/>
              <a:buNone/>
              <a:tabLst>
                <a:tab pos="278130" algn="l"/>
              </a:tabLst>
            </a:pPr>
            <a:r>
              <a:rPr lang="en-IN" sz="2800">
                <a:latin typeface="Tahoma" panose="020B0604030504040204"/>
                <a:cs typeface="Tahoma" panose="020B0604030504040204"/>
              </a:rPr>
              <a:t> </a:t>
            </a:r>
            <a:r>
              <a:rPr lang="en-IN" sz="2800" b="1">
                <a:latin typeface="Tahoma" panose="020B0604030504040204"/>
                <a:cs typeface="Tahoma" panose="020B0604030504040204"/>
              </a:rPr>
              <a:t>BARRIERS CAUSED BY THE ENVIRONMENT</a:t>
            </a:r>
            <a:endParaRPr lang="en-IN" sz="24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Noise of vehicles, marriage procession passing by etc</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Buzzing among the audience</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Effect of seasons</a:t>
            </a:r>
            <a:endParaRPr lang="en-IN" sz="2800">
              <a:latin typeface="Tahoma" panose="020B0604030504040204"/>
              <a:cs typeface="Tahoma" panose="020B0604030504040204"/>
            </a:endParaRPr>
          </a:p>
          <a:p>
            <a:pPr marL="469900" indent="-457200">
              <a:lnSpc>
                <a:spcPct val="100000"/>
              </a:lnSpc>
              <a:spcBef>
                <a:spcPts val="1850"/>
              </a:spcBef>
              <a:buFont typeface="Wingdings" panose="05000000000000000000" charset="0"/>
              <a:buChar char="Ø"/>
              <a:tabLst>
                <a:tab pos="278130" algn="l"/>
              </a:tabLst>
            </a:pPr>
            <a:r>
              <a:rPr lang="en-IN" sz="2800">
                <a:latin typeface="Tahoma" panose="020B0604030504040204"/>
                <a:cs typeface="Tahoma" panose="020B0604030504040204"/>
              </a:rPr>
              <a:t> Uncomfortable or inappropriate seating arrangement</a:t>
            </a:r>
            <a:endParaRPr lang="en-IN" sz="2800">
              <a:latin typeface="Tahoma" panose="020B0604030504040204"/>
              <a:cs typeface="Tahoma" panose="020B0604030504040204"/>
            </a:endParaRPr>
          </a:p>
          <a:p>
            <a:pPr marL="12700" indent="0">
              <a:lnSpc>
                <a:spcPct val="100000"/>
              </a:lnSpc>
              <a:spcBef>
                <a:spcPts val="1850"/>
              </a:spcBef>
              <a:buFont typeface="Wingdings" panose="05000000000000000000" charset="0"/>
              <a:buNone/>
              <a:tabLst>
                <a:tab pos="278130" algn="l"/>
              </a:tabLst>
            </a:pPr>
            <a:endParaRPr lang="en-IN" sz="28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17">
                                            <p:txEl>
                                              <p:pRg st="0" end="0"/>
                                            </p:txEl>
                                          </p:spTgt>
                                        </p:tgtEl>
                                        <p:attrNameLst>
                                          <p:attrName>style.visibility</p:attrName>
                                        </p:attrNameLst>
                                      </p:cBhvr>
                                      <p:to>
                                        <p:strVal val="visible"/>
                                      </p:to>
                                    </p:set>
                                    <p:anim calcmode="lin" valueType="num">
                                      <p:cBhvr additive="base">
                                        <p:cTn id="7" dur="500" fill="hold"/>
                                        <p:tgtEl>
                                          <p:spTgt spid="61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1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17">
                                            <p:txEl>
                                              <p:pRg st="1" end="1"/>
                                            </p:txEl>
                                          </p:spTgt>
                                        </p:tgtEl>
                                        <p:attrNameLst>
                                          <p:attrName>style.visibility</p:attrName>
                                        </p:attrNameLst>
                                      </p:cBhvr>
                                      <p:to>
                                        <p:strVal val="visible"/>
                                      </p:to>
                                    </p:set>
                                    <p:anim calcmode="lin" valueType="num">
                                      <p:cBhvr additive="base">
                                        <p:cTn id="13" dur="500" fill="hold"/>
                                        <p:tgtEl>
                                          <p:spTgt spid="61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17">
                                            <p:txEl>
                                              <p:pRg st="2" end="2"/>
                                            </p:txEl>
                                          </p:spTgt>
                                        </p:tgtEl>
                                        <p:attrNameLst>
                                          <p:attrName>style.visibility</p:attrName>
                                        </p:attrNameLst>
                                      </p:cBhvr>
                                      <p:to>
                                        <p:strVal val="visible"/>
                                      </p:to>
                                    </p:set>
                                    <p:anim calcmode="lin" valueType="num">
                                      <p:cBhvr additive="base">
                                        <p:cTn id="19" dur="500" fill="hold"/>
                                        <p:tgtEl>
                                          <p:spTgt spid="61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17">
                                            <p:txEl>
                                              <p:pRg st="3" end="3"/>
                                            </p:txEl>
                                          </p:spTgt>
                                        </p:tgtEl>
                                        <p:attrNameLst>
                                          <p:attrName>style.visibility</p:attrName>
                                        </p:attrNameLst>
                                      </p:cBhvr>
                                      <p:to>
                                        <p:strVal val="visible"/>
                                      </p:to>
                                    </p:set>
                                    <p:anim calcmode="lin" valueType="num">
                                      <p:cBhvr additive="base">
                                        <p:cTn id="25" dur="500" fill="hold"/>
                                        <p:tgtEl>
                                          <p:spTgt spid="617">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1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17">
                                            <p:txEl>
                                              <p:pRg st="4" end="4"/>
                                            </p:txEl>
                                          </p:spTgt>
                                        </p:tgtEl>
                                        <p:attrNameLst>
                                          <p:attrName>style.visibility</p:attrName>
                                        </p:attrNameLst>
                                      </p:cBhvr>
                                      <p:to>
                                        <p:strVal val="visible"/>
                                      </p:to>
                                    </p:set>
                                    <p:anim calcmode="lin" valueType="num">
                                      <p:cBhvr additive="base">
                                        <p:cTn id="31" dur="500" fill="hold"/>
                                        <p:tgtEl>
                                          <p:spTgt spid="61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17">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57200" y="1969135"/>
            <a:ext cx="8217535" cy="430530"/>
          </a:xfrm>
        </p:spPr>
        <p:txBody>
          <a:bodyPr wrap="square"/>
          <a:p>
            <a:r>
              <a:rPr lang="en-IN" altLang="en-US" sz="2800"/>
              <a:t>              TRAITS OF A GOOD LISTENER</a:t>
            </a:r>
            <a:endParaRPr lang="en-IN" altLang="en-US" sz="2800"/>
          </a:p>
        </p:txBody>
      </p:sp>
      <p:sp>
        <p:nvSpPr>
          <p:cNvPr id="5" name="Text Placeholder 4"/>
          <p:cNvSpPr>
            <a:spLocks noGrp="1"/>
          </p:cNvSpPr>
          <p:nvPr>
            <p:ph type="body" idx="1"/>
          </p:nvPr>
        </p:nvSpPr>
        <p:spPr>
          <a:xfrm>
            <a:off x="631190" y="2598420"/>
            <a:ext cx="8056880" cy="4308475"/>
          </a:xfrm>
        </p:spPr>
        <p:txBody>
          <a:bodyPr wrap="square"/>
          <a:p>
            <a:pPr marL="342900" indent="-342900">
              <a:buFont typeface="Wingdings" panose="05000000000000000000" charset="0"/>
              <a:buChar char="Ø"/>
            </a:pPr>
            <a:r>
              <a:rPr lang="en-IN" altLang="en-US" sz="2800"/>
              <a:t> </a:t>
            </a:r>
            <a:r>
              <a:rPr lang="en-IN" altLang="en-US" sz="2800" b="0"/>
              <a:t>Looks for the idea being presented</a:t>
            </a:r>
            <a:endParaRPr lang="en-IN" altLang="en-US" sz="2800" b="0"/>
          </a:p>
          <a:p>
            <a:pPr marL="342900" indent="-342900">
              <a:buFont typeface="Wingdings" panose="05000000000000000000" charset="0"/>
              <a:buChar char="Ø"/>
            </a:pPr>
            <a:r>
              <a:rPr lang="en-IN" altLang="en-US" sz="2800" b="0"/>
              <a:t> Listens with a mind and not overcome by emotions</a:t>
            </a:r>
            <a:endParaRPr lang="en-IN" altLang="en-US" sz="2800" b="0"/>
          </a:p>
          <a:p>
            <a:pPr marL="342900" indent="-342900">
              <a:buFont typeface="Wingdings" panose="05000000000000000000" charset="0"/>
              <a:buChar char="Ø"/>
            </a:pPr>
            <a:r>
              <a:rPr lang="en-IN" altLang="en-US" sz="2800" b="0"/>
              <a:t> Concentrates on what the speaker says</a:t>
            </a:r>
            <a:endParaRPr lang="en-IN" altLang="en-US" sz="2800" b="0"/>
          </a:p>
          <a:p>
            <a:pPr marL="342900" indent="-342900">
              <a:buFont typeface="Wingdings" panose="05000000000000000000" charset="0"/>
              <a:buChar char="Ø"/>
            </a:pPr>
            <a:r>
              <a:rPr lang="en-IN" altLang="en-US" sz="2800" b="0"/>
              <a:t> Understands and accepts the speaker’s point of view</a:t>
            </a:r>
            <a:endParaRPr lang="en-IN" altLang="en-US" sz="2800" b="0"/>
          </a:p>
          <a:p>
            <a:pPr marL="342900" indent="-342900">
              <a:buFont typeface="Wingdings" panose="05000000000000000000" charset="0"/>
              <a:buChar char="Ø"/>
            </a:pPr>
            <a:r>
              <a:rPr lang="en-IN" altLang="en-US" sz="2800" b="0"/>
              <a:t> Note downs the points he or she disagrees to and queries later on</a:t>
            </a:r>
            <a:endParaRPr lang="en-IN" altLang="en-US" sz="2800" b="0"/>
          </a:p>
          <a:p>
            <a:pPr marL="342900" indent="-342900">
              <a:buFont typeface="Wingdings" panose="05000000000000000000" charset="0"/>
              <a:buChar char="Ø"/>
            </a:pPr>
            <a:r>
              <a:rPr lang="en-IN" altLang="en-US" sz="2800" b="0"/>
              <a:t> Reflects on the content of the speaker and summarizes the main points</a:t>
            </a:r>
            <a:endParaRPr lang="en-IN" altLang="en-US" sz="2800" b="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additive="base">
                                        <p:cTn id="1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additive="base">
                                        <p:cTn id="19"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additive="base">
                                        <p:cTn id="25"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additive="base">
                                        <p:cTn id="31"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additive="base">
                                        <p:cTn id="37"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itle 3"/>
          <p:cNvSpPr>
            <a:spLocks noGrp="1"/>
          </p:cNvSpPr>
          <p:nvPr>
            <p:ph type="title"/>
          </p:nvPr>
        </p:nvSpPr>
        <p:spPr>
          <a:xfrm>
            <a:off x="457200" y="1969135"/>
            <a:ext cx="8217535" cy="430530"/>
          </a:xfrm>
        </p:spPr>
        <p:txBody>
          <a:bodyPr wrap="square"/>
          <a:p>
            <a:r>
              <a:rPr lang="en-IN" altLang="en-US" sz="2800"/>
              <a:t>              TRAITS OF A GOOD LISTENER</a:t>
            </a:r>
            <a:endParaRPr lang="en-IN" altLang="en-US" sz="2800"/>
          </a:p>
        </p:txBody>
      </p:sp>
      <p:sp>
        <p:nvSpPr>
          <p:cNvPr id="5" name="Text Placeholder 4"/>
          <p:cNvSpPr>
            <a:spLocks noGrp="1"/>
          </p:cNvSpPr>
          <p:nvPr>
            <p:ph type="body" idx="1"/>
          </p:nvPr>
        </p:nvSpPr>
        <p:spPr>
          <a:xfrm>
            <a:off x="631190" y="2598420"/>
            <a:ext cx="8056880" cy="3446780"/>
          </a:xfrm>
        </p:spPr>
        <p:txBody>
          <a:bodyPr wrap="square"/>
          <a:p>
            <a:pPr marL="342900" indent="-342900">
              <a:buFont typeface="Wingdings" panose="05000000000000000000" charset="0"/>
              <a:buChar char="Ø"/>
            </a:pPr>
            <a:r>
              <a:rPr lang="en-IN" altLang="en-US" sz="2800"/>
              <a:t> </a:t>
            </a:r>
            <a:r>
              <a:rPr lang="en-IN" altLang="en-US" sz="2800" b="0"/>
              <a:t>Listens with receptive mind</a:t>
            </a:r>
            <a:endParaRPr lang="en-IN" altLang="en-US" sz="2800" b="0"/>
          </a:p>
          <a:p>
            <a:pPr marL="342900" indent="-342900">
              <a:buFont typeface="Wingdings" panose="05000000000000000000" charset="0"/>
              <a:buChar char="Ø"/>
            </a:pPr>
            <a:r>
              <a:rPr lang="en-IN" altLang="en-US" sz="2800" b="0"/>
              <a:t> While listening to an elderly person repeating stories, doing pseudo listening</a:t>
            </a:r>
            <a:endParaRPr lang="en-IN" altLang="en-US" sz="2800" b="0"/>
          </a:p>
          <a:p>
            <a:pPr indent="0">
              <a:buFont typeface="Wingdings" panose="05000000000000000000" charset="0"/>
              <a:buNone/>
            </a:pPr>
            <a:endParaRPr lang="en-IN" altLang="en-US" sz="2800" b="0"/>
          </a:p>
          <a:p>
            <a:pPr marL="342900" indent="-342900">
              <a:buFont typeface="Wingdings" panose="05000000000000000000" charset="0"/>
              <a:buChar char="Ø"/>
            </a:pPr>
            <a:r>
              <a:rPr lang="en-IN" altLang="en-US" sz="2800" b="0"/>
              <a:t> Gives constructive feedback</a:t>
            </a:r>
            <a:endParaRPr lang="en-IN" altLang="en-US" sz="2800" b="0"/>
          </a:p>
          <a:p>
            <a:pPr marL="342900" indent="-342900">
              <a:buFont typeface="Wingdings" panose="05000000000000000000" charset="0"/>
              <a:buChar char="Ø"/>
            </a:pPr>
            <a:r>
              <a:rPr lang="en-IN" altLang="en-US" sz="2800" b="0"/>
              <a:t> Maintains a comfortable eye contact</a:t>
            </a:r>
            <a:endParaRPr lang="en-IN" altLang="en-US" sz="2800" b="0"/>
          </a:p>
          <a:p>
            <a:pPr marL="342900" indent="-342900">
              <a:buFont typeface="Wingdings" panose="05000000000000000000" charset="0"/>
              <a:buChar char="Ø"/>
            </a:pPr>
            <a:r>
              <a:rPr lang="en-IN" altLang="en-US" sz="2800" b="0"/>
              <a:t> Gives vocalized clues like ‘ I see’, ‘ I agree with you’, ‘It is a good idea’ etc</a:t>
            </a:r>
            <a:endParaRPr lang="en-IN" altLang="en-US" sz="2800" b="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additive="base">
                                        <p:cTn id="1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anim calcmode="lin" valueType="num">
                                      <p:cBhvr additive="base">
                                        <p:cTn id="19"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4" end="4"/>
                                            </p:txEl>
                                          </p:spTgt>
                                        </p:tgtEl>
                                        <p:attrNameLst>
                                          <p:attrName>style.visibility</p:attrName>
                                        </p:attrNameLst>
                                      </p:cBhvr>
                                      <p:to>
                                        <p:strVal val="visible"/>
                                      </p:to>
                                    </p:set>
                                    <p:anim calcmode="lin" valueType="num">
                                      <p:cBhvr additive="base">
                                        <p:cTn id="25"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5" end="5"/>
                                            </p:txEl>
                                          </p:spTgt>
                                        </p:tgtEl>
                                        <p:attrNameLst>
                                          <p:attrName>style.visibility</p:attrName>
                                        </p:attrNameLst>
                                      </p:cBhvr>
                                      <p:to>
                                        <p:strVal val="visible"/>
                                      </p:to>
                                    </p:set>
                                    <p:anim calcmode="lin" valueType="num">
                                      <p:cBhvr additive="base">
                                        <p:cTn id="31"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373" name="object 373"/>
          <p:cNvSpPr/>
          <p:nvPr/>
        </p:nvSpPr>
        <p:spPr>
          <a:xfrm>
            <a:off x="1308100" y="892810"/>
            <a:ext cx="237490" cy="821689"/>
          </a:xfrm>
          <a:prstGeom prst="rect">
            <a:avLst/>
          </a:prstGeom>
          <a:blipFill>
            <a:blip r:embed="rId3" cstate="print"/>
            <a:stretch>
              <a:fillRect/>
            </a:stretch>
          </a:blipFill>
        </p:spPr>
        <p:txBody>
          <a:bodyPr wrap="square" lIns="0" tIns="0" rIns="0" bIns="0" rtlCol="0"/>
          <a:lstStyle/>
          <a:p/>
        </p:txBody>
      </p:sp>
      <p:sp>
        <p:nvSpPr>
          <p:cNvPr id="374" name="object 374"/>
          <p:cNvSpPr/>
          <p:nvPr/>
        </p:nvSpPr>
        <p:spPr>
          <a:xfrm>
            <a:off x="1640839" y="892810"/>
            <a:ext cx="82550" cy="821689"/>
          </a:xfrm>
          <a:prstGeom prst="rect">
            <a:avLst/>
          </a:prstGeom>
          <a:blipFill>
            <a:blip r:embed="rId4" cstate="print"/>
            <a:stretch>
              <a:fillRect/>
            </a:stretch>
          </a:blipFill>
        </p:spPr>
        <p:txBody>
          <a:bodyPr wrap="square" lIns="0" tIns="0" rIns="0" bIns="0" rtlCol="0"/>
          <a:lstStyle/>
          <a:p/>
        </p:txBody>
      </p:sp>
      <p:sp>
        <p:nvSpPr>
          <p:cNvPr id="375" name="object 375"/>
          <p:cNvSpPr/>
          <p:nvPr/>
        </p:nvSpPr>
        <p:spPr>
          <a:xfrm>
            <a:off x="1805939" y="1094739"/>
            <a:ext cx="204469" cy="833119"/>
          </a:xfrm>
          <a:prstGeom prst="rect">
            <a:avLst/>
          </a:prstGeom>
          <a:blipFill>
            <a:blip r:embed="rId5" cstate="print"/>
            <a:stretch>
              <a:fillRect/>
            </a:stretch>
          </a:blipFill>
        </p:spPr>
        <p:txBody>
          <a:bodyPr wrap="square" lIns="0" tIns="0" rIns="0" bIns="0" rtlCol="0"/>
          <a:lstStyle/>
          <a:p/>
        </p:txBody>
      </p:sp>
      <p:sp>
        <p:nvSpPr>
          <p:cNvPr id="376" name="object 376"/>
          <p:cNvSpPr/>
          <p:nvPr/>
        </p:nvSpPr>
        <p:spPr>
          <a:xfrm>
            <a:off x="2086610" y="1094739"/>
            <a:ext cx="199389" cy="632460"/>
          </a:xfrm>
          <a:prstGeom prst="rect">
            <a:avLst/>
          </a:prstGeom>
          <a:blipFill>
            <a:blip r:embed="rId6" cstate="print"/>
            <a:stretch>
              <a:fillRect/>
            </a:stretch>
          </a:blipFill>
        </p:spPr>
        <p:txBody>
          <a:bodyPr wrap="square" lIns="0" tIns="0" rIns="0" bIns="0" rtlCol="0"/>
          <a:lstStyle/>
          <a:p/>
        </p:txBody>
      </p:sp>
      <p:grpSp>
        <p:nvGrpSpPr>
          <p:cNvPr id="377" name="object 377"/>
          <p:cNvGrpSpPr/>
          <p:nvPr/>
        </p:nvGrpSpPr>
        <p:grpSpPr>
          <a:xfrm>
            <a:off x="2527300" y="880110"/>
            <a:ext cx="407670" cy="847090"/>
            <a:chOff x="2527300" y="880110"/>
            <a:chExt cx="407670" cy="847090"/>
          </a:xfrm>
        </p:grpSpPr>
        <p:sp>
          <p:nvSpPr>
            <p:cNvPr id="378" name="object 378"/>
            <p:cNvSpPr/>
            <p:nvPr/>
          </p:nvSpPr>
          <p:spPr>
            <a:xfrm>
              <a:off x="2527300" y="880110"/>
              <a:ext cx="152400" cy="834389"/>
            </a:xfrm>
            <a:prstGeom prst="rect">
              <a:avLst/>
            </a:prstGeom>
            <a:blipFill>
              <a:blip r:embed="rId7" cstate="print"/>
              <a:stretch>
                <a:fillRect/>
              </a:stretch>
            </a:blipFill>
          </p:spPr>
          <p:txBody>
            <a:bodyPr wrap="square" lIns="0" tIns="0" rIns="0" bIns="0" rtlCol="0"/>
            <a:lstStyle/>
            <a:p/>
          </p:txBody>
        </p:sp>
        <p:sp>
          <p:nvSpPr>
            <p:cNvPr id="379" name="object 379"/>
            <p:cNvSpPr/>
            <p:nvPr/>
          </p:nvSpPr>
          <p:spPr>
            <a:xfrm>
              <a:off x="2721610" y="1094740"/>
              <a:ext cx="213360" cy="632460"/>
            </a:xfrm>
            <a:prstGeom prst="rect">
              <a:avLst/>
            </a:prstGeom>
            <a:blipFill>
              <a:blip r:embed="rId8" cstate="print"/>
              <a:stretch>
                <a:fillRect/>
              </a:stretch>
            </a:blipFill>
          </p:spPr>
          <p:txBody>
            <a:bodyPr wrap="square" lIns="0" tIns="0" rIns="0" bIns="0" rtlCol="0"/>
            <a:lstStyle/>
            <a:p/>
          </p:txBody>
        </p:sp>
      </p:grpSp>
      <p:sp>
        <p:nvSpPr>
          <p:cNvPr id="380" name="object 380"/>
          <p:cNvSpPr/>
          <p:nvPr/>
        </p:nvSpPr>
        <p:spPr>
          <a:xfrm>
            <a:off x="3023870" y="1094739"/>
            <a:ext cx="152400" cy="619760"/>
          </a:xfrm>
          <a:prstGeom prst="rect">
            <a:avLst/>
          </a:prstGeom>
          <a:blipFill>
            <a:blip r:embed="rId9" cstate="print"/>
            <a:stretch>
              <a:fillRect/>
            </a:stretch>
          </a:blipFill>
        </p:spPr>
        <p:txBody>
          <a:bodyPr wrap="square" lIns="0" tIns="0" rIns="0" bIns="0" rtlCol="0"/>
          <a:lstStyle/>
          <a:p/>
        </p:txBody>
      </p:sp>
      <p:sp>
        <p:nvSpPr>
          <p:cNvPr id="381" name="object 381"/>
          <p:cNvSpPr/>
          <p:nvPr/>
        </p:nvSpPr>
        <p:spPr>
          <a:xfrm>
            <a:off x="3401059" y="892810"/>
            <a:ext cx="204470" cy="834389"/>
          </a:xfrm>
          <a:prstGeom prst="rect">
            <a:avLst/>
          </a:prstGeom>
          <a:blipFill>
            <a:blip r:embed="rId10" cstate="print"/>
            <a:stretch>
              <a:fillRect/>
            </a:stretch>
          </a:blipFill>
        </p:spPr>
        <p:txBody>
          <a:bodyPr wrap="square" lIns="0" tIns="0" rIns="0" bIns="0" rtlCol="0"/>
          <a:lstStyle/>
          <a:p/>
        </p:txBody>
      </p:sp>
      <p:sp>
        <p:nvSpPr>
          <p:cNvPr id="382" name="object 382"/>
          <p:cNvSpPr/>
          <p:nvPr/>
        </p:nvSpPr>
        <p:spPr>
          <a:xfrm>
            <a:off x="3686809" y="1094739"/>
            <a:ext cx="214629" cy="632460"/>
          </a:xfrm>
          <a:prstGeom prst="rect">
            <a:avLst/>
          </a:prstGeom>
          <a:blipFill>
            <a:blip r:embed="rId11" cstate="print"/>
            <a:stretch>
              <a:fillRect/>
            </a:stretch>
          </a:blipFill>
        </p:spPr>
        <p:txBody>
          <a:bodyPr wrap="square" lIns="0" tIns="0" rIns="0" bIns="0" rtlCol="0"/>
          <a:lstStyle/>
          <a:p/>
        </p:txBody>
      </p:sp>
      <p:sp>
        <p:nvSpPr>
          <p:cNvPr id="383" name="object 383"/>
          <p:cNvSpPr/>
          <p:nvPr/>
        </p:nvSpPr>
        <p:spPr>
          <a:xfrm>
            <a:off x="3990340" y="892810"/>
            <a:ext cx="82550" cy="821689"/>
          </a:xfrm>
          <a:prstGeom prst="rect">
            <a:avLst/>
          </a:prstGeom>
          <a:blipFill>
            <a:blip r:embed="rId4" cstate="print"/>
            <a:stretch>
              <a:fillRect/>
            </a:stretch>
          </a:blipFill>
        </p:spPr>
        <p:txBody>
          <a:bodyPr wrap="square" lIns="0" tIns="0" rIns="0" bIns="0" rtlCol="0"/>
          <a:lstStyle/>
          <a:p/>
        </p:txBody>
      </p:sp>
      <p:sp>
        <p:nvSpPr>
          <p:cNvPr id="384" name="object 384"/>
          <p:cNvSpPr/>
          <p:nvPr/>
        </p:nvSpPr>
        <p:spPr>
          <a:xfrm>
            <a:off x="4156709" y="1094739"/>
            <a:ext cx="196850" cy="619760"/>
          </a:xfrm>
          <a:prstGeom prst="rect">
            <a:avLst/>
          </a:prstGeom>
          <a:blipFill>
            <a:blip r:embed="rId12" cstate="print"/>
            <a:stretch>
              <a:fillRect/>
            </a:stretch>
          </a:blipFill>
        </p:spPr>
        <p:txBody>
          <a:bodyPr wrap="square" lIns="0" tIns="0" rIns="0" bIns="0" rtlCol="0"/>
          <a:lstStyle/>
          <a:p/>
        </p:txBody>
      </p:sp>
      <p:sp>
        <p:nvSpPr>
          <p:cNvPr id="385" name="object 385"/>
          <p:cNvSpPr/>
          <p:nvPr/>
        </p:nvSpPr>
        <p:spPr>
          <a:xfrm>
            <a:off x="4441190" y="1094739"/>
            <a:ext cx="205739" cy="848360"/>
          </a:xfrm>
          <a:prstGeom prst="rect">
            <a:avLst/>
          </a:prstGeom>
          <a:blipFill>
            <a:blip r:embed="rId13" cstate="print"/>
            <a:stretch>
              <a:fillRect/>
            </a:stretch>
          </a:blipFill>
        </p:spPr>
        <p:txBody>
          <a:bodyPr wrap="square" lIns="0" tIns="0" rIns="0" bIns="0" rtlCol="0"/>
          <a:lstStyle/>
          <a:p/>
        </p:txBody>
      </p:sp>
      <p:sp>
        <p:nvSpPr>
          <p:cNvPr id="386" name="object 386"/>
          <p:cNvSpPr/>
          <p:nvPr/>
        </p:nvSpPr>
        <p:spPr>
          <a:xfrm>
            <a:off x="4903470" y="1094739"/>
            <a:ext cx="217170" cy="632460"/>
          </a:xfrm>
          <a:prstGeom prst="rect">
            <a:avLst/>
          </a:prstGeom>
          <a:blipFill>
            <a:blip r:embed="rId14" cstate="print"/>
            <a:stretch>
              <a:fillRect/>
            </a:stretch>
          </a:blipFill>
        </p:spPr>
        <p:txBody>
          <a:bodyPr wrap="square" lIns="0" tIns="0" rIns="0" bIns="0" rtlCol="0"/>
          <a:lstStyle/>
          <a:p/>
        </p:txBody>
      </p:sp>
      <p:sp>
        <p:nvSpPr>
          <p:cNvPr id="387" name="object 387"/>
          <p:cNvSpPr/>
          <p:nvPr/>
        </p:nvSpPr>
        <p:spPr>
          <a:xfrm>
            <a:off x="5368290" y="880110"/>
            <a:ext cx="256539" cy="847089"/>
          </a:xfrm>
          <a:prstGeom prst="rect">
            <a:avLst/>
          </a:prstGeom>
          <a:blipFill>
            <a:blip r:embed="rId15" cstate="print"/>
            <a:stretch>
              <a:fillRect/>
            </a:stretch>
          </a:blipFill>
        </p:spPr>
        <p:txBody>
          <a:bodyPr wrap="square" lIns="0" tIns="0" rIns="0" bIns="0" rtlCol="0"/>
          <a:lstStyle/>
          <a:p/>
        </p:txBody>
      </p:sp>
      <p:sp>
        <p:nvSpPr>
          <p:cNvPr id="388" name="object 388"/>
          <p:cNvSpPr/>
          <p:nvPr/>
        </p:nvSpPr>
        <p:spPr>
          <a:xfrm>
            <a:off x="5726429" y="1094739"/>
            <a:ext cx="213360" cy="632460"/>
          </a:xfrm>
          <a:prstGeom prst="rect">
            <a:avLst/>
          </a:prstGeom>
          <a:blipFill>
            <a:blip r:embed="rId8" cstate="print"/>
            <a:stretch>
              <a:fillRect/>
            </a:stretch>
          </a:blipFill>
        </p:spPr>
        <p:txBody>
          <a:bodyPr wrap="square" lIns="0" tIns="0" rIns="0" bIns="0" rtlCol="0"/>
          <a:lstStyle/>
          <a:p/>
        </p:txBody>
      </p:sp>
      <p:sp>
        <p:nvSpPr>
          <p:cNvPr id="389" name="object 389"/>
          <p:cNvSpPr/>
          <p:nvPr/>
        </p:nvSpPr>
        <p:spPr>
          <a:xfrm>
            <a:off x="6019800" y="1094739"/>
            <a:ext cx="212089" cy="632460"/>
          </a:xfrm>
          <a:prstGeom prst="rect">
            <a:avLst/>
          </a:prstGeom>
          <a:blipFill>
            <a:blip r:embed="rId16" cstate="print"/>
            <a:stretch>
              <a:fillRect/>
            </a:stretch>
          </a:blipFill>
        </p:spPr>
        <p:txBody>
          <a:bodyPr wrap="square" lIns="0" tIns="0" rIns="0" bIns="0" rtlCol="0"/>
          <a:lstStyle/>
          <a:p/>
        </p:txBody>
      </p:sp>
      <p:sp>
        <p:nvSpPr>
          <p:cNvPr id="390" name="object 390"/>
          <p:cNvSpPr/>
          <p:nvPr/>
        </p:nvSpPr>
        <p:spPr>
          <a:xfrm>
            <a:off x="6313170" y="892810"/>
            <a:ext cx="204470" cy="834389"/>
          </a:xfrm>
          <a:prstGeom prst="rect">
            <a:avLst/>
          </a:prstGeom>
          <a:blipFill>
            <a:blip r:embed="rId17" cstate="print"/>
            <a:stretch>
              <a:fillRect/>
            </a:stretch>
          </a:blipFill>
        </p:spPr>
        <p:txBody>
          <a:bodyPr wrap="square" lIns="0" tIns="0" rIns="0" bIns="0" rtlCol="0"/>
          <a:lstStyle/>
          <a:p/>
        </p:txBody>
      </p:sp>
      <p:sp>
        <p:nvSpPr>
          <p:cNvPr id="391" name="object 391"/>
          <p:cNvSpPr/>
          <p:nvPr/>
        </p:nvSpPr>
        <p:spPr>
          <a:xfrm>
            <a:off x="6786880" y="892810"/>
            <a:ext cx="203200" cy="821689"/>
          </a:xfrm>
          <a:prstGeom prst="rect">
            <a:avLst/>
          </a:prstGeom>
          <a:blipFill>
            <a:blip r:embed="rId18" cstate="print"/>
            <a:stretch>
              <a:fillRect/>
            </a:stretch>
          </a:blipFill>
        </p:spPr>
        <p:txBody>
          <a:bodyPr wrap="square" lIns="0" tIns="0" rIns="0" bIns="0" rtlCol="0"/>
          <a:lstStyle/>
          <a:p/>
        </p:txBody>
      </p:sp>
      <p:sp>
        <p:nvSpPr>
          <p:cNvPr id="392" name="object 392"/>
          <p:cNvSpPr/>
          <p:nvPr/>
        </p:nvSpPr>
        <p:spPr>
          <a:xfrm>
            <a:off x="7078980" y="892810"/>
            <a:ext cx="82550" cy="821689"/>
          </a:xfrm>
          <a:prstGeom prst="rect">
            <a:avLst/>
          </a:prstGeom>
          <a:blipFill>
            <a:blip r:embed="rId4" cstate="print"/>
            <a:stretch>
              <a:fillRect/>
            </a:stretch>
          </a:blipFill>
        </p:spPr>
        <p:txBody>
          <a:bodyPr wrap="square" lIns="0" tIns="0" rIns="0" bIns="0" rtlCol="0"/>
          <a:lstStyle/>
          <a:p/>
        </p:txBody>
      </p:sp>
      <p:sp>
        <p:nvSpPr>
          <p:cNvPr id="393" name="object 393"/>
          <p:cNvSpPr/>
          <p:nvPr/>
        </p:nvSpPr>
        <p:spPr>
          <a:xfrm>
            <a:off x="7231380" y="1094739"/>
            <a:ext cx="199390" cy="632460"/>
          </a:xfrm>
          <a:prstGeom prst="rect">
            <a:avLst/>
          </a:prstGeom>
          <a:blipFill>
            <a:blip r:embed="rId19" cstate="print"/>
            <a:stretch>
              <a:fillRect/>
            </a:stretch>
          </a:blipFill>
        </p:spPr>
        <p:txBody>
          <a:bodyPr wrap="square" lIns="0" tIns="0" rIns="0" bIns="0" rtlCol="0"/>
          <a:lstStyle/>
          <a:p/>
        </p:txBody>
      </p:sp>
      <p:sp>
        <p:nvSpPr>
          <p:cNvPr id="394" name="object 394"/>
          <p:cNvSpPr/>
          <p:nvPr/>
        </p:nvSpPr>
        <p:spPr>
          <a:xfrm>
            <a:off x="7510780" y="889192"/>
            <a:ext cx="146050" cy="838007"/>
          </a:xfrm>
          <a:prstGeom prst="rect">
            <a:avLst/>
          </a:prstGeom>
          <a:blipFill>
            <a:blip r:embed="rId20" cstate="print"/>
            <a:stretch>
              <a:fillRect/>
            </a:stretch>
          </a:blipFill>
        </p:spPr>
        <p:txBody>
          <a:bodyPr wrap="square" lIns="0" tIns="0" rIns="0" bIns="0" rtlCol="0"/>
          <a:lstStyle/>
          <a:p/>
        </p:txBody>
      </p:sp>
      <p:sp>
        <p:nvSpPr>
          <p:cNvPr id="395" name="object 395"/>
          <p:cNvSpPr/>
          <p:nvPr/>
        </p:nvSpPr>
        <p:spPr>
          <a:xfrm>
            <a:off x="7722869" y="1094739"/>
            <a:ext cx="214629" cy="632460"/>
          </a:xfrm>
          <a:prstGeom prst="rect">
            <a:avLst/>
          </a:prstGeom>
          <a:blipFill>
            <a:blip r:embed="rId21" cstate="print"/>
            <a:stretch>
              <a:fillRect/>
            </a:stretch>
          </a:blipFill>
        </p:spPr>
        <p:txBody>
          <a:bodyPr wrap="square" lIns="0" tIns="0" rIns="0" bIns="0" rtlCol="0"/>
          <a:lstStyle/>
          <a:p/>
        </p:txBody>
      </p:sp>
      <p:sp>
        <p:nvSpPr>
          <p:cNvPr id="396" name="object 396"/>
          <p:cNvSpPr/>
          <p:nvPr/>
        </p:nvSpPr>
        <p:spPr>
          <a:xfrm>
            <a:off x="8025130" y="1094739"/>
            <a:ext cx="196850" cy="619760"/>
          </a:xfrm>
          <a:prstGeom prst="rect">
            <a:avLst/>
          </a:prstGeom>
          <a:blipFill>
            <a:blip r:embed="rId12" cstate="print"/>
            <a:stretch>
              <a:fillRect/>
            </a:stretch>
          </a:blipFill>
        </p:spPr>
        <p:txBody>
          <a:bodyPr wrap="square" lIns="0" tIns="0" rIns="0" bIns="0" rtlCol="0"/>
          <a:lstStyle/>
          <a:p/>
        </p:txBody>
      </p:sp>
      <p:sp>
        <p:nvSpPr>
          <p:cNvPr id="397" name="object 397"/>
          <p:cNvSpPr/>
          <p:nvPr/>
        </p:nvSpPr>
        <p:spPr>
          <a:xfrm>
            <a:off x="8309609" y="1094739"/>
            <a:ext cx="214629" cy="632460"/>
          </a:xfrm>
          <a:prstGeom prst="rect">
            <a:avLst/>
          </a:prstGeom>
          <a:blipFill>
            <a:blip r:embed="rId11" cstate="print"/>
            <a:stretch>
              <a:fillRect/>
            </a:stretch>
          </a:blipFill>
        </p:spPr>
        <p:txBody>
          <a:bodyPr wrap="square" lIns="0" tIns="0" rIns="0" bIns="0" rtlCol="0"/>
          <a:lstStyle/>
          <a:p/>
        </p:txBody>
      </p:sp>
      <p:sp>
        <p:nvSpPr>
          <p:cNvPr id="398" name="object 398"/>
          <p:cNvSpPr/>
          <p:nvPr/>
        </p:nvSpPr>
        <p:spPr>
          <a:xfrm>
            <a:off x="8613140" y="1094739"/>
            <a:ext cx="152400" cy="619760"/>
          </a:xfrm>
          <a:prstGeom prst="rect">
            <a:avLst/>
          </a:prstGeom>
          <a:blipFill>
            <a:blip r:embed="rId9" cstate="print"/>
            <a:stretch>
              <a:fillRect/>
            </a:stretch>
          </a:blipFill>
        </p:spPr>
        <p:txBody>
          <a:bodyPr wrap="square" lIns="0" tIns="0" rIns="0" bIns="0" rtlCol="0"/>
          <a:lstStyle/>
          <a:p/>
        </p:txBody>
      </p:sp>
      <p:grpSp>
        <p:nvGrpSpPr>
          <p:cNvPr id="399" name="object 399"/>
          <p:cNvGrpSpPr/>
          <p:nvPr/>
        </p:nvGrpSpPr>
        <p:grpSpPr>
          <a:xfrm>
            <a:off x="1295400" y="855980"/>
            <a:ext cx="237490" cy="820419"/>
            <a:chOff x="1295400" y="855980"/>
            <a:chExt cx="237490" cy="820419"/>
          </a:xfrm>
        </p:grpSpPr>
        <p:sp>
          <p:nvSpPr>
            <p:cNvPr id="400" name="object 400"/>
            <p:cNvSpPr/>
            <p:nvPr/>
          </p:nvSpPr>
          <p:spPr>
            <a:xfrm>
              <a:off x="1295400" y="855979"/>
              <a:ext cx="237490" cy="12700"/>
            </a:xfrm>
            <a:custGeom>
              <a:avLst/>
              <a:gdLst/>
              <a:ahLst/>
              <a:cxnLst/>
              <a:rect l="l" t="t" r="r" b="b"/>
              <a:pathLst>
                <a:path w="237490" h="12700">
                  <a:moveTo>
                    <a:pt x="237490" y="0"/>
                  </a:moveTo>
                  <a:lnTo>
                    <a:pt x="0" y="0"/>
                  </a:lnTo>
                  <a:lnTo>
                    <a:pt x="0" y="6350"/>
                  </a:lnTo>
                  <a:lnTo>
                    <a:pt x="0" y="12700"/>
                  </a:lnTo>
                  <a:lnTo>
                    <a:pt x="237490" y="12700"/>
                  </a:lnTo>
                  <a:lnTo>
                    <a:pt x="237490" y="6350"/>
                  </a:lnTo>
                  <a:lnTo>
                    <a:pt x="237490" y="0"/>
                  </a:lnTo>
                  <a:close/>
                </a:path>
              </a:pathLst>
            </a:custGeom>
            <a:solidFill>
              <a:srgbClr val="003300"/>
            </a:solidFill>
          </p:spPr>
          <p:txBody>
            <a:bodyPr wrap="square" lIns="0" tIns="0" rIns="0" bIns="0" rtlCol="0"/>
            <a:lstStyle/>
            <a:p/>
          </p:txBody>
        </p:sp>
        <p:sp>
          <p:nvSpPr>
            <p:cNvPr id="401" name="object 401"/>
            <p:cNvSpPr/>
            <p:nvPr/>
          </p:nvSpPr>
          <p:spPr>
            <a:xfrm>
              <a:off x="1295400" y="86868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3302"/>
            </a:solidFill>
          </p:spPr>
          <p:txBody>
            <a:bodyPr wrap="square" lIns="0" tIns="0" rIns="0" bIns="0" rtlCol="0"/>
            <a:lstStyle/>
            <a:p/>
          </p:txBody>
        </p:sp>
        <p:sp>
          <p:nvSpPr>
            <p:cNvPr id="402" name="object 402"/>
            <p:cNvSpPr/>
            <p:nvPr/>
          </p:nvSpPr>
          <p:spPr>
            <a:xfrm>
              <a:off x="1295400" y="87630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3104"/>
            </a:solidFill>
          </p:spPr>
          <p:txBody>
            <a:bodyPr wrap="square" lIns="0" tIns="0" rIns="0" bIns="0" rtlCol="0"/>
            <a:lstStyle/>
            <a:p/>
          </p:txBody>
        </p:sp>
        <p:sp>
          <p:nvSpPr>
            <p:cNvPr id="403" name="object 403"/>
            <p:cNvSpPr/>
            <p:nvPr/>
          </p:nvSpPr>
          <p:spPr>
            <a:xfrm>
              <a:off x="1295400" y="88392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3106"/>
            </a:solidFill>
          </p:spPr>
          <p:txBody>
            <a:bodyPr wrap="square" lIns="0" tIns="0" rIns="0" bIns="0" rtlCol="0"/>
            <a:lstStyle/>
            <a:p/>
          </p:txBody>
        </p:sp>
        <p:sp>
          <p:nvSpPr>
            <p:cNvPr id="404" name="object 404"/>
            <p:cNvSpPr/>
            <p:nvPr/>
          </p:nvSpPr>
          <p:spPr>
            <a:xfrm>
              <a:off x="1295400" y="8902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3007"/>
            </a:solidFill>
          </p:spPr>
          <p:txBody>
            <a:bodyPr wrap="square" lIns="0" tIns="0" rIns="0" bIns="0" rtlCol="0"/>
            <a:lstStyle/>
            <a:p/>
          </p:txBody>
        </p:sp>
        <p:sp>
          <p:nvSpPr>
            <p:cNvPr id="405" name="object 405"/>
            <p:cNvSpPr/>
            <p:nvPr/>
          </p:nvSpPr>
          <p:spPr>
            <a:xfrm>
              <a:off x="1295400" y="89789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3009"/>
            </a:solidFill>
          </p:spPr>
          <p:txBody>
            <a:bodyPr wrap="square" lIns="0" tIns="0" rIns="0" bIns="0" rtlCol="0"/>
            <a:lstStyle/>
            <a:p/>
          </p:txBody>
        </p:sp>
        <p:sp>
          <p:nvSpPr>
            <p:cNvPr id="406" name="object 406"/>
            <p:cNvSpPr/>
            <p:nvPr/>
          </p:nvSpPr>
          <p:spPr>
            <a:xfrm>
              <a:off x="1295400" y="90551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F0B"/>
            </a:solidFill>
          </p:spPr>
          <p:txBody>
            <a:bodyPr wrap="square" lIns="0" tIns="0" rIns="0" bIns="0" rtlCol="0"/>
            <a:lstStyle/>
            <a:p/>
          </p:txBody>
        </p:sp>
        <p:sp>
          <p:nvSpPr>
            <p:cNvPr id="407" name="object 407"/>
            <p:cNvSpPr/>
            <p:nvPr/>
          </p:nvSpPr>
          <p:spPr>
            <a:xfrm>
              <a:off x="1295400" y="9118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F0D"/>
            </a:solidFill>
          </p:spPr>
          <p:txBody>
            <a:bodyPr wrap="square" lIns="0" tIns="0" rIns="0" bIns="0" rtlCol="0"/>
            <a:lstStyle/>
            <a:p/>
          </p:txBody>
        </p:sp>
        <p:sp>
          <p:nvSpPr>
            <p:cNvPr id="408" name="object 408"/>
            <p:cNvSpPr/>
            <p:nvPr/>
          </p:nvSpPr>
          <p:spPr>
            <a:xfrm>
              <a:off x="1295400" y="91948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F0E"/>
            </a:solidFill>
          </p:spPr>
          <p:txBody>
            <a:bodyPr wrap="square" lIns="0" tIns="0" rIns="0" bIns="0" rtlCol="0"/>
            <a:lstStyle/>
            <a:p/>
          </p:txBody>
        </p:sp>
        <p:sp>
          <p:nvSpPr>
            <p:cNvPr id="409" name="object 409"/>
            <p:cNvSpPr/>
            <p:nvPr/>
          </p:nvSpPr>
          <p:spPr>
            <a:xfrm>
              <a:off x="1295400" y="92710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E10"/>
            </a:solidFill>
          </p:spPr>
          <p:txBody>
            <a:bodyPr wrap="square" lIns="0" tIns="0" rIns="0" bIns="0" rtlCol="0"/>
            <a:lstStyle/>
            <a:p/>
          </p:txBody>
        </p:sp>
        <p:sp>
          <p:nvSpPr>
            <p:cNvPr id="410" name="object 410"/>
            <p:cNvSpPr/>
            <p:nvPr/>
          </p:nvSpPr>
          <p:spPr>
            <a:xfrm>
              <a:off x="1295400" y="9334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E12"/>
            </a:solidFill>
          </p:spPr>
          <p:txBody>
            <a:bodyPr wrap="square" lIns="0" tIns="0" rIns="0" bIns="0" rtlCol="0"/>
            <a:lstStyle/>
            <a:p/>
          </p:txBody>
        </p:sp>
        <p:sp>
          <p:nvSpPr>
            <p:cNvPr id="411" name="object 411"/>
            <p:cNvSpPr/>
            <p:nvPr/>
          </p:nvSpPr>
          <p:spPr>
            <a:xfrm>
              <a:off x="1295400" y="9410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D14"/>
            </a:solidFill>
          </p:spPr>
          <p:txBody>
            <a:bodyPr wrap="square" lIns="0" tIns="0" rIns="0" bIns="0" rtlCol="0"/>
            <a:lstStyle/>
            <a:p/>
          </p:txBody>
        </p:sp>
        <p:sp>
          <p:nvSpPr>
            <p:cNvPr id="412" name="object 412"/>
            <p:cNvSpPr/>
            <p:nvPr/>
          </p:nvSpPr>
          <p:spPr>
            <a:xfrm>
              <a:off x="1295400" y="94869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D16"/>
            </a:solidFill>
          </p:spPr>
          <p:txBody>
            <a:bodyPr wrap="square" lIns="0" tIns="0" rIns="0" bIns="0" rtlCol="0"/>
            <a:lstStyle/>
            <a:p/>
          </p:txBody>
        </p:sp>
        <p:sp>
          <p:nvSpPr>
            <p:cNvPr id="413" name="object 413"/>
            <p:cNvSpPr/>
            <p:nvPr/>
          </p:nvSpPr>
          <p:spPr>
            <a:xfrm>
              <a:off x="1295400" y="9550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C17"/>
            </a:solidFill>
          </p:spPr>
          <p:txBody>
            <a:bodyPr wrap="square" lIns="0" tIns="0" rIns="0" bIns="0" rtlCol="0"/>
            <a:lstStyle/>
            <a:p/>
          </p:txBody>
        </p:sp>
        <p:sp>
          <p:nvSpPr>
            <p:cNvPr id="414" name="object 414"/>
            <p:cNvSpPr/>
            <p:nvPr/>
          </p:nvSpPr>
          <p:spPr>
            <a:xfrm>
              <a:off x="1295400" y="9626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C19"/>
            </a:solidFill>
          </p:spPr>
          <p:txBody>
            <a:bodyPr wrap="square" lIns="0" tIns="0" rIns="0" bIns="0" rtlCol="0"/>
            <a:lstStyle/>
            <a:p/>
          </p:txBody>
        </p:sp>
        <p:sp>
          <p:nvSpPr>
            <p:cNvPr id="415" name="object 415"/>
            <p:cNvSpPr/>
            <p:nvPr/>
          </p:nvSpPr>
          <p:spPr>
            <a:xfrm>
              <a:off x="1295400" y="97028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B1B"/>
            </a:solidFill>
          </p:spPr>
          <p:txBody>
            <a:bodyPr wrap="square" lIns="0" tIns="0" rIns="0" bIns="0" rtlCol="0"/>
            <a:lstStyle/>
            <a:p/>
          </p:txBody>
        </p:sp>
        <p:sp>
          <p:nvSpPr>
            <p:cNvPr id="416" name="object 416"/>
            <p:cNvSpPr/>
            <p:nvPr/>
          </p:nvSpPr>
          <p:spPr>
            <a:xfrm>
              <a:off x="1295400" y="9766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B1D"/>
            </a:solidFill>
          </p:spPr>
          <p:txBody>
            <a:bodyPr wrap="square" lIns="0" tIns="0" rIns="0" bIns="0" rtlCol="0"/>
            <a:lstStyle/>
            <a:p/>
          </p:txBody>
        </p:sp>
        <p:sp>
          <p:nvSpPr>
            <p:cNvPr id="417" name="object 417"/>
            <p:cNvSpPr/>
            <p:nvPr/>
          </p:nvSpPr>
          <p:spPr>
            <a:xfrm>
              <a:off x="1295400" y="9842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B1E"/>
            </a:solidFill>
          </p:spPr>
          <p:txBody>
            <a:bodyPr wrap="square" lIns="0" tIns="0" rIns="0" bIns="0" rtlCol="0"/>
            <a:lstStyle/>
            <a:p/>
          </p:txBody>
        </p:sp>
        <p:sp>
          <p:nvSpPr>
            <p:cNvPr id="418" name="object 418"/>
            <p:cNvSpPr/>
            <p:nvPr/>
          </p:nvSpPr>
          <p:spPr>
            <a:xfrm>
              <a:off x="1295400" y="99187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A20"/>
            </a:solidFill>
          </p:spPr>
          <p:txBody>
            <a:bodyPr wrap="square" lIns="0" tIns="0" rIns="0" bIns="0" rtlCol="0"/>
            <a:lstStyle/>
            <a:p/>
          </p:txBody>
        </p:sp>
        <p:sp>
          <p:nvSpPr>
            <p:cNvPr id="419" name="object 419"/>
            <p:cNvSpPr/>
            <p:nvPr/>
          </p:nvSpPr>
          <p:spPr>
            <a:xfrm>
              <a:off x="1295400" y="99822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A22"/>
            </a:solidFill>
          </p:spPr>
          <p:txBody>
            <a:bodyPr wrap="square" lIns="0" tIns="0" rIns="0" bIns="0" rtlCol="0"/>
            <a:lstStyle/>
            <a:p/>
          </p:txBody>
        </p:sp>
        <p:sp>
          <p:nvSpPr>
            <p:cNvPr id="420" name="object 420"/>
            <p:cNvSpPr/>
            <p:nvPr/>
          </p:nvSpPr>
          <p:spPr>
            <a:xfrm>
              <a:off x="1295400" y="10058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924"/>
            </a:solidFill>
          </p:spPr>
          <p:txBody>
            <a:bodyPr wrap="square" lIns="0" tIns="0" rIns="0" bIns="0" rtlCol="0"/>
            <a:lstStyle/>
            <a:p/>
          </p:txBody>
        </p:sp>
        <p:sp>
          <p:nvSpPr>
            <p:cNvPr id="421" name="object 421"/>
            <p:cNvSpPr/>
            <p:nvPr/>
          </p:nvSpPr>
          <p:spPr>
            <a:xfrm>
              <a:off x="1295400" y="10134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926"/>
            </a:solidFill>
          </p:spPr>
          <p:txBody>
            <a:bodyPr wrap="square" lIns="0" tIns="0" rIns="0" bIns="0" rtlCol="0"/>
            <a:lstStyle/>
            <a:p/>
          </p:txBody>
        </p:sp>
        <p:sp>
          <p:nvSpPr>
            <p:cNvPr id="422" name="object 422"/>
            <p:cNvSpPr/>
            <p:nvPr/>
          </p:nvSpPr>
          <p:spPr>
            <a:xfrm>
              <a:off x="1295400" y="102108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827"/>
            </a:solidFill>
          </p:spPr>
          <p:txBody>
            <a:bodyPr wrap="square" lIns="0" tIns="0" rIns="0" bIns="0" rtlCol="0"/>
            <a:lstStyle/>
            <a:p/>
          </p:txBody>
        </p:sp>
        <p:sp>
          <p:nvSpPr>
            <p:cNvPr id="423" name="object 423"/>
            <p:cNvSpPr/>
            <p:nvPr/>
          </p:nvSpPr>
          <p:spPr>
            <a:xfrm>
              <a:off x="1295400" y="10274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829"/>
            </a:solidFill>
          </p:spPr>
          <p:txBody>
            <a:bodyPr wrap="square" lIns="0" tIns="0" rIns="0" bIns="0" rtlCol="0"/>
            <a:lstStyle/>
            <a:p/>
          </p:txBody>
        </p:sp>
        <p:sp>
          <p:nvSpPr>
            <p:cNvPr id="424" name="object 424"/>
            <p:cNvSpPr/>
            <p:nvPr/>
          </p:nvSpPr>
          <p:spPr>
            <a:xfrm>
              <a:off x="1295400" y="10350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72B"/>
            </a:solidFill>
          </p:spPr>
          <p:txBody>
            <a:bodyPr wrap="square" lIns="0" tIns="0" rIns="0" bIns="0" rtlCol="0"/>
            <a:lstStyle/>
            <a:p/>
          </p:txBody>
        </p:sp>
        <p:sp>
          <p:nvSpPr>
            <p:cNvPr id="425" name="object 425"/>
            <p:cNvSpPr/>
            <p:nvPr/>
          </p:nvSpPr>
          <p:spPr>
            <a:xfrm>
              <a:off x="1295400" y="104267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72D"/>
            </a:solidFill>
          </p:spPr>
          <p:txBody>
            <a:bodyPr wrap="square" lIns="0" tIns="0" rIns="0" bIns="0" rtlCol="0"/>
            <a:lstStyle/>
            <a:p/>
          </p:txBody>
        </p:sp>
        <p:sp>
          <p:nvSpPr>
            <p:cNvPr id="426" name="object 426"/>
            <p:cNvSpPr/>
            <p:nvPr/>
          </p:nvSpPr>
          <p:spPr>
            <a:xfrm>
              <a:off x="1295400" y="104902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72E"/>
            </a:solidFill>
          </p:spPr>
          <p:txBody>
            <a:bodyPr wrap="square" lIns="0" tIns="0" rIns="0" bIns="0" rtlCol="0"/>
            <a:lstStyle/>
            <a:p/>
          </p:txBody>
        </p:sp>
        <p:sp>
          <p:nvSpPr>
            <p:cNvPr id="427" name="object 427"/>
            <p:cNvSpPr/>
            <p:nvPr/>
          </p:nvSpPr>
          <p:spPr>
            <a:xfrm>
              <a:off x="1295400" y="10566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630"/>
            </a:solidFill>
          </p:spPr>
          <p:txBody>
            <a:bodyPr wrap="square" lIns="0" tIns="0" rIns="0" bIns="0" rtlCol="0"/>
            <a:lstStyle/>
            <a:p/>
          </p:txBody>
        </p:sp>
        <p:sp>
          <p:nvSpPr>
            <p:cNvPr id="428" name="object 428"/>
            <p:cNvSpPr/>
            <p:nvPr/>
          </p:nvSpPr>
          <p:spPr>
            <a:xfrm>
              <a:off x="1295400" y="106426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633"/>
            </a:solidFill>
          </p:spPr>
          <p:txBody>
            <a:bodyPr wrap="square" lIns="0" tIns="0" rIns="0" bIns="0" rtlCol="0"/>
            <a:lstStyle/>
            <a:p/>
          </p:txBody>
        </p:sp>
        <p:sp>
          <p:nvSpPr>
            <p:cNvPr id="429" name="object 429"/>
            <p:cNvSpPr/>
            <p:nvPr/>
          </p:nvSpPr>
          <p:spPr>
            <a:xfrm>
              <a:off x="1295400" y="107061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02534"/>
            </a:solidFill>
          </p:spPr>
          <p:txBody>
            <a:bodyPr wrap="square" lIns="0" tIns="0" rIns="0" bIns="0" rtlCol="0"/>
            <a:lstStyle/>
            <a:p/>
          </p:txBody>
        </p:sp>
        <p:sp>
          <p:nvSpPr>
            <p:cNvPr id="430" name="object 430"/>
            <p:cNvSpPr/>
            <p:nvPr/>
          </p:nvSpPr>
          <p:spPr>
            <a:xfrm>
              <a:off x="1295400" y="10782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02535"/>
            </a:solidFill>
          </p:spPr>
          <p:txBody>
            <a:bodyPr wrap="square" lIns="0" tIns="0" rIns="0" bIns="0" rtlCol="0"/>
            <a:lstStyle/>
            <a:p/>
          </p:txBody>
        </p:sp>
        <p:sp>
          <p:nvSpPr>
            <p:cNvPr id="431" name="object 431"/>
            <p:cNvSpPr/>
            <p:nvPr/>
          </p:nvSpPr>
          <p:spPr>
            <a:xfrm>
              <a:off x="1295400" y="108585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02437"/>
            </a:solidFill>
          </p:spPr>
          <p:txBody>
            <a:bodyPr wrap="square" lIns="0" tIns="0" rIns="0" bIns="0" rtlCol="0"/>
            <a:lstStyle/>
            <a:p/>
          </p:txBody>
        </p:sp>
        <p:sp>
          <p:nvSpPr>
            <p:cNvPr id="432" name="object 432"/>
            <p:cNvSpPr/>
            <p:nvPr/>
          </p:nvSpPr>
          <p:spPr>
            <a:xfrm>
              <a:off x="1295400" y="1092199"/>
              <a:ext cx="163830" cy="7620"/>
            </a:xfrm>
            <a:custGeom>
              <a:avLst/>
              <a:gdLst/>
              <a:ahLst/>
              <a:cxnLst/>
              <a:rect l="l" t="t" r="r" b="b"/>
              <a:pathLst>
                <a:path w="163830" h="7619">
                  <a:moveTo>
                    <a:pt x="163830" y="0"/>
                  </a:moveTo>
                  <a:lnTo>
                    <a:pt x="0" y="0"/>
                  </a:lnTo>
                  <a:lnTo>
                    <a:pt x="0" y="1270"/>
                  </a:lnTo>
                  <a:lnTo>
                    <a:pt x="73660" y="1270"/>
                  </a:lnTo>
                  <a:lnTo>
                    <a:pt x="73660" y="7620"/>
                  </a:lnTo>
                  <a:lnTo>
                    <a:pt x="163830" y="7620"/>
                  </a:lnTo>
                  <a:lnTo>
                    <a:pt x="163830" y="1270"/>
                  </a:lnTo>
                  <a:lnTo>
                    <a:pt x="163830" y="0"/>
                  </a:lnTo>
                  <a:close/>
                </a:path>
              </a:pathLst>
            </a:custGeom>
            <a:solidFill>
              <a:srgbClr val="002439"/>
            </a:solidFill>
          </p:spPr>
          <p:txBody>
            <a:bodyPr wrap="square" lIns="0" tIns="0" rIns="0" bIns="0" rtlCol="0"/>
            <a:lstStyle/>
            <a:p/>
          </p:txBody>
        </p:sp>
        <p:sp>
          <p:nvSpPr>
            <p:cNvPr id="433" name="object 433"/>
            <p:cNvSpPr/>
            <p:nvPr/>
          </p:nvSpPr>
          <p:spPr>
            <a:xfrm>
              <a:off x="1369060" y="10998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233B"/>
            </a:solidFill>
          </p:spPr>
          <p:txBody>
            <a:bodyPr wrap="square" lIns="0" tIns="0" rIns="0" bIns="0" rtlCol="0"/>
            <a:lstStyle/>
            <a:p/>
          </p:txBody>
        </p:sp>
        <p:sp>
          <p:nvSpPr>
            <p:cNvPr id="434" name="object 434"/>
            <p:cNvSpPr/>
            <p:nvPr/>
          </p:nvSpPr>
          <p:spPr>
            <a:xfrm>
              <a:off x="1369060" y="110744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233D"/>
            </a:solidFill>
          </p:spPr>
          <p:txBody>
            <a:bodyPr wrap="square" lIns="0" tIns="0" rIns="0" bIns="0" rtlCol="0"/>
            <a:lstStyle/>
            <a:p/>
          </p:txBody>
        </p:sp>
        <p:sp>
          <p:nvSpPr>
            <p:cNvPr id="435" name="object 435"/>
            <p:cNvSpPr/>
            <p:nvPr/>
          </p:nvSpPr>
          <p:spPr>
            <a:xfrm>
              <a:off x="1369060" y="11137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233E"/>
            </a:solidFill>
          </p:spPr>
          <p:txBody>
            <a:bodyPr wrap="square" lIns="0" tIns="0" rIns="0" bIns="0" rtlCol="0"/>
            <a:lstStyle/>
            <a:p/>
          </p:txBody>
        </p:sp>
        <p:sp>
          <p:nvSpPr>
            <p:cNvPr id="436" name="object 436"/>
            <p:cNvSpPr/>
            <p:nvPr/>
          </p:nvSpPr>
          <p:spPr>
            <a:xfrm>
              <a:off x="1369060" y="11214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2240"/>
            </a:solidFill>
          </p:spPr>
          <p:txBody>
            <a:bodyPr wrap="square" lIns="0" tIns="0" rIns="0" bIns="0" rtlCol="0"/>
            <a:lstStyle/>
            <a:p/>
          </p:txBody>
        </p:sp>
        <p:sp>
          <p:nvSpPr>
            <p:cNvPr id="437" name="object 437"/>
            <p:cNvSpPr/>
            <p:nvPr/>
          </p:nvSpPr>
          <p:spPr>
            <a:xfrm>
              <a:off x="1369060" y="112903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2242"/>
            </a:solidFill>
          </p:spPr>
          <p:txBody>
            <a:bodyPr wrap="square" lIns="0" tIns="0" rIns="0" bIns="0" rtlCol="0"/>
            <a:lstStyle/>
            <a:p/>
          </p:txBody>
        </p:sp>
        <p:sp>
          <p:nvSpPr>
            <p:cNvPr id="438" name="object 438"/>
            <p:cNvSpPr/>
            <p:nvPr/>
          </p:nvSpPr>
          <p:spPr>
            <a:xfrm>
              <a:off x="1369060" y="11353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2144"/>
            </a:solidFill>
          </p:spPr>
          <p:txBody>
            <a:bodyPr wrap="square" lIns="0" tIns="0" rIns="0" bIns="0" rtlCol="0"/>
            <a:lstStyle/>
            <a:p/>
          </p:txBody>
        </p:sp>
        <p:sp>
          <p:nvSpPr>
            <p:cNvPr id="439" name="object 439"/>
            <p:cNvSpPr/>
            <p:nvPr/>
          </p:nvSpPr>
          <p:spPr>
            <a:xfrm>
              <a:off x="1369060" y="114300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2145"/>
            </a:solidFill>
          </p:spPr>
          <p:txBody>
            <a:bodyPr wrap="square" lIns="0" tIns="0" rIns="0" bIns="0" rtlCol="0"/>
            <a:lstStyle/>
            <a:p/>
          </p:txBody>
        </p:sp>
        <p:sp>
          <p:nvSpPr>
            <p:cNvPr id="440" name="object 440"/>
            <p:cNvSpPr/>
            <p:nvPr/>
          </p:nvSpPr>
          <p:spPr>
            <a:xfrm>
              <a:off x="1369060" y="115062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2047"/>
            </a:solidFill>
          </p:spPr>
          <p:txBody>
            <a:bodyPr wrap="square" lIns="0" tIns="0" rIns="0" bIns="0" rtlCol="0"/>
            <a:lstStyle/>
            <a:p/>
          </p:txBody>
        </p:sp>
        <p:sp>
          <p:nvSpPr>
            <p:cNvPr id="441" name="object 441"/>
            <p:cNvSpPr/>
            <p:nvPr/>
          </p:nvSpPr>
          <p:spPr>
            <a:xfrm>
              <a:off x="1369060" y="11569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2049"/>
            </a:solidFill>
          </p:spPr>
          <p:txBody>
            <a:bodyPr wrap="square" lIns="0" tIns="0" rIns="0" bIns="0" rtlCol="0"/>
            <a:lstStyle/>
            <a:p/>
          </p:txBody>
        </p:sp>
        <p:sp>
          <p:nvSpPr>
            <p:cNvPr id="442" name="object 442"/>
            <p:cNvSpPr/>
            <p:nvPr/>
          </p:nvSpPr>
          <p:spPr>
            <a:xfrm>
              <a:off x="1369060" y="11645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F4B"/>
            </a:solidFill>
          </p:spPr>
          <p:txBody>
            <a:bodyPr wrap="square" lIns="0" tIns="0" rIns="0" bIns="0" rtlCol="0"/>
            <a:lstStyle/>
            <a:p/>
          </p:txBody>
        </p:sp>
        <p:sp>
          <p:nvSpPr>
            <p:cNvPr id="443" name="object 443"/>
            <p:cNvSpPr/>
            <p:nvPr/>
          </p:nvSpPr>
          <p:spPr>
            <a:xfrm>
              <a:off x="1369060" y="117221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F4D"/>
            </a:solidFill>
          </p:spPr>
          <p:txBody>
            <a:bodyPr wrap="square" lIns="0" tIns="0" rIns="0" bIns="0" rtlCol="0"/>
            <a:lstStyle/>
            <a:p/>
          </p:txBody>
        </p:sp>
        <p:sp>
          <p:nvSpPr>
            <p:cNvPr id="444" name="object 444"/>
            <p:cNvSpPr/>
            <p:nvPr/>
          </p:nvSpPr>
          <p:spPr>
            <a:xfrm>
              <a:off x="1369060" y="11785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F4E"/>
            </a:solidFill>
          </p:spPr>
          <p:txBody>
            <a:bodyPr wrap="square" lIns="0" tIns="0" rIns="0" bIns="0" rtlCol="0"/>
            <a:lstStyle/>
            <a:p/>
          </p:txBody>
        </p:sp>
        <p:sp>
          <p:nvSpPr>
            <p:cNvPr id="445" name="object 445"/>
            <p:cNvSpPr/>
            <p:nvPr/>
          </p:nvSpPr>
          <p:spPr>
            <a:xfrm>
              <a:off x="1369060" y="11861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E50"/>
            </a:solidFill>
          </p:spPr>
          <p:txBody>
            <a:bodyPr wrap="square" lIns="0" tIns="0" rIns="0" bIns="0" rtlCol="0"/>
            <a:lstStyle/>
            <a:p/>
          </p:txBody>
        </p:sp>
        <p:sp>
          <p:nvSpPr>
            <p:cNvPr id="446" name="object 446"/>
            <p:cNvSpPr/>
            <p:nvPr/>
          </p:nvSpPr>
          <p:spPr>
            <a:xfrm>
              <a:off x="1369060" y="119380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E52"/>
            </a:solidFill>
          </p:spPr>
          <p:txBody>
            <a:bodyPr wrap="square" lIns="0" tIns="0" rIns="0" bIns="0" rtlCol="0"/>
            <a:lstStyle/>
            <a:p/>
          </p:txBody>
        </p:sp>
        <p:sp>
          <p:nvSpPr>
            <p:cNvPr id="447" name="object 447"/>
            <p:cNvSpPr/>
            <p:nvPr/>
          </p:nvSpPr>
          <p:spPr>
            <a:xfrm>
              <a:off x="1369060" y="120142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D54"/>
            </a:solidFill>
          </p:spPr>
          <p:txBody>
            <a:bodyPr wrap="square" lIns="0" tIns="0" rIns="0" bIns="0" rtlCol="0"/>
            <a:lstStyle/>
            <a:p/>
          </p:txBody>
        </p:sp>
        <p:sp>
          <p:nvSpPr>
            <p:cNvPr id="448" name="object 448"/>
            <p:cNvSpPr/>
            <p:nvPr/>
          </p:nvSpPr>
          <p:spPr>
            <a:xfrm>
              <a:off x="1369060" y="12077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D55"/>
            </a:solidFill>
          </p:spPr>
          <p:txBody>
            <a:bodyPr wrap="square" lIns="0" tIns="0" rIns="0" bIns="0" rtlCol="0"/>
            <a:lstStyle/>
            <a:p/>
          </p:txBody>
        </p:sp>
        <p:sp>
          <p:nvSpPr>
            <p:cNvPr id="449" name="object 449"/>
            <p:cNvSpPr/>
            <p:nvPr/>
          </p:nvSpPr>
          <p:spPr>
            <a:xfrm>
              <a:off x="1369060" y="12153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C57"/>
            </a:solidFill>
          </p:spPr>
          <p:txBody>
            <a:bodyPr wrap="square" lIns="0" tIns="0" rIns="0" bIns="0" rtlCol="0"/>
            <a:lstStyle/>
            <a:p/>
          </p:txBody>
        </p:sp>
        <p:sp>
          <p:nvSpPr>
            <p:cNvPr id="450" name="object 450"/>
            <p:cNvSpPr/>
            <p:nvPr/>
          </p:nvSpPr>
          <p:spPr>
            <a:xfrm>
              <a:off x="1369060" y="122301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C59"/>
            </a:solidFill>
          </p:spPr>
          <p:txBody>
            <a:bodyPr wrap="square" lIns="0" tIns="0" rIns="0" bIns="0" rtlCol="0"/>
            <a:lstStyle/>
            <a:p/>
          </p:txBody>
        </p:sp>
        <p:sp>
          <p:nvSpPr>
            <p:cNvPr id="451" name="object 451"/>
            <p:cNvSpPr/>
            <p:nvPr/>
          </p:nvSpPr>
          <p:spPr>
            <a:xfrm>
              <a:off x="1369060" y="12293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B5B"/>
            </a:solidFill>
          </p:spPr>
          <p:txBody>
            <a:bodyPr wrap="square" lIns="0" tIns="0" rIns="0" bIns="0" rtlCol="0"/>
            <a:lstStyle/>
            <a:p/>
          </p:txBody>
        </p:sp>
        <p:sp>
          <p:nvSpPr>
            <p:cNvPr id="452" name="object 452"/>
            <p:cNvSpPr/>
            <p:nvPr/>
          </p:nvSpPr>
          <p:spPr>
            <a:xfrm>
              <a:off x="1369060" y="12369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B5D"/>
            </a:solidFill>
          </p:spPr>
          <p:txBody>
            <a:bodyPr wrap="square" lIns="0" tIns="0" rIns="0" bIns="0" rtlCol="0"/>
            <a:lstStyle/>
            <a:p/>
          </p:txBody>
        </p:sp>
        <p:sp>
          <p:nvSpPr>
            <p:cNvPr id="453" name="object 453"/>
            <p:cNvSpPr/>
            <p:nvPr/>
          </p:nvSpPr>
          <p:spPr>
            <a:xfrm>
              <a:off x="1369060" y="124460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B5E"/>
            </a:solidFill>
          </p:spPr>
          <p:txBody>
            <a:bodyPr wrap="square" lIns="0" tIns="0" rIns="0" bIns="0" rtlCol="0"/>
            <a:lstStyle/>
            <a:p/>
          </p:txBody>
        </p:sp>
        <p:sp>
          <p:nvSpPr>
            <p:cNvPr id="454" name="object 454"/>
            <p:cNvSpPr/>
            <p:nvPr/>
          </p:nvSpPr>
          <p:spPr>
            <a:xfrm>
              <a:off x="1369060" y="12509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A60"/>
            </a:solidFill>
          </p:spPr>
          <p:txBody>
            <a:bodyPr wrap="square" lIns="0" tIns="0" rIns="0" bIns="0" rtlCol="0"/>
            <a:lstStyle/>
            <a:p/>
          </p:txBody>
        </p:sp>
        <p:sp>
          <p:nvSpPr>
            <p:cNvPr id="455" name="object 455"/>
            <p:cNvSpPr/>
            <p:nvPr/>
          </p:nvSpPr>
          <p:spPr>
            <a:xfrm>
              <a:off x="1369060" y="12585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A62"/>
            </a:solidFill>
          </p:spPr>
          <p:txBody>
            <a:bodyPr wrap="square" lIns="0" tIns="0" rIns="0" bIns="0" rtlCol="0"/>
            <a:lstStyle/>
            <a:p/>
          </p:txBody>
        </p:sp>
        <p:sp>
          <p:nvSpPr>
            <p:cNvPr id="456" name="object 456"/>
            <p:cNvSpPr/>
            <p:nvPr/>
          </p:nvSpPr>
          <p:spPr>
            <a:xfrm>
              <a:off x="1369060" y="126619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964"/>
            </a:solidFill>
          </p:spPr>
          <p:txBody>
            <a:bodyPr wrap="square" lIns="0" tIns="0" rIns="0" bIns="0" rtlCol="0"/>
            <a:lstStyle/>
            <a:p/>
          </p:txBody>
        </p:sp>
        <p:sp>
          <p:nvSpPr>
            <p:cNvPr id="457" name="object 457"/>
            <p:cNvSpPr/>
            <p:nvPr/>
          </p:nvSpPr>
          <p:spPr>
            <a:xfrm>
              <a:off x="1369060" y="12725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966"/>
            </a:solidFill>
          </p:spPr>
          <p:txBody>
            <a:bodyPr wrap="square" lIns="0" tIns="0" rIns="0" bIns="0" rtlCol="0"/>
            <a:lstStyle/>
            <a:p/>
          </p:txBody>
        </p:sp>
        <p:sp>
          <p:nvSpPr>
            <p:cNvPr id="458" name="object 458"/>
            <p:cNvSpPr/>
            <p:nvPr/>
          </p:nvSpPr>
          <p:spPr>
            <a:xfrm>
              <a:off x="1369060" y="12801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867"/>
            </a:solidFill>
          </p:spPr>
          <p:txBody>
            <a:bodyPr wrap="square" lIns="0" tIns="0" rIns="0" bIns="0" rtlCol="0"/>
            <a:lstStyle/>
            <a:p/>
          </p:txBody>
        </p:sp>
        <p:sp>
          <p:nvSpPr>
            <p:cNvPr id="459" name="object 459"/>
            <p:cNvSpPr/>
            <p:nvPr/>
          </p:nvSpPr>
          <p:spPr>
            <a:xfrm>
              <a:off x="1369060" y="128778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869"/>
            </a:solidFill>
          </p:spPr>
          <p:txBody>
            <a:bodyPr wrap="square" lIns="0" tIns="0" rIns="0" bIns="0" rtlCol="0"/>
            <a:lstStyle/>
            <a:p/>
          </p:txBody>
        </p:sp>
        <p:sp>
          <p:nvSpPr>
            <p:cNvPr id="460" name="object 460"/>
            <p:cNvSpPr/>
            <p:nvPr/>
          </p:nvSpPr>
          <p:spPr>
            <a:xfrm>
              <a:off x="1369060" y="12941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76B"/>
            </a:solidFill>
          </p:spPr>
          <p:txBody>
            <a:bodyPr wrap="square" lIns="0" tIns="0" rIns="0" bIns="0" rtlCol="0"/>
            <a:lstStyle/>
            <a:p/>
          </p:txBody>
        </p:sp>
        <p:sp>
          <p:nvSpPr>
            <p:cNvPr id="461" name="object 461"/>
            <p:cNvSpPr/>
            <p:nvPr/>
          </p:nvSpPr>
          <p:spPr>
            <a:xfrm>
              <a:off x="1369060" y="13017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76C"/>
            </a:solidFill>
          </p:spPr>
          <p:txBody>
            <a:bodyPr wrap="square" lIns="0" tIns="0" rIns="0" bIns="0" rtlCol="0"/>
            <a:lstStyle/>
            <a:p/>
          </p:txBody>
        </p:sp>
        <p:sp>
          <p:nvSpPr>
            <p:cNvPr id="462" name="object 462"/>
            <p:cNvSpPr/>
            <p:nvPr/>
          </p:nvSpPr>
          <p:spPr>
            <a:xfrm>
              <a:off x="1369060" y="130937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76E"/>
            </a:solidFill>
          </p:spPr>
          <p:txBody>
            <a:bodyPr wrap="square" lIns="0" tIns="0" rIns="0" bIns="0" rtlCol="0"/>
            <a:lstStyle/>
            <a:p/>
          </p:txBody>
        </p:sp>
        <p:sp>
          <p:nvSpPr>
            <p:cNvPr id="463" name="object 463"/>
            <p:cNvSpPr/>
            <p:nvPr/>
          </p:nvSpPr>
          <p:spPr>
            <a:xfrm>
              <a:off x="1369060" y="13157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670"/>
            </a:solidFill>
          </p:spPr>
          <p:txBody>
            <a:bodyPr wrap="square" lIns="0" tIns="0" rIns="0" bIns="0" rtlCol="0"/>
            <a:lstStyle/>
            <a:p/>
          </p:txBody>
        </p:sp>
        <p:sp>
          <p:nvSpPr>
            <p:cNvPr id="464" name="object 464"/>
            <p:cNvSpPr/>
            <p:nvPr/>
          </p:nvSpPr>
          <p:spPr>
            <a:xfrm>
              <a:off x="1369060" y="13233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672"/>
            </a:solidFill>
          </p:spPr>
          <p:txBody>
            <a:bodyPr wrap="square" lIns="0" tIns="0" rIns="0" bIns="0" rtlCol="0"/>
            <a:lstStyle/>
            <a:p/>
          </p:txBody>
        </p:sp>
        <p:sp>
          <p:nvSpPr>
            <p:cNvPr id="465" name="object 465"/>
            <p:cNvSpPr/>
            <p:nvPr/>
          </p:nvSpPr>
          <p:spPr>
            <a:xfrm>
              <a:off x="1369060" y="133096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574"/>
            </a:solidFill>
          </p:spPr>
          <p:txBody>
            <a:bodyPr wrap="square" lIns="0" tIns="0" rIns="0" bIns="0" rtlCol="0"/>
            <a:lstStyle/>
            <a:p/>
          </p:txBody>
        </p:sp>
        <p:sp>
          <p:nvSpPr>
            <p:cNvPr id="466" name="object 466"/>
            <p:cNvSpPr/>
            <p:nvPr/>
          </p:nvSpPr>
          <p:spPr>
            <a:xfrm>
              <a:off x="1369060" y="13373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575"/>
            </a:solidFill>
          </p:spPr>
          <p:txBody>
            <a:bodyPr wrap="square" lIns="0" tIns="0" rIns="0" bIns="0" rtlCol="0"/>
            <a:lstStyle/>
            <a:p/>
          </p:txBody>
        </p:sp>
        <p:sp>
          <p:nvSpPr>
            <p:cNvPr id="467" name="object 467"/>
            <p:cNvSpPr/>
            <p:nvPr/>
          </p:nvSpPr>
          <p:spPr>
            <a:xfrm>
              <a:off x="1369060" y="13449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477"/>
            </a:solidFill>
          </p:spPr>
          <p:txBody>
            <a:bodyPr wrap="square" lIns="0" tIns="0" rIns="0" bIns="0" rtlCol="0"/>
            <a:lstStyle/>
            <a:p/>
          </p:txBody>
        </p:sp>
        <p:sp>
          <p:nvSpPr>
            <p:cNvPr id="468" name="object 468"/>
            <p:cNvSpPr/>
            <p:nvPr/>
          </p:nvSpPr>
          <p:spPr>
            <a:xfrm>
              <a:off x="1369060" y="13525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479"/>
            </a:solidFill>
          </p:spPr>
          <p:txBody>
            <a:bodyPr wrap="square" lIns="0" tIns="0" rIns="0" bIns="0" rtlCol="0"/>
            <a:lstStyle/>
            <a:p/>
          </p:txBody>
        </p:sp>
        <p:sp>
          <p:nvSpPr>
            <p:cNvPr id="469" name="object 469"/>
            <p:cNvSpPr/>
            <p:nvPr/>
          </p:nvSpPr>
          <p:spPr>
            <a:xfrm>
              <a:off x="1369060" y="136017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37B"/>
            </a:solidFill>
          </p:spPr>
          <p:txBody>
            <a:bodyPr wrap="square" lIns="0" tIns="0" rIns="0" bIns="0" rtlCol="0"/>
            <a:lstStyle/>
            <a:p/>
          </p:txBody>
        </p:sp>
        <p:sp>
          <p:nvSpPr>
            <p:cNvPr id="470" name="object 470"/>
            <p:cNvSpPr/>
            <p:nvPr/>
          </p:nvSpPr>
          <p:spPr>
            <a:xfrm>
              <a:off x="1369060" y="13665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37C"/>
            </a:solidFill>
          </p:spPr>
          <p:txBody>
            <a:bodyPr wrap="square" lIns="0" tIns="0" rIns="0" bIns="0" rtlCol="0"/>
            <a:lstStyle/>
            <a:p/>
          </p:txBody>
        </p:sp>
        <p:sp>
          <p:nvSpPr>
            <p:cNvPr id="471" name="object 471"/>
            <p:cNvSpPr/>
            <p:nvPr/>
          </p:nvSpPr>
          <p:spPr>
            <a:xfrm>
              <a:off x="1369060" y="13741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00137E"/>
            </a:solidFill>
          </p:spPr>
          <p:txBody>
            <a:bodyPr wrap="square" lIns="0" tIns="0" rIns="0" bIns="0" rtlCol="0"/>
            <a:lstStyle/>
            <a:p/>
          </p:txBody>
        </p:sp>
        <p:sp>
          <p:nvSpPr>
            <p:cNvPr id="472" name="object 472"/>
            <p:cNvSpPr/>
            <p:nvPr/>
          </p:nvSpPr>
          <p:spPr>
            <a:xfrm>
              <a:off x="1369060" y="138176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001280"/>
            </a:solidFill>
          </p:spPr>
          <p:txBody>
            <a:bodyPr wrap="square" lIns="0" tIns="0" rIns="0" bIns="0" rtlCol="0"/>
            <a:lstStyle/>
            <a:p/>
          </p:txBody>
        </p:sp>
        <p:sp>
          <p:nvSpPr>
            <p:cNvPr id="473" name="object 473"/>
            <p:cNvSpPr/>
            <p:nvPr/>
          </p:nvSpPr>
          <p:spPr>
            <a:xfrm>
              <a:off x="1369060" y="13881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001282"/>
            </a:solidFill>
          </p:spPr>
          <p:txBody>
            <a:bodyPr wrap="square" lIns="0" tIns="0" rIns="0" bIns="0" rtlCol="0"/>
            <a:lstStyle/>
            <a:p/>
          </p:txBody>
        </p:sp>
        <p:sp>
          <p:nvSpPr>
            <p:cNvPr id="474" name="object 474"/>
            <p:cNvSpPr/>
            <p:nvPr/>
          </p:nvSpPr>
          <p:spPr>
            <a:xfrm>
              <a:off x="1369060" y="1395730"/>
              <a:ext cx="90170" cy="7620"/>
            </a:xfrm>
            <a:custGeom>
              <a:avLst/>
              <a:gdLst/>
              <a:ahLst/>
              <a:cxnLst/>
              <a:rect l="l" t="t" r="r" b="b"/>
              <a:pathLst>
                <a:path w="90169" h="7619">
                  <a:moveTo>
                    <a:pt x="0" y="7620"/>
                  </a:moveTo>
                  <a:lnTo>
                    <a:pt x="0" y="0"/>
                  </a:lnTo>
                  <a:lnTo>
                    <a:pt x="90170" y="0"/>
                  </a:lnTo>
                  <a:lnTo>
                    <a:pt x="90169" y="7620"/>
                  </a:lnTo>
                  <a:lnTo>
                    <a:pt x="0" y="7620"/>
                  </a:lnTo>
                  <a:close/>
                </a:path>
              </a:pathLst>
            </a:custGeom>
            <a:solidFill>
              <a:srgbClr val="001184"/>
            </a:solidFill>
          </p:spPr>
          <p:txBody>
            <a:bodyPr wrap="square" lIns="0" tIns="0" rIns="0" bIns="0" rtlCol="0"/>
            <a:lstStyle/>
            <a:p/>
          </p:txBody>
        </p:sp>
        <p:sp>
          <p:nvSpPr>
            <p:cNvPr id="475" name="object 475"/>
            <p:cNvSpPr/>
            <p:nvPr/>
          </p:nvSpPr>
          <p:spPr>
            <a:xfrm>
              <a:off x="1369060" y="1403350"/>
              <a:ext cx="90170" cy="6350"/>
            </a:xfrm>
            <a:custGeom>
              <a:avLst/>
              <a:gdLst/>
              <a:ahLst/>
              <a:cxnLst/>
              <a:rect l="l" t="t" r="r" b="b"/>
              <a:pathLst>
                <a:path w="90169" h="6350">
                  <a:moveTo>
                    <a:pt x="0" y="6350"/>
                  </a:moveTo>
                  <a:lnTo>
                    <a:pt x="0" y="0"/>
                  </a:lnTo>
                  <a:lnTo>
                    <a:pt x="90170" y="0"/>
                  </a:lnTo>
                  <a:lnTo>
                    <a:pt x="90169" y="6350"/>
                  </a:lnTo>
                  <a:lnTo>
                    <a:pt x="0" y="6350"/>
                  </a:lnTo>
                  <a:close/>
                </a:path>
              </a:pathLst>
            </a:custGeom>
            <a:solidFill>
              <a:srgbClr val="001185"/>
            </a:solidFill>
          </p:spPr>
          <p:txBody>
            <a:bodyPr wrap="square" lIns="0" tIns="0" rIns="0" bIns="0" rtlCol="0"/>
            <a:lstStyle/>
            <a:p/>
          </p:txBody>
        </p:sp>
        <p:sp>
          <p:nvSpPr>
            <p:cNvPr id="476" name="object 476"/>
            <p:cNvSpPr/>
            <p:nvPr/>
          </p:nvSpPr>
          <p:spPr>
            <a:xfrm>
              <a:off x="1369060" y="1409700"/>
              <a:ext cx="90170" cy="7620"/>
            </a:xfrm>
            <a:custGeom>
              <a:avLst/>
              <a:gdLst/>
              <a:ahLst/>
              <a:cxnLst/>
              <a:rect l="l" t="t" r="r" b="b"/>
              <a:pathLst>
                <a:path w="90169" h="7619">
                  <a:moveTo>
                    <a:pt x="0" y="7620"/>
                  </a:moveTo>
                  <a:lnTo>
                    <a:pt x="0" y="0"/>
                  </a:lnTo>
                  <a:lnTo>
                    <a:pt x="90170" y="0"/>
                  </a:lnTo>
                  <a:lnTo>
                    <a:pt x="90169" y="7620"/>
                  </a:lnTo>
                  <a:lnTo>
                    <a:pt x="0" y="7620"/>
                  </a:lnTo>
                  <a:close/>
                </a:path>
              </a:pathLst>
            </a:custGeom>
            <a:solidFill>
              <a:srgbClr val="001087"/>
            </a:solidFill>
          </p:spPr>
          <p:txBody>
            <a:bodyPr wrap="square" lIns="0" tIns="0" rIns="0" bIns="0" rtlCol="0"/>
            <a:lstStyle/>
            <a:p/>
          </p:txBody>
        </p:sp>
        <p:sp>
          <p:nvSpPr>
            <p:cNvPr id="477" name="object 477"/>
            <p:cNvSpPr/>
            <p:nvPr/>
          </p:nvSpPr>
          <p:spPr>
            <a:xfrm>
              <a:off x="1369060" y="1417320"/>
              <a:ext cx="90170" cy="7620"/>
            </a:xfrm>
            <a:custGeom>
              <a:avLst/>
              <a:gdLst/>
              <a:ahLst/>
              <a:cxnLst/>
              <a:rect l="l" t="t" r="r" b="b"/>
              <a:pathLst>
                <a:path w="90169" h="7619">
                  <a:moveTo>
                    <a:pt x="0" y="7619"/>
                  </a:moveTo>
                  <a:lnTo>
                    <a:pt x="0" y="0"/>
                  </a:lnTo>
                  <a:lnTo>
                    <a:pt x="90170" y="0"/>
                  </a:lnTo>
                  <a:lnTo>
                    <a:pt x="90169" y="7619"/>
                  </a:lnTo>
                  <a:lnTo>
                    <a:pt x="0" y="7619"/>
                  </a:lnTo>
                  <a:close/>
                </a:path>
              </a:pathLst>
            </a:custGeom>
            <a:solidFill>
              <a:srgbClr val="001089"/>
            </a:solidFill>
          </p:spPr>
          <p:txBody>
            <a:bodyPr wrap="square" lIns="0" tIns="0" rIns="0" bIns="0" rtlCol="0"/>
            <a:lstStyle/>
            <a:p/>
          </p:txBody>
        </p:sp>
        <p:sp>
          <p:nvSpPr>
            <p:cNvPr id="478" name="object 478"/>
            <p:cNvSpPr/>
            <p:nvPr/>
          </p:nvSpPr>
          <p:spPr>
            <a:xfrm>
              <a:off x="1369060" y="142494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F8B"/>
            </a:solidFill>
          </p:spPr>
          <p:txBody>
            <a:bodyPr wrap="square" lIns="0" tIns="0" rIns="0" bIns="0" rtlCol="0"/>
            <a:lstStyle/>
            <a:p/>
          </p:txBody>
        </p:sp>
        <p:sp>
          <p:nvSpPr>
            <p:cNvPr id="479" name="object 479"/>
            <p:cNvSpPr/>
            <p:nvPr/>
          </p:nvSpPr>
          <p:spPr>
            <a:xfrm>
              <a:off x="1369060" y="14312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F8C"/>
            </a:solidFill>
          </p:spPr>
          <p:txBody>
            <a:bodyPr wrap="square" lIns="0" tIns="0" rIns="0" bIns="0" rtlCol="0"/>
            <a:lstStyle/>
            <a:p/>
          </p:txBody>
        </p:sp>
        <p:sp>
          <p:nvSpPr>
            <p:cNvPr id="480" name="object 480"/>
            <p:cNvSpPr/>
            <p:nvPr/>
          </p:nvSpPr>
          <p:spPr>
            <a:xfrm>
              <a:off x="1369060" y="14389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F8E"/>
            </a:solidFill>
          </p:spPr>
          <p:txBody>
            <a:bodyPr wrap="square" lIns="0" tIns="0" rIns="0" bIns="0" rtlCol="0"/>
            <a:lstStyle/>
            <a:p/>
          </p:txBody>
        </p:sp>
        <p:sp>
          <p:nvSpPr>
            <p:cNvPr id="481" name="object 481"/>
            <p:cNvSpPr/>
            <p:nvPr/>
          </p:nvSpPr>
          <p:spPr>
            <a:xfrm>
              <a:off x="1369060" y="144653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E90"/>
            </a:solidFill>
          </p:spPr>
          <p:txBody>
            <a:bodyPr wrap="square" lIns="0" tIns="0" rIns="0" bIns="0" rtlCol="0"/>
            <a:lstStyle/>
            <a:p/>
          </p:txBody>
        </p:sp>
        <p:sp>
          <p:nvSpPr>
            <p:cNvPr id="482" name="object 482"/>
            <p:cNvSpPr/>
            <p:nvPr/>
          </p:nvSpPr>
          <p:spPr>
            <a:xfrm>
              <a:off x="1369060" y="14528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E92"/>
            </a:solidFill>
          </p:spPr>
          <p:txBody>
            <a:bodyPr wrap="square" lIns="0" tIns="0" rIns="0" bIns="0" rtlCol="0"/>
            <a:lstStyle/>
            <a:p/>
          </p:txBody>
        </p:sp>
        <p:sp>
          <p:nvSpPr>
            <p:cNvPr id="483" name="object 483"/>
            <p:cNvSpPr/>
            <p:nvPr/>
          </p:nvSpPr>
          <p:spPr>
            <a:xfrm>
              <a:off x="1369060" y="14605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D94"/>
            </a:solidFill>
          </p:spPr>
          <p:txBody>
            <a:bodyPr wrap="square" lIns="0" tIns="0" rIns="0" bIns="0" rtlCol="0"/>
            <a:lstStyle/>
            <a:p/>
          </p:txBody>
        </p:sp>
        <p:sp>
          <p:nvSpPr>
            <p:cNvPr id="484" name="object 484"/>
            <p:cNvSpPr/>
            <p:nvPr/>
          </p:nvSpPr>
          <p:spPr>
            <a:xfrm>
              <a:off x="1369060" y="146812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D95"/>
            </a:solidFill>
          </p:spPr>
          <p:txBody>
            <a:bodyPr wrap="square" lIns="0" tIns="0" rIns="0" bIns="0" rtlCol="0"/>
            <a:lstStyle/>
            <a:p/>
          </p:txBody>
        </p:sp>
        <p:sp>
          <p:nvSpPr>
            <p:cNvPr id="485" name="object 485"/>
            <p:cNvSpPr/>
            <p:nvPr/>
          </p:nvSpPr>
          <p:spPr>
            <a:xfrm>
              <a:off x="1369060" y="14744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C97"/>
            </a:solidFill>
          </p:spPr>
          <p:txBody>
            <a:bodyPr wrap="square" lIns="0" tIns="0" rIns="0" bIns="0" rtlCol="0"/>
            <a:lstStyle/>
            <a:p/>
          </p:txBody>
        </p:sp>
        <p:sp>
          <p:nvSpPr>
            <p:cNvPr id="486" name="object 486"/>
            <p:cNvSpPr/>
            <p:nvPr/>
          </p:nvSpPr>
          <p:spPr>
            <a:xfrm>
              <a:off x="1369060" y="14820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C99"/>
            </a:solidFill>
          </p:spPr>
          <p:txBody>
            <a:bodyPr wrap="square" lIns="0" tIns="0" rIns="0" bIns="0" rtlCol="0"/>
            <a:lstStyle/>
            <a:p/>
          </p:txBody>
        </p:sp>
        <p:sp>
          <p:nvSpPr>
            <p:cNvPr id="487" name="object 487"/>
            <p:cNvSpPr/>
            <p:nvPr/>
          </p:nvSpPr>
          <p:spPr>
            <a:xfrm>
              <a:off x="1369060" y="148971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B9B"/>
            </a:solidFill>
          </p:spPr>
          <p:txBody>
            <a:bodyPr wrap="square" lIns="0" tIns="0" rIns="0" bIns="0" rtlCol="0"/>
            <a:lstStyle/>
            <a:p/>
          </p:txBody>
        </p:sp>
        <p:sp>
          <p:nvSpPr>
            <p:cNvPr id="488" name="object 488"/>
            <p:cNvSpPr/>
            <p:nvPr/>
          </p:nvSpPr>
          <p:spPr>
            <a:xfrm>
              <a:off x="1369060" y="14960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B9C"/>
            </a:solidFill>
          </p:spPr>
          <p:txBody>
            <a:bodyPr wrap="square" lIns="0" tIns="0" rIns="0" bIns="0" rtlCol="0"/>
            <a:lstStyle/>
            <a:p/>
          </p:txBody>
        </p:sp>
        <p:sp>
          <p:nvSpPr>
            <p:cNvPr id="489" name="object 489"/>
            <p:cNvSpPr/>
            <p:nvPr/>
          </p:nvSpPr>
          <p:spPr>
            <a:xfrm>
              <a:off x="1369060" y="15036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B9E"/>
            </a:solidFill>
          </p:spPr>
          <p:txBody>
            <a:bodyPr wrap="square" lIns="0" tIns="0" rIns="0" bIns="0" rtlCol="0"/>
            <a:lstStyle/>
            <a:p/>
          </p:txBody>
        </p:sp>
        <p:sp>
          <p:nvSpPr>
            <p:cNvPr id="490" name="object 490"/>
            <p:cNvSpPr/>
            <p:nvPr/>
          </p:nvSpPr>
          <p:spPr>
            <a:xfrm>
              <a:off x="1369060" y="15113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AA0"/>
            </a:solidFill>
          </p:spPr>
          <p:txBody>
            <a:bodyPr wrap="square" lIns="0" tIns="0" rIns="0" bIns="0" rtlCol="0"/>
            <a:lstStyle/>
            <a:p/>
          </p:txBody>
        </p:sp>
        <p:sp>
          <p:nvSpPr>
            <p:cNvPr id="491" name="object 491"/>
            <p:cNvSpPr/>
            <p:nvPr/>
          </p:nvSpPr>
          <p:spPr>
            <a:xfrm>
              <a:off x="1369060" y="151892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AA2"/>
            </a:solidFill>
          </p:spPr>
          <p:txBody>
            <a:bodyPr wrap="square" lIns="0" tIns="0" rIns="0" bIns="0" rtlCol="0"/>
            <a:lstStyle/>
            <a:p/>
          </p:txBody>
        </p:sp>
        <p:sp>
          <p:nvSpPr>
            <p:cNvPr id="492" name="object 492"/>
            <p:cNvSpPr/>
            <p:nvPr/>
          </p:nvSpPr>
          <p:spPr>
            <a:xfrm>
              <a:off x="1369060" y="15252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9A3"/>
            </a:solidFill>
          </p:spPr>
          <p:txBody>
            <a:bodyPr wrap="square" lIns="0" tIns="0" rIns="0" bIns="0" rtlCol="0"/>
            <a:lstStyle/>
            <a:p/>
          </p:txBody>
        </p:sp>
        <p:sp>
          <p:nvSpPr>
            <p:cNvPr id="493" name="object 493"/>
            <p:cNvSpPr/>
            <p:nvPr/>
          </p:nvSpPr>
          <p:spPr>
            <a:xfrm>
              <a:off x="1369060" y="15328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9A5"/>
            </a:solidFill>
          </p:spPr>
          <p:txBody>
            <a:bodyPr wrap="square" lIns="0" tIns="0" rIns="0" bIns="0" rtlCol="0"/>
            <a:lstStyle/>
            <a:p/>
          </p:txBody>
        </p:sp>
        <p:sp>
          <p:nvSpPr>
            <p:cNvPr id="494" name="object 494"/>
            <p:cNvSpPr/>
            <p:nvPr/>
          </p:nvSpPr>
          <p:spPr>
            <a:xfrm>
              <a:off x="1369060" y="154051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8A7"/>
            </a:solidFill>
          </p:spPr>
          <p:txBody>
            <a:bodyPr wrap="square" lIns="0" tIns="0" rIns="0" bIns="0" rtlCol="0"/>
            <a:lstStyle/>
            <a:p/>
          </p:txBody>
        </p:sp>
        <p:sp>
          <p:nvSpPr>
            <p:cNvPr id="495" name="object 495"/>
            <p:cNvSpPr/>
            <p:nvPr/>
          </p:nvSpPr>
          <p:spPr>
            <a:xfrm>
              <a:off x="1369060" y="15468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8A9"/>
            </a:solidFill>
          </p:spPr>
          <p:txBody>
            <a:bodyPr wrap="square" lIns="0" tIns="0" rIns="0" bIns="0" rtlCol="0"/>
            <a:lstStyle/>
            <a:p/>
          </p:txBody>
        </p:sp>
        <p:sp>
          <p:nvSpPr>
            <p:cNvPr id="496" name="object 496"/>
            <p:cNvSpPr/>
            <p:nvPr/>
          </p:nvSpPr>
          <p:spPr>
            <a:xfrm>
              <a:off x="1369060" y="15544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7AB"/>
            </a:solidFill>
          </p:spPr>
          <p:txBody>
            <a:bodyPr wrap="square" lIns="0" tIns="0" rIns="0" bIns="0" rtlCol="0"/>
            <a:lstStyle/>
            <a:p/>
          </p:txBody>
        </p:sp>
        <p:sp>
          <p:nvSpPr>
            <p:cNvPr id="497" name="object 497"/>
            <p:cNvSpPr/>
            <p:nvPr/>
          </p:nvSpPr>
          <p:spPr>
            <a:xfrm>
              <a:off x="1369060" y="156210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7AC"/>
            </a:solidFill>
          </p:spPr>
          <p:txBody>
            <a:bodyPr wrap="square" lIns="0" tIns="0" rIns="0" bIns="0" rtlCol="0"/>
            <a:lstStyle/>
            <a:p/>
          </p:txBody>
        </p:sp>
        <p:sp>
          <p:nvSpPr>
            <p:cNvPr id="498" name="object 498"/>
            <p:cNvSpPr/>
            <p:nvPr/>
          </p:nvSpPr>
          <p:spPr>
            <a:xfrm>
              <a:off x="1369060" y="156845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7AE"/>
            </a:solidFill>
          </p:spPr>
          <p:txBody>
            <a:bodyPr wrap="square" lIns="0" tIns="0" rIns="0" bIns="0" rtlCol="0"/>
            <a:lstStyle/>
            <a:p/>
          </p:txBody>
        </p:sp>
        <p:sp>
          <p:nvSpPr>
            <p:cNvPr id="499" name="object 499"/>
            <p:cNvSpPr/>
            <p:nvPr/>
          </p:nvSpPr>
          <p:spPr>
            <a:xfrm>
              <a:off x="1369060" y="15760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6B0"/>
            </a:solidFill>
          </p:spPr>
          <p:txBody>
            <a:bodyPr wrap="square" lIns="0" tIns="0" rIns="0" bIns="0" rtlCol="0"/>
            <a:lstStyle/>
            <a:p/>
          </p:txBody>
        </p:sp>
        <p:sp>
          <p:nvSpPr>
            <p:cNvPr id="500" name="object 500"/>
            <p:cNvSpPr/>
            <p:nvPr/>
          </p:nvSpPr>
          <p:spPr>
            <a:xfrm>
              <a:off x="1369060" y="158369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6B2"/>
            </a:solidFill>
          </p:spPr>
          <p:txBody>
            <a:bodyPr wrap="square" lIns="0" tIns="0" rIns="0" bIns="0" rtlCol="0"/>
            <a:lstStyle/>
            <a:p/>
          </p:txBody>
        </p:sp>
        <p:sp>
          <p:nvSpPr>
            <p:cNvPr id="501" name="object 501"/>
            <p:cNvSpPr/>
            <p:nvPr/>
          </p:nvSpPr>
          <p:spPr>
            <a:xfrm>
              <a:off x="1369060" y="15900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5B3"/>
            </a:solidFill>
          </p:spPr>
          <p:txBody>
            <a:bodyPr wrap="square" lIns="0" tIns="0" rIns="0" bIns="0" rtlCol="0"/>
            <a:lstStyle/>
            <a:p/>
          </p:txBody>
        </p:sp>
        <p:sp>
          <p:nvSpPr>
            <p:cNvPr id="502" name="object 502"/>
            <p:cNvSpPr/>
            <p:nvPr/>
          </p:nvSpPr>
          <p:spPr>
            <a:xfrm>
              <a:off x="1369060" y="15976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5B5"/>
            </a:solidFill>
          </p:spPr>
          <p:txBody>
            <a:bodyPr wrap="square" lIns="0" tIns="0" rIns="0" bIns="0" rtlCol="0"/>
            <a:lstStyle/>
            <a:p/>
          </p:txBody>
        </p:sp>
        <p:sp>
          <p:nvSpPr>
            <p:cNvPr id="503" name="object 503"/>
            <p:cNvSpPr/>
            <p:nvPr/>
          </p:nvSpPr>
          <p:spPr>
            <a:xfrm>
              <a:off x="1369060" y="160528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4B7"/>
            </a:solidFill>
          </p:spPr>
          <p:txBody>
            <a:bodyPr wrap="square" lIns="0" tIns="0" rIns="0" bIns="0" rtlCol="0"/>
            <a:lstStyle/>
            <a:p/>
          </p:txBody>
        </p:sp>
        <p:sp>
          <p:nvSpPr>
            <p:cNvPr id="504" name="object 504"/>
            <p:cNvSpPr/>
            <p:nvPr/>
          </p:nvSpPr>
          <p:spPr>
            <a:xfrm>
              <a:off x="1369060" y="16116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4B9"/>
            </a:solidFill>
          </p:spPr>
          <p:txBody>
            <a:bodyPr wrap="square" lIns="0" tIns="0" rIns="0" bIns="0" rtlCol="0"/>
            <a:lstStyle/>
            <a:p/>
          </p:txBody>
        </p:sp>
        <p:sp>
          <p:nvSpPr>
            <p:cNvPr id="505" name="object 505"/>
            <p:cNvSpPr/>
            <p:nvPr/>
          </p:nvSpPr>
          <p:spPr>
            <a:xfrm>
              <a:off x="1369060" y="161925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3BB"/>
            </a:solidFill>
          </p:spPr>
          <p:txBody>
            <a:bodyPr wrap="square" lIns="0" tIns="0" rIns="0" bIns="0" rtlCol="0"/>
            <a:lstStyle/>
            <a:p/>
          </p:txBody>
        </p:sp>
        <p:sp>
          <p:nvSpPr>
            <p:cNvPr id="506" name="object 506"/>
            <p:cNvSpPr/>
            <p:nvPr/>
          </p:nvSpPr>
          <p:spPr>
            <a:xfrm>
              <a:off x="1369060" y="162687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3BC"/>
            </a:solidFill>
          </p:spPr>
          <p:txBody>
            <a:bodyPr wrap="square" lIns="0" tIns="0" rIns="0" bIns="0" rtlCol="0"/>
            <a:lstStyle/>
            <a:p/>
          </p:txBody>
        </p:sp>
        <p:sp>
          <p:nvSpPr>
            <p:cNvPr id="507" name="object 507"/>
            <p:cNvSpPr/>
            <p:nvPr/>
          </p:nvSpPr>
          <p:spPr>
            <a:xfrm>
              <a:off x="1369060" y="163322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3BE"/>
            </a:solidFill>
          </p:spPr>
          <p:txBody>
            <a:bodyPr wrap="square" lIns="0" tIns="0" rIns="0" bIns="0" rtlCol="0"/>
            <a:lstStyle/>
            <a:p/>
          </p:txBody>
        </p:sp>
        <p:sp>
          <p:nvSpPr>
            <p:cNvPr id="508" name="object 508"/>
            <p:cNvSpPr/>
            <p:nvPr/>
          </p:nvSpPr>
          <p:spPr>
            <a:xfrm>
              <a:off x="1369060" y="16408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2C0"/>
            </a:solidFill>
          </p:spPr>
          <p:txBody>
            <a:bodyPr wrap="square" lIns="0" tIns="0" rIns="0" bIns="0" rtlCol="0"/>
            <a:lstStyle/>
            <a:p/>
          </p:txBody>
        </p:sp>
        <p:sp>
          <p:nvSpPr>
            <p:cNvPr id="509" name="object 509"/>
            <p:cNvSpPr/>
            <p:nvPr/>
          </p:nvSpPr>
          <p:spPr>
            <a:xfrm>
              <a:off x="1369060" y="164846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2C2"/>
            </a:solidFill>
          </p:spPr>
          <p:txBody>
            <a:bodyPr wrap="square" lIns="0" tIns="0" rIns="0" bIns="0" rtlCol="0"/>
            <a:lstStyle/>
            <a:p/>
          </p:txBody>
        </p:sp>
        <p:sp>
          <p:nvSpPr>
            <p:cNvPr id="510" name="object 510"/>
            <p:cNvSpPr/>
            <p:nvPr/>
          </p:nvSpPr>
          <p:spPr>
            <a:xfrm>
              <a:off x="1369060" y="16548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0001C3"/>
            </a:solidFill>
          </p:spPr>
          <p:txBody>
            <a:bodyPr wrap="square" lIns="0" tIns="0" rIns="0" bIns="0" rtlCol="0"/>
            <a:lstStyle/>
            <a:p/>
          </p:txBody>
        </p:sp>
        <p:sp>
          <p:nvSpPr>
            <p:cNvPr id="511" name="object 511"/>
            <p:cNvSpPr/>
            <p:nvPr/>
          </p:nvSpPr>
          <p:spPr>
            <a:xfrm>
              <a:off x="1369060" y="16624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0001C5"/>
            </a:solidFill>
          </p:spPr>
          <p:txBody>
            <a:bodyPr wrap="square" lIns="0" tIns="0" rIns="0" bIns="0" rtlCol="0"/>
            <a:lstStyle/>
            <a:p/>
          </p:txBody>
        </p:sp>
        <p:sp>
          <p:nvSpPr>
            <p:cNvPr id="512" name="object 512"/>
            <p:cNvSpPr/>
            <p:nvPr/>
          </p:nvSpPr>
          <p:spPr>
            <a:xfrm>
              <a:off x="1369060" y="167005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0000C7"/>
            </a:solidFill>
          </p:spPr>
          <p:txBody>
            <a:bodyPr wrap="square" lIns="0" tIns="0" rIns="0" bIns="0" rtlCol="0"/>
            <a:lstStyle/>
            <a:p/>
          </p:txBody>
        </p:sp>
      </p:grpSp>
      <p:grpSp>
        <p:nvGrpSpPr>
          <p:cNvPr id="513" name="object 513"/>
          <p:cNvGrpSpPr/>
          <p:nvPr/>
        </p:nvGrpSpPr>
        <p:grpSpPr>
          <a:xfrm>
            <a:off x="1628139" y="855980"/>
            <a:ext cx="82550" cy="820419"/>
            <a:chOff x="1628139" y="855980"/>
            <a:chExt cx="82550" cy="820419"/>
          </a:xfrm>
        </p:grpSpPr>
        <p:sp>
          <p:nvSpPr>
            <p:cNvPr id="514" name="object 514"/>
            <p:cNvSpPr/>
            <p:nvPr/>
          </p:nvSpPr>
          <p:spPr>
            <a:xfrm>
              <a:off x="1628139" y="855980"/>
              <a:ext cx="82550" cy="191770"/>
            </a:xfrm>
            <a:prstGeom prst="rect">
              <a:avLst/>
            </a:prstGeom>
            <a:blipFill>
              <a:blip r:embed="rId22" cstate="print"/>
              <a:stretch>
                <a:fillRect/>
              </a:stretch>
            </a:blipFill>
          </p:spPr>
          <p:txBody>
            <a:bodyPr wrap="square" lIns="0" tIns="0" rIns="0" bIns="0" rtlCol="0"/>
            <a:lstStyle/>
            <a:p/>
          </p:txBody>
        </p:sp>
        <p:sp>
          <p:nvSpPr>
            <p:cNvPr id="515" name="object 515"/>
            <p:cNvSpPr/>
            <p:nvPr/>
          </p:nvSpPr>
          <p:spPr>
            <a:xfrm>
              <a:off x="1628139" y="1069340"/>
              <a:ext cx="82550" cy="1270"/>
            </a:xfrm>
            <a:custGeom>
              <a:avLst/>
              <a:gdLst/>
              <a:ahLst/>
              <a:cxnLst/>
              <a:rect l="l" t="t" r="r" b="b"/>
              <a:pathLst>
                <a:path w="82550" h="1269">
                  <a:moveTo>
                    <a:pt x="0" y="0"/>
                  </a:moveTo>
                  <a:lnTo>
                    <a:pt x="82550" y="0"/>
                  </a:lnTo>
                  <a:lnTo>
                    <a:pt x="82550" y="1269"/>
                  </a:lnTo>
                  <a:lnTo>
                    <a:pt x="0" y="1269"/>
                  </a:lnTo>
                  <a:lnTo>
                    <a:pt x="0" y="0"/>
                  </a:lnTo>
                  <a:close/>
                </a:path>
              </a:pathLst>
            </a:custGeom>
            <a:solidFill>
              <a:srgbClr val="002633"/>
            </a:solidFill>
          </p:spPr>
          <p:txBody>
            <a:bodyPr wrap="square" lIns="0" tIns="0" rIns="0" bIns="0" rtlCol="0"/>
            <a:lstStyle/>
            <a:p/>
          </p:txBody>
        </p:sp>
        <p:sp>
          <p:nvSpPr>
            <p:cNvPr id="516" name="object 516"/>
            <p:cNvSpPr/>
            <p:nvPr/>
          </p:nvSpPr>
          <p:spPr>
            <a:xfrm>
              <a:off x="1628139" y="1070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534"/>
            </a:solidFill>
          </p:spPr>
          <p:txBody>
            <a:bodyPr wrap="square" lIns="0" tIns="0" rIns="0" bIns="0" rtlCol="0"/>
            <a:lstStyle/>
            <a:p/>
          </p:txBody>
        </p:sp>
        <p:sp>
          <p:nvSpPr>
            <p:cNvPr id="517" name="object 517"/>
            <p:cNvSpPr/>
            <p:nvPr/>
          </p:nvSpPr>
          <p:spPr>
            <a:xfrm>
              <a:off x="1628139" y="1078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535"/>
            </a:solidFill>
          </p:spPr>
          <p:txBody>
            <a:bodyPr wrap="square" lIns="0" tIns="0" rIns="0" bIns="0" rtlCol="0"/>
            <a:lstStyle/>
            <a:p/>
          </p:txBody>
        </p:sp>
        <p:sp>
          <p:nvSpPr>
            <p:cNvPr id="518" name="object 518"/>
            <p:cNvSpPr/>
            <p:nvPr/>
          </p:nvSpPr>
          <p:spPr>
            <a:xfrm>
              <a:off x="1628139" y="10858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437"/>
            </a:solidFill>
          </p:spPr>
          <p:txBody>
            <a:bodyPr wrap="square" lIns="0" tIns="0" rIns="0" bIns="0" rtlCol="0"/>
            <a:lstStyle/>
            <a:p/>
          </p:txBody>
        </p:sp>
        <p:sp>
          <p:nvSpPr>
            <p:cNvPr id="519" name="object 519"/>
            <p:cNvSpPr/>
            <p:nvPr/>
          </p:nvSpPr>
          <p:spPr>
            <a:xfrm>
              <a:off x="1628139" y="1092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439"/>
            </a:solidFill>
          </p:spPr>
          <p:txBody>
            <a:bodyPr wrap="square" lIns="0" tIns="0" rIns="0" bIns="0" rtlCol="0"/>
            <a:lstStyle/>
            <a:p/>
          </p:txBody>
        </p:sp>
        <p:sp>
          <p:nvSpPr>
            <p:cNvPr id="520" name="object 520"/>
            <p:cNvSpPr/>
            <p:nvPr/>
          </p:nvSpPr>
          <p:spPr>
            <a:xfrm>
              <a:off x="1628139" y="10998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33B"/>
            </a:solidFill>
          </p:spPr>
          <p:txBody>
            <a:bodyPr wrap="square" lIns="0" tIns="0" rIns="0" bIns="0" rtlCol="0"/>
            <a:lstStyle/>
            <a:p/>
          </p:txBody>
        </p:sp>
        <p:sp>
          <p:nvSpPr>
            <p:cNvPr id="521" name="object 521"/>
            <p:cNvSpPr/>
            <p:nvPr/>
          </p:nvSpPr>
          <p:spPr>
            <a:xfrm>
              <a:off x="1628139" y="11074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33D"/>
            </a:solidFill>
          </p:spPr>
          <p:txBody>
            <a:bodyPr wrap="square" lIns="0" tIns="0" rIns="0" bIns="0" rtlCol="0"/>
            <a:lstStyle/>
            <a:p/>
          </p:txBody>
        </p:sp>
        <p:sp>
          <p:nvSpPr>
            <p:cNvPr id="522" name="object 522"/>
            <p:cNvSpPr/>
            <p:nvPr/>
          </p:nvSpPr>
          <p:spPr>
            <a:xfrm>
              <a:off x="1628139" y="11137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33E"/>
            </a:solidFill>
          </p:spPr>
          <p:txBody>
            <a:bodyPr wrap="square" lIns="0" tIns="0" rIns="0" bIns="0" rtlCol="0"/>
            <a:lstStyle/>
            <a:p/>
          </p:txBody>
        </p:sp>
        <p:sp>
          <p:nvSpPr>
            <p:cNvPr id="523" name="object 523"/>
            <p:cNvSpPr/>
            <p:nvPr/>
          </p:nvSpPr>
          <p:spPr>
            <a:xfrm>
              <a:off x="1628139" y="11214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240"/>
            </a:solidFill>
          </p:spPr>
          <p:txBody>
            <a:bodyPr wrap="square" lIns="0" tIns="0" rIns="0" bIns="0" rtlCol="0"/>
            <a:lstStyle/>
            <a:p/>
          </p:txBody>
        </p:sp>
        <p:sp>
          <p:nvSpPr>
            <p:cNvPr id="524" name="object 524"/>
            <p:cNvSpPr/>
            <p:nvPr/>
          </p:nvSpPr>
          <p:spPr>
            <a:xfrm>
              <a:off x="1628139" y="11290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242"/>
            </a:solidFill>
          </p:spPr>
          <p:txBody>
            <a:bodyPr wrap="square" lIns="0" tIns="0" rIns="0" bIns="0" rtlCol="0"/>
            <a:lstStyle/>
            <a:p/>
          </p:txBody>
        </p:sp>
        <p:sp>
          <p:nvSpPr>
            <p:cNvPr id="525" name="object 525"/>
            <p:cNvSpPr/>
            <p:nvPr/>
          </p:nvSpPr>
          <p:spPr>
            <a:xfrm>
              <a:off x="1628139" y="11353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144"/>
            </a:solidFill>
          </p:spPr>
          <p:txBody>
            <a:bodyPr wrap="square" lIns="0" tIns="0" rIns="0" bIns="0" rtlCol="0"/>
            <a:lstStyle/>
            <a:p/>
          </p:txBody>
        </p:sp>
        <p:sp>
          <p:nvSpPr>
            <p:cNvPr id="526" name="object 526"/>
            <p:cNvSpPr/>
            <p:nvPr/>
          </p:nvSpPr>
          <p:spPr>
            <a:xfrm>
              <a:off x="1628139" y="1143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145"/>
            </a:solidFill>
          </p:spPr>
          <p:txBody>
            <a:bodyPr wrap="square" lIns="0" tIns="0" rIns="0" bIns="0" rtlCol="0"/>
            <a:lstStyle/>
            <a:p/>
          </p:txBody>
        </p:sp>
        <p:sp>
          <p:nvSpPr>
            <p:cNvPr id="527" name="object 527"/>
            <p:cNvSpPr/>
            <p:nvPr/>
          </p:nvSpPr>
          <p:spPr>
            <a:xfrm>
              <a:off x="1628139" y="11506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047"/>
            </a:solidFill>
          </p:spPr>
          <p:txBody>
            <a:bodyPr wrap="square" lIns="0" tIns="0" rIns="0" bIns="0" rtlCol="0"/>
            <a:lstStyle/>
            <a:p/>
          </p:txBody>
        </p:sp>
        <p:sp>
          <p:nvSpPr>
            <p:cNvPr id="528" name="object 528"/>
            <p:cNvSpPr/>
            <p:nvPr/>
          </p:nvSpPr>
          <p:spPr>
            <a:xfrm>
              <a:off x="1628139" y="1156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049"/>
            </a:solidFill>
          </p:spPr>
          <p:txBody>
            <a:bodyPr wrap="square" lIns="0" tIns="0" rIns="0" bIns="0" rtlCol="0"/>
            <a:lstStyle/>
            <a:p/>
          </p:txBody>
        </p:sp>
        <p:sp>
          <p:nvSpPr>
            <p:cNvPr id="529" name="object 529"/>
            <p:cNvSpPr/>
            <p:nvPr/>
          </p:nvSpPr>
          <p:spPr>
            <a:xfrm>
              <a:off x="1628139" y="11645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F4B"/>
            </a:solidFill>
          </p:spPr>
          <p:txBody>
            <a:bodyPr wrap="square" lIns="0" tIns="0" rIns="0" bIns="0" rtlCol="0"/>
            <a:lstStyle/>
            <a:p/>
          </p:txBody>
        </p:sp>
        <p:sp>
          <p:nvSpPr>
            <p:cNvPr id="530" name="object 530"/>
            <p:cNvSpPr/>
            <p:nvPr/>
          </p:nvSpPr>
          <p:spPr>
            <a:xfrm>
              <a:off x="1628139" y="11722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F4D"/>
            </a:solidFill>
          </p:spPr>
          <p:txBody>
            <a:bodyPr wrap="square" lIns="0" tIns="0" rIns="0" bIns="0" rtlCol="0"/>
            <a:lstStyle/>
            <a:p/>
          </p:txBody>
        </p:sp>
        <p:sp>
          <p:nvSpPr>
            <p:cNvPr id="531" name="object 531"/>
            <p:cNvSpPr/>
            <p:nvPr/>
          </p:nvSpPr>
          <p:spPr>
            <a:xfrm>
              <a:off x="1628139" y="11785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F4E"/>
            </a:solidFill>
          </p:spPr>
          <p:txBody>
            <a:bodyPr wrap="square" lIns="0" tIns="0" rIns="0" bIns="0" rtlCol="0"/>
            <a:lstStyle/>
            <a:p/>
          </p:txBody>
        </p:sp>
        <p:sp>
          <p:nvSpPr>
            <p:cNvPr id="532" name="object 532"/>
            <p:cNvSpPr/>
            <p:nvPr/>
          </p:nvSpPr>
          <p:spPr>
            <a:xfrm>
              <a:off x="1628139" y="11861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E50"/>
            </a:solidFill>
          </p:spPr>
          <p:txBody>
            <a:bodyPr wrap="square" lIns="0" tIns="0" rIns="0" bIns="0" rtlCol="0"/>
            <a:lstStyle/>
            <a:p/>
          </p:txBody>
        </p:sp>
        <p:sp>
          <p:nvSpPr>
            <p:cNvPr id="533" name="object 533"/>
            <p:cNvSpPr/>
            <p:nvPr/>
          </p:nvSpPr>
          <p:spPr>
            <a:xfrm>
              <a:off x="1628139" y="11938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E52"/>
            </a:solidFill>
          </p:spPr>
          <p:txBody>
            <a:bodyPr wrap="square" lIns="0" tIns="0" rIns="0" bIns="0" rtlCol="0"/>
            <a:lstStyle/>
            <a:p/>
          </p:txBody>
        </p:sp>
        <p:sp>
          <p:nvSpPr>
            <p:cNvPr id="534" name="object 534"/>
            <p:cNvSpPr/>
            <p:nvPr/>
          </p:nvSpPr>
          <p:spPr>
            <a:xfrm>
              <a:off x="1628139" y="12014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D54"/>
            </a:solidFill>
          </p:spPr>
          <p:txBody>
            <a:bodyPr wrap="square" lIns="0" tIns="0" rIns="0" bIns="0" rtlCol="0"/>
            <a:lstStyle/>
            <a:p/>
          </p:txBody>
        </p:sp>
        <p:sp>
          <p:nvSpPr>
            <p:cNvPr id="535" name="object 535"/>
            <p:cNvSpPr/>
            <p:nvPr/>
          </p:nvSpPr>
          <p:spPr>
            <a:xfrm>
              <a:off x="1628139" y="1207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D55"/>
            </a:solidFill>
          </p:spPr>
          <p:txBody>
            <a:bodyPr wrap="square" lIns="0" tIns="0" rIns="0" bIns="0" rtlCol="0"/>
            <a:lstStyle/>
            <a:p/>
          </p:txBody>
        </p:sp>
        <p:sp>
          <p:nvSpPr>
            <p:cNvPr id="536" name="object 536"/>
            <p:cNvSpPr/>
            <p:nvPr/>
          </p:nvSpPr>
          <p:spPr>
            <a:xfrm>
              <a:off x="1628139" y="1215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C57"/>
            </a:solidFill>
          </p:spPr>
          <p:txBody>
            <a:bodyPr wrap="square" lIns="0" tIns="0" rIns="0" bIns="0" rtlCol="0"/>
            <a:lstStyle/>
            <a:p/>
          </p:txBody>
        </p:sp>
        <p:sp>
          <p:nvSpPr>
            <p:cNvPr id="537" name="object 537"/>
            <p:cNvSpPr/>
            <p:nvPr/>
          </p:nvSpPr>
          <p:spPr>
            <a:xfrm>
              <a:off x="1628139" y="12230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C59"/>
            </a:solidFill>
          </p:spPr>
          <p:txBody>
            <a:bodyPr wrap="square" lIns="0" tIns="0" rIns="0" bIns="0" rtlCol="0"/>
            <a:lstStyle/>
            <a:p/>
          </p:txBody>
        </p:sp>
        <p:sp>
          <p:nvSpPr>
            <p:cNvPr id="538" name="object 538"/>
            <p:cNvSpPr/>
            <p:nvPr/>
          </p:nvSpPr>
          <p:spPr>
            <a:xfrm>
              <a:off x="1628139" y="1229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B5B"/>
            </a:solidFill>
          </p:spPr>
          <p:txBody>
            <a:bodyPr wrap="square" lIns="0" tIns="0" rIns="0" bIns="0" rtlCol="0"/>
            <a:lstStyle/>
            <a:p/>
          </p:txBody>
        </p:sp>
        <p:sp>
          <p:nvSpPr>
            <p:cNvPr id="539" name="object 539"/>
            <p:cNvSpPr/>
            <p:nvPr/>
          </p:nvSpPr>
          <p:spPr>
            <a:xfrm>
              <a:off x="1628139" y="12369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B5D"/>
            </a:solidFill>
          </p:spPr>
          <p:txBody>
            <a:bodyPr wrap="square" lIns="0" tIns="0" rIns="0" bIns="0" rtlCol="0"/>
            <a:lstStyle/>
            <a:p/>
          </p:txBody>
        </p:sp>
        <p:sp>
          <p:nvSpPr>
            <p:cNvPr id="540" name="object 540"/>
            <p:cNvSpPr/>
            <p:nvPr/>
          </p:nvSpPr>
          <p:spPr>
            <a:xfrm>
              <a:off x="1628139" y="12446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B5E"/>
            </a:solidFill>
          </p:spPr>
          <p:txBody>
            <a:bodyPr wrap="square" lIns="0" tIns="0" rIns="0" bIns="0" rtlCol="0"/>
            <a:lstStyle/>
            <a:p/>
          </p:txBody>
        </p:sp>
        <p:sp>
          <p:nvSpPr>
            <p:cNvPr id="541" name="object 541"/>
            <p:cNvSpPr/>
            <p:nvPr/>
          </p:nvSpPr>
          <p:spPr>
            <a:xfrm>
              <a:off x="1628139" y="12509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A60"/>
            </a:solidFill>
          </p:spPr>
          <p:txBody>
            <a:bodyPr wrap="square" lIns="0" tIns="0" rIns="0" bIns="0" rtlCol="0"/>
            <a:lstStyle/>
            <a:p/>
          </p:txBody>
        </p:sp>
        <p:sp>
          <p:nvSpPr>
            <p:cNvPr id="542" name="object 542"/>
            <p:cNvSpPr/>
            <p:nvPr/>
          </p:nvSpPr>
          <p:spPr>
            <a:xfrm>
              <a:off x="1628139" y="12585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A62"/>
            </a:solidFill>
          </p:spPr>
          <p:txBody>
            <a:bodyPr wrap="square" lIns="0" tIns="0" rIns="0" bIns="0" rtlCol="0"/>
            <a:lstStyle/>
            <a:p/>
          </p:txBody>
        </p:sp>
        <p:sp>
          <p:nvSpPr>
            <p:cNvPr id="543" name="object 543"/>
            <p:cNvSpPr/>
            <p:nvPr/>
          </p:nvSpPr>
          <p:spPr>
            <a:xfrm>
              <a:off x="1628139" y="12661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964"/>
            </a:solidFill>
          </p:spPr>
          <p:txBody>
            <a:bodyPr wrap="square" lIns="0" tIns="0" rIns="0" bIns="0" rtlCol="0"/>
            <a:lstStyle/>
            <a:p/>
          </p:txBody>
        </p:sp>
        <p:sp>
          <p:nvSpPr>
            <p:cNvPr id="544" name="object 544"/>
            <p:cNvSpPr/>
            <p:nvPr/>
          </p:nvSpPr>
          <p:spPr>
            <a:xfrm>
              <a:off x="1628139" y="12725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966"/>
            </a:solidFill>
          </p:spPr>
          <p:txBody>
            <a:bodyPr wrap="square" lIns="0" tIns="0" rIns="0" bIns="0" rtlCol="0"/>
            <a:lstStyle/>
            <a:p/>
          </p:txBody>
        </p:sp>
        <p:sp>
          <p:nvSpPr>
            <p:cNvPr id="545" name="object 545"/>
            <p:cNvSpPr/>
            <p:nvPr/>
          </p:nvSpPr>
          <p:spPr>
            <a:xfrm>
              <a:off x="1628139" y="1280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867"/>
            </a:solidFill>
          </p:spPr>
          <p:txBody>
            <a:bodyPr wrap="square" lIns="0" tIns="0" rIns="0" bIns="0" rtlCol="0"/>
            <a:lstStyle/>
            <a:p/>
          </p:txBody>
        </p:sp>
        <p:sp>
          <p:nvSpPr>
            <p:cNvPr id="546" name="object 546"/>
            <p:cNvSpPr/>
            <p:nvPr/>
          </p:nvSpPr>
          <p:spPr>
            <a:xfrm>
              <a:off x="1628139" y="12877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869"/>
            </a:solidFill>
          </p:spPr>
          <p:txBody>
            <a:bodyPr wrap="square" lIns="0" tIns="0" rIns="0" bIns="0" rtlCol="0"/>
            <a:lstStyle/>
            <a:p/>
          </p:txBody>
        </p:sp>
        <p:sp>
          <p:nvSpPr>
            <p:cNvPr id="547" name="object 547"/>
            <p:cNvSpPr/>
            <p:nvPr/>
          </p:nvSpPr>
          <p:spPr>
            <a:xfrm>
              <a:off x="1628139" y="1294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76B"/>
            </a:solidFill>
          </p:spPr>
          <p:txBody>
            <a:bodyPr wrap="square" lIns="0" tIns="0" rIns="0" bIns="0" rtlCol="0"/>
            <a:lstStyle/>
            <a:p/>
          </p:txBody>
        </p:sp>
        <p:sp>
          <p:nvSpPr>
            <p:cNvPr id="548" name="object 548"/>
            <p:cNvSpPr/>
            <p:nvPr/>
          </p:nvSpPr>
          <p:spPr>
            <a:xfrm>
              <a:off x="1628139" y="13017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76C"/>
            </a:solidFill>
          </p:spPr>
          <p:txBody>
            <a:bodyPr wrap="square" lIns="0" tIns="0" rIns="0" bIns="0" rtlCol="0"/>
            <a:lstStyle/>
            <a:p/>
          </p:txBody>
        </p:sp>
        <p:sp>
          <p:nvSpPr>
            <p:cNvPr id="549" name="object 549"/>
            <p:cNvSpPr/>
            <p:nvPr/>
          </p:nvSpPr>
          <p:spPr>
            <a:xfrm>
              <a:off x="1628139" y="13093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76E"/>
            </a:solidFill>
          </p:spPr>
          <p:txBody>
            <a:bodyPr wrap="square" lIns="0" tIns="0" rIns="0" bIns="0" rtlCol="0"/>
            <a:lstStyle/>
            <a:p/>
          </p:txBody>
        </p:sp>
        <p:sp>
          <p:nvSpPr>
            <p:cNvPr id="550" name="object 550"/>
            <p:cNvSpPr/>
            <p:nvPr/>
          </p:nvSpPr>
          <p:spPr>
            <a:xfrm>
              <a:off x="1628139" y="13157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670"/>
            </a:solidFill>
          </p:spPr>
          <p:txBody>
            <a:bodyPr wrap="square" lIns="0" tIns="0" rIns="0" bIns="0" rtlCol="0"/>
            <a:lstStyle/>
            <a:p/>
          </p:txBody>
        </p:sp>
        <p:sp>
          <p:nvSpPr>
            <p:cNvPr id="551" name="object 551"/>
            <p:cNvSpPr/>
            <p:nvPr/>
          </p:nvSpPr>
          <p:spPr>
            <a:xfrm>
              <a:off x="1628139" y="13233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672"/>
            </a:solidFill>
          </p:spPr>
          <p:txBody>
            <a:bodyPr wrap="square" lIns="0" tIns="0" rIns="0" bIns="0" rtlCol="0"/>
            <a:lstStyle/>
            <a:p/>
          </p:txBody>
        </p:sp>
        <p:sp>
          <p:nvSpPr>
            <p:cNvPr id="552" name="object 552"/>
            <p:cNvSpPr/>
            <p:nvPr/>
          </p:nvSpPr>
          <p:spPr>
            <a:xfrm>
              <a:off x="1628139" y="13309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574"/>
            </a:solidFill>
          </p:spPr>
          <p:txBody>
            <a:bodyPr wrap="square" lIns="0" tIns="0" rIns="0" bIns="0" rtlCol="0"/>
            <a:lstStyle/>
            <a:p/>
          </p:txBody>
        </p:sp>
        <p:sp>
          <p:nvSpPr>
            <p:cNvPr id="553" name="object 553"/>
            <p:cNvSpPr/>
            <p:nvPr/>
          </p:nvSpPr>
          <p:spPr>
            <a:xfrm>
              <a:off x="1628139" y="13373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575"/>
            </a:solidFill>
          </p:spPr>
          <p:txBody>
            <a:bodyPr wrap="square" lIns="0" tIns="0" rIns="0" bIns="0" rtlCol="0"/>
            <a:lstStyle/>
            <a:p/>
          </p:txBody>
        </p:sp>
        <p:sp>
          <p:nvSpPr>
            <p:cNvPr id="554" name="object 554"/>
            <p:cNvSpPr/>
            <p:nvPr/>
          </p:nvSpPr>
          <p:spPr>
            <a:xfrm>
              <a:off x="1628139" y="1344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477"/>
            </a:solidFill>
          </p:spPr>
          <p:txBody>
            <a:bodyPr wrap="square" lIns="0" tIns="0" rIns="0" bIns="0" rtlCol="0"/>
            <a:lstStyle/>
            <a:p/>
          </p:txBody>
        </p:sp>
        <p:sp>
          <p:nvSpPr>
            <p:cNvPr id="555" name="object 555"/>
            <p:cNvSpPr/>
            <p:nvPr/>
          </p:nvSpPr>
          <p:spPr>
            <a:xfrm>
              <a:off x="1628139" y="1352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479"/>
            </a:solidFill>
          </p:spPr>
          <p:txBody>
            <a:bodyPr wrap="square" lIns="0" tIns="0" rIns="0" bIns="0" rtlCol="0"/>
            <a:lstStyle/>
            <a:p/>
          </p:txBody>
        </p:sp>
        <p:sp>
          <p:nvSpPr>
            <p:cNvPr id="556" name="object 556"/>
            <p:cNvSpPr/>
            <p:nvPr/>
          </p:nvSpPr>
          <p:spPr>
            <a:xfrm>
              <a:off x="1628139" y="13601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37B"/>
            </a:solidFill>
          </p:spPr>
          <p:txBody>
            <a:bodyPr wrap="square" lIns="0" tIns="0" rIns="0" bIns="0" rtlCol="0"/>
            <a:lstStyle/>
            <a:p/>
          </p:txBody>
        </p:sp>
        <p:sp>
          <p:nvSpPr>
            <p:cNvPr id="557" name="object 557"/>
            <p:cNvSpPr/>
            <p:nvPr/>
          </p:nvSpPr>
          <p:spPr>
            <a:xfrm>
              <a:off x="1628139" y="1366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37C"/>
            </a:solidFill>
          </p:spPr>
          <p:txBody>
            <a:bodyPr wrap="square" lIns="0" tIns="0" rIns="0" bIns="0" rtlCol="0"/>
            <a:lstStyle/>
            <a:p/>
          </p:txBody>
        </p:sp>
        <p:sp>
          <p:nvSpPr>
            <p:cNvPr id="558" name="object 558"/>
            <p:cNvSpPr/>
            <p:nvPr/>
          </p:nvSpPr>
          <p:spPr>
            <a:xfrm>
              <a:off x="1628139" y="13741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37E"/>
            </a:solidFill>
          </p:spPr>
          <p:txBody>
            <a:bodyPr wrap="square" lIns="0" tIns="0" rIns="0" bIns="0" rtlCol="0"/>
            <a:lstStyle/>
            <a:p/>
          </p:txBody>
        </p:sp>
        <p:sp>
          <p:nvSpPr>
            <p:cNvPr id="559" name="object 559"/>
            <p:cNvSpPr/>
            <p:nvPr/>
          </p:nvSpPr>
          <p:spPr>
            <a:xfrm>
              <a:off x="1628139" y="13817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280"/>
            </a:solidFill>
          </p:spPr>
          <p:txBody>
            <a:bodyPr wrap="square" lIns="0" tIns="0" rIns="0" bIns="0" rtlCol="0"/>
            <a:lstStyle/>
            <a:p/>
          </p:txBody>
        </p:sp>
        <p:sp>
          <p:nvSpPr>
            <p:cNvPr id="560" name="object 560"/>
            <p:cNvSpPr/>
            <p:nvPr/>
          </p:nvSpPr>
          <p:spPr>
            <a:xfrm>
              <a:off x="1628139" y="13881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282"/>
            </a:solidFill>
          </p:spPr>
          <p:txBody>
            <a:bodyPr wrap="square" lIns="0" tIns="0" rIns="0" bIns="0" rtlCol="0"/>
            <a:lstStyle/>
            <a:p/>
          </p:txBody>
        </p:sp>
        <p:sp>
          <p:nvSpPr>
            <p:cNvPr id="561" name="object 561"/>
            <p:cNvSpPr/>
            <p:nvPr/>
          </p:nvSpPr>
          <p:spPr>
            <a:xfrm>
              <a:off x="1628139" y="13957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184"/>
            </a:solidFill>
          </p:spPr>
          <p:txBody>
            <a:bodyPr wrap="square" lIns="0" tIns="0" rIns="0" bIns="0" rtlCol="0"/>
            <a:lstStyle/>
            <a:p/>
          </p:txBody>
        </p:sp>
        <p:sp>
          <p:nvSpPr>
            <p:cNvPr id="562" name="object 562"/>
            <p:cNvSpPr/>
            <p:nvPr/>
          </p:nvSpPr>
          <p:spPr>
            <a:xfrm>
              <a:off x="1628139" y="14033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185"/>
            </a:solidFill>
          </p:spPr>
          <p:txBody>
            <a:bodyPr wrap="square" lIns="0" tIns="0" rIns="0" bIns="0" rtlCol="0"/>
            <a:lstStyle/>
            <a:p/>
          </p:txBody>
        </p:sp>
        <p:sp>
          <p:nvSpPr>
            <p:cNvPr id="563" name="object 563"/>
            <p:cNvSpPr/>
            <p:nvPr/>
          </p:nvSpPr>
          <p:spPr>
            <a:xfrm>
              <a:off x="1628139" y="14097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087"/>
            </a:solidFill>
          </p:spPr>
          <p:txBody>
            <a:bodyPr wrap="square" lIns="0" tIns="0" rIns="0" bIns="0" rtlCol="0"/>
            <a:lstStyle/>
            <a:p/>
          </p:txBody>
        </p:sp>
        <p:sp>
          <p:nvSpPr>
            <p:cNvPr id="564" name="object 564"/>
            <p:cNvSpPr/>
            <p:nvPr/>
          </p:nvSpPr>
          <p:spPr>
            <a:xfrm>
              <a:off x="1628139" y="1417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089"/>
            </a:solidFill>
          </p:spPr>
          <p:txBody>
            <a:bodyPr wrap="square" lIns="0" tIns="0" rIns="0" bIns="0" rtlCol="0"/>
            <a:lstStyle/>
            <a:p/>
          </p:txBody>
        </p:sp>
        <p:sp>
          <p:nvSpPr>
            <p:cNvPr id="565" name="object 565"/>
            <p:cNvSpPr/>
            <p:nvPr/>
          </p:nvSpPr>
          <p:spPr>
            <a:xfrm>
              <a:off x="1628139" y="14249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F8B"/>
            </a:solidFill>
          </p:spPr>
          <p:txBody>
            <a:bodyPr wrap="square" lIns="0" tIns="0" rIns="0" bIns="0" rtlCol="0"/>
            <a:lstStyle/>
            <a:p/>
          </p:txBody>
        </p:sp>
        <p:sp>
          <p:nvSpPr>
            <p:cNvPr id="566" name="object 566"/>
            <p:cNvSpPr/>
            <p:nvPr/>
          </p:nvSpPr>
          <p:spPr>
            <a:xfrm>
              <a:off x="1628139" y="1431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F8C"/>
            </a:solidFill>
          </p:spPr>
          <p:txBody>
            <a:bodyPr wrap="square" lIns="0" tIns="0" rIns="0" bIns="0" rtlCol="0"/>
            <a:lstStyle/>
            <a:p/>
          </p:txBody>
        </p:sp>
        <p:sp>
          <p:nvSpPr>
            <p:cNvPr id="567" name="object 567"/>
            <p:cNvSpPr/>
            <p:nvPr/>
          </p:nvSpPr>
          <p:spPr>
            <a:xfrm>
              <a:off x="1628139" y="1438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F8E"/>
            </a:solidFill>
          </p:spPr>
          <p:txBody>
            <a:bodyPr wrap="square" lIns="0" tIns="0" rIns="0" bIns="0" rtlCol="0"/>
            <a:lstStyle/>
            <a:p/>
          </p:txBody>
        </p:sp>
        <p:sp>
          <p:nvSpPr>
            <p:cNvPr id="568" name="object 568"/>
            <p:cNvSpPr/>
            <p:nvPr/>
          </p:nvSpPr>
          <p:spPr>
            <a:xfrm>
              <a:off x="1628139" y="14465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E90"/>
            </a:solidFill>
          </p:spPr>
          <p:txBody>
            <a:bodyPr wrap="square" lIns="0" tIns="0" rIns="0" bIns="0" rtlCol="0"/>
            <a:lstStyle/>
            <a:p/>
          </p:txBody>
        </p:sp>
        <p:sp>
          <p:nvSpPr>
            <p:cNvPr id="569" name="object 569"/>
            <p:cNvSpPr/>
            <p:nvPr/>
          </p:nvSpPr>
          <p:spPr>
            <a:xfrm>
              <a:off x="1628139" y="14528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E92"/>
            </a:solidFill>
          </p:spPr>
          <p:txBody>
            <a:bodyPr wrap="square" lIns="0" tIns="0" rIns="0" bIns="0" rtlCol="0"/>
            <a:lstStyle/>
            <a:p/>
          </p:txBody>
        </p:sp>
        <p:sp>
          <p:nvSpPr>
            <p:cNvPr id="570" name="object 570"/>
            <p:cNvSpPr/>
            <p:nvPr/>
          </p:nvSpPr>
          <p:spPr>
            <a:xfrm>
              <a:off x="1628139" y="14605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D94"/>
            </a:solidFill>
          </p:spPr>
          <p:txBody>
            <a:bodyPr wrap="square" lIns="0" tIns="0" rIns="0" bIns="0" rtlCol="0"/>
            <a:lstStyle/>
            <a:p/>
          </p:txBody>
        </p:sp>
        <p:sp>
          <p:nvSpPr>
            <p:cNvPr id="571" name="object 571"/>
            <p:cNvSpPr/>
            <p:nvPr/>
          </p:nvSpPr>
          <p:spPr>
            <a:xfrm>
              <a:off x="1628139" y="14681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D95"/>
            </a:solidFill>
          </p:spPr>
          <p:txBody>
            <a:bodyPr wrap="square" lIns="0" tIns="0" rIns="0" bIns="0" rtlCol="0"/>
            <a:lstStyle/>
            <a:p/>
          </p:txBody>
        </p:sp>
        <p:sp>
          <p:nvSpPr>
            <p:cNvPr id="572" name="object 572"/>
            <p:cNvSpPr/>
            <p:nvPr/>
          </p:nvSpPr>
          <p:spPr>
            <a:xfrm>
              <a:off x="1628139" y="14744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C97"/>
            </a:solidFill>
          </p:spPr>
          <p:txBody>
            <a:bodyPr wrap="square" lIns="0" tIns="0" rIns="0" bIns="0" rtlCol="0"/>
            <a:lstStyle/>
            <a:p/>
          </p:txBody>
        </p:sp>
        <p:sp>
          <p:nvSpPr>
            <p:cNvPr id="573" name="object 573"/>
            <p:cNvSpPr/>
            <p:nvPr/>
          </p:nvSpPr>
          <p:spPr>
            <a:xfrm>
              <a:off x="1628139" y="14820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C99"/>
            </a:solidFill>
          </p:spPr>
          <p:txBody>
            <a:bodyPr wrap="square" lIns="0" tIns="0" rIns="0" bIns="0" rtlCol="0"/>
            <a:lstStyle/>
            <a:p/>
          </p:txBody>
        </p:sp>
        <p:sp>
          <p:nvSpPr>
            <p:cNvPr id="574" name="object 574"/>
            <p:cNvSpPr/>
            <p:nvPr/>
          </p:nvSpPr>
          <p:spPr>
            <a:xfrm>
              <a:off x="1628139" y="14897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B9B"/>
            </a:solidFill>
          </p:spPr>
          <p:txBody>
            <a:bodyPr wrap="square" lIns="0" tIns="0" rIns="0" bIns="0" rtlCol="0"/>
            <a:lstStyle/>
            <a:p/>
          </p:txBody>
        </p:sp>
        <p:sp>
          <p:nvSpPr>
            <p:cNvPr id="575" name="object 575"/>
            <p:cNvSpPr/>
            <p:nvPr/>
          </p:nvSpPr>
          <p:spPr>
            <a:xfrm>
              <a:off x="1628139" y="1496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B9C"/>
            </a:solidFill>
          </p:spPr>
          <p:txBody>
            <a:bodyPr wrap="square" lIns="0" tIns="0" rIns="0" bIns="0" rtlCol="0"/>
            <a:lstStyle/>
            <a:p/>
          </p:txBody>
        </p:sp>
        <p:sp>
          <p:nvSpPr>
            <p:cNvPr id="576" name="object 576"/>
            <p:cNvSpPr/>
            <p:nvPr/>
          </p:nvSpPr>
          <p:spPr>
            <a:xfrm>
              <a:off x="1628139" y="1503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B9E"/>
            </a:solidFill>
          </p:spPr>
          <p:txBody>
            <a:bodyPr wrap="square" lIns="0" tIns="0" rIns="0" bIns="0" rtlCol="0"/>
            <a:lstStyle/>
            <a:p/>
          </p:txBody>
        </p:sp>
        <p:sp>
          <p:nvSpPr>
            <p:cNvPr id="577" name="object 577"/>
            <p:cNvSpPr/>
            <p:nvPr/>
          </p:nvSpPr>
          <p:spPr>
            <a:xfrm>
              <a:off x="1628139" y="1511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AA0"/>
            </a:solidFill>
          </p:spPr>
          <p:txBody>
            <a:bodyPr wrap="square" lIns="0" tIns="0" rIns="0" bIns="0" rtlCol="0"/>
            <a:lstStyle/>
            <a:p/>
          </p:txBody>
        </p:sp>
        <p:sp>
          <p:nvSpPr>
            <p:cNvPr id="578" name="object 578"/>
            <p:cNvSpPr/>
            <p:nvPr/>
          </p:nvSpPr>
          <p:spPr>
            <a:xfrm>
              <a:off x="1628139" y="1518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AA2"/>
            </a:solidFill>
          </p:spPr>
          <p:txBody>
            <a:bodyPr wrap="square" lIns="0" tIns="0" rIns="0" bIns="0" rtlCol="0"/>
            <a:lstStyle/>
            <a:p/>
          </p:txBody>
        </p:sp>
        <p:sp>
          <p:nvSpPr>
            <p:cNvPr id="579" name="object 579"/>
            <p:cNvSpPr/>
            <p:nvPr/>
          </p:nvSpPr>
          <p:spPr>
            <a:xfrm>
              <a:off x="1628139" y="1525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9A3"/>
            </a:solidFill>
          </p:spPr>
          <p:txBody>
            <a:bodyPr wrap="square" lIns="0" tIns="0" rIns="0" bIns="0" rtlCol="0"/>
            <a:lstStyle/>
            <a:p/>
          </p:txBody>
        </p:sp>
        <p:sp>
          <p:nvSpPr>
            <p:cNvPr id="580" name="object 580"/>
            <p:cNvSpPr/>
            <p:nvPr/>
          </p:nvSpPr>
          <p:spPr>
            <a:xfrm>
              <a:off x="1628139" y="1532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9A5"/>
            </a:solidFill>
          </p:spPr>
          <p:txBody>
            <a:bodyPr wrap="square" lIns="0" tIns="0" rIns="0" bIns="0" rtlCol="0"/>
            <a:lstStyle/>
            <a:p/>
          </p:txBody>
        </p:sp>
        <p:sp>
          <p:nvSpPr>
            <p:cNvPr id="581" name="object 581"/>
            <p:cNvSpPr/>
            <p:nvPr/>
          </p:nvSpPr>
          <p:spPr>
            <a:xfrm>
              <a:off x="1628139" y="1540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8A7"/>
            </a:solidFill>
          </p:spPr>
          <p:txBody>
            <a:bodyPr wrap="square" lIns="0" tIns="0" rIns="0" bIns="0" rtlCol="0"/>
            <a:lstStyle/>
            <a:p/>
          </p:txBody>
        </p:sp>
        <p:sp>
          <p:nvSpPr>
            <p:cNvPr id="582" name="object 582"/>
            <p:cNvSpPr/>
            <p:nvPr/>
          </p:nvSpPr>
          <p:spPr>
            <a:xfrm>
              <a:off x="1628139" y="1546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8A9"/>
            </a:solidFill>
          </p:spPr>
          <p:txBody>
            <a:bodyPr wrap="square" lIns="0" tIns="0" rIns="0" bIns="0" rtlCol="0"/>
            <a:lstStyle/>
            <a:p/>
          </p:txBody>
        </p:sp>
        <p:sp>
          <p:nvSpPr>
            <p:cNvPr id="583" name="object 583"/>
            <p:cNvSpPr/>
            <p:nvPr/>
          </p:nvSpPr>
          <p:spPr>
            <a:xfrm>
              <a:off x="1628139" y="1554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7AB"/>
            </a:solidFill>
          </p:spPr>
          <p:txBody>
            <a:bodyPr wrap="square" lIns="0" tIns="0" rIns="0" bIns="0" rtlCol="0"/>
            <a:lstStyle/>
            <a:p/>
          </p:txBody>
        </p:sp>
        <p:sp>
          <p:nvSpPr>
            <p:cNvPr id="584" name="object 584"/>
            <p:cNvSpPr/>
            <p:nvPr/>
          </p:nvSpPr>
          <p:spPr>
            <a:xfrm>
              <a:off x="1628139" y="1562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7AC"/>
            </a:solidFill>
          </p:spPr>
          <p:txBody>
            <a:bodyPr wrap="square" lIns="0" tIns="0" rIns="0" bIns="0" rtlCol="0"/>
            <a:lstStyle/>
            <a:p/>
          </p:txBody>
        </p:sp>
        <p:sp>
          <p:nvSpPr>
            <p:cNvPr id="585" name="object 585"/>
            <p:cNvSpPr/>
            <p:nvPr/>
          </p:nvSpPr>
          <p:spPr>
            <a:xfrm>
              <a:off x="1628139" y="1568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7AE"/>
            </a:solidFill>
          </p:spPr>
          <p:txBody>
            <a:bodyPr wrap="square" lIns="0" tIns="0" rIns="0" bIns="0" rtlCol="0"/>
            <a:lstStyle/>
            <a:p/>
          </p:txBody>
        </p:sp>
        <p:sp>
          <p:nvSpPr>
            <p:cNvPr id="586" name="object 586"/>
            <p:cNvSpPr/>
            <p:nvPr/>
          </p:nvSpPr>
          <p:spPr>
            <a:xfrm>
              <a:off x="1628139" y="1576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6B0"/>
            </a:solidFill>
          </p:spPr>
          <p:txBody>
            <a:bodyPr wrap="square" lIns="0" tIns="0" rIns="0" bIns="0" rtlCol="0"/>
            <a:lstStyle/>
            <a:p/>
          </p:txBody>
        </p:sp>
        <p:sp>
          <p:nvSpPr>
            <p:cNvPr id="587" name="object 587"/>
            <p:cNvSpPr/>
            <p:nvPr/>
          </p:nvSpPr>
          <p:spPr>
            <a:xfrm>
              <a:off x="1628139" y="1583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6B2"/>
            </a:solidFill>
          </p:spPr>
          <p:txBody>
            <a:bodyPr wrap="square" lIns="0" tIns="0" rIns="0" bIns="0" rtlCol="0"/>
            <a:lstStyle/>
            <a:p/>
          </p:txBody>
        </p:sp>
        <p:sp>
          <p:nvSpPr>
            <p:cNvPr id="588" name="object 588"/>
            <p:cNvSpPr/>
            <p:nvPr/>
          </p:nvSpPr>
          <p:spPr>
            <a:xfrm>
              <a:off x="1628139" y="1590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5B3"/>
            </a:solidFill>
          </p:spPr>
          <p:txBody>
            <a:bodyPr wrap="square" lIns="0" tIns="0" rIns="0" bIns="0" rtlCol="0"/>
            <a:lstStyle/>
            <a:p/>
          </p:txBody>
        </p:sp>
        <p:sp>
          <p:nvSpPr>
            <p:cNvPr id="589" name="object 589"/>
            <p:cNvSpPr/>
            <p:nvPr/>
          </p:nvSpPr>
          <p:spPr>
            <a:xfrm>
              <a:off x="1628139" y="1597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5B5"/>
            </a:solidFill>
          </p:spPr>
          <p:txBody>
            <a:bodyPr wrap="square" lIns="0" tIns="0" rIns="0" bIns="0" rtlCol="0"/>
            <a:lstStyle/>
            <a:p/>
          </p:txBody>
        </p:sp>
        <p:sp>
          <p:nvSpPr>
            <p:cNvPr id="590" name="object 590"/>
            <p:cNvSpPr/>
            <p:nvPr/>
          </p:nvSpPr>
          <p:spPr>
            <a:xfrm>
              <a:off x="1628139" y="1605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4B7"/>
            </a:solidFill>
          </p:spPr>
          <p:txBody>
            <a:bodyPr wrap="square" lIns="0" tIns="0" rIns="0" bIns="0" rtlCol="0"/>
            <a:lstStyle/>
            <a:p/>
          </p:txBody>
        </p:sp>
        <p:sp>
          <p:nvSpPr>
            <p:cNvPr id="591" name="object 591"/>
            <p:cNvSpPr/>
            <p:nvPr/>
          </p:nvSpPr>
          <p:spPr>
            <a:xfrm>
              <a:off x="1628139" y="1611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4B9"/>
            </a:solidFill>
          </p:spPr>
          <p:txBody>
            <a:bodyPr wrap="square" lIns="0" tIns="0" rIns="0" bIns="0" rtlCol="0"/>
            <a:lstStyle/>
            <a:p/>
          </p:txBody>
        </p:sp>
        <p:sp>
          <p:nvSpPr>
            <p:cNvPr id="592" name="object 592"/>
            <p:cNvSpPr/>
            <p:nvPr/>
          </p:nvSpPr>
          <p:spPr>
            <a:xfrm>
              <a:off x="1628139" y="1619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3BB"/>
            </a:solidFill>
          </p:spPr>
          <p:txBody>
            <a:bodyPr wrap="square" lIns="0" tIns="0" rIns="0" bIns="0" rtlCol="0"/>
            <a:lstStyle/>
            <a:p/>
          </p:txBody>
        </p:sp>
        <p:sp>
          <p:nvSpPr>
            <p:cNvPr id="593" name="object 593"/>
            <p:cNvSpPr/>
            <p:nvPr/>
          </p:nvSpPr>
          <p:spPr>
            <a:xfrm>
              <a:off x="1628139" y="1626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3BC"/>
            </a:solidFill>
          </p:spPr>
          <p:txBody>
            <a:bodyPr wrap="square" lIns="0" tIns="0" rIns="0" bIns="0" rtlCol="0"/>
            <a:lstStyle/>
            <a:p/>
          </p:txBody>
        </p:sp>
        <p:sp>
          <p:nvSpPr>
            <p:cNvPr id="594" name="object 594"/>
            <p:cNvSpPr/>
            <p:nvPr/>
          </p:nvSpPr>
          <p:spPr>
            <a:xfrm>
              <a:off x="1628139" y="1633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3BE"/>
            </a:solidFill>
          </p:spPr>
          <p:txBody>
            <a:bodyPr wrap="square" lIns="0" tIns="0" rIns="0" bIns="0" rtlCol="0"/>
            <a:lstStyle/>
            <a:p/>
          </p:txBody>
        </p:sp>
        <p:sp>
          <p:nvSpPr>
            <p:cNvPr id="595" name="object 595"/>
            <p:cNvSpPr/>
            <p:nvPr/>
          </p:nvSpPr>
          <p:spPr>
            <a:xfrm>
              <a:off x="1628139" y="1640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2C0"/>
            </a:solidFill>
          </p:spPr>
          <p:txBody>
            <a:bodyPr wrap="square" lIns="0" tIns="0" rIns="0" bIns="0" rtlCol="0"/>
            <a:lstStyle/>
            <a:p/>
          </p:txBody>
        </p:sp>
        <p:sp>
          <p:nvSpPr>
            <p:cNvPr id="596" name="object 596"/>
            <p:cNvSpPr/>
            <p:nvPr/>
          </p:nvSpPr>
          <p:spPr>
            <a:xfrm>
              <a:off x="1628139" y="16484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2C2"/>
            </a:solidFill>
          </p:spPr>
          <p:txBody>
            <a:bodyPr wrap="square" lIns="0" tIns="0" rIns="0" bIns="0" rtlCol="0"/>
            <a:lstStyle/>
            <a:p/>
          </p:txBody>
        </p:sp>
        <p:sp>
          <p:nvSpPr>
            <p:cNvPr id="597" name="object 597"/>
            <p:cNvSpPr/>
            <p:nvPr/>
          </p:nvSpPr>
          <p:spPr>
            <a:xfrm>
              <a:off x="1628139" y="1654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1C3"/>
            </a:solidFill>
          </p:spPr>
          <p:txBody>
            <a:bodyPr wrap="square" lIns="0" tIns="0" rIns="0" bIns="0" rtlCol="0"/>
            <a:lstStyle/>
            <a:p/>
          </p:txBody>
        </p:sp>
        <p:sp>
          <p:nvSpPr>
            <p:cNvPr id="598" name="object 598"/>
            <p:cNvSpPr/>
            <p:nvPr/>
          </p:nvSpPr>
          <p:spPr>
            <a:xfrm>
              <a:off x="1628139" y="1662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1C5"/>
            </a:solidFill>
          </p:spPr>
          <p:txBody>
            <a:bodyPr wrap="square" lIns="0" tIns="0" rIns="0" bIns="0" rtlCol="0"/>
            <a:lstStyle/>
            <a:p/>
          </p:txBody>
        </p:sp>
        <p:sp>
          <p:nvSpPr>
            <p:cNvPr id="599" name="object 599"/>
            <p:cNvSpPr/>
            <p:nvPr/>
          </p:nvSpPr>
          <p:spPr>
            <a:xfrm>
              <a:off x="1628139" y="16700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0C7"/>
            </a:solidFill>
          </p:spPr>
          <p:txBody>
            <a:bodyPr wrap="square" lIns="0" tIns="0" rIns="0" bIns="0" rtlCol="0"/>
            <a:lstStyle/>
            <a:p/>
          </p:txBody>
        </p:sp>
      </p:grpSp>
      <p:grpSp>
        <p:nvGrpSpPr>
          <p:cNvPr id="600" name="object 600"/>
          <p:cNvGrpSpPr/>
          <p:nvPr/>
        </p:nvGrpSpPr>
        <p:grpSpPr>
          <a:xfrm>
            <a:off x="1794510" y="1056639"/>
            <a:ext cx="204470" cy="834390"/>
            <a:chOff x="1794510" y="1056639"/>
            <a:chExt cx="204470" cy="834390"/>
          </a:xfrm>
        </p:grpSpPr>
        <p:sp>
          <p:nvSpPr>
            <p:cNvPr id="601" name="object 601"/>
            <p:cNvSpPr/>
            <p:nvPr/>
          </p:nvSpPr>
          <p:spPr>
            <a:xfrm>
              <a:off x="1794510" y="1056639"/>
              <a:ext cx="152400" cy="13970"/>
            </a:xfrm>
            <a:custGeom>
              <a:avLst/>
              <a:gdLst/>
              <a:ahLst/>
              <a:cxnLst/>
              <a:rect l="l" t="t" r="r" b="b"/>
              <a:pathLst>
                <a:path w="152400" h="13969">
                  <a:moveTo>
                    <a:pt x="78740" y="12700"/>
                  </a:moveTo>
                  <a:lnTo>
                    <a:pt x="0" y="12700"/>
                  </a:lnTo>
                  <a:lnTo>
                    <a:pt x="0" y="13970"/>
                  </a:lnTo>
                  <a:lnTo>
                    <a:pt x="78740" y="13970"/>
                  </a:lnTo>
                  <a:lnTo>
                    <a:pt x="78740" y="12700"/>
                  </a:lnTo>
                  <a:close/>
                </a:path>
                <a:path w="152400" h="13969">
                  <a:moveTo>
                    <a:pt x="129540" y="0"/>
                  </a:moveTo>
                  <a:lnTo>
                    <a:pt x="124460" y="0"/>
                  </a:lnTo>
                  <a:lnTo>
                    <a:pt x="124460" y="1270"/>
                  </a:lnTo>
                  <a:lnTo>
                    <a:pt x="129540" y="1270"/>
                  </a:lnTo>
                  <a:lnTo>
                    <a:pt x="129540" y="0"/>
                  </a:lnTo>
                  <a:close/>
                </a:path>
                <a:path w="152400" h="13969">
                  <a:moveTo>
                    <a:pt x="138430" y="3937"/>
                  </a:moveTo>
                  <a:lnTo>
                    <a:pt x="135890" y="3937"/>
                  </a:lnTo>
                  <a:lnTo>
                    <a:pt x="135890" y="2540"/>
                  </a:lnTo>
                  <a:lnTo>
                    <a:pt x="134620" y="2540"/>
                  </a:lnTo>
                  <a:lnTo>
                    <a:pt x="134620" y="1397"/>
                  </a:lnTo>
                  <a:lnTo>
                    <a:pt x="134620" y="1270"/>
                  </a:lnTo>
                  <a:lnTo>
                    <a:pt x="129540" y="1270"/>
                  </a:lnTo>
                  <a:lnTo>
                    <a:pt x="129540" y="1397"/>
                  </a:lnTo>
                  <a:lnTo>
                    <a:pt x="124460" y="1397"/>
                  </a:lnTo>
                  <a:lnTo>
                    <a:pt x="124460" y="1270"/>
                  </a:lnTo>
                  <a:lnTo>
                    <a:pt x="114300" y="1270"/>
                  </a:lnTo>
                  <a:lnTo>
                    <a:pt x="114300" y="2540"/>
                  </a:lnTo>
                  <a:lnTo>
                    <a:pt x="110490" y="2540"/>
                  </a:lnTo>
                  <a:lnTo>
                    <a:pt x="110490" y="3937"/>
                  </a:lnTo>
                  <a:lnTo>
                    <a:pt x="109220" y="3937"/>
                  </a:lnTo>
                  <a:lnTo>
                    <a:pt x="109220" y="5080"/>
                  </a:lnTo>
                  <a:lnTo>
                    <a:pt x="138430" y="5080"/>
                  </a:lnTo>
                  <a:lnTo>
                    <a:pt x="138430" y="3937"/>
                  </a:lnTo>
                  <a:close/>
                </a:path>
                <a:path w="152400" h="13969">
                  <a:moveTo>
                    <a:pt x="143510" y="6350"/>
                  </a:moveTo>
                  <a:lnTo>
                    <a:pt x="139687" y="6350"/>
                  </a:lnTo>
                  <a:lnTo>
                    <a:pt x="139687" y="5207"/>
                  </a:lnTo>
                  <a:lnTo>
                    <a:pt x="139687" y="5080"/>
                  </a:lnTo>
                  <a:lnTo>
                    <a:pt x="138430" y="5080"/>
                  </a:lnTo>
                  <a:lnTo>
                    <a:pt x="138430" y="5207"/>
                  </a:lnTo>
                  <a:lnTo>
                    <a:pt x="109220" y="5207"/>
                  </a:lnTo>
                  <a:lnTo>
                    <a:pt x="109220" y="5080"/>
                  </a:lnTo>
                  <a:lnTo>
                    <a:pt x="106680" y="5080"/>
                  </a:lnTo>
                  <a:lnTo>
                    <a:pt x="106680" y="6350"/>
                  </a:lnTo>
                  <a:lnTo>
                    <a:pt x="105410" y="6350"/>
                  </a:lnTo>
                  <a:lnTo>
                    <a:pt x="105410" y="7620"/>
                  </a:lnTo>
                  <a:lnTo>
                    <a:pt x="143510" y="7620"/>
                  </a:lnTo>
                  <a:lnTo>
                    <a:pt x="143510" y="6350"/>
                  </a:lnTo>
                  <a:close/>
                </a:path>
                <a:path w="152400" h="13969">
                  <a:moveTo>
                    <a:pt x="148590" y="10287"/>
                  </a:moveTo>
                  <a:lnTo>
                    <a:pt x="147320" y="10287"/>
                  </a:lnTo>
                  <a:lnTo>
                    <a:pt x="147320" y="8890"/>
                  </a:lnTo>
                  <a:lnTo>
                    <a:pt x="144780" y="8890"/>
                  </a:lnTo>
                  <a:lnTo>
                    <a:pt x="144780" y="7747"/>
                  </a:lnTo>
                  <a:lnTo>
                    <a:pt x="144780" y="7620"/>
                  </a:lnTo>
                  <a:lnTo>
                    <a:pt x="143510" y="7620"/>
                  </a:lnTo>
                  <a:lnTo>
                    <a:pt x="143510" y="7747"/>
                  </a:lnTo>
                  <a:lnTo>
                    <a:pt x="105410" y="7747"/>
                  </a:lnTo>
                  <a:lnTo>
                    <a:pt x="105410" y="7620"/>
                  </a:lnTo>
                  <a:lnTo>
                    <a:pt x="104140" y="7620"/>
                  </a:lnTo>
                  <a:lnTo>
                    <a:pt x="104140" y="8890"/>
                  </a:lnTo>
                  <a:lnTo>
                    <a:pt x="102870" y="8890"/>
                  </a:lnTo>
                  <a:lnTo>
                    <a:pt x="102870" y="10287"/>
                  </a:lnTo>
                  <a:lnTo>
                    <a:pt x="101600" y="10287"/>
                  </a:lnTo>
                  <a:lnTo>
                    <a:pt x="101600" y="11430"/>
                  </a:lnTo>
                  <a:lnTo>
                    <a:pt x="148590" y="11430"/>
                  </a:lnTo>
                  <a:lnTo>
                    <a:pt x="148590" y="10287"/>
                  </a:lnTo>
                  <a:close/>
                </a:path>
                <a:path w="152400" h="13969">
                  <a:moveTo>
                    <a:pt x="152387" y="12700"/>
                  </a:moveTo>
                  <a:lnTo>
                    <a:pt x="149860" y="12700"/>
                  </a:lnTo>
                  <a:lnTo>
                    <a:pt x="149860" y="11557"/>
                  </a:lnTo>
                  <a:lnTo>
                    <a:pt x="149860" y="11430"/>
                  </a:lnTo>
                  <a:lnTo>
                    <a:pt x="148590" y="11430"/>
                  </a:lnTo>
                  <a:lnTo>
                    <a:pt x="148590" y="11557"/>
                  </a:lnTo>
                  <a:lnTo>
                    <a:pt x="101600" y="11557"/>
                  </a:lnTo>
                  <a:lnTo>
                    <a:pt x="101600" y="11430"/>
                  </a:lnTo>
                  <a:lnTo>
                    <a:pt x="100330" y="11430"/>
                  </a:lnTo>
                  <a:lnTo>
                    <a:pt x="100330" y="12700"/>
                  </a:lnTo>
                  <a:lnTo>
                    <a:pt x="99060" y="12700"/>
                  </a:lnTo>
                  <a:lnTo>
                    <a:pt x="99060" y="13970"/>
                  </a:lnTo>
                  <a:lnTo>
                    <a:pt x="152387" y="13970"/>
                  </a:lnTo>
                  <a:lnTo>
                    <a:pt x="152387" y="12700"/>
                  </a:lnTo>
                  <a:close/>
                </a:path>
              </a:pathLst>
            </a:custGeom>
            <a:solidFill>
              <a:srgbClr val="003300"/>
            </a:solidFill>
          </p:spPr>
          <p:txBody>
            <a:bodyPr wrap="square" lIns="0" tIns="0" rIns="0" bIns="0" rtlCol="0"/>
            <a:lstStyle/>
            <a:p/>
          </p:txBody>
        </p:sp>
        <p:sp>
          <p:nvSpPr>
            <p:cNvPr id="602" name="object 602"/>
            <p:cNvSpPr/>
            <p:nvPr/>
          </p:nvSpPr>
          <p:spPr>
            <a:xfrm>
              <a:off x="1794510" y="1070609"/>
              <a:ext cx="156210" cy="6350"/>
            </a:xfrm>
            <a:custGeom>
              <a:avLst/>
              <a:gdLst/>
              <a:ahLst/>
              <a:cxnLst/>
              <a:rect l="l" t="t" r="r" b="b"/>
              <a:pathLst>
                <a:path w="156210" h="6350">
                  <a:moveTo>
                    <a:pt x="156209" y="5079"/>
                  </a:moveTo>
                  <a:lnTo>
                    <a:pt x="93979" y="5079"/>
                  </a:lnTo>
                  <a:lnTo>
                    <a:pt x="93979" y="6350"/>
                  </a:lnTo>
                  <a:lnTo>
                    <a:pt x="156209" y="6350"/>
                  </a:lnTo>
                  <a:lnTo>
                    <a:pt x="156209" y="5079"/>
                  </a:lnTo>
                  <a:close/>
                </a:path>
                <a:path w="156210" h="6350">
                  <a:moveTo>
                    <a:pt x="96519" y="3809"/>
                  </a:moveTo>
                  <a:lnTo>
                    <a:pt x="95250" y="3809"/>
                  </a:lnTo>
                  <a:lnTo>
                    <a:pt x="95250" y="5079"/>
                  </a:lnTo>
                  <a:lnTo>
                    <a:pt x="154939" y="5079"/>
                  </a:lnTo>
                  <a:lnTo>
                    <a:pt x="154939" y="3937"/>
                  </a:lnTo>
                  <a:lnTo>
                    <a:pt x="96519" y="3937"/>
                  </a:lnTo>
                  <a:lnTo>
                    <a:pt x="96519" y="3809"/>
                  </a:lnTo>
                  <a:close/>
                </a:path>
                <a:path w="156210" h="6350">
                  <a:moveTo>
                    <a:pt x="154939" y="2666"/>
                  </a:moveTo>
                  <a:lnTo>
                    <a:pt x="96519" y="2666"/>
                  </a:lnTo>
                  <a:lnTo>
                    <a:pt x="96519" y="3809"/>
                  </a:lnTo>
                  <a:lnTo>
                    <a:pt x="154939" y="3809"/>
                  </a:lnTo>
                  <a:lnTo>
                    <a:pt x="154939" y="2666"/>
                  </a:lnTo>
                  <a:close/>
                </a:path>
                <a:path w="156210" h="6350">
                  <a:moveTo>
                    <a:pt x="153669" y="0"/>
                  </a:moveTo>
                  <a:lnTo>
                    <a:pt x="152399" y="0"/>
                  </a:lnTo>
                  <a:lnTo>
                    <a:pt x="99059" y="126"/>
                  </a:lnTo>
                  <a:lnTo>
                    <a:pt x="99059" y="1269"/>
                  </a:lnTo>
                  <a:lnTo>
                    <a:pt x="97789" y="1269"/>
                  </a:lnTo>
                  <a:lnTo>
                    <a:pt x="97789" y="2666"/>
                  </a:lnTo>
                  <a:lnTo>
                    <a:pt x="153669" y="2666"/>
                  </a:lnTo>
                  <a:lnTo>
                    <a:pt x="153669" y="0"/>
                  </a:lnTo>
                  <a:close/>
                </a:path>
                <a:path w="156210" h="6350">
                  <a:moveTo>
                    <a:pt x="78739" y="3937"/>
                  </a:moveTo>
                  <a:lnTo>
                    <a:pt x="0" y="3937"/>
                  </a:lnTo>
                  <a:lnTo>
                    <a:pt x="0" y="6350"/>
                  </a:lnTo>
                  <a:lnTo>
                    <a:pt x="78739" y="6350"/>
                  </a:lnTo>
                  <a:lnTo>
                    <a:pt x="78739" y="3937"/>
                  </a:lnTo>
                  <a:close/>
                </a:path>
                <a:path w="156210" h="6350">
                  <a:moveTo>
                    <a:pt x="78739" y="126"/>
                  </a:moveTo>
                  <a:lnTo>
                    <a:pt x="0" y="126"/>
                  </a:lnTo>
                  <a:lnTo>
                    <a:pt x="0" y="3809"/>
                  </a:lnTo>
                  <a:lnTo>
                    <a:pt x="78739" y="3809"/>
                  </a:lnTo>
                  <a:lnTo>
                    <a:pt x="78739" y="126"/>
                  </a:lnTo>
                  <a:close/>
                </a:path>
              </a:pathLst>
            </a:custGeom>
            <a:solidFill>
              <a:srgbClr val="003302"/>
            </a:solidFill>
          </p:spPr>
          <p:txBody>
            <a:bodyPr wrap="square" lIns="0" tIns="0" rIns="0" bIns="0" rtlCol="0"/>
            <a:lstStyle/>
            <a:p/>
          </p:txBody>
        </p:sp>
        <p:sp>
          <p:nvSpPr>
            <p:cNvPr id="603" name="object 603"/>
            <p:cNvSpPr/>
            <p:nvPr/>
          </p:nvSpPr>
          <p:spPr>
            <a:xfrm>
              <a:off x="1794510" y="1076959"/>
              <a:ext cx="161290" cy="7620"/>
            </a:xfrm>
            <a:custGeom>
              <a:avLst/>
              <a:gdLst/>
              <a:ahLst/>
              <a:cxnLst/>
              <a:rect l="l" t="t" r="r" b="b"/>
              <a:pathLst>
                <a:path w="161289" h="7619">
                  <a:moveTo>
                    <a:pt x="78739" y="126"/>
                  </a:moveTo>
                  <a:lnTo>
                    <a:pt x="0" y="126"/>
                  </a:lnTo>
                  <a:lnTo>
                    <a:pt x="0" y="7619"/>
                  </a:lnTo>
                  <a:lnTo>
                    <a:pt x="78739" y="7619"/>
                  </a:lnTo>
                  <a:lnTo>
                    <a:pt x="78739" y="126"/>
                  </a:lnTo>
                  <a:close/>
                </a:path>
                <a:path w="161289" h="7619">
                  <a:moveTo>
                    <a:pt x="161289" y="5079"/>
                  </a:moveTo>
                  <a:lnTo>
                    <a:pt x="88900" y="5079"/>
                  </a:lnTo>
                  <a:lnTo>
                    <a:pt x="88900" y="7619"/>
                  </a:lnTo>
                  <a:lnTo>
                    <a:pt x="161289" y="7619"/>
                  </a:lnTo>
                  <a:lnTo>
                    <a:pt x="161289" y="5079"/>
                  </a:lnTo>
                  <a:close/>
                </a:path>
                <a:path w="161289" h="7619">
                  <a:moveTo>
                    <a:pt x="160019" y="2666"/>
                  </a:moveTo>
                  <a:lnTo>
                    <a:pt x="90169" y="2666"/>
                  </a:lnTo>
                  <a:lnTo>
                    <a:pt x="90169" y="5079"/>
                  </a:lnTo>
                  <a:lnTo>
                    <a:pt x="160019" y="5079"/>
                  </a:lnTo>
                  <a:lnTo>
                    <a:pt x="160019" y="2666"/>
                  </a:lnTo>
                  <a:close/>
                </a:path>
                <a:path w="161289" h="7619">
                  <a:moveTo>
                    <a:pt x="158750" y="1269"/>
                  </a:moveTo>
                  <a:lnTo>
                    <a:pt x="91439" y="1269"/>
                  </a:lnTo>
                  <a:lnTo>
                    <a:pt x="91439" y="2666"/>
                  </a:lnTo>
                  <a:lnTo>
                    <a:pt x="158750" y="2666"/>
                  </a:lnTo>
                  <a:lnTo>
                    <a:pt x="158750" y="1269"/>
                  </a:lnTo>
                  <a:close/>
                </a:path>
                <a:path w="161289" h="7619">
                  <a:moveTo>
                    <a:pt x="93979" y="0"/>
                  </a:moveTo>
                  <a:lnTo>
                    <a:pt x="92709" y="0"/>
                  </a:lnTo>
                  <a:lnTo>
                    <a:pt x="92709" y="1269"/>
                  </a:lnTo>
                  <a:lnTo>
                    <a:pt x="157479" y="1269"/>
                  </a:lnTo>
                  <a:lnTo>
                    <a:pt x="157479" y="126"/>
                  </a:lnTo>
                  <a:lnTo>
                    <a:pt x="93979" y="126"/>
                  </a:lnTo>
                  <a:close/>
                </a:path>
                <a:path w="161289" h="7619">
                  <a:moveTo>
                    <a:pt x="157479" y="0"/>
                  </a:moveTo>
                  <a:lnTo>
                    <a:pt x="156209" y="0"/>
                  </a:lnTo>
                  <a:lnTo>
                    <a:pt x="157479" y="126"/>
                  </a:lnTo>
                  <a:close/>
                </a:path>
              </a:pathLst>
            </a:custGeom>
            <a:solidFill>
              <a:srgbClr val="003104"/>
            </a:solidFill>
          </p:spPr>
          <p:txBody>
            <a:bodyPr wrap="square" lIns="0" tIns="0" rIns="0" bIns="0" rtlCol="0"/>
            <a:lstStyle/>
            <a:p/>
          </p:txBody>
        </p:sp>
        <p:sp>
          <p:nvSpPr>
            <p:cNvPr id="604" name="object 604"/>
            <p:cNvSpPr/>
            <p:nvPr/>
          </p:nvSpPr>
          <p:spPr>
            <a:xfrm>
              <a:off x="1794510" y="1084579"/>
              <a:ext cx="165100" cy="7620"/>
            </a:xfrm>
            <a:custGeom>
              <a:avLst/>
              <a:gdLst/>
              <a:ahLst/>
              <a:cxnLst/>
              <a:rect l="l" t="t" r="r" b="b"/>
              <a:pathLst>
                <a:path w="165100" h="7619">
                  <a:moveTo>
                    <a:pt x="78739" y="5207"/>
                  </a:moveTo>
                  <a:lnTo>
                    <a:pt x="0" y="5207"/>
                  </a:lnTo>
                  <a:lnTo>
                    <a:pt x="0" y="7620"/>
                  </a:lnTo>
                  <a:lnTo>
                    <a:pt x="78739" y="7620"/>
                  </a:lnTo>
                  <a:lnTo>
                    <a:pt x="78739" y="5207"/>
                  </a:lnTo>
                  <a:close/>
                </a:path>
                <a:path w="165100" h="7619">
                  <a:moveTo>
                    <a:pt x="165100" y="5080"/>
                  </a:moveTo>
                  <a:lnTo>
                    <a:pt x="163829" y="5080"/>
                  </a:lnTo>
                  <a:lnTo>
                    <a:pt x="85089" y="5207"/>
                  </a:lnTo>
                  <a:lnTo>
                    <a:pt x="85089" y="6350"/>
                  </a:lnTo>
                  <a:lnTo>
                    <a:pt x="83819" y="6350"/>
                  </a:lnTo>
                  <a:lnTo>
                    <a:pt x="83819" y="7620"/>
                  </a:lnTo>
                  <a:lnTo>
                    <a:pt x="165100" y="7620"/>
                  </a:lnTo>
                  <a:lnTo>
                    <a:pt x="165100" y="5080"/>
                  </a:lnTo>
                  <a:close/>
                </a:path>
                <a:path w="165100" h="7619">
                  <a:moveTo>
                    <a:pt x="163829" y="2539"/>
                  </a:moveTo>
                  <a:lnTo>
                    <a:pt x="162559" y="2539"/>
                  </a:lnTo>
                  <a:lnTo>
                    <a:pt x="162559" y="2667"/>
                  </a:lnTo>
                  <a:lnTo>
                    <a:pt x="86359" y="2667"/>
                  </a:lnTo>
                  <a:lnTo>
                    <a:pt x="86359" y="3810"/>
                  </a:lnTo>
                  <a:lnTo>
                    <a:pt x="85089" y="3810"/>
                  </a:lnTo>
                  <a:lnTo>
                    <a:pt x="85089" y="5080"/>
                  </a:lnTo>
                  <a:lnTo>
                    <a:pt x="163829" y="5080"/>
                  </a:lnTo>
                  <a:lnTo>
                    <a:pt x="163829" y="2539"/>
                  </a:lnTo>
                  <a:close/>
                </a:path>
                <a:path w="165100" h="7619">
                  <a:moveTo>
                    <a:pt x="162559" y="0"/>
                  </a:moveTo>
                  <a:lnTo>
                    <a:pt x="87629" y="0"/>
                  </a:lnTo>
                  <a:lnTo>
                    <a:pt x="87629" y="1397"/>
                  </a:lnTo>
                  <a:lnTo>
                    <a:pt x="86359" y="1397"/>
                  </a:lnTo>
                  <a:lnTo>
                    <a:pt x="86359" y="2539"/>
                  </a:lnTo>
                  <a:lnTo>
                    <a:pt x="162559" y="2539"/>
                  </a:lnTo>
                  <a:lnTo>
                    <a:pt x="162559" y="0"/>
                  </a:lnTo>
                  <a:close/>
                </a:path>
                <a:path w="165100" h="7619">
                  <a:moveTo>
                    <a:pt x="78739" y="2667"/>
                  </a:moveTo>
                  <a:lnTo>
                    <a:pt x="0" y="2667"/>
                  </a:lnTo>
                  <a:lnTo>
                    <a:pt x="0" y="5080"/>
                  </a:lnTo>
                  <a:lnTo>
                    <a:pt x="78739" y="5080"/>
                  </a:lnTo>
                  <a:lnTo>
                    <a:pt x="78739" y="2667"/>
                  </a:lnTo>
                  <a:close/>
                </a:path>
                <a:path w="165100" h="7619">
                  <a:moveTo>
                    <a:pt x="78739" y="0"/>
                  </a:moveTo>
                  <a:lnTo>
                    <a:pt x="0" y="0"/>
                  </a:lnTo>
                  <a:lnTo>
                    <a:pt x="0" y="2539"/>
                  </a:lnTo>
                  <a:lnTo>
                    <a:pt x="78739" y="2539"/>
                  </a:lnTo>
                  <a:lnTo>
                    <a:pt x="78739" y="0"/>
                  </a:lnTo>
                  <a:close/>
                </a:path>
              </a:pathLst>
            </a:custGeom>
            <a:solidFill>
              <a:srgbClr val="003106"/>
            </a:solidFill>
          </p:spPr>
          <p:txBody>
            <a:bodyPr wrap="square" lIns="0" tIns="0" rIns="0" bIns="0" rtlCol="0"/>
            <a:lstStyle/>
            <a:p/>
          </p:txBody>
        </p:sp>
        <p:sp>
          <p:nvSpPr>
            <p:cNvPr id="605" name="object 605"/>
            <p:cNvSpPr/>
            <p:nvPr/>
          </p:nvSpPr>
          <p:spPr>
            <a:xfrm>
              <a:off x="1794510" y="1092199"/>
              <a:ext cx="168910" cy="6350"/>
            </a:xfrm>
            <a:custGeom>
              <a:avLst/>
              <a:gdLst/>
              <a:ahLst/>
              <a:cxnLst/>
              <a:rect l="l" t="t" r="r" b="b"/>
              <a:pathLst>
                <a:path w="168910" h="6350">
                  <a:moveTo>
                    <a:pt x="78739" y="3937"/>
                  </a:moveTo>
                  <a:lnTo>
                    <a:pt x="0" y="3937"/>
                  </a:lnTo>
                  <a:lnTo>
                    <a:pt x="0" y="6350"/>
                  </a:lnTo>
                  <a:lnTo>
                    <a:pt x="78739" y="6350"/>
                  </a:lnTo>
                  <a:lnTo>
                    <a:pt x="78739" y="3937"/>
                  </a:lnTo>
                  <a:close/>
                </a:path>
                <a:path w="168910" h="6350">
                  <a:moveTo>
                    <a:pt x="168909" y="5079"/>
                  </a:moveTo>
                  <a:lnTo>
                    <a:pt x="80009" y="5079"/>
                  </a:lnTo>
                  <a:lnTo>
                    <a:pt x="80009" y="6350"/>
                  </a:lnTo>
                  <a:lnTo>
                    <a:pt x="168910" y="6350"/>
                  </a:lnTo>
                  <a:lnTo>
                    <a:pt x="168909" y="5079"/>
                  </a:lnTo>
                  <a:close/>
                </a:path>
                <a:path w="168910" h="6350">
                  <a:moveTo>
                    <a:pt x="82550" y="3810"/>
                  </a:moveTo>
                  <a:lnTo>
                    <a:pt x="81279" y="3810"/>
                  </a:lnTo>
                  <a:lnTo>
                    <a:pt x="81279" y="5079"/>
                  </a:lnTo>
                  <a:lnTo>
                    <a:pt x="167639" y="5079"/>
                  </a:lnTo>
                  <a:lnTo>
                    <a:pt x="167639" y="3937"/>
                  </a:lnTo>
                  <a:lnTo>
                    <a:pt x="82550" y="3937"/>
                  </a:lnTo>
                  <a:close/>
                </a:path>
                <a:path w="168910" h="6350">
                  <a:moveTo>
                    <a:pt x="83819" y="1269"/>
                  </a:moveTo>
                  <a:lnTo>
                    <a:pt x="82550" y="1269"/>
                  </a:lnTo>
                  <a:lnTo>
                    <a:pt x="82550" y="3810"/>
                  </a:lnTo>
                  <a:lnTo>
                    <a:pt x="167639" y="3810"/>
                  </a:lnTo>
                  <a:lnTo>
                    <a:pt x="167639" y="2539"/>
                  </a:lnTo>
                  <a:lnTo>
                    <a:pt x="166369" y="2539"/>
                  </a:lnTo>
                  <a:lnTo>
                    <a:pt x="166369" y="1397"/>
                  </a:lnTo>
                  <a:lnTo>
                    <a:pt x="83819" y="1397"/>
                  </a:lnTo>
                  <a:lnTo>
                    <a:pt x="83819" y="1269"/>
                  </a:lnTo>
                  <a:close/>
                </a:path>
                <a:path w="168910" h="6350">
                  <a:moveTo>
                    <a:pt x="165100" y="0"/>
                  </a:moveTo>
                  <a:lnTo>
                    <a:pt x="83819" y="0"/>
                  </a:lnTo>
                  <a:lnTo>
                    <a:pt x="83819" y="1269"/>
                  </a:lnTo>
                  <a:lnTo>
                    <a:pt x="166369" y="1269"/>
                  </a:lnTo>
                  <a:lnTo>
                    <a:pt x="166369" y="126"/>
                  </a:lnTo>
                  <a:lnTo>
                    <a:pt x="165100" y="126"/>
                  </a:lnTo>
                  <a:close/>
                </a:path>
                <a:path w="168910" h="6350">
                  <a:moveTo>
                    <a:pt x="78739" y="1397"/>
                  </a:moveTo>
                  <a:lnTo>
                    <a:pt x="0" y="1397"/>
                  </a:lnTo>
                  <a:lnTo>
                    <a:pt x="0" y="3810"/>
                  </a:lnTo>
                  <a:lnTo>
                    <a:pt x="78739" y="3810"/>
                  </a:lnTo>
                  <a:lnTo>
                    <a:pt x="78739" y="1397"/>
                  </a:lnTo>
                  <a:close/>
                </a:path>
                <a:path w="168910" h="6350">
                  <a:moveTo>
                    <a:pt x="78739" y="0"/>
                  </a:moveTo>
                  <a:lnTo>
                    <a:pt x="0" y="0"/>
                  </a:lnTo>
                  <a:lnTo>
                    <a:pt x="0" y="1269"/>
                  </a:lnTo>
                  <a:lnTo>
                    <a:pt x="78739" y="1269"/>
                  </a:lnTo>
                  <a:lnTo>
                    <a:pt x="78739" y="0"/>
                  </a:lnTo>
                  <a:close/>
                </a:path>
              </a:pathLst>
            </a:custGeom>
            <a:solidFill>
              <a:srgbClr val="003007"/>
            </a:solidFill>
          </p:spPr>
          <p:txBody>
            <a:bodyPr wrap="square" lIns="0" tIns="0" rIns="0" bIns="0" rtlCol="0"/>
            <a:lstStyle/>
            <a:p/>
          </p:txBody>
        </p:sp>
        <p:sp>
          <p:nvSpPr>
            <p:cNvPr id="606" name="object 606"/>
            <p:cNvSpPr/>
            <p:nvPr/>
          </p:nvSpPr>
          <p:spPr>
            <a:xfrm>
              <a:off x="1794510" y="1098549"/>
              <a:ext cx="171450" cy="7620"/>
            </a:xfrm>
            <a:custGeom>
              <a:avLst/>
              <a:gdLst/>
              <a:ahLst/>
              <a:cxnLst/>
              <a:rect l="l" t="t" r="r" b="b"/>
              <a:pathLst>
                <a:path w="171450" h="7619">
                  <a:moveTo>
                    <a:pt x="171450" y="5080"/>
                  </a:moveTo>
                  <a:lnTo>
                    <a:pt x="170180" y="5080"/>
                  </a:lnTo>
                  <a:lnTo>
                    <a:pt x="170180" y="1270"/>
                  </a:lnTo>
                  <a:lnTo>
                    <a:pt x="168910" y="1270"/>
                  </a:lnTo>
                  <a:lnTo>
                    <a:pt x="168910" y="127"/>
                  </a:lnTo>
                  <a:lnTo>
                    <a:pt x="168910" y="0"/>
                  </a:lnTo>
                  <a:lnTo>
                    <a:pt x="80010" y="0"/>
                  </a:lnTo>
                  <a:lnTo>
                    <a:pt x="0" y="0"/>
                  </a:lnTo>
                  <a:lnTo>
                    <a:pt x="0" y="1270"/>
                  </a:lnTo>
                  <a:lnTo>
                    <a:pt x="0" y="5080"/>
                  </a:lnTo>
                  <a:lnTo>
                    <a:pt x="0" y="7620"/>
                  </a:lnTo>
                  <a:lnTo>
                    <a:pt x="171450" y="7620"/>
                  </a:lnTo>
                  <a:lnTo>
                    <a:pt x="171450" y="5080"/>
                  </a:lnTo>
                  <a:close/>
                </a:path>
              </a:pathLst>
            </a:custGeom>
            <a:solidFill>
              <a:srgbClr val="003009"/>
            </a:solidFill>
          </p:spPr>
          <p:txBody>
            <a:bodyPr wrap="square" lIns="0" tIns="0" rIns="0" bIns="0" rtlCol="0"/>
            <a:lstStyle/>
            <a:p/>
          </p:txBody>
        </p:sp>
        <p:sp>
          <p:nvSpPr>
            <p:cNvPr id="607" name="object 607"/>
            <p:cNvSpPr/>
            <p:nvPr/>
          </p:nvSpPr>
          <p:spPr>
            <a:xfrm>
              <a:off x="1794510" y="1106169"/>
              <a:ext cx="173990" cy="7620"/>
            </a:xfrm>
            <a:custGeom>
              <a:avLst/>
              <a:gdLst/>
              <a:ahLst/>
              <a:cxnLst/>
              <a:rect l="l" t="t" r="r" b="b"/>
              <a:pathLst>
                <a:path w="173989" h="7619">
                  <a:moveTo>
                    <a:pt x="173990" y="5080"/>
                  </a:moveTo>
                  <a:lnTo>
                    <a:pt x="172720" y="5080"/>
                  </a:lnTo>
                  <a:lnTo>
                    <a:pt x="172720" y="1270"/>
                  </a:lnTo>
                  <a:lnTo>
                    <a:pt x="171450" y="1270"/>
                  </a:lnTo>
                  <a:lnTo>
                    <a:pt x="171450" y="0"/>
                  </a:lnTo>
                  <a:lnTo>
                    <a:pt x="0" y="0"/>
                  </a:lnTo>
                  <a:lnTo>
                    <a:pt x="0" y="1270"/>
                  </a:lnTo>
                  <a:lnTo>
                    <a:pt x="0" y="5080"/>
                  </a:lnTo>
                  <a:lnTo>
                    <a:pt x="0" y="7620"/>
                  </a:lnTo>
                  <a:lnTo>
                    <a:pt x="173990" y="7620"/>
                  </a:lnTo>
                  <a:lnTo>
                    <a:pt x="173990" y="5080"/>
                  </a:lnTo>
                  <a:close/>
                </a:path>
              </a:pathLst>
            </a:custGeom>
            <a:solidFill>
              <a:srgbClr val="002F0B"/>
            </a:solidFill>
          </p:spPr>
          <p:txBody>
            <a:bodyPr wrap="square" lIns="0" tIns="0" rIns="0" bIns="0" rtlCol="0"/>
            <a:lstStyle/>
            <a:p/>
          </p:txBody>
        </p:sp>
        <p:sp>
          <p:nvSpPr>
            <p:cNvPr id="608" name="object 608"/>
            <p:cNvSpPr/>
            <p:nvPr/>
          </p:nvSpPr>
          <p:spPr>
            <a:xfrm>
              <a:off x="1794510" y="1113789"/>
              <a:ext cx="176530" cy="7620"/>
            </a:xfrm>
            <a:custGeom>
              <a:avLst/>
              <a:gdLst/>
              <a:ahLst/>
              <a:cxnLst/>
              <a:rect l="l" t="t" r="r" b="b"/>
              <a:pathLst>
                <a:path w="176530" h="7619">
                  <a:moveTo>
                    <a:pt x="176530" y="3810"/>
                  </a:moveTo>
                  <a:lnTo>
                    <a:pt x="175260" y="3810"/>
                  </a:lnTo>
                  <a:lnTo>
                    <a:pt x="175260" y="0"/>
                  </a:lnTo>
                  <a:lnTo>
                    <a:pt x="0" y="0"/>
                  </a:lnTo>
                  <a:lnTo>
                    <a:pt x="0" y="3810"/>
                  </a:lnTo>
                  <a:lnTo>
                    <a:pt x="0" y="7620"/>
                  </a:lnTo>
                  <a:lnTo>
                    <a:pt x="176530" y="7620"/>
                  </a:lnTo>
                  <a:lnTo>
                    <a:pt x="176530" y="3810"/>
                  </a:lnTo>
                  <a:close/>
                </a:path>
              </a:pathLst>
            </a:custGeom>
            <a:solidFill>
              <a:srgbClr val="002F0D"/>
            </a:solidFill>
          </p:spPr>
          <p:txBody>
            <a:bodyPr wrap="square" lIns="0" tIns="0" rIns="0" bIns="0" rtlCol="0"/>
            <a:lstStyle/>
            <a:p/>
          </p:txBody>
        </p:sp>
        <p:sp>
          <p:nvSpPr>
            <p:cNvPr id="609" name="object 609"/>
            <p:cNvSpPr/>
            <p:nvPr/>
          </p:nvSpPr>
          <p:spPr>
            <a:xfrm>
              <a:off x="1794510" y="1121409"/>
              <a:ext cx="179070" cy="6350"/>
            </a:xfrm>
            <a:custGeom>
              <a:avLst/>
              <a:gdLst/>
              <a:ahLst/>
              <a:cxnLst/>
              <a:rect l="l" t="t" r="r" b="b"/>
              <a:pathLst>
                <a:path w="179069" h="6350">
                  <a:moveTo>
                    <a:pt x="177800" y="0"/>
                  </a:moveTo>
                  <a:lnTo>
                    <a:pt x="0" y="0"/>
                  </a:lnTo>
                  <a:lnTo>
                    <a:pt x="0" y="5080"/>
                  </a:lnTo>
                  <a:lnTo>
                    <a:pt x="177800" y="5080"/>
                  </a:lnTo>
                  <a:lnTo>
                    <a:pt x="177800" y="0"/>
                  </a:lnTo>
                  <a:close/>
                </a:path>
                <a:path w="179069" h="6350">
                  <a:moveTo>
                    <a:pt x="179070" y="5092"/>
                  </a:moveTo>
                  <a:lnTo>
                    <a:pt x="0" y="5092"/>
                  </a:lnTo>
                  <a:lnTo>
                    <a:pt x="0" y="6350"/>
                  </a:lnTo>
                  <a:lnTo>
                    <a:pt x="179070" y="6350"/>
                  </a:lnTo>
                  <a:lnTo>
                    <a:pt x="179070" y="5092"/>
                  </a:lnTo>
                  <a:close/>
                </a:path>
              </a:pathLst>
            </a:custGeom>
            <a:solidFill>
              <a:srgbClr val="002F0E"/>
            </a:solidFill>
          </p:spPr>
          <p:txBody>
            <a:bodyPr wrap="square" lIns="0" tIns="0" rIns="0" bIns="0" rtlCol="0"/>
            <a:lstStyle/>
            <a:p/>
          </p:txBody>
        </p:sp>
        <p:sp>
          <p:nvSpPr>
            <p:cNvPr id="610" name="object 610"/>
            <p:cNvSpPr/>
            <p:nvPr/>
          </p:nvSpPr>
          <p:spPr>
            <a:xfrm>
              <a:off x="1794510" y="1127759"/>
              <a:ext cx="180340" cy="7620"/>
            </a:xfrm>
            <a:custGeom>
              <a:avLst/>
              <a:gdLst/>
              <a:ahLst/>
              <a:cxnLst/>
              <a:rect l="l" t="t" r="r" b="b"/>
              <a:pathLst>
                <a:path w="180339" h="7619">
                  <a:moveTo>
                    <a:pt x="180340" y="3810"/>
                  </a:moveTo>
                  <a:lnTo>
                    <a:pt x="179070" y="3810"/>
                  </a:lnTo>
                  <a:lnTo>
                    <a:pt x="179070" y="0"/>
                  </a:lnTo>
                  <a:lnTo>
                    <a:pt x="0" y="0"/>
                  </a:lnTo>
                  <a:lnTo>
                    <a:pt x="0" y="3810"/>
                  </a:lnTo>
                  <a:lnTo>
                    <a:pt x="0" y="7620"/>
                  </a:lnTo>
                  <a:lnTo>
                    <a:pt x="180340" y="7620"/>
                  </a:lnTo>
                  <a:lnTo>
                    <a:pt x="180340" y="3810"/>
                  </a:lnTo>
                  <a:close/>
                </a:path>
              </a:pathLst>
            </a:custGeom>
            <a:solidFill>
              <a:srgbClr val="002E10"/>
            </a:solidFill>
          </p:spPr>
          <p:txBody>
            <a:bodyPr wrap="square" lIns="0" tIns="0" rIns="0" bIns="0" rtlCol="0"/>
            <a:lstStyle/>
            <a:p/>
          </p:txBody>
        </p:sp>
        <p:sp>
          <p:nvSpPr>
            <p:cNvPr id="611" name="object 611"/>
            <p:cNvSpPr/>
            <p:nvPr/>
          </p:nvSpPr>
          <p:spPr>
            <a:xfrm>
              <a:off x="1794510" y="1135379"/>
              <a:ext cx="181610" cy="7620"/>
            </a:xfrm>
            <a:custGeom>
              <a:avLst/>
              <a:gdLst/>
              <a:ahLst/>
              <a:cxnLst/>
              <a:rect l="l" t="t" r="r" b="b"/>
              <a:pathLst>
                <a:path w="181610" h="7619">
                  <a:moveTo>
                    <a:pt x="181610" y="1270"/>
                  </a:moveTo>
                  <a:lnTo>
                    <a:pt x="180340" y="1270"/>
                  </a:lnTo>
                  <a:lnTo>
                    <a:pt x="180340" y="0"/>
                  </a:lnTo>
                  <a:lnTo>
                    <a:pt x="0" y="0"/>
                  </a:lnTo>
                  <a:lnTo>
                    <a:pt x="0" y="1270"/>
                  </a:lnTo>
                  <a:lnTo>
                    <a:pt x="0" y="7620"/>
                  </a:lnTo>
                  <a:lnTo>
                    <a:pt x="181610" y="7620"/>
                  </a:lnTo>
                  <a:lnTo>
                    <a:pt x="181610" y="1270"/>
                  </a:lnTo>
                  <a:close/>
                </a:path>
              </a:pathLst>
            </a:custGeom>
            <a:solidFill>
              <a:srgbClr val="002E12"/>
            </a:solidFill>
          </p:spPr>
          <p:txBody>
            <a:bodyPr wrap="square" lIns="0" tIns="0" rIns="0" bIns="0" rtlCol="0"/>
            <a:lstStyle/>
            <a:p/>
          </p:txBody>
        </p:sp>
        <p:sp>
          <p:nvSpPr>
            <p:cNvPr id="612" name="object 612"/>
            <p:cNvSpPr/>
            <p:nvPr/>
          </p:nvSpPr>
          <p:spPr>
            <a:xfrm>
              <a:off x="1794510" y="1142999"/>
              <a:ext cx="184150" cy="7620"/>
            </a:xfrm>
            <a:custGeom>
              <a:avLst/>
              <a:gdLst/>
              <a:ahLst/>
              <a:cxnLst/>
              <a:rect l="l" t="t" r="r" b="b"/>
              <a:pathLst>
                <a:path w="184150" h="7619">
                  <a:moveTo>
                    <a:pt x="184150" y="5080"/>
                  </a:moveTo>
                  <a:lnTo>
                    <a:pt x="182880" y="5080"/>
                  </a:lnTo>
                  <a:lnTo>
                    <a:pt x="182880" y="0"/>
                  </a:lnTo>
                  <a:lnTo>
                    <a:pt x="0" y="0"/>
                  </a:lnTo>
                  <a:lnTo>
                    <a:pt x="0" y="5080"/>
                  </a:lnTo>
                  <a:lnTo>
                    <a:pt x="0" y="7620"/>
                  </a:lnTo>
                  <a:lnTo>
                    <a:pt x="184150" y="7620"/>
                  </a:lnTo>
                  <a:lnTo>
                    <a:pt x="184150" y="5080"/>
                  </a:lnTo>
                  <a:close/>
                </a:path>
              </a:pathLst>
            </a:custGeom>
            <a:solidFill>
              <a:srgbClr val="002D14"/>
            </a:solidFill>
          </p:spPr>
          <p:txBody>
            <a:bodyPr wrap="square" lIns="0" tIns="0" rIns="0" bIns="0" rtlCol="0"/>
            <a:lstStyle/>
            <a:p/>
          </p:txBody>
        </p:sp>
        <p:sp>
          <p:nvSpPr>
            <p:cNvPr id="613" name="object 613"/>
            <p:cNvSpPr/>
            <p:nvPr/>
          </p:nvSpPr>
          <p:spPr>
            <a:xfrm>
              <a:off x="1794510" y="1150619"/>
              <a:ext cx="185420" cy="6350"/>
            </a:xfrm>
            <a:custGeom>
              <a:avLst/>
              <a:gdLst/>
              <a:ahLst/>
              <a:cxnLst/>
              <a:rect l="l" t="t" r="r" b="b"/>
              <a:pathLst>
                <a:path w="185419" h="6350">
                  <a:moveTo>
                    <a:pt x="185420" y="3810"/>
                  </a:moveTo>
                  <a:lnTo>
                    <a:pt x="184150" y="3810"/>
                  </a:lnTo>
                  <a:lnTo>
                    <a:pt x="184150" y="0"/>
                  </a:lnTo>
                  <a:lnTo>
                    <a:pt x="0" y="0"/>
                  </a:lnTo>
                  <a:lnTo>
                    <a:pt x="0" y="3810"/>
                  </a:lnTo>
                  <a:lnTo>
                    <a:pt x="0" y="6350"/>
                  </a:lnTo>
                  <a:lnTo>
                    <a:pt x="185420" y="6350"/>
                  </a:lnTo>
                  <a:lnTo>
                    <a:pt x="185420" y="3810"/>
                  </a:lnTo>
                  <a:close/>
                </a:path>
              </a:pathLst>
            </a:custGeom>
            <a:solidFill>
              <a:srgbClr val="002D15"/>
            </a:solidFill>
          </p:spPr>
          <p:txBody>
            <a:bodyPr wrap="square" lIns="0" tIns="0" rIns="0" bIns="0" rtlCol="0"/>
            <a:lstStyle/>
            <a:p/>
          </p:txBody>
        </p:sp>
        <p:sp>
          <p:nvSpPr>
            <p:cNvPr id="614" name="object 614"/>
            <p:cNvSpPr/>
            <p:nvPr/>
          </p:nvSpPr>
          <p:spPr>
            <a:xfrm>
              <a:off x="1794510" y="1156969"/>
              <a:ext cx="186690" cy="7620"/>
            </a:xfrm>
            <a:custGeom>
              <a:avLst/>
              <a:gdLst/>
              <a:ahLst/>
              <a:cxnLst/>
              <a:rect l="l" t="t" r="r" b="b"/>
              <a:pathLst>
                <a:path w="186689" h="7619">
                  <a:moveTo>
                    <a:pt x="185420" y="0"/>
                  </a:moveTo>
                  <a:lnTo>
                    <a:pt x="0" y="0"/>
                  </a:lnTo>
                  <a:lnTo>
                    <a:pt x="0" y="3810"/>
                  </a:lnTo>
                  <a:lnTo>
                    <a:pt x="185420" y="3810"/>
                  </a:lnTo>
                  <a:lnTo>
                    <a:pt x="185420" y="0"/>
                  </a:lnTo>
                  <a:close/>
                </a:path>
                <a:path w="186689" h="7619">
                  <a:moveTo>
                    <a:pt x="186690" y="3822"/>
                  </a:moveTo>
                  <a:lnTo>
                    <a:pt x="0" y="3822"/>
                  </a:lnTo>
                  <a:lnTo>
                    <a:pt x="0" y="7620"/>
                  </a:lnTo>
                  <a:lnTo>
                    <a:pt x="186690" y="7620"/>
                  </a:lnTo>
                  <a:lnTo>
                    <a:pt x="186690" y="3822"/>
                  </a:lnTo>
                  <a:close/>
                </a:path>
              </a:pathLst>
            </a:custGeom>
            <a:solidFill>
              <a:srgbClr val="002C17"/>
            </a:solidFill>
          </p:spPr>
          <p:txBody>
            <a:bodyPr wrap="square" lIns="0" tIns="0" rIns="0" bIns="0" rtlCol="0"/>
            <a:lstStyle/>
            <a:p/>
          </p:txBody>
        </p:sp>
        <p:sp>
          <p:nvSpPr>
            <p:cNvPr id="615" name="object 615"/>
            <p:cNvSpPr/>
            <p:nvPr/>
          </p:nvSpPr>
          <p:spPr>
            <a:xfrm>
              <a:off x="1794510" y="1164589"/>
              <a:ext cx="187960" cy="7620"/>
            </a:xfrm>
            <a:custGeom>
              <a:avLst/>
              <a:gdLst/>
              <a:ahLst/>
              <a:cxnLst/>
              <a:rect l="l" t="t" r="r" b="b"/>
              <a:pathLst>
                <a:path w="187960" h="7619">
                  <a:moveTo>
                    <a:pt x="187960" y="1270"/>
                  </a:moveTo>
                  <a:lnTo>
                    <a:pt x="186690" y="1270"/>
                  </a:lnTo>
                  <a:lnTo>
                    <a:pt x="186690" y="0"/>
                  </a:lnTo>
                  <a:lnTo>
                    <a:pt x="0" y="0"/>
                  </a:lnTo>
                  <a:lnTo>
                    <a:pt x="0" y="1270"/>
                  </a:lnTo>
                  <a:lnTo>
                    <a:pt x="0" y="7620"/>
                  </a:lnTo>
                  <a:lnTo>
                    <a:pt x="187960" y="7620"/>
                  </a:lnTo>
                  <a:lnTo>
                    <a:pt x="187960" y="1270"/>
                  </a:lnTo>
                  <a:close/>
                </a:path>
              </a:pathLst>
            </a:custGeom>
            <a:solidFill>
              <a:srgbClr val="002C19"/>
            </a:solidFill>
          </p:spPr>
          <p:txBody>
            <a:bodyPr wrap="square" lIns="0" tIns="0" rIns="0" bIns="0" rtlCol="0"/>
            <a:lstStyle/>
            <a:p/>
          </p:txBody>
        </p:sp>
        <p:sp>
          <p:nvSpPr>
            <p:cNvPr id="616" name="object 616"/>
            <p:cNvSpPr/>
            <p:nvPr/>
          </p:nvSpPr>
          <p:spPr>
            <a:xfrm>
              <a:off x="1794510" y="1172209"/>
              <a:ext cx="189230" cy="6350"/>
            </a:xfrm>
            <a:custGeom>
              <a:avLst/>
              <a:gdLst/>
              <a:ahLst/>
              <a:cxnLst/>
              <a:rect l="l" t="t" r="r" b="b"/>
              <a:pathLst>
                <a:path w="189230" h="6350">
                  <a:moveTo>
                    <a:pt x="0" y="6350"/>
                  </a:moveTo>
                  <a:lnTo>
                    <a:pt x="0" y="0"/>
                  </a:lnTo>
                  <a:lnTo>
                    <a:pt x="189230" y="0"/>
                  </a:lnTo>
                  <a:lnTo>
                    <a:pt x="189230" y="6350"/>
                  </a:lnTo>
                  <a:lnTo>
                    <a:pt x="0" y="6350"/>
                  </a:lnTo>
                  <a:close/>
                </a:path>
              </a:pathLst>
            </a:custGeom>
            <a:solidFill>
              <a:srgbClr val="002B1B"/>
            </a:solidFill>
          </p:spPr>
          <p:txBody>
            <a:bodyPr wrap="square" lIns="0" tIns="0" rIns="0" bIns="0" rtlCol="0"/>
            <a:lstStyle/>
            <a:p/>
          </p:txBody>
        </p:sp>
        <p:sp>
          <p:nvSpPr>
            <p:cNvPr id="617" name="object 617"/>
            <p:cNvSpPr/>
            <p:nvPr/>
          </p:nvSpPr>
          <p:spPr>
            <a:xfrm>
              <a:off x="1794510" y="1178559"/>
              <a:ext cx="190500" cy="7620"/>
            </a:xfrm>
            <a:custGeom>
              <a:avLst/>
              <a:gdLst/>
              <a:ahLst/>
              <a:cxnLst/>
              <a:rect l="l" t="t" r="r" b="b"/>
              <a:pathLst>
                <a:path w="190500" h="7619">
                  <a:moveTo>
                    <a:pt x="190500" y="1270"/>
                  </a:moveTo>
                  <a:lnTo>
                    <a:pt x="189230" y="1270"/>
                  </a:lnTo>
                  <a:lnTo>
                    <a:pt x="189230" y="0"/>
                  </a:lnTo>
                  <a:lnTo>
                    <a:pt x="0" y="0"/>
                  </a:lnTo>
                  <a:lnTo>
                    <a:pt x="0" y="1270"/>
                  </a:lnTo>
                  <a:lnTo>
                    <a:pt x="0" y="7620"/>
                  </a:lnTo>
                  <a:lnTo>
                    <a:pt x="190500" y="7620"/>
                  </a:lnTo>
                  <a:lnTo>
                    <a:pt x="190500" y="1270"/>
                  </a:lnTo>
                  <a:close/>
                </a:path>
              </a:pathLst>
            </a:custGeom>
            <a:solidFill>
              <a:srgbClr val="002B1C"/>
            </a:solidFill>
          </p:spPr>
          <p:txBody>
            <a:bodyPr wrap="square" lIns="0" tIns="0" rIns="0" bIns="0" rtlCol="0"/>
            <a:lstStyle/>
            <a:p/>
          </p:txBody>
        </p:sp>
        <p:sp>
          <p:nvSpPr>
            <p:cNvPr id="618" name="object 618"/>
            <p:cNvSpPr/>
            <p:nvPr/>
          </p:nvSpPr>
          <p:spPr>
            <a:xfrm>
              <a:off x="1794510" y="1186179"/>
              <a:ext cx="191770" cy="7620"/>
            </a:xfrm>
            <a:custGeom>
              <a:avLst/>
              <a:gdLst/>
              <a:ahLst/>
              <a:cxnLst/>
              <a:rect l="l" t="t" r="r" b="b"/>
              <a:pathLst>
                <a:path w="191769" h="7619">
                  <a:moveTo>
                    <a:pt x="191770" y="1270"/>
                  </a:moveTo>
                  <a:lnTo>
                    <a:pt x="190500" y="1270"/>
                  </a:lnTo>
                  <a:lnTo>
                    <a:pt x="190500" y="0"/>
                  </a:lnTo>
                  <a:lnTo>
                    <a:pt x="0" y="0"/>
                  </a:lnTo>
                  <a:lnTo>
                    <a:pt x="0" y="1270"/>
                  </a:lnTo>
                  <a:lnTo>
                    <a:pt x="0" y="7620"/>
                  </a:lnTo>
                  <a:lnTo>
                    <a:pt x="191770" y="7620"/>
                  </a:lnTo>
                  <a:lnTo>
                    <a:pt x="191770" y="1270"/>
                  </a:lnTo>
                  <a:close/>
                </a:path>
              </a:pathLst>
            </a:custGeom>
            <a:solidFill>
              <a:srgbClr val="002B1E"/>
            </a:solidFill>
          </p:spPr>
          <p:txBody>
            <a:bodyPr wrap="square" lIns="0" tIns="0" rIns="0" bIns="0" rtlCol="0"/>
            <a:lstStyle/>
            <a:p/>
          </p:txBody>
        </p:sp>
        <p:sp>
          <p:nvSpPr>
            <p:cNvPr id="619" name="object 619"/>
            <p:cNvSpPr/>
            <p:nvPr/>
          </p:nvSpPr>
          <p:spPr>
            <a:xfrm>
              <a:off x="1794510" y="1193799"/>
              <a:ext cx="193040" cy="7620"/>
            </a:xfrm>
            <a:custGeom>
              <a:avLst/>
              <a:gdLst/>
              <a:ahLst/>
              <a:cxnLst/>
              <a:rect l="l" t="t" r="r" b="b"/>
              <a:pathLst>
                <a:path w="193039" h="7619">
                  <a:moveTo>
                    <a:pt x="193040" y="2540"/>
                  </a:moveTo>
                  <a:lnTo>
                    <a:pt x="191770" y="2540"/>
                  </a:lnTo>
                  <a:lnTo>
                    <a:pt x="191770" y="0"/>
                  </a:lnTo>
                  <a:lnTo>
                    <a:pt x="0" y="0"/>
                  </a:lnTo>
                  <a:lnTo>
                    <a:pt x="0" y="2540"/>
                  </a:lnTo>
                  <a:lnTo>
                    <a:pt x="0" y="7620"/>
                  </a:lnTo>
                  <a:lnTo>
                    <a:pt x="193040" y="7620"/>
                  </a:lnTo>
                  <a:lnTo>
                    <a:pt x="193040" y="2540"/>
                  </a:lnTo>
                  <a:close/>
                </a:path>
              </a:pathLst>
            </a:custGeom>
            <a:solidFill>
              <a:srgbClr val="002A20"/>
            </a:solidFill>
          </p:spPr>
          <p:txBody>
            <a:bodyPr wrap="square" lIns="0" tIns="0" rIns="0" bIns="0" rtlCol="0"/>
            <a:lstStyle/>
            <a:p/>
          </p:txBody>
        </p:sp>
        <p:sp>
          <p:nvSpPr>
            <p:cNvPr id="620" name="object 620"/>
            <p:cNvSpPr/>
            <p:nvPr/>
          </p:nvSpPr>
          <p:spPr>
            <a:xfrm>
              <a:off x="1794510" y="1201419"/>
              <a:ext cx="194310" cy="6350"/>
            </a:xfrm>
            <a:custGeom>
              <a:avLst/>
              <a:gdLst/>
              <a:ahLst/>
              <a:cxnLst/>
              <a:rect l="l" t="t" r="r" b="b"/>
              <a:pathLst>
                <a:path w="194310" h="6350">
                  <a:moveTo>
                    <a:pt x="193040" y="0"/>
                  </a:moveTo>
                  <a:lnTo>
                    <a:pt x="0" y="0"/>
                  </a:lnTo>
                  <a:lnTo>
                    <a:pt x="0" y="3810"/>
                  </a:lnTo>
                  <a:lnTo>
                    <a:pt x="193040" y="3810"/>
                  </a:lnTo>
                  <a:lnTo>
                    <a:pt x="193040" y="0"/>
                  </a:lnTo>
                  <a:close/>
                </a:path>
                <a:path w="194310" h="6350">
                  <a:moveTo>
                    <a:pt x="194310" y="3822"/>
                  </a:moveTo>
                  <a:lnTo>
                    <a:pt x="0" y="3822"/>
                  </a:lnTo>
                  <a:lnTo>
                    <a:pt x="0" y="6350"/>
                  </a:lnTo>
                  <a:lnTo>
                    <a:pt x="194310" y="6350"/>
                  </a:lnTo>
                  <a:lnTo>
                    <a:pt x="194310" y="3822"/>
                  </a:lnTo>
                  <a:close/>
                </a:path>
              </a:pathLst>
            </a:custGeom>
            <a:solidFill>
              <a:srgbClr val="002A22"/>
            </a:solidFill>
          </p:spPr>
          <p:txBody>
            <a:bodyPr wrap="square" lIns="0" tIns="0" rIns="0" bIns="0" rtlCol="0"/>
            <a:lstStyle/>
            <a:p/>
          </p:txBody>
        </p:sp>
        <p:sp>
          <p:nvSpPr>
            <p:cNvPr id="621" name="object 621"/>
            <p:cNvSpPr/>
            <p:nvPr/>
          </p:nvSpPr>
          <p:spPr>
            <a:xfrm>
              <a:off x="1794510" y="1207769"/>
              <a:ext cx="195580" cy="7620"/>
            </a:xfrm>
            <a:custGeom>
              <a:avLst/>
              <a:gdLst/>
              <a:ahLst/>
              <a:cxnLst/>
              <a:rect l="l" t="t" r="r" b="b"/>
              <a:pathLst>
                <a:path w="195580" h="7619">
                  <a:moveTo>
                    <a:pt x="195580" y="6350"/>
                  </a:moveTo>
                  <a:lnTo>
                    <a:pt x="194310" y="6350"/>
                  </a:lnTo>
                  <a:lnTo>
                    <a:pt x="194310" y="0"/>
                  </a:lnTo>
                  <a:lnTo>
                    <a:pt x="0" y="0"/>
                  </a:lnTo>
                  <a:lnTo>
                    <a:pt x="0" y="6350"/>
                  </a:lnTo>
                  <a:lnTo>
                    <a:pt x="0" y="7620"/>
                  </a:lnTo>
                  <a:lnTo>
                    <a:pt x="195580" y="7620"/>
                  </a:lnTo>
                  <a:lnTo>
                    <a:pt x="195580" y="6350"/>
                  </a:lnTo>
                  <a:close/>
                </a:path>
              </a:pathLst>
            </a:custGeom>
            <a:solidFill>
              <a:srgbClr val="002923"/>
            </a:solidFill>
          </p:spPr>
          <p:txBody>
            <a:bodyPr wrap="square" lIns="0" tIns="0" rIns="0" bIns="0" rtlCol="0"/>
            <a:lstStyle/>
            <a:p/>
          </p:txBody>
        </p:sp>
        <p:sp>
          <p:nvSpPr>
            <p:cNvPr id="622" name="object 622"/>
            <p:cNvSpPr/>
            <p:nvPr/>
          </p:nvSpPr>
          <p:spPr>
            <a:xfrm>
              <a:off x="1794510" y="1215389"/>
              <a:ext cx="195580" cy="7620"/>
            </a:xfrm>
            <a:custGeom>
              <a:avLst/>
              <a:gdLst/>
              <a:ahLst/>
              <a:cxnLst/>
              <a:rect l="l" t="t" r="r" b="b"/>
              <a:pathLst>
                <a:path w="195580" h="7619">
                  <a:moveTo>
                    <a:pt x="195580" y="0"/>
                  </a:moveTo>
                  <a:lnTo>
                    <a:pt x="0" y="0"/>
                  </a:lnTo>
                  <a:lnTo>
                    <a:pt x="0" y="7620"/>
                  </a:lnTo>
                  <a:lnTo>
                    <a:pt x="195580" y="7620"/>
                  </a:lnTo>
                  <a:lnTo>
                    <a:pt x="195580" y="0"/>
                  </a:lnTo>
                  <a:close/>
                </a:path>
              </a:pathLst>
            </a:custGeom>
            <a:solidFill>
              <a:srgbClr val="002925"/>
            </a:solidFill>
          </p:spPr>
          <p:txBody>
            <a:bodyPr wrap="square" lIns="0" tIns="0" rIns="0" bIns="0" rtlCol="0"/>
            <a:lstStyle/>
            <a:p/>
          </p:txBody>
        </p:sp>
        <p:sp>
          <p:nvSpPr>
            <p:cNvPr id="623" name="object 623"/>
            <p:cNvSpPr/>
            <p:nvPr/>
          </p:nvSpPr>
          <p:spPr>
            <a:xfrm>
              <a:off x="1794510" y="122300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827"/>
            </a:solidFill>
          </p:spPr>
          <p:txBody>
            <a:bodyPr wrap="square" lIns="0" tIns="0" rIns="0" bIns="0" rtlCol="0"/>
            <a:lstStyle/>
            <a:p/>
          </p:txBody>
        </p:sp>
        <p:sp>
          <p:nvSpPr>
            <p:cNvPr id="624" name="object 624"/>
            <p:cNvSpPr/>
            <p:nvPr/>
          </p:nvSpPr>
          <p:spPr>
            <a:xfrm>
              <a:off x="1794510" y="1229359"/>
              <a:ext cx="198120" cy="7620"/>
            </a:xfrm>
            <a:custGeom>
              <a:avLst/>
              <a:gdLst/>
              <a:ahLst/>
              <a:cxnLst/>
              <a:rect l="l" t="t" r="r" b="b"/>
              <a:pathLst>
                <a:path w="198119" h="7619">
                  <a:moveTo>
                    <a:pt x="198120" y="2540"/>
                  </a:moveTo>
                  <a:lnTo>
                    <a:pt x="196850" y="2540"/>
                  </a:lnTo>
                  <a:lnTo>
                    <a:pt x="196850" y="0"/>
                  </a:lnTo>
                  <a:lnTo>
                    <a:pt x="0" y="0"/>
                  </a:lnTo>
                  <a:lnTo>
                    <a:pt x="0" y="2540"/>
                  </a:lnTo>
                  <a:lnTo>
                    <a:pt x="0" y="7620"/>
                  </a:lnTo>
                  <a:lnTo>
                    <a:pt x="198120" y="7620"/>
                  </a:lnTo>
                  <a:lnTo>
                    <a:pt x="198120" y="2540"/>
                  </a:lnTo>
                  <a:close/>
                </a:path>
              </a:pathLst>
            </a:custGeom>
            <a:solidFill>
              <a:srgbClr val="002829"/>
            </a:solidFill>
          </p:spPr>
          <p:txBody>
            <a:bodyPr wrap="square" lIns="0" tIns="0" rIns="0" bIns="0" rtlCol="0"/>
            <a:lstStyle/>
            <a:p/>
          </p:txBody>
        </p:sp>
        <p:sp>
          <p:nvSpPr>
            <p:cNvPr id="625" name="object 625"/>
            <p:cNvSpPr/>
            <p:nvPr/>
          </p:nvSpPr>
          <p:spPr>
            <a:xfrm>
              <a:off x="1794510" y="1236979"/>
              <a:ext cx="199390" cy="7620"/>
            </a:xfrm>
            <a:custGeom>
              <a:avLst/>
              <a:gdLst/>
              <a:ahLst/>
              <a:cxnLst/>
              <a:rect l="l" t="t" r="r" b="b"/>
              <a:pathLst>
                <a:path w="199389" h="7619">
                  <a:moveTo>
                    <a:pt x="199390" y="3810"/>
                  </a:moveTo>
                  <a:lnTo>
                    <a:pt x="198120" y="3810"/>
                  </a:lnTo>
                  <a:lnTo>
                    <a:pt x="198120" y="0"/>
                  </a:lnTo>
                  <a:lnTo>
                    <a:pt x="0" y="0"/>
                  </a:lnTo>
                  <a:lnTo>
                    <a:pt x="0" y="3810"/>
                  </a:lnTo>
                  <a:lnTo>
                    <a:pt x="0" y="7620"/>
                  </a:lnTo>
                  <a:lnTo>
                    <a:pt x="199390" y="7620"/>
                  </a:lnTo>
                  <a:lnTo>
                    <a:pt x="199390" y="3810"/>
                  </a:lnTo>
                  <a:close/>
                </a:path>
              </a:pathLst>
            </a:custGeom>
            <a:solidFill>
              <a:srgbClr val="00282A"/>
            </a:solidFill>
          </p:spPr>
          <p:txBody>
            <a:bodyPr wrap="square" lIns="0" tIns="0" rIns="0" bIns="0" rtlCol="0"/>
            <a:lstStyle/>
            <a:p/>
          </p:txBody>
        </p:sp>
        <p:sp>
          <p:nvSpPr>
            <p:cNvPr id="626" name="object 626"/>
            <p:cNvSpPr/>
            <p:nvPr/>
          </p:nvSpPr>
          <p:spPr>
            <a:xfrm>
              <a:off x="1794510" y="1244599"/>
              <a:ext cx="200660" cy="7620"/>
            </a:xfrm>
            <a:custGeom>
              <a:avLst/>
              <a:gdLst/>
              <a:ahLst/>
              <a:cxnLst/>
              <a:rect l="l" t="t" r="r" b="b"/>
              <a:pathLst>
                <a:path w="200660" h="7619">
                  <a:moveTo>
                    <a:pt x="200660" y="6350"/>
                  </a:moveTo>
                  <a:lnTo>
                    <a:pt x="199390" y="6350"/>
                  </a:lnTo>
                  <a:lnTo>
                    <a:pt x="199390" y="0"/>
                  </a:lnTo>
                  <a:lnTo>
                    <a:pt x="0" y="0"/>
                  </a:lnTo>
                  <a:lnTo>
                    <a:pt x="0" y="6350"/>
                  </a:lnTo>
                  <a:lnTo>
                    <a:pt x="0" y="7620"/>
                  </a:lnTo>
                  <a:lnTo>
                    <a:pt x="200660" y="7620"/>
                  </a:lnTo>
                  <a:lnTo>
                    <a:pt x="200660" y="6350"/>
                  </a:lnTo>
                  <a:close/>
                </a:path>
              </a:pathLst>
            </a:custGeom>
            <a:solidFill>
              <a:srgbClr val="00272C"/>
            </a:solidFill>
          </p:spPr>
          <p:txBody>
            <a:bodyPr wrap="square" lIns="0" tIns="0" rIns="0" bIns="0" rtlCol="0"/>
            <a:lstStyle/>
            <a:p/>
          </p:txBody>
        </p:sp>
        <p:sp>
          <p:nvSpPr>
            <p:cNvPr id="627" name="object 627"/>
            <p:cNvSpPr/>
            <p:nvPr/>
          </p:nvSpPr>
          <p:spPr>
            <a:xfrm>
              <a:off x="1794510" y="1252219"/>
              <a:ext cx="200660" cy="6350"/>
            </a:xfrm>
            <a:custGeom>
              <a:avLst/>
              <a:gdLst/>
              <a:ahLst/>
              <a:cxnLst/>
              <a:rect l="l" t="t" r="r" b="b"/>
              <a:pathLst>
                <a:path w="200660" h="6350">
                  <a:moveTo>
                    <a:pt x="0" y="6350"/>
                  </a:moveTo>
                  <a:lnTo>
                    <a:pt x="0" y="0"/>
                  </a:lnTo>
                  <a:lnTo>
                    <a:pt x="200660" y="0"/>
                  </a:lnTo>
                  <a:lnTo>
                    <a:pt x="200660" y="6350"/>
                  </a:lnTo>
                  <a:lnTo>
                    <a:pt x="0" y="6350"/>
                  </a:lnTo>
                  <a:close/>
                </a:path>
              </a:pathLst>
            </a:custGeom>
            <a:solidFill>
              <a:srgbClr val="00272E"/>
            </a:solidFill>
          </p:spPr>
          <p:txBody>
            <a:bodyPr wrap="square" lIns="0" tIns="0" rIns="0" bIns="0" rtlCol="0"/>
            <a:lstStyle/>
            <a:p/>
          </p:txBody>
        </p:sp>
        <p:sp>
          <p:nvSpPr>
            <p:cNvPr id="628" name="object 628"/>
            <p:cNvSpPr/>
            <p:nvPr/>
          </p:nvSpPr>
          <p:spPr>
            <a:xfrm>
              <a:off x="1794510" y="1258569"/>
              <a:ext cx="200660" cy="7620"/>
            </a:xfrm>
            <a:custGeom>
              <a:avLst/>
              <a:gdLst/>
              <a:ahLst/>
              <a:cxnLst/>
              <a:rect l="l" t="t" r="r" b="b"/>
              <a:pathLst>
                <a:path w="200660" h="7619">
                  <a:moveTo>
                    <a:pt x="200660" y="0"/>
                  </a:moveTo>
                  <a:lnTo>
                    <a:pt x="0" y="0"/>
                  </a:lnTo>
                  <a:lnTo>
                    <a:pt x="0" y="1270"/>
                  </a:lnTo>
                  <a:lnTo>
                    <a:pt x="0" y="2540"/>
                  </a:lnTo>
                  <a:lnTo>
                    <a:pt x="0" y="5080"/>
                  </a:lnTo>
                  <a:lnTo>
                    <a:pt x="0" y="7620"/>
                  </a:lnTo>
                  <a:lnTo>
                    <a:pt x="96520" y="7620"/>
                  </a:lnTo>
                  <a:lnTo>
                    <a:pt x="96520" y="5080"/>
                  </a:lnTo>
                  <a:lnTo>
                    <a:pt x="99060" y="5080"/>
                  </a:lnTo>
                  <a:lnTo>
                    <a:pt x="99060" y="2540"/>
                  </a:lnTo>
                  <a:lnTo>
                    <a:pt x="101600" y="2540"/>
                  </a:lnTo>
                  <a:lnTo>
                    <a:pt x="101600" y="1270"/>
                  </a:lnTo>
                  <a:lnTo>
                    <a:pt x="105410" y="1270"/>
                  </a:lnTo>
                  <a:lnTo>
                    <a:pt x="105410" y="3810"/>
                  </a:lnTo>
                  <a:lnTo>
                    <a:pt x="106680" y="3810"/>
                  </a:lnTo>
                  <a:lnTo>
                    <a:pt x="106680" y="5080"/>
                  </a:lnTo>
                  <a:lnTo>
                    <a:pt x="107950" y="5080"/>
                  </a:lnTo>
                  <a:lnTo>
                    <a:pt x="107950" y="7620"/>
                  </a:lnTo>
                  <a:lnTo>
                    <a:pt x="200660" y="7620"/>
                  </a:lnTo>
                  <a:lnTo>
                    <a:pt x="200660" y="5080"/>
                  </a:lnTo>
                  <a:lnTo>
                    <a:pt x="200660" y="3810"/>
                  </a:lnTo>
                  <a:lnTo>
                    <a:pt x="200660" y="1270"/>
                  </a:lnTo>
                  <a:lnTo>
                    <a:pt x="200660" y="0"/>
                  </a:lnTo>
                  <a:close/>
                </a:path>
              </a:pathLst>
            </a:custGeom>
            <a:solidFill>
              <a:srgbClr val="002630"/>
            </a:solidFill>
          </p:spPr>
          <p:txBody>
            <a:bodyPr wrap="square" lIns="0" tIns="0" rIns="0" bIns="0" rtlCol="0"/>
            <a:lstStyle/>
            <a:p/>
          </p:txBody>
        </p:sp>
        <p:sp>
          <p:nvSpPr>
            <p:cNvPr id="629" name="object 629"/>
            <p:cNvSpPr/>
            <p:nvPr/>
          </p:nvSpPr>
          <p:spPr>
            <a:xfrm>
              <a:off x="1794510" y="1266189"/>
              <a:ext cx="201930" cy="7620"/>
            </a:xfrm>
            <a:custGeom>
              <a:avLst/>
              <a:gdLst/>
              <a:ahLst/>
              <a:cxnLst/>
              <a:rect l="l" t="t" r="r" b="b"/>
              <a:pathLst>
                <a:path w="201930" h="7619">
                  <a:moveTo>
                    <a:pt x="96520" y="0"/>
                  </a:moveTo>
                  <a:lnTo>
                    <a:pt x="0" y="0"/>
                  </a:lnTo>
                  <a:lnTo>
                    <a:pt x="0" y="1270"/>
                  </a:lnTo>
                  <a:lnTo>
                    <a:pt x="0" y="2540"/>
                  </a:lnTo>
                  <a:lnTo>
                    <a:pt x="0" y="6350"/>
                  </a:lnTo>
                  <a:lnTo>
                    <a:pt x="0" y="7620"/>
                  </a:lnTo>
                  <a:lnTo>
                    <a:pt x="92710" y="7620"/>
                  </a:lnTo>
                  <a:lnTo>
                    <a:pt x="92710" y="6350"/>
                  </a:lnTo>
                  <a:lnTo>
                    <a:pt x="93980" y="6350"/>
                  </a:lnTo>
                  <a:lnTo>
                    <a:pt x="93980" y="2540"/>
                  </a:lnTo>
                  <a:lnTo>
                    <a:pt x="95250" y="2540"/>
                  </a:lnTo>
                  <a:lnTo>
                    <a:pt x="95250" y="1270"/>
                  </a:lnTo>
                  <a:lnTo>
                    <a:pt x="96520" y="1270"/>
                  </a:lnTo>
                  <a:lnTo>
                    <a:pt x="96520" y="0"/>
                  </a:lnTo>
                  <a:close/>
                </a:path>
                <a:path w="201930" h="7619">
                  <a:moveTo>
                    <a:pt x="201930" y="3810"/>
                  </a:moveTo>
                  <a:lnTo>
                    <a:pt x="200660" y="3810"/>
                  </a:lnTo>
                  <a:lnTo>
                    <a:pt x="200660" y="1270"/>
                  </a:lnTo>
                  <a:lnTo>
                    <a:pt x="200660" y="0"/>
                  </a:lnTo>
                  <a:lnTo>
                    <a:pt x="109220" y="0"/>
                  </a:lnTo>
                  <a:lnTo>
                    <a:pt x="109220" y="1270"/>
                  </a:lnTo>
                  <a:lnTo>
                    <a:pt x="110490" y="1270"/>
                  </a:lnTo>
                  <a:lnTo>
                    <a:pt x="110490" y="3810"/>
                  </a:lnTo>
                  <a:lnTo>
                    <a:pt x="110490" y="5080"/>
                  </a:lnTo>
                  <a:lnTo>
                    <a:pt x="111760" y="5080"/>
                  </a:lnTo>
                  <a:lnTo>
                    <a:pt x="111760" y="7620"/>
                  </a:lnTo>
                  <a:lnTo>
                    <a:pt x="201930" y="7620"/>
                  </a:lnTo>
                  <a:lnTo>
                    <a:pt x="201930" y="5080"/>
                  </a:lnTo>
                  <a:lnTo>
                    <a:pt x="201930" y="3810"/>
                  </a:lnTo>
                  <a:close/>
                </a:path>
              </a:pathLst>
            </a:custGeom>
            <a:solidFill>
              <a:srgbClr val="002633"/>
            </a:solidFill>
          </p:spPr>
          <p:txBody>
            <a:bodyPr wrap="square" lIns="0" tIns="0" rIns="0" bIns="0" rtlCol="0"/>
            <a:lstStyle/>
            <a:p/>
          </p:txBody>
        </p:sp>
        <p:sp>
          <p:nvSpPr>
            <p:cNvPr id="630" name="object 630"/>
            <p:cNvSpPr/>
            <p:nvPr/>
          </p:nvSpPr>
          <p:spPr>
            <a:xfrm>
              <a:off x="1794510" y="1273809"/>
              <a:ext cx="201930" cy="7620"/>
            </a:xfrm>
            <a:custGeom>
              <a:avLst/>
              <a:gdLst/>
              <a:ahLst/>
              <a:cxnLst/>
              <a:rect l="l" t="t" r="r" b="b"/>
              <a:pathLst>
                <a:path w="201930" h="7619">
                  <a:moveTo>
                    <a:pt x="92710" y="0"/>
                  </a:moveTo>
                  <a:lnTo>
                    <a:pt x="0" y="0"/>
                  </a:lnTo>
                  <a:lnTo>
                    <a:pt x="0" y="1270"/>
                  </a:lnTo>
                  <a:lnTo>
                    <a:pt x="0" y="6350"/>
                  </a:lnTo>
                  <a:lnTo>
                    <a:pt x="0" y="7620"/>
                  </a:lnTo>
                  <a:lnTo>
                    <a:pt x="90170" y="7620"/>
                  </a:lnTo>
                  <a:lnTo>
                    <a:pt x="90170" y="6350"/>
                  </a:lnTo>
                  <a:lnTo>
                    <a:pt x="91440" y="6350"/>
                  </a:lnTo>
                  <a:lnTo>
                    <a:pt x="91440" y="1270"/>
                  </a:lnTo>
                  <a:lnTo>
                    <a:pt x="92710" y="1270"/>
                  </a:lnTo>
                  <a:lnTo>
                    <a:pt x="92710" y="0"/>
                  </a:lnTo>
                  <a:close/>
                </a:path>
                <a:path w="201930" h="7619">
                  <a:moveTo>
                    <a:pt x="201930" y="1282"/>
                  </a:moveTo>
                  <a:lnTo>
                    <a:pt x="114300" y="1282"/>
                  </a:lnTo>
                  <a:lnTo>
                    <a:pt x="114300" y="7620"/>
                  </a:lnTo>
                  <a:lnTo>
                    <a:pt x="201930" y="7620"/>
                  </a:lnTo>
                  <a:lnTo>
                    <a:pt x="201930" y="1282"/>
                  </a:lnTo>
                  <a:close/>
                </a:path>
                <a:path w="201930" h="7619">
                  <a:moveTo>
                    <a:pt x="201930" y="0"/>
                  </a:moveTo>
                  <a:lnTo>
                    <a:pt x="113030" y="0"/>
                  </a:lnTo>
                  <a:lnTo>
                    <a:pt x="113030" y="1270"/>
                  </a:lnTo>
                  <a:lnTo>
                    <a:pt x="201930" y="1270"/>
                  </a:lnTo>
                  <a:lnTo>
                    <a:pt x="201930" y="0"/>
                  </a:lnTo>
                  <a:close/>
                </a:path>
              </a:pathLst>
            </a:custGeom>
            <a:solidFill>
              <a:srgbClr val="002533"/>
            </a:solidFill>
          </p:spPr>
          <p:txBody>
            <a:bodyPr wrap="square" lIns="0" tIns="0" rIns="0" bIns="0" rtlCol="0"/>
            <a:lstStyle/>
            <a:p/>
          </p:txBody>
        </p:sp>
        <p:sp>
          <p:nvSpPr>
            <p:cNvPr id="631" name="object 631"/>
            <p:cNvSpPr/>
            <p:nvPr/>
          </p:nvSpPr>
          <p:spPr>
            <a:xfrm>
              <a:off x="1794510" y="1281429"/>
              <a:ext cx="201930" cy="6350"/>
            </a:xfrm>
            <a:custGeom>
              <a:avLst/>
              <a:gdLst/>
              <a:ahLst/>
              <a:cxnLst/>
              <a:rect l="l" t="t" r="r" b="b"/>
              <a:pathLst>
                <a:path w="201930" h="6350">
                  <a:moveTo>
                    <a:pt x="90170" y="0"/>
                  </a:moveTo>
                  <a:lnTo>
                    <a:pt x="0" y="0"/>
                  </a:lnTo>
                  <a:lnTo>
                    <a:pt x="0" y="1270"/>
                  </a:lnTo>
                  <a:lnTo>
                    <a:pt x="0" y="6350"/>
                  </a:lnTo>
                  <a:lnTo>
                    <a:pt x="88900" y="6350"/>
                  </a:lnTo>
                  <a:lnTo>
                    <a:pt x="88900" y="1270"/>
                  </a:lnTo>
                  <a:lnTo>
                    <a:pt x="90170" y="1270"/>
                  </a:lnTo>
                  <a:lnTo>
                    <a:pt x="90170" y="0"/>
                  </a:lnTo>
                  <a:close/>
                </a:path>
                <a:path w="201930" h="6350">
                  <a:moveTo>
                    <a:pt x="201930" y="0"/>
                  </a:moveTo>
                  <a:lnTo>
                    <a:pt x="115570" y="0"/>
                  </a:lnTo>
                  <a:lnTo>
                    <a:pt x="115570" y="5080"/>
                  </a:lnTo>
                  <a:lnTo>
                    <a:pt x="116840" y="5080"/>
                  </a:lnTo>
                  <a:lnTo>
                    <a:pt x="116840" y="6350"/>
                  </a:lnTo>
                  <a:lnTo>
                    <a:pt x="201930" y="6350"/>
                  </a:lnTo>
                  <a:lnTo>
                    <a:pt x="201930" y="5080"/>
                  </a:lnTo>
                  <a:lnTo>
                    <a:pt x="201930" y="0"/>
                  </a:lnTo>
                  <a:close/>
                </a:path>
              </a:pathLst>
            </a:custGeom>
            <a:solidFill>
              <a:srgbClr val="002535"/>
            </a:solidFill>
          </p:spPr>
          <p:txBody>
            <a:bodyPr wrap="square" lIns="0" tIns="0" rIns="0" bIns="0" rtlCol="0"/>
            <a:lstStyle/>
            <a:p/>
          </p:txBody>
        </p:sp>
        <p:sp>
          <p:nvSpPr>
            <p:cNvPr id="632" name="object 632"/>
            <p:cNvSpPr/>
            <p:nvPr/>
          </p:nvSpPr>
          <p:spPr>
            <a:xfrm>
              <a:off x="1794510" y="1287779"/>
              <a:ext cx="201930" cy="7620"/>
            </a:xfrm>
            <a:custGeom>
              <a:avLst/>
              <a:gdLst/>
              <a:ahLst/>
              <a:cxnLst/>
              <a:rect l="l" t="t" r="r" b="b"/>
              <a:pathLst>
                <a:path w="201930" h="7619">
                  <a:moveTo>
                    <a:pt x="88900" y="0"/>
                  </a:moveTo>
                  <a:lnTo>
                    <a:pt x="0" y="0"/>
                  </a:lnTo>
                  <a:lnTo>
                    <a:pt x="0" y="2540"/>
                  </a:lnTo>
                  <a:lnTo>
                    <a:pt x="0" y="7620"/>
                  </a:lnTo>
                  <a:lnTo>
                    <a:pt x="87630" y="7620"/>
                  </a:lnTo>
                  <a:lnTo>
                    <a:pt x="87630" y="2540"/>
                  </a:lnTo>
                  <a:lnTo>
                    <a:pt x="88900" y="2540"/>
                  </a:lnTo>
                  <a:lnTo>
                    <a:pt x="88900" y="0"/>
                  </a:lnTo>
                  <a:close/>
                </a:path>
                <a:path w="201930" h="7619">
                  <a:moveTo>
                    <a:pt x="201930" y="0"/>
                  </a:moveTo>
                  <a:lnTo>
                    <a:pt x="116840" y="0"/>
                  </a:lnTo>
                  <a:lnTo>
                    <a:pt x="116840" y="7620"/>
                  </a:lnTo>
                  <a:lnTo>
                    <a:pt x="201930" y="7620"/>
                  </a:lnTo>
                  <a:lnTo>
                    <a:pt x="201930" y="0"/>
                  </a:lnTo>
                  <a:close/>
                </a:path>
              </a:pathLst>
            </a:custGeom>
            <a:solidFill>
              <a:srgbClr val="002437"/>
            </a:solidFill>
          </p:spPr>
          <p:txBody>
            <a:bodyPr wrap="square" lIns="0" tIns="0" rIns="0" bIns="0" rtlCol="0"/>
            <a:lstStyle/>
            <a:p/>
          </p:txBody>
        </p:sp>
        <p:sp>
          <p:nvSpPr>
            <p:cNvPr id="633" name="object 633"/>
            <p:cNvSpPr/>
            <p:nvPr/>
          </p:nvSpPr>
          <p:spPr>
            <a:xfrm>
              <a:off x="1794510" y="1295399"/>
              <a:ext cx="203200" cy="7620"/>
            </a:xfrm>
            <a:custGeom>
              <a:avLst/>
              <a:gdLst/>
              <a:ahLst/>
              <a:cxnLst/>
              <a:rect l="l" t="t" r="r" b="b"/>
              <a:pathLst>
                <a:path w="203200" h="7619">
                  <a:moveTo>
                    <a:pt x="87630" y="0"/>
                  </a:moveTo>
                  <a:lnTo>
                    <a:pt x="0" y="0"/>
                  </a:lnTo>
                  <a:lnTo>
                    <a:pt x="0" y="7620"/>
                  </a:lnTo>
                  <a:lnTo>
                    <a:pt x="86360" y="7620"/>
                  </a:lnTo>
                  <a:lnTo>
                    <a:pt x="86360" y="1270"/>
                  </a:lnTo>
                  <a:lnTo>
                    <a:pt x="87630" y="1270"/>
                  </a:lnTo>
                  <a:lnTo>
                    <a:pt x="87630" y="0"/>
                  </a:lnTo>
                  <a:close/>
                </a:path>
                <a:path w="203200" h="7619">
                  <a:moveTo>
                    <a:pt x="201929" y="0"/>
                  </a:moveTo>
                  <a:lnTo>
                    <a:pt x="118109" y="0"/>
                  </a:lnTo>
                  <a:lnTo>
                    <a:pt x="118109" y="7620"/>
                  </a:lnTo>
                  <a:lnTo>
                    <a:pt x="203199" y="7620"/>
                  </a:lnTo>
                  <a:lnTo>
                    <a:pt x="203199" y="3810"/>
                  </a:lnTo>
                  <a:lnTo>
                    <a:pt x="201929" y="3810"/>
                  </a:lnTo>
                  <a:lnTo>
                    <a:pt x="201929" y="0"/>
                  </a:lnTo>
                  <a:close/>
                </a:path>
              </a:pathLst>
            </a:custGeom>
            <a:solidFill>
              <a:srgbClr val="002439"/>
            </a:solidFill>
          </p:spPr>
          <p:txBody>
            <a:bodyPr wrap="square" lIns="0" tIns="0" rIns="0" bIns="0" rtlCol="0"/>
            <a:lstStyle/>
            <a:p/>
          </p:txBody>
        </p:sp>
        <p:sp>
          <p:nvSpPr>
            <p:cNvPr id="634" name="object 634"/>
            <p:cNvSpPr/>
            <p:nvPr/>
          </p:nvSpPr>
          <p:spPr>
            <a:xfrm>
              <a:off x="1794510" y="1303019"/>
              <a:ext cx="203200" cy="6350"/>
            </a:xfrm>
            <a:custGeom>
              <a:avLst/>
              <a:gdLst/>
              <a:ahLst/>
              <a:cxnLst/>
              <a:rect l="l" t="t" r="r" b="b"/>
              <a:pathLst>
                <a:path w="203200" h="6350">
                  <a:moveTo>
                    <a:pt x="85090" y="0"/>
                  </a:moveTo>
                  <a:lnTo>
                    <a:pt x="0" y="0"/>
                  </a:lnTo>
                  <a:lnTo>
                    <a:pt x="0" y="6350"/>
                  </a:lnTo>
                  <a:lnTo>
                    <a:pt x="85090" y="6350"/>
                  </a:lnTo>
                  <a:lnTo>
                    <a:pt x="85090" y="0"/>
                  </a:lnTo>
                  <a:close/>
                </a:path>
                <a:path w="203200" h="6350">
                  <a:moveTo>
                    <a:pt x="203187" y="0"/>
                  </a:moveTo>
                  <a:lnTo>
                    <a:pt x="119380" y="0"/>
                  </a:lnTo>
                  <a:lnTo>
                    <a:pt x="119380" y="6350"/>
                  </a:lnTo>
                  <a:lnTo>
                    <a:pt x="203187" y="6350"/>
                  </a:lnTo>
                  <a:lnTo>
                    <a:pt x="203187" y="0"/>
                  </a:lnTo>
                  <a:close/>
                </a:path>
              </a:pathLst>
            </a:custGeom>
            <a:solidFill>
              <a:srgbClr val="00243A"/>
            </a:solidFill>
          </p:spPr>
          <p:txBody>
            <a:bodyPr wrap="square" lIns="0" tIns="0" rIns="0" bIns="0" rtlCol="0"/>
            <a:lstStyle/>
            <a:p/>
          </p:txBody>
        </p:sp>
        <p:sp>
          <p:nvSpPr>
            <p:cNvPr id="635" name="object 635"/>
            <p:cNvSpPr/>
            <p:nvPr/>
          </p:nvSpPr>
          <p:spPr>
            <a:xfrm>
              <a:off x="1794510" y="1309369"/>
              <a:ext cx="203200" cy="7620"/>
            </a:xfrm>
            <a:custGeom>
              <a:avLst/>
              <a:gdLst/>
              <a:ahLst/>
              <a:cxnLst/>
              <a:rect l="l" t="t" r="r" b="b"/>
              <a:pathLst>
                <a:path w="203200" h="7619">
                  <a:moveTo>
                    <a:pt x="85090" y="3822"/>
                  </a:moveTo>
                  <a:lnTo>
                    <a:pt x="0" y="3822"/>
                  </a:lnTo>
                  <a:lnTo>
                    <a:pt x="0" y="7620"/>
                  </a:lnTo>
                  <a:lnTo>
                    <a:pt x="85090" y="7620"/>
                  </a:lnTo>
                  <a:lnTo>
                    <a:pt x="85090" y="3822"/>
                  </a:lnTo>
                  <a:close/>
                </a:path>
                <a:path w="203200" h="7619">
                  <a:moveTo>
                    <a:pt x="85090" y="0"/>
                  </a:moveTo>
                  <a:lnTo>
                    <a:pt x="0" y="0"/>
                  </a:lnTo>
                  <a:lnTo>
                    <a:pt x="0" y="3810"/>
                  </a:lnTo>
                  <a:lnTo>
                    <a:pt x="85090" y="3810"/>
                  </a:lnTo>
                  <a:lnTo>
                    <a:pt x="85090" y="0"/>
                  </a:lnTo>
                  <a:close/>
                </a:path>
                <a:path w="203200" h="7619">
                  <a:moveTo>
                    <a:pt x="203187" y="0"/>
                  </a:moveTo>
                  <a:lnTo>
                    <a:pt x="119380" y="0"/>
                  </a:lnTo>
                  <a:lnTo>
                    <a:pt x="119380" y="3810"/>
                  </a:lnTo>
                  <a:lnTo>
                    <a:pt x="203187" y="3810"/>
                  </a:lnTo>
                  <a:lnTo>
                    <a:pt x="203187" y="0"/>
                  </a:lnTo>
                  <a:close/>
                </a:path>
                <a:path w="203200" h="7619">
                  <a:moveTo>
                    <a:pt x="203200" y="3822"/>
                  </a:moveTo>
                  <a:lnTo>
                    <a:pt x="120650" y="3822"/>
                  </a:lnTo>
                  <a:lnTo>
                    <a:pt x="120650" y="7620"/>
                  </a:lnTo>
                  <a:lnTo>
                    <a:pt x="203200" y="7620"/>
                  </a:lnTo>
                  <a:lnTo>
                    <a:pt x="203200" y="3822"/>
                  </a:lnTo>
                  <a:close/>
                </a:path>
              </a:pathLst>
            </a:custGeom>
            <a:solidFill>
              <a:srgbClr val="00233C"/>
            </a:solidFill>
          </p:spPr>
          <p:txBody>
            <a:bodyPr wrap="square" lIns="0" tIns="0" rIns="0" bIns="0" rtlCol="0"/>
            <a:lstStyle/>
            <a:p/>
          </p:txBody>
        </p:sp>
        <p:sp>
          <p:nvSpPr>
            <p:cNvPr id="636" name="object 636"/>
            <p:cNvSpPr/>
            <p:nvPr/>
          </p:nvSpPr>
          <p:spPr>
            <a:xfrm>
              <a:off x="1794510" y="1316989"/>
              <a:ext cx="203200" cy="7620"/>
            </a:xfrm>
            <a:custGeom>
              <a:avLst/>
              <a:gdLst/>
              <a:ahLst/>
              <a:cxnLst/>
              <a:rect l="l" t="t" r="r" b="b"/>
              <a:pathLst>
                <a:path w="203200" h="7619">
                  <a:moveTo>
                    <a:pt x="85090" y="0"/>
                  </a:moveTo>
                  <a:lnTo>
                    <a:pt x="0" y="0"/>
                  </a:lnTo>
                  <a:lnTo>
                    <a:pt x="0" y="7620"/>
                  </a:lnTo>
                  <a:lnTo>
                    <a:pt x="85090" y="7620"/>
                  </a:lnTo>
                  <a:lnTo>
                    <a:pt x="85090" y="0"/>
                  </a:lnTo>
                  <a:close/>
                </a:path>
                <a:path w="203200" h="7619">
                  <a:moveTo>
                    <a:pt x="203200" y="0"/>
                  </a:moveTo>
                  <a:lnTo>
                    <a:pt x="120650" y="0"/>
                  </a:lnTo>
                  <a:lnTo>
                    <a:pt x="120650" y="7620"/>
                  </a:lnTo>
                  <a:lnTo>
                    <a:pt x="203200" y="7620"/>
                  </a:lnTo>
                  <a:lnTo>
                    <a:pt x="203200" y="0"/>
                  </a:lnTo>
                  <a:close/>
                </a:path>
              </a:pathLst>
            </a:custGeom>
            <a:solidFill>
              <a:srgbClr val="00233E"/>
            </a:solidFill>
          </p:spPr>
          <p:txBody>
            <a:bodyPr wrap="square" lIns="0" tIns="0" rIns="0" bIns="0" rtlCol="0"/>
            <a:lstStyle/>
            <a:p/>
          </p:txBody>
        </p:sp>
        <p:sp>
          <p:nvSpPr>
            <p:cNvPr id="637" name="object 637"/>
            <p:cNvSpPr/>
            <p:nvPr/>
          </p:nvSpPr>
          <p:spPr>
            <a:xfrm>
              <a:off x="1794510" y="1324609"/>
              <a:ext cx="204470" cy="7620"/>
            </a:xfrm>
            <a:custGeom>
              <a:avLst/>
              <a:gdLst/>
              <a:ahLst/>
              <a:cxnLst/>
              <a:rect l="l" t="t" r="r" b="b"/>
              <a:pathLst>
                <a:path w="204469" h="7619">
                  <a:moveTo>
                    <a:pt x="83819" y="0"/>
                  </a:moveTo>
                  <a:lnTo>
                    <a:pt x="0" y="0"/>
                  </a:lnTo>
                  <a:lnTo>
                    <a:pt x="0" y="7619"/>
                  </a:lnTo>
                  <a:lnTo>
                    <a:pt x="83819" y="7619"/>
                  </a:lnTo>
                  <a:lnTo>
                    <a:pt x="83819" y="0"/>
                  </a:lnTo>
                  <a:close/>
                </a:path>
                <a:path w="204469" h="7619">
                  <a:moveTo>
                    <a:pt x="203200" y="0"/>
                  </a:moveTo>
                  <a:lnTo>
                    <a:pt x="120650" y="0"/>
                  </a:lnTo>
                  <a:lnTo>
                    <a:pt x="120650" y="7619"/>
                  </a:lnTo>
                  <a:lnTo>
                    <a:pt x="204469" y="7619"/>
                  </a:lnTo>
                  <a:lnTo>
                    <a:pt x="204469" y="5079"/>
                  </a:lnTo>
                  <a:lnTo>
                    <a:pt x="203200" y="5079"/>
                  </a:lnTo>
                  <a:lnTo>
                    <a:pt x="203200" y="0"/>
                  </a:lnTo>
                  <a:close/>
                </a:path>
              </a:pathLst>
            </a:custGeom>
            <a:solidFill>
              <a:srgbClr val="002240"/>
            </a:solidFill>
          </p:spPr>
          <p:txBody>
            <a:bodyPr wrap="square" lIns="0" tIns="0" rIns="0" bIns="0" rtlCol="0"/>
            <a:lstStyle/>
            <a:p/>
          </p:txBody>
        </p:sp>
        <p:sp>
          <p:nvSpPr>
            <p:cNvPr id="638" name="object 638"/>
            <p:cNvSpPr/>
            <p:nvPr/>
          </p:nvSpPr>
          <p:spPr>
            <a:xfrm>
              <a:off x="1794510" y="1332229"/>
              <a:ext cx="204470" cy="6350"/>
            </a:xfrm>
            <a:custGeom>
              <a:avLst/>
              <a:gdLst/>
              <a:ahLst/>
              <a:cxnLst/>
              <a:rect l="l" t="t" r="r" b="b"/>
              <a:pathLst>
                <a:path w="204469" h="6350">
                  <a:moveTo>
                    <a:pt x="83819" y="0"/>
                  </a:moveTo>
                  <a:lnTo>
                    <a:pt x="0" y="0"/>
                  </a:lnTo>
                  <a:lnTo>
                    <a:pt x="0" y="6350"/>
                  </a:lnTo>
                  <a:lnTo>
                    <a:pt x="82550" y="6350"/>
                  </a:lnTo>
                  <a:lnTo>
                    <a:pt x="82550" y="5080"/>
                  </a:lnTo>
                  <a:lnTo>
                    <a:pt x="83819" y="5080"/>
                  </a:lnTo>
                  <a:lnTo>
                    <a:pt x="83819" y="0"/>
                  </a:lnTo>
                  <a:close/>
                </a:path>
                <a:path w="204469" h="6350">
                  <a:moveTo>
                    <a:pt x="204469" y="0"/>
                  </a:moveTo>
                  <a:lnTo>
                    <a:pt x="120650" y="0"/>
                  </a:lnTo>
                  <a:lnTo>
                    <a:pt x="120650" y="3810"/>
                  </a:lnTo>
                  <a:lnTo>
                    <a:pt x="121919" y="3810"/>
                  </a:lnTo>
                  <a:lnTo>
                    <a:pt x="121919" y="6350"/>
                  </a:lnTo>
                  <a:lnTo>
                    <a:pt x="204469" y="6350"/>
                  </a:lnTo>
                  <a:lnTo>
                    <a:pt x="204469" y="0"/>
                  </a:lnTo>
                  <a:close/>
                </a:path>
              </a:pathLst>
            </a:custGeom>
            <a:solidFill>
              <a:srgbClr val="002241"/>
            </a:solidFill>
          </p:spPr>
          <p:txBody>
            <a:bodyPr wrap="square" lIns="0" tIns="0" rIns="0" bIns="0" rtlCol="0"/>
            <a:lstStyle/>
            <a:p/>
          </p:txBody>
        </p:sp>
        <p:sp>
          <p:nvSpPr>
            <p:cNvPr id="639" name="object 639"/>
            <p:cNvSpPr/>
            <p:nvPr/>
          </p:nvSpPr>
          <p:spPr>
            <a:xfrm>
              <a:off x="1794510" y="133857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2143"/>
            </a:solidFill>
          </p:spPr>
          <p:txBody>
            <a:bodyPr wrap="square" lIns="0" tIns="0" rIns="0" bIns="0" rtlCol="0"/>
            <a:lstStyle/>
            <a:p/>
          </p:txBody>
        </p:sp>
        <p:sp>
          <p:nvSpPr>
            <p:cNvPr id="640" name="object 640"/>
            <p:cNvSpPr/>
            <p:nvPr/>
          </p:nvSpPr>
          <p:spPr>
            <a:xfrm>
              <a:off x="1794510" y="134619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2145"/>
            </a:solidFill>
          </p:spPr>
          <p:txBody>
            <a:bodyPr wrap="square" lIns="0" tIns="0" rIns="0" bIns="0" rtlCol="0"/>
            <a:lstStyle/>
            <a:p/>
          </p:txBody>
        </p:sp>
        <p:sp>
          <p:nvSpPr>
            <p:cNvPr id="641" name="object 641"/>
            <p:cNvSpPr/>
            <p:nvPr/>
          </p:nvSpPr>
          <p:spPr>
            <a:xfrm>
              <a:off x="1794510" y="1353819"/>
              <a:ext cx="204470" cy="6350"/>
            </a:xfrm>
            <a:custGeom>
              <a:avLst/>
              <a:gdLst/>
              <a:ahLst/>
              <a:cxnLst/>
              <a:rect l="l" t="t" r="r" b="b"/>
              <a:pathLst>
                <a:path w="204469" h="6350">
                  <a:moveTo>
                    <a:pt x="82550" y="0"/>
                  </a:moveTo>
                  <a:lnTo>
                    <a:pt x="0" y="0"/>
                  </a:lnTo>
                  <a:lnTo>
                    <a:pt x="0" y="6350"/>
                  </a:lnTo>
                  <a:lnTo>
                    <a:pt x="82550" y="6350"/>
                  </a:lnTo>
                  <a:lnTo>
                    <a:pt x="82550" y="0"/>
                  </a:lnTo>
                  <a:close/>
                </a:path>
                <a:path w="204469" h="6350">
                  <a:moveTo>
                    <a:pt x="204470" y="0"/>
                  </a:moveTo>
                  <a:lnTo>
                    <a:pt x="121920" y="0"/>
                  </a:lnTo>
                  <a:lnTo>
                    <a:pt x="121920" y="6350"/>
                  </a:lnTo>
                  <a:lnTo>
                    <a:pt x="204470" y="6350"/>
                  </a:lnTo>
                  <a:lnTo>
                    <a:pt x="204470" y="0"/>
                  </a:lnTo>
                  <a:close/>
                </a:path>
              </a:pathLst>
            </a:custGeom>
            <a:solidFill>
              <a:srgbClr val="002047"/>
            </a:solidFill>
          </p:spPr>
          <p:txBody>
            <a:bodyPr wrap="square" lIns="0" tIns="0" rIns="0" bIns="0" rtlCol="0"/>
            <a:lstStyle/>
            <a:p/>
          </p:txBody>
        </p:sp>
        <p:sp>
          <p:nvSpPr>
            <p:cNvPr id="642" name="object 642"/>
            <p:cNvSpPr/>
            <p:nvPr/>
          </p:nvSpPr>
          <p:spPr>
            <a:xfrm>
              <a:off x="1794510" y="136016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2048"/>
            </a:solidFill>
          </p:spPr>
          <p:txBody>
            <a:bodyPr wrap="square" lIns="0" tIns="0" rIns="0" bIns="0" rtlCol="0"/>
            <a:lstStyle/>
            <a:p/>
          </p:txBody>
        </p:sp>
        <p:sp>
          <p:nvSpPr>
            <p:cNvPr id="643" name="object 643"/>
            <p:cNvSpPr/>
            <p:nvPr/>
          </p:nvSpPr>
          <p:spPr>
            <a:xfrm>
              <a:off x="1794510" y="136778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204A"/>
            </a:solidFill>
          </p:spPr>
          <p:txBody>
            <a:bodyPr wrap="square" lIns="0" tIns="0" rIns="0" bIns="0" rtlCol="0"/>
            <a:lstStyle/>
            <a:p/>
          </p:txBody>
        </p:sp>
        <p:sp>
          <p:nvSpPr>
            <p:cNvPr id="644" name="object 644"/>
            <p:cNvSpPr/>
            <p:nvPr/>
          </p:nvSpPr>
          <p:spPr>
            <a:xfrm>
              <a:off x="1794510" y="137540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1F4C"/>
            </a:solidFill>
          </p:spPr>
          <p:txBody>
            <a:bodyPr wrap="square" lIns="0" tIns="0" rIns="0" bIns="0" rtlCol="0"/>
            <a:lstStyle/>
            <a:p/>
          </p:txBody>
        </p:sp>
        <p:sp>
          <p:nvSpPr>
            <p:cNvPr id="645" name="object 645"/>
            <p:cNvSpPr/>
            <p:nvPr/>
          </p:nvSpPr>
          <p:spPr>
            <a:xfrm>
              <a:off x="1794510" y="1383029"/>
              <a:ext cx="204470" cy="6350"/>
            </a:xfrm>
            <a:custGeom>
              <a:avLst/>
              <a:gdLst/>
              <a:ahLst/>
              <a:cxnLst/>
              <a:rect l="l" t="t" r="r" b="b"/>
              <a:pathLst>
                <a:path w="204469" h="6350">
                  <a:moveTo>
                    <a:pt x="82550" y="0"/>
                  </a:moveTo>
                  <a:lnTo>
                    <a:pt x="0" y="0"/>
                  </a:lnTo>
                  <a:lnTo>
                    <a:pt x="0" y="6350"/>
                  </a:lnTo>
                  <a:lnTo>
                    <a:pt x="82550" y="6350"/>
                  </a:lnTo>
                  <a:lnTo>
                    <a:pt x="82550" y="0"/>
                  </a:lnTo>
                  <a:close/>
                </a:path>
                <a:path w="204469" h="6350">
                  <a:moveTo>
                    <a:pt x="204470" y="0"/>
                  </a:moveTo>
                  <a:lnTo>
                    <a:pt x="121920" y="0"/>
                  </a:lnTo>
                  <a:lnTo>
                    <a:pt x="121920" y="6350"/>
                  </a:lnTo>
                  <a:lnTo>
                    <a:pt x="204470" y="6350"/>
                  </a:lnTo>
                  <a:lnTo>
                    <a:pt x="204470" y="0"/>
                  </a:lnTo>
                  <a:close/>
                </a:path>
              </a:pathLst>
            </a:custGeom>
            <a:solidFill>
              <a:srgbClr val="001F4E"/>
            </a:solidFill>
          </p:spPr>
          <p:txBody>
            <a:bodyPr wrap="square" lIns="0" tIns="0" rIns="0" bIns="0" rtlCol="0"/>
            <a:lstStyle/>
            <a:p/>
          </p:txBody>
        </p:sp>
        <p:sp>
          <p:nvSpPr>
            <p:cNvPr id="646" name="object 646"/>
            <p:cNvSpPr/>
            <p:nvPr/>
          </p:nvSpPr>
          <p:spPr>
            <a:xfrm>
              <a:off x="1794510" y="138937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1E4F"/>
            </a:solidFill>
          </p:spPr>
          <p:txBody>
            <a:bodyPr wrap="square" lIns="0" tIns="0" rIns="0" bIns="0" rtlCol="0"/>
            <a:lstStyle/>
            <a:p/>
          </p:txBody>
        </p:sp>
        <p:sp>
          <p:nvSpPr>
            <p:cNvPr id="647" name="object 647"/>
            <p:cNvSpPr/>
            <p:nvPr/>
          </p:nvSpPr>
          <p:spPr>
            <a:xfrm>
              <a:off x="1794510" y="139699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001E51"/>
            </a:solidFill>
          </p:spPr>
          <p:txBody>
            <a:bodyPr wrap="square" lIns="0" tIns="0" rIns="0" bIns="0" rtlCol="0"/>
            <a:lstStyle/>
            <a:p/>
          </p:txBody>
        </p:sp>
        <p:sp>
          <p:nvSpPr>
            <p:cNvPr id="648" name="object 648"/>
            <p:cNvSpPr/>
            <p:nvPr/>
          </p:nvSpPr>
          <p:spPr>
            <a:xfrm>
              <a:off x="1794510" y="1404619"/>
              <a:ext cx="204470" cy="6350"/>
            </a:xfrm>
            <a:custGeom>
              <a:avLst/>
              <a:gdLst/>
              <a:ahLst/>
              <a:cxnLst/>
              <a:rect l="l" t="t" r="r" b="b"/>
              <a:pathLst>
                <a:path w="204469" h="6350">
                  <a:moveTo>
                    <a:pt x="82550" y="0"/>
                  </a:moveTo>
                  <a:lnTo>
                    <a:pt x="0" y="0"/>
                  </a:lnTo>
                  <a:lnTo>
                    <a:pt x="0" y="3810"/>
                  </a:lnTo>
                  <a:lnTo>
                    <a:pt x="82550" y="3810"/>
                  </a:lnTo>
                  <a:lnTo>
                    <a:pt x="82550" y="0"/>
                  </a:lnTo>
                  <a:close/>
                </a:path>
                <a:path w="204469" h="6350">
                  <a:moveTo>
                    <a:pt x="83820" y="3822"/>
                  </a:moveTo>
                  <a:lnTo>
                    <a:pt x="0" y="3822"/>
                  </a:lnTo>
                  <a:lnTo>
                    <a:pt x="0" y="6350"/>
                  </a:lnTo>
                  <a:lnTo>
                    <a:pt x="83820" y="6350"/>
                  </a:lnTo>
                  <a:lnTo>
                    <a:pt x="83820" y="3822"/>
                  </a:lnTo>
                  <a:close/>
                </a:path>
                <a:path w="204469" h="6350">
                  <a:moveTo>
                    <a:pt x="204470" y="3822"/>
                  </a:moveTo>
                  <a:lnTo>
                    <a:pt x="121920" y="3822"/>
                  </a:lnTo>
                  <a:lnTo>
                    <a:pt x="121920" y="6350"/>
                  </a:lnTo>
                  <a:lnTo>
                    <a:pt x="204470" y="6350"/>
                  </a:lnTo>
                  <a:lnTo>
                    <a:pt x="204470" y="3822"/>
                  </a:lnTo>
                  <a:close/>
                </a:path>
                <a:path w="204469" h="6350">
                  <a:moveTo>
                    <a:pt x="204470" y="0"/>
                  </a:moveTo>
                  <a:lnTo>
                    <a:pt x="121920" y="0"/>
                  </a:lnTo>
                  <a:lnTo>
                    <a:pt x="121920" y="3810"/>
                  </a:lnTo>
                  <a:lnTo>
                    <a:pt x="204470" y="3810"/>
                  </a:lnTo>
                  <a:lnTo>
                    <a:pt x="204470" y="0"/>
                  </a:lnTo>
                  <a:close/>
                </a:path>
              </a:pathLst>
            </a:custGeom>
            <a:solidFill>
              <a:srgbClr val="001D53"/>
            </a:solidFill>
          </p:spPr>
          <p:txBody>
            <a:bodyPr wrap="square" lIns="0" tIns="0" rIns="0" bIns="0" rtlCol="0"/>
            <a:lstStyle/>
            <a:p/>
          </p:txBody>
        </p:sp>
        <p:sp>
          <p:nvSpPr>
            <p:cNvPr id="649" name="object 649"/>
            <p:cNvSpPr/>
            <p:nvPr/>
          </p:nvSpPr>
          <p:spPr>
            <a:xfrm>
              <a:off x="1794510" y="1410969"/>
              <a:ext cx="204470" cy="7620"/>
            </a:xfrm>
            <a:custGeom>
              <a:avLst/>
              <a:gdLst/>
              <a:ahLst/>
              <a:cxnLst/>
              <a:rect l="l" t="t" r="r" b="b"/>
              <a:pathLst>
                <a:path w="204469" h="7619">
                  <a:moveTo>
                    <a:pt x="83820" y="0"/>
                  </a:moveTo>
                  <a:lnTo>
                    <a:pt x="0" y="0"/>
                  </a:lnTo>
                  <a:lnTo>
                    <a:pt x="0" y="7620"/>
                  </a:lnTo>
                  <a:lnTo>
                    <a:pt x="83820" y="7620"/>
                  </a:lnTo>
                  <a:lnTo>
                    <a:pt x="83820" y="0"/>
                  </a:lnTo>
                  <a:close/>
                </a:path>
                <a:path w="204469" h="7619">
                  <a:moveTo>
                    <a:pt x="204470" y="0"/>
                  </a:moveTo>
                  <a:lnTo>
                    <a:pt x="121920" y="0"/>
                  </a:lnTo>
                  <a:lnTo>
                    <a:pt x="121920" y="7620"/>
                  </a:lnTo>
                  <a:lnTo>
                    <a:pt x="204470" y="7620"/>
                  </a:lnTo>
                  <a:lnTo>
                    <a:pt x="204470" y="0"/>
                  </a:lnTo>
                  <a:close/>
                </a:path>
              </a:pathLst>
            </a:custGeom>
            <a:solidFill>
              <a:srgbClr val="001D55"/>
            </a:solidFill>
          </p:spPr>
          <p:txBody>
            <a:bodyPr wrap="square" lIns="0" tIns="0" rIns="0" bIns="0" rtlCol="0"/>
            <a:lstStyle/>
            <a:p/>
          </p:txBody>
        </p:sp>
        <p:sp>
          <p:nvSpPr>
            <p:cNvPr id="650" name="object 650"/>
            <p:cNvSpPr/>
            <p:nvPr/>
          </p:nvSpPr>
          <p:spPr>
            <a:xfrm>
              <a:off x="1794510" y="1418589"/>
              <a:ext cx="204470" cy="7620"/>
            </a:xfrm>
            <a:custGeom>
              <a:avLst/>
              <a:gdLst/>
              <a:ahLst/>
              <a:cxnLst/>
              <a:rect l="l" t="t" r="r" b="b"/>
              <a:pathLst>
                <a:path w="204469" h="7619">
                  <a:moveTo>
                    <a:pt x="83819" y="0"/>
                  </a:moveTo>
                  <a:lnTo>
                    <a:pt x="0" y="0"/>
                  </a:lnTo>
                  <a:lnTo>
                    <a:pt x="0" y="7620"/>
                  </a:lnTo>
                  <a:lnTo>
                    <a:pt x="85089" y="7620"/>
                  </a:lnTo>
                  <a:lnTo>
                    <a:pt x="85089" y="1270"/>
                  </a:lnTo>
                  <a:lnTo>
                    <a:pt x="83819" y="1270"/>
                  </a:lnTo>
                  <a:lnTo>
                    <a:pt x="83819" y="0"/>
                  </a:lnTo>
                  <a:close/>
                </a:path>
                <a:path w="204469" h="7619">
                  <a:moveTo>
                    <a:pt x="204469" y="0"/>
                  </a:moveTo>
                  <a:lnTo>
                    <a:pt x="121919" y="0"/>
                  </a:lnTo>
                  <a:lnTo>
                    <a:pt x="121919" y="1270"/>
                  </a:lnTo>
                  <a:lnTo>
                    <a:pt x="120650" y="1270"/>
                  </a:lnTo>
                  <a:lnTo>
                    <a:pt x="120650" y="7620"/>
                  </a:lnTo>
                  <a:lnTo>
                    <a:pt x="204469" y="7620"/>
                  </a:lnTo>
                  <a:lnTo>
                    <a:pt x="204469" y="0"/>
                  </a:lnTo>
                  <a:close/>
                </a:path>
              </a:pathLst>
            </a:custGeom>
            <a:solidFill>
              <a:srgbClr val="001D56"/>
            </a:solidFill>
          </p:spPr>
          <p:txBody>
            <a:bodyPr wrap="square" lIns="0" tIns="0" rIns="0" bIns="0" rtlCol="0"/>
            <a:lstStyle/>
            <a:p/>
          </p:txBody>
        </p:sp>
        <p:sp>
          <p:nvSpPr>
            <p:cNvPr id="651" name="object 651"/>
            <p:cNvSpPr/>
            <p:nvPr/>
          </p:nvSpPr>
          <p:spPr>
            <a:xfrm>
              <a:off x="1794510" y="1426209"/>
              <a:ext cx="204470" cy="6350"/>
            </a:xfrm>
            <a:custGeom>
              <a:avLst/>
              <a:gdLst/>
              <a:ahLst/>
              <a:cxnLst/>
              <a:rect l="l" t="t" r="r" b="b"/>
              <a:pathLst>
                <a:path w="204469" h="6350">
                  <a:moveTo>
                    <a:pt x="85090" y="0"/>
                  </a:moveTo>
                  <a:lnTo>
                    <a:pt x="0" y="0"/>
                  </a:lnTo>
                  <a:lnTo>
                    <a:pt x="0" y="6350"/>
                  </a:lnTo>
                  <a:lnTo>
                    <a:pt x="85090" y="6350"/>
                  </a:lnTo>
                  <a:lnTo>
                    <a:pt x="85090" y="0"/>
                  </a:lnTo>
                  <a:close/>
                </a:path>
                <a:path w="204469" h="6350">
                  <a:moveTo>
                    <a:pt x="204470" y="0"/>
                  </a:moveTo>
                  <a:lnTo>
                    <a:pt x="120650" y="0"/>
                  </a:lnTo>
                  <a:lnTo>
                    <a:pt x="120650" y="5080"/>
                  </a:lnTo>
                  <a:lnTo>
                    <a:pt x="119380" y="5080"/>
                  </a:lnTo>
                  <a:lnTo>
                    <a:pt x="119380" y="6350"/>
                  </a:lnTo>
                  <a:lnTo>
                    <a:pt x="203187" y="6350"/>
                  </a:lnTo>
                  <a:lnTo>
                    <a:pt x="203187" y="5080"/>
                  </a:lnTo>
                  <a:lnTo>
                    <a:pt x="204470" y="5080"/>
                  </a:lnTo>
                  <a:lnTo>
                    <a:pt x="204470" y="0"/>
                  </a:lnTo>
                  <a:close/>
                </a:path>
              </a:pathLst>
            </a:custGeom>
            <a:solidFill>
              <a:srgbClr val="001C58"/>
            </a:solidFill>
          </p:spPr>
          <p:txBody>
            <a:bodyPr wrap="square" lIns="0" tIns="0" rIns="0" bIns="0" rtlCol="0"/>
            <a:lstStyle/>
            <a:p/>
          </p:txBody>
        </p:sp>
        <p:sp>
          <p:nvSpPr>
            <p:cNvPr id="652" name="object 652"/>
            <p:cNvSpPr/>
            <p:nvPr/>
          </p:nvSpPr>
          <p:spPr>
            <a:xfrm>
              <a:off x="1794510" y="1432559"/>
              <a:ext cx="203200" cy="7620"/>
            </a:xfrm>
            <a:custGeom>
              <a:avLst/>
              <a:gdLst/>
              <a:ahLst/>
              <a:cxnLst/>
              <a:rect l="l" t="t" r="r" b="b"/>
              <a:pathLst>
                <a:path w="203200" h="7619">
                  <a:moveTo>
                    <a:pt x="85089" y="0"/>
                  </a:moveTo>
                  <a:lnTo>
                    <a:pt x="0" y="0"/>
                  </a:lnTo>
                  <a:lnTo>
                    <a:pt x="0" y="7619"/>
                  </a:lnTo>
                  <a:lnTo>
                    <a:pt x="86360" y="7619"/>
                  </a:lnTo>
                  <a:lnTo>
                    <a:pt x="86360" y="6350"/>
                  </a:lnTo>
                  <a:lnTo>
                    <a:pt x="85089" y="6350"/>
                  </a:lnTo>
                  <a:lnTo>
                    <a:pt x="85089" y="0"/>
                  </a:lnTo>
                  <a:close/>
                </a:path>
                <a:path w="203200" h="7619">
                  <a:moveTo>
                    <a:pt x="203199" y="0"/>
                  </a:moveTo>
                  <a:lnTo>
                    <a:pt x="119379" y="0"/>
                  </a:lnTo>
                  <a:lnTo>
                    <a:pt x="119379" y="7619"/>
                  </a:lnTo>
                  <a:lnTo>
                    <a:pt x="203199" y="7619"/>
                  </a:lnTo>
                  <a:lnTo>
                    <a:pt x="203199" y="0"/>
                  </a:lnTo>
                  <a:close/>
                </a:path>
              </a:pathLst>
            </a:custGeom>
            <a:solidFill>
              <a:srgbClr val="001C5A"/>
            </a:solidFill>
          </p:spPr>
          <p:txBody>
            <a:bodyPr wrap="square" lIns="0" tIns="0" rIns="0" bIns="0" rtlCol="0"/>
            <a:lstStyle/>
            <a:p/>
          </p:txBody>
        </p:sp>
        <p:sp>
          <p:nvSpPr>
            <p:cNvPr id="653" name="object 653"/>
            <p:cNvSpPr/>
            <p:nvPr/>
          </p:nvSpPr>
          <p:spPr>
            <a:xfrm>
              <a:off x="1794510" y="1440179"/>
              <a:ext cx="203200" cy="7620"/>
            </a:xfrm>
            <a:custGeom>
              <a:avLst/>
              <a:gdLst/>
              <a:ahLst/>
              <a:cxnLst/>
              <a:rect l="l" t="t" r="r" b="b"/>
              <a:pathLst>
                <a:path w="203200" h="7619">
                  <a:moveTo>
                    <a:pt x="86360" y="0"/>
                  </a:moveTo>
                  <a:lnTo>
                    <a:pt x="0" y="0"/>
                  </a:lnTo>
                  <a:lnTo>
                    <a:pt x="0" y="7620"/>
                  </a:lnTo>
                  <a:lnTo>
                    <a:pt x="87630" y="7620"/>
                  </a:lnTo>
                  <a:lnTo>
                    <a:pt x="87630" y="5080"/>
                  </a:lnTo>
                  <a:lnTo>
                    <a:pt x="86360" y="5080"/>
                  </a:lnTo>
                  <a:lnTo>
                    <a:pt x="86360" y="0"/>
                  </a:lnTo>
                  <a:close/>
                </a:path>
                <a:path w="203200" h="7619">
                  <a:moveTo>
                    <a:pt x="203199" y="0"/>
                  </a:moveTo>
                  <a:lnTo>
                    <a:pt x="119379" y="0"/>
                  </a:lnTo>
                  <a:lnTo>
                    <a:pt x="119379" y="7620"/>
                  </a:lnTo>
                  <a:lnTo>
                    <a:pt x="203199" y="7620"/>
                  </a:lnTo>
                  <a:lnTo>
                    <a:pt x="203199" y="0"/>
                  </a:lnTo>
                  <a:close/>
                </a:path>
              </a:pathLst>
            </a:custGeom>
            <a:solidFill>
              <a:srgbClr val="001B5C"/>
            </a:solidFill>
          </p:spPr>
          <p:txBody>
            <a:bodyPr wrap="square" lIns="0" tIns="0" rIns="0" bIns="0" rtlCol="0"/>
            <a:lstStyle/>
            <a:p/>
          </p:txBody>
        </p:sp>
        <p:sp>
          <p:nvSpPr>
            <p:cNvPr id="654" name="object 654"/>
            <p:cNvSpPr/>
            <p:nvPr/>
          </p:nvSpPr>
          <p:spPr>
            <a:xfrm>
              <a:off x="1794510" y="1447799"/>
              <a:ext cx="203200" cy="7620"/>
            </a:xfrm>
            <a:custGeom>
              <a:avLst/>
              <a:gdLst/>
              <a:ahLst/>
              <a:cxnLst/>
              <a:rect l="l" t="t" r="r" b="b"/>
              <a:pathLst>
                <a:path w="203200" h="7619">
                  <a:moveTo>
                    <a:pt x="88900" y="5080"/>
                  </a:moveTo>
                  <a:lnTo>
                    <a:pt x="87630" y="5080"/>
                  </a:lnTo>
                  <a:lnTo>
                    <a:pt x="87630" y="0"/>
                  </a:lnTo>
                  <a:lnTo>
                    <a:pt x="0" y="0"/>
                  </a:lnTo>
                  <a:lnTo>
                    <a:pt x="0" y="5080"/>
                  </a:lnTo>
                  <a:lnTo>
                    <a:pt x="0" y="7620"/>
                  </a:lnTo>
                  <a:lnTo>
                    <a:pt x="88900" y="7620"/>
                  </a:lnTo>
                  <a:lnTo>
                    <a:pt x="88900" y="5080"/>
                  </a:lnTo>
                  <a:close/>
                </a:path>
                <a:path w="203200" h="7619">
                  <a:moveTo>
                    <a:pt x="203200" y="0"/>
                  </a:moveTo>
                  <a:lnTo>
                    <a:pt x="118110" y="0"/>
                  </a:lnTo>
                  <a:lnTo>
                    <a:pt x="118110" y="6350"/>
                  </a:lnTo>
                  <a:lnTo>
                    <a:pt x="116840" y="6350"/>
                  </a:lnTo>
                  <a:lnTo>
                    <a:pt x="116840" y="7620"/>
                  </a:lnTo>
                  <a:lnTo>
                    <a:pt x="203200" y="7620"/>
                  </a:lnTo>
                  <a:lnTo>
                    <a:pt x="203200" y="6350"/>
                  </a:lnTo>
                  <a:lnTo>
                    <a:pt x="203200" y="0"/>
                  </a:lnTo>
                  <a:close/>
                </a:path>
              </a:pathLst>
            </a:custGeom>
            <a:solidFill>
              <a:srgbClr val="001B5D"/>
            </a:solidFill>
          </p:spPr>
          <p:txBody>
            <a:bodyPr wrap="square" lIns="0" tIns="0" rIns="0" bIns="0" rtlCol="0"/>
            <a:lstStyle/>
            <a:p/>
          </p:txBody>
        </p:sp>
        <p:sp>
          <p:nvSpPr>
            <p:cNvPr id="655" name="object 655"/>
            <p:cNvSpPr/>
            <p:nvPr/>
          </p:nvSpPr>
          <p:spPr>
            <a:xfrm>
              <a:off x="1794510" y="1455419"/>
              <a:ext cx="203200" cy="6350"/>
            </a:xfrm>
            <a:custGeom>
              <a:avLst/>
              <a:gdLst/>
              <a:ahLst/>
              <a:cxnLst/>
              <a:rect l="l" t="t" r="r" b="b"/>
              <a:pathLst>
                <a:path w="203200" h="6350">
                  <a:moveTo>
                    <a:pt x="90170" y="5080"/>
                  </a:moveTo>
                  <a:lnTo>
                    <a:pt x="88900" y="5080"/>
                  </a:lnTo>
                  <a:lnTo>
                    <a:pt x="88900" y="0"/>
                  </a:lnTo>
                  <a:lnTo>
                    <a:pt x="0" y="0"/>
                  </a:lnTo>
                  <a:lnTo>
                    <a:pt x="0" y="5080"/>
                  </a:lnTo>
                  <a:lnTo>
                    <a:pt x="0" y="6350"/>
                  </a:lnTo>
                  <a:lnTo>
                    <a:pt x="90170" y="6350"/>
                  </a:lnTo>
                  <a:lnTo>
                    <a:pt x="90170" y="5080"/>
                  </a:lnTo>
                  <a:close/>
                </a:path>
                <a:path w="203200" h="6350">
                  <a:moveTo>
                    <a:pt x="203200" y="0"/>
                  </a:moveTo>
                  <a:lnTo>
                    <a:pt x="116840" y="0"/>
                  </a:lnTo>
                  <a:lnTo>
                    <a:pt x="116840" y="6350"/>
                  </a:lnTo>
                  <a:lnTo>
                    <a:pt x="203200" y="6350"/>
                  </a:lnTo>
                  <a:lnTo>
                    <a:pt x="203200" y="0"/>
                  </a:lnTo>
                  <a:close/>
                </a:path>
              </a:pathLst>
            </a:custGeom>
            <a:solidFill>
              <a:srgbClr val="001A5F"/>
            </a:solidFill>
          </p:spPr>
          <p:txBody>
            <a:bodyPr wrap="square" lIns="0" tIns="0" rIns="0" bIns="0" rtlCol="0"/>
            <a:lstStyle/>
            <a:p/>
          </p:txBody>
        </p:sp>
        <p:sp>
          <p:nvSpPr>
            <p:cNvPr id="656" name="object 656"/>
            <p:cNvSpPr/>
            <p:nvPr/>
          </p:nvSpPr>
          <p:spPr>
            <a:xfrm>
              <a:off x="1794510" y="1461769"/>
              <a:ext cx="203200" cy="7620"/>
            </a:xfrm>
            <a:custGeom>
              <a:avLst/>
              <a:gdLst/>
              <a:ahLst/>
              <a:cxnLst/>
              <a:rect l="l" t="t" r="r" b="b"/>
              <a:pathLst>
                <a:path w="203200" h="7619">
                  <a:moveTo>
                    <a:pt x="92710" y="5080"/>
                  </a:moveTo>
                  <a:lnTo>
                    <a:pt x="91440" y="5080"/>
                  </a:lnTo>
                  <a:lnTo>
                    <a:pt x="91440" y="1270"/>
                  </a:lnTo>
                  <a:lnTo>
                    <a:pt x="90170" y="1270"/>
                  </a:lnTo>
                  <a:lnTo>
                    <a:pt x="90170" y="0"/>
                  </a:lnTo>
                  <a:lnTo>
                    <a:pt x="0" y="0"/>
                  </a:lnTo>
                  <a:lnTo>
                    <a:pt x="0" y="1270"/>
                  </a:lnTo>
                  <a:lnTo>
                    <a:pt x="0" y="5080"/>
                  </a:lnTo>
                  <a:lnTo>
                    <a:pt x="0" y="7620"/>
                  </a:lnTo>
                  <a:lnTo>
                    <a:pt x="92710" y="7620"/>
                  </a:lnTo>
                  <a:lnTo>
                    <a:pt x="92710" y="5080"/>
                  </a:lnTo>
                  <a:close/>
                </a:path>
                <a:path w="203200" h="7619">
                  <a:moveTo>
                    <a:pt x="203200" y="0"/>
                  </a:moveTo>
                  <a:lnTo>
                    <a:pt x="115570" y="0"/>
                  </a:lnTo>
                  <a:lnTo>
                    <a:pt x="115570" y="2540"/>
                  </a:lnTo>
                  <a:lnTo>
                    <a:pt x="114300" y="2540"/>
                  </a:lnTo>
                  <a:lnTo>
                    <a:pt x="114300" y="6350"/>
                  </a:lnTo>
                  <a:lnTo>
                    <a:pt x="113030" y="6350"/>
                  </a:lnTo>
                  <a:lnTo>
                    <a:pt x="113030" y="7620"/>
                  </a:lnTo>
                  <a:lnTo>
                    <a:pt x="201930" y="7620"/>
                  </a:lnTo>
                  <a:lnTo>
                    <a:pt x="201930" y="6350"/>
                  </a:lnTo>
                  <a:lnTo>
                    <a:pt x="201930" y="2540"/>
                  </a:lnTo>
                  <a:lnTo>
                    <a:pt x="203200" y="2540"/>
                  </a:lnTo>
                  <a:lnTo>
                    <a:pt x="203200" y="0"/>
                  </a:lnTo>
                  <a:close/>
                </a:path>
              </a:pathLst>
            </a:custGeom>
            <a:solidFill>
              <a:srgbClr val="001A61"/>
            </a:solidFill>
          </p:spPr>
          <p:txBody>
            <a:bodyPr wrap="square" lIns="0" tIns="0" rIns="0" bIns="0" rtlCol="0"/>
            <a:lstStyle/>
            <a:p/>
          </p:txBody>
        </p:sp>
        <p:sp>
          <p:nvSpPr>
            <p:cNvPr id="657" name="object 657"/>
            <p:cNvSpPr/>
            <p:nvPr/>
          </p:nvSpPr>
          <p:spPr>
            <a:xfrm>
              <a:off x="1794510" y="1469389"/>
              <a:ext cx="201930" cy="7620"/>
            </a:xfrm>
            <a:custGeom>
              <a:avLst/>
              <a:gdLst/>
              <a:ahLst/>
              <a:cxnLst/>
              <a:rect l="l" t="t" r="r" b="b"/>
              <a:pathLst>
                <a:path w="201930" h="7619">
                  <a:moveTo>
                    <a:pt x="96520" y="6350"/>
                  </a:moveTo>
                  <a:lnTo>
                    <a:pt x="95250" y="6350"/>
                  </a:lnTo>
                  <a:lnTo>
                    <a:pt x="95250" y="5080"/>
                  </a:lnTo>
                  <a:lnTo>
                    <a:pt x="93980" y="5080"/>
                  </a:lnTo>
                  <a:lnTo>
                    <a:pt x="93980" y="2540"/>
                  </a:lnTo>
                  <a:lnTo>
                    <a:pt x="93980" y="1270"/>
                  </a:lnTo>
                  <a:lnTo>
                    <a:pt x="92710" y="1270"/>
                  </a:lnTo>
                  <a:lnTo>
                    <a:pt x="92710" y="0"/>
                  </a:lnTo>
                  <a:lnTo>
                    <a:pt x="0" y="0"/>
                  </a:lnTo>
                  <a:lnTo>
                    <a:pt x="0" y="1270"/>
                  </a:lnTo>
                  <a:lnTo>
                    <a:pt x="0" y="2540"/>
                  </a:lnTo>
                  <a:lnTo>
                    <a:pt x="0" y="5080"/>
                  </a:lnTo>
                  <a:lnTo>
                    <a:pt x="0" y="6350"/>
                  </a:lnTo>
                  <a:lnTo>
                    <a:pt x="0" y="7620"/>
                  </a:lnTo>
                  <a:lnTo>
                    <a:pt x="96520" y="7620"/>
                  </a:lnTo>
                  <a:lnTo>
                    <a:pt x="96520" y="6350"/>
                  </a:lnTo>
                  <a:close/>
                </a:path>
                <a:path w="201930" h="7619">
                  <a:moveTo>
                    <a:pt x="201930" y="0"/>
                  </a:moveTo>
                  <a:lnTo>
                    <a:pt x="113030" y="0"/>
                  </a:lnTo>
                  <a:lnTo>
                    <a:pt x="113030" y="2540"/>
                  </a:lnTo>
                  <a:lnTo>
                    <a:pt x="111760" y="2540"/>
                  </a:lnTo>
                  <a:lnTo>
                    <a:pt x="111760" y="5080"/>
                  </a:lnTo>
                  <a:lnTo>
                    <a:pt x="110490" y="5080"/>
                  </a:lnTo>
                  <a:lnTo>
                    <a:pt x="110490" y="7620"/>
                  </a:lnTo>
                  <a:lnTo>
                    <a:pt x="201930" y="7620"/>
                  </a:lnTo>
                  <a:lnTo>
                    <a:pt x="201930" y="5080"/>
                  </a:lnTo>
                  <a:lnTo>
                    <a:pt x="201930" y="2540"/>
                  </a:lnTo>
                  <a:lnTo>
                    <a:pt x="201930" y="0"/>
                  </a:lnTo>
                  <a:close/>
                </a:path>
              </a:pathLst>
            </a:custGeom>
            <a:solidFill>
              <a:srgbClr val="001963"/>
            </a:solidFill>
          </p:spPr>
          <p:txBody>
            <a:bodyPr wrap="square" lIns="0" tIns="0" rIns="0" bIns="0" rtlCol="0"/>
            <a:lstStyle/>
            <a:p/>
          </p:txBody>
        </p:sp>
        <p:sp>
          <p:nvSpPr>
            <p:cNvPr id="658" name="object 658"/>
            <p:cNvSpPr/>
            <p:nvPr/>
          </p:nvSpPr>
          <p:spPr>
            <a:xfrm>
              <a:off x="1794510" y="1477009"/>
              <a:ext cx="201930" cy="13970"/>
            </a:xfrm>
            <a:custGeom>
              <a:avLst/>
              <a:gdLst/>
              <a:ahLst/>
              <a:cxnLst/>
              <a:rect l="l" t="t" r="r" b="b"/>
              <a:pathLst>
                <a:path w="201930" h="13969">
                  <a:moveTo>
                    <a:pt x="201930" y="0"/>
                  </a:moveTo>
                  <a:lnTo>
                    <a:pt x="110490" y="0"/>
                  </a:lnTo>
                  <a:lnTo>
                    <a:pt x="110490" y="1270"/>
                  </a:lnTo>
                  <a:lnTo>
                    <a:pt x="109220" y="1270"/>
                  </a:lnTo>
                  <a:lnTo>
                    <a:pt x="109220" y="2540"/>
                  </a:lnTo>
                  <a:lnTo>
                    <a:pt x="107950" y="2540"/>
                  </a:lnTo>
                  <a:lnTo>
                    <a:pt x="107950" y="3810"/>
                  </a:lnTo>
                  <a:lnTo>
                    <a:pt x="106680" y="3810"/>
                  </a:lnTo>
                  <a:lnTo>
                    <a:pt x="106680" y="5080"/>
                  </a:lnTo>
                  <a:lnTo>
                    <a:pt x="105410" y="5080"/>
                  </a:lnTo>
                  <a:lnTo>
                    <a:pt x="105410" y="6350"/>
                  </a:lnTo>
                  <a:lnTo>
                    <a:pt x="105410" y="7620"/>
                  </a:lnTo>
                  <a:lnTo>
                    <a:pt x="101600" y="7620"/>
                  </a:lnTo>
                  <a:lnTo>
                    <a:pt x="101600" y="6350"/>
                  </a:lnTo>
                  <a:lnTo>
                    <a:pt x="101600" y="5080"/>
                  </a:lnTo>
                  <a:lnTo>
                    <a:pt x="100330" y="5080"/>
                  </a:lnTo>
                  <a:lnTo>
                    <a:pt x="100330" y="3810"/>
                  </a:lnTo>
                  <a:lnTo>
                    <a:pt x="99060" y="3810"/>
                  </a:lnTo>
                  <a:lnTo>
                    <a:pt x="99060" y="1270"/>
                  </a:lnTo>
                  <a:lnTo>
                    <a:pt x="96520" y="1270"/>
                  </a:lnTo>
                  <a:lnTo>
                    <a:pt x="96520" y="0"/>
                  </a:lnTo>
                  <a:lnTo>
                    <a:pt x="0" y="0"/>
                  </a:lnTo>
                  <a:lnTo>
                    <a:pt x="0" y="13970"/>
                  </a:lnTo>
                  <a:lnTo>
                    <a:pt x="200660" y="13970"/>
                  </a:lnTo>
                  <a:lnTo>
                    <a:pt x="200660" y="10160"/>
                  </a:lnTo>
                  <a:lnTo>
                    <a:pt x="201930" y="10160"/>
                  </a:lnTo>
                  <a:lnTo>
                    <a:pt x="201930" y="7620"/>
                  </a:lnTo>
                  <a:lnTo>
                    <a:pt x="201930" y="1270"/>
                  </a:lnTo>
                  <a:lnTo>
                    <a:pt x="201930" y="0"/>
                  </a:lnTo>
                  <a:close/>
                </a:path>
              </a:pathLst>
            </a:custGeom>
            <a:solidFill>
              <a:srgbClr val="001966"/>
            </a:solidFill>
          </p:spPr>
          <p:txBody>
            <a:bodyPr wrap="square" lIns="0" tIns="0" rIns="0" bIns="0" rtlCol="0"/>
            <a:lstStyle/>
            <a:p/>
          </p:txBody>
        </p:sp>
        <p:sp>
          <p:nvSpPr>
            <p:cNvPr id="659" name="object 659"/>
            <p:cNvSpPr/>
            <p:nvPr/>
          </p:nvSpPr>
          <p:spPr>
            <a:xfrm>
              <a:off x="1794510" y="1490979"/>
              <a:ext cx="200660" cy="7620"/>
            </a:xfrm>
            <a:custGeom>
              <a:avLst/>
              <a:gdLst/>
              <a:ahLst/>
              <a:cxnLst/>
              <a:rect l="l" t="t" r="r" b="b"/>
              <a:pathLst>
                <a:path w="200660" h="7619">
                  <a:moveTo>
                    <a:pt x="0" y="7620"/>
                  </a:moveTo>
                  <a:lnTo>
                    <a:pt x="0" y="0"/>
                  </a:lnTo>
                  <a:lnTo>
                    <a:pt x="200660" y="0"/>
                  </a:lnTo>
                  <a:lnTo>
                    <a:pt x="200660" y="7620"/>
                  </a:lnTo>
                  <a:lnTo>
                    <a:pt x="0" y="7620"/>
                  </a:lnTo>
                  <a:close/>
                </a:path>
              </a:pathLst>
            </a:custGeom>
            <a:solidFill>
              <a:srgbClr val="001868"/>
            </a:solidFill>
          </p:spPr>
          <p:txBody>
            <a:bodyPr wrap="square" lIns="0" tIns="0" rIns="0" bIns="0" rtlCol="0"/>
            <a:lstStyle/>
            <a:p/>
          </p:txBody>
        </p:sp>
        <p:sp>
          <p:nvSpPr>
            <p:cNvPr id="660" name="object 660"/>
            <p:cNvSpPr/>
            <p:nvPr/>
          </p:nvSpPr>
          <p:spPr>
            <a:xfrm>
              <a:off x="1794510" y="1498599"/>
              <a:ext cx="200660" cy="7620"/>
            </a:xfrm>
            <a:custGeom>
              <a:avLst/>
              <a:gdLst/>
              <a:ahLst/>
              <a:cxnLst/>
              <a:rect l="l" t="t" r="r" b="b"/>
              <a:pathLst>
                <a:path w="200660" h="7619">
                  <a:moveTo>
                    <a:pt x="200660" y="0"/>
                  </a:moveTo>
                  <a:lnTo>
                    <a:pt x="0" y="0"/>
                  </a:lnTo>
                  <a:lnTo>
                    <a:pt x="0" y="3810"/>
                  </a:lnTo>
                  <a:lnTo>
                    <a:pt x="0" y="7620"/>
                  </a:lnTo>
                  <a:lnTo>
                    <a:pt x="199390" y="7620"/>
                  </a:lnTo>
                  <a:lnTo>
                    <a:pt x="199390" y="3810"/>
                  </a:lnTo>
                  <a:lnTo>
                    <a:pt x="200660" y="3810"/>
                  </a:lnTo>
                  <a:lnTo>
                    <a:pt x="200660" y="0"/>
                  </a:lnTo>
                  <a:close/>
                </a:path>
              </a:pathLst>
            </a:custGeom>
            <a:solidFill>
              <a:srgbClr val="00186A"/>
            </a:solidFill>
          </p:spPr>
          <p:txBody>
            <a:bodyPr wrap="square" lIns="0" tIns="0" rIns="0" bIns="0" rtlCol="0"/>
            <a:lstStyle/>
            <a:p/>
          </p:txBody>
        </p:sp>
        <p:sp>
          <p:nvSpPr>
            <p:cNvPr id="661" name="object 661"/>
            <p:cNvSpPr/>
            <p:nvPr/>
          </p:nvSpPr>
          <p:spPr>
            <a:xfrm>
              <a:off x="1794510" y="1506219"/>
              <a:ext cx="199390" cy="6350"/>
            </a:xfrm>
            <a:custGeom>
              <a:avLst/>
              <a:gdLst/>
              <a:ahLst/>
              <a:cxnLst/>
              <a:rect l="l" t="t" r="r" b="b"/>
              <a:pathLst>
                <a:path w="199389" h="6350">
                  <a:moveTo>
                    <a:pt x="0" y="6350"/>
                  </a:moveTo>
                  <a:lnTo>
                    <a:pt x="0" y="0"/>
                  </a:lnTo>
                  <a:lnTo>
                    <a:pt x="199389" y="0"/>
                  </a:lnTo>
                  <a:lnTo>
                    <a:pt x="199389" y="6350"/>
                  </a:lnTo>
                  <a:lnTo>
                    <a:pt x="0" y="6350"/>
                  </a:lnTo>
                  <a:close/>
                </a:path>
              </a:pathLst>
            </a:custGeom>
            <a:solidFill>
              <a:srgbClr val="00176C"/>
            </a:solidFill>
          </p:spPr>
          <p:txBody>
            <a:bodyPr wrap="square" lIns="0" tIns="0" rIns="0" bIns="0" rtlCol="0"/>
            <a:lstStyle/>
            <a:p/>
          </p:txBody>
        </p:sp>
        <p:sp>
          <p:nvSpPr>
            <p:cNvPr id="662" name="object 662"/>
            <p:cNvSpPr/>
            <p:nvPr/>
          </p:nvSpPr>
          <p:spPr>
            <a:xfrm>
              <a:off x="1794510" y="1512569"/>
              <a:ext cx="199390" cy="7620"/>
            </a:xfrm>
            <a:custGeom>
              <a:avLst/>
              <a:gdLst/>
              <a:ahLst/>
              <a:cxnLst/>
              <a:rect l="l" t="t" r="r" b="b"/>
              <a:pathLst>
                <a:path w="199389" h="7619">
                  <a:moveTo>
                    <a:pt x="199390" y="0"/>
                  </a:moveTo>
                  <a:lnTo>
                    <a:pt x="0" y="0"/>
                  </a:lnTo>
                  <a:lnTo>
                    <a:pt x="0" y="2540"/>
                  </a:lnTo>
                  <a:lnTo>
                    <a:pt x="0" y="7620"/>
                  </a:lnTo>
                  <a:lnTo>
                    <a:pt x="198120" y="7620"/>
                  </a:lnTo>
                  <a:lnTo>
                    <a:pt x="198120" y="2540"/>
                  </a:lnTo>
                  <a:lnTo>
                    <a:pt x="199390" y="2540"/>
                  </a:lnTo>
                  <a:lnTo>
                    <a:pt x="199390" y="0"/>
                  </a:lnTo>
                  <a:close/>
                </a:path>
              </a:pathLst>
            </a:custGeom>
            <a:solidFill>
              <a:srgbClr val="00176D"/>
            </a:solidFill>
          </p:spPr>
          <p:txBody>
            <a:bodyPr wrap="square" lIns="0" tIns="0" rIns="0" bIns="0" rtlCol="0"/>
            <a:lstStyle/>
            <a:p/>
          </p:txBody>
        </p:sp>
        <p:sp>
          <p:nvSpPr>
            <p:cNvPr id="663" name="object 663"/>
            <p:cNvSpPr/>
            <p:nvPr/>
          </p:nvSpPr>
          <p:spPr>
            <a:xfrm>
              <a:off x="1794510" y="1520189"/>
              <a:ext cx="198120" cy="7620"/>
            </a:xfrm>
            <a:custGeom>
              <a:avLst/>
              <a:gdLst/>
              <a:ahLst/>
              <a:cxnLst/>
              <a:rect l="l" t="t" r="r" b="b"/>
              <a:pathLst>
                <a:path w="198119" h="7619">
                  <a:moveTo>
                    <a:pt x="198120" y="0"/>
                  </a:moveTo>
                  <a:lnTo>
                    <a:pt x="0" y="0"/>
                  </a:lnTo>
                  <a:lnTo>
                    <a:pt x="0" y="3810"/>
                  </a:lnTo>
                  <a:lnTo>
                    <a:pt x="0" y="7620"/>
                  </a:lnTo>
                  <a:lnTo>
                    <a:pt x="196850" y="7620"/>
                  </a:lnTo>
                  <a:lnTo>
                    <a:pt x="196850" y="3810"/>
                  </a:lnTo>
                  <a:lnTo>
                    <a:pt x="198120" y="3810"/>
                  </a:lnTo>
                  <a:lnTo>
                    <a:pt x="198120" y="0"/>
                  </a:lnTo>
                  <a:close/>
                </a:path>
              </a:pathLst>
            </a:custGeom>
            <a:solidFill>
              <a:srgbClr val="00166F"/>
            </a:solidFill>
          </p:spPr>
          <p:txBody>
            <a:bodyPr wrap="square" lIns="0" tIns="0" rIns="0" bIns="0" rtlCol="0"/>
            <a:lstStyle/>
            <a:p/>
          </p:txBody>
        </p:sp>
        <p:sp>
          <p:nvSpPr>
            <p:cNvPr id="664" name="object 664"/>
            <p:cNvSpPr/>
            <p:nvPr/>
          </p:nvSpPr>
          <p:spPr>
            <a:xfrm>
              <a:off x="1794510" y="1527809"/>
              <a:ext cx="196850" cy="6350"/>
            </a:xfrm>
            <a:custGeom>
              <a:avLst/>
              <a:gdLst/>
              <a:ahLst/>
              <a:cxnLst/>
              <a:rect l="l" t="t" r="r" b="b"/>
              <a:pathLst>
                <a:path w="196850" h="6350">
                  <a:moveTo>
                    <a:pt x="196850" y="0"/>
                  </a:moveTo>
                  <a:lnTo>
                    <a:pt x="0" y="0"/>
                  </a:lnTo>
                  <a:lnTo>
                    <a:pt x="0" y="5080"/>
                  </a:lnTo>
                  <a:lnTo>
                    <a:pt x="0" y="6350"/>
                  </a:lnTo>
                  <a:lnTo>
                    <a:pt x="195580" y="6350"/>
                  </a:lnTo>
                  <a:lnTo>
                    <a:pt x="195580" y="5080"/>
                  </a:lnTo>
                  <a:lnTo>
                    <a:pt x="196850" y="5080"/>
                  </a:lnTo>
                  <a:lnTo>
                    <a:pt x="196850" y="0"/>
                  </a:lnTo>
                  <a:close/>
                </a:path>
              </a:pathLst>
            </a:custGeom>
            <a:solidFill>
              <a:srgbClr val="001671"/>
            </a:solidFill>
          </p:spPr>
          <p:txBody>
            <a:bodyPr wrap="square" lIns="0" tIns="0" rIns="0" bIns="0" rtlCol="0"/>
            <a:lstStyle/>
            <a:p/>
          </p:txBody>
        </p:sp>
        <p:sp>
          <p:nvSpPr>
            <p:cNvPr id="665" name="object 665"/>
            <p:cNvSpPr/>
            <p:nvPr/>
          </p:nvSpPr>
          <p:spPr>
            <a:xfrm>
              <a:off x="1794510" y="1534159"/>
              <a:ext cx="195580" cy="7620"/>
            </a:xfrm>
            <a:custGeom>
              <a:avLst/>
              <a:gdLst/>
              <a:ahLst/>
              <a:cxnLst/>
              <a:rect l="l" t="t" r="r" b="b"/>
              <a:pathLst>
                <a:path w="195580" h="7619">
                  <a:moveTo>
                    <a:pt x="0" y="7619"/>
                  </a:moveTo>
                  <a:lnTo>
                    <a:pt x="0" y="0"/>
                  </a:lnTo>
                  <a:lnTo>
                    <a:pt x="195580" y="0"/>
                  </a:lnTo>
                  <a:lnTo>
                    <a:pt x="195580" y="7619"/>
                  </a:lnTo>
                  <a:lnTo>
                    <a:pt x="0" y="7619"/>
                  </a:lnTo>
                  <a:close/>
                </a:path>
              </a:pathLst>
            </a:custGeom>
            <a:solidFill>
              <a:srgbClr val="001573"/>
            </a:solidFill>
          </p:spPr>
          <p:txBody>
            <a:bodyPr wrap="square" lIns="0" tIns="0" rIns="0" bIns="0" rtlCol="0"/>
            <a:lstStyle/>
            <a:p/>
          </p:txBody>
        </p:sp>
        <p:sp>
          <p:nvSpPr>
            <p:cNvPr id="666" name="object 666"/>
            <p:cNvSpPr/>
            <p:nvPr/>
          </p:nvSpPr>
          <p:spPr>
            <a:xfrm>
              <a:off x="1794510" y="1541779"/>
              <a:ext cx="195580" cy="7620"/>
            </a:xfrm>
            <a:custGeom>
              <a:avLst/>
              <a:gdLst/>
              <a:ahLst/>
              <a:cxnLst/>
              <a:rect l="l" t="t" r="r" b="b"/>
              <a:pathLst>
                <a:path w="195580" h="7619">
                  <a:moveTo>
                    <a:pt x="195580" y="0"/>
                  </a:moveTo>
                  <a:lnTo>
                    <a:pt x="0" y="0"/>
                  </a:lnTo>
                  <a:lnTo>
                    <a:pt x="0" y="1270"/>
                  </a:lnTo>
                  <a:lnTo>
                    <a:pt x="0" y="7620"/>
                  </a:lnTo>
                  <a:lnTo>
                    <a:pt x="194310" y="7620"/>
                  </a:lnTo>
                  <a:lnTo>
                    <a:pt x="194310" y="1270"/>
                  </a:lnTo>
                  <a:lnTo>
                    <a:pt x="195580" y="1270"/>
                  </a:lnTo>
                  <a:lnTo>
                    <a:pt x="195580" y="0"/>
                  </a:lnTo>
                  <a:close/>
                </a:path>
              </a:pathLst>
            </a:custGeom>
            <a:solidFill>
              <a:srgbClr val="001574"/>
            </a:solidFill>
          </p:spPr>
          <p:txBody>
            <a:bodyPr wrap="square" lIns="0" tIns="0" rIns="0" bIns="0" rtlCol="0"/>
            <a:lstStyle/>
            <a:p/>
          </p:txBody>
        </p:sp>
        <p:sp>
          <p:nvSpPr>
            <p:cNvPr id="667" name="object 667"/>
            <p:cNvSpPr/>
            <p:nvPr/>
          </p:nvSpPr>
          <p:spPr>
            <a:xfrm>
              <a:off x="1794510" y="1549399"/>
              <a:ext cx="194310" cy="7620"/>
            </a:xfrm>
            <a:custGeom>
              <a:avLst/>
              <a:gdLst/>
              <a:ahLst/>
              <a:cxnLst/>
              <a:rect l="l" t="t" r="r" b="b"/>
              <a:pathLst>
                <a:path w="194310" h="7619">
                  <a:moveTo>
                    <a:pt x="194310" y="0"/>
                  </a:moveTo>
                  <a:lnTo>
                    <a:pt x="0" y="0"/>
                  </a:lnTo>
                  <a:lnTo>
                    <a:pt x="0" y="6350"/>
                  </a:lnTo>
                  <a:lnTo>
                    <a:pt x="0" y="7620"/>
                  </a:lnTo>
                  <a:lnTo>
                    <a:pt x="193040" y="7620"/>
                  </a:lnTo>
                  <a:lnTo>
                    <a:pt x="193040" y="6350"/>
                  </a:lnTo>
                  <a:lnTo>
                    <a:pt x="194310" y="6350"/>
                  </a:lnTo>
                  <a:lnTo>
                    <a:pt x="194310" y="0"/>
                  </a:lnTo>
                  <a:close/>
                </a:path>
              </a:pathLst>
            </a:custGeom>
            <a:solidFill>
              <a:srgbClr val="001576"/>
            </a:solidFill>
          </p:spPr>
          <p:txBody>
            <a:bodyPr wrap="square" lIns="0" tIns="0" rIns="0" bIns="0" rtlCol="0"/>
            <a:lstStyle/>
            <a:p/>
          </p:txBody>
        </p:sp>
        <p:sp>
          <p:nvSpPr>
            <p:cNvPr id="668" name="object 668"/>
            <p:cNvSpPr/>
            <p:nvPr/>
          </p:nvSpPr>
          <p:spPr>
            <a:xfrm>
              <a:off x="1794510" y="1557019"/>
              <a:ext cx="193040" cy="6350"/>
            </a:xfrm>
            <a:custGeom>
              <a:avLst/>
              <a:gdLst/>
              <a:ahLst/>
              <a:cxnLst/>
              <a:rect l="l" t="t" r="r" b="b"/>
              <a:pathLst>
                <a:path w="193039" h="6350">
                  <a:moveTo>
                    <a:pt x="0" y="6350"/>
                  </a:moveTo>
                  <a:lnTo>
                    <a:pt x="0" y="0"/>
                  </a:lnTo>
                  <a:lnTo>
                    <a:pt x="193039" y="0"/>
                  </a:lnTo>
                  <a:lnTo>
                    <a:pt x="193039" y="6350"/>
                  </a:lnTo>
                  <a:lnTo>
                    <a:pt x="0" y="6350"/>
                  </a:lnTo>
                  <a:close/>
                </a:path>
              </a:pathLst>
            </a:custGeom>
            <a:solidFill>
              <a:srgbClr val="001478"/>
            </a:solidFill>
          </p:spPr>
          <p:txBody>
            <a:bodyPr wrap="square" lIns="0" tIns="0" rIns="0" bIns="0" rtlCol="0"/>
            <a:lstStyle/>
            <a:p/>
          </p:txBody>
        </p:sp>
        <p:sp>
          <p:nvSpPr>
            <p:cNvPr id="669" name="object 669"/>
            <p:cNvSpPr/>
            <p:nvPr/>
          </p:nvSpPr>
          <p:spPr>
            <a:xfrm>
              <a:off x="1794510" y="1563369"/>
              <a:ext cx="193040" cy="7620"/>
            </a:xfrm>
            <a:custGeom>
              <a:avLst/>
              <a:gdLst/>
              <a:ahLst/>
              <a:cxnLst/>
              <a:rect l="l" t="t" r="r" b="b"/>
              <a:pathLst>
                <a:path w="193039" h="7619">
                  <a:moveTo>
                    <a:pt x="193040" y="0"/>
                  </a:moveTo>
                  <a:lnTo>
                    <a:pt x="0" y="0"/>
                  </a:lnTo>
                  <a:lnTo>
                    <a:pt x="0" y="2540"/>
                  </a:lnTo>
                  <a:lnTo>
                    <a:pt x="0" y="7620"/>
                  </a:lnTo>
                  <a:lnTo>
                    <a:pt x="191770" y="7620"/>
                  </a:lnTo>
                  <a:lnTo>
                    <a:pt x="191770" y="2540"/>
                  </a:lnTo>
                  <a:lnTo>
                    <a:pt x="193040" y="2540"/>
                  </a:lnTo>
                  <a:lnTo>
                    <a:pt x="193040" y="0"/>
                  </a:lnTo>
                  <a:close/>
                </a:path>
              </a:pathLst>
            </a:custGeom>
            <a:solidFill>
              <a:srgbClr val="00147A"/>
            </a:solidFill>
          </p:spPr>
          <p:txBody>
            <a:bodyPr wrap="square" lIns="0" tIns="0" rIns="0" bIns="0" rtlCol="0"/>
            <a:lstStyle/>
            <a:p/>
          </p:txBody>
        </p:sp>
        <p:sp>
          <p:nvSpPr>
            <p:cNvPr id="670" name="object 670"/>
            <p:cNvSpPr/>
            <p:nvPr/>
          </p:nvSpPr>
          <p:spPr>
            <a:xfrm>
              <a:off x="1794510" y="1570989"/>
              <a:ext cx="190500" cy="7620"/>
            </a:xfrm>
            <a:custGeom>
              <a:avLst/>
              <a:gdLst/>
              <a:ahLst/>
              <a:cxnLst/>
              <a:rect l="l" t="t" r="r" b="b"/>
              <a:pathLst>
                <a:path w="190500" h="7619">
                  <a:moveTo>
                    <a:pt x="189230" y="6362"/>
                  </a:moveTo>
                  <a:lnTo>
                    <a:pt x="0" y="6362"/>
                  </a:lnTo>
                  <a:lnTo>
                    <a:pt x="0" y="7620"/>
                  </a:lnTo>
                  <a:lnTo>
                    <a:pt x="189230" y="7620"/>
                  </a:lnTo>
                  <a:lnTo>
                    <a:pt x="189230" y="6362"/>
                  </a:lnTo>
                  <a:close/>
                </a:path>
                <a:path w="190500" h="7619">
                  <a:moveTo>
                    <a:pt x="190500" y="0"/>
                  </a:moveTo>
                  <a:lnTo>
                    <a:pt x="0" y="0"/>
                  </a:lnTo>
                  <a:lnTo>
                    <a:pt x="0" y="6350"/>
                  </a:lnTo>
                  <a:lnTo>
                    <a:pt x="190500" y="6350"/>
                  </a:lnTo>
                  <a:lnTo>
                    <a:pt x="190500" y="0"/>
                  </a:lnTo>
                  <a:close/>
                </a:path>
              </a:pathLst>
            </a:custGeom>
            <a:solidFill>
              <a:srgbClr val="00137B"/>
            </a:solidFill>
          </p:spPr>
          <p:txBody>
            <a:bodyPr wrap="square" lIns="0" tIns="0" rIns="0" bIns="0" rtlCol="0"/>
            <a:lstStyle/>
            <a:p/>
          </p:txBody>
        </p:sp>
        <p:sp>
          <p:nvSpPr>
            <p:cNvPr id="671" name="object 671"/>
            <p:cNvSpPr/>
            <p:nvPr/>
          </p:nvSpPr>
          <p:spPr>
            <a:xfrm>
              <a:off x="1794510" y="1578609"/>
              <a:ext cx="189230" cy="7620"/>
            </a:xfrm>
            <a:custGeom>
              <a:avLst/>
              <a:gdLst/>
              <a:ahLst/>
              <a:cxnLst/>
              <a:rect l="l" t="t" r="r" b="b"/>
              <a:pathLst>
                <a:path w="189230" h="7619">
                  <a:moveTo>
                    <a:pt x="189230" y="0"/>
                  </a:moveTo>
                  <a:lnTo>
                    <a:pt x="0" y="0"/>
                  </a:lnTo>
                  <a:lnTo>
                    <a:pt x="0" y="3810"/>
                  </a:lnTo>
                  <a:lnTo>
                    <a:pt x="0" y="7620"/>
                  </a:lnTo>
                  <a:lnTo>
                    <a:pt x="187960" y="7620"/>
                  </a:lnTo>
                  <a:lnTo>
                    <a:pt x="187960" y="3810"/>
                  </a:lnTo>
                  <a:lnTo>
                    <a:pt x="189230" y="3810"/>
                  </a:lnTo>
                  <a:lnTo>
                    <a:pt x="189230" y="0"/>
                  </a:lnTo>
                  <a:close/>
                </a:path>
              </a:pathLst>
            </a:custGeom>
            <a:solidFill>
              <a:srgbClr val="00137D"/>
            </a:solidFill>
          </p:spPr>
          <p:txBody>
            <a:bodyPr wrap="square" lIns="0" tIns="0" rIns="0" bIns="0" rtlCol="0"/>
            <a:lstStyle/>
            <a:p/>
          </p:txBody>
        </p:sp>
        <p:sp>
          <p:nvSpPr>
            <p:cNvPr id="672" name="object 672"/>
            <p:cNvSpPr/>
            <p:nvPr/>
          </p:nvSpPr>
          <p:spPr>
            <a:xfrm>
              <a:off x="1794510" y="1586229"/>
              <a:ext cx="187960" cy="6350"/>
            </a:xfrm>
            <a:custGeom>
              <a:avLst/>
              <a:gdLst/>
              <a:ahLst/>
              <a:cxnLst/>
              <a:rect l="l" t="t" r="r" b="b"/>
              <a:pathLst>
                <a:path w="187960" h="6350">
                  <a:moveTo>
                    <a:pt x="187960" y="0"/>
                  </a:moveTo>
                  <a:lnTo>
                    <a:pt x="0" y="0"/>
                  </a:lnTo>
                  <a:lnTo>
                    <a:pt x="0" y="2540"/>
                  </a:lnTo>
                  <a:lnTo>
                    <a:pt x="0" y="6350"/>
                  </a:lnTo>
                  <a:lnTo>
                    <a:pt x="186690" y="6350"/>
                  </a:lnTo>
                  <a:lnTo>
                    <a:pt x="186690" y="2540"/>
                  </a:lnTo>
                  <a:lnTo>
                    <a:pt x="187960" y="2540"/>
                  </a:lnTo>
                  <a:lnTo>
                    <a:pt x="187960" y="0"/>
                  </a:lnTo>
                  <a:close/>
                </a:path>
              </a:pathLst>
            </a:custGeom>
            <a:solidFill>
              <a:srgbClr val="00127F"/>
            </a:solidFill>
          </p:spPr>
          <p:txBody>
            <a:bodyPr wrap="square" lIns="0" tIns="0" rIns="0" bIns="0" rtlCol="0"/>
            <a:lstStyle/>
            <a:p/>
          </p:txBody>
        </p:sp>
        <p:sp>
          <p:nvSpPr>
            <p:cNvPr id="673" name="object 673"/>
            <p:cNvSpPr/>
            <p:nvPr/>
          </p:nvSpPr>
          <p:spPr>
            <a:xfrm>
              <a:off x="1794510" y="1592579"/>
              <a:ext cx="186690" cy="7620"/>
            </a:xfrm>
            <a:custGeom>
              <a:avLst/>
              <a:gdLst/>
              <a:ahLst/>
              <a:cxnLst/>
              <a:rect l="l" t="t" r="r" b="b"/>
              <a:pathLst>
                <a:path w="186689" h="7619">
                  <a:moveTo>
                    <a:pt x="184150" y="6362"/>
                  </a:moveTo>
                  <a:lnTo>
                    <a:pt x="0" y="6362"/>
                  </a:lnTo>
                  <a:lnTo>
                    <a:pt x="0" y="7620"/>
                  </a:lnTo>
                  <a:lnTo>
                    <a:pt x="184150" y="7620"/>
                  </a:lnTo>
                  <a:lnTo>
                    <a:pt x="184150" y="6362"/>
                  </a:lnTo>
                  <a:close/>
                </a:path>
                <a:path w="186689" h="7619">
                  <a:moveTo>
                    <a:pt x="186690" y="0"/>
                  </a:moveTo>
                  <a:lnTo>
                    <a:pt x="0" y="0"/>
                  </a:lnTo>
                  <a:lnTo>
                    <a:pt x="0" y="1270"/>
                  </a:lnTo>
                  <a:lnTo>
                    <a:pt x="0" y="6350"/>
                  </a:lnTo>
                  <a:lnTo>
                    <a:pt x="185420" y="6350"/>
                  </a:lnTo>
                  <a:lnTo>
                    <a:pt x="185420" y="1270"/>
                  </a:lnTo>
                  <a:lnTo>
                    <a:pt x="186690" y="1270"/>
                  </a:lnTo>
                  <a:lnTo>
                    <a:pt x="186690" y="0"/>
                  </a:lnTo>
                  <a:close/>
                </a:path>
              </a:pathLst>
            </a:custGeom>
            <a:solidFill>
              <a:srgbClr val="001281"/>
            </a:solidFill>
          </p:spPr>
          <p:txBody>
            <a:bodyPr wrap="square" lIns="0" tIns="0" rIns="0" bIns="0" rtlCol="0"/>
            <a:lstStyle/>
            <a:p/>
          </p:txBody>
        </p:sp>
        <p:sp>
          <p:nvSpPr>
            <p:cNvPr id="674" name="object 674"/>
            <p:cNvSpPr/>
            <p:nvPr/>
          </p:nvSpPr>
          <p:spPr>
            <a:xfrm>
              <a:off x="1794510" y="1600199"/>
              <a:ext cx="184150" cy="7620"/>
            </a:xfrm>
            <a:custGeom>
              <a:avLst/>
              <a:gdLst/>
              <a:ahLst/>
              <a:cxnLst/>
              <a:rect l="l" t="t" r="r" b="b"/>
              <a:pathLst>
                <a:path w="184150" h="7619">
                  <a:moveTo>
                    <a:pt x="184150" y="0"/>
                  </a:moveTo>
                  <a:lnTo>
                    <a:pt x="0" y="0"/>
                  </a:lnTo>
                  <a:lnTo>
                    <a:pt x="0" y="3810"/>
                  </a:lnTo>
                  <a:lnTo>
                    <a:pt x="0" y="7620"/>
                  </a:lnTo>
                  <a:lnTo>
                    <a:pt x="182880" y="7620"/>
                  </a:lnTo>
                  <a:lnTo>
                    <a:pt x="182880" y="3810"/>
                  </a:lnTo>
                  <a:lnTo>
                    <a:pt x="184150" y="3810"/>
                  </a:lnTo>
                  <a:lnTo>
                    <a:pt x="184150" y="0"/>
                  </a:lnTo>
                  <a:close/>
                </a:path>
              </a:pathLst>
            </a:custGeom>
            <a:solidFill>
              <a:srgbClr val="001282"/>
            </a:solidFill>
          </p:spPr>
          <p:txBody>
            <a:bodyPr wrap="square" lIns="0" tIns="0" rIns="0" bIns="0" rtlCol="0"/>
            <a:lstStyle/>
            <a:p/>
          </p:txBody>
        </p:sp>
        <p:sp>
          <p:nvSpPr>
            <p:cNvPr id="675" name="object 675"/>
            <p:cNvSpPr/>
            <p:nvPr/>
          </p:nvSpPr>
          <p:spPr>
            <a:xfrm>
              <a:off x="1794510" y="1607819"/>
              <a:ext cx="182880" cy="6350"/>
            </a:xfrm>
            <a:custGeom>
              <a:avLst/>
              <a:gdLst/>
              <a:ahLst/>
              <a:cxnLst/>
              <a:rect l="l" t="t" r="r" b="b"/>
              <a:pathLst>
                <a:path w="182880" h="6350">
                  <a:moveTo>
                    <a:pt x="182880" y="0"/>
                  </a:moveTo>
                  <a:lnTo>
                    <a:pt x="0" y="0"/>
                  </a:lnTo>
                  <a:lnTo>
                    <a:pt x="0" y="1270"/>
                  </a:lnTo>
                  <a:lnTo>
                    <a:pt x="0" y="3810"/>
                  </a:lnTo>
                  <a:lnTo>
                    <a:pt x="0" y="6350"/>
                  </a:lnTo>
                  <a:lnTo>
                    <a:pt x="180340" y="6350"/>
                  </a:lnTo>
                  <a:lnTo>
                    <a:pt x="180340" y="3810"/>
                  </a:lnTo>
                  <a:lnTo>
                    <a:pt x="181610" y="3810"/>
                  </a:lnTo>
                  <a:lnTo>
                    <a:pt x="181610" y="1270"/>
                  </a:lnTo>
                  <a:lnTo>
                    <a:pt x="182880" y="1270"/>
                  </a:lnTo>
                  <a:lnTo>
                    <a:pt x="182880" y="0"/>
                  </a:lnTo>
                  <a:close/>
                </a:path>
              </a:pathLst>
            </a:custGeom>
            <a:solidFill>
              <a:srgbClr val="001184"/>
            </a:solidFill>
          </p:spPr>
          <p:txBody>
            <a:bodyPr wrap="square" lIns="0" tIns="0" rIns="0" bIns="0" rtlCol="0"/>
            <a:lstStyle/>
            <a:p/>
          </p:txBody>
        </p:sp>
        <p:sp>
          <p:nvSpPr>
            <p:cNvPr id="676" name="object 676"/>
            <p:cNvSpPr/>
            <p:nvPr/>
          </p:nvSpPr>
          <p:spPr>
            <a:xfrm>
              <a:off x="1794510" y="1614169"/>
              <a:ext cx="180340" cy="7620"/>
            </a:xfrm>
            <a:custGeom>
              <a:avLst/>
              <a:gdLst/>
              <a:ahLst/>
              <a:cxnLst/>
              <a:rect l="l" t="t" r="r" b="b"/>
              <a:pathLst>
                <a:path w="180339" h="7619">
                  <a:moveTo>
                    <a:pt x="180340" y="0"/>
                  </a:moveTo>
                  <a:lnTo>
                    <a:pt x="0" y="0"/>
                  </a:lnTo>
                  <a:lnTo>
                    <a:pt x="0" y="1270"/>
                  </a:lnTo>
                  <a:lnTo>
                    <a:pt x="0" y="5080"/>
                  </a:lnTo>
                  <a:lnTo>
                    <a:pt x="0" y="7620"/>
                  </a:lnTo>
                  <a:lnTo>
                    <a:pt x="177800" y="7620"/>
                  </a:lnTo>
                  <a:lnTo>
                    <a:pt x="177800" y="5080"/>
                  </a:lnTo>
                  <a:lnTo>
                    <a:pt x="179070" y="5080"/>
                  </a:lnTo>
                  <a:lnTo>
                    <a:pt x="179070" y="1270"/>
                  </a:lnTo>
                  <a:lnTo>
                    <a:pt x="180340" y="1270"/>
                  </a:lnTo>
                  <a:lnTo>
                    <a:pt x="180340" y="0"/>
                  </a:lnTo>
                  <a:close/>
                </a:path>
              </a:pathLst>
            </a:custGeom>
            <a:solidFill>
              <a:srgbClr val="001186"/>
            </a:solidFill>
          </p:spPr>
          <p:txBody>
            <a:bodyPr wrap="square" lIns="0" tIns="0" rIns="0" bIns="0" rtlCol="0"/>
            <a:lstStyle/>
            <a:p/>
          </p:txBody>
        </p:sp>
        <p:sp>
          <p:nvSpPr>
            <p:cNvPr id="677" name="object 677"/>
            <p:cNvSpPr/>
            <p:nvPr/>
          </p:nvSpPr>
          <p:spPr>
            <a:xfrm>
              <a:off x="1794510" y="1621789"/>
              <a:ext cx="177800" cy="7620"/>
            </a:xfrm>
            <a:custGeom>
              <a:avLst/>
              <a:gdLst/>
              <a:ahLst/>
              <a:cxnLst/>
              <a:rect l="l" t="t" r="r" b="b"/>
              <a:pathLst>
                <a:path w="177800" h="7619">
                  <a:moveTo>
                    <a:pt x="175260" y="6362"/>
                  </a:moveTo>
                  <a:lnTo>
                    <a:pt x="0" y="6362"/>
                  </a:lnTo>
                  <a:lnTo>
                    <a:pt x="0" y="7620"/>
                  </a:lnTo>
                  <a:lnTo>
                    <a:pt x="175260" y="7620"/>
                  </a:lnTo>
                  <a:lnTo>
                    <a:pt x="175260" y="6362"/>
                  </a:lnTo>
                  <a:close/>
                </a:path>
                <a:path w="177800" h="7619">
                  <a:moveTo>
                    <a:pt x="177800" y="0"/>
                  </a:moveTo>
                  <a:lnTo>
                    <a:pt x="0" y="0"/>
                  </a:lnTo>
                  <a:lnTo>
                    <a:pt x="0" y="2540"/>
                  </a:lnTo>
                  <a:lnTo>
                    <a:pt x="0" y="6350"/>
                  </a:lnTo>
                  <a:lnTo>
                    <a:pt x="176530" y="6350"/>
                  </a:lnTo>
                  <a:lnTo>
                    <a:pt x="176530" y="2540"/>
                  </a:lnTo>
                  <a:lnTo>
                    <a:pt x="177800" y="2540"/>
                  </a:lnTo>
                  <a:lnTo>
                    <a:pt x="177800" y="0"/>
                  </a:lnTo>
                  <a:close/>
                </a:path>
              </a:pathLst>
            </a:custGeom>
            <a:solidFill>
              <a:srgbClr val="001088"/>
            </a:solidFill>
          </p:spPr>
          <p:txBody>
            <a:bodyPr wrap="square" lIns="0" tIns="0" rIns="0" bIns="0" rtlCol="0"/>
            <a:lstStyle/>
            <a:p/>
          </p:txBody>
        </p:sp>
        <p:sp>
          <p:nvSpPr>
            <p:cNvPr id="678" name="object 678"/>
            <p:cNvSpPr/>
            <p:nvPr/>
          </p:nvSpPr>
          <p:spPr>
            <a:xfrm>
              <a:off x="1794510" y="1629409"/>
              <a:ext cx="175260" cy="7620"/>
            </a:xfrm>
            <a:custGeom>
              <a:avLst/>
              <a:gdLst/>
              <a:ahLst/>
              <a:cxnLst/>
              <a:rect l="l" t="t" r="r" b="b"/>
              <a:pathLst>
                <a:path w="175260" h="7619">
                  <a:moveTo>
                    <a:pt x="175260" y="0"/>
                  </a:moveTo>
                  <a:lnTo>
                    <a:pt x="0" y="0"/>
                  </a:lnTo>
                  <a:lnTo>
                    <a:pt x="0" y="3810"/>
                  </a:lnTo>
                  <a:lnTo>
                    <a:pt x="0" y="6350"/>
                  </a:lnTo>
                  <a:lnTo>
                    <a:pt x="0" y="7620"/>
                  </a:lnTo>
                  <a:lnTo>
                    <a:pt x="172720" y="7620"/>
                  </a:lnTo>
                  <a:lnTo>
                    <a:pt x="172720" y="6350"/>
                  </a:lnTo>
                  <a:lnTo>
                    <a:pt x="173990" y="6350"/>
                  </a:lnTo>
                  <a:lnTo>
                    <a:pt x="173990" y="3810"/>
                  </a:lnTo>
                  <a:lnTo>
                    <a:pt x="175260" y="3810"/>
                  </a:lnTo>
                  <a:lnTo>
                    <a:pt x="175260" y="0"/>
                  </a:lnTo>
                  <a:close/>
                </a:path>
              </a:pathLst>
            </a:custGeom>
            <a:solidFill>
              <a:srgbClr val="001089"/>
            </a:solidFill>
          </p:spPr>
          <p:txBody>
            <a:bodyPr wrap="square" lIns="0" tIns="0" rIns="0" bIns="0" rtlCol="0"/>
            <a:lstStyle/>
            <a:p/>
          </p:txBody>
        </p:sp>
        <p:sp>
          <p:nvSpPr>
            <p:cNvPr id="679" name="object 679"/>
            <p:cNvSpPr/>
            <p:nvPr/>
          </p:nvSpPr>
          <p:spPr>
            <a:xfrm>
              <a:off x="1794510" y="1637029"/>
              <a:ext cx="172720" cy="6350"/>
            </a:xfrm>
            <a:custGeom>
              <a:avLst/>
              <a:gdLst/>
              <a:ahLst/>
              <a:cxnLst/>
              <a:rect l="l" t="t" r="r" b="b"/>
              <a:pathLst>
                <a:path w="172719" h="6350">
                  <a:moveTo>
                    <a:pt x="172720" y="0"/>
                  </a:moveTo>
                  <a:lnTo>
                    <a:pt x="0" y="0"/>
                  </a:lnTo>
                  <a:lnTo>
                    <a:pt x="0" y="1270"/>
                  </a:lnTo>
                  <a:lnTo>
                    <a:pt x="0" y="3810"/>
                  </a:lnTo>
                  <a:lnTo>
                    <a:pt x="0" y="6350"/>
                  </a:lnTo>
                  <a:lnTo>
                    <a:pt x="170180" y="6350"/>
                  </a:lnTo>
                  <a:lnTo>
                    <a:pt x="170180" y="3810"/>
                  </a:lnTo>
                  <a:lnTo>
                    <a:pt x="171450" y="3810"/>
                  </a:lnTo>
                  <a:lnTo>
                    <a:pt x="171450" y="1270"/>
                  </a:lnTo>
                  <a:lnTo>
                    <a:pt x="172720" y="1270"/>
                  </a:lnTo>
                  <a:lnTo>
                    <a:pt x="172720" y="0"/>
                  </a:lnTo>
                  <a:close/>
                </a:path>
              </a:pathLst>
            </a:custGeom>
            <a:solidFill>
              <a:srgbClr val="000F8B"/>
            </a:solidFill>
          </p:spPr>
          <p:txBody>
            <a:bodyPr wrap="square" lIns="0" tIns="0" rIns="0" bIns="0" rtlCol="0"/>
            <a:lstStyle/>
            <a:p/>
          </p:txBody>
        </p:sp>
        <p:sp>
          <p:nvSpPr>
            <p:cNvPr id="680" name="object 680"/>
            <p:cNvSpPr/>
            <p:nvPr/>
          </p:nvSpPr>
          <p:spPr>
            <a:xfrm>
              <a:off x="1794510" y="1643379"/>
              <a:ext cx="170180" cy="7620"/>
            </a:xfrm>
            <a:custGeom>
              <a:avLst/>
              <a:gdLst/>
              <a:ahLst/>
              <a:cxnLst/>
              <a:rect l="l" t="t" r="r" b="b"/>
              <a:pathLst>
                <a:path w="170180" h="7619">
                  <a:moveTo>
                    <a:pt x="170180" y="0"/>
                  </a:moveTo>
                  <a:lnTo>
                    <a:pt x="0" y="0"/>
                  </a:lnTo>
                  <a:lnTo>
                    <a:pt x="0" y="1270"/>
                  </a:lnTo>
                  <a:lnTo>
                    <a:pt x="0" y="5080"/>
                  </a:lnTo>
                  <a:lnTo>
                    <a:pt x="0" y="7620"/>
                  </a:lnTo>
                  <a:lnTo>
                    <a:pt x="167640" y="7620"/>
                  </a:lnTo>
                  <a:lnTo>
                    <a:pt x="167640" y="5080"/>
                  </a:lnTo>
                  <a:lnTo>
                    <a:pt x="168910" y="5080"/>
                  </a:lnTo>
                  <a:lnTo>
                    <a:pt x="168910" y="1270"/>
                  </a:lnTo>
                  <a:lnTo>
                    <a:pt x="170180" y="1270"/>
                  </a:lnTo>
                  <a:lnTo>
                    <a:pt x="170180" y="0"/>
                  </a:lnTo>
                  <a:close/>
                </a:path>
              </a:pathLst>
            </a:custGeom>
            <a:solidFill>
              <a:srgbClr val="000F8D"/>
            </a:solidFill>
          </p:spPr>
          <p:txBody>
            <a:bodyPr wrap="square" lIns="0" tIns="0" rIns="0" bIns="0" rtlCol="0"/>
            <a:lstStyle/>
            <a:p/>
          </p:txBody>
        </p:sp>
        <p:sp>
          <p:nvSpPr>
            <p:cNvPr id="681" name="object 681"/>
            <p:cNvSpPr/>
            <p:nvPr/>
          </p:nvSpPr>
          <p:spPr>
            <a:xfrm>
              <a:off x="1794510" y="1650999"/>
              <a:ext cx="166370" cy="7620"/>
            </a:xfrm>
            <a:custGeom>
              <a:avLst/>
              <a:gdLst/>
              <a:ahLst/>
              <a:cxnLst/>
              <a:rect l="l" t="t" r="r" b="b"/>
              <a:pathLst>
                <a:path w="166369" h="7619">
                  <a:moveTo>
                    <a:pt x="166370" y="0"/>
                  </a:moveTo>
                  <a:lnTo>
                    <a:pt x="0" y="0"/>
                  </a:lnTo>
                  <a:lnTo>
                    <a:pt x="0" y="2540"/>
                  </a:lnTo>
                  <a:lnTo>
                    <a:pt x="0" y="5080"/>
                  </a:lnTo>
                  <a:lnTo>
                    <a:pt x="0" y="6350"/>
                  </a:lnTo>
                  <a:lnTo>
                    <a:pt x="0" y="7620"/>
                  </a:lnTo>
                  <a:lnTo>
                    <a:pt x="162560" y="7620"/>
                  </a:lnTo>
                  <a:lnTo>
                    <a:pt x="162560" y="6350"/>
                  </a:lnTo>
                  <a:lnTo>
                    <a:pt x="163830" y="6350"/>
                  </a:lnTo>
                  <a:lnTo>
                    <a:pt x="163830" y="5080"/>
                  </a:lnTo>
                  <a:lnTo>
                    <a:pt x="165100" y="5080"/>
                  </a:lnTo>
                  <a:lnTo>
                    <a:pt x="165100" y="2540"/>
                  </a:lnTo>
                  <a:lnTo>
                    <a:pt x="166370" y="2540"/>
                  </a:lnTo>
                  <a:lnTo>
                    <a:pt x="166370" y="0"/>
                  </a:lnTo>
                  <a:close/>
                </a:path>
              </a:pathLst>
            </a:custGeom>
            <a:solidFill>
              <a:srgbClr val="000E8F"/>
            </a:solidFill>
          </p:spPr>
          <p:txBody>
            <a:bodyPr wrap="square" lIns="0" tIns="0" rIns="0" bIns="0" rtlCol="0"/>
            <a:lstStyle/>
            <a:p/>
          </p:txBody>
        </p:sp>
        <p:sp>
          <p:nvSpPr>
            <p:cNvPr id="682" name="object 682"/>
            <p:cNvSpPr/>
            <p:nvPr/>
          </p:nvSpPr>
          <p:spPr>
            <a:xfrm>
              <a:off x="1794510" y="1658619"/>
              <a:ext cx="162560" cy="6350"/>
            </a:xfrm>
            <a:custGeom>
              <a:avLst/>
              <a:gdLst/>
              <a:ahLst/>
              <a:cxnLst/>
              <a:rect l="l" t="t" r="r" b="b"/>
              <a:pathLst>
                <a:path w="162560" h="6350">
                  <a:moveTo>
                    <a:pt x="82550" y="0"/>
                  </a:moveTo>
                  <a:lnTo>
                    <a:pt x="0" y="0"/>
                  </a:lnTo>
                  <a:lnTo>
                    <a:pt x="0" y="3809"/>
                  </a:lnTo>
                  <a:lnTo>
                    <a:pt x="82550" y="3809"/>
                  </a:lnTo>
                  <a:lnTo>
                    <a:pt x="82550" y="0"/>
                  </a:lnTo>
                  <a:close/>
                </a:path>
                <a:path w="162560" h="6350">
                  <a:moveTo>
                    <a:pt x="162560" y="0"/>
                  </a:moveTo>
                  <a:lnTo>
                    <a:pt x="83819" y="0"/>
                  </a:lnTo>
                  <a:lnTo>
                    <a:pt x="83819" y="2539"/>
                  </a:lnTo>
                  <a:lnTo>
                    <a:pt x="86359" y="2539"/>
                  </a:lnTo>
                  <a:lnTo>
                    <a:pt x="86359" y="3809"/>
                  </a:lnTo>
                  <a:lnTo>
                    <a:pt x="161289" y="3809"/>
                  </a:lnTo>
                  <a:lnTo>
                    <a:pt x="161289" y="1269"/>
                  </a:lnTo>
                  <a:lnTo>
                    <a:pt x="162559" y="1269"/>
                  </a:lnTo>
                  <a:lnTo>
                    <a:pt x="162560" y="0"/>
                  </a:lnTo>
                  <a:close/>
                </a:path>
                <a:path w="162560" h="6350">
                  <a:moveTo>
                    <a:pt x="82550" y="3810"/>
                  </a:moveTo>
                  <a:lnTo>
                    <a:pt x="0" y="3810"/>
                  </a:lnTo>
                  <a:lnTo>
                    <a:pt x="0" y="6350"/>
                  </a:lnTo>
                  <a:lnTo>
                    <a:pt x="82550" y="6350"/>
                  </a:lnTo>
                  <a:lnTo>
                    <a:pt x="82550" y="3810"/>
                  </a:lnTo>
                  <a:close/>
                </a:path>
                <a:path w="162560" h="6350">
                  <a:moveTo>
                    <a:pt x="160019" y="3810"/>
                  </a:moveTo>
                  <a:lnTo>
                    <a:pt x="87629" y="3810"/>
                  </a:lnTo>
                  <a:lnTo>
                    <a:pt x="87629" y="6350"/>
                  </a:lnTo>
                  <a:lnTo>
                    <a:pt x="160019" y="6350"/>
                  </a:lnTo>
                  <a:lnTo>
                    <a:pt x="160019" y="3810"/>
                  </a:lnTo>
                  <a:close/>
                </a:path>
              </a:pathLst>
            </a:custGeom>
            <a:solidFill>
              <a:srgbClr val="000E90"/>
            </a:solidFill>
          </p:spPr>
          <p:txBody>
            <a:bodyPr wrap="square" lIns="0" tIns="0" rIns="0" bIns="0" rtlCol="0"/>
            <a:lstStyle/>
            <a:p/>
          </p:txBody>
        </p:sp>
        <p:sp>
          <p:nvSpPr>
            <p:cNvPr id="683" name="object 683"/>
            <p:cNvSpPr/>
            <p:nvPr/>
          </p:nvSpPr>
          <p:spPr>
            <a:xfrm>
              <a:off x="1794510" y="1664969"/>
              <a:ext cx="158750" cy="7620"/>
            </a:xfrm>
            <a:custGeom>
              <a:avLst/>
              <a:gdLst/>
              <a:ahLst/>
              <a:cxnLst/>
              <a:rect l="l" t="t" r="r" b="b"/>
              <a:pathLst>
                <a:path w="158750" h="7619">
                  <a:moveTo>
                    <a:pt x="82550" y="0"/>
                  </a:moveTo>
                  <a:lnTo>
                    <a:pt x="0" y="0"/>
                  </a:lnTo>
                  <a:lnTo>
                    <a:pt x="0" y="7619"/>
                  </a:lnTo>
                  <a:lnTo>
                    <a:pt x="82550" y="7619"/>
                  </a:lnTo>
                  <a:lnTo>
                    <a:pt x="82550" y="0"/>
                  </a:lnTo>
                  <a:close/>
                </a:path>
                <a:path w="158750" h="7619">
                  <a:moveTo>
                    <a:pt x="154939" y="6350"/>
                  </a:moveTo>
                  <a:lnTo>
                    <a:pt x="93979" y="6350"/>
                  </a:lnTo>
                  <a:lnTo>
                    <a:pt x="93979" y="7619"/>
                  </a:lnTo>
                  <a:lnTo>
                    <a:pt x="154939" y="7619"/>
                  </a:lnTo>
                  <a:lnTo>
                    <a:pt x="154939" y="6350"/>
                  </a:lnTo>
                  <a:close/>
                </a:path>
                <a:path w="158750" h="7619">
                  <a:moveTo>
                    <a:pt x="157479" y="2539"/>
                  </a:moveTo>
                  <a:lnTo>
                    <a:pt x="91439" y="2539"/>
                  </a:lnTo>
                  <a:lnTo>
                    <a:pt x="91439" y="3809"/>
                  </a:lnTo>
                  <a:lnTo>
                    <a:pt x="92709" y="3809"/>
                  </a:lnTo>
                  <a:lnTo>
                    <a:pt x="92709" y="6350"/>
                  </a:lnTo>
                  <a:lnTo>
                    <a:pt x="156209" y="6350"/>
                  </a:lnTo>
                  <a:lnTo>
                    <a:pt x="156209" y="5079"/>
                  </a:lnTo>
                  <a:lnTo>
                    <a:pt x="157479" y="5079"/>
                  </a:lnTo>
                  <a:lnTo>
                    <a:pt x="157479" y="2539"/>
                  </a:lnTo>
                  <a:close/>
                </a:path>
                <a:path w="158750" h="7619">
                  <a:moveTo>
                    <a:pt x="158750" y="0"/>
                  </a:moveTo>
                  <a:lnTo>
                    <a:pt x="88900" y="0"/>
                  </a:lnTo>
                  <a:lnTo>
                    <a:pt x="88900" y="1269"/>
                  </a:lnTo>
                  <a:lnTo>
                    <a:pt x="90169" y="1269"/>
                  </a:lnTo>
                  <a:lnTo>
                    <a:pt x="90169" y="2539"/>
                  </a:lnTo>
                  <a:lnTo>
                    <a:pt x="158750" y="2539"/>
                  </a:lnTo>
                  <a:lnTo>
                    <a:pt x="158750" y="0"/>
                  </a:lnTo>
                  <a:close/>
                </a:path>
              </a:pathLst>
            </a:custGeom>
            <a:solidFill>
              <a:srgbClr val="000E92"/>
            </a:solidFill>
          </p:spPr>
          <p:txBody>
            <a:bodyPr wrap="square" lIns="0" tIns="0" rIns="0" bIns="0" rtlCol="0"/>
            <a:lstStyle/>
            <a:p/>
          </p:txBody>
        </p:sp>
        <p:sp>
          <p:nvSpPr>
            <p:cNvPr id="684" name="object 684"/>
            <p:cNvSpPr/>
            <p:nvPr/>
          </p:nvSpPr>
          <p:spPr>
            <a:xfrm>
              <a:off x="1794510" y="1672589"/>
              <a:ext cx="153670" cy="7620"/>
            </a:xfrm>
            <a:custGeom>
              <a:avLst/>
              <a:gdLst/>
              <a:ahLst/>
              <a:cxnLst/>
              <a:rect l="l" t="t" r="r" b="b"/>
              <a:pathLst>
                <a:path w="153669" h="7619">
                  <a:moveTo>
                    <a:pt x="82550" y="0"/>
                  </a:moveTo>
                  <a:lnTo>
                    <a:pt x="0" y="0"/>
                  </a:lnTo>
                  <a:lnTo>
                    <a:pt x="0" y="7620"/>
                  </a:lnTo>
                  <a:lnTo>
                    <a:pt x="82550" y="7620"/>
                  </a:lnTo>
                  <a:lnTo>
                    <a:pt x="82550" y="0"/>
                  </a:lnTo>
                  <a:close/>
                </a:path>
                <a:path w="153669" h="7619">
                  <a:moveTo>
                    <a:pt x="148589" y="6350"/>
                  </a:moveTo>
                  <a:lnTo>
                    <a:pt x="101600" y="6350"/>
                  </a:lnTo>
                  <a:lnTo>
                    <a:pt x="101600" y="7620"/>
                  </a:lnTo>
                  <a:lnTo>
                    <a:pt x="148589" y="7620"/>
                  </a:lnTo>
                  <a:lnTo>
                    <a:pt x="148589" y="6350"/>
                  </a:lnTo>
                  <a:close/>
                </a:path>
                <a:path w="153669" h="7619">
                  <a:moveTo>
                    <a:pt x="149859" y="5080"/>
                  </a:moveTo>
                  <a:lnTo>
                    <a:pt x="100329" y="5080"/>
                  </a:lnTo>
                  <a:lnTo>
                    <a:pt x="100329" y="6350"/>
                  </a:lnTo>
                  <a:lnTo>
                    <a:pt x="149859" y="6350"/>
                  </a:lnTo>
                  <a:lnTo>
                    <a:pt x="149859" y="5080"/>
                  </a:lnTo>
                  <a:close/>
                </a:path>
                <a:path w="153669" h="7619">
                  <a:moveTo>
                    <a:pt x="151129" y="2539"/>
                  </a:moveTo>
                  <a:lnTo>
                    <a:pt x="97789" y="2539"/>
                  </a:lnTo>
                  <a:lnTo>
                    <a:pt x="97789" y="3810"/>
                  </a:lnTo>
                  <a:lnTo>
                    <a:pt x="99059" y="3810"/>
                  </a:lnTo>
                  <a:lnTo>
                    <a:pt x="99059" y="5080"/>
                  </a:lnTo>
                  <a:lnTo>
                    <a:pt x="151129" y="5080"/>
                  </a:lnTo>
                  <a:lnTo>
                    <a:pt x="151129" y="2539"/>
                  </a:lnTo>
                  <a:close/>
                </a:path>
                <a:path w="153669" h="7619">
                  <a:moveTo>
                    <a:pt x="152400" y="1270"/>
                  </a:moveTo>
                  <a:lnTo>
                    <a:pt x="95250" y="1270"/>
                  </a:lnTo>
                  <a:lnTo>
                    <a:pt x="95250" y="2539"/>
                  </a:lnTo>
                  <a:lnTo>
                    <a:pt x="152400" y="2539"/>
                  </a:lnTo>
                  <a:lnTo>
                    <a:pt x="152400" y="1270"/>
                  </a:lnTo>
                  <a:close/>
                </a:path>
                <a:path w="153669" h="7619">
                  <a:moveTo>
                    <a:pt x="153669" y="0"/>
                  </a:moveTo>
                  <a:lnTo>
                    <a:pt x="93979" y="0"/>
                  </a:lnTo>
                  <a:lnTo>
                    <a:pt x="93979" y="1270"/>
                  </a:lnTo>
                  <a:lnTo>
                    <a:pt x="153669" y="1270"/>
                  </a:lnTo>
                  <a:lnTo>
                    <a:pt x="153669" y="0"/>
                  </a:lnTo>
                  <a:close/>
                </a:path>
              </a:pathLst>
            </a:custGeom>
            <a:solidFill>
              <a:srgbClr val="000D94"/>
            </a:solidFill>
          </p:spPr>
          <p:txBody>
            <a:bodyPr wrap="square" lIns="0" tIns="0" rIns="0" bIns="0" rtlCol="0"/>
            <a:lstStyle/>
            <a:p/>
          </p:txBody>
        </p:sp>
        <p:sp>
          <p:nvSpPr>
            <p:cNvPr id="685" name="object 685"/>
            <p:cNvSpPr/>
            <p:nvPr/>
          </p:nvSpPr>
          <p:spPr>
            <a:xfrm>
              <a:off x="1794510" y="1680209"/>
              <a:ext cx="146050" cy="7620"/>
            </a:xfrm>
            <a:custGeom>
              <a:avLst/>
              <a:gdLst/>
              <a:ahLst/>
              <a:cxnLst/>
              <a:rect l="l" t="t" r="r" b="b"/>
              <a:pathLst>
                <a:path w="146050" h="7619">
                  <a:moveTo>
                    <a:pt x="82550" y="0"/>
                  </a:moveTo>
                  <a:lnTo>
                    <a:pt x="0" y="0"/>
                  </a:lnTo>
                  <a:lnTo>
                    <a:pt x="0" y="7620"/>
                  </a:lnTo>
                  <a:lnTo>
                    <a:pt x="82550" y="7620"/>
                  </a:lnTo>
                  <a:lnTo>
                    <a:pt x="82550" y="0"/>
                  </a:lnTo>
                  <a:close/>
                </a:path>
                <a:path w="146050" h="7619">
                  <a:moveTo>
                    <a:pt x="146050" y="0"/>
                  </a:moveTo>
                  <a:lnTo>
                    <a:pt x="101600" y="0"/>
                  </a:lnTo>
                  <a:lnTo>
                    <a:pt x="101600" y="1270"/>
                  </a:lnTo>
                  <a:lnTo>
                    <a:pt x="102870" y="1270"/>
                  </a:lnTo>
                  <a:lnTo>
                    <a:pt x="102870" y="2540"/>
                  </a:lnTo>
                  <a:lnTo>
                    <a:pt x="106680" y="2540"/>
                  </a:lnTo>
                  <a:lnTo>
                    <a:pt x="106680" y="3810"/>
                  </a:lnTo>
                  <a:lnTo>
                    <a:pt x="107950" y="3810"/>
                  </a:lnTo>
                  <a:lnTo>
                    <a:pt x="107950" y="5080"/>
                  </a:lnTo>
                  <a:lnTo>
                    <a:pt x="110490" y="5080"/>
                  </a:lnTo>
                  <a:lnTo>
                    <a:pt x="110490" y="6350"/>
                  </a:lnTo>
                  <a:lnTo>
                    <a:pt x="114300" y="6350"/>
                  </a:lnTo>
                  <a:lnTo>
                    <a:pt x="114300" y="7620"/>
                  </a:lnTo>
                  <a:lnTo>
                    <a:pt x="135890" y="7620"/>
                  </a:lnTo>
                  <a:lnTo>
                    <a:pt x="135890" y="6350"/>
                  </a:lnTo>
                  <a:lnTo>
                    <a:pt x="137160" y="6350"/>
                  </a:lnTo>
                  <a:lnTo>
                    <a:pt x="137160" y="5080"/>
                  </a:lnTo>
                  <a:lnTo>
                    <a:pt x="140970" y="5080"/>
                  </a:lnTo>
                  <a:lnTo>
                    <a:pt x="140970" y="3810"/>
                  </a:lnTo>
                  <a:lnTo>
                    <a:pt x="142240" y="3810"/>
                  </a:lnTo>
                  <a:lnTo>
                    <a:pt x="142240" y="2540"/>
                  </a:lnTo>
                  <a:lnTo>
                    <a:pt x="144780" y="2540"/>
                  </a:lnTo>
                  <a:lnTo>
                    <a:pt x="144780" y="1270"/>
                  </a:lnTo>
                  <a:lnTo>
                    <a:pt x="146050" y="1270"/>
                  </a:lnTo>
                  <a:lnTo>
                    <a:pt x="146050" y="0"/>
                  </a:lnTo>
                  <a:close/>
                </a:path>
              </a:pathLst>
            </a:custGeom>
            <a:solidFill>
              <a:srgbClr val="000D96"/>
            </a:solidFill>
          </p:spPr>
          <p:txBody>
            <a:bodyPr wrap="square" lIns="0" tIns="0" rIns="0" bIns="0" rtlCol="0"/>
            <a:lstStyle/>
            <a:p/>
          </p:txBody>
        </p:sp>
        <p:sp>
          <p:nvSpPr>
            <p:cNvPr id="686" name="object 686"/>
            <p:cNvSpPr/>
            <p:nvPr/>
          </p:nvSpPr>
          <p:spPr>
            <a:xfrm>
              <a:off x="1794510" y="1687829"/>
              <a:ext cx="133350" cy="6350"/>
            </a:xfrm>
            <a:custGeom>
              <a:avLst/>
              <a:gdLst/>
              <a:ahLst/>
              <a:cxnLst/>
              <a:rect l="l" t="t" r="r" b="b"/>
              <a:pathLst>
                <a:path w="133350" h="6350">
                  <a:moveTo>
                    <a:pt x="82550" y="0"/>
                  </a:moveTo>
                  <a:lnTo>
                    <a:pt x="0" y="0"/>
                  </a:lnTo>
                  <a:lnTo>
                    <a:pt x="0" y="6350"/>
                  </a:lnTo>
                  <a:lnTo>
                    <a:pt x="82550" y="6350"/>
                  </a:lnTo>
                  <a:lnTo>
                    <a:pt x="82550" y="0"/>
                  </a:lnTo>
                  <a:close/>
                </a:path>
                <a:path w="133350" h="6350">
                  <a:moveTo>
                    <a:pt x="133350" y="0"/>
                  </a:moveTo>
                  <a:lnTo>
                    <a:pt x="115570" y="0"/>
                  </a:lnTo>
                  <a:lnTo>
                    <a:pt x="115570" y="1270"/>
                  </a:lnTo>
                  <a:lnTo>
                    <a:pt x="133350" y="1270"/>
                  </a:lnTo>
                  <a:lnTo>
                    <a:pt x="133350" y="0"/>
                  </a:lnTo>
                  <a:close/>
                </a:path>
              </a:pathLst>
            </a:custGeom>
            <a:solidFill>
              <a:srgbClr val="000C98"/>
            </a:solidFill>
          </p:spPr>
          <p:txBody>
            <a:bodyPr wrap="square" lIns="0" tIns="0" rIns="0" bIns="0" rtlCol="0"/>
            <a:lstStyle/>
            <a:p/>
          </p:txBody>
        </p:sp>
        <p:sp>
          <p:nvSpPr>
            <p:cNvPr id="687" name="object 687"/>
            <p:cNvSpPr/>
            <p:nvPr/>
          </p:nvSpPr>
          <p:spPr>
            <a:xfrm>
              <a:off x="1794510" y="16941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C99"/>
            </a:solidFill>
          </p:spPr>
          <p:txBody>
            <a:bodyPr wrap="square" lIns="0" tIns="0" rIns="0" bIns="0" rtlCol="0"/>
            <a:lstStyle/>
            <a:p/>
          </p:txBody>
        </p:sp>
        <p:sp>
          <p:nvSpPr>
            <p:cNvPr id="688" name="object 688"/>
            <p:cNvSpPr/>
            <p:nvPr/>
          </p:nvSpPr>
          <p:spPr>
            <a:xfrm>
              <a:off x="1794510" y="17017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B9B"/>
            </a:solidFill>
          </p:spPr>
          <p:txBody>
            <a:bodyPr wrap="square" lIns="0" tIns="0" rIns="0" bIns="0" rtlCol="0"/>
            <a:lstStyle/>
            <a:p/>
          </p:txBody>
        </p:sp>
        <p:sp>
          <p:nvSpPr>
            <p:cNvPr id="689" name="object 689"/>
            <p:cNvSpPr/>
            <p:nvPr/>
          </p:nvSpPr>
          <p:spPr>
            <a:xfrm>
              <a:off x="1794510" y="17094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B9D"/>
            </a:solidFill>
          </p:spPr>
          <p:txBody>
            <a:bodyPr wrap="square" lIns="0" tIns="0" rIns="0" bIns="0" rtlCol="0"/>
            <a:lstStyle/>
            <a:p/>
          </p:txBody>
        </p:sp>
        <p:sp>
          <p:nvSpPr>
            <p:cNvPr id="690" name="object 690"/>
            <p:cNvSpPr/>
            <p:nvPr/>
          </p:nvSpPr>
          <p:spPr>
            <a:xfrm>
              <a:off x="1794510" y="171703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A9F"/>
            </a:solidFill>
          </p:spPr>
          <p:txBody>
            <a:bodyPr wrap="square" lIns="0" tIns="0" rIns="0" bIns="0" rtlCol="0"/>
            <a:lstStyle/>
            <a:p/>
          </p:txBody>
        </p:sp>
        <p:sp>
          <p:nvSpPr>
            <p:cNvPr id="691" name="object 691"/>
            <p:cNvSpPr/>
            <p:nvPr/>
          </p:nvSpPr>
          <p:spPr>
            <a:xfrm>
              <a:off x="1794510" y="17233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AA0"/>
            </a:solidFill>
          </p:spPr>
          <p:txBody>
            <a:bodyPr wrap="square" lIns="0" tIns="0" rIns="0" bIns="0" rtlCol="0"/>
            <a:lstStyle/>
            <a:p/>
          </p:txBody>
        </p:sp>
        <p:sp>
          <p:nvSpPr>
            <p:cNvPr id="692" name="object 692"/>
            <p:cNvSpPr/>
            <p:nvPr/>
          </p:nvSpPr>
          <p:spPr>
            <a:xfrm>
              <a:off x="1794510" y="17310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AA2"/>
            </a:solidFill>
          </p:spPr>
          <p:txBody>
            <a:bodyPr wrap="square" lIns="0" tIns="0" rIns="0" bIns="0" rtlCol="0"/>
            <a:lstStyle/>
            <a:p/>
          </p:txBody>
        </p:sp>
        <p:sp>
          <p:nvSpPr>
            <p:cNvPr id="693" name="object 693"/>
            <p:cNvSpPr/>
            <p:nvPr/>
          </p:nvSpPr>
          <p:spPr>
            <a:xfrm>
              <a:off x="1794510" y="17386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9A4"/>
            </a:solidFill>
          </p:spPr>
          <p:txBody>
            <a:bodyPr wrap="square" lIns="0" tIns="0" rIns="0" bIns="0" rtlCol="0"/>
            <a:lstStyle/>
            <a:p/>
          </p:txBody>
        </p:sp>
        <p:sp>
          <p:nvSpPr>
            <p:cNvPr id="694" name="object 694"/>
            <p:cNvSpPr/>
            <p:nvPr/>
          </p:nvSpPr>
          <p:spPr>
            <a:xfrm>
              <a:off x="1794510" y="17449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9A6"/>
            </a:solidFill>
          </p:spPr>
          <p:txBody>
            <a:bodyPr wrap="square" lIns="0" tIns="0" rIns="0" bIns="0" rtlCol="0"/>
            <a:lstStyle/>
            <a:p/>
          </p:txBody>
        </p:sp>
        <p:sp>
          <p:nvSpPr>
            <p:cNvPr id="695" name="object 695"/>
            <p:cNvSpPr/>
            <p:nvPr/>
          </p:nvSpPr>
          <p:spPr>
            <a:xfrm>
              <a:off x="1794510" y="17525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8A7"/>
            </a:solidFill>
          </p:spPr>
          <p:txBody>
            <a:bodyPr wrap="square" lIns="0" tIns="0" rIns="0" bIns="0" rtlCol="0"/>
            <a:lstStyle/>
            <a:p/>
          </p:txBody>
        </p:sp>
        <p:sp>
          <p:nvSpPr>
            <p:cNvPr id="696" name="object 696"/>
            <p:cNvSpPr/>
            <p:nvPr/>
          </p:nvSpPr>
          <p:spPr>
            <a:xfrm>
              <a:off x="1794510" y="17602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8A9"/>
            </a:solidFill>
          </p:spPr>
          <p:txBody>
            <a:bodyPr wrap="square" lIns="0" tIns="0" rIns="0" bIns="0" rtlCol="0"/>
            <a:lstStyle/>
            <a:p/>
          </p:txBody>
        </p:sp>
        <p:sp>
          <p:nvSpPr>
            <p:cNvPr id="697" name="object 697"/>
            <p:cNvSpPr/>
            <p:nvPr/>
          </p:nvSpPr>
          <p:spPr>
            <a:xfrm>
              <a:off x="1794510" y="176783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7AB"/>
            </a:solidFill>
          </p:spPr>
          <p:txBody>
            <a:bodyPr wrap="square" lIns="0" tIns="0" rIns="0" bIns="0" rtlCol="0"/>
            <a:lstStyle/>
            <a:p/>
          </p:txBody>
        </p:sp>
        <p:sp>
          <p:nvSpPr>
            <p:cNvPr id="698" name="object 698"/>
            <p:cNvSpPr/>
            <p:nvPr/>
          </p:nvSpPr>
          <p:spPr>
            <a:xfrm>
              <a:off x="1794510" y="17741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7AD"/>
            </a:solidFill>
          </p:spPr>
          <p:txBody>
            <a:bodyPr wrap="square" lIns="0" tIns="0" rIns="0" bIns="0" rtlCol="0"/>
            <a:lstStyle/>
            <a:p/>
          </p:txBody>
        </p:sp>
        <p:sp>
          <p:nvSpPr>
            <p:cNvPr id="699" name="object 699"/>
            <p:cNvSpPr/>
            <p:nvPr/>
          </p:nvSpPr>
          <p:spPr>
            <a:xfrm>
              <a:off x="1794510" y="17818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7AE"/>
            </a:solidFill>
          </p:spPr>
          <p:txBody>
            <a:bodyPr wrap="square" lIns="0" tIns="0" rIns="0" bIns="0" rtlCol="0"/>
            <a:lstStyle/>
            <a:p/>
          </p:txBody>
        </p:sp>
        <p:sp>
          <p:nvSpPr>
            <p:cNvPr id="700" name="object 700"/>
            <p:cNvSpPr/>
            <p:nvPr/>
          </p:nvSpPr>
          <p:spPr>
            <a:xfrm>
              <a:off x="1794510" y="17894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6B0"/>
            </a:solidFill>
          </p:spPr>
          <p:txBody>
            <a:bodyPr wrap="square" lIns="0" tIns="0" rIns="0" bIns="0" rtlCol="0"/>
            <a:lstStyle/>
            <a:p/>
          </p:txBody>
        </p:sp>
        <p:sp>
          <p:nvSpPr>
            <p:cNvPr id="701" name="object 701"/>
            <p:cNvSpPr/>
            <p:nvPr/>
          </p:nvSpPr>
          <p:spPr>
            <a:xfrm>
              <a:off x="1794510" y="17957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6B2"/>
            </a:solidFill>
          </p:spPr>
          <p:txBody>
            <a:bodyPr wrap="square" lIns="0" tIns="0" rIns="0" bIns="0" rtlCol="0"/>
            <a:lstStyle/>
            <a:p/>
          </p:txBody>
        </p:sp>
        <p:sp>
          <p:nvSpPr>
            <p:cNvPr id="702" name="object 702"/>
            <p:cNvSpPr/>
            <p:nvPr/>
          </p:nvSpPr>
          <p:spPr>
            <a:xfrm>
              <a:off x="1794510" y="18033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5B4"/>
            </a:solidFill>
          </p:spPr>
          <p:txBody>
            <a:bodyPr wrap="square" lIns="0" tIns="0" rIns="0" bIns="0" rtlCol="0"/>
            <a:lstStyle/>
            <a:p/>
          </p:txBody>
        </p:sp>
        <p:sp>
          <p:nvSpPr>
            <p:cNvPr id="703" name="object 703"/>
            <p:cNvSpPr/>
            <p:nvPr/>
          </p:nvSpPr>
          <p:spPr>
            <a:xfrm>
              <a:off x="1794510" y="18110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5B5"/>
            </a:solidFill>
          </p:spPr>
          <p:txBody>
            <a:bodyPr wrap="square" lIns="0" tIns="0" rIns="0" bIns="0" rtlCol="0"/>
            <a:lstStyle/>
            <a:p/>
          </p:txBody>
        </p:sp>
        <p:sp>
          <p:nvSpPr>
            <p:cNvPr id="704" name="object 704"/>
            <p:cNvSpPr/>
            <p:nvPr/>
          </p:nvSpPr>
          <p:spPr>
            <a:xfrm>
              <a:off x="1794510" y="18173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4B7"/>
            </a:solidFill>
          </p:spPr>
          <p:txBody>
            <a:bodyPr wrap="square" lIns="0" tIns="0" rIns="0" bIns="0" rtlCol="0"/>
            <a:lstStyle/>
            <a:p/>
          </p:txBody>
        </p:sp>
        <p:sp>
          <p:nvSpPr>
            <p:cNvPr id="705" name="object 705"/>
            <p:cNvSpPr/>
            <p:nvPr/>
          </p:nvSpPr>
          <p:spPr>
            <a:xfrm>
              <a:off x="1794510" y="18249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4B9"/>
            </a:solidFill>
          </p:spPr>
          <p:txBody>
            <a:bodyPr wrap="square" lIns="0" tIns="0" rIns="0" bIns="0" rtlCol="0"/>
            <a:lstStyle/>
            <a:p/>
          </p:txBody>
        </p:sp>
        <p:sp>
          <p:nvSpPr>
            <p:cNvPr id="706" name="object 706"/>
            <p:cNvSpPr/>
            <p:nvPr/>
          </p:nvSpPr>
          <p:spPr>
            <a:xfrm>
              <a:off x="1794510" y="18326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3BB"/>
            </a:solidFill>
          </p:spPr>
          <p:txBody>
            <a:bodyPr wrap="square" lIns="0" tIns="0" rIns="0" bIns="0" rtlCol="0"/>
            <a:lstStyle/>
            <a:p/>
          </p:txBody>
        </p:sp>
        <p:sp>
          <p:nvSpPr>
            <p:cNvPr id="707" name="object 707"/>
            <p:cNvSpPr/>
            <p:nvPr/>
          </p:nvSpPr>
          <p:spPr>
            <a:xfrm>
              <a:off x="1794510" y="18402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3BC"/>
            </a:solidFill>
          </p:spPr>
          <p:txBody>
            <a:bodyPr wrap="square" lIns="0" tIns="0" rIns="0" bIns="0" rtlCol="0"/>
            <a:lstStyle/>
            <a:p/>
          </p:txBody>
        </p:sp>
        <p:sp>
          <p:nvSpPr>
            <p:cNvPr id="708" name="object 708"/>
            <p:cNvSpPr/>
            <p:nvPr/>
          </p:nvSpPr>
          <p:spPr>
            <a:xfrm>
              <a:off x="1794510" y="18465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3BE"/>
            </a:solidFill>
          </p:spPr>
          <p:txBody>
            <a:bodyPr wrap="square" lIns="0" tIns="0" rIns="0" bIns="0" rtlCol="0"/>
            <a:lstStyle/>
            <a:p/>
          </p:txBody>
        </p:sp>
        <p:sp>
          <p:nvSpPr>
            <p:cNvPr id="709" name="object 709"/>
            <p:cNvSpPr/>
            <p:nvPr/>
          </p:nvSpPr>
          <p:spPr>
            <a:xfrm>
              <a:off x="1794510" y="18541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2C0"/>
            </a:solidFill>
          </p:spPr>
          <p:txBody>
            <a:bodyPr wrap="square" lIns="0" tIns="0" rIns="0" bIns="0" rtlCol="0"/>
            <a:lstStyle/>
            <a:p/>
          </p:txBody>
        </p:sp>
        <p:sp>
          <p:nvSpPr>
            <p:cNvPr id="710" name="object 710"/>
            <p:cNvSpPr/>
            <p:nvPr/>
          </p:nvSpPr>
          <p:spPr>
            <a:xfrm>
              <a:off x="1794510" y="18618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2C2"/>
            </a:solidFill>
          </p:spPr>
          <p:txBody>
            <a:bodyPr wrap="square" lIns="0" tIns="0" rIns="0" bIns="0" rtlCol="0"/>
            <a:lstStyle/>
            <a:p/>
          </p:txBody>
        </p:sp>
        <p:sp>
          <p:nvSpPr>
            <p:cNvPr id="711" name="object 711"/>
            <p:cNvSpPr/>
            <p:nvPr/>
          </p:nvSpPr>
          <p:spPr>
            <a:xfrm>
              <a:off x="1794510" y="18681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1C3"/>
            </a:solidFill>
          </p:spPr>
          <p:txBody>
            <a:bodyPr wrap="square" lIns="0" tIns="0" rIns="0" bIns="0" rtlCol="0"/>
            <a:lstStyle/>
            <a:p/>
          </p:txBody>
        </p:sp>
        <p:sp>
          <p:nvSpPr>
            <p:cNvPr id="712" name="object 712"/>
            <p:cNvSpPr/>
            <p:nvPr/>
          </p:nvSpPr>
          <p:spPr>
            <a:xfrm>
              <a:off x="1794510" y="18757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1C5"/>
            </a:solidFill>
          </p:spPr>
          <p:txBody>
            <a:bodyPr wrap="square" lIns="0" tIns="0" rIns="0" bIns="0" rtlCol="0"/>
            <a:lstStyle/>
            <a:p/>
          </p:txBody>
        </p:sp>
        <p:sp>
          <p:nvSpPr>
            <p:cNvPr id="713" name="object 713"/>
            <p:cNvSpPr/>
            <p:nvPr/>
          </p:nvSpPr>
          <p:spPr>
            <a:xfrm>
              <a:off x="1794510" y="18834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0C7"/>
            </a:solidFill>
          </p:spPr>
          <p:txBody>
            <a:bodyPr wrap="square" lIns="0" tIns="0" rIns="0" bIns="0" rtlCol="0"/>
            <a:lstStyle/>
            <a:p/>
          </p:txBody>
        </p:sp>
      </p:grpSp>
      <p:grpSp>
        <p:nvGrpSpPr>
          <p:cNvPr id="714" name="object 714"/>
          <p:cNvGrpSpPr/>
          <p:nvPr/>
        </p:nvGrpSpPr>
        <p:grpSpPr>
          <a:xfrm>
            <a:off x="2073910" y="1056639"/>
            <a:ext cx="200660" cy="633730"/>
            <a:chOff x="2073910" y="1056639"/>
            <a:chExt cx="200660" cy="633730"/>
          </a:xfrm>
        </p:grpSpPr>
        <p:sp>
          <p:nvSpPr>
            <p:cNvPr id="715" name="object 715"/>
            <p:cNvSpPr/>
            <p:nvPr/>
          </p:nvSpPr>
          <p:spPr>
            <a:xfrm>
              <a:off x="2146300" y="1056639"/>
              <a:ext cx="59690" cy="6350"/>
            </a:xfrm>
            <a:custGeom>
              <a:avLst/>
              <a:gdLst/>
              <a:ahLst/>
              <a:cxnLst/>
              <a:rect l="l" t="t" r="r" b="b"/>
              <a:pathLst>
                <a:path w="59689" h="6350">
                  <a:moveTo>
                    <a:pt x="59689" y="5080"/>
                  </a:moveTo>
                  <a:lnTo>
                    <a:pt x="0" y="5080"/>
                  </a:lnTo>
                  <a:lnTo>
                    <a:pt x="0" y="6350"/>
                  </a:lnTo>
                  <a:lnTo>
                    <a:pt x="59689" y="6350"/>
                  </a:lnTo>
                  <a:lnTo>
                    <a:pt x="59689" y="5080"/>
                  </a:lnTo>
                  <a:close/>
                </a:path>
                <a:path w="59689" h="6350">
                  <a:moveTo>
                    <a:pt x="57150" y="3810"/>
                  </a:moveTo>
                  <a:lnTo>
                    <a:pt x="2539" y="3810"/>
                  </a:lnTo>
                  <a:lnTo>
                    <a:pt x="2539" y="5080"/>
                  </a:lnTo>
                  <a:lnTo>
                    <a:pt x="57150" y="5080"/>
                  </a:lnTo>
                  <a:lnTo>
                    <a:pt x="57150" y="3810"/>
                  </a:lnTo>
                  <a:close/>
                </a:path>
                <a:path w="59689" h="6350">
                  <a:moveTo>
                    <a:pt x="50800" y="2539"/>
                  </a:moveTo>
                  <a:lnTo>
                    <a:pt x="6350" y="2539"/>
                  </a:lnTo>
                  <a:lnTo>
                    <a:pt x="6350" y="3810"/>
                  </a:lnTo>
                  <a:lnTo>
                    <a:pt x="50800" y="3810"/>
                  </a:lnTo>
                  <a:lnTo>
                    <a:pt x="50800" y="2539"/>
                  </a:lnTo>
                  <a:close/>
                </a:path>
                <a:path w="59689" h="6350">
                  <a:moveTo>
                    <a:pt x="44450" y="1270"/>
                  </a:moveTo>
                  <a:lnTo>
                    <a:pt x="13969" y="1270"/>
                  </a:lnTo>
                  <a:lnTo>
                    <a:pt x="13969" y="2539"/>
                  </a:lnTo>
                  <a:lnTo>
                    <a:pt x="44450" y="2539"/>
                  </a:lnTo>
                  <a:lnTo>
                    <a:pt x="44450" y="1270"/>
                  </a:lnTo>
                  <a:close/>
                </a:path>
                <a:path w="59689" h="6350">
                  <a:moveTo>
                    <a:pt x="29209" y="0"/>
                  </a:moveTo>
                  <a:lnTo>
                    <a:pt x="20319" y="0"/>
                  </a:lnTo>
                  <a:lnTo>
                    <a:pt x="20319" y="1270"/>
                  </a:lnTo>
                  <a:lnTo>
                    <a:pt x="29209" y="1270"/>
                  </a:lnTo>
                  <a:lnTo>
                    <a:pt x="29209" y="0"/>
                  </a:lnTo>
                  <a:close/>
                </a:path>
              </a:pathLst>
            </a:custGeom>
            <a:solidFill>
              <a:srgbClr val="003300"/>
            </a:solidFill>
          </p:spPr>
          <p:txBody>
            <a:bodyPr wrap="square" lIns="0" tIns="0" rIns="0" bIns="0" rtlCol="0"/>
            <a:lstStyle/>
            <a:p/>
          </p:txBody>
        </p:sp>
        <p:sp>
          <p:nvSpPr>
            <p:cNvPr id="716" name="object 716"/>
            <p:cNvSpPr/>
            <p:nvPr/>
          </p:nvSpPr>
          <p:spPr>
            <a:xfrm>
              <a:off x="2134870" y="1062989"/>
              <a:ext cx="83820" cy="7620"/>
            </a:xfrm>
            <a:custGeom>
              <a:avLst/>
              <a:gdLst/>
              <a:ahLst/>
              <a:cxnLst/>
              <a:rect l="l" t="t" r="r" b="b"/>
              <a:pathLst>
                <a:path w="83819" h="7619">
                  <a:moveTo>
                    <a:pt x="83819" y="6350"/>
                  </a:moveTo>
                  <a:lnTo>
                    <a:pt x="0" y="6350"/>
                  </a:lnTo>
                  <a:lnTo>
                    <a:pt x="0" y="7620"/>
                  </a:lnTo>
                  <a:lnTo>
                    <a:pt x="83819" y="7620"/>
                  </a:lnTo>
                  <a:lnTo>
                    <a:pt x="83819" y="6350"/>
                  </a:lnTo>
                  <a:close/>
                </a:path>
                <a:path w="83819" h="7619">
                  <a:moveTo>
                    <a:pt x="82550" y="5080"/>
                  </a:moveTo>
                  <a:lnTo>
                    <a:pt x="1269" y="5080"/>
                  </a:lnTo>
                  <a:lnTo>
                    <a:pt x="1269" y="6350"/>
                  </a:lnTo>
                  <a:lnTo>
                    <a:pt x="82550" y="6350"/>
                  </a:lnTo>
                  <a:lnTo>
                    <a:pt x="82550" y="5080"/>
                  </a:lnTo>
                  <a:close/>
                </a:path>
                <a:path w="83819" h="7619">
                  <a:moveTo>
                    <a:pt x="81280" y="3810"/>
                  </a:moveTo>
                  <a:lnTo>
                    <a:pt x="2540" y="3810"/>
                  </a:lnTo>
                  <a:lnTo>
                    <a:pt x="2540" y="5080"/>
                  </a:lnTo>
                  <a:lnTo>
                    <a:pt x="81280" y="5080"/>
                  </a:lnTo>
                  <a:lnTo>
                    <a:pt x="81280" y="3810"/>
                  </a:lnTo>
                  <a:close/>
                </a:path>
                <a:path w="83819" h="7619">
                  <a:moveTo>
                    <a:pt x="80010" y="2539"/>
                  </a:moveTo>
                  <a:lnTo>
                    <a:pt x="5080" y="2539"/>
                  </a:lnTo>
                  <a:lnTo>
                    <a:pt x="5080" y="3810"/>
                  </a:lnTo>
                  <a:lnTo>
                    <a:pt x="80010" y="3810"/>
                  </a:lnTo>
                  <a:lnTo>
                    <a:pt x="80010" y="2539"/>
                  </a:lnTo>
                  <a:close/>
                </a:path>
                <a:path w="83819" h="7619">
                  <a:moveTo>
                    <a:pt x="76200" y="1270"/>
                  </a:moveTo>
                  <a:lnTo>
                    <a:pt x="6350" y="1270"/>
                  </a:lnTo>
                  <a:lnTo>
                    <a:pt x="6350" y="2539"/>
                  </a:lnTo>
                  <a:lnTo>
                    <a:pt x="76200" y="2539"/>
                  </a:lnTo>
                  <a:lnTo>
                    <a:pt x="76200" y="1270"/>
                  </a:lnTo>
                  <a:close/>
                </a:path>
                <a:path w="83819" h="7619">
                  <a:moveTo>
                    <a:pt x="74930" y="0"/>
                  </a:moveTo>
                  <a:lnTo>
                    <a:pt x="8890" y="0"/>
                  </a:lnTo>
                  <a:lnTo>
                    <a:pt x="8890" y="1270"/>
                  </a:lnTo>
                  <a:lnTo>
                    <a:pt x="74930" y="1270"/>
                  </a:lnTo>
                  <a:lnTo>
                    <a:pt x="74930" y="0"/>
                  </a:lnTo>
                  <a:close/>
                </a:path>
              </a:pathLst>
            </a:custGeom>
            <a:solidFill>
              <a:srgbClr val="003301"/>
            </a:solidFill>
          </p:spPr>
          <p:txBody>
            <a:bodyPr wrap="square" lIns="0" tIns="0" rIns="0" bIns="0" rtlCol="0"/>
            <a:lstStyle/>
            <a:p/>
          </p:txBody>
        </p:sp>
        <p:sp>
          <p:nvSpPr>
            <p:cNvPr id="717" name="object 717"/>
            <p:cNvSpPr/>
            <p:nvPr/>
          </p:nvSpPr>
          <p:spPr>
            <a:xfrm>
              <a:off x="2127250" y="1070609"/>
              <a:ext cx="97790" cy="6350"/>
            </a:xfrm>
            <a:custGeom>
              <a:avLst/>
              <a:gdLst/>
              <a:ahLst/>
              <a:cxnLst/>
              <a:rect l="l" t="t" r="r" b="b"/>
              <a:pathLst>
                <a:path w="97789" h="6350">
                  <a:moveTo>
                    <a:pt x="97790" y="5080"/>
                  </a:moveTo>
                  <a:lnTo>
                    <a:pt x="96520" y="5080"/>
                  </a:lnTo>
                  <a:lnTo>
                    <a:pt x="96520" y="3810"/>
                  </a:lnTo>
                  <a:lnTo>
                    <a:pt x="95250" y="3810"/>
                  </a:lnTo>
                  <a:lnTo>
                    <a:pt x="95250"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03103"/>
            </a:solidFill>
          </p:spPr>
          <p:txBody>
            <a:bodyPr wrap="square" lIns="0" tIns="0" rIns="0" bIns="0" rtlCol="0"/>
            <a:lstStyle/>
            <a:p/>
          </p:txBody>
        </p:sp>
        <p:sp>
          <p:nvSpPr>
            <p:cNvPr id="718" name="object 718"/>
            <p:cNvSpPr/>
            <p:nvPr/>
          </p:nvSpPr>
          <p:spPr>
            <a:xfrm>
              <a:off x="2120900" y="1076959"/>
              <a:ext cx="110489" cy="7620"/>
            </a:xfrm>
            <a:custGeom>
              <a:avLst/>
              <a:gdLst/>
              <a:ahLst/>
              <a:cxnLst/>
              <a:rect l="l" t="t" r="r" b="b"/>
              <a:pathLst>
                <a:path w="110489" h="7619">
                  <a:moveTo>
                    <a:pt x="110490" y="6350"/>
                  </a:moveTo>
                  <a:lnTo>
                    <a:pt x="109220" y="6350"/>
                  </a:lnTo>
                  <a:lnTo>
                    <a:pt x="109220" y="3810"/>
                  </a:lnTo>
                  <a:lnTo>
                    <a:pt x="107950" y="3810"/>
                  </a:lnTo>
                  <a:lnTo>
                    <a:pt x="107950"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03105"/>
            </a:solidFill>
          </p:spPr>
          <p:txBody>
            <a:bodyPr wrap="square" lIns="0" tIns="0" rIns="0" bIns="0" rtlCol="0"/>
            <a:lstStyle/>
            <a:p/>
          </p:txBody>
        </p:sp>
        <p:sp>
          <p:nvSpPr>
            <p:cNvPr id="719" name="object 719"/>
            <p:cNvSpPr/>
            <p:nvPr/>
          </p:nvSpPr>
          <p:spPr>
            <a:xfrm>
              <a:off x="2115820" y="1084579"/>
              <a:ext cx="120650" cy="7620"/>
            </a:xfrm>
            <a:custGeom>
              <a:avLst/>
              <a:gdLst/>
              <a:ahLst/>
              <a:cxnLst/>
              <a:rect l="l" t="t" r="r" b="b"/>
              <a:pathLst>
                <a:path w="120650" h="7619">
                  <a:moveTo>
                    <a:pt x="120650" y="6350"/>
                  </a:moveTo>
                  <a:lnTo>
                    <a:pt x="119380" y="6350"/>
                  </a:lnTo>
                  <a:lnTo>
                    <a:pt x="119380" y="5080"/>
                  </a:lnTo>
                  <a:lnTo>
                    <a:pt x="118097" y="5080"/>
                  </a:lnTo>
                  <a:lnTo>
                    <a:pt x="118097"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03008"/>
            </a:solidFill>
          </p:spPr>
          <p:txBody>
            <a:bodyPr wrap="square" lIns="0" tIns="0" rIns="0" bIns="0" rtlCol="0"/>
            <a:lstStyle/>
            <a:p/>
          </p:txBody>
        </p:sp>
        <p:sp>
          <p:nvSpPr>
            <p:cNvPr id="720" name="object 720"/>
            <p:cNvSpPr/>
            <p:nvPr/>
          </p:nvSpPr>
          <p:spPr>
            <a:xfrm>
              <a:off x="2112010" y="1092199"/>
              <a:ext cx="128270" cy="6350"/>
            </a:xfrm>
            <a:custGeom>
              <a:avLst/>
              <a:gdLst/>
              <a:ahLst/>
              <a:cxnLst/>
              <a:rect l="l" t="t" r="r" b="b"/>
              <a:pathLst>
                <a:path w="128269" h="6350">
                  <a:moveTo>
                    <a:pt x="128270" y="5080"/>
                  </a:moveTo>
                  <a:lnTo>
                    <a:pt x="127000" y="5080"/>
                  </a:lnTo>
                  <a:lnTo>
                    <a:pt x="127000" y="3810"/>
                  </a:ln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5080"/>
                  </a:lnTo>
                  <a:lnTo>
                    <a:pt x="0" y="6350"/>
                  </a:lnTo>
                  <a:lnTo>
                    <a:pt x="128270" y="6350"/>
                  </a:lnTo>
                  <a:lnTo>
                    <a:pt x="128270" y="5080"/>
                  </a:lnTo>
                  <a:close/>
                </a:path>
              </a:pathLst>
            </a:custGeom>
            <a:solidFill>
              <a:srgbClr val="00300A"/>
            </a:solidFill>
          </p:spPr>
          <p:txBody>
            <a:bodyPr wrap="square" lIns="0" tIns="0" rIns="0" bIns="0" rtlCol="0"/>
            <a:lstStyle/>
            <a:p/>
          </p:txBody>
        </p:sp>
        <p:sp>
          <p:nvSpPr>
            <p:cNvPr id="721" name="object 721"/>
            <p:cNvSpPr/>
            <p:nvPr/>
          </p:nvSpPr>
          <p:spPr>
            <a:xfrm>
              <a:off x="2108200" y="1098549"/>
              <a:ext cx="135890" cy="7620"/>
            </a:xfrm>
            <a:custGeom>
              <a:avLst/>
              <a:gdLst/>
              <a:ahLst/>
              <a:cxnLst/>
              <a:rect l="l" t="t" r="r" b="b"/>
              <a:pathLst>
                <a:path w="135889" h="7619">
                  <a:moveTo>
                    <a:pt x="135890" y="6350"/>
                  </a:moveTo>
                  <a:lnTo>
                    <a:pt x="134620" y="6350"/>
                  </a:lnTo>
                  <a:lnTo>
                    <a:pt x="134620" y="5080"/>
                  </a:lnTo>
                  <a:lnTo>
                    <a:pt x="134620" y="3810"/>
                  </a:lnTo>
                  <a:lnTo>
                    <a:pt x="133350" y="3810"/>
                  </a:lnTo>
                  <a:lnTo>
                    <a:pt x="133350" y="2540"/>
                  </a:lnTo>
                  <a:lnTo>
                    <a:pt x="133350" y="1270"/>
                  </a:lnTo>
                  <a:lnTo>
                    <a:pt x="132067" y="1270"/>
                  </a:lnTo>
                  <a:lnTo>
                    <a:pt x="132067"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02F0C"/>
            </a:solidFill>
          </p:spPr>
          <p:txBody>
            <a:bodyPr wrap="square" lIns="0" tIns="0" rIns="0" bIns="0" rtlCol="0"/>
            <a:lstStyle/>
            <a:p/>
          </p:txBody>
        </p:sp>
        <p:sp>
          <p:nvSpPr>
            <p:cNvPr id="722" name="object 722"/>
            <p:cNvSpPr/>
            <p:nvPr/>
          </p:nvSpPr>
          <p:spPr>
            <a:xfrm>
              <a:off x="2105660" y="1106169"/>
              <a:ext cx="140970" cy="7620"/>
            </a:xfrm>
            <a:custGeom>
              <a:avLst/>
              <a:gdLst/>
              <a:ahLst/>
              <a:cxnLst/>
              <a:rect l="l" t="t" r="r" b="b"/>
              <a:pathLst>
                <a:path w="140969"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02E0F"/>
            </a:solidFill>
          </p:spPr>
          <p:txBody>
            <a:bodyPr wrap="square" lIns="0" tIns="0" rIns="0" bIns="0" rtlCol="0"/>
            <a:lstStyle/>
            <a:p/>
          </p:txBody>
        </p:sp>
        <p:sp>
          <p:nvSpPr>
            <p:cNvPr id="723" name="object 723"/>
            <p:cNvSpPr/>
            <p:nvPr/>
          </p:nvSpPr>
          <p:spPr>
            <a:xfrm>
              <a:off x="2103120" y="1113789"/>
              <a:ext cx="144780" cy="6350"/>
            </a:xfrm>
            <a:custGeom>
              <a:avLst/>
              <a:gdLst/>
              <a:ahLst/>
              <a:cxnLst/>
              <a:rect l="l" t="t" r="r" b="b"/>
              <a:pathLst>
                <a:path w="144780" h="6350">
                  <a:moveTo>
                    <a:pt x="144780" y="2540"/>
                  </a:moveTo>
                  <a:lnTo>
                    <a:pt x="143510" y="2540"/>
                  </a:lnTo>
                  <a:lnTo>
                    <a:pt x="143510" y="0"/>
                  </a:lnTo>
                  <a:lnTo>
                    <a:pt x="1270" y="0"/>
                  </a:lnTo>
                  <a:lnTo>
                    <a:pt x="1270" y="2540"/>
                  </a:lnTo>
                  <a:lnTo>
                    <a:pt x="1270" y="3810"/>
                  </a:lnTo>
                  <a:lnTo>
                    <a:pt x="0" y="3810"/>
                  </a:lnTo>
                  <a:lnTo>
                    <a:pt x="0" y="6350"/>
                  </a:lnTo>
                  <a:lnTo>
                    <a:pt x="144780" y="6350"/>
                  </a:lnTo>
                  <a:lnTo>
                    <a:pt x="144780" y="3810"/>
                  </a:lnTo>
                  <a:lnTo>
                    <a:pt x="144780" y="2540"/>
                  </a:lnTo>
                  <a:close/>
                </a:path>
              </a:pathLst>
            </a:custGeom>
            <a:solidFill>
              <a:srgbClr val="002E11"/>
            </a:solidFill>
          </p:spPr>
          <p:txBody>
            <a:bodyPr wrap="square" lIns="0" tIns="0" rIns="0" bIns="0" rtlCol="0"/>
            <a:lstStyle/>
            <a:p/>
          </p:txBody>
        </p:sp>
        <p:sp>
          <p:nvSpPr>
            <p:cNvPr id="724" name="object 724"/>
            <p:cNvSpPr/>
            <p:nvPr/>
          </p:nvSpPr>
          <p:spPr>
            <a:xfrm>
              <a:off x="2100580" y="1120139"/>
              <a:ext cx="149860" cy="7620"/>
            </a:xfrm>
            <a:custGeom>
              <a:avLst/>
              <a:gdLst/>
              <a:ahLst/>
              <a:cxnLst/>
              <a:rect l="l" t="t" r="r" b="b"/>
              <a:pathLst>
                <a:path w="149860"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02D13"/>
            </a:solidFill>
          </p:spPr>
          <p:txBody>
            <a:bodyPr wrap="square" lIns="0" tIns="0" rIns="0" bIns="0" rtlCol="0"/>
            <a:lstStyle/>
            <a:p/>
          </p:txBody>
        </p:sp>
        <p:sp>
          <p:nvSpPr>
            <p:cNvPr id="725" name="object 725"/>
            <p:cNvSpPr/>
            <p:nvPr/>
          </p:nvSpPr>
          <p:spPr>
            <a:xfrm>
              <a:off x="2096770" y="1127759"/>
              <a:ext cx="156210" cy="7620"/>
            </a:xfrm>
            <a:custGeom>
              <a:avLst/>
              <a:gdLst/>
              <a:ahLst/>
              <a:cxnLst/>
              <a:rect l="l" t="t" r="r" b="b"/>
              <a:pathLst>
                <a:path w="156210" h="7619">
                  <a:moveTo>
                    <a:pt x="153670" y="0"/>
                  </a:moveTo>
                  <a:lnTo>
                    <a:pt x="2540" y="0"/>
                  </a:lnTo>
                  <a:lnTo>
                    <a:pt x="2540" y="1270"/>
                  </a:lnTo>
                  <a:lnTo>
                    <a:pt x="153670" y="1270"/>
                  </a:lnTo>
                  <a:lnTo>
                    <a:pt x="153670" y="0"/>
                  </a:lnTo>
                  <a:close/>
                </a:path>
                <a:path w="156210" h="7619">
                  <a:moveTo>
                    <a:pt x="156210" y="6350"/>
                  </a:moveTo>
                  <a:lnTo>
                    <a:pt x="156197" y="3810"/>
                  </a:ln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close/>
                </a:path>
              </a:pathLst>
            </a:custGeom>
            <a:solidFill>
              <a:srgbClr val="002D15"/>
            </a:solidFill>
          </p:spPr>
          <p:txBody>
            <a:bodyPr wrap="square" lIns="0" tIns="0" rIns="0" bIns="0" rtlCol="0"/>
            <a:lstStyle/>
            <a:p/>
          </p:txBody>
        </p:sp>
        <p:sp>
          <p:nvSpPr>
            <p:cNvPr id="726" name="object 726"/>
            <p:cNvSpPr/>
            <p:nvPr/>
          </p:nvSpPr>
          <p:spPr>
            <a:xfrm>
              <a:off x="2095500" y="1135379"/>
              <a:ext cx="160020" cy="6350"/>
            </a:xfrm>
            <a:custGeom>
              <a:avLst/>
              <a:gdLst/>
              <a:ahLst/>
              <a:cxnLst/>
              <a:rect l="l" t="t" r="r" b="b"/>
              <a:pathLst>
                <a:path w="160019" h="6350">
                  <a:moveTo>
                    <a:pt x="158750" y="0"/>
                  </a:moveTo>
                  <a:lnTo>
                    <a:pt x="1270" y="0"/>
                  </a:lnTo>
                  <a:lnTo>
                    <a:pt x="1270" y="3810"/>
                  </a:lnTo>
                  <a:lnTo>
                    <a:pt x="158750" y="3810"/>
                  </a:lnTo>
                  <a:lnTo>
                    <a:pt x="158750" y="0"/>
                  </a:lnTo>
                  <a:close/>
                </a:path>
                <a:path w="160019" h="6350">
                  <a:moveTo>
                    <a:pt x="160020" y="3822"/>
                  </a:moveTo>
                  <a:lnTo>
                    <a:pt x="0" y="3822"/>
                  </a:lnTo>
                  <a:lnTo>
                    <a:pt x="0" y="6350"/>
                  </a:lnTo>
                  <a:lnTo>
                    <a:pt x="160020" y="6350"/>
                  </a:lnTo>
                  <a:lnTo>
                    <a:pt x="160020" y="3822"/>
                  </a:lnTo>
                  <a:close/>
                </a:path>
              </a:pathLst>
            </a:custGeom>
            <a:solidFill>
              <a:srgbClr val="002C18"/>
            </a:solidFill>
          </p:spPr>
          <p:txBody>
            <a:bodyPr wrap="square" lIns="0" tIns="0" rIns="0" bIns="0" rtlCol="0"/>
            <a:lstStyle/>
            <a:p/>
          </p:txBody>
        </p:sp>
        <p:sp>
          <p:nvSpPr>
            <p:cNvPr id="727" name="object 727"/>
            <p:cNvSpPr/>
            <p:nvPr/>
          </p:nvSpPr>
          <p:spPr>
            <a:xfrm>
              <a:off x="2094230" y="1141729"/>
              <a:ext cx="162560" cy="7620"/>
            </a:xfrm>
            <a:custGeom>
              <a:avLst/>
              <a:gdLst/>
              <a:ahLst/>
              <a:cxnLst/>
              <a:rect l="l" t="t" r="r" b="b"/>
              <a:pathLst>
                <a:path w="162560"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002C1A"/>
            </a:solidFill>
          </p:spPr>
          <p:txBody>
            <a:bodyPr wrap="square" lIns="0" tIns="0" rIns="0" bIns="0" rtlCol="0"/>
            <a:lstStyle/>
            <a:p/>
          </p:txBody>
        </p:sp>
        <p:sp>
          <p:nvSpPr>
            <p:cNvPr id="728" name="object 728"/>
            <p:cNvSpPr/>
            <p:nvPr/>
          </p:nvSpPr>
          <p:spPr>
            <a:xfrm>
              <a:off x="2091690" y="1149349"/>
              <a:ext cx="166370" cy="7620"/>
            </a:xfrm>
            <a:custGeom>
              <a:avLst/>
              <a:gdLst/>
              <a:ahLst/>
              <a:cxnLst/>
              <a:rect l="l" t="t" r="r" b="b"/>
              <a:pathLst>
                <a:path w="166369" h="7619">
                  <a:moveTo>
                    <a:pt x="166370" y="1270"/>
                  </a:moveTo>
                  <a:lnTo>
                    <a:pt x="165100" y="1270"/>
                  </a:lnTo>
                  <a:lnTo>
                    <a:pt x="165100" y="0"/>
                  </a:lnTo>
                  <a:lnTo>
                    <a:pt x="2540" y="0"/>
                  </a:lnTo>
                  <a:lnTo>
                    <a:pt x="2540" y="1270"/>
                  </a:lnTo>
                  <a:lnTo>
                    <a:pt x="1270" y="1270"/>
                  </a:lnTo>
                  <a:lnTo>
                    <a:pt x="1270" y="6350"/>
                  </a:lnTo>
                  <a:lnTo>
                    <a:pt x="0" y="6350"/>
                  </a:lnTo>
                  <a:lnTo>
                    <a:pt x="0" y="7620"/>
                  </a:lnTo>
                  <a:lnTo>
                    <a:pt x="166357" y="7620"/>
                  </a:lnTo>
                  <a:lnTo>
                    <a:pt x="166357" y="6350"/>
                  </a:lnTo>
                  <a:lnTo>
                    <a:pt x="166370" y="1270"/>
                  </a:lnTo>
                  <a:close/>
                </a:path>
              </a:pathLst>
            </a:custGeom>
            <a:solidFill>
              <a:srgbClr val="002B1C"/>
            </a:solidFill>
          </p:spPr>
          <p:txBody>
            <a:bodyPr wrap="square" lIns="0" tIns="0" rIns="0" bIns="0" rtlCol="0"/>
            <a:lstStyle/>
            <a:p/>
          </p:txBody>
        </p:sp>
        <p:sp>
          <p:nvSpPr>
            <p:cNvPr id="729" name="object 729"/>
            <p:cNvSpPr/>
            <p:nvPr/>
          </p:nvSpPr>
          <p:spPr>
            <a:xfrm>
              <a:off x="2090420" y="1156969"/>
              <a:ext cx="168910" cy="6350"/>
            </a:xfrm>
            <a:custGeom>
              <a:avLst/>
              <a:gdLst/>
              <a:ahLst/>
              <a:cxnLst/>
              <a:rect l="l" t="t" r="r" b="b"/>
              <a:pathLst>
                <a:path w="168910" h="6350">
                  <a:moveTo>
                    <a:pt x="168910" y="5080"/>
                  </a:moveTo>
                  <a:lnTo>
                    <a:pt x="168897" y="1270"/>
                  </a:lnTo>
                  <a:lnTo>
                    <a:pt x="167627" y="1270"/>
                  </a:lnTo>
                  <a:lnTo>
                    <a:pt x="167627" y="0"/>
                  </a:lnTo>
                  <a:lnTo>
                    <a:pt x="1270" y="0"/>
                  </a:lnTo>
                  <a:lnTo>
                    <a:pt x="1270" y="1270"/>
                  </a:lnTo>
                  <a:lnTo>
                    <a:pt x="1270" y="5080"/>
                  </a:lnTo>
                  <a:lnTo>
                    <a:pt x="0" y="5080"/>
                  </a:lnTo>
                  <a:lnTo>
                    <a:pt x="0" y="6350"/>
                  </a:lnTo>
                  <a:lnTo>
                    <a:pt x="168910" y="6350"/>
                  </a:lnTo>
                  <a:lnTo>
                    <a:pt x="168910" y="5080"/>
                  </a:lnTo>
                  <a:close/>
                </a:path>
              </a:pathLst>
            </a:custGeom>
            <a:solidFill>
              <a:srgbClr val="002A1F"/>
            </a:solidFill>
          </p:spPr>
          <p:txBody>
            <a:bodyPr wrap="square" lIns="0" tIns="0" rIns="0" bIns="0" rtlCol="0"/>
            <a:lstStyle/>
            <a:p/>
          </p:txBody>
        </p:sp>
        <p:sp>
          <p:nvSpPr>
            <p:cNvPr id="730" name="object 730"/>
            <p:cNvSpPr/>
            <p:nvPr/>
          </p:nvSpPr>
          <p:spPr>
            <a:xfrm>
              <a:off x="208915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002A21"/>
            </a:solidFill>
          </p:spPr>
          <p:txBody>
            <a:bodyPr wrap="square" lIns="0" tIns="0" rIns="0" bIns="0" rtlCol="0"/>
            <a:lstStyle/>
            <a:p/>
          </p:txBody>
        </p:sp>
        <p:sp>
          <p:nvSpPr>
            <p:cNvPr id="731" name="object 731"/>
            <p:cNvSpPr/>
            <p:nvPr/>
          </p:nvSpPr>
          <p:spPr>
            <a:xfrm>
              <a:off x="2087880" y="1170939"/>
              <a:ext cx="173990" cy="7620"/>
            </a:xfrm>
            <a:custGeom>
              <a:avLst/>
              <a:gdLst/>
              <a:ahLst/>
              <a:cxnLst/>
              <a:rect l="l" t="t" r="r" b="b"/>
              <a:pathLst>
                <a:path w="173989"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002923"/>
            </a:solidFill>
          </p:spPr>
          <p:txBody>
            <a:bodyPr wrap="square" lIns="0" tIns="0" rIns="0" bIns="0" rtlCol="0"/>
            <a:lstStyle/>
            <a:p/>
          </p:txBody>
        </p:sp>
        <p:sp>
          <p:nvSpPr>
            <p:cNvPr id="732" name="object 732"/>
            <p:cNvSpPr/>
            <p:nvPr/>
          </p:nvSpPr>
          <p:spPr>
            <a:xfrm>
              <a:off x="2087880" y="1178559"/>
              <a:ext cx="175260" cy="6350"/>
            </a:xfrm>
            <a:custGeom>
              <a:avLst/>
              <a:gdLst/>
              <a:ahLst/>
              <a:cxnLst/>
              <a:rect l="l" t="t" r="r" b="b"/>
              <a:pathLst>
                <a:path w="175260"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002925"/>
            </a:solidFill>
          </p:spPr>
          <p:txBody>
            <a:bodyPr wrap="square" lIns="0" tIns="0" rIns="0" bIns="0" rtlCol="0"/>
            <a:lstStyle/>
            <a:p/>
          </p:txBody>
        </p:sp>
        <p:sp>
          <p:nvSpPr>
            <p:cNvPr id="733" name="object 733"/>
            <p:cNvSpPr/>
            <p:nvPr/>
          </p:nvSpPr>
          <p:spPr>
            <a:xfrm>
              <a:off x="2086610" y="1184909"/>
              <a:ext cx="177800" cy="7620"/>
            </a:xfrm>
            <a:custGeom>
              <a:avLst/>
              <a:gdLst/>
              <a:ahLst/>
              <a:cxnLst/>
              <a:rect l="l" t="t" r="r" b="b"/>
              <a:pathLst>
                <a:path w="177800" h="7619">
                  <a:moveTo>
                    <a:pt x="177800" y="2540"/>
                  </a:moveTo>
                  <a:lnTo>
                    <a:pt x="176530" y="2540"/>
                  </a:lnTo>
                  <a:lnTo>
                    <a:pt x="176530" y="0"/>
                  </a:lnTo>
                  <a:lnTo>
                    <a:pt x="1270" y="0"/>
                  </a:lnTo>
                  <a:lnTo>
                    <a:pt x="1270" y="2540"/>
                  </a:lnTo>
                  <a:lnTo>
                    <a:pt x="1270" y="5080"/>
                  </a:lnTo>
                  <a:lnTo>
                    <a:pt x="0" y="5080"/>
                  </a:lnTo>
                  <a:lnTo>
                    <a:pt x="0" y="7620"/>
                  </a:lnTo>
                  <a:lnTo>
                    <a:pt x="177800" y="7620"/>
                  </a:lnTo>
                  <a:lnTo>
                    <a:pt x="177800" y="5080"/>
                  </a:lnTo>
                  <a:lnTo>
                    <a:pt x="177800" y="2540"/>
                  </a:lnTo>
                  <a:close/>
                </a:path>
              </a:pathLst>
            </a:custGeom>
            <a:solidFill>
              <a:srgbClr val="002828"/>
            </a:solidFill>
          </p:spPr>
          <p:txBody>
            <a:bodyPr wrap="square" lIns="0" tIns="0" rIns="0" bIns="0" rtlCol="0"/>
            <a:lstStyle/>
            <a:p/>
          </p:txBody>
        </p:sp>
        <p:sp>
          <p:nvSpPr>
            <p:cNvPr id="734" name="object 734"/>
            <p:cNvSpPr/>
            <p:nvPr/>
          </p:nvSpPr>
          <p:spPr>
            <a:xfrm>
              <a:off x="2086610" y="1192529"/>
              <a:ext cx="179070" cy="7620"/>
            </a:xfrm>
            <a:custGeom>
              <a:avLst/>
              <a:gdLst/>
              <a:ahLst/>
              <a:cxnLst/>
              <a:rect l="l" t="t" r="r" b="b"/>
              <a:pathLst>
                <a:path w="179069" h="7619">
                  <a:moveTo>
                    <a:pt x="179070" y="3810"/>
                  </a:moveTo>
                  <a:lnTo>
                    <a:pt x="177800" y="3810"/>
                  </a:lnTo>
                  <a:lnTo>
                    <a:pt x="177800" y="0"/>
                  </a:lnTo>
                  <a:lnTo>
                    <a:pt x="0" y="0"/>
                  </a:lnTo>
                  <a:lnTo>
                    <a:pt x="0" y="3810"/>
                  </a:lnTo>
                  <a:lnTo>
                    <a:pt x="0" y="7620"/>
                  </a:lnTo>
                  <a:lnTo>
                    <a:pt x="179070" y="7620"/>
                  </a:lnTo>
                  <a:lnTo>
                    <a:pt x="179070" y="3810"/>
                  </a:lnTo>
                  <a:close/>
                </a:path>
              </a:pathLst>
            </a:custGeom>
            <a:solidFill>
              <a:srgbClr val="00282A"/>
            </a:solidFill>
          </p:spPr>
          <p:txBody>
            <a:bodyPr wrap="square" lIns="0" tIns="0" rIns="0" bIns="0" rtlCol="0"/>
            <a:lstStyle/>
            <a:p/>
          </p:txBody>
        </p:sp>
        <p:sp>
          <p:nvSpPr>
            <p:cNvPr id="735" name="object 735"/>
            <p:cNvSpPr/>
            <p:nvPr/>
          </p:nvSpPr>
          <p:spPr>
            <a:xfrm>
              <a:off x="2085340" y="1200149"/>
              <a:ext cx="181610" cy="6350"/>
            </a:xfrm>
            <a:custGeom>
              <a:avLst/>
              <a:gdLst/>
              <a:ahLst/>
              <a:cxnLst/>
              <a:rect l="l" t="t" r="r" b="b"/>
              <a:pathLst>
                <a:path w="181610" h="6350">
                  <a:moveTo>
                    <a:pt x="180340" y="0"/>
                  </a:moveTo>
                  <a:lnTo>
                    <a:pt x="1270" y="0"/>
                  </a:lnTo>
                  <a:lnTo>
                    <a:pt x="1270" y="3810"/>
                  </a:lnTo>
                  <a:lnTo>
                    <a:pt x="0" y="3810"/>
                  </a:lnTo>
                  <a:lnTo>
                    <a:pt x="0" y="5080"/>
                  </a:lnTo>
                  <a:lnTo>
                    <a:pt x="180327" y="5080"/>
                  </a:lnTo>
                  <a:lnTo>
                    <a:pt x="180327" y="3810"/>
                  </a:lnTo>
                  <a:lnTo>
                    <a:pt x="180340" y="0"/>
                  </a:lnTo>
                  <a:close/>
                </a:path>
                <a:path w="181610" h="6350">
                  <a:moveTo>
                    <a:pt x="181610" y="5092"/>
                  </a:moveTo>
                  <a:lnTo>
                    <a:pt x="0" y="5092"/>
                  </a:lnTo>
                  <a:lnTo>
                    <a:pt x="0" y="6350"/>
                  </a:lnTo>
                  <a:lnTo>
                    <a:pt x="181610" y="6350"/>
                  </a:lnTo>
                  <a:lnTo>
                    <a:pt x="181610" y="5092"/>
                  </a:lnTo>
                  <a:close/>
                </a:path>
              </a:pathLst>
            </a:custGeom>
            <a:solidFill>
              <a:srgbClr val="00272C"/>
            </a:solidFill>
          </p:spPr>
          <p:txBody>
            <a:bodyPr wrap="square" lIns="0" tIns="0" rIns="0" bIns="0" rtlCol="0"/>
            <a:lstStyle/>
            <a:p/>
          </p:txBody>
        </p:sp>
        <p:sp>
          <p:nvSpPr>
            <p:cNvPr id="736" name="object 736"/>
            <p:cNvSpPr/>
            <p:nvPr/>
          </p:nvSpPr>
          <p:spPr>
            <a:xfrm>
              <a:off x="2085340" y="1206499"/>
              <a:ext cx="181610" cy="7620"/>
            </a:xfrm>
            <a:custGeom>
              <a:avLst/>
              <a:gdLst/>
              <a:ahLst/>
              <a:cxnLst/>
              <a:rect l="l" t="t" r="r" b="b"/>
              <a:pathLst>
                <a:path w="181610" h="7619">
                  <a:moveTo>
                    <a:pt x="181610" y="0"/>
                  </a:moveTo>
                  <a:lnTo>
                    <a:pt x="0" y="0"/>
                  </a:lnTo>
                  <a:lnTo>
                    <a:pt x="0" y="7620"/>
                  </a:lnTo>
                  <a:lnTo>
                    <a:pt x="181610" y="7620"/>
                  </a:lnTo>
                  <a:lnTo>
                    <a:pt x="181610" y="0"/>
                  </a:lnTo>
                  <a:close/>
                </a:path>
              </a:pathLst>
            </a:custGeom>
            <a:solidFill>
              <a:srgbClr val="00262F"/>
            </a:solidFill>
          </p:spPr>
          <p:txBody>
            <a:bodyPr wrap="square" lIns="0" tIns="0" rIns="0" bIns="0" rtlCol="0"/>
            <a:lstStyle/>
            <a:p/>
          </p:txBody>
        </p:sp>
        <p:sp>
          <p:nvSpPr>
            <p:cNvPr id="737" name="object 737"/>
            <p:cNvSpPr/>
            <p:nvPr/>
          </p:nvSpPr>
          <p:spPr>
            <a:xfrm>
              <a:off x="208407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7620"/>
                  </a:lnTo>
                  <a:lnTo>
                    <a:pt x="78727" y="7620"/>
                  </a:lnTo>
                  <a:lnTo>
                    <a:pt x="78727" y="5080"/>
                  </a:lnTo>
                  <a:lnTo>
                    <a:pt x="80010" y="5080"/>
                  </a:lnTo>
                  <a:lnTo>
                    <a:pt x="80010" y="3810"/>
                  </a:lnTo>
                  <a:lnTo>
                    <a:pt x="81280" y="3810"/>
                  </a:lnTo>
                  <a:lnTo>
                    <a:pt x="81280" y="2540"/>
                  </a:lnTo>
                  <a:lnTo>
                    <a:pt x="83820" y="2540"/>
                  </a:lnTo>
                  <a:lnTo>
                    <a:pt x="83820" y="1270"/>
                  </a:lnTo>
                  <a:lnTo>
                    <a:pt x="88900" y="1270"/>
                  </a:lnTo>
                  <a:lnTo>
                    <a:pt x="88900" y="2540"/>
                  </a:lnTo>
                  <a:lnTo>
                    <a:pt x="91440" y="2540"/>
                  </a:lnTo>
                  <a:lnTo>
                    <a:pt x="91440" y="3810"/>
                  </a:lnTo>
                  <a:lnTo>
                    <a:pt x="93980" y="3810"/>
                  </a:lnTo>
                  <a:lnTo>
                    <a:pt x="93980" y="5080"/>
                  </a:lnTo>
                  <a:lnTo>
                    <a:pt x="95250" y="5080"/>
                  </a:lnTo>
                  <a:lnTo>
                    <a:pt x="95250" y="6350"/>
                  </a:lnTo>
                  <a:lnTo>
                    <a:pt x="96520" y="6350"/>
                  </a:lnTo>
                  <a:lnTo>
                    <a:pt x="96520" y="7620"/>
                  </a:lnTo>
                  <a:lnTo>
                    <a:pt x="184150" y="7620"/>
                  </a:lnTo>
                  <a:lnTo>
                    <a:pt x="184150" y="6350"/>
                  </a:lnTo>
                  <a:lnTo>
                    <a:pt x="184150" y="5080"/>
                  </a:lnTo>
                  <a:lnTo>
                    <a:pt x="184150" y="3810"/>
                  </a:lnTo>
                  <a:lnTo>
                    <a:pt x="184150" y="2540"/>
                  </a:lnTo>
                  <a:lnTo>
                    <a:pt x="184150" y="1270"/>
                  </a:lnTo>
                  <a:lnTo>
                    <a:pt x="184150" y="0"/>
                  </a:lnTo>
                  <a:close/>
                </a:path>
              </a:pathLst>
            </a:custGeom>
            <a:solidFill>
              <a:srgbClr val="002631"/>
            </a:solidFill>
          </p:spPr>
          <p:txBody>
            <a:bodyPr wrap="square" lIns="0" tIns="0" rIns="0" bIns="0" rtlCol="0"/>
            <a:lstStyle/>
            <a:p/>
          </p:txBody>
        </p:sp>
        <p:sp>
          <p:nvSpPr>
            <p:cNvPr id="738" name="object 738"/>
            <p:cNvSpPr/>
            <p:nvPr/>
          </p:nvSpPr>
          <p:spPr>
            <a:xfrm>
              <a:off x="2084070" y="1221739"/>
              <a:ext cx="185420" cy="6350"/>
            </a:xfrm>
            <a:custGeom>
              <a:avLst/>
              <a:gdLst/>
              <a:ahLst/>
              <a:cxnLst/>
              <a:rect l="l" t="t" r="r" b="b"/>
              <a:pathLst>
                <a:path w="185419" h="6350">
                  <a:moveTo>
                    <a:pt x="77469" y="0"/>
                  </a:moveTo>
                  <a:lnTo>
                    <a:pt x="0" y="0"/>
                  </a:lnTo>
                  <a:lnTo>
                    <a:pt x="0" y="2539"/>
                  </a:lnTo>
                  <a:lnTo>
                    <a:pt x="77469" y="2539"/>
                  </a:lnTo>
                  <a:lnTo>
                    <a:pt x="77469" y="0"/>
                  </a:lnTo>
                  <a:close/>
                </a:path>
                <a:path w="185419" h="6350">
                  <a:moveTo>
                    <a:pt x="184150" y="0"/>
                  </a:moveTo>
                  <a:lnTo>
                    <a:pt x="97790" y="0"/>
                  </a:lnTo>
                  <a:lnTo>
                    <a:pt x="97790" y="2539"/>
                  </a:lnTo>
                  <a:lnTo>
                    <a:pt x="184150" y="2539"/>
                  </a:lnTo>
                  <a:lnTo>
                    <a:pt x="184150" y="0"/>
                  </a:lnTo>
                  <a:close/>
                </a:path>
                <a:path w="185419" h="6350">
                  <a:moveTo>
                    <a:pt x="77469" y="2666"/>
                  </a:moveTo>
                  <a:lnTo>
                    <a:pt x="0" y="2666"/>
                  </a:lnTo>
                  <a:lnTo>
                    <a:pt x="0" y="6350"/>
                  </a:lnTo>
                  <a:lnTo>
                    <a:pt x="76200" y="6350"/>
                  </a:lnTo>
                  <a:lnTo>
                    <a:pt x="76200" y="5206"/>
                  </a:lnTo>
                  <a:lnTo>
                    <a:pt x="77469" y="5206"/>
                  </a:lnTo>
                  <a:lnTo>
                    <a:pt x="77469" y="2666"/>
                  </a:lnTo>
                  <a:close/>
                </a:path>
                <a:path w="185419" h="6350">
                  <a:moveTo>
                    <a:pt x="185420" y="2666"/>
                  </a:moveTo>
                  <a:lnTo>
                    <a:pt x="99060" y="2666"/>
                  </a:lnTo>
                  <a:lnTo>
                    <a:pt x="99060" y="5206"/>
                  </a:lnTo>
                  <a:lnTo>
                    <a:pt x="100330" y="5206"/>
                  </a:lnTo>
                  <a:lnTo>
                    <a:pt x="100330" y="6350"/>
                  </a:lnTo>
                  <a:lnTo>
                    <a:pt x="185420" y="6350"/>
                  </a:lnTo>
                  <a:lnTo>
                    <a:pt x="185420" y="2666"/>
                  </a:lnTo>
                  <a:close/>
                </a:path>
              </a:pathLst>
            </a:custGeom>
            <a:solidFill>
              <a:srgbClr val="002533"/>
            </a:solidFill>
          </p:spPr>
          <p:txBody>
            <a:bodyPr wrap="square" lIns="0" tIns="0" rIns="0" bIns="0" rtlCol="0"/>
            <a:lstStyle/>
            <a:p/>
          </p:txBody>
        </p:sp>
        <p:sp>
          <p:nvSpPr>
            <p:cNvPr id="739" name="object 739"/>
            <p:cNvSpPr/>
            <p:nvPr/>
          </p:nvSpPr>
          <p:spPr>
            <a:xfrm>
              <a:off x="2084070" y="1228089"/>
              <a:ext cx="186690" cy="7620"/>
            </a:xfrm>
            <a:custGeom>
              <a:avLst/>
              <a:gdLst/>
              <a:ahLst/>
              <a:cxnLst/>
              <a:rect l="l" t="t" r="r" b="b"/>
              <a:pathLst>
                <a:path w="186689" h="7619">
                  <a:moveTo>
                    <a:pt x="74930" y="5206"/>
                  </a:moveTo>
                  <a:lnTo>
                    <a:pt x="0" y="5206"/>
                  </a:lnTo>
                  <a:lnTo>
                    <a:pt x="0" y="7620"/>
                  </a:lnTo>
                  <a:lnTo>
                    <a:pt x="74930" y="7620"/>
                  </a:lnTo>
                  <a:lnTo>
                    <a:pt x="74930" y="5206"/>
                  </a:lnTo>
                  <a:close/>
                </a:path>
                <a:path w="186689" h="7619">
                  <a:moveTo>
                    <a:pt x="76200" y="0"/>
                  </a:moveTo>
                  <a:lnTo>
                    <a:pt x="0" y="0"/>
                  </a:lnTo>
                  <a:lnTo>
                    <a:pt x="0" y="5079"/>
                  </a:lnTo>
                  <a:lnTo>
                    <a:pt x="74930" y="5079"/>
                  </a:lnTo>
                  <a:lnTo>
                    <a:pt x="76200" y="5206"/>
                  </a:lnTo>
                  <a:lnTo>
                    <a:pt x="76200" y="0"/>
                  </a:lnTo>
                  <a:close/>
                </a:path>
                <a:path w="186689" h="7619">
                  <a:moveTo>
                    <a:pt x="185419" y="5206"/>
                  </a:moveTo>
                  <a:lnTo>
                    <a:pt x="101600" y="5206"/>
                  </a:lnTo>
                  <a:lnTo>
                    <a:pt x="101600" y="7620"/>
                  </a:lnTo>
                  <a:lnTo>
                    <a:pt x="186689" y="7620"/>
                  </a:lnTo>
                  <a:lnTo>
                    <a:pt x="186689" y="6476"/>
                  </a:lnTo>
                  <a:lnTo>
                    <a:pt x="185419" y="6476"/>
                  </a:lnTo>
                  <a:lnTo>
                    <a:pt x="185419" y="5206"/>
                  </a:lnTo>
                  <a:close/>
                </a:path>
                <a:path w="186689" h="7619">
                  <a:moveTo>
                    <a:pt x="185419" y="0"/>
                  </a:moveTo>
                  <a:lnTo>
                    <a:pt x="100330" y="0"/>
                  </a:lnTo>
                  <a:lnTo>
                    <a:pt x="100330" y="1397"/>
                  </a:lnTo>
                  <a:lnTo>
                    <a:pt x="101600" y="1397"/>
                  </a:lnTo>
                  <a:lnTo>
                    <a:pt x="101600" y="5079"/>
                  </a:lnTo>
                  <a:lnTo>
                    <a:pt x="185419" y="5079"/>
                  </a:lnTo>
                  <a:lnTo>
                    <a:pt x="185419" y="0"/>
                  </a:lnTo>
                  <a:close/>
                </a:path>
              </a:pathLst>
            </a:custGeom>
            <a:solidFill>
              <a:srgbClr val="002536"/>
            </a:solidFill>
          </p:spPr>
          <p:txBody>
            <a:bodyPr wrap="square" lIns="0" tIns="0" rIns="0" bIns="0" rtlCol="0"/>
            <a:lstStyle/>
            <a:p/>
          </p:txBody>
        </p:sp>
        <p:sp>
          <p:nvSpPr>
            <p:cNvPr id="740" name="object 740"/>
            <p:cNvSpPr/>
            <p:nvPr/>
          </p:nvSpPr>
          <p:spPr>
            <a:xfrm>
              <a:off x="2084070" y="1235709"/>
              <a:ext cx="186690" cy="7620"/>
            </a:xfrm>
            <a:custGeom>
              <a:avLst/>
              <a:gdLst/>
              <a:ahLst/>
              <a:cxnLst/>
              <a:rect l="l" t="t" r="r" b="b"/>
              <a:pathLst>
                <a:path w="186689" h="7619">
                  <a:moveTo>
                    <a:pt x="74930" y="0"/>
                  </a:moveTo>
                  <a:lnTo>
                    <a:pt x="0" y="0"/>
                  </a:lnTo>
                  <a:lnTo>
                    <a:pt x="0" y="7619"/>
                  </a:lnTo>
                  <a:lnTo>
                    <a:pt x="76200" y="7619"/>
                  </a:lnTo>
                  <a:lnTo>
                    <a:pt x="76200" y="5206"/>
                  </a:lnTo>
                  <a:lnTo>
                    <a:pt x="74930" y="5206"/>
                  </a:lnTo>
                  <a:lnTo>
                    <a:pt x="74930" y="0"/>
                  </a:lnTo>
                  <a:close/>
                </a:path>
                <a:path w="186689" h="7619">
                  <a:moveTo>
                    <a:pt x="186689" y="0"/>
                  </a:moveTo>
                  <a:lnTo>
                    <a:pt x="101600" y="0"/>
                  </a:lnTo>
                  <a:lnTo>
                    <a:pt x="102869" y="126"/>
                  </a:lnTo>
                  <a:lnTo>
                    <a:pt x="102869" y="5206"/>
                  </a:lnTo>
                  <a:lnTo>
                    <a:pt x="104140" y="5206"/>
                  </a:lnTo>
                  <a:lnTo>
                    <a:pt x="104140" y="7619"/>
                  </a:lnTo>
                  <a:lnTo>
                    <a:pt x="186690" y="7619"/>
                  </a:lnTo>
                  <a:lnTo>
                    <a:pt x="186689" y="0"/>
                  </a:lnTo>
                  <a:close/>
                </a:path>
              </a:pathLst>
            </a:custGeom>
            <a:solidFill>
              <a:srgbClr val="002438"/>
            </a:solidFill>
          </p:spPr>
          <p:txBody>
            <a:bodyPr wrap="square" lIns="0" tIns="0" rIns="0" bIns="0" rtlCol="0"/>
            <a:lstStyle/>
            <a:p/>
          </p:txBody>
        </p:sp>
        <p:sp>
          <p:nvSpPr>
            <p:cNvPr id="741" name="object 741"/>
            <p:cNvSpPr/>
            <p:nvPr/>
          </p:nvSpPr>
          <p:spPr>
            <a:xfrm>
              <a:off x="2082800" y="1243329"/>
              <a:ext cx="189230" cy="6350"/>
            </a:xfrm>
            <a:custGeom>
              <a:avLst/>
              <a:gdLst/>
              <a:ahLst/>
              <a:cxnLst/>
              <a:rect l="l" t="t" r="r" b="b"/>
              <a:pathLst>
                <a:path w="189230" h="6350">
                  <a:moveTo>
                    <a:pt x="189230" y="5207"/>
                  </a:moveTo>
                  <a:lnTo>
                    <a:pt x="105410" y="5207"/>
                  </a:lnTo>
                  <a:lnTo>
                    <a:pt x="105410" y="6350"/>
                  </a:lnTo>
                  <a:lnTo>
                    <a:pt x="189230" y="6350"/>
                  </a:lnTo>
                  <a:lnTo>
                    <a:pt x="189230" y="5207"/>
                  </a:lnTo>
                  <a:close/>
                </a:path>
                <a:path w="189230" h="6350">
                  <a:moveTo>
                    <a:pt x="78739" y="5079"/>
                  </a:moveTo>
                  <a:lnTo>
                    <a:pt x="77469" y="5079"/>
                  </a:lnTo>
                  <a:lnTo>
                    <a:pt x="77469" y="5207"/>
                  </a:lnTo>
                  <a:lnTo>
                    <a:pt x="0" y="5207"/>
                  </a:lnTo>
                  <a:lnTo>
                    <a:pt x="0" y="6350"/>
                  </a:lnTo>
                  <a:lnTo>
                    <a:pt x="78739" y="6350"/>
                  </a:lnTo>
                  <a:lnTo>
                    <a:pt x="78739" y="5079"/>
                  </a:lnTo>
                  <a:close/>
                </a:path>
                <a:path w="189230" h="6350">
                  <a:moveTo>
                    <a:pt x="77469" y="0"/>
                  </a:moveTo>
                  <a:lnTo>
                    <a:pt x="1269" y="0"/>
                  </a:lnTo>
                  <a:lnTo>
                    <a:pt x="1269" y="3937"/>
                  </a:lnTo>
                  <a:lnTo>
                    <a:pt x="0" y="3937"/>
                  </a:lnTo>
                  <a:lnTo>
                    <a:pt x="0" y="5079"/>
                  </a:lnTo>
                  <a:lnTo>
                    <a:pt x="77469" y="5079"/>
                  </a:lnTo>
                  <a:lnTo>
                    <a:pt x="77469" y="0"/>
                  </a:lnTo>
                  <a:close/>
                </a:path>
                <a:path w="189230" h="6350">
                  <a:moveTo>
                    <a:pt x="187960" y="0"/>
                  </a:moveTo>
                  <a:lnTo>
                    <a:pt x="105410" y="0"/>
                  </a:lnTo>
                  <a:lnTo>
                    <a:pt x="105410" y="5079"/>
                  </a:lnTo>
                  <a:lnTo>
                    <a:pt x="189230" y="5079"/>
                  </a:lnTo>
                  <a:lnTo>
                    <a:pt x="189230" y="1397"/>
                  </a:lnTo>
                  <a:lnTo>
                    <a:pt x="187960" y="1397"/>
                  </a:lnTo>
                  <a:lnTo>
                    <a:pt x="187960" y="0"/>
                  </a:lnTo>
                  <a:close/>
                </a:path>
              </a:pathLst>
            </a:custGeom>
            <a:solidFill>
              <a:srgbClr val="00243A"/>
            </a:solidFill>
          </p:spPr>
          <p:txBody>
            <a:bodyPr wrap="square" lIns="0" tIns="0" rIns="0" bIns="0" rtlCol="0"/>
            <a:lstStyle/>
            <a:p/>
          </p:txBody>
        </p:sp>
        <p:sp>
          <p:nvSpPr>
            <p:cNvPr id="742" name="object 742"/>
            <p:cNvSpPr/>
            <p:nvPr/>
          </p:nvSpPr>
          <p:spPr>
            <a:xfrm>
              <a:off x="2082800" y="1249679"/>
              <a:ext cx="186690" cy="7620"/>
            </a:xfrm>
            <a:custGeom>
              <a:avLst/>
              <a:gdLst/>
              <a:ahLst/>
              <a:cxnLst/>
              <a:rect l="l" t="t" r="r" b="b"/>
              <a:pathLst>
                <a:path w="186689" h="7619">
                  <a:moveTo>
                    <a:pt x="170180" y="5207"/>
                  </a:moveTo>
                  <a:lnTo>
                    <a:pt x="106680" y="5207"/>
                  </a:lnTo>
                  <a:lnTo>
                    <a:pt x="106680" y="7620"/>
                  </a:lnTo>
                  <a:lnTo>
                    <a:pt x="166369" y="7620"/>
                  </a:lnTo>
                  <a:lnTo>
                    <a:pt x="166369" y="6350"/>
                  </a:lnTo>
                  <a:lnTo>
                    <a:pt x="170180" y="6350"/>
                  </a:lnTo>
                  <a:lnTo>
                    <a:pt x="170180" y="5207"/>
                  </a:lnTo>
                  <a:close/>
                </a:path>
                <a:path w="186689" h="7619">
                  <a:moveTo>
                    <a:pt x="173990" y="3937"/>
                  </a:moveTo>
                  <a:lnTo>
                    <a:pt x="106680" y="3937"/>
                  </a:lnTo>
                  <a:lnTo>
                    <a:pt x="106680" y="5079"/>
                  </a:lnTo>
                  <a:lnTo>
                    <a:pt x="170180" y="5079"/>
                  </a:lnTo>
                  <a:lnTo>
                    <a:pt x="170180" y="5207"/>
                  </a:lnTo>
                  <a:lnTo>
                    <a:pt x="173990" y="5207"/>
                  </a:lnTo>
                  <a:lnTo>
                    <a:pt x="173990" y="3937"/>
                  </a:lnTo>
                  <a:close/>
                </a:path>
                <a:path w="186689" h="7619">
                  <a:moveTo>
                    <a:pt x="179070" y="2666"/>
                  </a:moveTo>
                  <a:lnTo>
                    <a:pt x="105410" y="2666"/>
                  </a:lnTo>
                  <a:lnTo>
                    <a:pt x="105410" y="3937"/>
                  </a:lnTo>
                  <a:lnTo>
                    <a:pt x="179070" y="3937"/>
                  </a:lnTo>
                  <a:lnTo>
                    <a:pt x="179070" y="2666"/>
                  </a:lnTo>
                  <a:close/>
                </a:path>
                <a:path w="186689" h="7619">
                  <a:moveTo>
                    <a:pt x="186690" y="0"/>
                  </a:moveTo>
                  <a:lnTo>
                    <a:pt x="105410" y="0"/>
                  </a:lnTo>
                  <a:lnTo>
                    <a:pt x="105410" y="2539"/>
                  </a:lnTo>
                  <a:lnTo>
                    <a:pt x="179070" y="2539"/>
                  </a:lnTo>
                  <a:lnTo>
                    <a:pt x="182880" y="2666"/>
                  </a:lnTo>
                  <a:lnTo>
                    <a:pt x="182880" y="1397"/>
                  </a:lnTo>
                  <a:lnTo>
                    <a:pt x="186690" y="1397"/>
                  </a:lnTo>
                  <a:lnTo>
                    <a:pt x="186690" y="0"/>
                  </a:lnTo>
                  <a:close/>
                </a:path>
                <a:path w="186689" h="7619">
                  <a:moveTo>
                    <a:pt x="85089" y="5079"/>
                  </a:moveTo>
                  <a:lnTo>
                    <a:pt x="82550" y="5079"/>
                  </a:lnTo>
                  <a:lnTo>
                    <a:pt x="82550" y="5207"/>
                  </a:lnTo>
                  <a:lnTo>
                    <a:pt x="0" y="5207"/>
                  </a:lnTo>
                  <a:lnTo>
                    <a:pt x="0" y="7620"/>
                  </a:lnTo>
                  <a:lnTo>
                    <a:pt x="86360" y="7620"/>
                  </a:lnTo>
                  <a:lnTo>
                    <a:pt x="86360" y="6350"/>
                  </a:lnTo>
                  <a:lnTo>
                    <a:pt x="85089" y="6350"/>
                  </a:lnTo>
                  <a:lnTo>
                    <a:pt x="85089" y="5079"/>
                  </a:lnTo>
                  <a:close/>
                </a:path>
                <a:path w="186689" h="7619">
                  <a:moveTo>
                    <a:pt x="81280" y="2539"/>
                  </a:moveTo>
                  <a:lnTo>
                    <a:pt x="80010" y="2539"/>
                  </a:lnTo>
                  <a:lnTo>
                    <a:pt x="0" y="2666"/>
                  </a:lnTo>
                  <a:lnTo>
                    <a:pt x="0" y="5079"/>
                  </a:lnTo>
                  <a:lnTo>
                    <a:pt x="82550" y="5079"/>
                  </a:lnTo>
                  <a:lnTo>
                    <a:pt x="82550" y="3937"/>
                  </a:lnTo>
                  <a:lnTo>
                    <a:pt x="81280" y="3937"/>
                  </a:lnTo>
                  <a:lnTo>
                    <a:pt x="81280" y="2539"/>
                  </a:lnTo>
                  <a:close/>
                </a:path>
                <a:path w="186689" h="7619">
                  <a:moveTo>
                    <a:pt x="78739" y="0"/>
                  </a:moveTo>
                  <a:lnTo>
                    <a:pt x="0" y="0"/>
                  </a:lnTo>
                  <a:lnTo>
                    <a:pt x="0" y="2539"/>
                  </a:lnTo>
                  <a:lnTo>
                    <a:pt x="80010" y="2539"/>
                  </a:lnTo>
                  <a:lnTo>
                    <a:pt x="80010" y="1397"/>
                  </a:lnTo>
                  <a:lnTo>
                    <a:pt x="78739" y="1397"/>
                  </a:lnTo>
                  <a:lnTo>
                    <a:pt x="78739" y="0"/>
                  </a:lnTo>
                  <a:close/>
                </a:path>
              </a:pathLst>
            </a:custGeom>
            <a:solidFill>
              <a:srgbClr val="00233C"/>
            </a:solidFill>
          </p:spPr>
          <p:txBody>
            <a:bodyPr wrap="square" lIns="0" tIns="0" rIns="0" bIns="0" rtlCol="0"/>
            <a:lstStyle/>
            <a:p/>
          </p:txBody>
        </p:sp>
        <p:sp>
          <p:nvSpPr>
            <p:cNvPr id="743" name="object 743"/>
            <p:cNvSpPr/>
            <p:nvPr/>
          </p:nvSpPr>
          <p:spPr>
            <a:xfrm>
              <a:off x="2082800" y="1257299"/>
              <a:ext cx="162560" cy="7620"/>
            </a:xfrm>
            <a:custGeom>
              <a:avLst/>
              <a:gdLst/>
              <a:ahLst/>
              <a:cxnLst/>
              <a:rect l="l" t="t" r="r" b="b"/>
              <a:pathLst>
                <a:path w="162560"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60"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00223F"/>
            </a:solidFill>
          </p:spPr>
          <p:txBody>
            <a:bodyPr wrap="square" lIns="0" tIns="0" rIns="0" bIns="0" rtlCol="0"/>
            <a:lstStyle/>
            <a:p/>
          </p:txBody>
        </p:sp>
        <p:sp>
          <p:nvSpPr>
            <p:cNvPr id="744" name="object 744"/>
            <p:cNvSpPr/>
            <p:nvPr/>
          </p:nvSpPr>
          <p:spPr>
            <a:xfrm>
              <a:off x="2082800" y="1264919"/>
              <a:ext cx="142240" cy="6350"/>
            </a:xfrm>
            <a:custGeom>
              <a:avLst/>
              <a:gdLst/>
              <a:ahLst/>
              <a:cxnLst/>
              <a:rect l="l" t="t" r="r" b="b"/>
              <a:pathLst>
                <a:path w="142239"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7000" y="5207"/>
                  </a:lnTo>
                  <a:lnTo>
                    <a:pt x="127000" y="3810"/>
                  </a:lnTo>
                  <a:lnTo>
                    <a:pt x="130810" y="3810"/>
                  </a:lnTo>
                  <a:lnTo>
                    <a:pt x="130810" y="2540"/>
                  </a:lnTo>
                  <a:lnTo>
                    <a:pt x="134620" y="2540"/>
                  </a:lnTo>
                  <a:lnTo>
                    <a:pt x="134620" y="1397"/>
                  </a:lnTo>
                  <a:lnTo>
                    <a:pt x="138430" y="1397"/>
                  </a:lnTo>
                  <a:lnTo>
                    <a:pt x="138430" y="127"/>
                  </a:lnTo>
                  <a:close/>
                </a:path>
                <a:path w="142239" h="6350">
                  <a:moveTo>
                    <a:pt x="142240" y="0"/>
                  </a:moveTo>
                  <a:lnTo>
                    <a:pt x="138430" y="0"/>
                  </a:lnTo>
                  <a:lnTo>
                    <a:pt x="138430" y="127"/>
                  </a:lnTo>
                  <a:lnTo>
                    <a:pt x="142240" y="127"/>
                  </a:lnTo>
                  <a:lnTo>
                    <a:pt x="142240" y="0"/>
                  </a:lnTo>
                  <a:close/>
                </a:path>
              </a:pathLst>
            </a:custGeom>
            <a:solidFill>
              <a:srgbClr val="002241"/>
            </a:solidFill>
          </p:spPr>
          <p:txBody>
            <a:bodyPr wrap="square" lIns="0" tIns="0" rIns="0" bIns="0" rtlCol="0"/>
            <a:lstStyle/>
            <a:p/>
          </p:txBody>
        </p:sp>
        <p:sp>
          <p:nvSpPr>
            <p:cNvPr id="745" name="object 745"/>
            <p:cNvSpPr/>
            <p:nvPr/>
          </p:nvSpPr>
          <p:spPr>
            <a:xfrm>
              <a:off x="2082800" y="1271269"/>
              <a:ext cx="128270" cy="7620"/>
            </a:xfrm>
            <a:custGeom>
              <a:avLst/>
              <a:gdLst/>
              <a:ahLst/>
              <a:cxnLst/>
              <a:rect l="l" t="t" r="r" b="b"/>
              <a:pathLst>
                <a:path w="128269" h="7619">
                  <a:moveTo>
                    <a:pt x="116840" y="0"/>
                  </a:moveTo>
                  <a:lnTo>
                    <a:pt x="114300" y="0"/>
                  </a:lnTo>
                  <a:lnTo>
                    <a:pt x="114300" y="127"/>
                  </a:lnTo>
                  <a:lnTo>
                    <a:pt x="116840" y="127"/>
                  </a:lnTo>
                  <a:lnTo>
                    <a:pt x="116840" y="0"/>
                  </a:lnTo>
                  <a:close/>
                </a:path>
                <a:path w="128269" h="7619">
                  <a:moveTo>
                    <a:pt x="123190" y="0"/>
                  </a:moveTo>
                  <a:lnTo>
                    <a:pt x="119367" y="0"/>
                  </a:lnTo>
                  <a:lnTo>
                    <a:pt x="119367" y="127"/>
                  </a:lnTo>
                  <a:lnTo>
                    <a:pt x="123190" y="127"/>
                  </a:lnTo>
                  <a:lnTo>
                    <a:pt x="123190" y="0"/>
                  </a:lnTo>
                  <a:close/>
                </a:path>
                <a:path w="128269" h="7619">
                  <a:moveTo>
                    <a:pt x="124460" y="3810"/>
                  </a:moveTo>
                  <a:lnTo>
                    <a:pt x="123190" y="3810"/>
                  </a:lnTo>
                  <a:lnTo>
                    <a:pt x="123190" y="2540"/>
                  </a:lnTo>
                  <a:lnTo>
                    <a:pt x="120650" y="2540"/>
                  </a:lnTo>
                  <a:lnTo>
                    <a:pt x="120650" y="1397"/>
                  </a:lnTo>
                  <a:lnTo>
                    <a:pt x="119367" y="1397"/>
                  </a:lnTo>
                  <a:lnTo>
                    <a:pt x="119367"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69"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002143"/>
            </a:solidFill>
          </p:spPr>
          <p:txBody>
            <a:bodyPr wrap="square" lIns="0" tIns="0" rIns="0" bIns="0" rtlCol="0"/>
            <a:lstStyle/>
            <a:p/>
          </p:txBody>
        </p:sp>
        <p:sp>
          <p:nvSpPr>
            <p:cNvPr id="746" name="object 746"/>
            <p:cNvSpPr/>
            <p:nvPr/>
          </p:nvSpPr>
          <p:spPr>
            <a:xfrm>
              <a:off x="2084070" y="1278889"/>
              <a:ext cx="138430" cy="7620"/>
            </a:xfrm>
            <a:custGeom>
              <a:avLst/>
              <a:gdLst/>
              <a:ahLst/>
              <a:cxnLst/>
              <a:rect l="l" t="t" r="r" b="b"/>
              <a:pathLst>
                <a:path w="138430"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27" y="1270"/>
                  </a:lnTo>
                  <a:lnTo>
                    <a:pt x="129527"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002146"/>
            </a:solidFill>
          </p:spPr>
          <p:txBody>
            <a:bodyPr wrap="square" lIns="0" tIns="0" rIns="0" bIns="0" rtlCol="0"/>
            <a:lstStyle/>
            <a:p/>
          </p:txBody>
        </p:sp>
        <p:sp>
          <p:nvSpPr>
            <p:cNvPr id="747" name="object 747"/>
            <p:cNvSpPr/>
            <p:nvPr/>
          </p:nvSpPr>
          <p:spPr>
            <a:xfrm>
              <a:off x="2084070" y="1286509"/>
              <a:ext cx="144780" cy="6350"/>
            </a:xfrm>
            <a:custGeom>
              <a:avLst/>
              <a:gdLst/>
              <a:ahLst/>
              <a:cxnLst/>
              <a:rect l="l" t="t" r="r" b="b"/>
              <a:pathLst>
                <a:path w="144780" h="6350">
                  <a:moveTo>
                    <a:pt x="144780" y="5080"/>
                  </a:moveTo>
                  <a:lnTo>
                    <a:pt x="143510" y="5080"/>
                  </a:lnTo>
                  <a:lnTo>
                    <a:pt x="143510" y="3810"/>
                  </a:lnTo>
                  <a:lnTo>
                    <a:pt x="142227" y="3810"/>
                  </a:lnTo>
                  <a:lnTo>
                    <a:pt x="142227" y="2540"/>
                  </a:lnTo>
                  <a:lnTo>
                    <a:pt x="140970" y="2540"/>
                  </a:lnTo>
                  <a:lnTo>
                    <a:pt x="140970" y="1270"/>
                  </a:lnTo>
                  <a:lnTo>
                    <a:pt x="139700" y="1270"/>
                  </a:lnTo>
                  <a:lnTo>
                    <a:pt x="139700" y="0"/>
                  </a:lnTo>
                  <a:lnTo>
                    <a:pt x="0" y="0"/>
                  </a:lnTo>
                  <a:lnTo>
                    <a:pt x="0" y="6350"/>
                  </a:lnTo>
                  <a:lnTo>
                    <a:pt x="144780" y="6350"/>
                  </a:lnTo>
                  <a:lnTo>
                    <a:pt x="144780" y="5080"/>
                  </a:lnTo>
                  <a:close/>
                </a:path>
              </a:pathLst>
            </a:custGeom>
            <a:solidFill>
              <a:srgbClr val="002048"/>
            </a:solidFill>
          </p:spPr>
          <p:txBody>
            <a:bodyPr wrap="square" lIns="0" tIns="0" rIns="0" bIns="0" rtlCol="0"/>
            <a:lstStyle/>
            <a:p/>
          </p:txBody>
        </p:sp>
        <p:sp>
          <p:nvSpPr>
            <p:cNvPr id="748" name="object 748"/>
            <p:cNvSpPr/>
            <p:nvPr/>
          </p:nvSpPr>
          <p:spPr>
            <a:xfrm>
              <a:off x="2084070" y="1292859"/>
              <a:ext cx="151130" cy="7620"/>
            </a:xfrm>
            <a:custGeom>
              <a:avLst/>
              <a:gdLst/>
              <a:ahLst/>
              <a:cxnLst/>
              <a:rect l="l" t="t" r="r" b="b"/>
              <a:pathLst>
                <a:path w="151130" h="7619">
                  <a:moveTo>
                    <a:pt x="151130" y="5080"/>
                  </a:moveTo>
                  <a:lnTo>
                    <a:pt x="149860" y="5080"/>
                  </a:lnTo>
                  <a:lnTo>
                    <a:pt x="149860" y="3810"/>
                  </a:lnTo>
                  <a:lnTo>
                    <a:pt x="148577" y="3810"/>
                  </a:lnTo>
                  <a:lnTo>
                    <a:pt x="148577" y="2540"/>
                  </a:lnTo>
                  <a:lnTo>
                    <a:pt x="147320" y="2540"/>
                  </a:lnTo>
                  <a:lnTo>
                    <a:pt x="147320" y="1270"/>
                  </a:lnTo>
                  <a:lnTo>
                    <a:pt x="146050" y="1270"/>
                  </a:lnTo>
                  <a:lnTo>
                    <a:pt x="146050" y="0"/>
                  </a:lnTo>
                  <a:lnTo>
                    <a:pt x="0" y="0"/>
                  </a:lnTo>
                  <a:lnTo>
                    <a:pt x="0" y="7620"/>
                  </a:lnTo>
                  <a:lnTo>
                    <a:pt x="151130" y="7620"/>
                  </a:lnTo>
                  <a:lnTo>
                    <a:pt x="151130" y="5080"/>
                  </a:lnTo>
                  <a:close/>
                </a:path>
              </a:pathLst>
            </a:custGeom>
            <a:solidFill>
              <a:srgbClr val="00204A"/>
            </a:solidFill>
          </p:spPr>
          <p:txBody>
            <a:bodyPr wrap="square" lIns="0" tIns="0" rIns="0" bIns="0" rtlCol="0"/>
            <a:lstStyle/>
            <a:p/>
          </p:txBody>
        </p:sp>
        <p:sp>
          <p:nvSpPr>
            <p:cNvPr id="749" name="object 749"/>
            <p:cNvSpPr/>
            <p:nvPr/>
          </p:nvSpPr>
          <p:spPr>
            <a:xfrm>
              <a:off x="2084070" y="1300479"/>
              <a:ext cx="157480" cy="7620"/>
            </a:xfrm>
            <a:custGeom>
              <a:avLst/>
              <a:gdLst/>
              <a:ahLst/>
              <a:cxnLst/>
              <a:rect l="l" t="t" r="r" b="b"/>
              <a:pathLst>
                <a:path w="157480" h="7619">
                  <a:moveTo>
                    <a:pt x="157480" y="6350"/>
                  </a:moveTo>
                  <a:lnTo>
                    <a:pt x="156197" y="6350"/>
                  </a:lnTo>
                  <a:lnTo>
                    <a:pt x="156197" y="3810"/>
                  </a:lnTo>
                  <a:lnTo>
                    <a:pt x="154927" y="3810"/>
                  </a:lnTo>
                  <a:lnTo>
                    <a:pt x="154927" y="2540"/>
                  </a:lnTo>
                  <a:lnTo>
                    <a:pt x="153670" y="2540"/>
                  </a:lnTo>
                  <a:lnTo>
                    <a:pt x="153670" y="1270"/>
                  </a:lnTo>
                  <a:lnTo>
                    <a:pt x="152400" y="1270"/>
                  </a:lnTo>
                  <a:lnTo>
                    <a:pt x="152400" y="0"/>
                  </a:lnTo>
                  <a:lnTo>
                    <a:pt x="0" y="0"/>
                  </a:lnTo>
                  <a:lnTo>
                    <a:pt x="0" y="1270"/>
                  </a:lnTo>
                  <a:lnTo>
                    <a:pt x="0" y="2540"/>
                  </a:lnTo>
                  <a:lnTo>
                    <a:pt x="1270" y="2540"/>
                  </a:lnTo>
                  <a:lnTo>
                    <a:pt x="1270" y="3810"/>
                  </a:lnTo>
                  <a:lnTo>
                    <a:pt x="1270" y="6350"/>
                  </a:lnTo>
                  <a:lnTo>
                    <a:pt x="1270" y="7620"/>
                  </a:lnTo>
                  <a:lnTo>
                    <a:pt x="157480" y="7620"/>
                  </a:lnTo>
                  <a:lnTo>
                    <a:pt x="157480" y="6350"/>
                  </a:lnTo>
                  <a:close/>
                </a:path>
              </a:pathLst>
            </a:custGeom>
            <a:solidFill>
              <a:srgbClr val="001F4C"/>
            </a:solidFill>
          </p:spPr>
          <p:txBody>
            <a:bodyPr wrap="square" lIns="0" tIns="0" rIns="0" bIns="0" rtlCol="0"/>
            <a:lstStyle/>
            <a:p/>
          </p:txBody>
        </p:sp>
        <p:sp>
          <p:nvSpPr>
            <p:cNvPr id="750" name="object 750"/>
            <p:cNvSpPr/>
            <p:nvPr/>
          </p:nvSpPr>
          <p:spPr>
            <a:xfrm>
              <a:off x="2085340" y="1308099"/>
              <a:ext cx="160020" cy="6350"/>
            </a:xfrm>
            <a:custGeom>
              <a:avLst/>
              <a:gdLst/>
              <a:ahLst/>
              <a:cxnLst/>
              <a:rect l="l" t="t" r="r" b="b"/>
              <a:pathLst>
                <a:path w="160019" h="6350">
                  <a:moveTo>
                    <a:pt x="160007" y="3810"/>
                  </a:moveTo>
                  <a:lnTo>
                    <a:pt x="158750" y="3810"/>
                  </a:lnTo>
                  <a:lnTo>
                    <a:pt x="158750" y="1270"/>
                  </a:lnTo>
                  <a:lnTo>
                    <a:pt x="157480" y="1270"/>
                  </a:lnTo>
                  <a:lnTo>
                    <a:pt x="157480" y="0"/>
                  </a:lnTo>
                  <a:lnTo>
                    <a:pt x="0" y="0"/>
                  </a:lnTo>
                  <a:lnTo>
                    <a:pt x="0" y="1270"/>
                  </a:lnTo>
                  <a:lnTo>
                    <a:pt x="0" y="3810"/>
                  </a:lnTo>
                  <a:lnTo>
                    <a:pt x="0" y="6350"/>
                  </a:lnTo>
                  <a:lnTo>
                    <a:pt x="160007" y="6350"/>
                  </a:lnTo>
                  <a:lnTo>
                    <a:pt x="160007" y="3810"/>
                  </a:lnTo>
                  <a:close/>
                </a:path>
              </a:pathLst>
            </a:custGeom>
            <a:solidFill>
              <a:srgbClr val="001E4F"/>
            </a:solidFill>
          </p:spPr>
          <p:txBody>
            <a:bodyPr wrap="square" lIns="0" tIns="0" rIns="0" bIns="0" rtlCol="0"/>
            <a:lstStyle/>
            <a:p/>
          </p:txBody>
        </p:sp>
        <p:sp>
          <p:nvSpPr>
            <p:cNvPr id="751" name="object 751"/>
            <p:cNvSpPr/>
            <p:nvPr/>
          </p:nvSpPr>
          <p:spPr>
            <a:xfrm>
              <a:off x="2085340" y="1314449"/>
              <a:ext cx="165100" cy="7620"/>
            </a:xfrm>
            <a:custGeom>
              <a:avLst/>
              <a:gdLst/>
              <a:ahLst/>
              <a:cxnLst/>
              <a:rect l="l" t="t" r="r" b="b"/>
              <a:pathLst>
                <a:path w="165100" h="7619">
                  <a:moveTo>
                    <a:pt x="165100" y="6350"/>
                  </a:moveTo>
                  <a:lnTo>
                    <a:pt x="163830" y="6350"/>
                  </a:lnTo>
                  <a:lnTo>
                    <a:pt x="163830" y="3810"/>
                  </a:lnTo>
                  <a:lnTo>
                    <a:pt x="162560" y="3810"/>
                  </a:lnTo>
                  <a:lnTo>
                    <a:pt x="162560" y="2540"/>
                  </a:lnTo>
                  <a:lnTo>
                    <a:pt x="162560" y="1270"/>
                  </a:lnTo>
                  <a:lnTo>
                    <a:pt x="161277" y="1270"/>
                  </a:lnTo>
                  <a:lnTo>
                    <a:pt x="161277"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001E51"/>
            </a:solidFill>
          </p:spPr>
          <p:txBody>
            <a:bodyPr wrap="square" lIns="0" tIns="0" rIns="0" bIns="0" rtlCol="0"/>
            <a:lstStyle/>
            <a:p/>
          </p:txBody>
        </p:sp>
        <p:sp>
          <p:nvSpPr>
            <p:cNvPr id="752" name="object 752"/>
            <p:cNvSpPr/>
            <p:nvPr/>
          </p:nvSpPr>
          <p:spPr>
            <a:xfrm>
              <a:off x="2086610" y="1322069"/>
              <a:ext cx="166370" cy="7620"/>
            </a:xfrm>
            <a:custGeom>
              <a:avLst/>
              <a:gdLst/>
              <a:ahLst/>
              <a:cxnLst/>
              <a:rect l="l" t="t" r="r" b="b"/>
              <a:pathLst>
                <a:path w="166369" h="7619">
                  <a:moveTo>
                    <a:pt x="166370" y="5080"/>
                  </a:moveTo>
                  <a:lnTo>
                    <a:pt x="165100" y="5080"/>
                  </a:lnTo>
                  <a:lnTo>
                    <a:pt x="165100" y="3810"/>
                  </a:lnTo>
                  <a:lnTo>
                    <a:pt x="165100" y="2540"/>
                  </a:lnTo>
                  <a:lnTo>
                    <a:pt x="163830" y="2540"/>
                  </a:lnTo>
                  <a:lnTo>
                    <a:pt x="163830" y="0"/>
                  </a:lnTo>
                  <a:lnTo>
                    <a:pt x="0" y="0"/>
                  </a:lnTo>
                  <a:lnTo>
                    <a:pt x="0" y="2540"/>
                  </a:lnTo>
                  <a:lnTo>
                    <a:pt x="0" y="3810"/>
                  </a:lnTo>
                  <a:lnTo>
                    <a:pt x="1270" y="3810"/>
                  </a:lnTo>
                  <a:lnTo>
                    <a:pt x="1270" y="5080"/>
                  </a:lnTo>
                  <a:lnTo>
                    <a:pt x="1270" y="7620"/>
                  </a:lnTo>
                  <a:lnTo>
                    <a:pt x="166370" y="7620"/>
                  </a:lnTo>
                  <a:lnTo>
                    <a:pt x="166370" y="5080"/>
                  </a:lnTo>
                  <a:close/>
                </a:path>
              </a:pathLst>
            </a:custGeom>
            <a:solidFill>
              <a:srgbClr val="001D53"/>
            </a:solidFill>
          </p:spPr>
          <p:txBody>
            <a:bodyPr wrap="square" lIns="0" tIns="0" rIns="0" bIns="0" rtlCol="0"/>
            <a:lstStyle/>
            <a:p/>
          </p:txBody>
        </p:sp>
        <p:sp>
          <p:nvSpPr>
            <p:cNvPr id="753" name="object 753"/>
            <p:cNvSpPr/>
            <p:nvPr/>
          </p:nvSpPr>
          <p:spPr>
            <a:xfrm>
              <a:off x="2087880" y="1329689"/>
              <a:ext cx="167640" cy="7620"/>
            </a:xfrm>
            <a:custGeom>
              <a:avLst/>
              <a:gdLst/>
              <a:ahLst/>
              <a:cxnLst/>
              <a:rect l="l" t="t" r="r" b="b"/>
              <a:pathLst>
                <a:path w="167639" h="7619">
                  <a:moveTo>
                    <a:pt x="167640" y="3810"/>
                  </a:moveTo>
                  <a:lnTo>
                    <a:pt x="166370" y="3810"/>
                  </a:lnTo>
                  <a:lnTo>
                    <a:pt x="166370" y="2540"/>
                  </a:lnTo>
                  <a:lnTo>
                    <a:pt x="166370" y="0"/>
                  </a:lnTo>
                  <a:lnTo>
                    <a:pt x="0" y="0"/>
                  </a:lnTo>
                  <a:lnTo>
                    <a:pt x="0" y="2540"/>
                  </a:lnTo>
                  <a:lnTo>
                    <a:pt x="1270" y="2540"/>
                  </a:lnTo>
                  <a:lnTo>
                    <a:pt x="1270" y="3810"/>
                  </a:lnTo>
                  <a:lnTo>
                    <a:pt x="1270" y="7620"/>
                  </a:lnTo>
                  <a:lnTo>
                    <a:pt x="167640" y="7620"/>
                  </a:lnTo>
                  <a:lnTo>
                    <a:pt x="167640" y="3810"/>
                  </a:lnTo>
                  <a:close/>
                </a:path>
              </a:pathLst>
            </a:custGeom>
            <a:solidFill>
              <a:srgbClr val="001D56"/>
            </a:solidFill>
          </p:spPr>
          <p:txBody>
            <a:bodyPr wrap="square" lIns="0" tIns="0" rIns="0" bIns="0" rtlCol="0"/>
            <a:lstStyle/>
            <a:p/>
          </p:txBody>
        </p:sp>
        <p:sp>
          <p:nvSpPr>
            <p:cNvPr id="754" name="object 754"/>
            <p:cNvSpPr/>
            <p:nvPr/>
          </p:nvSpPr>
          <p:spPr>
            <a:xfrm>
              <a:off x="2089150" y="1337309"/>
              <a:ext cx="168910" cy="6350"/>
            </a:xfrm>
            <a:custGeom>
              <a:avLst/>
              <a:gdLst/>
              <a:ahLst/>
              <a:cxnLst/>
              <a:rect l="l" t="t" r="r" b="b"/>
              <a:pathLst>
                <a:path w="168910"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10" h="6350">
                  <a:moveTo>
                    <a:pt x="168897" y="5092"/>
                  </a:moveTo>
                  <a:lnTo>
                    <a:pt x="1270" y="5092"/>
                  </a:lnTo>
                  <a:lnTo>
                    <a:pt x="1270" y="6350"/>
                  </a:lnTo>
                  <a:lnTo>
                    <a:pt x="168897" y="6350"/>
                  </a:lnTo>
                  <a:lnTo>
                    <a:pt x="168897" y="5092"/>
                  </a:lnTo>
                  <a:close/>
                </a:path>
              </a:pathLst>
            </a:custGeom>
            <a:solidFill>
              <a:srgbClr val="001C58"/>
            </a:solidFill>
          </p:spPr>
          <p:txBody>
            <a:bodyPr wrap="square" lIns="0" tIns="0" rIns="0" bIns="0" rtlCol="0"/>
            <a:lstStyle/>
            <a:p/>
          </p:txBody>
        </p:sp>
        <p:sp>
          <p:nvSpPr>
            <p:cNvPr id="755" name="object 755"/>
            <p:cNvSpPr/>
            <p:nvPr/>
          </p:nvSpPr>
          <p:spPr>
            <a:xfrm>
              <a:off x="2090420" y="1343659"/>
              <a:ext cx="168910" cy="7620"/>
            </a:xfrm>
            <a:custGeom>
              <a:avLst/>
              <a:gdLst/>
              <a:ahLst/>
              <a:cxnLst/>
              <a:rect l="l" t="t" r="r" b="b"/>
              <a:pathLst>
                <a:path w="168910" h="7619">
                  <a:moveTo>
                    <a:pt x="168910" y="3810"/>
                  </a:moveTo>
                  <a:lnTo>
                    <a:pt x="167627" y="3810"/>
                  </a:lnTo>
                  <a:lnTo>
                    <a:pt x="167627" y="0"/>
                  </a:lnTo>
                  <a:lnTo>
                    <a:pt x="0" y="0"/>
                  </a:lnTo>
                  <a:lnTo>
                    <a:pt x="0" y="3810"/>
                  </a:lnTo>
                  <a:lnTo>
                    <a:pt x="0" y="6350"/>
                  </a:lnTo>
                  <a:lnTo>
                    <a:pt x="1270" y="6350"/>
                  </a:lnTo>
                  <a:lnTo>
                    <a:pt x="1270" y="7620"/>
                  </a:lnTo>
                  <a:lnTo>
                    <a:pt x="168897" y="7620"/>
                  </a:lnTo>
                  <a:lnTo>
                    <a:pt x="168897" y="6350"/>
                  </a:lnTo>
                  <a:lnTo>
                    <a:pt x="168910" y="3810"/>
                  </a:lnTo>
                  <a:close/>
                </a:path>
              </a:pathLst>
            </a:custGeom>
            <a:solidFill>
              <a:srgbClr val="001C5A"/>
            </a:solidFill>
          </p:spPr>
          <p:txBody>
            <a:bodyPr wrap="square" lIns="0" tIns="0" rIns="0" bIns="0" rtlCol="0"/>
            <a:lstStyle/>
            <a:p/>
          </p:txBody>
        </p:sp>
        <p:sp>
          <p:nvSpPr>
            <p:cNvPr id="756" name="object 756"/>
            <p:cNvSpPr/>
            <p:nvPr/>
          </p:nvSpPr>
          <p:spPr>
            <a:xfrm>
              <a:off x="2091690" y="1351279"/>
              <a:ext cx="170180" cy="7620"/>
            </a:xfrm>
            <a:custGeom>
              <a:avLst/>
              <a:gdLst/>
              <a:ahLst/>
              <a:cxnLst/>
              <a:rect l="l" t="t" r="r" b="b"/>
              <a:pathLst>
                <a:path w="170180" h="7619">
                  <a:moveTo>
                    <a:pt x="170180" y="3810"/>
                  </a:moveTo>
                  <a:lnTo>
                    <a:pt x="168910" y="3810"/>
                  </a:lnTo>
                  <a:lnTo>
                    <a:pt x="168910" y="1270"/>
                  </a:lnTo>
                  <a:lnTo>
                    <a:pt x="167627" y="1270"/>
                  </a:lnTo>
                  <a:lnTo>
                    <a:pt x="167627" y="0"/>
                  </a:lnTo>
                  <a:lnTo>
                    <a:pt x="0" y="0"/>
                  </a:lnTo>
                  <a:lnTo>
                    <a:pt x="0" y="1270"/>
                  </a:lnTo>
                  <a:lnTo>
                    <a:pt x="0" y="3810"/>
                  </a:lnTo>
                  <a:lnTo>
                    <a:pt x="1270" y="3810"/>
                  </a:lnTo>
                  <a:lnTo>
                    <a:pt x="1270" y="7620"/>
                  </a:lnTo>
                  <a:lnTo>
                    <a:pt x="170180" y="7620"/>
                  </a:lnTo>
                  <a:lnTo>
                    <a:pt x="170180" y="3810"/>
                  </a:lnTo>
                  <a:close/>
                </a:path>
              </a:pathLst>
            </a:custGeom>
            <a:solidFill>
              <a:srgbClr val="001B5C"/>
            </a:solidFill>
          </p:spPr>
          <p:txBody>
            <a:bodyPr wrap="square" lIns="0" tIns="0" rIns="0" bIns="0" rtlCol="0"/>
            <a:lstStyle/>
            <a:p/>
          </p:txBody>
        </p:sp>
        <p:sp>
          <p:nvSpPr>
            <p:cNvPr id="757" name="object 757"/>
            <p:cNvSpPr/>
            <p:nvPr/>
          </p:nvSpPr>
          <p:spPr>
            <a:xfrm>
              <a:off x="209296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001A5F"/>
            </a:solidFill>
          </p:spPr>
          <p:txBody>
            <a:bodyPr wrap="square" lIns="0" tIns="0" rIns="0" bIns="0" rtlCol="0"/>
            <a:lstStyle/>
            <a:p/>
          </p:txBody>
        </p:sp>
        <p:sp>
          <p:nvSpPr>
            <p:cNvPr id="758" name="object 758"/>
            <p:cNvSpPr/>
            <p:nvPr/>
          </p:nvSpPr>
          <p:spPr>
            <a:xfrm>
              <a:off x="209423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001A61"/>
            </a:solidFill>
          </p:spPr>
          <p:txBody>
            <a:bodyPr wrap="square" lIns="0" tIns="0" rIns="0" bIns="0" rtlCol="0"/>
            <a:lstStyle/>
            <a:p/>
          </p:txBody>
        </p:sp>
        <p:sp>
          <p:nvSpPr>
            <p:cNvPr id="759" name="object 759"/>
            <p:cNvSpPr/>
            <p:nvPr/>
          </p:nvSpPr>
          <p:spPr>
            <a:xfrm>
              <a:off x="2096770" y="1372869"/>
              <a:ext cx="170180" cy="7620"/>
            </a:xfrm>
            <a:custGeom>
              <a:avLst/>
              <a:gdLst/>
              <a:ahLst/>
              <a:cxnLst/>
              <a:rect l="l" t="t" r="r" b="b"/>
              <a:pathLst>
                <a:path w="170180"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001963"/>
            </a:solidFill>
          </p:spPr>
          <p:txBody>
            <a:bodyPr wrap="square" lIns="0" tIns="0" rIns="0" bIns="0" rtlCol="0"/>
            <a:lstStyle/>
            <a:p/>
          </p:txBody>
        </p:sp>
        <p:sp>
          <p:nvSpPr>
            <p:cNvPr id="760" name="object 760"/>
            <p:cNvSpPr/>
            <p:nvPr/>
          </p:nvSpPr>
          <p:spPr>
            <a:xfrm>
              <a:off x="2100580" y="1380489"/>
              <a:ext cx="166370" cy="6350"/>
            </a:xfrm>
            <a:custGeom>
              <a:avLst/>
              <a:gdLst/>
              <a:ahLst/>
              <a:cxnLst/>
              <a:rect l="l" t="t" r="r" b="b"/>
              <a:pathLst>
                <a:path w="166369"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001966"/>
            </a:solidFill>
          </p:spPr>
          <p:txBody>
            <a:bodyPr wrap="square" lIns="0" tIns="0" rIns="0" bIns="0" rtlCol="0"/>
            <a:lstStyle/>
            <a:p/>
          </p:txBody>
        </p:sp>
        <p:sp>
          <p:nvSpPr>
            <p:cNvPr id="761" name="object 761"/>
            <p:cNvSpPr/>
            <p:nvPr/>
          </p:nvSpPr>
          <p:spPr>
            <a:xfrm>
              <a:off x="2101850" y="1386839"/>
              <a:ext cx="167640" cy="7620"/>
            </a:xfrm>
            <a:custGeom>
              <a:avLst/>
              <a:gdLst/>
              <a:ahLst/>
              <a:cxnLst/>
              <a:rect l="l" t="t" r="r" b="b"/>
              <a:pathLst>
                <a:path w="167639"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001868"/>
            </a:solidFill>
          </p:spPr>
          <p:txBody>
            <a:bodyPr wrap="square" lIns="0" tIns="0" rIns="0" bIns="0" rtlCol="0"/>
            <a:lstStyle/>
            <a:p/>
          </p:txBody>
        </p:sp>
        <p:sp>
          <p:nvSpPr>
            <p:cNvPr id="762" name="object 762"/>
            <p:cNvSpPr/>
            <p:nvPr/>
          </p:nvSpPr>
          <p:spPr>
            <a:xfrm>
              <a:off x="2104390" y="1394459"/>
              <a:ext cx="166370" cy="7620"/>
            </a:xfrm>
            <a:custGeom>
              <a:avLst/>
              <a:gdLst/>
              <a:ahLst/>
              <a:cxnLst/>
              <a:rect l="l" t="t" r="r" b="b"/>
              <a:pathLst>
                <a:path w="166369"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00186A"/>
            </a:solidFill>
          </p:spPr>
          <p:txBody>
            <a:bodyPr wrap="square" lIns="0" tIns="0" rIns="0" bIns="0" rtlCol="0"/>
            <a:lstStyle/>
            <a:p/>
          </p:txBody>
        </p:sp>
        <p:sp>
          <p:nvSpPr>
            <p:cNvPr id="763" name="object 763"/>
            <p:cNvSpPr/>
            <p:nvPr/>
          </p:nvSpPr>
          <p:spPr>
            <a:xfrm>
              <a:off x="2106930" y="1402079"/>
              <a:ext cx="163830" cy="6350"/>
            </a:xfrm>
            <a:custGeom>
              <a:avLst/>
              <a:gdLst/>
              <a:ahLst/>
              <a:cxnLst/>
              <a:rect l="l" t="t" r="r" b="b"/>
              <a:pathLst>
                <a:path w="163830"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00176D"/>
            </a:solidFill>
          </p:spPr>
          <p:txBody>
            <a:bodyPr wrap="square" lIns="0" tIns="0" rIns="0" bIns="0" rtlCol="0"/>
            <a:lstStyle/>
            <a:p/>
          </p:txBody>
        </p:sp>
        <p:sp>
          <p:nvSpPr>
            <p:cNvPr id="764" name="object 764"/>
            <p:cNvSpPr/>
            <p:nvPr/>
          </p:nvSpPr>
          <p:spPr>
            <a:xfrm>
              <a:off x="2110740" y="1408429"/>
              <a:ext cx="161290" cy="7620"/>
            </a:xfrm>
            <a:custGeom>
              <a:avLst/>
              <a:gdLst/>
              <a:ahLst/>
              <a:cxnLst/>
              <a:rect l="l" t="t" r="r" b="b"/>
              <a:pathLst>
                <a:path w="161289" h="7619">
                  <a:moveTo>
                    <a:pt x="161290" y="6477"/>
                  </a:moveTo>
                  <a:lnTo>
                    <a:pt x="3810" y="6477"/>
                  </a:lnTo>
                  <a:lnTo>
                    <a:pt x="3810" y="7620"/>
                  </a:lnTo>
                  <a:lnTo>
                    <a:pt x="161290" y="7620"/>
                  </a:lnTo>
                  <a:lnTo>
                    <a:pt x="161290" y="6477"/>
                  </a:lnTo>
                  <a:close/>
                </a:path>
                <a:path w="161289"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00166F"/>
            </a:solidFill>
          </p:spPr>
          <p:txBody>
            <a:bodyPr wrap="square" lIns="0" tIns="0" rIns="0" bIns="0" rtlCol="0"/>
            <a:lstStyle/>
            <a:p/>
          </p:txBody>
        </p:sp>
        <p:sp>
          <p:nvSpPr>
            <p:cNvPr id="765" name="object 765"/>
            <p:cNvSpPr/>
            <p:nvPr/>
          </p:nvSpPr>
          <p:spPr>
            <a:xfrm>
              <a:off x="2114550" y="1416049"/>
              <a:ext cx="157480" cy="7620"/>
            </a:xfrm>
            <a:custGeom>
              <a:avLst/>
              <a:gdLst/>
              <a:ahLst/>
              <a:cxnLst/>
              <a:rect l="l" t="t" r="r" b="b"/>
              <a:pathLst>
                <a:path w="157480"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67" y="5080"/>
                  </a:lnTo>
                  <a:lnTo>
                    <a:pt x="157467" y="3810"/>
                  </a:lnTo>
                  <a:lnTo>
                    <a:pt x="157480" y="1270"/>
                  </a:lnTo>
                  <a:lnTo>
                    <a:pt x="157480" y="0"/>
                  </a:lnTo>
                  <a:close/>
                </a:path>
              </a:pathLst>
            </a:custGeom>
            <a:solidFill>
              <a:srgbClr val="001671"/>
            </a:solidFill>
          </p:spPr>
          <p:txBody>
            <a:bodyPr wrap="square" lIns="0" tIns="0" rIns="0" bIns="0" rtlCol="0"/>
            <a:lstStyle/>
            <a:p/>
          </p:txBody>
        </p:sp>
        <p:sp>
          <p:nvSpPr>
            <p:cNvPr id="766" name="object 766"/>
            <p:cNvSpPr/>
            <p:nvPr/>
          </p:nvSpPr>
          <p:spPr>
            <a:xfrm>
              <a:off x="2119630" y="1423669"/>
              <a:ext cx="153670" cy="6350"/>
            </a:xfrm>
            <a:custGeom>
              <a:avLst/>
              <a:gdLst/>
              <a:ahLst/>
              <a:cxnLst/>
              <a:rect l="l" t="t" r="r" b="b"/>
              <a:pathLst>
                <a:path w="153669"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001573"/>
            </a:solidFill>
          </p:spPr>
          <p:txBody>
            <a:bodyPr wrap="square" lIns="0" tIns="0" rIns="0" bIns="0" rtlCol="0"/>
            <a:lstStyle/>
            <a:p/>
          </p:txBody>
        </p:sp>
        <p:sp>
          <p:nvSpPr>
            <p:cNvPr id="767" name="object 767"/>
            <p:cNvSpPr/>
            <p:nvPr/>
          </p:nvSpPr>
          <p:spPr>
            <a:xfrm>
              <a:off x="2125980" y="1430019"/>
              <a:ext cx="147320" cy="7620"/>
            </a:xfrm>
            <a:custGeom>
              <a:avLst/>
              <a:gdLst/>
              <a:ahLst/>
              <a:cxnLst/>
              <a:rect l="l" t="t" r="r" b="b"/>
              <a:pathLst>
                <a:path w="147319" h="7619">
                  <a:moveTo>
                    <a:pt x="147320" y="6477"/>
                  </a:moveTo>
                  <a:lnTo>
                    <a:pt x="8890" y="6477"/>
                  </a:lnTo>
                  <a:lnTo>
                    <a:pt x="8890" y="7620"/>
                  </a:lnTo>
                  <a:lnTo>
                    <a:pt x="147320" y="7620"/>
                  </a:lnTo>
                  <a:lnTo>
                    <a:pt x="147320" y="6477"/>
                  </a:lnTo>
                  <a:close/>
                </a:path>
                <a:path w="147319"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20" y="3810"/>
                  </a:lnTo>
                  <a:lnTo>
                    <a:pt x="147320" y="2540"/>
                  </a:lnTo>
                  <a:lnTo>
                    <a:pt x="147320" y="1270"/>
                  </a:lnTo>
                  <a:lnTo>
                    <a:pt x="147320" y="0"/>
                  </a:lnTo>
                  <a:close/>
                </a:path>
              </a:pathLst>
            </a:custGeom>
            <a:solidFill>
              <a:srgbClr val="001576"/>
            </a:solidFill>
          </p:spPr>
          <p:txBody>
            <a:bodyPr wrap="square" lIns="0" tIns="0" rIns="0" bIns="0" rtlCol="0"/>
            <a:lstStyle/>
            <a:p/>
          </p:txBody>
        </p:sp>
        <p:sp>
          <p:nvSpPr>
            <p:cNvPr id="768" name="object 768"/>
            <p:cNvSpPr/>
            <p:nvPr/>
          </p:nvSpPr>
          <p:spPr>
            <a:xfrm>
              <a:off x="2136140" y="1437639"/>
              <a:ext cx="138430" cy="7620"/>
            </a:xfrm>
            <a:custGeom>
              <a:avLst/>
              <a:gdLst/>
              <a:ahLst/>
              <a:cxnLst/>
              <a:rect l="l" t="t" r="r" b="b"/>
              <a:pathLst>
                <a:path w="138430" h="7619">
                  <a:moveTo>
                    <a:pt x="138430" y="1270"/>
                  </a:moveTo>
                  <a:lnTo>
                    <a:pt x="137160" y="1270"/>
                  </a:lnTo>
                  <a:lnTo>
                    <a:pt x="13716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001478"/>
            </a:solidFill>
          </p:spPr>
          <p:txBody>
            <a:bodyPr wrap="square" lIns="0" tIns="0" rIns="0" bIns="0" rtlCol="0"/>
            <a:lstStyle/>
            <a:p/>
          </p:txBody>
        </p:sp>
        <p:sp>
          <p:nvSpPr>
            <p:cNvPr id="769" name="object 769"/>
            <p:cNvSpPr/>
            <p:nvPr/>
          </p:nvSpPr>
          <p:spPr>
            <a:xfrm>
              <a:off x="2143760" y="1445259"/>
              <a:ext cx="130810" cy="6350"/>
            </a:xfrm>
            <a:custGeom>
              <a:avLst/>
              <a:gdLst/>
              <a:ahLst/>
              <a:cxnLst/>
              <a:rect l="l" t="t" r="r" b="b"/>
              <a:pathLst>
                <a:path w="130810"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00147A"/>
            </a:solidFill>
          </p:spPr>
          <p:txBody>
            <a:bodyPr wrap="square" lIns="0" tIns="0" rIns="0" bIns="0" rtlCol="0"/>
            <a:lstStyle/>
            <a:p/>
          </p:txBody>
        </p:sp>
        <p:sp>
          <p:nvSpPr>
            <p:cNvPr id="770" name="object 770"/>
            <p:cNvSpPr/>
            <p:nvPr/>
          </p:nvSpPr>
          <p:spPr>
            <a:xfrm>
              <a:off x="2137410" y="1451609"/>
              <a:ext cx="137160" cy="7620"/>
            </a:xfrm>
            <a:custGeom>
              <a:avLst/>
              <a:gdLst/>
              <a:ahLst/>
              <a:cxnLst/>
              <a:rect l="l" t="t" r="r" b="b"/>
              <a:pathLst>
                <a:path w="137160" h="7619">
                  <a:moveTo>
                    <a:pt x="137160" y="6477"/>
                  </a:moveTo>
                  <a:lnTo>
                    <a:pt x="29210" y="6477"/>
                  </a:lnTo>
                  <a:lnTo>
                    <a:pt x="29210" y="7620"/>
                  </a:lnTo>
                  <a:lnTo>
                    <a:pt x="137160" y="7620"/>
                  </a:lnTo>
                  <a:lnTo>
                    <a:pt x="137160" y="6477"/>
                  </a:lnTo>
                  <a:close/>
                </a:path>
                <a:path w="137160"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37"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00137D"/>
            </a:solidFill>
          </p:spPr>
          <p:txBody>
            <a:bodyPr wrap="square" lIns="0" tIns="0" rIns="0" bIns="0" rtlCol="0"/>
            <a:lstStyle/>
            <a:p/>
          </p:txBody>
        </p:sp>
        <p:sp>
          <p:nvSpPr>
            <p:cNvPr id="771" name="object 771"/>
            <p:cNvSpPr/>
            <p:nvPr/>
          </p:nvSpPr>
          <p:spPr>
            <a:xfrm>
              <a:off x="2113280" y="1459229"/>
              <a:ext cx="161290" cy="7620"/>
            </a:xfrm>
            <a:custGeom>
              <a:avLst/>
              <a:gdLst/>
              <a:ahLst/>
              <a:cxnLst/>
              <a:rect l="l" t="t" r="r" b="b"/>
              <a:pathLst>
                <a:path w="161289"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37" y="5080"/>
                  </a:lnTo>
                  <a:lnTo>
                    <a:pt x="44450" y="3810"/>
                  </a:lnTo>
                  <a:lnTo>
                    <a:pt x="44450" y="2540"/>
                  </a:lnTo>
                  <a:lnTo>
                    <a:pt x="44450" y="1270"/>
                  </a:lnTo>
                  <a:lnTo>
                    <a:pt x="44450" y="0"/>
                  </a:lnTo>
                  <a:close/>
                </a:path>
                <a:path w="161289"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00127F"/>
            </a:solidFill>
          </p:spPr>
          <p:txBody>
            <a:bodyPr wrap="square" lIns="0" tIns="0" rIns="0" bIns="0" rtlCol="0"/>
            <a:lstStyle/>
            <a:p/>
          </p:txBody>
        </p:sp>
        <p:sp>
          <p:nvSpPr>
            <p:cNvPr id="772" name="object 772"/>
            <p:cNvSpPr/>
            <p:nvPr/>
          </p:nvSpPr>
          <p:spPr>
            <a:xfrm>
              <a:off x="2089150" y="1466849"/>
              <a:ext cx="185420" cy="7620"/>
            </a:xfrm>
            <a:custGeom>
              <a:avLst/>
              <a:gdLst/>
              <a:ahLst/>
              <a:cxnLst/>
              <a:rect l="l" t="t" r="r" b="b"/>
              <a:pathLst>
                <a:path w="185419" h="7619">
                  <a:moveTo>
                    <a:pt x="69850" y="3810"/>
                  </a:moveTo>
                  <a:lnTo>
                    <a:pt x="68580" y="3810"/>
                  </a:lnTo>
                  <a:lnTo>
                    <a:pt x="68580" y="2540"/>
                  </a:lnTo>
                  <a:lnTo>
                    <a:pt x="68567"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19" h="7619">
                  <a:moveTo>
                    <a:pt x="185420" y="0"/>
                  </a:move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1270"/>
                  </a:lnTo>
                  <a:lnTo>
                    <a:pt x="185420" y="0"/>
                  </a:lnTo>
                  <a:close/>
                </a:path>
              </a:pathLst>
            </a:custGeom>
            <a:solidFill>
              <a:srgbClr val="001281"/>
            </a:solidFill>
          </p:spPr>
          <p:txBody>
            <a:bodyPr wrap="square" lIns="0" tIns="0" rIns="0" bIns="0" rtlCol="0"/>
            <a:lstStyle/>
            <a:p/>
          </p:txBody>
        </p:sp>
        <p:sp>
          <p:nvSpPr>
            <p:cNvPr id="773" name="object 773"/>
            <p:cNvSpPr/>
            <p:nvPr/>
          </p:nvSpPr>
          <p:spPr>
            <a:xfrm>
              <a:off x="2073910" y="1474469"/>
              <a:ext cx="200660" cy="6350"/>
            </a:xfrm>
            <a:custGeom>
              <a:avLst/>
              <a:gdLst/>
              <a:ahLst/>
              <a:cxnLst/>
              <a:rect l="l" t="t" r="r" b="b"/>
              <a:pathLst>
                <a:path w="200660" h="6350">
                  <a:moveTo>
                    <a:pt x="6350" y="2539"/>
                  </a:moveTo>
                  <a:lnTo>
                    <a:pt x="2539" y="2539"/>
                  </a:lnTo>
                  <a:lnTo>
                    <a:pt x="2539" y="3809"/>
                  </a:lnTo>
                  <a:lnTo>
                    <a:pt x="85089" y="3809"/>
                  </a:lnTo>
                  <a:lnTo>
                    <a:pt x="85089" y="2666"/>
                  </a:lnTo>
                  <a:lnTo>
                    <a:pt x="6350" y="2666"/>
                  </a:lnTo>
                  <a:lnTo>
                    <a:pt x="6350" y="2539"/>
                  </a:lnTo>
                  <a:close/>
                </a:path>
                <a:path w="200660" h="6350">
                  <a:moveTo>
                    <a:pt x="15239" y="0"/>
                  </a:moveTo>
                  <a:lnTo>
                    <a:pt x="10159" y="0"/>
                  </a:lnTo>
                  <a:lnTo>
                    <a:pt x="10159" y="1396"/>
                  </a:lnTo>
                  <a:lnTo>
                    <a:pt x="6350" y="1396"/>
                  </a:lnTo>
                  <a:lnTo>
                    <a:pt x="6350" y="2539"/>
                  </a:lnTo>
                  <a:lnTo>
                    <a:pt x="85089" y="2539"/>
                  </a:lnTo>
                  <a:lnTo>
                    <a:pt x="85089" y="126"/>
                  </a:lnTo>
                  <a:lnTo>
                    <a:pt x="15239" y="126"/>
                  </a:lnTo>
                  <a:close/>
                </a:path>
                <a:path w="200660" h="6350">
                  <a:moveTo>
                    <a:pt x="200659" y="2666"/>
                  </a:moveTo>
                  <a:lnTo>
                    <a:pt x="118109" y="2666"/>
                  </a:lnTo>
                  <a:lnTo>
                    <a:pt x="118109" y="3809"/>
                  </a:lnTo>
                  <a:lnTo>
                    <a:pt x="200659" y="3809"/>
                  </a:lnTo>
                  <a:lnTo>
                    <a:pt x="200659" y="2666"/>
                  </a:lnTo>
                  <a:close/>
                </a:path>
                <a:path w="200660" h="6350">
                  <a:moveTo>
                    <a:pt x="200659" y="126"/>
                  </a:moveTo>
                  <a:lnTo>
                    <a:pt x="116839" y="126"/>
                  </a:lnTo>
                  <a:lnTo>
                    <a:pt x="116839" y="2666"/>
                  </a:lnTo>
                  <a:lnTo>
                    <a:pt x="118109" y="2666"/>
                  </a:lnTo>
                  <a:lnTo>
                    <a:pt x="118109" y="2539"/>
                  </a:lnTo>
                  <a:lnTo>
                    <a:pt x="200659" y="2539"/>
                  </a:lnTo>
                  <a:lnTo>
                    <a:pt x="200659" y="126"/>
                  </a:lnTo>
                  <a:close/>
                </a:path>
                <a:path w="200660" h="6350">
                  <a:moveTo>
                    <a:pt x="116839" y="0"/>
                  </a:moveTo>
                  <a:lnTo>
                    <a:pt x="114300" y="0"/>
                  </a:lnTo>
                  <a:lnTo>
                    <a:pt x="116839" y="126"/>
                  </a:lnTo>
                  <a:close/>
                </a:path>
                <a:path w="200660" h="6350">
                  <a:moveTo>
                    <a:pt x="85089" y="3810"/>
                  </a:moveTo>
                  <a:lnTo>
                    <a:pt x="0" y="3810"/>
                  </a:lnTo>
                  <a:lnTo>
                    <a:pt x="0" y="6350"/>
                  </a:lnTo>
                  <a:lnTo>
                    <a:pt x="85089" y="6350"/>
                  </a:lnTo>
                  <a:lnTo>
                    <a:pt x="85089" y="3810"/>
                  </a:lnTo>
                  <a:close/>
                </a:path>
                <a:path w="200660" h="6350">
                  <a:moveTo>
                    <a:pt x="200659" y="3810"/>
                  </a:moveTo>
                  <a:lnTo>
                    <a:pt x="119379" y="3810"/>
                  </a:lnTo>
                  <a:lnTo>
                    <a:pt x="119379" y="6350"/>
                  </a:lnTo>
                  <a:lnTo>
                    <a:pt x="200659" y="6350"/>
                  </a:lnTo>
                  <a:lnTo>
                    <a:pt x="200659" y="3810"/>
                  </a:lnTo>
                  <a:close/>
                </a:path>
              </a:pathLst>
            </a:custGeom>
            <a:solidFill>
              <a:srgbClr val="001183"/>
            </a:solidFill>
          </p:spPr>
          <p:txBody>
            <a:bodyPr wrap="square" lIns="0" tIns="0" rIns="0" bIns="0" rtlCol="0"/>
            <a:lstStyle/>
            <a:p/>
          </p:txBody>
        </p:sp>
        <p:sp>
          <p:nvSpPr>
            <p:cNvPr id="774" name="object 774"/>
            <p:cNvSpPr/>
            <p:nvPr/>
          </p:nvSpPr>
          <p:spPr>
            <a:xfrm>
              <a:off x="2073910" y="1480819"/>
              <a:ext cx="200660" cy="7620"/>
            </a:xfrm>
            <a:custGeom>
              <a:avLst/>
              <a:gdLst/>
              <a:ahLst/>
              <a:cxnLst/>
              <a:rect l="l" t="t" r="r" b="b"/>
              <a:pathLst>
                <a:path w="200660" h="7619">
                  <a:moveTo>
                    <a:pt x="86360" y="0"/>
                  </a:moveTo>
                  <a:lnTo>
                    <a:pt x="0" y="0"/>
                  </a:lnTo>
                  <a:lnTo>
                    <a:pt x="0" y="5079"/>
                  </a:lnTo>
                  <a:lnTo>
                    <a:pt x="1269" y="5079"/>
                  </a:lnTo>
                  <a:lnTo>
                    <a:pt x="1269" y="7619"/>
                  </a:lnTo>
                  <a:lnTo>
                    <a:pt x="86359" y="7619"/>
                  </a:lnTo>
                  <a:lnTo>
                    <a:pt x="86360" y="0"/>
                  </a:lnTo>
                  <a:close/>
                </a:path>
                <a:path w="200660" h="7619">
                  <a:moveTo>
                    <a:pt x="200659" y="0"/>
                  </a:moveTo>
                  <a:lnTo>
                    <a:pt x="120650" y="0"/>
                  </a:lnTo>
                  <a:lnTo>
                    <a:pt x="120650" y="2539"/>
                  </a:lnTo>
                  <a:lnTo>
                    <a:pt x="121919" y="2539"/>
                  </a:lnTo>
                  <a:lnTo>
                    <a:pt x="121919" y="7619"/>
                  </a:lnTo>
                  <a:lnTo>
                    <a:pt x="200659" y="7619"/>
                  </a:lnTo>
                  <a:lnTo>
                    <a:pt x="200659" y="0"/>
                  </a:lnTo>
                  <a:close/>
                </a:path>
              </a:pathLst>
            </a:custGeom>
            <a:solidFill>
              <a:srgbClr val="001186"/>
            </a:solidFill>
          </p:spPr>
          <p:txBody>
            <a:bodyPr wrap="square" lIns="0" tIns="0" rIns="0" bIns="0" rtlCol="0"/>
            <a:lstStyle/>
            <a:p/>
          </p:txBody>
        </p:sp>
        <p:sp>
          <p:nvSpPr>
            <p:cNvPr id="775" name="object 775"/>
            <p:cNvSpPr/>
            <p:nvPr/>
          </p:nvSpPr>
          <p:spPr>
            <a:xfrm>
              <a:off x="2075180" y="1488439"/>
              <a:ext cx="199390" cy="7620"/>
            </a:xfrm>
            <a:custGeom>
              <a:avLst/>
              <a:gdLst/>
              <a:ahLst/>
              <a:cxnLst/>
              <a:rect l="l" t="t" r="r" b="b"/>
              <a:pathLst>
                <a:path w="199389" h="7619">
                  <a:moveTo>
                    <a:pt x="85089" y="0"/>
                  </a:moveTo>
                  <a:lnTo>
                    <a:pt x="0" y="0"/>
                  </a:lnTo>
                  <a:lnTo>
                    <a:pt x="0" y="7620"/>
                  </a:lnTo>
                  <a:lnTo>
                    <a:pt x="86360" y="7620"/>
                  </a:lnTo>
                  <a:lnTo>
                    <a:pt x="86360" y="1270"/>
                  </a:lnTo>
                  <a:lnTo>
                    <a:pt x="85089" y="1270"/>
                  </a:lnTo>
                  <a:lnTo>
                    <a:pt x="85089" y="0"/>
                  </a:lnTo>
                  <a:close/>
                </a:path>
                <a:path w="199389" h="7619">
                  <a:moveTo>
                    <a:pt x="199389" y="0"/>
                  </a:moveTo>
                  <a:lnTo>
                    <a:pt x="121919" y="0"/>
                  </a:lnTo>
                  <a:lnTo>
                    <a:pt x="121919" y="7620"/>
                  </a:lnTo>
                  <a:lnTo>
                    <a:pt x="199389" y="7620"/>
                  </a:lnTo>
                  <a:lnTo>
                    <a:pt x="199389" y="0"/>
                  </a:lnTo>
                  <a:close/>
                </a:path>
              </a:pathLst>
            </a:custGeom>
            <a:solidFill>
              <a:srgbClr val="001088"/>
            </a:solidFill>
          </p:spPr>
          <p:txBody>
            <a:bodyPr wrap="square" lIns="0" tIns="0" rIns="0" bIns="0" rtlCol="0"/>
            <a:lstStyle/>
            <a:p/>
          </p:txBody>
        </p:sp>
        <p:sp>
          <p:nvSpPr>
            <p:cNvPr id="776" name="object 776"/>
            <p:cNvSpPr/>
            <p:nvPr/>
          </p:nvSpPr>
          <p:spPr>
            <a:xfrm>
              <a:off x="2075180" y="1496059"/>
              <a:ext cx="199390" cy="6350"/>
            </a:xfrm>
            <a:custGeom>
              <a:avLst/>
              <a:gdLst/>
              <a:ahLst/>
              <a:cxnLst/>
              <a:rect l="l" t="t" r="r" b="b"/>
              <a:pathLst>
                <a:path w="199389" h="6350">
                  <a:moveTo>
                    <a:pt x="86360" y="0"/>
                  </a:moveTo>
                  <a:lnTo>
                    <a:pt x="0" y="0"/>
                  </a:lnTo>
                  <a:lnTo>
                    <a:pt x="0" y="2539"/>
                  </a:lnTo>
                  <a:lnTo>
                    <a:pt x="1269" y="2539"/>
                  </a:lnTo>
                  <a:lnTo>
                    <a:pt x="1269" y="6350"/>
                  </a:lnTo>
                  <a:lnTo>
                    <a:pt x="87630" y="6350"/>
                  </a:lnTo>
                  <a:lnTo>
                    <a:pt x="87630" y="1269"/>
                  </a:lnTo>
                  <a:lnTo>
                    <a:pt x="86360" y="1269"/>
                  </a:lnTo>
                  <a:lnTo>
                    <a:pt x="86360" y="0"/>
                  </a:lnTo>
                  <a:close/>
                </a:path>
                <a:path w="199389" h="6350">
                  <a:moveTo>
                    <a:pt x="199389" y="0"/>
                  </a:moveTo>
                  <a:lnTo>
                    <a:pt x="121919" y="0"/>
                  </a:lnTo>
                  <a:lnTo>
                    <a:pt x="121919" y="6350"/>
                  </a:lnTo>
                  <a:lnTo>
                    <a:pt x="199389" y="6350"/>
                  </a:lnTo>
                  <a:lnTo>
                    <a:pt x="199389" y="0"/>
                  </a:lnTo>
                  <a:close/>
                </a:path>
              </a:pathLst>
            </a:custGeom>
            <a:solidFill>
              <a:srgbClr val="00108A"/>
            </a:solidFill>
          </p:spPr>
          <p:txBody>
            <a:bodyPr wrap="square" lIns="0" tIns="0" rIns="0" bIns="0" rtlCol="0"/>
            <a:lstStyle/>
            <a:p/>
          </p:txBody>
        </p:sp>
        <p:sp>
          <p:nvSpPr>
            <p:cNvPr id="777" name="object 777"/>
            <p:cNvSpPr/>
            <p:nvPr/>
          </p:nvSpPr>
          <p:spPr>
            <a:xfrm>
              <a:off x="2076450" y="1502409"/>
              <a:ext cx="198120" cy="7620"/>
            </a:xfrm>
            <a:custGeom>
              <a:avLst/>
              <a:gdLst/>
              <a:ahLst/>
              <a:cxnLst/>
              <a:rect l="l" t="t" r="r" b="b"/>
              <a:pathLst>
                <a:path w="198119" h="7619">
                  <a:moveTo>
                    <a:pt x="86360" y="0"/>
                  </a:moveTo>
                  <a:lnTo>
                    <a:pt x="0" y="0"/>
                  </a:lnTo>
                  <a:lnTo>
                    <a:pt x="0" y="5079"/>
                  </a:lnTo>
                  <a:lnTo>
                    <a:pt x="87630" y="5079"/>
                  </a:lnTo>
                  <a:lnTo>
                    <a:pt x="87630" y="1269"/>
                  </a:lnTo>
                  <a:lnTo>
                    <a:pt x="86360" y="1269"/>
                  </a:lnTo>
                  <a:lnTo>
                    <a:pt x="86360" y="0"/>
                  </a:lnTo>
                  <a:close/>
                </a:path>
                <a:path w="198119" h="7619">
                  <a:moveTo>
                    <a:pt x="198119" y="0"/>
                  </a:moveTo>
                  <a:lnTo>
                    <a:pt x="120650" y="0"/>
                  </a:lnTo>
                  <a:lnTo>
                    <a:pt x="120650" y="2539"/>
                  </a:lnTo>
                  <a:lnTo>
                    <a:pt x="119380" y="2539"/>
                  </a:lnTo>
                  <a:lnTo>
                    <a:pt x="119380" y="5079"/>
                  </a:lnTo>
                  <a:lnTo>
                    <a:pt x="196850" y="5079"/>
                  </a:lnTo>
                  <a:lnTo>
                    <a:pt x="196850" y="3810"/>
                  </a:lnTo>
                  <a:lnTo>
                    <a:pt x="198119" y="3810"/>
                  </a:lnTo>
                  <a:lnTo>
                    <a:pt x="198119" y="0"/>
                  </a:lnTo>
                  <a:close/>
                </a:path>
                <a:path w="198119" h="7619">
                  <a:moveTo>
                    <a:pt x="88900" y="5080"/>
                  </a:moveTo>
                  <a:lnTo>
                    <a:pt x="0" y="5080"/>
                  </a:lnTo>
                  <a:lnTo>
                    <a:pt x="0" y="7619"/>
                  </a:lnTo>
                  <a:lnTo>
                    <a:pt x="88900" y="7619"/>
                  </a:lnTo>
                  <a:lnTo>
                    <a:pt x="88900" y="5080"/>
                  </a:lnTo>
                  <a:close/>
                </a:path>
                <a:path w="198119" h="7619">
                  <a:moveTo>
                    <a:pt x="196850" y="5080"/>
                  </a:moveTo>
                  <a:lnTo>
                    <a:pt x="119380" y="5080"/>
                  </a:lnTo>
                  <a:lnTo>
                    <a:pt x="119380" y="7619"/>
                  </a:lnTo>
                  <a:lnTo>
                    <a:pt x="196850" y="7619"/>
                  </a:lnTo>
                  <a:lnTo>
                    <a:pt x="196850" y="5080"/>
                  </a:lnTo>
                  <a:close/>
                </a:path>
              </a:pathLst>
            </a:custGeom>
            <a:solidFill>
              <a:srgbClr val="000F8D"/>
            </a:solidFill>
          </p:spPr>
          <p:txBody>
            <a:bodyPr wrap="square" lIns="0" tIns="0" rIns="0" bIns="0" rtlCol="0"/>
            <a:lstStyle/>
            <a:p/>
          </p:txBody>
        </p:sp>
        <p:sp>
          <p:nvSpPr>
            <p:cNvPr id="778" name="object 778"/>
            <p:cNvSpPr/>
            <p:nvPr/>
          </p:nvSpPr>
          <p:spPr>
            <a:xfrm>
              <a:off x="2076450" y="1510029"/>
              <a:ext cx="196850" cy="7620"/>
            </a:xfrm>
            <a:custGeom>
              <a:avLst/>
              <a:gdLst/>
              <a:ahLst/>
              <a:cxnLst/>
              <a:rect l="l" t="t" r="r" b="b"/>
              <a:pathLst>
                <a:path w="196850" h="7619">
                  <a:moveTo>
                    <a:pt x="91440" y="6350"/>
                  </a:moveTo>
                  <a:lnTo>
                    <a:pt x="90170" y="6350"/>
                  </a:lnTo>
                  <a:lnTo>
                    <a:pt x="90170" y="3810"/>
                  </a:lnTo>
                  <a:lnTo>
                    <a:pt x="88900" y="3810"/>
                  </a:lnTo>
                  <a:lnTo>
                    <a:pt x="88900" y="2540"/>
                  </a:lnTo>
                  <a:lnTo>
                    <a:pt x="88900" y="0"/>
                  </a:lnTo>
                  <a:lnTo>
                    <a:pt x="0" y="0"/>
                  </a:lnTo>
                  <a:lnTo>
                    <a:pt x="0" y="2540"/>
                  </a:lnTo>
                  <a:lnTo>
                    <a:pt x="1270" y="2540"/>
                  </a:lnTo>
                  <a:lnTo>
                    <a:pt x="1270" y="3810"/>
                  </a:lnTo>
                  <a:lnTo>
                    <a:pt x="1270" y="6350"/>
                  </a:lnTo>
                  <a:lnTo>
                    <a:pt x="1270" y="7620"/>
                  </a:lnTo>
                  <a:lnTo>
                    <a:pt x="91440" y="7620"/>
                  </a:lnTo>
                  <a:lnTo>
                    <a:pt x="91440" y="635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000E8F"/>
            </a:solidFill>
          </p:spPr>
          <p:txBody>
            <a:bodyPr wrap="square" lIns="0" tIns="0" rIns="0" bIns="0" rtlCol="0"/>
            <a:lstStyle/>
            <a:p/>
          </p:txBody>
        </p:sp>
        <p:sp>
          <p:nvSpPr>
            <p:cNvPr id="779" name="object 779"/>
            <p:cNvSpPr/>
            <p:nvPr/>
          </p:nvSpPr>
          <p:spPr>
            <a:xfrm>
              <a:off x="2077720" y="1517649"/>
              <a:ext cx="195580" cy="6350"/>
            </a:xfrm>
            <a:custGeom>
              <a:avLst/>
              <a:gdLst/>
              <a:ahLst/>
              <a:cxnLst/>
              <a:rect l="l" t="t" r="r" b="b"/>
              <a:pathLst>
                <a:path w="195580" h="6350">
                  <a:moveTo>
                    <a:pt x="95250" y="5080"/>
                  </a:moveTo>
                  <a:lnTo>
                    <a:pt x="92710" y="5080"/>
                  </a:lnTo>
                  <a:lnTo>
                    <a:pt x="92710" y="3810"/>
                  </a:lnTo>
                  <a:lnTo>
                    <a:pt x="91427" y="3810"/>
                  </a:lnTo>
                  <a:lnTo>
                    <a:pt x="91427" y="1270"/>
                  </a:lnTo>
                  <a:lnTo>
                    <a:pt x="90170" y="1270"/>
                  </a:lnTo>
                  <a:lnTo>
                    <a:pt x="90170" y="0"/>
                  </a:lnTo>
                  <a:lnTo>
                    <a:pt x="0" y="0"/>
                  </a:lnTo>
                  <a:lnTo>
                    <a:pt x="0" y="1270"/>
                  </a:lnTo>
                  <a:lnTo>
                    <a:pt x="0" y="3810"/>
                  </a:lnTo>
                  <a:lnTo>
                    <a:pt x="0" y="5080"/>
                  </a:lnTo>
                  <a:lnTo>
                    <a:pt x="0" y="6350"/>
                  </a:lnTo>
                  <a:lnTo>
                    <a:pt x="95250" y="6350"/>
                  </a:lnTo>
                  <a:lnTo>
                    <a:pt x="95250" y="5080"/>
                  </a:lnTo>
                  <a:close/>
                </a:path>
                <a:path w="195580"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000E91"/>
            </a:solidFill>
          </p:spPr>
          <p:txBody>
            <a:bodyPr wrap="square" lIns="0" tIns="0" rIns="0" bIns="0" rtlCol="0"/>
            <a:lstStyle/>
            <a:p/>
          </p:txBody>
        </p:sp>
        <p:sp>
          <p:nvSpPr>
            <p:cNvPr id="780" name="object 780"/>
            <p:cNvSpPr/>
            <p:nvPr/>
          </p:nvSpPr>
          <p:spPr>
            <a:xfrm>
              <a:off x="2077720" y="1523999"/>
              <a:ext cx="194310" cy="7620"/>
            </a:xfrm>
            <a:custGeom>
              <a:avLst/>
              <a:gdLst/>
              <a:ahLst/>
              <a:cxnLst/>
              <a:rect l="l" t="t" r="r" b="b"/>
              <a:pathLst>
                <a:path w="194310" h="7619">
                  <a:moveTo>
                    <a:pt x="194310" y="0"/>
                  </a:moveTo>
                  <a:lnTo>
                    <a:pt x="107950" y="0"/>
                  </a:lnTo>
                  <a:lnTo>
                    <a:pt x="107950" y="1270"/>
                  </a:lnTo>
                  <a:lnTo>
                    <a:pt x="106680" y="1270"/>
                  </a:lnTo>
                  <a:lnTo>
                    <a:pt x="106680" y="2540"/>
                  </a:lnTo>
                  <a:lnTo>
                    <a:pt x="104140" y="2540"/>
                  </a:lnTo>
                  <a:lnTo>
                    <a:pt x="104140" y="3810"/>
                  </a:lnTo>
                  <a:lnTo>
                    <a:pt x="100330" y="3810"/>
                  </a:lnTo>
                  <a:lnTo>
                    <a:pt x="100330" y="2540"/>
                  </a:lnTo>
                  <a:lnTo>
                    <a:pt x="99047" y="2540"/>
                  </a:lnTo>
                  <a:lnTo>
                    <a:pt x="99047"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000D93"/>
            </a:solidFill>
          </p:spPr>
          <p:txBody>
            <a:bodyPr wrap="square" lIns="0" tIns="0" rIns="0" bIns="0" rtlCol="0"/>
            <a:lstStyle/>
            <a:p/>
          </p:txBody>
        </p:sp>
        <p:sp>
          <p:nvSpPr>
            <p:cNvPr id="781" name="object 781"/>
            <p:cNvSpPr/>
            <p:nvPr/>
          </p:nvSpPr>
          <p:spPr>
            <a:xfrm>
              <a:off x="2078990" y="1531619"/>
              <a:ext cx="193040" cy="7620"/>
            </a:xfrm>
            <a:custGeom>
              <a:avLst/>
              <a:gdLst/>
              <a:ahLst/>
              <a:cxnLst/>
              <a:rect l="l" t="t" r="r" b="b"/>
              <a:pathLst>
                <a:path w="193039" h="7619">
                  <a:moveTo>
                    <a:pt x="193027" y="0"/>
                  </a:moveTo>
                  <a:lnTo>
                    <a:pt x="0" y="0"/>
                  </a:lnTo>
                  <a:lnTo>
                    <a:pt x="0" y="1270"/>
                  </a:lnTo>
                  <a:lnTo>
                    <a:pt x="0" y="3810"/>
                  </a:lnTo>
                  <a:lnTo>
                    <a:pt x="1270" y="3810"/>
                  </a:lnTo>
                  <a:lnTo>
                    <a:pt x="1270" y="7620"/>
                  </a:lnTo>
                  <a:lnTo>
                    <a:pt x="191770" y="7620"/>
                  </a:lnTo>
                  <a:lnTo>
                    <a:pt x="191770" y="3810"/>
                  </a:lnTo>
                  <a:lnTo>
                    <a:pt x="191757" y="1270"/>
                  </a:lnTo>
                  <a:lnTo>
                    <a:pt x="193027" y="1270"/>
                  </a:lnTo>
                  <a:lnTo>
                    <a:pt x="193027" y="0"/>
                  </a:lnTo>
                  <a:close/>
                </a:path>
              </a:pathLst>
            </a:custGeom>
            <a:solidFill>
              <a:srgbClr val="000D96"/>
            </a:solidFill>
          </p:spPr>
          <p:txBody>
            <a:bodyPr wrap="square" lIns="0" tIns="0" rIns="0" bIns="0" rtlCol="0"/>
            <a:lstStyle/>
            <a:p/>
          </p:txBody>
        </p:sp>
        <p:sp>
          <p:nvSpPr>
            <p:cNvPr id="782" name="object 782"/>
            <p:cNvSpPr/>
            <p:nvPr/>
          </p:nvSpPr>
          <p:spPr>
            <a:xfrm>
              <a:off x="208026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000C98"/>
            </a:solidFill>
          </p:spPr>
          <p:txBody>
            <a:bodyPr wrap="square" lIns="0" tIns="0" rIns="0" bIns="0" rtlCol="0"/>
            <a:lstStyle/>
            <a:p/>
          </p:txBody>
        </p:sp>
        <p:sp>
          <p:nvSpPr>
            <p:cNvPr id="783" name="object 783"/>
            <p:cNvSpPr/>
            <p:nvPr/>
          </p:nvSpPr>
          <p:spPr>
            <a:xfrm>
              <a:off x="2081530" y="1545589"/>
              <a:ext cx="187960" cy="7620"/>
            </a:xfrm>
            <a:custGeom>
              <a:avLst/>
              <a:gdLst/>
              <a:ahLst/>
              <a:cxnLst/>
              <a:rect l="l" t="t" r="r" b="b"/>
              <a:pathLst>
                <a:path w="187960"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000C9A"/>
            </a:solidFill>
          </p:spPr>
          <p:txBody>
            <a:bodyPr wrap="square" lIns="0" tIns="0" rIns="0" bIns="0" rtlCol="0"/>
            <a:lstStyle/>
            <a:p/>
          </p:txBody>
        </p:sp>
        <p:sp>
          <p:nvSpPr>
            <p:cNvPr id="784" name="object 784"/>
            <p:cNvSpPr/>
            <p:nvPr/>
          </p:nvSpPr>
          <p:spPr>
            <a:xfrm>
              <a:off x="2082800" y="1553209"/>
              <a:ext cx="186690" cy="7620"/>
            </a:xfrm>
            <a:custGeom>
              <a:avLst/>
              <a:gdLst/>
              <a:ahLst/>
              <a:cxnLst/>
              <a:rect l="l" t="t" r="r" b="b"/>
              <a:pathLst>
                <a:path w="186689"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000B9D"/>
            </a:solidFill>
          </p:spPr>
          <p:txBody>
            <a:bodyPr wrap="square" lIns="0" tIns="0" rIns="0" bIns="0" rtlCol="0"/>
            <a:lstStyle/>
            <a:p/>
          </p:txBody>
        </p:sp>
        <p:sp>
          <p:nvSpPr>
            <p:cNvPr id="785" name="object 785"/>
            <p:cNvSpPr/>
            <p:nvPr/>
          </p:nvSpPr>
          <p:spPr>
            <a:xfrm>
              <a:off x="208407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000A9F"/>
            </a:solidFill>
          </p:spPr>
          <p:txBody>
            <a:bodyPr wrap="square" lIns="0" tIns="0" rIns="0" bIns="0" rtlCol="0"/>
            <a:lstStyle/>
            <a:p/>
          </p:txBody>
        </p:sp>
        <p:sp>
          <p:nvSpPr>
            <p:cNvPr id="786" name="object 786"/>
            <p:cNvSpPr/>
            <p:nvPr/>
          </p:nvSpPr>
          <p:spPr>
            <a:xfrm>
              <a:off x="2084070" y="1567179"/>
              <a:ext cx="182880" cy="7620"/>
            </a:xfrm>
            <a:custGeom>
              <a:avLst/>
              <a:gdLst/>
              <a:ahLst/>
              <a:cxnLst/>
              <a:rect l="l" t="t" r="r" b="b"/>
              <a:pathLst>
                <a:path w="182880" h="7619">
                  <a:moveTo>
                    <a:pt x="182880" y="0"/>
                  </a:moveTo>
                  <a:lnTo>
                    <a:pt x="0" y="0"/>
                  </a:lnTo>
                  <a:lnTo>
                    <a:pt x="0" y="1270"/>
                  </a:lnTo>
                  <a:lnTo>
                    <a:pt x="0" y="2540"/>
                  </a:lnTo>
                  <a:lnTo>
                    <a:pt x="1270" y="2540"/>
                  </a:lnTo>
                  <a:lnTo>
                    <a:pt x="1270" y="7620"/>
                  </a:lnTo>
                  <a:lnTo>
                    <a:pt x="181597" y="7620"/>
                  </a:lnTo>
                  <a:lnTo>
                    <a:pt x="181597" y="2540"/>
                  </a:lnTo>
                  <a:lnTo>
                    <a:pt x="181610" y="1270"/>
                  </a:lnTo>
                  <a:lnTo>
                    <a:pt x="182880" y="1270"/>
                  </a:lnTo>
                  <a:lnTo>
                    <a:pt x="182880" y="0"/>
                  </a:lnTo>
                  <a:close/>
                </a:path>
              </a:pathLst>
            </a:custGeom>
            <a:solidFill>
              <a:srgbClr val="000AA1"/>
            </a:solidFill>
          </p:spPr>
          <p:txBody>
            <a:bodyPr wrap="square" lIns="0" tIns="0" rIns="0" bIns="0" rtlCol="0"/>
            <a:lstStyle/>
            <a:p/>
          </p:txBody>
        </p:sp>
        <p:sp>
          <p:nvSpPr>
            <p:cNvPr id="787" name="object 787"/>
            <p:cNvSpPr/>
            <p:nvPr/>
          </p:nvSpPr>
          <p:spPr>
            <a:xfrm>
              <a:off x="2085340" y="1574799"/>
              <a:ext cx="179070" cy="7620"/>
            </a:xfrm>
            <a:custGeom>
              <a:avLst/>
              <a:gdLst/>
              <a:ahLst/>
              <a:cxnLst/>
              <a:rect l="l" t="t" r="r" b="b"/>
              <a:pathLst>
                <a:path w="179069" h="7619">
                  <a:moveTo>
                    <a:pt x="179070" y="2540"/>
                  </a:moveTo>
                  <a:lnTo>
                    <a:pt x="179057" y="0"/>
                  </a:lnTo>
                  <a:lnTo>
                    <a:pt x="0" y="0"/>
                  </a:lnTo>
                  <a:lnTo>
                    <a:pt x="0" y="2540"/>
                  </a:lnTo>
                  <a:lnTo>
                    <a:pt x="1270" y="2540"/>
                  </a:lnTo>
                  <a:lnTo>
                    <a:pt x="1270" y="6350"/>
                  </a:lnTo>
                  <a:lnTo>
                    <a:pt x="1270" y="7620"/>
                  </a:lnTo>
                  <a:lnTo>
                    <a:pt x="177800" y="7620"/>
                  </a:lnTo>
                  <a:lnTo>
                    <a:pt x="177800" y="6350"/>
                  </a:lnTo>
                  <a:lnTo>
                    <a:pt x="179070" y="6350"/>
                  </a:lnTo>
                  <a:lnTo>
                    <a:pt x="179070" y="2540"/>
                  </a:lnTo>
                  <a:close/>
                </a:path>
              </a:pathLst>
            </a:custGeom>
            <a:solidFill>
              <a:srgbClr val="0009A4"/>
            </a:solidFill>
          </p:spPr>
          <p:txBody>
            <a:bodyPr wrap="square" lIns="0" tIns="0" rIns="0" bIns="0" rtlCol="0"/>
            <a:lstStyle/>
            <a:p/>
          </p:txBody>
        </p:sp>
        <p:sp>
          <p:nvSpPr>
            <p:cNvPr id="788" name="object 788"/>
            <p:cNvSpPr/>
            <p:nvPr/>
          </p:nvSpPr>
          <p:spPr>
            <a:xfrm>
              <a:off x="2087880" y="1582419"/>
              <a:ext cx="175260" cy="6350"/>
            </a:xfrm>
            <a:custGeom>
              <a:avLst/>
              <a:gdLst/>
              <a:ahLst/>
              <a:cxnLst/>
              <a:rect l="l" t="t" r="r" b="b"/>
              <a:pathLst>
                <a:path w="175260"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0009A6"/>
            </a:solidFill>
          </p:spPr>
          <p:txBody>
            <a:bodyPr wrap="square" lIns="0" tIns="0" rIns="0" bIns="0" rtlCol="0"/>
            <a:lstStyle/>
            <a:p/>
          </p:txBody>
        </p:sp>
        <p:sp>
          <p:nvSpPr>
            <p:cNvPr id="789" name="object 789"/>
            <p:cNvSpPr/>
            <p:nvPr/>
          </p:nvSpPr>
          <p:spPr>
            <a:xfrm>
              <a:off x="2089150" y="1588769"/>
              <a:ext cx="172720" cy="7620"/>
            </a:xfrm>
            <a:custGeom>
              <a:avLst/>
              <a:gdLst/>
              <a:ahLst/>
              <a:cxnLst/>
              <a:rect l="l" t="t" r="r" b="b"/>
              <a:pathLst>
                <a:path w="172719"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0008A8"/>
            </a:solidFill>
          </p:spPr>
          <p:txBody>
            <a:bodyPr wrap="square" lIns="0" tIns="0" rIns="0" bIns="0" rtlCol="0"/>
            <a:lstStyle/>
            <a:p/>
          </p:txBody>
        </p:sp>
        <p:sp>
          <p:nvSpPr>
            <p:cNvPr id="790" name="object 790"/>
            <p:cNvSpPr/>
            <p:nvPr/>
          </p:nvSpPr>
          <p:spPr>
            <a:xfrm>
              <a:off x="2090420" y="1596389"/>
              <a:ext cx="170180" cy="7620"/>
            </a:xfrm>
            <a:custGeom>
              <a:avLst/>
              <a:gdLst/>
              <a:ahLst/>
              <a:cxnLst/>
              <a:rect l="l" t="t" r="r" b="b"/>
              <a:pathLst>
                <a:path w="170180" h="7619">
                  <a:moveTo>
                    <a:pt x="168897" y="2552"/>
                  </a:moveTo>
                  <a:lnTo>
                    <a:pt x="1270" y="2552"/>
                  </a:lnTo>
                  <a:lnTo>
                    <a:pt x="1270" y="7620"/>
                  </a:lnTo>
                  <a:lnTo>
                    <a:pt x="168897" y="7620"/>
                  </a:lnTo>
                  <a:lnTo>
                    <a:pt x="168897" y="2552"/>
                  </a:lnTo>
                  <a:close/>
                </a:path>
                <a:path w="170180" h="7619">
                  <a:moveTo>
                    <a:pt x="170180" y="0"/>
                  </a:moveTo>
                  <a:lnTo>
                    <a:pt x="0" y="0"/>
                  </a:lnTo>
                  <a:lnTo>
                    <a:pt x="0" y="2540"/>
                  </a:lnTo>
                  <a:lnTo>
                    <a:pt x="170180" y="2540"/>
                  </a:lnTo>
                  <a:lnTo>
                    <a:pt x="170180" y="0"/>
                  </a:lnTo>
                  <a:close/>
                </a:path>
              </a:pathLst>
            </a:custGeom>
            <a:solidFill>
              <a:srgbClr val="0008AA"/>
            </a:solidFill>
          </p:spPr>
          <p:txBody>
            <a:bodyPr wrap="square" lIns="0" tIns="0" rIns="0" bIns="0" rtlCol="0"/>
            <a:lstStyle/>
            <a:p/>
          </p:txBody>
        </p:sp>
        <p:sp>
          <p:nvSpPr>
            <p:cNvPr id="791" name="object 791"/>
            <p:cNvSpPr/>
            <p:nvPr/>
          </p:nvSpPr>
          <p:spPr>
            <a:xfrm>
              <a:off x="2091690" y="1604009"/>
              <a:ext cx="166370" cy="6350"/>
            </a:xfrm>
            <a:custGeom>
              <a:avLst/>
              <a:gdLst/>
              <a:ahLst/>
              <a:cxnLst/>
              <a:rect l="l" t="t" r="r" b="b"/>
              <a:pathLst>
                <a:path w="166369" h="6350">
                  <a:moveTo>
                    <a:pt x="166370" y="1270"/>
                  </a:moveTo>
                  <a:lnTo>
                    <a:pt x="166357" y="0"/>
                  </a:lnTo>
                  <a:lnTo>
                    <a:pt x="0" y="0"/>
                  </a:lnTo>
                  <a:lnTo>
                    <a:pt x="0" y="1270"/>
                  </a:lnTo>
                  <a:lnTo>
                    <a:pt x="1270" y="1270"/>
                  </a:lnTo>
                  <a:lnTo>
                    <a:pt x="1270" y="3810"/>
                  </a:lnTo>
                  <a:lnTo>
                    <a:pt x="1270" y="6350"/>
                  </a:lnTo>
                  <a:lnTo>
                    <a:pt x="165100" y="6350"/>
                  </a:lnTo>
                  <a:lnTo>
                    <a:pt x="165100" y="3810"/>
                  </a:lnTo>
                  <a:lnTo>
                    <a:pt x="166370" y="3810"/>
                  </a:lnTo>
                  <a:lnTo>
                    <a:pt x="166370" y="1270"/>
                  </a:lnTo>
                  <a:close/>
                </a:path>
              </a:pathLst>
            </a:custGeom>
            <a:solidFill>
              <a:srgbClr val="0007AD"/>
            </a:solidFill>
          </p:spPr>
          <p:txBody>
            <a:bodyPr wrap="square" lIns="0" tIns="0" rIns="0" bIns="0" rtlCol="0"/>
            <a:lstStyle/>
            <a:p/>
          </p:txBody>
        </p:sp>
        <p:sp>
          <p:nvSpPr>
            <p:cNvPr id="792" name="object 792"/>
            <p:cNvSpPr/>
            <p:nvPr/>
          </p:nvSpPr>
          <p:spPr>
            <a:xfrm>
              <a:off x="2094230" y="161035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0006AF"/>
            </a:solidFill>
          </p:spPr>
          <p:txBody>
            <a:bodyPr wrap="square" lIns="0" tIns="0" rIns="0" bIns="0" rtlCol="0"/>
            <a:lstStyle/>
            <a:p/>
          </p:txBody>
        </p:sp>
        <p:sp>
          <p:nvSpPr>
            <p:cNvPr id="793" name="object 793"/>
            <p:cNvSpPr/>
            <p:nvPr/>
          </p:nvSpPr>
          <p:spPr>
            <a:xfrm>
              <a:off x="2096770" y="1617979"/>
              <a:ext cx="157480" cy="7620"/>
            </a:xfrm>
            <a:custGeom>
              <a:avLst/>
              <a:gdLst/>
              <a:ahLst/>
              <a:cxnLst/>
              <a:rect l="l" t="t" r="r" b="b"/>
              <a:pathLst>
                <a:path w="157480" h="7619">
                  <a:moveTo>
                    <a:pt x="157480" y="0"/>
                  </a:moveTo>
                  <a:lnTo>
                    <a:pt x="0" y="0"/>
                  </a:lnTo>
                  <a:lnTo>
                    <a:pt x="0" y="2540"/>
                  </a:lnTo>
                  <a:lnTo>
                    <a:pt x="0" y="3810"/>
                  </a:lnTo>
                  <a:lnTo>
                    <a:pt x="1270" y="3810"/>
                  </a:lnTo>
                  <a:lnTo>
                    <a:pt x="1270" y="6350"/>
                  </a:lnTo>
                  <a:lnTo>
                    <a:pt x="1270" y="7620"/>
                  </a:lnTo>
                  <a:lnTo>
                    <a:pt x="154927" y="7620"/>
                  </a:lnTo>
                  <a:lnTo>
                    <a:pt x="154927" y="6350"/>
                  </a:lnTo>
                  <a:lnTo>
                    <a:pt x="156197" y="6350"/>
                  </a:lnTo>
                  <a:lnTo>
                    <a:pt x="156197" y="3810"/>
                  </a:lnTo>
                  <a:lnTo>
                    <a:pt x="156210" y="2540"/>
                  </a:lnTo>
                  <a:lnTo>
                    <a:pt x="157480" y="2540"/>
                  </a:lnTo>
                  <a:lnTo>
                    <a:pt x="157480" y="0"/>
                  </a:lnTo>
                  <a:close/>
                </a:path>
              </a:pathLst>
            </a:custGeom>
            <a:solidFill>
              <a:srgbClr val="0006B1"/>
            </a:solidFill>
          </p:spPr>
          <p:txBody>
            <a:bodyPr wrap="square" lIns="0" tIns="0" rIns="0" bIns="0" rtlCol="0"/>
            <a:lstStyle/>
            <a:p/>
          </p:txBody>
        </p:sp>
        <p:sp>
          <p:nvSpPr>
            <p:cNvPr id="794" name="object 794"/>
            <p:cNvSpPr/>
            <p:nvPr/>
          </p:nvSpPr>
          <p:spPr>
            <a:xfrm>
              <a:off x="2099310" y="1625599"/>
              <a:ext cx="152400" cy="6350"/>
            </a:xfrm>
            <a:custGeom>
              <a:avLst/>
              <a:gdLst/>
              <a:ahLst/>
              <a:cxnLst/>
              <a:rect l="l" t="t" r="r" b="b"/>
              <a:pathLst>
                <a:path w="152400" h="6350">
                  <a:moveTo>
                    <a:pt x="152400" y="0"/>
                  </a:moveTo>
                  <a:lnTo>
                    <a:pt x="0" y="0"/>
                  </a:lnTo>
                  <a:lnTo>
                    <a:pt x="0" y="1270"/>
                  </a:lnTo>
                  <a:lnTo>
                    <a:pt x="0" y="3810"/>
                  </a:lnTo>
                  <a:lnTo>
                    <a:pt x="1270" y="3810"/>
                  </a:lnTo>
                  <a:lnTo>
                    <a:pt x="1270" y="6350"/>
                  </a:lnTo>
                  <a:lnTo>
                    <a:pt x="149860" y="6350"/>
                  </a:lnTo>
                  <a:lnTo>
                    <a:pt x="149860" y="3810"/>
                  </a:lnTo>
                  <a:lnTo>
                    <a:pt x="151130" y="3810"/>
                  </a:lnTo>
                  <a:lnTo>
                    <a:pt x="151130" y="1270"/>
                  </a:lnTo>
                  <a:lnTo>
                    <a:pt x="152400" y="1270"/>
                  </a:lnTo>
                  <a:lnTo>
                    <a:pt x="152400" y="0"/>
                  </a:lnTo>
                  <a:close/>
                </a:path>
              </a:pathLst>
            </a:custGeom>
            <a:solidFill>
              <a:srgbClr val="0005B4"/>
            </a:solidFill>
          </p:spPr>
          <p:txBody>
            <a:bodyPr wrap="square" lIns="0" tIns="0" rIns="0" bIns="0" rtlCol="0"/>
            <a:lstStyle/>
            <a:p/>
          </p:txBody>
        </p:sp>
        <p:sp>
          <p:nvSpPr>
            <p:cNvPr id="795" name="object 795"/>
            <p:cNvSpPr/>
            <p:nvPr/>
          </p:nvSpPr>
          <p:spPr>
            <a:xfrm>
              <a:off x="2100580" y="1631949"/>
              <a:ext cx="147320" cy="7620"/>
            </a:xfrm>
            <a:custGeom>
              <a:avLst/>
              <a:gdLst/>
              <a:ahLst/>
              <a:cxnLst/>
              <a:rect l="l" t="t" r="r" b="b"/>
              <a:pathLst>
                <a:path w="147319" h="7619">
                  <a:moveTo>
                    <a:pt x="147320" y="0"/>
                  </a:moveTo>
                  <a:lnTo>
                    <a:pt x="0" y="0"/>
                  </a:lnTo>
                  <a:lnTo>
                    <a:pt x="0" y="1270"/>
                  </a:lnTo>
                  <a:lnTo>
                    <a:pt x="1270" y="1270"/>
                  </a:lnTo>
                  <a:lnTo>
                    <a:pt x="1270" y="3810"/>
                  </a:lnTo>
                  <a:lnTo>
                    <a:pt x="1270" y="5080"/>
                  </a:lnTo>
                  <a:lnTo>
                    <a:pt x="2540" y="5080"/>
                  </a:lnTo>
                  <a:lnTo>
                    <a:pt x="2540" y="6350"/>
                  </a:lnTo>
                  <a:lnTo>
                    <a:pt x="2540" y="7620"/>
                  </a:lnTo>
                  <a:lnTo>
                    <a:pt x="144767" y="7620"/>
                  </a:lnTo>
                  <a:lnTo>
                    <a:pt x="144767" y="6350"/>
                  </a:lnTo>
                  <a:lnTo>
                    <a:pt x="146050" y="6350"/>
                  </a:lnTo>
                  <a:lnTo>
                    <a:pt x="146050" y="5080"/>
                  </a:lnTo>
                  <a:lnTo>
                    <a:pt x="146050" y="3810"/>
                  </a:lnTo>
                  <a:lnTo>
                    <a:pt x="147320" y="3810"/>
                  </a:lnTo>
                  <a:lnTo>
                    <a:pt x="147320" y="1270"/>
                  </a:lnTo>
                  <a:lnTo>
                    <a:pt x="147320" y="0"/>
                  </a:lnTo>
                  <a:close/>
                </a:path>
              </a:pathLst>
            </a:custGeom>
            <a:solidFill>
              <a:srgbClr val="0005B6"/>
            </a:solidFill>
          </p:spPr>
          <p:txBody>
            <a:bodyPr wrap="square" lIns="0" tIns="0" rIns="0" bIns="0" rtlCol="0"/>
            <a:lstStyle/>
            <a:p/>
          </p:txBody>
        </p:sp>
        <p:sp>
          <p:nvSpPr>
            <p:cNvPr id="796" name="object 796"/>
            <p:cNvSpPr/>
            <p:nvPr/>
          </p:nvSpPr>
          <p:spPr>
            <a:xfrm>
              <a:off x="2104390" y="1639569"/>
              <a:ext cx="140970" cy="7620"/>
            </a:xfrm>
            <a:custGeom>
              <a:avLst/>
              <a:gdLst/>
              <a:ahLst/>
              <a:cxnLst/>
              <a:rect l="l" t="t" r="r" b="b"/>
              <a:pathLst>
                <a:path w="140969" h="7619">
                  <a:moveTo>
                    <a:pt x="140969" y="0"/>
                  </a:moveTo>
                  <a:lnTo>
                    <a:pt x="0" y="0"/>
                  </a:lnTo>
                  <a:lnTo>
                    <a:pt x="0" y="2539"/>
                  </a:lnTo>
                  <a:lnTo>
                    <a:pt x="1270" y="2539"/>
                  </a:lnTo>
                  <a:lnTo>
                    <a:pt x="1270" y="5079"/>
                  </a:lnTo>
                  <a:lnTo>
                    <a:pt x="2540" y="5079"/>
                  </a:lnTo>
                  <a:lnTo>
                    <a:pt x="2540" y="7619"/>
                  </a:lnTo>
                  <a:lnTo>
                    <a:pt x="137160" y="7619"/>
                  </a:lnTo>
                  <a:lnTo>
                    <a:pt x="137160" y="6350"/>
                  </a:lnTo>
                  <a:lnTo>
                    <a:pt x="138430" y="6350"/>
                  </a:lnTo>
                  <a:lnTo>
                    <a:pt x="138430" y="3810"/>
                  </a:lnTo>
                  <a:lnTo>
                    <a:pt x="139700" y="3810"/>
                  </a:lnTo>
                  <a:lnTo>
                    <a:pt x="139700" y="1270"/>
                  </a:lnTo>
                  <a:lnTo>
                    <a:pt x="140969" y="1270"/>
                  </a:lnTo>
                  <a:lnTo>
                    <a:pt x="140969" y="0"/>
                  </a:lnTo>
                  <a:close/>
                </a:path>
              </a:pathLst>
            </a:custGeom>
            <a:solidFill>
              <a:srgbClr val="0004B8"/>
            </a:solidFill>
          </p:spPr>
          <p:txBody>
            <a:bodyPr wrap="square" lIns="0" tIns="0" rIns="0" bIns="0" rtlCol="0"/>
            <a:lstStyle/>
            <a:p/>
          </p:txBody>
        </p:sp>
        <p:sp>
          <p:nvSpPr>
            <p:cNvPr id="797" name="object 797"/>
            <p:cNvSpPr/>
            <p:nvPr/>
          </p:nvSpPr>
          <p:spPr>
            <a:xfrm>
              <a:off x="210820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797" y="5080"/>
                  </a:lnTo>
                  <a:lnTo>
                    <a:pt x="130797" y="3810"/>
                  </a:lnTo>
                  <a:lnTo>
                    <a:pt x="132080" y="3810"/>
                  </a:lnTo>
                  <a:lnTo>
                    <a:pt x="132080" y="2540"/>
                  </a:lnTo>
                  <a:lnTo>
                    <a:pt x="132080" y="1270"/>
                  </a:lnTo>
                  <a:lnTo>
                    <a:pt x="133350" y="1270"/>
                  </a:lnTo>
                  <a:lnTo>
                    <a:pt x="133350" y="0"/>
                  </a:lnTo>
                  <a:close/>
                </a:path>
              </a:pathLst>
            </a:custGeom>
            <a:solidFill>
              <a:srgbClr val="0004BA"/>
            </a:solidFill>
          </p:spPr>
          <p:txBody>
            <a:bodyPr wrap="square" lIns="0" tIns="0" rIns="0" bIns="0" rtlCol="0"/>
            <a:lstStyle/>
            <a:p/>
          </p:txBody>
        </p:sp>
        <p:sp>
          <p:nvSpPr>
            <p:cNvPr id="798" name="object 798"/>
            <p:cNvSpPr/>
            <p:nvPr/>
          </p:nvSpPr>
          <p:spPr>
            <a:xfrm>
              <a:off x="2112010" y="1653539"/>
              <a:ext cx="125730" cy="7620"/>
            </a:xfrm>
            <a:custGeom>
              <a:avLst/>
              <a:gdLst/>
              <a:ahLst/>
              <a:cxnLst/>
              <a:rect l="l" t="t" r="r" b="b"/>
              <a:pathLst>
                <a:path w="125730" h="7619">
                  <a:moveTo>
                    <a:pt x="120637" y="6362"/>
                  </a:moveTo>
                  <a:lnTo>
                    <a:pt x="3810" y="6362"/>
                  </a:lnTo>
                  <a:lnTo>
                    <a:pt x="3810" y="7620"/>
                  </a:lnTo>
                  <a:lnTo>
                    <a:pt x="120637" y="7620"/>
                  </a:lnTo>
                  <a:lnTo>
                    <a:pt x="120637" y="6362"/>
                  </a:lnTo>
                  <a:close/>
                </a:path>
                <a:path w="125730" h="7619">
                  <a:moveTo>
                    <a:pt x="125730" y="0"/>
                  </a:moveTo>
                  <a:lnTo>
                    <a:pt x="0" y="0"/>
                  </a:lnTo>
                  <a:lnTo>
                    <a:pt x="0" y="1270"/>
                  </a:lnTo>
                  <a:lnTo>
                    <a:pt x="0" y="2540"/>
                  </a:lnTo>
                  <a:lnTo>
                    <a:pt x="1270" y="2540"/>
                  </a:lnTo>
                  <a:lnTo>
                    <a:pt x="1270" y="3810"/>
                  </a:lnTo>
                  <a:lnTo>
                    <a:pt x="2540" y="3810"/>
                  </a:lnTo>
                  <a:lnTo>
                    <a:pt x="2540" y="5080"/>
                  </a:lnTo>
                  <a:lnTo>
                    <a:pt x="2540" y="6350"/>
                  </a:lnTo>
                  <a:lnTo>
                    <a:pt x="121920" y="6350"/>
                  </a:lnTo>
                  <a:lnTo>
                    <a:pt x="121920" y="5080"/>
                  </a:lnTo>
                  <a:lnTo>
                    <a:pt x="123190" y="5080"/>
                  </a:lnTo>
                  <a:lnTo>
                    <a:pt x="123190" y="3810"/>
                  </a:lnTo>
                  <a:lnTo>
                    <a:pt x="123190" y="2540"/>
                  </a:lnTo>
                  <a:lnTo>
                    <a:pt x="124460" y="2540"/>
                  </a:lnTo>
                  <a:lnTo>
                    <a:pt x="124460" y="1270"/>
                  </a:lnTo>
                  <a:lnTo>
                    <a:pt x="125730" y="1270"/>
                  </a:lnTo>
                  <a:lnTo>
                    <a:pt x="125730" y="0"/>
                  </a:lnTo>
                  <a:close/>
                </a:path>
              </a:pathLst>
            </a:custGeom>
            <a:solidFill>
              <a:srgbClr val="0003BD"/>
            </a:solidFill>
          </p:spPr>
          <p:txBody>
            <a:bodyPr wrap="square" lIns="0" tIns="0" rIns="0" bIns="0" rtlCol="0"/>
            <a:lstStyle/>
            <a:p/>
          </p:txBody>
        </p:sp>
        <p:sp>
          <p:nvSpPr>
            <p:cNvPr id="799" name="object 799"/>
            <p:cNvSpPr/>
            <p:nvPr/>
          </p:nvSpPr>
          <p:spPr>
            <a:xfrm>
              <a:off x="2117090" y="1661159"/>
              <a:ext cx="115570" cy="8255"/>
            </a:xfrm>
            <a:custGeom>
              <a:avLst/>
              <a:gdLst/>
              <a:ahLst/>
              <a:cxnLst/>
              <a:rect l="l" t="t" r="r" b="b"/>
              <a:pathLst>
                <a:path w="115569" h="8255">
                  <a:moveTo>
                    <a:pt x="111760" y="5092"/>
                  </a:moveTo>
                  <a:lnTo>
                    <a:pt x="3810" y="5092"/>
                  </a:lnTo>
                  <a:lnTo>
                    <a:pt x="3810" y="6350"/>
                  </a:lnTo>
                  <a:lnTo>
                    <a:pt x="5080" y="6350"/>
                  </a:lnTo>
                  <a:lnTo>
                    <a:pt x="5080" y="7632"/>
                  </a:lnTo>
                  <a:lnTo>
                    <a:pt x="110490" y="7632"/>
                  </a:lnTo>
                  <a:lnTo>
                    <a:pt x="110490" y="6350"/>
                  </a:lnTo>
                  <a:lnTo>
                    <a:pt x="111760" y="6350"/>
                  </a:lnTo>
                  <a:lnTo>
                    <a:pt x="111760" y="5092"/>
                  </a:lnTo>
                  <a:close/>
                </a:path>
                <a:path w="115569" h="8255">
                  <a:moveTo>
                    <a:pt x="115557" y="0"/>
                  </a:moveTo>
                  <a:lnTo>
                    <a:pt x="0" y="0"/>
                  </a:lnTo>
                  <a:lnTo>
                    <a:pt x="0" y="1282"/>
                  </a:lnTo>
                  <a:lnTo>
                    <a:pt x="1270" y="1282"/>
                  </a:lnTo>
                  <a:lnTo>
                    <a:pt x="1270" y="2540"/>
                  </a:lnTo>
                  <a:lnTo>
                    <a:pt x="1270" y="3810"/>
                  </a:lnTo>
                  <a:lnTo>
                    <a:pt x="2540" y="3810"/>
                  </a:lnTo>
                  <a:lnTo>
                    <a:pt x="2540" y="5080"/>
                  </a:lnTo>
                  <a:lnTo>
                    <a:pt x="113030" y="5080"/>
                  </a:lnTo>
                  <a:lnTo>
                    <a:pt x="113030" y="3810"/>
                  </a:lnTo>
                  <a:lnTo>
                    <a:pt x="113030" y="2540"/>
                  </a:lnTo>
                  <a:lnTo>
                    <a:pt x="114300" y="2540"/>
                  </a:lnTo>
                  <a:lnTo>
                    <a:pt x="114300" y="1282"/>
                  </a:lnTo>
                  <a:lnTo>
                    <a:pt x="115557" y="1282"/>
                  </a:lnTo>
                  <a:lnTo>
                    <a:pt x="115557" y="0"/>
                  </a:lnTo>
                  <a:close/>
                </a:path>
              </a:pathLst>
            </a:custGeom>
            <a:solidFill>
              <a:srgbClr val="0002BF"/>
            </a:solidFill>
          </p:spPr>
          <p:txBody>
            <a:bodyPr wrap="square" lIns="0" tIns="0" rIns="0" bIns="0" rtlCol="0"/>
            <a:lstStyle/>
            <a:p/>
          </p:txBody>
        </p:sp>
        <p:sp>
          <p:nvSpPr>
            <p:cNvPr id="800" name="object 800"/>
            <p:cNvSpPr/>
            <p:nvPr/>
          </p:nvSpPr>
          <p:spPr>
            <a:xfrm>
              <a:off x="2123440" y="1668792"/>
              <a:ext cx="102870" cy="6350"/>
            </a:xfrm>
            <a:custGeom>
              <a:avLst/>
              <a:gdLst/>
              <a:ahLst/>
              <a:cxnLst/>
              <a:rect l="l" t="t" r="r" b="b"/>
              <a:pathLst>
                <a:path w="102869" h="6350">
                  <a:moveTo>
                    <a:pt x="102857"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07" y="6350"/>
                  </a:lnTo>
                  <a:lnTo>
                    <a:pt x="96507" y="5067"/>
                  </a:lnTo>
                  <a:lnTo>
                    <a:pt x="97790" y="5067"/>
                  </a:lnTo>
                  <a:lnTo>
                    <a:pt x="97790" y="3810"/>
                  </a:lnTo>
                  <a:lnTo>
                    <a:pt x="99060" y="3810"/>
                  </a:lnTo>
                  <a:lnTo>
                    <a:pt x="99060" y="2527"/>
                  </a:lnTo>
                  <a:lnTo>
                    <a:pt x="100330" y="2527"/>
                  </a:lnTo>
                  <a:lnTo>
                    <a:pt x="100330" y="1257"/>
                  </a:lnTo>
                  <a:lnTo>
                    <a:pt x="102857" y="1257"/>
                  </a:lnTo>
                  <a:lnTo>
                    <a:pt x="102857" y="0"/>
                  </a:lnTo>
                  <a:close/>
                </a:path>
              </a:pathLst>
            </a:custGeom>
            <a:solidFill>
              <a:srgbClr val="0002C1"/>
            </a:solidFill>
          </p:spPr>
          <p:txBody>
            <a:bodyPr wrap="square" lIns="0" tIns="0" rIns="0" bIns="0" rtlCol="0"/>
            <a:lstStyle/>
            <a:p/>
          </p:txBody>
        </p:sp>
        <p:sp>
          <p:nvSpPr>
            <p:cNvPr id="801" name="object 801"/>
            <p:cNvSpPr/>
            <p:nvPr/>
          </p:nvSpPr>
          <p:spPr>
            <a:xfrm>
              <a:off x="2131060" y="1675129"/>
              <a:ext cx="87630" cy="7620"/>
            </a:xfrm>
            <a:custGeom>
              <a:avLst/>
              <a:gdLst/>
              <a:ahLst/>
              <a:cxnLst/>
              <a:rect l="l" t="t" r="r" b="b"/>
              <a:pathLst>
                <a:path w="87630" h="7619">
                  <a:moveTo>
                    <a:pt x="77469" y="6350"/>
                  </a:moveTo>
                  <a:lnTo>
                    <a:pt x="10159" y="6350"/>
                  </a:lnTo>
                  <a:lnTo>
                    <a:pt x="10159" y="7619"/>
                  </a:lnTo>
                  <a:lnTo>
                    <a:pt x="77469" y="7619"/>
                  </a:lnTo>
                  <a:lnTo>
                    <a:pt x="77469" y="6350"/>
                  </a:lnTo>
                  <a:close/>
                </a:path>
                <a:path w="87630" h="7619">
                  <a:moveTo>
                    <a:pt x="81280" y="5079"/>
                  </a:moveTo>
                  <a:lnTo>
                    <a:pt x="7619" y="5079"/>
                  </a:lnTo>
                  <a:lnTo>
                    <a:pt x="7619" y="6350"/>
                  </a:lnTo>
                  <a:lnTo>
                    <a:pt x="81280" y="6350"/>
                  </a:lnTo>
                  <a:lnTo>
                    <a:pt x="81280" y="5079"/>
                  </a:lnTo>
                  <a:close/>
                </a:path>
                <a:path w="87630" h="7619">
                  <a:moveTo>
                    <a:pt x="83819" y="3810"/>
                  </a:moveTo>
                  <a:lnTo>
                    <a:pt x="5079" y="3810"/>
                  </a:lnTo>
                  <a:lnTo>
                    <a:pt x="5079" y="5079"/>
                  </a:lnTo>
                  <a:lnTo>
                    <a:pt x="83819" y="5079"/>
                  </a:lnTo>
                  <a:lnTo>
                    <a:pt x="83819" y="3810"/>
                  </a:lnTo>
                  <a:close/>
                </a:path>
                <a:path w="87630" h="7619">
                  <a:moveTo>
                    <a:pt x="85089" y="2539"/>
                  </a:moveTo>
                  <a:lnTo>
                    <a:pt x="2539" y="2539"/>
                  </a:lnTo>
                  <a:lnTo>
                    <a:pt x="2539" y="3810"/>
                  </a:lnTo>
                  <a:lnTo>
                    <a:pt x="85089" y="3810"/>
                  </a:lnTo>
                  <a:lnTo>
                    <a:pt x="85089" y="2539"/>
                  </a:lnTo>
                  <a:close/>
                </a:path>
                <a:path w="87630" h="7619">
                  <a:moveTo>
                    <a:pt x="86359" y="1269"/>
                  </a:moveTo>
                  <a:lnTo>
                    <a:pt x="1269" y="1269"/>
                  </a:lnTo>
                  <a:lnTo>
                    <a:pt x="1269" y="2539"/>
                  </a:lnTo>
                  <a:lnTo>
                    <a:pt x="86359" y="2539"/>
                  </a:lnTo>
                  <a:lnTo>
                    <a:pt x="86359" y="1269"/>
                  </a:lnTo>
                  <a:close/>
                </a:path>
                <a:path w="87630" h="7619">
                  <a:moveTo>
                    <a:pt x="87630" y="0"/>
                  </a:moveTo>
                  <a:lnTo>
                    <a:pt x="0" y="0"/>
                  </a:lnTo>
                  <a:lnTo>
                    <a:pt x="0" y="1269"/>
                  </a:lnTo>
                  <a:lnTo>
                    <a:pt x="87630" y="1269"/>
                  </a:lnTo>
                  <a:lnTo>
                    <a:pt x="87630" y="0"/>
                  </a:lnTo>
                  <a:close/>
                </a:path>
              </a:pathLst>
            </a:custGeom>
            <a:solidFill>
              <a:srgbClr val="0001C4"/>
            </a:solidFill>
          </p:spPr>
          <p:txBody>
            <a:bodyPr wrap="square" lIns="0" tIns="0" rIns="0" bIns="0" rtlCol="0"/>
            <a:lstStyle/>
            <a:p/>
          </p:txBody>
        </p:sp>
        <p:sp>
          <p:nvSpPr>
            <p:cNvPr id="802" name="object 802"/>
            <p:cNvSpPr/>
            <p:nvPr/>
          </p:nvSpPr>
          <p:spPr>
            <a:xfrm>
              <a:off x="2142490" y="1682749"/>
              <a:ext cx="64769" cy="7620"/>
            </a:xfrm>
            <a:custGeom>
              <a:avLst/>
              <a:gdLst/>
              <a:ahLst/>
              <a:cxnLst/>
              <a:rect l="l" t="t" r="r" b="b"/>
              <a:pathLst>
                <a:path w="64769" h="7619">
                  <a:moveTo>
                    <a:pt x="35560" y="6350"/>
                  </a:moveTo>
                  <a:lnTo>
                    <a:pt x="34290" y="6350"/>
                  </a:lnTo>
                  <a:lnTo>
                    <a:pt x="34290" y="7620"/>
                  </a:lnTo>
                  <a:lnTo>
                    <a:pt x="35560" y="7620"/>
                  </a:lnTo>
                  <a:lnTo>
                    <a:pt x="35560" y="6350"/>
                  </a:lnTo>
                  <a:close/>
                </a:path>
                <a:path w="64769" h="7619">
                  <a:moveTo>
                    <a:pt x="43180" y="5080"/>
                  </a:moveTo>
                  <a:lnTo>
                    <a:pt x="21590" y="5080"/>
                  </a:lnTo>
                  <a:lnTo>
                    <a:pt x="21590" y="6350"/>
                  </a:lnTo>
                  <a:lnTo>
                    <a:pt x="43180" y="6350"/>
                  </a:lnTo>
                  <a:lnTo>
                    <a:pt x="43180" y="5080"/>
                  </a:lnTo>
                  <a:close/>
                </a:path>
                <a:path w="64769" h="7619">
                  <a:moveTo>
                    <a:pt x="57150" y="3810"/>
                  </a:moveTo>
                  <a:lnTo>
                    <a:pt x="17780" y="3810"/>
                  </a:lnTo>
                  <a:lnTo>
                    <a:pt x="17780" y="5080"/>
                  </a:lnTo>
                  <a:lnTo>
                    <a:pt x="57150" y="5080"/>
                  </a:lnTo>
                  <a:lnTo>
                    <a:pt x="57150" y="3810"/>
                  </a:lnTo>
                  <a:close/>
                </a:path>
                <a:path w="64769" h="7619">
                  <a:moveTo>
                    <a:pt x="59690" y="2540"/>
                  </a:moveTo>
                  <a:lnTo>
                    <a:pt x="10160" y="2540"/>
                  </a:lnTo>
                  <a:lnTo>
                    <a:pt x="10160" y="3810"/>
                  </a:lnTo>
                  <a:lnTo>
                    <a:pt x="59690" y="3810"/>
                  </a:lnTo>
                  <a:lnTo>
                    <a:pt x="59690" y="2540"/>
                  </a:lnTo>
                  <a:close/>
                </a:path>
                <a:path w="64769" h="7619">
                  <a:moveTo>
                    <a:pt x="62230" y="1270"/>
                  </a:moveTo>
                  <a:lnTo>
                    <a:pt x="7620" y="1270"/>
                  </a:lnTo>
                  <a:lnTo>
                    <a:pt x="7620" y="2540"/>
                  </a:lnTo>
                  <a:lnTo>
                    <a:pt x="62230" y="2540"/>
                  </a:lnTo>
                  <a:lnTo>
                    <a:pt x="62230" y="1270"/>
                  </a:lnTo>
                  <a:close/>
                </a:path>
                <a:path w="64769" h="7619">
                  <a:moveTo>
                    <a:pt x="64769" y="0"/>
                  </a:moveTo>
                  <a:lnTo>
                    <a:pt x="0" y="0"/>
                  </a:lnTo>
                  <a:lnTo>
                    <a:pt x="0" y="1270"/>
                  </a:lnTo>
                  <a:lnTo>
                    <a:pt x="64769" y="1270"/>
                  </a:lnTo>
                  <a:lnTo>
                    <a:pt x="64769" y="0"/>
                  </a:lnTo>
                  <a:close/>
                </a:path>
              </a:pathLst>
            </a:custGeom>
            <a:solidFill>
              <a:srgbClr val="0001C6"/>
            </a:solidFill>
          </p:spPr>
          <p:txBody>
            <a:bodyPr wrap="square" lIns="0" tIns="0" rIns="0" bIns="0" rtlCol="0"/>
            <a:lstStyle/>
            <a:p/>
          </p:txBody>
        </p:sp>
      </p:grpSp>
      <p:grpSp>
        <p:nvGrpSpPr>
          <p:cNvPr id="803" name="object 803"/>
          <p:cNvGrpSpPr/>
          <p:nvPr/>
        </p:nvGrpSpPr>
        <p:grpSpPr>
          <a:xfrm>
            <a:off x="2514600" y="842010"/>
            <a:ext cx="153670" cy="835660"/>
            <a:chOff x="2514600" y="842010"/>
            <a:chExt cx="153670" cy="835660"/>
          </a:xfrm>
        </p:grpSpPr>
        <p:sp>
          <p:nvSpPr>
            <p:cNvPr id="804" name="object 804"/>
            <p:cNvSpPr/>
            <p:nvPr/>
          </p:nvSpPr>
          <p:spPr>
            <a:xfrm>
              <a:off x="2576830" y="842009"/>
              <a:ext cx="78740" cy="13970"/>
            </a:xfrm>
            <a:custGeom>
              <a:avLst/>
              <a:gdLst/>
              <a:ahLst/>
              <a:cxnLst/>
              <a:rect l="l" t="t" r="r" b="b"/>
              <a:pathLst>
                <a:path w="78739" h="13969">
                  <a:moveTo>
                    <a:pt x="78740" y="12700"/>
                  </a:moveTo>
                  <a:lnTo>
                    <a:pt x="74930" y="12700"/>
                  </a:lnTo>
                  <a:lnTo>
                    <a:pt x="74930" y="11430"/>
                  </a:lnTo>
                  <a:lnTo>
                    <a:pt x="72390" y="11430"/>
                  </a:lnTo>
                  <a:lnTo>
                    <a:pt x="72390" y="10160"/>
                  </a:lnTo>
                  <a:lnTo>
                    <a:pt x="67310" y="10160"/>
                  </a:lnTo>
                  <a:lnTo>
                    <a:pt x="67310" y="8890"/>
                  </a:lnTo>
                  <a:lnTo>
                    <a:pt x="62230" y="8890"/>
                  </a:lnTo>
                  <a:lnTo>
                    <a:pt x="62230" y="7620"/>
                  </a:lnTo>
                  <a:lnTo>
                    <a:pt x="58420" y="7620"/>
                  </a:lnTo>
                  <a:lnTo>
                    <a:pt x="58420" y="6350"/>
                  </a:lnTo>
                  <a:lnTo>
                    <a:pt x="55867" y="6350"/>
                  </a:lnTo>
                  <a:lnTo>
                    <a:pt x="55867" y="5080"/>
                  </a:lnTo>
                  <a:lnTo>
                    <a:pt x="49530" y="5080"/>
                  </a:lnTo>
                  <a:lnTo>
                    <a:pt x="49530" y="3810"/>
                  </a:lnTo>
                  <a:lnTo>
                    <a:pt x="45720" y="3810"/>
                  </a:lnTo>
                  <a:lnTo>
                    <a:pt x="45720" y="2540"/>
                  </a:lnTo>
                  <a:lnTo>
                    <a:pt x="43180" y="2540"/>
                  </a:lnTo>
                  <a:lnTo>
                    <a:pt x="43180" y="1270"/>
                  </a:lnTo>
                  <a:lnTo>
                    <a:pt x="33020" y="1270"/>
                  </a:lnTo>
                  <a:lnTo>
                    <a:pt x="33020" y="0"/>
                  </a:lnTo>
                  <a:lnTo>
                    <a:pt x="25400" y="0"/>
                  </a:lnTo>
                  <a:lnTo>
                    <a:pt x="25400" y="1270"/>
                  </a:lnTo>
                  <a:lnTo>
                    <a:pt x="20320" y="1270"/>
                  </a:lnTo>
                  <a:lnTo>
                    <a:pt x="20320" y="2540"/>
                  </a:lnTo>
                  <a:lnTo>
                    <a:pt x="15240" y="2540"/>
                  </a:lnTo>
                  <a:lnTo>
                    <a:pt x="15240" y="3810"/>
                  </a:lnTo>
                  <a:lnTo>
                    <a:pt x="11430" y="3810"/>
                  </a:lnTo>
                  <a:lnTo>
                    <a:pt x="11430" y="5080"/>
                  </a:lnTo>
                  <a:lnTo>
                    <a:pt x="10160" y="5080"/>
                  </a:lnTo>
                  <a:lnTo>
                    <a:pt x="10160" y="6350"/>
                  </a:lnTo>
                  <a:lnTo>
                    <a:pt x="7620" y="6350"/>
                  </a:lnTo>
                  <a:lnTo>
                    <a:pt x="7620" y="7620"/>
                  </a:lnTo>
                  <a:lnTo>
                    <a:pt x="6350" y="7620"/>
                  </a:lnTo>
                  <a:lnTo>
                    <a:pt x="6350" y="8890"/>
                  </a:lnTo>
                  <a:lnTo>
                    <a:pt x="2540" y="8890"/>
                  </a:lnTo>
                  <a:lnTo>
                    <a:pt x="2540" y="10160"/>
                  </a:lnTo>
                  <a:lnTo>
                    <a:pt x="1270" y="10160"/>
                  </a:lnTo>
                  <a:lnTo>
                    <a:pt x="1270" y="12700"/>
                  </a:lnTo>
                  <a:lnTo>
                    <a:pt x="0" y="12700"/>
                  </a:lnTo>
                  <a:lnTo>
                    <a:pt x="0" y="13970"/>
                  </a:lnTo>
                  <a:lnTo>
                    <a:pt x="78740" y="13970"/>
                  </a:lnTo>
                  <a:lnTo>
                    <a:pt x="78740" y="12700"/>
                  </a:lnTo>
                  <a:close/>
                </a:path>
              </a:pathLst>
            </a:custGeom>
            <a:solidFill>
              <a:srgbClr val="003300"/>
            </a:solidFill>
          </p:spPr>
          <p:txBody>
            <a:bodyPr wrap="square" lIns="0" tIns="0" rIns="0" bIns="0" rtlCol="0"/>
            <a:lstStyle/>
            <a:p/>
          </p:txBody>
        </p:sp>
        <p:sp>
          <p:nvSpPr>
            <p:cNvPr id="805" name="object 805"/>
            <p:cNvSpPr/>
            <p:nvPr/>
          </p:nvSpPr>
          <p:spPr>
            <a:xfrm>
              <a:off x="2570480" y="855979"/>
              <a:ext cx="97790" cy="7620"/>
            </a:xfrm>
            <a:custGeom>
              <a:avLst/>
              <a:gdLst/>
              <a:ahLst/>
              <a:cxnLst/>
              <a:rect l="l" t="t" r="r" b="b"/>
              <a:pathLst>
                <a:path w="97789" h="7619">
                  <a:moveTo>
                    <a:pt x="97790" y="6362"/>
                  </a:moveTo>
                  <a:lnTo>
                    <a:pt x="0" y="6362"/>
                  </a:lnTo>
                  <a:lnTo>
                    <a:pt x="0" y="7620"/>
                  </a:lnTo>
                  <a:lnTo>
                    <a:pt x="97790" y="7620"/>
                  </a:lnTo>
                  <a:lnTo>
                    <a:pt x="97790" y="6362"/>
                  </a:lnTo>
                  <a:close/>
                </a:path>
                <a:path w="97789" h="7619">
                  <a:moveTo>
                    <a:pt x="97790" y="2540"/>
                  </a:moveTo>
                  <a:lnTo>
                    <a:pt x="92710" y="2540"/>
                  </a:lnTo>
                  <a:lnTo>
                    <a:pt x="92710" y="1270"/>
                  </a:lnTo>
                  <a:lnTo>
                    <a:pt x="88900" y="1270"/>
                  </a:lnTo>
                  <a:lnTo>
                    <a:pt x="8890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97790" y="6350"/>
                  </a:lnTo>
                  <a:lnTo>
                    <a:pt x="97790" y="5080"/>
                  </a:lnTo>
                  <a:lnTo>
                    <a:pt x="97790" y="3810"/>
                  </a:lnTo>
                  <a:lnTo>
                    <a:pt x="97790" y="2540"/>
                  </a:lnTo>
                  <a:close/>
                </a:path>
              </a:pathLst>
            </a:custGeom>
            <a:solidFill>
              <a:srgbClr val="003302"/>
            </a:solidFill>
          </p:spPr>
          <p:txBody>
            <a:bodyPr wrap="square" lIns="0" tIns="0" rIns="0" bIns="0" rtlCol="0"/>
            <a:lstStyle/>
            <a:p/>
          </p:txBody>
        </p:sp>
        <p:sp>
          <p:nvSpPr>
            <p:cNvPr id="806" name="object 806"/>
            <p:cNvSpPr/>
            <p:nvPr/>
          </p:nvSpPr>
          <p:spPr>
            <a:xfrm>
              <a:off x="2566670" y="863599"/>
              <a:ext cx="101600" cy="6350"/>
            </a:xfrm>
            <a:custGeom>
              <a:avLst/>
              <a:gdLst/>
              <a:ahLst/>
              <a:cxnLst/>
              <a:rect l="l" t="t" r="r" b="b"/>
              <a:pathLst>
                <a:path w="101600" h="6350">
                  <a:moveTo>
                    <a:pt x="101600" y="5092"/>
                  </a:moveTo>
                  <a:lnTo>
                    <a:pt x="0" y="5092"/>
                  </a:lnTo>
                  <a:lnTo>
                    <a:pt x="0" y="6350"/>
                  </a:lnTo>
                  <a:lnTo>
                    <a:pt x="101600" y="6350"/>
                  </a:lnTo>
                  <a:lnTo>
                    <a:pt x="101600" y="5092"/>
                  </a:lnTo>
                  <a:close/>
                </a:path>
                <a:path w="101600" h="6350">
                  <a:moveTo>
                    <a:pt x="101600" y="0"/>
                  </a:moveTo>
                  <a:lnTo>
                    <a:pt x="3810" y="0"/>
                  </a:lnTo>
                  <a:lnTo>
                    <a:pt x="3810" y="1270"/>
                  </a:lnTo>
                  <a:lnTo>
                    <a:pt x="2540" y="1270"/>
                  </a:lnTo>
                  <a:lnTo>
                    <a:pt x="2540" y="2540"/>
                  </a:lnTo>
                  <a:lnTo>
                    <a:pt x="1270" y="2540"/>
                  </a:lnTo>
                  <a:lnTo>
                    <a:pt x="1270" y="5080"/>
                  </a:lnTo>
                  <a:lnTo>
                    <a:pt x="101600" y="5080"/>
                  </a:lnTo>
                  <a:lnTo>
                    <a:pt x="101600" y="2540"/>
                  </a:lnTo>
                  <a:lnTo>
                    <a:pt x="101600" y="1270"/>
                  </a:lnTo>
                  <a:lnTo>
                    <a:pt x="101600" y="0"/>
                  </a:lnTo>
                  <a:close/>
                </a:path>
              </a:pathLst>
            </a:custGeom>
            <a:solidFill>
              <a:srgbClr val="003104"/>
            </a:solidFill>
          </p:spPr>
          <p:txBody>
            <a:bodyPr wrap="square" lIns="0" tIns="0" rIns="0" bIns="0" rtlCol="0"/>
            <a:lstStyle/>
            <a:p/>
          </p:txBody>
        </p:sp>
        <p:sp>
          <p:nvSpPr>
            <p:cNvPr id="807" name="object 807"/>
            <p:cNvSpPr/>
            <p:nvPr/>
          </p:nvSpPr>
          <p:spPr>
            <a:xfrm>
              <a:off x="2562860" y="869949"/>
              <a:ext cx="105410" cy="7620"/>
            </a:xfrm>
            <a:custGeom>
              <a:avLst/>
              <a:gdLst/>
              <a:ahLst/>
              <a:cxnLst/>
              <a:rect l="l" t="t" r="r" b="b"/>
              <a:pathLst>
                <a:path w="105410" h="7619">
                  <a:moveTo>
                    <a:pt x="105410" y="0"/>
                  </a:moveTo>
                  <a:lnTo>
                    <a:pt x="3810" y="0"/>
                  </a:lnTo>
                  <a:lnTo>
                    <a:pt x="3810" y="1270"/>
                  </a:lnTo>
                  <a:lnTo>
                    <a:pt x="2540" y="1270"/>
                  </a:lnTo>
                  <a:lnTo>
                    <a:pt x="2540" y="3810"/>
                  </a:lnTo>
                  <a:lnTo>
                    <a:pt x="1270" y="3810"/>
                  </a:lnTo>
                  <a:lnTo>
                    <a:pt x="1270" y="6350"/>
                  </a:lnTo>
                  <a:lnTo>
                    <a:pt x="0" y="6350"/>
                  </a:lnTo>
                  <a:lnTo>
                    <a:pt x="0" y="7620"/>
                  </a:lnTo>
                  <a:lnTo>
                    <a:pt x="104140" y="7620"/>
                  </a:lnTo>
                  <a:lnTo>
                    <a:pt x="104140" y="6350"/>
                  </a:lnTo>
                  <a:lnTo>
                    <a:pt x="104140" y="3810"/>
                  </a:lnTo>
                  <a:lnTo>
                    <a:pt x="104140" y="1270"/>
                  </a:lnTo>
                  <a:lnTo>
                    <a:pt x="105410" y="1270"/>
                  </a:lnTo>
                  <a:lnTo>
                    <a:pt x="105410" y="0"/>
                  </a:lnTo>
                  <a:close/>
                </a:path>
              </a:pathLst>
            </a:custGeom>
            <a:solidFill>
              <a:srgbClr val="003105"/>
            </a:solidFill>
          </p:spPr>
          <p:txBody>
            <a:bodyPr wrap="square" lIns="0" tIns="0" rIns="0" bIns="0" rtlCol="0"/>
            <a:lstStyle/>
            <a:p/>
          </p:txBody>
        </p:sp>
        <p:sp>
          <p:nvSpPr>
            <p:cNvPr id="808" name="object 808"/>
            <p:cNvSpPr/>
            <p:nvPr/>
          </p:nvSpPr>
          <p:spPr>
            <a:xfrm>
              <a:off x="2560320" y="877569"/>
              <a:ext cx="106680" cy="7620"/>
            </a:xfrm>
            <a:custGeom>
              <a:avLst/>
              <a:gdLst/>
              <a:ahLst/>
              <a:cxnLst/>
              <a:rect l="l" t="t" r="r" b="b"/>
              <a:pathLst>
                <a:path w="106680" h="7619">
                  <a:moveTo>
                    <a:pt x="106680" y="0"/>
                  </a:moveTo>
                  <a:lnTo>
                    <a:pt x="2540" y="0"/>
                  </a:lnTo>
                  <a:lnTo>
                    <a:pt x="2540" y="2540"/>
                  </a:lnTo>
                  <a:lnTo>
                    <a:pt x="1270" y="2540"/>
                  </a:lnTo>
                  <a:lnTo>
                    <a:pt x="1270" y="5080"/>
                  </a:lnTo>
                  <a:lnTo>
                    <a:pt x="0" y="5080"/>
                  </a:lnTo>
                  <a:lnTo>
                    <a:pt x="0" y="7620"/>
                  </a:lnTo>
                  <a:lnTo>
                    <a:pt x="106680" y="7620"/>
                  </a:lnTo>
                  <a:lnTo>
                    <a:pt x="106680" y="5080"/>
                  </a:lnTo>
                  <a:lnTo>
                    <a:pt x="106680" y="2540"/>
                  </a:lnTo>
                  <a:lnTo>
                    <a:pt x="106680" y="0"/>
                  </a:lnTo>
                  <a:close/>
                </a:path>
              </a:pathLst>
            </a:custGeom>
            <a:solidFill>
              <a:srgbClr val="003007"/>
            </a:solidFill>
          </p:spPr>
          <p:txBody>
            <a:bodyPr wrap="square" lIns="0" tIns="0" rIns="0" bIns="0" rtlCol="0"/>
            <a:lstStyle/>
            <a:p/>
          </p:txBody>
        </p:sp>
        <p:sp>
          <p:nvSpPr>
            <p:cNvPr id="809" name="object 809"/>
            <p:cNvSpPr/>
            <p:nvPr/>
          </p:nvSpPr>
          <p:spPr>
            <a:xfrm>
              <a:off x="2557780" y="885189"/>
              <a:ext cx="109220" cy="6350"/>
            </a:xfrm>
            <a:custGeom>
              <a:avLst/>
              <a:gdLst/>
              <a:ahLst/>
              <a:cxnLst/>
              <a:rect l="l" t="t" r="r" b="b"/>
              <a:pathLst>
                <a:path w="109219" h="6350">
                  <a:moveTo>
                    <a:pt x="109220" y="0"/>
                  </a:moveTo>
                  <a:lnTo>
                    <a:pt x="1270" y="0"/>
                  </a:lnTo>
                  <a:lnTo>
                    <a:pt x="1270" y="2540"/>
                  </a:lnTo>
                  <a:lnTo>
                    <a:pt x="0" y="2540"/>
                  </a:lnTo>
                  <a:lnTo>
                    <a:pt x="0" y="6350"/>
                  </a:lnTo>
                  <a:lnTo>
                    <a:pt x="109220" y="6350"/>
                  </a:lnTo>
                  <a:lnTo>
                    <a:pt x="109220" y="2540"/>
                  </a:lnTo>
                  <a:lnTo>
                    <a:pt x="109220" y="0"/>
                  </a:lnTo>
                  <a:close/>
                </a:path>
              </a:pathLst>
            </a:custGeom>
            <a:solidFill>
              <a:srgbClr val="003009"/>
            </a:solidFill>
          </p:spPr>
          <p:txBody>
            <a:bodyPr wrap="square" lIns="0" tIns="0" rIns="0" bIns="0" rtlCol="0"/>
            <a:lstStyle/>
            <a:p/>
          </p:txBody>
        </p:sp>
        <p:sp>
          <p:nvSpPr>
            <p:cNvPr id="810" name="object 810"/>
            <p:cNvSpPr/>
            <p:nvPr/>
          </p:nvSpPr>
          <p:spPr>
            <a:xfrm>
              <a:off x="2555240" y="891539"/>
              <a:ext cx="111760" cy="7620"/>
            </a:xfrm>
            <a:custGeom>
              <a:avLst/>
              <a:gdLst/>
              <a:ahLst/>
              <a:cxnLst/>
              <a:rect l="l" t="t" r="r" b="b"/>
              <a:pathLst>
                <a:path w="111760" h="7619">
                  <a:moveTo>
                    <a:pt x="111760" y="0"/>
                  </a:moveTo>
                  <a:lnTo>
                    <a:pt x="1270" y="0"/>
                  </a:lnTo>
                  <a:lnTo>
                    <a:pt x="1270" y="2540"/>
                  </a:lnTo>
                  <a:lnTo>
                    <a:pt x="0" y="2540"/>
                  </a:lnTo>
                  <a:lnTo>
                    <a:pt x="0" y="5080"/>
                  </a:lnTo>
                  <a:lnTo>
                    <a:pt x="0" y="7620"/>
                  </a:lnTo>
                  <a:lnTo>
                    <a:pt x="110477" y="7620"/>
                  </a:lnTo>
                  <a:lnTo>
                    <a:pt x="110477" y="5080"/>
                  </a:lnTo>
                  <a:lnTo>
                    <a:pt x="111760" y="5080"/>
                  </a:lnTo>
                  <a:lnTo>
                    <a:pt x="111760" y="2540"/>
                  </a:lnTo>
                  <a:lnTo>
                    <a:pt x="111760" y="0"/>
                  </a:lnTo>
                  <a:close/>
                </a:path>
              </a:pathLst>
            </a:custGeom>
            <a:solidFill>
              <a:srgbClr val="002F0B"/>
            </a:solidFill>
          </p:spPr>
          <p:txBody>
            <a:bodyPr wrap="square" lIns="0" tIns="0" rIns="0" bIns="0" rtlCol="0"/>
            <a:lstStyle/>
            <a:p/>
          </p:txBody>
        </p:sp>
        <p:sp>
          <p:nvSpPr>
            <p:cNvPr id="811" name="object 811"/>
            <p:cNvSpPr/>
            <p:nvPr/>
          </p:nvSpPr>
          <p:spPr>
            <a:xfrm>
              <a:off x="2552700" y="899159"/>
              <a:ext cx="113030" cy="7620"/>
            </a:xfrm>
            <a:custGeom>
              <a:avLst/>
              <a:gdLst/>
              <a:ahLst/>
              <a:cxnLst/>
              <a:rect l="l" t="t" r="r" b="b"/>
              <a:pathLst>
                <a:path w="113030" h="7619">
                  <a:moveTo>
                    <a:pt x="113030" y="1270"/>
                  </a:moveTo>
                  <a:lnTo>
                    <a:pt x="113017" y="0"/>
                  </a:lnTo>
                  <a:lnTo>
                    <a:pt x="2540" y="0"/>
                  </a:lnTo>
                  <a:lnTo>
                    <a:pt x="2540" y="1270"/>
                  </a:lnTo>
                  <a:lnTo>
                    <a:pt x="1270" y="1270"/>
                  </a:lnTo>
                  <a:lnTo>
                    <a:pt x="1270" y="6350"/>
                  </a:lnTo>
                  <a:lnTo>
                    <a:pt x="0" y="6350"/>
                  </a:lnTo>
                  <a:lnTo>
                    <a:pt x="0" y="7620"/>
                  </a:lnTo>
                  <a:lnTo>
                    <a:pt x="113030" y="7620"/>
                  </a:lnTo>
                  <a:lnTo>
                    <a:pt x="113030" y="6350"/>
                  </a:lnTo>
                  <a:lnTo>
                    <a:pt x="113030" y="1270"/>
                  </a:lnTo>
                  <a:close/>
                </a:path>
              </a:pathLst>
            </a:custGeom>
            <a:solidFill>
              <a:srgbClr val="002F0C"/>
            </a:solidFill>
          </p:spPr>
          <p:txBody>
            <a:bodyPr wrap="square" lIns="0" tIns="0" rIns="0" bIns="0" rtlCol="0"/>
            <a:lstStyle/>
            <a:p/>
          </p:txBody>
        </p:sp>
        <p:sp>
          <p:nvSpPr>
            <p:cNvPr id="812" name="object 812"/>
            <p:cNvSpPr/>
            <p:nvPr/>
          </p:nvSpPr>
          <p:spPr>
            <a:xfrm>
              <a:off x="2551430" y="906779"/>
              <a:ext cx="114300" cy="6350"/>
            </a:xfrm>
            <a:custGeom>
              <a:avLst/>
              <a:gdLst/>
              <a:ahLst/>
              <a:cxnLst/>
              <a:rect l="l" t="t" r="r" b="b"/>
              <a:pathLst>
                <a:path w="114300" h="6350">
                  <a:moveTo>
                    <a:pt x="114300" y="0"/>
                  </a:moveTo>
                  <a:lnTo>
                    <a:pt x="1270" y="0"/>
                  </a:lnTo>
                  <a:lnTo>
                    <a:pt x="1270" y="2540"/>
                  </a:lnTo>
                  <a:lnTo>
                    <a:pt x="0" y="2540"/>
                  </a:lnTo>
                  <a:lnTo>
                    <a:pt x="0" y="6350"/>
                  </a:lnTo>
                  <a:lnTo>
                    <a:pt x="114300" y="6350"/>
                  </a:lnTo>
                  <a:lnTo>
                    <a:pt x="114300" y="2540"/>
                  </a:lnTo>
                  <a:lnTo>
                    <a:pt x="114300" y="0"/>
                  </a:lnTo>
                  <a:close/>
                </a:path>
              </a:pathLst>
            </a:custGeom>
            <a:solidFill>
              <a:srgbClr val="002F0E"/>
            </a:solidFill>
          </p:spPr>
          <p:txBody>
            <a:bodyPr wrap="square" lIns="0" tIns="0" rIns="0" bIns="0" rtlCol="0"/>
            <a:lstStyle/>
            <a:p/>
          </p:txBody>
        </p:sp>
        <p:sp>
          <p:nvSpPr>
            <p:cNvPr id="813" name="object 813"/>
            <p:cNvSpPr/>
            <p:nvPr/>
          </p:nvSpPr>
          <p:spPr>
            <a:xfrm>
              <a:off x="2550160" y="913129"/>
              <a:ext cx="115570" cy="7620"/>
            </a:xfrm>
            <a:custGeom>
              <a:avLst/>
              <a:gdLst/>
              <a:ahLst/>
              <a:cxnLst/>
              <a:rect l="l" t="t" r="r" b="b"/>
              <a:pathLst>
                <a:path w="115569" h="7619">
                  <a:moveTo>
                    <a:pt x="115570" y="0"/>
                  </a:moveTo>
                  <a:lnTo>
                    <a:pt x="1270" y="0"/>
                  </a:lnTo>
                  <a:lnTo>
                    <a:pt x="1270" y="2540"/>
                  </a:lnTo>
                  <a:lnTo>
                    <a:pt x="0" y="2540"/>
                  </a:lnTo>
                  <a:lnTo>
                    <a:pt x="0" y="7620"/>
                  </a:lnTo>
                  <a:lnTo>
                    <a:pt x="115570" y="7620"/>
                  </a:lnTo>
                  <a:lnTo>
                    <a:pt x="115570" y="2540"/>
                  </a:lnTo>
                  <a:lnTo>
                    <a:pt x="115570" y="0"/>
                  </a:lnTo>
                  <a:close/>
                </a:path>
              </a:pathLst>
            </a:custGeom>
            <a:solidFill>
              <a:srgbClr val="002E10"/>
            </a:solidFill>
          </p:spPr>
          <p:txBody>
            <a:bodyPr wrap="square" lIns="0" tIns="0" rIns="0" bIns="0" rtlCol="0"/>
            <a:lstStyle/>
            <a:p/>
          </p:txBody>
        </p:sp>
        <p:sp>
          <p:nvSpPr>
            <p:cNvPr id="814" name="object 814"/>
            <p:cNvSpPr/>
            <p:nvPr/>
          </p:nvSpPr>
          <p:spPr>
            <a:xfrm>
              <a:off x="2548890" y="920749"/>
              <a:ext cx="116839" cy="7620"/>
            </a:xfrm>
            <a:custGeom>
              <a:avLst/>
              <a:gdLst/>
              <a:ahLst/>
              <a:cxnLst/>
              <a:rect l="l" t="t" r="r" b="b"/>
              <a:pathLst>
                <a:path w="116839" h="7619">
                  <a:moveTo>
                    <a:pt x="116840" y="0"/>
                  </a:moveTo>
                  <a:lnTo>
                    <a:pt x="1270" y="0"/>
                  </a:lnTo>
                  <a:lnTo>
                    <a:pt x="1270" y="1270"/>
                  </a:lnTo>
                  <a:lnTo>
                    <a:pt x="1270" y="2540"/>
                  </a:lnTo>
                  <a:lnTo>
                    <a:pt x="0" y="2540"/>
                  </a:lnTo>
                  <a:lnTo>
                    <a:pt x="0" y="7620"/>
                  </a:lnTo>
                  <a:lnTo>
                    <a:pt x="115557" y="7620"/>
                  </a:lnTo>
                  <a:lnTo>
                    <a:pt x="115557" y="2540"/>
                  </a:lnTo>
                  <a:lnTo>
                    <a:pt x="115570" y="1270"/>
                  </a:lnTo>
                  <a:lnTo>
                    <a:pt x="116840" y="1270"/>
                  </a:lnTo>
                  <a:lnTo>
                    <a:pt x="116840" y="0"/>
                  </a:lnTo>
                  <a:close/>
                </a:path>
              </a:pathLst>
            </a:custGeom>
            <a:solidFill>
              <a:srgbClr val="002E12"/>
            </a:solidFill>
          </p:spPr>
          <p:txBody>
            <a:bodyPr wrap="square" lIns="0" tIns="0" rIns="0" bIns="0" rtlCol="0"/>
            <a:lstStyle/>
            <a:p/>
          </p:txBody>
        </p:sp>
        <p:sp>
          <p:nvSpPr>
            <p:cNvPr id="815" name="object 815"/>
            <p:cNvSpPr/>
            <p:nvPr/>
          </p:nvSpPr>
          <p:spPr>
            <a:xfrm>
              <a:off x="2547620" y="928369"/>
              <a:ext cx="116839" cy="6350"/>
            </a:xfrm>
            <a:custGeom>
              <a:avLst/>
              <a:gdLst/>
              <a:ahLst/>
              <a:cxnLst/>
              <a:rect l="l" t="t" r="r" b="b"/>
              <a:pathLst>
                <a:path w="116839" h="6350">
                  <a:moveTo>
                    <a:pt x="116827" y="1282"/>
                  </a:moveTo>
                  <a:lnTo>
                    <a:pt x="0" y="1282"/>
                  </a:lnTo>
                  <a:lnTo>
                    <a:pt x="0" y="6350"/>
                  </a:lnTo>
                  <a:lnTo>
                    <a:pt x="116827" y="6350"/>
                  </a:lnTo>
                  <a:lnTo>
                    <a:pt x="116827" y="1282"/>
                  </a:lnTo>
                  <a:close/>
                </a:path>
                <a:path w="116839" h="6350">
                  <a:moveTo>
                    <a:pt x="116827" y="0"/>
                  </a:moveTo>
                  <a:lnTo>
                    <a:pt x="1270" y="0"/>
                  </a:lnTo>
                  <a:lnTo>
                    <a:pt x="1270" y="1270"/>
                  </a:lnTo>
                  <a:lnTo>
                    <a:pt x="116827" y="1270"/>
                  </a:lnTo>
                  <a:lnTo>
                    <a:pt x="116827" y="0"/>
                  </a:lnTo>
                  <a:close/>
                </a:path>
              </a:pathLst>
            </a:custGeom>
            <a:solidFill>
              <a:srgbClr val="002D13"/>
            </a:solidFill>
          </p:spPr>
          <p:txBody>
            <a:bodyPr wrap="square" lIns="0" tIns="0" rIns="0" bIns="0" rtlCol="0"/>
            <a:lstStyle/>
            <a:p/>
          </p:txBody>
        </p:sp>
        <p:sp>
          <p:nvSpPr>
            <p:cNvPr id="816" name="object 816"/>
            <p:cNvSpPr/>
            <p:nvPr/>
          </p:nvSpPr>
          <p:spPr>
            <a:xfrm>
              <a:off x="2545080" y="934719"/>
              <a:ext cx="119380" cy="7620"/>
            </a:xfrm>
            <a:custGeom>
              <a:avLst/>
              <a:gdLst/>
              <a:ahLst/>
              <a:cxnLst/>
              <a:rect l="l" t="t" r="r" b="b"/>
              <a:pathLst>
                <a:path w="119380" h="7619">
                  <a:moveTo>
                    <a:pt x="119380" y="6350"/>
                  </a:moveTo>
                  <a:lnTo>
                    <a:pt x="119367" y="0"/>
                  </a:lnTo>
                  <a:lnTo>
                    <a:pt x="1270" y="0"/>
                  </a:lnTo>
                  <a:lnTo>
                    <a:pt x="1270" y="6350"/>
                  </a:lnTo>
                  <a:lnTo>
                    <a:pt x="0" y="6350"/>
                  </a:lnTo>
                  <a:lnTo>
                    <a:pt x="0" y="7620"/>
                  </a:lnTo>
                  <a:lnTo>
                    <a:pt x="119380" y="7620"/>
                  </a:lnTo>
                  <a:lnTo>
                    <a:pt x="119380" y="6350"/>
                  </a:lnTo>
                  <a:close/>
                </a:path>
              </a:pathLst>
            </a:custGeom>
            <a:solidFill>
              <a:srgbClr val="002D15"/>
            </a:solidFill>
          </p:spPr>
          <p:txBody>
            <a:bodyPr wrap="square" lIns="0" tIns="0" rIns="0" bIns="0" rtlCol="0"/>
            <a:lstStyle/>
            <a:p/>
          </p:txBody>
        </p:sp>
        <p:sp>
          <p:nvSpPr>
            <p:cNvPr id="817" name="object 817"/>
            <p:cNvSpPr/>
            <p:nvPr/>
          </p:nvSpPr>
          <p:spPr>
            <a:xfrm>
              <a:off x="2545080" y="942339"/>
              <a:ext cx="119380" cy="7620"/>
            </a:xfrm>
            <a:custGeom>
              <a:avLst/>
              <a:gdLst/>
              <a:ahLst/>
              <a:cxnLst/>
              <a:rect l="l" t="t" r="r" b="b"/>
              <a:pathLst>
                <a:path w="119380" h="7619">
                  <a:moveTo>
                    <a:pt x="119380" y="0"/>
                  </a:moveTo>
                  <a:lnTo>
                    <a:pt x="0" y="0"/>
                  </a:lnTo>
                  <a:lnTo>
                    <a:pt x="0" y="5080"/>
                  </a:lnTo>
                  <a:lnTo>
                    <a:pt x="0" y="7620"/>
                  </a:lnTo>
                  <a:lnTo>
                    <a:pt x="118110" y="7620"/>
                  </a:lnTo>
                  <a:lnTo>
                    <a:pt x="118110" y="5080"/>
                  </a:lnTo>
                  <a:lnTo>
                    <a:pt x="119380" y="5080"/>
                  </a:lnTo>
                  <a:lnTo>
                    <a:pt x="119380" y="0"/>
                  </a:lnTo>
                  <a:close/>
                </a:path>
              </a:pathLst>
            </a:custGeom>
            <a:solidFill>
              <a:srgbClr val="002C17"/>
            </a:solidFill>
          </p:spPr>
          <p:txBody>
            <a:bodyPr wrap="square" lIns="0" tIns="0" rIns="0" bIns="0" rtlCol="0"/>
            <a:lstStyle/>
            <a:p/>
          </p:txBody>
        </p:sp>
        <p:sp>
          <p:nvSpPr>
            <p:cNvPr id="818" name="object 818"/>
            <p:cNvSpPr/>
            <p:nvPr/>
          </p:nvSpPr>
          <p:spPr>
            <a:xfrm>
              <a:off x="2545080" y="949960"/>
              <a:ext cx="118110" cy="6350"/>
            </a:xfrm>
            <a:custGeom>
              <a:avLst/>
              <a:gdLst/>
              <a:ahLst/>
              <a:cxnLst/>
              <a:rect l="l" t="t" r="r" b="b"/>
              <a:pathLst>
                <a:path w="118110" h="6350">
                  <a:moveTo>
                    <a:pt x="0" y="6350"/>
                  </a:moveTo>
                  <a:lnTo>
                    <a:pt x="0" y="0"/>
                  </a:lnTo>
                  <a:lnTo>
                    <a:pt x="118110" y="0"/>
                  </a:lnTo>
                  <a:lnTo>
                    <a:pt x="118110" y="6350"/>
                  </a:lnTo>
                  <a:lnTo>
                    <a:pt x="0" y="6350"/>
                  </a:lnTo>
                  <a:close/>
                </a:path>
              </a:pathLst>
            </a:custGeom>
            <a:solidFill>
              <a:srgbClr val="002C19"/>
            </a:solidFill>
          </p:spPr>
          <p:txBody>
            <a:bodyPr wrap="square" lIns="0" tIns="0" rIns="0" bIns="0" rtlCol="0"/>
            <a:lstStyle/>
            <a:p/>
          </p:txBody>
        </p:sp>
        <p:sp>
          <p:nvSpPr>
            <p:cNvPr id="819" name="object 819"/>
            <p:cNvSpPr/>
            <p:nvPr/>
          </p:nvSpPr>
          <p:spPr>
            <a:xfrm>
              <a:off x="2543810" y="956309"/>
              <a:ext cx="119380" cy="7620"/>
            </a:xfrm>
            <a:custGeom>
              <a:avLst/>
              <a:gdLst/>
              <a:ahLst/>
              <a:cxnLst/>
              <a:rect l="l" t="t" r="r" b="b"/>
              <a:pathLst>
                <a:path w="119380" h="7619">
                  <a:moveTo>
                    <a:pt x="119380" y="0"/>
                  </a:moveTo>
                  <a:lnTo>
                    <a:pt x="1270" y="0"/>
                  </a:lnTo>
                  <a:lnTo>
                    <a:pt x="1270" y="3810"/>
                  </a:lnTo>
                  <a:lnTo>
                    <a:pt x="0" y="3810"/>
                  </a:lnTo>
                  <a:lnTo>
                    <a:pt x="0" y="7620"/>
                  </a:lnTo>
                  <a:lnTo>
                    <a:pt x="119380" y="7620"/>
                  </a:lnTo>
                  <a:lnTo>
                    <a:pt x="119380" y="3810"/>
                  </a:lnTo>
                  <a:lnTo>
                    <a:pt x="119380" y="0"/>
                  </a:lnTo>
                  <a:close/>
                </a:path>
              </a:pathLst>
            </a:custGeom>
            <a:solidFill>
              <a:srgbClr val="002C1A"/>
            </a:solidFill>
          </p:spPr>
          <p:txBody>
            <a:bodyPr wrap="square" lIns="0" tIns="0" rIns="0" bIns="0" rtlCol="0"/>
            <a:lstStyle/>
            <a:p/>
          </p:txBody>
        </p:sp>
        <p:sp>
          <p:nvSpPr>
            <p:cNvPr id="820" name="object 820"/>
            <p:cNvSpPr/>
            <p:nvPr/>
          </p:nvSpPr>
          <p:spPr>
            <a:xfrm>
              <a:off x="2542540" y="963929"/>
              <a:ext cx="120650" cy="7620"/>
            </a:xfrm>
            <a:custGeom>
              <a:avLst/>
              <a:gdLst/>
              <a:ahLst/>
              <a:cxnLst/>
              <a:rect l="l" t="t" r="r" b="b"/>
              <a:pathLst>
                <a:path w="120650" h="7619">
                  <a:moveTo>
                    <a:pt x="120650" y="6362"/>
                  </a:moveTo>
                  <a:lnTo>
                    <a:pt x="0" y="6362"/>
                  </a:lnTo>
                  <a:lnTo>
                    <a:pt x="0" y="7620"/>
                  </a:lnTo>
                  <a:lnTo>
                    <a:pt x="120650" y="7620"/>
                  </a:lnTo>
                  <a:lnTo>
                    <a:pt x="120650" y="6362"/>
                  </a:lnTo>
                  <a:close/>
                </a:path>
                <a:path w="120650" h="7619">
                  <a:moveTo>
                    <a:pt x="120650" y="0"/>
                  </a:moveTo>
                  <a:lnTo>
                    <a:pt x="1270" y="0"/>
                  </a:lnTo>
                  <a:lnTo>
                    <a:pt x="1270" y="6350"/>
                  </a:lnTo>
                  <a:lnTo>
                    <a:pt x="120650" y="6350"/>
                  </a:lnTo>
                  <a:lnTo>
                    <a:pt x="120650" y="0"/>
                  </a:lnTo>
                  <a:close/>
                </a:path>
              </a:pathLst>
            </a:custGeom>
            <a:solidFill>
              <a:srgbClr val="002B1C"/>
            </a:solidFill>
          </p:spPr>
          <p:txBody>
            <a:bodyPr wrap="square" lIns="0" tIns="0" rIns="0" bIns="0" rtlCol="0"/>
            <a:lstStyle/>
            <a:p/>
          </p:txBody>
        </p:sp>
        <p:sp>
          <p:nvSpPr>
            <p:cNvPr id="821" name="object 821"/>
            <p:cNvSpPr/>
            <p:nvPr/>
          </p:nvSpPr>
          <p:spPr>
            <a:xfrm>
              <a:off x="2542540" y="971549"/>
              <a:ext cx="120650" cy="6350"/>
            </a:xfrm>
            <a:custGeom>
              <a:avLst/>
              <a:gdLst/>
              <a:ahLst/>
              <a:cxnLst/>
              <a:rect l="l" t="t" r="r" b="b"/>
              <a:pathLst>
                <a:path w="120650" h="6350">
                  <a:moveTo>
                    <a:pt x="120650" y="0"/>
                  </a:moveTo>
                  <a:lnTo>
                    <a:pt x="0" y="0"/>
                  </a:lnTo>
                  <a:lnTo>
                    <a:pt x="0" y="1270"/>
                  </a:lnTo>
                  <a:lnTo>
                    <a:pt x="0" y="6350"/>
                  </a:lnTo>
                  <a:lnTo>
                    <a:pt x="119380" y="6350"/>
                  </a:lnTo>
                  <a:lnTo>
                    <a:pt x="119380" y="1270"/>
                  </a:lnTo>
                  <a:lnTo>
                    <a:pt x="120650" y="1270"/>
                  </a:lnTo>
                  <a:lnTo>
                    <a:pt x="120650" y="0"/>
                  </a:lnTo>
                  <a:close/>
                </a:path>
              </a:pathLst>
            </a:custGeom>
            <a:solidFill>
              <a:srgbClr val="002B1E"/>
            </a:solidFill>
          </p:spPr>
          <p:txBody>
            <a:bodyPr wrap="square" lIns="0" tIns="0" rIns="0" bIns="0" rtlCol="0"/>
            <a:lstStyle/>
            <a:p/>
          </p:txBody>
        </p:sp>
        <p:sp>
          <p:nvSpPr>
            <p:cNvPr id="822" name="object 822"/>
            <p:cNvSpPr/>
            <p:nvPr/>
          </p:nvSpPr>
          <p:spPr>
            <a:xfrm>
              <a:off x="2542540" y="977900"/>
              <a:ext cx="119380" cy="7620"/>
            </a:xfrm>
            <a:custGeom>
              <a:avLst/>
              <a:gdLst/>
              <a:ahLst/>
              <a:cxnLst/>
              <a:rect l="l" t="t" r="r" b="b"/>
              <a:pathLst>
                <a:path w="119380" h="7619">
                  <a:moveTo>
                    <a:pt x="0" y="7620"/>
                  </a:moveTo>
                  <a:lnTo>
                    <a:pt x="0" y="0"/>
                  </a:lnTo>
                  <a:lnTo>
                    <a:pt x="119380" y="0"/>
                  </a:lnTo>
                  <a:lnTo>
                    <a:pt x="119380" y="7620"/>
                  </a:lnTo>
                  <a:lnTo>
                    <a:pt x="0" y="7620"/>
                  </a:lnTo>
                  <a:close/>
                </a:path>
              </a:pathLst>
            </a:custGeom>
            <a:solidFill>
              <a:srgbClr val="002A20"/>
            </a:solidFill>
          </p:spPr>
          <p:txBody>
            <a:bodyPr wrap="square" lIns="0" tIns="0" rIns="0" bIns="0" rtlCol="0"/>
            <a:lstStyle/>
            <a:p/>
          </p:txBody>
        </p:sp>
        <p:sp>
          <p:nvSpPr>
            <p:cNvPr id="823" name="object 823"/>
            <p:cNvSpPr/>
            <p:nvPr/>
          </p:nvSpPr>
          <p:spPr>
            <a:xfrm>
              <a:off x="2542540" y="985520"/>
              <a:ext cx="119380" cy="7620"/>
            </a:xfrm>
            <a:custGeom>
              <a:avLst/>
              <a:gdLst/>
              <a:ahLst/>
              <a:cxnLst/>
              <a:rect l="l" t="t" r="r" b="b"/>
              <a:pathLst>
                <a:path w="119380" h="7619">
                  <a:moveTo>
                    <a:pt x="0" y="7619"/>
                  </a:moveTo>
                  <a:lnTo>
                    <a:pt x="0" y="0"/>
                  </a:lnTo>
                  <a:lnTo>
                    <a:pt x="119380" y="0"/>
                  </a:lnTo>
                  <a:lnTo>
                    <a:pt x="119380" y="7619"/>
                  </a:lnTo>
                  <a:lnTo>
                    <a:pt x="0" y="7619"/>
                  </a:lnTo>
                  <a:close/>
                </a:path>
              </a:pathLst>
            </a:custGeom>
            <a:solidFill>
              <a:srgbClr val="002A21"/>
            </a:solidFill>
          </p:spPr>
          <p:txBody>
            <a:bodyPr wrap="square" lIns="0" tIns="0" rIns="0" bIns="0" rtlCol="0"/>
            <a:lstStyle/>
            <a:p/>
          </p:txBody>
        </p:sp>
        <p:sp>
          <p:nvSpPr>
            <p:cNvPr id="824" name="object 824"/>
            <p:cNvSpPr/>
            <p:nvPr/>
          </p:nvSpPr>
          <p:spPr>
            <a:xfrm>
              <a:off x="2541270" y="993139"/>
              <a:ext cx="120650" cy="6350"/>
            </a:xfrm>
            <a:custGeom>
              <a:avLst/>
              <a:gdLst/>
              <a:ahLst/>
              <a:cxnLst/>
              <a:rect l="l" t="t" r="r" b="b"/>
              <a:pathLst>
                <a:path w="120650" h="6350">
                  <a:moveTo>
                    <a:pt x="120650" y="0"/>
                  </a:moveTo>
                  <a:lnTo>
                    <a:pt x="1270" y="0"/>
                  </a:lnTo>
                  <a:lnTo>
                    <a:pt x="1270" y="3810"/>
                  </a:lnTo>
                  <a:lnTo>
                    <a:pt x="0" y="3810"/>
                  </a:lnTo>
                  <a:lnTo>
                    <a:pt x="0" y="5080"/>
                  </a:lnTo>
                  <a:lnTo>
                    <a:pt x="0" y="6350"/>
                  </a:lnTo>
                  <a:lnTo>
                    <a:pt x="119380" y="6350"/>
                  </a:lnTo>
                  <a:lnTo>
                    <a:pt x="119380" y="5080"/>
                  </a:lnTo>
                  <a:lnTo>
                    <a:pt x="120650" y="5080"/>
                  </a:lnTo>
                  <a:lnTo>
                    <a:pt x="120650" y="3810"/>
                  </a:lnTo>
                  <a:lnTo>
                    <a:pt x="120650" y="0"/>
                  </a:lnTo>
                  <a:close/>
                </a:path>
              </a:pathLst>
            </a:custGeom>
            <a:solidFill>
              <a:srgbClr val="002923"/>
            </a:solidFill>
          </p:spPr>
          <p:txBody>
            <a:bodyPr wrap="square" lIns="0" tIns="0" rIns="0" bIns="0" rtlCol="0"/>
            <a:lstStyle/>
            <a:p/>
          </p:txBody>
        </p:sp>
        <p:sp>
          <p:nvSpPr>
            <p:cNvPr id="825" name="object 825"/>
            <p:cNvSpPr/>
            <p:nvPr/>
          </p:nvSpPr>
          <p:spPr>
            <a:xfrm>
              <a:off x="2541269" y="999490"/>
              <a:ext cx="119380" cy="7620"/>
            </a:xfrm>
            <a:custGeom>
              <a:avLst/>
              <a:gdLst/>
              <a:ahLst/>
              <a:cxnLst/>
              <a:rect l="l" t="t" r="r" b="b"/>
              <a:pathLst>
                <a:path w="119380" h="7619">
                  <a:moveTo>
                    <a:pt x="0" y="7620"/>
                  </a:moveTo>
                  <a:lnTo>
                    <a:pt x="0" y="0"/>
                  </a:lnTo>
                  <a:lnTo>
                    <a:pt x="119380" y="0"/>
                  </a:lnTo>
                  <a:lnTo>
                    <a:pt x="119380" y="7620"/>
                  </a:lnTo>
                  <a:lnTo>
                    <a:pt x="0" y="7620"/>
                  </a:lnTo>
                  <a:close/>
                </a:path>
              </a:pathLst>
            </a:custGeom>
            <a:solidFill>
              <a:srgbClr val="002925"/>
            </a:solidFill>
          </p:spPr>
          <p:txBody>
            <a:bodyPr wrap="square" lIns="0" tIns="0" rIns="0" bIns="0" rtlCol="0"/>
            <a:lstStyle/>
            <a:p/>
          </p:txBody>
        </p:sp>
        <p:sp>
          <p:nvSpPr>
            <p:cNvPr id="826" name="object 826"/>
            <p:cNvSpPr/>
            <p:nvPr/>
          </p:nvSpPr>
          <p:spPr>
            <a:xfrm>
              <a:off x="2541269" y="1007110"/>
              <a:ext cx="119380" cy="7620"/>
            </a:xfrm>
            <a:custGeom>
              <a:avLst/>
              <a:gdLst/>
              <a:ahLst/>
              <a:cxnLst/>
              <a:rect l="l" t="t" r="r" b="b"/>
              <a:pathLst>
                <a:path w="119380" h="7619">
                  <a:moveTo>
                    <a:pt x="0" y="7619"/>
                  </a:moveTo>
                  <a:lnTo>
                    <a:pt x="0" y="0"/>
                  </a:lnTo>
                  <a:lnTo>
                    <a:pt x="119380" y="0"/>
                  </a:lnTo>
                  <a:lnTo>
                    <a:pt x="119380" y="7619"/>
                  </a:lnTo>
                  <a:lnTo>
                    <a:pt x="0" y="7619"/>
                  </a:lnTo>
                  <a:close/>
                </a:path>
              </a:pathLst>
            </a:custGeom>
            <a:solidFill>
              <a:srgbClr val="002827"/>
            </a:solidFill>
          </p:spPr>
          <p:txBody>
            <a:bodyPr wrap="square" lIns="0" tIns="0" rIns="0" bIns="0" rtlCol="0"/>
            <a:lstStyle/>
            <a:p/>
          </p:txBody>
        </p:sp>
        <p:sp>
          <p:nvSpPr>
            <p:cNvPr id="827" name="object 827"/>
            <p:cNvSpPr/>
            <p:nvPr/>
          </p:nvSpPr>
          <p:spPr>
            <a:xfrm>
              <a:off x="2540000" y="1014729"/>
              <a:ext cx="120650" cy="6350"/>
            </a:xfrm>
            <a:custGeom>
              <a:avLst/>
              <a:gdLst/>
              <a:ahLst/>
              <a:cxnLst/>
              <a:rect l="l" t="t" r="r" b="b"/>
              <a:pathLst>
                <a:path w="120650" h="6350">
                  <a:moveTo>
                    <a:pt x="120650" y="3822"/>
                  </a:moveTo>
                  <a:lnTo>
                    <a:pt x="0" y="3822"/>
                  </a:lnTo>
                  <a:lnTo>
                    <a:pt x="0" y="6350"/>
                  </a:lnTo>
                  <a:lnTo>
                    <a:pt x="120650" y="6350"/>
                  </a:lnTo>
                  <a:lnTo>
                    <a:pt x="120650" y="3822"/>
                  </a:lnTo>
                  <a:close/>
                </a:path>
                <a:path w="120650" h="6350">
                  <a:moveTo>
                    <a:pt x="120650" y="0"/>
                  </a:moveTo>
                  <a:lnTo>
                    <a:pt x="1270" y="0"/>
                  </a:lnTo>
                  <a:lnTo>
                    <a:pt x="1270" y="3810"/>
                  </a:lnTo>
                  <a:lnTo>
                    <a:pt x="120650" y="3810"/>
                  </a:lnTo>
                  <a:lnTo>
                    <a:pt x="120650" y="0"/>
                  </a:lnTo>
                  <a:close/>
                </a:path>
              </a:pathLst>
            </a:custGeom>
            <a:solidFill>
              <a:srgbClr val="002828"/>
            </a:solidFill>
          </p:spPr>
          <p:txBody>
            <a:bodyPr wrap="square" lIns="0" tIns="0" rIns="0" bIns="0" rtlCol="0"/>
            <a:lstStyle/>
            <a:p/>
          </p:txBody>
        </p:sp>
        <p:sp>
          <p:nvSpPr>
            <p:cNvPr id="828" name="object 828"/>
            <p:cNvSpPr/>
            <p:nvPr/>
          </p:nvSpPr>
          <p:spPr>
            <a:xfrm>
              <a:off x="2540000" y="1021079"/>
              <a:ext cx="120650" cy="7620"/>
            </a:xfrm>
            <a:custGeom>
              <a:avLst/>
              <a:gdLst/>
              <a:ahLst/>
              <a:cxnLst/>
              <a:rect l="l" t="t" r="r" b="b"/>
              <a:pathLst>
                <a:path w="120650" h="7619">
                  <a:moveTo>
                    <a:pt x="120650" y="0"/>
                  </a:moveTo>
                  <a:lnTo>
                    <a:pt x="0" y="0"/>
                  </a:lnTo>
                  <a:lnTo>
                    <a:pt x="0" y="2540"/>
                  </a:lnTo>
                  <a:lnTo>
                    <a:pt x="0" y="3810"/>
                  </a:lnTo>
                  <a:lnTo>
                    <a:pt x="0" y="5080"/>
                  </a:lnTo>
                  <a:lnTo>
                    <a:pt x="0" y="7620"/>
                  </a:lnTo>
                  <a:lnTo>
                    <a:pt x="87630" y="7620"/>
                  </a:lnTo>
                  <a:lnTo>
                    <a:pt x="87630" y="5080"/>
                  </a:lnTo>
                  <a:lnTo>
                    <a:pt x="88900" y="5080"/>
                  </a:lnTo>
                  <a:lnTo>
                    <a:pt x="88900" y="3810"/>
                  </a:lnTo>
                  <a:lnTo>
                    <a:pt x="96520" y="3810"/>
                  </a:lnTo>
                  <a:lnTo>
                    <a:pt x="96520" y="5080"/>
                  </a:lnTo>
                  <a:lnTo>
                    <a:pt x="100330" y="5080"/>
                  </a:lnTo>
                  <a:lnTo>
                    <a:pt x="100330" y="6350"/>
                  </a:lnTo>
                  <a:lnTo>
                    <a:pt x="101600" y="6350"/>
                  </a:lnTo>
                  <a:lnTo>
                    <a:pt x="101600" y="7620"/>
                  </a:lnTo>
                  <a:lnTo>
                    <a:pt x="119380" y="7620"/>
                  </a:lnTo>
                  <a:lnTo>
                    <a:pt x="119380" y="6350"/>
                  </a:lnTo>
                  <a:lnTo>
                    <a:pt x="119380" y="5080"/>
                  </a:lnTo>
                  <a:lnTo>
                    <a:pt x="119380" y="3810"/>
                  </a:lnTo>
                  <a:lnTo>
                    <a:pt x="119380" y="2540"/>
                  </a:lnTo>
                  <a:lnTo>
                    <a:pt x="120650" y="2540"/>
                  </a:lnTo>
                  <a:lnTo>
                    <a:pt x="120650" y="0"/>
                  </a:lnTo>
                  <a:close/>
                </a:path>
              </a:pathLst>
            </a:custGeom>
            <a:solidFill>
              <a:srgbClr val="00282A"/>
            </a:solidFill>
          </p:spPr>
          <p:txBody>
            <a:bodyPr wrap="square" lIns="0" tIns="0" rIns="0" bIns="0" rtlCol="0"/>
            <a:lstStyle/>
            <a:p/>
          </p:txBody>
        </p:sp>
        <p:sp>
          <p:nvSpPr>
            <p:cNvPr id="829" name="object 829"/>
            <p:cNvSpPr/>
            <p:nvPr/>
          </p:nvSpPr>
          <p:spPr>
            <a:xfrm>
              <a:off x="2540000" y="1028700"/>
              <a:ext cx="119380" cy="7620"/>
            </a:xfrm>
            <a:custGeom>
              <a:avLst/>
              <a:gdLst/>
              <a:ahLst/>
              <a:cxnLst/>
              <a:rect l="l" t="t" r="r" b="b"/>
              <a:pathLst>
                <a:path w="119380" h="7619">
                  <a:moveTo>
                    <a:pt x="86360" y="0"/>
                  </a:moveTo>
                  <a:lnTo>
                    <a:pt x="0" y="0"/>
                  </a:lnTo>
                  <a:lnTo>
                    <a:pt x="0" y="7620"/>
                  </a:lnTo>
                  <a:lnTo>
                    <a:pt x="85089" y="7620"/>
                  </a:lnTo>
                  <a:lnTo>
                    <a:pt x="85089" y="1270"/>
                  </a:lnTo>
                  <a:lnTo>
                    <a:pt x="86360" y="1270"/>
                  </a:lnTo>
                  <a:lnTo>
                    <a:pt x="86360" y="0"/>
                  </a:lnTo>
                  <a:close/>
                </a:path>
                <a:path w="119380" h="7619">
                  <a:moveTo>
                    <a:pt x="119380" y="0"/>
                  </a:moveTo>
                  <a:lnTo>
                    <a:pt x="105410" y="0"/>
                  </a:lnTo>
                  <a:lnTo>
                    <a:pt x="105410" y="1270"/>
                  </a:lnTo>
                  <a:lnTo>
                    <a:pt x="107950" y="1270"/>
                  </a:lnTo>
                  <a:lnTo>
                    <a:pt x="107950" y="2539"/>
                  </a:lnTo>
                  <a:lnTo>
                    <a:pt x="109219" y="2539"/>
                  </a:lnTo>
                  <a:lnTo>
                    <a:pt x="109219" y="3810"/>
                  </a:lnTo>
                  <a:lnTo>
                    <a:pt x="113030" y="3810"/>
                  </a:lnTo>
                  <a:lnTo>
                    <a:pt x="113030" y="5079"/>
                  </a:lnTo>
                  <a:lnTo>
                    <a:pt x="115569" y="5079"/>
                  </a:lnTo>
                  <a:lnTo>
                    <a:pt x="115569" y="6350"/>
                  </a:lnTo>
                  <a:lnTo>
                    <a:pt x="118110" y="6350"/>
                  </a:lnTo>
                  <a:lnTo>
                    <a:pt x="118110" y="7620"/>
                  </a:lnTo>
                  <a:lnTo>
                    <a:pt x="119380" y="7620"/>
                  </a:lnTo>
                  <a:lnTo>
                    <a:pt x="119380" y="0"/>
                  </a:lnTo>
                  <a:close/>
                </a:path>
              </a:pathLst>
            </a:custGeom>
            <a:solidFill>
              <a:srgbClr val="00272C"/>
            </a:solidFill>
          </p:spPr>
          <p:txBody>
            <a:bodyPr wrap="square" lIns="0" tIns="0" rIns="0" bIns="0" rtlCol="0"/>
            <a:lstStyle/>
            <a:p/>
          </p:txBody>
        </p:sp>
        <p:sp>
          <p:nvSpPr>
            <p:cNvPr id="830" name="object 830"/>
            <p:cNvSpPr/>
            <p:nvPr/>
          </p:nvSpPr>
          <p:spPr>
            <a:xfrm>
              <a:off x="2540000" y="1036320"/>
              <a:ext cx="85090" cy="6350"/>
            </a:xfrm>
            <a:custGeom>
              <a:avLst/>
              <a:gdLst/>
              <a:ahLst/>
              <a:cxnLst/>
              <a:rect l="l" t="t" r="r" b="b"/>
              <a:pathLst>
                <a:path w="85089" h="6350">
                  <a:moveTo>
                    <a:pt x="85089" y="0"/>
                  </a:moveTo>
                  <a:lnTo>
                    <a:pt x="0" y="0"/>
                  </a:lnTo>
                  <a:lnTo>
                    <a:pt x="0" y="3809"/>
                  </a:lnTo>
                  <a:lnTo>
                    <a:pt x="85089" y="3809"/>
                  </a:lnTo>
                  <a:lnTo>
                    <a:pt x="85089" y="0"/>
                  </a:lnTo>
                  <a:close/>
                </a:path>
                <a:path w="85089" h="6350">
                  <a:moveTo>
                    <a:pt x="83819" y="3810"/>
                  </a:moveTo>
                  <a:lnTo>
                    <a:pt x="0" y="3810"/>
                  </a:lnTo>
                  <a:lnTo>
                    <a:pt x="0" y="6350"/>
                  </a:lnTo>
                  <a:lnTo>
                    <a:pt x="83819" y="6350"/>
                  </a:lnTo>
                  <a:lnTo>
                    <a:pt x="83819" y="3810"/>
                  </a:lnTo>
                  <a:close/>
                </a:path>
              </a:pathLst>
            </a:custGeom>
            <a:solidFill>
              <a:srgbClr val="00272E"/>
            </a:solidFill>
          </p:spPr>
          <p:txBody>
            <a:bodyPr wrap="square" lIns="0" tIns="0" rIns="0" bIns="0" rtlCol="0"/>
            <a:lstStyle/>
            <a:p/>
          </p:txBody>
        </p:sp>
        <p:sp>
          <p:nvSpPr>
            <p:cNvPr id="831" name="object 831"/>
            <p:cNvSpPr/>
            <p:nvPr/>
          </p:nvSpPr>
          <p:spPr>
            <a:xfrm>
              <a:off x="2540000" y="1042670"/>
              <a:ext cx="83820" cy="7620"/>
            </a:xfrm>
            <a:custGeom>
              <a:avLst/>
              <a:gdLst/>
              <a:ahLst/>
              <a:cxnLst/>
              <a:rect l="l" t="t" r="r" b="b"/>
              <a:pathLst>
                <a:path w="83819" h="7619">
                  <a:moveTo>
                    <a:pt x="83819" y="0"/>
                  </a:moveTo>
                  <a:lnTo>
                    <a:pt x="0" y="0"/>
                  </a:lnTo>
                  <a:lnTo>
                    <a:pt x="0" y="7619"/>
                  </a:lnTo>
                  <a:lnTo>
                    <a:pt x="82550" y="7619"/>
                  </a:lnTo>
                  <a:lnTo>
                    <a:pt x="82550" y="6350"/>
                  </a:lnTo>
                  <a:lnTo>
                    <a:pt x="83819" y="6350"/>
                  </a:lnTo>
                  <a:lnTo>
                    <a:pt x="83819" y="0"/>
                  </a:lnTo>
                  <a:close/>
                </a:path>
              </a:pathLst>
            </a:custGeom>
            <a:solidFill>
              <a:srgbClr val="00262F"/>
            </a:solidFill>
          </p:spPr>
          <p:txBody>
            <a:bodyPr wrap="square" lIns="0" tIns="0" rIns="0" bIns="0" rtlCol="0"/>
            <a:lstStyle/>
            <a:p/>
          </p:txBody>
        </p:sp>
        <p:sp>
          <p:nvSpPr>
            <p:cNvPr id="832" name="object 832"/>
            <p:cNvSpPr/>
            <p:nvPr/>
          </p:nvSpPr>
          <p:spPr>
            <a:xfrm>
              <a:off x="2540000" y="10502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631"/>
            </a:solidFill>
          </p:spPr>
          <p:txBody>
            <a:bodyPr wrap="square" lIns="0" tIns="0" rIns="0" bIns="0" rtlCol="0"/>
            <a:lstStyle/>
            <a:p/>
          </p:txBody>
        </p:sp>
        <p:sp>
          <p:nvSpPr>
            <p:cNvPr id="833" name="object 833"/>
            <p:cNvSpPr/>
            <p:nvPr/>
          </p:nvSpPr>
          <p:spPr>
            <a:xfrm>
              <a:off x="2540000" y="10579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533"/>
            </a:solidFill>
          </p:spPr>
          <p:txBody>
            <a:bodyPr wrap="square" lIns="0" tIns="0" rIns="0" bIns="0" rtlCol="0"/>
            <a:lstStyle/>
            <a:p/>
          </p:txBody>
        </p:sp>
        <p:sp>
          <p:nvSpPr>
            <p:cNvPr id="834" name="object 834"/>
            <p:cNvSpPr/>
            <p:nvPr/>
          </p:nvSpPr>
          <p:spPr>
            <a:xfrm>
              <a:off x="2514600" y="1064259"/>
              <a:ext cx="139700" cy="7620"/>
            </a:xfrm>
            <a:custGeom>
              <a:avLst/>
              <a:gdLst/>
              <a:ahLst/>
              <a:cxnLst/>
              <a:rect l="l" t="t" r="r" b="b"/>
              <a:pathLst>
                <a:path w="139700" h="7619">
                  <a:moveTo>
                    <a:pt x="139700" y="6350"/>
                  </a:moveTo>
                  <a:lnTo>
                    <a:pt x="107950" y="6350"/>
                  </a:lnTo>
                  <a:lnTo>
                    <a:pt x="107950" y="5080"/>
                  </a:lnTo>
                  <a:lnTo>
                    <a:pt x="107950" y="0"/>
                  </a:lnTo>
                  <a:lnTo>
                    <a:pt x="25400" y="0"/>
                  </a:lnTo>
                  <a:lnTo>
                    <a:pt x="25400" y="5080"/>
                  </a:lnTo>
                  <a:lnTo>
                    <a:pt x="0" y="5080"/>
                  </a:lnTo>
                  <a:lnTo>
                    <a:pt x="0" y="6350"/>
                  </a:lnTo>
                  <a:lnTo>
                    <a:pt x="0" y="7620"/>
                  </a:lnTo>
                  <a:lnTo>
                    <a:pt x="139700" y="7620"/>
                  </a:lnTo>
                  <a:lnTo>
                    <a:pt x="139700" y="6350"/>
                  </a:lnTo>
                  <a:close/>
                </a:path>
              </a:pathLst>
            </a:custGeom>
            <a:solidFill>
              <a:srgbClr val="002535"/>
            </a:solidFill>
          </p:spPr>
          <p:txBody>
            <a:bodyPr wrap="square" lIns="0" tIns="0" rIns="0" bIns="0" rtlCol="0"/>
            <a:lstStyle/>
            <a:p/>
          </p:txBody>
        </p:sp>
        <p:sp>
          <p:nvSpPr>
            <p:cNvPr id="835" name="object 835"/>
            <p:cNvSpPr/>
            <p:nvPr/>
          </p:nvSpPr>
          <p:spPr>
            <a:xfrm>
              <a:off x="2514600" y="107188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2536"/>
            </a:solidFill>
          </p:spPr>
          <p:txBody>
            <a:bodyPr wrap="square" lIns="0" tIns="0" rIns="0" bIns="0" rtlCol="0"/>
            <a:lstStyle/>
            <a:p/>
          </p:txBody>
        </p:sp>
        <p:sp>
          <p:nvSpPr>
            <p:cNvPr id="836" name="object 836"/>
            <p:cNvSpPr/>
            <p:nvPr/>
          </p:nvSpPr>
          <p:spPr>
            <a:xfrm>
              <a:off x="2514600" y="107950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2438"/>
            </a:solidFill>
          </p:spPr>
          <p:txBody>
            <a:bodyPr wrap="square" lIns="0" tIns="0" rIns="0" bIns="0" rtlCol="0"/>
            <a:lstStyle/>
            <a:p/>
          </p:txBody>
        </p:sp>
        <p:sp>
          <p:nvSpPr>
            <p:cNvPr id="837" name="object 837"/>
            <p:cNvSpPr/>
            <p:nvPr/>
          </p:nvSpPr>
          <p:spPr>
            <a:xfrm>
              <a:off x="2514600" y="10858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243A"/>
            </a:solidFill>
          </p:spPr>
          <p:txBody>
            <a:bodyPr wrap="square" lIns="0" tIns="0" rIns="0" bIns="0" rtlCol="0"/>
            <a:lstStyle/>
            <a:p/>
          </p:txBody>
        </p:sp>
        <p:sp>
          <p:nvSpPr>
            <p:cNvPr id="838" name="object 838"/>
            <p:cNvSpPr/>
            <p:nvPr/>
          </p:nvSpPr>
          <p:spPr>
            <a:xfrm>
              <a:off x="2514600" y="109347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233C"/>
            </a:solidFill>
          </p:spPr>
          <p:txBody>
            <a:bodyPr wrap="square" lIns="0" tIns="0" rIns="0" bIns="0" rtlCol="0"/>
            <a:lstStyle/>
            <a:p/>
          </p:txBody>
        </p:sp>
        <p:sp>
          <p:nvSpPr>
            <p:cNvPr id="839" name="object 839"/>
            <p:cNvSpPr/>
            <p:nvPr/>
          </p:nvSpPr>
          <p:spPr>
            <a:xfrm>
              <a:off x="2514600" y="110109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233D"/>
            </a:solidFill>
          </p:spPr>
          <p:txBody>
            <a:bodyPr wrap="square" lIns="0" tIns="0" rIns="0" bIns="0" rtlCol="0"/>
            <a:lstStyle/>
            <a:p/>
          </p:txBody>
        </p:sp>
        <p:sp>
          <p:nvSpPr>
            <p:cNvPr id="840" name="object 840"/>
            <p:cNvSpPr/>
            <p:nvPr/>
          </p:nvSpPr>
          <p:spPr>
            <a:xfrm>
              <a:off x="2514600" y="110871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223F"/>
            </a:solidFill>
          </p:spPr>
          <p:txBody>
            <a:bodyPr wrap="square" lIns="0" tIns="0" rIns="0" bIns="0" rtlCol="0"/>
            <a:lstStyle/>
            <a:p/>
          </p:txBody>
        </p:sp>
        <p:sp>
          <p:nvSpPr>
            <p:cNvPr id="841" name="object 841"/>
            <p:cNvSpPr/>
            <p:nvPr/>
          </p:nvSpPr>
          <p:spPr>
            <a:xfrm>
              <a:off x="2514600" y="111506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2241"/>
            </a:solidFill>
          </p:spPr>
          <p:txBody>
            <a:bodyPr wrap="square" lIns="0" tIns="0" rIns="0" bIns="0" rtlCol="0"/>
            <a:lstStyle/>
            <a:p/>
          </p:txBody>
        </p:sp>
        <p:sp>
          <p:nvSpPr>
            <p:cNvPr id="842" name="object 842"/>
            <p:cNvSpPr/>
            <p:nvPr/>
          </p:nvSpPr>
          <p:spPr>
            <a:xfrm>
              <a:off x="2514600" y="112268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2143"/>
            </a:solidFill>
          </p:spPr>
          <p:txBody>
            <a:bodyPr wrap="square" lIns="0" tIns="0" rIns="0" bIns="0" rtlCol="0"/>
            <a:lstStyle/>
            <a:p/>
          </p:txBody>
        </p:sp>
        <p:sp>
          <p:nvSpPr>
            <p:cNvPr id="843" name="object 843"/>
            <p:cNvSpPr/>
            <p:nvPr/>
          </p:nvSpPr>
          <p:spPr>
            <a:xfrm>
              <a:off x="2514600" y="113030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2144"/>
            </a:solidFill>
          </p:spPr>
          <p:txBody>
            <a:bodyPr wrap="square" lIns="0" tIns="0" rIns="0" bIns="0" rtlCol="0"/>
            <a:lstStyle/>
            <a:p/>
          </p:txBody>
        </p:sp>
        <p:sp>
          <p:nvSpPr>
            <p:cNvPr id="844" name="object 844"/>
            <p:cNvSpPr/>
            <p:nvPr/>
          </p:nvSpPr>
          <p:spPr>
            <a:xfrm>
              <a:off x="2514600" y="11366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2146"/>
            </a:solidFill>
          </p:spPr>
          <p:txBody>
            <a:bodyPr wrap="square" lIns="0" tIns="0" rIns="0" bIns="0" rtlCol="0"/>
            <a:lstStyle/>
            <a:p/>
          </p:txBody>
        </p:sp>
        <p:sp>
          <p:nvSpPr>
            <p:cNvPr id="845" name="object 845"/>
            <p:cNvSpPr/>
            <p:nvPr/>
          </p:nvSpPr>
          <p:spPr>
            <a:xfrm>
              <a:off x="2514600" y="114427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2048"/>
            </a:solidFill>
          </p:spPr>
          <p:txBody>
            <a:bodyPr wrap="square" lIns="0" tIns="0" rIns="0" bIns="0" rtlCol="0"/>
            <a:lstStyle/>
            <a:p/>
          </p:txBody>
        </p:sp>
        <p:sp>
          <p:nvSpPr>
            <p:cNvPr id="846" name="object 846"/>
            <p:cNvSpPr/>
            <p:nvPr/>
          </p:nvSpPr>
          <p:spPr>
            <a:xfrm>
              <a:off x="2514600" y="115189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2049"/>
            </a:solidFill>
          </p:spPr>
          <p:txBody>
            <a:bodyPr wrap="square" lIns="0" tIns="0" rIns="0" bIns="0" rtlCol="0"/>
            <a:lstStyle/>
            <a:p/>
          </p:txBody>
        </p:sp>
        <p:sp>
          <p:nvSpPr>
            <p:cNvPr id="847" name="object 847"/>
            <p:cNvSpPr/>
            <p:nvPr/>
          </p:nvSpPr>
          <p:spPr>
            <a:xfrm>
              <a:off x="2514600" y="11582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F4B"/>
            </a:solidFill>
          </p:spPr>
          <p:txBody>
            <a:bodyPr wrap="square" lIns="0" tIns="0" rIns="0" bIns="0" rtlCol="0"/>
            <a:lstStyle/>
            <a:p/>
          </p:txBody>
        </p:sp>
        <p:sp>
          <p:nvSpPr>
            <p:cNvPr id="848" name="object 848"/>
            <p:cNvSpPr/>
            <p:nvPr/>
          </p:nvSpPr>
          <p:spPr>
            <a:xfrm>
              <a:off x="2514600" y="116586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1F4D"/>
            </a:solidFill>
          </p:spPr>
          <p:txBody>
            <a:bodyPr wrap="square" lIns="0" tIns="0" rIns="0" bIns="0" rtlCol="0"/>
            <a:lstStyle/>
            <a:p/>
          </p:txBody>
        </p:sp>
        <p:sp>
          <p:nvSpPr>
            <p:cNvPr id="849" name="object 849"/>
            <p:cNvSpPr/>
            <p:nvPr/>
          </p:nvSpPr>
          <p:spPr>
            <a:xfrm>
              <a:off x="2514600" y="117348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1E4F"/>
            </a:solidFill>
          </p:spPr>
          <p:txBody>
            <a:bodyPr wrap="square" lIns="0" tIns="0" rIns="0" bIns="0" rtlCol="0"/>
            <a:lstStyle/>
            <a:p/>
          </p:txBody>
        </p:sp>
        <p:sp>
          <p:nvSpPr>
            <p:cNvPr id="850" name="object 850"/>
            <p:cNvSpPr/>
            <p:nvPr/>
          </p:nvSpPr>
          <p:spPr>
            <a:xfrm>
              <a:off x="2514600" y="117983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E50"/>
            </a:solidFill>
          </p:spPr>
          <p:txBody>
            <a:bodyPr wrap="square" lIns="0" tIns="0" rIns="0" bIns="0" rtlCol="0"/>
            <a:lstStyle/>
            <a:p/>
          </p:txBody>
        </p:sp>
        <p:sp>
          <p:nvSpPr>
            <p:cNvPr id="851" name="object 851"/>
            <p:cNvSpPr/>
            <p:nvPr/>
          </p:nvSpPr>
          <p:spPr>
            <a:xfrm>
              <a:off x="2514600" y="11874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E52"/>
            </a:solidFill>
          </p:spPr>
          <p:txBody>
            <a:bodyPr wrap="square" lIns="0" tIns="0" rIns="0" bIns="0" rtlCol="0"/>
            <a:lstStyle/>
            <a:p/>
          </p:txBody>
        </p:sp>
        <p:sp>
          <p:nvSpPr>
            <p:cNvPr id="852" name="object 852"/>
            <p:cNvSpPr/>
            <p:nvPr/>
          </p:nvSpPr>
          <p:spPr>
            <a:xfrm>
              <a:off x="2514600" y="119507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1D54"/>
            </a:solidFill>
          </p:spPr>
          <p:txBody>
            <a:bodyPr wrap="square" lIns="0" tIns="0" rIns="0" bIns="0" rtlCol="0"/>
            <a:lstStyle/>
            <a:p/>
          </p:txBody>
        </p:sp>
        <p:sp>
          <p:nvSpPr>
            <p:cNvPr id="853" name="object 853"/>
            <p:cNvSpPr/>
            <p:nvPr/>
          </p:nvSpPr>
          <p:spPr>
            <a:xfrm>
              <a:off x="2514600" y="120142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1D56"/>
            </a:solidFill>
          </p:spPr>
          <p:txBody>
            <a:bodyPr wrap="square" lIns="0" tIns="0" rIns="0" bIns="0" rtlCol="0"/>
            <a:lstStyle/>
            <a:p/>
          </p:txBody>
        </p:sp>
        <p:sp>
          <p:nvSpPr>
            <p:cNvPr id="854" name="object 854"/>
            <p:cNvSpPr/>
            <p:nvPr/>
          </p:nvSpPr>
          <p:spPr>
            <a:xfrm>
              <a:off x="2514600" y="12090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C57"/>
            </a:solidFill>
          </p:spPr>
          <p:txBody>
            <a:bodyPr wrap="square" lIns="0" tIns="0" rIns="0" bIns="0" rtlCol="0"/>
            <a:lstStyle/>
            <a:p/>
          </p:txBody>
        </p:sp>
        <p:sp>
          <p:nvSpPr>
            <p:cNvPr id="855" name="object 855"/>
            <p:cNvSpPr/>
            <p:nvPr/>
          </p:nvSpPr>
          <p:spPr>
            <a:xfrm>
              <a:off x="2514600" y="121666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1C59"/>
            </a:solidFill>
          </p:spPr>
          <p:txBody>
            <a:bodyPr wrap="square" lIns="0" tIns="0" rIns="0" bIns="0" rtlCol="0"/>
            <a:lstStyle/>
            <a:p/>
          </p:txBody>
        </p:sp>
        <p:sp>
          <p:nvSpPr>
            <p:cNvPr id="856" name="object 856"/>
            <p:cNvSpPr/>
            <p:nvPr/>
          </p:nvSpPr>
          <p:spPr>
            <a:xfrm>
              <a:off x="2514600" y="122301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1B5B"/>
            </a:solidFill>
          </p:spPr>
          <p:txBody>
            <a:bodyPr wrap="square" lIns="0" tIns="0" rIns="0" bIns="0" rtlCol="0"/>
            <a:lstStyle/>
            <a:p/>
          </p:txBody>
        </p:sp>
        <p:sp>
          <p:nvSpPr>
            <p:cNvPr id="857" name="object 857"/>
            <p:cNvSpPr/>
            <p:nvPr/>
          </p:nvSpPr>
          <p:spPr>
            <a:xfrm>
              <a:off x="2514600" y="123063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B5D"/>
            </a:solidFill>
          </p:spPr>
          <p:txBody>
            <a:bodyPr wrap="square" lIns="0" tIns="0" rIns="0" bIns="0" rtlCol="0"/>
            <a:lstStyle/>
            <a:p/>
          </p:txBody>
        </p:sp>
        <p:sp>
          <p:nvSpPr>
            <p:cNvPr id="858" name="object 858"/>
            <p:cNvSpPr/>
            <p:nvPr/>
          </p:nvSpPr>
          <p:spPr>
            <a:xfrm>
              <a:off x="2514600" y="123825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1B5E"/>
            </a:solidFill>
          </p:spPr>
          <p:txBody>
            <a:bodyPr wrap="square" lIns="0" tIns="0" rIns="0" bIns="0" rtlCol="0"/>
            <a:lstStyle/>
            <a:p/>
          </p:txBody>
        </p:sp>
        <p:sp>
          <p:nvSpPr>
            <p:cNvPr id="859" name="object 859"/>
            <p:cNvSpPr/>
            <p:nvPr/>
          </p:nvSpPr>
          <p:spPr>
            <a:xfrm>
              <a:off x="2514600" y="124460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001A60"/>
            </a:solidFill>
          </p:spPr>
          <p:txBody>
            <a:bodyPr wrap="square" lIns="0" tIns="0" rIns="0" bIns="0" rtlCol="0"/>
            <a:lstStyle/>
            <a:p/>
          </p:txBody>
        </p:sp>
        <p:sp>
          <p:nvSpPr>
            <p:cNvPr id="860" name="object 860"/>
            <p:cNvSpPr/>
            <p:nvPr/>
          </p:nvSpPr>
          <p:spPr>
            <a:xfrm>
              <a:off x="2514600" y="125222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001A62"/>
            </a:solidFill>
          </p:spPr>
          <p:txBody>
            <a:bodyPr wrap="square" lIns="0" tIns="0" rIns="0" bIns="0" rtlCol="0"/>
            <a:lstStyle/>
            <a:p/>
          </p:txBody>
        </p:sp>
        <p:sp>
          <p:nvSpPr>
            <p:cNvPr id="861" name="object 861"/>
            <p:cNvSpPr/>
            <p:nvPr/>
          </p:nvSpPr>
          <p:spPr>
            <a:xfrm>
              <a:off x="2514600" y="125984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001964"/>
            </a:solidFill>
          </p:spPr>
          <p:txBody>
            <a:bodyPr wrap="square" lIns="0" tIns="0" rIns="0" bIns="0" rtlCol="0"/>
            <a:lstStyle/>
            <a:p/>
          </p:txBody>
        </p:sp>
        <p:sp>
          <p:nvSpPr>
            <p:cNvPr id="862" name="object 862"/>
            <p:cNvSpPr/>
            <p:nvPr/>
          </p:nvSpPr>
          <p:spPr>
            <a:xfrm>
              <a:off x="2514600" y="1266189"/>
              <a:ext cx="139700" cy="7620"/>
            </a:xfrm>
            <a:custGeom>
              <a:avLst/>
              <a:gdLst/>
              <a:ahLst/>
              <a:cxnLst/>
              <a:rect l="l" t="t" r="r" b="b"/>
              <a:pathLst>
                <a:path w="139700" h="7619">
                  <a:moveTo>
                    <a:pt x="107950" y="6362"/>
                  </a:moveTo>
                  <a:lnTo>
                    <a:pt x="25400" y="6362"/>
                  </a:lnTo>
                  <a:lnTo>
                    <a:pt x="25400" y="7620"/>
                  </a:lnTo>
                  <a:lnTo>
                    <a:pt x="107950" y="7620"/>
                  </a:lnTo>
                  <a:lnTo>
                    <a:pt x="107950" y="6362"/>
                  </a:lnTo>
                  <a:close/>
                </a:path>
                <a:path w="139700" h="7619">
                  <a:moveTo>
                    <a:pt x="139700" y="0"/>
                  </a:moveTo>
                  <a:lnTo>
                    <a:pt x="0" y="0"/>
                  </a:lnTo>
                  <a:lnTo>
                    <a:pt x="0" y="5080"/>
                  </a:lnTo>
                  <a:lnTo>
                    <a:pt x="0" y="6350"/>
                  </a:lnTo>
                  <a:lnTo>
                    <a:pt x="107950" y="6350"/>
                  </a:lnTo>
                  <a:lnTo>
                    <a:pt x="107950" y="5080"/>
                  </a:lnTo>
                  <a:lnTo>
                    <a:pt x="139700" y="5080"/>
                  </a:lnTo>
                  <a:lnTo>
                    <a:pt x="139700" y="0"/>
                  </a:lnTo>
                  <a:close/>
                </a:path>
              </a:pathLst>
            </a:custGeom>
            <a:solidFill>
              <a:srgbClr val="001966"/>
            </a:solidFill>
          </p:spPr>
          <p:txBody>
            <a:bodyPr wrap="square" lIns="0" tIns="0" rIns="0" bIns="0" rtlCol="0"/>
            <a:lstStyle/>
            <a:p/>
          </p:txBody>
        </p:sp>
        <p:sp>
          <p:nvSpPr>
            <p:cNvPr id="863" name="object 863"/>
            <p:cNvSpPr/>
            <p:nvPr/>
          </p:nvSpPr>
          <p:spPr>
            <a:xfrm>
              <a:off x="2540000" y="1273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867"/>
            </a:solidFill>
          </p:spPr>
          <p:txBody>
            <a:bodyPr wrap="square" lIns="0" tIns="0" rIns="0" bIns="0" rtlCol="0"/>
            <a:lstStyle/>
            <a:p/>
          </p:txBody>
        </p:sp>
        <p:sp>
          <p:nvSpPr>
            <p:cNvPr id="864" name="object 864"/>
            <p:cNvSpPr/>
            <p:nvPr/>
          </p:nvSpPr>
          <p:spPr>
            <a:xfrm>
              <a:off x="2540000" y="12814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869"/>
            </a:solidFill>
          </p:spPr>
          <p:txBody>
            <a:bodyPr wrap="square" lIns="0" tIns="0" rIns="0" bIns="0" rtlCol="0"/>
            <a:lstStyle/>
            <a:p/>
          </p:txBody>
        </p:sp>
        <p:sp>
          <p:nvSpPr>
            <p:cNvPr id="865" name="object 865"/>
            <p:cNvSpPr/>
            <p:nvPr/>
          </p:nvSpPr>
          <p:spPr>
            <a:xfrm>
              <a:off x="2540000" y="12877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76B"/>
            </a:solidFill>
          </p:spPr>
          <p:txBody>
            <a:bodyPr wrap="square" lIns="0" tIns="0" rIns="0" bIns="0" rtlCol="0"/>
            <a:lstStyle/>
            <a:p/>
          </p:txBody>
        </p:sp>
        <p:sp>
          <p:nvSpPr>
            <p:cNvPr id="866" name="object 866"/>
            <p:cNvSpPr/>
            <p:nvPr/>
          </p:nvSpPr>
          <p:spPr>
            <a:xfrm>
              <a:off x="2540000" y="12954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76C"/>
            </a:solidFill>
          </p:spPr>
          <p:txBody>
            <a:bodyPr wrap="square" lIns="0" tIns="0" rIns="0" bIns="0" rtlCol="0"/>
            <a:lstStyle/>
            <a:p/>
          </p:txBody>
        </p:sp>
        <p:sp>
          <p:nvSpPr>
            <p:cNvPr id="867" name="object 867"/>
            <p:cNvSpPr/>
            <p:nvPr/>
          </p:nvSpPr>
          <p:spPr>
            <a:xfrm>
              <a:off x="2540000" y="13030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76E"/>
            </a:solidFill>
          </p:spPr>
          <p:txBody>
            <a:bodyPr wrap="square" lIns="0" tIns="0" rIns="0" bIns="0" rtlCol="0"/>
            <a:lstStyle/>
            <a:p/>
          </p:txBody>
        </p:sp>
        <p:sp>
          <p:nvSpPr>
            <p:cNvPr id="868" name="object 868"/>
            <p:cNvSpPr/>
            <p:nvPr/>
          </p:nvSpPr>
          <p:spPr>
            <a:xfrm>
              <a:off x="2540000" y="13093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670"/>
            </a:solidFill>
          </p:spPr>
          <p:txBody>
            <a:bodyPr wrap="square" lIns="0" tIns="0" rIns="0" bIns="0" rtlCol="0"/>
            <a:lstStyle/>
            <a:p/>
          </p:txBody>
        </p:sp>
        <p:sp>
          <p:nvSpPr>
            <p:cNvPr id="869" name="object 869"/>
            <p:cNvSpPr/>
            <p:nvPr/>
          </p:nvSpPr>
          <p:spPr>
            <a:xfrm>
              <a:off x="2540000" y="13169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672"/>
            </a:solidFill>
          </p:spPr>
          <p:txBody>
            <a:bodyPr wrap="square" lIns="0" tIns="0" rIns="0" bIns="0" rtlCol="0"/>
            <a:lstStyle/>
            <a:p/>
          </p:txBody>
        </p:sp>
        <p:sp>
          <p:nvSpPr>
            <p:cNvPr id="870" name="object 870"/>
            <p:cNvSpPr/>
            <p:nvPr/>
          </p:nvSpPr>
          <p:spPr>
            <a:xfrm>
              <a:off x="2540000" y="13246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573"/>
            </a:solidFill>
          </p:spPr>
          <p:txBody>
            <a:bodyPr wrap="square" lIns="0" tIns="0" rIns="0" bIns="0" rtlCol="0"/>
            <a:lstStyle/>
            <a:p/>
          </p:txBody>
        </p:sp>
        <p:sp>
          <p:nvSpPr>
            <p:cNvPr id="871" name="object 871"/>
            <p:cNvSpPr/>
            <p:nvPr/>
          </p:nvSpPr>
          <p:spPr>
            <a:xfrm>
              <a:off x="2540000" y="13309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575"/>
            </a:solidFill>
          </p:spPr>
          <p:txBody>
            <a:bodyPr wrap="square" lIns="0" tIns="0" rIns="0" bIns="0" rtlCol="0"/>
            <a:lstStyle/>
            <a:p/>
          </p:txBody>
        </p:sp>
        <p:sp>
          <p:nvSpPr>
            <p:cNvPr id="872" name="object 872"/>
            <p:cNvSpPr/>
            <p:nvPr/>
          </p:nvSpPr>
          <p:spPr>
            <a:xfrm>
              <a:off x="2540000" y="13385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477"/>
            </a:solidFill>
          </p:spPr>
          <p:txBody>
            <a:bodyPr wrap="square" lIns="0" tIns="0" rIns="0" bIns="0" rtlCol="0"/>
            <a:lstStyle/>
            <a:p/>
          </p:txBody>
        </p:sp>
        <p:sp>
          <p:nvSpPr>
            <p:cNvPr id="873" name="object 873"/>
            <p:cNvSpPr/>
            <p:nvPr/>
          </p:nvSpPr>
          <p:spPr>
            <a:xfrm>
              <a:off x="2540000" y="13462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479"/>
            </a:solidFill>
          </p:spPr>
          <p:txBody>
            <a:bodyPr wrap="square" lIns="0" tIns="0" rIns="0" bIns="0" rtlCol="0"/>
            <a:lstStyle/>
            <a:p/>
          </p:txBody>
        </p:sp>
        <p:sp>
          <p:nvSpPr>
            <p:cNvPr id="874" name="object 874"/>
            <p:cNvSpPr/>
            <p:nvPr/>
          </p:nvSpPr>
          <p:spPr>
            <a:xfrm>
              <a:off x="2540000" y="13525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47A"/>
            </a:solidFill>
          </p:spPr>
          <p:txBody>
            <a:bodyPr wrap="square" lIns="0" tIns="0" rIns="0" bIns="0" rtlCol="0"/>
            <a:lstStyle/>
            <a:p/>
          </p:txBody>
        </p:sp>
        <p:sp>
          <p:nvSpPr>
            <p:cNvPr id="875" name="object 875"/>
            <p:cNvSpPr/>
            <p:nvPr/>
          </p:nvSpPr>
          <p:spPr>
            <a:xfrm>
              <a:off x="2540000" y="13601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37C"/>
            </a:solidFill>
          </p:spPr>
          <p:txBody>
            <a:bodyPr wrap="square" lIns="0" tIns="0" rIns="0" bIns="0" rtlCol="0"/>
            <a:lstStyle/>
            <a:p/>
          </p:txBody>
        </p:sp>
        <p:sp>
          <p:nvSpPr>
            <p:cNvPr id="876" name="object 876"/>
            <p:cNvSpPr/>
            <p:nvPr/>
          </p:nvSpPr>
          <p:spPr>
            <a:xfrm>
              <a:off x="2540000" y="13677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37E"/>
            </a:solidFill>
          </p:spPr>
          <p:txBody>
            <a:bodyPr wrap="square" lIns="0" tIns="0" rIns="0" bIns="0" rtlCol="0"/>
            <a:lstStyle/>
            <a:p/>
          </p:txBody>
        </p:sp>
        <p:sp>
          <p:nvSpPr>
            <p:cNvPr id="877" name="object 877"/>
            <p:cNvSpPr/>
            <p:nvPr/>
          </p:nvSpPr>
          <p:spPr>
            <a:xfrm>
              <a:off x="2540000" y="13741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280"/>
            </a:solidFill>
          </p:spPr>
          <p:txBody>
            <a:bodyPr wrap="square" lIns="0" tIns="0" rIns="0" bIns="0" rtlCol="0"/>
            <a:lstStyle/>
            <a:p/>
          </p:txBody>
        </p:sp>
        <p:sp>
          <p:nvSpPr>
            <p:cNvPr id="878" name="object 878"/>
            <p:cNvSpPr/>
            <p:nvPr/>
          </p:nvSpPr>
          <p:spPr>
            <a:xfrm>
              <a:off x="2540000" y="13817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281"/>
            </a:solidFill>
          </p:spPr>
          <p:txBody>
            <a:bodyPr wrap="square" lIns="0" tIns="0" rIns="0" bIns="0" rtlCol="0"/>
            <a:lstStyle/>
            <a:p/>
          </p:txBody>
        </p:sp>
        <p:sp>
          <p:nvSpPr>
            <p:cNvPr id="879" name="object 879"/>
            <p:cNvSpPr/>
            <p:nvPr/>
          </p:nvSpPr>
          <p:spPr>
            <a:xfrm>
              <a:off x="2540000" y="13893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183"/>
            </a:solidFill>
          </p:spPr>
          <p:txBody>
            <a:bodyPr wrap="square" lIns="0" tIns="0" rIns="0" bIns="0" rtlCol="0"/>
            <a:lstStyle/>
            <a:p/>
          </p:txBody>
        </p:sp>
        <p:sp>
          <p:nvSpPr>
            <p:cNvPr id="880" name="object 880"/>
            <p:cNvSpPr/>
            <p:nvPr/>
          </p:nvSpPr>
          <p:spPr>
            <a:xfrm>
              <a:off x="2540000" y="13957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185"/>
            </a:solidFill>
          </p:spPr>
          <p:txBody>
            <a:bodyPr wrap="square" lIns="0" tIns="0" rIns="0" bIns="0" rtlCol="0"/>
            <a:lstStyle/>
            <a:p/>
          </p:txBody>
        </p:sp>
        <p:sp>
          <p:nvSpPr>
            <p:cNvPr id="881" name="object 881"/>
            <p:cNvSpPr/>
            <p:nvPr/>
          </p:nvSpPr>
          <p:spPr>
            <a:xfrm>
              <a:off x="2540000" y="14033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1087"/>
            </a:solidFill>
          </p:spPr>
          <p:txBody>
            <a:bodyPr wrap="square" lIns="0" tIns="0" rIns="0" bIns="0" rtlCol="0"/>
            <a:lstStyle/>
            <a:p/>
          </p:txBody>
        </p:sp>
        <p:sp>
          <p:nvSpPr>
            <p:cNvPr id="882" name="object 882"/>
            <p:cNvSpPr/>
            <p:nvPr/>
          </p:nvSpPr>
          <p:spPr>
            <a:xfrm>
              <a:off x="2540000" y="14109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1088"/>
            </a:solidFill>
          </p:spPr>
          <p:txBody>
            <a:bodyPr wrap="square" lIns="0" tIns="0" rIns="0" bIns="0" rtlCol="0"/>
            <a:lstStyle/>
            <a:p/>
          </p:txBody>
        </p:sp>
        <p:sp>
          <p:nvSpPr>
            <p:cNvPr id="883" name="object 883"/>
            <p:cNvSpPr/>
            <p:nvPr/>
          </p:nvSpPr>
          <p:spPr>
            <a:xfrm>
              <a:off x="2540000" y="14173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108A"/>
            </a:solidFill>
          </p:spPr>
          <p:txBody>
            <a:bodyPr wrap="square" lIns="0" tIns="0" rIns="0" bIns="0" rtlCol="0"/>
            <a:lstStyle/>
            <a:p/>
          </p:txBody>
        </p:sp>
        <p:sp>
          <p:nvSpPr>
            <p:cNvPr id="884" name="object 884"/>
            <p:cNvSpPr/>
            <p:nvPr/>
          </p:nvSpPr>
          <p:spPr>
            <a:xfrm>
              <a:off x="2540000" y="14249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F8C"/>
            </a:solidFill>
          </p:spPr>
          <p:txBody>
            <a:bodyPr wrap="square" lIns="0" tIns="0" rIns="0" bIns="0" rtlCol="0"/>
            <a:lstStyle/>
            <a:p/>
          </p:txBody>
        </p:sp>
        <p:sp>
          <p:nvSpPr>
            <p:cNvPr id="885" name="object 885"/>
            <p:cNvSpPr/>
            <p:nvPr/>
          </p:nvSpPr>
          <p:spPr>
            <a:xfrm>
              <a:off x="2540000" y="14325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F8D"/>
            </a:solidFill>
          </p:spPr>
          <p:txBody>
            <a:bodyPr wrap="square" lIns="0" tIns="0" rIns="0" bIns="0" rtlCol="0"/>
            <a:lstStyle/>
            <a:p/>
          </p:txBody>
        </p:sp>
        <p:sp>
          <p:nvSpPr>
            <p:cNvPr id="886" name="object 886"/>
            <p:cNvSpPr/>
            <p:nvPr/>
          </p:nvSpPr>
          <p:spPr>
            <a:xfrm>
              <a:off x="2540000" y="14389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E8F"/>
            </a:solidFill>
          </p:spPr>
          <p:txBody>
            <a:bodyPr wrap="square" lIns="0" tIns="0" rIns="0" bIns="0" rtlCol="0"/>
            <a:lstStyle/>
            <a:p/>
          </p:txBody>
        </p:sp>
        <p:sp>
          <p:nvSpPr>
            <p:cNvPr id="887" name="object 887"/>
            <p:cNvSpPr/>
            <p:nvPr/>
          </p:nvSpPr>
          <p:spPr>
            <a:xfrm>
              <a:off x="2540000" y="14465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E91"/>
            </a:solidFill>
          </p:spPr>
          <p:txBody>
            <a:bodyPr wrap="square" lIns="0" tIns="0" rIns="0" bIns="0" rtlCol="0"/>
            <a:lstStyle/>
            <a:p/>
          </p:txBody>
        </p:sp>
        <p:sp>
          <p:nvSpPr>
            <p:cNvPr id="888" name="object 888"/>
            <p:cNvSpPr/>
            <p:nvPr/>
          </p:nvSpPr>
          <p:spPr>
            <a:xfrm>
              <a:off x="2540000" y="145415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D93"/>
            </a:solidFill>
          </p:spPr>
          <p:txBody>
            <a:bodyPr wrap="square" lIns="0" tIns="0" rIns="0" bIns="0" rtlCol="0"/>
            <a:lstStyle/>
            <a:p/>
          </p:txBody>
        </p:sp>
        <p:sp>
          <p:nvSpPr>
            <p:cNvPr id="889" name="object 889"/>
            <p:cNvSpPr/>
            <p:nvPr/>
          </p:nvSpPr>
          <p:spPr>
            <a:xfrm>
              <a:off x="2540000" y="1460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D94"/>
            </a:solidFill>
          </p:spPr>
          <p:txBody>
            <a:bodyPr wrap="square" lIns="0" tIns="0" rIns="0" bIns="0" rtlCol="0"/>
            <a:lstStyle/>
            <a:p/>
          </p:txBody>
        </p:sp>
        <p:sp>
          <p:nvSpPr>
            <p:cNvPr id="890" name="object 890"/>
            <p:cNvSpPr/>
            <p:nvPr/>
          </p:nvSpPr>
          <p:spPr>
            <a:xfrm>
              <a:off x="2540000" y="14681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D96"/>
            </a:solidFill>
          </p:spPr>
          <p:txBody>
            <a:bodyPr wrap="square" lIns="0" tIns="0" rIns="0" bIns="0" rtlCol="0"/>
            <a:lstStyle/>
            <a:p/>
          </p:txBody>
        </p:sp>
        <p:sp>
          <p:nvSpPr>
            <p:cNvPr id="891" name="object 891"/>
            <p:cNvSpPr/>
            <p:nvPr/>
          </p:nvSpPr>
          <p:spPr>
            <a:xfrm>
              <a:off x="2540000" y="147574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C98"/>
            </a:solidFill>
          </p:spPr>
          <p:txBody>
            <a:bodyPr wrap="square" lIns="0" tIns="0" rIns="0" bIns="0" rtlCol="0"/>
            <a:lstStyle/>
            <a:p/>
          </p:txBody>
        </p:sp>
        <p:sp>
          <p:nvSpPr>
            <p:cNvPr id="892" name="object 892"/>
            <p:cNvSpPr/>
            <p:nvPr/>
          </p:nvSpPr>
          <p:spPr>
            <a:xfrm>
              <a:off x="2540000" y="14820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C9A"/>
            </a:solidFill>
          </p:spPr>
          <p:txBody>
            <a:bodyPr wrap="square" lIns="0" tIns="0" rIns="0" bIns="0" rtlCol="0"/>
            <a:lstStyle/>
            <a:p/>
          </p:txBody>
        </p:sp>
        <p:sp>
          <p:nvSpPr>
            <p:cNvPr id="893" name="object 893"/>
            <p:cNvSpPr/>
            <p:nvPr/>
          </p:nvSpPr>
          <p:spPr>
            <a:xfrm>
              <a:off x="2540000" y="14897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B9B"/>
            </a:solidFill>
          </p:spPr>
          <p:txBody>
            <a:bodyPr wrap="square" lIns="0" tIns="0" rIns="0" bIns="0" rtlCol="0"/>
            <a:lstStyle/>
            <a:p/>
          </p:txBody>
        </p:sp>
        <p:sp>
          <p:nvSpPr>
            <p:cNvPr id="894" name="object 894"/>
            <p:cNvSpPr/>
            <p:nvPr/>
          </p:nvSpPr>
          <p:spPr>
            <a:xfrm>
              <a:off x="2540000" y="14973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B9D"/>
            </a:solidFill>
          </p:spPr>
          <p:txBody>
            <a:bodyPr wrap="square" lIns="0" tIns="0" rIns="0" bIns="0" rtlCol="0"/>
            <a:lstStyle/>
            <a:p/>
          </p:txBody>
        </p:sp>
        <p:sp>
          <p:nvSpPr>
            <p:cNvPr id="895" name="object 895"/>
            <p:cNvSpPr/>
            <p:nvPr/>
          </p:nvSpPr>
          <p:spPr>
            <a:xfrm>
              <a:off x="2540000" y="1503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A9F"/>
            </a:solidFill>
          </p:spPr>
          <p:txBody>
            <a:bodyPr wrap="square" lIns="0" tIns="0" rIns="0" bIns="0" rtlCol="0"/>
            <a:lstStyle/>
            <a:p/>
          </p:txBody>
        </p:sp>
        <p:sp>
          <p:nvSpPr>
            <p:cNvPr id="896" name="object 896"/>
            <p:cNvSpPr/>
            <p:nvPr/>
          </p:nvSpPr>
          <p:spPr>
            <a:xfrm>
              <a:off x="2540000" y="1511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AA1"/>
            </a:solidFill>
          </p:spPr>
          <p:txBody>
            <a:bodyPr wrap="square" lIns="0" tIns="0" rIns="0" bIns="0" rtlCol="0"/>
            <a:lstStyle/>
            <a:p/>
          </p:txBody>
        </p:sp>
        <p:sp>
          <p:nvSpPr>
            <p:cNvPr id="897" name="object 897"/>
            <p:cNvSpPr/>
            <p:nvPr/>
          </p:nvSpPr>
          <p:spPr>
            <a:xfrm>
              <a:off x="2540000" y="1518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AA2"/>
            </a:solidFill>
          </p:spPr>
          <p:txBody>
            <a:bodyPr wrap="square" lIns="0" tIns="0" rIns="0" bIns="0" rtlCol="0"/>
            <a:lstStyle/>
            <a:p/>
          </p:txBody>
        </p:sp>
        <p:sp>
          <p:nvSpPr>
            <p:cNvPr id="898" name="object 898"/>
            <p:cNvSpPr/>
            <p:nvPr/>
          </p:nvSpPr>
          <p:spPr>
            <a:xfrm>
              <a:off x="2540000" y="1525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9A4"/>
            </a:solidFill>
          </p:spPr>
          <p:txBody>
            <a:bodyPr wrap="square" lIns="0" tIns="0" rIns="0" bIns="0" rtlCol="0"/>
            <a:lstStyle/>
            <a:p/>
          </p:txBody>
        </p:sp>
        <p:sp>
          <p:nvSpPr>
            <p:cNvPr id="899" name="object 899"/>
            <p:cNvSpPr/>
            <p:nvPr/>
          </p:nvSpPr>
          <p:spPr>
            <a:xfrm>
              <a:off x="2540000" y="1532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9A6"/>
            </a:solidFill>
          </p:spPr>
          <p:txBody>
            <a:bodyPr wrap="square" lIns="0" tIns="0" rIns="0" bIns="0" rtlCol="0"/>
            <a:lstStyle/>
            <a:p/>
          </p:txBody>
        </p:sp>
        <p:sp>
          <p:nvSpPr>
            <p:cNvPr id="900" name="object 900"/>
            <p:cNvSpPr/>
            <p:nvPr/>
          </p:nvSpPr>
          <p:spPr>
            <a:xfrm>
              <a:off x="2540000" y="1540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8A8"/>
            </a:solidFill>
          </p:spPr>
          <p:txBody>
            <a:bodyPr wrap="square" lIns="0" tIns="0" rIns="0" bIns="0" rtlCol="0"/>
            <a:lstStyle/>
            <a:p/>
          </p:txBody>
        </p:sp>
        <p:sp>
          <p:nvSpPr>
            <p:cNvPr id="901" name="object 901"/>
            <p:cNvSpPr/>
            <p:nvPr/>
          </p:nvSpPr>
          <p:spPr>
            <a:xfrm>
              <a:off x="2540000" y="1546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8A9"/>
            </a:solidFill>
          </p:spPr>
          <p:txBody>
            <a:bodyPr wrap="square" lIns="0" tIns="0" rIns="0" bIns="0" rtlCol="0"/>
            <a:lstStyle/>
            <a:p/>
          </p:txBody>
        </p:sp>
        <p:sp>
          <p:nvSpPr>
            <p:cNvPr id="902" name="object 902"/>
            <p:cNvSpPr/>
            <p:nvPr/>
          </p:nvSpPr>
          <p:spPr>
            <a:xfrm>
              <a:off x="2540000" y="1554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7AB"/>
            </a:solidFill>
          </p:spPr>
          <p:txBody>
            <a:bodyPr wrap="square" lIns="0" tIns="0" rIns="0" bIns="0" rtlCol="0"/>
            <a:lstStyle/>
            <a:p/>
          </p:txBody>
        </p:sp>
        <p:sp>
          <p:nvSpPr>
            <p:cNvPr id="903" name="object 903"/>
            <p:cNvSpPr/>
            <p:nvPr/>
          </p:nvSpPr>
          <p:spPr>
            <a:xfrm>
              <a:off x="2540000" y="1562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7AD"/>
            </a:solidFill>
          </p:spPr>
          <p:txBody>
            <a:bodyPr wrap="square" lIns="0" tIns="0" rIns="0" bIns="0" rtlCol="0"/>
            <a:lstStyle/>
            <a:p/>
          </p:txBody>
        </p:sp>
        <p:sp>
          <p:nvSpPr>
            <p:cNvPr id="904" name="object 904"/>
            <p:cNvSpPr/>
            <p:nvPr/>
          </p:nvSpPr>
          <p:spPr>
            <a:xfrm>
              <a:off x="2540000" y="1568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6AF"/>
            </a:solidFill>
          </p:spPr>
          <p:txBody>
            <a:bodyPr wrap="square" lIns="0" tIns="0" rIns="0" bIns="0" rtlCol="0"/>
            <a:lstStyle/>
            <a:p/>
          </p:txBody>
        </p:sp>
        <p:sp>
          <p:nvSpPr>
            <p:cNvPr id="905" name="object 905"/>
            <p:cNvSpPr/>
            <p:nvPr/>
          </p:nvSpPr>
          <p:spPr>
            <a:xfrm>
              <a:off x="2540000" y="1576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6B0"/>
            </a:solidFill>
          </p:spPr>
          <p:txBody>
            <a:bodyPr wrap="square" lIns="0" tIns="0" rIns="0" bIns="0" rtlCol="0"/>
            <a:lstStyle/>
            <a:p/>
          </p:txBody>
        </p:sp>
        <p:sp>
          <p:nvSpPr>
            <p:cNvPr id="906" name="object 906"/>
            <p:cNvSpPr/>
            <p:nvPr/>
          </p:nvSpPr>
          <p:spPr>
            <a:xfrm>
              <a:off x="2540000" y="15836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6B2"/>
            </a:solidFill>
          </p:spPr>
          <p:txBody>
            <a:bodyPr wrap="square" lIns="0" tIns="0" rIns="0" bIns="0" rtlCol="0"/>
            <a:lstStyle/>
            <a:p/>
          </p:txBody>
        </p:sp>
        <p:sp>
          <p:nvSpPr>
            <p:cNvPr id="907" name="object 907"/>
            <p:cNvSpPr/>
            <p:nvPr/>
          </p:nvSpPr>
          <p:spPr>
            <a:xfrm>
              <a:off x="2540000" y="15900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5B4"/>
            </a:solidFill>
          </p:spPr>
          <p:txBody>
            <a:bodyPr wrap="square" lIns="0" tIns="0" rIns="0" bIns="0" rtlCol="0"/>
            <a:lstStyle/>
            <a:p/>
          </p:txBody>
        </p:sp>
        <p:sp>
          <p:nvSpPr>
            <p:cNvPr id="908" name="object 908"/>
            <p:cNvSpPr/>
            <p:nvPr/>
          </p:nvSpPr>
          <p:spPr>
            <a:xfrm>
              <a:off x="2540000" y="1597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5B6"/>
            </a:solidFill>
          </p:spPr>
          <p:txBody>
            <a:bodyPr wrap="square" lIns="0" tIns="0" rIns="0" bIns="0" rtlCol="0"/>
            <a:lstStyle/>
            <a:p/>
          </p:txBody>
        </p:sp>
        <p:sp>
          <p:nvSpPr>
            <p:cNvPr id="909" name="object 909"/>
            <p:cNvSpPr/>
            <p:nvPr/>
          </p:nvSpPr>
          <p:spPr>
            <a:xfrm>
              <a:off x="2540000" y="16052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4B7"/>
            </a:solidFill>
          </p:spPr>
          <p:txBody>
            <a:bodyPr wrap="square" lIns="0" tIns="0" rIns="0" bIns="0" rtlCol="0"/>
            <a:lstStyle/>
            <a:p/>
          </p:txBody>
        </p:sp>
        <p:sp>
          <p:nvSpPr>
            <p:cNvPr id="910" name="object 910"/>
            <p:cNvSpPr/>
            <p:nvPr/>
          </p:nvSpPr>
          <p:spPr>
            <a:xfrm>
              <a:off x="2540000" y="1611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4B9"/>
            </a:solidFill>
          </p:spPr>
          <p:txBody>
            <a:bodyPr wrap="square" lIns="0" tIns="0" rIns="0" bIns="0" rtlCol="0"/>
            <a:lstStyle/>
            <a:p/>
          </p:txBody>
        </p:sp>
        <p:sp>
          <p:nvSpPr>
            <p:cNvPr id="911" name="object 911"/>
            <p:cNvSpPr/>
            <p:nvPr/>
          </p:nvSpPr>
          <p:spPr>
            <a:xfrm>
              <a:off x="2540000" y="1619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3BB"/>
            </a:solidFill>
          </p:spPr>
          <p:txBody>
            <a:bodyPr wrap="square" lIns="0" tIns="0" rIns="0" bIns="0" rtlCol="0"/>
            <a:lstStyle/>
            <a:p/>
          </p:txBody>
        </p:sp>
        <p:sp>
          <p:nvSpPr>
            <p:cNvPr id="912" name="object 912"/>
            <p:cNvSpPr/>
            <p:nvPr/>
          </p:nvSpPr>
          <p:spPr>
            <a:xfrm>
              <a:off x="2540000" y="16268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3BD"/>
            </a:solidFill>
          </p:spPr>
          <p:txBody>
            <a:bodyPr wrap="square" lIns="0" tIns="0" rIns="0" bIns="0" rtlCol="0"/>
            <a:lstStyle/>
            <a:p/>
          </p:txBody>
        </p:sp>
        <p:sp>
          <p:nvSpPr>
            <p:cNvPr id="913" name="object 913"/>
            <p:cNvSpPr/>
            <p:nvPr/>
          </p:nvSpPr>
          <p:spPr>
            <a:xfrm>
              <a:off x="2540000" y="16332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3BE"/>
            </a:solidFill>
          </p:spPr>
          <p:txBody>
            <a:bodyPr wrap="square" lIns="0" tIns="0" rIns="0" bIns="0" rtlCol="0"/>
            <a:lstStyle/>
            <a:p/>
          </p:txBody>
        </p:sp>
        <p:sp>
          <p:nvSpPr>
            <p:cNvPr id="914" name="object 914"/>
            <p:cNvSpPr/>
            <p:nvPr/>
          </p:nvSpPr>
          <p:spPr>
            <a:xfrm>
              <a:off x="2540000" y="1640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2C0"/>
            </a:solidFill>
          </p:spPr>
          <p:txBody>
            <a:bodyPr wrap="square" lIns="0" tIns="0" rIns="0" bIns="0" rtlCol="0"/>
            <a:lstStyle/>
            <a:p/>
          </p:txBody>
        </p:sp>
        <p:sp>
          <p:nvSpPr>
            <p:cNvPr id="915" name="object 915"/>
            <p:cNvSpPr/>
            <p:nvPr/>
          </p:nvSpPr>
          <p:spPr>
            <a:xfrm>
              <a:off x="2540000" y="16484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02C2"/>
            </a:solidFill>
          </p:spPr>
          <p:txBody>
            <a:bodyPr wrap="square" lIns="0" tIns="0" rIns="0" bIns="0" rtlCol="0"/>
            <a:lstStyle/>
            <a:p/>
          </p:txBody>
        </p:sp>
        <p:sp>
          <p:nvSpPr>
            <p:cNvPr id="916" name="object 916"/>
            <p:cNvSpPr/>
            <p:nvPr/>
          </p:nvSpPr>
          <p:spPr>
            <a:xfrm>
              <a:off x="2540000" y="1654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01C4"/>
            </a:solidFill>
          </p:spPr>
          <p:txBody>
            <a:bodyPr wrap="square" lIns="0" tIns="0" rIns="0" bIns="0" rtlCol="0"/>
            <a:lstStyle/>
            <a:p/>
          </p:txBody>
        </p:sp>
        <p:sp>
          <p:nvSpPr>
            <p:cNvPr id="917" name="object 917"/>
            <p:cNvSpPr/>
            <p:nvPr/>
          </p:nvSpPr>
          <p:spPr>
            <a:xfrm>
              <a:off x="2540000" y="1662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1C5"/>
            </a:solidFill>
          </p:spPr>
          <p:txBody>
            <a:bodyPr wrap="square" lIns="0" tIns="0" rIns="0" bIns="0" rtlCol="0"/>
            <a:lstStyle/>
            <a:p/>
          </p:txBody>
        </p:sp>
        <p:sp>
          <p:nvSpPr>
            <p:cNvPr id="918" name="object 918"/>
            <p:cNvSpPr/>
            <p:nvPr/>
          </p:nvSpPr>
          <p:spPr>
            <a:xfrm>
              <a:off x="2540000" y="1670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00C7"/>
            </a:solidFill>
          </p:spPr>
          <p:txBody>
            <a:bodyPr wrap="square" lIns="0" tIns="0" rIns="0" bIns="0" rtlCol="0"/>
            <a:lstStyle/>
            <a:p/>
          </p:txBody>
        </p:sp>
      </p:grpSp>
      <p:grpSp>
        <p:nvGrpSpPr>
          <p:cNvPr id="919" name="object 919"/>
          <p:cNvGrpSpPr/>
          <p:nvPr/>
        </p:nvGrpSpPr>
        <p:grpSpPr>
          <a:xfrm>
            <a:off x="2708910" y="1056639"/>
            <a:ext cx="213360" cy="633730"/>
            <a:chOff x="2708910" y="1056639"/>
            <a:chExt cx="213360" cy="633730"/>
          </a:xfrm>
        </p:grpSpPr>
        <p:sp>
          <p:nvSpPr>
            <p:cNvPr id="920" name="object 920"/>
            <p:cNvSpPr/>
            <p:nvPr/>
          </p:nvSpPr>
          <p:spPr>
            <a:xfrm>
              <a:off x="2794000"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1909" y="3810"/>
                  </a:moveTo>
                  <a:lnTo>
                    <a:pt x="2539" y="3810"/>
                  </a:lnTo>
                  <a:lnTo>
                    <a:pt x="2539" y="5080"/>
                  </a:lnTo>
                  <a:lnTo>
                    <a:pt x="41909" y="5080"/>
                  </a:lnTo>
                  <a:lnTo>
                    <a:pt x="41909" y="3810"/>
                  </a:lnTo>
                  <a:close/>
                </a:path>
                <a:path w="44450" h="6350">
                  <a:moveTo>
                    <a:pt x="38100" y="2539"/>
                  </a:moveTo>
                  <a:lnTo>
                    <a:pt x="5080" y="2539"/>
                  </a:lnTo>
                  <a:lnTo>
                    <a:pt x="5080" y="3810"/>
                  </a:lnTo>
                  <a:lnTo>
                    <a:pt x="38100" y="3810"/>
                  </a:lnTo>
                  <a:lnTo>
                    <a:pt x="38100" y="2539"/>
                  </a:lnTo>
                  <a:close/>
                </a:path>
                <a:path w="44450" h="6350">
                  <a:moveTo>
                    <a:pt x="35559" y="1270"/>
                  </a:moveTo>
                  <a:lnTo>
                    <a:pt x="8889" y="1270"/>
                  </a:lnTo>
                  <a:lnTo>
                    <a:pt x="8889" y="2539"/>
                  </a:lnTo>
                  <a:lnTo>
                    <a:pt x="35559" y="2539"/>
                  </a:lnTo>
                  <a:lnTo>
                    <a:pt x="35559" y="1270"/>
                  </a:lnTo>
                  <a:close/>
                </a:path>
                <a:path w="44450" h="6350">
                  <a:moveTo>
                    <a:pt x="21589" y="0"/>
                  </a:moveTo>
                  <a:lnTo>
                    <a:pt x="20319" y="0"/>
                  </a:lnTo>
                  <a:lnTo>
                    <a:pt x="20319" y="1270"/>
                  </a:lnTo>
                  <a:lnTo>
                    <a:pt x="21589" y="1270"/>
                  </a:lnTo>
                  <a:lnTo>
                    <a:pt x="21589" y="0"/>
                  </a:lnTo>
                  <a:close/>
                </a:path>
              </a:pathLst>
            </a:custGeom>
            <a:solidFill>
              <a:srgbClr val="003300"/>
            </a:solidFill>
          </p:spPr>
          <p:txBody>
            <a:bodyPr wrap="square" lIns="0" tIns="0" rIns="0" bIns="0" rtlCol="0"/>
            <a:lstStyle/>
            <a:p/>
          </p:txBody>
        </p:sp>
        <p:sp>
          <p:nvSpPr>
            <p:cNvPr id="921" name="object 921"/>
            <p:cNvSpPr/>
            <p:nvPr/>
          </p:nvSpPr>
          <p:spPr>
            <a:xfrm>
              <a:off x="2780030" y="1062989"/>
              <a:ext cx="69850" cy="7620"/>
            </a:xfrm>
            <a:custGeom>
              <a:avLst/>
              <a:gdLst/>
              <a:ahLst/>
              <a:cxnLst/>
              <a:rect l="l" t="t" r="r" b="b"/>
              <a:pathLst>
                <a:path w="69850" h="7619">
                  <a:moveTo>
                    <a:pt x="69850" y="6350"/>
                  </a:moveTo>
                  <a:lnTo>
                    <a:pt x="0" y="6350"/>
                  </a:lnTo>
                  <a:lnTo>
                    <a:pt x="0" y="7620"/>
                  </a:lnTo>
                  <a:lnTo>
                    <a:pt x="69850" y="7620"/>
                  </a:lnTo>
                  <a:lnTo>
                    <a:pt x="69850" y="6350"/>
                  </a:lnTo>
                  <a:close/>
                </a:path>
                <a:path w="69850" h="7619">
                  <a:moveTo>
                    <a:pt x="68580" y="5080"/>
                  </a:moveTo>
                  <a:lnTo>
                    <a:pt x="1269" y="5080"/>
                  </a:lnTo>
                  <a:lnTo>
                    <a:pt x="1269" y="6350"/>
                  </a:lnTo>
                  <a:lnTo>
                    <a:pt x="68580" y="6350"/>
                  </a:lnTo>
                  <a:lnTo>
                    <a:pt x="68580" y="5080"/>
                  </a:lnTo>
                  <a:close/>
                </a:path>
                <a:path w="69850" h="7619">
                  <a:moveTo>
                    <a:pt x="67309" y="3810"/>
                  </a:moveTo>
                  <a:lnTo>
                    <a:pt x="3809" y="3810"/>
                  </a:lnTo>
                  <a:lnTo>
                    <a:pt x="3809" y="5080"/>
                  </a:lnTo>
                  <a:lnTo>
                    <a:pt x="67309" y="5080"/>
                  </a:lnTo>
                  <a:lnTo>
                    <a:pt x="67309" y="3810"/>
                  </a:lnTo>
                  <a:close/>
                </a:path>
                <a:path w="69850" h="7619">
                  <a:moveTo>
                    <a:pt x="64769" y="2539"/>
                  </a:moveTo>
                  <a:lnTo>
                    <a:pt x="6350" y="2539"/>
                  </a:lnTo>
                  <a:lnTo>
                    <a:pt x="6350" y="3810"/>
                  </a:lnTo>
                  <a:lnTo>
                    <a:pt x="64769" y="3810"/>
                  </a:lnTo>
                  <a:lnTo>
                    <a:pt x="64769" y="2539"/>
                  </a:lnTo>
                  <a:close/>
                </a:path>
                <a:path w="69850" h="7619">
                  <a:moveTo>
                    <a:pt x="63500" y="1270"/>
                  </a:moveTo>
                  <a:lnTo>
                    <a:pt x="7619" y="1270"/>
                  </a:lnTo>
                  <a:lnTo>
                    <a:pt x="7619" y="2539"/>
                  </a:lnTo>
                  <a:lnTo>
                    <a:pt x="63500" y="2539"/>
                  </a:lnTo>
                  <a:lnTo>
                    <a:pt x="63500" y="1270"/>
                  </a:lnTo>
                  <a:close/>
                </a:path>
                <a:path w="69850" h="7619">
                  <a:moveTo>
                    <a:pt x="62230" y="0"/>
                  </a:moveTo>
                  <a:lnTo>
                    <a:pt x="11430" y="0"/>
                  </a:lnTo>
                  <a:lnTo>
                    <a:pt x="11430" y="1270"/>
                  </a:lnTo>
                  <a:lnTo>
                    <a:pt x="62230" y="1270"/>
                  </a:lnTo>
                  <a:lnTo>
                    <a:pt x="62230" y="0"/>
                  </a:lnTo>
                  <a:close/>
                </a:path>
              </a:pathLst>
            </a:custGeom>
            <a:solidFill>
              <a:srgbClr val="003301"/>
            </a:solidFill>
          </p:spPr>
          <p:txBody>
            <a:bodyPr wrap="square" lIns="0" tIns="0" rIns="0" bIns="0" rtlCol="0"/>
            <a:lstStyle/>
            <a:p/>
          </p:txBody>
        </p:sp>
        <p:sp>
          <p:nvSpPr>
            <p:cNvPr id="922" name="object 922"/>
            <p:cNvSpPr/>
            <p:nvPr/>
          </p:nvSpPr>
          <p:spPr>
            <a:xfrm>
              <a:off x="2774950"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69" y="3810"/>
                  </a:lnTo>
                  <a:lnTo>
                    <a:pt x="1269" y="5079"/>
                  </a:lnTo>
                  <a:lnTo>
                    <a:pt x="81280" y="5079"/>
                  </a:lnTo>
                  <a:lnTo>
                    <a:pt x="81280" y="3810"/>
                  </a:lnTo>
                  <a:close/>
                </a:path>
                <a:path w="82550" h="6350">
                  <a:moveTo>
                    <a:pt x="80009" y="2539"/>
                  </a:moveTo>
                  <a:lnTo>
                    <a:pt x="2539" y="2539"/>
                  </a:lnTo>
                  <a:lnTo>
                    <a:pt x="2539" y="3810"/>
                  </a:lnTo>
                  <a:lnTo>
                    <a:pt x="80009" y="3810"/>
                  </a:lnTo>
                  <a:lnTo>
                    <a:pt x="80009" y="2539"/>
                  </a:lnTo>
                  <a:close/>
                </a:path>
                <a:path w="82550" h="6350">
                  <a:moveTo>
                    <a:pt x="77470" y="0"/>
                  </a:moveTo>
                  <a:lnTo>
                    <a:pt x="3810" y="0"/>
                  </a:lnTo>
                  <a:lnTo>
                    <a:pt x="3810" y="2539"/>
                  </a:lnTo>
                  <a:lnTo>
                    <a:pt x="78740" y="2539"/>
                  </a:lnTo>
                  <a:lnTo>
                    <a:pt x="78740" y="1269"/>
                  </a:lnTo>
                  <a:lnTo>
                    <a:pt x="77470" y="1269"/>
                  </a:lnTo>
                  <a:lnTo>
                    <a:pt x="77470" y="0"/>
                  </a:lnTo>
                  <a:close/>
                </a:path>
              </a:pathLst>
            </a:custGeom>
            <a:solidFill>
              <a:srgbClr val="003103"/>
            </a:solidFill>
          </p:spPr>
          <p:txBody>
            <a:bodyPr wrap="square" lIns="0" tIns="0" rIns="0" bIns="0" rtlCol="0"/>
            <a:lstStyle/>
            <a:p/>
          </p:txBody>
        </p:sp>
        <p:sp>
          <p:nvSpPr>
            <p:cNvPr id="923" name="object 923"/>
            <p:cNvSpPr/>
            <p:nvPr/>
          </p:nvSpPr>
          <p:spPr>
            <a:xfrm>
              <a:off x="2767330" y="1076959"/>
              <a:ext cx="97790" cy="7620"/>
            </a:xfrm>
            <a:custGeom>
              <a:avLst/>
              <a:gdLst/>
              <a:ahLst/>
              <a:cxnLst/>
              <a:rect l="l" t="t" r="r" b="b"/>
              <a:pathLst>
                <a:path w="97789" h="7619">
                  <a:moveTo>
                    <a:pt x="97790" y="6350"/>
                  </a:moveTo>
                  <a:lnTo>
                    <a:pt x="96520" y="6350"/>
                  </a:lnTo>
                  <a:lnTo>
                    <a:pt x="96520" y="5080"/>
                  </a:lnTo>
                  <a:lnTo>
                    <a:pt x="95250" y="5080"/>
                  </a:lnTo>
                  <a:lnTo>
                    <a:pt x="95250" y="3810"/>
                  </a:lnTo>
                  <a:lnTo>
                    <a:pt x="93967" y="3810"/>
                  </a:lnTo>
                  <a:lnTo>
                    <a:pt x="93967"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7790" y="7620"/>
                  </a:lnTo>
                  <a:lnTo>
                    <a:pt x="97790" y="6350"/>
                  </a:lnTo>
                  <a:close/>
                </a:path>
              </a:pathLst>
            </a:custGeom>
            <a:solidFill>
              <a:srgbClr val="003105"/>
            </a:solidFill>
          </p:spPr>
          <p:txBody>
            <a:bodyPr wrap="square" lIns="0" tIns="0" rIns="0" bIns="0" rtlCol="0"/>
            <a:lstStyle/>
            <a:p/>
          </p:txBody>
        </p:sp>
        <p:sp>
          <p:nvSpPr>
            <p:cNvPr id="924" name="object 924"/>
            <p:cNvSpPr/>
            <p:nvPr/>
          </p:nvSpPr>
          <p:spPr>
            <a:xfrm>
              <a:off x="2762250" y="1084579"/>
              <a:ext cx="107950" cy="7620"/>
            </a:xfrm>
            <a:custGeom>
              <a:avLst/>
              <a:gdLst/>
              <a:ahLst/>
              <a:cxnLst/>
              <a:rect l="l" t="t" r="r" b="b"/>
              <a:pathLst>
                <a:path w="107950" h="7619">
                  <a:moveTo>
                    <a:pt x="107950" y="6350"/>
                  </a:moveTo>
                  <a:lnTo>
                    <a:pt x="106680" y="6350"/>
                  </a:lnTo>
                  <a:lnTo>
                    <a:pt x="106680" y="5080"/>
                  </a:lnTo>
                  <a:lnTo>
                    <a:pt x="106680" y="3810"/>
                  </a:lnTo>
                  <a:lnTo>
                    <a:pt x="105397" y="3810"/>
                  </a:lnTo>
                  <a:lnTo>
                    <a:pt x="105397" y="2540"/>
                  </a:lnTo>
                  <a:lnTo>
                    <a:pt x="104140" y="2540"/>
                  </a:lnTo>
                  <a:lnTo>
                    <a:pt x="104140" y="1270"/>
                  </a:lnTo>
                  <a:lnTo>
                    <a:pt x="10414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7950" y="7620"/>
                  </a:lnTo>
                  <a:lnTo>
                    <a:pt x="107950" y="6350"/>
                  </a:lnTo>
                  <a:close/>
                </a:path>
              </a:pathLst>
            </a:custGeom>
            <a:solidFill>
              <a:srgbClr val="003008"/>
            </a:solidFill>
          </p:spPr>
          <p:txBody>
            <a:bodyPr wrap="square" lIns="0" tIns="0" rIns="0" bIns="0" rtlCol="0"/>
            <a:lstStyle/>
            <a:p/>
          </p:txBody>
        </p:sp>
        <p:sp>
          <p:nvSpPr>
            <p:cNvPr id="925" name="object 925"/>
            <p:cNvSpPr/>
            <p:nvPr/>
          </p:nvSpPr>
          <p:spPr>
            <a:xfrm>
              <a:off x="2758440" y="1092199"/>
              <a:ext cx="115570" cy="6350"/>
            </a:xfrm>
            <a:custGeom>
              <a:avLst/>
              <a:gdLst/>
              <a:ahLst/>
              <a:cxnLst/>
              <a:rect l="l" t="t" r="r" b="b"/>
              <a:pathLst>
                <a:path w="115569" h="6350">
                  <a:moveTo>
                    <a:pt x="115570" y="3810"/>
                  </a:moveTo>
                  <a:lnTo>
                    <a:pt x="114300" y="3810"/>
                  </a:lnTo>
                  <a:lnTo>
                    <a:pt x="114300" y="2540"/>
                  </a:lnTo>
                  <a:lnTo>
                    <a:pt x="113030" y="2540"/>
                  </a:lnTo>
                  <a:lnTo>
                    <a:pt x="113030" y="0"/>
                  </a:lnTo>
                  <a:lnTo>
                    <a:pt x="2540" y="0"/>
                  </a:lnTo>
                  <a:lnTo>
                    <a:pt x="2540" y="2540"/>
                  </a:lnTo>
                  <a:lnTo>
                    <a:pt x="1270" y="2540"/>
                  </a:lnTo>
                  <a:lnTo>
                    <a:pt x="1270" y="3810"/>
                  </a:lnTo>
                  <a:lnTo>
                    <a:pt x="1270" y="5080"/>
                  </a:lnTo>
                  <a:lnTo>
                    <a:pt x="0" y="5080"/>
                  </a:lnTo>
                  <a:lnTo>
                    <a:pt x="0" y="6350"/>
                  </a:lnTo>
                  <a:lnTo>
                    <a:pt x="115557" y="6350"/>
                  </a:lnTo>
                  <a:lnTo>
                    <a:pt x="115557" y="5080"/>
                  </a:lnTo>
                  <a:lnTo>
                    <a:pt x="115570" y="3810"/>
                  </a:lnTo>
                  <a:close/>
                </a:path>
              </a:pathLst>
            </a:custGeom>
            <a:solidFill>
              <a:srgbClr val="00300A"/>
            </a:solidFill>
          </p:spPr>
          <p:txBody>
            <a:bodyPr wrap="square" lIns="0" tIns="0" rIns="0" bIns="0" rtlCol="0"/>
            <a:lstStyle/>
            <a:p/>
          </p:txBody>
        </p:sp>
        <p:sp>
          <p:nvSpPr>
            <p:cNvPr id="926" name="object 926"/>
            <p:cNvSpPr/>
            <p:nvPr/>
          </p:nvSpPr>
          <p:spPr>
            <a:xfrm>
              <a:off x="2754630" y="1098549"/>
              <a:ext cx="123189" cy="7620"/>
            </a:xfrm>
            <a:custGeom>
              <a:avLst/>
              <a:gdLst/>
              <a:ahLst/>
              <a:cxnLst/>
              <a:rect l="l" t="t" r="r" b="b"/>
              <a:pathLst>
                <a:path w="123189" h="7619">
                  <a:moveTo>
                    <a:pt x="123190" y="5080"/>
                  </a:moveTo>
                  <a:lnTo>
                    <a:pt x="121920" y="5080"/>
                  </a:lnTo>
                  <a:lnTo>
                    <a:pt x="121920" y="3810"/>
                  </a:lnTo>
                  <a:lnTo>
                    <a:pt x="121920" y="2540"/>
                  </a:lnTo>
                  <a:lnTo>
                    <a:pt x="120650" y="2540"/>
                  </a:lnTo>
                  <a:lnTo>
                    <a:pt x="120650" y="1270"/>
                  </a:lnTo>
                  <a:lnTo>
                    <a:pt x="120637"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3190" y="7620"/>
                  </a:lnTo>
                  <a:lnTo>
                    <a:pt x="123190" y="6350"/>
                  </a:lnTo>
                  <a:lnTo>
                    <a:pt x="123190" y="5080"/>
                  </a:lnTo>
                  <a:close/>
                </a:path>
              </a:pathLst>
            </a:custGeom>
            <a:solidFill>
              <a:srgbClr val="002F0C"/>
            </a:solidFill>
          </p:spPr>
          <p:txBody>
            <a:bodyPr wrap="square" lIns="0" tIns="0" rIns="0" bIns="0" rtlCol="0"/>
            <a:lstStyle/>
            <a:p/>
          </p:txBody>
        </p:sp>
        <p:sp>
          <p:nvSpPr>
            <p:cNvPr id="927" name="object 927"/>
            <p:cNvSpPr/>
            <p:nvPr/>
          </p:nvSpPr>
          <p:spPr>
            <a:xfrm>
              <a:off x="2750820" y="1106169"/>
              <a:ext cx="130810" cy="7620"/>
            </a:xfrm>
            <a:custGeom>
              <a:avLst/>
              <a:gdLst/>
              <a:ahLst/>
              <a:cxnLst/>
              <a:rect l="l" t="t" r="r" b="b"/>
              <a:pathLst>
                <a:path w="130810" h="7619">
                  <a:moveTo>
                    <a:pt x="130810" y="5080"/>
                  </a:moveTo>
                  <a:lnTo>
                    <a:pt x="129527" y="5080"/>
                  </a:lnTo>
                  <a:lnTo>
                    <a:pt x="129527" y="2540"/>
                  </a:lnTo>
                  <a:lnTo>
                    <a:pt x="128270" y="2540"/>
                  </a:lnTo>
                  <a:lnTo>
                    <a:pt x="128270" y="1270"/>
                  </a:lnTo>
                  <a:lnTo>
                    <a:pt x="128270" y="0"/>
                  </a:lnTo>
                  <a:lnTo>
                    <a:pt x="3810" y="0"/>
                  </a:lnTo>
                  <a:lnTo>
                    <a:pt x="3810" y="1270"/>
                  </a:lnTo>
                  <a:lnTo>
                    <a:pt x="2540" y="1270"/>
                  </a:lnTo>
                  <a:lnTo>
                    <a:pt x="2540" y="2540"/>
                  </a:lnTo>
                  <a:lnTo>
                    <a:pt x="1270" y="2540"/>
                  </a:lnTo>
                  <a:lnTo>
                    <a:pt x="1270" y="5080"/>
                  </a:lnTo>
                  <a:lnTo>
                    <a:pt x="0" y="5080"/>
                  </a:lnTo>
                  <a:lnTo>
                    <a:pt x="0" y="7620"/>
                  </a:lnTo>
                  <a:lnTo>
                    <a:pt x="130810" y="7620"/>
                  </a:lnTo>
                  <a:lnTo>
                    <a:pt x="130810" y="5080"/>
                  </a:lnTo>
                  <a:close/>
                </a:path>
              </a:pathLst>
            </a:custGeom>
            <a:solidFill>
              <a:srgbClr val="002E0F"/>
            </a:solidFill>
          </p:spPr>
          <p:txBody>
            <a:bodyPr wrap="square" lIns="0" tIns="0" rIns="0" bIns="0" rtlCol="0"/>
            <a:lstStyle/>
            <a:p/>
          </p:txBody>
        </p:sp>
        <p:sp>
          <p:nvSpPr>
            <p:cNvPr id="928" name="object 928"/>
            <p:cNvSpPr/>
            <p:nvPr/>
          </p:nvSpPr>
          <p:spPr>
            <a:xfrm>
              <a:off x="2747010" y="1113789"/>
              <a:ext cx="137160" cy="6350"/>
            </a:xfrm>
            <a:custGeom>
              <a:avLst/>
              <a:gdLst/>
              <a:ahLst/>
              <a:cxnLst/>
              <a:rect l="l" t="t" r="r" b="b"/>
              <a:pathLst>
                <a:path w="137160" h="6350">
                  <a:moveTo>
                    <a:pt x="137160" y="2540"/>
                  </a:moveTo>
                  <a:lnTo>
                    <a:pt x="135890" y="2540"/>
                  </a:lnTo>
                  <a:lnTo>
                    <a:pt x="135890" y="0"/>
                  </a:lnTo>
                  <a:lnTo>
                    <a:pt x="2540" y="0"/>
                  </a:lnTo>
                  <a:lnTo>
                    <a:pt x="2540" y="2540"/>
                  </a:lnTo>
                  <a:lnTo>
                    <a:pt x="1270" y="2540"/>
                  </a:lnTo>
                  <a:lnTo>
                    <a:pt x="1270" y="5080"/>
                  </a:lnTo>
                  <a:lnTo>
                    <a:pt x="0" y="5080"/>
                  </a:lnTo>
                  <a:lnTo>
                    <a:pt x="0" y="6350"/>
                  </a:lnTo>
                  <a:lnTo>
                    <a:pt x="137160" y="6350"/>
                  </a:lnTo>
                  <a:lnTo>
                    <a:pt x="137160" y="5080"/>
                  </a:lnTo>
                  <a:lnTo>
                    <a:pt x="137160" y="2540"/>
                  </a:lnTo>
                  <a:close/>
                </a:path>
              </a:pathLst>
            </a:custGeom>
            <a:solidFill>
              <a:srgbClr val="002E11"/>
            </a:solidFill>
          </p:spPr>
          <p:txBody>
            <a:bodyPr wrap="square" lIns="0" tIns="0" rIns="0" bIns="0" rtlCol="0"/>
            <a:lstStyle/>
            <a:p/>
          </p:txBody>
        </p:sp>
        <p:sp>
          <p:nvSpPr>
            <p:cNvPr id="929" name="object 929"/>
            <p:cNvSpPr/>
            <p:nvPr/>
          </p:nvSpPr>
          <p:spPr>
            <a:xfrm>
              <a:off x="2744470" y="1120139"/>
              <a:ext cx="143510" cy="7620"/>
            </a:xfrm>
            <a:custGeom>
              <a:avLst/>
              <a:gdLst/>
              <a:ahLst/>
              <a:cxnLst/>
              <a:rect l="l" t="t" r="r" b="b"/>
              <a:pathLst>
                <a:path w="143510" h="7619">
                  <a:moveTo>
                    <a:pt x="143510" y="6350"/>
                  </a:moveTo>
                  <a:lnTo>
                    <a:pt x="142227" y="6350"/>
                  </a:lnTo>
                  <a:lnTo>
                    <a:pt x="142227" y="3810"/>
                  </a:lnTo>
                  <a:lnTo>
                    <a:pt x="142227"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02D13"/>
            </a:solidFill>
          </p:spPr>
          <p:txBody>
            <a:bodyPr wrap="square" lIns="0" tIns="0" rIns="0" bIns="0" rtlCol="0"/>
            <a:lstStyle/>
            <a:p/>
          </p:txBody>
        </p:sp>
        <p:sp>
          <p:nvSpPr>
            <p:cNvPr id="930" name="object 930"/>
            <p:cNvSpPr/>
            <p:nvPr/>
          </p:nvSpPr>
          <p:spPr>
            <a:xfrm>
              <a:off x="274193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02D15"/>
            </a:solidFill>
          </p:spPr>
          <p:txBody>
            <a:bodyPr wrap="square" lIns="0" tIns="0" rIns="0" bIns="0" rtlCol="0"/>
            <a:lstStyle/>
            <a:p/>
          </p:txBody>
        </p:sp>
        <p:sp>
          <p:nvSpPr>
            <p:cNvPr id="931" name="object 931"/>
            <p:cNvSpPr/>
            <p:nvPr/>
          </p:nvSpPr>
          <p:spPr>
            <a:xfrm>
              <a:off x="273939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02C18"/>
            </a:solidFill>
          </p:spPr>
          <p:txBody>
            <a:bodyPr wrap="square" lIns="0" tIns="0" rIns="0" bIns="0" rtlCol="0"/>
            <a:lstStyle/>
            <a:p/>
          </p:txBody>
        </p:sp>
        <p:sp>
          <p:nvSpPr>
            <p:cNvPr id="932" name="object 932"/>
            <p:cNvSpPr/>
            <p:nvPr/>
          </p:nvSpPr>
          <p:spPr>
            <a:xfrm>
              <a:off x="2736850" y="1141729"/>
              <a:ext cx="157480" cy="7620"/>
            </a:xfrm>
            <a:custGeom>
              <a:avLst/>
              <a:gdLst/>
              <a:ahLst/>
              <a:cxnLst/>
              <a:rect l="l" t="t" r="r" b="b"/>
              <a:pathLst>
                <a:path w="157480" h="7619">
                  <a:moveTo>
                    <a:pt x="157480" y="3810"/>
                  </a:moveTo>
                  <a:lnTo>
                    <a:pt x="156197" y="3810"/>
                  </a:lnTo>
                  <a:lnTo>
                    <a:pt x="156197" y="1270"/>
                  </a:lnTo>
                  <a:lnTo>
                    <a:pt x="156197"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002C1A"/>
            </a:solidFill>
          </p:spPr>
          <p:txBody>
            <a:bodyPr wrap="square" lIns="0" tIns="0" rIns="0" bIns="0" rtlCol="0"/>
            <a:lstStyle/>
            <a:p/>
          </p:txBody>
        </p:sp>
        <p:sp>
          <p:nvSpPr>
            <p:cNvPr id="933" name="object 933"/>
            <p:cNvSpPr/>
            <p:nvPr/>
          </p:nvSpPr>
          <p:spPr>
            <a:xfrm>
              <a:off x="273431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02B1C"/>
            </a:solidFill>
          </p:spPr>
          <p:txBody>
            <a:bodyPr wrap="square" lIns="0" tIns="0" rIns="0" bIns="0" rtlCol="0"/>
            <a:lstStyle/>
            <a:p/>
          </p:txBody>
        </p:sp>
        <p:sp>
          <p:nvSpPr>
            <p:cNvPr id="934" name="object 934"/>
            <p:cNvSpPr/>
            <p:nvPr/>
          </p:nvSpPr>
          <p:spPr>
            <a:xfrm>
              <a:off x="2733040" y="1156969"/>
              <a:ext cx="166370" cy="6350"/>
            </a:xfrm>
            <a:custGeom>
              <a:avLst/>
              <a:gdLst/>
              <a:ahLst/>
              <a:cxnLst/>
              <a:rect l="l" t="t" r="r" b="b"/>
              <a:pathLst>
                <a:path w="166369" h="6350">
                  <a:moveTo>
                    <a:pt x="166357" y="5080"/>
                  </a:moveTo>
                  <a:lnTo>
                    <a:pt x="165100" y="5080"/>
                  </a:lnTo>
                  <a:lnTo>
                    <a:pt x="165100" y="2540"/>
                  </a:lnTo>
                  <a:lnTo>
                    <a:pt x="165100" y="0"/>
                  </a:lnTo>
                  <a:lnTo>
                    <a:pt x="1270" y="0"/>
                  </a:lnTo>
                  <a:lnTo>
                    <a:pt x="1270" y="2540"/>
                  </a:lnTo>
                  <a:lnTo>
                    <a:pt x="0" y="2540"/>
                  </a:lnTo>
                  <a:lnTo>
                    <a:pt x="0" y="5080"/>
                  </a:lnTo>
                  <a:lnTo>
                    <a:pt x="0" y="6350"/>
                  </a:lnTo>
                  <a:lnTo>
                    <a:pt x="166357" y="6350"/>
                  </a:lnTo>
                  <a:lnTo>
                    <a:pt x="166357" y="5080"/>
                  </a:lnTo>
                  <a:close/>
                </a:path>
              </a:pathLst>
            </a:custGeom>
            <a:solidFill>
              <a:srgbClr val="002A1F"/>
            </a:solidFill>
          </p:spPr>
          <p:txBody>
            <a:bodyPr wrap="square" lIns="0" tIns="0" rIns="0" bIns="0" rtlCol="0"/>
            <a:lstStyle/>
            <a:p/>
          </p:txBody>
        </p:sp>
        <p:sp>
          <p:nvSpPr>
            <p:cNvPr id="935" name="object 935"/>
            <p:cNvSpPr/>
            <p:nvPr/>
          </p:nvSpPr>
          <p:spPr>
            <a:xfrm>
              <a:off x="2730500" y="1163319"/>
              <a:ext cx="170180" cy="7620"/>
            </a:xfrm>
            <a:custGeom>
              <a:avLst/>
              <a:gdLst/>
              <a:ahLst/>
              <a:cxnLst/>
              <a:rect l="l" t="t" r="r" b="b"/>
              <a:pathLst>
                <a:path w="170180" h="7619">
                  <a:moveTo>
                    <a:pt x="170180" y="3810"/>
                  </a:moveTo>
                  <a:lnTo>
                    <a:pt x="168897" y="3810"/>
                  </a:lnTo>
                  <a:lnTo>
                    <a:pt x="168897" y="1270"/>
                  </a:lnTo>
                  <a:lnTo>
                    <a:pt x="168897"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002A21"/>
            </a:solidFill>
          </p:spPr>
          <p:txBody>
            <a:bodyPr wrap="square" lIns="0" tIns="0" rIns="0" bIns="0" rtlCol="0"/>
            <a:lstStyle/>
            <a:p/>
          </p:txBody>
        </p:sp>
        <p:sp>
          <p:nvSpPr>
            <p:cNvPr id="936" name="object 936"/>
            <p:cNvSpPr/>
            <p:nvPr/>
          </p:nvSpPr>
          <p:spPr>
            <a:xfrm>
              <a:off x="2729230" y="1170939"/>
              <a:ext cx="173990" cy="7620"/>
            </a:xfrm>
            <a:custGeom>
              <a:avLst/>
              <a:gdLst/>
              <a:ahLst/>
              <a:cxnLst/>
              <a:rect l="l" t="t" r="r" b="b"/>
              <a:pathLst>
                <a:path w="173989"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002923"/>
            </a:solidFill>
          </p:spPr>
          <p:txBody>
            <a:bodyPr wrap="square" lIns="0" tIns="0" rIns="0" bIns="0" rtlCol="0"/>
            <a:lstStyle/>
            <a:p/>
          </p:txBody>
        </p:sp>
        <p:sp>
          <p:nvSpPr>
            <p:cNvPr id="937" name="object 937"/>
            <p:cNvSpPr/>
            <p:nvPr/>
          </p:nvSpPr>
          <p:spPr>
            <a:xfrm>
              <a:off x="2727960" y="1178559"/>
              <a:ext cx="176530" cy="6350"/>
            </a:xfrm>
            <a:custGeom>
              <a:avLst/>
              <a:gdLst/>
              <a:ahLst/>
              <a:cxnLst/>
              <a:rect l="l" t="t" r="r" b="b"/>
              <a:pathLst>
                <a:path w="176530" h="6350">
                  <a:moveTo>
                    <a:pt x="176530" y="3810"/>
                  </a:moveTo>
                  <a:lnTo>
                    <a:pt x="175260" y="3810"/>
                  </a:lnTo>
                  <a:lnTo>
                    <a:pt x="175260" y="2540"/>
                  </a:lnTo>
                  <a:lnTo>
                    <a:pt x="175260" y="0"/>
                  </a:lnTo>
                  <a:lnTo>
                    <a:pt x="1270" y="0"/>
                  </a:lnTo>
                  <a:lnTo>
                    <a:pt x="1270" y="2540"/>
                  </a:lnTo>
                  <a:lnTo>
                    <a:pt x="0" y="2540"/>
                  </a:lnTo>
                  <a:lnTo>
                    <a:pt x="0" y="3810"/>
                  </a:lnTo>
                  <a:lnTo>
                    <a:pt x="0" y="6350"/>
                  </a:lnTo>
                  <a:lnTo>
                    <a:pt x="176530" y="6350"/>
                  </a:lnTo>
                  <a:lnTo>
                    <a:pt x="176530" y="3810"/>
                  </a:lnTo>
                  <a:close/>
                </a:path>
              </a:pathLst>
            </a:custGeom>
            <a:solidFill>
              <a:srgbClr val="002925"/>
            </a:solidFill>
          </p:spPr>
          <p:txBody>
            <a:bodyPr wrap="square" lIns="0" tIns="0" rIns="0" bIns="0" rtlCol="0"/>
            <a:lstStyle/>
            <a:p/>
          </p:txBody>
        </p:sp>
        <p:sp>
          <p:nvSpPr>
            <p:cNvPr id="938" name="object 938"/>
            <p:cNvSpPr/>
            <p:nvPr/>
          </p:nvSpPr>
          <p:spPr>
            <a:xfrm>
              <a:off x="2726690" y="1184909"/>
              <a:ext cx="179070" cy="7620"/>
            </a:xfrm>
            <a:custGeom>
              <a:avLst/>
              <a:gdLst/>
              <a:ahLst/>
              <a:cxnLst/>
              <a:rect l="l" t="t" r="r" b="b"/>
              <a:pathLst>
                <a:path w="179069" h="7619">
                  <a:moveTo>
                    <a:pt x="179057" y="3810"/>
                  </a:moveTo>
                  <a:lnTo>
                    <a:pt x="177800" y="3810"/>
                  </a:lnTo>
                  <a:lnTo>
                    <a:pt x="177800" y="1270"/>
                  </a:lnTo>
                  <a:lnTo>
                    <a:pt x="177800" y="0"/>
                  </a:lnTo>
                  <a:lnTo>
                    <a:pt x="1270" y="0"/>
                  </a:lnTo>
                  <a:lnTo>
                    <a:pt x="1270" y="1270"/>
                  </a:lnTo>
                  <a:lnTo>
                    <a:pt x="0" y="1270"/>
                  </a:lnTo>
                  <a:lnTo>
                    <a:pt x="0" y="3810"/>
                  </a:lnTo>
                  <a:lnTo>
                    <a:pt x="0" y="7620"/>
                  </a:lnTo>
                  <a:lnTo>
                    <a:pt x="179057" y="7620"/>
                  </a:lnTo>
                  <a:lnTo>
                    <a:pt x="179057" y="3810"/>
                  </a:lnTo>
                  <a:close/>
                </a:path>
              </a:pathLst>
            </a:custGeom>
            <a:solidFill>
              <a:srgbClr val="002828"/>
            </a:solidFill>
          </p:spPr>
          <p:txBody>
            <a:bodyPr wrap="square" lIns="0" tIns="0" rIns="0" bIns="0" rtlCol="0"/>
            <a:lstStyle/>
            <a:p/>
          </p:txBody>
        </p:sp>
        <p:sp>
          <p:nvSpPr>
            <p:cNvPr id="939" name="object 939"/>
            <p:cNvSpPr/>
            <p:nvPr/>
          </p:nvSpPr>
          <p:spPr>
            <a:xfrm>
              <a:off x="2724150" y="1192529"/>
              <a:ext cx="182880" cy="7620"/>
            </a:xfrm>
            <a:custGeom>
              <a:avLst/>
              <a:gdLst/>
              <a:ahLst/>
              <a:cxnLst/>
              <a:rect l="l" t="t" r="r" b="b"/>
              <a:pathLst>
                <a:path w="182880" h="7619">
                  <a:moveTo>
                    <a:pt x="182880" y="2540"/>
                  </a:moveTo>
                  <a:lnTo>
                    <a:pt x="181597" y="2540"/>
                  </a:lnTo>
                  <a:lnTo>
                    <a:pt x="181597" y="0"/>
                  </a:lnTo>
                  <a:lnTo>
                    <a:pt x="1270" y="0"/>
                  </a:lnTo>
                  <a:lnTo>
                    <a:pt x="1270" y="2540"/>
                  </a:lnTo>
                  <a:lnTo>
                    <a:pt x="1270" y="6350"/>
                  </a:lnTo>
                  <a:lnTo>
                    <a:pt x="0" y="6350"/>
                  </a:lnTo>
                  <a:lnTo>
                    <a:pt x="0" y="7620"/>
                  </a:lnTo>
                  <a:lnTo>
                    <a:pt x="182880" y="7620"/>
                  </a:lnTo>
                  <a:lnTo>
                    <a:pt x="182880" y="6350"/>
                  </a:lnTo>
                  <a:lnTo>
                    <a:pt x="182880" y="2540"/>
                  </a:lnTo>
                  <a:close/>
                </a:path>
              </a:pathLst>
            </a:custGeom>
            <a:solidFill>
              <a:srgbClr val="00282A"/>
            </a:solidFill>
          </p:spPr>
          <p:txBody>
            <a:bodyPr wrap="square" lIns="0" tIns="0" rIns="0" bIns="0" rtlCol="0"/>
            <a:lstStyle/>
            <a:p/>
          </p:txBody>
        </p:sp>
        <p:sp>
          <p:nvSpPr>
            <p:cNvPr id="940" name="object 940"/>
            <p:cNvSpPr/>
            <p:nvPr/>
          </p:nvSpPr>
          <p:spPr>
            <a:xfrm>
              <a:off x="2722880" y="1200149"/>
              <a:ext cx="185420" cy="6350"/>
            </a:xfrm>
            <a:custGeom>
              <a:avLst/>
              <a:gdLst/>
              <a:ahLst/>
              <a:cxnLst/>
              <a:rect l="l" t="t" r="r" b="b"/>
              <a:pathLst>
                <a:path w="185419" h="6350">
                  <a:moveTo>
                    <a:pt x="185420" y="0"/>
                  </a:moveTo>
                  <a:lnTo>
                    <a:pt x="1270" y="0"/>
                  </a:lnTo>
                  <a:lnTo>
                    <a:pt x="1270" y="5080"/>
                  </a:lnTo>
                  <a:lnTo>
                    <a:pt x="0" y="5080"/>
                  </a:lnTo>
                  <a:lnTo>
                    <a:pt x="0" y="6350"/>
                  </a:lnTo>
                  <a:lnTo>
                    <a:pt x="185420" y="6350"/>
                  </a:lnTo>
                  <a:lnTo>
                    <a:pt x="185420" y="5080"/>
                  </a:lnTo>
                  <a:lnTo>
                    <a:pt x="185420" y="0"/>
                  </a:lnTo>
                  <a:close/>
                </a:path>
              </a:pathLst>
            </a:custGeom>
            <a:solidFill>
              <a:srgbClr val="00272C"/>
            </a:solidFill>
          </p:spPr>
          <p:txBody>
            <a:bodyPr wrap="square" lIns="0" tIns="0" rIns="0" bIns="0" rtlCol="0"/>
            <a:lstStyle/>
            <a:p/>
          </p:txBody>
        </p:sp>
        <p:sp>
          <p:nvSpPr>
            <p:cNvPr id="941" name="object 941"/>
            <p:cNvSpPr/>
            <p:nvPr/>
          </p:nvSpPr>
          <p:spPr>
            <a:xfrm>
              <a:off x="272161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00262F"/>
            </a:solidFill>
          </p:spPr>
          <p:txBody>
            <a:bodyPr wrap="square" lIns="0" tIns="0" rIns="0" bIns="0" rtlCol="0"/>
            <a:lstStyle/>
            <a:p/>
          </p:txBody>
        </p:sp>
        <p:sp>
          <p:nvSpPr>
            <p:cNvPr id="942" name="object 942"/>
            <p:cNvSpPr/>
            <p:nvPr/>
          </p:nvSpPr>
          <p:spPr>
            <a:xfrm>
              <a:off x="272034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002631"/>
            </a:solidFill>
          </p:spPr>
          <p:txBody>
            <a:bodyPr wrap="square" lIns="0" tIns="0" rIns="0" bIns="0" rtlCol="0"/>
            <a:lstStyle/>
            <a:p/>
          </p:txBody>
        </p:sp>
        <p:sp>
          <p:nvSpPr>
            <p:cNvPr id="943" name="object 943"/>
            <p:cNvSpPr/>
            <p:nvPr/>
          </p:nvSpPr>
          <p:spPr>
            <a:xfrm>
              <a:off x="2719070" y="1221739"/>
              <a:ext cx="193040" cy="6350"/>
            </a:xfrm>
            <a:custGeom>
              <a:avLst/>
              <a:gdLst/>
              <a:ahLst/>
              <a:cxnLst/>
              <a:rect l="l" t="t" r="r" b="b"/>
              <a:pathLst>
                <a:path w="193039" h="6350">
                  <a:moveTo>
                    <a:pt x="193027" y="0"/>
                  </a:moveTo>
                  <a:lnTo>
                    <a:pt x="1270" y="0"/>
                  </a:lnTo>
                  <a:lnTo>
                    <a:pt x="1270" y="5080"/>
                  </a:lnTo>
                  <a:lnTo>
                    <a:pt x="0" y="5080"/>
                  </a:lnTo>
                  <a:lnTo>
                    <a:pt x="0" y="6350"/>
                  </a:lnTo>
                  <a:lnTo>
                    <a:pt x="193027" y="6350"/>
                  </a:lnTo>
                  <a:lnTo>
                    <a:pt x="193027" y="5080"/>
                  </a:lnTo>
                  <a:lnTo>
                    <a:pt x="193027" y="0"/>
                  </a:lnTo>
                  <a:close/>
                </a:path>
              </a:pathLst>
            </a:custGeom>
            <a:solidFill>
              <a:srgbClr val="002533"/>
            </a:solidFill>
          </p:spPr>
          <p:txBody>
            <a:bodyPr wrap="square" lIns="0" tIns="0" rIns="0" bIns="0" rtlCol="0"/>
            <a:lstStyle/>
            <a:p/>
          </p:txBody>
        </p:sp>
        <p:sp>
          <p:nvSpPr>
            <p:cNvPr id="944" name="object 944"/>
            <p:cNvSpPr/>
            <p:nvPr/>
          </p:nvSpPr>
          <p:spPr>
            <a:xfrm>
              <a:off x="2719070" y="1228089"/>
              <a:ext cx="194310" cy="7620"/>
            </a:xfrm>
            <a:custGeom>
              <a:avLst/>
              <a:gdLst/>
              <a:ahLst/>
              <a:cxnLst/>
              <a:rect l="l" t="t" r="r" b="b"/>
              <a:pathLst>
                <a:path w="194310" h="7619">
                  <a:moveTo>
                    <a:pt x="194310" y="1270"/>
                  </a:moveTo>
                  <a:lnTo>
                    <a:pt x="193027" y="1270"/>
                  </a:lnTo>
                  <a:lnTo>
                    <a:pt x="193027" y="0"/>
                  </a:lnTo>
                  <a:lnTo>
                    <a:pt x="0" y="0"/>
                  </a:lnTo>
                  <a:lnTo>
                    <a:pt x="0" y="1270"/>
                  </a:lnTo>
                  <a:lnTo>
                    <a:pt x="0" y="7620"/>
                  </a:lnTo>
                  <a:lnTo>
                    <a:pt x="194310" y="7620"/>
                  </a:lnTo>
                  <a:lnTo>
                    <a:pt x="194310" y="1270"/>
                  </a:lnTo>
                  <a:close/>
                </a:path>
              </a:pathLst>
            </a:custGeom>
            <a:solidFill>
              <a:srgbClr val="002536"/>
            </a:solidFill>
          </p:spPr>
          <p:txBody>
            <a:bodyPr wrap="square" lIns="0" tIns="0" rIns="0" bIns="0" rtlCol="0"/>
            <a:lstStyle/>
            <a:p/>
          </p:txBody>
        </p:sp>
        <p:sp>
          <p:nvSpPr>
            <p:cNvPr id="945" name="object 945"/>
            <p:cNvSpPr/>
            <p:nvPr/>
          </p:nvSpPr>
          <p:spPr>
            <a:xfrm>
              <a:off x="2717800" y="1235709"/>
              <a:ext cx="196850" cy="7620"/>
            </a:xfrm>
            <a:custGeom>
              <a:avLst/>
              <a:gdLst/>
              <a:ahLst/>
              <a:cxnLst/>
              <a:rect l="l" t="t" r="r" b="b"/>
              <a:pathLst>
                <a:path w="196850" h="7619">
                  <a:moveTo>
                    <a:pt x="196850" y="2540"/>
                  </a:moveTo>
                  <a:lnTo>
                    <a:pt x="195580" y="2540"/>
                  </a:lnTo>
                  <a:lnTo>
                    <a:pt x="195580" y="1270"/>
                  </a:lnTo>
                  <a:lnTo>
                    <a:pt x="195580" y="0"/>
                  </a:lnTo>
                  <a:lnTo>
                    <a:pt x="1270" y="0"/>
                  </a:lnTo>
                  <a:lnTo>
                    <a:pt x="1270" y="1270"/>
                  </a:lnTo>
                  <a:lnTo>
                    <a:pt x="0" y="1270"/>
                  </a:lnTo>
                  <a:lnTo>
                    <a:pt x="0" y="2540"/>
                  </a:lnTo>
                  <a:lnTo>
                    <a:pt x="0" y="7620"/>
                  </a:lnTo>
                  <a:lnTo>
                    <a:pt x="196850" y="7620"/>
                  </a:lnTo>
                  <a:lnTo>
                    <a:pt x="196850" y="2540"/>
                  </a:lnTo>
                  <a:close/>
                </a:path>
              </a:pathLst>
            </a:custGeom>
            <a:solidFill>
              <a:srgbClr val="002438"/>
            </a:solidFill>
          </p:spPr>
          <p:txBody>
            <a:bodyPr wrap="square" lIns="0" tIns="0" rIns="0" bIns="0" rtlCol="0"/>
            <a:lstStyle/>
            <a:p/>
          </p:txBody>
        </p:sp>
        <p:sp>
          <p:nvSpPr>
            <p:cNvPr id="946" name="object 946"/>
            <p:cNvSpPr/>
            <p:nvPr/>
          </p:nvSpPr>
          <p:spPr>
            <a:xfrm>
              <a:off x="271653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00243A"/>
            </a:solidFill>
          </p:spPr>
          <p:txBody>
            <a:bodyPr wrap="square" lIns="0" tIns="0" rIns="0" bIns="0" rtlCol="0"/>
            <a:lstStyle/>
            <a:p/>
          </p:txBody>
        </p:sp>
        <p:sp>
          <p:nvSpPr>
            <p:cNvPr id="947" name="object 947"/>
            <p:cNvSpPr/>
            <p:nvPr/>
          </p:nvSpPr>
          <p:spPr>
            <a:xfrm>
              <a:off x="2715260" y="1249679"/>
              <a:ext cx="201930" cy="7620"/>
            </a:xfrm>
            <a:custGeom>
              <a:avLst/>
              <a:gdLst/>
              <a:ahLst/>
              <a:cxnLst/>
              <a:rect l="l" t="t" r="r" b="b"/>
              <a:pathLst>
                <a:path w="201930" h="7619">
                  <a:moveTo>
                    <a:pt x="100330" y="0"/>
                  </a:moveTo>
                  <a:lnTo>
                    <a:pt x="1270" y="0"/>
                  </a:lnTo>
                  <a:lnTo>
                    <a:pt x="1270" y="1270"/>
                  </a:lnTo>
                  <a:lnTo>
                    <a:pt x="1270" y="2540"/>
                  </a:lnTo>
                  <a:lnTo>
                    <a:pt x="1270" y="3810"/>
                  </a:lnTo>
                  <a:lnTo>
                    <a:pt x="1270" y="5080"/>
                  </a:lnTo>
                  <a:lnTo>
                    <a:pt x="0" y="5080"/>
                  </a:lnTo>
                  <a:lnTo>
                    <a:pt x="0" y="7620"/>
                  </a:lnTo>
                  <a:lnTo>
                    <a:pt x="92710" y="762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30" h="7619">
                  <a:moveTo>
                    <a:pt x="201930" y="5080"/>
                  </a:moveTo>
                  <a:lnTo>
                    <a:pt x="200660" y="5080"/>
                  </a:lnTo>
                  <a:lnTo>
                    <a:pt x="200660" y="3810"/>
                  </a:lnTo>
                  <a:lnTo>
                    <a:pt x="200660" y="2540"/>
                  </a:lnTo>
                  <a:lnTo>
                    <a:pt x="200660" y="1270"/>
                  </a:lnTo>
                  <a:lnTo>
                    <a:pt x="200660" y="0"/>
                  </a:lnTo>
                  <a:lnTo>
                    <a:pt x="101600" y="0"/>
                  </a:lnTo>
                  <a:lnTo>
                    <a:pt x="101600" y="1270"/>
                  </a:lnTo>
                  <a:lnTo>
                    <a:pt x="102870" y="1270"/>
                  </a:lnTo>
                  <a:lnTo>
                    <a:pt x="10287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00233C"/>
            </a:solidFill>
          </p:spPr>
          <p:txBody>
            <a:bodyPr wrap="square" lIns="0" tIns="0" rIns="0" bIns="0" rtlCol="0"/>
            <a:lstStyle/>
            <a:p/>
          </p:txBody>
        </p:sp>
        <p:sp>
          <p:nvSpPr>
            <p:cNvPr id="948" name="object 948"/>
            <p:cNvSpPr/>
            <p:nvPr/>
          </p:nvSpPr>
          <p:spPr>
            <a:xfrm>
              <a:off x="2715260" y="1257299"/>
              <a:ext cx="201930" cy="7620"/>
            </a:xfrm>
            <a:custGeom>
              <a:avLst/>
              <a:gdLst/>
              <a:ahLst/>
              <a:cxnLst/>
              <a:rect l="l" t="t" r="r" b="b"/>
              <a:pathLst>
                <a:path w="201930" h="7619">
                  <a:moveTo>
                    <a:pt x="92710" y="0"/>
                  </a:moveTo>
                  <a:lnTo>
                    <a:pt x="0" y="0"/>
                  </a:lnTo>
                  <a:lnTo>
                    <a:pt x="0" y="1270"/>
                  </a:lnTo>
                  <a:lnTo>
                    <a:pt x="0" y="5080"/>
                  </a:lnTo>
                  <a:lnTo>
                    <a:pt x="0" y="7620"/>
                  </a:lnTo>
                  <a:lnTo>
                    <a:pt x="88900" y="7620"/>
                  </a:lnTo>
                  <a:lnTo>
                    <a:pt x="88900" y="5080"/>
                  </a:lnTo>
                  <a:lnTo>
                    <a:pt x="90170" y="5080"/>
                  </a:lnTo>
                  <a:lnTo>
                    <a:pt x="90170" y="1270"/>
                  </a:lnTo>
                  <a:lnTo>
                    <a:pt x="92710" y="1270"/>
                  </a:lnTo>
                  <a:lnTo>
                    <a:pt x="92710" y="0"/>
                  </a:lnTo>
                  <a:close/>
                </a:path>
                <a:path w="201930" h="7619">
                  <a:moveTo>
                    <a:pt x="201930" y="0"/>
                  </a:moveTo>
                  <a:lnTo>
                    <a:pt x="109220" y="0"/>
                  </a:lnTo>
                  <a:lnTo>
                    <a:pt x="109220" y="1270"/>
                  </a:lnTo>
                  <a:lnTo>
                    <a:pt x="110490" y="1270"/>
                  </a:lnTo>
                  <a:lnTo>
                    <a:pt x="110490" y="6350"/>
                  </a:lnTo>
                  <a:lnTo>
                    <a:pt x="111760" y="6350"/>
                  </a:lnTo>
                  <a:lnTo>
                    <a:pt x="111760" y="7620"/>
                  </a:lnTo>
                  <a:lnTo>
                    <a:pt x="201930" y="7620"/>
                  </a:lnTo>
                  <a:lnTo>
                    <a:pt x="201930" y="6350"/>
                  </a:lnTo>
                  <a:lnTo>
                    <a:pt x="201930" y="1270"/>
                  </a:lnTo>
                  <a:lnTo>
                    <a:pt x="201930" y="0"/>
                  </a:lnTo>
                  <a:close/>
                </a:path>
              </a:pathLst>
            </a:custGeom>
            <a:solidFill>
              <a:srgbClr val="00223F"/>
            </a:solidFill>
          </p:spPr>
          <p:txBody>
            <a:bodyPr wrap="square" lIns="0" tIns="0" rIns="0" bIns="0" rtlCol="0"/>
            <a:lstStyle/>
            <a:p/>
          </p:txBody>
        </p:sp>
        <p:sp>
          <p:nvSpPr>
            <p:cNvPr id="949" name="object 949"/>
            <p:cNvSpPr/>
            <p:nvPr/>
          </p:nvSpPr>
          <p:spPr>
            <a:xfrm>
              <a:off x="2713990" y="1264919"/>
              <a:ext cx="203200" cy="6350"/>
            </a:xfrm>
            <a:custGeom>
              <a:avLst/>
              <a:gdLst/>
              <a:ahLst/>
              <a:cxnLst/>
              <a:rect l="l" t="t" r="r" b="b"/>
              <a:pathLst>
                <a:path w="203200" h="6350">
                  <a:moveTo>
                    <a:pt x="90170" y="0"/>
                  </a:moveTo>
                  <a:lnTo>
                    <a:pt x="88900" y="0"/>
                  </a:lnTo>
                  <a:lnTo>
                    <a:pt x="0" y="0"/>
                  </a:lnTo>
                  <a:lnTo>
                    <a:pt x="0" y="3810"/>
                  </a:lnTo>
                  <a:lnTo>
                    <a:pt x="0" y="6350"/>
                  </a:lnTo>
                  <a:lnTo>
                    <a:pt x="87630" y="6350"/>
                  </a:lnTo>
                  <a:lnTo>
                    <a:pt x="87630" y="3810"/>
                  </a:lnTo>
                  <a:lnTo>
                    <a:pt x="88900" y="3810"/>
                  </a:lnTo>
                  <a:lnTo>
                    <a:pt x="88900" y="127"/>
                  </a:lnTo>
                  <a:lnTo>
                    <a:pt x="90170" y="127"/>
                  </a:lnTo>
                  <a:lnTo>
                    <a:pt x="90170" y="0"/>
                  </a:lnTo>
                  <a:close/>
                </a:path>
                <a:path w="203200" h="6350">
                  <a:moveTo>
                    <a:pt x="203200" y="0"/>
                  </a:moveTo>
                  <a:lnTo>
                    <a:pt x="113030" y="0"/>
                  </a:lnTo>
                  <a:lnTo>
                    <a:pt x="113030" y="1270"/>
                  </a:lnTo>
                  <a:lnTo>
                    <a:pt x="114300" y="1270"/>
                  </a:lnTo>
                  <a:lnTo>
                    <a:pt x="114300" y="5080"/>
                  </a:lnTo>
                  <a:lnTo>
                    <a:pt x="115570" y="5080"/>
                  </a:lnTo>
                  <a:lnTo>
                    <a:pt x="115570" y="6350"/>
                  </a:lnTo>
                  <a:lnTo>
                    <a:pt x="203200" y="6350"/>
                  </a:lnTo>
                  <a:lnTo>
                    <a:pt x="203200" y="5080"/>
                  </a:lnTo>
                  <a:lnTo>
                    <a:pt x="203200" y="1270"/>
                  </a:lnTo>
                  <a:lnTo>
                    <a:pt x="203200" y="0"/>
                  </a:lnTo>
                  <a:close/>
                </a:path>
              </a:pathLst>
            </a:custGeom>
            <a:solidFill>
              <a:srgbClr val="002241"/>
            </a:solidFill>
          </p:spPr>
          <p:txBody>
            <a:bodyPr wrap="square" lIns="0" tIns="0" rIns="0" bIns="0" rtlCol="0"/>
            <a:lstStyle/>
            <a:p/>
          </p:txBody>
        </p:sp>
        <p:sp>
          <p:nvSpPr>
            <p:cNvPr id="950" name="object 950"/>
            <p:cNvSpPr/>
            <p:nvPr/>
          </p:nvSpPr>
          <p:spPr>
            <a:xfrm>
              <a:off x="2712720" y="1271269"/>
              <a:ext cx="205740" cy="7620"/>
            </a:xfrm>
            <a:custGeom>
              <a:avLst/>
              <a:gdLst/>
              <a:ahLst/>
              <a:cxnLst/>
              <a:rect l="l" t="t" r="r" b="b"/>
              <a:pathLst>
                <a:path w="205739" h="7619">
                  <a:moveTo>
                    <a:pt x="87630" y="2666"/>
                  </a:moveTo>
                  <a:lnTo>
                    <a:pt x="1269" y="2666"/>
                  </a:lnTo>
                  <a:lnTo>
                    <a:pt x="1269" y="3809"/>
                  </a:lnTo>
                  <a:lnTo>
                    <a:pt x="0" y="3809"/>
                  </a:lnTo>
                  <a:lnTo>
                    <a:pt x="0" y="7619"/>
                  </a:lnTo>
                  <a:lnTo>
                    <a:pt x="86360" y="7619"/>
                  </a:lnTo>
                  <a:lnTo>
                    <a:pt x="86360" y="6476"/>
                  </a:lnTo>
                  <a:lnTo>
                    <a:pt x="87630" y="6476"/>
                  </a:lnTo>
                  <a:lnTo>
                    <a:pt x="87630" y="2666"/>
                  </a:lnTo>
                  <a:close/>
                </a:path>
                <a:path w="205739" h="7619">
                  <a:moveTo>
                    <a:pt x="88900" y="0"/>
                  </a:moveTo>
                  <a:lnTo>
                    <a:pt x="1269" y="0"/>
                  </a:lnTo>
                  <a:lnTo>
                    <a:pt x="1269" y="2539"/>
                  </a:lnTo>
                  <a:lnTo>
                    <a:pt x="87630" y="2539"/>
                  </a:lnTo>
                  <a:lnTo>
                    <a:pt x="87630" y="2666"/>
                  </a:lnTo>
                  <a:lnTo>
                    <a:pt x="88900" y="2666"/>
                  </a:lnTo>
                  <a:lnTo>
                    <a:pt x="88900" y="0"/>
                  </a:lnTo>
                  <a:close/>
                </a:path>
                <a:path w="205739" h="7619">
                  <a:moveTo>
                    <a:pt x="205740" y="2666"/>
                  </a:moveTo>
                  <a:lnTo>
                    <a:pt x="118110" y="2666"/>
                  </a:lnTo>
                  <a:lnTo>
                    <a:pt x="118110" y="5206"/>
                  </a:lnTo>
                  <a:lnTo>
                    <a:pt x="119380" y="5206"/>
                  </a:lnTo>
                  <a:lnTo>
                    <a:pt x="119380" y="7619"/>
                  </a:lnTo>
                  <a:lnTo>
                    <a:pt x="205740" y="7619"/>
                  </a:lnTo>
                  <a:lnTo>
                    <a:pt x="205740" y="2666"/>
                  </a:lnTo>
                  <a:close/>
                </a:path>
                <a:path w="205739" h="7619">
                  <a:moveTo>
                    <a:pt x="204470" y="0"/>
                  </a:moveTo>
                  <a:lnTo>
                    <a:pt x="116840" y="0"/>
                  </a:lnTo>
                  <a:lnTo>
                    <a:pt x="116840" y="2666"/>
                  </a:lnTo>
                  <a:lnTo>
                    <a:pt x="118110" y="2666"/>
                  </a:lnTo>
                  <a:lnTo>
                    <a:pt x="118110" y="2539"/>
                  </a:lnTo>
                  <a:lnTo>
                    <a:pt x="205740" y="2539"/>
                  </a:lnTo>
                  <a:lnTo>
                    <a:pt x="205740" y="1396"/>
                  </a:lnTo>
                  <a:lnTo>
                    <a:pt x="204470" y="1396"/>
                  </a:lnTo>
                  <a:lnTo>
                    <a:pt x="204470" y="0"/>
                  </a:lnTo>
                  <a:close/>
                </a:path>
              </a:pathLst>
            </a:custGeom>
            <a:solidFill>
              <a:srgbClr val="002143"/>
            </a:solidFill>
          </p:spPr>
          <p:txBody>
            <a:bodyPr wrap="square" lIns="0" tIns="0" rIns="0" bIns="0" rtlCol="0"/>
            <a:lstStyle/>
            <a:p/>
          </p:txBody>
        </p:sp>
        <p:sp>
          <p:nvSpPr>
            <p:cNvPr id="951" name="object 951"/>
            <p:cNvSpPr/>
            <p:nvPr/>
          </p:nvSpPr>
          <p:spPr>
            <a:xfrm>
              <a:off x="2712720" y="1278889"/>
              <a:ext cx="205740" cy="7620"/>
            </a:xfrm>
            <a:custGeom>
              <a:avLst/>
              <a:gdLst/>
              <a:ahLst/>
              <a:cxnLst/>
              <a:rect l="l" t="t" r="r" b="b"/>
              <a:pathLst>
                <a:path w="205739" h="7619">
                  <a:moveTo>
                    <a:pt x="86360" y="0"/>
                  </a:moveTo>
                  <a:lnTo>
                    <a:pt x="0" y="0"/>
                  </a:lnTo>
                  <a:lnTo>
                    <a:pt x="0" y="7620"/>
                  </a:lnTo>
                  <a:lnTo>
                    <a:pt x="85089" y="7620"/>
                  </a:lnTo>
                  <a:lnTo>
                    <a:pt x="85089" y="6476"/>
                  </a:lnTo>
                  <a:lnTo>
                    <a:pt x="86360" y="6476"/>
                  </a:lnTo>
                  <a:lnTo>
                    <a:pt x="86360" y="0"/>
                  </a:lnTo>
                  <a:close/>
                </a:path>
                <a:path w="205739" h="7619">
                  <a:moveTo>
                    <a:pt x="205740" y="0"/>
                  </a:moveTo>
                  <a:lnTo>
                    <a:pt x="119380" y="0"/>
                  </a:lnTo>
                  <a:lnTo>
                    <a:pt x="119380" y="1397"/>
                  </a:lnTo>
                  <a:lnTo>
                    <a:pt x="120650" y="1397"/>
                  </a:lnTo>
                  <a:lnTo>
                    <a:pt x="120650" y="7620"/>
                  </a:lnTo>
                  <a:lnTo>
                    <a:pt x="205739" y="7620"/>
                  </a:lnTo>
                  <a:lnTo>
                    <a:pt x="205740" y="0"/>
                  </a:lnTo>
                  <a:close/>
                </a:path>
              </a:pathLst>
            </a:custGeom>
            <a:solidFill>
              <a:srgbClr val="002146"/>
            </a:solidFill>
          </p:spPr>
          <p:txBody>
            <a:bodyPr wrap="square" lIns="0" tIns="0" rIns="0" bIns="0" rtlCol="0"/>
            <a:lstStyle/>
            <a:p/>
          </p:txBody>
        </p:sp>
        <p:sp>
          <p:nvSpPr>
            <p:cNvPr id="952" name="object 952"/>
            <p:cNvSpPr/>
            <p:nvPr/>
          </p:nvSpPr>
          <p:spPr>
            <a:xfrm>
              <a:off x="2711450" y="1286509"/>
              <a:ext cx="207010" cy="6350"/>
            </a:xfrm>
            <a:custGeom>
              <a:avLst/>
              <a:gdLst/>
              <a:ahLst/>
              <a:cxnLst/>
              <a:rect l="l" t="t" r="r" b="b"/>
              <a:pathLst>
                <a:path w="207010" h="6350">
                  <a:moveTo>
                    <a:pt x="207009" y="0"/>
                  </a:moveTo>
                  <a:lnTo>
                    <a:pt x="121919" y="0"/>
                  </a:lnTo>
                  <a:lnTo>
                    <a:pt x="121919" y="2666"/>
                  </a:lnTo>
                  <a:lnTo>
                    <a:pt x="123189" y="2666"/>
                  </a:lnTo>
                  <a:lnTo>
                    <a:pt x="123189" y="6350"/>
                  </a:lnTo>
                  <a:lnTo>
                    <a:pt x="207009" y="6350"/>
                  </a:lnTo>
                  <a:lnTo>
                    <a:pt x="207009" y="0"/>
                  </a:lnTo>
                  <a:close/>
                </a:path>
                <a:path w="207010" h="6350">
                  <a:moveTo>
                    <a:pt x="86359" y="0"/>
                  </a:moveTo>
                  <a:lnTo>
                    <a:pt x="1269" y="0"/>
                  </a:lnTo>
                  <a:lnTo>
                    <a:pt x="1269" y="1269"/>
                  </a:lnTo>
                  <a:lnTo>
                    <a:pt x="0" y="1269"/>
                  </a:lnTo>
                  <a:lnTo>
                    <a:pt x="0" y="6350"/>
                  </a:lnTo>
                  <a:lnTo>
                    <a:pt x="85089" y="6350"/>
                  </a:lnTo>
                  <a:lnTo>
                    <a:pt x="85089" y="2666"/>
                  </a:lnTo>
                  <a:lnTo>
                    <a:pt x="86360" y="2666"/>
                  </a:lnTo>
                  <a:lnTo>
                    <a:pt x="86359" y="0"/>
                  </a:lnTo>
                  <a:close/>
                </a:path>
              </a:pathLst>
            </a:custGeom>
            <a:solidFill>
              <a:srgbClr val="002048"/>
            </a:solidFill>
          </p:spPr>
          <p:txBody>
            <a:bodyPr wrap="square" lIns="0" tIns="0" rIns="0" bIns="0" rtlCol="0"/>
            <a:lstStyle/>
            <a:p/>
          </p:txBody>
        </p:sp>
        <p:sp>
          <p:nvSpPr>
            <p:cNvPr id="953" name="object 953"/>
            <p:cNvSpPr/>
            <p:nvPr/>
          </p:nvSpPr>
          <p:spPr>
            <a:xfrm>
              <a:off x="2711450" y="1292859"/>
              <a:ext cx="208279" cy="7620"/>
            </a:xfrm>
            <a:custGeom>
              <a:avLst/>
              <a:gdLst/>
              <a:ahLst/>
              <a:cxnLst/>
              <a:rect l="l" t="t" r="r" b="b"/>
              <a:pathLst>
                <a:path w="208280" h="7619">
                  <a:moveTo>
                    <a:pt x="85089" y="126"/>
                  </a:moveTo>
                  <a:lnTo>
                    <a:pt x="0" y="126"/>
                  </a:lnTo>
                  <a:lnTo>
                    <a:pt x="0" y="7619"/>
                  </a:lnTo>
                  <a:lnTo>
                    <a:pt x="85089" y="7619"/>
                  </a:lnTo>
                  <a:lnTo>
                    <a:pt x="85089" y="126"/>
                  </a:lnTo>
                  <a:close/>
                </a:path>
                <a:path w="208280" h="7619">
                  <a:moveTo>
                    <a:pt x="208279" y="0"/>
                  </a:moveTo>
                  <a:lnTo>
                    <a:pt x="207009" y="0"/>
                  </a:lnTo>
                  <a:lnTo>
                    <a:pt x="123189" y="126"/>
                  </a:lnTo>
                  <a:lnTo>
                    <a:pt x="123189" y="7619"/>
                  </a:lnTo>
                  <a:lnTo>
                    <a:pt x="208279" y="7619"/>
                  </a:lnTo>
                  <a:lnTo>
                    <a:pt x="208279" y="0"/>
                  </a:lnTo>
                  <a:close/>
                </a:path>
              </a:pathLst>
            </a:custGeom>
            <a:solidFill>
              <a:srgbClr val="00204A"/>
            </a:solidFill>
          </p:spPr>
          <p:txBody>
            <a:bodyPr wrap="square" lIns="0" tIns="0" rIns="0" bIns="0" rtlCol="0"/>
            <a:lstStyle/>
            <a:p/>
          </p:txBody>
        </p:sp>
        <p:sp>
          <p:nvSpPr>
            <p:cNvPr id="954" name="object 954"/>
            <p:cNvSpPr/>
            <p:nvPr/>
          </p:nvSpPr>
          <p:spPr>
            <a:xfrm>
              <a:off x="2710180" y="1300479"/>
              <a:ext cx="210820" cy="7620"/>
            </a:xfrm>
            <a:custGeom>
              <a:avLst/>
              <a:gdLst/>
              <a:ahLst/>
              <a:cxnLst/>
              <a:rect l="l" t="t" r="r" b="b"/>
              <a:pathLst>
                <a:path w="210819" h="7619">
                  <a:moveTo>
                    <a:pt x="85089" y="0"/>
                  </a:moveTo>
                  <a:lnTo>
                    <a:pt x="1269" y="0"/>
                  </a:lnTo>
                  <a:lnTo>
                    <a:pt x="1269" y="2540"/>
                  </a:lnTo>
                  <a:lnTo>
                    <a:pt x="0" y="2540"/>
                  </a:lnTo>
                  <a:lnTo>
                    <a:pt x="0" y="7620"/>
                  </a:lnTo>
                  <a:lnTo>
                    <a:pt x="85089" y="7620"/>
                  </a:lnTo>
                  <a:lnTo>
                    <a:pt x="85089" y="0"/>
                  </a:lnTo>
                  <a:close/>
                </a:path>
                <a:path w="210819" h="7619">
                  <a:moveTo>
                    <a:pt x="209550" y="0"/>
                  </a:moveTo>
                  <a:lnTo>
                    <a:pt x="125730" y="0"/>
                  </a:lnTo>
                  <a:lnTo>
                    <a:pt x="125730" y="7620"/>
                  </a:lnTo>
                  <a:lnTo>
                    <a:pt x="210819" y="7620"/>
                  </a:lnTo>
                  <a:lnTo>
                    <a:pt x="210819" y="6350"/>
                  </a:lnTo>
                  <a:lnTo>
                    <a:pt x="209550" y="6350"/>
                  </a:lnTo>
                  <a:lnTo>
                    <a:pt x="209550" y="0"/>
                  </a:lnTo>
                  <a:close/>
                </a:path>
              </a:pathLst>
            </a:custGeom>
            <a:solidFill>
              <a:srgbClr val="001F4C"/>
            </a:solidFill>
          </p:spPr>
          <p:txBody>
            <a:bodyPr wrap="square" lIns="0" tIns="0" rIns="0" bIns="0" rtlCol="0"/>
            <a:lstStyle/>
            <a:p/>
          </p:txBody>
        </p:sp>
        <p:sp>
          <p:nvSpPr>
            <p:cNvPr id="955" name="object 955"/>
            <p:cNvSpPr/>
            <p:nvPr/>
          </p:nvSpPr>
          <p:spPr>
            <a:xfrm>
              <a:off x="2710180" y="1308099"/>
              <a:ext cx="210820" cy="6350"/>
            </a:xfrm>
            <a:custGeom>
              <a:avLst/>
              <a:gdLst/>
              <a:ahLst/>
              <a:cxnLst/>
              <a:rect l="l" t="t" r="r" b="b"/>
              <a:pathLst>
                <a:path w="210819" h="6350">
                  <a:moveTo>
                    <a:pt x="85089" y="0"/>
                  </a:moveTo>
                  <a:lnTo>
                    <a:pt x="0" y="0"/>
                  </a:lnTo>
                  <a:lnTo>
                    <a:pt x="0" y="6350"/>
                  </a:lnTo>
                  <a:lnTo>
                    <a:pt x="83819" y="6350"/>
                  </a:lnTo>
                  <a:lnTo>
                    <a:pt x="83819" y="3810"/>
                  </a:lnTo>
                  <a:lnTo>
                    <a:pt x="85089" y="3810"/>
                  </a:lnTo>
                  <a:lnTo>
                    <a:pt x="85089" y="0"/>
                  </a:lnTo>
                  <a:close/>
                </a:path>
                <a:path w="210819" h="6350">
                  <a:moveTo>
                    <a:pt x="210819" y="0"/>
                  </a:moveTo>
                  <a:lnTo>
                    <a:pt x="125730" y="0"/>
                  </a:lnTo>
                  <a:lnTo>
                    <a:pt x="125730" y="2539"/>
                  </a:lnTo>
                  <a:lnTo>
                    <a:pt x="127000" y="2539"/>
                  </a:lnTo>
                  <a:lnTo>
                    <a:pt x="127000" y="6350"/>
                  </a:lnTo>
                  <a:lnTo>
                    <a:pt x="210819" y="6350"/>
                  </a:lnTo>
                  <a:lnTo>
                    <a:pt x="210819" y="0"/>
                  </a:lnTo>
                  <a:close/>
                </a:path>
              </a:pathLst>
            </a:custGeom>
            <a:solidFill>
              <a:srgbClr val="001E4F"/>
            </a:solidFill>
          </p:spPr>
          <p:txBody>
            <a:bodyPr wrap="square" lIns="0" tIns="0" rIns="0" bIns="0" rtlCol="0"/>
            <a:lstStyle/>
            <a:p/>
          </p:txBody>
        </p:sp>
        <p:sp>
          <p:nvSpPr>
            <p:cNvPr id="956" name="object 956"/>
            <p:cNvSpPr/>
            <p:nvPr/>
          </p:nvSpPr>
          <p:spPr>
            <a:xfrm>
              <a:off x="2710180" y="131444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001E51"/>
            </a:solidFill>
          </p:spPr>
          <p:txBody>
            <a:bodyPr wrap="square" lIns="0" tIns="0" rIns="0" bIns="0" rtlCol="0"/>
            <a:lstStyle/>
            <a:p/>
          </p:txBody>
        </p:sp>
        <p:sp>
          <p:nvSpPr>
            <p:cNvPr id="957" name="object 957"/>
            <p:cNvSpPr/>
            <p:nvPr/>
          </p:nvSpPr>
          <p:spPr>
            <a:xfrm>
              <a:off x="2708910" y="1322069"/>
              <a:ext cx="213360" cy="7620"/>
            </a:xfrm>
            <a:custGeom>
              <a:avLst/>
              <a:gdLst/>
              <a:ahLst/>
              <a:cxnLst/>
              <a:rect l="l" t="t" r="r" b="b"/>
              <a:pathLst>
                <a:path w="213360" h="7619">
                  <a:moveTo>
                    <a:pt x="85089" y="0"/>
                  </a:moveTo>
                  <a:lnTo>
                    <a:pt x="1269" y="0"/>
                  </a:lnTo>
                  <a:lnTo>
                    <a:pt x="1269" y="3809"/>
                  </a:lnTo>
                  <a:lnTo>
                    <a:pt x="0" y="3809"/>
                  </a:lnTo>
                  <a:lnTo>
                    <a:pt x="0" y="7619"/>
                  </a:lnTo>
                  <a:lnTo>
                    <a:pt x="83819" y="7619"/>
                  </a:lnTo>
                  <a:lnTo>
                    <a:pt x="83819" y="1269"/>
                  </a:lnTo>
                  <a:lnTo>
                    <a:pt x="85089" y="1269"/>
                  </a:lnTo>
                  <a:lnTo>
                    <a:pt x="85089" y="0"/>
                  </a:lnTo>
                  <a:close/>
                </a:path>
                <a:path w="213360" h="7619">
                  <a:moveTo>
                    <a:pt x="212089" y="0"/>
                  </a:moveTo>
                  <a:lnTo>
                    <a:pt x="128269" y="0"/>
                  </a:lnTo>
                  <a:lnTo>
                    <a:pt x="128269" y="1269"/>
                  </a:lnTo>
                  <a:lnTo>
                    <a:pt x="129539" y="1269"/>
                  </a:lnTo>
                  <a:lnTo>
                    <a:pt x="129539" y="7619"/>
                  </a:lnTo>
                  <a:lnTo>
                    <a:pt x="213359" y="7619"/>
                  </a:lnTo>
                  <a:lnTo>
                    <a:pt x="213359" y="5079"/>
                  </a:lnTo>
                  <a:lnTo>
                    <a:pt x="212089" y="5079"/>
                  </a:lnTo>
                  <a:lnTo>
                    <a:pt x="212089" y="0"/>
                  </a:lnTo>
                  <a:close/>
                </a:path>
              </a:pathLst>
            </a:custGeom>
            <a:solidFill>
              <a:srgbClr val="001D53"/>
            </a:solidFill>
          </p:spPr>
          <p:txBody>
            <a:bodyPr wrap="square" lIns="0" tIns="0" rIns="0" bIns="0" rtlCol="0"/>
            <a:lstStyle/>
            <a:p/>
          </p:txBody>
        </p:sp>
        <p:sp>
          <p:nvSpPr>
            <p:cNvPr id="958" name="object 958"/>
            <p:cNvSpPr/>
            <p:nvPr/>
          </p:nvSpPr>
          <p:spPr>
            <a:xfrm>
              <a:off x="2708910" y="132968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D56"/>
            </a:solidFill>
          </p:spPr>
          <p:txBody>
            <a:bodyPr wrap="square" lIns="0" tIns="0" rIns="0" bIns="0" rtlCol="0"/>
            <a:lstStyle/>
            <a:p/>
          </p:txBody>
        </p:sp>
        <p:sp>
          <p:nvSpPr>
            <p:cNvPr id="959" name="object 959"/>
            <p:cNvSpPr/>
            <p:nvPr/>
          </p:nvSpPr>
          <p:spPr>
            <a:xfrm>
              <a:off x="2708910" y="133730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001C58"/>
            </a:solidFill>
          </p:spPr>
          <p:txBody>
            <a:bodyPr wrap="square" lIns="0" tIns="0" rIns="0" bIns="0" rtlCol="0"/>
            <a:lstStyle/>
            <a:p/>
          </p:txBody>
        </p:sp>
        <p:sp>
          <p:nvSpPr>
            <p:cNvPr id="960" name="object 960"/>
            <p:cNvSpPr/>
            <p:nvPr/>
          </p:nvSpPr>
          <p:spPr>
            <a:xfrm>
              <a:off x="2708910" y="13436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C5A"/>
            </a:solidFill>
          </p:spPr>
          <p:txBody>
            <a:bodyPr wrap="square" lIns="0" tIns="0" rIns="0" bIns="0" rtlCol="0"/>
            <a:lstStyle/>
            <a:p/>
          </p:txBody>
        </p:sp>
        <p:sp>
          <p:nvSpPr>
            <p:cNvPr id="961" name="object 961"/>
            <p:cNvSpPr/>
            <p:nvPr/>
          </p:nvSpPr>
          <p:spPr>
            <a:xfrm>
              <a:off x="2708910" y="135127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B5C"/>
            </a:solidFill>
          </p:spPr>
          <p:txBody>
            <a:bodyPr wrap="square" lIns="0" tIns="0" rIns="0" bIns="0" rtlCol="0"/>
            <a:lstStyle/>
            <a:p/>
          </p:txBody>
        </p:sp>
        <p:sp>
          <p:nvSpPr>
            <p:cNvPr id="962" name="object 962"/>
            <p:cNvSpPr/>
            <p:nvPr/>
          </p:nvSpPr>
          <p:spPr>
            <a:xfrm>
              <a:off x="2708910" y="135889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001A5F"/>
            </a:solidFill>
          </p:spPr>
          <p:txBody>
            <a:bodyPr wrap="square" lIns="0" tIns="0" rIns="0" bIns="0" rtlCol="0"/>
            <a:lstStyle/>
            <a:p/>
          </p:txBody>
        </p:sp>
        <p:sp>
          <p:nvSpPr>
            <p:cNvPr id="963" name="object 963"/>
            <p:cNvSpPr/>
            <p:nvPr/>
          </p:nvSpPr>
          <p:spPr>
            <a:xfrm>
              <a:off x="2708910" y="136524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A61"/>
            </a:solidFill>
          </p:spPr>
          <p:txBody>
            <a:bodyPr wrap="square" lIns="0" tIns="0" rIns="0" bIns="0" rtlCol="0"/>
            <a:lstStyle/>
            <a:p/>
          </p:txBody>
        </p:sp>
        <p:sp>
          <p:nvSpPr>
            <p:cNvPr id="964" name="object 964"/>
            <p:cNvSpPr/>
            <p:nvPr/>
          </p:nvSpPr>
          <p:spPr>
            <a:xfrm>
              <a:off x="2708910" y="137286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963"/>
            </a:solidFill>
          </p:spPr>
          <p:txBody>
            <a:bodyPr wrap="square" lIns="0" tIns="0" rIns="0" bIns="0" rtlCol="0"/>
            <a:lstStyle/>
            <a:p/>
          </p:txBody>
        </p:sp>
        <p:sp>
          <p:nvSpPr>
            <p:cNvPr id="965" name="object 965"/>
            <p:cNvSpPr/>
            <p:nvPr/>
          </p:nvSpPr>
          <p:spPr>
            <a:xfrm>
              <a:off x="2708910" y="138048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001966"/>
            </a:solidFill>
          </p:spPr>
          <p:txBody>
            <a:bodyPr wrap="square" lIns="0" tIns="0" rIns="0" bIns="0" rtlCol="0"/>
            <a:lstStyle/>
            <a:p/>
          </p:txBody>
        </p:sp>
        <p:sp>
          <p:nvSpPr>
            <p:cNvPr id="966" name="object 966"/>
            <p:cNvSpPr/>
            <p:nvPr/>
          </p:nvSpPr>
          <p:spPr>
            <a:xfrm>
              <a:off x="2708910" y="138683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868"/>
            </a:solidFill>
          </p:spPr>
          <p:txBody>
            <a:bodyPr wrap="square" lIns="0" tIns="0" rIns="0" bIns="0" rtlCol="0"/>
            <a:lstStyle/>
            <a:p/>
          </p:txBody>
        </p:sp>
        <p:sp>
          <p:nvSpPr>
            <p:cNvPr id="967" name="object 967"/>
            <p:cNvSpPr/>
            <p:nvPr/>
          </p:nvSpPr>
          <p:spPr>
            <a:xfrm>
              <a:off x="2708910" y="13944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86A"/>
            </a:solidFill>
          </p:spPr>
          <p:txBody>
            <a:bodyPr wrap="square" lIns="0" tIns="0" rIns="0" bIns="0" rtlCol="0"/>
            <a:lstStyle/>
            <a:p/>
          </p:txBody>
        </p:sp>
        <p:sp>
          <p:nvSpPr>
            <p:cNvPr id="968" name="object 968"/>
            <p:cNvSpPr/>
            <p:nvPr/>
          </p:nvSpPr>
          <p:spPr>
            <a:xfrm>
              <a:off x="2708910" y="140207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00176D"/>
            </a:solidFill>
          </p:spPr>
          <p:txBody>
            <a:bodyPr wrap="square" lIns="0" tIns="0" rIns="0" bIns="0" rtlCol="0"/>
            <a:lstStyle/>
            <a:p/>
          </p:txBody>
        </p:sp>
        <p:sp>
          <p:nvSpPr>
            <p:cNvPr id="969" name="object 969"/>
            <p:cNvSpPr/>
            <p:nvPr/>
          </p:nvSpPr>
          <p:spPr>
            <a:xfrm>
              <a:off x="2708910" y="140842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00166F"/>
            </a:solidFill>
          </p:spPr>
          <p:txBody>
            <a:bodyPr wrap="square" lIns="0" tIns="0" rIns="0" bIns="0" rtlCol="0"/>
            <a:lstStyle/>
            <a:p/>
          </p:txBody>
        </p:sp>
        <p:sp>
          <p:nvSpPr>
            <p:cNvPr id="970" name="object 970"/>
            <p:cNvSpPr/>
            <p:nvPr/>
          </p:nvSpPr>
          <p:spPr>
            <a:xfrm>
              <a:off x="2708910" y="1416049"/>
              <a:ext cx="213360" cy="7620"/>
            </a:xfrm>
            <a:custGeom>
              <a:avLst/>
              <a:gdLst/>
              <a:ahLst/>
              <a:cxnLst/>
              <a:rect l="l" t="t" r="r" b="b"/>
              <a:pathLst>
                <a:path w="213360" h="7619">
                  <a:moveTo>
                    <a:pt x="83819" y="0"/>
                  </a:moveTo>
                  <a:lnTo>
                    <a:pt x="0" y="0"/>
                  </a:lnTo>
                  <a:lnTo>
                    <a:pt x="0" y="3810"/>
                  </a:lnTo>
                  <a:lnTo>
                    <a:pt x="1269" y="3810"/>
                  </a:lnTo>
                  <a:lnTo>
                    <a:pt x="1269" y="5079"/>
                  </a:lnTo>
                  <a:lnTo>
                    <a:pt x="83819" y="5079"/>
                  </a:lnTo>
                  <a:lnTo>
                    <a:pt x="83819" y="0"/>
                  </a:lnTo>
                  <a:close/>
                </a:path>
                <a:path w="213360" h="7619">
                  <a:moveTo>
                    <a:pt x="213359" y="0"/>
                  </a:moveTo>
                  <a:lnTo>
                    <a:pt x="129539" y="0"/>
                  </a:lnTo>
                  <a:lnTo>
                    <a:pt x="129539" y="5079"/>
                  </a:lnTo>
                  <a:lnTo>
                    <a:pt x="213359" y="5079"/>
                  </a:lnTo>
                  <a:lnTo>
                    <a:pt x="213359" y="0"/>
                  </a:lnTo>
                  <a:close/>
                </a:path>
                <a:path w="213360" h="7619">
                  <a:moveTo>
                    <a:pt x="83819" y="5206"/>
                  </a:moveTo>
                  <a:lnTo>
                    <a:pt x="1269" y="5206"/>
                  </a:lnTo>
                  <a:lnTo>
                    <a:pt x="1269" y="7620"/>
                  </a:lnTo>
                  <a:lnTo>
                    <a:pt x="83819" y="7620"/>
                  </a:lnTo>
                  <a:lnTo>
                    <a:pt x="83819" y="5206"/>
                  </a:lnTo>
                  <a:close/>
                </a:path>
                <a:path w="213360" h="7619">
                  <a:moveTo>
                    <a:pt x="212089" y="5206"/>
                  </a:moveTo>
                  <a:lnTo>
                    <a:pt x="129539" y="5206"/>
                  </a:lnTo>
                  <a:lnTo>
                    <a:pt x="129539" y="7620"/>
                  </a:lnTo>
                  <a:lnTo>
                    <a:pt x="212089" y="7620"/>
                  </a:lnTo>
                  <a:lnTo>
                    <a:pt x="212089" y="5206"/>
                  </a:lnTo>
                  <a:close/>
                </a:path>
              </a:pathLst>
            </a:custGeom>
            <a:solidFill>
              <a:srgbClr val="001671"/>
            </a:solidFill>
          </p:spPr>
          <p:txBody>
            <a:bodyPr wrap="square" lIns="0" tIns="0" rIns="0" bIns="0" rtlCol="0"/>
            <a:lstStyle/>
            <a:p/>
          </p:txBody>
        </p:sp>
        <p:sp>
          <p:nvSpPr>
            <p:cNvPr id="971" name="object 971"/>
            <p:cNvSpPr/>
            <p:nvPr/>
          </p:nvSpPr>
          <p:spPr>
            <a:xfrm>
              <a:off x="2710180" y="1423669"/>
              <a:ext cx="210820" cy="6350"/>
            </a:xfrm>
            <a:custGeom>
              <a:avLst/>
              <a:gdLst/>
              <a:ahLst/>
              <a:cxnLst/>
              <a:rect l="l" t="t" r="r" b="b"/>
              <a:pathLst>
                <a:path w="210819" h="6350">
                  <a:moveTo>
                    <a:pt x="82550" y="0"/>
                  </a:moveTo>
                  <a:lnTo>
                    <a:pt x="0" y="0"/>
                  </a:lnTo>
                  <a:lnTo>
                    <a:pt x="0" y="6350"/>
                  </a:lnTo>
                  <a:lnTo>
                    <a:pt x="83819" y="6350"/>
                  </a:lnTo>
                  <a:lnTo>
                    <a:pt x="83819" y="2666"/>
                  </a:lnTo>
                  <a:lnTo>
                    <a:pt x="82550" y="2666"/>
                  </a:lnTo>
                  <a:lnTo>
                    <a:pt x="82550" y="0"/>
                  </a:lnTo>
                  <a:close/>
                </a:path>
                <a:path w="210819" h="6350">
                  <a:moveTo>
                    <a:pt x="210819" y="0"/>
                  </a:moveTo>
                  <a:lnTo>
                    <a:pt x="128269" y="0"/>
                  </a:lnTo>
                  <a:lnTo>
                    <a:pt x="128269" y="2666"/>
                  </a:lnTo>
                  <a:lnTo>
                    <a:pt x="127000" y="2666"/>
                  </a:lnTo>
                  <a:lnTo>
                    <a:pt x="127000" y="6350"/>
                  </a:lnTo>
                  <a:lnTo>
                    <a:pt x="210819" y="6350"/>
                  </a:lnTo>
                  <a:lnTo>
                    <a:pt x="210819" y="0"/>
                  </a:lnTo>
                  <a:close/>
                </a:path>
              </a:pathLst>
            </a:custGeom>
            <a:solidFill>
              <a:srgbClr val="001573"/>
            </a:solidFill>
          </p:spPr>
          <p:txBody>
            <a:bodyPr wrap="square" lIns="0" tIns="0" rIns="0" bIns="0" rtlCol="0"/>
            <a:lstStyle/>
            <a:p/>
          </p:txBody>
        </p:sp>
        <p:sp>
          <p:nvSpPr>
            <p:cNvPr id="972" name="object 972"/>
            <p:cNvSpPr/>
            <p:nvPr/>
          </p:nvSpPr>
          <p:spPr>
            <a:xfrm>
              <a:off x="2710180" y="143001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001576"/>
            </a:solidFill>
          </p:spPr>
          <p:txBody>
            <a:bodyPr wrap="square" lIns="0" tIns="0" rIns="0" bIns="0" rtlCol="0"/>
            <a:lstStyle/>
            <a:p/>
          </p:txBody>
        </p:sp>
        <p:sp>
          <p:nvSpPr>
            <p:cNvPr id="973" name="object 973"/>
            <p:cNvSpPr/>
            <p:nvPr/>
          </p:nvSpPr>
          <p:spPr>
            <a:xfrm>
              <a:off x="2710180" y="1437639"/>
              <a:ext cx="210820" cy="7620"/>
            </a:xfrm>
            <a:custGeom>
              <a:avLst/>
              <a:gdLst/>
              <a:ahLst/>
              <a:cxnLst/>
              <a:rect l="l" t="t" r="r" b="b"/>
              <a:pathLst>
                <a:path w="210819" h="7619">
                  <a:moveTo>
                    <a:pt x="83819" y="0"/>
                  </a:moveTo>
                  <a:lnTo>
                    <a:pt x="0" y="0"/>
                  </a:lnTo>
                  <a:lnTo>
                    <a:pt x="1269" y="126"/>
                  </a:lnTo>
                  <a:lnTo>
                    <a:pt x="1269" y="7620"/>
                  </a:lnTo>
                  <a:lnTo>
                    <a:pt x="85089" y="7620"/>
                  </a:lnTo>
                  <a:lnTo>
                    <a:pt x="85089" y="1397"/>
                  </a:lnTo>
                  <a:lnTo>
                    <a:pt x="83819" y="1397"/>
                  </a:lnTo>
                  <a:lnTo>
                    <a:pt x="83819" y="0"/>
                  </a:lnTo>
                  <a:close/>
                </a:path>
                <a:path w="210819" h="7619">
                  <a:moveTo>
                    <a:pt x="210819" y="0"/>
                  </a:moveTo>
                  <a:lnTo>
                    <a:pt x="127000" y="0"/>
                  </a:lnTo>
                  <a:lnTo>
                    <a:pt x="127000" y="1397"/>
                  </a:lnTo>
                  <a:lnTo>
                    <a:pt x="125730" y="1397"/>
                  </a:lnTo>
                  <a:lnTo>
                    <a:pt x="125730" y="7620"/>
                  </a:lnTo>
                  <a:lnTo>
                    <a:pt x="210819" y="7620"/>
                  </a:lnTo>
                  <a:lnTo>
                    <a:pt x="210819" y="0"/>
                  </a:lnTo>
                  <a:close/>
                </a:path>
              </a:pathLst>
            </a:custGeom>
            <a:solidFill>
              <a:srgbClr val="001478"/>
            </a:solidFill>
          </p:spPr>
          <p:txBody>
            <a:bodyPr wrap="square" lIns="0" tIns="0" rIns="0" bIns="0" rtlCol="0"/>
            <a:lstStyle/>
            <a:p/>
          </p:txBody>
        </p:sp>
        <p:sp>
          <p:nvSpPr>
            <p:cNvPr id="974" name="object 974"/>
            <p:cNvSpPr/>
            <p:nvPr/>
          </p:nvSpPr>
          <p:spPr>
            <a:xfrm>
              <a:off x="2711450" y="1445259"/>
              <a:ext cx="209550" cy="6350"/>
            </a:xfrm>
            <a:custGeom>
              <a:avLst/>
              <a:gdLst/>
              <a:ahLst/>
              <a:cxnLst/>
              <a:rect l="l" t="t" r="r" b="b"/>
              <a:pathLst>
                <a:path w="209550" h="6350">
                  <a:moveTo>
                    <a:pt x="85089" y="3809"/>
                  </a:moveTo>
                  <a:lnTo>
                    <a:pt x="83819" y="3809"/>
                  </a:lnTo>
                  <a:lnTo>
                    <a:pt x="0" y="3936"/>
                  </a:lnTo>
                  <a:lnTo>
                    <a:pt x="0" y="6350"/>
                  </a:lnTo>
                  <a:lnTo>
                    <a:pt x="85089" y="6350"/>
                  </a:lnTo>
                  <a:lnTo>
                    <a:pt x="85089" y="3809"/>
                  </a:lnTo>
                  <a:close/>
                </a:path>
                <a:path w="209550" h="6350">
                  <a:moveTo>
                    <a:pt x="83819" y="0"/>
                  </a:moveTo>
                  <a:lnTo>
                    <a:pt x="0" y="0"/>
                  </a:lnTo>
                  <a:lnTo>
                    <a:pt x="0" y="3809"/>
                  </a:lnTo>
                  <a:lnTo>
                    <a:pt x="83819" y="3809"/>
                  </a:lnTo>
                  <a:lnTo>
                    <a:pt x="83819" y="0"/>
                  </a:lnTo>
                  <a:close/>
                </a:path>
                <a:path w="209550" h="6350">
                  <a:moveTo>
                    <a:pt x="208280" y="3936"/>
                  </a:moveTo>
                  <a:lnTo>
                    <a:pt x="124460" y="3936"/>
                  </a:lnTo>
                  <a:lnTo>
                    <a:pt x="124460" y="5206"/>
                  </a:lnTo>
                  <a:lnTo>
                    <a:pt x="123189" y="5206"/>
                  </a:lnTo>
                  <a:lnTo>
                    <a:pt x="123189" y="6350"/>
                  </a:lnTo>
                  <a:lnTo>
                    <a:pt x="208280" y="6350"/>
                  </a:lnTo>
                  <a:lnTo>
                    <a:pt x="208280" y="3936"/>
                  </a:lnTo>
                  <a:close/>
                </a:path>
                <a:path w="209550" h="6350">
                  <a:moveTo>
                    <a:pt x="209550" y="0"/>
                  </a:moveTo>
                  <a:lnTo>
                    <a:pt x="124460" y="0"/>
                  </a:lnTo>
                  <a:lnTo>
                    <a:pt x="124460" y="3809"/>
                  </a:lnTo>
                  <a:lnTo>
                    <a:pt x="208280" y="3809"/>
                  </a:lnTo>
                  <a:lnTo>
                    <a:pt x="208280" y="126"/>
                  </a:lnTo>
                  <a:lnTo>
                    <a:pt x="209550" y="126"/>
                  </a:lnTo>
                  <a:close/>
                </a:path>
              </a:pathLst>
            </a:custGeom>
            <a:solidFill>
              <a:srgbClr val="00147A"/>
            </a:solidFill>
          </p:spPr>
          <p:txBody>
            <a:bodyPr wrap="square" lIns="0" tIns="0" rIns="0" bIns="0" rtlCol="0"/>
            <a:lstStyle/>
            <a:p/>
          </p:txBody>
        </p:sp>
        <p:sp>
          <p:nvSpPr>
            <p:cNvPr id="975" name="object 975"/>
            <p:cNvSpPr/>
            <p:nvPr/>
          </p:nvSpPr>
          <p:spPr>
            <a:xfrm>
              <a:off x="2711450" y="1451609"/>
              <a:ext cx="208279" cy="7620"/>
            </a:xfrm>
            <a:custGeom>
              <a:avLst/>
              <a:gdLst/>
              <a:ahLst/>
              <a:cxnLst/>
              <a:rect l="l" t="t" r="r" b="b"/>
              <a:pathLst>
                <a:path w="208280" h="7619">
                  <a:moveTo>
                    <a:pt x="85089" y="0"/>
                  </a:moveTo>
                  <a:lnTo>
                    <a:pt x="0" y="0"/>
                  </a:lnTo>
                  <a:lnTo>
                    <a:pt x="0" y="2666"/>
                  </a:lnTo>
                  <a:lnTo>
                    <a:pt x="1269" y="2666"/>
                  </a:lnTo>
                  <a:lnTo>
                    <a:pt x="1269" y="7619"/>
                  </a:lnTo>
                  <a:lnTo>
                    <a:pt x="85089" y="7619"/>
                  </a:lnTo>
                  <a:lnTo>
                    <a:pt x="85089" y="0"/>
                  </a:lnTo>
                  <a:close/>
                </a:path>
                <a:path w="208280" h="7619">
                  <a:moveTo>
                    <a:pt x="208280" y="0"/>
                  </a:moveTo>
                  <a:lnTo>
                    <a:pt x="123189" y="0"/>
                  </a:lnTo>
                  <a:lnTo>
                    <a:pt x="123189" y="7619"/>
                  </a:lnTo>
                  <a:lnTo>
                    <a:pt x="208279" y="7619"/>
                  </a:lnTo>
                  <a:lnTo>
                    <a:pt x="208280" y="0"/>
                  </a:lnTo>
                  <a:close/>
                </a:path>
              </a:pathLst>
            </a:custGeom>
            <a:solidFill>
              <a:srgbClr val="00137D"/>
            </a:solidFill>
          </p:spPr>
          <p:txBody>
            <a:bodyPr wrap="square" lIns="0" tIns="0" rIns="0" bIns="0" rtlCol="0"/>
            <a:lstStyle/>
            <a:p/>
          </p:txBody>
        </p:sp>
        <p:sp>
          <p:nvSpPr>
            <p:cNvPr id="976" name="object 976"/>
            <p:cNvSpPr/>
            <p:nvPr/>
          </p:nvSpPr>
          <p:spPr>
            <a:xfrm>
              <a:off x="2712720" y="1459229"/>
              <a:ext cx="207010" cy="7620"/>
            </a:xfrm>
            <a:custGeom>
              <a:avLst/>
              <a:gdLst/>
              <a:ahLst/>
              <a:cxnLst/>
              <a:rect l="l" t="t" r="r" b="b"/>
              <a:pathLst>
                <a:path w="207010" h="7619">
                  <a:moveTo>
                    <a:pt x="121919" y="2539"/>
                  </a:moveTo>
                  <a:lnTo>
                    <a:pt x="120650" y="2539"/>
                  </a:lnTo>
                  <a:lnTo>
                    <a:pt x="120650" y="7620"/>
                  </a:lnTo>
                  <a:lnTo>
                    <a:pt x="205739" y="7620"/>
                  </a:lnTo>
                  <a:lnTo>
                    <a:pt x="205739" y="2666"/>
                  </a:lnTo>
                  <a:lnTo>
                    <a:pt x="121919" y="2666"/>
                  </a:lnTo>
                  <a:close/>
                </a:path>
                <a:path w="207010" h="7619">
                  <a:moveTo>
                    <a:pt x="207009" y="0"/>
                  </a:moveTo>
                  <a:lnTo>
                    <a:pt x="121919" y="0"/>
                  </a:lnTo>
                  <a:lnTo>
                    <a:pt x="121919" y="2539"/>
                  </a:lnTo>
                  <a:lnTo>
                    <a:pt x="205739" y="2539"/>
                  </a:lnTo>
                  <a:lnTo>
                    <a:pt x="205739" y="1397"/>
                  </a:lnTo>
                  <a:lnTo>
                    <a:pt x="207009" y="1397"/>
                  </a:lnTo>
                  <a:lnTo>
                    <a:pt x="207009" y="0"/>
                  </a:lnTo>
                  <a:close/>
                </a:path>
                <a:path w="207010" h="7619">
                  <a:moveTo>
                    <a:pt x="85089" y="2666"/>
                  </a:moveTo>
                  <a:lnTo>
                    <a:pt x="0" y="2666"/>
                  </a:lnTo>
                  <a:lnTo>
                    <a:pt x="0" y="7620"/>
                  </a:lnTo>
                  <a:lnTo>
                    <a:pt x="85089" y="7620"/>
                  </a:lnTo>
                  <a:lnTo>
                    <a:pt x="85089" y="2666"/>
                  </a:lnTo>
                  <a:close/>
                </a:path>
                <a:path w="207010" h="7619">
                  <a:moveTo>
                    <a:pt x="83819" y="0"/>
                  </a:moveTo>
                  <a:lnTo>
                    <a:pt x="0" y="0"/>
                  </a:lnTo>
                  <a:lnTo>
                    <a:pt x="0" y="2539"/>
                  </a:lnTo>
                  <a:lnTo>
                    <a:pt x="85089" y="2539"/>
                  </a:lnTo>
                  <a:lnTo>
                    <a:pt x="85089" y="1397"/>
                  </a:lnTo>
                  <a:lnTo>
                    <a:pt x="83819" y="1397"/>
                  </a:lnTo>
                  <a:lnTo>
                    <a:pt x="83819" y="0"/>
                  </a:lnTo>
                  <a:close/>
                </a:path>
              </a:pathLst>
            </a:custGeom>
            <a:solidFill>
              <a:srgbClr val="00127F"/>
            </a:solidFill>
          </p:spPr>
          <p:txBody>
            <a:bodyPr wrap="square" lIns="0" tIns="0" rIns="0" bIns="0" rtlCol="0"/>
            <a:lstStyle/>
            <a:p/>
          </p:txBody>
        </p:sp>
        <p:sp>
          <p:nvSpPr>
            <p:cNvPr id="977" name="object 977"/>
            <p:cNvSpPr/>
            <p:nvPr/>
          </p:nvSpPr>
          <p:spPr>
            <a:xfrm>
              <a:off x="2712720" y="1466849"/>
              <a:ext cx="205740" cy="7620"/>
            </a:xfrm>
            <a:custGeom>
              <a:avLst/>
              <a:gdLst/>
              <a:ahLst/>
              <a:cxnLst/>
              <a:rect l="l" t="t" r="r" b="b"/>
              <a:pathLst>
                <a:path w="205739" h="7619">
                  <a:moveTo>
                    <a:pt x="204470" y="6476"/>
                  </a:moveTo>
                  <a:lnTo>
                    <a:pt x="118110" y="6476"/>
                  </a:lnTo>
                  <a:lnTo>
                    <a:pt x="118110" y="7620"/>
                  </a:lnTo>
                  <a:lnTo>
                    <a:pt x="204470" y="7620"/>
                  </a:lnTo>
                  <a:lnTo>
                    <a:pt x="204470" y="6476"/>
                  </a:lnTo>
                  <a:close/>
                </a:path>
                <a:path w="205739" h="7619">
                  <a:moveTo>
                    <a:pt x="205740" y="0"/>
                  </a:moveTo>
                  <a:lnTo>
                    <a:pt x="120650" y="0"/>
                  </a:lnTo>
                  <a:lnTo>
                    <a:pt x="120650" y="2666"/>
                  </a:lnTo>
                  <a:lnTo>
                    <a:pt x="119380" y="2666"/>
                  </a:lnTo>
                  <a:lnTo>
                    <a:pt x="119380" y="6476"/>
                  </a:lnTo>
                  <a:lnTo>
                    <a:pt x="205740" y="6476"/>
                  </a:lnTo>
                  <a:lnTo>
                    <a:pt x="205740" y="0"/>
                  </a:lnTo>
                  <a:close/>
                </a:path>
                <a:path w="205739" h="7619">
                  <a:moveTo>
                    <a:pt x="86359" y="2666"/>
                  </a:moveTo>
                  <a:lnTo>
                    <a:pt x="1269" y="2666"/>
                  </a:lnTo>
                  <a:lnTo>
                    <a:pt x="1269" y="7620"/>
                  </a:lnTo>
                  <a:lnTo>
                    <a:pt x="87630" y="7620"/>
                  </a:lnTo>
                  <a:lnTo>
                    <a:pt x="87630" y="6476"/>
                  </a:lnTo>
                  <a:lnTo>
                    <a:pt x="86359" y="6476"/>
                  </a:lnTo>
                  <a:lnTo>
                    <a:pt x="86359" y="2666"/>
                  </a:lnTo>
                  <a:close/>
                </a:path>
                <a:path w="205739" h="7619">
                  <a:moveTo>
                    <a:pt x="85089" y="0"/>
                  </a:moveTo>
                  <a:lnTo>
                    <a:pt x="0" y="0"/>
                  </a:lnTo>
                  <a:lnTo>
                    <a:pt x="0" y="2666"/>
                  </a:lnTo>
                  <a:lnTo>
                    <a:pt x="85089" y="2666"/>
                  </a:lnTo>
                  <a:lnTo>
                    <a:pt x="85089" y="0"/>
                  </a:lnTo>
                  <a:close/>
                </a:path>
              </a:pathLst>
            </a:custGeom>
            <a:solidFill>
              <a:srgbClr val="001281"/>
            </a:solidFill>
          </p:spPr>
          <p:txBody>
            <a:bodyPr wrap="square" lIns="0" tIns="0" rIns="0" bIns="0" rtlCol="0"/>
            <a:lstStyle/>
            <a:p/>
          </p:txBody>
        </p:sp>
        <p:sp>
          <p:nvSpPr>
            <p:cNvPr id="978" name="object 978"/>
            <p:cNvSpPr/>
            <p:nvPr/>
          </p:nvSpPr>
          <p:spPr>
            <a:xfrm>
              <a:off x="2713990" y="1474469"/>
              <a:ext cx="203200" cy="6350"/>
            </a:xfrm>
            <a:custGeom>
              <a:avLst/>
              <a:gdLst/>
              <a:ahLst/>
              <a:cxnLst/>
              <a:rect l="l" t="t" r="r" b="b"/>
              <a:pathLst>
                <a:path w="203200" h="6350">
                  <a:moveTo>
                    <a:pt x="87630" y="1270"/>
                  </a:moveTo>
                  <a:lnTo>
                    <a:pt x="86360" y="1270"/>
                  </a:lnTo>
                  <a:lnTo>
                    <a:pt x="86360" y="0"/>
                  </a:lnTo>
                  <a:lnTo>
                    <a:pt x="0" y="0"/>
                  </a:lnTo>
                  <a:lnTo>
                    <a:pt x="0" y="1270"/>
                  </a:lnTo>
                  <a:lnTo>
                    <a:pt x="0" y="6350"/>
                  </a:lnTo>
                  <a:lnTo>
                    <a:pt x="87630" y="6350"/>
                  </a:lnTo>
                  <a:lnTo>
                    <a:pt x="87630" y="1270"/>
                  </a:lnTo>
                  <a:close/>
                </a:path>
                <a:path w="203200" h="6350">
                  <a:moveTo>
                    <a:pt x="203200" y="0"/>
                  </a:moveTo>
                  <a:lnTo>
                    <a:pt x="116840" y="0"/>
                  </a:lnTo>
                  <a:lnTo>
                    <a:pt x="116840" y="1270"/>
                  </a:lnTo>
                  <a:lnTo>
                    <a:pt x="115570" y="1270"/>
                  </a:lnTo>
                  <a:lnTo>
                    <a:pt x="115570" y="5080"/>
                  </a:lnTo>
                  <a:lnTo>
                    <a:pt x="114300" y="5080"/>
                  </a:lnTo>
                  <a:lnTo>
                    <a:pt x="114300" y="6350"/>
                  </a:lnTo>
                  <a:lnTo>
                    <a:pt x="203200" y="6350"/>
                  </a:lnTo>
                  <a:lnTo>
                    <a:pt x="203200" y="5080"/>
                  </a:lnTo>
                  <a:lnTo>
                    <a:pt x="203200" y="1270"/>
                  </a:lnTo>
                  <a:lnTo>
                    <a:pt x="203200" y="0"/>
                  </a:lnTo>
                  <a:close/>
                </a:path>
              </a:pathLst>
            </a:custGeom>
            <a:solidFill>
              <a:srgbClr val="001183"/>
            </a:solidFill>
          </p:spPr>
          <p:txBody>
            <a:bodyPr wrap="square" lIns="0" tIns="0" rIns="0" bIns="0" rtlCol="0"/>
            <a:lstStyle/>
            <a:p/>
          </p:txBody>
        </p:sp>
        <p:sp>
          <p:nvSpPr>
            <p:cNvPr id="979" name="object 979"/>
            <p:cNvSpPr/>
            <p:nvPr/>
          </p:nvSpPr>
          <p:spPr>
            <a:xfrm>
              <a:off x="2713990" y="1480819"/>
              <a:ext cx="203200" cy="7620"/>
            </a:xfrm>
            <a:custGeom>
              <a:avLst/>
              <a:gdLst/>
              <a:ahLst/>
              <a:cxnLst/>
              <a:rect l="l" t="t" r="r" b="b"/>
              <a:pathLst>
                <a:path w="203200" h="7619">
                  <a:moveTo>
                    <a:pt x="91440" y="6350"/>
                  </a:moveTo>
                  <a:lnTo>
                    <a:pt x="90170" y="6350"/>
                  </a:lnTo>
                  <a:lnTo>
                    <a:pt x="90170" y="5080"/>
                  </a:lnTo>
                  <a:lnTo>
                    <a:pt x="90157" y="3810"/>
                  </a:lnTo>
                  <a:lnTo>
                    <a:pt x="88900" y="3810"/>
                  </a:lnTo>
                  <a:lnTo>
                    <a:pt x="88900" y="2540"/>
                  </a:lnTo>
                  <a:lnTo>
                    <a:pt x="88900" y="0"/>
                  </a:lnTo>
                  <a:lnTo>
                    <a:pt x="0" y="0"/>
                  </a:lnTo>
                  <a:lnTo>
                    <a:pt x="0" y="2540"/>
                  </a:lnTo>
                  <a:lnTo>
                    <a:pt x="0" y="3810"/>
                  </a:lnTo>
                  <a:lnTo>
                    <a:pt x="0" y="5080"/>
                  </a:lnTo>
                  <a:lnTo>
                    <a:pt x="1270" y="5080"/>
                  </a:lnTo>
                  <a:lnTo>
                    <a:pt x="1270" y="6350"/>
                  </a:lnTo>
                  <a:lnTo>
                    <a:pt x="1270" y="7620"/>
                  </a:lnTo>
                  <a:lnTo>
                    <a:pt x="91440" y="7620"/>
                  </a:lnTo>
                  <a:lnTo>
                    <a:pt x="91440" y="6350"/>
                  </a:lnTo>
                  <a:close/>
                </a:path>
                <a:path w="203200" h="7619">
                  <a:moveTo>
                    <a:pt x="201930" y="6477"/>
                  </a:moveTo>
                  <a:lnTo>
                    <a:pt x="113030" y="6477"/>
                  </a:lnTo>
                  <a:lnTo>
                    <a:pt x="113030" y="7620"/>
                  </a:lnTo>
                  <a:lnTo>
                    <a:pt x="201930" y="7620"/>
                  </a:lnTo>
                  <a:lnTo>
                    <a:pt x="201930" y="6477"/>
                  </a:lnTo>
                  <a:close/>
                </a:path>
                <a:path w="203200" h="7619">
                  <a:moveTo>
                    <a:pt x="203200" y="0"/>
                  </a:moveTo>
                  <a:lnTo>
                    <a:pt x="114300" y="0"/>
                  </a:lnTo>
                  <a:lnTo>
                    <a:pt x="114300" y="2540"/>
                  </a:lnTo>
                  <a:lnTo>
                    <a:pt x="114300" y="5080"/>
                  </a:lnTo>
                  <a:lnTo>
                    <a:pt x="113030" y="5080"/>
                  </a:lnTo>
                  <a:lnTo>
                    <a:pt x="113030" y="6350"/>
                  </a:lnTo>
                  <a:lnTo>
                    <a:pt x="201930" y="6350"/>
                  </a:lnTo>
                  <a:lnTo>
                    <a:pt x="201930" y="5080"/>
                  </a:lnTo>
                  <a:lnTo>
                    <a:pt x="201930" y="2540"/>
                  </a:lnTo>
                  <a:lnTo>
                    <a:pt x="203200" y="2540"/>
                  </a:lnTo>
                  <a:lnTo>
                    <a:pt x="203200" y="0"/>
                  </a:lnTo>
                  <a:close/>
                </a:path>
              </a:pathLst>
            </a:custGeom>
            <a:solidFill>
              <a:srgbClr val="001186"/>
            </a:solidFill>
          </p:spPr>
          <p:txBody>
            <a:bodyPr wrap="square" lIns="0" tIns="0" rIns="0" bIns="0" rtlCol="0"/>
            <a:lstStyle/>
            <a:p/>
          </p:txBody>
        </p:sp>
        <p:sp>
          <p:nvSpPr>
            <p:cNvPr id="980" name="object 980"/>
            <p:cNvSpPr/>
            <p:nvPr/>
          </p:nvSpPr>
          <p:spPr>
            <a:xfrm>
              <a:off x="2715260" y="1488439"/>
              <a:ext cx="200660" cy="7620"/>
            </a:xfrm>
            <a:custGeom>
              <a:avLst/>
              <a:gdLst/>
              <a:ahLst/>
              <a:cxnLst/>
              <a:rect l="l" t="t" r="r" b="b"/>
              <a:pathLst>
                <a:path w="200660" h="7619">
                  <a:moveTo>
                    <a:pt x="95250" y="6350"/>
                  </a:moveTo>
                  <a:lnTo>
                    <a:pt x="92710" y="6350"/>
                  </a:lnTo>
                  <a:lnTo>
                    <a:pt x="92710" y="5080"/>
                  </a:lnTo>
                  <a:lnTo>
                    <a:pt x="92710" y="3810"/>
                  </a:lnTo>
                  <a:lnTo>
                    <a:pt x="91440" y="3810"/>
                  </a:lnTo>
                  <a:lnTo>
                    <a:pt x="91440" y="2540"/>
                  </a:lnTo>
                  <a:lnTo>
                    <a:pt x="90170" y="2540"/>
                  </a:lnTo>
                  <a:lnTo>
                    <a:pt x="90170" y="0"/>
                  </a:lnTo>
                  <a:lnTo>
                    <a:pt x="0" y="0"/>
                  </a:lnTo>
                  <a:lnTo>
                    <a:pt x="0" y="2540"/>
                  </a:lnTo>
                  <a:lnTo>
                    <a:pt x="0" y="3810"/>
                  </a:lnTo>
                  <a:lnTo>
                    <a:pt x="0" y="5080"/>
                  </a:lnTo>
                  <a:lnTo>
                    <a:pt x="0" y="6350"/>
                  </a:lnTo>
                  <a:lnTo>
                    <a:pt x="0" y="7620"/>
                  </a:lnTo>
                  <a:lnTo>
                    <a:pt x="95250" y="7620"/>
                  </a:lnTo>
                  <a:lnTo>
                    <a:pt x="95250" y="6350"/>
                  </a:lnTo>
                  <a:close/>
                </a:path>
                <a:path w="200660" h="7619">
                  <a:moveTo>
                    <a:pt x="200660" y="0"/>
                  </a:moveTo>
                  <a:lnTo>
                    <a:pt x="110490" y="0"/>
                  </a:lnTo>
                  <a:lnTo>
                    <a:pt x="110490" y="2540"/>
                  </a:lnTo>
                  <a:lnTo>
                    <a:pt x="107950" y="2540"/>
                  </a:lnTo>
                  <a:lnTo>
                    <a:pt x="107950" y="5080"/>
                  </a:lnTo>
                  <a:lnTo>
                    <a:pt x="107950" y="6350"/>
                  </a:lnTo>
                  <a:lnTo>
                    <a:pt x="106680" y="6350"/>
                  </a:lnTo>
                  <a:lnTo>
                    <a:pt x="106680" y="7620"/>
                  </a:lnTo>
                  <a:lnTo>
                    <a:pt x="199390" y="7620"/>
                  </a:lnTo>
                  <a:lnTo>
                    <a:pt x="199390" y="6350"/>
                  </a:lnTo>
                  <a:lnTo>
                    <a:pt x="199390" y="5080"/>
                  </a:lnTo>
                  <a:lnTo>
                    <a:pt x="200660" y="5080"/>
                  </a:lnTo>
                  <a:lnTo>
                    <a:pt x="200660" y="2540"/>
                  </a:lnTo>
                  <a:lnTo>
                    <a:pt x="200660" y="0"/>
                  </a:lnTo>
                  <a:close/>
                </a:path>
              </a:pathLst>
            </a:custGeom>
            <a:solidFill>
              <a:srgbClr val="001088"/>
            </a:solidFill>
          </p:spPr>
          <p:txBody>
            <a:bodyPr wrap="square" lIns="0" tIns="0" rIns="0" bIns="0" rtlCol="0"/>
            <a:lstStyle/>
            <a:p/>
          </p:txBody>
        </p:sp>
        <p:sp>
          <p:nvSpPr>
            <p:cNvPr id="981" name="object 981"/>
            <p:cNvSpPr/>
            <p:nvPr/>
          </p:nvSpPr>
          <p:spPr>
            <a:xfrm>
              <a:off x="271526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00108A"/>
            </a:solidFill>
          </p:spPr>
          <p:txBody>
            <a:bodyPr wrap="square" lIns="0" tIns="0" rIns="0" bIns="0" rtlCol="0"/>
            <a:lstStyle/>
            <a:p/>
          </p:txBody>
        </p:sp>
        <p:sp>
          <p:nvSpPr>
            <p:cNvPr id="982" name="object 982"/>
            <p:cNvSpPr/>
            <p:nvPr/>
          </p:nvSpPr>
          <p:spPr>
            <a:xfrm>
              <a:off x="2716530" y="1502409"/>
              <a:ext cx="198120" cy="7620"/>
            </a:xfrm>
            <a:custGeom>
              <a:avLst/>
              <a:gdLst/>
              <a:ahLst/>
              <a:cxnLst/>
              <a:rect l="l" t="t" r="r" b="b"/>
              <a:pathLst>
                <a:path w="198119" h="7619">
                  <a:moveTo>
                    <a:pt x="198120" y="0"/>
                  </a:moveTo>
                  <a:lnTo>
                    <a:pt x="0" y="0"/>
                  </a:lnTo>
                  <a:lnTo>
                    <a:pt x="0" y="2540"/>
                  </a:lnTo>
                  <a:lnTo>
                    <a:pt x="0" y="7620"/>
                  </a:lnTo>
                  <a:lnTo>
                    <a:pt x="196850" y="7620"/>
                  </a:lnTo>
                  <a:lnTo>
                    <a:pt x="196850" y="2540"/>
                  </a:lnTo>
                  <a:lnTo>
                    <a:pt x="198120" y="2540"/>
                  </a:lnTo>
                  <a:lnTo>
                    <a:pt x="198120" y="0"/>
                  </a:lnTo>
                  <a:close/>
                </a:path>
              </a:pathLst>
            </a:custGeom>
            <a:solidFill>
              <a:srgbClr val="000F8D"/>
            </a:solidFill>
          </p:spPr>
          <p:txBody>
            <a:bodyPr wrap="square" lIns="0" tIns="0" rIns="0" bIns="0" rtlCol="0"/>
            <a:lstStyle/>
            <a:p/>
          </p:txBody>
        </p:sp>
        <p:sp>
          <p:nvSpPr>
            <p:cNvPr id="983" name="object 983"/>
            <p:cNvSpPr/>
            <p:nvPr/>
          </p:nvSpPr>
          <p:spPr>
            <a:xfrm>
              <a:off x="2716530" y="1510029"/>
              <a:ext cx="196850" cy="7620"/>
            </a:xfrm>
            <a:custGeom>
              <a:avLst/>
              <a:gdLst/>
              <a:ahLst/>
              <a:cxnLst/>
              <a:rect l="l" t="t" r="r" b="b"/>
              <a:pathLst>
                <a:path w="196850" h="7619">
                  <a:moveTo>
                    <a:pt x="196850" y="0"/>
                  </a:moveTo>
                  <a:lnTo>
                    <a:pt x="0" y="0"/>
                  </a:lnTo>
                  <a:lnTo>
                    <a:pt x="0" y="2540"/>
                  </a:lnTo>
                  <a:lnTo>
                    <a:pt x="1270" y="2540"/>
                  </a:lnTo>
                  <a:lnTo>
                    <a:pt x="1270" y="7620"/>
                  </a:lnTo>
                  <a:lnTo>
                    <a:pt x="196850" y="7620"/>
                  </a:lnTo>
                  <a:lnTo>
                    <a:pt x="196850" y="2540"/>
                  </a:lnTo>
                  <a:lnTo>
                    <a:pt x="196850" y="0"/>
                  </a:lnTo>
                  <a:close/>
                </a:path>
              </a:pathLst>
            </a:custGeom>
            <a:solidFill>
              <a:srgbClr val="000E8F"/>
            </a:solidFill>
          </p:spPr>
          <p:txBody>
            <a:bodyPr wrap="square" lIns="0" tIns="0" rIns="0" bIns="0" rtlCol="0"/>
            <a:lstStyle/>
            <a:p/>
          </p:txBody>
        </p:sp>
        <p:sp>
          <p:nvSpPr>
            <p:cNvPr id="984" name="object 984"/>
            <p:cNvSpPr/>
            <p:nvPr/>
          </p:nvSpPr>
          <p:spPr>
            <a:xfrm>
              <a:off x="2717800" y="1517649"/>
              <a:ext cx="195580" cy="6350"/>
            </a:xfrm>
            <a:custGeom>
              <a:avLst/>
              <a:gdLst/>
              <a:ahLst/>
              <a:cxnLst/>
              <a:rect l="l" t="t" r="r" b="b"/>
              <a:pathLst>
                <a:path w="195580" h="6350">
                  <a:moveTo>
                    <a:pt x="195580" y="0"/>
                  </a:moveTo>
                  <a:lnTo>
                    <a:pt x="0" y="0"/>
                  </a:lnTo>
                  <a:lnTo>
                    <a:pt x="0" y="1270"/>
                  </a:lnTo>
                  <a:lnTo>
                    <a:pt x="0" y="2540"/>
                  </a:lnTo>
                  <a:lnTo>
                    <a:pt x="1270" y="2540"/>
                  </a:lnTo>
                  <a:lnTo>
                    <a:pt x="1270" y="6350"/>
                  </a:lnTo>
                  <a:lnTo>
                    <a:pt x="194310" y="6350"/>
                  </a:lnTo>
                  <a:lnTo>
                    <a:pt x="194310" y="2540"/>
                  </a:lnTo>
                  <a:lnTo>
                    <a:pt x="194310" y="1270"/>
                  </a:lnTo>
                  <a:lnTo>
                    <a:pt x="195580" y="1270"/>
                  </a:lnTo>
                  <a:lnTo>
                    <a:pt x="195580" y="0"/>
                  </a:lnTo>
                  <a:close/>
                </a:path>
              </a:pathLst>
            </a:custGeom>
            <a:solidFill>
              <a:srgbClr val="000E91"/>
            </a:solidFill>
          </p:spPr>
          <p:txBody>
            <a:bodyPr wrap="square" lIns="0" tIns="0" rIns="0" bIns="0" rtlCol="0"/>
            <a:lstStyle/>
            <a:p/>
          </p:txBody>
        </p:sp>
        <p:sp>
          <p:nvSpPr>
            <p:cNvPr id="985" name="object 985"/>
            <p:cNvSpPr/>
            <p:nvPr/>
          </p:nvSpPr>
          <p:spPr>
            <a:xfrm>
              <a:off x="2719070" y="1523999"/>
              <a:ext cx="193040" cy="7620"/>
            </a:xfrm>
            <a:custGeom>
              <a:avLst/>
              <a:gdLst/>
              <a:ahLst/>
              <a:cxnLst/>
              <a:rect l="l" t="t" r="r" b="b"/>
              <a:pathLst>
                <a:path w="193039" h="7619">
                  <a:moveTo>
                    <a:pt x="191770" y="5092"/>
                  </a:moveTo>
                  <a:lnTo>
                    <a:pt x="1270" y="5092"/>
                  </a:lnTo>
                  <a:lnTo>
                    <a:pt x="1270" y="7620"/>
                  </a:lnTo>
                  <a:lnTo>
                    <a:pt x="191770" y="7620"/>
                  </a:lnTo>
                  <a:lnTo>
                    <a:pt x="191770" y="5092"/>
                  </a:lnTo>
                  <a:close/>
                </a:path>
                <a:path w="193039" h="7619">
                  <a:moveTo>
                    <a:pt x="193040" y="0"/>
                  </a:moveTo>
                  <a:lnTo>
                    <a:pt x="0" y="0"/>
                  </a:lnTo>
                  <a:lnTo>
                    <a:pt x="0" y="2540"/>
                  </a:lnTo>
                  <a:lnTo>
                    <a:pt x="1270" y="2540"/>
                  </a:lnTo>
                  <a:lnTo>
                    <a:pt x="1270" y="5080"/>
                  </a:lnTo>
                  <a:lnTo>
                    <a:pt x="193027" y="5080"/>
                  </a:lnTo>
                  <a:lnTo>
                    <a:pt x="193027" y="2540"/>
                  </a:lnTo>
                  <a:lnTo>
                    <a:pt x="193040" y="0"/>
                  </a:lnTo>
                  <a:close/>
                </a:path>
              </a:pathLst>
            </a:custGeom>
            <a:solidFill>
              <a:srgbClr val="000D93"/>
            </a:solidFill>
          </p:spPr>
          <p:txBody>
            <a:bodyPr wrap="square" lIns="0" tIns="0" rIns="0" bIns="0" rtlCol="0"/>
            <a:lstStyle/>
            <a:p/>
          </p:txBody>
        </p:sp>
        <p:sp>
          <p:nvSpPr>
            <p:cNvPr id="986" name="object 986"/>
            <p:cNvSpPr/>
            <p:nvPr/>
          </p:nvSpPr>
          <p:spPr>
            <a:xfrm>
              <a:off x="2720340" y="1531619"/>
              <a:ext cx="190500" cy="7620"/>
            </a:xfrm>
            <a:custGeom>
              <a:avLst/>
              <a:gdLst/>
              <a:ahLst/>
              <a:cxnLst/>
              <a:rect l="l" t="t" r="r" b="b"/>
              <a:pathLst>
                <a:path w="190500" h="7619">
                  <a:moveTo>
                    <a:pt x="189230" y="3822"/>
                  </a:moveTo>
                  <a:lnTo>
                    <a:pt x="1270" y="3822"/>
                  </a:lnTo>
                  <a:lnTo>
                    <a:pt x="1270" y="7620"/>
                  </a:lnTo>
                  <a:lnTo>
                    <a:pt x="189230" y="7620"/>
                  </a:lnTo>
                  <a:lnTo>
                    <a:pt x="189230" y="3822"/>
                  </a:lnTo>
                  <a:close/>
                </a:path>
                <a:path w="190500" h="7619">
                  <a:moveTo>
                    <a:pt x="190500" y="0"/>
                  </a:moveTo>
                  <a:lnTo>
                    <a:pt x="0" y="0"/>
                  </a:lnTo>
                  <a:lnTo>
                    <a:pt x="0" y="2540"/>
                  </a:lnTo>
                  <a:lnTo>
                    <a:pt x="1270" y="2540"/>
                  </a:lnTo>
                  <a:lnTo>
                    <a:pt x="1270" y="3810"/>
                  </a:lnTo>
                  <a:lnTo>
                    <a:pt x="190500" y="3810"/>
                  </a:lnTo>
                  <a:lnTo>
                    <a:pt x="190500" y="2540"/>
                  </a:lnTo>
                  <a:lnTo>
                    <a:pt x="190500" y="0"/>
                  </a:lnTo>
                  <a:close/>
                </a:path>
              </a:pathLst>
            </a:custGeom>
            <a:solidFill>
              <a:srgbClr val="000D96"/>
            </a:solidFill>
          </p:spPr>
          <p:txBody>
            <a:bodyPr wrap="square" lIns="0" tIns="0" rIns="0" bIns="0" rtlCol="0"/>
            <a:lstStyle/>
            <a:p/>
          </p:txBody>
        </p:sp>
        <p:sp>
          <p:nvSpPr>
            <p:cNvPr id="987" name="object 987"/>
            <p:cNvSpPr/>
            <p:nvPr/>
          </p:nvSpPr>
          <p:spPr>
            <a:xfrm>
              <a:off x="2721610" y="1539239"/>
              <a:ext cx="187960" cy="6350"/>
            </a:xfrm>
            <a:custGeom>
              <a:avLst/>
              <a:gdLst/>
              <a:ahLst/>
              <a:cxnLst/>
              <a:rect l="l" t="t" r="r" b="b"/>
              <a:pathLst>
                <a:path w="187960" h="6350">
                  <a:moveTo>
                    <a:pt x="187960" y="0"/>
                  </a:moveTo>
                  <a:lnTo>
                    <a:pt x="0" y="0"/>
                  </a:lnTo>
                  <a:lnTo>
                    <a:pt x="0" y="1270"/>
                  </a:lnTo>
                  <a:lnTo>
                    <a:pt x="1270" y="1270"/>
                  </a:lnTo>
                  <a:lnTo>
                    <a:pt x="1270" y="3810"/>
                  </a:lnTo>
                  <a:lnTo>
                    <a:pt x="1270" y="6350"/>
                  </a:lnTo>
                  <a:lnTo>
                    <a:pt x="186690" y="6350"/>
                  </a:lnTo>
                  <a:lnTo>
                    <a:pt x="186690" y="3810"/>
                  </a:lnTo>
                  <a:lnTo>
                    <a:pt x="187960" y="3810"/>
                  </a:lnTo>
                  <a:lnTo>
                    <a:pt x="187960" y="1270"/>
                  </a:lnTo>
                  <a:lnTo>
                    <a:pt x="187960" y="0"/>
                  </a:lnTo>
                  <a:close/>
                </a:path>
              </a:pathLst>
            </a:custGeom>
            <a:solidFill>
              <a:srgbClr val="000C98"/>
            </a:solidFill>
          </p:spPr>
          <p:txBody>
            <a:bodyPr wrap="square" lIns="0" tIns="0" rIns="0" bIns="0" rtlCol="0"/>
            <a:lstStyle/>
            <a:p/>
          </p:txBody>
        </p:sp>
        <p:sp>
          <p:nvSpPr>
            <p:cNvPr id="988" name="object 988"/>
            <p:cNvSpPr/>
            <p:nvPr/>
          </p:nvSpPr>
          <p:spPr>
            <a:xfrm>
              <a:off x="2722880" y="1545589"/>
              <a:ext cx="185420" cy="7620"/>
            </a:xfrm>
            <a:custGeom>
              <a:avLst/>
              <a:gdLst/>
              <a:ahLst/>
              <a:cxnLst/>
              <a:rect l="l" t="t" r="r" b="b"/>
              <a:pathLst>
                <a:path w="185419" h="7619">
                  <a:moveTo>
                    <a:pt x="185420" y="0"/>
                  </a:moveTo>
                  <a:lnTo>
                    <a:pt x="0" y="0"/>
                  </a:lnTo>
                  <a:lnTo>
                    <a:pt x="0" y="2540"/>
                  </a:lnTo>
                  <a:lnTo>
                    <a:pt x="1270" y="2540"/>
                  </a:lnTo>
                  <a:lnTo>
                    <a:pt x="1270" y="3810"/>
                  </a:lnTo>
                  <a:lnTo>
                    <a:pt x="1270" y="7620"/>
                  </a:lnTo>
                  <a:lnTo>
                    <a:pt x="184150" y="7620"/>
                  </a:lnTo>
                  <a:lnTo>
                    <a:pt x="184150" y="3810"/>
                  </a:lnTo>
                  <a:lnTo>
                    <a:pt x="185420" y="3810"/>
                  </a:lnTo>
                  <a:lnTo>
                    <a:pt x="185420" y="2540"/>
                  </a:lnTo>
                  <a:lnTo>
                    <a:pt x="185420" y="0"/>
                  </a:lnTo>
                  <a:close/>
                </a:path>
              </a:pathLst>
            </a:custGeom>
            <a:solidFill>
              <a:srgbClr val="000C9A"/>
            </a:solidFill>
          </p:spPr>
          <p:txBody>
            <a:bodyPr wrap="square" lIns="0" tIns="0" rIns="0" bIns="0" rtlCol="0"/>
            <a:lstStyle/>
            <a:p/>
          </p:txBody>
        </p:sp>
        <p:sp>
          <p:nvSpPr>
            <p:cNvPr id="989" name="object 989"/>
            <p:cNvSpPr/>
            <p:nvPr/>
          </p:nvSpPr>
          <p:spPr>
            <a:xfrm>
              <a:off x="2725420" y="1553209"/>
              <a:ext cx="181610" cy="7620"/>
            </a:xfrm>
            <a:custGeom>
              <a:avLst/>
              <a:gdLst/>
              <a:ahLst/>
              <a:cxnLst/>
              <a:rect l="l" t="t" r="r" b="b"/>
              <a:pathLst>
                <a:path w="181610" h="7619">
                  <a:moveTo>
                    <a:pt x="181610" y="0"/>
                  </a:moveTo>
                  <a:lnTo>
                    <a:pt x="0" y="0"/>
                  </a:lnTo>
                  <a:lnTo>
                    <a:pt x="0" y="1270"/>
                  </a:lnTo>
                  <a:lnTo>
                    <a:pt x="0" y="5080"/>
                  </a:lnTo>
                  <a:lnTo>
                    <a:pt x="1270" y="5080"/>
                  </a:lnTo>
                  <a:lnTo>
                    <a:pt x="1270" y="6350"/>
                  </a:lnTo>
                  <a:lnTo>
                    <a:pt x="1270" y="7620"/>
                  </a:lnTo>
                  <a:lnTo>
                    <a:pt x="179070" y="7620"/>
                  </a:lnTo>
                  <a:lnTo>
                    <a:pt x="179070" y="6350"/>
                  </a:lnTo>
                  <a:lnTo>
                    <a:pt x="180327" y="6350"/>
                  </a:lnTo>
                  <a:lnTo>
                    <a:pt x="180327" y="5080"/>
                  </a:lnTo>
                  <a:lnTo>
                    <a:pt x="180327" y="1270"/>
                  </a:lnTo>
                  <a:lnTo>
                    <a:pt x="181610" y="1270"/>
                  </a:lnTo>
                  <a:lnTo>
                    <a:pt x="181610" y="0"/>
                  </a:lnTo>
                  <a:close/>
                </a:path>
              </a:pathLst>
            </a:custGeom>
            <a:solidFill>
              <a:srgbClr val="000B9D"/>
            </a:solidFill>
          </p:spPr>
          <p:txBody>
            <a:bodyPr wrap="square" lIns="0" tIns="0" rIns="0" bIns="0" rtlCol="0"/>
            <a:lstStyle/>
            <a:p/>
          </p:txBody>
        </p:sp>
        <p:sp>
          <p:nvSpPr>
            <p:cNvPr id="990" name="object 990"/>
            <p:cNvSpPr/>
            <p:nvPr/>
          </p:nvSpPr>
          <p:spPr>
            <a:xfrm>
              <a:off x="2726690" y="1560829"/>
              <a:ext cx="177800" cy="6350"/>
            </a:xfrm>
            <a:custGeom>
              <a:avLst/>
              <a:gdLst/>
              <a:ahLst/>
              <a:cxnLst/>
              <a:rect l="l" t="t" r="r" b="b"/>
              <a:pathLst>
                <a:path w="177800" h="6350">
                  <a:moveTo>
                    <a:pt x="177800" y="0"/>
                  </a:moveTo>
                  <a:lnTo>
                    <a:pt x="0" y="0"/>
                  </a:lnTo>
                  <a:lnTo>
                    <a:pt x="0" y="2540"/>
                  </a:lnTo>
                  <a:lnTo>
                    <a:pt x="1270" y="2540"/>
                  </a:lnTo>
                  <a:lnTo>
                    <a:pt x="1270" y="3810"/>
                  </a:lnTo>
                  <a:lnTo>
                    <a:pt x="1270" y="6350"/>
                  </a:lnTo>
                  <a:lnTo>
                    <a:pt x="176530" y="6350"/>
                  </a:lnTo>
                  <a:lnTo>
                    <a:pt x="176530" y="3810"/>
                  </a:lnTo>
                  <a:lnTo>
                    <a:pt x="177800" y="3810"/>
                  </a:lnTo>
                  <a:lnTo>
                    <a:pt x="177800" y="2540"/>
                  </a:lnTo>
                  <a:lnTo>
                    <a:pt x="177800" y="0"/>
                  </a:lnTo>
                  <a:close/>
                </a:path>
              </a:pathLst>
            </a:custGeom>
            <a:solidFill>
              <a:srgbClr val="000A9F"/>
            </a:solidFill>
          </p:spPr>
          <p:txBody>
            <a:bodyPr wrap="square" lIns="0" tIns="0" rIns="0" bIns="0" rtlCol="0"/>
            <a:lstStyle/>
            <a:p/>
          </p:txBody>
        </p:sp>
        <p:sp>
          <p:nvSpPr>
            <p:cNvPr id="991" name="object 991"/>
            <p:cNvSpPr/>
            <p:nvPr/>
          </p:nvSpPr>
          <p:spPr>
            <a:xfrm>
              <a:off x="2727960" y="1567179"/>
              <a:ext cx="175260" cy="7620"/>
            </a:xfrm>
            <a:custGeom>
              <a:avLst/>
              <a:gdLst/>
              <a:ahLst/>
              <a:cxnLst/>
              <a:rect l="l" t="t" r="r" b="b"/>
              <a:pathLst>
                <a:path w="175260" h="7619">
                  <a:moveTo>
                    <a:pt x="175260" y="0"/>
                  </a:moveTo>
                  <a:lnTo>
                    <a:pt x="0" y="0"/>
                  </a:lnTo>
                  <a:lnTo>
                    <a:pt x="0" y="1270"/>
                  </a:lnTo>
                  <a:lnTo>
                    <a:pt x="1270" y="1270"/>
                  </a:lnTo>
                  <a:lnTo>
                    <a:pt x="1270" y="2540"/>
                  </a:lnTo>
                  <a:lnTo>
                    <a:pt x="1270" y="7620"/>
                  </a:lnTo>
                  <a:lnTo>
                    <a:pt x="173990" y="7620"/>
                  </a:lnTo>
                  <a:lnTo>
                    <a:pt x="173990" y="2540"/>
                  </a:lnTo>
                  <a:lnTo>
                    <a:pt x="175260" y="2540"/>
                  </a:lnTo>
                  <a:lnTo>
                    <a:pt x="175260" y="1270"/>
                  </a:lnTo>
                  <a:lnTo>
                    <a:pt x="175260" y="0"/>
                  </a:lnTo>
                  <a:close/>
                </a:path>
              </a:pathLst>
            </a:custGeom>
            <a:solidFill>
              <a:srgbClr val="000AA1"/>
            </a:solidFill>
          </p:spPr>
          <p:txBody>
            <a:bodyPr wrap="square" lIns="0" tIns="0" rIns="0" bIns="0" rtlCol="0"/>
            <a:lstStyle/>
            <a:p/>
          </p:txBody>
        </p:sp>
        <p:sp>
          <p:nvSpPr>
            <p:cNvPr id="992" name="object 992"/>
            <p:cNvSpPr/>
            <p:nvPr/>
          </p:nvSpPr>
          <p:spPr>
            <a:xfrm>
              <a:off x="2730500" y="1574799"/>
              <a:ext cx="170180" cy="7620"/>
            </a:xfrm>
            <a:custGeom>
              <a:avLst/>
              <a:gdLst/>
              <a:ahLst/>
              <a:cxnLst/>
              <a:rect l="l" t="t" r="r" b="b"/>
              <a:pathLst>
                <a:path w="170180" h="7619">
                  <a:moveTo>
                    <a:pt x="170180" y="0"/>
                  </a:moveTo>
                  <a:lnTo>
                    <a:pt x="0" y="0"/>
                  </a:lnTo>
                  <a:lnTo>
                    <a:pt x="0" y="3810"/>
                  </a:lnTo>
                  <a:lnTo>
                    <a:pt x="0" y="5080"/>
                  </a:lnTo>
                  <a:lnTo>
                    <a:pt x="1270" y="5080"/>
                  </a:lnTo>
                  <a:lnTo>
                    <a:pt x="1270" y="7620"/>
                  </a:lnTo>
                  <a:lnTo>
                    <a:pt x="168897" y="7620"/>
                  </a:lnTo>
                  <a:lnTo>
                    <a:pt x="168897" y="5080"/>
                  </a:lnTo>
                  <a:lnTo>
                    <a:pt x="168910" y="3810"/>
                  </a:lnTo>
                  <a:lnTo>
                    <a:pt x="170180" y="3810"/>
                  </a:lnTo>
                  <a:lnTo>
                    <a:pt x="170180" y="0"/>
                  </a:lnTo>
                  <a:close/>
                </a:path>
              </a:pathLst>
            </a:custGeom>
            <a:solidFill>
              <a:srgbClr val="0009A4"/>
            </a:solidFill>
          </p:spPr>
          <p:txBody>
            <a:bodyPr wrap="square" lIns="0" tIns="0" rIns="0" bIns="0" rtlCol="0"/>
            <a:lstStyle/>
            <a:p/>
          </p:txBody>
        </p:sp>
        <p:sp>
          <p:nvSpPr>
            <p:cNvPr id="993" name="object 993"/>
            <p:cNvSpPr/>
            <p:nvPr/>
          </p:nvSpPr>
          <p:spPr>
            <a:xfrm>
              <a:off x="2731770" y="1582419"/>
              <a:ext cx="167640" cy="6350"/>
            </a:xfrm>
            <a:custGeom>
              <a:avLst/>
              <a:gdLst/>
              <a:ahLst/>
              <a:cxnLst/>
              <a:rect l="l" t="t" r="r" b="b"/>
              <a:pathLst>
                <a:path w="167639" h="6350">
                  <a:moveTo>
                    <a:pt x="167627" y="0"/>
                  </a:moveTo>
                  <a:lnTo>
                    <a:pt x="0" y="0"/>
                  </a:lnTo>
                  <a:lnTo>
                    <a:pt x="0" y="1270"/>
                  </a:lnTo>
                  <a:lnTo>
                    <a:pt x="0" y="2540"/>
                  </a:lnTo>
                  <a:lnTo>
                    <a:pt x="1270" y="2540"/>
                  </a:lnTo>
                  <a:lnTo>
                    <a:pt x="1270" y="5080"/>
                  </a:lnTo>
                  <a:lnTo>
                    <a:pt x="1270" y="6350"/>
                  </a:lnTo>
                  <a:lnTo>
                    <a:pt x="165100" y="6350"/>
                  </a:lnTo>
                  <a:lnTo>
                    <a:pt x="165100" y="5080"/>
                  </a:lnTo>
                  <a:lnTo>
                    <a:pt x="166370" y="5080"/>
                  </a:lnTo>
                  <a:lnTo>
                    <a:pt x="166370" y="2540"/>
                  </a:lnTo>
                  <a:lnTo>
                    <a:pt x="166370" y="1270"/>
                  </a:lnTo>
                  <a:lnTo>
                    <a:pt x="167627" y="1270"/>
                  </a:lnTo>
                  <a:lnTo>
                    <a:pt x="167627" y="0"/>
                  </a:lnTo>
                  <a:close/>
                </a:path>
              </a:pathLst>
            </a:custGeom>
            <a:solidFill>
              <a:srgbClr val="0009A6"/>
            </a:solidFill>
          </p:spPr>
          <p:txBody>
            <a:bodyPr wrap="square" lIns="0" tIns="0" rIns="0" bIns="0" rtlCol="0"/>
            <a:lstStyle/>
            <a:p/>
          </p:txBody>
        </p:sp>
        <p:sp>
          <p:nvSpPr>
            <p:cNvPr id="994" name="object 994"/>
            <p:cNvSpPr/>
            <p:nvPr/>
          </p:nvSpPr>
          <p:spPr>
            <a:xfrm>
              <a:off x="2734310" y="1588769"/>
              <a:ext cx="162560" cy="7620"/>
            </a:xfrm>
            <a:custGeom>
              <a:avLst/>
              <a:gdLst/>
              <a:ahLst/>
              <a:cxnLst/>
              <a:rect l="l" t="t" r="r" b="b"/>
              <a:pathLst>
                <a:path w="162560" h="7619">
                  <a:moveTo>
                    <a:pt x="162560" y="0"/>
                  </a:moveTo>
                  <a:lnTo>
                    <a:pt x="0" y="0"/>
                  </a:lnTo>
                  <a:lnTo>
                    <a:pt x="0" y="3810"/>
                  </a:lnTo>
                  <a:lnTo>
                    <a:pt x="1270" y="3810"/>
                  </a:lnTo>
                  <a:lnTo>
                    <a:pt x="1270" y="7620"/>
                  </a:lnTo>
                  <a:lnTo>
                    <a:pt x="161290" y="7620"/>
                  </a:lnTo>
                  <a:lnTo>
                    <a:pt x="161290" y="3810"/>
                  </a:lnTo>
                  <a:lnTo>
                    <a:pt x="162560" y="3810"/>
                  </a:lnTo>
                  <a:lnTo>
                    <a:pt x="162560" y="0"/>
                  </a:lnTo>
                  <a:close/>
                </a:path>
              </a:pathLst>
            </a:custGeom>
            <a:solidFill>
              <a:srgbClr val="0008A8"/>
            </a:solidFill>
          </p:spPr>
          <p:txBody>
            <a:bodyPr wrap="square" lIns="0" tIns="0" rIns="0" bIns="0" rtlCol="0"/>
            <a:lstStyle/>
            <a:p/>
          </p:txBody>
        </p:sp>
        <p:sp>
          <p:nvSpPr>
            <p:cNvPr id="995" name="object 995"/>
            <p:cNvSpPr/>
            <p:nvPr/>
          </p:nvSpPr>
          <p:spPr>
            <a:xfrm>
              <a:off x="273685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197" y="7620"/>
                  </a:lnTo>
                  <a:lnTo>
                    <a:pt x="156197" y="5080"/>
                  </a:lnTo>
                  <a:lnTo>
                    <a:pt x="157480" y="5080"/>
                  </a:lnTo>
                  <a:lnTo>
                    <a:pt x="157480" y="3810"/>
                  </a:lnTo>
                  <a:lnTo>
                    <a:pt x="157480" y="1270"/>
                  </a:lnTo>
                  <a:lnTo>
                    <a:pt x="158750" y="1270"/>
                  </a:lnTo>
                  <a:lnTo>
                    <a:pt x="158750" y="0"/>
                  </a:lnTo>
                  <a:close/>
                </a:path>
              </a:pathLst>
            </a:custGeom>
            <a:solidFill>
              <a:srgbClr val="0008AA"/>
            </a:solidFill>
          </p:spPr>
          <p:txBody>
            <a:bodyPr wrap="square" lIns="0" tIns="0" rIns="0" bIns="0" rtlCol="0"/>
            <a:lstStyle/>
            <a:p/>
          </p:txBody>
        </p:sp>
        <p:sp>
          <p:nvSpPr>
            <p:cNvPr id="996" name="object 996"/>
            <p:cNvSpPr/>
            <p:nvPr/>
          </p:nvSpPr>
          <p:spPr>
            <a:xfrm>
              <a:off x="2739390" y="1604009"/>
              <a:ext cx="153670" cy="6350"/>
            </a:xfrm>
            <a:custGeom>
              <a:avLst/>
              <a:gdLst/>
              <a:ahLst/>
              <a:cxnLst/>
              <a:rect l="l" t="t" r="r" b="b"/>
              <a:pathLst>
                <a:path w="153669" h="6350">
                  <a:moveTo>
                    <a:pt x="153657" y="0"/>
                  </a:moveTo>
                  <a:lnTo>
                    <a:pt x="0" y="0"/>
                  </a:lnTo>
                  <a:lnTo>
                    <a:pt x="0" y="1270"/>
                  </a:lnTo>
                  <a:lnTo>
                    <a:pt x="0" y="5080"/>
                  </a:lnTo>
                  <a:lnTo>
                    <a:pt x="1270" y="5080"/>
                  </a:lnTo>
                  <a:lnTo>
                    <a:pt x="1270" y="6350"/>
                  </a:lnTo>
                  <a:lnTo>
                    <a:pt x="151130" y="6350"/>
                  </a:lnTo>
                  <a:lnTo>
                    <a:pt x="151130" y="5080"/>
                  </a:lnTo>
                  <a:lnTo>
                    <a:pt x="152400" y="5080"/>
                  </a:lnTo>
                  <a:lnTo>
                    <a:pt x="152400" y="1270"/>
                  </a:lnTo>
                  <a:lnTo>
                    <a:pt x="153657" y="1270"/>
                  </a:lnTo>
                  <a:lnTo>
                    <a:pt x="153657" y="0"/>
                  </a:lnTo>
                  <a:close/>
                </a:path>
              </a:pathLst>
            </a:custGeom>
            <a:solidFill>
              <a:srgbClr val="0007AD"/>
            </a:solidFill>
          </p:spPr>
          <p:txBody>
            <a:bodyPr wrap="square" lIns="0" tIns="0" rIns="0" bIns="0" rtlCol="0"/>
            <a:lstStyle/>
            <a:p/>
          </p:txBody>
        </p:sp>
        <p:sp>
          <p:nvSpPr>
            <p:cNvPr id="997" name="object 997"/>
            <p:cNvSpPr/>
            <p:nvPr/>
          </p:nvSpPr>
          <p:spPr>
            <a:xfrm>
              <a:off x="274066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0006AF"/>
            </a:solidFill>
          </p:spPr>
          <p:txBody>
            <a:bodyPr wrap="square" lIns="0" tIns="0" rIns="0" bIns="0" rtlCol="0"/>
            <a:lstStyle/>
            <a:p/>
          </p:txBody>
        </p:sp>
        <p:sp>
          <p:nvSpPr>
            <p:cNvPr id="998" name="object 998"/>
            <p:cNvSpPr/>
            <p:nvPr/>
          </p:nvSpPr>
          <p:spPr>
            <a:xfrm>
              <a:off x="2743200" y="1617979"/>
              <a:ext cx="144780" cy="7620"/>
            </a:xfrm>
            <a:custGeom>
              <a:avLst/>
              <a:gdLst/>
              <a:ahLst/>
              <a:cxnLst/>
              <a:rect l="l" t="t" r="r" b="b"/>
              <a:pathLst>
                <a:path w="144780" h="7619">
                  <a:moveTo>
                    <a:pt x="144780" y="0"/>
                  </a:moveTo>
                  <a:lnTo>
                    <a:pt x="0" y="0"/>
                  </a:lnTo>
                  <a:lnTo>
                    <a:pt x="0" y="1270"/>
                  </a:lnTo>
                  <a:lnTo>
                    <a:pt x="1270" y="1270"/>
                  </a:lnTo>
                  <a:lnTo>
                    <a:pt x="1270" y="3810"/>
                  </a:lnTo>
                  <a:lnTo>
                    <a:pt x="2540" y="3810"/>
                  </a:lnTo>
                  <a:lnTo>
                    <a:pt x="2540" y="5080"/>
                  </a:lnTo>
                  <a:lnTo>
                    <a:pt x="2540" y="7620"/>
                  </a:lnTo>
                  <a:lnTo>
                    <a:pt x="142240" y="7620"/>
                  </a:lnTo>
                  <a:lnTo>
                    <a:pt x="142240" y="5080"/>
                  </a:lnTo>
                  <a:lnTo>
                    <a:pt x="143497" y="5080"/>
                  </a:lnTo>
                  <a:lnTo>
                    <a:pt x="143497" y="3810"/>
                  </a:lnTo>
                  <a:lnTo>
                    <a:pt x="143497" y="1270"/>
                  </a:lnTo>
                  <a:lnTo>
                    <a:pt x="144780" y="1270"/>
                  </a:lnTo>
                  <a:lnTo>
                    <a:pt x="144780" y="0"/>
                  </a:lnTo>
                  <a:close/>
                </a:path>
              </a:pathLst>
            </a:custGeom>
            <a:solidFill>
              <a:srgbClr val="0006B1"/>
            </a:solidFill>
          </p:spPr>
          <p:txBody>
            <a:bodyPr wrap="square" lIns="0" tIns="0" rIns="0" bIns="0" rtlCol="0"/>
            <a:lstStyle/>
            <a:p/>
          </p:txBody>
        </p:sp>
        <p:sp>
          <p:nvSpPr>
            <p:cNvPr id="999" name="object 999"/>
            <p:cNvSpPr/>
            <p:nvPr/>
          </p:nvSpPr>
          <p:spPr>
            <a:xfrm>
              <a:off x="2747010" y="1625599"/>
              <a:ext cx="137160" cy="6350"/>
            </a:xfrm>
            <a:custGeom>
              <a:avLst/>
              <a:gdLst/>
              <a:ahLst/>
              <a:cxnLst/>
              <a:rect l="l" t="t" r="r" b="b"/>
              <a:pathLst>
                <a:path w="137160" h="6350">
                  <a:moveTo>
                    <a:pt x="134620" y="5092"/>
                  </a:moveTo>
                  <a:lnTo>
                    <a:pt x="2540" y="5092"/>
                  </a:lnTo>
                  <a:lnTo>
                    <a:pt x="2540" y="6350"/>
                  </a:lnTo>
                  <a:lnTo>
                    <a:pt x="134620" y="6350"/>
                  </a:lnTo>
                  <a:lnTo>
                    <a:pt x="134620" y="5092"/>
                  </a:lnTo>
                  <a:close/>
                </a:path>
                <a:path w="137160" h="6350">
                  <a:moveTo>
                    <a:pt x="137160" y="0"/>
                  </a:moveTo>
                  <a:lnTo>
                    <a:pt x="0" y="0"/>
                  </a:lnTo>
                  <a:lnTo>
                    <a:pt x="0" y="2540"/>
                  </a:lnTo>
                  <a:lnTo>
                    <a:pt x="1270" y="2540"/>
                  </a:lnTo>
                  <a:lnTo>
                    <a:pt x="1270" y="5080"/>
                  </a:lnTo>
                  <a:lnTo>
                    <a:pt x="135890" y="5080"/>
                  </a:lnTo>
                  <a:lnTo>
                    <a:pt x="135890" y="2540"/>
                  </a:lnTo>
                  <a:lnTo>
                    <a:pt x="137160" y="2540"/>
                  </a:lnTo>
                  <a:lnTo>
                    <a:pt x="137160" y="0"/>
                  </a:lnTo>
                  <a:close/>
                </a:path>
              </a:pathLst>
            </a:custGeom>
            <a:solidFill>
              <a:srgbClr val="0005B4"/>
            </a:solidFill>
          </p:spPr>
          <p:txBody>
            <a:bodyPr wrap="square" lIns="0" tIns="0" rIns="0" bIns="0" rtlCol="0"/>
            <a:lstStyle/>
            <a:p/>
          </p:txBody>
        </p:sp>
        <p:sp>
          <p:nvSpPr>
            <p:cNvPr id="1000" name="object 1000"/>
            <p:cNvSpPr/>
            <p:nvPr/>
          </p:nvSpPr>
          <p:spPr>
            <a:xfrm>
              <a:off x="2749550" y="1631949"/>
              <a:ext cx="132080" cy="7620"/>
            </a:xfrm>
            <a:custGeom>
              <a:avLst/>
              <a:gdLst/>
              <a:ahLst/>
              <a:cxnLst/>
              <a:rect l="l" t="t" r="r" b="b"/>
              <a:pathLst>
                <a:path w="132080" h="7619">
                  <a:moveTo>
                    <a:pt x="132080" y="0"/>
                  </a:moveTo>
                  <a:lnTo>
                    <a:pt x="0" y="0"/>
                  </a:lnTo>
                  <a:lnTo>
                    <a:pt x="0" y="1270"/>
                  </a:lnTo>
                  <a:lnTo>
                    <a:pt x="1270" y="1270"/>
                  </a:lnTo>
                  <a:lnTo>
                    <a:pt x="1270" y="3810"/>
                  </a:lnTo>
                  <a:lnTo>
                    <a:pt x="2540" y="3810"/>
                  </a:lnTo>
                  <a:lnTo>
                    <a:pt x="2540" y="6350"/>
                  </a:lnTo>
                  <a:lnTo>
                    <a:pt x="3810" y="6350"/>
                  </a:lnTo>
                  <a:lnTo>
                    <a:pt x="3810" y="7620"/>
                  </a:lnTo>
                  <a:lnTo>
                    <a:pt x="128270" y="7620"/>
                  </a:lnTo>
                  <a:lnTo>
                    <a:pt x="128270" y="6350"/>
                  </a:lnTo>
                  <a:lnTo>
                    <a:pt x="129540" y="6350"/>
                  </a:lnTo>
                  <a:lnTo>
                    <a:pt x="129540" y="3810"/>
                  </a:lnTo>
                  <a:lnTo>
                    <a:pt x="130797" y="3810"/>
                  </a:lnTo>
                  <a:lnTo>
                    <a:pt x="130797" y="1270"/>
                  </a:lnTo>
                  <a:lnTo>
                    <a:pt x="132080" y="1270"/>
                  </a:lnTo>
                  <a:lnTo>
                    <a:pt x="132080" y="0"/>
                  </a:lnTo>
                  <a:close/>
                </a:path>
              </a:pathLst>
            </a:custGeom>
            <a:solidFill>
              <a:srgbClr val="0005B6"/>
            </a:solidFill>
          </p:spPr>
          <p:txBody>
            <a:bodyPr wrap="square" lIns="0" tIns="0" rIns="0" bIns="0" rtlCol="0"/>
            <a:lstStyle/>
            <a:p/>
          </p:txBody>
        </p:sp>
        <p:sp>
          <p:nvSpPr>
            <p:cNvPr id="1001" name="object 1001"/>
            <p:cNvSpPr/>
            <p:nvPr/>
          </p:nvSpPr>
          <p:spPr>
            <a:xfrm>
              <a:off x="275336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90" y="1270"/>
                  </a:lnTo>
                  <a:lnTo>
                    <a:pt x="124460" y="1270"/>
                  </a:lnTo>
                  <a:lnTo>
                    <a:pt x="124460" y="0"/>
                  </a:lnTo>
                  <a:close/>
                </a:path>
              </a:pathLst>
            </a:custGeom>
            <a:solidFill>
              <a:srgbClr val="0004B8"/>
            </a:solidFill>
          </p:spPr>
          <p:txBody>
            <a:bodyPr wrap="square" lIns="0" tIns="0" rIns="0" bIns="0" rtlCol="0"/>
            <a:lstStyle/>
            <a:p/>
          </p:txBody>
        </p:sp>
        <p:sp>
          <p:nvSpPr>
            <p:cNvPr id="1002" name="object 1002"/>
            <p:cNvSpPr/>
            <p:nvPr/>
          </p:nvSpPr>
          <p:spPr>
            <a:xfrm>
              <a:off x="2757170" y="1647189"/>
              <a:ext cx="116839" cy="6350"/>
            </a:xfrm>
            <a:custGeom>
              <a:avLst/>
              <a:gdLst/>
              <a:ahLst/>
              <a:cxnLst/>
              <a:rect l="l" t="t" r="r" b="b"/>
              <a:pathLst>
                <a:path w="116839" h="6350">
                  <a:moveTo>
                    <a:pt x="116827" y="0"/>
                  </a:moveTo>
                  <a:lnTo>
                    <a:pt x="0" y="0"/>
                  </a:lnTo>
                  <a:lnTo>
                    <a:pt x="0" y="1270"/>
                  </a:lnTo>
                  <a:lnTo>
                    <a:pt x="1270" y="1270"/>
                  </a:lnTo>
                  <a:lnTo>
                    <a:pt x="1270" y="3810"/>
                  </a:lnTo>
                  <a:lnTo>
                    <a:pt x="2540" y="3810"/>
                  </a:lnTo>
                  <a:lnTo>
                    <a:pt x="2540" y="6350"/>
                  </a:lnTo>
                  <a:lnTo>
                    <a:pt x="114300" y="6350"/>
                  </a:lnTo>
                  <a:lnTo>
                    <a:pt x="114300" y="3810"/>
                  </a:lnTo>
                  <a:lnTo>
                    <a:pt x="115570" y="3810"/>
                  </a:lnTo>
                  <a:lnTo>
                    <a:pt x="115570" y="1270"/>
                  </a:lnTo>
                  <a:lnTo>
                    <a:pt x="116827" y="1270"/>
                  </a:lnTo>
                  <a:lnTo>
                    <a:pt x="116827" y="0"/>
                  </a:lnTo>
                  <a:close/>
                </a:path>
              </a:pathLst>
            </a:custGeom>
            <a:solidFill>
              <a:srgbClr val="0004BA"/>
            </a:solidFill>
          </p:spPr>
          <p:txBody>
            <a:bodyPr wrap="square" lIns="0" tIns="0" rIns="0" bIns="0" rtlCol="0"/>
            <a:lstStyle/>
            <a:p/>
          </p:txBody>
        </p:sp>
        <p:sp>
          <p:nvSpPr>
            <p:cNvPr id="1003" name="object 1003"/>
            <p:cNvSpPr/>
            <p:nvPr/>
          </p:nvSpPr>
          <p:spPr>
            <a:xfrm>
              <a:off x="2760980" y="1653539"/>
              <a:ext cx="109220" cy="7620"/>
            </a:xfrm>
            <a:custGeom>
              <a:avLst/>
              <a:gdLst/>
              <a:ahLst/>
              <a:cxnLst/>
              <a:rect l="l" t="t" r="r" b="b"/>
              <a:pathLst>
                <a:path w="109219"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5410" y="7620"/>
                  </a:lnTo>
                  <a:lnTo>
                    <a:pt x="105410" y="6350"/>
                  </a:lnTo>
                  <a:lnTo>
                    <a:pt x="105410" y="5080"/>
                  </a:lnTo>
                  <a:lnTo>
                    <a:pt x="106667" y="5080"/>
                  </a:lnTo>
                  <a:lnTo>
                    <a:pt x="106667" y="3810"/>
                  </a:lnTo>
                  <a:lnTo>
                    <a:pt x="107950" y="3810"/>
                  </a:lnTo>
                  <a:lnTo>
                    <a:pt x="107950" y="2540"/>
                  </a:lnTo>
                  <a:lnTo>
                    <a:pt x="107950" y="1270"/>
                  </a:lnTo>
                  <a:lnTo>
                    <a:pt x="109220" y="1270"/>
                  </a:lnTo>
                  <a:lnTo>
                    <a:pt x="109220" y="0"/>
                  </a:lnTo>
                  <a:close/>
                </a:path>
              </a:pathLst>
            </a:custGeom>
            <a:solidFill>
              <a:srgbClr val="0003BD"/>
            </a:solidFill>
          </p:spPr>
          <p:txBody>
            <a:bodyPr wrap="square" lIns="0" tIns="0" rIns="0" bIns="0" rtlCol="0"/>
            <a:lstStyle/>
            <a:p/>
          </p:txBody>
        </p:sp>
        <p:sp>
          <p:nvSpPr>
            <p:cNvPr id="1004" name="object 1004"/>
            <p:cNvSpPr/>
            <p:nvPr/>
          </p:nvSpPr>
          <p:spPr>
            <a:xfrm>
              <a:off x="276733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80"/>
                  </a:lnTo>
                  <a:lnTo>
                    <a:pt x="3810" y="5080"/>
                  </a:lnTo>
                  <a:lnTo>
                    <a:pt x="3810" y="6350"/>
                  </a:lnTo>
                  <a:lnTo>
                    <a:pt x="5080" y="6350"/>
                  </a:lnTo>
                  <a:lnTo>
                    <a:pt x="5080" y="7620"/>
                  </a:lnTo>
                  <a:lnTo>
                    <a:pt x="91440" y="7620"/>
                  </a:lnTo>
                  <a:lnTo>
                    <a:pt x="91440" y="6350"/>
                  </a:lnTo>
                  <a:lnTo>
                    <a:pt x="92710" y="6350"/>
                  </a:lnTo>
                  <a:lnTo>
                    <a:pt x="92710" y="5080"/>
                  </a:lnTo>
                  <a:lnTo>
                    <a:pt x="93967" y="5080"/>
                  </a:lnTo>
                  <a:lnTo>
                    <a:pt x="93967" y="3810"/>
                  </a:lnTo>
                  <a:lnTo>
                    <a:pt x="95250" y="3810"/>
                  </a:lnTo>
                  <a:lnTo>
                    <a:pt x="95250" y="2540"/>
                  </a:lnTo>
                  <a:lnTo>
                    <a:pt x="96520" y="2540"/>
                  </a:lnTo>
                  <a:lnTo>
                    <a:pt x="96520" y="1270"/>
                  </a:lnTo>
                  <a:lnTo>
                    <a:pt x="97790" y="1270"/>
                  </a:lnTo>
                  <a:lnTo>
                    <a:pt x="97790" y="0"/>
                  </a:lnTo>
                  <a:close/>
                </a:path>
              </a:pathLst>
            </a:custGeom>
            <a:solidFill>
              <a:srgbClr val="0002BF"/>
            </a:solidFill>
          </p:spPr>
          <p:txBody>
            <a:bodyPr wrap="square" lIns="0" tIns="0" rIns="0" bIns="0" rtlCol="0"/>
            <a:lstStyle/>
            <a:p/>
          </p:txBody>
        </p:sp>
        <p:sp>
          <p:nvSpPr>
            <p:cNvPr id="1005" name="object 1005"/>
            <p:cNvSpPr/>
            <p:nvPr/>
          </p:nvSpPr>
          <p:spPr>
            <a:xfrm>
              <a:off x="2773680" y="1668779"/>
              <a:ext cx="83820" cy="6350"/>
            </a:xfrm>
            <a:custGeom>
              <a:avLst/>
              <a:gdLst/>
              <a:ahLst/>
              <a:cxnLst/>
              <a:rect l="l" t="t" r="r" b="b"/>
              <a:pathLst>
                <a:path w="83819" h="6350">
                  <a:moveTo>
                    <a:pt x="78740" y="5080"/>
                  </a:moveTo>
                  <a:lnTo>
                    <a:pt x="5080" y="5080"/>
                  </a:lnTo>
                  <a:lnTo>
                    <a:pt x="5080" y="6350"/>
                  </a:lnTo>
                  <a:lnTo>
                    <a:pt x="78740" y="6350"/>
                  </a:lnTo>
                  <a:lnTo>
                    <a:pt x="78740" y="5080"/>
                  </a:lnTo>
                  <a:close/>
                </a:path>
                <a:path w="83819" h="6350">
                  <a:moveTo>
                    <a:pt x="80009" y="3810"/>
                  </a:moveTo>
                  <a:lnTo>
                    <a:pt x="3809" y="3810"/>
                  </a:lnTo>
                  <a:lnTo>
                    <a:pt x="3809" y="5080"/>
                  </a:lnTo>
                  <a:lnTo>
                    <a:pt x="80009" y="5080"/>
                  </a:lnTo>
                  <a:lnTo>
                    <a:pt x="80009" y="3810"/>
                  </a:lnTo>
                  <a:close/>
                </a:path>
                <a:path w="83819" h="6350">
                  <a:moveTo>
                    <a:pt x="81279" y="2540"/>
                  </a:moveTo>
                  <a:lnTo>
                    <a:pt x="2539" y="2540"/>
                  </a:lnTo>
                  <a:lnTo>
                    <a:pt x="2539" y="3810"/>
                  </a:lnTo>
                  <a:lnTo>
                    <a:pt x="81279" y="3810"/>
                  </a:lnTo>
                  <a:lnTo>
                    <a:pt x="81279" y="2540"/>
                  </a:lnTo>
                  <a:close/>
                </a:path>
                <a:path w="83819" h="6350">
                  <a:moveTo>
                    <a:pt x="82550" y="1270"/>
                  </a:moveTo>
                  <a:lnTo>
                    <a:pt x="1269" y="1270"/>
                  </a:lnTo>
                  <a:lnTo>
                    <a:pt x="1269" y="2540"/>
                  </a:lnTo>
                  <a:lnTo>
                    <a:pt x="82550" y="2540"/>
                  </a:lnTo>
                  <a:lnTo>
                    <a:pt x="82550" y="1270"/>
                  </a:lnTo>
                  <a:close/>
                </a:path>
                <a:path w="83819" h="6350">
                  <a:moveTo>
                    <a:pt x="83819" y="0"/>
                  </a:moveTo>
                  <a:lnTo>
                    <a:pt x="0" y="0"/>
                  </a:lnTo>
                  <a:lnTo>
                    <a:pt x="0" y="1270"/>
                  </a:lnTo>
                  <a:lnTo>
                    <a:pt x="83819" y="1270"/>
                  </a:lnTo>
                  <a:lnTo>
                    <a:pt x="83819" y="0"/>
                  </a:lnTo>
                  <a:close/>
                </a:path>
              </a:pathLst>
            </a:custGeom>
            <a:solidFill>
              <a:srgbClr val="0002C1"/>
            </a:solidFill>
          </p:spPr>
          <p:txBody>
            <a:bodyPr wrap="square" lIns="0" tIns="0" rIns="0" bIns="0" rtlCol="0"/>
            <a:lstStyle/>
            <a:p/>
          </p:txBody>
        </p:sp>
        <p:sp>
          <p:nvSpPr>
            <p:cNvPr id="1006" name="object 1006"/>
            <p:cNvSpPr/>
            <p:nvPr/>
          </p:nvSpPr>
          <p:spPr>
            <a:xfrm>
              <a:off x="2780030" y="1675129"/>
              <a:ext cx="71120" cy="7620"/>
            </a:xfrm>
            <a:custGeom>
              <a:avLst/>
              <a:gdLst/>
              <a:ahLst/>
              <a:cxnLst/>
              <a:rect l="l" t="t" r="r" b="b"/>
              <a:pathLst>
                <a:path w="71119" h="7619">
                  <a:moveTo>
                    <a:pt x="63500" y="6350"/>
                  </a:moveTo>
                  <a:lnTo>
                    <a:pt x="8889" y="6350"/>
                  </a:lnTo>
                  <a:lnTo>
                    <a:pt x="8889" y="7620"/>
                  </a:lnTo>
                  <a:lnTo>
                    <a:pt x="63500" y="7620"/>
                  </a:lnTo>
                  <a:lnTo>
                    <a:pt x="63500" y="6350"/>
                  </a:lnTo>
                  <a:close/>
                </a:path>
                <a:path w="71119" h="7619">
                  <a:moveTo>
                    <a:pt x="64769" y="5080"/>
                  </a:moveTo>
                  <a:lnTo>
                    <a:pt x="6350" y="5080"/>
                  </a:lnTo>
                  <a:lnTo>
                    <a:pt x="6350" y="6350"/>
                  </a:lnTo>
                  <a:lnTo>
                    <a:pt x="64769" y="6350"/>
                  </a:lnTo>
                  <a:lnTo>
                    <a:pt x="64769" y="5080"/>
                  </a:lnTo>
                  <a:close/>
                </a:path>
                <a:path w="71119" h="7619">
                  <a:moveTo>
                    <a:pt x="67309" y="3810"/>
                  </a:moveTo>
                  <a:lnTo>
                    <a:pt x="3809" y="3810"/>
                  </a:lnTo>
                  <a:lnTo>
                    <a:pt x="3809" y="5080"/>
                  </a:lnTo>
                  <a:lnTo>
                    <a:pt x="67309" y="5080"/>
                  </a:lnTo>
                  <a:lnTo>
                    <a:pt x="67309" y="3810"/>
                  </a:lnTo>
                  <a:close/>
                </a:path>
                <a:path w="71119" h="7619">
                  <a:moveTo>
                    <a:pt x="68579" y="2540"/>
                  </a:moveTo>
                  <a:lnTo>
                    <a:pt x="2539" y="2540"/>
                  </a:lnTo>
                  <a:lnTo>
                    <a:pt x="2539" y="3810"/>
                  </a:lnTo>
                  <a:lnTo>
                    <a:pt x="68579" y="3810"/>
                  </a:lnTo>
                  <a:lnTo>
                    <a:pt x="68579" y="2540"/>
                  </a:lnTo>
                  <a:close/>
                </a:path>
                <a:path w="71119" h="7619">
                  <a:moveTo>
                    <a:pt x="69850" y="1270"/>
                  </a:moveTo>
                  <a:lnTo>
                    <a:pt x="1269" y="1270"/>
                  </a:lnTo>
                  <a:lnTo>
                    <a:pt x="1269" y="2540"/>
                  </a:lnTo>
                  <a:lnTo>
                    <a:pt x="69850" y="2540"/>
                  </a:lnTo>
                  <a:lnTo>
                    <a:pt x="69850" y="1270"/>
                  </a:lnTo>
                  <a:close/>
                </a:path>
                <a:path w="71119" h="7619">
                  <a:moveTo>
                    <a:pt x="71119" y="0"/>
                  </a:moveTo>
                  <a:lnTo>
                    <a:pt x="0" y="0"/>
                  </a:lnTo>
                  <a:lnTo>
                    <a:pt x="0" y="1270"/>
                  </a:lnTo>
                  <a:lnTo>
                    <a:pt x="71119" y="1270"/>
                  </a:lnTo>
                  <a:lnTo>
                    <a:pt x="71119" y="0"/>
                  </a:lnTo>
                  <a:close/>
                </a:path>
              </a:pathLst>
            </a:custGeom>
            <a:solidFill>
              <a:srgbClr val="0001C4"/>
            </a:solidFill>
          </p:spPr>
          <p:txBody>
            <a:bodyPr wrap="square" lIns="0" tIns="0" rIns="0" bIns="0" rtlCol="0"/>
            <a:lstStyle/>
            <a:p/>
          </p:txBody>
        </p:sp>
        <p:sp>
          <p:nvSpPr>
            <p:cNvPr id="1007" name="object 1007"/>
            <p:cNvSpPr/>
            <p:nvPr/>
          </p:nvSpPr>
          <p:spPr>
            <a:xfrm>
              <a:off x="2790190" y="1682749"/>
              <a:ext cx="49530" cy="7620"/>
            </a:xfrm>
            <a:custGeom>
              <a:avLst/>
              <a:gdLst/>
              <a:ahLst/>
              <a:cxnLst/>
              <a:rect l="l" t="t" r="r" b="b"/>
              <a:pathLst>
                <a:path w="49530" h="7619">
                  <a:moveTo>
                    <a:pt x="25400" y="6350"/>
                  </a:moveTo>
                  <a:lnTo>
                    <a:pt x="24130" y="6350"/>
                  </a:lnTo>
                  <a:lnTo>
                    <a:pt x="24130" y="7620"/>
                  </a:lnTo>
                  <a:lnTo>
                    <a:pt x="25400" y="7620"/>
                  </a:lnTo>
                  <a:lnTo>
                    <a:pt x="25400" y="6350"/>
                  </a:lnTo>
                  <a:close/>
                </a:path>
                <a:path w="49530" h="7619">
                  <a:moveTo>
                    <a:pt x="38100" y="5079"/>
                  </a:moveTo>
                  <a:lnTo>
                    <a:pt x="13970" y="5079"/>
                  </a:lnTo>
                  <a:lnTo>
                    <a:pt x="13970" y="6350"/>
                  </a:lnTo>
                  <a:lnTo>
                    <a:pt x="38100" y="6350"/>
                  </a:lnTo>
                  <a:lnTo>
                    <a:pt x="38100" y="5079"/>
                  </a:lnTo>
                  <a:close/>
                </a:path>
                <a:path w="49530" h="7619">
                  <a:moveTo>
                    <a:pt x="41910" y="3810"/>
                  </a:moveTo>
                  <a:lnTo>
                    <a:pt x="11430" y="3810"/>
                  </a:lnTo>
                  <a:lnTo>
                    <a:pt x="11430" y="5079"/>
                  </a:lnTo>
                  <a:lnTo>
                    <a:pt x="41910" y="5079"/>
                  </a:lnTo>
                  <a:lnTo>
                    <a:pt x="41910" y="3810"/>
                  </a:lnTo>
                  <a:close/>
                </a:path>
                <a:path w="49530" h="7619">
                  <a:moveTo>
                    <a:pt x="44450" y="2539"/>
                  </a:moveTo>
                  <a:lnTo>
                    <a:pt x="3810" y="2539"/>
                  </a:lnTo>
                  <a:lnTo>
                    <a:pt x="3810" y="3810"/>
                  </a:lnTo>
                  <a:lnTo>
                    <a:pt x="44450" y="3810"/>
                  </a:lnTo>
                  <a:lnTo>
                    <a:pt x="44450" y="2539"/>
                  </a:lnTo>
                  <a:close/>
                </a:path>
                <a:path w="49530" h="7619">
                  <a:moveTo>
                    <a:pt x="46990" y="1270"/>
                  </a:moveTo>
                  <a:lnTo>
                    <a:pt x="2540" y="1270"/>
                  </a:lnTo>
                  <a:lnTo>
                    <a:pt x="2540" y="2539"/>
                  </a:lnTo>
                  <a:lnTo>
                    <a:pt x="46990" y="2539"/>
                  </a:lnTo>
                  <a:lnTo>
                    <a:pt x="46990" y="1270"/>
                  </a:lnTo>
                  <a:close/>
                </a:path>
                <a:path w="49530" h="7619">
                  <a:moveTo>
                    <a:pt x="49530" y="0"/>
                  </a:moveTo>
                  <a:lnTo>
                    <a:pt x="0" y="0"/>
                  </a:lnTo>
                  <a:lnTo>
                    <a:pt x="0" y="1270"/>
                  </a:lnTo>
                  <a:lnTo>
                    <a:pt x="49530" y="1270"/>
                  </a:lnTo>
                  <a:lnTo>
                    <a:pt x="49530" y="0"/>
                  </a:lnTo>
                  <a:close/>
                </a:path>
              </a:pathLst>
            </a:custGeom>
            <a:solidFill>
              <a:srgbClr val="0001C6"/>
            </a:solidFill>
          </p:spPr>
          <p:txBody>
            <a:bodyPr wrap="square" lIns="0" tIns="0" rIns="0" bIns="0" rtlCol="0"/>
            <a:lstStyle/>
            <a:p/>
          </p:txBody>
        </p:sp>
      </p:grpSp>
      <p:grpSp>
        <p:nvGrpSpPr>
          <p:cNvPr id="1008" name="object 1008"/>
          <p:cNvGrpSpPr/>
          <p:nvPr/>
        </p:nvGrpSpPr>
        <p:grpSpPr>
          <a:xfrm>
            <a:off x="3011170" y="1057910"/>
            <a:ext cx="153670" cy="619760"/>
            <a:chOff x="3011170" y="1057910"/>
            <a:chExt cx="153670" cy="619760"/>
          </a:xfrm>
        </p:grpSpPr>
        <p:sp>
          <p:nvSpPr>
            <p:cNvPr id="1009" name="object 1009"/>
            <p:cNvSpPr/>
            <p:nvPr/>
          </p:nvSpPr>
          <p:spPr>
            <a:xfrm>
              <a:off x="3107690" y="1057910"/>
              <a:ext cx="26670" cy="5080"/>
            </a:xfrm>
            <a:custGeom>
              <a:avLst/>
              <a:gdLst/>
              <a:ahLst/>
              <a:cxnLst/>
              <a:rect l="l" t="t" r="r" b="b"/>
              <a:pathLst>
                <a:path w="26669" h="5080">
                  <a:moveTo>
                    <a:pt x="2540" y="3810"/>
                  </a:moveTo>
                  <a:lnTo>
                    <a:pt x="0" y="3810"/>
                  </a:lnTo>
                  <a:lnTo>
                    <a:pt x="0" y="5080"/>
                  </a:lnTo>
                  <a:lnTo>
                    <a:pt x="2540" y="5080"/>
                  </a:lnTo>
                  <a:lnTo>
                    <a:pt x="2540" y="3810"/>
                  </a:lnTo>
                  <a:close/>
                </a:path>
                <a:path w="26669" h="5080">
                  <a:moveTo>
                    <a:pt x="26669" y="3810"/>
                  </a:moveTo>
                  <a:lnTo>
                    <a:pt x="25400" y="3810"/>
                  </a:lnTo>
                  <a:lnTo>
                    <a:pt x="25400" y="5080"/>
                  </a:lnTo>
                  <a:lnTo>
                    <a:pt x="26669" y="5080"/>
                  </a:lnTo>
                  <a:lnTo>
                    <a:pt x="26669" y="3810"/>
                  </a:lnTo>
                  <a:close/>
                </a:path>
                <a:path w="26669" h="5080">
                  <a:moveTo>
                    <a:pt x="24130" y="1270"/>
                  </a:moveTo>
                  <a:lnTo>
                    <a:pt x="3810" y="1270"/>
                  </a:lnTo>
                  <a:lnTo>
                    <a:pt x="3810" y="3810"/>
                  </a:lnTo>
                  <a:lnTo>
                    <a:pt x="24130" y="3810"/>
                  </a:lnTo>
                  <a:lnTo>
                    <a:pt x="24130" y="1270"/>
                  </a:lnTo>
                  <a:close/>
                </a:path>
                <a:path w="26669" h="5080">
                  <a:moveTo>
                    <a:pt x="10160" y="0"/>
                  </a:moveTo>
                  <a:lnTo>
                    <a:pt x="6350" y="0"/>
                  </a:lnTo>
                  <a:lnTo>
                    <a:pt x="6350" y="1270"/>
                  </a:lnTo>
                  <a:lnTo>
                    <a:pt x="10160" y="1270"/>
                  </a:lnTo>
                  <a:lnTo>
                    <a:pt x="10160" y="0"/>
                  </a:lnTo>
                  <a:close/>
                </a:path>
                <a:path w="26669" h="5080">
                  <a:moveTo>
                    <a:pt x="20319" y="0"/>
                  </a:moveTo>
                  <a:lnTo>
                    <a:pt x="17780" y="0"/>
                  </a:lnTo>
                  <a:lnTo>
                    <a:pt x="17780" y="1270"/>
                  </a:lnTo>
                  <a:lnTo>
                    <a:pt x="20319" y="1270"/>
                  </a:lnTo>
                  <a:lnTo>
                    <a:pt x="20319" y="0"/>
                  </a:lnTo>
                  <a:close/>
                </a:path>
              </a:pathLst>
            </a:custGeom>
            <a:solidFill>
              <a:srgbClr val="003300"/>
            </a:solidFill>
          </p:spPr>
          <p:txBody>
            <a:bodyPr wrap="square" lIns="0" tIns="0" rIns="0" bIns="0" rtlCol="0"/>
            <a:lstStyle/>
            <a:p/>
          </p:txBody>
        </p:sp>
        <p:sp>
          <p:nvSpPr>
            <p:cNvPr id="1010" name="object 1010"/>
            <p:cNvSpPr/>
            <p:nvPr/>
          </p:nvSpPr>
          <p:spPr>
            <a:xfrm>
              <a:off x="3102610" y="1062990"/>
              <a:ext cx="40640" cy="7620"/>
            </a:xfrm>
            <a:custGeom>
              <a:avLst/>
              <a:gdLst/>
              <a:ahLst/>
              <a:cxnLst/>
              <a:rect l="l" t="t" r="r" b="b"/>
              <a:pathLst>
                <a:path w="40639" h="7619">
                  <a:moveTo>
                    <a:pt x="40639" y="5079"/>
                  </a:moveTo>
                  <a:lnTo>
                    <a:pt x="39369" y="5079"/>
                  </a:lnTo>
                  <a:lnTo>
                    <a:pt x="39369" y="6350"/>
                  </a:lnTo>
                  <a:lnTo>
                    <a:pt x="0" y="6350"/>
                  </a:lnTo>
                  <a:lnTo>
                    <a:pt x="0" y="7620"/>
                  </a:lnTo>
                  <a:lnTo>
                    <a:pt x="40639" y="7620"/>
                  </a:lnTo>
                  <a:lnTo>
                    <a:pt x="40639" y="5079"/>
                  </a:lnTo>
                  <a:close/>
                </a:path>
                <a:path w="40639" h="7619">
                  <a:moveTo>
                    <a:pt x="36830" y="2539"/>
                  </a:moveTo>
                  <a:lnTo>
                    <a:pt x="1269" y="2539"/>
                  </a:lnTo>
                  <a:lnTo>
                    <a:pt x="1269" y="5079"/>
                  </a:lnTo>
                  <a:lnTo>
                    <a:pt x="36830" y="5079"/>
                  </a:lnTo>
                  <a:lnTo>
                    <a:pt x="36830" y="2539"/>
                  </a:lnTo>
                  <a:close/>
                </a:path>
                <a:path w="40639" h="7619">
                  <a:moveTo>
                    <a:pt x="3809" y="1269"/>
                  </a:moveTo>
                  <a:lnTo>
                    <a:pt x="2539" y="1269"/>
                  </a:lnTo>
                  <a:lnTo>
                    <a:pt x="2539" y="2539"/>
                  </a:lnTo>
                  <a:lnTo>
                    <a:pt x="3809" y="2539"/>
                  </a:lnTo>
                  <a:lnTo>
                    <a:pt x="3809" y="1269"/>
                  </a:lnTo>
                  <a:close/>
                </a:path>
                <a:path w="40639" h="7619">
                  <a:moveTo>
                    <a:pt x="35559" y="1269"/>
                  </a:moveTo>
                  <a:lnTo>
                    <a:pt x="34289" y="1269"/>
                  </a:lnTo>
                  <a:lnTo>
                    <a:pt x="34289" y="2539"/>
                  </a:lnTo>
                  <a:lnTo>
                    <a:pt x="35559" y="2539"/>
                  </a:lnTo>
                  <a:lnTo>
                    <a:pt x="35559" y="1269"/>
                  </a:lnTo>
                  <a:close/>
                </a:path>
                <a:path w="40639" h="7619">
                  <a:moveTo>
                    <a:pt x="31749" y="0"/>
                  </a:moveTo>
                  <a:lnTo>
                    <a:pt x="5079" y="0"/>
                  </a:lnTo>
                  <a:lnTo>
                    <a:pt x="5079" y="1269"/>
                  </a:lnTo>
                  <a:lnTo>
                    <a:pt x="31749" y="1269"/>
                  </a:lnTo>
                  <a:lnTo>
                    <a:pt x="31749" y="0"/>
                  </a:lnTo>
                  <a:close/>
                </a:path>
              </a:pathLst>
            </a:custGeom>
            <a:solidFill>
              <a:srgbClr val="003301"/>
            </a:solidFill>
          </p:spPr>
          <p:txBody>
            <a:bodyPr wrap="square" lIns="0" tIns="0" rIns="0" bIns="0" rtlCol="0"/>
            <a:lstStyle/>
            <a:p/>
          </p:txBody>
        </p:sp>
        <p:sp>
          <p:nvSpPr>
            <p:cNvPr id="1011" name="object 1011"/>
            <p:cNvSpPr/>
            <p:nvPr/>
          </p:nvSpPr>
          <p:spPr>
            <a:xfrm>
              <a:off x="3011170" y="1070610"/>
              <a:ext cx="137160" cy="6350"/>
            </a:xfrm>
            <a:custGeom>
              <a:avLst/>
              <a:gdLst/>
              <a:ahLst/>
              <a:cxnLst/>
              <a:rect l="l" t="t" r="r" b="b"/>
              <a:pathLst>
                <a:path w="137160" h="6350">
                  <a:moveTo>
                    <a:pt x="78739" y="5080"/>
                  </a:moveTo>
                  <a:lnTo>
                    <a:pt x="0" y="5080"/>
                  </a:lnTo>
                  <a:lnTo>
                    <a:pt x="0" y="6350"/>
                  </a:lnTo>
                  <a:lnTo>
                    <a:pt x="78739" y="6350"/>
                  </a:lnTo>
                  <a:lnTo>
                    <a:pt x="78739" y="5080"/>
                  </a:lnTo>
                  <a:close/>
                </a:path>
                <a:path w="137160" h="6350">
                  <a:moveTo>
                    <a:pt x="137160" y="3810"/>
                  </a:moveTo>
                  <a:lnTo>
                    <a:pt x="135890" y="3810"/>
                  </a:lnTo>
                  <a:lnTo>
                    <a:pt x="135890" y="5080"/>
                  </a:lnTo>
                  <a:lnTo>
                    <a:pt x="87630" y="5080"/>
                  </a:lnTo>
                  <a:lnTo>
                    <a:pt x="87630" y="6350"/>
                  </a:lnTo>
                  <a:lnTo>
                    <a:pt x="137160" y="6350"/>
                  </a:lnTo>
                  <a:lnTo>
                    <a:pt x="137160" y="3810"/>
                  </a:lnTo>
                  <a:close/>
                </a:path>
                <a:path w="137160" h="6350">
                  <a:moveTo>
                    <a:pt x="134619" y="1270"/>
                  </a:moveTo>
                  <a:lnTo>
                    <a:pt x="88900" y="1270"/>
                  </a:lnTo>
                  <a:lnTo>
                    <a:pt x="88900" y="3810"/>
                  </a:lnTo>
                  <a:lnTo>
                    <a:pt x="134619" y="3810"/>
                  </a:lnTo>
                  <a:lnTo>
                    <a:pt x="134619" y="1270"/>
                  </a:lnTo>
                  <a:close/>
                </a:path>
                <a:path w="137160" h="6350">
                  <a:moveTo>
                    <a:pt x="133350" y="0"/>
                  </a:moveTo>
                  <a:lnTo>
                    <a:pt x="90169" y="0"/>
                  </a:lnTo>
                  <a:lnTo>
                    <a:pt x="90169" y="1270"/>
                  </a:lnTo>
                  <a:lnTo>
                    <a:pt x="133350" y="1270"/>
                  </a:lnTo>
                  <a:lnTo>
                    <a:pt x="133350" y="0"/>
                  </a:lnTo>
                  <a:close/>
                </a:path>
                <a:path w="137160" h="6350">
                  <a:moveTo>
                    <a:pt x="78739" y="0"/>
                  </a:moveTo>
                  <a:lnTo>
                    <a:pt x="0" y="0"/>
                  </a:lnTo>
                  <a:lnTo>
                    <a:pt x="0" y="3810"/>
                  </a:lnTo>
                  <a:lnTo>
                    <a:pt x="78739" y="3810"/>
                  </a:lnTo>
                  <a:lnTo>
                    <a:pt x="78739" y="0"/>
                  </a:lnTo>
                  <a:close/>
                </a:path>
              </a:pathLst>
            </a:custGeom>
            <a:solidFill>
              <a:srgbClr val="003103"/>
            </a:solidFill>
          </p:spPr>
          <p:txBody>
            <a:bodyPr wrap="square" lIns="0" tIns="0" rIns="0" bIns="0" rtlCol="0"/>
            <a:lstStyle/>
            <a:p/>
          </p:txBody>
        </p:sp>
        <p:sp>
          <p:nvSpPr>
            <p:cNvPr id="1012" name="object 1012"/>
            <p:cNvSpPr/>
            <p:nvPr/>
          </p:nvSpPr>
          <p:spPr>
            <a:xfrm>
              <a:off x="3011170" y="1076960"/>
              <a:ext cx="143510" cy="7620"/>
            </a:xfrm>
            <a:custGeom>
              <a:avLst/>
              <a:gdLst/>
              <a:ahLst/>
              <a:cxnLst/>
              <a:rect l="l" t="t" r="r" b="b"/>
              <a:pathLst>
                <a:path w="143510" h="7619">
                  <a:moveTo>
                    <a:pt x="77469" y="5079"/>
                  </a:moveTo>
                  <a:lnTo>
                    <a:pt x="0" y="5079"/>
                  </a:lnTo>
                  <a:lnTo>
                    <a:pt x="0" y="7619"/>
                  </a:lnTo>
                  <a:lnTo>
                    <a:pt x="77469" y="7619"/>
                  </a:lnTo>
                  <a:lnTo>
                    <a:pt x="77469" y="5079"/>
                  </a:lnTo>
                  <a:close/>
                </a:path>
                <a:path w="143510" h="7619">
                  <a:moveTo>
                    <a:pt x="143509" y="3809"/>
                  </a:moveTo>
                  <a:lnTo>
                    <a:pt x="142239" y="3809"/>
                  </a:lnTo>
                  <a:lnTo>
                    <a:pt x="142239" y="5079"/>
                  </a:lnTo>
                  <a:lnTo>
                    <a:pt x="83819" y="5079"/>
                  </a:lnTo>
                  <a:lnTo>
                    <a:pt x="83819" y="6349"/>
                  </a:lnTo>
                  <a:lnTo>
                    <a:pt x="82550" y="6349"/>
                  </a:lnTo>
                  <a:lnTo>
                    <a:pt x="82550" y="7619"/>
                  </a:lnTo>
                  <a:lnTo>
                    <a:pt x="143510" y="7619"/>
                  </a:lnTo>
                  <a:lnTo>
                    <a:pt x="143509" y="3809"/>
                  </a:lnTo>
                  <a:close/>
                </a:path>
                <a:path w="143510" h="7619">
                  <a:moveTo>
                    <a:pt x="86360" y="0"/>
                  </a:moveTo>
                  <a:lnTo>
                    <a:pt x="85090" y="0"/>
                  </a:lnTo>
                  <a:lnTo>
                    <a:pt x="85090" y="3809"/>
                  </a:lnTo>
                  <a:lnTo>
                    <a:pt x="140970" y="3809"/>
                  </a:lnTo>
                  <a:lnTo>
                    <a:pt x="140970" y="1269"/>
                  </a:lnTo>
                  <a:lnTo>
                    <a:pt x="86360" y="1269"/>
                  </a:lnTo>
                  <a:lnTo>
                    <a:pt x="86360" y="0"/>
                  </a:lnTo>
                  <a:close/>
                </a:path>
                <a:path w="143510" h="7619">
                  <a:moveTo>
                    <a:pt x="139700" y="0"/>
                  </a:moveTo>
                  <a:lnTo>
                    <a:pt x="138430" y="0"/>
                  </a:lnTo>
                  <a:lnTo>
                    <a:pt x="138430" y="1269"/>
                  </a:lnTo>
                  <a:lnTo>
                    <a:pt x="139700" y="1269"/>
                  </a:lnTo>
                  <a:lnTo>
                    <a:pt x="139700" y="0"/>
                  </a:lnTo>
                  <a:close/>
                </a:path>
                <a:path w="143510" h="7619">
                  <a:moveTo>
                    <a:pt x="78739" y="1269"/>
                  </a:moveTo>
                  <a:lnTo>
                    <a:pt x="0" y="1269"/>
                  </a:lnTo>
                  <a:lnTo>
                    <a:pt x="0" y="3809"/>
                  </a:lnTo>
                  <a:lnTo>
                    <a:pt x="78739" y="3809"/>
                  </a:lnTo>
                  <a:lnTo>
                    <a:pt x="78739" y="1269"/>
                  </a:lnTo>
                  <a:close/>
                </a:path>
              </a:pathLst>
            </a:custGeom>
            <a:solidFill>
              <a:srgbClr val="003106"/>
            </a:solidFill>
          </p:spPr>
          <p:txBody>
            <a:bodyPr wrap="square" lIns="0" tIns="0" rIns="0" bIns="0" rtlCol="0"/>
            <a:lstStyle/>
            <a:p/>
          </p:txBody>
        </p:sp>
        <p:sp>
          <p:nvSpPr>
            <p:cNvPr id="1013" name="object 1013"/>
            <p:cNvSpPr/>
            <p:nvPr/>
          </p:nvSpPr>
          <p:spPr>
            <a:xfrm>
              <a:off x="3011170" y="1084580"/>
              <a:ext cx="148590" cy="7620"/>
            </a:xfrm>
            <a:custGeom>
              <a:avLst/>
              <a:gdLst/>
              <a:ahLst/>
              <a:cxnLst/>
              <a:rect l="l" t="t" r="r" b="b"/>
              <a:pathLst>
                <a:path w="148589" h="7619">
                  <a:moveTo>
                    <a:pt x="77469" y="0"/>
                  </a:moveTo>
                  <a:lnTo>
                    <a:pt x="0" y="0"/>
                  </a:lnTo>
                  <a:lnTo>
                    <a:pt x="0" y="7620"/>
                  </a:lnTo>
                  <a:lnTo>
                    <a:pt x="77469" y="7620"/>
                  </a:lnTo>
                  <a:lnTo>
                    <a:pt x="77469" y="0"/>
                  </a:lnTo>
                  <a:close/>
                </a:path>
                <a:path w="148589" h="7619">
                  <a:moveTo>
                    <a:pt x="148590" y="6350"/>
                  </a:moveTo>
                  <a:lnTo>
                    <a:pt x="80010" y="6350"/>
                  </a:lnTo>
                  <a:lnTo>
                    <a:pt x="80010" y="7620"/>
                  </a:lnTo>
                  <a:lnTo>
                    <a:pt x="148590" y="7620"/>
                  </a:lnTo>
                  <a:lnTo>
                    <a:pt x="148590" y="6350"/>
                  </a:lnTo>
                  <a:close/>
                </a:path>
                <a:path w="148589" h="7619">
                  <a:moveTo>
                    <a:pt x="146050" y="2539"/>
                  </a:moveTo>
                  <a:lnTo>
                    <a:pt x="81280" y="2539"/>
                  </a:lnTo>
                  <a:lnTo>
                    <a:pt x="81280" y="6350"/>
                  </a:lnTo>
                  <a:lnTo>
                    <a:pt x="147319" y="6350"/>
                  </a:lnTo>
                  <a:lnTo>
                    <a:pt x="147319" y="5079"/>
                  </a:lnTo>
                  <a:lnTo>
                    <a:pt x="146050" y="5079"/>
                  </a:lnTo>
                  <a:lnTo>
                    <a:pt x="146050" y="2539"/>
                  </a:lnTo>
                  <a:close/>
                </a:path>
                <a:path w="148589" h="7619">
                  <a:moveTo>
                    <a:pt x="144780" y="0"/>
                  </a:moveTo>
                  <a:lnTo>
                    <a:pt x="82550" y="0"/>
                  </a:lnTo>
                  <a:lnTo>
                    <a:pt x="82550" y="2539"/>
                  </a:lnTo>
                  <a:lnTo>
                    <a:pt x="144780" y="2539"/>
                  </a:lnTo>
                  <a:lnTo>
                    <a:pt x="144780" y="0"/>
                  </a:lnTo>
                  <a:close/>
                </a:path>
              </a:pathLst>
            </a:custGeom>
            <a:solidFill>
              <a:srgbClr val="003008"/>
            </a:solidFill>
          </p:spPr>
          <p:txBody>
            <a:bodyPr wrap="square" lIns="0" tIns="0" rIns="0" bIns="0" rtlCol="0"/>
            <a:lstStyle/>
            <a:p/>
          </p:txBody>
        </p:sp>
        <p:sp>
          <p:nvSpPr>
            <p:cNvPr id="1014" name="object 1014"/>
            <p:cNvSpPr/>
            <p:nvPr/>
          </p:nvSpPr>
          <p:spPr>
            <a:xfrm>
              <a:off x="3011170" y="1092200"/>
              <a:ext cx="152400" cy="6350"/>
            </a:xfrm>
            <a:custGeom>
              <a:avLst/>
              <a:gdLst/>
              <a:ahLst/>
              <a:cxnLst/>
              <a:rect l="l" t="t" r="r" b="b"/>
              <a:pathLst>
                <a:path w="152400" h="6350">
                  <a:moveTo>
                    <a:pt x="77469" y="2539"/>
                  </a:moveTo>
                  <a:lnTo>
                    <a:pt x="0" y="2539"/>
                  </a:lnTo>
                  <a:lnTo>
                    <a:pt x="0" y="6350"/>
                  </a:lnTo>
                  <a:lnTo>
                    <a:pt x="77469" y="6350"/>
                  </a:lnTo>
                  <a:lnTo>
                    <a:pt x="77469" y="2539"/>
                  </a:lnTo>
                  <a:close/>
                </a:path>
                <a:path w="152400" h="6350">
                  <a:moveTo>
                    <a:pt x="151130" y="1269"/>
                  </a:moveTo>
                  <a:lnTo>
                    <a:pt x="149860" y="1269"/>
                  </a:lnTo>
                  <a:lnTo>
                    <a:pt x="149860" y="2539"/>
                  </a:lnTo>
                  <a:lnTo>
                    <a:pt x="80010" y="2539"/>
                  </a:lnTo>
                  <a:lnTo>
                    <a:pt x="80010" y="3809"/>
                  </a:lnTo>
                  <a:lnTo>
                    <a:pt x="78740" y="3809"/>
                  </a:lnTo>
                  <a:lnTo>
                    <a:pt x="78740" y="6350"/>
                  </a:lnTo>
                  <a:lnTo>
                    <a:pt x="152400" y="6350"/>
                  </a:lnTo>
                  <a:lnTo>
                    <a:pt x="152400" y="5079"/>
                  </a:lnTo>
                  <a:lnTo>
                    <a:pt x="151130" y="5079"/>
                  </a:lnTo>
                  <a:lnTo>
                    <a:pt x="151130" y="1269"/>
                  </a:lnTo>
                  <a:close/>
                </a:path>
                <a:path w="152400" h="6350">
                  <a:moveTo>
                    <a:pt x="148590" y="0"/>
                  </a:moveTo>
                  <a:lnTo>
                    <a:pt x="80010" y="0"/>
                  </a:lnTo>
                  <a:lnTo>
                    <a:pt x="80010" y="1269"/>
                  </a:lnTo>
                  <a:lnTo>
                    <a:pt x="148590" y="1269"/>
                  </a:lnTo>
                  <a:lnTo>
                    <a:pt x="148590" y="0"/>
                  </a:lnTo>
                  <a:close/>
                </a:path>
                <a:path w="152400" h="6350">
                  <a:moveTo>
                    <a:pt x="77469" y="0"/>
                  </a:moveTo>
                  <a:lnTo>
                    <a:pt x="0" y="0"/>
                  </a:lnTo>
                  <a:lnTo>
                    <a:pt x="0" y="1269"/>
                  </a:lnTo>
                  <a:lnTo>
                    <a:pt x="77469" y="1269"/>
                  </a:lnTo>
                  <a:lnTo>
                    <a:pt x="77469" y="0"/>
                  </a:lnTo>
                  <a:close/>
                </a:path>
              </a:pathLst>
            </a:custGeom>
            <a:solidFill>
              <a:srgbClr val="00300A"/>
            </a:solidFill>
          </p:spPr>
          <p:txBody>
            <a:bodyPr wrap="square" lIns="0" tIns="0" rIns="0" bIns="0" rtlCol="0"/>
            <a:lstStyle/>
            <a:p/>
          </p:txBody>
        </p:sp>
        <p:sp>
          <p:nvSpPr>
            <p:cNvPr id="1015" name="object 1015"/>
            <p:cNvSpPr/>
            <p:nvPr/>
          </p:nvSpPr>
          <p:spPr>
            <a:xfrm>
              <a:off x="3011170" y="1098549"/>
              <a:ext cx="153670" cy="7620"/>
            </a:xfrm>
            <a:custGeom>
              <a:avLst/>
              <a:gdLst/>
              <a:ahLst/>
              <a:cxnLst/>
              <a:rect l="l" t="t" r="r" b="b"/>
              <a:pathLst>
                <a:path w="153669" h="7619">
                  <a:moveTo>
                    <a:pt x="153670" y="1270"/>
                  </a:moveTo>
                  <a:lnTo>
                    <a:pt x="152400" y="1270"/>
                  </a:lnTo>
                  <a:lnTo>
                    <a:pt x="152400"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02F0D"/>
            </a:solidFill>
          </p:spPr>
          <p:txBody>
            <a:bodyPr wrap="square" lIns="0" tIns="0" rIns="0" bIns="0" rtlCol="0"/>
            <a:lstStyle/>
            <a:p/>
          </p:txBody>
        </p:sp>
        <p:sp>
          <p:nvSpPr>
            <p:cNvPr id="1016" name="object 1016"/>
            <p:cNvSpPr/>
            <p:nvPr/>
          </p:nvSpPr>
          <p:spPr>
            <a:xfrm>
              <a:off x="301117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02E0F"/>
            </a:solidFill>
          </p:spPr>
          <p:txBody>
            <a:bodyPr wrap="square" lIns="0" tIns="0" rIns="0" bIns="0" rtlCol="0"/>
            <a:lstStyle/>
            <a:p/>
          </p:txBody>
        </p:sp>
        <p:sp>
          <p:nvSpPr>
            <p:cNvPr id="1017" name="object 1017"/>
            <p:cNvSpPr/>
            <p:nvPr/>
          </p:nvSpPr>
          <p:spPr>
            <a:xfrm>
              <a:off x="301117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02E11"/>
            </a:solidFill>
          </p:spPr>
          <p:txBody>
            <a:bodyPr wrap="square" lIns="0" tIns="0" rIns="0" bIns="0" rtlCol="0"/>
            <a:lstStyle/>
            <a:p/>
          </p:txBody>
        </p:sp>
        <p:sp>
          <p:nvSpPr>
            <p:cNvPr id="1018" name="object 1018"/>
            <p:cNvSpPr/>
            <p:nvPr/>
          </p:nvSpPr>
          <p:spPr>
            <a:xfrm>
              <a:off x="3011170" y="1120139"/>
              <a:ext cx="151130" cy="7620"/>
            </a:xfrm>
            <a:custGeom>
              <a:avLst/>
              <a:gdLst/>
              <a:ahLst/>
              <a:cxnLst/>
              <a:rect l="l" t="t" r="r" b="b"/>
              <a:pathLst>
                <a:path w="151130"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02D14"/>
            </a:solidFill>
          </p:spPr>
          <p:txBody>
            <a:bodyPr wrap="square" lIns="0" tIns="0" rIns="0" bIns="0" rtlCol="0"/>
            <a:lstStyle/>
            <a:p/>
          </p:txBody>
        </p:sp>
        <p:sp>
          <p:nvSpPr>
            <p:cNvPr id="1019" name="object 1019"/>
            <p:cNvSpPr/>
            <p:nvPr/>
          </p:nvSpPr>
          <p:spPr>
            <a:xfrm>
              <a:off x="3011170" y="1127759"/>
              <a:ext cx="149860" cy="7620"/>
            </a:xfrm>
            <a:custGeom>
              <a:avLst/>
              <a:gdLst/>
              <a:ahLst/>
              <a:cxnLst/>
              <a:rect l="l" t="t" r="r" b="b"/>
              <a:pathLst>
                <a:path w="149860" h="7619">
                  <a:moveTo>
                    <a:pt x="149860" y="0"/>
                  </a:moveTo>
                  <a:lnTo>
                    <a:pt x="0" y="0"/>
                  </a:lnTo>
                  <a:lnTo>
                    <a:pt x="0" y="6350"/>
                  </a:lnTo>
                  <a:lnTo>
                    <a:pt x="0" y="7620"/>
                  </a:lnTo>
                  <a:lnTo>
                    <a:pt x="148577" y="7620"/>
                  </a:lnTo>
                  <a:lnTo>
                    <a:pt x="148577" y="6350"/>
                  </a:lnTo>
                  <a:lnTo>
                    <a:pt x="149860" y="6350"/>
                  </a:lnTo>
                  <a:lnTo>
                    <a:pt x="149860" y="0"/>
                  </a:lnTo>
                  <a:close/>
                </a:path>
              </a:pathLst>
            </a:custGeom>
            <a:solidFill>
              <a:srgbClr val="002D16"/>
            </a:solidFill>
          </p:spPr>
          <p:txBody>
            <a:bodyPr wrap="square" lIns="0" tIns="0" rIns="0" bIns="0" rtlCol="0"/>
            <a:lstStyle/>
            <a:p/>
          </p:txBody>
        </p:sp>
        <p:sp>
          <p:nvSpPr>
            <p:cNvPr id="1020" name="object 1020"/>
            <p:cNvSpPr/>
            <p:nvPr/>
          </p:nvSpPr>
          <p:spPr>
            <a:xfrm>
              <a:off x="3011170" y="1135380"/>
              <a:ext cx="148590" cy="6350"/>
            </a:xfrm>
            <a:custGeom>
              <a:avLst/>
              <a:gdLst/>
              <a:ahLst/>
              <a:cxnLst/>
              <a:rect l="l" t="t" r="r" b="b"/>
              <a:pathLst>
                <a:path w="148589" h="6350">
                  <a:moveTo>
                    <a:pt x="0" y="6350"/>
                  </a:moveTo>
                  <a:lnTo>
                    <a:pt x="0" y="0"/>
                  </a:lnTo>
                  <a:lnTo>
                    <a:pt x="148589" y="0"/>
                  </a:lnTo>
                  <a:lnTo>
                    <a:pt x="148589" y="6350"/>
                  </a:lnTo>
                  <a:lnTo>
                    <a:pt x="0" y="6350"/>
                  </a:lnTo>
                  <a:close/>
                </a:path>
              </a:pathLst>
            </a:custGeom>
            <a:solidFill>
              <a:srgbClr val="002C18"/>
            </a:solidFill>
          </p:spPr>
          <p:txBody>
            <a:bodyPr wrap="square" lIns="0" tIns="0" rIns="0" bIns="0" rtlCol="0"/>
            <a:lstStyle/>
            <a:p/>
          </p:txBody>
        </p:sp>
        <p:sp>
          <p:nvSpPr>
            <p:cNvPr id="1021" name="object 1021"/>
            <p:cNvSpPr/>
            <p:nvPr/>
          </p:nvSpPr>
          <p:spPr>
            <a:xfrm>
              <a:off x="3011170" y="1141729"/>
              <a:ext cx="148590" cy="7620"/>
            </a:xfrm>
            <a:custGeom>
              <a:avLst/>
              <a:gdLst/>
              <a:ahLst/>
              <a:cxnLst/>
              <a:rect l="l" t="t" r="r" b="b"/>
              <a:pathLst>
                <a:path w="148589" h="7619">
                  <a:moveTo>
                    <a:pt x="148577" y="0"/>
                  </a:moveTo>
                  <a:lnTo>
                    <a:pt x="0" y="0"/>
                  </a:lnTo>
                  <a:lnTo>
                    <a:pt x="0" y="2540"/>
                  </a:lnTo>
                  <a:lnTo>
                    <a:pt x="0" y="7620"/>
                  </a:lnTo>
                  <a:lnTo>
                    <a:pt x="147320" y="7620"/>
                  </a:lnTo>
                  <a:lnTo>
                    <a:pt x="147320" y="2540"/>
                  </a:lnTo>
                  <a:lnTo>
                    <a:pt x="148577" y="2540"/>
                  </a:lnTo>
                  <a:lnTo>
                    <a:pt x="148577" y="0"/>
                  </a:lnTo>
                  <a:close/>
                </a:path>
              </a:pathLst>
            </a:custGeom>
            <a:solidFill>
              <a:srgbClr val="002B1B"/>
            </a:solidFill>
          </p:spPr>
          <p:txBody>
            <a:bodyPr wrap="square" lIns="0" tIns="0" rIns="0" bIns="0" rtlCol="0"/>
            <a:lstStyle/>
            <a:p/>
          </p:txBody>
        </p:sp>
        <p:sp>
          <p:nvSpPr>
            <p:cNvPr id="1022" name="object 1022"/>
            <p:cNvSpPr/>
            <p:nvPr/>
          </p:nvSpPr>
          <p:spPr>
            <a:xfrm>
              <a:off x="3011170" y="1149349"/>
              <a:ext cx="147320" cy="7620"/>
            </a:xfrm>
            <a:custGeom>
              <a:avLst/>
              <a:gdLst/>
              <a:ahLst/>
              <a:cxnLst/>
              <a:rect l="l" t="t" r="r" b="b"/>
              <a:pathLst>
                <a:path w="147319"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002B1D"/>
            </a:solidFill>
          </p:spPr>
          <p:txBody>
            <a:bodyPr wrap="square" lIns="0" tIns="0" rIns="0" bIns="0" rtlCol="0"/>
            <a:lstStyle/>
            <a:p/>
          </p:txBody>
        </p:sp>
        <p:sp>
          <p:nvSpPr>
            <p:cNvPr id="1023" name="object 1023"/>
            <p:cNvSpPr/>
            <p:nvPr/>
          </p:nvSpPr>
          <p:spPr>
            <a:xfrm>
              <a:off x="301117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002A1F"/>
            </a:solidFill>
          </p:spPr>
          <p:txBody>
            <a:bodyPr wrap="square" lIns="0" tIns="0" rIns="0" bIns="0" rtlCol="0"/>
            <a:lstStyle/>
            <a:p/>
          </p:txBody>
        </p:sp>
        <p:sp>
          <p:nvSpPr>
            <p:cNvPr id="1024" name="object 1024"/>
            <p:cNvSpPr/>
            <p:nvPr/>
          </p:nvSpPr>
          <p:spPr>
            <a:xfrm>
              <a:off x="3011170" y="1164590"/>
              <a:ext cx="144780" cy="6350"/>
            </a:xfrm>
            <a:custGeom>
              <a:avLst/>
              <a:gdLst/>
              <a:ahLst/>
              <a:cxnLst/>
              <a:rect l="l" t="t" r="r" b="b"/>
              <a:pathLst>
                <a:path w="144780" h="6350">
                  <a:moveTo>
                    <a:pt x="0" y="6350"/>
                  </a:moveTo>
                  <a:lnTo>
                    <a:pt x="0" y="0"/>
                  </a:lnTo>
                  <a:lnTo>
                    <a:pt x="144780" y="0"/>
                  </a:lnTo>
                  <a:lnTo>
                    <a:pt x="144780" y="6350"/>
                  </a:lnTo>
                  <a:lnTo>
                    <a:pt x="0" y="6350"/>
                  </a:lnTo>
                  <a:close/>
                </a:path>
              </a:pathLst>
            </a:custGeom>
            <a:solidFill>
              <a:srgbClr val="002A22"/>
            </a:solidFill>
          </p:spPr>
          <p:txBody>
            <a:bodyPr wrap="square" lIns="0" tIns="0" rIns="0" bIns="0" rtlCol="0"/>
            <a:lstStyle/>
            <a:p/>
          </p:txBody>
        </p:sp>
        <p:sp>
          <p:nvSpPr>
            <p:cNvPr id="1025" name="object 1025"/>
            <p:cNvSpPr/>
            <p:nvPr/>
          </p:nvSpPr>
          <p:spPr>
            <a:xfrm>
              <a:off x="3011170" y="1170939"/>
              <a:ext cx="144780" cy="7620"/>
            </a:xfrm>
            <a:custGeom>
              <a:avLst/>
              <a:gdLst/>
              <a:ahLst/>
              <a:cxnLst/>
              <a:rect l="l" t="t" r="r" b="b"/>
              <a:pathLst>
                <a:path w="144780"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002924"/>
            </a:solidFill>
          </p:spPr>
          <p:txBody>
            <a:bodyPr wrap="square" lIns="0" tIns="0" rIns="0" bIns="0" rtlCol="0"/>
            <a:lstStyle/>
            <a:p/>
          </p:txBody>
        </p:sp>
        <p:sp>
          <p:nvSpPr>
            <p:cNvPr id="1026" name="object 1026"/>
            <p:cNvSpPr/>
            <p:nvPr/>
          </p:nvSpPr>
          <p:spPr>
            <a:xfrm>
              <a:off x="3011170" y="1178559"/>
              <a:ext cx="143510" cy="7620"/>
            </a:xfrm>
            <a:custGeom>
              <a:avLst/>
              <a:gdLst/>
              <a:ahLst/>
              <a:cxnLst/>
              <a:rect l="l" t="t" r="r" b="b"/>
              <a:pathLst>
                <a:path w="143510" h="7619">
                  <a:moveTo>
                    <a:pt x="143510" y="0"/>
                  </a:moveTo>
                  <a:lnTo>
                    <a:pt x="0" y="0"/>
                  </a:lnTo>
                  <a:lnTo>
                    <a:pt x="0" y="5080"/>
                  </a:lnTo>
                  <a:lnTo>
                    <a:pt x="0" y="7620"/>
                  </a:lnTo>
                  <a:lnTo>
                    <a:pt x="142227" y="7620"/>
                  </a:lnTo>
                  <a:lnTo>
                    <a:pt x="142227" y="5080"/>
                  </a:lnTo>
                  <a:lnTo>
                    <a:pt x="143510" y="5080"/>
                  </a:lnTo>
                  <a:lnTo>
                    <a:pt x="143510" y="0"/>
                  </a:lnTo>
                  <a:close/>
                </a:path>
              </a:pathLst>
            </a:custGeom>
            <a:solidFill>
              <a:srgbClr val="002926"/>
            </a:solidFill>
          </p:spPr>
          <p:txBody>
            <a:bodyPr wrap="square" lIns="0" tIns="0" rIns="0" bIns="0" rtlCol="0"/>
            <a:lstStyle/>
            <a:p/>
          </p:txBody>
        </p:sp>
        <p:sp>
          <p:nvSpPr>
            <p:cNvPr id="1027" name="object 1027"/>
            <p:cNvSpPr/>
            <p:nvPr/>
          </p:nvSpPr>
          <p:spPr>
            <a:xfrm>
              <a:off x="3011170" y="1186180"/>
              <a:ext cx="142240" cy="6350"/>
            </a:xfrm>
            <a:custGeom>
              <a:avLst/>
              <a:gdLst/>
              <a:ahLst/>
              <a:cxnLst/>
              <a:rect l="l" t="t" r="r" b="b"/>
              <a:pathLst>
                <a:path w="142239" h="6350">
                  <a:moveTo>
                    <a:pt x="0" y="6350"/>
                  </a:moveTo>
                  <a:lnTo>
                    <a:pt x="0" y="0"/>
                  </a:lnTo>
                  <a:lnTo>
                    <a:pt x="142239" y="0"/>
                  </a:lnTo>
                  <a:lnTo>
                    <a:pt x="142239" y="6350"/>
                  </a:lnTo>
                  <a:lnTo>
                    <a:pt x="0" y="6350"/>
                  </a:lnTo>
                  <a:close/>
                </a:path>
              </a:pathLst>
            </a:custGeom>
            <a:solidFill>
              <a:srgbClr val="002829"/>
            </a:solidFill>
          </p:spPr>
          <p:txBody>
            <a:bodyPr wrap="square" lIns="0" tIns="0" rIns="0" bIns="0" rtlCol="0"/>
            <a:lstStyle/>
            <a:p/>
          </p:txBody>
        </p:sp>
        <p:sp>
          <p:nvSpPr>
            <p:cNvPr id="1028" name="object 1028"/>
            <p:cNvSpPr/>
            <p:nvPr/>
          </p:nvSpPr>
          <p:spPr>
            <a:xfrm>
              <a:off x="3011170" y="1192530"/>
              <a:ext cx="140970" cy="7620"/>
            </a:xfrm>
            <a:custGeom>
              <a:avLst/>
              <a:gdLst/>
              <a:ahLst/>
              <a:cxnLst/>
              <a:rect l="l" t="t" r="r" b="b"/>
              <a:pathLst>
                <a:path w="140969" h="7619">
                  <a:moveTo>
                    <a:pt x="140969" y="0"/>
                  </a:moveTo>
                  <a:lnTo>
                    <a:pt x="0" y="0"/>
                  </a:lnTo>
                  <a:lnTo>
                    <a:pt x="0" y="7620"/>
                  </a:lnTo>
                  <a:lnTo>
                    <a:pt x="140969" y="7620"/>
                  </a:lnTo>
                  <a:lnTo>
                    <a:pt x="140969" y="0"/>
                  </a:lnTo>
                  <a:close/>
                </a:path>
              </a:pathLst>
            </a:custGeom>
            <a:solidFill>
              <a:srgbClr val="00272B"/>
            </a:solidFill>
          </p:spPr>
          <p:txBody>
            <a:bodyPr wrap="square" lIns="0" tIns="0" rIns="0" bIns="0" rtlCol="0"/>
            <a:lstStyle/>
            <a:p/>
          </p:txBody>
        </p:sp>
        <p:sp>
          <p:nvSpPr>
            <p:cNvPr id="1029" name="object 1029"/>
            <p:cNvSpPr/>
            <p:nvPr/>
          </p:nvSpPr>
          <p:spPr>
            <a:xfrm>
              <a:off x="3011170" y="1200149"/>
              <a:ext cx="140970" cy="7620"/>
            </a:xfrm>
            <a:custGeom>
              <a:avLst/>
              <a:gdLst/>
              <a:ahLst/>
              <a:cxnLst/>
              <a:rect l="l" t="t" r="r" b="b"/>
              <a:pathLst>
                <a:path w="140969"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00272D"/>
            </a:solidFill>
          </p:spPr>
          <p:txBody>
            <a:bodyPr wrap="square" lIns="0" tIns="0" rIns="0" bIns="0" rtlCol="0"/>
            <a:lstStyle/>
            <a:p/>
          </p:txBody>
        </p:sp>
        <p:sp>
          <p:nvSpPr>
            <p:cNvPr id="1030" name="object 1030"/>
            <p:cNvSpPr/>
            <p:nvPr/>
          </p:nvSpPr>
          <p:spPr>
            <a:xfrm>
              <a:off x="301117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002630"/>
            </a:solidFill>
          </p:spPr>
          <p:txBody>
            <a:bodyPr wrap="square" lIns="0" tIns="0" rIns="0" bIns="0" rtlCol="0"/>
            <a:lstStyle/>
            <a:p/>
          </p:txBody>
        </p:sp>
        <p:sp>
          <p:nvSpPr>
            <p:cNvPr id="1031" name="object 1031"/>
            <p:cNvSpPr/>
            <p:nvPr/>
          </p:nvSpPr>
          <p:spPr>
            <a:xfrm>
              <a:off x="3011170" y="1214119"/>
              <a:ext cx="138430" cy="7620"/>
            </a:xfrm>
            <a:custGeom>
              <a:avLst/>
              <a:gdLst/>
              <a:ahLst/>
              <a:cxnLst/>
              <a:rect l="l" t="t" r="r" b="b"/>
              <a:pathLst>
                <a:path w="138430"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002633"/>
            </a:solidFill>
          </p:spPr>
          <p:txBody>
            <a:bodyPr wrap="square" lIns="0" tIns="0" rIns="0" bIns="0" rtlCol="0"/>
            <a:lstStyle/>
            <a:p/>
          </p:txBody>
        </p:sp>
        <p:sp>
          <p:nvSpPr>
            <p:cNvPr id="1032" name="object 1032"/>
            <p:cNvSpPr/>
            <p:nvPr/>
          </p:nvSpPr>
          <p:spPr>
            <a:xfrm>
              <a:off x="3011170" y="1221740"/>
              <a:ext cx="137160" cy="7620"/>
            </a:xfrm>
            <a:custGeom>
              <a:avLst/>
              <a:gdLst/>
              <a:ahLst/>
              <a:cxnLst/>
              <a:rect l="l" t="t" r="r" b="b"/>
              <a:pathLst>
                <a:path w="137160" h="7619">
                  <a:moveTo>
                    <a:pt x="137160" y="0"/>
                  </a:moveTo>
                  <a:lnTo>
                    <a:pt x="0" y="0"/>
                  </a:lnTo>
                  <a:lnTo>
                    <a:pt x="0" y="7620"/>
                  </a:lnTo>
                  <a:lnTo>
                    <a:pt x="137160" y="7620"/>
                  </a:lnTo>
                  <a:lnTo>
                    <a:pt x="137160" y="0"/>
                  </a:lnTo>
                  <a:close/>
                </a:path>
              </a:pathLst>
            </a:custGeom>
            <a:solidFill>
              <a:srgbClr val="002534"/>
            </a:solidFill>
          </p:spPr>
          <p:txBody>
            <a:bodyPr wrap="square" lIns="0" tIns="0" rIns="0" bIns="0" rtlCol="0"/>
            <a:lstStyle/>
            <a:p/>
          </p:txBody>
        </p:sp>
        <p:sp>
          <p:nvSpPr>
            <p:cNvPr id="1033" name="object 1033"/>
            <p:cNvSpPr/>
            <p:nvPr/>
          </p:nvSpPr>
          <p:spPr>
            <a:xfrm>
              <a:off x="3011170" y="1229359"/>
              <a:ext cx="137160" cy="6350"/>
            </a:xfrm>
            <a:custGeom>
              <a:avLst/>
              <a:gdLst/>
              <a:ahLst/>
              <a:cxnLst/>
              <a:rect l="l" t="t" r="r" b="b"/>
              <a:pathLst>
                <a:path w="137160" h="6350">
                  <a:moveTo>
                    <a:pt x="135877" y="1282"/>
                  </a:moveTo>
                  <a:lnTo>
                    <a:pt x="0" y="1282"/>
                  </a:lnTo>
                  <a:lnTo>
                    <a:pt x="0" y="6350"/>
                  </a:lnTo>
                  <a:lnTo>
                    <a:pt x="135877" y="6350"/>
                  </a:lnTo>
                  <a:lnTo>
                    <a:pt x="135877" y="1282"/>
                  </a:lnTo>
                  <a:close/>
                </a:path>
                <a:path w="137160" h="6350">
                  <a:moveTo>
                    <a:pt x="137160" y="0"/>
                  </a:moveTo>
                  <a:lnTo>
                    <a:pt x="0" y="0"/>
                  </a:lnTo>
                  <a:lnTo>
                    <a:pt x="0" y="1270"/>
                  </a:lnTo>
                  <a:lnTo>
                    <a:pt x="137160" y="1270"/>
                  </a:lnTo>
                  <a:lnTo>
                    <a:pt x="137160" y="0"/>
                  </a:lnTo>
                  <a:close/>
                </a:path>
              </a:pathLst>
            </a:custGeom>
            <a:solidFill>
              <a:srgbClr val="002437"/>
            </a:solidFill>
          </p:spPr>
          <p:txBody>
            <a:bodyPr wrap="square" lIns="0" tIns="0" rIns="0" bIns="0" rtlCol="0"/>
            <a:lstStyle/>
            <a:p/>
          </p:txBody>
        </p:sp>
        <p:sp>
          <p:nvSpPr>
            <p:cNvPr id="1034" name="object 1034"/>
            <p:cNvSpPr/>
            <p:nvPr/>
          </p:nvSpPr>
          <p:spPr>
            <a:xfrm>
              <a:off x="3011170" y="1235709"/>
              <a:ext cx="135890" cy="7620"/>
            </a:xfrm>
            <a:custGeom>
              <a:avLst/>
              <a:gdLst/>
              <a:ahLst/>
              <a:cxnLst/>
              <a:rect l="l" t="t" r="r" b="b"/>
              <a:pathLst>
                <a:path w="135889" h="7619">
                  <a:moveTo>
                    <a:pt x="135877" y="0"/>
                  </a:moveTo>
                  <a:lnTo>
                    <a:pt x="0" y="0"/>
                  </a:lnTo>
                  <a:lnTo>
                    <a:pt x="0" y="3810"/>
                  </a:lnTo>
                  <a:lnTo>
                    <a:pt x="0" y="7620"/>
                  </a:lnTo>
                  <a:lnTo>
                    <a:pt x="134620" y="7620"/>
                  </a:lnTo>
                  <a:lnTo>
                    <a:pt x="134620" y="3810"/>
                  </a:lnTo>
                  <a:lnTo>
                    <a:pt x="135877" y="3810"/>
                  </a:lnTo>
                  <a:lnTo>
                    <a:pt x="135877" y="0"/>
                  </a:lnTo>
                  <a:close/>
                </a:path>
              </a:pathLst>
            </a:custGeom>
            <a:solidFill>
              <a:srgbClr val="002439"/>
            </a:solidFill>
          </p:spPr>
          <p:txBody>
            <a:bodyPr wrap="square" lIns="0" tIns="0" rIns="0" bIns="0" rtlCol="0"/>
            <a:lstStyle/>
            <a:p/>
          </p:txBody>
        </p:sp>
        <p:sp>
          <p:nvSpPr>
            <p:cNvPr id="1035" name="object 1035"/>
            <p:cNvSpPr/>
            <p:nvPr/>
          </p:nvSpPr>
          <p:spPr>
            <a:xfrm>
              <a:off x="3011170" y="1243329"/>
              <a:ext cx="134620" cy="7620"/>
            </a:xfrm>
            <a:custGeom>
              <a:avLst/>
              <a:gdLst/>
              <a:ahLst/>
              <a:cxnLst/>
              <a:rect l="l" t="t" r="r" b="b"/>
              <a:pathLst>
                <a:path w="134619"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00233B"/>
            </a:solidFill>
          </p:spPr>
          <p:txBody>
            <a:bodyPr wrap="square" lIns="0" tIns="0" rIns="0" bIns="0" rtlCol="0"/>
            <a:lstStyle/>
            <a:p/>
          </p:txBody>
        </p:sp>
        <p:sp>
          <p:nvSpPr>
            <p:cNvPr id="1036" name="object 1036"/>
            <p:cNvSpPr/>
            <p:nvPr/>
          </p:nvSpPr>
          <p:spPr>
            <a:xfrm>
              <a:off x="301117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00233E"/>
            </a:solidFill>
          </p:spPr>
          <p:txBody>
            <a:bodyPr wrap="square" lIns="0" tIns="0" rIns="0" bIns="0" rtlCol="0"/>
            <a:lstStyle/>
            <a:p/>
          </p:txBody>
        </p:sp>
        <p:sp>
          <p:nvSpPr>
            <p:cNvPr id="1037" name="object 1037"/>
            <p:cNvSpPr/>
            <p:nvPr/>
          </p:nvSpPr>
          <p:spPr>
            <a:xfrm>
              <a:off x="301117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002240"/>
            </a:solidFill>
          </p:spPr>
          <p:txBody>
            <a:bodyPr wrap="square" lIns="0" tIns="0" rIns="0" bIns="0" rtlCol="0"/>
            <a:lstStyle/>
            <a:p/>
          </p:txBody>
        </p:sp>
        <p:sp>
          <p:nvSpPr>
            <p:cNvPr id="1038" name="object 1038"/>
            <p:cNvSpPr/>
            <p:nvPr/>
          </p:nvSpPr>
          <p:spPr>
            <a:xfrm>
              <a:off x="3011170" y="1264919"/>
              <a:ext cx="132080" cy="7620"/>
            </a:xfrm>
            <a:custGeom>
              <a:avLst/>
              <a:gdLst/>
              <a:ahLst/>
              <a:cxnLst/>
              <a:rect l="l" t="t" r="r" b="b"/>
              <a:pathLst>
                <a:path w="132080"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002143"/>
            </a:solidFill>
          </p:spPr>
          <p:txBody>
            <a:bodyPr wrap="square" lIns="0" tIns="0" rIns="0" bIns="0" rtlCol="0"/>
            <a:lstStyle/>
            <a:p/>
          </p:txBody>
        </p:sp>
        <p:sp>
          <p:nvSpPr>
            <p:cNvPr id="1039" name="object 1039"/>
            <p:cNvSpPr/>
            <p:nvPr/>
          </p:nvSpPr>
          <p:spPr>
            <a:xfrm>
              <a:off x="3011170" y="1272539"/>
              <a:ext cx="130810" cy="7620"/>
            </a:xfrm>
            <a:custGeom>
              <a:avLst/>
              <a:gdLst/>
              <a:ahLst/>
              <a:cxnLst/>
              <a:rect l="l" t="t" r="r" b="b"/>
              <a:pathLst>
                <a:path w="130810"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77" y="5080"/>
                  </a:lnTo>
                  <a:lnTo>
                    <a:pt x="97777" y="2540"/>
                  </a:lnTo>
                  <a:lnTo>
                    <a:pt x="99060" y="2540"/>
                  </a:lnTo>
                  <a:lnTo>
                    <a:pt x="99060" y="1270"/>
                  </a:lnTo>
                  <a:lnTo>
                    <a:pt x="100330" y="1270"/>
                  </a:lnTo>
                  <a:lnTo>
                    <a:pt x="100330" y="0"/>
                  </a:lnTo>
                  <a:close/>
                </a:path>
                <a:path w="130810"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27" y="7620"/>
                  </a:lnTo>
                  <a:lnTo>
                    <a:pt x="129527" y="6350"/>
                  </a:lnTo>
                  <a:lnTo>
                    <a:pt x="130810" y="6350"/>
                  </a:lnTo>
                  <a:lnTo>
                    <a:pt x="130810" y="5080"/>
                  </a:lnTo>
                  <a:lnTo>
                    <a:pt x="130810" y="3810"/>
                  </a:lnTo>
                  <a:lnTo>
                    <a:pt x="130810" y="2540"/>
                  </a:lnTo>
                  <a:lnTo>
                    <a:pt x="130810" y="1270"/>
                  </a:lnTo>
                  <a:lnTo>
                    <a:pt x="130810" y="0"/>
                  </a:lnTo>
                  <a:close/>
                </a:path>
              </a:pathLst>
            </a:custGeom>
            <a:solidFill>
              <a:srgbClr val="002145"/>
            </a:solidFill>
          </p:spPr>
          <p:txBody>
            <a:bodyPr wrap="square" lIns="0" tIns="0" rIns="0" bIns="0" rtlCol="0"/>
            <a:lstStyle/>
            <a:p/>
          </p:txBody>
        </p:sp>
        <p:sp>
          <p:nvSpPr>
            <p:cNvPr id="1040" name="object 1040"/>
            <p:cNvSpPr/>
            <p:nvPr/>
          </p:nvSpPr>
          <p:spPr>
            <a:xfrm>
              <a:off x="3011170" y="1280159"/>
              <a:ext cx="129539" cy="6350"/>
            </a:xfrm>
            <a:custGeom>
              <a:avLst/>
              <a:gdLst/>
              <a:ahLst/>
              <a:cxnLst/>
              <a:rect l="l" t="t" r="r" b="b"/>
              <a:pathLst>
                <a:path w="129539" h="6350">
                  <a:moveTo>
                    <a:pt x="95250" y="0"/>
                  </a:moveTo>
                  <a:lnTo>
                    <a:pt x="0" y="0"/>
                  </a:lnTo>
                  <a:lnTo>
                    <a:pt x="0" y="3810"/>
                  </a:lnTo>
                  <a:lnTo>
                    <a:pt x="0" y="6350"/>
                  </a:lnTo>
                  <a:lnTo>
                    <a:pt x="93980" y="6350"/>
                  </a:lnTo>
                  <a:lnTo>
                    <a:pt x="93980" y="3810"/>
                  </a:lnTo>
                  <a:lnTo>
                    <a:pt x="95250" y="3810"/>
                  </a:lnTo>
                  <a:lnTo>
                    <a:pt x="95250" y="0"/>
                  </a:lnTo>
                  <a:close/>
                </a:path>
                <a:path w="129539" h="6350">
                  <a:moveTo>
                    <a:pt x="129527"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27" y="6350"/>
                  </a:lnTo>
                  <a:lnTo>
                    <a:pt x="129527" y="5080"/>
                  </a:lnTo>
                  <a:lnTo>
                    <a:pt x="129527" y="3810"/>
                  </a:lnTo>
                  <a:lnTo>
                    <a:pt x="129527" y="2540"/>
                  </a:lnTo>
                  <a:lnTo>
                    <a:pt x="129527" y="1270"/>
                  </a:lnTo>
                  <a:lnTo>
                    <a:pt x="129527" y="0"/>
                  </a:lnTo>
                  <a:close/>
                </a:path>
              </a:pathLst>
            </a:custGeom>
            <a:solidFill>
              <a:srgbClr val="002047"/>
            </a:solidFill>
          </p:spPr>
          <p:txBody>
            <a:bodyPr wrap="square" lIns="0" tIns="0" rIns="0" bIns="0" rtlCol="0"/>
            <a:lstStyle/>
            <a:p/>
          </p:txBody>
        </p:sp>
        <p:sp>
          <p:nvSpPr>
            <p:cNvPr id="1041" name="object 1041"/>
            <p:cNvSpPr/>
            <p:nvPr/>
          </p:nvSpPr>
          <p:spPr>
            <a:xfrm>
              <a:off x="3011170" y="1286509"/>
              <a:ext cx="129539" cy="7620"/>
            </a:xfrm>
            <a:custGeom>
              <a:avLst/>
              <a:gdLst/>
              <a:ahLst/>
              <a:cxnLst/>
              <a:rect l="l" t="t" r="r" b="b"/>
              <a:pathLst>
                <a:path w="129539" h="7619">
                  <a:moveTo>
                    <a:pt x="93980" y="0"/>
                  </a:moveTo>
                  <a:lnTo>
                    <a:pt x="0" y="0"/>
                  </a:lnTo>
                  <a:lnTo>
                    <a:pt x="0" y="2540"/>
                  </a:lnTo>
                  <a:lnTo>
                    <a:pt x="0" y="7620"/>
                  </a:lnTo>
                  <a:lnTo>
                    <a:pt x="92710" y="7620"/>
                  </a:lnTo>
                  <a:lnTo>
                    <a:pt x="92710" y="2540"/>
                  </a:lnTo>
                  <a:lnTo>
                    <a:pt x="93980" y="2540"/>
                  </a:lnTo>
                  <a:lnTo>
                    <a:pt x="93980" y="0"/>
                  </a:lnTo>
                  <a:close/>
                </a:path>
                <a:path w="129539" h="7619">
                  <a:moveTo>
                    <a:pt x="129527"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27" y="2540"/>
                  </a:lnTo>
                  <a:lnTo>
                    <a:pt x="129527" y="0"/>
                  </a:lnTo>
                  <a:close/>
                </a:path>
              </a:pathLst>
            </a:custGeom>
            <a:solidFill>
              <a:srgbClr val="00204A"/>
            </a:solidFill>
          </p:spPr>
          <p:txBody>
            <a:bodyPr wrap="square" lIns="0" tIns="0" rIns="0" bIns="0" rtlCol="0"/>
            <a:lstStyle/>
            <a:p/>
          </p:txBody>
        </p:sp>
        <p:sp>
          <p:nvSpPr>
            <p:cNvPr id="1042" name="object 1042"/>
            <p:cNvSpPr/>
            <p:nvPr/>
          </p:nvSpPr>
          <p:spPr>
            <a:xfrm>
              <a:off x="3011170" y="1294129"/>
              <a:ext cx="92710" cy="7620"/>
            </a:xfrm>
            <a:custGeom>
              <a:avLst/>
              <a:gdLst/>
              <a:ahLst/>
              <a:cxnLst/>
              <a:rect l="l" t="t" r="r" b="b"/>
              <a:pathLst>
                <a:path w="92710" h="7619">
                  <a:moveTo>
                    <a:pt x="92710" y="0"/>
                  </a:moveTo>
                  <a:lnTo>
                    <a:pt x="0" y="0"/>
                  </a:lnTo>
                  <a:lnTo>
                    <a:pt x="0" y="1270"/>
                  </a:lnTo>
                  <a:lnTo>
                    <a:pt x="0" y="7620"/>
                  </a:lnTo>
                  <a:lnTo>
                    <a:pt x="91427" y="7620"/>
                  </a:lnTo>
                  <a:lnTo>
                    <a:pt x="91427" y="1270"/>
                  </a:lnTo>
                  <a:lnTo>
                    <a:pt x="92710" y="1270"/>
                  </a:lnTo>
                  <a:lnTo>
                    <a:pt x="92710" y="0"/>
                  </a:lnTo>
                  <a:close/>
                </a:path>
              </a:pathLst>
            </a:custGeom>
            <a:solidFill>
              <a:srgbClr val="001F4C"/>
            </a:solidFill>
          </p:spPr>
          <p:txBody>
            <a:bodyPr wrap="square" lIns="0" tIns="0" rIns="0" bIns="0" rtlCol="0"/>
            <a:lstStyle/>
            <a:p/>
          </p:txBody>
        </p:sp>
        <p:sp>
          <p:nvSpPr>
            <p:cNvPr id="1043" name="object 1043"/>
            <p:cNvSpPr/>
            <p:nvPr/>
          </p:nvSpPr>
          <p:spPr>
            <a:xfrm>
              <a:off x="3011170" y="1301750"/>
              <a:ext cx="90170" cy="6350"/>
            </a:xfrm>
            <a:custGeom>
              <a:avLst/>
              <a:gdLst/>
              <a:ahLst/>
              <a:cxnLst/>
              <a:rect l="l" t="t" r="r" b="b"/>
              <a:pathLst>
                <a:path w="90169" h="6350">
                  <a:moveTo>
                    <a:pt x="90169" y="0"/>
                  </a:moveTo>
                  <a:lnTo>
                    <a:pt x="0" y="0"/>
                  </a:lnTo>
                  <a:lnTo>
                    <a:pt x="0" y="6350"/>
                  </a:lnTo>
                  <a:lnTo>
                    <a:pt x="90169" y="6350"/>
                  </a:lnTo>
                  <a:lnTo>
                    <a:pt x="90169" y="0"/>
                  </a:lnTo>
                  <a:close/>
                </a:path>
              </a:pathLst>
            </a:custGeom>
            <a:solidFill>
              <a:srgbClr val="001F4E"/>
            </a:solidFill>
          </p:spPr>
          <p:txBody>
            <a:bodyPr wrap="square" lIns="0" tIns="0" rIns="0" bIns="0" rtlCol="0"/>
            <a:lstStyle/>
            <a:p/>
          </p:txBody>
        </p:sp>
        <p:sp>
          <p:nvSpPr>
            <p:cNvPr id="1044" name="object 1044"/>
            <p:cNvSpPr/>
            <p:nvPr/>
          </p:nvSpPr>
          <p:spPr>
            <a:xfrm>
              <a:off x="3011170" y="1308100"/>
              <a:ext cx="88900" cy="7620"/>
            </a:xfrm>
            <a:custGeom>
              <a:avLst/>
              <a:gdLst/>
              <a:ahLst/>
              <a:cxnLst/>
              <a:rect l="l" t="t" r="r" b="b"/>
              <a:pathLst>
                <a:path w="88900" h="7619">
                  <a:moveTo>
                    <a:pt x="88900" y="0"/>
                  </a:moveTo>
                  <a:lnTo>
                    <a:pt x="0" y="0"/>
                  </a:lnTo>
                  <a:lnTo>
                    <a:pt x="0" y="7620"/>
                  </a:lnTo>
                  <a:lnTo>
                    <a:pt x="88900" y="7620"/>
                  </a:lnTo>
                  <a:lnTo>
                    <a:pt x="88900" y="0"/>
                  </a:lnTo>
                  <a:close/>
                </a:path>
              </a:pathLst>
            </a:custGeom>
            <a:solidFill>
              <a:srgbClr val="001E51"/>
            </a:solidFill>
          </p:spPr>
          <p:txBody>
            <a:bodyPr wrap="square" lIns="0" tIns="0" rIns="0" bIns="0" rtlCol="0"/>
            <a:lstStyle/>
            <a:p/>
          </p:txBody>
        </p:sp>
        <p:sp>
          <p:nvSpPr>
            <p:cNvPr id="1045" name="object 1045"/>
            <p:cNvSpPr/>
            <p:nvPr/>
          </p:nvSpPr>
          <p:spPr>
            <a:xfrm>
              <a:off x="3011170" y="1315720"/>
              <a:ext cx="87630" cy="7620"/>
            </a:xfrm>
            <a:custGeom>
              <a:avLst/>
              <a:gdLst/>
              <a:ahLst/>
              <a:cxnLst/>
              <a:rect l="l" t="t" r="r" b="b"/>
              <a:pathLst>
                <a:path w="87630" h="7619">
                  <a:moveTo>
                    <a:pt x="87630" y="0"/>
                  </a:moveTo>
                  <a:lnTo>
                    <a:pt x="0" y="0"/>
                  </a:lnTo>
                  <a:lnTo>
                    <a:pt x="0" y="7619"/>
                  </a:lnTo>
                  <a:lnTo>
                    <a:pt x="87630" y="7619"/>
                  </a:lnTo>
                  <a:lnTo>
                    <a:pt x="87630" y="0"/>
                  </a:lnTo>
                  <a:close/>
                </a:path>
              </a:pathLst>
            </a:custGeom>
            <a:solidFill>
              <a:srgbClr val="001D53"/>
            </a:solidFill>
          </p:spPr>
          <p:txBody>
            <a:bodyPr wrap="square" lIns="0" tIns="0" rIns="0" bIns="0" rtlCol="0"/>
            <a:lstStyle/>
            <a:p/>
          </p:txBody>
        </p:sp>
        <p:sp>
          <p:nvSpPr>
            <p:cNvPr id="1046" name="object 1046"/>
            <p:cNvSpPr/>
            <p:nvPr/>
          </p:nvSpPr>
          <p:spPr>
            <a:xfrm>
              <a:off x="3011170" y="1323340"/>
              <a:ext cx="87630" cy="6350"/>
            </a:xfrm>
            <a:custGeom>
              <a:avLst/>
              <a:gdLst/>
              <a:ahLst/>
              <a:cxnLst/>
              <a:rect l="l" t="t" r="r" b="b"/>
              <a:pathLst>
                <a:path w="87630" h="6350">
                  <a:moveTo>
                    <a:pt x="87630" y="0"/>
                  </a:moveTo>
                  <a:lnTo>
                    <a:pt x="0" y="0"/>
                  </a:lnTo>
                  <a:lnTo>
                    <a:pt x="0" y="6350"/>
                  </a:lnTo>
                  <a:lnTo>
                    <a:pt x="86360" y="6350"/>
                  </a:lnTo>
                  <a:lnTo>
                    <a:pt x="86360" y="5080"/>
                  </a:lnTo>
                  <a:lnTo>
                    <a:pt x="87630" y="5080"/>
                  </a:lnTo>
                  <a:lnTo>
                    <a:pt x="87630" y="0"/>
                  </a:lnTo>
                  <a:close/>
                </a:path>
              </a:pathLst>
            </a:custGeom>
            <a:solidFill>
              <a:srgbClr val="001D55"/>
            </a:solidFill>
          </p:spPr>
          <p:txBody>
            <a:bodyPr wrap="square" lIns="0" tIns="0" rIns="0" bIns="0" rtlCol="0"/>
            <a:lstStyle/>
            <a:p/>
          </p:txBody>
        </p:sp>
        <p:sp>
          <p:nvSpPr>
            <p:cNvPr id="1047" name="object 1047"/>
            <p:cNvSpPr/>
            <p:nvPr/>
          </p:nvSpPr>
          <p:spPr>
            <a:xfrm>
              <a:off x="3011170" y="1329690"/>
              <a:ext cx="86360" cy="7620"/>
            </a:xfrm>
            <a:custGeom>
              <a:avLst/>
              <a:gdLst/>
              <a:ahLst/>
              <a:cxnLst/>
              <a:rect l="l" t="t" r="r" b="b"/>
              <a:pathLst>
                <a:path w="86360" h="7619">
                  <a:moveTo>
                    <a:pt x="0" y="7620"/>
                  </a:moveTo>
                  <a:lnTo>
                    <a:pt x="0" y="0"/>
                  </a:lnTo>
                  <a:lnTo>
                    <a:pt x="86360" y="0"/>
                  </a:lnTo>
                  <a:lnTo>
                    <a:pt x="86360" y="7620"/>
                  </a:lnTo>
                  <a:lnTo>
                    <a:pt x="0" y="7620"/>
                  </a:lnTo>
                  <a:close/>
                </a:path>
              </a:pathLst>
            </a:custGeom>
            <a:solidFill>
              <a:srgbClr val="001C58"/>
            </a:solidFill>
          </p:spPr>
          <p:txBody>
            <a:bodyPr wrap="square" lIns="0" tIns="0" rIns="0" bIns="0" rtlCol="0"/>
            <a:lstStyle/>
            <a:p/>
          </p:txBody>
        </p:sp>
        <p:sp>
          <p:nvSpPr>
            <p:cNvPr id="1048" name="object 1048"/>
            <p:cNvSpPr/>
            <p:nvPr/>
          </p:nvSpPr>
          <p:spPr>
            <a:xfrm>
              <a:off x="3011170" y="1337310"/>
              <a:ext cx="86360" cy="7620"/>
            </a:xfrm>
            <a:custGeom>
              <a:avLst/>
              <a:gdLst/>
              <a:ahLst/>
              <a:cxnLst/>
              <a:rect l="l" t="t" r="r" b="b"/>
              <a:pathLst>
                <a:path w="86360" h="7619">
                  <a:moveTo>
                    <a:pt x="0" y="7619"/>
                  </a:moveTo>
                  <a:lnTo>
                    <a:pt x="0" y="0"/>
                  </a:lnTo>
                  <a:lnTo>
                    <a:pt x="86360" y="0"/>
                  </a:lnTo>
                  <a:lnTo>
                    <a:pt x="86360" y="7619"/>
                  </a:lnTo>
                  <a:lnTo>
                    <a:pt x="0" y="7619"/>
                  </a:lnTo>
                  <a:close/>
                </a:path>
              </a:pathLst>
            </a:custGeom>
            <a:solidFill>
              <a:srgbClr val="001C5A"/>
            </a:solidFill>
          </p:spPr>
          <p:txBody>
            <a:bodyPr wrap="square" lIns="0" tIns="0" rIns="0" bIns="0" rtlCol="0"/>
            <a:lstStyle/>
            <a:p/>
          </p:txBody>
        </p:sp>
        <p:sp>
          <p:nvSpPr>
            <p:cNvPr id="1049" name="object 1049"/>
            <p:cNvSpPr/>
            <p:nvPr/>
          </p:nvSpPr>
          <p:spPr>
            <a:xfrm>
              <a:off x="3011170" y="1344930"/>
              <a:ext cx="86360" cy="6350"/>
            </a:xfrm>
            <a:custGeom>
              <a:avLst/>
              <a:gdLst/>
              <a:ahLst/>
              <a:cxnLst/>
              <a:rect l="l" t="t" r="r" b="b"/>
              <a:pathLst>
                <a:path w="86360" h="6350">
                  <a:moveTo>
                    <a:pt x="86360" y="0"/>
                  </a:moveTo>
                  <a:lnTo>
                    <a:pt x="0" y="0"/>
                  </a:lnTo>
                  <a:lnTo>
                    <a:pt x="0" y="6350"/>
                  </a:lnTo>
                  <a:lnTo>
                    <a:pt x="85089" y="6350"/>
                  </a:lnTo>
                  <a:lnTo>
                    <a:pt x="85089" y="2540"/>
                  </a:lnTo>
                  <a:lnTo>
                    <a:pt x="86360" y="2540"/>
                  </a:lnTo>
                  <a:lnTo>
                    <a:pt x="86360" y="0"/>
                  </a:lnTo>
                  <a:close/>
                </a:path>
              </a:pathLst>
            </a:custGeom>
            <a:solidFill>
              <a:srgbClr val="001B5C"/>
            </a:solidFill>
          </p:spPr>
          <p:txBody>
            <a:bodyPr wrap="square" lIns="0" tIns="0" rIns="0" bIns="0" rtlCol="0"/>
            <a:lstStyle/>
            <a:p/>
          </p:txBody>
        </p:sp>
        <p:sp>
          <p:nvSpPr>
            <p:cNvPr id="1050" name="object 1050"/>
            <p:cNvSpPr/>
            <p:nvPr/>
          </p:nvSpPr>
          <p:spPr>
            <a:xfrm>
              <a:off x="3011170" y="135128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001A5F"/>
            </a:solidFill>
          </p:spPr>
          <p:txBody>
            <a:bodyPr wrap="square" lIns="0" tIns="0" rIns="0" bIns="0" rtlCol="0"/>
            <a:lstStyle/>
            <a:p/>
          </p:txBody>
        </p:sp>
        <p:sp>
          <p:nvSpPr>
            <p:cNvPr id="1051" name="object 1051"/>
            <p:cNvSpPr/>
            <p:nvPr/>
          </p:nvSpPr>
          <p:spPr>
            <a:xfrm>
              <a:off x="3011170" y="135890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001A61"/>
            </a:solidFill>
          </p:spPr>
          <p:txBody>
            <a:bodyPr wrap="square" lIns="0" tIns="0" rIns="0" bIns="0" rtlCol="0"/>
            <a:lstStyle/>
            <a:p/>
          </p:txBody>
        </p:sp>
        <p:sp>
          <p:nvSpPr>
            <p:cNvPr id="1052" name="object 1052"/>
            <p:cNvSpPr/>
            <p:nvPr/>
          </p:nvSpPr>
          <p:spPr>
            <a:xfrm>
              <a:off x="3011170" y="1366520"/>
              <a:ext cx="85090" cy="7620"/>
            </a:xfrm>
            <a:custGeom>
              <a:avLst/>
              <a:gdLst/>
              <a:ahLst/>
              <a:cxnLst/>
              <a:rect l="l" t="t" r="r" b="b"/>
              <a:pathLst>
                <a:path w="85089" h="7619">
                  <a:moveTo>
                    <a:pt x="0" y="7619"/>
                  </a:moveTo>
                  <a:lnTo>
                    <a:pt x="0" y="0"/>
                  </a:lnTo>
                  <a:lnTo>
                    <a:pt x="85089" y="0"/>
                  </a:lnTo>
                  <a:lnTo>
                    <a:pt x="85089" y="7619"/>
                  </a:lnTo>
                  <a:lnTo>
                    <a:pt x="0" y="7619"/>
                  </a:lnTo>
                  <a:close/>
                </a:path>
              </a:pathLst>
            </a:custGeom>
            <a:solidFill>
              <a:srgbClr val="001963"/>
            </a:solidFill>
          </p:spPr>
          <p:txBody>
            <a:bodyPr wrap="square" lIns="0" tIns="0" rIns="0" bIns="0" rtlCol="0"/>
            <a:lstStyle/>
            <a:p/>
          </p:txBody>
        </p:sp>
        <p:sp>
          <p:nvSpPr>
            <p:cNvPr id="1053" name="object 1053"/>
            <p:cNvSpPr/>
            <p:nvPr/>
          </p:nvSpPr>
          <p:spPr>
            <a:xfrm>
              <a:off x="3011170" y="137414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001966"/>
            </a:solidFill>
          </p:spPr>
          <p:txBody>
            <a:bodyPr wrap="square" lIns="0" tIns="0" rIns="0" bIns="0" rtlCol="0"/>
            <a:lstStyle/>
            <a:p/>
          </p:txBody>
        </p:sp>
        <p:sp>
          <p:nvSpPr>
            <p:cNvPr id="1054" name="object 1054"/>
            <p:cNvSpPr/>
            <p:nvPr/>
          </p:nvSpPr>
          <p:spPr>
            <a:xfrm>
              <a:off x="3011170" y="138049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001868"/>
            </a:solidFill>
          </p:spPr>
          <p:txBody>
            <a:bodyPr wrap="square" lIns="0" tIns="0" rIns="0" bIns="0" rtlCol="0"/>
            <a:lstStyle/>
            <a:p/>
          </p:txBody>
        </p:sp>
        <p:sp>
          <p:nvSpPr>
            <p:cNvPr id="1055" name="object 1055"/>
            <p:cNvSpPr/>
            <p:nvPr/>
          </p:nvSpPr>
          <p:spPr>
            <a:xfrm>
              <a:off x="3011170" y="1388110"/>
              <a:ext cx="85090" cy="7620"/>
            </a:xfrm>
            <a:custGeom>
              <a:avLst/>
              <a:gdLst/>
              <a:ahLst/>
              <a:cxnLst/>
              <a:rect l="l" t="t" r="r" b="b"/>
              <a:pathLst>
                <a:path w="85089" h="7619">
                  <a:moveTo>
                    <a:pt x="85089" y="0"/>
                  </a:moveTo>
                  <a:lnTo>
                    <a:pt x="0" y="0"/>
                  </a:lnTo>
                  <a:lnTo>
                    <a:pt x="0" y="5079"/>
                  </a:lnTo>
                  <a:lnTo>
                    <a:pt x="85089" y="5079"/>
                  </a:lnTo>
                  <a:lnTo>
                    <a:pt x="85089" y="0"/>
                  </a:lnTo>
                  <a:close/>
                </a:path>
                <a:path w="85089" h="7619">
                  <a:moveTo>
                    <a:pt x="83819" y="5080"/>
                  </a:moveTo>
                  <a:lnTo>
                    <a:pt x="0" y="5080"/>
                  </a:lnTo>
                  <a:lnTo>
                    <a:pt x="0" y="7619"/>
                  </a:lnTo>
                  <a:lnTo>
                    <a:pt x="83819" y="7619"/>
                  </a:lnTo>
                  <a:lnTo>
                    <a:pt x="83819" y="5080"/>
                  </a:lnTo>
                  <a:close/>
                </a:path>
              </a:pathLst>
            </a:custGeom>
            <a:solidFill>
              <a:srgbClr val="00186A"/>
            </a:solidFill>
          </p:spPr>
          <p:txBody>
            <a:bodyPr wrap="square" lIns="0" tIns="0" rIns="0" bIns="0" rtlCol="0"/>
            <a:lstStyle/>
            <a:p/>
          </p:txBody>
        </p:sp>
        <p:sp>
          <p:nvSpPr>
            <p:cNvPr id="1056" name="object 1056"/>
            <p:cNvSpPr/>
            <p:nvPr/>
          </p:nvSpPr>
          <p:spPr>
            <a:xfrm>
              <a:off x="3011170" y="139573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176D"/>
            </a:solidFill>
          </p:spPr>
          <p:txBody>
            <a:bodyPr wrap="square" lIns="0" tIns="0" rIns="0" bIns="0" rtlCol="0"/>
            <a:lstStyle/>
            <a:p/>
          </p:txBody>
        </p:sp>
        <p:sp>
          <p:nvSpPr>
            <p:cNvPr id="1057" name="object 1057"/>
            <p:cNvSpPr/>
            <p:nvPr/>
          </p:nvSpPr>
          <p:spPr>
            <a:xfrm>
              <a:off x="3011170" y="14020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66F"/>
            </a:solidFill>
          </p:spPr>
          <p:txBody>
            <a:bodyPr wrap="square" lIns="0" tIns="0" rIns="0" bIns="0" rtlCol="0"/>
            <a:lstStyle/>
            <a:p/>
          </p:txBody>
        </p:sp>
        <p:sp>
          <p:nvSpPr>
            <p:cNvPr id="1058" name="object 1058"/>
            <p:cNvSpPr/>
            <p:nvPr/>
          </p:nvSpPr>
          <p:spPr>
            <a:xfrm>
              <a:off x="3011170" y="140970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671"/>
            </a:solidFill>
          </p:spPr>
          <p:txBody>
            <a:bodyPr wrap="square" lIns="0" tIns="0" rIns="0" bIns="0" rtlCol="0"/>
            <a:lstStyle/>
            <a:p/>
          </p:txBody>
        </p:sp>
        <p:sp>
          <p:nvSpPr>
            <p:cNvPr id="1059" name="object 1059"/>
            <p:cNvSpPr/>
            <p:nvPr/>
          </p:nvSpPr>
          <p:spPr>
            <a:xfrm>
              <a:off x="3011170" y="141732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1574"/>
            </a:solidFill>
          </p:spPr>
          <p:txBody>
            <a:bodyPr wrap="square" lIns="0" tIns="0" rIns="0" bIns="0" rtlCol="0"/>
            <a:lstStyle/>
            <a:p/>
          </p:txBody>
        </p:sp>
        <p:sp>
          <p:nvSpPr>
            <p:cNvPr id="1060" name="object 1060"/>
            <p:cNvSpPr/>
            <p:nvPr/>
          </p:nvSpPr>
          <p:spPr>
            <a:xfrm>
              <a:off x="3011170" y="14236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1576"/>
            </a:solidFill>
          </p:spPr>
          <p:txBody>
            <a:bodyPr wrap="square" lIns="0" tIns="0" rIns="0" bIns="0" rtlCol="0"/>
            <a:lstStyle/>
            <a:p/>
          </p:txBody>
        </p:sp>
        <p:sp>
          <p:nvSpPr>
            <p:cNvPr id="1061" name="object 1061"/>
            <p:cNvSpPr/>
            <p:nvPr/>
          </p:nvSpPr>
          <p:spPr>
            <a:xfrm>
              <a:off x="3011170" y="14312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478"/>
            </a:solidFill>
          </p:spPr>
          <p:txBody>
            <a:bodyPr wrap="square" lIns="0" tIns="0" rIns="0" bIns="0" rtlCol="0"/>
            <a:lstStyle/>
            <a:p/>
          </p:txBody>
        </p:sp>
        <p:sp>
          <p:nvSpPr>
            <p:cNvPr id="1062" name="object 1062"/>
            <p:cNvSpPr/>
            <p:nvPr/>
          </p:nvSpPr>
          <p:spPr>
            <a:xfrm>
              <a:off x="3011170" y="14389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137B"/>
            </a:solidFill>
          </p:spPr>
          <p:txBody>
            <a:bodyPr wrap="square" lIns="0" tIns="0" rIns="0" bIns="0" rtlCol="0"/>
            <a:lstStyle/>
            <a:p/>
          </p:txBody>
        </p:sp>
        <p:sp>
          <p:nvSpPr>
            <p:cNvPr id="1063" name="object 1063"/>
            <p:cNvSpPr/>
            <p:nvPr/>
          </p:nvSpPr>
          <p:spPr>
            <a:xfrm>
              <a:off x="3011170" y="14452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137D"/>
            </a:solidFill>
          </p:spPr>
          <p:txBody>
            <a:bodyPr wrap="square" lIns="0" tIns="0" rIns="0" bIns="0" rtlCol="0"/>
            <a:lstStyle/>
            <a:p/>
          </p:txBody>
        </p:sp>
        <p:sp>
          <p:nvSpPr>
            <p:cNvPr id="1064" name="object 1064"/>
            <p:cNvSpPr/>
            <p:nvPr/>
          </p:nvSpPr>
          <p:spPr>
            <a:xfrm>
              <a:off x="3011170" y="14528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27F"/>
            </a:solidFill>
          </p:spPr>
          <p:txBody>
            <a:bodyPr wrap="square" lIns="0" tIns="0" rIns="0" bIns="0" rtlCol="0"/>
            <a:lstStyle/>
            <a:p/>
          </p:txBody>
        </p:sp>
        <p:sp>
          <p:nvSpPr>
            <p:cNvPr id="1065" name="object 1065"/>
            <p:cNvSpPr/>
            <p:nvPr/>
          </p:nvSpPr>
          <p:spPr>
            <a:xfrm>
              <a:off x="3011170" y="14605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1282"/>
            </a:solidFill>
          </p:spPr>
          <p:txBody>
            <a:bodyPr wrap="square" lIns="0" tIns="0" rIns="0" bIns="0" rtlCol="0"/>
            <a:lstStyle/>
            <a:p/>
          </p:txBody>
        </p:sp>
        <p:sp>
          <p:nvSpPr>
            <p:cNvPr id="1066" name="object 1066"/>
            <p:cNvSpPr/>
            <p:nvPr/>
          </p:nvSpPr>
          <p:spPr>
            <a:xfrm>
              <a:off x="3011170" y="14668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184"/>
            </a:solidFill>
          </p:spPr>
          <p:txBody>
            <a:bodyPr wrap="square" lIns="0" tIns="0" rIns="0" bIns="0" rtlCol="0"/>
            <a:lstStyle/>
            <a:p/>
          </p:txBody>
        </p:sp>
        <p:sp>
          <p:nvSpPr>
            <p:cNvPr id="1067" name="object 1067"/>
            <p:cNvSpPr/>
            <p:nvPr/>
          </p:nvSpPr>
          <p:spPr>
            <a:xfrm>
              <a:off x="3011170" y="14744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1087"/>
            </a:solidFill>
          </p:spPr>
          <p:txBody>
            <a:bodyPr wrap="square" lIns="0" tIns="0" rIns="0" bIns="0" rtlCol="0"/>
            <a:lstStyle/>
            <a:p/>
          </p:txBody>
        </p:sp>
        <p:sp>
          <p:nvSpPr>
            <p:cNvPr id="1068" name="object 1068"/>
            <p:cNvSpPr/>
            <p:nvPr/>
          </p:nvSpPr>
          <p:spPr>
            <a:xfrm>
              <a:off x="3011170" y="14820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1089"/>
            </a:solidFill>
          </p:spPr>
          <p:txBody>
            <a:bodyPr wrap="square" lIns="0" tIns="0" rIns="0" bIns="0" rtlCol="0"/>
            <a:lstStyle/>
            <a:p/>
          </p:txBody>
        </p:sp>
        <p:sp>
          <p:nvSpPr>
            <p:cNvPr id="1069" name="object 1069"/>
            <p:cNvSpPr/>
            <p:nvPr/>
          </p:nvSpPr>
          <p:spPr>
            <a:xfrm>
              <a:off x="3011170" y="14897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F8B"/>
            </a:solidFill>
          </p:spPr>
          <p:txBody>
            <a:bodyPr wrap="square" lIns="0" tIns="0" rIns="0" bIns="0" rtlCol="0"/>
            <a:lstStyle/>
            <a:p/>
          </p:txBody>
        </p:sp>
        <p:sp>
          <p:nvSpPr>
            <p:cNvPr id="1070" name="object 1070"/>
            <p:cNvSpPr/>
            <p:nvPr/>
          </p:nvSpPr>
          <p:spPr>
            <a:xfrm>
              <a:off x="3011170" y="14960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F8E"/>
            </a:solidFill>
          </p:spPr>
          <p:txBody>
            <a:bodyPr wrap="square" lIns="0" tIns="0" rIns="0" bIns="0" rtlCol="0"/>
            <a:lstStyle/>
            <a:p/>
          </p:txBody>
        </p:sp>
        <p:sp>
          <p:nvSpPr>
            <p:cNvPr id="1071" name="object 1071"/>
            <p:cNvSpPr/>
            <p:nvPr/>
          </p:nvSpPr>
          <p:spPr>
            <a:xfrm>
              <a:off x="3011170" y="15036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E90"/>
            </a:solidFill>
          </p:spPr>
          <p:txBody>
            <a:bodyPr wrap="square" lIns="0" tIns="0" rIns="0" bIns="0" rtlCol="0"/>
            <a:lstStyle/>
            <a:p/>
          </p:txBody>
        </p:sp>
        <p:sp>
          <p:nvSpPr>
            <p:cNvPr id="1072" name="object 1072"/>
            <p:cNvSpPr/>
            <p:nvPr/>
          </p:nvSpPr>
          <p:spPr>
            <a:xfrm>
              <a:off x="3011170" y="15113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E92"/>
            </a:solidFill>
          </p:spPr>
          <p:txBody>
            <a:bodyPr wrap="square" lIns="0" tIns="0" rIns="0" bIns="0" rtlCol="0"/>
            <a:lstStyle/>
            <a:p/>
          </p:txBody>
        </p:sp>
        <p:sp>
          <p:nvSpPr>
            <p:cNvPr id="1073" name="object 1073"/>
            <p:cNvSpPr/>
            <p:nvPr/>
          </p:nvSpPr>
          <p:spPr>
            <a:xfrm>
              <a:off x="3011170" y="15176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D95"/>
            </a:solidFill>
          </p:spPr>
          <p:txBody>
            <a:bodyPr wrap="square" lIns="0" tIns="0" rIns="0" bIns="0" rtlCol="0"/>
            <a:lstStyle/>
            <a:p/>
          </p:txBody>
        </p:sp>
        <p:sp>
          <p:nvSpPr>
            <p:cNvPr id="1074" name="object 1074"/>
            <p:cNvSpPr/>
            <p:nvPr/>
          </p:nvSpPr>
          <p:spPr>
            <a:xfrm>
              <a:off x="3011170" y="15252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C97"/>
            </a:solidFill>
          </p:spPr>
          <p:txBody>
            <a:bodyPr wrap="square" lIns="0" tIns="0" rIns="0" bIns="0" rtlCol="0"/>
            <a:lstStyle/>
            <a:p/>
          </p:txBody>
        </p:sp>
        <p:sp>
          <p:nvSpPr>
            <p:cNvPr id="1075" name="object 1075"/>
            <p:cNvSpPr/>
            <p:nvPr/>
          </p:nvSpPr>
          <p:spPr>
            <a:xfrm>
              <a:off x="3011170" y="15328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C99"/>
            </a:solidFill>
          </p:spPr>
          <p:txBody>
            <a:bodyPr wrap="square" lIns="0" tIns="0" rIns="0" bIns="0" rtlCol="0"/>
            <a:lstStyle/>
            <a:p/>
          </p:txBody>
        </p:sp>
        <p:sp>
          <p:nvSpPr>
            <p:cNvPr id="1076" name="object 1076"/>
            <p:cNvSpPr/>
            <p:nvPr/>
          </p:nvSpPr>
          <p:spPr>
            <a:xfrm>
              <a:off x="3011170" y="15392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B9C"/>
            </a:solidFill>
          </p:spPr>
          <p:txBody>
            <a:bodyPr wrap="square" lIns="0" tIns="0" rIns="0" bIns="0" rtlCol="0"/>
            <a:lstStyle/>
            <a:p/>
          </p:txBody>
        </p:sp>
        <p:sp>
          <p:nvSpPr>
            <p:cNvPr id="1077" name="object 1077"/>
            <p:cNvSpPr/>
            <p:nvPr/>
          </p:nvSpPr>
          <p:spPr>
            <a:xfrm>
              <a:off x="3011170" y="15468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B9E"/>
            </a:solidFill>
          </p:spPr>
          <p:txBody>
            <a:bodyPr wrap="square" lIns="0" tIns="0" rIns="0" bIns="0" rtlCol="0"/>
            <a:lstStyle/>
            <a:p/>
          </p:txBody>
        </p:sp>
        <p:sp>
          <p:nvSpPr>
            <p:cNvPr id="1078" name="object 1078"/>
            <p:cNvSpPr/>
            <p:nvPr/>
          </p:nvSpPr>
          <p:spPr>
            <a:xfrm>
              <a:off x="3011170" y="15544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AA0"/>
            </a:solidFill>
          </p:spPr>
          <p:txBody>
            <a:bodyPr wrap="square" lIns="0" tIns="0" rIns="0" bIns="0" rtlCol="0"/>
            <a:lstStyle/>
            <a:p/>
          </p:txBody>
        </p:sp>
        <p:sp>
          <p:nvSpPr>
            <p:cNvPr id="1079" name="object 1079"/>
            <p:cNvSpPr/>
            <p:nvPr/>
          </p:nvSpPr>
          <p:spPr>
            <a:xfrm>
              <a:off x="3011170" y="15608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9A3"/>
            </a:solidFill>
          </p:spPr>
          <p:txBody>
            <a:bodyPr wrap="square" lIns="0" tIns="0" rIns="0" bIns="0" rtlCol="0"/>
            <a:lstStyle/>
            <a:p/>
          </p:txBody>
        </p:sp>
        <p:sp>
          <p:nvSpPr>
            <p:cNvPr id="1080" name="object 1080"/>
            <p:cNvSpPr/>
            <p:nvPr/>
          </p:nvSpPr>
          <p:spPr>
            <a:xfrm>
              <a:off x="3011170" y="15684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9A5"/>
            </a:solidFill>
          </p:spPr>
          <p:txBody>
            <a:bodyPr wrap="square" lIns="0" tIns="0" rIns="0" bIns="0" rtlCol="0"/>
            <a:lstStyle/>
            <a:p/>
          </p:txBody>
        </p:sp>
        <p:sp>
          <p:nvSpPr>
            <p:cNvPr id="1081" name="object 1081"/>
            <p:cNvSpPr/>
            <p:nvPr/>
          </p:nvSpPr>
          <p:spPr>
            <a:xfrm>
              <a:off x="3011170" y="15760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8A7"/>
            </a:solidFill>
          </p:spPr>
          <p:txBody>
            <a:bodyPr wrap="square" lIns="0" tIns="0" rIns="0" bIns="0" rtlCol="0"/>
            <a:lstStyle/>
            <a:p/>
          </p:txBody>
        </p:sp>
        <p:sp>
          <p:nvSpPr>
            <p:cNvPr id="1082" name="object 1082"/>
            <p:cNvSpPr/>
            <p:nvPr/>
          </p:nvSpPr>
          <p:spPr>
            <a:xfrm>
              <a:off x="3011170" y="15836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8AA"/>
            </a:solidFill>
          </p:spPr>
          <p:txBody>
            <a:bodyPr wrap="square" lIns="0" tIns="0" rIns="0" bIns="0" rtlCol="0"/>
            <a:lstStyle/>
            <a:p/>
          </p:txBody>
        </p:sp>
        <p:sp>
          <p:nvSpPr>
            <p:cNvPr id="1083" name="object 1083"/>
            <p:cNvSpPr/>
            <p:nvPr/>
          </p:nvSpPr>
          <p:spPr>
            <a:xfrm>
              <a:off x="3011170" y="15900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7AC"/>
            </a:solidFill>
          </p:spPr>
          <p:txBody>
            <a:bodyPr wrap="square" lIns="0" tIns="0" rIns="0" bIns="0" rtlCol="0"/>
            <a:lstStyle/>
            <a:p/>
          </p:txBody>
        </p:sp>
        <p:sp>
          <p:nvSpPr>
            <p:cNvPr id="1084" name="object 1084"/>
            <p:cNvSpPr/>
            <p:nvPr/>
          </p:nvSpPr>
          <p:spPr>
            <a:xfrm>
              <a:off x="3011170" y="15976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7AE"/>
            </a:solidFill>
          </p:spPr>
          <p:txBody>
            <a:bodyPr wrap="square" lIns="0" tIns="0" rIns="0" bIns="0" rtlCol="0"/>
            <a:lstStyle/>
            <a:p/>
          </p:txBody>
        </p:sp>
        <p:sp>
          <p:nvSpPr>
            <p:cNvPr id="1085" name="object 1085"/>
            <p:cNvSpPr/>
            <p:nvPr/>
          </p:nvSpPr>
          <p:spPr>
            <a:xfrm>
              <a:off x="3011170" y="16052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6B1"/>
            </a:solidFill>
          </p:spPr>
          <p:txBody>
            <a:bodyPr wrap="square" lIns="0" tIns="0" rIns="0" bIns="0" rtlCol="0"/>
            <a:lstStyle/>
            <a:p/>
          </p:txBody>
        </p:sp>
        <p:sp>
          <p:nvSpPr>
            <p:cNvPr id="1086" name="object 1086"/>
            <p:cNvSpPr/>
            <p:nvPr/>
          </p:nvSpPr>
          <p:spPr>
            <a:xfrm>
              <a:off x="3011170" y="16116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5B3"/>
            </a:solidFill>
          </p:spPr>
          <p:txBody>
            <a:bodyPr wrap="square" lIns="0" tIns="0" rIns="0" bIns="0" rtlCol="0"/>
            <a:lstStyle/>
            <a:p/>
          </p:txBody>
        </p:sp>
        <p:sp>
          <p:nvSpPr>
            <p:cNvPr id="1087" name="object 1087"/>
            <p:cNvSpPr/>
            <p:nvPr/>
          </p:nvSpPr>
          <p:spPr>
            <a:xfrm>
              <a:off x="3011170" y="16192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5B5"/>
            </a:solidFill>
          </p:spPr>
          <p:txBody>
            <a:bodyPr wrap="square" lIns="0" tIns="0" rIns="0" bIns="0" rtlCol="0"/>
            <a:lstStyle/>
            <a:p/>
          </p:txBody>
        </p:sp>
        <p:sp>
          <p:nvSpPr>
            <p:cNvPr id="1088" name="object 1088"/>
            <p:cNvSpPr/>
            <p:nvPr/>
          </p:nvSpPr>
          <p:spPr>
            <a:xfrm>
              <a:off x="3011170" y="162687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4B8"/>
            </a:solidFill>
          </p:spPr>
          <p:txBody>
            <a:bodyPr wrap="square" lIns="0" tIns="0" rIns="0" bIns="0" rtlCol="0"/>
            <a:lstStyle/>
            <a:p/>
          </p:txBody>
        </p:sp>
        <p:sp>
          <p:nvSpPr>
            <p:cNvPr id="1089" name="object 1089"/>
            <p:cNvSpPr/>
            <p:nvPr/>
          </p:nvSpPr>
          <p:spPr>
            <a:xfrm>
              <a:off x="3011170" y="163322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4BA"/>
            </a:solidFill>
          </p:spPr>
          <p:txBody>
            <a:bodyPr wrap="square" lIns="0" tIns="0" rIns="0" bIns="0" rtlCol="0"/>
            <a:lstStyle/>
            <a:p/>
          </p:txBody>
        </p:sp>
        <p:sp>
          <p:nvSpPr>
            <p:cNvPr id="1090" name="object 1090"/>
            <p:cNvSpPr/>
            <p:nvPr/>
          </p:nvSpPr>
          <p:spPr>
            <a:xfrm>
              <a:off x="3011170" y="16408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3BC"/>
            </a:solidFill>
          </p:spPr>
          <p:txBody>
            <a:bodyPr wrap="square" lIns="0" tIns="0" rIns="0" bIns="0" rtlCol="0"/>
            <a:lstStyle/>
            <a:p/>
          </p:txBody>
        </p:sp>
        <p:sp>
          <p:nvSpPr>
            <p:cNvPr id="1091" name="object 1091"/>
            <p:cNvSpPr/>
            <p:nvPr/>
          </p:nvSpPr>
          <p:spPr>
            <a:xfrm>
              <a:off x="3011170" y="164846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0002BF"/>
            </a:solidFill>
          </p:spPr>
          <p:txBody>
            <a:bodyPr wrap="square" lIns="0" tIns="0" rIns="0" bIns="0" rtlCol="0"/>
            <a:lstStyle/>
            <a:p/>
          </p:txBody>
        </p:sp>
        <p:sp>
          <p:nvSpPr>
            <p:cNvPr id="1092" name="object 1092"/>
            <p:cNvSpPr/>
            <p:nvPr/>
          </p:nvSpPr>
          <p:spPr>
            <a:xfrm>
              <a:off x="3011170" y="165481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0002C1"/>
            </a:solidFill>
          </p:spPr>
          <p:txBody>
            <a:bodyPr wrap="square" lIns="0" tIns="0" rIns="0" bIns="0" rtlCol="0"/>
            <a:lstStyle/>
            <a:p/>
          </p:txBody>
        </p:sp>
        <p:sp>
          <p:nvSpPr>
            <p:cNvPr id="1093" name="object 1093"/>
            <p:cNvSpPr/>
            <p:nvPr/>
          </p:nvSpPr>
          <p:spPr>
            <a:xfrm>
              <a:off x="3011170" y="16624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1C3"/>
            </a:solidFill>
          </p:spPr>
          <p:txBody>
            <a:bodyPr wrap="square" lIns="0" tIns="0" rIns="0" bIns="0" rtlCol="0"/>
            <a:lstStyle/>
            <a:p/>
          </p:txBody>
        </p:sp>
        <p:sp>
          <p:nvSpPr>
            <p:cNvPr id="1094" name="object 1094"/>
            <p:cNvSpPr/>
            <p:nvPr/>
          </p:nvSpPr>
          <p:spPr>
            <a:xfrm>
              <a:off x="3011170" y="16700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0001C6"/>
            </a:solidFill>
          </p:spPr>
          <p:txBody>
            <a:bodyPr wrap="square" lIns="0" tIns="0" rIns="0" bIns="0" rtlCol="0"/>
            <a:lstStyle/>
            <a:p/>
          </p:txBody>
        </p:sp>
      </p:grpSp>
      <p:grpSp>
        <p:nvGrpSpPr>
          <p:cNvPr id="1095" name="object 1095"/>
          <p:cNvGrpSpPr/>
          <p:nvPr/>
        </p:nvGrpSpPr>
        <p:grpSpPr>
          <a:xfrm>
            <a:off x="3388359" y="855980"/>
            <a:ext cx="205740" cy="834390"/>
            <a:chOff x="3388359" y="855980"/>
            <a:chExt cx="205740" cy="834390"/>
          </a:xfrm>
        </p:grpSpPr>
        <p:sp>
          <p:nvSpPr>
            <p:cNvPr id="1096" name="object 1096"/>
            <p:cNvSpPr/>
            <p:nvPr/>
          </p:nvSpPr>
          <p:spPr>
            <a:xfrm>
              <a:off x="3388360" y="855979"/>
              <a:ext cx="83820" cy="12700"/>
            </a:xfrm>
            <a:custGeom>
              <a:avLst/>
              <a:gdLst/>
              <a:ahLst/>
              <a:cxnLst/>
              <a:rect l="l" t="t" r="r" b="b"/>
              <a:pathLst>
                <a:path w="83820" h="12700">
                  <a:moveTo>
                    <a:pt x="83820" y="0"/>
                  </a:moveTo>
                  <a:lnTo>
                    <a:pt x="0" y="0"/>
                  </a:lnTo>
                  <a:lnTo>
                    <a:pt x="0" y="6350"/>
                  </a:lnTo>
                  <a:lnTo>
                    <a:pt x="0" y="12700"/>
                  </a:lnTo>
                  <a:lnTo>
                    <a:pt x="83820" y="12700"/>
                  </a:lnTo>
                  <a:lnTo>
                    <a:pt x="83820" y="6350"/>
                  </a:lnTo>
                  <a:lnTo>
                    <a:pt x="83820" y="0"/>
                  </a:lnTo>
                  <a:close/>
                </a:path>
              </a:pathLst>
            </a:custGeom>
            <a:solidFill>
              <a:srgbClr val="003300"/>
            </a:solidFill>
          </p:spPr>
          <p:txBody>
            <a:bodyPr wrap="square" lIns="0" tIns="0" rIns="0" bIns="0" rtlCol="0"/>
            <a:lstStyle/>
            <a:p/>
          </p:txBody>
        </p:sp>
        <p:sp>
          <p:nvSpPr>
            <p:cNvPr id="1097" name="object 1097"/>
            <p:cNvSpPr/>
            <p:nvPr/>
          </p:nvSpPr>
          <p:spPr>
            <a:xfrm>
              <a:off x="3388359" y="86868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3302"/>
            </a:solidFill>
          </p:spPr>
          <p:txBody>
            <a:bodyPr wrap="square" lIns="0" tIns="0" rIns="0" bIns="0" rtlCol="0"/>
            <a:lstStyle/>
            <a:p/>
          </p:txBody>
        </p:sp>
        <p:sp>
          <p:nvSpPr>
            <p:cNvPr id="1098" name="object 1098"/>
            <p:cNvSpPr/>
            <p:nvPr/>
          </p:nvSpPr>
          <p:spPr>
            <a:xfrm>
              <a:off x="3388359" y="87630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3104"/>
            </a:solidFill>
          </p:spPr>
          <p:txBody>
            <a:bodyPr wrap="square" lIns="0" tIns="0" rIns="0" bIns="0" rtlCol="0"/>
            <a:lstStyle/>
            <a:p/>
          </p:txBody>
        </p:sp>
        <p:sp>
          <p:nvSpPr>
            <p:cNvPr id="1099" name="object 1099"/>
            <p:cNvSpPr/>
            <p:nvPr/>
          </p:nvSpPr>
          <p:spPr>
            <a:xfrm>
              <a:off x="3388359" y="88392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3105"/>
            </a:solidFill>
          </p:spPr>
          <p:txBody>
            <a:bodyPr wrap="square" lIns="0" tIns="0" rIns="0" bIns="0" rtlCol="0"/>
            <a:lstStyle/>
            <a:p/>
          </p:txBody>
        </p:sp>
        <p:sp>
          <p:nvSpPr>
            <p:cNvPr id="1100" name="object 1100"/>
            <p:cNvSpPr/>
            <p:nvPr/>
          </p:nvSpPr>
          <p:spPr>
            <a:xfrm>
              <a:off x="3388359" y="89027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3007"/>
            </a:solidFill>
          </p:spPr>
          <p:txBody>
            <a:bodyPr wrap="square" lIns="0" tIns="0" rIns="0" bIns="0" rtlCol="0"/>
            <a:lstStyle/>
            <a:p/>
          </p:txBody>
        </p:sp>
        <p:sp>
          <p:nvSpPr>
            <p:cNvPr id="1101" name="object 1101"/>
            <p:cNvSpPr/>
            <p:nvPr/>
          </p:nvSpPr>
          <p:spPr>
            <a:xfrm>
              <a:off x="3388359" y="89789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3009"/>
            </a:solidFill>
          </p:spPr>
          <p:txBody>
            <a:bodyPr wrap="square" lIns="0" tIns="0" rIns="0" bIns="0" rtlCol="0"/>
            <a:lstStyle/>
            <a:p/>
          </p:txBody>
        </p:sp>
        <p:sp>
          <p:nvSpPr>
            <p:cNvPr id="1102" name="object 1102"/>
            <p:cNvSpPr/>
            <p:nvPr/>
          </p:nvSpPr>
          <p:spPr>
            <a:xfrm>
              <a:off x="3388359" y="90551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F0B"/>
            </a:solidFill>
          </p:spPr>
          <p:txBody>
            <a:bodyPr wrap="square" lIns="0" tIns="0" rIns="0" bIns="0" rtlCol="0"/>
            <a:lstStyle/>
            <a:p/>
          </p:txBody>
        </p:sp>
        <p:sp>
          <p:nvSpPr>
            <p:cNvPr id="1103" name="object 1103"/>
            <p:cNvSpPr/>
            <p:nvPr/>
          </p:nvSpPr>
          <p:spPr>
            <a:xfrm>
              <a:off x="3388359" y="91186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F0C"/>
            </a:solidFill>
          </p:spPr>
          <p:txBody>
            <a:bodyPr wrap="square" lIns="0" tIns="0" rIns="0" bIns="0" rtlCol="0"/>
            <a:lstStyle/>
            <a:p/>
          </p:txBody>
        </p:sp>
        <p:sp>
          <p:nvSpPr>
            <p:cNvPr id="1104" name="object 1104"/>
            <p:cNvSpPr/>
            <p:nvPr/>
          </p:nvSpPr>
          <p:spPr>
            <a:xfrm>
              <a:off x="3388359" y="91948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F0E"/>
            </a:solidFill>
          </p:spPr>
          <p:txBody>
            <a:bodyPr wrap="square" lIns="0" tIns="0" rIns="0" bIns="0" rtlCol="0"/>
            <a:lstStyle/>
            <a:p/>
          </p:txBody>
        </p:sp>
        <p:sp>
          <p:nvSpPr>
            <p:cNvPr id="1105" name="object 1105"/>
            <p:cNvSpPr/>
            <p:nvPr/>
          </p:nvSpPr>
          <p:spPr>
            <a:xfrm>
              <a:off x="3388359" y="92710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E10"/>
            </a:solidFill>
          </p:spPr>
          <p:txBody>
            <a:bodyPr wrap="square" lIns="0" tIns="0" rIns="0" bIns="0" rtlCol="0"/>
            <a:lstStyle/>
            <a:p/>
          </p:txBody>
        </p:sp>
        <p:sp>
          <p:nvSpPr>
            <p:cNvPr id="1106" name="object 1106"/>
            <p:cNvSpPr/>
            <p:nvPr/>
          </p:nvSpPr>
          <p:spPr>
            <a:xfrm>
              <a:off x="3388359" y="9334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E12"/>
            </a:solidFill>
          </p:spPr>
          <p:txBody>
            <a:bodyPr wrap="square" lIns="0" tIns="0" rIns="0" bIns="0" rtlCol="0"/>
            <a:lstStyle/>
            <a:p/>
          </p:txBody>
        </p:sp>
        <p:sp>
          <p:nvSpPr>
            <p:cNvPr id="1107" name="object 1107"/>
            <p:cNvSpPr/>
            <p:nvPr/>
          </p:nvSpPr>
          <p:spPr>
            <a:xfrm>
              <a:off x="3388359" y="94107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D13"/>
            </a:solidFill>
          </p:spPr>
          <p:txBody>
            <a:bodyPr wrap="square" lIns="0" tIns="0" rIns="0" bIns="0" rtlCol="0"/>
            <a:lstStyle/>
            <a:p/>
          </p:txBody>
        </p:sp>
        <p:sp>
          <p:nvSpPr>
            <p:cNvPr id="1108" name="object 1108"/>
            <p:cNvSpPr/>
            <p:nvPr/>
          </p:nvSpPr>
          <p:spPr>
            <a:xfrm>
              <a:off x="3388359" y="94869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D15"/>
            </a:solidFill>
          </p:spPr>
          <p:txBody>
            <a:bodyPr wrap="square" lIns="0" tIns="0" rIns="0" bIns="0" rtlCol="0"/>
            <a:lstStyle/>
            <a:p/>
          </p:txBody>
        </p:sp>
        <p:sp>
          <p:nvSpPr>
            <p:cNvPr id="1109" name="object 1109"/>
            <p:cNvSpPr/>
            <p:nvPr/>
          </p:nvSpPr>
          <p:spPr>
            <a:xfrm>
              <a:off x="3388359" y="95504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C17"/>
            </a:solidFill>
          </p:spPr>
          <p:txBody>
            <a:bodyPr wrap="square" lIns="0" tIns="0" rIns="0" bIns="0" rtlCol="0"/>
            <a:lstStyle/>
            <a:p/>
          </p:txBody>
        </p:sp>
        <p:sp>
          <p:nvSpPr>
            <p:cNvPr id="1110" name="object 1110"/>
            <p:cNvSpPr/>
            <p:nvPr/>
          </p:nvSpPr>
          <p:spPr>
            <a:xfrm>
              <a:off x="3388359" y="96266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C19"/>
            </a:solidFill>
          </p:spPr>
          <p:txBody>
            <a:bodyPr wrap="square" lIns="0" tIns="0" rIns="0" bIns="0" rtlCol="0"/>
            <a:lstStyle/>
            <a:p/>
          </p:txBody>
        </p:sp>
        <p:sp>
          <p:nvSpPr>
            <p:cNvPr id="1111" name="object 1111"/>
            <p:cNvSpPr/>
            <p:nvPr/>
          </p:nvSpPr>
          <p:spPr>
            <a:xfrm>
              <a:off x="3388359" y="97028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C1A"/>
            </a:solidFill>
          </p:spPr>
          <p:txBody>
            <a:bodyPr wrap="square" lIns="0" tIns="0" rIns="0" bIns="0" rtlCol="0"/>
            <a:lstStyle/>
            <a:p/>
          </p:txBody>
        </p:sp>
        <p:sp>
          <p:nvSpPr>
            <p:cNvPr id="1112" name="object 1112"/>
            <p:cNvSpPr/>
            <p:nvPr/>
          </p:nvSpPr>
          <p:spPr>
            <a:xfrm>
              <a:off x="3388359" y="9766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B1C"/>
            </a:solidFill>
          </p:spPr>
          <p:txBody>
            <a:bodyPr wrap="square" lIns="0" tIns="0" rIns="0" bIns="0" rtlCol="0"/>
            <a:lstStyle/>
            <a:p/>
          </p:txBody>
        </p:sp>
        <p:sp>
          <p:nvSpPr>
            <p:cNvPr id="1113" name="object 1113"/>
            <p:cNvSpPr/>
            <p:nvPr/>
          </p:nvSpPr>
          <p:spPr>
            <a:xfrm>
              <a:off x="3388359" y="9842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B1E"/>
            </a:solidFill>
          </p:spPr>
          <p:txBody>
            <a:bodyPr wrap="square" lIns="0" tIns="0" rIns="0" bIns="0" rtlCol="0"/>
            <a:lstStyle/>
            <a:p/>
          </p:txBody>
        </p:sp>
        <p:sp>
          <p:nvSpPr>
            <p:cNvPr id="1114" name="object 1114"/>
            <p:cNvSpPr/>
            <p:nvPr/>
          </p:nvSpPr>
          <p:spPr>
            <a:xfrm>
              <a:off x="3388359" y="99187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A20"/>
            </a:solidFill>
          </p:spPr>
          <p:txBody>
            <a:bodyPr wrap="square" lIns="0" tIns="0" rIns="0" bIns="0" rtlCol="0"/>
            <a:lstStyle/>
            <a:p/>
          </p:txBody>
        </p:sp>
        <p:sp>
          <p:nvSpPr>
            <p:cNvPr id="1115" name="object 1115"/>
            <p:cNvSpPr/>
            <p:nvPr/>
          </p:nvSpPr>
          <p:spPr>
            <a:xfrm>
              <a:off x="3388359" y="9982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A21"/>
            </a:solidFill>
          </p:spPr>
          <p:txBody>
            <a:bodyPr wrap="square" lIns="0" tIns="0" rIns="0" bIns="0" rtlCol="0"/>
            <a:lstStyle/>
            <a:p/>
          </p:txBody>
        </p:sp>
        <p:sp>
          <p:nvSpPr>
            <p:cNvPr id="1116" name="object 1116"/>
            <p:cNvSpPr/>
            <p:nvPr/>
          </p:nvSpPr>
          <p:spPr>
            <a:xfrm>
              <a:off x="3388359" y="100584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923"/>
            </a:solidFill>
          </p:spPr>
          <p:txBody>
            <a:bodyPr wrap="square" lIns="0" tIns="0" rIns="0" bIns="0" rtlCol="0"/>
            <a:lstStyle/>
            <a:p/>
          </p:txBody>
        </p:sp>
        <p:sp>
          <p:nvSpPr>
            <p:cNvPr id="1117" name="object 1117"/>
            <p:cNvSpPr/>
            <p:nvPr/>
          </p:nvSpPr>
          <p:spPr>
            <a:xfrm>
              <a:off x="3388359" y="101346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925"/>
            </a:solidFill>
          </p:spPr>
          <p:txBody>
            <a:bodyPr wrap="square" lIns="0" tIns="0" rIns="0" bIns="0" rtlCol="0"/>
            <a:lstStyle/>
            <a:p/>
          </p:txBody>
        </p:sp>
        <p:sp>
          <p:nvSpPr>
            <p:cNvPr id="1118" name="object 1118"/>
            <p:cNvSpPr/>
            <p:nvPr/>
          </p:nvSpPr>
          <p:spPr>
            <a:xfrm>
              <a:off x="3388359" y="101981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827"/>
            </a:solidFill>
          </p:spPr>
          <p:txBody>
            <a:bodyPr wrap="square" lIns="0" tIns="0" rIns="0" bIns="0" rtlCol="0"/>
            <a:lstStyle/>
            <a:p/>
          </p:txBody>
        </p:sp>
        <p:sp>
          <p:nvSpPr>
            <p:cNvPr id="1119" name="object 1119"/>
            <p:cNvSpPr/>
            <p:nvPr/>
          </p:nvSpPr>
          <p:spPr>
            <a:xfrm>
              <a:off x="3388359" y="10274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828"/>
            </a:solidFill>
          </p:spPr>
          <p:txBody>
            <a:bodyPr wrap="square" lIns="0" tIns="0" rIns="0" bIns="0" rtlCol="0"/>
            <a:lstStyle/>
            <a:p/>
          </p:txBody>
        </p:sp>
        <p:sp>
          <p:nvSpPr>
            <p:cNvPr id="1120" name="object 1120"/>
            <p:cNvSpPr/>
            <p:nvPr/>
          </p:nvSpPr>
          <p:spPr>
            <a:xfrm>
              <a:off x="3388359" y="103505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0282A"/>
            </a:solidFill>
          </p:spPr>
          <p:txBody>
            <a:bodyPr wrap="square" lIns="0" tIns="0" rIns="0" bIns="0" rtlCol="0"/>
            <a:lstStyle/>
            <a:p/>
          </p:txBody>
        </p:sp>
        <p:sp>
          <p:nvSpPr>
            <p:cNvPr id="1121" name="object 1121"/>
            <p:cNvSpPr/>
            <p:nvPr/>
          </p:nvSpPr>
          <p:spPr>
            <a:xfrm>
              <a:off x="3388359" y="104140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0272C"/>
            </a:solidFill>
          </p:spPr>
          <p:txBody>
            <a:bodyPr wrap="square" lIns="0" tIns="0" rIns="0" bIns="0" rtlCol="0"/>
            <a:lstStyle/>
            <a:p/>
          </p:txBody>
        </p:sp>
        <p:sp>
          <p:nvSpPr>
            <p:cNvPr id="1122" name="object 1122"/>
            <p:cNvSpPr/>
            <p:nvPr/>
          </p:nvSpPr>
          <p:spPr>
            <a:xfrm>
              <a:off x="3388359" y="10490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272E"/>
            </a:solidFill>
          </p:spPr>
          <p:txBody>
            <a:bodyPr wrap="square" lIns="0" tIns="0" rIns="0" bIns="0" rtlCol="0"/>
            <a:lstStyle/>
            <a:p/>
          </p:txBody>
        </p:sp>
        <p:sp>
          <p:nvSpPr>
            <p:cNvPr id="1123" name="object 1123"/>
            <p:cNvSpPr/>
            <p:nvPr/>
          </p:nvSpPr>
          <p:spPr>
            <a:xfrm>
              <a:off x="3388360" y="1056639"/>
              <a:ext cx="142240" cy="6350"/>
            </a:xfrm>
            <a:custGeom>
              <a:avLst/>
              <a:gdLst/>
              <a:ahLst/>
              <a:cxnLst/>
              <a:rect l="l" t="t" r="r" b="b"/>
              <a:pathLst>
                <a:path w="142239" h="6350">
                  <a:moveTo>
                    <a:pt x="83820" y="2540"/>
                  </a:moveTo>
                  <a:lnTo>
                    <a:pt x="0" y="2540"/>
                  </a:lnTo>
                  <a:lnTo>
                    <a:pt x="0" y="5080"/>
                  </a:lnTo>
                  <a:lnTo>
                    <a:pt x="83820" y="5080"/>
                  </a:lnTo>
                  <a:lnTo>
                    <a:pt x="83820" y="2540"/>
                  </a:lnTo>
                  <a:close/>
                </a:path>
                <a:path w="142239" h="6350">
                  <a:moveTo>
                    <a:pt x="83820" y="0"/>
                  </a:moveTo>
                  <a:lnTo>
                    <a:pt x="0" y="0"/>
                  </a:lnTo>
                  <a:lnTo>
                    <a:pt x="0" y="1270"/>
                  </a:lnTo>
                  <a:lnTo>
                    <a:pt x="83820" y="1270"/>
                  </a:lnTo>
                  <a:lnTo>
                    <a:pt x="83820" y="0"/>
                  </a:lnTo>
                  <a:close/>
                </a:path>
                <a:path w="142239" h="6350">
                  <a:moveTo>
                    <a:pt x="107950" y="5080"/>
                  </a:moveTo>
                  <a:lnTo>
                    <a:pt x="105410" y="5080"/>
                  </a:lnTo>
                  <a:lnTo>
                    <a:pt x="105410" y="6350"/>
                  </a:lnTo>
                  <a:lnTo>
                    <a:pt x="107950" y="6350"/>
                  </a:lnTo>
                  <a:lnTo>
                    <a:pt x="107950" y="5080"/>
                  </a:lnTo>
                  <a:close/>
                </a:path>
                <a:path w="142239" h="6350">
                  <a:moveTo>
                    <a:pt x="138430" y="2540"/>
                  </a:moveTo>
                  <a:lnTo>
                    <a:pt x="134620" y="2540"/>
                  </a:lnTo>
                  <a:lnTo>
                    <a:pt x="134620" y="1270"/>
                  </a:lnTo>
                  <a:lnTo>
                    <a:pt x="129540" y="1270"/>
                  </a:lnTo>
                  <a:lnTo>
                    <a:pt x="129540" y="2540"/>
                  </a:lnTo>
                  <a:lnTo>
                    <a:pt x="120650" y="2540"/>
                  </a:lnTo>
                  <a:lnTo>
                    <a:pt x="120650" y="1270"/>
                  </a:lnTo>
                  <a:lnTo>
                    <a:pt x="115570" y="1270"/>
                  </a:lnTo>
                  <a:lnTo>
                    <a:pt x="115570" y="2540"/>
                  </a:lnTo>
                  <a:lnTo>
                    <a:pt x="111760" y="2540"/>
                  </a:lnTo>
                  <a:lnTo>
                    <a:pt x="111760" y="5080"/>
                  </a:lnTo>
                  <a:lnTo>
                    <a:pt x="138430" y="5080"/>
                  </a:lnTo>
                  <a:lnTo>
                    <a:pt x="138430" y="2540"/>
                  </a:lnTo>
                  <a:close/>
                </a:path>
                <a:path w="142239" h="6350">
                  <a:moveTo>
                    <a:pt x="142240" y="5080"/>
                  </a:moveTo>
                  <a:lnTo>
                    <a:pt x="139700" y="5080"/>
                  </a:lnTo>
                  <a:lnTo>
                    <a:pt x="139700" y="6350"/>
                  </a:lnTo>
                  <a:lnTo>
                    <a:pt x="142240" y="6350"/>
                  </a:lnTo>
                  <a:lnTo>
                    <a:pt x="142240" y="5080"/>
                  </a:lnTo>
                  <a:close/>
                </a:path>
              </a:pathLst>
            </a:custGeom>
            <a:solidFill>
              <a:srgbClr val="00262F"/>
            </a:solidFill>
          </p:spPr>
          <p:txBody>
            <a:bodyPr wrap="square" lIns="0" tIns="0" rIns="0" bIns="0" rtlCol="0"/>
            <a:lstStyle/>
            <a:p/>
          </p:txBody>
        </p:sp>
        <p:sp>
          <p:nvSpPr>
            <p:cNvPr id="1124" name="object 1124"/>
            <p:cNvSpPr/>
            <p:nvPr/>
          </p:nvSpPr>
          <p:spPr>
            <a:xfrm>
              <a:off x="3388359" y="1062990"/>
              <a:ext cx="149860" cy="7620"/>
            </a:xfrm>
            <a:custGeom>
              <a:avLst/>
              <a:gdLst/>
              <a:ahLst/>
              <a:cxnLst/>
              <a:rect l="l" t="t" r="r" b="b"/>
              <a:pathLst>
                <a:path w="149860" h="7619">
                  <a:moveTo>
                    <a:pt x="100329" y="5079"/>
                  </a:moveTo>
                  <a:lnTo>
                    <a:pt x="99060" y="5079"/>
                  </a:lnTo>
                  <a:lnTo>
                    <a:pt x="99060" y="7620"/>
                  </a:lnTo>
                  <a:lnTo>
                    <a:pt x="149860" y="7620"/>
                  </a:lnTo>
                  <a:lnTo>
                    <a:pt x="149860" y="6350"/>
                  </a:lnTo>
                  <a:lnTo>
                    <a:pt x="100329" y="6350"/>
                  </a:lnTo>
                  <a:lnTo>
                    <a:pt x="100329" y="5079"/>
                  </a:lnTo>
                  <a:close/>
                </a:path>
                <a:path w="149860" h="7619">
                  <a:moveTo>
                    <a:pt x="149860" y="5079"/>
                  </a:moveTo>
                  <a:lnTo>
                    <a:pt x="148589" y="5079"/>
                  </a:lnTo>
                  <a:lnTo>
                    <a:pt x="148589" y="6350"/>
                  </a:lnTo>
                  <a:lnTo>
                    <a:pt x="149860" y="6350"/>
                  </a:lnTo>
                  <a:lnTo>
                    <a:pt x="149860" y="5079"/>
                  </a:lnTo>
                  <a:close/>
                </a:path>
                <a:path w="149860" h="7619">
                  <a:moveTo>
                    <a:pt x="147320" y="2539"/>
                  </a:moveTo>
                  <a:lnTo>
                    <a:pt x="101600" y="2539"/>
                  </a:lnTo>
                  <a:lnTo>
                    <a:pt x="101600" y="5079"/>
                  </a:lnTo>
                  <a:lnTo>
                    <a:pt x="147320" y="5079"/>
                  </a:lnTo>
                  <a:lnTo>
                    <a:pt x="147320" y="2539"/>
                  </a:lnTo>
                  <a:close/>
                </a:path>
                <a:path w="149860" h="7619">
                  <a:moveTo>
                    <a:pt x="104139" y="1269"/>
                  </a:moveTo>
                  <a:lnTo>
                    <a:pt x="102869" y="1269"/>
                  </a:lnTo>
                  <a:lnTo>
                    <a:pt x="102869" y="2539"/>
                  </a:lnTo>
                  <a:lnTo>
                    <a:pt x="104139" y="2539"/>
                  </a:lnTo>
                  <a:lnTo>
                    <a:pt x="104139" y="1269"/>
                  </a:lnTo>
                  <a:close/>
                </a:path>
                <a:path w="149860" h="7619">
                  <a:moveTo>
                    <a:pt x="146049" y="1269"/>
                  </a:moveTo>
                  <a:lnTo>
                    <a:pt x="143510" y="1269"/>
                  </a:lnTo>
                  <a:lnTo>
                    <a:pt x="143510" y="2539"/>
                  </a:lnTo>
                  <a:lnTo>
                    <a:pt x="146049" y="2539"/>
                  </a:lnTo>
                  <a:lnTo>
                    <a:pt x="146049" y="1269"/>
                  </a:lnTo>
                  <a:close/>
                </a:path>
                <a:path w="149860" h="7619">
                  <a:moveTo>
                    <a:pt x="142239" y="0"/>
                  </a:moveTo>
                  <a:lnTo>
                    <a:pt x="105410" y="0"/>
                  </a:lnTo>
                  <a:lnTo>
                    <a:pt x="105410" y="1269"/>
                  </a:lnTo>
                  <a:lnTo>
                    <a:pt x="142239" y="1269"/>
                  </a:lnTo>
                  <a:lnTo>
                    <a:pt x="142239" y="0"/>
                  </a:lnTo>
                  <a:close/>
                </a:path>
                <a:path w="149860" h="7619">
                  <a:moveTo>
                    <a:pt x="83820" y="6350"/>
                  </a:moveTo>
                  <a:lnTo>
                    <a:pt x="0" y="6350"/>
                  </a:lnTo>
                  <a:lnTo>
                    <a:pt x="0" y="7619"/>
                  </a:lnTo>
                  <a:lnTo>
                    <a:pt x="83820" y="7619"/>
                  </a:lnTo>
                  <a:lnTo>
                    <a:pt x="83820" y="6350"/>
                  </a:lnTo>
                  <a:close/>
                </a:path>
                <a:path w="149860" h="7619">
                  <a:moveTo>
                    <a:pt x="83820" y="2539"/>
                  </a:moveTo>
                  <a:lnTo>
                    <a:pt x="0" y="2539"/>
                  </a:lnTo>
                  <a:lnTo>
                    <a:pt x="0" y="5079"/>
                  </a:lnTo>
                  <a:lnTo>
                    <a:pt x="83820" y="5079"/>
                  </a:lnTo>
                  <a:lnTo>
                    <a:pt x="83820" y="2539"/>
                  </a:lnTo>
                  <a:close/>
                </a:path>
                <a:path w="149860" h="7619">
                  <a:moveTo>
                    <a:pt x="83820" y="0"/>
                  </a:moveTo>
                  <a:lnTo>
                    <a:pt x="0" y="0"/>
                  </a:lnTo>
                  <a:lnTo>
                    <a:pt x="0" y="1269"/>
                  </a:lnTo>
                  <a:lnTo>
                    <a:pt x="83820" y="1269"/>
                  </a:lnTo>
                  <a:lnTo>
                    <a:pt x="83820" y="0"/>
                  </a:lnTo>
                  <a:close/>
                </a:path>
              </a:pathLst>
            </a:custGeom>
            <a:solidFill>
              <a:srgbClr val="002631"/>
            </a:solidFill>
          </p:spPr>
          <p:txBody>
            <a:bodyPr wrap="square" lIns="0" tIns="0" rIns="0" bIns="0" rtlCol="0"/>
            <a:lstStyle/>
            <a:p/>
          </p:txBody>
        </p:sp>
        <p:sp>
          <p:nvSpPr>
            <p:cNvPr id="1125" name="object 1125"/>
            <p:cNvSpPr/>
            <p:nvPr/>
          </p:nvSpPr>
          <p:spPr>
            <a:xfrm>
              <a:off x="3388359" y="1070610"/>
              <a:ext cx="157480" cy="7620"/>
            </a:xfrm>
            <a:custGeom>
              <a:avLst/>
              <a:gdLst/>
              <a:ahLst/>
              <a:cxnLst/>
              <a:rect l="l" t="t" r="r" b="b"/>
              <a:pathLst>
                <a:path w="157479" h="7619">
                  <a:moveTo>
                    <a:pt x="92710" y="6349"/>
                  </a:moveTo>
                  <a:lnTo>
                    <a:pt x="91439" y="6349"/>
                  </a:lnTo>
                  <a:lnTo>
                    <a:pt x="91439" y="7619"/>
                  </a:lnTo>
                  <a:lnTo>
                    <a:pt x="92710" y="7619"/>
                  </a:lnTo>
                  <a:lnTo>
                    <a:pt x="92710" y="6349"/>
                  </a:lnTo>
                  <a:close/>
                </a:path>
                <a:path w="157479" h="7619">
                  <a:moveTo>
                    <a:pt x="157479" y="6349"/>
                  </a:moveTo>
                  <a:lnTo>
                    <a:pt x="156210" y="6349"/>
                  </a:lnTo>
                  <a:lnTo>
                    <a:pt x="156210" y="7619"/>
                  </a:lnTo>
                  <a:lnTo>
                    <a:pt x="157479" y="7619"/>
                  </a:lnTo>
                  <a:lnTo>
                    <a:pt x="157479" y="6349"/>
                  </a:lnTo>
                  <a:close/>
                </a:path>
                <a:path w="157479" h="7619">
                  <a:moveTo>
                    <a:pt x="95250" y="3809"/>
                  </a:moveTo>
                  <a:lnTo>
                    <a:pt x="93979" y="3809"/>
                  </a:lnTo>
                  <a:lnTo>
                    <a:pt x="93979" y="6349"/>
                  </a:lnTo>
                  <a:lnTo>
                    <a:pt x="156210" y="6349"/>
                  </a:lnTo>
                  <a:lnTo>
                    <a:pt x="156210" y="5079"/>
                  </a:lnTo>
                  <a:lnTo>
                    <a:pt x="95250" y="5079"/>
                  </a:lnTo>
                  <a:lnTo>
                    <a:pt x="95250" y="3809"/>
                  </a:lnTo>
                  <a:close/>
                </a:path>
                <a:path w="157479" h="7619">
                  <a:moveTo>
                    <a:pt x="156209" y="3809"/>
                  </a:moveTo>
                  <a:lnTo>
                    <a:pt x="154939" y="3809"/>
                  </a:lnTo>
                  <a:lnTo>
                    <a:pt x="154939" y="5079"/>
                  </a:lnTo>
                  <a:lnTo>
                    <a:pt x="156210" y="5079"/>
                  </a:lnTo>
                  <a:lnTo>
                    <a:pt x="156209" y="3809"/>
                  </a:lnTo>
                  <a:close/>
                </a:path>
                <a:path w="157479" h="7619">
                  <a:moveTo>
                    <a:pt x="153669" y="1269"/>
                  </a:moveTo>
                  <a:lnTo>
                    <a:pt x="96519" y="1269"/>
                  </a:lnTo>
                  <a:lnTo>
                    <a:pt x="96519" y="3809"/>
                  </a:lnTo>
                  <a:lnTo>
                    <a:pt x="153669" y="3809"/>
                  </a:lnTo>
                  <a:lnTo>
                    <a:pt x="153669" y="1269"/>
                  </a:lnTo>
                  <a:close/>
                </a:path>
                <a:path w="157479" h="7619">
                  <a:moveTo>
                    <a:pt x="99060" y="0"/>
                  </a:moveTo>
                  <a:lnTo>
                    <a:pt x="97789" y="0"/>
                  </a:lnTo>
                  <a:lnTo>
                    <a:pt x="97789" y="1269"/>
                  </a:lnTo>
                  <a:lnTo>
                    <a:pt x="99060" y="1269"/>
                  </a:lnTo>
                  <a:lnTo>
                    <a:pt x="99060" y="0"/>
                  </a:lnTo>
                  <a:close/>
                </a:path>
                <a:path w="157479" h="7619">
                  <a:moveTo>
                    <a:pt x="152400" y="0"/>
                  </a:moveTo>
                  <a:lnTo>
                    <a:pt x="151130" y="0"/>
                  </a:lnTo>
                  <a:lnTo>
                    <a:pt x="151130" y="1269"/>
                  </a:lnTo>
                  <a:lnTo>
                    <a:pt x="152400" y="1269"/>
                  </a:lnTo>
                  <a:lnTo>
                    <a:pt x="152400" y="0"/>
                  </a:lnTo>
                  <a:close/>
                </a:path>
                <a:path w="157479" h="7619">
                  <a:moveTo>
                    <a:pt x="83820" y="5079"/>
                  </a:moveTo>
                  <a:lnTo>
                    <a:pt x="0" y="5079"/>
                  </a:lnTo>
                  <a:lnTo>
                    <a:pt x="0" y="6349"/>
                  </a:lnTo>
                  <a:lnTo>
                    <a:pt x="83820" y="6349"/>
                  </a:lnTo>
                  <a:lnTo>
                    <a:pt x="83820" y="5079"/>
                  </a:lnTo>
                  <a:close/>
                </a:path>
                <a:path w="157479" h="7619">
                  <a:moveTo>
                    <a:pt x="83820" y="1269"/>
                  </a:moveTo>
                  <a:lnTo>
                    <a:pt x="0" y="1269"/>
                  </a:lnTo>
                  <a:lnTo>
                    <a:pt x="0" y="3809"/>
                  </a:lnTo>
                  <a:lnTo>
                    <a:pt x="83820" y="3809"/>
                  </a:lnTo>
                  <a:lnTo>
                    <a:pt x="83820" y="1269"/>
                  </a:lnTo>
                  <a:close/>
                </a:path>
              </a:pathLst>
            </a:custGeom>
            <a:solidFill>
              <a:srgbClr val="002533"/>
            </a:solidFill>
          </p:spPr>
          <p:txBody>
            <a:bodyPr wrap="square" lIns="0" tIns="0" rIns="0" bIns="0" rtlCol="0"/>
            <a:lstStyle/>
            <a:p/>
          </p:txBody>
        </p:sp>
        <p:sp>
          <p:nvSpPr>
            <p:cNvPr id="1126" name="object 1126"/>
            <p:cNvSpPr/>
            <p:nvPr/>
          </p:nvSpPr>
          <p:spPr>
            <a:xfrm>
              <a:off x="3388359" y="1078230"/>
              <a:ext cx="160020" cy="6350"/>
            </a:xfrm>
            <a:custGeom>
              <a:avLst/>
              <a:gdLst/>
              <a:ahLst/>
              <a:cxnLst/>
              <a:rect l="l" t="t" r="r" b="b"/>
              <a:pathLst>
                <a:path w="160020" h="6350">
                  <a:moveTo>
                    <a:pt x="88900" y="5079"/>
                  </a:moveTo>
                  <a:lnTo>
                    <a:pt x="87629" y="5079"/>
                  </a:lnTo>
                  <a:lnTo>
                    <a:pt x="87629" y="6350"/>
                  </a:lnTo>
                  <a:lnTo>
                    <a:pt x="88900" y="6350"/>
                  </a:lnTo>
                  <a:lnTo>
                    <a:pt x="88900" y="5079"/>
                  </a:lnTo>
                  <a:close/>
                </a:path>
                <a:path w="160020" h="6350">
                  <a:moveTo>
                    <a:pt x="90169" y="2539"/>
                  </a:moveTo>
                  <a:lnTo>
                    <a:pt x="88900" y="2539"/>
                  </a:lnTo>
                  <a:lnTo>
                    <a:pt x="88900" y="5079"/>
                  </a:lnTo>
                  <a:lnTo>
                    <a:pt x="160020" y="5079"/>
                  </a:lnTo>
                  <a:lnTo>
                    <a:pt x="160020" y="3810"/>
                  </a:lnTo>
                  <a:lnTo>
                    <a:pt x="90169" y="3810"/>
                  </a:lnTo>
                  <a:lnTo>
                    <a:pt x="90169" y="2539"/>
                  </a:lnTo>
                  <a:close/>
                </a:path>
                <a:path w="160020" h="6350">
                  <a:moveTo>
                    <a:pt x="158750" y="0"/>
                  </a:moveTo>
                  <a:lnTo>
                    <a:pt x="91439" y="0"/>
                  </a:lnTo>
                  <a:lnTo>
                    <a:pt x="91439" y="2539"/>
                  </a:lnTo>
                  <a:lnTo>
                    <a:pt x="158750" y="2539"/>
                  </a:lnTo>
                  <a:lnTo>
                    <a:pt x="158750" y="0"/>
                  </a:lnTo>
                  <a:close/>
                </a:path>
                <a:path w="160020" h="6350">
                  <a:moveTo>
                    <a:pt x="83820" y="3810"/>
                  </a:moveTo>
                  <a:lnTo>
                    <a:pt x="0" y="3810"/>
                  </a:lnTo>
                  <a:lnTo>
                    <a:pt x="0" y="5079"/>
                  </a:lnTo>
                  <a:lnTo>
                    <a:pt x="83820" y="5079"/>
                  </a:lnTo>
                  <a:lnTo>
                    <a:pt x="83820" y="3810"/>
                  </a:lnTo>
                  <a:close/>
                </a:path>
                <a:path w="160020" h="6350">
                  <a:moveTo>
                    <a:pt x="83820" y="0"/>
                  </a:moveTo>
                  <a:lnTo>
                    <a:pt x="0" y="0"/>
                  </a:lnTo>
                  <a:lnTo>
                    <a:pt x="0" y="2539"/>
                  </a:lnTo>
                  <a:lnTo>
                    <a:pt x="83820" y="2539"/>
                  </a:lnTo>
                  <a:lnTo>
                    <a:pt x="83820" y="0"/>
                  </a:lnTo>
                  <a:close/>
                </a:path>
              </a:pathLst>
            </a:custGeom>
            <a:solidFill>
              <a:srgbClr val="002535"/>
            </a:solidFill>
          </p:spPr>
          <p:txBody>
            <a:bodyPr wrap="square" lIns="0" tIns="0" rIns="0" bIns="0" rtlCol="0"/>
            <a:lstStyle/>
            <a:p/>
          </p:txBody>
        </p:sp>
        <p:sp>
          <p:nvSpPr>
            <p:cNvPr id="1127" name="object 1127"/>
            <p:cNvSpPr/>
            <p:nvPr/>
          </p:nvSpPr>
          <p:spPr>
            <a:xfrm>
              <a:off x="3388360" y="1084579"/>
              <a:ext cx="165100" cy="7620"/>
            </a:xfrm>
            <a:custGeom>
              <a:avLst/>
              <a:gdLst/>
              <a:ahLst/>
              <a:cxnLst/>
              <a:rect l="l" t="t" r="r" b="b"/>
              <a:pathLst>
                <a:path w="165100" h="7619">
                  <a:moveTo>
                    <a:pt x="165100" y="6350"/>
                  </a:moveTo>
                  <a:lnTo>
                    <a:pt x="163830" y="6350"/>
                  </a:lnTo>
                  <a:lnTo>
                    <a:pt x="163830" y="3810"/>
                  </a:lnTo>
                  <a:lnTo>
                    <a:pt x="162547" y="3810"/>
                  </a:lnTo>
                  <a:lnTo>
                    <a:pt x="162547" y="2540"/>
                  </a:lnTo>
                  <a:lnTo>
                    <a:pt x="162560" y="0"/>
                  </a:lnTo>
                  <a:lnTo>
                    <a:pt x="85090" y="0"/>
                  </a:lnTo>
                  <a:lnTo>
                    <a:pt x="85090" y="2540"/>
                  </a:lnTo>
                  <a:lnTo>
                    <a:pt x="83820" y="2540"/>
                  </a:lnTo>
                  <a:lnTo>
                    <a:pt x="83820" y="3810"/>
                  </a:lnTo>
                  <a:lnTo>
                    <a:pt x="82550" y="3810"/>
                  </a:lnTo>
                  <a:lnTo>
                    <a:pt x="82550" y="2540"/>
                  </a:lnTo>
                  <a:lnTo>
                    <a:pt x="83820" y="2540"/>
                  </a:lnTo>
                  <a:lnTo>
                    <a:pt x="83820" y="0"/>
                  </a:lnTo>
                  <a:lnTo>
                    <a:pt x="0" y="0"/>
                  </a:lnTo>
                  <a:lnTo>
                    <a:pt x="0" y="2540"/>
                  </a:lnTo>
                  <a:lnTo>
                    <a:pt x="0" y="3810"/>
                  </a:lnTo>
                  <a:lnTo>
                    <a:pt x="0" y="6350"/>
                  </a:lnTo>
                  <a:lnTo>
                    <a:pt x="0" y="7620"/>
                  </a:lnTo>
                  <a:lnTo>
                    <a:pt x="165100" y="7620"/>
                  </a:lnTo>
                  <a:lnTo>
                    <a:pt x="165100" y="6350"/>
                  </a:lnTo>
                  <a:close/>
                </a:path>
              </a:pathLst>
            </a:custGeom>
            <a:solidFill>
              <a:srgbClr val="002536"/>
            </a:solidFill>
          </p:spPr>
          <p:txBody>
            <a:bodyPr wrap="square" lIns="0" tIns="0" rIns="0" bIns="0" rtlCol="0"/>
            <a:lstStyle/>
            <a:p/>
          </p:txBody>
        </p:sp>
        <p:sp>
          <p:nvSpPr>
            <p:cNvPr id="1128" name="object 1128"/>
            <p:cNvSpPr/>
            <p:nvPr/>
          </p:nvSpPr>
          <p:spPr>
            <a:xfrm>
              <a:off x="3388360" y="1092199"/>
              <a:ext cx="168910" cy="7620"/>
            </a:xfrm>
            <a:custGeom>
              <a:avLst/>
              <a:gdLst/>
              <a:ahLst/>
              <a:cxnLst/>
              <a:rect l="l" t="t" r="r" b="b"/>
              <a:pathLst>
                <a:path w="168910" h="7619">
                  <a:moveTo>
                    <a:pt x="168910" y="5080"/>
                  </a:moveTo>
                  <a:lnTo>
                    <a:pt x="167640" y="5080"/>
                  </a:lnTo>
                  <a:lnTo>
                    <a:pt x="167640" y="3810"/>
                  </a:lnTo>
                  <a:lnTo>
                    <a:pt x="166370" y="3810"/>
                  </a:lnTo>
                  <a:lnTo>
                    <a:pt x="166370" y="1270"/>
                  </a:lnTo>
                  <a:lnTo>
                    <a:pt x="165100" y="1270"/>
                  </a:lnTo>
                  <a:lnTo>
                    <a:pt x="165100" y="0"/>
                  </a:lnTo>
                  <a:lnTo>
                    <a:pt x="0" y="0"/>
                  </a:lnTo>
                  <a:lnTo>
                    <a:pt x="0" y="1270"/>
                  </a:lnTo>
                  <a:lnTo>
                    <a:pt x="0" y="3810"/>
                  </a:lnTo>
                  <a:lnTo>
                    <a:pt x="0" y="5080"/>
                  </a:lnTo>
                  <a:lnTo>
                    <a:pt x="0" y="7620"/>
                  </a:lnTo>
                  <a:lnTo>
                    <a:pt x="168910" y="7620"/>
                  </a:lnTo>
                  <a:lnTo>
                    <a:pt x="168910" y="5080"/>
                  </a:lnTo>
                  <a:close/>
                </a:path>
              </a:pathLst>
            </a:custGeom>
            <a:solidFill>
              <a:srgbClr val="002438"/>
            </a:solidFill>
          </p:spPr>
          <p:txBody>
            <a:bodyPr wrap="square" lIns="0" tIns="0" rIns="0" bIns="0" rtlCol="0"/>
            <a:lstStyle/>
            <a:p/>
          </p:txBody>
        </p:sp>
        <p:sp>
          <p:nvSpPr>
            <p:cNvPr id="1129" name="object 1129"/>
            <p:cNvSpPr/>
            <p:nvPr/>
          </p:nvSpPr>
          <p:spPr>
            <a:xfrm>
              <a:off x="3388360" y="1099819"/>
              <a:ext cx="171450" cy="6350"/>
            </a:xfrm>
            <a:custGeom>
              <a:avLst/>
              <a:gdLst/>
              <a:ahLst/>
              <a:cxnLst/>
              <a:rect l="l" t="t" r="r" b="b"/>
              <a:pathLst>
                <a:path w="171450" h="6350">
                  <a:moveTo>
                    <a:pt x="171450" y="2540"/>
                  </a:moveTo>
                  <a:lnTo>
                    <a:pt x="170180" y="2540"/>
                  </a:lnTo>
                  <a:lnTo>
                    <a:pt x="170180" y="0"/>
                  </a:lnTo>
                  <a:lnTo>
                    <a:pt x="0" y="0"/>
                  </a:lnTo>
                  <a:lnTo>
                    <a:pt x="0" y="2540"/>
                  </a:lnTo>
                  <a:lnTo>
                    <a:pt x="0" y="6350"/>
                  </a:lnTo>
                  <a:lnTo>
                    <a:pt x="171450" y="6350"/>
                  </a:lnTo>
                  <a:lnTo>
                    <a:pt x="171450" y="2540"/>
                  </a:lnTo>
                  <a:close/>
                </a:path>
              </a:pathLst>
            </a:custGeom>
            <a:solidFill>
              <a:srgbClr val="00243A"/>
            </a:solidFill>
          </p:spPr>
          <p:txBody>
            <a:bodyPr wrap="square" lIns="0" tIns="0" rIns="0" bIns="0" rtlCol="0"/>
            <a:lstStyle/>
            <a:p/>
          </p:txBody>
        </p:sp>
        <p:sp>
          <p:nvSpPr>
            <p:cNvPr id="1130" name="object 1130"/>
            <p:cNvSpPr/>
            <p:nvPr/>
          </p:nvSpPr>
          <p:spPr>
            <a:xfrm>
              <a:off x="3388360" y="1106169"/>
              <a:ext cx="173990" cy="7620"/>
            </a:xfrm>
            <a:custGeom>
              <a:avLst/>
              <a:gdLst/>
              <a:ahLst/>
              <a:cxnLst/>
              <a:rect l="l" t="t" r="r" b="b"/>
              <a:pathLst>
                <a:path w="173989" h="7619">
                  <a:moveTo>
                    <a:pt x="173990" y="3810"/>
                  </a:moveTo>
                  <a:lnTo>
                    <a:pt x="172720" y="3810"/>
                  </a:lnTo>
                  <a:lnTo>
                    <a:pt x="172720" y="0"/>
                  </a:lnTo>
                  <a:lnTo>
                    <a:pt x="0" y="0"/>
                  </a:lnTo>
                  <a:lnTo>
                    <a:pt x="0" y="3810"/>
                  </a:lnTo>
                  <a:lnTo>
                    <a:pt x="0" y="7620"/>
                  </a:lnTo>
                  <a:lnTo>
                    <a:pt x="173990" y="7620"/>
                  </a:lnTo>
                  <a:lnTo>
                    <a:pt x="173990" y="3810"/>
                  </a:lnTo>
                  <a:close/>
                </a:path>
              </a:pathLst>
            </a:custGeom>
            <a:solidFill>
              <a:srgbClr val="00233C"/>
            </a:solidFill>
          </p:spPr>
          <p:txBody>
            <a:bodyPr wrap="square" lIns="0" tIns="0" rIns="0" bIns="0" rtlCol="0"/>
            <a:lstStyle/>
            <a:p/>
          </p:txBody>
        </p:sp>
        <p:sp>
          <p:nvSpPr>
            <p:cNvPr id="1131" name="object 1131"/>
            <p:cNvSpPr/>
            <p:nvPr/>
          </p:nvSpPr>
          <p:spPr>
            <a:xfrm>
              <a:off x="3388360" y="1113789"/>
              <a:ext cx="177800" cy="7620"/>
            </a:xfrm>
            <a:custGeom>
              <a:avLst/>
              <a:gdLst/>
              <a:ahLst/>
              <a:cxnLst/>
              <a:rect l="l" t="t" r="r" b="b"/>
              <a:pathLst>
                <a:path w="177800" h="7619">
                  <a:moveTo>
                    <a:pt x="177800" y="5080"/>
                  </a:moveTo>
                  <a:lnTo>
                    <a:pt x="176530" y="5080"/>
                  </a:lnTo>
                  <a:lnTo>
                    <a:pt x="176530" y="2540"/>
                  </a:lnTo>
                  <a:lnTo>
                    <a:pt x="175260" y="2540"/>
                  </a:lnTo>
                  <a:lnTo>
                    <a:pt x="175260" y="0"/>
                  </a:lnTo>
                  <a:lnTo>
                    <a:pt x="0" y="0"/>
                  </a:lnTo>
                  <a:lnTo>
                    <a:pt x="0" y="2540"/>
                  </a:lnTo>
                  <a:lnTo>
                    <a:pt x="0" y="5080"/>
                  </a:lnTo>
                  <a:lnTo>
                    <a:pt x="0" y="7620"/>
                  </a:lnTo>
                  <a:lnTo>
                    <a:pt x="177800" y="7620"/>
                  </a:lnTo>
                  <a:lnTo>
                    <a:pt x="177800" y="5080"/>
                  </a:lnTo>
                  <a:close/>
                </a:path>
              </a:pathLst>
            </a:custGeom>
            <a:solidFill>
              <a:srgbClr val="00233D"/>
            </a:solidFill>
          </p:spPr>
          <p:txBody>
            <a:bodyPr wrap="square" lIns="0" tIns="0" rIns="0" bIns="0" rtlCol="0"/>
            <a:lstStyle/>
            <a:p/>
          </p:txBody>
        </p:sp>
        <p:sp>
          <p:nvSpPr>
            <p:cNvPr id="1132" name="object 1132"/>
            <p:cNvSpPr/>
            <p:nvPr/>
          </p:nvSpPr>
          <p:spPr>
            <a:xfrm>
              <a:off x="3388360" y="1121409"/>
              <a:ext cx="179070" cy="6350"/>
            </a:xfrm>
            <a:custGeom>
              <a:avLst/>
              <a:gdLst/>
              <a:ahLst/>
              <a:cxnLst/>
              <a:rect l="l" t="t" r="r" b="b"/>
              <a:pathLst>
                <a:path w="179070" h="6350">
                  <a:moveTo>
                    <a:pt x="179070" y="1270"/>
                  </a:moveTo>
                  <a:lnTo>
                    <a:pt x="177800" y="1270"/>
                  </a:lnTo>
                  <a:lnTo>
                    <a:pt x="177800" y="0"/>
                  </a:lnTo>
                  <a:lnTo>
                    <a:pt x="0" y="0"/>
                  </a:lnTo>
                  <a:lnTo>
                    <a:pt x="0" y="1270"/>
                  </a:lnTo>
                  <a:lnTo>
                    <a:pt x="0" y="6350"/>
                  </a:lnTo>
                  <a:lnTo>
                    <a:pt x="179070" y="6350"/>
                  </a:lnTo>
                  <a:lnTo>
                    <a:pt x="179070" y="1270"/>
                  </a:lnTo>
                  <a:close/>
                </a:path>
              </a:pathLst>
            </a:custGeom>
            <a:solidFill>
              <a:srgbClr val="00223F"/>
            </a:solidFill>
          </p:spPr>
          <p:txBody>
            <a:bodyPr wrap="square" lIns="0" tIns="0" rIns="0" bIns="0" rtlCol="0"/>
            <a:lstStyle/>
            <a:p/>
          </p:txBody>
        </p:sp>
        <p:sp>
          <p:nvSpPr>
            <p:cNvPr id="1133" name="object 1133"/>
            <p:cNvSpPr/>
            <p:nvPr/>
          </p:nvSpPr>
          <p:spPr>
            <a:xfrm>
              <a:off x="3388360" y="1127759"/>
              <a:ext cx="181610" cy="7620"/>
            </a:xfrm>
            <a:custGeom>
              <a:avLst/>
              <a:gdLst/>
              <a:ahLst/>
              <a:cxnLst/>
              <a:rect l="l" t="t" r="r" b="b"/>
              <a:pathLst>
                <a:path w="181610" h="7619">
                  <a:moveTo>
                    <a:pt x="181610" y="3810"/>
                  </a:moveTo>
                  <a:lnTo>
                    <a:pt x="180340" y="3810"/>
                  </a:lnTo>
                  <a:lnTo>
                    <a:pt x="180340" y="0"/>
                  </a:lnTo>
                  <a:lnTo>
                    <a:pt x="0" y="0"/>
                  </a:lnTo>
                  <a:lnTo>
                    <a:pt x="0" y="3810"/>
                  </a:lnTo>
                  <a:lnTo>
                    <a:pt x="0" y="7620"/>
                  </a:lnTo>
                  <a:lnTo>
                    <a:pt x="181610" y="7620"/>
                  </a:lnTo>
                  <a:lnTo>
                    <a:pt x="181610" y="3810"/>
                  </a:lnTo>
                  <a:close/>
                </a:path>
              </a:pathLst>
            </a:custGeom>
            <a:solidFill>
              <a:srgbClr val="002241"/>
            </a:solidFill>
          </p:spPr>
          <p:txBody>
            <a:bodyPr wrap="square" lIns="0" tIns="0" rIns="0" bIns="0" rtlCol="0"/>
            <a:lstStyle/>
            <a:p/>
          </p:txBody>
        </p:sp>
        <p:sp>
          <p:nvSpPr>
            <p:cNvPr id="1134" name="object 1134"/>
            <p:cNvSpPr/>
            <p:nvPr/>
          </p:nvSpPr>
          <p:spPr>
            <a:xfrm>
              <a:off x="3388360" y="1135379"/>
              <a:ext cx="184150" cy="7620"/>
            </a:xfrm>
            <a:custGeom>
              <a:avLst/>
              <a:gdLst/>
              <a:ahLst/>
              <a:cxnLst/>
              <a:rect l="l" t="t" r="r" b="b"/>
              <a:pathLst>
                <a:path w="184150" h="7619">
                  <a:moveTo>
                    <a:pt x="184150" y="5080"/>
                  </a:moveTo>
                  <a:lnTo>
                    <a:pt x="182880" y="5080"/>
                  </a:lnTo>
                  <a:lnTo>
                    <a:pt x="182880" y="0"/>
                  </a:lnTo>
                  <a:lnTo>
                    <a:pt x="0" y="0"/>
                  </a:lnTo>
                  <a:lnTo>
                    <a:pt x="0" y="5080"/>
                  </a:lnTo>
                  <a:lnTo>
                    <a:pt x="0" y="7620"/>
                  </a:lnTo>
                  <a:lnTo>
                    <a:pt x="184150" y="7620"/>
                  </a:lnTo>
                  <a:lnTo>
                    <a:pt x="184150" y="5080"/>
                  </a:lnTo>
                  <a:close/>
                </a:path>
              </a:pathLst>
            </a:custGeom>
            <a:solidFill>
              <a:srgbClr val="002143"/>
            </a:solidFill>
          </p:spPr>
          <p:txBody>
            <a:bodyPr wrap="square" lIns="0" tIns="0" rIns="0" bIns="0" rtlCol="0"/>
            <a:lstStyle/>
            <a:p/>
          </p:txBody>
        </p:sp>
        <p:sp>
          <p:nvSpPr>
            <p:cNvPr id="1135" name="object 1135"/>
            <p:cNvSpPr/>
            <p:nvPr/>
          </p:nvSpPr>
          <p:spPr>
            <a:xfrm>
              <a:off x="3388360" y="1142999"/>
              <a:ext cx="185420" cy="6350"/>
            </a:xfrm>
            <a:custGeom>
              <a:avLst/>
              <a:gdLst/>
              <a:ahLst/>
              <a:cxnLst/>
              <a:rect l="l" t="t" r="r" b="b"/>
              <a:pathLst>
                <a:path w="185420" h="6350">
                  <a:moveTo>
                    <a:pt x="185420" y="2540"/>
                  </a:moveTo>
                  <a:lnTo>
                    <a:pt x="184150" y="2540"/>
                  </a:lnTo>
                  <a:lnTo>
                    <a:pt x="184150" y="0"/>
                  </a:lnTo>
                  <a:lnTo>
                    <a:pt x="0" y="0"/>
                  </a:lnTo>
                  <a:lnTo>
                    <a:pt x="0" y="2540"/>
                  </a:lnTo>
                  <a:lnTo>
                    <a:pt x="0" y="6350"/>
                  </a:lnTo>
                  <a:lnTo>
                    <a:pt x="185420" y="6350"/>
                  </a:lnTo>
                  <a:lnTo>
                    <a:pt x="185420" y="2540"/>
                  </a:lnTo>
                  <a:close/>
                </a:path>
              </a:pathLst>
            </a:custGeom>
            <a:solidFill>
              <a:srgbClr val="002144"/>
            </a:solidFill>
          </p:spPr>
          <p:txBody>
            <a:bodyPr wrap="square" lIns="0" tIns="0" rIns="0" bIns="0" rtlCol="0"/>
            <a:lstStyle/>
            <a:p/>
          </p:txBody>
        </p:sp>
        <p:sp>
          <p:nvSpPr>
            <p:cNvPr id="1136" name="object 1136"/>
            <p:cNvSpPr/>
            <p:nvPr/>
          </p:nvSpPr>
          <p:spPr>
            <a:xfrm>
              <a:off x="3388360" y="1149349"/>
              <a:ext cx="186690" cy="7620"/>
            </a:xfrm>
            <a:custGeom>
              <a:avLst/>
              <a:gdLst/>
              <a:ahLst/>
              <a:cxnLst/>
              <a:rect l="l" t="t" r="r" b="b"/>
              <a:pathLst>
                <a:path w="186689" h="7619">
                  <a:moveTo>
                    <a:pt x="185420" y="0"/>
                  </a:moveTo>
                  <a:lnTo>
                    <a:pt x="0" y="0"/>
                  </a:lnTo>
                  <a:lnTo>
                    <a:pt x="0" y="2540"/>
                  </a:lnTo>
                  <a:lnTo>
                    <a:pt x="185420" y="2540"/>
                  </a:lnTo>
                  <a:lnTo>
                    <a:pt x="185420" y="0"/>
                  </a:lnTo>
                  <a:close/>
                </a:path>
                <a:path w="186689" h="7619">
                  <a:moveTo>
                    <a:pt x="186690" y="2552"/>
                  </a:moveTo>
                  <a:lnTo>
                    <a:pt x="0" y="2552"/>
                  </a:lnTo>
                  <a:lnTo>
                    <a:pt x="0" y="7620"/>
                  </a:lnTo>
                  <a:lnTo>
                    <a:pt x="186690" y="7620"/>
                  </a:lnTo>
                  <a:lnTo>
                    <a:pt x="186690" y="2552"/>
                  </a:lnTo>
                  <a:close/>
                </a:path>
              </a:pathLst>
            </a:custGeom>
            <a:solidFill>
              <a:srgbClr val="002146"/>
            </a:solidFill>
          </p:spPr>
          <p:txBody>
            <a:bodyPr wrap="square" lIns="0" tIns="0" rIns="0" bIns="0" rtlCol="0"/>
            <a:lstStyle/>
            <a:p/>
          </p:txBody>
        </p:sp>
        <p:sp>
          <p:nvSpPr>
            <p:cNvPr id="1137" name="object 1137"/>
            <p:cNvSpPr/>
            <p:nvPr/>
          </p:nvSpPr>
          <p:spPr>
            <a:xfrm>
              <a:off x="3388360" y="1156969"/>
              <a:ext cx="189230" cy="7620"/>
            </a:xfrm>
            <a:custGeom>
              <a:avLst/>
              <a:gdLst/>
              <a:ahLst/>
              <a:cxnLst/>
              <a:rect l="l" t="t" r="r" b="b"/>
              <a:pathLst>
                <a:path w="189229" h="7619">
                  <a:moveTo>
                    <a:pt x="189230" y="6350"/>
                  </a:moveTo>
                  <a:lnTo>
                    <a:pt x="187960" y="6350"/>
                  </a:lnTo>
                  <a:lnTo>
                    <a:pt x="187960" y="0"/>
                  </a:lnTo>
                  <a:lnTo>
                    <a:pt x="0" y="0"/>
                  </a:lnTo>
                  <a:lnTo>
                    <a:pt x="0" y="6350"/>
                  </a:lnTo>
                  <a:lnTo>
                    <a:pt x="0" y="7620"/>
                  </a:lnTo>
                  <a:lnTo>
                    <a:pt x="189230" y="7620"/>
                  </a:lnTo>
                  <a:lnTo>
                    <a:pt x="189230" y="6350"/>
                  </a:lnTo>
                  <a:close/>
                </a:path>
              </a:pathLst>
            </a:custGeom>
            <a:solidFill>
              <a:srgbClr val="002048"/>
            </a:solidFill>
          </p:spPr>
          <p:txBody>
            <a:bodyPr wrap="square" lIns="0" tIns="0" rIns="0" bIns="0" rtlCol="0"/>
            <a:lstStyle/>
            <a:p/>
          </p:txBody>
        </p:sp>
        <p:sp>
          <p:nvSpPr>
            <p:cNvPr id="1138" name="object 1138"/>
            <p:cNvSpPr/>
            <p:nvPr/>
          </p:nvSpPr>
          <p:spPr>
            <a:xfrm>
              <a:off x="3388360" y="1164589"/>
              <a:ext cx="190500" cy="6350"/>
            </a:xfrm>
            <a:custGeom>
              <a:avLst/>
              <a:gdLst/>
              <a:ahLst/>
              <a:cxnLst/>
              <a:rect l="l" t="t" r="r" b="b"/>
              <a:pathLst>
                <a:path w="190500" h="6350">
                  <a:moveTo>
                    <a:pt x="190500" y="3810"/>
                  </a:moveTo>
                  <a:lnTo>
                    <a:pt x="189230" y="3810"/>
                  </a:lnTo>
                  <a:lnTo>
                    <a:pt x="189230" y="0"/>
                  </a:lnTo>
                  <a:lnTo>
                    <a:pt x="0" y="0"/>
                  </a:lnTo>
                  <a:lnTo>
                    <a:pt x="0" y="3810"/>
                  </a:lnTo>
                  <a:lnTo>
                    <a:pt x="0" y="6350"/>
                  </a:lnTo>
                  <a:lnTo>
                    <a:pt x="190500" y="6350"/>
                  </a:lnTo>
                  <a:lnTo>
                    <a:pt x="190500" y="3810"/>
                  </a:lnTo>
                  <a:close/>
                </a:path>
              </a:pathLst>
            </a:custGeom>
            <a:solidFill>
              <a:srgbClr val="002049"/>
            </a:solidFill>
          </p:spPr>
          <p:txBody>
            <a:bodyPr wrap="square" lIns="0" tIns="0" rIns="0" bIns="0" rtlCol="0"/>
            <a:lstStyle/>
            <a:p/>
          </p:txBody>
        </p:sp>
        <p:sp>
          <p:nvSpPr>
            <p:cNvPr id="1139" name="object 1139"/>
            <p:cNvSpPr/>
            <p:nvPr/>
          </p:nvSpPr>
          <p:spPr>
            <a:xfrm>
              <a:off x="3388360" y="1170939"/>
              <a:ext cx="191770" cy="7620"/>
            </a:xfrm>
            <a:custGeom>
              <a:avLst/>
              <a:gdLst/>
              <a:ahLst/>
              <a:cxnLst/>
              <a:rect l="l" t="t" r="r" b="b"/>
              <a:pathLst>
                <a:path w="191770" h="7619">
                  <a:moveTo>
                    <a:pt x="191770" y="3810"/>
                  </a:moveTo>
                  <a:lnTo>
                    <a:pt x="190500" y="3810"/>
                  </a:lnTo>
                  <a:lnTo>
                    <a:pt x="190500" y="0"/>
                  </a:lnTo>
                  <a:lnTo>
                    <a:pt x="0" y="0"/>
                  </a:lnTo>
                  <a:lnTo>
                    <a:pt x="0" y="3810"/>
                  </a:lnTo>
                  <a:lnTo>
                    <a:pt x="0" y="7620"/>
                  </a:lnTo>
                  <a:lnTo>
                    <a:pt x="191770" y="7620"/>
                  </a:lnTo>
                  <a:lnTo>
                    <a:pt x="191770" y="3810"/>
                  </a:lnTo>
                  <a:close/>
                </a:path>
              </a:pathLst>
            </a:custGeom>
            <a:solidFill>
              <a:srgbClr val="001F4B"/>
            </a:solidFill>
          </p:spPr>
          <p:txBody>
            <a:bodyPr wrap="square" lIns="0" tIns="0" rIns="0" bIns="0" rtlCol="0"/>
            <a:lstStyle/>
            <a:p/>
          </p:txBody>
        </p:sp>
        <p:sp>
          <p:nvSpPr>
            <p:cNvPr id="1140" name="object 1140"/>
            <p:cNvSpPr/>
            <p:nvPr/>
          </p:nvSpPr>
          <p:spPr>
            <a:xfrm>
              <a:off x="3388360" y="1178559"/>
              <a:ext cx="193040" cy="7620"/>
            </a:xfrm>
            <a:custGeom>
              <a:avLst/>
              <a:gdLst/>
              <a:ahLst/>
              <a:cxnLst/>
              <a:rect l="l" t="t" r="r" b="b"/>
              <a:pathLst>
                <a:path w="193039" h="7619">
                  <a:moveTo>
                    <a:pt x="193040" y="1270"/>
                  </a:moveTo>
                  <a:lnTo>
                    <a:pt x="191770" y="1270"/>
                  </a:lnTo>
                  <a:lnTo>
                    <a:pt x="191770" y="0"/>
                  </a:lnTo>
                  <a:lnTo>
                    <a:pt x="0" y="0"/>
                  </a:lnTo>
                  <a:lnTo>
                    <a:pt x="0" y="1270"/>
                  </a:lnTo>
                  <a:lnTo>
                    <a:pt x="0" y="7620"/>
                  </a:lnTo>
                  <a:lnTo>
                    <a:pt x="193040" y="7620"/>
                  </a:lnTo>
                  <a:lnTo>
                    <a:pt x="193040" y="1270"/>
                  </a:lnTo>
                  <a:close/>
                </a:path>
              </a:pathLst>
            </a:custGeom>
            <a:solidFill>
              <a:srgbClr val="001F4D"/>
            </a:solidFill>
          </p:spPr>
          <p:txBody>
            <a:bodyPr wrap="square" lIns="0" tIns="0" rIns="0" bIns="0" rtlCol="0"/>
            <a:lstStyle/>
            <a:p/>
          </p:txBody>
        </p:sp>
        <p:sp>
          <p:nvSpPr>
            <p:cNvPr id="1141" name="object 1141"/>
            <p:cNvSpPr/>
            <p:nvPr/>
          </p:nvSpPr>
          <p:spPr>
            <a:xfrm>
              <a:off x="3388360" y="1186179"/>
              <a:ext cx="194310" cy="6350"/>
            </a:xfrm>
            <a:custGeom>
              <a:avLst/>
              <a:gdLst/>
              <a:ahLst/>
              <a:cxnLst/>
              <a:rect l="l" t="t" r="r" b="b"/>
              <a:pathLst>
                <a:path w="194310" h="6350">
                  <a:moveTo>
                    <a:pt x="194310" y="1270"/>
                  </a:moveTo>
                  <a:lnTo>
                    <a:pt x="193040" y="1270"/>
                  </a:lnTo>
                  <a:lnTo>
                    <a:pt x="193040" y="0"/>
                  </a:lnTo>
                  <a:lnTo>
                    <a:pt x="0" y="0"/>
                  </a:lnTo>
                  <a:lnTo>
                    <a:pt x="0" y="1270"/>
                  </a:lnTo>
                  <a:lnTo>
                    <a:pt x="0" y="6350"/>
                  </a:lnTo>
                  <a:lnTo>
                    <a:pt x="194310" y="6350"/>
                  </a:lnTo>
                  <a:lnTo>
                    <a:pt x="194310" y="1270"/>
                  </a:lnTo>
                  <a:close/>
                </a:path>
              </a:pathLst>
            </a:custGeom>
            <a:solidFill>
              <a:srgbClr val="001E4F"/>
            </a:solidFill>
          </p:spPr>
          <p:txBody>
            <a:bodyPr wrap="square" lIns="0" tIns="0" rIns="0" bIns="0" rtlCol="0"/>
            <a:lstStyle/>
            <a:p/>
          </p:txBody>
        </p:sp>
        <p:sp>
          <p:nvSpPr>
            <p:cNvPr id="1142" name="object 1142"/>
            <p:cNvSpPr/>
            <p:nvPr/>
          </p:nvSpPr>
          <p:spPr>
            <a:xfrm>
              <a:off x="3388360" y="1192529"/>
              <a:ext cx="195580" cy="7620"/>
            </a:xfrm>
            <a:custGeom>
              <a:avLst/>
              <a:gdLst/>
              <a:ahLst/>
              <a:cxnLst/>
              <a:rect l="l" t="t" r="r" b="b"/>
              <a:pathLst>
                <a:path w="195579" h="7619">
                  <a:moveTo>
                    <a:pt x="195580" y="2540"/>
                  </a:moveTo>
                  <a:lnTo>
                    <a:pt x="194310" y="2540"/>
                  </a:lnTo>
                  <a:lnTo>
                    <a:pt x="194310" y="0"/>
                  </a:lnTo>
                  <a:lnTo>
                    <a:pt x="0" y="0"/>
                  </a:lnTo>
                  <a:lnTo>
                    <a:pt x="0" y="2540"/>
                  </a:lnTo>
                  <a:lnTo>
                    <a:pt x="0" y="7620"/>
                  </a:lnTo>
                  <a:lnTo>
                    <a:pt x="195580" y="7620"/>
                  </a:lnTo>
                  <a:lnTo>
                    <a:pt x="195580" y="2540"/>
                  </a:lnTo>
                  <a:close/>
                </a:path>
              </a:pathLst>
            </a:custGeom>
            <a:solidFill>
              <a:srgbClr val="001E50"/>
            </a:solidFill>
          </p:spPr>
          <p:txBody>
            <a:bodyPr wrap="square" lIns="0" tIns="0" rIns="0" bIns="0" rtlCol="0"/>
            <a:lstStyle/>
            <a:p/>
          </p:txBody>
        </p:sp>
        <p:sp>
          <p:nvSpPr>
            <p:cNvPr id="1143" name="object 1143"/>
            <p:cNvSpPr/>
            <p:nvPr/>
          </p:nvSpPr>
          <p:spPr>
            <a:xfrm>
              <a:off x="3388360" y="1200149"/>
              <a:ext cx="196850" cy="7620"/>
            </a:xfrm>
            <a:custGeom>
              <a:avLst/>
              <a:gdLst/>
              <a:ahLst/>
              <a:cxnLst/>
              <a:rect l="l" t="t" r="r" b="b"/>
              <a:pathLst>
                <a:path w="196850" h="7619">
                  <a:moveTo>
                    <a:pt x="196850" y="3810"/>
                  </a:moveTo>
                  <a:lnTo>
                    <a:pt x="195580" y="3810"/>
                  </a:lnTo>
                  <a:lnTo>
                    <a:pt x="195580" y="0"/>
                  </a:lnTo>
                  <a:lnTo>
                    <a:pt x="0" y="0"/>
                  </a:lnTo>
                  <a:lnTo>
                    <a:pt x="0" y="3810"/>
                  </a:lnTo>
                  <a:lnTo>
                    <a:pt x="0" y="7620"/>
                  </a:lnTo>
                  <a:lnTo>
                    <a:pt x="196850" y="7620"/>
                  </a:lnTo>
                  <a:lnTo>
                    <a:pt x="196850" y="3810"/>
                  </a:lnTo>
                  <a:close/>
                </a:path>
              </a:pathLst>
            </a:custGeom>
            <a:solidFill>
              <a:srgbClr val="001E52"/>
            </a:solidFill>
          </p:spPr>
          <p:txBody>
            <a:bodyPr wrap="square" lIns="0" tIns="0" rIns="0" bIns="0" rtlCol="0"/>
            <a:lstStyle/>
            <a:p/>
          </p:txBody>
        </p:sp>
        <p:sp>
          <p:nvSpPr>
            <p:cNvPr id="1144" name="object 1144"/>
            <p:cNvSpPr/>
            <p:nvPr/>
          </p:nvSpPr>
          <p:spPr>
            <a:xfrm>
              <a:off x="3388359" y="1207770"/>
              <a:ext cx="196850" cy="6350"/>
            </a:xfrm>
            <a:custGeom>
              <a:avLst/>
              <a:gdLst/>
              <a:ahLst/>
              <a:cxnLst/>
              <a:rect l="l" t="t" r="r" b="b"/>
              <a:pathLst>
                <a:path w="196850" h="6350">
                  <a:moveTo>
                    <a:pt x="0" y="0"/>
                  </a:moveTo>
                  <a:lnTo>
                    <a:pt x="196850" y="0"/>
                  </a:lnTo>
                  <a:lnTo>
                    <a:pt x="196850" y="6350"/>
                  </a:lnTo>
                  <a:lnTo>
                    <a:pt x="0" y="6350"/>
                  </a:lnTo>
                  <a:lnTo>
                    <a:pt x="0" y="0"/>
                  </a:lnTo>
                  <a:close/>
                </a:path>
              </a:pathLst>
            </a:custGeom>
            <a:solidFill>
              <a:srgbClr val="001D54"/>
            </a:solidFill>
          </p:spPr>
          <p:txBody>
            <a:bodyPr wrap="square" lIns="0" tIns="0" rIns="0" bIns="0" rtlCol="0"/>
            <a:lstStyle/>
            <a:p/>
          </p:txBody>
        </p:sp>
        <p:sp>
          <p:nvSpPr>
            <p:cNvPr id="1145" name="object 1145"/>
            <p:cNvSpPr/>
            <p:nvPr/>
          </p:nvSpPr>
          <p:spPr>
            <a:xfrm>
              <a:off x="3388360" y="1214119"/>
              <a:ext cx="198120" cy="7620"/>
            </a:xfrm>
            <a:custGeom>
              <a:avLst/>
              <a:gdLst/>
              <a:ahLst/>
              <a:cxnLst/>
              <a:rect l="l" t="t" r="r" b="b"/>
              <a:pathLst>
                <a:path w="198120" h="7619">
                  <a:moveTo>
                    <a:pt x="198120" y="1270"/>
                  </a:moveTo>
                  <a:lnTo>
                    <a:pt x="196850" y="1270"/>
                  </a:lnTo>
                  <a:lnTo>
                    <a:pt x="196850" y="0"/>
                  </a:lnTo>
                  <a:lnTo>
                    <a:pt x="0" y="0"/>
                  </a:lnTo>
                  <a:lnTo>
                    <a:pt x="0" y="1270"/>
                  </a:lnTo>
                  <a:lnTo>
                    <a:pt x="0" y="7620"/>
                  </a:lnTo>
                  <a:lnTo>
                    <a:pt x="198120" y="7620"/>
                  </a:lnTo>
                  <a:lnTo>
                    <a:pt x="198120" y="1270"/>
                  </a:lnTo>
                  <a:close/>
                </a:path>
              </a:pathLst>
            </a:custGeom>
            <a:solidFill>
              <a:srgbClr val="001D56"/>
            </a:solidFill>
          </p:spPr>
          <p:txBody>
            <a:bodyPr wrap="square" lIns="0" tIns="0" rIns="0" bIns="0" rtlCol="0"/>
            <a:lstStyle/>
            <a:p/>
          </p:txBody>
        </p:sp>
        <p:sp>
          <p:nvSpPr>
            <p:cNvPr id="1146" name="object 1146"/>
            <p:cNvSpPr/>
            <p:nvPr/>
          </p:nvSpPr>
          <p:spPr>
            <a:xfrm>
              <a:off x="3388359" y="1221740"/>
              <a:ext cx="198120" cy="7620"/>
            </a:xfrm>
            <a:custGeom>
              <a:avLst/>
              <a:gdLst/>
              <a:ahLst/>
              <a:cxnLst/>
              <a:rect l="l" t="t" r="r" b="b"/>
              <a:pathLst>
                <a:path w="198120" h="7619">
                  <a:moveTo>
                    <a:pt x="198120" y="0"/>
                  </a:moveTo>
                  <a:lnTo>
                    <a:pt x="0" y="0"/>
                  </a:lnTo>
                  <a:lnTo>
                    <a:pt x="0" y="7620"/>
                  </a:lnTo>
                  <a:lnTo>
                    <a:pt x="198120" y="7620"/>
                  </a:lnTo>
                  <a:lnTo>
                    <a:pt x="198120" y="0"/>
                  </a:lnTo>
                  <a:close/>
                </a:path>
              </a:pathLst>
            </a:custGeom>
            <a:solidFill>
              <a:srgbClr val="001C57"/>
            </a:solidFill>
          </p:spPr>
          <p:txBody>
            <a:bodyPr wrap="square" lIns="0" tIns="0" rIns="0" bIns="0" rtlCol="0"/>
            <a:lstStyle/>
            <a:p/>
          </p:txBody>
        </p:sp>
        <p:sp>
          <p:nvSpPr>
            <p:cNvPr id="1147" name="object 1147"/>
            <p:cNvSpPr/>
            <p:nvPr/>
          </p:nvSpPr>
          <p:spPr>
            <a:xfrm>
              <a:off x="3388359" y="1229360"/>
              <a:ext cx="199390" cy="6350"/>
            </a:xfrm>
            <a:custGeom>
              <a:avLst/>
              <a:gdLst/>
              <a:ahLst/>
              <a:cxnLst/>
              <a:rect l="l" t="t" r="r" b="b"/>
              <a:pathLst>
                <a:path w="199389" h="6350">
                  <a:moveTo>
                    <a:pt x="0" y="0"/>
                  </a:moveTo>
                  <a:lnTo>
                    <a:pt x="199389" y="0"/>
                  </a:lnTo>
                  <a:lnTo>
                    <a:pt x="199389" y="6350"/>
                  </a:lnTo>
                  <a:lnTo>
                    <a:pt x="0" y="6350"/>
                  </a:lnTo>
                  <a:lnTo>
                    <a:pt x="0" y="0"/>
                  </a:lnTo>
                  <a:close/>
                </a:path>
              </a:pathLst>
            </a:custGeom>
            <a:solidFill>
              <a:srgbClr val="001C59"/>
            </a:solidFill>
          </p:spPr>
          <p:txBody>
            <a:bodyPr wrap="square" lIns="0" tIns="0" rIns="0" bIns="0" rtlCol="0"/>
            <a:lstStyle/>
            <a:p/>
          </p:txBody>
        </p:sp>
        <p:sp>
          <p:nvSpPr>
            <p:cNvPr id="1148" name="object 1148"/>
            <p:cNvSpPr/>
            <p:nvPr/>
          </p:nvSpPr>
          <p:spPr>
            <a:xfrm>
              <a:off x="3388359" y="1235710"/>
              <a:ext cx="199390" cy="7620"/>
            </a:xfrm>
            <a:custGeom>
              <a:avLst/>
              <a:gdLst/>
              <a:ahLst/>
              <a:cxnLst/>
              <a:rect l="l" t="t" r="r" b="b"/>
              <a:pathLst>
                <a:path w="199389" h="7619">
                  <a:moveTo>
                    <a:pt x="199389" y="0"/>
                  </a:moveTo>
                  <a:lnTo>
                    <a:pt x="0" y="0"/>
                  </a:lnTo>
                  <a:lnTo>
                    <a:pt x="0" y="7619"/>
                  </a:lnTo>
                  <a:lnTo>
                    <a:pt x="199389" y="7619"/>
                  </a:lnTo>
                  <a:lnTo>
                    <a:pt x="199389" y="0"/>
                  </a:lnTo>
                  <a:close/>
                </a:path>
              </a:pathLst>
            </a:custGeom>
            <a:solidFill>
              <a:srgbClr val="001B5B"/>
            </a:solidFill>
          </p:spPr>
          <p:txBody>
            <a:bodyPr wrap="square" lIns="0" tIns="0" rIns="0" bIns="0" rtlCol="0"/>
            <a:lstStyle/>
            <a:p/>
          </p:txBody>
        </p:sp>
        <p:sp>
          <p:nvSpPr>
            <p:cNvPr id="1149" name="object 1149"/>
            <p:cNvSpPr/>
            <p:nvPr/>
          </p:nvSpPr>
          <p:spPr>
            <a:xfrm>
              <a:off x="3388359" y="1243330"/>
              <a:ext cx="200660" cy="7620"/>
            </a:xfrm>
            <a:custGeom>
              <a:avLst/>
              <a:gdLst/>
              <a:ahLst/>
              <a:cxnLst/>
              <a:rect l="l" t="t" r="r" b="b"/>
              <a:pathLst>
                <a:path w="200660" h="7619">
                  <a:moveTo>
                    <a:pt x="200660" y="0"/>
                  </a:moveTo>
                  <a:lnTo>
                    <a:pt x="0" y="0"/>
                  </a:lnTo>
                  <a:lnTo>
                    <a:pt x="0" y="7619"/>
                  </a:lnTo>
                  <a:lnTo>
                    <a:pt x="200660" y="7619"/>
                  </a:lnTo>
                  <a:lnTo>
                    <a:pt x="200660" y="0"/>
                  </a:lnTo>
                  <a:close/>
                </a:path>
              </a:pathLst>
            </a:custGeom>
            <a:solidFill>
              <a:srgbClr val="001B5D"/>
            </a:solidFill>
          </p:spPr>
          <p:txBody>
            <a:bodyPr wrap="square" lIns="0" tIns="0" rIns="0" bIns="0" rtlCol="0"/>
            <a:lstStyle/>
            <a:p/>
          </p:txBody>
        </p:sp>
        <p:sp>
          <p:nvSpPr>
            <p:cNvPr id="1150" name="object 1150"/>
            <p:cNvSpPr/>
            <p:nvPr/>
          </p:nvSpPr>
          <p:spPr>
            <a:xfrm>
              <a:off x="3388359" y="1250950"/>
              <a:ext cx="200660" cy="6350"/>
            </a:xfrm>
            <a:custGeom>
              <a:avLst/>
              <a:gdLst/>
              <a:ahLst/>
              <a:cxnLst/>
              <a:rect l="l" t="t" r="r" b="b"/>
              <a:pathLst>
                <a:path w="200660" h="6350">
                  <a:moveTo>
                    <a:pt x="0" y="0"/>
                  </a:moveTo>
                  <a:lnTo>
                    <a:pt x="200660" y="0"/>
                  </a:lnTo>
                  <a:lnTo>
                    <a:pt x="200660" y="6350"/>
                  </a:lnTo>
                  <a:lnTo>
                    <a:pt x="0" y="6350"/>
                  </a:lnTo>
                  <a:lnTo>
                    <a:pt x="0" y="0"/>
                  </a:lnTo>
                  <a:close/>
                </a:path>
              </a:pathLst>
            </a:custGeom>
            <a:solidFill>
              <a:srgbClr val="001B5E"/>
            </a:solidFill>
          </p:spPr>
          <p:txBody>
            <a:bodyPr wrap="square" lIns="0" tIns="0" rIns="0" bIns="0" rtlCol="0"/>
            <a:lstStyle/>
            <a:p/>
          </p:txBody>
        </p:sp>
        <p:sp>
          <p:nvSpPr>
            <p:cNvPr id="1151" name="object 1151"/>
            <p:cNvSpPr/>
            <p:nvPr/>
          </p:nvSpPr>
          <p:spPr>
            <a:xfrm>
              <a:off x="3388360" y="1257299"/>
              <a:ext cx="201930" cy="7620"/>
            </a:xfrm>
            <a:custGeom>
              <a:avLst/>
              <a:gdLst/>
              <a:ahLst/>
              <a:cxnLst/>
              <a:rect l="l" t="t" r="r" b="b"/>
              <a:pathLst>
                <a:path w="201929" h="7619">
                  <a:moveTo>
                    <a:pt x="201930" y="1270"/>
                  </a:moveTo>
                  <a:lnTo>
                    <a:pt x="200660" y="1270"/>
                  </a:lnTo>
                  <a:lnTo>
                    <a:pt x="200660" y="0"/>
                  </a:lnTo>
                  <a:lnTo>
                    <a:pt x="0" y="0"/>
                  </a:lnTo>
                  <a:lnTo>
                    <a:pt x="0" y="1270"/>
                  </a:lnTo>
                  <a:lnTo>
                    <a:pt x="0" y="5080"/>
                  </a:lnTo>
                  <a:lnTo>
                    <a:pt x="0" y="6350"/>
                  </a:lnTo>
                  <a:lnTo>
                    <a:pt x="0" y="7620"/>
                  </a:lnTo>
                  <a:lnTo>
                    <a:pt x="100330" y="7620"/>
                  </a:lnTo>
                  <a:lnTo>
                    <a:pt x="100330" y="6350"/>
                  </a:lnTo>
                  <a:lnTo>
                    <a:pt x="102870" y="6350"/>
                  </a:lnTo>
                  <a:lnTo>
                    <a:pt x="102870" y="5080"/>
                  </a:lnTo>
                  <a:lnTo>
                    <a:pt x="105410" y="5080"/>
                  </a:lnTo>
                  <a:lnTo>
                    <a:pt x="105410" y="6350"/>
                  </a:lnTo>
                  <a:lnTo>
                    <a:pt x="106680" y="6350"/>
                  </a:lnTo>
                  <a:lnTo>
                    <a:pt x="106680" y="7620"/>
                  </a:lnTo>
                  <a:lnTo>
                    <a:pt x="201930" y="7620"/>
                  </a:lnTo>
                  <a:lnTo>
                    <a:pt x="201930" y="6350"/>
                  </a:lnTo>
                  <a:lnTo>
                    <a:pt x="201930" y="5080"/>
                  </a:lnTo>
                  <a:lnTo>
                    <a:pt x="201930" y="1270"/>
                  </a:lnTo>
                  <a:close/>
                </a:path>
              </a:pathLst>
            </a:custGeom>
            <a:solidFill>
              <a:srgbClr val="001A60"/>
            </a:solidFill>
          </p:spPr>
          <p:txBody>
            <a:bodyPr wrap="square" lIns="0" tIns="0" rIns="0" bIns="0" rtlCol="0"/>
            <a:lstStyle/>
            <a:p/>
          </p:txBody>
        </p:sp>
        <p:sp>
          <p:nvSpPr>
            <p:cNvPr id="1152" name="object 1152"/>
            <p:cNvSpPr/>
            <p:nvPr/>
          </p:nvSpPr>
          <p:spPr>
            <a:xfrm>
              <a:off x="3388360" y="1264919"/>
              <a:ext cx="203200" cy="7620"/>
            </a:xfrm>
            <a:custGeom>
              <a:avLst/>
              <a:gdLst/>
              <a:ahLst/>
              <a:cxnLst/>
              <a:rect l="l" t="t" r="r" b="b"/>
              <a:pathLst>
                <a:path w="203200"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90" y="5080"/>
                  </a:lnTo>
                  <a:lnTo>
                    <a:pt x="97790" y="2540"/>
                  </a:lnTo>
                  <a:lnTo>
                    <a:pt x="99060" y="2540"/>
                  </a:lnTo>
                  <a:lnTo>
                    <a:pt x="99060" y="1270"/>
                  </a:lnTo>
                  <a:lnTo>
                    <a:pt x="100330" y="1270"/>
                  </a:lnTo>
                  <a:lnTo>
                    <a:pt x="100330" y="0"/>
                  </a:lnTo>
                  <a:close/>
                </a:path>
                <a:path w="203200" h="7619">
                  <a:moveTo>
                    <a:pt x="201930" y="0"/>
                  </a:moveTo>
                  <a:lnTo>
                    <a:pt x="171450" y="0"/>
                  </a:lnTo>
                  <a:lnTo>
                    <a:pt x="171450" y="5080"/>
                  </a:lnTo>
                  <a:lnTo>
                    <a:pt x="162229" y="5080"/>
                  </a:lnTo>
                  <a:lnTo>
                    <a:pt x="162229" y="4343"/>
                  </a:lnTo>
                  <a:lnTo>
                    <a:pt x="171450" y="5080"/>
                  </a:lnTo>
                  <a:lnTo>
                    <a:pt x="171450" y="0"/>
                  </a:lnTo>
                  <a:lnTo>
                    <a:pt x="155575" y="0"/>
                  </a:lnTo>
                  <a:lnTo>
                    <a:pt x="155575" y="3810"/>
                  </a:lnTo>
                  <a:lnTo>
                    <a:pt x="138417" y="3810"/>
                  </a:lnTo>
                  <a:lnTo>
                    <a:pt x="138417" y="2438"/>
                  </a:lnTo>
                  <a:lnTo>
                    <a:pt x="155575" y="3810"/>
                  </a:lnTo>
                  <a:lnTo>
                    <a:pt x="155575" y="0"/>
                  </a:lnTo>
                  <a:lnTo>
                    <a:pt x="123825" y="0"/>
                  </a:lnTo>
                  <a:lnTo>
                    <a:pt x="123825" y="1270"/>
                  </a:lnTo>
                  <a:lnTo>
                    <a:pt x="114604" y="1270"/>
                  </a:lnTo>
                  <a:lnTo>
                    <a:pt x="114604" y="533"/>
                  </a:lnTo>
                  <a:lnTo>
                    <a:pt x="123825" y="1270"/>
                  </a:lnTo>
                  <a:lnTo>
                    <a:pt x="123825" y="0"/>
                  </a:lnTo>
                  <a:lnTo>
                    <a:pt x="114604" y="0"/>
                  </a:lnTo>
                  <a:lnTo>
                    <a:pt x="107950" y="0"/>
                  </a:lnTo>
                  <a:lnTo>
                    <a:pt x="106680" y="0"/>
                  </a:lnTo>
                  <a:lnTo>
                    <a:pt x="107950" y="101"/>
                  </a:lnTo>
                  <a:lnTo>
                    <a:pt x="107950" y="1270"/>
                  </a:lnTo>
                  <a:lnTo>
                    <a:pt x="109220" y="1270"/>
                  </a:lnTo>
                  <a:lnTo>
                    <a:pt x="109220" y="3810"/>
                  </a:lnTo>
                  <a:lnTo>
                    <a:pt x="110490" y="3810"/>
                  </a:lnTo>
                  <a:lnTo>
                    <a:pt x="110490" y="5080"/>
                  </a:lnTo>
                  <a:lnTo>
                    <a:pt x="111760" y="5080"/>
                  </a:lnTo>
                  <a:lnTo>
                    <a:pt x="111760" y="7620"/>
                  </a:lnTo>
                  <a:lnTo>
                    <a:pt x="186055" y="7620"/>
                  </a:lnTo>
                  <a:lnTo>
                    <a:pt x="186055" y="6248"/>
                  </a:lnTo>
                  <a:lnTo>
                    <a:pt x="201930" y="7518"/>
                  </a:lnTo>
                  <a:lnTo>
                    <a:pt x="201930" y="0"/>
                  </a:lnTo>
                  <a:close/>
                </a:path>
                <a:path w="203200" h="7619">
                  <a:moveTo>
                    <a:pt x="203200" y="7620"/>
                  </a:moveTo>
                  <a:lnTo>
                    <a:pt x="201930" y="7518"/>
                  </a:lnTo>
                  <a:lnTo>
                    <a:pt x="203200" y="7620"/>
                  </a:lnTo>
                  <a:close/>
                </a:path>
              </a:pathLst>
            </a:custGeom>
            <a:solidFill>
              <a:srgbClr val="001A62"/>
            </a:solidFill>
          </p:spPr>
          <p:txBody>
            <a:bodyPr wrap="square" lIns="0" tIns="0" rIns="0" bIns="0" rtlCol="0"/>
            <a:lstStyle/>
            <a:p/>
          </p:txBody>
        </p:sp>
        <p:sp>
          <p:nvSpPr>
            <p:cNvPr id="1153" name="object 1153"/>
            <p:cNvSpPr/>
            <p:nvPr/>
          </p:nvSpPr>
          <p:spPr>
            <a:xfrm>
              <a:off x="3388360" y="1272539"/>
              <a:ext cx="203200" cy="6350"/>
            </a:xfrm>
            <a:custGeom>
              <a:avLst/>
              <a:gdLst/>
              <a:ahLst/>
              <a:cxnLst/>
              <a:rect l="l" t="t" r="r" b="b"/>
              <a:pathLst>
                <a:path w="203200" h="6350">
                  <a:moveTo>
                    <a:pt x="93980" y="0"/>
                  </a:moveTo>
                  <a:lnTo>
                    <a:pt x="0" y="0"/>
                  </a:lnTo>
                  <a:lnTo>
                    <a:pt x="0" y="5080"/>
                  </a:lnTo>
                  <a:lnTo>
                    <a:pt x="0" y="6350"/>
                  </a:lnTo>
                  <a:lnTo>
                    <a:pt x="92710" y="6350"/>
                  </a:lnTo>
                  <a:lnTo>
                    <a:pt x="92710" y="5080"/>
                  </a:lnTo>
                  <a:lnTo>
                    <a:pt x="93980" y="5080"/>
                  </a:lnTo>
                  <a:lnTo>
                    <a:pt x="93980" y="0"/>
                  </a:lnTo>
                  <a:close/>
                </a:path>
                <a:path w="203200" h="6350">
                  <a:moveTo>
                    <a:pt x="203200" y="0"/>
                  </a:moveTo>
                  <a:lnTo>
                    <a:pt x="111760" y="0"/>
                  </a:lnTo>
                  <a:lnTo>
                    <a:pt x="111760" y="1270"/>
                  </a:lnTo>
                  <a:lnTo>
                    <a:pt x="113030" y="1270"/>
                  </a:lnTo>
                  <a:lnTo>
                    <a:pt x="113030" y="5080"/>
                  </a:lnTo>
                  <a:lnTo>
                    <a:pt x="114300" y="5080"/>
                  </a:lnTo>
                  <a:lnTo>
                    <a:pt x="114300" y="6350"/>
                  </a:lnTo>
                  <a:lnTo>
                    <a:pt x="203200" y="6350"/>
                  </a:lnTo>
                  <a:lnTo>
                    <a:pt x="203200" y="5080"/>
                  </a:lnTo>
                  <a:lnTo>
                    <a:pt x="203200" y="1270"/>
                  </a:lnTo>
                  <a:lnTo>
                    <a:pt x="203200" y="0"/>
                  </a:lnTo>
                  <a:close/>
                </a:path>
              </a:pathLst>
            </a:custGeom>
            <a:solidFill>
              <a:srgbClr val="001964"/>
            </a:solidFill>
          </p:spPr>
          <p:txBody>
            <a:bodyPr wrap="square" lIns="0" tIns="0" rIns="0" bIns="0" rtlCol="0"/>
            <a:lstStyle/>
            <a:p/>
          </p:txBody>
        </p:sp>
        <p:sp>
          <p:nvSpPr>
            <p:cNvPr id="1154" name="object 1154"/>
            <p:cNvSpPr/>
            <p:nvPr/>
          </p:nvSpPr>
          <p:spPr>
            <a:xfrm>
              <a:off x="3388360" y="1278889"/>
              <a:ext cx="203200" cy="7620"/>
            </a:xfrm>
            <a:custGeom>
              <a:avLst/>
              <a:gdLst/>
              <a:ahLst/>
              <a:cxnLst/>
              <a:rect l="l" t="t" r="r" b="b"/>
              <a:pathLst>
                <a:path w="203200" h="7619">
                  <a:moveTo>
                    <a:pt x="92710" y="0"/>
                  </a:moveTo>
                  <a:lnTo>
                    <a:pt x="0" y="0"/>
                  </a:lnTo>
                  <a:lnTo>
                    <a:pt x="0" y="1270"/>
                  </a:lnTo>
                  <a:lnTo>
                    <a:pt x="0" y="6350"/>
                  </a:lnTo>
                  <a:lnTo>
                    <a:pt x="0" y="7620"/>
                  </a:lnTo>
                  <a:lnTo>
                    <a:pt x="90170" y="7620"/>
                  </a:lnTo>
                  <a:lnTo>
                    <a:pt x="90170" y="6350"/>
                  </a:lnTo>
                  <a:lnTo>
                    <a:pt x="91440" y="6350"/>
                  </a:lnTo>
                  <a:lnTo>
                    <a:pt x="91440" y="1270"/>
                  </a:lnTo>
                  <a:lnTo>
                    <a:pt x="92710" y="1270"/>
                  </a:lnTo>
                  <a:lnTo>
                    <a:pt x="92710" y="0"/>
                  </a:lnTo>
                  <a:close/>
                </a:path>
                <a:path w="203200" h="7619">
                  <a:moveTo>
                    <a:pt x="203200" y="0"/>
                  </a:moveTo>
                  <a:lnTo>
                    <a:pt x="114300" y="0"/>
                  </a:lnTo>
                  <a:lnTo>
                    <a:pt x="114300" y="1270"/>
                  </a:lnTo>
                  <a:lnTo>
                    <a:pt x="115570" y="1270"/>
                  </a:lnTo>
                  <a:lnTo>
                    <a:pt x="115570" y="5080"/>
                  </a:lnTo>
                  <a:lnTo>
                    <a:pt x="116840" y="5080"/>
                  </a:lnTo>
                  <a:lnTo>
                    <a:pt x="116840" y="7620"/>
                  </a:lnTo>
                  <a:lnTo>
                    <a:pt x="203200" y="7620"/>
                  </a:lnTo>
                  <a:lnTo>
                    <a:pt x="203200" y="5080"/>
                  </a:lnTo>
                  <a:lnTo>
                    <a:pt x="203200" y="1270"/>
                  </a:lnTo>
                  <a:lnTo>
                    <a:pt x="203200" y="0"/>
                  </a:lnTo>
                  <a:close/>
                </a:path>
              </a:pathLst>
            </a:custGeom>
            <a:solidFill>
              <a:srgbClr val="001966"/>
            </a:solidFill>
          </p:spPr>
          <p:txBody>
            <a:bodyPr wrap="square" lIns="0" tIns="0" rIns="0" bIns="0" rtlCol="0"/>
            <a:lstStyle/>
            <a:p/>
          </p:txBody>
        </p:sp>
        <p:sp>
          <p:nvSpPr>
            <p:cNvPr id="1155" name="object 1155"/>
            <p:cNvSpPr/>
            <p:nvPr/>
          </p:nvSpPr>
          <p:spPr>
            <a:xfrm>
              <a:off x="3388360" y="1286509"/>
              <a:ext cx="204470" cy="7620"/>
            </a:xfrm>
            <a:custGeom>
              <a:avLst/>
              <a:gdLst/>
              <a:ahLst/>
              <a:cxnLst/>
              <a:rect l="l" t="t" r="r" b="b"/>
              <a:pathLst>
                <a:path w="204470" h="7619">
                  <a:moveTo>
                    <a:pt x="90170" y="0"/>
                  </a:moveTo>
                  <a:lnTo>
                    <a:pt x="0" y="0"/>
                  </a:lnTo>
                  <a:lnTo>
                    <a:pt x="0" y="1270"/>
                  </a:lnTo>
                  <a:lnTo>
                    <a:pt x="0" y="3810"/>
                  </a:lnTo>
                  <a:lnTo>
                    <a:pt x="0" y="7620"/>
                  </a:lnTo>
                  <a:lnTo>
                    <a:pt x="88900" y="7620"/>
                  </a:lnTo>
                  <a:lnTo>
                    <a:pt x="88900" y="3810"/>
                  </a:lnTo>
                  <a:lnTo>
                    <a:pt x="90170" y="3810"/>
                  </a:lnTo>
                  <a:lnTo>
                    <a:pt x="90170" y="1270"/>
                  </a:lnTo>
                  <a:lnTo>
                    <a:pt x="90170" y="0"/>
                  </a:lnTo>
                  <a:close/>
                </a:path>
                <a:path w="204470" h="7619">
                  <a:moveTo>
                    <a:pt x="204470" y="1270"/>
                  </a:moveTo>
                  <a:lnTo>
                    <a:pt x="203200" y="1270"/>
                  </a:lnTo>
                  <a:lnTo>
                    <a:pt x="203200" y="0"/>
                  </a:lnTo>
                  <a:lnTo>
                    <a:pt x="116840" y="0"/>
                  </a:lnTo>
                  <a:lnTo>
                    <a:pt x="116840" y="1270"/>
                  </a:lnTo>
                  <a:lnTo>
                    <a:pt x="116840" y="5080"/>
                  </a:lnTo>
                  <a:lnTo>
                    <a:pt x="118110" y="5080"/>
                  </a:lnTo>
                  <a:lnTo>
                    <a:pt x="118110" y="7620"/>
                  </a:lnTo>
                  <a:lnTo>
                    <a:pt x="204470" y="7620"/>
                  </a:lnTo>
                  <a:lnTo>
                    <a:pt x="204470" y="5080"/>
                  </a:lnTo>
                  <a:lnTo>
                    <a:pt x="204470" y="1270"/>
                  </a:lnTo>
                  <a:close/>
                </a:path>
              </a:pathLst>
            </a:custGeom>
            <a:solidFill>
              <a:srgbClr val="001867"/>
            </a:solidFill>
          </p:spPr>
          <p:txBody>
            <a:bodyPr wrap="square" lIns="0" tIns="0" rIns="0" bIns="0" rtlCol="0"/>
            <a:lstStyle/>
            <a:p/>
          </p:txBody>
        </p:sp>
        <p:sp>
          <p:nvSpPr>
            <p:cNvPr id="1156" name="object 1156"/>
            <p:cNvSpPr/>
            <p:nvPr/>
          </p:nvSpPr>
          <p:spPr>
            <a:xfrm>
              <a:off x="3388360" y="1294129"/>
              <a:ext cx="204470" cy="6350"/>
            </a:xfrm>
            <a:custGeom>
              <a:avLst/>
              <a:gdLst/>
              <a:ahLst/>
              <a:cxnLst/>
              <a:rect l="l" t="t" r="r" b="b"/>
              <a:pathLst>
                <a:path w="204470" h="6350">
                  <a:moveTo>
                    <a:pt x="88900" y="0"/>
                  </a:moveTo>
                  <a:lnTo>
                    <a:pt x="0" y="0"/>
                  </a:lnTo>
                  <a:lnTo>
                    <a:pt x="0" y="2540"/>
                  </a:lnTo>
                  <a:lnTo>
                    <a:pt x="0" y="6350"/>
                  </a:lnTo>
                  <a:lnTo>
                    <a:pt x="87630" y="6350"/>
                  </a:lnTo>
                  <a:lnTo>
                    <a:pt x="87630" y="2540"/>
                  </a:lnTo>
                  <a:lnTo>
                    <a:pt x="88900" y="2540"/>
                  </a:lnTo>
                  <a:lnTo>
                    <a:pt x="88900" y="0"/>
                  </a:lnTo>
                  <a:close/>
                </a:path>
                <a:path w="204470" h="6350">
                  <a:moveTo>
                    <a:pt x="204470" y="0"/>
                  </a:moveTo>
                  <a:lnTo>
                    <a:pt x="119380" y="0"/>
                  </a:lnTo>
                  <a:lnTo>
                    <a:pt x="119380" y="6350"/>
                  </a:lnTo>
                  <a:lnTo>
                    <a:pt x="204470" y="6350"/>
                  </a:lnTo>
                  <a:lnTo>
                    <a:pt x="204470" y="0"/>
                  </a:lnTo>
                  <a:close/>
                </a:path>
              </a:pathLst>
            </a:custGeom>
            <a:solidFill>
              <a:srgbClr val="001869"/>
            </a:solidFill>
          </p:spPr>
          <p:txBody>
            <a:bodyPr wrap="square" lIns="0" tIns="0" rIns="0" bIns="0" rtlCol="0"/>
            <a:lstStyle/>
            <a:p/>
          </p:txBody>
        </p:sp>
        <p:sp>
          <p:nvSpPr>
            <p:cNvPr id="1157" name="object 1157"/>
            <p:cNvSpPr/>
            <p:nvPr/>
          </p:nvSpPr>
          <p:spPr>
            <a:xfrm>
              <a:off x="3388359" y="1300480"/>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69" y="0"/>
                  </a:moveTo>
                  <a:lnTo>
                    <a:pt x="119379" y="0"/>
                  </a:lnTo>
                  <a:lnTo>
                    <a:pt x="119379" y="3810"/>
                  </a:lnTo>
                  <a:lnTo>
                    <a:pt x="120650" y="3810"/>
                  </a:lnTo>
                  <a:lnTo>
                    <a:pt x="120650" y="7620"/>
                  </a:lnTo>
                  <a:lnTo>
                    <a:pt x="204470" y="7620"/>
                  </a:lnTo>
                  <a:lnTo>
                    <a:pt x="204469" y="0"/>
                  </a:lnTo>
                  <a:close/>
                </a:path>
              </a:pathLst>
            </a:custGeom>
            <a:solidFill>
              <a:srgbClr val="00176B"/>
            </a:solidFill>
          </p:spPr>
          <p:txBody>
            <a:bodyPr wrap="square" lIns="0" tIns="0" rIns="0" bIns="0" rtlCol="0"/>
            <a:lstStyle/>
            <a:p/>
          </p:txBody>
        </p:sp>
        <p:sp>
          <p:nvSpPr>
            <p:cNvPr id="1158" name="object 1158"/>
            <p:cNvSpPr/>
            <p:nvPr/>
          </p:nvSpPr>
          <p:spPr>
            <a:xfrm>
              <a:off x="3388360" y="1308099"/>
              <a:ext cx="205740" cy="7620"/>
            </a:xfrm>
            <a:custGeom>
              <a:avLst/>
              <a:gdLst/>
              <a:ahLst/>
              <a:cxnLst/>
              <a:rect l="l" t="t" r="r" b="b"/>
              <a:pathLst>
                <a:path w="205739" h="7619">
                  <a:moveTo>
                    <a:pt x="86360" y="5092"/>
                  </a:moveTo>
                  <a:lnTo>
                    <a:pt x="0" y="5092"/>
                  </a:lnTo>
                  <a:lnTo>
                    <a:pt x="0" y="7620"/>
                  </a:lnTo>
                  <a:lnTo>
                    <a:pt x="86360" y="7620"/>
                  </a:lnTo>
                  <a:lnTo>
                    <a:pt x="86360" y="5092"/>
                  </a:lnTo>
                  <a:close/>
                </a:path>
                <a:path w="205739" h="7619">
                  <a:moveTo>
                    <a:pt x="86360" y="0"/>
                  </a:moveTo>
                  <a:lnTo>
                    <a:pt x="0" y="0"/>
                  </a:lnTo>
                  <a:lnTo>
                    <a:pt x="0" y="5080"/>
                  </a:lnTo>
                  <a:lnTo>
                    <a:pt x="86360" y="5080"/>
                  </a:lnTo>
                  <a:lnTo>
                    <a:pt x="86360" y="0"/>
                  </a:lnTo>
                  <a:close/>
                </a:path>
                <a:path w="205739" h="7619">
                  <a:moveTo>
                    <a:pt x="204470" y="0"/>
                  </a:moveTo>
                  <a:lnTo>
                    <a:pt x="120650" y="0"/>
                  </a:lnTo>
                  <a:lnTo>
                    <a:pt x="120650" y="5080"/>
                  </a:lnTo>
                  <a:lnTo>
                    <a:pt x="204470" y="5080"/>
                  </a:lnTo>
                  <a:lnTo>
                    <a:pt x="204470" y="0"/>
                  </a:lnTo>
                  <a:close/>
                </a:path>
                <a:path w="205739" h="7619">
                  <a:moveTo>
                    <a:pt x="205740" y="5092"/>
                  </a:moveTo>
                  <a:lnTo>
                    <a:pt x="120650" y="5092"/>
                  </a:lnTo>
                  <a:lnTo>
                    <a:pt x="120650" y="7620"/>
                  </a:lnTo>
                  <a:lnTo>
                    <a:pt x="205740" y="7620"/>
                  </a:lnTo>
                  <a:lnTo>
                    <a:pt x="205740" y="5092"/>
                  </a:lnTo>
                  <a:close/>
                </a:path>
              </a:pathLst>
            </a:custGeom>
            <a:solidFill>
              <a:srgbClr val="00176C"/>
            </a:solidFill>
          </p:spPr>
          <p:txBody>
            <a:bodyPr wrap="square" lIns="0" tIns="0" rIns="0" bIns="0" rtlCol="0"/>
            <a:lstStyle/>
            <a:p/>
          </p:txBody>
        </p:sp>
        <p:sp>
          <p:nvSpPr>
            <p:cNvPr id="1159" name="object 1159"/>
            <p:cNvSpPr/>
            <p:nvPr/>
          </p:nvSpPr>
          <p:spPr>
            <a:xfrm>
              <a:off x="3388360" y="1315719"/>
              <a:ext cx="205740" cy="6350"/>
            </a:xfrm>
            <a:custGeom>
              <a:avLst/>
              <a:gdLst/>
              <a:ahLst/>
              <a:cxnLst/>
              <a:rect l="l" t="t" r="r" b="b"/>
              <a:pathLst>
                <a:path w="205739" h="6350">
                  <a:moveTo>
                    <a:pt x="85090" y="0"/>
                  </a:moveTo>
                  <a:lnTo>
                    <a:pt x="0" y="0"/>
                  </a:lnTo>
                  <a:lnTo>
                    <a:pt x="0" y="6350"/>
                  </a:lnTo>
                  <a:lnTo>
                    <a:pt x="85090" y="6350"/>
                  </a:lnTo>
                  <a:lnTo>
                    <a:pt x="85090" y="0"/>
                  </a:lnTo>
                  <a:close/>
                </a:path>
                <a:path w="205739" h="6350">
                  <a:moveTo>
                    <a:pt x="205740" y="0"/>
                  </a:moveTo>
                  <a:lnTo>
                    <a:pt x="120650" y="0"/>
                  </a:lnTo>
                  <a:lnTo>
                    <a:pt x="120650" y="6350"/>
                  </a:lnTo>
                  <a:lnTo>
                    <a:pt x="205740" y="6350"/>
                  </a:lnTo>
                  <a:lnTo>
                    <a:pt x="205740" y="0"/>
                  </a:lnTo>
                  <a:close/>
                </a:path>
              </a:pathLst>
            </a:custGeom>
            <a:solidFill>
              <a:srgbClr val="00176E"/>
            </a:solidFill>
          </p:spPr>
          <p:txBody>
            <a:bodyPr wrap="square" lIns="0" tIns="0" rIns="0" bIns="0" rtlCol="0"/>
            <a:lstStyle/>
            <a:p/>
          </p:txBody>
        </p:sp>
        <p:sp>
          <p:nvSpPr>
            <p:cNvPr id="1160" name="object 1160"/>
            <p:cNvSpPr/>
            <p:nvPr/>
          </p:nvSpPr>
          <p:spPr>
            <a:xfrm>
              <a:off x="3388359" y="1322070"/>
              <a:ext cx="205740" cy="7620"/>
            </a:xfrm>
            <a:custGeom>
              <a:avLst/>
              <a:gdLst/>
              <a:ahLst/>
              <a:cxnLst/>
              <a:rect l="l" t="t" r="r" b="b"/>
              <a:pathLst>
                <a:path w="205739" h="7619">
                  <a:moveTo>
                    <a:pt x="85089" y="0"/>
                  </a:moveTo>
                  <a:lnTo>
                    <a:pt x="0" y="0"/>
                  </a:lnTo>
                  <a:lnTo>
                    <a:pt x="0" y="7619"/>
                  </a:lnTo>
                  <a:lnTo>
                    <a:pt x="83820" y="7619"/>
                  </a:lnTo>
                  <a:lnTo>
                    <a:pt x="83820" y="3809"/>
                  </a:lnTo>
                  <a:lnTo>
                    <a:pt x="85089" y="3809"/>
                  </a:lnTo>
                  <a:lnTo>
                    <a:pt x="85089" y="0"/>
                  </a:lnTo>
                  <a:close/>
                </a:path>
                <a:path w="205739" h="7619">
                  <a:moveTo>
                    <a:pt x="205739" y="0"/>
                  </a:moveTo>
                  <a:lnTo>
                    <a:pt x="120650" y="0"/>
                  </a:lnTo>
                  <a:lnTo>
                    <a:pt x="120650" y="2539"/>
                  </a:lnTo>
                  <a:lnTo>
                    <a:pt x="121919" y="2539"/>
                  </a:lnTo>
                  <a:lnTo>
                    <a:pt x="121919" y="7619"/>
                  </a:lnTo>
                  <a:lnTo>
                    <a:pt x="205739" y="7619"/>
                  </a:lnTo>
                  <a:lnTo>
                    <a:pt x="205739" y="0"/>
                  </a:lnTo>
                  <a:close/>
                </a:path>
              </a:pathLst>
            </a:custGeom>
            <a:solidFill>
              <a:srgbClr val="001670"/>
            </a:solidFill>
          </p:spPr>
          <p:txBody>
            <a:bodyPr wrap="square" lIns="0" tIns="0" rIns="0" bIns="0" rtlCol="0"/>
            <a:lstStyle/>
            <a:p/>
          </p:txBody>
        </p:sp>
        <p:sp>
          <p:nvSpPr>
            <p:cNvPr id="1161" name="object 1161"/>
            <p:cNvSpPr/>
            <p:nvPr/>
          </p:nvSpPr>
          <p:spPr>
            <a:xfrm>
              <a:off x="3388360" y="132968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1920" y="0"/>
                  </a:lnTo>
                  <a:lnTo>
                    <a:pt x="121920" y="7620"/>
                  </a:lnTo>
                  <a:lnTo>
                    <a:pt x="205740" y="7620"/>
                  </a:lnTo>
                  <a:lnTo>
                    <a:pt x="205740" y="0"/>
                  </a:lnTo>
                  <a:close/>
                </a:path>
              </a:pathLst>
            </a:custGeom>
            <a:solidFill>
              <a:srgbClr val="001672"/>
            </a:solidFill>
          </p:spPr>
          <p:txBody>
            <a:bodyPr wrap="square" lIns="0" tIns="0" rIns="0" bIns="0" rtlCol="0"/>
            <a:lstStyle/>
            <a:p/>
          </p:txBody>
        </p:sp>
        <p:sp>
          <p:nvSpPr>
            <p:cNvPr id="1162" name="object 1162"/>
            <p:cNvSpPr/>
            <p:nvPr/>
          </p:nvSpPr>
          <p:spPr>
            <a:xfrm>
              <a:off x="3388360" y="133730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1920" y="0"/>
                  </a:lnTo>
                  <a:lnTo>
                    <a:pt x="121920" y="6350"/>
                  </a:lnTo>
                  <a:lnTo>
                    <a:pt x="205740" y="6350"/>
                  </a:lnTo>
                  <a:lnTo>
                    <a:pt x="205740" y="0"/>
                  </a:lnTo>
                  <a:close/>
                </a:path>
              </a:pathLst>
            </a:custGeom>
            <a:solidFill>
              <a:srgbClr val="001573"/>
            </a:solidFill>
          </p:spPr>
          <p:txBody>
            <a:bodyPr wrap="square" lIns="0" tIns="0" rIns="0" bIns="0" rtlCol="0"/>
            <a:lstStyle/>
            <a:p/>
          </p:txBody>
        </p:sp>
        <p:sp>
          <p:nvSpPr>
            <p:cNvPr id="1163" name="object 1163"/>
            <p:cNvSpPr/>
            <p:nvPr/>
          </p:nvSpPr>
          <p:spPr>
            <a:xfrm>
              <a:off x="3388359" y="1343660"/>
              <a:ext cx="205740" cy="7620"/>
            </a:xfrm>
            <a:custGeom>
              <a:avLst/>
              <a:gdLst/>
              <a:ahLst/>
              <a:cxnLst/>
              <a:rect l="l" t="t" r="r" b="b"/>
              <a:pathLst>
                <a:path w="205739" h="7619">
                  <a:moveTo>
                    <a:pt x="83820" y="0"/>
                  </a:moveTo>
                  <a:lnTo>
                    <a:pt x="0" y="0"/>
                  </a:lnTo>
                  <a:lnTo>
                    <a:pt x="0" y="7619"/>
                  </a:lnTo>
                  <a:lnTo>
                    <a:pt x="83820" y="7619"/>
                  </a:lnTo>
                  <a:lnTo>
                    <a:pt x="83820" y="0"/>
                  </a:lnTo>
                  <a:close/>
                </a:path>
                <a:path w="205739" h="7619">
                  <a:moveTo>
                    <a:pt x="205739" y="0"/>
                  </a:moveTo>
                  <a:lnTo>
                    <a:pt x="121919" y="0"/>
                  </a:lnTo>
                  <a:lnTo>
                    <a:pt x="121919" y="5079"/>
                  </a:lnTo>
                  <a:lnTo>
                    <a:pt x="123189" y="5079"/>
                  </a:lnTo>
                  <a:lnTo>
                    <a:pt x="123189" y="7619"/>
                  </a:lnTo>
                  <a:lnTo>
                    <a:pt x="205739" y="7619"/>
                  </a:lnTo>
                  <a:lnTo>
                    <a:pt x="205739" y="0"/>
                  </a:lnTo>
                  <a:close/>
                </a:path>
              </a:pathLst>
            </a:custGeom>
            <a:solidFill>
              <a:srgbClr val="001575"/>
            </a:solidFill>
          </p:spPr>
          <p:txBody>
            <a:bodyPr wrap="square" lIns="0" tIns="0" rIns="0" bIns="0" rtlCol="0"/>
            <a:lstStyle/>
            <a:p/>
          </p:txBody>
        </p:sp>
        <p:sp>
          <p:nvSpPr>
            <p:cNvPr id="1164" name="object 1164"/>
            <p:cNvSpPr/>
            <p:nvPr/>
          </p:nvSpPr>
          <p:spPr>
            <a:xfrm>
              <a:off x="3388360" y="135127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001477"/>
            </a:solidFill>
          </p:spPr>
          <p:txBody>
            <a:bodyPr wrap="square" lIns="0" tIns="0" rIns="0" bIns="0" rtlCol="0"/>
            <a:lstStyle/>
            <a:p/>
          </p:txBody>
        </p:sp>
        <p:sp>
          <p:nvSpPr>
            <p:cNvPr id="1165" name="object 1165"/>
            <p:cNvSpPr/>
            <p:nvPr/>
          </p:nvSpPr>
          <p:spPr>
            <a:xfrm>
              <a:off x="3388360" y="135889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001479"/>
            </a:solidFill>
          </p:spPr>
          <p:txBody>
            <a:bodyPr wrap="square" lIns="0" tIns="0" rIns="0" bIns="0" rtlCol="0"/>
            <a:lstStyle/>
            <a:p/>
          </p:txBody>
        </p:sp>
        <p:sp>
          <p:nvSpPr>
            <p:cNvPr id="1166" name="object 1166"/>
            <p:cNvSpPr/>
            <p:nvPr/>
          </p:nvSpPr>
          <p:spPr>
            <a:xfrm>
              <a:off x="3388360" y="136524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00147A"/>
            </a:solidFill>
          </p:spPr>
          <p:txBody>
            <a:bodyPr wrap="square" lIns="0" tIns="0" rIns="0" bIns="0" rtlCol="0"/>
            <a:lstStyle/>
            <a:p/>
          </p:txBody>
        </p:sp>
        <p:sp>
          <p:nvSpPr>
            <p:cNvPr id="1167" name="object 1167"/>
            <p:cNvSpPr/>
            <p:nvPr/>
          </p:nvSpPr>
          <p:spPr>
            <a:xfrm>
              <a:off x="3388360" y="137286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00137C"/>
            </a:solidFill>
          </p:spPr>
          <p:txBody>
            <a:bodyPr wrap="square" lIns="0" tIns="0" rIns="0" bIns="0" rtlCol="0"/>
            <a:lstStyle/>
            <a:p/>
          </p:txBody>
        </p:sp>
        <p:sp>
          <p:nvSpPr>
            <p:cNvPr id="1168" name="object 1168"/>
            <p:cNvSpPr/>
            <p:nvPr/>
          </p:nvSpPr>
          <p:spPr>
            <a:xfrm>
              <a:off x="3388360" y="138048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00137E"/>
            </a:solidFill>
          </p:spPr>
          <p:txBody>
            <a:bodyPr wrap="square" lIns="0" tIns="0" rIns="0" bIns="0" rtlCol="0"/>
            <a:lstStyle/>
            <a:p/>
          </p:txBody>
        </p:sp>
        <p:sp>
          <p:nvSpPr>
            <p:cNvPr id="1169" name="object 1169"/>
            <p:cNvSpPr/>
            <p:nvPr/>
          </p:nvSpPr>
          <p:spPr>
            <a:xfrm>
              <a:off x="3388360" y="13868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001280"/>
            </a:solidFill>
          </p:spPr>
          <p:txBody>
            <a:bodyPr wrap="square" lIns="0" tIns="0" rIns="0" bIns="0" rtlCol="0"/>
            <a:lstStyle/>
            <a:p/>
          </p:txBody>
        </p:sp>
        <p:sp>
          <p:nvSpPr>
            <p:cNvPr id="1170" name="object 1170"/>
            <p:cNvSpPr/>
            <p:nvPr/>
          </p:nvSpPr>
          <p:spPr>
            <a:xfrm>
              <a:off x="3388359" y="1394460"/>
              <a:ext cx="205740" cy="7620"/>
            </a:xfrm>
            <a:custGeom>
              <a:avLst/>
              <a:gdLst/>
              <a:ahLst/>
              <a:cxnLst/>
              <a:rect l="l" t="t" r="r" b="b"/>
              <a:pathLst>
                <a:path w="205739" h="7619">
                  <a:moveTo>
                    <a:pt x="83820" y="0"/>
                  </a:moveTo>
                  <a:lnTo>
                    <a:pt x="0" y="0"/>
                  </a:lnTo>
                  <a:lnTo>
                    <a:pt x="0" y="7619"/>
                  </a:lnTo>
                  <a:lnTo>
                    <a:pt x="83820" y="7619"/>
                  </a:lnTo>
                  <a:lnTo>
                    <a:pt x="83820" y="0"/>
                  </a:lnTo>
                  <a:close/>
                </a:path>
                <a:path w="205739" h="7619">
                  <a:moveTo>
                    <a:pt x="205739" y="0"/>
                  </a:moveTo>
                  <a:lnTo>
                    <a:pt x="121919" y="0"/>
                  </a:lnTo>
                  <a:lnTo>
                    <a:pt x="121919" y="7619"/>
                  </a:lnTo>
                  <a:lnTo>
                    <a:pt x="204469" y="7619"/>
                  </a:lnTo>
                  <a:lnTo>
                    <a:pt x="204469" y="6350"/>
                  </a:lnTo>
                  <a:lnTo>
                    <a:pt x="205739" y="6350"/>
                  </a:lnTo>
                  <a:lnTo>
                    <a:pt x="205739" y="0"/>
                  </a:lnTo>
                  <a:close/>
                </a:path>
              </a:pathLst>
            </a:custGeom>
            <a:solidFill>
              <a:srgbClr val="001281"/>
            </a:solidFill>
          </p:spPr>
          <p:txBody>
            <a:bodyPr wrap="square" lIns="0" tIns="0" rIns="0" bIns="0" rtlCol="0"/>
            <a:lstStyle/>
            <a:p/>
          </p:txBody>
        </p:sp>
        <p:sp>
          <p:nvSpPr>
            <p:cNvPr id="1171" name="object 1171"/>
            <p:cNvSpPr/>
            <p:nvPr/>
          </p:nvSpPr>
          <p:spPr>
            <a:xfrm>
              <a:off x="3388360" y="140207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001183"/>
            </a:solidFill>
          </p:spPr>
          <p:txBody>
            <a:bodyPr wrap="square" lIns="0" tIns="0" rIns="0" bIns="0" rtlCol="0"/>
            <a:lstStyle/>
            <a:p/>
          </p:txBody>
        </p:sp>
        <p:sp>
          <p:nvSpPr>
            <p:cNvPr id="1172" name="object 1172"/>
            <p:cNvSpPr/>
            <p:nvPr/>
          </p:nvSpPr>
          <p:spPr>
            <a:xfrm>
              <a:off x="3388360" y="140842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185"/>
            </a:solidFill>
          </p:spPr>
          <p:txBody>
            <a:bodyPr wrap="square" lIns="0" tIns="0" rIns="0" bIns="0" rtlCol="0"/>
            <a:lstStyle/>
            <a:p/>
          </p:txBody>
        </p:sp>
        <p:sp>
          <p:nvSpPr>
            <p:cNvPr id="1173" name="object 1173"/>
            <p:cNvSpPr/>
            <p:nvPr/>
          </p:nvSpPr>
          <p:spPr>
            <a:xfrm>
              <a:off x="3388359" y="1416050"/>
              <a:ext cx="204470" cy="7620"/>
            </a:xfrm>
            <a:custGeom>
              <a:avLst/>
              <a:gdLst/>
              <a:ahLst/>
              <a:cxnLst/>
              <a:rect l="l" t="t" r="r" b="b"/>
              <a:pathLst>
                <a:path w="204470" h="7619">
                  <a:moveTo>
                    <a:pt x="83820" y="0"/>
                  </a:moveTo>
                  <a:lnTo>
                    <a:pt x="0" y="0"/>
                  </a:lnTo>
                  <a:lnTo>
                    <a:pt x="0" y="7620"/>
                  </a:lnTo>
                  <a:lnTo>
                    <a:pt x="85089" y="7620"/>
                  </a:lnTo>
                  <a:lnTo>
                    <a:pt x="85089" y="5079"/>
                  </a:lnTo>
                  <a:lnTo>
                    <a:pt x="83820" y="5079"/>
                  </a:lnTo>
                  <a:lnTo>
                    <a:pt x="83820" y="0"/>
                  </a:lnTo>
                  <a:close/>
                </a:path>
                <a:path w="204470" h="7619">
                  <a:moveTo>
                    <a:pt x="204469" y="0"/>
                  </a:moveTo>
                  <a:lnTo>
                    <a:pt x="121919" y="0"/>
                  </a:lnTo>
                  <a:lnTo>
                    <a:pt x="121919" y="6350"/>
                  </a:lnTo>
                  <a:lnTo>
                    <a:pt x="120650" y="6350"/>
                  </a:lnTo>
                  <a:lnTo>
                    <a:pt x="120650" y="7620"/>
                  </a:lnTo>
                  <a:lnTo>
                    <a:pt x="204469" y="7620"/>
                  </a:lnTo>
                  <a:lnTo>
                    <a:pt x="204469" y="0"/>
                  </a:lnTo>
                  <a:close/>
                </a:path>
              </a:pathLst>
            </a:custGeom>
            <a:solidFill>
              <a:srgbClr val="001087"/>
            </a:solidFill>
          </p:spPr>
          <p:txBody>
            <a:bodyPr wrap="square" lIns="0" tIns="0" rIns="0" bIns="0" rtlCol="0"/>
            <a:lstStyle/>
            <a:p/>
          </p:txBody>
        </p:sp>
        <p:sp>
          <p:nvSpPr>
            <p:cNvPr id="1174" name="object 1174"/>
            <p:cNvSpPr/>
            <p:nvPr/>
          </p:nvSpPr>
          <p:spPr>
            <a:xfrm>
              <a:off x="3388360" y="1423669"/>
              <a:ext cx="204470" cy="6350"/>
            </a:xfrm>
            <a:custGeom>
              <a:avLst/>
              <a:gdLst/>
              <a:ahLst/>
              <a:cxnLst/>
              <a:rect l="l" t="t" r="r" b="b"/>
              <a:pathLst>
                <a:path w="204470" h="6350">
                  <a:moveTo>
                    <a:pt x="85090" y="0"/>
                  </a:moveTo>
                  <a:lnTo>
                    <a:pt x="0" y="0"/>
                  </a:lnTo>
                  <a:lnTo>
                    <a:pt x="0" y="6350"/>
                  </a:lnTo>
                  <a:lnTo>
                    <a:pt x="85090" y="6350"/>
                  </a:lnTo>
                  <a:lnTo>
                    <a:pt x="85090" y="0"/>
                  </a:lnTo>
                  <a:close/>
                </a:path>
                <a:path w="204470" h="6350">
                  <a:moveTo>
                    <a:pt x="204470" y="0"/>
                  </a:moveTo>
                  <a:lnTo>
                    <a:pt x="120650" y="0"/>
                  </a:lnTo>
                  <a:lnTo>
                    <a:pt x="120650" y="6350"/>
                  </a:lnTo>
                  <a:lnTo>
                    <a:pt x="204470" y="6350"/>
                  </a:lnTo>
                  <a:lnTo>
                    <a:pt x="204470" y="0"/>
                  </a:lnTo>
                  <a:close/>
                </a:path>
              </a:pathLst>
            </a:custGeom>
            <a:solidFill>
              <a:srgbClr val="001088"/>
            </a:solidFill>
          </p:spPr>
          <p:txBody>
            <a:bodyPr wrap="square" lIns="0" tIns="0" rIns="0" bIns="0" rtlCol="0"/>
            <a:lstStyle/>
            <a:p/>
          </p:txBody>
        </p:sp>
        <p:sp>
          <p:nvSpPr>
            <p:cNvPr id="1175" name="object 1175"/>
            <p:cNvSpPr/>
            <p:nvPr/>
          </p:nvSpPr>
          <p:spPr>
            <a:xfrm>
              <a:off x="3388359" y="1430020"/>
              <a:ext cx="204470" cy="7620"/>
            </a:xfrm>
            <a:custGeom>
              <a:avLst/>
              <a:gdLst/>
              <a:ahLst/>
              <a:cxnLst/>
              <a:rect l="l" t="t" r="r" b="b"/>
              <a:pathLst>
                <a:path w="204470" h="7619">
                  <a:moveTo>
                    <a:pt x="85089" y="0"/>
                  </a:moveTo>
                  <a:lnTo>
                    <a:pt x="0" y="0"/>
                  </a:lnTo>
                  <a:lnTo>
                    <a:pt x="0" y="7619"/>
                  </a:lnTo>
                  <a:lnTo>
                    <a:pt x="86360" y="7619"/>
                  </a:lnTo>
                  <a:lnTo>
                    <a:pt x="86360" y="1269"/>
                  </a:lnTo>
                  <a:lnTo>
                    <a:pt x="85089" y="1269"/>
                  </a:lnTo>
                  <a:lnTo>
                    <a:pt x="85089" y="0"/>
                  </a:lnTo>
                  <a:close/>
                </a:path>
                <a:path w="204470" h="7619">
                  <a:moveTo>
                    <a:pt x="204469" y="0"/>
                  </a:moveTo>
                  <a:lnTo>
                    <a:pt x="120650" y="0"/>
                  </a:lnTo>
                  <a:lnTo>
                    <a:pt x="120650" y="7619"/>
                  </a:lnTo>
                  <a:lnTo>
                    <a:pt x="204469" y="7619"/>
                  </a:lnTo>
                  <a:lnTo>
                    <a:pt x="204469" y="0"/>
                  </a:lnTo>
                  <a:close/>
                </a:path>
              </a:pathLst>
            </a:custGeom>
            <a:solidFill>
              <a:srgbClr val="00108A"/>
            </a:solidFill>
          </p:spPr>
          <p:txBody>
            <a:bodyPr wrap="square" lIns="0" tIns="0" rIns="0" bIns="0" rtlCol="0"/>
            <a:lstStyle/>
            <a:p/>
          </p:txBody>
        </p:sp>
        <p:sp>
          <p:nvSpPr>
            <p:cNvPr id="1176" name="object 1176"/>
            <p:cNvSpPr/>
            <p:nvPr/>
          </p:nvSpPr>
          <p:spPr>
            <a:xfrm>
              <a:off x="3388359" y="1437640"/>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69" y="0"/>
                  </a:moveTo>
                  <a:lnTo>
                    <a:pt x="120650" y="0"/>
                  </a:lnTo>
                  <a:lnTo>
                    <a:pt x="120650" y="6350"/>
                  </a:lnTo>
                  <a:lnTo>
                    <a:pt x="119379" y="6350"/>
                  </a:lnTo>
                  <a:lnTo>
                    <a:pt x="119379" y="7620"/>
                  </a:lnTo>
                  <a:lnTo>
                    <a:pt x="204469" y="7620"/>
                  </a:lnTo>
                  <a:lnTo>
                    <a:pt x="204469" y="0"/>
                  </a:lnTo>
                  <a:close/>
                </a:path>
              </a:pathLst>
            </a:custGeom>
            <a:solidFill>
              <a:srgbClr val="000F8C"/>
            </a:solidFill>
          </p:spPr>
          <p:txBody>
            <a:bodyPr wrap="square" lIns="0" tIns="0" rIns="0" bIns="0" rtlCol="0"/>
            <a:lstStyle/>
            <a:p/>
          </p:txBody>
        </p:sp>
        <p:sp>
          <p:nvSpPr>
            <p:cNvPr id="1177" name="object 1177"/>
            <p:cNvSpPr/>
            <p:nvPr/>
          </p:nvSpPr>
          <p:spPr>
            <a:xfrm>
              <a:off x="3388359" y="1445260"/>
              <a:ext cx="203200" cy="6350"/>
            </a:xfrm>
            <a:custGeom>
              <a:avLst/>
              <a:gdLst/>
              <a:ahLst/>
              <a:cxnLst/>
              <a:rect l="l" t="t" r="r" b="b"/>
              <a:pathLst>
                <a:path w="203200" h="6350">
                  <a:moveTo>
                    <a:pt x="86360" y="0"/>
                  </a:moveTo>
                  <a:lnTo>
                    <a:pt x="0" y="0"/>
                  </a:lnTo>
                  <a:lnTo>
                    <a:pt x="0" y="6350"/>
                  </a:lnTo>
                  <a:lnTo>
                    <a:pt x="87629" y="6350"/>
                  </a:lnTo>
                  <a:lnTo>
                    <a:pt x="87629" y="3810"/>
                  </a:lnTo>
                  <a:lnTo>
                    <a:pt x="86360" y="3810"/>
                  </a:lnTo>
                  <a:lnTo>
                    <a:pt x="86360" y="0"/>
                  </a:lnTo>
                  <a:close/>
                </a:path>
                <a:path w="203200" h="6350">
                  <a:moveTo>
                    <a:pt x="203200" y="0"/>
                  </a:moveTo>
                  <a:lnTo>
                    <a:pt x="119379" y="0"/>
                  </a:lnTo>
                  <a:lnTo>
                    <a:pt x="119379" y="5079"/>
                  </a:lnTo>
                  <a:lnTo>
                    <a:pt x="118110" y="5079"/>
                  </a:lnTo>
                  <a:lnTo>
                    <a:pt x="118110" y="6350"/>
                  </a:lnTo>
                  <a:lnTo>
                    <a:pt x="203200" y="6350"/>
                  </a:lnTo>
                  <a:lnTo>
                    <a:pt x="203200" y="0"/>
                  </a:lnTo>
                  <a:close/>
                </a:path>
              </a:pathLst>
            </a:custGeom>
            <a:solidFill>
              <a:srgbClr val="000F8D"/>
            </a:solidFill>
          </p:spPr>
          <p:txBody>
            <a:bodyPr wrap="square" lIns="0" tIns="0" rIns="0" bIns="0" rtlCol="0"/>
            <a:lstStyle/>
            <a:p/>
          </p:txBody>
        </p:sp>
        <p:sp>
          <p:nvSpPr>
            <p:cNvPr id="1178" name="object 1178"/>
            <p:cNvSpPr/>
            <p:nvPr/>
          </p:nvSpPr>
          <p:spPr>
            <a:xfrm>
              <a:off x="3388360" y="1451609"/>
              <a:ext cx="203200" cy="7620"/>
            </a:xfrm>
            <a:custGeom>
              <a:avLst/>
              <a:gdLst/>
              <a:ahLst/>
              <a:cxnLst/>
              <a:rect l="l" t="t" r="r" b="b"/>
              <a:pathLst>
                <a:path w="203200" h="7619">
                  <a:moveTo>
                    <a:pt x="87630" y="0"/>
                  </a:moveTo>
                  <a:lnTo>
                    <a:pt x="0" y="0"/>
                  </a:lnTo>
                  <a:lnTo>
                    <a:pt x="0" y="1270"/>
                  </a:lnTo>
                  <a:lnTo>
                    <a:pt x="87630" y="1270"/>
                  </a:lnTo>
                  <a:lnTo>
                    <a:pt x="87630" y="0"/>
                  </a:lnTo>
                  <a:close/>
                </a:path>
                <a:path w="203200" h="7619">
                  <a:moveTo>
                    <a:pt x="88900" y="1282"/>
                  </a:moveTo>
                  <a:lnTo>
                    <a:pt x="0" y="1282"/>
                  </a:lnTo>
                  <a:lnTo>
                    <a:pt x="0" y="7620"/>
                  </a:lnTo>
                  <a:lnTo>
                    <a:pt x="88900" y="7620"/>
                  </a:lnTo>
                  <a:lnTo>
                    <a:pt x="88900" y="1282"/>
                  </a:lnTo>
                  <a:close/>
                </a:path>
                <a:path w="203200" h="7619">
                  <a:moveTo>
                    <a:pt x="203200" y="0"/>
                  </a:moveTo>
                  <a:lnTo>
                    <a:pt x="118110" y="0"/>
                  </a:lnTo>
                  <a:lnTo>
                    <a:pt x="118110" y="1270"/>
                  </a:lnTo>
                  <a:lnTo>
                    <a:pt x="118110" y="6350"/>
                  </a:lnTo>
                  <a:lnTo>
                    <a:pt x="116840" y="6350"/>
                  </a:lnTo>
                  <a:lnTo>
                    <a:pt x="116840" y="7620"/>
                  </a:lnTo>
                  <a:lnTo>
                    <a:pt x="203200" y="7620"/>
                  </a:lnTo>
                  <a:lnTo>
                    <a:pt x="203200" y="6350"/>
                  </a:lnTo>
                  <a:lnTo>
                    <a:pt x="203200" y="1270"/>
                  </a:lnTo>
                  <a:lnTo>
                    <a:pt x="203200" y="0"/>
                  </a:lnTo>
                  <a:close/>
                </a:path>
              </a:pathLst>
            </a:custGeom>
            <a:solidFill>
              <a:srgbClr val="000E8F"/>
            </a:solidFill>
          </p:spPr>
          <p:txBody>
            <a:bodyPr wrap="square" lIns="0" tIns="0" rIns="0" bIns="0" rtlCol="0"/>
            <a:lstStyle/>
            <a:p/>
          </p:txBody>
        </p:sp>
        <p:sp>
          <p:nvSpPr>
            <p:cNvPr id="1179" name="object 1179"/>
            <p:cNvSpPr/>
            <p:nvPr/>
          </p:nvSpPr>
          <p:spPr>
            <a:xfrm>
              <a:off x="3388360" y="1459229"/>
              <a:ext cx="203200" cy="7620"/>
            </a:xfrm>
            <a:custGeom>
              <a:avLst/>
              <a:gdLst/>
              <a:ahLst/>
              <a:cxnLst/>
              <a:rect l="l" t="t" r="r" b="b"/>
              <a:pathLst>
                <a:path w="203200" h="7619">
                  <a:moveTo>
                    <a:pt x="91440" y="6350"/>
                  </a:moveTo>
                  <a:lnTo>
                    <a:pt x="90170" y="6350"/>
                  </a:lnTo>
                  <a:lnTo>
                    <a:pt x="90170" y="1270"/>
                  </a:lnTo>
                  <a:lnTo>
                    <a:pt x="88900" y="1270"/>
                  </a:lnTo>
                  <a:lnTo>
                    <a:pt x="88900" y="0"/>
                  </a:lnTo>
                  <a:lnTo>
                    <a:pt x="0" y="0"/>
                  </a:lnTo>
                  <a:lnTo>
                    <a:pt x="0" y="1270"/>
                  </a:lnTo>
                  <a:lnTo>
                    <a:pt x="0" y="6350"/>
                  </a:lnTo>
                  <a:lnTo>
                    <a:pt x="0" y="7620"/>
                  </a:lnTo>
                  <a:lnTo>
                    <a:pt x="91440" y="7620"/>
                  </a:lnTo>
                  <a:lnTo>
                    <a:pt x="91440" y="6350"/>
                  </a:lnTo>
                  <a:close/>
                </a:path>
                <a:path w="203200" h="7619">
                  <a:moveTo>
                    <a:pt x="203200" y="0"/>
                  </a:moveTo>
                  <a:lnTo>
                    <a:pt x="116840" y="0"/>
                  </a:lnTo>
                  <a:lnTo>
                    <a:pt x="116840" y="6350"/>
                  </a:lnTo>
                  <a:lnTo>
                    <a:pt x="115570" y="6350"/>
                  </a:lnTo>
                  <a:lnTo>
                    <a:pt x="115570" y="7620"/>
                  </a:lnTo>
                  <a:lnTo>
                    <a:pt x="203187" y="7620"/>
                  </a:lnTo>
                  <a:lnTo>
                    <a:pt x="203187" y="6350"/>
                  </a:lnTo>
                  <a:lnTo>
                    <a:pt x="203200" y="0"/>
                  </a:lnTo>
                  <a:close/>
                </a:path>
              </a:pathLst>
            </a:custGeom>
            <a:solidFill>
              <a:srgbClr val="000E91"/>
            </a:solidFill>
          </p:spPr>
          <p:txBody>
            <a:bodyPr wrap="square" lIns="0" tIns="0" rIns="0" bIns="0" rtlCol="0"/>
            <a:lstStyle/>
            <a:p/>
          </p:txBody>
        </p:sp>
        <p:sp>
          <p:nvSpPr>
            <p:cNvPr id="1180" name="object 1180"/>
            <p:cNvSpPr/>
            <p:nvPr/>
          </p:nvSpPr>
          <p:spPr>
            <a:xfrm>
              <a:off x="3388360" y="1466849"/>
              <a:ext cx="201930" cy="7620"/>
            </a:xfrm>
            <a:custGeom>
              <a:avLst/>
              <a:gdLst/>
              <a:ahLst/>
              <a:cxnLst/>
              <a:rect l="l" t="t" r="r" b="b"/>
              <a:pathLst>
                <a:path w="201929" h="7619">
                  <a:moveTo>
                    <a:pt x="93980" y="5080"/>
                  </a:moveTo>
                  <a:lnTo>
                    <a:pt x="92710" y="5080"/>
                  </a:lnTo>
                  <a:lnTo>
                    <a:pt x="92710" y="2540"/>
                  </a:lnTo>
                  <a:lnTo>
                    <a:pt x="91440" y="2540"/>
                  </a:lnTo>
                  <a:lnTo>
                    <a:pt x="91440" y="0"/>
                  </a:lnTo>
                  <a:lnTo>
                    <a:pt x="0" y="0"/>
                  </a:lnTo>
                  <a:lnTo>
                    <a:pt x="0" y="2540"/>
                  </a:lnTo>
                  <a:lnTo>
                    <a:pt x="0" y="5080"/>
                  </a:lnTo>
                  <a:lnTo>
                    <a:pt x="0" y="7620"/>
                  </a:lnTo>
                  <a:lnTo>
                    <a:pt x="93980" y="7620"/>
                  </a:lnTo>
                  <a:lnTo>
                    <a:pt x="93980" y="5080"/>
                  </a:lnTo>
                  <a:close/>
                </a:path>
                <a:path w="201929" h="7619">
                  <a:moveTo>
                    <a:pt x="201930" y="0"/>
                  </a:moveTo>
                  <a:lnTo>
                    <a:pt x="115570" y="0"/>
                  </a:lnTo>
                  <a:lnTo>
                    <a:pt x="115570" y="2540"/>
                  </a:lnTo>
                  <a:lnTo>
                    <a:pt x="114300" y="2540"/>
                  </a:lnTo>
                  <a:lnTo>
                    <a:pt x="114300" y="5080"/>
                  </a:lnTo>
                  <a:lnTo>
                    <a:pt x="113030" y="5080"/>
                  </a:lnTo>
                  <a:lnTo>
                    <a:pt x="113030" y="7620"/>
                  </a:lnTo>
                  <a:lnTo>
                    <a:pt x="201930" y="7620"/>
                  </a:lnTo>
                  <a:lnTo>
                    <a:pt x="201930" y="5080"/>
                  </a:lnTo>
                  <a:lnTo>
                    <a:pt x="201930" y="2540"/>
                  </a:lnTo>
                  <a:lnTo>
                    <a:pt x="201930" y="0"/>
                  </a:lnTo>
                  <a:close/>
                </a:path>
              </a:pathLst>
            </a:custGeom>
            <a:solidFill>
              <a:srgbClr val="000D93"/>
            </a:solidFill>
          </p:spPr>
          <p:txBody>
            <a:bodyPr wrap="square" lIns="0" tIns="0" rIns="0" bIns="0" rtlCol="0"/>
            <a:lstStyle/>
            <a:p/>
          </p:txBody>
        </p:sp>
        <p:sp>
          <p:nvSpPr>
            <p:cNvPr id="1181" name="object 1181"/>
            <p:cNvSpPr/>
            <p:nvPr/>
          </p:nvSpPr>
          <p:spPr>
            <a:xfrm>
              <a:off x="3388360" y="1474469"/>
              <a:ext cx="201930" cy="6350"/>
            </a:xfrm>
            <a:custGeom>
              <a:avLst/>
              <a:gdLst/>
              <a:ahLst/>
              <a:cxnLst/>
              <a:rect l="l" t="t" r="r" b="b"/>
              <a:pathLst>
                <a:path w="201929" h="6350">
                  <a:moveTo>
                    <a:pt x="96520" y="3810"/>
                  </a:moveTo>
                  <a:lnTo>
                    <a:pt x="95250" y="3810"/>
                  </a:lnTo>
                  <a:lnTo>
                    <a:pt x="95250" y="1270"/>
                  </a:lnTo>
                  <a:lnTo>
                    <a:pt x="93980" y="1270"/>
                  </a:lnTo>
                  <a:lnTo>
                    <a:pt x="93980" y="0"/>
                  </a:lnTo>
                  <a:lnTo>
                    <a:pt x="0" y="0"/>
                  </a:lnTo>
                  <a:lnTo>
                    <a:pt x="0" y="1270"/>
                  </a:lnTo>
                  <a:lnTo>
                    <a:pt x="0" y="3810"/>
                  </a:lnTo>
                  <a:lnTo>
                    <a:pt x="0" y="6350"/>
                  </a:lnTo>
                  <a:lnTo>
                    <a:pt x="96520" y="6350"/>
                  </a:lnTo>
                  <a:lnTo>
                    <a:pt x="96520" y="3810"/>
                  </a:lnTo>
                  <a:close/>
                </a:path>
                <a:path w="201929" h="6350">
                  <a:moveTo>
                    <a:pt x="201930" y="0"/>
                  </a:moveTo>
                  <a:lnTo>
                    <a:pt x="113030" y="0"/>
                  </a:lnTo>
                  <a:lnTo>
                    <a:pt x="113030" y="2540"/>
                  </a:lnTo>
                  <a:lnTo>
                    <a:pt x="111760" y="2540"/>
                  </a:lnTo>
                  <a:lnTo>
                    <a:pt x="111760" y="3810"/>
                  </a:lnTo>
                  <a:lnTo>
                    <a:pt x="110490" y="3810"/>
                  </a:lnTo>
                  <a:lnTo>
                    <a:pt x="110490" y="6350"/>
                  </a:lnTo>
                  <a:lnTo>
                    <a:pt x="201930" y="6350"/>
                  </a:lnTo>
                  <a:lnTo>
                    <a:pt x="201930" y="3810"/>
                  </a:lnTo>
                  <a:lnTo>
                    <a:pt x="201930" y="2540"/>
                  </a:lnTo>
                  <a:lnTo>
                    <a:pt x="201930" y="0"/>
                  </a:lnTo>
                  <a:close/>
                </a:path>
              </a:pathLst>
            </a:custGeom>
            <a:solidFill>
              <a:srgbClr val="000D94"/>
            </a:solidFill>
          </p:spPr>
          <p:txBody>
            <a:bodyPr wrap="square" lIns="0" tIns="0" rIns="0" bIns="0" rtlCol="0"/>
            <a:lstStyle/>
            <a:p/>
          </p:txBody>
        </p:sp>
        <p:sp>
          <p:nvSpPr>
            <p:cNvPr id="1182" name="object 1182"/>
            <p:cNvSpPr/>
            <p:nvPr/>
          </p:nvSpPr>
          <p:spPr>
            <a:xfrm>
              <a:off x="3388360" y="1480819"/>
              <a:ext cx="201930" cy="7620"/>
            </a:xfrm>
            <a:custGeom>
              <a:avLst/>
              <a:gdLst/>
              <a:ahLst/>
              <a:cxnLst/>
              <a:rect l="l" t="t" r="r" b="b"/>
              <a:pathLst>
                <a:path w="201929" h="7619">
                  <a:moveTo>
                    <a:pt x="201930" y="0"/>
                  </a:moveTo>
                  <a:lnTo>
                    <a:pt x="110490" y="0"/>
                  </a:lnTo>
                  <a:lnTo>
                    <a:pt x="110490" y="1270"/>
                  </a:lnTo>
                  <a:lnTo>
                    <a:pt x="109220" y="1270"/>
                  </a:lnTo>
                  <a:lnTo>
                    <a:pt x="109220" y="2540"/>
                  </a:lnTo>
                  <a:lnTo>
                    <a:pt x="107950" y="2540"/>
                  </a:lnTo>
                  <a:lnTo>
                    <a:pt x="107950" y="3810"/>
                  </a:lnTo>
                  <a:lnTo>
                    <a:pt x="106680" y="3810"/>
                  </a:lnTo>
                  <a:lnTo>
                    <a:pt x="106680" y="5080"/>
                  </a:lnTo>
                  <a:lnTo>
                    <a:pt x="105410" y="5080"/>
                  </a:lnTo>
                  <a:lnTo>
                    <a:pt x="105410" y="6350"/>
                  </a:lnTo>
                  <a:lnTo>
                    <a:pt x="101600" y="6350"/>
                  </a:lnTo>
                  <a:lnTo>
                    <a:pt x="101600" y="5080"/>
                  </a:lnTo>
                  <a:lnTo>
                    <a:pt x="99060" y="5080"/>
                  </a:lnTo>
                  <a:lnTo>
                    <a:pt x="99060" y="2540"/>
                  </a:lnTo>
                  <a:lnTo>
                    <a:pt x="97790" y="2540"/>
                  </a:lnTo>
                  <a:lnTo>
                    <a:pt x="97790" y="1270"/>
                  </a:lnTo>
                  <a:lnTo>
                    <a:pt x="96520" y="1270"/>
                  </a:lnTo>
                  <a:lnTo>
                    <a:pt x="96520" y="0"/>
                  </a:lnTo>
                  <a:lnTo>
                    <a:pt x="0" y="0"/>
                  </a:lnTo>
                  <a:lnTo>
                    <a:pt x="0" y="7620"/>
                  </a:lnTo>
                  <a:lnTo>
                    <a:pt x="200660" y="7620"/>
                  </a:lnTo>
                  <a:lnTo>
                    <a:pt x="200660" y="6350"/>
                  </a:lnTo>
                  <a:lnTo>
                    <a:pt x="200660" y="5080"/>
                  </a:lnTo>
                  <a:lnTo>
                    <a:pt x="200660" y="3810"/>
                  </a:lnTo>
                  <a:lnTo>
                    <a:pt x="200647" y="2540"/>
                  </a:lnTo>
                  <a:lnTo>
                    <a:pt x="200647" y="1270"/>
                  </a:lnTo>
                  <a:lnTo>
                    <a:pt x="201930" y="1270"/>
                  </a:lnTo>
                  <a:lnTo>
                    <a:pt x="201930" y="0"/>
                  </a:lnTo>
                  <a:close/>
                </a:path>
              </a:pathLst>
            </a:custGeom>
            <a:solidFill>
              <a:srgbClr val="000D96"/>
            </a:solidFill>
          </p:spPr>
          <p:txBody>
            <a:bodyPr wrap="square" lIns="0" tIns="0" rIns="0" bIns="0" rtlCol="0"/>
            <a:lstStyle/>
            <a:p/>
          </p:txBody>
        </p:sp>
        <p:sp>
          <p:nvSpPr>
            <p:cNvPr id="1183" name="object 1183"/>
            <p:cNvSpPr/>
            <p:nvPr/>
          </p:nvSpPr>
          <p:spPr>
            <a:xfrm>
              <a:off x="3388360" y="1488439"/>
              <a:ext cx="200660" cy="7620"/>
            </a:xfrm>
            <a:custGeom>
              <a:avLst/>
              <a:gdLst/>
              <a:ahLst/>
              <a:cxnLst/>
              <a:rect l="l" t="t" r="r" b="b"/>
              <a:pathLst>
                <a:path w="200660" h="7619">
                  <a:moveTo>
                    <a:pt x="200660" y="0"/>
                  </a:moveTo>
                  <a:lnTo>
                    <a:pt x="0" y="0"/>
                  </a:lnTo>
                  <a:lnTo>
                    <a:pt x="0" y="3810"/>
                  </a:lnTo>
                  <a:lnTo>
                    <a:pt x="0" y="7620"/>
                  </a:lnTo>
                  <a:lnTo>
                    <a:pt x="199390" y="7620"/>
                  </a:lnTo>
                  <a:lnTo>
                    <a:pt x="199390" y="3810"/>
                  </a:lnTo>
                  <a:lnTo>
                    <a:pt x="200660" y="3810"/>
                  </a:lnTo>
                  <a:lnTo>
                    <a:pt x="200660" y="0"/>
                  </a:lnTo>
                  <a:close/>
                </a:path>
              </a:pathLst>
            </a:custGeom>
            <a:solidFill>
              <a:srgbClr val="000C98"/>
            </a:solidFill>
          </p:spPr>
          <p:txBody>
            <a:bodyPr wrap="square" lIns="0" tIns="0" rIns="0" bIns="0" rtlCol="0"/>
            <a:lstStyle/>
            <a:p/>
          </p:txBody>
        </p:sp>
        <p:sp>
          <p:nvSpPr>
            <p:cNvPr id="1184" name="object 1184"/>
            <p:cNvSpPr/>
            <p:nvPr/>
          </p:nvSpPr>
          <p:spPr>
            <a:xfrm>
              <a:off x="3388359" y="1496060"/>
              <a:ext cx="199390" cy="6350"/>
            </a:xfrm>
            <a:custGeom>
              <a:avLst/>
              <a:gdLst/>
              <a:ahLst/>
              <a:cxnLst/>
              <a:rect l="l" t="t" r="r" b="b"/>
              <a:pathLst>
                <a:path w="199389" h="6350">
                  <a:moveTo>
                    <a:pt x="0" y="0"/>
                  </a:moveTo>
                  <a:lnTo>
                    <a:pt x="199389" y="0"/>
                  </a:lnTo>
                  <a:lnTo>
                    <a:pt x="199389" y="6350"/>
                  </a:lnTo>
                  <a:lnTo>
                    <a:pt x="0" y="6350"/>
                  </a:lnTo>
                  <a:lnTo>
                    <a:pt x="0" y="0"/>
                  </a:lnTo>
                  <a:close/>
                </a:path>
              </a:pathLst>
            </a:custGeom>
            <a:solidFill>
              <a:srgbClr val="000C9A"/>
            </a:solidFill>
          </p:spPr>
          <p:txBody>
            <a:bodyPr wrap="square" lIns="0" tIns="0" rIns="0" bIns="0" rtlCol="0"/>
            <a:lstStyle/>
            <a:p/>
          </p:txBody>
        </p:sp>
        <p:sp>
          <p:nvSpPr>
            <p:cNvPr id="1185" name="object 1185"/>
            <p:cNvSpPr/>
            <p:nvPr/>
          </p:nvSpPr>
          <p:spPr>
            <a:xfrm>
              <a:off x="3388360" y="1502409"/>
              <a:ext cx="199390" cy="7620"/>
            </a:xfrm>
            <a:custGeom>
              <a:avLst/>
              <a:gdLst/>
              <a:ahLst/>
              <a:cxnLst/>
              <a:rect l="l" t="t" r="r" b="b"/>
              <a:pathLst>
                <a:path w="199389" h="7619">
                  <a:moveTo>
                    <a:pt x="199390" y="0"/>
                  </a:moveTo>
                  <a:lnTo>
                    <a:pt x="0" y="0"/>
                  </a:lnTo>
                  <a:lnTo>
                    <a:pt x="0" y="5080"/>
                  </a:lnTo>
                  <a:lnTo>
                    <a:pt x="0" y="7620"/>
                  </a:lnTo>
                  <a:lnTo>
                    <a:pt x="198120" y="7620"/>
                  </a:lnTo>
                  <a:lnTo>
                    <a:pt x="198120" y="5080"/>
                  </a:lnTo>
                  <a:lnTo>
                    <a:pt x="199390" y="5080"/>
                  </a:lnTo>
                  <a:lnTo>
                    <a:pt x="199390" y="0"/>
                  </a:lnTo>
                  <a:close/>
                </a:path>
              </a:pathLst>
            </a:custGeom>
            <a:solidFill>
              <a:srgbClr val="000B9B"/>
            </a:solidFill>
          </p:spPr>
          <p:txBody>
            <a:bodyPr wrap="square" lIns="0" tIns="0" rIns="0" bIns="0" rtlCol="0"/>
            <a:lstStyle/>
            <a:p/>
          </p:txBody>
        </p:sp>
        <p:sp>
          <p:nvSpPr>
            <p:cNvPr id="1186" name="object 1186"/>
            <p:cNvSpPr/>
            <p:nvPr/>
          </p:nvSpPr>
          <p:spPr>
            <a:xfrm>
              <a:off x="3388359" y="1510030"/>
              <a:ext cx="198120" cy="7620"/>
            </a:xfrm>
            <a:custGeom>
              <a:avLst/>
              <a:gdLst/>
              <a:ahLst/>
              <a:cxnLst/>
              <a:rect l="l" t="t" r="r" b="b"/>
              <a:pathLst>
                <a:path w="198120" h="7619">
                  <a:moveTo>
                    <a:pt x="0" y="0"/>
                  </a:moveTo>
                  <a:lnTo>
                    <a:pt x="198120" y="0"/>
                  </a:lnTo>
                  <a:lnTo>
                    <a:pt x="198120" y="7620"/>
                  </a:lnTo>
                  <a:lnTo>
                    <a:pt x="0" y="7620"/>
                  </a:lnTo>
                  <a:lnTo>
                    <a:pt x="0" y="0"/>
                  </a:lnTo>
                  <a:close/>
                </a:path>
              </a:pathLst>
            </a:custGeom>
            <a:solidFill>
              <a:srgbClr val="000B9D"/>
            </a:solidFill>
          </p:spPr>
          <p:txBody>
            <a:bodyPr wrap="square" lIns="0" tIns="0" rIns="0" bIns="0" rtlCol="0"/>
            <a:lstStyle/>
            <a:p/>
          </p:txBody>
        </p:sp>
        <p:sp>
          <p:nvSpPr>
            <p:cNvPr id="1187" name="object 1187"/>
            <p:cNvSpPr/>
            <p:nvPr/>
          </p:nvSpPr>
          <p:spPr>
            <a:xfrm>
              <a:off x="3388360" y="1517649"/>
              <a:ext cx="198120" cy="6350"/>
            </a:xfrm>
            <a:custGeom>
              <a:avLst/>
              <a:gdLst/>
              <a:ahLst/>
              <a:cxnLst/>
              <a:rect l="l" t="t" r="r" b="b"/>
              <a:pathLst>
                <a:path w="198120" h="6350">
                  <a:moveTo>
                    <a:pt x="198120" y="0"/>
                  </a:moveTo>
                  <a:lnTo>
                    <a:pt x="0" y="0"/>
                  </a:lnTo>
                  <a:lnTo>
                    <a:pt x="0" y="5080"/>
                  </a:lnTo>
                  <a:lnTo>
                    <a:pt x="0" y="6350"/>
                  </a:lnTo>
                  <a:lnTo>
                    <a:pt x="196850" y="6350"/>
                  </a:lnTo>
                  <a:lnTo>
                    <a:pt x="196850" y="5080"/>
                  </a:lnTo>
                  <a:lnTo>
                    <a:pt x="198120" y="5080"/>
                  </a:lnTo>
                  <a:lnTo>
                    <a:pt x="198120" y="0"/>
                  </a:lnTo>
                  <a:close/>
                </a:path>
              </a:pathLst>
            </a:custGeom>
            <a:solidFill>
              <a:srgbClr val="000A9F"/>
            </a:solidFill>
          </p:spPr>
          <p:txBody>
            <a:bodyPr wrap="square" lIns="0" tIns="0" rIns="0" bIns="0" rtlCol="0"/>
            <a:lstStyle/>
            <a:p/>
          </p:txBody>
        </p:sp>
        <p:sp>
          <p:nvSpPr>
            <p:cNvPr id="1188" name="object 1188"/>
            <p:cNvSpPr/>
            <p:nvPr/>
          </p:nvSpPr>
          <p:spPr>
            <a:xfrm>
              <a:off x="3388359" y="1524000"/>
              <a:ext cx="196850" cy="7620"/>
            </a:xfrm>
            <a:custGeom>
              <a:avLst/>
              <a:gdLst/>
              <a:ahLst/>
              <a:cxnLst/>
              <a:rect l="l" t="t" r="r" b="b"/>
              <a:pathLst>
                <a:path w="196850" h="7619">
                  <a:moveTo>
                    <a:pt x="0" y="0"/>
                  </a:moveTo>
                  <a:lnTo>
                    <a:pt x="196850" y="0"/>
                  </a:lnTo>
                  <a:lnTo>
                    <a:pt x="196850" y="7620"/>
                  </a:lnTo>
                  <a:lnTo>
                    <a:pt x="0" y="7620"/>
                  </a:lnTo>
                  <a:lnTo>
                    <a:pt x="0" y="0"/>
                  </a:lnTo>
                  <a:close/>
                </a:path>
              </a:pathLst>
            </a:custGeom>
            <a:solidFill>
              <a:srgbClr val="000AA1"/>
            </a:solidFill>
          </p:spPr>
          <p:txBody>
            <a:bodyPr wrap="square" lIns="0" tIns="0" rIns="0" bIns="0" rtlCol="0"/>
            <a:lstStyle/>
            <a:p/>
          </p:txBody>
        </p:sp>
        <p:sp>
          <p:nvSpPr>
            <p:cNvPr id="1189" name="object 1189"/>
            <p:cNvSpPr/>
            <p:nvPr/>
          </p:nvSpPr>
          <p:spPr>
            <a:xfrm>
              <a:off x="3388360" y="1531619"/>
              <a:ext cx="196850" cy="7620"/>
            </a:xfrm>
            <a:custGeom>
              <a:avLst/>
              <a:gdLst/>
              <a:ahLst/>
              <a:cxnLst/>
              <a:rect l="l" t="t" r="r" b="b"/>
              <a:pathLst>
                <a:path w="196850" h="7619">
                  <a:moveTo>
                    <a:pt x="196850" y="0"/>
                  </a:moveTo>
                  <a:lnTo>
                    <a:pt x="0" y="0"/>
                  </a:lnTo>
                  <a:lnTo>
                    <a:pt x="0" y="1270"/>
                  </a:lnTo>
                  <a:lnTo>
                    <a:pt x="0" y="7620"/>
                  </a:lnTo>
                  <a:lnTo>
                    <a:pt x="195580" y="7620"/>
                  </a:lnTo>
                  <a:lnTo>
                    <a:pt x="195580" y="1270"/>
                  </a:lnTo>
                  <a:lnTo>
                    <a:pt x="196850" y="1270"/>
                  </a:lnTo>
                  <a:lnTo>
                    <a:pt x="196850" y="0"/>
                  </a:lnTo>
                  <a:close/>
                </a:path>
              </a:pathLst>
            </a:custGeom>
            <a:solidFill>
              <a:srgbClr val="000AA2"/>
            </a:solidFill>
          </p:spPr>
          <p:txBody>
            <a:bodyPr wrap="square" lIns="0" tIns="0" rIns="0" bIns="0" rtlCol="0"/>
            <a:lstStyle/>
            <a:p/>
          </p:txBody>
        </p:sp>
        <p:sp>
          <p:nvSpPr>
            <p:cNvPr id="1190" name="object 1190"/>
            <p:cNvSpPr/>
            <p:nvPr/>
          </p:nvSpPr>
          <p:spPr>
            <a:xfrm>
              <a:off x="3388360" y="1539239"/>
              <a:ext cx="195580" cy="6350"/>
            </a:xfrm>
            <a:custGeom>
              <a:avLst/>
              <a:gdLst/>
              <a:ahLst/>
              <a:cxnLst/>
              <a:rect l="l" t="t" r="r" b="b"/>
              <a:pathLst>
                <a:path w="195579" h="6350">
                  <a:moveTo>
                    <a:pt x="194310" y="2552"/>
                  </a:moveTo>
                  <a:lnTo>
                    <a:pt x="0" y="2552"/>
                  </a:lnTo>
                  <a:lnTo>
                    <a:pt x="0" y="6350"/>
                  </a:lnTo>
                  <a:lnTo>
                    <a:pt x="194310" y="6350"/>
                  </a:lnTo>
                  <a:lnTo>
                    <a:pt x="194310" y="2552"/>
                  </a:lnTo>
                  <a:close/>
                </a:path>
                <a:path w="195579" h="6350">
                  <a:moveTo>
                    <a:pt x="195580" y="0"/>
                  </a:moveTo>
                  <a:lnTo>
                    <a:pt x="0" y="0"/>
                  </a:lnTo>
                  <a:lnTo>
                    <a:pt x="0" y="2540"/>
                  </a:lnTo>
                  <a:lnTo>
                    <a:pt x="195580" y="2540"/>
                  </a:lnTo>
                  <a:lnTo>
                    <a:pt x="195580" y="0"/>
                  </a:lnTo>
                  <a:close/>
                </a:path>
              </a:pathLst>
            </a:custGeom>
            <a:solidFill>
              <a:srgbClr val="0009A4"/>
            </a:solidFill>
          </p:spPr>
          <p:txBody>
            <a:bodyPr wrap="square" lIns="0" tIns="0" rIns="0" bIns="0" rtlCol="0"/>
            <a:lstStyle/>
            <a:p/>
          </p:txBody>
        </p:sp>
        <p:sp>
          <p:nvSpPr>
            <p:cNvPr id="1191" name="object 1191"/>
            <p:cNvSpPr/>
            <p:nvPr/>
          </p:nvSpPr>
          <p:spPr>
            <a:xfrm>
              <a:off x="3388360" y="1545589"/>
              <a:ext cx="194310" cy="7620"/>
            </a:xfrm>
            <a:custGeom>
              <a:avLst/>
              <a:gdLst/>
              <a:ahLst/>
              <a:cxnLst/>
              <a:rect l="l" t="t" r="r" b="b"/>
              <a:pathLst>
                <a:path w="194310" h="7619">
                  <a:moveTo>
                    <a:pt x="194310" y="0"/>
                  </a:moveTo>
                  <a:lnTo>
                    <a:pt x="0" y="0"/>
                  </a:lnTo>
                  <a:lnTo>
                    <a:pt x="0" y="5080"/>
                  </a:lnTo>
                  <a:lnTo>
                    <a:pt x="0" y="7620"/>
                  </a:lnTo>
                  <a:lnTo>
                    <a:pt x="193040" y="7620"/>
                  </a:lnTo>
                  <a:lnTo>
                    <a:pt x="193040" y="5080"/>
                  </a:lnTo>
                  <a:lnTo>
                    <a:pt x="194310" y="5080"/>
                  </a:lnTo>
                  <a:lnTo>
                    <a:pt x="194310" y="0"/>
                  </a:lnTo>
                  <a:close/>
                </a:path>
              </a:pathLst>
            </a:custGeom>
            <a:solidFill>
              <a:srgbClr val="0009A6"/>
            </a:solidFill>
          </p:spPr>
          <p:txBody>
            <a:bodyPr wrap="square" lIns="0" tIns="0" rIns="0" bIns="0" rtlCol="0"/>
            <a:lstStyle/>
            <a:p/>
          </p:txBody>
        </p:sp>
        <p:sp>
          <p:nvSpPr>
            <p:cNvPr id="1192" name="object 1192"/>
            <p:cNvSpPr/>
            <p:nvPr/>
          </p:nvSpPr>
          <p:spPr>
            <a:xfrm>
              <a:off x="3388360" y="1553209"/>
              <a:ext cx="193040" cy="7620"/>
            </a:xfrm>
            <a:custGeom>
              <a:avLst/>
              <a:gdLst/>
              <a:ahLst/>
              <a:cxnLst/>
              <a:rect l="l" t="t" r="r" b="b"/>
              <a:pathLst>
                <a:path w="193039" h="7619">
                  <a:moveTo>
                    <a:pt x="193040" y="0"/>
                  </a:moveTo>
                  <a:lnTo>
                    <a:pt x="0" y="0"/>
                  </a:lnTo>
                  <a:lnTo>
                    <a:pt x="0" y="6350"/>
                  </a:lnTo>
                  <a:lnTo>
                    <a:pt x="0" y="7620"/>
                  </a:lnTo>
                  <a:lnTo>
                    <a:pt x="191770" y="7620"/>
                  </a:lnTo>
                  <a:lnTo>
                    <a:pt x="191770" y="6350"/>
                  </a:lnTo>
                  <a:lnTo>
                    <a:pt x="193040" y="6350"/>
                  </a:lnTo>
                  <a:lnTo>
                    <a:pt x="193040" y="0"/>
                  </a:lnTo>
                  <a:close/>
                </a:path>
              </a:pathLst>
            </a:custGeom>
            <a:solidFill>
              <a:srgbClr val="0008A8"/>
            </a:solidFill>
          </p:spPr>
          <p:txBody>
            <a:bodyPr wrap="square" lIns="0" tIns="0" rIns="0" bIns="0" rtlCol="0"/>
            <a:lstStyle/>
            <a:p/>
          </p:txBody>
        </p:sp>
        <p:sp>
          <p:nvSpPr>
            <p:cNvPr id="1193" name="object 1193"/>
            <p:cNvSpPr/>
            <p:nvPr/>
          </p:nvSpPr>
          <p:spPr>
            <a:xfrm>
              <a:off x="3388359" y="1560830"/>
              <a:ext cx="191770" cy="6350"/>
            </a:xfrm>
            <a:custGeom>
              <a:avLst/>
              <a:gdLst/>
              <a:ahLst/>
              <a:cxnLst/>
              <a:rect l="l" t="t" r="r" b="b"/>
              <a:pathLst>
                <a:path w="191770" h="6350">
                  <a:moveTo>
                    <a:pt x="0" y="0"/>
                  </a:moveTo>
                  <a:lnTo>
                    <a:pt x="191770" y="0"/>
                  </a:lnTo>
                  <a:lnTo>
                    <a:pt x="191770" y="6350"/>
                  </a:lnTo>
                  <a:lnTo>
                    <a:pt x="0" y="6350"/>
                  </a:lnTo>
                  <a:lnTo>
                    <a:pt x="0" y="0"/>
                  </a:lnTo>
                  <a:close/>
                </a:path>
              </a:pathLst>
            </a:custGeom>
            <a:solidFill>
              <a:srgbClr val="0008A9"/>
            </a:solidFill>
          </p:spPr>
          <p:txBody>
            <a:bodyPr wrap="square" lIns="0" tIns="0" rIns="0" bIns="0" rtlCol="0"/>
            <a:lstStyle/>
            <a:p/>
          </p:txBody>
        </p:sp>
        <p:sp>
          <p:nvSpPr>
            <p:cNvPr id="1194" name="object 1194"/>
            <p:cNvSpPr/>
            <p:nvPr/>
          </p:nvSpPr>
          <p:spPr>
            <a:xfrm>
              <a:off x="3388360" y="1567179"/>
              <a:ext cx="191770" cy="7620"/>
            </a:xfrm>
            <a:custGeom>
              <a:avLst/>
              <a:gdLst/>
              <a:ahLst/>
              <a:cxnLst/>
              <a:rect l="l" t="t" r="r" b="b"/>
              <a:pathLst>
                <a:path w="191770" h="7619">
                  <a:moveTo>
                    <a:pt x="191770" y="0"/>
                  </a:moveTo>
                  <a:lnTo>
                    <a:pt x="0" y="0"/>
                  </a:lnTo>
                  <a:lnTo>
                    <a:pt x="0" y="1270"/>
                  </a:lnTo>
                  <a:lnTo>
                    <a:pt x="0" y="7620"/>
                  </a:lnTo>
                  <a:lnTo>
                    <a:pt x="190500" y="7620"/>
                  </a:lnTo>
                  <a:lnTo>
                    <a:pt x="190500" y="1270"/>
                  </a:lnTo>
                  <a:lnTo>
                    <a:pt x="191770" y="1270"/>
                  </a:lnTo>
                  <a:lnTo>
                    <a:pt x="191770" y="0"/>
                  </a:lnTo>
                  <a:close/>
                </a:path>
              </a:pathLst>
            </a:custGeom>
            <a:solidFill>
              <a:srgbClr val="0007AB"/>
            </a:solidFill>
          </p:spPr>
          <p:txBody>
            <a:bodyPr wrap="square" lIns="0" tIns="0" rIns="0" bIns="0" rtlCol="0"/>
            <a:lstStyle/>
            <a:p/>
          </p:txBody>
        </p:sp>
        <p:sp>
          <p:nvSpPr>
            <p:cNvPr id="1195" name="object 1195"/>
            <p:cNvSpPr/>
            <p:nvPr/>
          </p:nvSpPr>
          <p:spPr>
            <a:xfrm>
              <a:off x="3388360" y="1574799"/>
              <a:ext cx="189230" cy="7620"/>
            </a:xfrm>
            <a:custGeom>
              <a:avLst/>
              <a:gdLst/>
              <a:ahLst/>
              <a:cxnLst/>
              <a:rect l="l" t="t" r="r" b="b"/>
              <a:pathLst>
                <a:path w="189229" h="7619">
                  <a:moveTo>
                    <a:pt x="187960" y="5092"/>
                  </a:moveTo>
                  <a:lnTo>
                    <a:pt x="0" y="5092"/>
                  </a:lnTo>
                  <a:lnTo>
                    <a:pt x="0" y="7620"/>
                  </a:lnTo>
                  <a:lnTo>
                    <a:pt x="187960" y="7620"/>
                  </a:lnTo>
                  <a:lnTo>
                    <a:pt x="187960" y="5092"/>
                  </a:lnTo>
                  <a:close/>
                </a:path>
                <a:path w="189229" h="7619">
                  <a:moveTo>
                    <a:pt x="189230" y="0"/>
                  </a:moveTo>
                  <a:lnTo>
                    <a:pt x="0" y="0"/>
                  </a:lnTo>
                  <a:lnTo>
                    <a:pt x="0" y="5080"/>
                  </a:lnTo>
                  <a:lnTo>
                    <a:pt x="189230" y="5080"/>
                  </a:lnTo>
                  <a:lnTo>
                    <a:pt x="189230" y="0"/>
                  </a:lnTo>
                  <a:close/>
                </a:path>
              </a:pathLst>
            </a:custGeom>
            <a:solidFill>
              <a:srgbClr val="0007AD"/>
            </a:solidFill>
          </p:spPr>
          <p:txBody>
            <a:bodyPr wrap="square" lIns="0" tIns="0" rIns="0" bIns="0" rtlCol="0"/>
            <a:lstStyle/>
            <a:p/>
          </p:txBody>
        </p:sp>
        <p:sp>
          <p:nvSpPr>
            <p:cNvPr id="1196" name="object 1196"/>
            <p:cNvSpPr/>
            <p:nvPr/>
          </p:nvSpPr>
          <p:spPr>
            <a:xfrm>
              <a:off x="3388360" y="1582419"/>
              <a:ext cx="187960" cy="6350"/>
            </a:xfrm>
            <a:custGeom>
              <a:avLst/>
              <a:gdLst/>
              <a:ahLst/>
              <a:cxnLst/>
              <a:rect l="l" t="t" r="r" b="b"/>
              <a:pathLst>
                <a:path w="187960" h="6350">
                  <a:moveTo>
                    <a:pt x="187960" y="0"/>
                  </a:moveTo>
                  <a:lnTo>
                    <a:pt x="0" y="0"/>
                  </a:lnTo>
                  <a:lnTo>
                    <a:pt x="0" y="2540"/>
                  </a:lnTo>
                  <a:lnTo>
                    <a:pt x="0" y="6350"/>
                  </a:lnTo>
                  <a:lnTo>
                    <a:pt x="186690" y="6350"/>
                  </a:lnTo>
                  <a:lnTo>
                    <a:pt x="186690" y="2540"/>
                  </a:lnTo>
                  <a:lnTo>
                    <a:pt x="187960" y="2540"/>
                  </a:lnTo>
                  <a:lnTo>
                    <a:pt x="187960" y="0"/>
                  </a:lnTo>
                  <a:close/>
                </a:path>
              </a:pathLst>
            </a:custGeom>
            <a:solidFill>
              <a:srgbClr val="0006AF"/>
            </a:solidFill>
          </p:spPr>
          <p:txBody>
            <a:bodyPr wrap="square" lIns="0" tIns="0" rIns="0" bIns="0" rtlCol="0"/>
            <a:lstStyle/>
            <a:p/>
          </p:txBody>
        </p:sp>
        <p:sp>
          <p:nvSpPr>
            <p:cNvPr id="1197" name="object 1197"/>
            <p:cNvSpPr/>
            <p:nvPr/>
          </p:nvSpPr>
          <p:spPr>
            <a:xfrm>
              <a:off x="3388360" y="1588769"/>
              <a:ext cx="186690" cy="7620"/>
            </a:xfrm>
            <a:custGeom>
              <a:avLst/>
              <a:gdLst/>
              <a:ahLst/>
              <a:cxnLst/>
              <a:rect l="l" t="t" r="r" b="b"/>
              <a:pathLst>
                <a:path w="186689" h="7619">
                  <a:moveTo>
                    <a:pt x="186690" y="0"/>
                  </a:moveTo>
                  <a:lnTo>
                    <a:pt x="0" y="0"/>
                  </a:lnTo>
                  <a:lnTo>
                    <a:pt x="0" y="1270"/>
                  </a:lnTo>
                  <a:lnTo>
                    <a:pt x="0" y="6350"/>
                  </a:lnTo>
                  <a:lnTo>
                    <a:pt x="0" y="7620"/>
                  </a:lnTo>
                  <a:lnTo>
                    <a:pt x="184150" y="7620"/>
                  </a:lnTo>
                  <a:lnTo>
                    <a:pt x="184150" y="6350"/>
                  </a:lnTo>
                  <a:lnTo>
                    <a:pt x="185420" y="6350"/>
                  </a:lnTo>
                  <a:lnTo>
                    <a:pt x="185420" y="1270"/>
                  </a:lnTo>
                  <a:lnTo>
                    <a:pt x="186690" y="1270"/>
                  </a:lnTo>
                  <a:lnTo>
                    <a:pt x="186690" y="0"/>
                  </a:lnTo>
                  <a:close/>
                </a:path>
              </a:pathLst>
            </a:custGeom>
            <a:solidFill>
              <a:srgbClr val="0006B0"/>
            </a:solidFill>
          </p:spPr>
          <p:txBody>
            <a:bodyPr wrap="square" lIns="0" tIns="0" rIns="0" bIns="0" rtlCol="0"/>
            <a:lstStyle/>
            <a:p/>
          </p:txBody>
        </p:sp>
        <p:sp>
          <p:nvSpPr>
            <p:cNvPr id="1198" name="object 1198"/>
            <p:cNvSpPr/>
            <p:nvPr/>
          </p:nvSpPr>
          <p:spPr>
            <a:xfrm>
              <a:off x="3388360" y="1596389"/>
              <a:ext cx="184150" cy="7620"/>
            </a:xfrm>
            <a:custGeom>
              <a:avLst/>
              <a:gdLst/>
              <a:ahLst/>
              <a:cxnLst/>
              <a:rect l="l" t="t" r="r" b="b"/>
              <a:pathLst>
                <a:path w="184150" h="7619">
                  <a:moveTo>
                    <a:pt x="184150" y="0"/>
                  </a:moveTo>
                  <a:lnTo>
                    <a:pt x="0" y="0"/>
                  </a:lnTo>
                  <a:lnTo>
                    <a:pt x="0" y="3810"/>
                  </a:lnTo>
                  <a:lnTo>
                    <a:pt x="0" y="7620"/>
                  </a:lnTo>
                  <a:lnTo>
                    <a:pt x="182880" y="7620"/>
                  </a:lnTo>
                  <a:lnTo>
                    <a:pt x="182880" y="3810"/>
                  </a:lnTo>
                  <a:lnTo>
                    <a:pt x="184150" y="3810"/>
                  </a:lnTo>
                  <a:lnTo>
                    <a:pt x="184150" y="0"/>
                  </a:lnTo>
                  <a:close/>
                </a:path>
              </a:pathLst>
            </a:custGeom>
            <a:solidFill>
              <a:srgbClr val="0006B2"/>
            </a:solidFill>
          </p:spPr>
          <p:txBody>
            <a:bodyPr wrap="square" lIns="0" tIns="0" rIns="0" bIns="0" rtlCol="0"/>
            <a:lstStyle/>
            <a:p/>
          </p:txBody>
        </p:sp>
        <p:sp>
          <p:nvSpPr>
            <p:cNvPr id="1199" name="object 1199"/>
            <p:cNvSpPr/>
            <p:nvPr/>
          </p:nvSpPr>
          <p:spPr>
            <a:xfrm>
              <a:off x="3388360" y="1604009"/>
              <a:ext cx="182880" cy="6350"/>
            </a:xfrm>
            <a:custGeom>
              <a:avLst/>
              <a:gdLst/>
              <a:ahLst/>
              <a:cxnLst/>
              <a:rect l="l" t="t" r="r" b="b"/>
              <a:pathLst>
                <a:path w="182879" h="6350">
                  <a:moveTo>
                    <a:pt x="182880" y="0"/>
                  </a:moveTo>
                  <a:lnTo>
                    <a:pt x="0" y="0"/>
                  </a:lnTo>
                  <a:lnTo>
                    <a:pt x="0" y="2540"/>
                  </a:lnTo>
                  <a:lnTo>
                    <a:pt x="0" y="6350"/>
                  </a:lnTo>
                  <a:lnTo>
                    <a:pt x="181610" y="6350"/>
                  </a:lnTo>
                  <a:lnTo>
                    <a:pt x="181610" y="2540"/>
                  </a:lnTo>
                  <a:lnTo>
                    <a:pt x="182880" y="2540"/>
                  </a:lnTo>
                  <a:lnTo>
                    <a:pt x="182880" y="0"/>
                  </a:lnTo>
                  <a:close/>
                </a:path>
              </a:pathLst>
            </a:custGeom>
            <a:solidFill>
              <a:srgbClr val="0005B4"/>
            </a:solidFill>
          </p:spPr>
          <p:txBody>
            <a:bodyPr wrap="square" lIns="0" tIns="0" rIns="0" bIns="0" rtlCol="0"/>
            <a:lstStyle/>
            <a:p/>
          </p:txBody>
        </p:sp>
        <p:sp>
          <p:nvSpPr>
            <p:cNvPr id="1200" name="object 1200"/>
            <p:cNvSpPr/>
            <p:nvPr/>
          </p:nvSpPr>
          <p:spPr>
            <a:xfrm>
              <a:off x="3388360" y="1610359"/>
              <a:ext cx="181610" cy="7620"/>
            </a:xfrm>
            <a:custGeom>
              <a:avLst/>
              <a:gdLst/>
              <a:ahLst/>
              <a:cxnLst/>
              <a:rect l="l" t="t" r="r" b="b"/>
              <a:pathLst>
                <a:path w="181610" h="7619">
                  <a:moveTo>
                    <a:pt x="181610" y="0"/>
                  </a:moveTo>
                  <a:lnTo>
                    <a:pt x="0" y="0"/>
                  </a:lnTo>
                  <a:lnTo>
                    <a:pt x="0" y="2540"/>
                  </a:lnTo>
                  <a:lnTo>
                    <a:pt x="0" y="7620"/>
                  </a:lnTo>
                  <a:lnTo>
                    <a:pt x="180340" y="7620"/>
                  </a:lnTo>
                  <a:lnTo>
                    <a:pt x="180340" y="2540"/>
                  </a:lnTo>
                  <a:lnTo>
                    <a:pt x="181610" y="2540"/>
                  </a:lnTo>
                  <a:lnTo>
                    <a:pt x="181610" y="0"/>
                  </a:lnTo>
                  <a:close/>
                </a:path>
              </a:pathLst>
            </a:custGeom>
            <a:solidFill>
              <a:srgbClr val="0005B6"/>
            </a:solidFill>
          </p:spPr>
          <p:txBody>
            <a:bodyPr wrap="square" lIns="0" tIns="0" rIns="0" bIns="0" rtlCol="0"/>
            <a:lstStyle/>
            <a:p/>
          </p:txBody>
        </p:sp>
        <p:sp>
          <p:nvSpPr>
            <p:cNvPr id="1201" name="object 1201"/>
            <p:cNvSpPr/>
            <p:nvPr/>
          </p:nvSpPr>
          <p:spPr>
            <a:xfrm>
              <a:off x="3388360" y="1617979"/>
              <a:ext cx="179070" cy="7620"/>
            </a:xfrm>
            <a:custGeom>
              <a:avLst/>
              <a:gdLst/>
              <a:ahLst/>
              <a:cxnLst/>
              <a:rect l="l" t="t" r="r" b="b"/>
              <a:pathLst>
                <a:path w="179070" h="7619">
                  <a:moveTo>
                    <a:pt x="176530" y="6477"/>
                  </a:moveTo>
                  <a:lnTo>
                    <a:pt x="0" y="6477"/>
                  </a:lnTo>
                  <a:lnTo>
                    <a:pt x="0" y="7620"/>
                  </a:lnTo>
                  <a:lnTo>
                    <a:pt x="176530" y="7620"/>
                  </a:lnTo>
                  <a:lnTo>
                    <a:pt x="176530" y="6477"/>
                  </a:lnTo>
                  <a:close/>
                </a:path>
                <a:path w="179070" h="7619">
                  <a:moveTo>
                    <a:pt x="179070" y="0"/>
                  </a:moveTo>
                  <a:lnTo>
                    <a:pt x="0" y="0"/>
                  </a:lnTo>
                  <a:lnTo>
                    <a:pt x="0" y="2540"/>
                  </a:lnTo>
                  <a:lnTo>
                    <a:pt x="0" y="6350"/>
                  </a:lnTo>
                  <a:lnTo>
                    <a:pt x="177800" y="6350"/>
                  </a:lnTo>
                  <a:lnTo>
                    <a:pt x="177800" y="2540"/>
                  </a:lnTo>
                  <a:lnTo>
                    <a:pt x="179070" y="2540"/>
                  </a:lnTo>
                  <a:lnTo>
                    <a:pt x="179070" y="0"/>
                  </a:lnTo>
                  <a:close/>
                </a:path>
              </a:pathLst>
            </a:custGeom>
            <a:solidFill>
              <a:srgbClr val="0004B7"/>
            </a:solidFill>
          </p:spPr>
          <p:txBody>
            <a:bodyPr wrap="square" lIns="0" tIns="0" rIns="0" bIns="0" rtlCol="0"/>
            <a:lstStyle/>
            <a:p/>
          </p:txBody>
        </p:sp>
        <p:sp>
          <p:nvSpPr>
            <p:cNvPr id="1202" name="object 1202"/>
            <p:cNvSpPr/>
            <p:nvPr/>
          </p:nvSpPr>
          <p:spPr>
            <a:xfrm>
              <a:off x="3388360" y="1625599"/>
              <a:ext cx="176530" cy="6350"/>
            </a:xfrm>
            <a:custGeom>
              <a:avLst/>
              <a:gdLst/>
              <a:ahLst/>
              <a:cxnLst/>
              <a:rect l="l" t="t" r="r" b="b"/>
              <a:pathLst>
                <a:path w="176529" h="6350">
                  <a:moveTo>
                    <a:pt x="176530" y="0"/>
                  </a:moveTo>
                  <a:lnTo>
                    <a:pt x="0" y="0"/>
                  </a:lnTo>
                  <a:lnTo>
                    <a:pt x="0" y="1270"/>
                  </a:lnTo>
                  <a:lnTo>
                    <a:pt x="0" y="5080"/>
                  </a:lnTo>
                  <a:lnTo>
                    <a:pt x="0" y="6350"/>
                  </a:lnTo>
                  <a:lnTo>
                    <a:pt x="173990" y="6350"/>
                  </a:lnTo>
                  <a:lnTo>
                    <a:pt x="173990" y="5080"/>
                  </a:lnTo>
                  <a:lnTo>
                    <a:pt x="175260" y="5080"/>
                  </a:lnTo>
                  <a:lnTo>
                    <a:pt x="175260" y="1270"/>
                  </a:lnTo>
                  <a:lnTo>
                    <a:pt x="176530" y="1270"/>
                  </a:lnTo>
                  <a:lnTo>
                    <a:pt x="176530" y="0"/>
                  </a:lnTo>
                  <a:close/>
                </a:path>
              </a:pathLst>
            </a:custGeom>
            <a:solidFill>
              <a:srgbClr val="0004B9"/>
            </a:solidFill>
          </p:spPr>
          <p:txBody>
            <a:bodyPr wrap="square" lIns="0" tIns="0" rIns="0" bIns="0" rtlCol="0"/>
            <a:lstStyle/>
            <a:p/>
          </p:txBody>
        </p:sp>
        <p:sp>
          <p:nvSpPr>
            <p:cNvPr id="1203" name="object 1203"/>
            <p:cNvSpPr/>
            <p:nvPr/>
          </p:nvSpPr>
          <p:spPr>
            <a:xfrm>
              <a:off x="3388360" y="1631949"/>
              <a:ext cx="173990" cy="7620"/>
            </a:xfrm>
            <a:custGeom>
              <a:avLst/>
              <a:gdLst/>
              <a:ahLst/>
              <a:cxnLst/>
              <a:rect l="l" t="t" r="r" b="b"/>
              <a:pathLst>
                <a:path w="173989" h="7619">
                  <a:moveTo>
                    <a:pt x="173990" y="0"/>
                  </a:moveTo>
                  <a:lnTo>
                    <a:pt x="0" y="0"/>
                  </a:lnTo>
                  <a:lnTo>
                    <a:pt x="0" y="2540"/>
                  </a:lnTo>
                  <a:lnTo>
                    <a:pt x="0" y="6350"/>
                  </a:lnTo>
                  <a:lnTo>
                    <a:pt x="0" y="7620"/>
                  </a:lnTo>
                  <a:lnTo>
                    <a:pt x="171450" y="7620"/>
                  </a:lnTo>
                  <a:lnTo>
                    <a:pt x="171450" y="6350"/>
                  </a:lnTo>
                  <a:lnTo>
                    <a:pt x="172720" y="6350"/>
                  </a:lnTo>
                  <a:lnTo>
                    <a:pt x="172720" y="2540"/>
                  </a:lnTo>
                  <a:lnTo>
                    <a:pt x="173990" y="2540"/>
                  </a:lnTo>
                  <a:lnTo>
                    <a:pt x="173990" y="0"/>
                  </a:lnTo>
                  <a:close/>
                </a:path>
              </a:pathLst>
            </a:custGeom>
            <a:solidFill>
              <a:srgbClr val="0003BB"/>
            </a:solidFill>
          </p:spPr>
          <p:txBody>
            <a:bodyPr wrap="square" lIns="0" tIns="0" rIns="0" bIns="0" rtlCol="0"/>
            <a:lstStyle/>
            <a:p/>
          </p:txBody>
        </p:sp>
        <p:sp>
          <p:nvSpPr>
            <p:cNvPr id="1204" name="object 1204"/>
            <p:cNvSpPr/>
            <p:nvPr/>
          </p:nvSpPr>
          <p:spPr>
            <a:xfrm>
              <a:off x="3388360" y="1639569"/>
              <a:ext cx="171450" cy="7620"/>
            </a:xfrm>
            <a:custGeom>
              <a:avLst/>
              <a:gdLst/>
              <a:ahLst/>
              <a:cxnLst/>
              <a:rect l="l" t="t" r="r" b="b"/>
              <a:pathLst>
                <a:path w="171450" h="7619">
                  <a:moveTo>
                    <a:pt x="171450" y="0"/>
                  </a:moveTo>
                  <a:lnTo>
                    <a:pt x="0" y="0"/>
                  </a:lnTo>
                  <a:lnTo>
                    <a:pt x="0" y="2540"/>
                  </a:lnTo>
                  <a:lnTo>
                    <a:pt x="0" y="5080"/>
                  </a:lnTo>
                  <a:lnTo>
                    <a:pt x="0" y="7620"/>
                  </a:lnTo>
                  <a:lnTo>
                    <a:pt x="168910" y="7620"/>
                  </a:lnTo>
                  <a:lnTo>
                    <a:pt x="168910" y="5080"/>
                  </a:lnTo>
                  <a:lnTo>
                    <a:pt x="170180" y="5080"/>
                  </a:lnTo>
                  <a:lnTo>
                    <a:pt x="170180" y="2540"/>
                  </a:lnTo>
                  <a:lnTo>
                    <a:pt x="171450" y="2540"/>
                  </a:lnTo>
                  <a:lnTo>
                    <a:pt x="171450" y="0"/>
                  </a:lnTo>
                  <a:close/>
                </a:path>
              </a:pathLst>
            </a:custGeom>
            <a:solidFill>
              <a:srgbClr val="0003BD"/>
            </a:solidFill>
          </p:spPr>
          <p:txBody>
            <a:bodyPr wrap="square" lIns="0" tIns="0" rIns="0" bIns="0" rtlCol="0"/>
            <a:lstStyle/>
            <a:p/>
          </p:txBody>
        </p:sp>
        <p:sp>
          <p:nvSpPr>
            <p:cNvPr id="1205" name="object 1205"/>
            <p:cNvSpPr/>
            <p:nvPr/>
          </p:nvSpPr>
          <p:spPr>
            <a:xfrm>
              <a:off x="3388359" y="1647190"/>
              <a:ext cx="168910" cy="6350"/>
            </a:xfrm>
            <a:custGeom>
              <a:avLst/>
              <a:gdLst/>
              <a:ahLst/>
              <a:cxnLst/>
              <a:rect l="l" t="t" r="r" b="b"/>
              <a:pathLst>
                <a:path w="168910" h="6350">
                  <a:moveTo>
                    <a:pt x="78739" y="0"/>
                  </a:moveTo>
                  <a:lnTo>
                    <a:pt x="0" y="0"/>
                  </a:lnTo>
                  <a:lnTo>
                    <a:pt x="0" y="6350"/>
                  </a:lnTo>
                  <a:lnTo>
                    <a:pt x="78739" y="6350"/>
                  </a:lnTo>
                  <a:lnTo>
                    <a:pt x="78739" y="0"/>
                  </a:lnTo>
                  <a:close/>
                </a:path>
                <a:path w="168910" h="6350">
                  <a:moveTo>
                    <a:pt x="168910" y="0"/>
                  </a:moveTo>
                  <a:lnTo>
                    <a:pt x="80010" y="0"/>
                  </a:lnTo>
                  <a:lnTo>
                    <a:pt x="80010" y="2540"/>
                  </a:lnTo>
                  <a:lnTo>
                    <a:pt x="81279" y="2540"/>
                  </a:lnTo>
                  <a:lnTo>
                    <a:pt x="81279" y="5080"/>
                  </a:lnTo>
                  <a:lnTo>
                    <a:pt x="82550" y="5080"/>
                  </a:lnTo>
                  <a:lnTo>
                    <a:pt x="82550" y="6350"/>
                  </a:lnTo>
                  <a:lnTo>
                    <a:pt x="166370" y="6350"/>
                  </a:lnTo>
                  <a:lnTo>
                    <a:pt x="166369" y="3810"/>
                  </a:lnTo>
                  <a:lnTo>
                    <a:pt x="167639" y="3810"/>
                  </a:lnTo>
                  <a:lnTo>
                    <a:pt x="167639" y="1270"/>
                  </a:lnTo>
                  <a:lnTo>
                    <a:pt x="168910" y="1270"/>
                  </a:lnTo>
                  <a:lnTo>
                    <a:pt x="168910" y="0"/>
                  </a:lnTo>
                  <a:close/>
                </a:path>
              </a:pathLst>
            </a:custGeom>
            <a:solidFill>
              <a:srgbClr val="0003BE"/>
            </a:solidFill>
          </p:spPr>
          <p:txBody>
            <a:bodyPr wrap="square" lIns="0" tIns="0" rIns="0" bIns="0" rtlCol="0"/>
            <a:lstStyle/>
            <a:p/>
          </p:txBody>
        </p:sp>
        <p:sp>
          <p:nvSpPr>
            <p:cNvPr id="1206" name="object 1206"/>
            <p:cNvSpPr/>
            <p:nvPr/>
          </p:nvSpPr>
          <p:spPr>
            <a:xfrm>
              <a:off x="3388359" y="1653540"/>
              <a:ext cx="165100" cy="7620"/>
            </a:xfrm>
            <a:custGeom>
              <a:avLst/>
              <a:gdLst/>
              <a:ahLst/>
              <a:cxnLst/>
              <a:rect l="l" t="t" r="r" b="b"/>
              <a:pathLst>
                <a:path w="165100" h="7619">
                  <a:moveTo>
                    <a:pt x="78739" y="0"/>
                  </a:moveTo>
                  <a:lnTo>
                    <a:pt x="0" y="0"/>
                  </a:lnTo>
                  <a:lnTo>
                    <a:pt x="0" y="7620"/>
                  </a:lnTo>
                  <a:lnTo>
                    <a:pt x="78739" y="7620"/>
                  </a:lnTo>
                  <a:lnTo>
                    <a:pt x="78739" y="0"/>
                  </a:lnTo>
                  <a:close/>
                </a:path>
                <a:path w="165100" h="7619">
                  <a:moveTo>
                    <a:pt x="162559" y="5080"/>
                  </a:moveTo>
                  <a:lnTo>
                    <a:pt x="87629" y="5080"/>
                  </a:lnTo>
                  <a:lnTo>
                    <a:pt x="87629" y="7620"/>
                  </a:lnTo>
                  <a:lnTo>
                    <a:pt x="162559" y="7620"/>
                  </a:lnTo>
                  <a:lnTo>
                    <a:pt x="162559" y="5080"/>
                  </a:lnTo>
                  <a:close/>
                </a:path>
                <a:path w="165100" h="7619">
                  <a:moveTo>
                    <a:pt x="163829" y="2540"/>
                  </a:moveTo>
                  <a:lnTo>
                    <a:pt x="85089" y="2540"/>
                  </a:lnTo>
                  <a:lnTo>
                    <a:pt x="85089" y="3810"/>
                  </a:lnTo>
                  <a:lnTo>
                    <a:pt x="86360" y="3810"/>
                  </a:lnTo>
                  <a:lnTo>
                    <a:pt x="86360" y="5080"/>
                  </a:lnTo>
                  <a:lnTo>
                    <a:pt x="163830" y="5080"/>
                  </a:lnTo>
                  <a:lnTo>
                    <a:pt x="163829" y="2540"/>
                  </a:lnTo>
                  <a:close/>
                </a:path>
                <a:path w="165100" h="7619">
                  <a:moveTo>
                    <a:pt x="165099" y="0"/>
                  </a:moveTo>
                  <a:lnTo>
                    <a:pt x="83819" y="0"/>
                  </a:lnTo>
                  <a:lnTo>
                    <a:pt x="83819" y="2540"/>
                  </a:lnTo>
                  <a:lnTo>
                    <a:pt x="165099" y="2540"/>
                  </a:lnTo>
                  <a:lnTo>
                    <a:pt x="165099" y="0"/>
                  </a:lnTo>
                  <a:close/>
                </a:path>
              </a:pathLst>
            </a:custGeom>
            <a:solidFill>
              <a:srgbClr val="0002C0"/>
            </a:solidFill>
          </p:spPr>
          <p:txBody>
            <a:bodyPr wrap="square" lIns="0" tIns="0" rIns="0" bIns="0" rtlCol="0"/>
            <a:lstStyle/>
            <a:p/>
          </p:txBody>
        </p:sp>
        <p:sp>
          <p:nvSpPr>
            <p:cNvPr id="1207" name="object 1207"/>
            <p:cNvSpPr/>
            <p:nvPr/>
          </p:nvSpPr>
          <p:spPr>
            <a:xfrm>
              <a:off x="3388359" y="1661160"/>
              <a:ext cx="161290" cy="7620"/>
            </a:xfrm>
            <a:custGeom>
              <a:avLst/>
              <a:gdLst/>
              <a:ahLst/>
              <a:cxnLst/>
              <a:rect l="l" t="t" r="r" b="b"/>
              <a:pathLst>
                <a:path w="161289" h="7619">
                  <a:moveTo>
                    <a:pt x="78739" y="0"/>
                  </a:moveTo>
                  <a:lnTo>
                    <a:pt x="0" y="0"/>
                  </a:lnTo>
                  <a:lnTo>
                    <a:pt x="0" y="7619"/>
                  </a:lnTo>
                  <a:lnTo>
                    <a:pt x="78739" y="7619"/>
                  </a:lnTo>
                  <a:lnTo>
                    <a:pt x="78739" y="0"/>
                  </a:lnTo>
                  <a:close/>
                </a:path>
                <a:path w="161289" h="7619">
                  <a:moveTo>
                    <a:pt x="157480" y="6350"/>
                  </a:moveTo>
                  <a:lnTo>
                    <a:pt x="92710" y="6350"/>
                  </a:lnTo>
                  <a:lnTo>
                    <a:pt x="92710" y="7620"/>
                  </a:lnTo>
                  <a:lnTo>
                    <a:pt x="157480" y="7620"/>
                  </a:lnTo>
                  <a:lnTo>
                    <a:pt x="157480" y="6350"/>
                  </a:lnTo>
                  <a:close/>
                </a:path>
                <a:path w="161289" h="7619">
                  <a:moveTo>
                    <a:pt x="158750" y="3810"/>
                  </a:moveTo>
                  <a:lnTo>
                    <a:pt x="91439" y="3810"/>
                  </a:lnTo>
                  <a:lnTo>
                    <a:pt x="91439" y="6350"/>
                  </a:lnTo>
                  <a:lnTo>
                    <a:pt x="158750" y="6350"/>
                  </a:lnTo>
                  <a:lnTo>
                    <a:pt x="158750" y="3810"/>
                  </a:lnTo>
                  <a:close/>
                </a:path>
                <a:path w="161289" h="7619">
                  <a:moveTo>
                    <a:pt x="161289" y="0"/>
                  </a:moveTo>
                  <a:lnTo>
                    <a:pt x="88900" y="0"/>
                  </a:lnTo>
                  <a:lnTo>
                    <a:pt x="88900" y="1270"/>
                  </a:lnTo>
                  <a:lnTo>
                    <a:pt x="90169" y="1270"/>
                  </a:lnTo>
                  <a:lnTo>
                    <a:pt x="90169" y="3810"/>
                  </a:lnTo>
                  <a:lnTo>
                    <a:pt x="160019" y="3810"/>
                  </a:lnTo>
                  <a:lnTo>
                    <a:pt x="160019" y="2539"/>
                  </a:lnTo>
                  <a:lnTo>
                    <a:pt x="161289" y="2539"/>
                  </a:lnTo>
                  <a:lnTo>
                    <a:pt x="161289" y="0"/>
                  </a:lnTo>
                  <a:close/>
                </a:path>
              </a:pathLst>
            </a:custGeom>
            <a:solidFill>
              <a:srgbClr val="0002C2"/>
            </a:solidFill>
          </p:spPr>
          <p:txBody>
            <a:bodyPr wrap="square" lIns="0" tIns="0" rIns="0" bIns="0" rtlCol="0"/>
            <a:lstStyle/>
            <a:p/>
          </p:txBody>
        </p:sp>
        <p:sp>
          <p:nvSpPr>
            <p:cNvPr id="1208" name="object 1208"/>
            <p:cNvSpPr/>
            <p:nvPr/>
          </p:nvSpPr>
          <p:spPr>
            <a:xfrm>
              <a:off x="3388359" y="1668780"/>
              <a:ext cx="156210" cy="6350"/>
            </a:xfrm>
            <a:custGeom>
              <a:avLst/>
              <a:gdLst/>
              <a:ahLst/>
              <a:cxnLst/>
              <a:rect l="l" t="t" r="r" b="b"/>
              <a:pathLst>
                <a:path w="156210" h="6350">
                  <a:moveTo>
                    <a:pt x="78739" y="0"/>
                  </a:moveTo>
                  <a:lnTo>
                    <a:pt x="0" y="0"/>
                  </a:lnTo>
                  <a:lnTo>
                    <a:pt x="0" y="6350"/>
                  </a:lnTo>
                  <a:lnTo>
                    <a:pt x="78739" y="6350"/>
                  </a:lnTo>
                  <a:lnTo>
                    <a:pt x="78739" y="0"/>
                  </a:lnTo>
                  <a:close/>
                </a:path>
                <a:path w="156210" h="6350">
                  <a:moveTo>
                    <a:pt x="152399" y="5080"/>
                  </a:moveTo>
                  <a:lnTo>
                    <a:pt x="96519" y="5080"/>
                  </a:lnTo>
                  <a:lnTo>
                    <a:pt x="96519" y="6350"/>
                  </a:lnTo>
                  <a:lnTo>
                    <a:pt x="152399" y="6350"/>
                  </a:lnTo>
                  <a:lnTo>
                    <a:pt x="152399" y="5080"/>
                  </a:lnTo>
                  <a:close/>
                </a:path>
                <a:path w="156210" h="6350">
                  <a:moveTo>
                    <a:pt x="156209" y="0"/>
                  </a:moveTo>
                  <a:lnTo>
                    <a:pt x="93979" y="0"/>
                  </a:lnTo>
                  <a:lnTo>
                    <a:pt x="93979" y="2540"/>
                  </a:lnTo>
                  <a:lnTo>
                    <a:pt x="95250" y="2540"/>
                  </a:lnTo>
                  <a:lnTo>
                    <a:pt x="95250" y="5080"/>
                  </a:lnTo>
                  <a:lnTo>
                    <a:pt x="153670" y="5080"/>
                  </a:lnTo>
                  <a:lnTo>
                    <a:pt x="153670" y="3810"/>
                  </a:lnTo>
                  <a:lnTo>
                    <a:pt x="154939" y="3810"/>
                  </a:lnTo>
                  <a:lnTo>
                    <a:pt x="154939" y="1270"/>
                  </a:lnTo>
                  <a:lnTo>
                    <a:pt x="156209" y="1270"/>
                  </a:lnTo>
                  <a:lnTo>
                    <a:pt x="156209" y="0"/>
                  </a:lnTo>
                  <a:close/>
                </a:path>
              </a:pathLst>
            </a:custGeom>
            <a:solidFill>
              <a:srgbClr val="0001C4"/>
            </a:solidFill>
          </p:spPr>
          <p:txBody>
            <a:bodyPr wrap="square" lIns="0" tIns="0" rIns="0" bIns="0" rtlCol="0"/>
            <a:lstStyle/>
            <a:p/>
          </p:txBody>
        </p:sp>
        <p:sp>
          <p:nvSpPr>
            <p:cNvPr id="1209" name="object 1209"/>
            <p:cNvSpPr/>
            <p:nvPr/>
          </p:nvSpPr>
          <p:spPr>
            <a:xfrm>
              <a:off x="3388359" y="1675130"/>
              <a:ext cx="151130" cy="7620"/>
            </a:xfrm>
            <a:custGeom>
              <a:avLst/>
              <a:gdLst/>
              <a:ahLst/>
              <a:cxnLst/>
              <a:rect l="l" t="t" r="r" b="b"/>
              <a:pathLst>
                <a:path w="151129" h="7619">
                  <a:moveTo>
                    <a:pt x="146050" y="6350"/>
                  </a:moveTo>
                  <a:lnTo>
                    <a:pt x="104139" y="6350"/>
                  </a:lnTo>
                  <a:lnTo>
                    <a:pt x="104139" y="7620"/>
                  </a:lnTo>
                  <a:lnTo>
                    <a:pt x="146050" y="7620"/>
                  </a:lnTo>
                  <a:lnTo>
                    <a:pt x="146050" y="6350"/>
                  </a:lnTo>
                  <a:close/>
                </a:path>
                <a:path w="151129" h="7619">
                  <a:moveTo>
                    <a:pt x="148589" y="3810"/>
                  </a:moveTo>
                  <a:lnTo>
                    <a:pt x="102869" y="3810"/>
                  </a:lnTo>
                  <a:lnTo>
                    <a:pt x="102869" y="6350"/>
                  </a:lnTo>
                  <a:lnTo>
                    <a:pt x="147319" y="6350"/>
                  </a:lnTo>
                  <a:lnTo>
                    <a:pt x="147319" y="5080"/>
                  </a:lnTo>
                  <a:lnTo>
                    <a:pt x="148589" y="5080"/>
                  </a:lnTo>
                  <a:lnTo>
                    <a:pt x="148589" y="3810"/>
                  </a:lnTo>
                  <a:close/>
                </a:path>
                <a:path w="151129" h="7619">
                  <a:moveTo>
                    <a:pt x="149859" y="1270"/>
                  </a:moveTo>
                  <a:lnTo>
                    <a:pt x="100329" y="1270"/>
                  </a:lnTo>
                  <a:lnTo>
                    <a:pt x="100329" y="2540"/>
                  </a:lnTo>
                  <a:lnTo>
                    <a:pt x="101600" y="2540"/>
                  </a:lnTo>
                  <a:lnTo>
                    <a:pt x="101600" y="3810"/>
                  </a:lnTo>
                  <a:lnTo>
                    <a:pt x="149860" y="3810"/>
                  </a:lnTo>
                  <a:lnTo>
                    <a:pt x="149859" y="1270"/>
                  </a:lnTo>
                  <a:close/>
                </a:path>
                <a:path w="151129" h="7619">
                  <a:moveTo>
                    <a:pt x="151130" y="0"/>
                  </a:moveTo>
                  <a:lnTo>
                    <a:pt x="99060" y="0"/>
                  </a:lnTo>
                  <a:lnTo>
                    <a:pt x="99060" y="1270"/>
                  </a:lnTo>
                  <a:lnTo>
                    <a:pt x="151130" y="1270"/>
                  </a:lnTo>
                  <a:lnTo>
                    <a:pt x="151130" y="0"/>
                  </a:lnTo>
                  <a:close/>
                </a:path>
                <a:path w="151129" h="7619">
                  <a:moveTo>
                    <a:pt x="78739" y="0"/>
                  </a:moveTo>
                  <a:lnTo>
                    <a:pt x="0" y="0"/>
                  </a:lnTo>
                  <a:lnTo>
                    <a:pt x="0" y="2540"/>
                  </a:lnTo>
                  <a:lnTo>
                    <a:pt x="78739" y="2540"/>
                  </a:lnTo>
                  <a:lnTo>
                    <a:pt x="78739" y="0"/>
                  </a:lnTo>
                  <a:close/>
                </a:path>
              </a:pathLst>
            </a:custGeom>
            <a:solidFill>
              <a:srgbClr val="0001C5"/>
            </a:solidFill>
          </p:spPr>
          <p:txBody>
            <a:bodyPr wrap="square" lIns="0" tIns="0" rIns="0" bIns="0" rtlCol="0"/>
            <a:lstStyle/>
            <a:p/>
          </p:txBody>
        </p:sp>
        <p:sp>
          <p:nvSpPr>
            <p:cNvPr id="1210" name="object 1210"/>
            <p:cNvSpPr/>
            <p:nvPr/>
          </p:nvSpPr>
          <p:spPr>
            <a:xfrm>
              <a:off x="3493769" y="1682750"/>
              <a:ext cx="39370" cy="7620"/>
            </a:xfrm>
            <a:custGeom>
              <a:avLst/>
              <a:gdLst/>
              <a:ahLst/>
              <a:cxnLst/>
              <a:rect l="l" t="t" r="r" b="b"/>
              <a:pathLst>
                <a:path w="39370" h="7619">
                  <a:moveTo>
                    <a:pt x="20320" y="6350"/>
                  </a:moveTo>
                  <a:lnTo>
                    <a:pt x="19050" y="6350"/>
                  </a:lnTo>
                  <a:lnTo>
                    <a:pt x="19050" y="7620"/>
                  </a:lnTo>
                  <a:lnTo>
                    <a:pt x="20320" y="7620"/>
                  </a:lnTo>
                  <a:lnTo>
                    <a:pt x="20320" y="6350"/>
                  </a:lnTo>
                  <a:close/>
                </a:path>
                <a:path w="39370" h="7619">
                  <a:moveTo>
                    <a:pt x="26669" y="5080"/>
                  </a:moveTo>
                  <a:lnTo>
                    <a:pt x="10159" y="5080"/>
                  </a:lnTo>
                  <a:lnTo>
                    <a:pt x="10159" y="6350"/>
                  </a:lnTo>
                  <a:lnTo>
                    <a:pt x="26669" y="6350"/>
                  </a:lnTo>
                  <a:lnTo>
                    <a:pt x="26669" y="5080"/>
                  </a:lnTo>
                  <a:close/>
                </a:path>
                <a:path w="39370" h="7619">
                  <a:moveTo>
                    <a:pt x="31750" y="3810"/>
                  </a:moveTo>
                  <a:lnTo>
                    <a:pt x="8889" y="3810"/>
                  </a:lnTo>
                  <a:lnTo>
                    <a:pt x="8889" y="5080"/>
                  </a:lnTo>
                  <a:lnTo>
                    <a:pt x="31750" y="5080"/>
                  </a:lnTo>
                  <a:lnTo>
                    <a:pt x="31750" y="3810"/>
                  </a:lnTo>
                  <a:close/>
                </a:path>
                <a:path w="39370" h="7619">
                  <a:moveTo>
                    <a:pt x="35559" y="2540"/>
                  </a:moveTo>
                  <a:lnTo>
                    <a:pt x="5079" y="2540"/>
                  </a:lnTo>
                  <a:lnTo>
                    <a:pt x="5079" y="3810"/>
                  </a:lnTo>
                  <a:lnTo>
                    <a:pt x="35559" y="3810"/>
                  </a:lnTo>
                  <a:lnTo>
                    <a:pt x="35559" y="2540"/>
                  </a:lnTo>
                  <a:close/>
                </a:path>
                <a:path w="39370" h="7619">
                  <a:moveTo>
                    <a:pt x="36829" y="1270"/>
                  </a:moveTo>
                  <a:lnTo>
                    <a:pt x="3809" y="1270"/>
                  </a:lnTo>
                  <a:lnTo>
                    <a:pt x="3809" y="2540"/>
                  </a:lnTo>
                  <a:lnTo>
                    <a:pt x="36829" y="2540"/>
                  </a:lnTo>
                  <a:lnTo>
                    <a:pt x="36829" y="1270"/>
                  </a:lnTo>
                  <a:close/>
                </a:path>
                <a:path w="39370" h="7619">
                  <a:moveTo>
                    <a:pt x="39370" y="0"/>
                  </a:moveTo>
                  <a:lnTo>
                    <a:pt x="0" y="0"/>
                  </a:lnTo>
                  <a:lnTo>
                    <a:pt x="0" y="1270"/>
                  </a:lnTo>
                  <a:lnTo>
                    <a:pt x="39370" y="1270"/>
                  </a:lnTo>
                  <a:lnTo>
                    <a:pt x="39370" y="0"/>
                  </a:lnTo>
                  <a:close/>
                </a:path>
              </a:pathLst>
            </a:custGeom>
            <a:solidFill>
              <a:srgbClr val="0000C7"/>
            </a:solidFill>
          </p:spPr>
          <p:txBody>
            <a:bodyPr wrap="square" lIns="0" tIns="0" rIns="0" bIns="0" rtlCol="0"/>
            <a:lstStyle/>
            <a:p/>
          </p:txBody>
        </p:sp>
      </p:grpSp>
      <p:grpSp>
        <p:nvGrpSpPr>
          <p:cNvPr id="1211" name="object 1211"/>
          <p:cNvGrpSpPr/>
          <p:nvPr/>
        </p:nvGrpSpPr>
        <p:grpSpPr>
          <a:xfrm>
            <a:off x="3674109" y="1056639"/>
            <a:ext cx="214629" cy="633730"/>
            <a:chOff x="3674109" y="1056639"/>
            <a:chExt cx="214629" cy="633730"/>
          </a:xfrm>
        </p:grpSpPr>
        <p:sp>
          <p:nvSpPr>
            <p:cNvPr id="1212" name="object 1212"/>
            <p:cNvSpPr/>
            <p:nvPr/>
          </p:nvSpPr>
          <p:spPr>
            <a:xfrm>
              <a:off x="3755389" y="1056639"/>
              <a:ext cx="46990" cy="6350"/>
            </a:xfrm>
            <a:custGeom>
              <a:avLst/>
              <a:gdLst/>
              <a:ahLst/>
              <a:cxnLst/>
              <a:rect l="l" t="t" r="r" b="b"/>
              <a:pathLst>
                <a:path w="46989" h="6350">
                  <a:moveTo>
                    <a:pt x="46989" y="5080"/>
                  </a:moveTo>
                  <a:lnTo>
                    <a:pt x="0" y="5080"/>
                  </a:lnTo>
                  <a:lnTo>
                    <a:pt x="0" y="6350"/>
                  </a:lnTo>
                  <a:lnTo>
                    <a:pt x="46989" y="6350"/>
                  </a:lnTo>
                  <a:lnTo>
                    <a:pt x="46989" y="5080"/>
                  </a:lnTo>
                  <a:close/>
                </a:path>
                <a:path w="46989" h="6350">
                  <a:moveTo>
                    <a:pt x="44450" y="3810"/>
                  </a:moveTo>
                  <a:lnTo>
                    <a:pt x="2539" y="3810"/>
                  </a:lnTo>
                  <a:lnTo>
                    <a:pt x="2539" y="5080"/>
                  </a:lnTo>
                  <a:lnTo>
                    <a:pt x="44450" y="5080"/>
                  </a:lnTo>
                  <a:lnTo>
                    <a:pt x="44450" y="3810"/>
                  </a:lnTo>
                  <a:close/>
                </a:path>
                <a:path w="46989" h="6350">
                  <a:moveTo>
                    <a:pt x="43179" y="2539"/>
                  </a:moveTo>
                  <a:lnTo>
                    <a:pt x="6350" y="2539"/>
                  </a:lnTo>
                  <a:lnTo>
                    <a:pt x="6350" y="3810"/>
                  </a:lnTo>
                  <a:lnTo>
                    <a:pt x="43179" y="3810"/>
                  </a:lnTo>
                  <a:lnTo>
                    <a:pt x="43179" y="2539"/>
                  </a:lnTo>
                  <a:close/>
                </a:path>
                <a:path w="46989" h="6350">
                  <a:moveTo>
                    <a:pt x="34290" y="1270"/>
                  </a:moveTo>
                  <a:lnTo>
                    <a:pt x="11430" y="1270"/>
                  </a:lnTo>
                  <a:lnTo>
                    <a:pt x="11430" y="2539"/>
                  </a:lnTo>
                  <a:lnTo>
                    <a:pt x="34290" y="2539"/>
                  </a:lnTo>
                  <a:lnTo>
                    <a:pt x="34290" y="1270"/>
                  </a:lnTo>
                  <a:close/>
                </a:path>
                <a:path w="46989" h="6350">
                  <a:moveTo>
                    <a:pt x="24130" y="0"/>
                  </a:moveTo>
                  <a:lnTo>
                    <a:pt x="22860" y="0"/>
                  </a:lnTo>
                  <a:lnTo>
                    <a:pt x="22860" y="1270"/>
                  </a:lnTo>
                  <a:lnTo>
                    <a:pt x="24130" y="1270"/>
                  </a:lnTo>
                  <a:lnTo>
                    <a:pt x="24130" y="0"/>
                  </a:lnTo>
                  <a:close/>
                </a:path>
              </a:pathLst>
            </a:custGeom>
            <a:solidFill>
              <a:srgbClr val="003300"/>
            </a:solidFill>
          </p:spPr>
          <p:txBody>
            <a:bodyPr wrap="square" lIns="0" tIns="0" rIns="0" bIns="0" rtlCol="0"/>
            <a:lstStyle/>
            <a:p/>
          </p:txBody>
        </p:sp>
        <p:sp>
          <p:nvSpPr>
            <p:cNvPr id="1213" name="object 1213"/>
            <p:cNvSpPr/>
            <p:nvPr/>
          </p:nvSpPr>
          <p:spPr>
            <a:xfrm>
              <a:off x="3745229" y="1062989"/>
              <a:ext cx="72390" cy="7620"/>
            </a:xfrm>
            <a:custGeom>
              <a:avLst/>
              <a:gdLst/>
              <a:ahLst/>
              <a:cxnLst/>
              <a:rect l="l" t="t" r="r" b="b"/>
              <a:pathLst>
                <a:path w="72389" h="7619">
                  <a:moveTo>
                    <a:pt x="72389" y="6350"/>
                  </a:moveTo>
                  <a:lnTo>
                    <a:pt x="0" y="6350"/>
                  </a:lnTo>
                  <a:lnTo>
                    <a:pt x="0" y="7620"/>
                  </a:lnTo>
                  <a:lnTo>
                    <a:pt x="72389" y="7620"/>
                  </a:lnTo>
                  <a:lnTo>
                    <a:pt x="72389" y="6350"/>
                  </a:lnTo>
                  <a:close/>
                </a:path>
                <a:path w="72389" h="7619">
                  <a:moveTo>
                    <a:pt x="69850" y="5080"/>
                  </a:moveTo>
                  <a:lnTo>
                    <a:pt x="1270" y="5080"/>
                  </a:lnTo>
                  <a:lnTo>
                    <a:pt x="1270" y="6350"/>
                  </a:lnTo>
                  <a:lnTo>
                    <a:pt x="69850" y="6350"/>
                  </a:lnTo>
                  <a:lnTo>
                    <a:pt x="69850" y="5080"/>
                  </a:lnTo>
                  <a:close/>
                </a:path>
                <a:path w="72389" h="7619">
                  <a:moveTo>
                    <a:pt x="68580" y="3810"/>
                  </a:moveTo>
                  <a:lnTo>
                    <a:pt x="2540" y="3810"/>
                  </a:lnTo>
                  <a:lnTo>
                    <a:pt x="2540" y="5080"/>
                  </a:lnTo>
                  <a:lnTo>
                    <a:pt x="68580" y="5080"/>
                  </a:lnTo>
                  <a:lnTo>
                    <a:pt x="68580" y="3810"/>
                  </a:lnTo>
                  <a:close/>
                </a:path>
                <a:path w="72389" h="7619">
                  <a:moveTo>
                    <a:pt x="64770" y="2539"/>
                  </a:moveTo>
                  <a:lnTo>
                    <a:pt x="5080" y="2539"/>
                  </a:lnTo>
                  <a:lnTo>
                    <a:pt x="5080" y="3810"/>
                  </a:lnTo>
                  <a:lnTo>
                    <a:pt x="64770" y="3810"/>
                  </a:lnTo>
                  <a:lnTo>
                    <a:pt x="64770" y="2539"/>
                  </a:lnTo>
                  <a:close/>
                </a:path>
                <a:path w="72389" h="7619">
                  <a:moveTo>
                    <a:pt x="62229" y="1270"/>
                  </a:moveTo>
                  <a:lnTo>
                    <a:pt x="6350" y="1270"/>
                  </a:lnTo>
                  <a:lnTo>
                    <a:pt x="6350" y="2539"/>
                  </a:lnTo>
                  <a:lnTo>
                    <a:pt x="62229" y="2539"/>
                  </a:lnTo>
                  <a:lnTo>
                    <a:pt x="62229" y="1270"/>
                  </a:lnTo>
                  <a:close/>
                </a:path>
                <a:path w="72389" h="7619">
                  <a:moveTo>
                    <a:pt x="60960" y="0"/>
                  </a:moveTo>
                  <a:lnTo>
                    <a:pt x="7620" y="0"/>
                  </a:lnTo>
                  <a:lnTo>
                    <a:pt x="7620" y="1270"/>
                  </a:lnTo>
                  <a:lnTo>
                    <a:pt x="60960" y="1270"/>
                  </a:lnTo>
                  <a:lnTo>
                    <a:pt x="60960" y="0"/>
                  </a:lnTo>
                  <a:close/>
                </a:path>
              </a:pathLst>
            </a:custGeom>
            <a:solidFill>
              <a:srgbClr val="003301"/>
            </a:solidFill>
          </p:spPr>
          <p:txBody>
            <a:bodyPr wrap="square" lIns="0" tIns="0" rIns="0" bIns="0" rtlCol="0"/>
            <a:lstStyle/>
            <a:p/>
          </p:txBody>
        </p:sp>
        <p:sp>
          <p:nvSpPr>
            <p:cNvPr id="1214" name="object 1214"/>
            <p:cNvSpPr/>
            <p:nvPr/>
          </p:nvSpPr>
          <p:spPr>
            <a:xfrm>
              <a:off x="3738879" y="1070609"/>
              <a:ext cx="86360" cy="6350"/>
            </a:xfrm>
            <a:custGeom>
              <a:avLst/>
              <a:gdLst/>
              <a:ahLst/>
              <a:cxnLst/>
              <a:rect l="l" t="t" r="r" b="b"/>
              <a:pathLst>
                <a:path w="86360" h="6350">
                  <a:moveTo>
                    <a:pt x="86360" y="5079"/>
                  </a:moveTo>
                  <a:lnTo>
                    <a:pt x="0" y="5079"/>
                  </a:lnTo>
                  <a:lnTo>
                    <a:pt x="0" y="6350"/>
                  </a:lnTo>
                  <a:lnTo>
                    <a:pt x="86360" y="6350"/>
                  </a:lnTo>
                  <a:lnTo>
                    <a:pt x="86360" y="5079"/>
                  </a:lnTo>
                  <a:close/>
                </a:path>
                <a:path w="86360" h="6350">
                  <a:moveTo>
                    <a:pt x="85090" y="3810"/>
                  </a:moveTo>
                  <a:lnTo>
                    <a:pt x="1270" y="3810"/>
                  </a:lnTo>
                  <a:lnTo>
                    <a:pt x="1270" y="5079"/>
                  </a:lnTo>
                  <a:lnTo>
                    <a:pt x="85090" y="5079"/>
                  </a:lnTo>
                  <a:lnTo>
                    <a:pt x="85090" y="3810"/>
                  </a:lnTo>
                  <a:close/>
                </a:path>
                <a:path w="86360" h="6350">
                  <a:moveTo>
                    <a:pt x="83820" y="2539"/>
                  </a:moveTo>
                  <a:lnTo>
                    <a:pt x="2540" y="2539"/>
                  </a:lnTo>
                  <a:lnTo>
                    <a:pt x="2540" y="3810"/>
                  </a:lnTo>
                  <a:lnTo>
                    <a:pt x="83820" y="3810"/>
                  </a:lnTo>
                  <a:lnTo>
                    <a:pt x="83820" y="2539"/>
                  </a:lnTo>
                  <a:close/>
                </a:path>
                <a:path w="86360" h="6350">
                  <a:moveTo>
                    <a:pt x="81280" y="1269"/>
                  </a:moveTo>
                  <a:lnTo>
                    <a:pt x="3810" y="1269"/>
                  </a:lnTo>
                  <a:lnTo>
                    <a:pt x="3810" y="2539"/>
                  </a:lnTo>
                  <a:lnTo>
                    <a:pt x="81280" y="2539"/>
                  </a:lnTo>
                  <a:lnTo>
                    <a:pt x="81280" y="1269"/>
                  </a:lnTo>
                  <a:close/>
                </a:path>
                <a:path w="86360" h="6350">
                  <a:moveTo>
                    <a:pt x="80010" y="0"/>
                  </a:moveTo>
                  <a:lnTo>
                    <a:pt x="5080" y="0"/>
                  </a:lnTo>
                  <a:lnTo>
                    <a:pt x="5080" y="1269"/>
                  </a:lnTo>
                  <a:lnTo>
                    <a:pt x="80010" y="1269"/>
                  </a:lnTo>
                  <a:lnTo>
                    <a:pt x="80010" y="0"/>
                  </a:lnTo>
                  <a:close/>
                </a:path>
              </a:pathLst>
            </a:custGeom>
            <a:solidFill>
              <a:srgbClr val="003103"/>
            </a:solidFill>
          </p:spPr>
          <p:txBody>
            <a:bodyPr wrap="square" lIns="0" tIns="0" rIns="0" bIns="0" rtlCol="0"/>
            <a:lstStyle/>
            <a:p/>
          </p:txBody>
        </p:sp>
        <p:sp>
          <p:nvSpPr>
            <p:cNvPr id="1215" name="object 1215"/>
            <p:cNvSpPr/>
            <p:nvPr/>
          </p:nvSpPr>
          <p:spPr>
            <a:xfrm>
              <a:off x="373126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03105"/>
            </a:solidFill>
          </p:spPr>
          <p:txBody>
            <a:bodyPr wrap="square" lIns="0" tIns="0" rIns="0" bIns="0" rtlCol="0"/>
            <a:lstStyle/>
            <a:p/>
          </p:txBody>
        </p:sp>
        <p:sp>
          <p:nvSpPr>
            <p:cNvPr id="1216" name="object 1216"/>
            <p:cNvSpPr/>
            <p:nvPr/>
          </p:nvSpPr>
          <p:spPr>
            <a:xfrm>
              <a:off x="3724910" y="1084579"/>
              <a:ext cx="113030" cy="7620"/>
            </a:xfrm>
            <a:custGeom>
              <a:avLst/>
              <a:gdLst/>
              <a:ahLst/>
              <a:cxnLst/>
              <a:rect l="l" t="t" r="r" b="b"/>
              <a:pathLst>
                <a:path w="113029" h="7619">
                  <a:moveTo>
                    <a:pt x="113030" y="6350"/>
                  </a:moveTo>
                  <a:lnTo>
                    <a:pt x="111747" y="6350"/>
                  </a:lnTo>
                  <a:lnTo>
                    <a:pt x="111747"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03008"/>
            </a:solidFill>
          </p:spPr>
          <p:txBody>
            <a:bodyPr wrap="square" lIns="0" tIns="0" rIns="0" bIns="0" rtlCol="0"/>
            <a:lstStyle/>
            <a:p/>
          </p:txBody>
        </p:sp>
        <p:sp>
          <p:nvSpPr>
            <p:cNvPr id="1217" name="object 1217"/>
            <p:cNvSpPr/>
            <p:nvPr/>
          </p:nvSpPr>
          <p:spPr>
            <a:xfrm>
              <a:off x="372237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0300A"/>
            </a:solidFill>
          </p:spPr>
          <p:txBody>
            <a:bodyPr wrap="square" lIns="0" tIns="0" rIns="0" bIns="0" rtlCol="0"/>
            <a:lstStyle/>
            <a:p/>
          </p:txBody>
        </p:sp>
        <p:sp>
          <p:nvSpPr>
            <p:cNvPr id="1218" name="object 1218"/>
            <p:cNvSpPr/>
            <p:nvPr/>
          </p:nvSpPr>
          <p:spPr>
            <a:xfrm>
              <a:off x="3718560" y="1098549"/>
              <a:ext cx="128270" cy="7620"/>
            </a:xfrm>
            <a:custGeom>
              <a:avLst/>
              <a:gdLst/>
              <a:ahLst/>
              <a:cxnLst/>
              <a:rect l="l" t="t" r="r" b="b"/>
              <a:pathLst>
                <a:path w="128270" h="7619">
                  <a:moveTo>
                    <a:pt x="128270" y="6350"/>
                  </a:moveTo>
                  <a:lnTo>
                    <a:pt x="127000" y="6350"/>
                  </a:lnTo>
                  <a:lnTo>
                    <a:pt x="127000" y="5080"/>
                  </a:lnTo>
                  <a:lnTo>
                    <a:pt x="126987"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02F0C"/>
            </a:solidFill>
          </p:spPr>
          <p:txBody>
            <a:bodyPr wrap="square" lIns="0" tIns="0" rIns="0" bIns="0" rtlCol="0"/>
            <a:lstStyle/>
            <a:p/>
          </p:txBody>
        </p:sp>
        <p:sp>
          <p:nvSpPr>
            <p:cNvPr id="1219" name="object 1219"/>
            <p:cNvSpPr/>
            <p:nvPr/>
          </p:nvSpPr>
          <p:spPr>
            <a:xfrm>
              <a:off x="3713480" y="1106169"/>
              <a:ext cx="137160" cy="7620"/>
            </a:xfrm>
            <a:custGeom>
              <a:avLst/>
              <a:gdLst/>
              <a:ahLst/>
              <a:cxnLst/>
              <a:rect l="l" t="t" r="r" b="b"/>
              <a:pathLst>
                <a:path w="137160"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60"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02E0F"/>
            </a:solidFill>
          </p:spPr>
          <p:txBody>
            <a:bodyPr wrap="square" lIns="0" tIns="0" rIns="0" bIns="0" rtlCol="0"/>
            <a:lstStyle/>
            <a:p/>
          </p:txBody>
        </p:sp>
        <p:sp>
          <p:nvSpPr>
            <p:cNvPr id="1220" name="object 1220"/>
            <p:cNvSpPr/>
            <p:nvPr/>
          </p:nvSpPr>
          <p:spPr>
            <a:xfrm>
              <a:off x="3710940" y="1113789"/>
              <a:ext cx="142240" cy="6350"/>
            </a:xfrm>
            <a:custGeom>
              <a:avLst/>
              <a:gdLst/>
              <a:ahLst/>
              <a:cxnLst/>
              <a:rect l="l" t="t" r="r" b="b"/>
              <a:pathLst>
                <a:path w="142239"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02E11"/>
            </a:solidFill>
          </p:spPr>
          <p:txBody>
            <a:bodyPr wrap="square" lIns="0" tIns="0" rIns="0" bIns="0" rtlCol="0"/>
            <a:lstStyle/>
            <a:p/>
          </p:txBody>
        </p:sp>
        <p:sp>
          <p:nvSpPr>
            <p:cNvPr id="1221" name="object 1221"/>
            <p:cNvSpPr/>
            <p:nvPr/>
          </p:nvSpPr>
          <p:spPr>
            <a:xfrm>
              <a:off x="3708400" y="1120139"/>
              <a:ext cx="147320" cy="7620"/>
            </a:xfrm>
            <a:custGeom>
              <a:avLst/>
              <a:gdLst/>
              <a:ahLst/>
              <a:cxnLst/>
              <a:rect l="l" t="t" r="r" b="b"/>
              <a:pathLst>
                <a:path w="147320" h="7619">
                  <a:moveTo>
                    <a:pt x="147320" y="6350"/>
                  </a:moveTo>
                  <a:lnTo>
                    <a:pt x="146050" y="635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6350"/>
                  </a:lnTo>
                  <a:lnTo>
                    <a:pt x="0" y="7620"/>
                  </a:lnTo>
                  <a:lnTo>
                    <a:pt x="147320" y="7620"/>
                  </a:lnTo>
                  <a:lnTo>
                    <a:pt x="147320" y="6350"/>
                  </a:lnTo>
                  <a:close/>
                </a:path>
              </a:pathLst>
            </a:custGeom>
            <a:solidFill>
              <a:srgbClr val="002D13"/>
            </a:solidFill>
          </p:spPr>
          <p:txBody>
            <a:bodyPr wrap="square" lIns="0" tIns="0" rIns="0" bIns="0" rtlCol="0"/>
            <a:lstStyle/>
            <a:p/>
          </p:txBody>
        </p:sp>
        <p:sp>
          <p:nvSpPr>
            <p:cNvPr id="1222" name="object 1222"/>
            <p:cNvSpPr/>
            <p:nvPr/>
          </p:nvSpPr>
          <p:spPr>
            <a:xfrm>
              <a:off x="3704590" y="1127759"/>
              <a:ext cx="153670" cy="7620"/>
            </a:xfrm>
            <a:custGeom>
              <a:avLst/>
              <a:gdLst/>
              <a:ahLst/>
              <a:cxnLst/>
              <a:rect l="l" t="t" r="r" b="b"/>
              <a:pathLst>
                <a:path w="153670" h="7619">
                  <a:moveTo>
                    <a:pt x="153670" y="6350"/>
                  </a:moveTo>
                  <a:lnTo>
                    <a:pt x="152400" y="6350"/>
                  </a:lnTo>
                  <a:lnTo>
                    <a:pt x="152400" y="5080"/>
                  </a:lnTo>
                  <a:lnTo>
                    <a:pt x="152400" y="2540"/>
                  </a:lnTo>
                  <a:lnTo>
                    <a:pt x="151117"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02D15"/>
            </a:solidFill>
          </p:spPr>
          <p:txBody>
            <a:bodyPr wrap="square" lIns="0" tIns="0" rIns="0" bIns="0" rtlCol="0"/>
            <a:lstStyle/>
            <a:p/>
          </p:txBody>
        </p:sp>
        <p:sp>
          <p:nvSpPr>
            <p:cNvPr id="1223" name="object 1223"/>
            <p:cNvSpPr/>
            <p:nvPr/>
          </p:nvSpPr>
          <p:spPr>
            <a:xfrm>
              <a:off x="3703320" y="1135379"/>
              <a:ext cx="157480" cy="6350"/>
            </a:xfrm>
            <a:custGeom>
              <a:avLst/>
              <a:gdLst/>
              <a:ahLst/>
              <a:cxnLst/>
              <a:rect l="l" t="t" r="r" b="b"/>
              <a:pathLst>
                <a:path w="157479" h="6350">
                  <a:moveTo>
                    <a:pt x="157480" y="5080"/>
                  </a:moveTo>
                  <a:lnTo>
                    <a:pt x="156210" y="5080"/>
                  </a:lnTo>
                  <a:lnTo>
                    <a:pt x="156210" y="2540"/>
                  </a:lnTo>
                  <a:lnTo>
                    <a:pt x="154940" y="2540"/>
                  </a:lnTo>
                  <a:lnTo>
                    <a:pt x="154940" y="0"/>
                  </a:lnTo>
                  <a:lnTo>
                    <a:pt x="1270" y="0"/>
                  </a:lnTo>
                  <a:lnTo>
                    <a:pt x="1270" y="2540"/>
                  </a:lnTo>
                  <a:lnTo>
                    <a:pt x="0" y="2540"/>
                  </a:lnTo>
                  <a:lnTo>
                    <a:pt x="0" y="5080"/>
                  </a:lnTo>
                  <a:lnTo>
                    <a:pt x="0" y="6350"/>
                  </a:lnTo>
                  <a:lnTo>
                    <a:pt x="157480" y="6350"/>
                  </a:lnTo>
                  <a:lnTo>
                    <a:pt x="157480" y="5080"/>
                  </a:lnTo>
                  <a:close/>
                </a:path>
              </a:pathLst>
            </a:custGeom>
            <a:solidFill>
              <a:srgbClr val="002C18"/>
            </a:solidFill>
          </p:spPr>
          <p:txBody>
            <a:bodyPr wrap="square" lIns="0" tIns="0" rIns="0" bIns="0" rtlCol="0"/>
            <a:lstStyle/>
            <a:p/>
          </p:txBody>
        </p:sp>
        <p:sp>
          <p:nvSpPr>
            <p:cNvPr id="1224" name="object 1224"/>
            <p:cNvSpPr/>
            <p:nvPr/>
          </p:nvSpPr>
          <p:spPr>
            <a:xfrm>
              <a:off x="3700780" y="1141729"/>
              <a:ext cx="162560" cy="7620"/>
            </a:xfrm>
            <a:custGeom>
              <a:avLst/>
              <a:gdLst/>
              <a:ahLst/>
              <a:cxnLst/>
              <a:rect l="l" t="t" r="r" b="b"/>
              <a:pathLst>
                <a:path w="162560" h="7619">
                  <a:moveTo>
                    <a:pt x="162560" y="6350"/>
                  </a:moveTo>
                  <a:lnTo>
                    <a:pt x="161290" y="6350"/>
                  </a:lnTo>
                  <a:lnTo>
                    <a:pt x="161290" y="2540"/>
                  </a:lnTo>
                  <a:lnTo>
                    <a:pt x="160020" y="2540"/>
                  </a:lnTo>
                  <a:lnTo>
                    <a:pt x="160020" y="1270"/>
                  </a:lnTo>
                  <a:lnTo>
                    <a:pt x="160020" y="0"/>
                  </a:lnTo>
                  <a:lnTo>
                    <a:pt x="2540" y="0"/>
                  </a:lnTo>
                  <a:lnTo>
                    <a:pt x="2540" y="1270"/>
                  </a:lnTo>
                  <a:lnTo>
                    <a:pt x="1270" y="1270"/>
                  </a:lnTo>
                  <a:lnTo>
                    <a:pt x="1270" y="2540"/>
                  </a:lnTo>
                  <a:lnTo>
                    <a:pt x="1270" y="6350"/>
                  </a:lnTo>
                  <a:lnTo>
                    <a:pt x="0" y="6350"/>
                  </a:lnTo>
                  <a:lnTo>
                    <a:pt x="0" y="7620"/>
                  </a:lnTo>
                  <a:lnTo>
                    <a:pt x="162560" y="7620"/>
                  </a:lnTo>
                  <a:lnTo>
                    <a:pt x="162560" y="6350"/>
                  </a:lnTo>
                  <a:close/>
                </a:path>
              </a:pathLst>
            </a:custGeom>
            <a:solidFill>
              <a:srgbClr val="002C1A"/>
            </a:solidFill>
          </p:spPr>
          <p:txBody>
            <a:bodyPr wrap="square" lIns="0" tIns="0" rIns="0" bIns="0" rtlCol="0"/>
            <a:lstStyle/>
            <a:p/>
          </p:txBody>
        </p:sp>
        <p:sp>
          <p:nvSpPr>
            <p:cNvPr id="1225" name="object 1225"/>
            <p:cNvSpPr/>
            <p:nvPr/>
          </p:nvSpPr>
          <p:spPr>
            <a:xfrm>
              <a:off x="3699510" y="1149349"/>
              <a:ext cx="166370" cy="7620"/>
            </a:xfrm>
            <a:custGeom>
              <a:avLst/>
              <a:gdLst/>
              <a:ahLst/>
              <a:cxnLst/>
              <a:rect l="l" t="t" r="r" b="b"/>
              <a:pathLst>
                <a:path w="166370" h="7619">
                  <a:moveTo>
                    <a:pt x="166370" y="6350"/>
                  </a:moveTo>
                  <a:lnTo>
                    <a:pt x="165100" y="6350"/>
                  </a:lnTo>
                  <a:lnTo>
                    <a:pt x="165100" y="3810"/>
                  </a:lnTo>
                  <a:lnTo>
                    <a:pt x="165087" y="2540"/>
                  </a:lnTo>
                  <a:lnTo>
                    <a:pt x="163830" y="2540"/>
                  </a:lnTo>
                  <a:lnTo>
                    <a:pt x="163830" y="0"/>
                  </a:lnTo>
                  <a:lnTo>
                    <a:pt x="1270" y="0"/>
                  </a:lnTo>
                  <a:lnTo>
                    <a:pt x="1270" y="2540"/>
                  </a:lnTo>
                  <a:lnTo>
                    <a:pt x="1270" y="3810"/>
                  </a:lnTo>
                  <a:lnTo>
                    <a:pt x="0" y="3810"/>
                  </a:lnTo>
                  <a:lnTo>
                    <a:pt x="0" y="6350"/>
                  </a:lnTo>
                  <a:lnTo>
                    <a:pt x="0" y="7620"/>
                  </a:lnTo>
                  <a:lnTo>
                    <a:pt x="166370" y="7620"/>
                  </a:lnTo>
                  <a:lnTo>
                    <a:pt x="166370" y="6350"/>
                  </a:lnTo>
                  <a:close/>
                </a:path>
              </a:pathLst>
            </a:custGeom>
            <a:solidFill>
              <a:srgbClr val="002B1C"/>
            </a:solidFill>
          </p:spPr>
          <p:txBody>
            <a:bodyPr wrap="square" lIns="0" tIns="0" rIns="0" bIns="0" rtlCol="0"/>
            <a:lstStyle/>
            <a:p/>
          </p:txBody>
        </p:sp>
        <p:sp>
          <p:nvSpPr>
            <p:cNvPr id="1226" name="object 1226"/>
            <p:cNvSpPr/>
            <p:nvPr/>
          </p:nvSpPr>
          <p:spPr>
            <a:xfrm>
              <a:off x="3696970" y="1156969"/>
              <a:ext cx="170180" cy="6350"/>
            </a:xfrm>
            <a:custGeom>
              <a:avLst/>
              <a:gdLst/>
              <a:ahLst/>
              <a:cxnLst/>
              <a:rect l="l" t="t" r="r" b="b"/>
              <a:pathLst>
                <a:path w="170179" h="6350">
                  <a:moveTo>
                    <a:pt x="170180" y="2540"/>
                  </a:moveTo>
                  <a:lnTo>
                    <a:pt x="168910" y="2540"/>
                  </a:lnTo>
                  <a:lnTo>
                    <a:pt x="168910" y="1270"/>
                  </a:lnTo>
                  <a:lnTo>
                    <a:pt x="168910" y="0"/>
                  </a:lnTo>
                  <a:lnTo>
                    <a:pt x="2540" y="0"/>
                  </a:lnTo>
                  <a:lnTo>
                    <a:pt x="2540" y="1270"/>
                  </a:lnTo>
                  <a:lnTo>
                    <a:pt x="1270" y="1270"/>
                  </a:lnTo>
                  <a:lnTo>
                    <a:pt x="1270" y="2540"/>
                  </a:lnTo>
                  <a:lnTo>
                    <a:pt x="1270" y="5080"/>
                  </a:lnTo>
                  <a:lnTo>
                    <a:pt x="0" y="5080"/>
                  </a:lnTo>
                  <a:lnTo>
                    <a:pt x="0" y="6350"/>
                  </a:lnTo>
                  <a:lnTo>
                    <a:pt x="170180" y="6350"/>
                  </a:lnTo>
                  <a:lnTo>
                    <a:pt x="170180" y="5080"/>
                  </a:lnTo>
                  <a:lnTo>
                    <a:pt x="170180" y="2540"/>
                  </a:lnTo>
                  <a:close/>
                </a:path>
              </a:pathLst>
            </a:custGeom>
            <a:solidFill>
              <a:srgbClr val="002A1F"/>
            </a:solidFill>
          </p:spPr>
          <p:txBody>
            <a:bodyPr wrap="square" lIns="0" tIns="0" rIns="0" bIns="0" rtlCol="0"/>
            <a:lstStyle/>
            <a:p/>
          </p:txBody>
        </p:sp>
        <p:sp>
          <p:nvSpPr>
            <p:cNvPr id="1227" name="object 1227"/>
            <p:cNvSpPr/>
            <p:nvPr/>
          </p:nvSpPr>
          <p:spPr>
            <a:xfrm>
              <a:off x="3695700" y="1163319"/>
              <a:ext cx="172720" cy="7620"/>
            </a:xfrm>
            <a:custGeom>
              <a:avLst/>
              <a:gdLst/>
              <a:ahLst/>
              <a:cxnLst/>
              <a:rect l="l" t="t" r="r" b="b"/>
              <a:pathLst>
                <a:path w="172720" h="7619">
                  <a:moveTo>
                    <a:pt x="172720" y="2540"/>
                  </a:moveTo>
                  <a:lnTo>
                    <a:pt x="171450" y="2540"/>
                  </a:lnTo>
                  <a:lnTo>
                    <a:pt x="171450" y="0"/>
                  </a:lnTo>
                  <a:lnTo>
                    <a:pt x="1270" y="0"/>
                  </a:lnTo>
                  <a:lnTo>
                    <a:pt x="1270" y="2540"/>
                  </a:lnTo>
                  <a:lnTo>
                    <a:pt x="1270" y="3810"/>
                  </a:lnTo>
                  <a:lnTo>
                    <a:pt x="0" y="3810"/>
                  </a:lnTo>
                  <a:lnTo>
                    <a:pt x="0" y="7620"/>
                  </a:lnTo>
                  <a:lnTo>
                    <a:pt x="172707" y="7620"/>
                  </a:lnTo>
                  <a:lnTo>
                    <a:pt x="172707" y="3810"/>
                  </a:lnTo>
                  <a:lnTo>
                    <a:pt x="172720" y="2540"/>
                  </a:lnTo>
                  <a:close/>
                </a:path>
              </a:pathLst>
            </a:custGeom>
            <a:solidFill>
              <a:srgbClr val="002A21"/>
            </a:solidFill>
          </p:spPr>
          <p:txBody>
            <a:bodyPr wrap="square" lIns="0" tIns="0" rIns="0" bIns="0" rtlCol="0"/>
            <a:lstStyle/>
            <a:p/>
          </p:txBody>
        </p:sp>
        <p:sp>
          <p:nvSpPr>
            <p:cNvPr id="1228" name="object 1228"/>
            <p:cNvSpPr/>
            <p:nvPr/>
          </p:nvSpPr>
          <p:spPr>
            <a:xfrm>
              <a:off x="3693160" y="1170939"/>
              <a:ext cx="176530" cy="7620"/>
            </a:xfrm>
            <a:custGeom>
              <a:avLst/>
              <a:gdLst/>
              <a:ahLst/>
              <a:cxnLst/>
              <a:rect l="l" t="t" r="r" b="b"/>
              <a:pathLst>
                <a:path w="176529" h="7619">
                  <a:moveTo>
                    <a:pt x="175247" y="0"/>
                  </a:moveTo>
                  <a:lnTo>
                    <a:pt x="1270" y="0"/>
                  </a:lnTo>
                  <a:lnTo>
                    <a:pt x="1270" y="2540"/>
                  </a:lnTo>
                  <a:lnTo>
                    <a:pt x="175247" y="2540"/>
                  </a:lnTo>
                  <a:lnTo>
                    <a:pt x="175247" y="0"/>
                  </a:lnTo>
                  <a:close/>
                </a:path>
                <a:path w="176529" h="7619">
                  <a:moveTo>
                    <a:pt x="176530" y="2667"/>
                  </a:moveTo>
                  <a:lnTo>
                    <a:pt x="1270" y="2667"/>
                  </a:lnTo>
                  <a:lnTo>
                    <a:pt x="1270" y="5080"/>
                  </a:lnTo>
                  <a:lnTo>
                    <a:pt x="0" y="5080"/>
                  </a:lnTo>
                  <a:lnTo>
                    <a:pt x="0" y="7620"/>
                  </a:lnTo>
                  <a:lnTo>
                    <a:pt x="176530" y="7620"/>
                  </a:lnTo>
                  <a:lnTo>
                    <a:pt x="176530" y="5080"/>
                  </a:lnTo>
                  <a:lnTo>
                    <a:pt x="176530" y="2667"/>
                  </a:lnTo>
                  <a:close/>
                </a:path>
              </a:pathLst>
            </a:custGeom>
            <a:solidFill>
              <a:srgbClr val="002923"/>
            </a:solidFill>
          </p:spPr>
          <p:txBody>
            <a:bodyPr wrap="square" lIns="0" tIns="0" rIns="0" bIns="0" rtlCol="0"/>
            <a:lstStyle/>
            <a:p/>
          </p:txBody>
        </p:sp>
        <p:sp>
          <p:nvSpPr>
            <p:cNvPr id="1229" name="object 1229"/>
            <p:cNvSpPr/>
            <p:nvPr/>
          </p:nvSpPr>
          <p:spPr>
            <a:xfrm>
              <a:off x="369189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002925"/>
            </a:solidFill>
          </p:spPr>
          <p:txBody>
            <a:bodyPr wrap="square" lIns="0" tIns="0" rIns="0" bIns="0" rtlCol="0"/>
            <a:lstStyle/>
            <a:p/>
          </p:txBody>
        </p:sp>
        <p:sp>
          <p:nvSpPr>
            <p:cNvPr id="1230" name="object 1230"/>
            <p:cNvSpPr/>
            <p:nvPr/>
          </p:nvSpPr>
          <p:spPr>
            <a:xfrm>
              <a:off x="368935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002828"/>
            </a:solidFill>
          </p:spPr>
          <p:txBody>
            <a:bodyPr wrap="square" lIns="0" tIns="0" rIns="0" bIns="0" rtlCol="0"/>
            <a:lstStyle/>
            <a:p/>
          </p:txBody>
        </p:sp>
        <p:sp>
          <p:nvSpPr>
            <p:cNvPr id="1231" name="object 1231"/>
            <p:cNvSpPr/>
            <p:nvPr/>
          </p:nvSpPr>
          <p:spPr>
            <a:xfrm>
              <a:off x="3688080" y="1192529"/>
              <a:ext cx="186690" cy="7620"/>
            </a:xfrm>
            <a:custGeom>
              <a:avLst/>
              <a:gdLst/>
              <a:ahLst/>
              <a:cxnLst/>
              <a:rect l="l" t="t" r="r" b="b"/>
              <a:pathLst>
                <a:path w="186689" h="7619">
                  <a:moveTo>
                    <a:pt x="186690" y="3810"/>
                  </a:moveTo>
                  <a:lnTo>
                    <a:pt x="185420" y="3810"/>
                  </a:lnTo>
                  <a:lnTo>
                    <a:pt x="185420" y="0"/>
                  </a:lnTo>
                  <a:lnTo>
                    <a:pt x="1270" y="0"/>
                  </a:lnTo>
                  <a:lnTo>
                    <a:pt x="1270" y="3810"/>
                  </a:lnTo>
                  <a:lnTo>
                    <a:pt x="1270" y="5080"/>
                  </a:lnTo>
                  <a:lnTo>
                    <a:pt x="0" y="5080"/>
                  </a:lnTo>
                  <a:lnTo>
                    <a:pt x="0" y="7620"/>
                  </a:lnTo>
                  <a:lnTo>
                    <a:pt x="186677" y="7620"/>
                  </a:lnTo>
                  <a:lnTo>
                    <a:pt x="186677" y="5080"/>
                  </a:lnTo>
                  <a:lnTo>
                    <a:pt x="186690" y="3810"/>
                  </a:lnTo>
                  <a:close/>
                </a:path>
              </a:pathLst>
            </a:custGeom>
            <a:solidFill>
              <a:srgbClr val="00282A"/>
            </a:solidFill>
          </p:spPr>
          <p:txBody>
            <a:bodyPr wrap="square" lIns="0" tIns="0" rIns="0" bIns="0" rtlCol="0"/>
            <a:lstStyle/>
            <a:p/>
          </p:txBody>
        </p:sp>
        <p:sp>
          <p:nvSpPr>
            <p:cNvPr id="1232" name="object 1232"/>
            <p:cNvSpPr/>
            <p:nvPr/>
          </p:nvSpPr>
          <p:spPr>
            <a:xfrm>
              <a:off x="3688080" y="1200149"/>
              <a:ext cx="187960" cy="6350"/>
            </a:xfrm>
            <a:custGeom>
              <a:avLst/>
              <a:gdLst/>
              <a:ahLst/>
              <a:cxnLst/>
              <a:rect l="l" t="t" r="r" b="b"/>
              <a:pathLst>
                <a:path w="187960" h="6350">
                  <a:moveTo>
                    <a:pt x="187960" y="2540"/>
                  </a:moveTo>
                  <a:lnTo>
                    <a:pt x="186677" y="2540"/>
                  </a:lnTo>
                  <a:lnTo>
                    <a:pt x="186677" y="0"/>
                  </a:lnTo>
                  <a:lnTo>
                    <a:pt x="0" y="0"/>
                  </a:lnTo>
                  <a:lnTo>
                    <a:pt x="0" y="2540"/>
                  </a:lnTo>
                  <a:lnTo>
                    <a:pt x="0" y="6350"/>
                  </a:lnTo>
                  <a:lnTo>
                    <a:pt x="187960" y="6350"/>
                  </a:lnTo>
                  <a:lnTo>
                    <a:pt x="187960" y="2540"/>
                  </a:lnTo>
                  <a:close/>
                </a:path>
              </a:pathLst>
            </a:custGeom>
            <a:solidFill>
              <a:srgbClr val="00272C"/>
            </a:solidFill>
          </p:spPr>
          <p:txBody>
            <a:bodyPr wrap="square" lIns="0" tIns="0" rIns="0" bIns="0" rtlCol="0"/>
            <a:lstStyle/>
            <a:p/>
          </p:txBody>
        </p:sp>
        <p:sp>
          <p:nvSpPr>
            <p:cNvPr id="1233" name="object 1233"/>
            <p:cNvSpPr/>
            <p:nvPr/>
          </p:nvSpPr>
          <p:spPr>
            <a:xfrm>
              <a:off x="3686810" y="1206499"/>
              <a:ext cx="190500" cy="7620"/>
            </a:xfrm>
            <a:custGeom>
              <a:avLst/>
              <a:gdLst/>
              <a:ahLst/>
              <a:cxnLst/>
              <a:rect l="l" t="t" r="r" b="b"/>
              <a:pathLst>
                <a:path w="190500" h="7619">
                  <a:moveTo>
                    <a:pt x="190500" y="2540"/>
                  </a:moveTo>
                  <a:lnTo>
                    <a:pt x="189230" y="2540"/>
                  </a:lnTo>
                  <a:lnTo>
                    <a:pt x="189230" y="0"/>
                  </a:lnTo>
                  <a:lnTo>
                    <a:pt x="0" y="0"/>
                  </a:lnTo>
                  <a:lnTo>
                    <a:pt x="0" y="2540"/>
                  </a:lnTo>
                  <a:lnTo>
                    <a:pt x="0" y="7620"/>
                  </a:lnTo>
                  <a:lnTo>
                    <a:pt x="190500" y="7620"/>
                  </a:lnTo>
                  <a:lnTo>
                    <a:pt x="190500" y="2540"/>
                  </a:lnTo>
                  <a:close/>
                </a:path>
              </a:pathLst>
            </a:custGeom>
            <a:solidFill>
              <a:srgbClr val="00262F"/>
            </a:solidFill>
          </p:spPr>
          <p:txBody>
            <a:bodyPr wrap="square" lIns="0" tIns="0" rIns="0" bIns="0" rtlCol="0"/>
            <a:lstStyle/>
            <a:p/>
          </p:txBody>
        </p:sp>
        <p:sp>
          <p:nvSpPr>
            <p:cNvPr id="1234" name="object 1234"/>
            <p:cNvSpPr/>
            <p:nvPr/>
          </p:nvSpPr>
          <p:spPr>
            <a:xfrm>
              <a:off x="3685540" y="1214119"/>
              <a:ext cx="193040" cy="7620"/>
            </a:xfrm>
            <a:custGeom>
              <a:avLst/>
              <a:gdLst/>
              <a:ahLst/>
              <a:cxnLst/>
              <a:rect l="l" t="t" r="r" b="b"/>
              <a:pathLst>
                <a:path w="193039" h="7619">
                  <a:moveTo>
                    <a:pt x="193040" y="2540"/>
                  </a:moveTo>
                  <a:lnTo>
                    <a:pt x="191770" y="2540"/>
                  </a:lnTo>
                  <a:lnTo>
                    <a:pt x="191770" y="1270"/>
                  </a:lnTo>
                  <a:lnTo>
                    <a:pt x="191770" y="0"/>
                  </a:lnTo>
                  <a:lnTo>
                    <a:pt x="1270" y="0"/>
                  </a:lnTo>
                  <a:lnTo>
                    <a:pt x="1270" y="1270"/>
                  </a:lnTo>
                  <a:lnTo>
                    <a:pt x="0" y="1270"/>
                  </a:lnTo>
                  <a:lnTo>
                    <a:pt x="0" y="2540"/>
                  </a:lnTo>
                  <a:lnTo>
                    <a:pt x="0" y="7620"/>
                  </a:lnTo>
                  <a:lnTo>
                    <a:pt x="193040" y="7620"/>
                  </a:lnTo>
                  <a:lnTo>
                    <a:pt x="193040" y="2540"/>
                  </a:lnTo>
                  <a:close/>
                </a:path>
              </a:pathLst>
            </a:custGeom>
            <a:solidFill>
              <a:srgbClr val="002631"/>
            </a:solidFill>
          </p:spPr>
          <p:txBody>
            <a:bodyPr wrap="square" lIns="0" tIns="0" rIns="0" bIns="0" rtlCol="0"/>
            <a:lstStyle/>
            <a:p/>
          </p:txBody>
        </p:sp>
        <p:sp>
          <p:nvSpPr>
            <p:cNvPr id="1235" name="object 1235"/>
            <p:cNvSpPr/>
            <p:nvPr/>
          </p:nvSpPr>
          <p:spPr>
            <a:xfrm>
              <a:off x="3684270" y="1221739"/>
              <a:ext cx="195580" cy="6350"/>
            </a:xfrm>
            <a:custGeom>
              <a:avLst/>
              <a:gdLst/>
              <a:ahLst/>
              <a:cxnLst/>
              <a:rect l="l" t="t" r="r" b="b"/>
              <a:pathLst>
                <a:path w="195579" h="6350">
                  <a:moveTo>
                    <a:pt x="195580" y="5080"/>
                  </a:moveTo>
                  <a:lnTo>
                    <a:pt x="194310" y="5080"/>
                  </a:lnTo>
                  <a:lnTo>
                    <a:pt x="194310" y="1270"/>
                  </a:lnTo>
                  <a:lnTo>
                    <a:pt x="194310" y="0"/>
                  </a:lnTo>
                  <a:lnTo>
                    <a:pt x="1270" y="0"/>
                  </a:lnTo>
                  <a:lnTo>
                    <a:pt x="1270" y="1270"/>
                  </a:lnTo>
                  <a:lnTo>
                    <a:pt x="0" y="1270"/>
                  </a:lnTo>
                  <a:lnTo>
                    <a:pt x="0" y="5080"/>
                  </a:lnTo>
                  <a:lnTo>
                    <a:pt x="0" y="6350"/>
                  </a:lnTo>
                  <a:lnTo>
                    <a:pt x="195580" y="6350"/>
                  </a:lnTo>
                  <a:lnTo>
                    <a:pt x="195580" y="5080"/>
                  </a:lnTo>
                  <a:close/>
                </a:path>
              </a:pathLst>
            </a:custGeom>
            <a:solidFill>
              <a:srgbClr val="002533"/>
            </a:solidFill>
          </p:spPr>
          <p:txBody>
            <a:bodyPr wrap="square" lIns="0" tIns="0" rIns="0" bIns="0" rtlCol="0"/>
            <a:lstStyle/>
            <a:p/>
          </p:txBody>
        </p:sp>
        <p:sp>
          <p:nvSpPr>
            <p:cNvPr id="1236" name="object 1236"/>
            <p:cNvSpPr/>
            <p:nvPr/>
          </p:nvSpPr>
          <p:spPr>
            <a:xfrm>
              <a:off x="3683000" y="1228089"/>
              <a:ext cx="196850" cy="7620"/>
            </a:xfrm>
            <a:custGeom>
              <a:avLst/>
              <a:gdLst/>
              <a:ahLst/>
              <a:cxnLst/>
              <a:rect l="l" t="t" r="r" b="b"/>
              <a:pathLst>
                <a:path w="196850" h="7619">
                  <a:moveTo>
                    <a:pt x="97790" y="1397"/>
                  </a:moveTo>
                  <a:lnTo>
                    <a:pt x="1270" y="1397"/>
                  </a:lnTo>
                  <a:lnTo>
                    <a:pt x="1270" y="2540"/>
                  </a:lnTo>
                  <a:lnTo>
                    <a:pt x="0" y="2540"/>
                  </a:lnTo>
                  <a:lnTo>
                    <a:pt x="0" y="3810"/>
                  </a:lnTo>
                  <a:lnTo>
                    <a:pt x="0" y="5080"/>
                  </a:lnTo>
                  <a:lnTo>
                    <a:pt x="0" y="6350"/>
                  </a:lnTo>
                  <a:lnTo>
                    <a:pt x="0" y="7620"/>
                  </a:lnTo>
                  <a:lnTo>
                    <a:pt x="90170" y="7620"/>
                  </a:lnTo>
                  <a:lnTo>
                    <a:pt x="90170" y="6350"/>
                  </a:lnTo>
                  <a:lnTo>
                    <a:pt x="91440" y="6350"/>
                  </a:lnTo>
                  <a:lnTo>
                    <a:pt x="91440" y="5080"/>
                  </a:lnTo>
                  <a:lnTo>
                    <a:pt x="92710" y="5080"/>
                  </a:lnTo>
                  <a:lnTo>
                    <a:pt x="92710" y="3810"/>
                  </a:lnTo>
                  <a:lnTo>
                    <a:pt x="93980" y="3810"/>
                  </a:lnTo>
                  <a:lnTo>
                    <a:pt x="93980" y="2540"/>
                  </a:lnTo>
                  <a:lnTo>
                    <a:pt x="97790" y="2540"/>
                  </a:lnTo>
                  <a:lnTo>
                    <a:pt x="97790" y="1397"/>
                  </a:lnTo>
                  <a:close/>
                </a:path>
                <a:path w="196850" h="7619">
                  <a:moveTo>
                    <a:pt x="196850" y="0"/>
                  </a:moveTo>
                  <a:lnTo>
                    <a:pt x="1270" y="0"/>
                  </a:lnTo>
                  <a:lnTo>
                    <a:pt x="1270" y="1270"/>
                  </a:lnTo>
                  <a:lnTo>
                    <a:pt x="97790" y="1270"/>
                  </a:lnTo>
                  <a:lnTo>
                    <a:pt x="97790" y="1397"/>
                  </a:lnTo>
                  <a:lnTo>
                    <a:pt x="100330" y="1397"/>
                  </a:lnTo>
                  <a:lnTo>
                    <a:pt x="100330" y="2540"/>
                  </a:lnTo>
                  <a:lnTo>
                    <a:pt x="101600" y="2540"/>
                  </a:lnTo>
                  <a:lnTo>
                    <a:pt x="101600" y="3810"/>
                  </a:lnTo>
                  <a:lnTo>
                    <a:pt x="105410" y="3810"/>
                  </a:lnTo>
                  <a:lnTo>
                    <a:pt x="105410" y="5080"/>
                  </a:lnTo>
                  <a:lnTo>
                    <a:pt x="105410" y="6350"/>
                  </a:lnTo>
                  <a:lnTo>
                    <a:pt x="106680" y="6350"/>
                  </a:lnTo>
                  <a:lnTo>
                    <a:pt x="106680" y="7620"/>
                  </a:lnTo>
                  <a:lnTo>
                    <a:pt x="196850" y="7620"/>
                  </a:lnTo>
                  <a:lnTo>
                    <a:pt x="196850" y="6350"/>
                  </a:lnTo>
                  <a:lnTo>
                    <a:pt x="196850" y="5080"/>
                  </a:lnTo>
                  <a:lnTo>
                    <a:pt x="196850" y="3810"/>
                  </a:lnTo>
                  <a:lnTo>
                    <a:pt x="196850" y="2540"/>
                  </a:lnTo>
                  <a:lnTo>
                    <a:pt x="196850" y="1270"/>
                  </a:lnTo>
                  <a:lnTo>
                    <a:pt x="196850" y="0"/>
                  </a:lnTo>
                  <a:close/>
                </a:path>
              </a:pathLst>
            </a:custGeom>
            <a:solidFill>
              <a:srgbClr val="002536"/>
            </a:solidFill>
          </p:spPr>
          <p:txBody>
            <a:bodyPr wrap="square" lIns="0" tIns="0" rIns="0" bIns="0" rtlCol="0"/>
            <a:lstStyle/>
            <a:p/>
          </p:txBody>
        </p:sp>
        <p:sp>
          <p:nvSpPr>
            <p:cNvPr id="1237" name="object 1237"/>
            <p:cNvSpPr/>
            <p:nvPr/>
          </p:nvSpPr>
          <p:spPr>
            <a:xfrm>
              <a:off x="3681730" y="1235709"/>
              <a:ext cx="199390" cy="7620"/>
            </a:xfrm>
            <a:custGeom>
              <a:avLst/>
              <a:gdLst/>
              <a:ahLst/>
              <a:cxnLst/>
              <a:rect l="l" t="t" r="r" b="b"/>
              <a:pathLst>
                <a:path w="199389" h="7619">
                  <a:moveTo>
                    <a:pt x="91440" y="0"/>
                  </a:moveTo>
                  <a:lnTo>
                    <a:pt x="1270" y="0"/>
                  </a:lnTo>
                  <a:lnTo>
                    <a:pt x="1270" y="1270"/>
                  </a:lnTo>
                  <a:lnTo>
                    <a:pt x="0" y="1270"/>
                  </a:lnTo>
                  <a:lnTo>
                    <a:pt x="0" y="2540"/>
                  </a:lnTo>
                  <a:lnTo>
                    <a:pt x="0" y="5080"/>
                  </a:lnTo>
                  <a:lnTo>
                    <a:pt x="0" y="7620"/>
                  </a:lnTo>
                  <a:lnTo>
                    <a:pt x="88900" y="7620"/>
                  </a:lnTo>
                  <a:lnTo>
                    <a:pt x="88900" y="5080"/>
                  </a:lnTo>
                  <a:lnTo>
                    <a:pt x="90170" y="5080"/>
                  </a:lnTo>
                  <a:lnTo>
                    <a:pt x="90170" y="2540"/>
                  </a:lnTo>
                  <a:lnTo>
                    <a:pt x="91427" y="2540"/>
                  </a:lnTo>
                  <a:lnTo>
                    <a:pt x="91427" y="1270"/>
                  </a:lnTo>
                  <a:lnTo>
                    <a:pt x="91440" y="0"/>
                  </a:lnTo>
                  <a:close/>
                </a:path>
                <a:path w="199389" h="7619">
                  <a:moveTo>
                    <a:pt x="199390" y="0"/>
                  </a:moveTo>
                  <a:lnTo>
                    <a:pt x="109220" y="0"/>
                  </a:lnTo>
                  <a:lnTo>
                    <a:pt x="107950" y="0"/>
                  </a:lnTo>
                  <a:lnTo>
                    <a:pt x="107950" y="127"/>
                  </a:lnTo>
                  <a:lnTo>
                    <a:pt x="109220" y="127"/>
                  </a:lnTo>
                  <a:lnTo>
                    <a:pt x="109220" y="2540"/>
                  </a:lnTo>
                  <a:lnTo>
                    <a:pt x="110490" y="2540"/>
                  </a:lnTo>
                  <a:lnTo>
                    <a:pt x="110490" y="5080"/>
                  </a:lnTo>
                  <a:lnTo>
                    <a:pt x="111760" y="5080"/>
                  </a:lnTo>
                  <a:lnTo>
                    <a:pt x="111760" y="7620"/>
                  </a:lnTo>
                  <a:lnTo>
                    <a:pt x="199390" y="7620"/>
                  </a:lnTo>
                  <a:lnTo>
                    <a:pt x="199390" y="5080"/>
                  </a:lnTo>
                  <a:lnTo>
                    <a:pt x="199390" y="2540"/>
                  </a:lnTo>
                  <a:lnTo>
                    <a:pt x="199390" y="0"/>
                  </a:lnTo>
                  <a:close/>
                </a:path>
              </a:pathLst>
            </a:custGeom>
            <a:solidFill>
              <a:srgbClr val="002438"/>
            </a:solidFill>
          </p:spPr>
          <p:txBody>
            <a:bodyPr wrap="square" lIns="0" tIns="0" rIns="0" bIns="0" rtlCol="0"/>
            <a:lstStyle/>
            <a:p/>
          </p:txBody>
        </p:sp>
        <p:sp>
          <p:nvSpPr>
            <p:cNvPr id="1238" name="object 1238"/>
            <p:cNvSpPr/>
            <p:nvPr/>
          </p:nvSpPr>
          <p:spPr>
            <a:xfrm>
              <a:off x="3680459" y="1243329"/>
              <a:ext cx="201930" cy="6350"/>
            </a:xfrm>
            <a:custGeom>
              <a:avLst/>
              <a:gdLst/>
              <a:ahLst/>
              <a:cxnLst/>
              <a:rect l="l" t="t" r="r" b="b"/>
              <a:pathLst>
                <a:path w="201929" h="6350">
                  <a:moveTo>
                    <a:pt x="86360" y="5207"/>
                  </a:moveTo>
                  <a:lnTo>
                    <a:pt x="0" y="5207"/>
                  </a:lnTo>
                  <a:lnTo>
                    <a:pt x="0" y="6350"/>
                  </a:lnTo>
                  <a:lnTo>
                    <a:pt x="86360" y="6350"/>
                  </a:lnTo>
                  <a:lnTo>
                    <a:pt x="86360" y="5207"/>
                  </a:lnTo>
                  <a:close/>
                </a:path>
                <a:path w="201929" h="6350">
                  <a:moveTo>
                    <a:pt x="87629" y="2666"/>
                  </a:moveTo>
                  <a:lnTo>
                    <a:pt x="0" y="2666"/>
                  </a:lnTo>
                  <a:lnTo>
                    <a:pt x="0" y="5079"/>
                  </a:lnTo>
                  <a:lnTo>
                    <a:pt x="86360" y="5079"/>
                  </a:lnTo>
                  <a:lnTo>
                    <a:pt x="86360" y="5207"/>
                  </a:lnTo>
                  <a:lnTo>
                    <a:pt x="87629" y="5207"/>
                  </a:lnTo>
                  <a:lnTo>
                    <a:pt x="87629" y="2666"/>
                  </a:lnTo>
                  <a:close/>
                </a:path>
                <a:path w="201929" h="6350">
                  <a:moveTo>
                    <a:pt x="88899" y="0"/>
                  </a:moveTo>
                  <a:lnTo>
                    <a:pt x="1269" y="0"/>
                  </a:lnTo>
                  <a:lnTo>
                    <a:pt x="1269" y="1397"/>
                  </a:lnTo>
                  <a:lnTo>
                    <a:pt x="0" y="1397"/>
                  </a:lnTo>
                  <a:lnTo>
                    <a:pt x="0" y="2539"/>
                  </a:lnTo>
                  <a:lnTo>
                    <a:pt x="87629" y="2539"/>
                  </a:lnTo>
                  <a:lnTo>
                    <a:pt x="88900" y="2666"/>
                  </a:lnTo>
                  <a:lnTo>
                    <a:pt x="88899" y="0"/>
                  </a:lnTo>
                  <a:close/>
                </a:path>
                <a:path w="201929" h="6350">
                  <a:moveTo>
                    <a:pt x="201929" y="5207"/>
                  </a:moveTo>
                  <a:lnTo>
                    <a:pt x="115569" y="5207"/>
                  </a:lnTo>
                  <a:lnTo>
                    <a:pt x="115569" y="6350"/>
                  </a:lnTo>
                  <a:lnTo>
                    <a:pt x="201929" y="6350"/>
                  </a:lnTo>
                  <a:lnTo>
                    <a:pt x="201929" y="5207"/>
                  </a:lnTo>
                  <a:close/>
                </a:path>
                <a:path w="201929" h="6350">
                  <a:moveTo>
                    <a:pt x="201929" y="2539"/>
                  </a:moveTo>
                  <a:lnTo>
                    <a:pt x="200660" y="2539"/>
                  </a:lnTo>
                  <a:lnTo>
                    <a:pt x="114300" y="2666"/>
                  </a:lnTo>
                  <a:lnTo>
                    <a:pt x="114300" y="3937"/>
                  </a:lnTo>
                  <a:lnTo>
                    <a:pt x="115569" y="3937"/>
                  </a:lnTo>
                  <a:lnTo>
                    <a:pt x="115569" y="5079"/>
                  </a:lnTo>
                  <a:lnTo>
                    <a:pt x="201929" y="5079"/>
                  </a:lnTo>
                  <a:lnTo>
                    <a:pt x="201929" y="2539"/>
                  </a:lnTo>
                  <a:close/>
                </a:path>
                <a:path w="201929" h="6350">
                  <a:moveTo>
                    <a:pt x="200660" y="0"/>
                  </a:moveTo>
                  <a:lnTo>
                    <a:pt x="114300" y="0"/>
                  </a:lnTo>
                  <a:lnTo>
                    <a:pt x="114300" y="2539"/>
                  </a:lnTo>
                  <a:lnTo>
                    <a:pt x="200660" y="2539"/>
                  </a:lnTo>
                  <a:lnTo>
                    <a:pt x="200660" y="0"/>
                  </a:lnTo>
                  <a:close/>
                </a:path>
              </a:pathLst>
            </a:custGeom>
            <a:solidFill>
              <a:srgbClr val="00243A"/>
            </a:solidFill>
          </p:spPr>
          <p:txBody>
            <a:bodyPr wrap="square" lIns="0" tIns="0" rIns="0" bIns="0" rtlCol="0"/>
            <a:lstStyle/>
            <a:p/>
          </p:txBody>
        </p:sp>
        <p:sp>
          <p:nvSpPr>
            <p:cNvPr id="1239" name="object 1239"/>
            <p:cNvSpPr/>
            <p:nvPr/>
          </p:nvSpPr>
          <p:spPr>
            <a:xfrm>
              <a:off x="3679189" y="1249679"/>
              <a:ext cx="203200" cy="7620"/>
            </a:xfrm>
            <a:custGeom>
              <a:avLst/>
              <a:gdLst/>
              <a:ahLst/>
              <a:cxnLst/>
              <a:rect l="l" t="t" r="r" b="b"/>
              <a:pathLst>
                <a:path w="203200" h="7619">
                  <a:moveTo>
                    <a:pt x="1270" y="5079"/>
                  </a:moveTo>
                  <a:lnTo>
                    <a:pt x="0" y="5079"/>
                  </a:lnTo>
                  <a:lnTo>
                    <a:pt x="0" y="6350"/>
                  </a:lnTo>
                  <a:lnTo>
                    <a:pt x="86360" y="6350"/>
                  </a:lnTo>
                  <a:lnTo>
                    <a:pt x="86360" y="5207"/>
                  </a:lnTo>
                  <a:lnTo>
                    <a:pt x="1270" y="5207"/>
                  </a:lnTo>
                  <a:lnTo>
                    <a:pt x="1270" y="5079"/>
                  </a:lnTo>
                  <a:close/>
                </a:path>
                <a:path w="203200" h="7619">
                  <a:moveTo>
                    <a:pt x="87630" y="0"/>
                  </a:moveTo>
                  <a:lnTo>
                    <a:pt x="1270" y="0"/>
                  </a:lnTo>
                  <a:lnTo>
                    <a:pt x="1270" y="5079"/>
                  </a:lnTo>
                  <a:lnTo>
                    <a:pt x="86360" y="5079"/>
                  </a:lnTo>
                  <a:lnTo>
                    <a:pt x="86360" y="1397"/>
                  </a:lnTo>
                  <a:lnTo>
                    <a:pt x="87630" y="1397"/>
                  </a:lnTo>
                  <a:lnTo>
                    <a:pt x="87630" y="0"/>
                  </a:lnTo>
                  <a:close/>
                </a:path>
                <a:path w="203200" h="7619">
                  <a:moveTo>
                    <a:pt x="203200" y="5207"/>
                  </a:moveTo>
                  <a:lnTo>
                    <a:pt x="119380" y="5207"/>
                  </a:lnTo>
                  <a:lnTo>
                    <a:pt x="119380" y="6350"/>
                  </a:lnTo>
                  <a:lnTo>
                    <a:pt x="203200" y="6350"/>
                  </a:lnTo>
                  <a:lnTo>
                    <a:pt x="203200" y="5207"/>
                  </a:lnTo>
                  <a:close/>
                </a:path>
                <a:path w="203200" h="7619">
                  <a:moveTo>
                    <a:pt x="203200" y="0"/>
                  </a:moveTo>
                  <a:lnTo>
                    <a:pt x="118110" y="0"/>
                  </a:lnTo>
                  <a:lnTo>
                    <a:pt x="118110" y="3937"/>
                  </a:lnTo>
                  <a:lnTo>
                    <a:pt x="119380" y="3937"/>
                  </a:lnTo>
                  <a:lnTo>
                    <a:pt x="119380" y="5079"/>
                  </a:lnTo>
                  <a:lnTo>
                    <a:pt x="203200" y="5079"/>
                  </a:lnTo>
                  <a:lnTo>
                    <a:pt x="203200" y="0"/>
                  </a:lnTo>
                  <a:close/>
                </a:path>
                <a:path w="203200" h="7619">
                  <a:moveTo>
                    <a:pt x="85089" y="6350"/>
                  </a:moveTo>
                  <a:lnTo>
                    <a:pt x="0" y="6350"/>
                  </a:lnTo>
                  <a:lnTo>
                    <a:pt x="0" y="7620"/>
                  </a:lnTo>
                  <a:lnTo>
                    <a:pt x="85089" y="7620"/>
                  </a:lnTo>
                  <a:lnTo>
                    <a:pt x="85089" y="6350"/>
                  </a:lnTo>
                  <a:close/>
                </a:path>
                <a:path w="203200" h="7619">
                  <a:moveTo>
                    <a:pt x="203200" y="6350"/>
                  </a:moveTo>
                  <a:lnTo>
                    <a:pt x="119380" y="6350"/>
                  </a:lnTo>
                  <a:lnTo>
                    <a:pt x="119380" y="7620"/>
                  </a:lnTo>
                  <a:lnTo>
                    <a:pt x="203200" y="7620"/>
                  </a:lnTo>
                  <a:lnTo>
                    <a:pt x="203200" y="6350"/>
                  </a:lnTo>
                  <a:close/>
                </a:path>
              </a:pathLst>
            </a:custGeom>
            <a:solidFill>
              <a:srgbClr val="00233C"/>
            </a:solidFill>
          </p:spPr>
          <p:txBody>
            <a:bodyPr wrap="square" lIns="0" tIns="0" rIns="0" bIns="0" rtlCol="0"/>
            <a:lstStyle/>
            <a:p/>
          </p:txBody>
        </p:sp>
        <p:sp>
          <p:nvSpPr>
            <p:cNvPr id="1240" name="object 1240"/>
            <p:cNvSpPr/>
            <p:nvPr/>
          </p:nvSpPr>
          <p:spPr>
            <a:xfrm>
              <a:off x="3679189" y="1257299"/>
              <a:ext cx="204470" cy="7620"/>
            </a:xfrm>
            <a:custGeom>
              <a:avLst/>
              <a:gdLst/>
              <a:ahLst/>
              <a:cxnLst/>
              <a:rect l="l" t="t" r="r" b="b"/>
              <a:pathLst>
                <a:path w="204470" h="7619">
                  <a:moveTo>
                    <a:pt x="85089" y="0"/>
                  </a:moveTo>
                  <a:lnTo>
                    <a:pt x="0" y="0"/>
                  </a:lnTo>
                  <a:lnTo>
                    <a:pt x="0" y="7620"/>
                  </a:lnTo>
                  <a:lnTo>
                    <a:pt x="83820" y="7620"/>
                  </a:lnTo>
                  <a:lnTo>
                    <a:pt x="83820" y="5079"/>
                  </a:lnTo>
                  <a:lnTo>
                    <a:pt x="85089" y="5079"/>
                  </a:lnTo>
                  <a:lnTo>
                    <a:pt x="85089" y="0"/>
                  </a:lnTo>
                  <a:close/>
                </a:path>
                <a:path w="204470" h="7619">
                  <a:moveTo>
                    <a:pt x="203200" y="0"/>
                  </a:moveTo>
                  <a:lnTo>
                    <a:pt x="119380" y="0"/>
                  </a:lnTo>
                  <a:lnTo>
                    <a:pt x="119380" y="1270"/>
                  </a:lnTo>
                  <a:lnTo>
                    <a:pt x="120650" y="1270"/>
                  </a:lnTo>
                  <a:lnTo>
                    <a:pt x="120650" y="6350"/>
                  </a:lnTo>
                  <a:lnTo>
                    <a:pt x="121920" y="6350"/>
                  </a:lnTo>
                  <a:lnTo>
                    <a:pt x="121920" y="7620"/>
                  </a:lnTo>
                  <a:lnTo>
                    <a:pt x="204470" y="7620"/>
                  </a:lnTo>
                  <a:lnTo>
                    <a:pt x="204470" y="5079"/>
                  </a:lnTo>
                  <a:lnTo>
                    <a:pt x="203200" y="5079"/>
                  </a:lnTo>
                  <a:lnTo>
                    <a:pt x="203200" y="0"/>
                  </a:lnTo>
                  <a:close/>
                </a:path>
              </a:pathLst>
            </a:custGeom>
            <a:solidFill>
              <a:srgbClr val="00223F"/>
            </a:solidFill>
          </p:spPr>
          <p:txBody>
            <a:bodyPr wrap="square" lIns="0" tIns="0" rIns="0" bIns="0" rtlCol="0"/>
            <a:lstStyle/>
            <a:p/>
          </p:txBody>
        </p:sp>
        <p:sp>
          <p:nvSpPr>
            <p:cNvPr id="1241" name="object 1241"/>
            <p:cNvSpPr/>
            <p:nvPr/>
          </p:nvSpPr>
          <p:spPr>
            <a:xfrm>
              <a:off x="3677919" y="1264919"/>
              <a:ext cx="205740" cy="6350"/>
            </a:xfrm>
            <a:custGeom>
              <a:avLst/>
              <a:gdLst/>
              <a:ahLst/>
              <a:cxnLst/>
              <a:rect l="l" t="t" r="r" b="b"/>
              <a:pathLst>
                <a:path w="205739" h="6350">
                  <a:moveTo>
                    <a:pt x="85089" y="0"/>
                  </a:moveTo>
                  <a:lnTo>
                    <a:pt x="1269" y="0"/>
                  </a:lnTo>
                  <a:lnTo>
                    <a:pt x="1269" y="5079"/>
                  </a:lnTo>
                  <a:lnTo>
                    <a:pt x="0" y="5079"/>
                  </a:lnTo>
                  <a:lnTo>
                    <a:pt x="0" y="6350"/>
                  </a:lnTo>
                  <a:lnTo>
                    <a:pt x="83819" y="6350"/>
                  </a:lnTo>
                  <a:lnTo>
                    <a:pt x="83819" y="2539"/>
                  </a:lnTo>
                  <a:lnTo>
                    <a:pt x="85089" y="2539"/>
                  </a:lnTo>
                  <a:lnTo>
                    <a:pt x="85089" y="0"/>
                  </a:lnTo>
                  <a:close/>
                </a:path>
                <a:path w="205739" h="6350">
                  <a:moveTo>
                    <a:pt x="205739" y="0"/>
                  </a:moveTo>
                  <a:lnTo>
                    <a:pt x="123189" y="0"/>
                  </a:lnTo>
                  <a:lnTo>
                    <a:pt x="123189" y="5079"/>
                  </a:lnTo>
                  <a:lnTo>
                    <a:pt x="124459" y="5079"/>
                  </a:lnTo>
                  <a:lnTo>
                    <a:pt x="124459" y="6350"/>
                  </a:lnTo>
                  <a:lnTo>
                    <a:pt x="205739" y="6350"/>
                  </a:lnTo>
                  <a:lnTo>
                    <a:pt x="205739" y="0"/>
                  </a:lnTo>
                  <a:close/>
                </a:path>
              </a:pathLst>
            </a:custGeom>
            <a:solidFill>
              <a:srgbClr val="002241"/>
            </a:solidFill>
          </p:spPr>
          <p:txBody>
            <a:bodyPr wrap="square" lIns="0" tIns="0" rIns="0" bIns="0" rtlCol="0"/>
            <a:lstStyle/>
            <a:p/>
          </p:txBody>
        </p:sp>
        <p:sp>
          <p:nvSpPr>
            <p:cNvPr id="1242" name="object 1242"/>
            <p:cNvSpPr/>
            <p:nvPr/>
          </p:nvSpPr>
          <p:spPr>
            <a:xfrm>
              <a:off x="3677919" y="1271269"/>
              <a:ext cx="205740" cy="7620"/>
            </a:xfrm>
            <a:custGeom>
              <a:avLst/>
              <a:gdLst/>
              <a:ahLst/>
              <a:cxnLst/>
              <a:rect l="l" t="t" r="r" b="b"/>
              <a:pathLst>
                <a:path w="205739" h="7619">
                  <a:moveTo>
                    <a:pt x="83819" y="0"/>
                  </a:moveTo>
                  <a:lnTo>
                    <a:pt x="0" y="0"/>
                  </a:lnTo>
                  <a:lnTo>
                    <a:pt x="0" y="7619"/>
                  </a:lnTo>
                  <a:lnTo>
                    <a:pt x="82550" y="7619"/>
                  </a:lnTo>
                  <a:lnTo>
                    <a:pt x="82550" y="6350"/>
                  </a:lnTo>
                  <a:lnTo>
                    <a:pt x="83820" y="6350"/>
                  </a:lnTo>
                  <a:lnTo>
                    <a:pt x="83819" y="0"/>
                  </a:lnTo>
                  <a:close/>
                </a:path>
                <a:path w="205739" h="7619">
                  <a:moveTo>
                    <a:pt x="205739" y="0"/>
                  </a:moveTo>
                  <a:lnTo>
                    <a:pt x="124459" y="0"/>
                  </a:lnTo>
                  <a:lnTo>
                    <a:pt x="124459" y="7619"/>
                  </a:lnTo>
                  <a:lnTo>
                    <a:pt x="205739" y="7619"/>
                  </a:lnTo>
                  <a:lnTo>
                    <a:pt x="205739" y="0"/>
                  </a:lnTo>
                  <a:close/>
                </a:path>
              </a:pathLst>
            </a:custGeom>
            <a:solidFill>
              <a:srgbClr val="002143"/>
            </a:solidFill>
          </p:spPr>
          <p:txBody>
            <a:bodyPr wrap="square" lIns="0" tIns="0" rIns="0" bIns="0" rtlCol="0"/>
            <a:lstStyle/>
            <a:p/>
          </p:txBody>
        </p:sp>
        <p:sp>
          <p:nvSpPr>
            <p:cNvPr id="1243" name="object 1243"/>
            <p:cNvSpPr/>
            <p:nvPr/>
          </p:nvSpPr>
          <p:spPr>
            <a:xfrm>
              <a:off x="3676649" y="1278889"/>
              <a:ext cx="208279" cy="7620"/>
            </a:xfrm>
            <a:custGeom>
              <a:avLst/>
              <a:gdLst/>
              <a:ahLst/>
              <a:cxnLst/>
              <a:rect l="l" t="t" r="r" b="b"/>
              <a:pathLst>
                <a:path w="208279" h="7619">
                  <a:moveTo>
                    <a:pt x="83820" y="0"/>
                  </a:moveTo>
                  <a:lnTo>
                    <a:pt x="1270" y="0"/>
                  </a:lnTo>
                  <a:lnTo>
                    <a:pt x="1270" y="6350"/>
                  </a:lnTo>
                  <a:lnTo>
                    <a:pt x="0" y="6350"/>
                  </a:lnTo>
                  <a:lnTo>
                    <a:pt x="0" y="7620"/>
                  </a:lnTo>
                  <a:lnTo>
                    <a:pt x="83820" y="7620"/>
                  </a:lnTo>
                  <a:lnTo>
                    <a:pt x="83820" y="0"/>
                  </a:lnTo>
                  <a:close/>
                </a:path>
                <a:path w="208279" h="7619">
                  <a:moveTo>
                    <a:pt x="207009" y="0"/>
                  </a:moveTo>
                  <a:lnTo>
                    <a:pt x="125729" y="0"/>
                  </a:lnTo>
                  <a:lnTo>
                    <a:pt x="125729" y="3810"/>
                  </a:lnTo>
                  <a:lnTo>
                    <a:pt x="127000" y="3810"/>
                  </a:lnTo>
                  <a:lnTo>
                    <a:pt x="127000" y="7620"/>
                  </a:lnTo>
                  <a:lnTo>
                    <a:pt x="208279" y="7620"/>
                  </a:lnTo>
                  <a:lnTo>
                    <a:pt x="208279" y="1270"/>
                  </a:lnTo>
                  <a:lnTo>
                    <a:pt x="207009" y="1270"/>
                  </a:lnTo>
                  <a:lnTo>
                    <a:pt x="207009" y="0"/>
                  </a:lnTo>
                  <a:close/>
                </a:path>
              </a:pathLst>
            </a:custGeom>
            <a:solidFill>
              <a:srgbClr val="002146"/>
            </a:solidFill>
          </p:spPr>
          <p:txBody>
            <a:bodyPr wrap="square" lIns="0" tIns="0" rIns="0" bIns="0" rtlCol="0"/>
            <a:lstStyle/>
            <a:p/>
          </p:txBody>
        </p:sp>
        <p:sp>
          <p:nvSpPr>
            <p:cNvPr id="1244" name="object 1244"/>
            <p:cNvSpPr/>
            <p:nvPr/>
          </p:nvSpPr>
          <p:spPr>
            <a:xfrm>
              <a:off x="3676649" y="1286509"/>
              <a:ext cx="209550" cy="6350"/>
            </a:xfrm>
            <a:custGeom>
              <a:avLst/>
              <a:gdLst/>
              <a:ahLst/>
              <a:cxnLst/>
              <a:rect l="l" t="t" r="r" b="b"/>
              <a:pathLst>
                <a:path w="209550" h="6350">
                  <a:moveTo>
                    <a:pt x="83820" y="0"/>
                  </a:moveTo>
                  <a:lnTo>
                    <a:pt x="0" y="0"/>
                  </a:lnTo>
                  <a:lnTo>
                    <a:pt x="0" y="6350"/>
                  </a:lnTo>
                  <a:lnTo>
                    <a:pt x="82550" y="6350"/>
                  </a:lnTo>
                  <a:lnTo>
                    <a:pt x="82550" y="2539"/>
                  </a:lnTo>
                  <a:lnTo>
                    <a:pt x="83820" y="2539"/>
                  </a:lnTo>
                  <a:lnTo>
                    <a:pt x="83820" y="0"/>
                  </a:lnTo>
                  <a:close/>
                </a:path>
                <a:path w="209550" h="6350">
                  <a:moveTo>
                    <a:pt x="208279" y="0"/>
                  </a:moveTo>
                  <a:lnTo>
                    <a:pt x="127000" y="0"/>
                  </a:lnTo>
                  <a:lnTo>
                    <a:pt x="127000" y="6350"/>
                  </a:lnTo>
                  <a:lnTo>
                    <a:pt x="209550" y="6350"/>
                  </a:lnTo>
                  <a:lnTo>
                    <a:pt x="209550" y="5079"/>
                  </a:lnTo>
                  <a:lnTo>
                    <a:pt x="208279" y="5079"/>
                  </a:lnTo>
                  <a:lnTo>
                    <a:pt x="208279" y="0"/>
                  </a:lnTo>
                  <a:close/>
                </a:path>
              </a:pathLst>
            </a:custGeom>
            <a:solidFill>
              <a:srgbClr val="002048"/>
            </a:solidFill>
          </p:spPr>
          <p:txBody>
            <a:bodyPr wrap="square" lIns="0" tIns="0" rIns="0" bIns="0" rtlCol="0"/>
            <a:lstStyle/>
            <a:p/>
          </p:txBody>
        </p:sp>
        <p:sp>
          <p:nvSpPr>
            <p:cNvPr id="1245" name="object 1245"/>
            <p:cNvSpPr/>
            <p:nvPr/>
          </p:nvSpPr>
          <p:spPr>
            <a:xfrm>
              <a:off x="367665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00204A"/>
            </a:solidFill>
          </p:spPr>
          <p:txBody>
            <a:bodyPr wrap="square" lIns="0" tIns="0" rIns="0" bIns="0" rtlCol="0"/>
            <a:lstStyle/>
            <a:p/>
          </p:txBody>
        </p:sp>
        <p:sp>
          <p:nvSpPr>
            <p:cNvPr id="1246" name="object 1246"/>
            <p:cNvSpPr/>
            <p:nvPr/>
          </p:nvSpPr>
          <p:spPr>
            <a:xfrm>
              <a:off x="367538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001F4C"/>
            </a:solidFill>
          </p:spPr>
          <p:txBody>
            <a:bodyPr wrap="square" lIns="0" tIns="0" rIns="0" bIns="0" rtlCol="0"/>
            <a:lstStyle/>
            <a:p/>
          </p:txBody>
        </p:sp>
        <p:sp>
          <p:nvSpPr>
            <p:cNvPr id="1247" name="object 1247"/>
            <p:cNvSpPr/>
            <p:nvPr/>
          </p:nvSpPr>
          <p:spPr>
            <a:xfrm>
              <a:off x="3675380" y="1308099"/>
              <a:ext cx="212090" cy="6350"/>
            </a:xfrm>
            <a:custGeom>
              <a:avLst/>
              <a:gdLst/>
              <a:ahLst/>
              <a:cxnLst/>
              <a:rect l="l" t="t" r="r" b="b"/>
              <a:pathLst>
                <a:path w="212089" h="6350">
                  <a:moveTo>
                    <a:pt x="212077" y="1270"/>
                  </a:moveTo>
                  <a:lnTo>
                    <a:pt x="210820" y="1270"/>
                  </a:lnTo>
                  <a:lnTo>
                    <a:pt x="210820" y="0"/>
                  </a:lnTo>
                  <a:lnTo>
                    <a:pt x="0" y="0"/>
                  </a:lnTo>
                  <a:lnTo>
                    <a:pt x="0" y="1270"/>
                  </a:lnTo>
                  <a:lnTo>
                    <a:pt x="0" y="6350"/>
                  </a:lnTo>
                  <a:lnTo>
                    <a:pt x="212077" y="6350"/>
                  </a:lnTo>
                  <a:lnTo>
                    <a:pt x="212077" y="1270"/>
                  </a:lnTo>
                  <a:close/>
                </a:path>
              </a:pathLst>
            </a:custGeom>
            <a:solidFill>
              <a:srgbClr val="001E4F"/>
            </a:solidFill>
          </p:spPr>
          <p:txBody>
            <a:bodyPr wrap="square" lIns="0" tIns="0" rIns="0" bIns="0" rtlCol="0"/>
            <a:lstStyle/>
            <a:p/>
          </p:txBody>
        </p:sp>
        <p:sp>
          <p:nvSpPr>
            <p:cNvPr id="1248" name="object 1248"/>
            <p:cNvSpPr/>
            <p:nvPr/>
          </p:nvSpPr>
          <p:spPr>
            <a:xfrm>
              <a:off x="3675379" y="1314449"/>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001E51"/>
            </a:solidFill>
          </p:spPr>
          <p:txBody>
            <a:bodyPr wrap="square" lIns="0" tIns="0" rIns="0" bIns="0" rtlCol="0"/>
            <a:lstStyle/>
            <a:p/>
          </p:txBody>
        </p:sp>
        <p:sp>
          <p:nvSpPr>
            <p:cNvPr id="1249" name="object 1249"/>
            <p:cNvSpPr/>
            <p:nvPr/>
          </p:nvSpPr>
          <p:spPr>
            <a:xfrm>
              <a:off x="3674110" y="1322069"/>
              <a:ext cx="213360" cy="7620"/>
            </a:xfrm>
            <a:custGeom>
              <a:avLst/>
              <a:gdLst/>
              <a:ahLst/>
              <a:cxnLst/>
              <a:rect l="l" t="t" r="r" b="b"/>
              <a:pathLst>
                <a:path w="213360" h="7619">
                  <a:moveTo>
                    <a:pt x="213347" y="0"/>
                  </a:moveTo>
                  <a:lnTo>
                    <a:pt x="1270" y="0"/>
                  </a:lnTo>
                  <a:lnTo>
                    <a:pt x="1270" y="1270"/>
                  </a:lnTo>
                  <a:lnTo>
                    <a:pt x="213347" y="1270"/>
                  </a:lnTo>
                  <a:lnTo>
                    <a:pt x="213347" y="0"/>
                  </a:lnTo>
                  <a:close/>
                </a:path>
                <a:path w="213360" h="7619">
                  <a:moveTo>
                    <a:pt x="213360" y="1282"/>
                  </a:moveTo>
                  <a:lnTo>
                    <a:pt x="0" y="1282"/>
                  </a:lnTo>
                  <a:lnTo>
                    <a:pt x="0" y="7620"/>
                  </a:lnTo>
                  <a:lnTo>
                    <a:pt x="213360" y="7620"/>
                  </a:lnTo>
                  <a:lnTo>
                    <a:pt x="213360" y="1282"/>
                  </a:lnTo>
                  <a:close/>
                </a:path>
              </a:pathLst>
            </a:custGeom>
            <a:solidFill>
              <a:srgbClr val="001D53"/>
            </a:solidFill>
          </p:spPr>
          <p:txBody>
            <a:bodyPr wrap="square" lIns="0" tIns="0" rIns="0" bIns="0" rtlCol="0"/>
            <a:lstStyle/>
            <a:p/>
          </p:txBody>
        </p:sp>
        <p:sp>
          <p:nvSpPr>
            <p:cNvPr id="1250" name="object 1250"/>
            <p:cNvSpPr/>
            <p:nvPr/>
          </p:nvSpPr>
          <p:spPr>
            <a:xfrm>
              <a:off x="3674110" y="1329689"/>
              <a:ext cx="214629" cy="7620"/>
            </a:xfrm>
            <a:custGeom>
              <a:avLst/>
              <a:gdLst/>
              <a:ahLst/>
              <a:cxnLst/>
              <a:rect l="l" t="t" r="r" b="b"/>
              <a:pathLst>
                <a:path w="214629" h="7619">
                  <a:moveTo>
                    <a:pt x="214630" y="5080"/>
                  </a:moveTo>
                  <a:lnTo>
                    <a:pt x="213360" y="5080"/>
                  </a:lnTo>
                  <a:lnTo>
                    <a:pt x="213360" y="0"/>
                  </a:lnTo>
                  <a:lnTo>
                    <a:pt x="0" y="0"/>
                  </a:lnTo>
                  <a:lnTo>
                    <a:pt x="0" y="5080"/>
                  </a:lnTo>
                  <a:lnTo>
                    <a:pt x="0" y="7620"/>
                  </a:lnTo>
                  <a:lnTo>
                    <a:pt x="214630" y="7620"/>
                  </a:lnTo>
                  <a:lnTo>
                    <a:pt x="214630" y="5080"/>
                  </a:lnTo>
                  <a:close/>
                </a:path>
              </a:pathLst>
            </a:custGeom>
            <a:solidFill>
              <a:srgbClr val="001D56"/>
            </a:solidFill>
          </p:spPr>
          <p:txBody>
            <a:bodyPr wrap="square" lIns="0" tIns="0" rIns="0" bIns="0" rtlCol="0"/>
            <a:lstStyle/>
            <a:p/>
          </p:txBody>
        </p:sp>
        <p:sp>
          <p:nvSpPr>
            <p:cNvPr id="1251" name="object 1251"/>
            <p:cNvSpPr/>
            <p:nvPr/>
          </p:nvSpPr>
          <p:spPr>
            <a:xfrm>
              <a:off x="367410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C58"/>
            </a:solidFill>
          </p:spPr>
          <p:txBody>
            <a:bodyPr wrap="square" lIns="0" tIns="0" rIns="0" bIns="0" rtlCol="0"/>
            <a:lstStyle/>
            <a:p/>
          </p:txBody>
        </p:sp>
        <p:sp>
          <p:nvSpPr>
            <p:cNvPr id="1252" name="object 1252"/>
            <p:cNvSpPr/>
            <p:nvPr/>
          </p:nvSpPr>
          <p:spPr>
            <a:xfrm>
              <a:off x="367410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C5A"/>
            </a:solidFill>
          </p:spPr>
          <p:txBody>
            <a:bodyPr wrap="square" lIns="0" tIns="0" rIns="0" bIns="0" rtlCol="0"/>
            <a:lstStyle/>
            <a:p/>
          </p:txBody>
        </p:sp>
        <p:sp>
          <p:nvSpPr>
            <p:cNvPr id="1253" name="object 1253"/>
            <p:cNvSpPr/>
            <p:nvPr/>
          </p:nvSpPr>
          <p:spPr>
            <a:xfrm>
              <a:off x="367410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B5C"/>
            </a:solidFill>
          </p:spPr>
          <p:txBody>
            <a:bodyPr wrap="square" lIns="0" tIns="0" rIns="0" bIns="0" rtlCol="0"/>
            <a:lstStyle/>
            <a:p/>
          </p:txBody>
        </p:sp>
        <p:sp>
          <p:nvSpPr>
            <p:cNvPr id="1254" name="object 1254"/>
            <p:cNvSpPr/>
            <p:nvPr/>
          </p:nvSpPr>
          <p:spPr>
            <a:xfrm>
              <a:off x="367410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A5F"/>
            </a:solidFill>
          </p:spPr>
          <p:txBody>
            <a:bodyPr wrap="square" lIns="0" tIns="0" rIns="0" bIns="0" rtlCol="0"/>
            <a:lstStyle/>
            <a:p/>
          </p:txBody>
        </p:sp>
        <p:sp>
          <p:nvSpPr>
            <p:cNvPr id="1255" name="object 1255"/>
            <p:cNvSpPr/>
            <p:nvPr/>
          </p:nvSpPr>
          <p:spPr>
            <a:xfrm>
              <a:off x="367410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A61"/>
            </a:solidFill>
          </p:spPr>
          <p:txBody>
            <a:bodyPr wrap="square" lIns="0" tIns="0" rIns="0" bIns="0" rtlCol="0"/>
            <a:lstStyle/>
            <a:p/>
          </p:txBody>
        </p:sp>
        <p:sp>
          <p:nvSpPr>
            <p:cNvPr id="1256" name="object 1256"/>
            <p:cNvSpPr/>
            <p:nvPr/>
          </p:nvSpPr>
          <p:spPr>
            <a:xfrm>
              <a:off x="367410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963"/>
            </a:solidFill>
          </p:spPr>
          <p:txBody>
            <a:bodyPr wrap="square" lIns="0" tIns="0" rIns="0" bIns="0" rtlCol="0"/>
            <a:lstStyle/>
            <a:p/>
          </p:txBody>
        </p:sp>
        <p:sp>
          <p:nvSpPr>
            <p:cNvPr id="1257" name="object 1257"/>
            <p:cNvSpPr/>
            <p:nvPr/>
          </p:nvSpPr>
          <p:spPr>
            <a:xfrm>
              <a:off x="367410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966"/>
            </a:solidFill>
          </p:spPr>
          <p:txBody>
            <a:bodyPr wrap="square" lIns="0" tIns="0" rIns="0" bIns="0" rtlCol="0"/>
            <a:lstStyle/>
            <a:p/>
          </p:txBody>
        </p:sp>
        <p:sp>
          <p:nvSpPr>
            <p:cNvPr id="1258" name="object 1258"/>
            <p:cNvSpPr/>
            <p:nvPr/>
          </p:nvSpPr>
          <p:spPr>
            <a:xfrm>
              <a:off x="367410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868"/>
            </a:solidFill>
          </p:spPr>
          <p:txBody>
            <a:bodyPr wrap="square" lIns="0" tIns="0" rIns="0" bIns="0" rtlCol="0"/>
            <a:lstStyle/>
            <a:p/>
          </p:txBody>
        </p:sp>
        <p:sp>
          <p:nvSpPr>
            <p:cNvPr id="1259" name="object 1259"/>
            <p:cNvSpPr/>
            <p:nvPr/>
          </p:nvSpPr>
          <p:spPr>
            <a:xfrm>
              <a:off x="367410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86A"/>
            </a:solidFill>
          </p:spPr>
          <p:txBody>
            <a:bodyPr wrap="square" lIns="0" tIns="0" rIns="0" bIns="0" rtlCol="0"/>
            <a:lstStyle/>
            <a:p/>
          </p:txBody>
        </p:sp>
        <p:sp>
          <p:nvSpPr>
            <p:cNvPr id="1260" name="object 1260"/>
            <p:cNvSpPr/>
            <p:nvPr/>
          </p:nvSpPr>
          <p:spPr>
            <a:xfrm>
              <a:off x="367410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76D"/>
            </a:solidFill>
          </p:spPr>
          <p:txBody>
            <a:bodyPr wrap="square" lIns="0" tIns="0" rIns="0" bIns="0" rtlCol="0"/>
            <a:lstStyle/>
            <a:p/>
          </p:txBody>
        </p:sp>
        <p:sp>
          <p:nvSpPr>
            <p:cNvPr id="1261" name="object 1261"/>
            <p:cNvSpPr/>
            <p:nvPr/>
          </p:nvSpPr>
          <p:spPr>
            <a:xfrm>
              <a:off x="3674109"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66F"/>
            </a:solidFill>
          </p:spPr>
          <p:txBody>
            <a:bodyPr wrap="square" lIns="0" tIns="0" rIns="0" bIns="0" rtlCol="0"/>
            <a:lstStyle/>
            <a:p/>
          </p:txBody>
        </p:sp>
        <p:sp>
          <p:nvSpPr>
            <p:cNvPr id="1262" name="object 1262"/>
            <p:cNvSpPr/>
            <p:nvPr/>
          </p:nvSpPr>
          <p:spPr>
            <a:xfrm>
              <a:off x="3674109"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671"/>
            </a:solidFill>
          </p:spPr>
          <p:txBody>
            <a:bodyPr wrap="square" lIns="0" tIns="0" rIns="0" bIns="0" rtlCol="0"/>
            <a:lstStyle/>
            <a:p/>
          </p:txBody>
        </p:sp>
        <p:sp>
          <p:nvSpPr>
            <p:cNvPr id="1263" name="object 1263"/>
            <p:cNvSpPr/>
            <p:nvPr/>
          </p:nvSpPr>
          <p:spPr>
            <a:xfrm>
              <a:off x="3674109"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573"/>
            </a:solidFill>
          </p:spPr>
          <p:txBody>
            <a:bodyPr wrap="square" lIns="0" tIns="0" rIns="0" bIns="0" rtlCol="0"/>
            <a:lstStyle/>
            <a:p/>
          </p:txBody>
        </p:sp>
        <p:sp>
          <p:nvSpPr>
            <p:cNvPr id="1264" name="object 1264"/>
            <p:cNvSpPr/>
            <p:nvPr/>
          </p:nvSpPr>
          <p:spPr>
            <a:xfrm>
              <a:off x="367411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001576"/>
            </a:solidFill>
          </p:spPr>
          <p:txBody>
            <a:bodyPr wrap="square" lIns="0" tIns="0" rIns="0" bIns="0" rtlCol="0"/>
            <a:lstStyle/>
            <a:p/>
          </p:txBody>
        </p:sp>
        <p:sp>
          <p:nvSpPr>
            <p:cNvPr id="1265" name="object 1265"/>
            <p:cNvSpPr/>
            <p:nvPr/>
          </p:nvSpPr>
          <p:spPr>
            <a:xfrm>
              <a:off x="3675379" y="1437639"/>
              <a:ext cx="213360" cy="7620"/>
            </a:xfrm>
            <a:custGeom>
              <a:avLst/>
              <a:gdLst/>
              <a:ahLst/>
              <a:cxnLst/>
              <a:rect l="l" t="t" r="r" b="b"/>
              <a:pathLst>
                <a:path w="213360" h="7619">
                  <a:moveTo>
                    <a:pt x="0" y="7620"/>
                  </a:moveTo>
                  <a:lnTo>
                    <a:pt x="0" y="0"/>
                  </a:lnTo>
                  <a:lnTo>
                    <a:pt x="213360" y="0"/>
                  </a:lnTo>
                  <a:lnTo>
                    <a:pt x="213360" y="7620"/>
                  </a:lnTo>
                  <a:lnTo>
                    <a:pt x="0" y="7620"/>
                  </a:lnTo>
                  <a:close/>
                </a:path>
              </a:pathLst>
            </a:custGeom>
            <a:solidFill>
              <a:srgbClr val="001478"/>
            </a:solidFill>
          </p:spPr>
          <p:txBody>
            <a:bodyPr wrap="square" lIns="0" tIns="0" rIns="0" bIns="0" rtlCol="0"/>
            <a:lstStyle/>
            <a:p/>
          </p:txBody>
        </p:sp>
        <p:sp>
          <p:nvSpPr>
            <p:cNvPr id="1266" name="object 1266"/>
            <p:cNvSpPr/>
            <p:nvPr/>
          </p:nvSpPr>
          <p:spPr>
            <a:xfrm>
              <a:off x="3675380" y="1445259"/>
              <a:ext cx="213360" cy="6350"/>
            </a:xfrm>
            <a:custGeom>
              <a:avLst/>
              <a:gdLst/>
              <a:ahLst/>
              <a:cxnLst/>
              <a:rect l="l" t="t" r="r" b="b"/>
              <a:pathLst>
                <a:path w="213360"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00147A"/>
            </a:solidFill>
          </p:spPr>
          <p:txBody>
            <a:bodyPr wrap="square" lIns="0" tIns="0" rIns="0" bIns="0" rtlCol="0"/>
            <a:lstStyle/>
            <a:p/>
          </p:txBody>
        </p:sp>
        <p:sp>
          <p:nvSpPr>
            <p:cNvPr id="1267" name="object 1267"/>
            <p:cNvSpPr/>
            <p:nvPr/>
          </p:nvSpPr>
          <p:spPr>
            <a:xfrm>
              <a:off x="3675379"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00137D"/>
            </a:solidFill>
          </p:spPr>
          <p:txBody>
            <a:bodyPr wrap="square" lIns="0" tIns="0" rIns="0" bIns="0" rtlCol="0"/>
            <a:lstStyle/>
            <a:p/>
          </p:txBody>
        </p:sp>
        <p:sp>
          <p:nvSpPr>
            <p:cNvPr id="1268" name="object 1268"/>
            <p:cNvSpPr/>
            <p:nvPr/>
          </p:nvSpPr>
          <p:spPr>
            <a:xfrm>
              <a:off x="3676649"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80" y="5079"/>
                  </a:moveTo>
                  <a:lnTo>
                    <a:pt x="130810" y="5079"/>
                  </a:lnTo>
                  <a:lnTo>
                    <a:pt x="130810" y="7620"/>
                  </a:lnTo>
                  <a:lnTo>
                    <a:pt x="134620" y="7620"/>
                  </a:lnTo>
                  <a:lnTo>
                    <a:pt x="134620" y="6350"/>
                  </a:lnTo>
                  <a:lnTo>
                    <a:pt x="132080" y="6350"/>
                  </a:lnTo>
                  <a:lnTo>
                    <a:pt x="132080" y="5079"/>
                  </a:lnTo>
                  <a:close/>
                </a:path>
              </a:pathLst>
            </a:custGeom>
            <a:solidFill>
              <a:srgbClr val="00127F"/>
            </a:solidFill>
          </p:spPr>
          <p:txBody>
            <a:bodyPr wrap="square" lIns="0" tIns="0" rIns="0" bIns="0" rtlCol="0"/>
            <a:lstStyle/>
            <a:p/>
          </p:txBody>
        </p:sp>
        <p:sp>
          <p:nvSpPr>
            <p:cNvPr id="1269" name="object 1269"/>
            <p:cNvSpPr/>
            <p:nvPr/>
          </p:nvSpPr>
          <p:spPr>
            <a:xfrm>
              <a:off x="3676649"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89"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30" y="0"/>
                  </a:moveTo>
                  <a:lnTo>
                    <a:pt x="130810" y="0"/>
                  </a:lnTo>
                  <a:lnTo>
                    <a:pt x="130810" y="1270"/>
                  </a:lnTo>
                  <a:lnTo>
                    <a:pt x="138430" y="1270"/>
                  </a:lnTo>
                  <a:lnTo>
                    <a:pt x="138430" y="0"/>
                  </a:lnTo>
                  <a:close/>
                </a:path>
              </a:pathLst>
            </a:custGeom>
            <a:solidFill>
              <a:srgbClr val="001281"/>
            </a:solidFill>
          </p:spPr>
          <p:txBody>
            <a:bodyPr wrap="square" lIns="0" tIns="0" rIns="0" bIns="0" rtlCol="0"/>
            <a:lstStyle/>
            <a:p/>
          </p:txBody>
        </p:sp>
        <p:sp>
          <p:nvSpPr>
            <p:cNvPr id="1270" name="object 1270"/>
            <p:cNvSpPr/>
            <p:nvPr/>
          </p:nvSpPr>
          <p:spPr>
            <a:xfrm>
              <a:off x="3677919" y="1474469"/>
              <a:ext cx="177800" cy="6350"/>
            </a:xfrm>
            <a:custGeom>
              <a:avLst/>
              <a:gdLst/>
              <a:ahLst/>
              <a:cxnLst/>
              <a:rect l="l" t="t" r="r" b="b"/>
              <a:pathLst>
                <a:path w="177800" h="6350">
                  <a:moveTo>
                    <a:pt x="83820" y="0"/>
                  </a:moveTo>
                  <a:lnTo>
                    <a:pt x="0" y="0"/>
                  </a:lnTo>
                  <a:lnTo>
                    <a:pt x="0" y="6350"/>
                  </a:lnTo>
                  <a:lnTo>
                    <a:pt x="85089" y="6350"/>
                  </a:lnTo>
                  <a:lnTo>
                    <a:pt x="85089"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89" y="0"/>
                  </a:moveTo>
                  <a:lnTo>
                    <a:pt x="127000" y="0"/>
                  </a:lnTo>
                  <a:lnTo>
                    <a:pt x="127000" y="3809"/>
                  </a:lnTo>
                  <a:lnTo>
                    <a:pt x="168910" y="3809"/>
                  </a:lnTo>
                  <a:lnTo>
                    <a:pt x="168910" y="2539"/>
                  </a:lnTo>
                  <a:lnTo>
                    <a:pt x="165100" y="2539"/>
                  </a:lnTo>
                  <a:lnTo>
                    <a:pt x="165100" y="1269"/>
                  </a:lnTo>
                  <a:lnTo>
                    <a:pt x="161289" y="1269"/>
                  </a:lnTo>
                  <a:lnTo>
                    <a:pt x="161289" y="0"/>
                  </a:lnTo>
                  <a:close/>
                </a:path>
              </a:pathLst>
            </a:custGeom>
            <a:solidFill>
              <a:srgbClr val="001183"/>
            </a:solidFill>
          </p:spPr>
          <p:txBody>
            <a:bodyPr wrap="square" lIns="0" tIns="0" rIns="0" bIns="0" rtlCol="0"/>
            <a:lstStyle/>
            <a:p/>
          </p:txBody>
        </p:sp>
        <p:sp>
          <p:nvSpPr>
            <p:cNvPr id="1271" name="object 1271"/>
            <p:cNvSpPr/>
            <p:nvPr/>
          </p:nvSpPr>
          <p:spPr>
            <a:xfrm>
              <a:off x="3677919" y="1480819"/>
              <a:ext cx="201930" cy="7620"/>
            </a:xfrm>
            <a:custGeom>
              <a:avLst/>
              <a:gdLst/>
              <a:ahLst/>
              <a:cxnLst/>
              <a:rect l="l" t="t" r="r" b="b"/>
              <a:pathLst>
                <a:path w="201929" h="7619">
                  <a:moveTo>
                    <a:pt x="85089" y="0"/>
                  </a:moveTo>
                  <a:lnTo>
                    <a:pt x="0" y="0"/>
                  </a:lnTo>
                  <a:lnTo>
                    <a:pt x="0" y="2539"/>
                  </a:lnTo>
                  <a:lnTo>
                    <a:pt x="1269" y="2539"/>
                  </a:lnTo>
                  <a:lnTo>
                    <a:pt x="1269" y="7619"/>
                  </a:lnTo>
                  <a:lnTo>
                    <a:pt x="86359" y="7619"/>
                  </a:lnTo>
                  <a:lnTo>
                    <a:pt x="86359" y="6350"/>
                  </a:lnTo>
                  <a:lnTo>
                    <a:pt x="85089" y="6350"/>
                  </a:lnTo>
                  <a:lnTo>
                    <a:pt x="85089" y="0"/>
                  </a:lnTo>
                  <a:close/>
                </a:path>
                <a:path w="201929" h="7619">
                  <a:moveTo>
                    <a:pt x="201929" y="6350"/>
                  </a:moveTo>
                  <a:lnTo>
                    <a:pt x="123189" y="6350"/>
                  </a:lnTo>
                  <a:lnTo>
                    <a:pt x="123189" y="7619"/>
                  </a:lnTo>
                  <a:lnTo>
                    <a:pt x="201929" y="7619"/>
                  </a:lnTo>
                  <a:lnTo>
                    <a:pt x="201929" y="6350"/>
                  </a:lnTo>
                  <a:close/>
                </a:path>
                <a:path w="201929" h="7619">
                  <a:moveTo>
                    <a:pt x="185419" y="1269"/>
                  </a:moveTo>
                  <a:lnTo>
                    <a:pt x="124459" y="1269"/>
                  </a:lnTo>
                  <a:lnTo>
                    <a:pt x="124459" y="6350"/>
                  </a:lnTo>
                  <a:lnTo>
                    <a:pt x="196849" y="6350"/>
                  </a:lnTo>
                  <a:lnTo>
                    <a:pt x="196849" y="5079"/>
                  </a:lnTo>
                  <a:lnTo>
                    <a:pt x="193039" y="5079"/>
                  </a:lnTo>
                  <a:lnTo>
                    <a:pt x="193039" y="3809"/>
                  </a:lnTo>
                  <a:lnTo>
                    <a:pt x="189229" y="3809"/>
                  </a:lnTo>
                  <a:lnTo>
                    <a:pt x="189229" y="2539"/>
                  </a:lnTo>
                  <a:lnTo>
                    <a:pt x="185419" y="2539"/>
                  </a:lnTo>
                  <a:lnTo>
                    <a:pt x="185419" y="1269"/>
                  </a:lnTo>
                  <a:close/>
                </a:path>
                <a:path w="201929" h="7619">
                  <a:moveTo>
                    <a:pt x="181609" y="0"/>
                  </a:moveTo>
                  <a:lnTo>
                    <a:pt x="125729" y="0"/>
                  </a:lnTo>
                  <a:lnTo>
                    <a:pt x="125729" y="1269"/>
                  </a:lnTo>
                  <a:lnTo>
                    <a:pt x="181609" y="1269"/>
                  </a:lnTo>
                  <a:lnTo>
                    <a:pt x="181609" y="0"/>
                  </a:lnTo>
                  <a:close/>
                </a:path>
              </a:pathLst>
            </a:custGeom>
            <a:solidFill>
              <a:srgbClr val="001186"/>
            </a:solidFill>
          </p:spPr>
          <p:txBody>
            <a:bodyPr wrap="square" lIns="0" tIns="0" rIns="0" bIns="0" rtlCol="0"/>
            <a:lstStyle/>
            <a:p/>
          </p:txBody>
        </p:sp>
        <p:sp>
          <p:nvSpPr>
            <p:cNvPr id="1272" name="object 1272"/>
            <p:cNvSpPr/>
            <p:nvPr/>
          </p:nvSpPr>
          <p:spPr>
            <a:xfrm>
              <a:off x="3679189" y="1488439"/>
              <a:ext cx="209550" cy="7620"/>
            </a:xfrm>
            <a:custGeom>
              <a:avLst/>
              <a:gdLst/>
              <a:ahLst/>
              <a:cxnLst/>
              <a:rect l="l" t="t" r="r" b="b"/>
              <a:pathLst>
                <a:path w="209550" h="7619">
                  <a:moveTo>
                    <a:pt x="85089" y="0"/>
                  </a:moveTo>
                  <a:lnTo>
                    <a:pt x="0" y="0"/>
                  </a:lnTo>
                  <a:lnTo>
                    <a:pt x="0" y="2539"/>
                  </a:lnTo>
                  <a:lnTo>
                    <a:pt x="86360" y="2539"/>
                  </a:lnTo>
                  <a:lnTo>
                    <a:pt x="86360" y="1270"/>
                  </a:lnTo>
                  <a:lnTo>
                    <a:pt x="85089" y="1270"/>
                  </a:lnTo>
                  <a:lnTo>
                    <a:pt x="85089" y="0"/>
                  </a:lnTo>
                  <a:close/>
                </a:path>
                <a:path w="209550" h="7619">
                  <a:moveTo>
                    <a:pt x="204470" y="0"/>
                  </a:moveTo>
                  <a:lnTo>
                    <a:pt x="121920" y="0"/>
                  </a:lnTo>
                  <a:lnTo>
                    <a:pt x="121920" y="2539"/>
                  </a:lnTo>
                  <a:lnTo>
                    <a:pt x="209550" y="2539"/>
                  </a:lnTo>
                  <a:lnTo>
                    <a:pt x="209550" y="1270"/>
                  </a:lnTo>
                  <a:lnTo>
                    <a:pt x="204470" y="1270"/>
                  </a:lnTo>
                  <a:lnTo>
                    <a:pt x="204470" y="0"/>
                  </a:lnTo>
                  <a:close/>
                </a:path>
                <a:path w="209550" h="7619">
                  <a:moveTo>
                    <a:pt x="87630" y="5080"/>
                  </a:moveTo>
                  <a:lnTo>
                    <a:pt x="1270" y="5080"/>
                  </a:lnTo>
                  <a:lnTo>
                    <a:pt x="1270" y="7620"/>
                  </a:lnTo>
                  <a:lnTo>
                    <a:pt x="87630" y="7620"/>
                  </a:lnTo>
                  <a:lnTo>
                    <a:pt x="87630" y="5080"/>
                  </a:lnTo>
                  <a:close/>
                </a:path>
                <a:path w="209550" h="7619">
                  <a:moveTo>
                    <a:pt x="86360" y="2540"/>
                  </a:moveTo>
                  <a:lnTo>
                    <a:pt x="0" y="2540"/>
                  </a:lnTo>
                  <a:lnTo>
                    <a:pt x="0" y="5080"/>
                  </a:lnTo>
                  <a:lnTo>
                    <a:pt x="86360" y="5080"/>
                  </a:lnTo>
                  <a:lnTo>
                    <a:pt x="86360" y="2540"/>
                  </a:lnTo>
                  <a:close/>
                </a:path>
                <a:path w="209550" h="7619">
                  <a:moveTo>
                    <a:pt x="209550" y="2540"/>
                  </a:moveTo>
                  <a:lnTo>
                    <a:pt x="120650" y="2540"/>
                  </a:lnTo>
                  <a:lnTo>
                    <a:pt x="120650" y="6350"/>
                  </a:lnTo>
                  <a:lnTo>
                    <a:pt x="119380" y="6350"/>
                  </a:lnTo>
                  <a:lnTo>
                    <a:pt x="119380" y="7620"/>
                  </a:lnTo>
                  <a:lnTo>
                    <a:pt x="208279" y="7620"/>
                  </a:lnTo>
                  <a:lnTo>
                    <a:pt x="208279" y="5080"/>
                  </a:lnTo>
                  <a:lnTo>
                    <a:pt x="209550" y="5080"/>
                  </a:lnTo>
                  <a:lnTo>
                    <a:pt x="209550" y="2540"/>
                  </a:lnTo>
                  <a:close/>
                </a:path>
              </a:pathLst>
            </a:custGeom>
            <a:solidFill>
              <a:srgbClr val="001088"/>
            </a:solidFill>
          </p:spPr>
          <p:txBody>
            <a:bodyPr wrap="square" lIns="0" tIns="0" rIns="0" bIns="0" rtlCol="0"/>
            <a:lstStyle/>
            <a:p/>
          </p:txBody>
        </p:sp>
        <p:sp>
          <p:nvSpPr>
            <p:cNvPr id="1273" name="object 1273"/>
            <p:cNvSpPr/>
            <p:nvPr/>
          </p:nvSpPr>
          <p:spPr>
            <a:xfrm>
              <a:off x="3680460" y="1496059"/>
              <a:ext cx="207010" cy="6350"/>
            </a:xfrm>
            <a:custGeom>
              <a:avLst/>
              <a:gdLst/>
              <a:ahLst/>
              <a:cxnLst/>
              <a:rect l="l" t="t" r="r" b="b"/>
              <a:pathLst>
                <a:path w="207010" h="6350">
                  <a:moveTo>
                    <a:pt x="87630" y="2540"/>
                  </a:moveTo>
                  <a:lnTo>
                    <a:pt x="86360" y="2540"/>
                  </a:lnTo>
                  <a:lnTo>
                    <a:pt x="86360" y="0"/>
                  </a:lnTo>
                  <a:lnTo>
                    <a:pt x="0" y="0"/>
                  </a:lnTo>
                  <a:lnTo>
                    <a:pt x="0" y="2540"/>
                  </a:lnTo>
                  <a:lnTo>
                    <a:pt x="0" y="6350"/>
                  </a:lnTo>
                  <a:lnTo>
                    <a:pt x="87630" y="6350"/>
                  </a:lnTo>
                  <a:lnTo>
                    <a:pt x="87630" y="2540"/>
                  </a:lnTo>
                  <a:close/>
                </a:path>
                <a:path w="207010" h="6350">
                  <a:moveTo>
                    <a:pt x="207010" y="3810"/>
                  </a:moveTo>
                  <a:lnTo>
                    <a:pt x="206997" y="0"/>
                  </a:lnTo>
                  <a:lnTo>
                    <a:pt x="118110" y="0"/>
                  </a:lnTo>
                  <a:lnTo>
                    <a:pt x="118110" y="3810"/>
                  </a:lnTo>
                  <a:lnTo>
                    <a:pt x="116840" y="3810"/>
                  </a:lnTo>
                  <a:lnTo>
                    <a:pt x="116840" y="5080"/>
                  </a:lnTo>
                  <a:lnTo>
                    <a:pt x="116840" y="6350"/>
                  </a:lnTo>
                  <a:lnTo>
                    <a:pt x="205740" y="6350"/>
                  </a:lnTo>
                  <a:lnTo>
                    <a:pt x="205740" y="5080"/>
                  </a:lnTo>
                  <a:lnTo>
                    <a:pt x="207010" y="5080"/>
                  </a:lnTo>
                  <a:lnTo>
                    <a:pt x="207010" y="3810"/>
                  </a:lnTo>
                  <a:close/>
                </a:path>
              </a:pathLst>
            </a:custGeom>
            <a:solidFill>
              <a:srgbClr val="00108A"/>
            </a:solidFill>
          </p:spPr>
          <p:txBody>
            <a:bodyPr wrap="square" lIns="0" tIns="0" rIns="0" bIns="0" rtlCol="0"/>
            <a:lstStyle/>
            <a:p/>
          </p:txBody>
        </p:sp>
        <p:sp>
          <p:nvSpPr>
            <p:cNvPr id="1274" name="object 1274"/>
            <p:cNvSpPr/>
            <p:nvPr/>
          </p:nvSpPr>
          <p:spPr>
            <a:xfrm>
              <a:off x="3680460" y="1502409"/>
              <a:ext cx="205740" cy="7620"/>
            </a:xfrm>
            <a:custGeom>
              <a:avLst/>
              <a:gdLst/>
              <a:ahLst/>
              <a:cxnLst/>
              <a:rect l="l" t="t" r="r" b="b"/>
              <a:pathLst>
                <a:path w="205739" h="7619">
                  <a:moveTo>
                    <a:pt x="91440" y="6350"/>
                  </a:moveTo>
                  <a:lnTo>
                    <a:pt x="90170" y="6350"/>
                  </a:lnTo>
                  <a:lnTo>
                    <a:pt x="90170" y="3810"/>
                  </a:lnTo>
                  <a:lnTo>
                    <a:pt x="88887" y="3810"/>
                  </a:lnTo>
                  <a:lnTo>
                    <a:pt x="88887" y="1270"/>
                  </a:lnTo>
                  <a:lnTo>
                    <a:pt x="87630" y="1270"/>
                  </a:lnTo>
                  <a:lnTo>
                    <a:pt x="87630" y="0"/>
                  </a:lnTo>
                  <a:lnTo>
                    <a:pt x="0" y="0"/>
                  </a:lnTo>
                  <a:lnTo>
                    <a:pt x="0" y="1270"/>
                  </a:lnTo>
                  <a:lnTo>
                    <a:pt x="1270" y="1270"/>
                  </a:lnTo>
                  <a:lnTo>
                    <a:pt x="1270" y="3810"/>
                  </a:lnTo>
                  <a:lnTo>
                    <a:pt x="1270" y="6350"/>
                  </a:lnTo>
                  <a:lnTo>
                    <a:pt x="1270" y="7620"/>
                  </a:lnTo>
                  <a:lnTo>
                    <a:pt x="91440" y="7620"/>
                  </a:lnTo>
                  <a:lnTo>
                    <a:pt x="91440" y="6350"/>
                  </a:lnTo>
                  <a:close/>
                </a:path>
                <a:path w="205739" h="7619">
                  <a:moveTo>
                    <a:pt x="205740" y="1282"/>
                  </a:moveTo>
                  <a:lnTo>
                    <a:pt x="115570" y="1282"/>
                  </a:lnTo>
                  <a:lnTo>
                    <a:pt x="115570" y="5080"/>
                  </a:lnTo>
                  <a:lnTo>
                    <a:pt x="114300" y="5080"/>
                  </a:lnTo>
                  <a:lnTo>
                    <a:pt x="114300" y="6350"/>
                  </a:lnTo>
                  <a:lnTo>
                    <a:pt x="113030" y="6350"/>
                  </a:lnTo>
                  <a:lnTo>
                    <a:pt x="113030" y="7620"/>
                  </a:lnTo>
                  <a:lnTo>
                    <a:pt x="204470" y="7620"/>
                  </a:lnTo>
                  <a:lnTo>
                    <a:pt x="204470" y="6350"/>
                  </a:lnTo>
                  <a:lnTo>
                    <a:pt x="204470" y="5080"/>
                  </a:lnTo>
                  <a:lnTo>
                    <a:pt x="205740" y="5080"/>
                  </a:lnTo>
                  <a:lnTo>
                    <a:pt x="205740" y="1282"/>
                  </a:lnTo>
                  <a:close/>
                </a:path>
                <a:path w="205739" h="7619">
                  <a:moveTo>
                    <a:pt x="205740" y="0"/>
                  </a:moveTo>
                  <a:lnTo>
                    <a:pt x="116840" y="0"/>
                  </a:lnTo>
                  <a:lnTo>
                    <a:pt x="116840" y="1270"/>
                  </a:lnTo>
                  <a:lnTo>
                    <a:pt x="205740" y="1270"/>
                  </a:lnTo>
                  <a:lnTo>
                    <a:pt x="205740" y="0"/>
                  </a:lnTo>
                  <a:close/>
                </a:path>
              </a:pathLst>
            </a:custGeom>
            <a:solidFill>
              <a:srgbClr val="000F8D"/>
            </a:solidFill>
          </p:spPr>
          <p:txBody>
            <a:bodyPr wrap="square" lIns="0" tIns="0" rIns="0" bIns="0" rtlCol="0"/>
            <a:lstStyle/>
            <a:p/>
          </p:txBody>
        </p:sp>
        <p:sp>
          <p:nvSpPr>
            <p:cNvPr id="1275" name="object 1275"/>
            <p:cNvSpPr/>
            <p:nvPr/>
          </p:nvSpPr>
          <p:spPr>
            <a:xfrm>
              <a:off x="3681730" y="1510029"/>
              <a:ext cx="203200" cy="7620"/>
            </a:xfrm>
            <a:custGeom>
              <a:avLst/>
              <a:gdLst/>
              <a:ahLst/>
              <a:cxnLst/>
              <a:rect l="l" t="t" r="r" b="b"/>
              <a:pathLst>
                <a:path w="203200" h="7619">
                  <a:moveTo>
                    <a:pt x="97790" y="6350"/>
                  </a:moveTo>
                  <a:lnTo>
                    <a:pt x="95250" y="6350"/>
                  </a:lnTo>
                  <a:lnTo>
                    <a:pt x="95250" y="5080"/>
                  </a:lnTo>
                  <a:lnTo>
                    <a:pt x="93980" y="5080"/>
                  </a:lnTo>
                  <a:lnTo>
                    <a:pt x="93980" y="3810"/>
                  </a:lnTo>
                  <a:lnTo>
                    <a:pt x="92710" y="3810"/>
                  </a:lnTo>
                  <a:lnTo>
                    <a:pt x="92710" y="2540"/>
                  </a:lnTo>
                  <a:lnTo>
                    <a:pt x="92710" y="1270"/>
                  </a:lnTo>
                  <a:lnTo>
                    <a:pt x="91427" y="1270"/>
                  </a:lnTo>
                  <a:lnTo>
                    <a:pt x="91427" y="0"/>
                  </a:lnTo>
                  <a:lnTo>
                    <a:pt x="0" y="0"/>
                  </a:lnTo>
                  <a:lnTo>
                    <a:pt x="0" y="1270"/>
                  </a:lnTo>
                  <a:lnTo>
                    <a:pt x="0" y="2540"/>
                  </a:lnTo>
                  <a:lnTo>
                    <a:pt x="1270" y="2540"/>
                  </a:lnTo>
                  <a:lnTo>
                    <a:pt x="1270" y="3810"/>
                  </a:lnTo>
                  <a:lnTo>
                    <a:pt x="1270" y="5080"/>
                  </a:lnTo>
                  <a:lnTo>
                    <a:pt x="1270" y="6350"/>
                  </a:lnTo>
                  <a:lnTo>
                    <a:pt x="1270" y="7620"/>
                  </a:lnTo>
                  <a:lnTo>
                    <a:pt x="97790" y="7620"/>
                  </a:lnTo>
                  <a:lnTo>
                    <a:pt x="97790" y="6350"/>
                  </a:lnTo>
                  <a:close/>
                </a:path>
                <a:path w="203200" h="7619">
                  <a:moveTo>
                    <a:pt x="203200" y="0"/>
                  </a:moveTo>
                  <a:lnTo>
                    <a:pt x="111760" y="0"/>
                  </a:lnTo>
                  <a:lnTo>
                    <a:pt x="111760" y="1270"/>
                  </a:lnTo>
                  <a:lnTo>
                    <a:pt x="110490" y="1270"/>
                  </a:lnTo>
                  <a:lnTo>
                    <a:pt x="110490" y="2540"/>
                  </a:lnTo>
                  <a:lnTo>
                    <a:pt x="109220" y="2540"/>
                  </a:lnTo>
                  <a:lnTo>
                    <a:pt x="109220" y="3810"/>
                  </a:lnTo>
                  <a:lnTo>
                    <a:pt x="107950" y="3810"/>
                  </a:lnTo>
                  <a:lnTo>
                    <a:pt x="107950" y="5080"/>
                  </a:lnTo>
                  <a:lnTo>
                    <a:pt x="105410" y="5080"/>
                  </a:lnTo>
                  <a:lnTo>
                    <a:pt x="105410" y="6350"/>
                  </a:lnTo>
                  <a:lnTo>
                    <a:pt x="104140" y="6350"/>
                  </a:lnTo>
                  <a:lnTo>
                    <a:pt x="104140" y="7620"/>
                  </a:lnTo>
                  <a:lnTo>
                    <a:pt x="201930" y="7620"/>
                  </a:lnTo>
                  <a:lnTo>
                    <a:pt x="201930" y="6350"/>
                  </a:lnTo>
                  <a:lnTo>
                    <a:pt x="201930" y="5080"/>
                  </a:lnTo>
                  <a:lnTo>
                    <a:pt x="203200" y="5080"/>
                  </a:lnTo>
                  <a:lnTo>
                    <a:pt x="203200" y="3810"/>
                  </a:lnTo>
                  <a:lnTo>
                    <a:pt x="203200" y="2540"/>
                  </a:lnTo>
                  <a:lnTo>
                    <a:pt x="203200" y="1270"/>
                  </a:lnTo>
                  <a:lnTo>
                    <a:pt x="203200" y="0"/>
                  </a:lnTo>
                  <a:close/>
                </a:path>
              </a:pathLst>
            </a:custGeom>
            <a:solidFill>
              <a:srgbClr val="000E8F"/>
            </a:solidFill>
          </p:spPr>
          <p:txBody>
            <a:bodyPr wrap="square" lIns="0" tIns="0" rIns="0" bIns="0" rtlCol="0"/>
            <a:lstStyle/>
            <a:p/>
          </p:txBody>
        </p:sp>
        <p:sp>
          <p:nvSpPr>
            <p:cNvPr id="1276" name="object 1276"/>
            <p:cNvSpPr/>
            <p:nvPr/>
          </p:nvSpPr>
          <p:spPr>
            <a:xfrm>
              <a:off x="3683000" y="1517649"/>
              <a:ext cx="200660" cy="6350"/>
            </a:xfrm>
            <a:custGeom>
              <a:avLst/>
              <a:gdLst/>
              <a:ahLst/>
              <a:cxnLst/>
              <a:rect l="l" t="t" r="r" b="b"/>
              <a:pathLst>
                <a:path w="200660" h="6350">
                  <a:moveTo>
                    <a:pt x="199390" y="5092"/>
                  </a:moveTo>
                  <a:lnTo>
                    <a:pt x="1270" y="5092"/>
                  </a:lnTo>
                  <a:lnTo>
                    <a:pt x="1270" y="6350"/>
                  </a:lnTo>
                  <a:lnTo>
                    <a:pt x="199390" y="6350"/>
                  </a:lnTo>
                  <a:lnTo>
                    <a:pt x="199390" y="5092"/>
                  </a:lnTo>
                  <a:close/>
                </a:path>
                <a:path w="200660" h="6350">
                  <a:moveTo>
                    <a:pt x="200660" y="0"/>
                  </a:moveTo>
                  <a:lnTo>
                    <a:pt x="100330" y="0"/>
                  </a:lnTo>
                  <a:lnTo>
                    <a:pt x="100330" y="1270"/>
                  </a:lnTo>
                  <a:lnTo>
                    <a:pt x="97790" y="1270"/>
                  </a:lnTo>
                  <a:lnTo>
                    <a:pt x="97790" y="0"/>
                  </a:lnTo>
                  <a:lnTo>
                    <a:pt x="0" y="0"/>
                  </a:lnTo>
                  <a:lnTo>
                    <a:pt x="0" y="1270"/>
                  </a:lnTo>
                  <a:lnTo>
                    <a:pt x="0" y="3810"/>
                  </a:lnTo>
                  <a:lnTo>
                    <a:pt x="0" y="5080"/>
                  </a:lnTo>
                  <a:lnTo>
                    <a:pt x="199390" y="5080"/>
                  </a:lnTo>
                  <a:lnTo>
                    <a:pt x="199390" y="3810"/>
                  </a:lnTo>
                  <a:lnTo>
                    <a:pt x="200660" y="3810"/>
                  </a:lnTo>
                  <a:lnTo>
                    <a:pt x="200660" y="1270"/>
                  </a:lnTo>
                  <a:lnTo>
                    <a:pt x="200660" y="0"/>
                  </a:lnTo>
                  <a:close/>
                </a:path>
              </a:pathLst>
            </a:custGeom>
            <a:solidFill>
              <a:srgbClr val="000E91"/>
            </a:solidFill>
          </p:spPr>
          <p:txBody>
            <a:bodyPr wrap="square" lIns="0" tIns="0" rIns="0" bIns="0" rtlCol="0"/>
            <a:lstStyle/>
            <a:p/>
          </p:txBody>
        </p:sp>
        <p:sp>
          <p:nvSpPr>
            <p:cNvPr id="1277" name="object 1277"/>
            <p:cNvSpPr/>
            <p:nvPr/>
          </p:nvSpPr>
          <p:spPr>
            <a:xfrm>
              <a:off x="3684270" y="1523999"/>
              <a:ext cx="198120" cy="7620"/>
            </a:xfrm>
            <a:custGeom>
              <a:avLst/>
              <a:gdLst/>
              <a:ahLst/>
              <a:cxnLst/>
              <a:rect l="l" t="t" r="r" b="b"/>
              <a:pathLst>
                <a:path w="198120" h="7619">
                  <a:moveTo>
                    <a:pt x="198120" y="0"/>
                  </a:moveTo>
                  <a:lnTo>
                    <a:pt x="0" y="0"/>
                  </a:lnTo>
                  <a:lnTo>
                    <a:pt x="0" y="3810"/>
                  </a:lnTo>
                  <a:lnTo>
                    <a:pt x="0" y="6350"/>
                  </a:lnTo>
                  <a:lnTo>
                    <a:pt x="1270" y="6350"/>
                  </a:lnTo>
                  <a:lnTo>
                    <a:pt x="1270" y="7620"/>
                  </a:lnTo>
                  <a:lnTo>
                    <a:pt x="196850" y="7620"/>
                  </a:lnTo>
                  <a:lnTo>
                    <a:pt x="196850" y="6350"/>
                  </a:lnTo>
                  <a:lnTo>
                    <a:pt x="196850" y="3810"/>
                  </a:lnTo>
                  <a:lnTo>
                    <a:pt x="198120" y="3810"/>
                  </a:lnTo>
                  <a:lnTo>
                    <a:pt x="198120" y="0"/>
                  </a:lnTo>
                  <a:close/>
                </a:path>
              </a:pathLst>
            </a:custGeom>
            <a:solidFill>
              <a:srgbClr val="000D93"/>
            </a:solidFill>
          </p:spPr>
          <p:txBody>
            <a:bodyPr wrap="square" lIns="0" tIns="0" rIns="0" bIns="0" rtlCol="0"/>
            <a:lstStyle/>
            <a:p/>
          </p:txBody>
        </p:sp>
        <p:sp>
          <p:nvSpPr>
            <p:cNvPr id="1278" name="object 1278"/>
            <p:cNvSpPr/>
            <p:nvPr/>
          </p:nvSpPr>
          <p:spPr>
            <a:xfrm>
              <a:off x="3685540" y="1531619"/>
              <a:ext cx="195580" cy="7620"/>
            </a:xfrm>
            <a:custGeom>
              <a:avLst/>
              <a:gdLst/>
              <a:ahLst/>
              <a:cxnLst/>
              <a:rect l="l" t="t" r="r" b="b"/>
              <a:pathLst>
                <a:path w="195579" h="7619">
                  <a:moveTo>
                    <a:pt x="195580" y="0"/>
                  </a:moveTo>
                  <a:lnTo>
                    <a:pt x="0" y="0"/>
                  </a:lnTo>
                  <a:lnTo>
                    <a:pt x="0" y="3810"/>
                  </a:lnTo>
                  <a:lnTo>
                    <a:pt x="0" y="5080"/>
                  </a:lnTo>
                  <a:lnTo>
                    <a:pt x="1270" y="5080"/>
                  </a:lnTo>
                  <a:lnTo>
                    <a:pt x="1270" y="7620"/>
                  </a:lnTo>
                  <a:lnTo>
                    <a:pt x="194310" y="7620"/>
                  </a:lnTo>
                  <a:lnTo>
                    <a:pt x="194310" y="5080"/>
                  </a:lnTo>
                  <a:lnTo>
                    <a:pt x="194310" y="3810"/>
                  </a:lnTo>
                  <a:lnTo>
                    <a:pt x="195580" y="3810"/>
                  </a:lnTo>
                  <a:lnTo>
                    <a:pt x="195580" y="0"/>
                  </a:lnTo>
                  <a:close/>
                </a:path>
              </a:pathLst>
            </a:custGeom>
            <a:solidFill>
              <a:srgbClr val="000D96"/>
            </a:solidFill>
          </p:spPr>
          <p:txBody>
            <a:bodyPr wrap="square" lIns="0" tIns="0" rIns="0" bIns="0" rtlCol="0"/>
            <a:lstStyle/>
            <a:p/>
          </p:txBody>
        </p:sp>
        <p:sp>
          <p:nvSpPr>
            <p:cNvPr id="1279" name="object 1279"/>
            <p:cNvSpPr/>
            <p:nvPr/>
          </p:nvSpPr>
          <p:spPr>
            <a:xfrm>
              <a:off x="3686810" y="1539239"/>
              <a:ext cx="193040" cy="6350"/>
            </a:xfrm>
            <a:custGeom>
              <a:avLst/>
              <a:gdLst/>
              <a:ahLst/>
              <a:cxnLst/>
              <a:rect l="l" t="t" r="r" b="b"/>
              <a:pathLst>
                <a:path w="193039"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000C98"/>
            </a:solidFill>
          </p:spPr>
          <p:txBody>
            <a:bodyPr wrap="square" lIns="0" tIns="0" rIns="0" bIns="0" rtlCol="0"/>
            <a:lstStyle/>
            <a:p/>
          </p:txBody>
        </p:sp>
        <p:sp>
          <p:nvSpPr>
            <p:cNvPr id="1280" name="object 1280"/>
            <p:cNvSpPr/>
            <p:nvPr/>
          </p:nvSpPr>
          <p:spPr>
            <a:xfrm>
              <a:off x="368808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17" y="2540"/>
                  </a:lnTo>
                  <a:lnTo>
                    <a:pt x="190500" y="2540"/>
                  </a:lnTo>
                  <a:lnTo>
                    <a:pt x="190500" y="0"/>
                  </a:lnTo>
                  <a:close/>
                </a:path>
              </a:pathLst>
            </a:custGeom>
            <a:solidFill>
              <a:srgbClr val="000C9A"/>
            </a:solidFill>
          </p:spPr>
          <p:txBody>
            <a:bodyPr wrap="square" lIns="0" tIns="0" rIns="0" bIns="0" rtlCol="0"/>
            <a:lstStyle/>
            <a:p/>
          </p:txBody>
        </p:sp>
        <p:sp>
          <p:nvSpPr>
            <p:cNvPr id="1281" name="object 1281"/>
            <p:cNvSpPr/>
            <p:nvPr/>
          </p:nvSpPr>
          <p:spPr>
            <a:xfrm>
              <a:off x="3689350" y="1553209"/>
              <a:ext cx="186690" cy="7620"/>
            </a:xfrm>
            <a:custGeom>
              <a:avLst/>
              <a:gdLst/>
              <a:ahLst/>
              <a:cxnLst/>
              <a:rect l="l" t="t" r="r" b="b"/>
              <a:pathLst>
                <a:path w="186689"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000B9D"/>
            </a:solidFill>
          </p:spPr>
          <p:txBody>
            <a:bodyPr wrap="square" lIns="0" tIns="0" rIns="0" bIns="0" rtlCol="0"/>
            <a:lstStyle/>
            <a:p/>
          </p:txBody>
        </p:sp>
        <p:sp>
          <p:nvSpPr>
            <p:cNvPr id="1282" name="object 1282"/>
            <p:cNvSpPr/>
            <p:nvPr/>
          </p:nvSpPr>
          <p:spPr>
            <a:xfrm>
              <a:off x="369062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000A9F"/>
            </a:solidFill>
          </p:spPr>
          <p:txBody>
            <a:bodyPr wrap="square" lIns="0" tIns="0" rIns="0" bIns="0" rtlCol="0"/>
            <a:lstStyle/>
            <a:p/>
          </p:txBody>
        </p:sp>
        <p:sp>
          <p:nvSpPr>
            <p:cNvPr id="1283" name="object 1283"/>
            <p:cNvSpPr/>
            <p:nvPr/>
          </p:nvSpPr>
          <p:spPr>
            <a:xfrm>
              <a:off x="3691890" y="1567179"/>
              <a:ext cx="181610" cy="7620"/>
            </a:xfrm>
            <a:custGeom>
              <a:avLst/>
              <a:gdLst/>
              <a:ahLst/>
              <a:cxnLst/>
              <a:rect l="l" t="t" r="r" b="b"/>
              <a:pathLst>
                <a:path w="181610"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000AA1"/>
            </a:solidFill>
          </p:spPr>
          <p:txBody>
            <a:bodyPr wrap="square" lIns="0" tIns="0" rIns="0" bIns="0" rtlCol="0"/>
            <a:lstStyle/>
            <a:p/>
          </p:txBody>
        </p:sp>
        <p:sp>
          <p:nvSpPr>
            <p:cNvPr id="1284" name="object 1284"/>
            <p:cNvSpPr/>
            <p:nvPr/>
          </p:nvSpPr>
          <p:spPr>
            <a:xfrm>
              <a:off x="369316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787" y="6350"/>
                  </a:lnTo>
                  <a:lnTo>
                    <a:pt x="177787" y="2540"/>
                  </a:lnTo>
                  <a:lnTo>
                    <a:pt x="177800" y="1270"/>
                  </a:lnTo>
                  <a:lnTo>
                    <a:pt x="179070" y="1270"/>
                  </a:lnTo>
                  <a:lnTo>
                    <a:pt x="179070" y="0"/>
                  </a:lnTo>
                  <a:close/>
                </a:path>
              </a:pathLst>
            </a:custGeom>
            <a:solidFill>
              <a:srgbClr val="0009A4"/>
            </a:solidFill>
          </p:spPr>
          <p:txBody>
            <a:bodyPr wrap="square" lIns="0" tIns="0" rIns="0" bIns="0" rtlCol="0"/>
            <a:lstStyle/>
            <a:p/>
          </p:txBody>
        </p:sp>
        <p:sp>
          <p:nvSpPr>
            <p:cNvPr id="1285" name="object 1285"/>
            <p:cNvSpPr/>
            <p:nvPr/>
          </p:nvSpPr>
          <p:spPr>
            <a:xfrm>
              <a:off x="3695700" y="1582419"/>
              <a:ext cx="173990" cy="6350"/>
            </a:xfrm>
            <a:custGeom>
              <a:avLst/>
              <a:gdLst/>
              <a:ahLst/>
              <a:cxnLst/>
              <a:rect l="l" t="t" r="r" b="b"/>
              <a:pathLst>
                <a:path w="173989" h="6350">
                  <a:moveTo>
                    <a:pt x="172720" y="3822"/>
                  </a:moveTo>
                  <a:lnTo>
                    <a:pt x="1270" y="3822"/>
                  </a:lnTo>
                  <a:lnTo>
                    <a:pt x="1270" y="6350"/>
                  </a:lnTo>
                  <a:lnTo>
                    <a:pt x="172720" y="6350"/>
                  </a:lnTo>
                  <a:lnTo>
                    <a:pt x="172720" y="3822"/>
                  </a:lnTo>
                  <a:close/>
                </a:path>
                <a:path w="173989" h="6350">
                  <a:moveTo>
                    <a:pt x="173990" y="0"/>
                  </a:moveTo>
                  <a:lnTo>
                    <a:pt x="0" y="0"/>
                  </a:lnTo>
                  <a:lnTo>
                    <a:pt x="0" y="3810"/>
                  </a:lnTo>
                  <a:lnTo>
                    <a:pt x="173990" y="3810"/>
                  </a:lnTo>
                  <a:lnTo>
                    <a:pt x="173990" y="0"/>
                  </a:lnTo>
                  <a:close/>
                </a:path>
              </a:pathLst>
            </a:custGeom>
            <a:solidFill>
              <a:srgbClr val="0009A6"/>
            </a:solidFill>
          </p:spPr>
          <p:txBody>
            <a:bodyPr wrap="square" lIns="0" tIns="0" rIns="0" bIns="0" rtlCol="0"/>
            <a:lstStyle/>
            <a:p/>
          </p:txBody>
        </p:sp>
        <p:sp>
          <p:nvSpPr>
            <p:cNvPr id="1286" name="object 1286"/>
            <p:cNvSpPr/>
            <p:nvPr/>
          </p:nvSpPr>
          <p:spPr>
            <a:xfrm>
              <a:off x="369697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68910" y="7620"/>
                  </a:lnTo>
                  <a:lnTo>
                    <a:pt x="168910" y="6350"/>
                  </a:lnTo>
                  <a:lnTo>
                    <a:pt x="170180" y="6350"/>
                  </a:lnTo>
                  <a:lnTo>
                    <a:pt x="170180" y="2540"/>
                  </a:lnTo>
                  <a:lnTo>
                    <a:pt x="171450" y="2540"/>
                  </a:lnTo>
                  <a:lnTo>
                    <a:pt x="171450" y="0"/>
                  </a:lnTo>
                  <a:close/>
                </a:path>
              </a:pathLst>
            </a:custGeom>
            <a:solidFill>
              <a:srgbClr val="0008A8"/>
            </a:solidFill>
          </p:spPr>
          <p:txBody>
            <a:bodyPr wrap="square" lIns="0" tIns="0" rIns="0" bIns="0" rtlCol="0"/>
            <a:lstStyle/>
            <a:p/>
          </p:txBody>
        </p:sp>
        <p:sp>
          <p:nvSpPr>
            <p:cNvPr id="1287" name="object 1287"/>
            <p:cNvSpPr/>
            <p:nvPr/>
          </p:nvSpPr>
          <p:spPr>
            <a:xfrm>
              <a:off x="3699510" y="1596389"/>
              <a:ext cx="166370" cy="7620"/>
            </a:xfrm>
            <a:custGeom>
              <a:avLst/>
              <a:gdLst/>
              <a:ahLst/>
              <a:cxnLst/>
              <a:rect l="l" t="t" r="r" b="b"/>
              <a:pathLst>
                <a:path w="166370" h="7619">
                  <a:moveTo>
                    <a:pt x="166370" y="0"/>
                  </a:moveTo>
                  <a:lnTo>
                    <a:pt x="0" y="0"/>
                  </a:lnTo>
                  <a:lnTo>
                    <a:pt x="0" y="1270"/>
                  </a:lnTo>
                  <a:lnTo>
                    <a:pt x="0" y="2540"/>
                  </a:lnTo>
                  <a:lnTo>
                    <a:pt x="1270" y="2540"/>
                  </a:lnTo>
                  <a:lnTo>
                    <a:pt x="1270" y="5080"/>
                  </a:lnTo>
                  <a:lnTo>
                    <a:pt x="1270" y="7620"/>
                  </a:lnTo>
                  <a:lnTo>
                    <a:pt x="163830" y="7620"/>
                  </a:lnTo>
                  <a:lnTo>
                    <a:pt x="163830" y="5080"/>
                  </a:lnTo>
                  <a:lnTo>
                    <a:pt x="165087" y="5080"/>
                  </a:lnTo>
                  <a:lnTo>
                    <a:pt x="165087" y="2540"/>
                  </a:lnTo>
                  <a:lnTo>
                    <a:pt x="165100" y="1270"/>
                  </a:lnTo>
                  <a:lnTo>
                    <a:pt x="166370" y="1270"/>
                  </a:lnTo>
                  <a:lnTo>
                    <a:pt x="166370" y="0"/>
                  </a:lnTo>
                  <a:close/>
                </a:path>
              </a:pathLst>
            </a:custGeom>
            <a:solidFill>
              <a:srgbClr val="0008AA"/>
            </a:solidFill>
          </p:spPr>
          <p:txBody>
            <a:bodyPr wrap="square" lIns="0" tIns="0" rIns="0" bIns="0" rtlCol="0"/>
            <a:lstStyle/>
            <a:p/>
          </p:txBody>
        </p:sp>
        <p:sp>
          <p:nvSpPr>
            <p:cNvPr id="1288" name="object 1288"/>
            <p:cNvSpPr/>
            <p:nvPr/>
          </p:nvSpPr>
          <p:spPr>
            <a:xfrm>
              <a:off x="3702050" y="1604009"/>
              <a:ext cx="161290" cy="6350"/>
            </a:xfrm>
            <a:custGeom>
              <a:avLst/>
              <a:gdLst/>
              <a:ahLst/>
              <a:cxnLst/>
              <a:rect l="l" t="t" r="r" b="b"/>
              <a:pathLst>
                <a:path w="161289" h="6350">
                  <a:moveTo>
                    <a:pt x="161290" y="0"/>
                  </a:moveTo>
                  <a:lnTo>
                    <a:pt x="0" y="0"/>
                  </a:lnTo>
                  <a:lnTo>
                    <a:pt x="0" y="1270"/>
                  </a:lnTo>
                  <a:lnTo>
                    <a:pt x="0" y="3810"/>
                  </a:lnTo>
                  <a:lnTo>
                    <a:pt x="1270" y="3810"/>
                  </a:lnTo>
                  <a:lnTo>
                    <a:pt x="1270" y="5080"/>
                  </a:lnTo>
                  <a:lnTo>
                    <a:pt x="1270" y="6350"/>
                  </a:lnTo>
                  <a:lnTo>
                    <a:pt x="158750" y="6350"/>
                  </a:lnTo>
                  <a:lnTo>
                    <a:pt x="158750" y="5080"/>
                  </a:lnTo>
                  <a:lnTo>
                    <a:pt x="160020" y="5080"/>
                  </a:lnTo>
                  <a:lnTo>
                    <a:pt x="160020" y="3810"/>
                  </a:lnTo>
                  <a:lnTo>
                    <a:pt x="160020" y="1270"/>
                  </a:lnTo>
                  <a:lnTo>
                    <a:pt x="161290" y="1270"/>
                  </a:lnTo>
                  <a:lnTo>
                    <a:pt x="161290" y="0"/>
                  </a:lnTo>
                  <a:close/>
                </a:path>
              </a:pathLst>
            </a:custGeom>
            <a:solidFill>
              <a:srgbClr val="0007AD"/>
            </a:solidFill>
          </p:spPr>
          <p:txBody>
            <a:bodyPr wrap="square" lIns="0" tIns="0" rIns="0" bIns="0" rtlCol="0"/>
            <a:lstStyle/>
            <a:p/>
          </p:txBody>
        </p:sp>
        <p:sp>
          <p:nvSpPr>
            <p:cNvPr id="1289" name="object 1289"/>
            <p:cNvSpPr/>
            <p:nvPr/>
          </p:nvSpPr>
          <p:spPr>
            <a:xfrm>
              <a:off x="3703320" y="1610359"/>
              <a:ext cx="157480" cy="7620"/>
            </a:xfrm>
            <a:custGeom>
              <a:avLst/>
              <a:gdLst/>
              <a:ahLst/>
              <a:cxnLst/>
              <a:rect l="l" t="t" r="r" b="b"/>
              <a:pathLst>
                <a:path w="157479" h="7619">
                  <a:moveTo>
                    <a:pt x="157480" y="0"/>
                  </a:moveTo>
                  <a:lnTo>
                    <a:pt x="0" y="0"/>
                  </a:lnTo>
                  <a:lnTo>
                    <a:pt x="0" y="1270"/>
                  </a:lnTo>
                  <a:lnTo>
                    <a:pt x="1270" y="1270"/>
                  </a:lnTo>
                  <a:lnTo>
                    <a:pt x="1270" y="2540"/>
                  </a:lnTo>
                  <a:lnTo>
                    <a:pt x="1270" y="5080"/>
                  </a:lnTo>
                  <a:lnTo>
                    <a:pt x="2540" y="5080"/>
                  </a:lnTo>
                  <a:lnTo>
                    <a:pt x="2540" y="7620"/>
                  </a:lnTo>
                  <a:lnTo>
                    <a:pt x="156210" y="7620"/>
                  </a:lnTo>
                  <a:lnTo>
                    <a:pt x="156210" y="5080"/>
                  </a:lnTo>
                  <a:lnTo>
                    <a:pt x="156210" y="2540"/>
                  </a:lnTo>
                  <a:lnTo>
                    <a:pt x="157480" y="2540"/>
                  </a:lnTo>
                  <a:lnTo>
                    <a:pt x="157480" y="1270"/>
                  </a:lnTo>
                  <a:lnTo>
                    <a:pt x="157480" y="0"/>
                  </a:lnTo>
                  <a:close/>
                </a:path>
              </a:pathLst>
            </a:custGeom>
            <a:solidFill>
              <a:srgbClr val="0006AF"/>
            </a:solidFill>
          </p:spPr>
          <p:txBody>
            <a:bodyPr wrap="square" lIns="0" tIns="0" rIns="0" bIns="0" rtlCol="0"/>
            <a:lstStyle/>
            <a:p/>
          </p:txBody>
        </p:sp>
        <p:sp>
          <p:nvSpPr>
            <p:cNvPr id="1290" name="object 1290"/>
            <p:cNvSpPr/>
            <p:nvPr/>
          </p:nvSpPr>
          <p:spPr>
            <a:xfrm>
              <a:off x="3707130" y="1617979"/>
              <a:ext cx="151130" cy="7620"/>
            </a:xfrm>
            <a:custGeom>
              <a:avLst/>
              <a:gdLst/>
              <a:ahLst/>
              <a:cxnLst/>
              <a:rect l="l" t="t" r="r" b="b"/>
              <a:pathLst>
                <a:path w="151129" h="7619">
                  <a:moveTo>
                    <a:pt x="151117" y="0"/>
                  </a:moveTo>
                  <a:lnTo>
                    <a:pt x="0" y="0"/>
                  </a:lnTo>
                  <a:lnTo>
                    <a:pt x="0" y="3810"/>
                  </a:lnTo>
                  <a:lnTo>
                    <a:pt x="1270" y="3810"/>
                  </a:lnTo>
                  <a:lnTo>
                    <a:pt x="1270" y="7620"/>
                  </a:lnTo>
                  <a:lnTo>
                    <a:pt x="149860" y="7620"/>
                  </a:lnTo>
                  <a:lnTo>
                    <a:pt x="149860" y="3810"/>
                  </a:lnTo>
                  <a:lnTo>
                    <a:pt x="151117" y="3810"/>
                  </a:lnTo>
                  <a:lnTo>
                    <a:pt x="151117" y="0"/>
                  </a:lnTo>
                  <a:close/>
                </a:path>
              </a:pathLst>
            </a:custGeom>
            <a:solidFill>
              <a:srgbClr val="0006B1"/>
            </a:solidFill>
          </p:spPr>
          <p:txBody>
            <a:bodyPr wrap="square" lIns="0" tIns="0" rIns="0" bIns="0" rtlCol="0"/>
            <a:lstStyle/>
            <a:p/>
          </p:txBody>
        </p:sp>
        <p:sp>
          <p:nvSpPr>
            <p:cNvPr id="1291" name="object 1291"/>
            <p:cNvSpPr/>
            <p:nvPr/>
          </p:nvSpPr>
          <p:spPr>
            <a:xfrm>
              <a:off x="3709670" y="1625599"/>
              <a:ext cx="146050" cy="6350"/>
            </a:xfrm>
            <a:custGeom>
              <a:avLst/>
              <a:gdLst/>
              <a:ahLst/>
              <a:cxnLst/>
              <a:rect l="l" t="t" r="r" b="b"/>
              <a:pathLst>
                <a:path w="146050" h="6350">
                  <a:moveTo>
                    <a:pt x="146050" y="0"/>
                  </a:moveTo>
                  <a:lnTo>
                    <a:pt x="0" y="0"/>
                  </a:lnTo>
                  <a:lnTo>
                    <a:pt x="0" y="3810"/>
                  </a:lnTo>
                  <a:lnTo>
                    <a:pt x="1270" y="3810"/>
                  </a:lnTo>
                  <a:lnTo>
                    <a:pt x="1270" y="6350"/>
                  </a:lnTo>
                  <a:lnTo>
                    <a:pt x="144780" y="6350"/>
                  </a:lnTo>
                  <a:lnTo>
                    <a:pt x="144780" y="3810"/>
                  </a:lnTo>
                  <a:lnTo>
                    <a:pt x="146050" y="3810"/>
                  </a:lnTo>
                  <a:lnTo>
                    <a:pt x="146050" y="0"/>
                  </a:lnTo>
                  <a:close/>
                </a:path>
              </a:pathLst>
            </a:custGeom>
            <a:solidFill>
              <a:srgbClr val="0005B4"/>
            </a:solidFill>
          </p:spPr>
          <p:txBody>
            <a:bodyPr wrap="square" lIns="0" tIns="0" rIns="0" bIns="0" rtlCol="0"/>
            <a:lstStyle/>
            <a:p/>
          </p:txBody>
        </p:sp>
        <p:sp>
          <p:nvSpPr>
            <p:cNvPr id="1292" name="object 1292"/>
            <p:cNvSpPr/>
            <p:nvPr/>
          </p:nvSpPr>
          <p:spPr>
            <a:xfrm>
              <a:off x="3710940" y="1631949"/>
              <a:ext cx="142240" cy="7620"/>
            </a:xfrm>
            <a:custGeom>
              <a:avLst/>
              <a:gdLst/>
              <a:ahLst/>
              <a:cxnLst/>
              <a:rect l="l" t="t" r="r" b="b"/>
              <a:pathLst>
                <a:path w="142239" h="7619">
                  <a:moveTo>
                    <a:pt x="140957" y="5092"/>
                  </a:moveTo>
                  <a:lnTo>
                    <a:pt x="2540" y="5092"/>
                  </a:lnTo>
                  <a:lnTo>
                    <a:pt x="2540" y="7620"/>
                  </a:lnTo>
                  <a:lnTo>
                    <a:pt x="140957" y="7620"/>
                  </a:lnTo>
                  <a:lnTo>
                    <a:pt x="140957" y="5092"/>
                  </a:lnTo>
                  <a:close/>
                </a:path>
                <a:path w="142239" h="7619">
                  <a:moveTo>
                    <a:pt x="142240" y="0"/>
                  </a:moveTo>
                  <a:lnTo>
                    <a:pt x="0" y="0"/>
                  </a:lnTo>
                  <a:lnTo>
                    <a:pt x="0" y="1270"/>
                  </a:lnTo>
                  <a:lnTo>
                    <a:pt x="1270" y="1270"/>
                  </a:lnTo>
                  <a:lnTo>
                    <a:pt x="1270" y="3810"/>
                  </a:lnTo>
                  <a:lnTo>
                    <a:pt x="1270" y="5080"/>
                  </a:lnTo>
                  <a:lnTo>
                    <a:pt x="140970" y="5080"/>
                  </a:lnTo>
                  <a:lnTo>
                    <a:pt x="140970" y="3810"/>
                  </a:lnTo>
                  <a:lnTo>
                    <a:pt x="142240" y="3810"/>
                  </a:lnTo>
                  <a:lnTo>
                    <a:pt x="142240" y="1270"/>
                  </a:lnTo>
                  <a:lnTo>
                    <a:pt x="142240" y="0"/>
                  </a:lnTo>
                  <a:close/>
                </a:path>
              </a:pathLst>
            </a:custGeom>
            <a:solidFill>
              <a:srgbClr val="0005B6"/>
            </a:solidFill>
          </p:spPr>
          <p:txBody>
            <a:bodyPr wrap="square" lIns="0" tIns="0" rIns="0" bIns="0" rtlCol="0"/>
            <a:lstStyle/>
            <a:p/>
          </p:txBody>
        </p:sp>
        <p:sp>
          <p:nvSpPr>
            <p:cNvPr id="1293" name="object 1293"/>
            <p:cNvSpPr/>
            <p:nvPr/>
          </p:nvSpPr>
          <p:spPr>
            <a:xfrm>
              <a:off x="3714750" y="1639569"/>
              <a:ext cx="135890" cy="7620"/>
            </a:xfrm>
            <a:custGeom>
              <a:avLst/>
              <a:gdLst/>
              <a:ahLst/>
              <a:cxnLst/>
              <a:rect l="l" t="t" r="r" b="b"/>
              <a:pathLst>
                <a:path w="135889" h="7619">
                  <a:moveTo>
                    <a:pt x="135890" y="0"/>
                  </a:moveTo>
                  <a:lnTo>
                    <a:pt x="0" y="0"/>
                  </a:lnTo>
                  <a:lnTo>
                    <a:pt x="0" y="2540"/>
                  </a:lnTo>
                  <a:lnTo>
                    <a:pt x="1270" y="2540"/>
                  </a:lnTo>
                  <a:lnTo>
                    <a:pt x="1270" y="5080"/>
                  </a:lnTo>
                  <a:lnTo>
                    <a:pt x="2540" y="5080"/>
                  </a:lnTo>
                  <a:lnTo>
                    <a:pt x="2540" y="6350"/>
                  </a:lnTo>
                  <a:lnTo>
                    <a:pt x="2540" y="7620"/>
                  </a:lnTo>
                  <a:lnTo>
                    <a:pt x="132080" y="7620"/>
                  </a:lnTo>
                  <a:lnTo>
                    <a:pt x="132080" y="6350"/>
                  </a:lnTo>
                  <a:lnTo>
                    <a:pt x="133350" y="6350"/>
                  </a:lnTo>
                  <a:lnTo>
                    <a:pt x="133350" y="5080"/>
                  </a:lnTo>
                  <a:lnTo>
                    <a:pt x="134620" y="5080"/>
                  </a:lnTo>
                  <a:lnTo>
                    <a:pt x="134620" y="2540"/>
                  </a:lnTo>
                  <a:lnTo>
                    <a:pt x="135890" y="2540"/>
                  </a:lnTo>
                  <a:lnTo>
                    <a:pt x="135890" y="0"/>
                  </a:lnTo>
                  <a:close/>
                </a:path>
              </a:pathLst>
            </a:custGeom>
            <a:solidFill>
              <a:srgbClr val="0004B8"/>
            </a:solidFill>
          </p:spPr>
          <p:txBody>
            <a:bodyPr wrap="square" lIns="0" tIns="0" rIns="0" bIns="0" rtlCol="0"/>
            <a:lstStyle/>
            <a:p/>
          </p:txBody>
        </p:sp>
        <p:sp>
          <p:nvSpPr>
            <p:cNvPr id="1294" name="object 1294"/>
            <p:cNvSpPr/>
            <p:nvPr/>
          </p:nvSpPr>
          <p:spPr>
            <a:xfrm>
              <a:off x="3718560" y="1647189"/>
              <a:ext cx="128270" cy="6350"/>
            </a:xfrm>
            <a:custGeom>
              <a:avLst/>
              <a:gdLst/>
              <a:ahLst/>
              <a:cxnLst/>
              <a:rect l="l" t="t" r="r" b="b"/>
              <a:pathLst>
                <a:path w="12827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8270" h="6350">
                  <a:moveTo>
                    <a:pt x="128270" y="0"/>
                  </a:moveTo>
                  <a:lnTo>
                    <a:pt x="0" y="0"/>
                  </a:lnTo>
                  <a:lnTo>
                    <a:pt x="0" y="1270"/>
                  </a:lnTo>
                  <a:lnTo>
                    <a:pt x="0" y="2540"/>
                  </a:lnTo>
                  <a:lnTo>
                    <a:pt x="127000" y="2540"/>
                  </a:lnTo>
                  <a:lnTo>
                    <a:pt x="127000" y="1270"/>
                  </a:lnTo>
                  <a:lnTo>
                    <a:pt x="128270" y="1270"/>
                  </a:lnTo>
                  <a:lnTo>
                    <a:pt x="128270" y="0"/>
                  </a:lnTo>
                  <a:close/>
                </a:path>
              </a:pathLst>
            </a:custGeom>
            <a:solidFill>
              <a:srgbClr val="0004BA"/>
            </a:solidFill>
          </p:spPr>
          <p:txBody>
            <a:bodyPr wrap="square" lIns="0" tIns="0" rIns="0" bIns="0" rtlCol="0"/>
            <a:lstStyle/>
            <a:p/>
          </p:txBody>
        </p:sp>
        <p:sp>
          <p:nvSpPr>
            <p:cNvPr id="1295" name="object 1295"/>
            <p:cNvSpPr/>
            <p:nvPr/>
          </p:nvSpPr>
          <p:spPr>
            <a:xfrm>
              <a:off x="3721100" y="1653539"/>
              <a:ext cx="121920" cy="7620"/>
            </a:xfrm>
            <a:custGeom>
              <a:avLst/>
              <a:gdLst/>
              <a:ahLst/>
              <a:cxnLst/>
              <a:rect l="l" t="t" r="r" b="b"/>
              <a:pathLst>
                <a:path w="121920" h="7619">
                  <a:moveTo>
                    <a:pt x="121920" y="0"/>
                  </a:moveTo>
                  <a:lnTo>
                    <a:pt x="0" y="0"/>
                  </a:lnTo>
                  <a:lnTo>
                    <a:pt x="0" y="1270"/>
                  </a:lnTo>
                  <a:lnTo>
                    <a:pt x="1270" y="1270"/>
                  </a:lnTo>
                  <a:lnTo>
                    <a:pt x="1270" y="2540"/>
                  </a:lnTo>
                  <a:lnTo>
                    <a:pt x="2540" y="2540"/>
                  </a:lnTo>
                  <a:lnTo>
                    <a:pt x="2540" y="3810"/>
                  </a:lnTo>
                  <a:lnTo>
                    <a:pt x="3810" y="3810"/>
                  </a:lnTo>
                  <a:lnTo>
                    <a:pt x="3810" y="6350"/>
                  </a:lnTo>
                  <a:lnTo>
                    <a:pt x="5080" y="6350"/>
                  </a:lnTo>
                  <a:lnTo>
                    <a:pt x="5080" y="7620"/>
                  </a:lnTo>
                  <a:lnTo>
                    <a:pt x="118097" y="7620"/>
                  </a:lnTo>
                  <a:lnTo>
                    <a:pt x="118097" y="6350"/>
                  </a:lnTo>
                  <a:lnTo>
                    <a:pt x="119380" y="6350"/>
                  </a:lnTo>
                  <a:lnTo>
                    <a:pt x="119380" y="3810"/>
                  </a:lnTo>
                  <a:lnTo>
                    <a:pt x="120650" y="3810"/>
                  </a:lnTo>
                  <a:lnTo>
                    <a:pt x="120650" y="2540"/>
                  </a:lnTo>
                  <a:lnTo>
                    <a:pt x="120650" y="1270"/>
                  </a:lnTo>
                  <a:lnTo>
                    <a:pt x="121920" y="1270"/>
                  </a:lnTo>
                  <a:lnTo>
                    <a:pt x="121920" y="0"/>
                  </a:lnTo>
                  <a:close/>
                </a:path>
              </a:pathLst>
            </a:custGeom>
            <a:solidFill>
              <a:srgbClr val="0003BD"/>
            </a:solidFill>
          </p:spPr>
          <p:txBody>
            <a:bodyPr wrap="square" lIns="0" tIns="0" rIns="0" bIns="0" rtlCol="0"/>
            <a:lstStyle/>
            <a:p/>
          </p:txBody>
        </p:sp>
        <p:sp>
          <p:nvSpPr>
            <p:cNvPr id="1296" name="object 1296"/>
            <p:cNvSpPr/>
            <p:nvPr/>
          </p:nvSpPr>
          <p:spPr>
            <a:xfrm>
              <a:off x="3727450" y="1661159"/>
              <a:ext cx="110489" cy="7620"/>
            </a:xfrm>
            <a:custGeom>
              <a:avLst/>
              <a:gdLst/>
              <a:ahLst/>
              <a:cxnLst/>
              <a:rect l="l" t="t" r="r" b="b"/>
              <a:pathLst>
                <a:path w="110489"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50" y="3810"/>
                  </a:lnTo>
                  <a:lnTo>
                    <a:pt x="107950" y="2540"/>
                  </a:lnTo>
                  <a:lnTo>
                    <a:pt x="109220" y="2540"/>
                  </a:lnTo>
                  <a:lnTo>
                    <a:pt x="109220" y="1270"/>
                  </a:lnTo>
                  <a:lnTo>
                    <a:pt x="110490" y="1270"/>
                  </a:lnTo>
                  <a:lnTo>
                    <a:pt x="110490" y="0"/>
                  </a:lnTo>
                  <a:close/>
                </a:path>
              </a:pathLst>
            </a:custGeom>
            <a:solidFill>
              <a:srgbClr val="0002BF"/>
            </a:solidFill>
          </p:spPr>
          <p:txBody>
            <a:bodyPr wrap="square" lIns="0" tIns="0" rIns="0" bIns="0" rtlCol="0"/>
            <a:lstStyle/>
            <a:p/>
          </p:txBody>
        </p:sp>
        <p:sp>
          <p:nvSpPr>
            <p:cNvPr id="1297" name="object 1297"/>
            <p:cNvSpPr/>
            <p:nvPr/>
          </p:nvSpPr>
          <p:spPr>
            <a:xfrm>
              <a:off x="3733800" y="1668779"/>
              <a:ext cx="96520" cy="6350"/>
            </a:xfrm>
            <a:custGeom>
              <a:avLst/>
              <a:gdLst/>
              <a:ahLst/>
              <a:cxnLst/>
              <a:rect l="l" t="t" r="r" b="b"/>
              <a:pathLst>
                <a:path w="96520" h="6350">
                  <a:moveTo>
                    <a:pt x="96520" y="0"/>
                  </a:moveTo>
                  <a:lnTo>
                    <a:pt x="0" y="0"/>
                  </a:lnTo>
                  <a:lnTo>
                    <a:pt x="0" y="1270"/>
                  </a:lnTo>
                  <a:lnTo>
                    <a:pt x="1270" y="1270"/>
                  </a:lnTo>
                  <a:lnTo>
                    <a:pt x="1270" y="2540"/>
                  </a:lnTo>
                  <a:lnTo>
                    <a:pt x="2540" y="2540"/>
                  </a:lnTo>
                  <a:lnTo>
                    <a:pt x="2540" y="3810"/>
                  </a:lnTo>
                  <a:lnTo>
                    <a:pt x="3810" y="3810"/>
                  </a:lnTo>
                  <a:lnTo>
                    <a:pt x="3810" y="5080"/>
                  </a:lnTo>
                  <a:lnTo>
                    <a:pt x="3810" y="6350"/>
                  </a:lnTo>
                  <a:lnTo>
                    <a:pt x="91440" y="6350"/>
                  </a:lnTo>
                  <a:lnTo>
                    <a:pt x="91440" y="5080"/>
                  </a:lnTo>
                  <a:lnTo>
                    <a:pt x="92710" y="5080"/>
                  </a:lnTo>
                  <a:lnTo>
                    <a:pt x="92710" y="3810"/>
                  </a:lnTo>
                  <a:lnTo>
                    <a:pt x="93980" y="3810"/>
                  </a:lnTo>
                  <a:lnTo>
                    <a:pt x="93980" y="2540"/>
                  </a:lnTo>
                  <a:lnTo>
                    <a:pt x="95250" y="2540"/>
                  </a:lnTo>
                  <a:lnTo>
                    <a:pt x="95250" y="1270"/>
                  </a:lnTo>
                  <a:lnTo>
                    <a:pt x="96520" y="1270"/>
                  </a:lnTo>
                  <a:lnTo>
                    <a:pt x="96520" y="0"/>
                  </a:lnTo>
                  <a:close/>
                </a:path>
              </a:pathLst>
            </a:custGeom>
            <a:solidFill>
              <a:srgbClr val="0002C1"/>
            </a:solidFill>
          </p:spPr>
          <p:txBody>
            <a:bodyPr wrap="square" lIns="0" tIns="0" rIns="0" bIns="0" rtlCol="0"/>
            <a:lstStyle/>
            <a:p/>
          </p:txBody>
        </p:sp>
        <p:sp>
          <p:nvSpPr>
            <p:cNvPr id="1298" name="object 1298"/>
            <p:cNvSpPr/>
            <p:nvPr/>
          </p:nvSpPr>
          <p:spPr>
            <a:xfrm>
              <a:off x="3738879" y="1675129"/>
              <a:ext cx="85090" cy="7620"/>
            </a:xfrm>
            <a:custGeom>
              <a:avLst/>
              <a:gdLst/>
              <a:ahLst/>
              <a:cxnLst/>
              <a:rect l="l" t="t" r="r" b="b"/>
              <a:pathLst>
                <a:path w="85089" h="7619">
                  <a:moveTo>
                    <a:pt x="74929" y="6350"/>
                  </a:moveTo>
                  <a:lnTo>
                    <a:pt x="12700" y="6350"/>
                  </a:lnTo>
                  <a:lnTo>
                    <a:pt x="12700" y="7620"/>
                  </a:lnTo>
                  <a:lnTo>
                    <a:pt x="74929" y="7620"/>
                  </a:lnTo>
                  <a:lnTo>
                    <a:pt x="74929" y="6350"/>
                  </a:lnTo>
                  <a:close/>
                </a:path>
                <a:path w="85089" h="7619">
                  <a:moveTo>
                    <a:pt x="77470" y="5080"/>
                  </a:moveTo>
                  <a:lnTo>
                    <a:pt x="8890" y="5080"/>
                  </a:lnTo>
                  <a:lnTo>
                    <a:pt x="8890" y="6350"/>
                  </a:lnTo>
                  <a:lnTo>
                    <a:pt x="77470" y="6350"/>
                  </a:lnTo>
                  <a:lnTo>
                    <a:pt x="77470" y="5080"/>
                  </a:lnTo>
                  <a:close/>
                </a:path>
                <a:path w="85089" h="7619">
                  <a:moveTo>
                    <a:pt x="80010" y="3810"/>
                  </a:moveTo>
                  <a:lnTo>
                    <a:pt x="7620" y="3810"/>
                  </a:lnTo>
                  <a:lnTo>
                    <a:pt x="7620" y="5080"/>
                  </a:lnTo>
                  <a:lnTo>
                    <a:pt x="80010" y="5080"/>
                  </a:lnTo>
                  <a:lnTo>
                    <a:pt x="80010" y="3810"/>
                  </a:lnTo>
                  <a:close/>
                </a:path>
                <a:path w="85089" h="7619">
                  <a:moveTo>
                    <a:pt x="81280" y="2540"/>
                  </a:moveTo>
                  <a:lnTo>
                    <a:pt x="5080" y="2540"/>
                  </a:lnTo>
                  <a:lnTo>
                    <a:pt x="5080" y="3810"/>
                  </a:lnTo>
                  <a:lnTo>
                    <a:pt x="81280" y="3810"/>
                  </a:lnTo>
                  <a:lnTo>
                    <a:pt x="81280" y="2540"/>
                  </a:lnTo>
                  <a:close/>
                </a:path>
                <a:path w="85089" h="7619">
                  <a:moveTo>
                    <a:pt x="83820" y="1270"/>
                  </a:moveTo>
                  <a:lnTo>
                    <a:pt x="1270" y="1270"/>
                  </a:lnTo>
                  <a:lnTo>
                    <a:pt x="1270" y="2540"/>
                  </a:lnTo>
                  <a:lnTo>
                    <a:pt x="83820" y="2540"/>
                  </a:lnTo>
                  <a:lnTo>
                    <a:pt x="83820" y="1270"/>
                  </a:lnTo>
                  <a:close/>
                </a:path>
                <a:path w="85089" h="7619">
                  <a:moveTo>
                    <a:pt x="85089" y="0"/>
                  </a:moveTo>
                  <a:lnTo>
                    <a:pt x="0" y="0"/>
                  </a:lnTo>
                  <a:lnTo>
                    <a:pt x="0" y="1270"/>
                  </a:lnTo>
                  <a:lnTo>
                    <a:pt x="85089" y="1270"/>
                  </a:lnTo>
                  <a:lnTo>
                    <a:pt x="85089" y="0"/>
                  </a:lnTo>
                  <a:close/>
                </a:path>
              </a:pathLst>
            </a:custGeom>
            <a:solidFill>
              <a:srgbClr val="0001C4"/>
            </a:solidFill>
          </p:spPr>
          <p:txBody>
            <a:bodyPr wrap="square" lIns="0" tIns="0" rIns="0" bIns="0" rtlCol="0"/>
            <a:lstStyle/>
            <a:p/>
          </p:txBody>
        </p:sp>
        <p:sp>
          <p:nvSpPr>
            <p:cNvPr id="1299" name="object 1299"/>
            <p:cNvSpPr/>
            <p:nvPr/>
          </p:nvSpPr>
          <p:spPr>
            <a:xfrm>
              <a:off x="3754119" y="1682749"/>
              <a:ext cx="55880" cy="7620"/>
            </a:xfrm>
            <a:custGeom>
              <a:avLst/>
              <a:gdLst/>
              <a:ahLst/>
              <a:cxnLst/>
              <a:rect l="l" t="t" r="r" b="b"/>
              <a:pathLst>
                <a:path w="55879" h="7619">
                  <a:moveTo>
                    <a:pt x="27939" y="6350"/>
                  </a:moveTo>
                  <a:lnTo>
                    <a:pt x="26669" y="6350"/>
                  </a:lnTo>
                  <a:lnTo>
                    <a:pt x="26669" y="7620"/>
                  </a:lnTo>
                  <a:lnTo>
                    <a:pt x="27939" y="7620"/>
                  </a:lnTo>
                  <a:lnTo>
                    <a:pt x="27939" y="6350"/>
                  </a:lnTo>
                  <a:close/>
                </a:path>
                <a:path w="55879" h="7619">
                  <a:moveTo>
                    <a:pt x="38100" y="5079"/>
                  </a:moveTo>
                  <a:lnTo>
                    <a:pt x="8889" y="5079"/>
                  </a:lnTo>
                  <a:lnTo>
                    <a:pt x="8889" y="6350"/>
                  </a:lnTo>
                  <a:lnTo>
                    <a:pt x="38100" y="6350"/>
                  </a:lnTo>
                  <a:lnTo>
                    <a:pt x="38100"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0001C6"/>
            </a:solidFill>
          </p:spPr>
          <p:txBody>
            <a:bodyPr wrap="square" lIns="0" tIns="0" rIns="0" bIns="0" rtlCol="0"/>
            <a:lstStyle/>
            <a:p/>
          </p:txBody>
        </p:sp>
      </p:grpSp>
      <p:grpSp>
        <p:nvGrpSpPr>
          <p:cNvPr id="1300" name="object 1300"/>
          <p:cNvGrpSpPr/>
          <p:nvPr/>
        </p:nvGrpSpPr>
        <p:grpSpPr>
          <a:xfrm>
            <a:off x="3978909" y="855980"/>
            <a:ext cx="81280" cy="820419"/>
            <a:chOff x="3978909" y="855980"/>
            <a:chExt cx="81280" cy="820419"/>
          </a:xfrm>
        </p:grpSpPr>
        <p:sp>
          <p:nvSpPr>
            <p:cNvPr id="1301" name="object 1301"/>
            <p:cNvSpPr/>
            <p:nvPr/>
          </p:nvSpPr>
          <p:spPr>
            <a:xfrm>
              <a:off x="3978910" y="855979"/>
              <a:ext cx="81280" cy="12700"/>
            </a:xfrm>
            <a:custGeom>
              <a:avLst/>
              <a:gdLst/>
              <a:ahLst/>
              <a:cxnLst/>
              <a:rect l="l" t="t" r="r" b="b"/>
              <a:pathLst>
                <a:path w="81279" h="12700">
                  <a:moveTo>
                    <a:pt x="81280" y="0"/>
                  </a:moveTo>
                  <a:lnTo>
                    <a:pt x="0" y="0"/>
                  </a:lnTo>
                  <a:lnTo>
                    <a:pt x="0" y="6350"/>
                  </a:lnTo>
                  <a:lnTo>
                    <a:pt x="0" y="12700"/>
                  </a:lnTo>
                  <a:lnTo>
                    <a:pt x="81280" y="12700"/>
                  </a:lnTo>
                  <a:lnTo>
                    <a:pt x="81280" y="6350"/>
                  </a:lnTo>
                  <a:lnTo>
                    <a:pt x="81280" y="0"/>
                  </a:lnTo>
                  <a:close/>
                </a:path>
              </a:pathLst>
            </a:custGeom>
            <a:solidFill>
              <a:srgbClr val="003300"/>
            </a:solidFill>
          </p:spPr>
          <p:txBody>
            <a:bodyPr wrap="square" lIns="0" tIns="0" rIns="0" bIns="0" rtlCol="0"/>
            <a:lstStyle/>
            <a:p/>
          </p:txBody>
        </p:sp>
        <p:sp>
          <p:nvSpPr>
            <p:cNvPr id="1302" name="object 1302"/>
            <p:cNvSpPr/>
            <p:nvPr/>
          </p:nvSpPr>
          <p:spPr>
            <a:xfrm>
              <a:off x="3978909" y="8686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3302"/>
            </a:solidFill>
          </p:spPr>
          <p:txBody>
            <a:bodyPr wrap="square" lIns="0" tIns="0" rIns="0" bIns="0" rtlCol="0"/>
            <a:lstStyle/>
            <a:p/>
          </p:txBody>
        </p:sp>
        <p:sp>
          <p:nvSpPr>
            <p:cNvPr id="1303" name="object 1303"/>
            <p:cNvSpPr/>
            <p:nvPr/>
          </p:nvSpPr>
          <p:spPr>
            <a:xfrm>
              <a:off x="3978909" y="8763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3104"/>
            </a:solidFill>
          </p:spPr>
          <p:txBody>
            <a:bodyPr wrap="square" lIns="0" tIns="0" rIns="0" bIns="0" rtlCol="0"/>
            <a:lstStyle/>
            <a:p/>
          </p:txBody>
        </p:sp>
        <p:sp>
          <p:nvSpPr>
            <p:cNvPr id="1304" name="object 1304"/>
            <p:cNvSpPr/>
            <p:nvPr/>
          </p:nvSpPr>
          <p:spPr>
            <a:xfrm>
              <a:off x="3978909" y="8839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3106"/>
            </a:solidFill>
          </p:spPr>
          <p:txBody>
            <a:bodyPr wrap="square" lIns="0" tIns="0" rIns="0" bIns="0" rtlCol="0"/>
            <a:lstStyle/>
            <a:p/>
          </p:txBody>
        </p:sp>
        <p:sp>
          <p:nvSpPr>
            <p:cNvPr id="1305" name="object 1305"/>
            <p:cNvSpPr/>
            <p:nvPr/>
          </p:nvSpPr>
          <p:spPr>
            <a:xfrm>
              <a:off x="3978909" y="8902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3007"/>
            </a:solidFill>
          </p:spPr>
          <p:txBody>
            <a:bodyPr wrap="square" lIns="0" tIns="0" rIns="0" bIns="0" rtlCol="0"/>
            <a:lstStyle/>
            <a:p/>
          </p:txBody>
        </p:sp>
        <p:sp>
          <p:nvSpPr>
            <p:cNvPr id="1306" name="object 1306"/>
            <p:cNvSpPr/>
            <p:nvPr/>
          </p:nvSpPr>
          <p:spPr>
            <a:xfrm>
              <a:off x="3978909" y="8978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3009"/>
            </a:solidFill>
          </p:spPr>
          <p:txBody>
            <a:bodyPr wrap="square" lIns="0" tIns="0" rIns="0" bIns="0" rtlCol="0"/>
            <a:lstStyle/>
            <a:p/>
          </p:txBody>
        </p:sp>
        <p:sp>
          <p:nvSpPr>
            <p:cNvPr id="1307" name="object 1307"/>
            <p:cNvSpPr/>
            <p:nvPr/>
          </p:nvSpPr>
          <p:spPr>
            <a:xfrm>
              <a:off x="3978909" y="9055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F0B"/>
            </a:solidFill>
          </p:spPr>
          <p:txBody>
            <a:bodyPr wrap="square" lIns="0" tIns="0" rIns="0" bIns="0" rtlCol="0"/>
            <a:lstStyle/>
            <a:p/>
          </p:txBody>
        </p:sp>
        <p:sp>
          <p:nvSpPr>
            <p:cNvPr id="1308" name="object 1308"/>
            <p:cNvSpPr/>
            <p:nvPr/>
          </p:nvSpPr>
          <p:spPr>
            <a:xfrm>
              <a:off x="3978909" y="9118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F0D"/>
            </a:solidFill>
          </p:spPr>
          <p:txBody>
            <a:bodyPr wrap="square" lIns="0" tIns="0" rIns="0" bIns="0" rtlCol="0"/>
            <a:lstStyle/>
            <a:p/>
          </p:txBody>
        </p:sp>
        <p:sp>
          <p:nvSpPr>
            <p:cNvPr id="1309" name="object 1309"/>
            <p:cNvSpPr/>
            <p:nvPr/>
          </p:nvSpPr>
          <p:spPr>
            <a:xfrm>
              <a:off x="3978909" y="919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F0E"/>
            </a:solidFill>
          </p:spPr>
          <p:txBody>
            <a:bodyPr wrap="square" lIns="0" tIns="0" rIns="0" bIns="0" rtlCol="0"/>
            <a:lstStyle/>
            <a:p/>
          </p:txBody>
        </p:sp>
        <p:sp>
          <p:nvSpPr>
            <p:cNvPr id="1310" name="object 1310"/>
            <p:cNvSpPr/>
            <p:nvPr/>
          </p:nvSpPr>
          <p:spPr>
            <a:xfrm>
              <a:off x="3978909" y="9271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E10"/>
            </a:solidFill>
          </p:spPr>
          <p:txBody>
            <a:bodyPr wrap="square" lIns="0" tIns="0" rIns="0" bIns="0" rtlCol="0"/>
            <a:lstStyle/>
            <a:p/>
          </p:txBody>
        </p:sp>
        <p:sp>
          <p:nvSpPr>
            <p:cNvPr id="1311" name="object 1311"/>
            <p:cNvSpPr/>
            <p:nvPr/>
          </p:nvSpPr>
          <p:spPr>
            <a:xfrm>
              <a:off x="3978909" y="9334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E12"/>
            </a:solidFill>
          </p:spPr>
          <p:txBody>
            <a:bodyPr wrap="square" lIns="0" tIns="0" rIns="0" bIns="0" rtlCol="0"/>
            <a:lstStyle/>
            <a:p/>
          </p:txBody>
        </p:sp>
        <p:sp>
          <p:nvSpPr>
            <p:cNvPr id="1312" name="object 1312"/>
            <p:cNvSpPr/>
            <p:nvPr/>
          </p:nvSpPr>
          <p:spPr>
            <a:xfrm>
              <a:off x="3978909" y="9410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D14"/>
            </a:solidFill>
          </p:spPr>
          <p:txBody>
            <a:bodyPr wrap="square" lIns="0" tIns="0" rIns="0" bIns="0" rtlCol="0"/>
            <a:lstStyle/>
            <a:p/>
          </p:txBody>
        </p:sp>
        <p:sp>
          <p:nvSpPr>
            <p:cNvPr id="1313" name="object 1313"/>
            <p:cNvSpPr/>
            <p:nvPr/>
          </p:nvSpPr>
          <p:spPr>
            <a:xfrm>
              <a:off x="3978909" y="9486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D16"/>
            </a:solidFill>
          </p:spPr>
          <p:txBody>
            <a:bodyPr wrap="square" lIns="0" tIns="0" rIns="0" bIns="0" rtlCol="0"/>
            <a:lstStyle/>
            <a:p/>
          </p:txBody>
        </p:sp>
        <p:sp>
          <p:nvSpPr>
            <p:cNvPr id="1314" name="object 1314"/>
            <p:cNvSpPr/>
            <p:nvPr/>
          </p:nvSpPr>
          <p:spPr>
            <a:xfrm>
              <a:off x="3978909" y="9550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C17"/>
            </a:solidFill>
          </p:spPr>
          <p:txBody>
            <a:bodyPr wrap="square" lIns="0" tIns="0" rIns="0" bIns="0" rtlCol="0"/>
            <a:lstStyle/>
            <a:p/>
          </p:txBody>
        </p:sp>
        <p:sp>
          <p:nvSpPr>
            <p:cNvPr id="1315" name="object 1315"/>
            <p:cNvSpPr/>
            <p:nvPr/>
          </p:nvSpPr>
          <p:spPr>
            <a:xfrm>
              <a:off x="3978909" y="9626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C19"/>
            </a:solidFill>
          </p:spPr>
          <p:txBody>
            <a:bodyPr wrap="square" lIns="0" tIns="0" rIns="0" bIns="0" rtlCol="0"/>
            <a:lstStyle/>
            <a:p/>
          </p:txBody>
        </p:sp>
        <p:sp>
          <p:nvSpPr>
            <p:cNvPr id="1316" name="object 1316"/>
            <p:cNvSpPr/>
            <p:nvPr/>
          </p:nvSpPr>
          <p:spPr>
            <a:xfrm>
              <a:off x="3978909" y="9702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B1B"/>
            </a:solidFill>
          </p:spPr>
          <p:txBody>
            <a:bodyPr wrap="square" lIns="0" tIns="0" rIns="0" bIns="0" rtlCol="0"/>
            <a:lstStyle/>
            <a:p/>
          </p:txBody>
        </p:sp>
        <p:sp>
          <p:nvSpPr>
            <p:cNvPr id="1317" name="object 1317"/>
            <p:cNvSpPr/>
            <p:nvPr/>
          </p:nvSpPr>
          <p:spPr>
            <a:xfrm>
              <a:off x="3978909" y="9766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B1D"/>
            </a:solidFill>
          </p:spPr>
          <p:txBody>
            <a:bodyPr wrap="square" lIns="0" tIns="0" rIns="0" bIns="0" rtlCol="0"/>
            <a:lstStyle/>
            <a:p/>
          </p:txBody>
        </p:sp>
        <p:sp>
          <p:nvSpPr>
            <p:cNvPr id="1318" name="object 1318"/>
            <p:cNvSpPr/>
            <p:nvPr/>
          </p:nvSpPr>
          <p:spPr>
            <a:xfrm>
              <a:off x="3978909" y="9842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B1E"/>
            </a:solidFill>
          </p:spPr>
          <p:txBody>
            <a:bodyPr wrap="square" lIns="0" tIns="0" rIns="0" bIns="0" rtlCol="0"/>
            <a:lstStyle/>
            <a:p/>
          </p:txBody>
        </p:sp>
        <p:sp>
          <p:nvSpPr>
            <p:cNvPr id="1319" name="object 1319"/>
            <p:cNvSpPr/>
            <p:nvPr/>
          </p:nvSpPr>
          <p:spPr>
            <a:xfrm>
              <a:off x="3978909" y="9918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A20"/>
            </a:solidFill>
          </p:spPr>
          <p:txBody>
            <a:bodyPr wrap="square" lIns="0" tIns="0" rIns="0" bIns="0" rtlCol="0"/>
            <a:lstStyle/>
            <a:p/>
          </p:txBody>
        </p:sp>
        <p:sp>
          <p:nvSpPr>
            <p:cNvPr id="1320" name="object 1320"/>
            <p:cNvSpPr/>
            <p:nvPr/>
          </p:nvSpPr>
          <p:spPr>
            <a:xfrm>
              <a:off x="3978909" y="9982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A22"/>
            </a:solidFill>
          </p:spPr>
          <p:txBody>
            <a:bodyPr wrap="square" lIns="0" tIns="0" rIns="0" bIns="0" rtlCol="0"/>
            <a:lstStyle/>
            <a:p/>
          </p:txBody>
        </p:sp>
        <p:sp>
          <p:nvSpPr>
            <p:cNvPr id="1321" name="object 1321"/>
            <p:cNvSpPr/>
            <p:nvPr/>
          </p:nvSpPr>
          <p:spPr>
            <a:xfrm>
              <a:off x="3978909" y="1005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924"/>
            </a:solidFill>
          </p:spPr>
          <p:txBody>
            <a:bodyPr wrap="square" lIns="0" tIns="0" rIns="0" bIns="0" rtlCol="0"/>
            <a:lstStyle/>
            <a:p/>
          </p:txBody>
        </p:sp>
        <p:sp>
          <p:nvSpPr>
            <p:cNvPr id="1322" name="object 1322"/>
            <p:cNvSpPr/>
            <p:nvPr/>
          </p:nvSpPr>
          <p:spPr>
            <a:xfrm>
              <a:off x="3978909" y="10134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926"/>
            </a:solidFill>
          </p:spPr>
          <p:txBody>
            <a:bodyPr wrap="square" lIns="0" tIns="0" rIns="0" bIns="0" rtlCol="0"/>
            <a:lstStyle/>
            <a:p/>
          </p:txBody>
        </p:sp>
        <p:sp>
          <p:nvSpPr>
            <p:cNvPr id="1323" name="object 1323"/>
            <p:cNvSpPr/>
            <p:nvPr/>
          </p:nvSpPr>
          <p:spPr>
            <a:xfrm>
              <a:off x="3978909" y="10210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827"/>
            </a:solidFill>
          </p:spPr>
          <p:txBody>
            <a:bodyPr wrap="square" lIns="0" tIns="0" rIns="0" bIns="0" rtlCol="0"/>
            <a:lstStyle/>
            <a:p/>
          </p:txBody>
        </p:sp>
        <p:sp>
          <p:nvSpPr>
            <p:cNvPr id="1324" name="object 1324"/>
            <p:cNvSpPr/>
            <p:nvPr/>
          </p:nvSpPr>
          <p:spPr>
            <a:xfrm>
              <a:off x="3978909" y="10274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829"/>
            </a:solidFill>
          </p:spPr>
          <p:txBody>
            <a:bodyPr wrap="square" lIns="0" tIns="0" rIns="0" bIns="0" rtlCol="0"/>
            <a:lstStyle/>
            <a:p/>
          </p:txBody>
        </p:sp>
        <p:sp>
          <p:nvSpPr>
            <p:cNvPr id="1325" name="object 1325"/>
            <p:cNvSpPr/>
            <p:nvPr/>
          </p:nvSpPr>
          <p:spPr>
            <a:xfrm>
              <a:off x="3978909" y="10350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72B"/>
            </a:solidFill>
          </p:spPr>
          <p:txBody>
            <a:bodyPr wrap="square" lIns="0" tIns="0" rIns="0" bIns="0" rtlCol="0"/>
            <a:lstStyle/>
            <a:p/>
          </p:txBody>
        </p:sp>
        <p:sp>
          <p:nvSpPr>
            <p:cNvPr id="1326" name="object 1326"/>
            <p:cNvSpPr/>
            <p:nvPr/>
          </p:nvSpPr>
          <p:spPr>
            <a:xfrm>
              <a:off x="3978909" y="1042670"/>
              <a:ext cx="81280" cy="5080"/>
            </a:xfrm>
            <a:custGeom>
              <a:avLst/>
              <a:gdLst/>
              <a:ahLst/>
              <a:cxnLst/>
              <a:rect l="l" t="t" r="r" b="b"/>
              <a:pathLst>
                <a:path w="81279" h="5080">
                  <a:moveTo>
                    <a:pt x="81279" y="5079"/>
                  </a:moveTo>
                  <a:lnTo>
                    <a:pt x="0" y="5079"/>
                  </a:lnTo>
                  <a:lnTo>
                    <a:pt x="0" y="0"/>
                  </a:lnTo>
                  <a:lnTo>
                    <a:pt x="81279" y="0"/>
                  </a:lnTo>
                  <a:lnTo>
                    <a:pt x="81279" y="5079"/>
                  </a:lnTo>
                  <a:close/>
                </a:path>
              </a:pathLst>
            </a:custGeom>
            <a:solidFill>
              <a:srgbClr val="00272D"/>
            </a:solidFill>
          </p:spPr>
          <p:txBody>
            <a:bodyPr wrap="square" lIns="0" tIns="0" rIns="0" bIns="0" rtlCol="0"/>
            <a:lstStyle/>
            <a:p/>
          </p:txBody>
        </p:sp>
        <p:sp>
          <p:nvSpPr>
            <p:cNvPr id="1327" name="object 1327"/>
            <p:cNvSpPr/>
            <p:nvPr/>
          </p:nvSpPr>
          <p:spPr>
            <a:xfrm>
              <a:off x="3978909" y="1069340"/>
              <a:ext cx="81280" cy="1270"/>
            </a:xfrm>
            <a:custGeom>
              <a:avLst/>
              <a:gdLst/>
              <a:ahLst/>
              <a:cxnLst/>
              <a:rect l="l" t="t" r="r" b="b"/>
              <a:pathLst>
                <a:path w="81279" h="1269">
                  <a:moveTo>
                    <a:pt x="0" y="1269"/>
                  </a:moveTo>
                  <a:lnTo>
                    <a:pt x="0" y="0"/>
                  </a:lnTo>
                  <a:lnTo>
                    <a:pt x="81279" y="0"/>
                  </a:lnTo>
                  <a:lnTo>
                    <a:pt x="81279" y="1269"/>
                  </a:lnTo>
                  <a:lnTo>
                    <a:pt x="0" y="1269"/>
                  </a:lnTo>
                  <a:close/>
                </a:path>
              </a:pathLst>
            </a:custGeom>
            <a:solidFill>
              <a:srgbClr val="002633"/>
            </a:solidFill>
          </p:spPr>
          <p:txBody>
            <a:bodyPr wrap="square" lIns="0" tIns="0" rIns="0" bIns="0" rtlCol="0"/>
            <a:lstStyle/>
            <a:p/>
          </p:txBody>
        </p:sp>
        <p:sp>
          <p:nvSpPr>
            <p:cNvPr id="1328" name="object 1328"/>
            <p:cNvSpPr/>
            <p:nvPr/>
          </p:nvSpPr>
          <p:spPr>
            <a:xfrm>
              <a:off x="3978909" y="10706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534"/>
            </a:solidFill>
          </p:spPr>
          <p:txBody>
            <a:bodyPr wrap="square" lIns="0" tIns="0" rIns="0" bIns="0" rtlCol="0"/>
            <a:lstStyle/>
            <a:p/>
          </p:txBody>
        </p:sp>
        <p:sp>
          <p:nvSpPr>
            <p:cNvPr id="1329" name="object 1329"/>
            <p:cNvSpPr/>
            <p:nvPr/>
          </p:nvSpPr>
          <p:spPr>
            <a:xfrm>
              <a:off x="3978909" y="10782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535"/>
            </a:solidFill>
          </p:spPr>
          <p:txBody>
            <a:bodyPr wrap="square" lIns="0" tIns="0" rIns="0" bIns="0" rtlCol="0"/>
            <a:lstStyle/>
            <a:p/>
          </p:txBody>
        </p:sp>
        <p:sp>
          <p:nvSpPr>
            <p:cNvPr id="1330" name="object 1330"/>
            <p:cNvSpPr/>
            <p:nvPr/>
          </p:nvSpPr>
          <p:spPr>
            <a:xfrm>
              <a:off x="3978909" y="10858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437"/>
            </a:solidFill>
          </p:spPr>
          <p:txBody>
            <a:bodyPr wrap="square" lIns="0" tIns="0" rIns="0" bIns="0" rtlCol="0"/>
            <a:lstStyle/>
            <a:p/>
          </p:txBody>
        </p:sp>
        <p:sp>
          <p:nvSpPr>
            <p:cNvPr id="1331" name="object 1331"/>
            <p:cNvSpPr/>
            <p:nvPr/>
          </p:nvSpPr>
          <p:spPr>
            <a:xfrm>
              <a:off x="3978909" y="10922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439"/>
            </a:solidFill>
          </p:spPr>
          <p:txBody>
            <a:bodyPr wrap="square" lIns="0" tIns="0" rIns="0" bIns="0" rtlCol="0"/>
            <a:lstStyle/>
            <a:p/>
          </p:txBody>
        </p:sp>
        <p:sp>
          <p:nvSpPr>
            <p:cNvPr id="1332" name="object 1332"/>
            <p:cNvSpPr/>
            <p:nvPr/>
          </p:nvSpPr>
          <p:spPr>
            <a:xfrm>
              <a:off x="3978909" y="10998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33B"/>
            </a:solidFill>
          </p:spPr>
          <p:txBody>
            <a:bodyPr wrap="square" lIns="0" tIns="0" rIns="0" bIns="0" rtlCol="0"/>
            <a:lstStyle/>
            <a:p/>
          </p:txBody>
        </p:sp>
        <p:sp>
          <p:nvSpPr>
            <p:cNvPr id="1333" name="object 1333"/>
            <p:cNvSpPr/>
            <p:nvPr/>
          </p:nvSpPr>
          <p:spPr>
            <a:xfrm>
              <a:off x="3978909" y="110744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33D"/>
            </a:solidFill>
          </p:spPr>
          <p:txBody>
            <a:bodyPr wrap="square" lIns="0" tIns="0" rIns="0" bIns="0" rtlCol="0"/>
            <a:lstStyle/>
            <a:p/>
          </p:txBody>
        </p:sp>
        <p:sp>
          <p:nvSpPr>
            <p:cNvPr id="1334" name="object 1334"/>
            <p:cNvSpPr/>
            <p:nvPr/>
          </p:nvSpPr>
          <p:spPr>
            <a:xfrm>
              <a:off x="3978909" y="11137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33E"/>
            </a:solidFill>
          </p:spPr>
          <p:txBody>
            <a:bodyPr wrap="square" lIns="0" tIns="0" rIns="0" bIns="0" rtlCol="0"/>
            <a:lstStyle/>
            <a:p/>
          </p:txBody>
        </p:sp>
        <p:sp>
          <p:nvSpPr>
            <p:cNvPr id="1335" name="object 1335"/>
            <p:cNvSpPr/>
            <p:nvPr/>
          </p:nvSpPr>
          <p:spPr>
            <a:xfrm>
              <a:off x="3978909" y="11214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240"/>
            </a:solidFill>
          </p:spPr>
          <p:txBody>
            <a:bodyPr wrap="square" lIns="0" tIns="0" rIns="0" bIns="0" rtlCol="0"/>
            <a:lstStyle/>
            <a:p/>
          </p:txBody>
        </p:sp>
        <p:sp>
          <p:nvSpPr>
            <p:cNvPr id="1336" name="object 1336"/>
            <p:cNvSpPr/>
            <p:nvPr/>
          </p:nvSpPr>
          <p:spPr>
            <a:xfrm>
              <a:off x="3978909" y="112903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242"/>
            </a:solidFill>
          </p:spPr>
          <p:txBody>
            <a:bodyPr wrap="square" lIns="0" tIns="0" rIns="0" bIns="0" rtlCol="0"/>
            <a:lstStyle/>
            <a:p/>
          </p:txBody>
        </p:sp>
        <p:sp>
          <p:nvSpPr>
            <p:cNvPr id="1337" name="object 1337"/>
            <p:cNvSpPr/>
            <p:nvPr/>
          </p:nvSpPr>
          <p:spPr>
            <a:xfrm>
              <a:off x="3978909" y="11353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144"/>
            </a:solidFill>
          </p:spPr>
          <p:txBody>
            <a:bodyPr wrap="square" lIns="0" tIns="0" rIns="0" bIns="0" rtlCol="0"/>
            <a:lstStyle/>
            <a:p/>
          </p:txBody>
        </p:sp>
        <p:sp>
          <p:nvSpPr>
            <p:cNvPr id="1338" name="object 1338"/>
            <p:cNvSpPr/>
            <p:nvPr/>
          </p:nvSpPr>
          <p:spPr>
            <a:xfrm>
              <a:off x="3978909" y="11430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2145"/>
            </a:solidFill>
          </p:spPr>
          <p:txBody>
            <a:bodyPr wrap="square" lIns="0" tIns="0" rIns="0" bIns="0" rtlCol="0"/>
            <a:lstStyle/>
            <a:p/>
          </p:txBody>
        </p:sp>
        <p:sp>
          <p:nvSpPr>
            <p:cNvPr id="1339" name="object 1339"/>
            <p:cNvSpPr/>
            <p:nvPr/>
          </p:nvSpPr>
          <p:spPr>
            <a:xfrm>
              <a:off x="3978909" y="11506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2047"/>
            </a:solidFill>
          </p:spPr>
          <p:txBody>
            <a:bodyPr wrap="square" lIns="0" tIns="0" rIns="0" bIns="0" rtlCol="0"/>
            <a:lstStyle/>
            <a:p/>
          </p:txBody>
        </p:sp>
        <p:sp>
          <p:nvSpPr>
            <p:cNvPr id="1340" name="object 1340"/>
            <p:cNvSpPr/>
            <p:nvPr/>
          </p:nvSpPr>
          <p:spPr>
            <a:xfrm>
              <a:off x="3978909" y="11569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2049"/>
            </a:solidFill>
          </p:spPr>
          <p:txBody>
            <a:bodyPr wrap="square" lIns="0" tIns="0" rIns="0" bIns="0" rtlCol="0"/>
            <a:lstStyle/>
            <a:p/>
          </p:txBody>
        </p:sp>
        <p:sp>
          <p:nvSpPr>
            <p:cNvPr id="1341" name="object 1341"/>
            <p:cNvSpPr/>
            <p:nvPr/>
          </p:nvSpPr>
          <p:spPr>
            <a:xfrm>
              <a:off x="3978909" y="11645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F4B"/>
            </a:solidFill>
          </p:spPr>
          <p:txBody>
            <a:bodyPr wrap="square" lIns="0" tIns="0" rIns="0" bIns="0" rtlCol="0"/>
            <a:lstStyle/>
            <a:p/>
          </p:txBody>
        </p:sp>
        <p:sp>
          <p:nvSpPr>
            <p:cNvPr id="1342" name="object 1342"/>
            <p:cNvSpPr/>
            <p:nvPr/>
          </p:nvSpPr>
          <p:spPr>
            <a:xfrm>
              <a:off x="3978909" y="11722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F4D"/>
            </a:solidFill>
          </p:spPr>
          <p:txBody>
            <a:bodyPr wrap="square" lIns="0" tIns="0" rIns="0" bIns="0" rtlCol="0"/>
            <a:lstStyle/>
            <a:p/>
          </p:txBody>
        </p:sp>
        <p:sp>
          <p:nvSpPr>
            <p:cNvPr id="1343" name="object 1343"/>
            <p:cNvSpPr/>
            <p:nvPr/>
          </p:nvSpPr>
          <p:spPr>
            <a:xfrm>
              <a:off x="3978909" y="11785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F4E"/>
            </a:solidFill>
          </p:spPr>
          <p:txBody>
            <a:bodyPr wrap="square" lIns="0" tIns="0" rIns="0" bIns="0" rtlCol="0"/>
            <a:lstStyle/>
            <a:p/>
          </p:txBody>
        </p:sp>
        <p:sp>
          <p:nvSpPr>
            <p:cNvPr id="1344" name="object 1344"/>
            <p:cNvSpPr/>
            <p:nvPr/>
          </p:nvSpPr>
          <p:spPr>
            <a:xfrm>
              <a:off x="3978909" y="11861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E50"/>
            </a:solidFill>
          </p:spPr>
          <p:txBody>
            <a:bodyPr wrap="square" lIns="0" tIns="0" rIns="0" bIns="0" rtlCol="0"/>
            <a:lstStyle/>
            <a:p/>
          </p:txBody>
        </p:sp>
        <p:sp>
          <p:nvSpPr>
            <p:cNvPr id="1345" name="object 1345"/>
            <p:cNvSpPr/>
            <p:nvPr/>
          </p:nvSpPr>
          <p:spPr>
            <a:xfrm>
              <a:off x="3978909" y="11938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E52"/>
            </a:solidFill>
          </p:spPr>
          <p:txBody>
            <a:bodyPr wrap="square" lIns="0" tIns="0" rIns="0" bIns="0" rtlCol="0"/>
            <a:lstStyle/>
            <a:p/>
          </p:txBody>
        </p:sp>
        <p:sp>
          <p:nvSpPr>
            <p:cNvPr id="1346" name="object 1346"/>
            <p:cNvSpPr/>
            <p:nvPr/>
          </p:nvSpPr>
          <p:spPr>
            <a:xfrm>
              <a:off x="3978909" y="12014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D54"/>
            </a:solidFill>
          </p:spPr>
          <p:txBody>
            <a:bodyPr wrap="square" lIns="0" tIns="0" rIns="0" bIns="0" rtlCol="0"/>
            <a:lstStyle/>
            <a:p/>
          </p:txBody>
        </p:sp>
        <p:sp>
          <p:nvSpPr>
            <p:cNvPr id="1347" name="object 1347"/>
            <p:cNvSpPr/>
            <p:nvPr/>
          </p:nvSpPr>
          <p:spPr>
            <a:xfrm>
              <a:off x="3978909" y="12077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D55"/>
            </a:solidFill>
          </p:spPr>
          <p:txBody>
            <a:bodyPr wrap="square" lIns="0" tIns="0" rIns="0" bIns="0" rtlCol="0"/>
            <a:lstStyle/>
            <a:p/>
          </p:txBody>
        </p:sp>
        <p:sp>
          <p:nvSpPr>
            <p:cNvPr id="1348" name="object 1348"/>
            <p:cNvSpPr/>
            <p:nvPr/>
          </p:nvSpPr>
          <p:spPr>
            <a:xfrm>
              <a:off x="3978909" y="12153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C57"/>
            </a:solidFill>
          </p:spPr>
          <p:txBody>
            <a:bodyPr wrap="square" lIns="0" tIns="0" rIns="0" bIns="0" rtlCol="0"/>
            <a:lstStyle/>
            <a:p/>
          </p:txBody>
        </p:sp>
        <p:sp>
          <p:nvSpPr>
            <p:cNvPr id="1349" name="object 1349"/>
            <p:cNvSpPr/>
            <p:nvPr/>
          </p:nvSpPr>
          <p:spPr>
            <a:xfrm>
              <a:off x="3978909" y="12230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C59"/>
            </a:solidFill>
          </p:spPr>
          <p:txBody>
            <a:bodyPr wrap="square" lIns="0" tIns="0" rIns="0" bIns="0" rtlCol="0"/>
            <a:lstStyle/>
            <a:p/>
          </p:txBody>
        </p:sp>
        <p:sp>
          <p:nvSpPr>
            <p:cNvPr id="1350" name="object 1350"/>
            <p:cNvSpPr/>
            <p:nvPr/>
          </p:nvSpPr>
          <p:spPr>
            <a:xfrm>
              <a:off x="3978909" y="12293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B5B"/>
            </a:solidFill>
          </p:spPr>
          <p:txBody>
            <a:bodyPr wrap="square" lIns="0" tIns="0" rIns="0" bIns="0" rtlCol="0"/>
            <a:lstStyle/>
            <a:p/>
          </p:txBody>
        </p:sp>
        <p:sp>
          <p:nvSpPr>
            <p:cNvPr id="1351" name="object 1351"/>
            <p:cNvSpPr/>
            <p:nvPr/>
          </p:nvSpPr>
          <p:spPr>
            <a:xfrm>
              <a:off x="3978909" y="12369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B5D"/>
            </a:solidFill>
          </p:spPr>
          <p:txBody>
            <a:bodyPr wrap="square" lIns="0" tIns="0" rIns="0" bIns="0" rtlCol="0"/>
            <a:lstStyle/>
            <a:p/>
          </p:txBody>
        </p:sp>
        <p:sp>
          <p:nvSpPr>
            <p:cNvPr id="1352" name="object 1352"/>
            <p:cNvSpPr/>
            <p:nvPr/>
          </p:nvSpPr>
          <p:spPr>
            <a:xfrm>
              <a:off x="3978909" y="12446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B5E"/>
            </a:solidFill>
          </p:spPr>
          <p:txBody>
            <a:bodyPr wrap="square" lIns="0" tIns="0" rIns="0" bIns="0" rtlCol="0"/>
            <a:lstStyle/>
            <a:p/>
          </p:txBody>
        </p:sp>
        <p:sp>
          <p:nvSpPr>
            <p:cNvPr id="1353" name="object 1353"/>
            <p:cNvSpPr/>
            <p:nvPr/>
          </p:nvSpPr>
          <p:spPr>
            <a:xfrm>
              <a:off x="3978909" y="12509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A60"/>
            </a:solidFill>
          </p:spPr>
          <p:txBody>
            <a:bodyPr wrap="square" lIns="0" tIns="0" rIns="0" bIns="0" rtlCol="0"/>
            <a:lstStyle/>
            <a:p/>
          </p:txBody>
        </p:sp>
        <p:sp>
          <p:nvSpPr>
            <p:cNvPr id="1354" name="object 1354"/>
            <p:cNvSpPr/>
            <p:nvPr/>
          </p:nvSpPr>
          <p:spPr>
            <a:xfrm>
              <a:off x="3978909" y="12585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A62"/>
            </a:solidFill>
          </p:spPr>
          <p:txBody>
            <a:bodyPr wrap="square" lIns="0" tIns="0" rIns="0" bIns="0" rtlCol="0"/>
            <a:lstStyle/>
            <a:p/>
          </p:txBody>
        </p:sp>
        <p:sp>
          <p:nvSpPr>
            <p:cNvPr id="1355" name="object 1355"/>
            <p:cNvSpPr/>
            <p:nvPr/>
          </p:nvSpPr>
          <p:spPr>
            <a:xfrm>
              <a:off x="3978909" y="12661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964"/>
            </a:solidFill>
          </p:spPr>
          <p:txBody>
            <a:bodyPr wrap="square" lIns="0" tIns="0" rIns="0" bIns="0" rtlCol="0"/>
            <a:lstStyle/>
            <a:p/>
          </p:txBody>
        </p:sp>
        <p:sp>
          <p:nvSpPr>
            <p:cNvPr id="1356" name="object 1356"/>
            <p:cNvSpPr/>
            <p:nvPr/>
          </p:nvSpPr>
          <p:spPr>
            <a:xfrm>
              <a:off x="3978909" y="12725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966"/>
            </a:solidFill>
          </p:spPr>
          <p:txBody>
            <a:bodyPr wrap="square" lIns="0" tIns="0" rIns="0" bIns="0" rtlCol="0"/>
            <a:lstStyle/>
            <a:p/>
          </p:txBody>
        </p:sp>
        <p:sp>
          <p:nvSpPr>
            <p:cNvPr id="1357" name="object 1357"/>
            <p:cNvSpPr/>
            <p:nvPr/>
          </p:nvSpPr>
          <p:spPr>
            <a:xfrm>
              <a:off x="3978909" y="12801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867"/>
            </a:solidFill>
          </p:spPr>
          <p:txBody>
            <a:bodyPr wrap="square" lIns="0" tIns="0" rIns="0" bIns="0" rtlCol="0"/>
            <a:lstStyle/>
            <a:p/>
          </p:txBody>
        </p:sp>
        <p:sp>
          <p:nvSpPr>
            <p:cNvPr id="1358" name="object 1358"/>
            <p:cNvSpPr/>
            <p:nvPr/>
          </p:nvSpPr>
          <p:spPr>
            <a:xfrm>
              <a:off x="3978909" y="12877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869"/>
            </a:solidFill>
          </p:spPr>
          <p:txBody>
            <a:bodyPr wrap="square" lIns="0" tIns="0" rIns="0" bIns="0" rtlCol="0"/>
            <a:lstStyle/>
            <a:p/>
          </p:txBody>
        </p:sp>
        <p:sp>
          <p:nvSpPr>
            <p:cNvPr id="1359" name="object 1359"/>
            <p:cNvSpPr/>
            <p:nvPr/>
          </p:nvSpPr>
          <p:spPr>
            <a:xfrm>
              <a:off x="3978909" y="12941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76B"/>
            </a:solidFill>
          </p:spPr>
          <p:txBody>
            <a:bodyPr wrap="square" lIns="0" tIns="0" rIns="0" bIns="0" rtlCol="0"/>
            <a:lstStyle/>
            <a:p/>
          </p:txBody>
        </p:sp>
        <p:sp>
          <p:nvSpPr>
            <p:cNvPr id="1360" name="object 1360"/>
            <p:cNvSpPr/>
            <p:nvPr/>
          </p:nvSpPr>
          <p:spPr>
            <a:xfrm>
              <a:off x="3978909" y="13017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76C"/>
            </a:solidFill>
          </p:spPr>
          <p:txBody>
            <a:bodyPr wrap="square" lIns="0" tIns="0" rIns="0" bIns="0" rtlCol="0"/>
            <a:lstStyle/>
            <a:p/>
          </p:txBody>
        </p:sp>
        <p:sp>
          <p:nvSpPr>
            <p:cNvPr id="1361" name="object 1361"/>
            <p:cNvSpPr/>
            <p:nvPr/>
          </p:nvSpPr>
          <p:spPr>
            <a:xfrm>
              <a:off x="3978909" y="13093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76E"/>
            </a:solidFill>
          </p:spPr>
          <p:txBody>
            <a:bodyPr wrap="square" lIns="0" tIns="0" rIns="0" bIns="0" rtlCol="0"/>
            <a:lstStyle/>
            <a:p/>
          </p:txBody>
        </p:sp>
        <p:sp>
          <p:nvSpPr>
            <p:cNvPr id="1362" name="object 1362"/>
            <p:cNvSpPr/>
            <p:nvPr/>
          </p:nvSpPr>
          <p:spPr>
            <a:xfrm>
              <a:off x="3978909" y="13157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670"/>
            </a:solidFill>
          </p:spPr>
          <p:txBody>
            <a:bodyPr wrap="square" lIns="0" tIns="0" rIns="0" bIns="0" rtlCol="0"/>
            <a:lstStyle/>
            <a:p/>
          </p:txBody>
        </p:sp>
        <p:sp>
          <p:nvSpPr>
            <p:cNvPr id="1363" name="object 1363"/>
            <p:cNvSpPr/>
            <p:nvPr/>
          </p:nvSpPr>
          <p:spPr>
            <a:xfrm>
              <a:off x="3978909" y="13233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672"/>
            </a:solidFill>
          </p:spPr>
          <p:txBody>
            <a:bodyPr wrap="square" lIns="0" tIns="0" rIns="0" bIns="0" rtlCol="0"/>
            <a:lstStyle/>
            <a:p/>
          </p:txBody>
        </p:sp>
        <p:sp>
          <p:nvSpPr>
            <p:cNvPr id="1364" name="object 1364"/>
            <p:cNvSpPr/>
            <p:nvPr/>
          </p:nvSpPr>
          <p:spPr>
            <a:xfrm>
              <a:off x="3978909" y="13309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574"/>
            </a:solidFill>
          </p:spPr>
          <p:txBody>
            <a:bodyPr wrap="square" lIns="0" tIns="0" rIns="0" bIns="0" rtlCol="0"/>
            <a:lstStyle/>
            <a:p/>
          </p:txBody>
        </p:sp>
        <p:sp>
          <p:nvSpPr>
            <p:cNvPr id="1365" name="object 1365"/>
            <p:cNvSpPr/>
            <p:nvPr/>
          </p:nvSpPr>
          <p:spPr>
            <a:xfrm>
              <a:off x="3978909" y="13373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575"/>
            </a:solidFill>
          </p:spPr>
          <p:txBody>
            <a:bodyPr wrap="square" lIns="0" tIns="0" rIns="0" bIns="0" rtlCol="0"/>
            <a:lstStyle/>
            <a:p/>
          </p:txBody>
        </p:sp>
        <p:sp>
          <p:nvSpPr>
            <p:cNvPr id="1366" name="object 1366"/>
            <p:cNvSpPr/>
            <p:nvPr/>
          </p:nvSpPr>
          <p:spPr>
            <a:xfrm>
              <a:off x="3978909" y="13449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477"/>
            </a:solidFill>
          </p:spPr>
          <p:txBody>
            <a:bodyPr wrap="square" lIns="0" tIns="0" rIns="0" bIns="0" rtlCol="0"/>
            <a:lstStyle/>
            <a:p/>
          </p:txBody>
        </p:sp>
        <p:sp>
          <p:nvSpPr>
            <p:cNvPr id="1367" name="object 1367"/>
            <p:cNvSpPr/>
            <p:nvPr/>
          </p:nvSpPr>
          <p:spPr>
            <a:xfrm>
              <a:off x="3978909" y="13525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479"/>
            </a:solidFill>
          </p:spPr>
          <p:txBody>
            <a:bodyPr wrap="square" lIns="0" tIns="0" rIns="0" bIns="0" rtlCol="0"/>
            <a:lstStyle/>
            <a:p/>
          </p:txBody>
        </p:sp>
        <p:sp>
          <p:nvSpPr>
            <p:cNvPr id="1368" name="object 1368"/>
            <p:cNvSpPr/>
            <p:nvPr/>
          </p:nvSpPr>
          <p:spPr>
            <a:xfrm>
              <a:off x="3978909" y="13601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37B"/>
            </a:solidFill>
          </p:spPr>
          <p:txBody>
            <a:bodyPr wrap="square" lIns="0" tIns="0" rIns="0" bIns="0" rtlCol="0"/>
            <a:lstStyle/>
            <a:p/>
          </p:txBody>
        </p:sp>
        <p:sp>
          <p:nvSpPr>
            <p:cNvPr id="1369" name="object 1369"/>
            <p:cNvSpPr/>
            <p:nvPr/>
          </p:nvSpPr>
          <p:spPr>
            <a:xfrm>
              <a:off x="3978909" y="13665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37C"/>
            </a:solidFill>
          </p:spPr>
          <p:txBody>
            <a:bodyPr wrap="square" lIns="0" tIns="0" rIns="0" bIns="0" rtlCol="0"/>
            <a:lstStyle/>
            <a:p/>
          </p:txBody>
        </p:sp>
        <p:sp>
          <p:nvSpPr>
            <p:cNvPr id="1370" name="object 1370"/>
            <p:cNvSpPr/>
            <p:nvPr/>
          </p:nvSpPr>
          <p:spPr>
            <a:xfrm>
              <a:off x="3978909" y="13741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37E"/>
            </a:solidFill>
          </p:spPr>
          <p:txBody>
            <a:bodyPr wrap="square" lIns="0" tIns="0" rIns="0" bIns="0" rtlCol="0"/>
            <a:lstStyle/>
            <a:p/>
          </p:txBody>
        </p:sp>
        <p:sp>
          <p:nvSpPr>
            <p:cNvPr id="1371" name="object 1371"/>
            <p:cNvSpPr/>
            <p:nvPr/>
          </p:nvSpPr>
          <p:spPr>
            <a:xfrm>
              <a:off x="3978909" y="13817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280"/>
            </a:solidFill>
          </p:spPr>
          <p:txBody>
            <a:bodyPr wrap="square" lIns="0" tIns="0" rIns="0" bIns="0" rtlCol="0"/>
            <a:lstStyle/>
            <a:p/>
          </p:txBody>
        </p:sp>
        <p:sp>
          <p:nvSpPr>
            <p:cNvPr id="1372" name="object 1372"/>
            <p:cNvSpPr/>
            <p:nvPr/>
          </p:nvSpPr>
          <p:spPr>
            <a:xfrm>
              <a:off x="3978909" y="13881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282"/>
            </a:solidFill>
          </p:spPr>
          <p:txBody>
            <a:bodyPr wrap="square" lIns="0" tIns="0" rIns="0" bIns="0" rtlCol="0"/>
            <a:lstStyle/>
            <a:p/>
          </p:txBody>
        </p:sp>
        <p:sp>
          <p:nvSpPr>
            <p:cNvPr id="1373" name="object 1373"/>
            <p:cNvSpPr/>
            <p:nvPr/>
          </p:nvSpPr>
          <p:spPr>
            <a:xfrm>
              <a:off x="3978909" y="13957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184"/>
            </a:solidFill>
          </p:spPr>
          <p:txBody>
            <a:bodyPr wrap="square" lIns="0" tIns="0" rIns="0" bIns="0" rtlCol="0"/>
            <a:lstStyle/>
            <a:p/>
          </p:txBody>
        </p:sp>
        <p:sp>
          <p:nvSpPr>
            <p:cNvPr id="1374" name="object 1374"/>
            <p:cNvSpPr/>
            <p:nvPr/>
          </p:nvSpPr>
          <p:spPr>
            <a:xfrm>
              <a:off x="3978909" y="14033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1185"/>
            </a:solidFill>
          </p:spPr>
          <p:txBody>
            <a:bodyPr wrap="square" lIns="0" tIns="0" rIns="0" bIns="0" rtlCol="0"/>
            <a:lstStyle/>
            <a:p/>
          </p:txBody>
        </p:sp>
        <p:sp>
          <p:nvSpPr>
            <p:cNvPr id="1375" name="object 1375"/>
            <p:cNvSpPr/>
            <p:nvPr/>
          </p:nvSpPr>
          <p:spPr>
            <a:xfrm>
              <a:off x="3978909" y="14097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1087"/>
            </a:solidFill>
          </p:spPr>
          <p:txBody>
            <a:bodyPr wrap="square" lIns="0" tIns="0" rIns="0" bIns="0" rtlCol="0"/>
            <a:lstStyle/>
            <a:p/>
          </p:txBody>
        </p:sp>
        <p:sp>
          <p:nvSpPr>
            <p:cNvPr id="1376" name="object 1376"/>
            <p:cNvSpPr/>
            <p:nvPr/>
          </p:nvSpPr>
          <p:spPr>
            <a:xfrm>
              <a:off x="3978909" y="14173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1089"/>
            </a:solidFill>
          </p:spPr>
          <p:txBody>
            <a:bodyPr wrap="square" lIns="0" tIns="0" rIns="0" bIns="0" rtlCol="0"/>
            <a:lstStyle/>
            <a:p/>
          </p:txBody>
        </p:sp>
        <p:sp>
          <p:nvSpPr>
            <p:cNvPr id="1377" name="object 1377"/>
            <p:cNvSpPr/>
            <p:nvPr/>
          </p:nvSpPr>
          <p:spPr>
            <a:xfrm>
              <a:off x="3978909" y="142494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F8B"/>
            </a:solidFill>
          </p:spPr>
          <p:txBody>
            <a:bodyPr wrap="square" lIns="0" tIns="0" rIns="0" bIns="0" rtlCol="0"/>
            <a:lstStyle/>
            <a:p/>
          </p:txBody>
        </p:sp>
        <p:sp>
          <p:nvSpPr>
            <p:cNvPr id="1378" name="object 1378"/>
            <p:cNvSpPr/>
            <p:nvPr/>
          </p:nvSpPr>
          <p:spPr>
            <a:xfrm>
              <a:off x="3978909" y="14312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F8C"/>
            </a:solidFill>
          </p:spPr>
          <p:txBody>
            <a:bodyPr wrap="square" lIns="0" tIns="0" rIns="0" bIns="0" rtlCol="0"/>
            <a:lstStyle/>
            <a:p/>
          </p:txBody>
        </p:sp>
        <p:sp>
          <p:nvSpPr>
            <p:cNvPr id="1379" name="object 1379"/>
            <p:cNvSpPr/>
            <p:nvPr/>
          </p:nvSpPr>
          <p:spPr>
            <a:xfrm>
              <a:off x="3978909" y="14389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F8E"/>
            </a:solidFill>
          </p:spPr>
          <p:txBody>
            <a:bodyPr wrap="square" lIns="0" tIns="0" rIns="0" bIns="0" rtlCol="0"/>
            <a:lstStyle/>
            <a:p/>
          </p:txBody>
        </p:sp>
        <p:sp>
          <p:nvSpPr>
            <p:cNvPr id="1380" name="object 1380"/>
            <p:cNvSpPr/>
            <p:nvPr/>
          </p:nvSpPr>
          <p:spPr>
            <a:xfrm>
              <a:off x="3978909" y="144653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E90"/>
            </a:solidFill>
          </p:spPr>
          <p:txBody>
            <a:bodyPr wrap="square" lIns="0" tIns="0" rIns="0" bIns="0" rtlCol="0"/>
            <a:lstStyle/>
            <a:p/>
          </p:txBody>
        </p:sp>
        <p:sp>
          <p:nvSpPr>
            <p:cNvPr id="1381" name="object 1381"/>
            <p:cNvSpPr/>
            <p:nvPr/>
          </p:nvSpPr>
          <p:spPr>
            <a:xfrm>
              <a:off x="3978909" y="14528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E92"/>
            </a:solidFill>
          </p:spPr>
          <p:txBody>
            <a:bodyPr wrap="square" lIns="0" tIns="0" rIns="0" bIns="0" rtlCol="0"/>
            <a:lstStyle/>
            <a:p/>
          </p:txBody>
        </p:sp>
        <p:sp>
          <p:nvSpPr>
            <p:cNvPr id="1382" name="object 1382"/>
            <p:cNvSpPr/>
            <p:nvPr/>
          </p:nvSpPr>
          <p:spPr>
            <a:xfrm>
              <a:off x="3978909" y="14605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D94"/>
            </a:solidFill>
          </p:spPr>
          <p:txBody>
            <a:bodyPr wrap="square" lIns="0" tIns="0" rIns="0" bIns="0" rtlCol="0"/>
            <a:lstStyle/>
            <a:p/>
          </p:txBody>
        </p:sp>
        <p:sp>
          <p:nvSpPr>
            <p:cNvPr id="1383" name="object 1383"/>
            <p:cNvSpPr/>
            <p:nvPr/>
          </p:nvSpPr>
          <p:spPr>
            <a:xfrm>
              <a:off x="3978909" y="14681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D95"/>
            </a:solidFill>
          </p:spPr>
          <p:txBody>
            <a:bodyPr wrap="square" lIns="0" tIns="0" rIns="0" bIns="0" rtlCol="0"/>
            <a:lstStyle/>
            <a:p/>
          </p:txBody>
        </p:sp>
        <p:sp>
          <p:nvSpPr>
            <p:cNvPr id="1384" name="object 1384"/>
            <p:cNvSpPr/>
            <p:nvPr/>
          </p:nvSpPr>
          <p:spPr>
            <a:xfrm>
              <a:off x="3978909" y="14744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C97"/>
            </a:solidFill>
          </p:spPr>
          <p:txBody>
            <a:bodyPr wrap="square" lIns="0" tIns="0" rIns="0" bIns="0" rtlCol="0"/>
            <a:lstStyle/>
            <a:p/>
          </p:txBody>
        </p:sp>
        <p:sp>
          <p:nvSpPr>
            <p:cNvPr id="1385" name="object 1385"/>
            <p:cNvSpPr/>
            <p:nvPr/>
          </p:nvSpPr>
          <p:spPr>
            <a:xfrm>
              <a:off x="3978909" y="14820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C99"/>
            </a:solidFill>
          </p:spPr>
          <p:txBody>
            <a:bodyPr wrap="square" lIns="0" tIns="0" rIns="0" bIns="0" rtlCol="0"/>
            <a:lstStyle/>
            <a:p/>
          </p:txBody>
        </p:sp>
        <p:sp>
          <p:nvSpPr>
            <p:cNvPr id="1386" name="object 1386"/>
            <p:cNvSpPr/>
            <p:nvPr/>
          </p:nvSpPr>
          <p:spPr>
            <a:xfrm>
              <a:off x="3978909" y="14897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B9B"/>
            </a:solidFill>
          </p:spPr>
          <p:txBody>
            <a:bodyPr wrap="square" lIns="0" tIns="0" rIns="0" bIns="0" rtlCol="0"/>
            <a:lstStyle/>
            <a:p/>
          </p:txBody>
        </p:sp>
        <p:sp>
          <p:nvSpPr>
            <p:cNvPr id="1387" name="object 1387"/>
            <p:cNvSpPr/>
            <p:nvPr/>
          </p:nvSpPr>
          <p:spPr>
            <a:xfrm>
              <a:off x="3978909" y="14960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B9C"/>
            </a:solidFill>
          </p:spPr>
          <p:txBody>
            <a:bodyPr wrap="square" lIns="0" tIns="0" rIns="0" bIns="0" rtlCol="0"/>
            <a:lstStyle/>
            <a:p/>
          </p:txBody>
        </p:sp>
        <p:sp>
          <p:nvSpPr>
            <p:cNvPr id="1388" name="object 1388"/>
            <p:cNvSpPr/>
            <p:nvPr/>
          </p:nvSpPr>
          <p:spPr>
            <a:xfrm>
              <a:off x="3978909" y="15036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B9E"/>
            </a:solidFill>
          </p:spPr>
          <p:txBody>
            <a:bodyPr wrap="square" lIns="0" tIns="0" rIns="0" bIns="0" rtlCol="0"/>
            <a:lstStyle/>
            <a:p/>
          </p:txBody>
        </p:sp>
        <p:sp>
          <p:nvSpPr>
            <p:cNvPr id="1389" name="object 1389"/>
            <p:cNvSpPr/>
            <p:nvPr/>
          </p:nvSpPr>
          <p:spPr>
            <a:xfrm>
              <a:off x="3978909" y="15113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AA0"/>
            </a:solidFill>
          </p:spPr>
          <p:txBody>
            <a:bodyPr wrap="square" lIns="0" tIns="0" rIns="0" bIns="0" rtlCol="0"/>
            <a:lstStyle/>
            <a:p/>
          </p:txBody>
        </p:sp>
        <p:sp>
          <p:nvSpPr>
            <p:cNvPr id="1390" name="object 1390"/>
            <p:cNvSpPr/>
            <p:nvPr/>
          </p:nvSpPr>
          <p:spPr>
            <a:xfrm>
              <a:off x="3978909" y="15189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AA2"/>
            </a:solidFill>
          </p:spPr>
          <p:txBody>
            <a:bodyPr wrap="square" lIns="0" tIns="0" rIns="0" bIns="0" rtlCol="0"/>
            <a:lstStyle/>
            <a:p/>
          </p:txBody>
        </p:sp>
        <p:sp>
          <p:nvSpPr>
            <p:cNvPr id="1391" name="object 1391"/>
            <p:cNvSpPr/>
            <p:nvPr/>
          </p:nvSpPr>
          <p:spPr>
            <a:xfrm>
              <a:off x="3978909" y="15252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9A3"/>
            </a:solidFill>
          </p:spPr>
          <p:txBody>
            <a:bodyPr wrap="square" lIns="0" tIns="0" rIns="0" bIns="0" rtlCol="0"/>
            <a:lstStyle/>
            <a:p/>
          </p:txBody>
        </p:sp>
        <p:sp>
          <p:nvSpPr>
            <p:cNvPr id="1392" name="object 1392"/>
            <p:cNvSpPr/>
            <p:nvPr/>
          </p:nvSpPr>
          <p:spPr>
            <a:xfrm>
              <a:off x="3978909" y="15328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9A5"/>
            </a:solidFill>
          </p:spPr>
          <p:txBody>
            <a:bodyPr wrap="square" lIns="0" tIns="0" rIns="0" bIns="0" rtlCol="0"/>
            <a:lstStyle/>
            <a:p/>
          </p:txBody>
        </p:sp>
        <p:sp>
          <p:nvSpPr>
            <p:cNvPr id="1393" name="object 1393"/>
            <p:cNvSpPr/>
            <p:nvPr/>
          </p:nvSpPr>
          <p:spPr>
            <a:xfrm>
              <a:off x="3978909" y="15405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8A7"/>
            </a:solidFill>
          </p:spPr>
          <p:txBody>
            <a:bodyPr wrap="square" lIns="0" tIns="0" rIns="0" bIns="0" rtlCol="0"/>
            <a:lstStyle/>
            <a:p/>
          </p:txBody>
        </p:sp>
        <p:sp>
          <p:nvSpPr>
            <p:cNvPr id="1394" name="object 1394"/>
            <p:cNvSpPr/>
            <p:nvPr/>
          </p:nvSpPr>
          <p:spPr>
            <a:xfrm>
              <a:off x="3978909" y="15468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8A9"/>
            </a:solidFill>
          </p:spPr>
          <p:txBody>
            <a:bodyPr wrap="square" lIns="0" tIns="0" rIns="0" bIns="0" rtlCol="0"/>
            <a:lstStyle/>
            <a:p/>
          </p:txBody>
        </p:sp>
        <p:sp>
          <p:nvSpPr>
            <p:cNvPr id="1395" name="object 1395"/>
            <p:cNvSpPr/>
            <p:nvPr/>
          </p:nvSpPr>
          <p:spPr>
            <a:xfrm>
              <a:off x="3978909" y="1554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7AB"/>
            </a:solidFill>
          </p:spPr>
          <p:txBody>
            <a:bodyPr wrap="square" lIns="0" tIns="0" rIns="0" bIns="0" rtlCol="0"/>
            <a:lstStyle/>
            <a:p/>
          </p:txBody>
        </p:sp>
        <p:sp>
          <p:nvSpPr>
            <p:cNvPr id="1396" name="object 1396"/>
            <p:cNvSpPr/>
            <p:nvPr/>
          </p:nvSpPr>
          <p:spPr>
            <a:xfrm>
              <a:off x="3978909" y="15621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7AC"/>
            </a:solidFill>
          </p:spPr>
          <p:txBody>
            <a:bodyPr wrap="square" lIns="0" tIns="0" rIns="0" bIns="0" rtlCol="0"/>
            <a:lstStyle/>
            <a:p/>
          </p:txBody>
        </p:sp>
        <p:sp>
          <p:nvSpPr>
            <p:cNvPr id="1397" name="object 1397"/>
            <p:cNvSpPr/>
            <p:nvPr/>
          </p:nvSpPr>
          <p:spPr>
            <a:xfrm>
              <a:off x="3978909" y="15684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7AE"/>
            </a:solidFill>
          </p:spPr>
          <p:txBody>
            <a:bodyPr wrap="square" lIns="0" tIns="0" rIns="0" bIns="0" rtlCol="0"/>
            <a:lstStyle/>
            <a:p/>
          </p:txBody>
        </p:sp>
        <p:sp>
          <p:nvSpPr>
            <p:cNvPr id="1398" name="object 1398"/>
            <p:cNvSpPr/>
            <p:nvPr/>
          </p:nvSpPr>
          <p:spPr>
            <a:xfrm>
              <a:off x="3978909" y="15760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6B0"/>
            </a:solidFill>
          </p:spPr>
          <p:txBody>
            <a:bodyPr wrap="square" lIns="0" tIns="0" rIns="0" bIns="0" rtlCol="0"/>
            <a:lstStyle/>
            <a:p/>
          </p:txBody>
        </p:sp>
        <p:sp>
          <p:nvSpPr>
            <p:cNvPr id="1399" name="object 1399"/>
            <p:cNvSpPr/>
            <p:nvPr/>
          </p:nvSpPr>
          <p:spPr>
            <a:xfrm>
              <a:off x="3978909" y="15836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6B2"/>
            </a:solidFill>
          </p:spPr>
          <p:txBody>
            <a:bodyPr wrap="square" lIns="0" tIns="0" rIns="0" bIns="0" rtlCol="0"/>
            <a:lstStyle/>
            <a:p/>
          </p:txBody>
        </p:sp>
        <p:sp>
          <p:nvSpPr>
            <p:cNvPr id="1400" name="object 1400"/>
            <p:cNvSpPr/>
            <p:nvPr/>
          </p:nvSpPr>
          <p:spPr>
            <a:xfrm>
              <a:off x="3978909" y="15900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5B3"/>
            </a:solidFill>
          </p:spPr>
          <p:txBody>
            <a:bodyPr wrap="square" lIns="0" tIns="0" rIns="0" bIns="0" rtlCol="0"/>
            <a:lstStyle/>
            <a:p/>
          </p:txBody>
        </p:sp>
        <p:sp>
          <p:nvSpPr>
            <p:cNvPr id="1401" name="object 1401"/>
            <p:cNvSpPr/>
            <p:nvPr/>
          </p:nvSpPr>
          <p:spPr>
            <a:xfrm>
              <a:off x="3978909" y="15976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5B5"/>
            </a:solidFill>
          </p:spPr>
          <p:txBody>
            <a:bodyPr wrap="square" lIns="0" tIns="0" rIns="0" bIns="0" rtlCol="0"/>
            <a:lstStyle/>
            <a:p/>
          </p:txBody>
        </p:sp>
        <p:sp>
          <p:nvSpPr>
            <p:cNvPr id="1402" name="object 1402"/>
            <p:cNvSpPr/>
            <p:nvPr/>
          </p:nvSpPr>
          <p:spPr>
            <a:xfrm>
              <a:off x="3978909" y="16052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4B7"/>
            </a:solidFill>
          </p:spPr>
          <p:txBody>
            <a:bodyPr wrap="square" lIns="0" tIns="0" rIns="0" bIns="0" rtlCol="0"/>
            <a:lstStyle/>
            <a:p/>
          </p:txBody>
        </p:sp>
        <p:sp>
          <p:nvSpPr>
            <p:cNvPr id="1403" name="object 1403"/>
            <p:cNvSpPr/>
            <p:nvPr/>
          </p:nvSpPr>
          <p:spPr>
            <a:xfrm>
              <a:off x="3978909" y="16116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4B9"/>
            </a:solidFill>
          </p:spPr>
          <p:txBody>
            <a:bodyPr wrap="square" lIns="0" tIns="0" rIns="0" bIns="0" rtlCol="0"/>
            <a:lstStyle/>
            <a:p/>
          </p:txBody>
        </p:sp>
        <p:sp>
          <p:nvSpPr>
            <p:cNvPr id="1404" name="object 1404"/>
            <p:cNvSpPr/>
            <p:nvPr/>
          </p:nvSpPr>
          <p:spPr>
            <a:xfrm>
              <a:off x="3978909" y="16192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3BB"/>
            </a:solidFill>
          </p:spPr>
          <p:txBody>
            <a:bodyPr wrap="square" lIns="0" tIns="0" rIns="0" bIns="0" rtlCol="0"/>
            <a:lstStyle/>
            <a:p/>
          </p:txBody>
        </p:sp>
        <p:sp>
          <p:nvSpPr>
            <p:cNvPr id="1405" name="object 1405"/>
            <p:cNvSpPr/>
            <p:nvPr/>
          </p:nvSpPr>
          <p:spPr>
            <a:xfrm>
              <a:off x="3978909" y="16268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3BC"/>
            </a:solidFill>
          </p:spPr>
          <p:txBody>
            <a:bodyPr wrap="square" lIns="0" tIns="0" rIns="0" bIns="0" rtlCol="0"/>
            <a:lstStyle/>
            <a:p/>
          </p:txBody>
        </p:sp>
        <p:sp>
          <p:nvSpPr>
            <p:cNvPr id="1406" name="object 1406"/>
            <p:cNvSpPr/>
            <p:nvPr/>
          </p:nvSpPr>
          <p:spPr>
            <a:xfrm>
              <a:off x="3978909" y="16332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3BE"/>
            </a:solidFill>
          </p:spPr>
          <p:txBody>
            <a:bodyPr wrap="square" lIns="0" tIns="0" rIns="0" bIns="0" rtlCol="0"/>
            <a:lstStyle/>
            <a:p/>
          </p:txBody>
        </p:sp>
        <p:sp>
          <p:nvSpPr>
            <p:cNvPr id="1407" name="object 1407"/>
            <p:cNvSpPr/>
            <p:nvPr/>
          </p:nvSpPr>
          <p:spPr>
            <a:xfrm>
              <a:off x="3978909" y="1640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2C0"/>
            </a:solidFill>
          </p:spPr>
          <p:txBody>
            <a:bodyPr wrap="square" lIns="0" tIns="0" rIns="0" bIns="0" rtlCol="0"/>
            <a:lstStyle/>
            <a:p/>
          </p:txBody>
        </p:sp>
        <p:sp>
          <p:nvSpPr>
            <p:cNvPr id="1408" name="object 1408"/>
            <p:cNvSpPr/>
            <p:nvPr/>
          </p:nvSpPr>
          <p:spPr>
            <a:xfrm>
              <a:off x="3978909" y="16484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2C2"/>
            </a:solidFill>
          </p:spPr>
          <p:txBody>
            <a:bodyPr wrap="square" lIns="0" tIns="0" rIns="0" bIns="0" rtlCol="0"/>
            <a:lstStyle/>
            <a:p/>
          </p:txBody>
        </p:sp>
        <p:sp>
          <p:nvSpPr>
            <p:cNvPr id="1409" name="object 1409"/>
            <p:cNvSpPr/>
            <p:nvPr/>
          </p:nvSpPr>
          <p:spPr>
            <a:xfrm>
              <a:off x="3978909" y="16548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001C3"/>
            </a:solidFill>
          </p:spPr>
          <p:txBody>
            <a:bodyPr wrap="square" lIns="0" tIns="0" rIns="0" bIns="0" rtlCol="0"/>
            <a:lstStyle/>
            <a:p/>
          </p:txBody>
        </p:sp>
        <p:sp>
          <p:nvSpPr>
            <p:cNvPr id="1410" name="object 1410"/>
            <p:cNvSpPr/>
            <p:nvPr/>
          </p:nvSpPr>
          <p:spPr>
            <a:xfrm>
              <a:off x="3978909" y="16624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001C5"/>
            </a:solidFill>
          </p:spPr>
          <p:txBody>
            <a:bodyPr wrap="square" lIns="0" tIns="0" rIns="0" bIns="0" rtlCol="0"/>
            <a:lstStyle/>
            <a:p/>
          </p:txBody>
        </p:sp>
        <p:sp>
          <p:nvSpPr>
            <p:cNvPr id="1411" name="object 1411"/>
            <p:cNvSpPr/>
            <p:nvPr/>
          </p:nvSpPr>
          <p:spPr>
            <a:xfrm>
              <a:off x="3978909" y="16700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000C7"/>
            </a:solidFill>
          </p:spPr>
          <p:txBody>
            <a:bodyPr wrap="square" lIns="0" tIns="0" rIns="0" bIns="0" rtlCol="0"/>
            <a:lstStyle/>
            <a:p/>
          </p:txBody>
        </p:sp>
      </p:grpSp>
      <p:grpSp>
        <p:nvGrpSpPr>
          <p:cNvPr id="1412" name="object 1412"/>
          <p:cNvGrpSpPr/>
          <p:nvPr/>
        </p:nvGrpSpPr>
        <p:grpSpPr>
          <a:xfrm>
            <a:off x="4144009" y="1056639"/>
            <a:ext cx="196850" cy="621030"/>
            <a:chOff x="4144009" y="1056639"/>
            <a:chExt cx="196850" cy="621030"/>
          </a:xfrm>
        </p:grpSpPr>
        <p:sp>
          <p:nvSpPr>
            <p:cNvPr id="1413" name="object 1413"/>
            <p:cNvSpPr/>
            <p:nvPr/>
          </p:nvSpPr>
          <p:spPr>
            <a:xfrm>
              <a:off x="4254499" y="1056639"/>
              <a:ext cx="36830" cy="6350"/>
            </a:xfrm>
            <a:custGeom>
              <a:avLst/>
              <a:gdLst/>
              <a:ahLst/>
              <a:cxnLst/>
              <a:rect l="l" t="t" r="r" b="b"/>
              <a:pathLst>
                <a:path w="36829" h="6350">
                  <a:moveTo>
                    <a:pt x="36829" y="5080"/>
                  </a:moveTo>
                  <a:lnTo>
                    <a:pt x="0" y="5080"/>
                  </a:lnTo>
                  <a:lnTo>
                    <a:pt x="0" y="6350"/>
                  </a:lnTo>
                  <a:lnTo>
                    <a:pt x="36829" y="6350"/>
                  </a:lnTo>
                  <a:lnTo>
                    <a:pt x="36829" y="5080"/>
                  </a:lnTo>
                  <a:close/>
                </a:path>
                <a:path w="36829" h="6350">
                  <a:moveTo>
                    <a:pt x="35560" y="3810"/>
                  </a:moveTo>
                  <a:lnTo>
                    <a:pt x="3810" y="3810"/>
                  </a:lnTo>
                  <a:lnTo>
                    <a:pt x="3810" y="5080"/>
                  </a:lnTo>
                  <a:lnTo>
                    <a:pt x="35560" y="5080"/>
                  </a:lnTo>
                  <a:lnTo>
                    <a:pt x="35560" y="3810"/>
                  </a:lnTo>
                  <a:close/>
                </a:path>
                <a:path w="36829" h="6350">
                  <a:moveTo>
                    <a:pt x="33019" y="2539"/>
                  </a:moveTo>
                  <a:lnTo>
                    <a:pt x="5079" y="2539"/>
                  </a:lnTo>
                  <a:lnTo>
                    <a:pt x="5079" y="3810"/>
                  </a:lnTo>
                  <a:lnTo>
                    <a:pt x="33019" y="3810"/>
                  </a:lnTo>
                  <a:lnTo>
                    <a:pt x="33019" y="2539"/>
                  </a:lnTo>
                  <a:close/>
                </a:path>
                <a:path w="36829" h="6350">
                  <a:moveTo>
                    <a:pt x="29210" y="1270"/>
                  </a:moveTo>
                  <a:lnTo>
                    <a:pt x="8889" y="1270"/>
                  </a:lnTo>
                  <a:lnTo>
                    <a:pt x="8889" y="2539"/>
                  </a:lnTo>
                  <a:lnTo>
                    <a:pt x="29210" y="2539"/>
                  </a:lnTo>
                  <a:lnTo>
                    <a:pt x="29210" y="1270"/>
                  </a:lnTo>
                  <a:close/>
                </a:path>
                <a:path w="36829" h="6350">
                  <a:moveTo>
                    <a:pt x="21590" y="0"/>
                  </a:moveTo>
                  <a:lnTo>
                    <a:pt x="13970" y="0"/>
                  </a:lnTo>
                  <a:lnTo>
                    <a:pt x="13970" y="1270"/>
                  </a:lnTo>
                  <a:lnTo>
                    <a:pt x="21590" y="1270"/>
                  </a:lnTo>
                  <a:lnTo>
                    <a:pt x="21590" y="0"/>
                  </a:lnTo>
                  <a:close/>
                </a:path>
              </a:pathLst>
            </a:custGeom>
            <a:solidFill>
              <a:srgbClr val="003300"/>
            </a:solidFill>
          </p:spPr>
          <p:txBody>
            <a:bodyPr wrap="square" lIns="0" tIns="0" rIns="0" bIns="0" rtlCol="0"/>
            <a:lstStyle/>
            <a:p/>
          </p:txBody>
        </p:sp>
        <p:sp>
          <p:nvSpPr>
            <p:cNvPr id="1414" name="object 1414"/>
            <p:cNvSpPr/>
            <p:nvPr/>
          </p:nvSpPr>
          <p:spPr>
            <a:xfrm>
              <a:off x="4144009" y="1062989"/>
              <a:ext cx="157480" cy="7620"/>
            </a:xfrm>
            <a:custGeom>
              <a:avLst/>
              <a:gdLst/>
              <a:ahLst/>
              <a:cxnLst/>
              <a:rect l="l" t="t" r="r" b="b"/>
              <a:pathLst>
                <a:path w="157479" h="7619">
                  <a:moveTo>
                    <a:pt x="156209" y="5080"/>
                  </a:moveTo>
                  <a:lnTo>
                    <a:pt x="102869" y="5080"/>
                  </a:lnTo>
                  <a:lnTo>
                    <a:pt x="102869" y="7620"/>
                  </a:lnTo>
                  <a:lnTo>
                    <a:pt x="157479" y="7620"/>
                  </a:lnTo>
                  <a:lnTo>
                    <a:pt x="157479" y="6350"/>
                  </a:lnTo>
                  <a:lnTo>
                    <a:pt x="156209" y="6350"/>
                  </a:lnTo>
                  <a:lnTo>
                    <a:pt x="156209" y="5080"/>
                  </a:lnTo>
                  <a:close/>
                </a:path>
                <a:path w="157479" h="7619">
                  <a:moveTo>
                    <a:pt x="154939" y="3810"/>
                  </a:moveTo>
                  <a:lnTo>
                    <a:pt x="104139" y="3810"/>
                  </a:lnTo>
                  <a:lnTo>
                    <a:pt x="104139" y="5080"/>
                  </a:lnTo>
                  <a:lnTo>
                    <a:pt x="154939" y="5080"/>
                  </a:lnTo>
                  <a:lnTo>
                    <a:pt x="154939" y="3810"/>
                  </a:lnTo>
                  <a:close/>
                </a:path>
                <a:path w="157479" h="7619">
                  <a:moveTo>
                    <a:pt x="153670" y="2539"/>
                  </a:moveTo>
                  <a:lnTo>
                    <a:pt x="105410" y="2539"/>
                  </a:lnTo>
                  <a:lnTo>
                    <a:pt x="105410" y="3810"/>
                  </a:lnTo>
                  <a:lnTo>
                    <a:pt x="153670" y="3810"/>
                  </a:lnTo>
                  <a:lnTo>
                    <a:pt x="153670" y="2539"/>
                  </a:lnTo>
                  <a:close/>
                </a:path>
                <a:path w="157479" h="7619">
                  <a:moveTo>
                    <a:pt x="151129" y="1270"/>
                  </a:moveTo>
                  <a:lnTo>
                    <a:pt x="106679" y="1270"/>
                  </a:lnTo>
                  <a:lnTo>
                    <a:pt x="106679" y="2539"/>
                  </a:lnTo>
                  <a:lnTo>
                    <a:pt x="151129" y="2539"/>
                  </a:lnTo>
                  <a:lnTo>
                    <a:pt x="151129" y="1270"/>
                  </a:lnTo>
                  <a:close/>
                </a:path>
                <a:path w="157479" h="7619">
                  <a:moveTo>
                    <a:pt x="149859" y="0"/>
                  </a:moveTo>
                  <a:lnTo>
                    <a:pt x="109219" y="0"/>
                  </a:lnTo>
                  <a:lnTo>
                    <a:pt x="109219" y="1270"/>
                  </a:lnTo>
                  <a:lnTo>
                    <a:pt x="149859" y="1270"/>
                  </a:lnTo>
                  <a:lnTo>
                    <a:pt x="149859" y="0"/>
                  </a:lnTo>
                  <a:close/>
                </a:path>
                <a:path w="157479" h="7619">
                  <a:moveTo>
                    <a:pt x="78739" y="6350"/>
                  </a:moveTo>
                  <a:lnTo>
                    <a:pt x="0" y="6350"/>
                  </a:lnTo>
                  <a:lnTo>
                    <a:pt x="0" y="7620"/>
                  </a:lnTo>
                  <a:lnTo>
                    <a:pt x="78739" y="7620"/>
                  </a:lnTo>
                  <a:lnTo>
                    <a:pt x="78739" y="6350"/>
                  </a:lnTo>
                  <a:close/>
                </a:path>
              </a:pathLst>
            </a:custGeom>
            <a:solidFill>
              <a:srgbClr val="003301"/>
            </a:solidFill>
          </p:spPr>
          <p:txBody>
            <a:bodyPr wrap="square" lIns="0" tIns="0" rIns="0" bIns="0" rtlCol="0"/>
            <a:lstStyle/>
            <a:p/>
          </p:txBody>
        </p:sp>
        <p:sp>
          <p:nvSpPr>
            <p:cNvPr id="1415" name="object 1415"/>
            <p:cNvSpPr/>
            <p:nvPr/>
          </p:nvSpPr>
          <p:spPr>
            <a:xfrm>
              <a:off x="4144009" y="1070609"/>
              <a:ext cx="162560" cy="6350"/>
            </a:xfrm>
            <a:custGeom>
              <a:avLst/>
              <a:gdLst/>
              <a:ahLst/>
              <a:cxnLst/>
              <a:rect l="l" t="t" r="r" b="b"/>
              <a:pathLst>
                <a:path w="162560" h="6350">
                  <a:moveTo>
                    <a:pt x="162560" y="5079"/>
                  </a:moveTo>
                  <a:lnTo>
                    <a:pt x="97789" y="5079"/>
                  </a:lnTo>
                  <a:lnTo>
                    <a:pt x="97789" y="6350"/>
                  </a:lnTo>
                  <a:lnTo>
                    <a:pt x="162560" y="6350"/>
                  </a:lnTo>
                  <a:lnTo>
                    <a:pt x="162560" y="5079"/>
                  </a:lnTo>
                  <a:close/>
                </a:path>
                <a:path w="162560" h="6350">
                  <a:moveTo>
                    <a:pt x="160020" y="2539"/>
                  </a:moveTo>
                  <a:lnTo>
                    <a:pt x="99060" y="2539"/>
                  </a:lnTo>
                  <a:lnTo>
                    <a:pt x="99060" y="5079"/>
                  </a:lnTo>
                  <a:lnTo>
                    <a:pt x="161289" y="5079"/>
                  </a:lnTo>
                  <a:lnTo>
                    <a:pt x="161289" y="3810"/>
                  </a:lnTo>
                  <a:lnTo>
                    <a:pt x="160020" y="3810"/>
                  </a:lnTo>
                  <a:lnTo>
                    <a:pt x="160020" y="2539"/>
                  </a:lnTo>
                  <a:close/>
                </a:path>
                <a:path w="162560" h="6350">
                  <a:moveTo>
                    <a:pt x="158750" y="1269"/>
                  </a:moveTo>
                  <a:lnTo>
                    <a:pt x="100329" y="1269"/>
                  </a:lnTo>
                  <a:lnTo>
                    <a:pt x="100329" y="2539"/>
                  </a:lnTo>
                  <a:lnTo>
                    <a:pt x="158750" y="2539"/>
                  </a:lnTo>
                  <a:lnTo>
                    <a:pt x="158750" y="1269"/>
                  </a:lnTo>
                  <a:close/>
                </a:path>
                <a:path w="162560" h="6350">
                  <a:moveTo>
                    <a:pt x="157479" y="0"/>
                  </a:moveTo>
                  <a:lnTo>
                    <a:pt x="101600" y="0"/>
                  </a:lnTo>
                  <a:lnTo>
                    <a:pt x="101600" y="1269"/>
                  </a:lnTo>
                  <a:lnTo>
                    <a:pt x="157479" y="1269"/>
                  </a:lnTo>
                  <a:lnTo>
                    <a:pt x="157479" y="0"/>
                  </a:lnTo>
                  <a:close/>
                </a:path>
                <a:path w="162560" h="6350">
                  <a:moveTo>
                    <a:pt x="78739" y="0"/>
                  </a:moveTo>
                  <a:lnTo>
                    <a:pt x="0" y="0"/>
                  </a:lnTo>
                  <a:lnTo>
                    <a:pt x="0" y="6350"/>
                  </a:lnTo>
                  <a:lnTo>
                    <a:pt x="78739" y="6350"/>
                  </a:lnTo>
                  <a:lnTo>
                    <a:pt x="78739" y="0"/>
                  </a:lnTo>
                  <a:close/>
                </a:path>
              </a:pathLst>
            </a:custGeom>
            <a:solidFill>
              <a:srgbClr val="003103"/>
            </a:solidFill>
          </p:spPr>
          <p:txBody>
            <a:bodyPr wrap="square" lIns="0" tIns="0" rIns="0" bIns="0" rtlCol="0"/>
            <a:lstStyle/>
            <a:p/>
          </p:txBody>
        </p:sp>
        <p:sp>
          <p:nvSpPr>
            <p:cNvPr id="1416" name="object 1416"/>
            <p:cNvSpPr/>
            <p:nvPr/>
          </p:nvSpPr>
          <p:spPr>
            <a:xfrm>
              <a:off x="4144009" y="1076959"/>
              <a:ext cx="167640" cy="7620"/>
            </a:xfrm>
            <a:custGeom>
              <a:avLst/>
              <a:gdLst/>
              <a:ahLst/>
              <a:cxnLst/>
              <a:rect l="l" t="t" r="r" b="b"/>
              <a:pathLst>
                <a:path w="167639" h="7619">
                  <a:moveTo>
                    <a:pt x="167639" y="6350"/>
                  </a:moveTo>
                  <a:lnTo>
                    <a:pt x="92710" y="6350"/>
                  </a:lnTo>
                  <a:lnTo>
                    <a:pt x="92710" y="7619"/>
                  </a:lnTo>
                  <a:lnTo>
                    <a:pt x="167639" y="7619"/>
                  </a:lnTo>
                  <a:lnTo>
                    <a:pt x="167639" y="6350"/>
                  </a:lnTo>
                  <a:close/>
                </a:path>
                <a:path w="167639" h="7619">
                  <a:moveTo>
                    <a:pt x="166369" y="3810"/>
                  </a:moveTo>
                  <a:lnTo>
                    <a:pt x="93979" y="3810"/>
                  </a:lnTo>
                  <a:lnTo>
                    <a:pt x="93979" y="6350"/>
                  </a:lnTo>
                  <a:lnTo>
                    <a:pt x="166369" y="6350"/>
                  </a:lnTo>
                  <a:lnTo>
                    <a:pt x="166369" y="3810"/>
                  </a:lnTo>
                  <a:close/>
                </a:path>
                <a:path w="167639" h="7619">
                  <a:moveTo>
                    <a:pt x="163829" y="0"/>
                  </a:moveTo>
                  <a:lnTo>
                    <a:pt x="96519" y="0"/>
                  </a:lnTo>
                  <a:lnTo>
                    <a:pt x="96519" y="1269"/>
                  </a:lnTo>
                  <a:lnTo>
                    <a:pt x="95250" y="1269"/>
                  </a:lnTo>
                  <a:lnTo>
                    <a:pt x="95250" y="3810"/>
                  </a:lnTo>
                  <a:lnTo>
                    <a:pt x="165100" y="3810"/>
                  </a:lnTo>
                  <a:lnTo>
                    <a:pt x="165100" y="2539"/>
                  </a:lnTo>
                  <a:lnTo>
                    <a:pt x="163829" y="2539"/>
                  </a:lnTo>
                  <a:lnTo>
                    <a:pt x="163829" y="0"/>
                  </a:lnTo>
                  <a:close/>
                </a:path>
                <a:path w="167639" h="7619">
                  <a:moveTo>
                    <a:pt x="78739" y="0"/>
                  </a:moveTo>
                  <a:lnTo>
                    <a:pt x="0" y="0"/>
                  </a:lnTo>
                  <a:lnTo>
                    <a:pt x="0" y="7619"/>
                  </a:lnTo>
                  <a:lnTo>
                    <a:pt x="78739" y="7619"/>
                  </a:lnTo>
                  <a:lnTo>
                    <a:pt x="78739" y="0"/>
                  </a:lnTo>
                  <a:close/>
                </a:path>
              </a:pathLst>
            </a:custGeom>
            <a:solidFill>
              <a:srgbClr val="003106"/>
            </a:solidFill>
          </p:spPr>
          <p:txBody>
            <a:bodyPr wrap="square" lIns="0" tIns="0" rIns="0" bIns="0" rtlCol="0"/>
            <a:lstStyle/>
            <a:p/>
          </p:txBody>
        </p:sp>
        <p:sp>
          <p:nvSpPr>
            <p:cNvPr id="1417" name="object 1417"/>
            <p:cNvSpPr/>
            <p:nvPr/>
          </p:nvSpPr>
          <p:spPr>
            <a:xfrm>
              <a:off x="4144009" y="1084579"/>
              <a:ext cx="170180" cy="7620"/>
            </a:xfrm>
            <a:custGeom>
              <a:avLst/>
              <a:gdLst/>
              <a:ahLst/>
              <a:cxnLst/>
              <a:rect l="l" t="t" r="r" b="b"/>
              <a:pathLst>
                <a:path w="170179" h="7619">
                  <a:moveTo>
                    <a:pt x="78739" y="0"/>
                  </a:moveTo>
                  <a:lnTo>
                    <a:pt x="0" y="0"/>
                  </a:lnTo>
                  <a:lnTo>
                    <a:pt x="0" y="7620"/>
                  </a:lnTo>
                  <a:lnTo>
                    <a:pt x="78739" y="7620"/>
                  </a:lnTo>
                  <a:lnTo>
                    <a:pt x="78739" y="0"/>
                  </a:lnTo>
                  <a:close/>
                </a:path>
                <a:path w="170179" h="7619">
                  <a:moveTo>
                    <a:pt x="170179" y="5080"/>
                  </a:moveTo>
                  <a:lnTo>
                    <a:pt x="88900" y="5080"/>
                  </a:lnTo>
                  <a:lnTo>
                    <a:pt x="88900" y="6350"/>
                  </a:lnTo>
                  <a:lnTo>
                    <a:pt x="87629" y="6350"/>
                  </a:lnTo>
                  <a:lnTo>
                    <a:pt x="87629" y="7620"/>
                  </a:lnTo>
                  <a:lnTo>
                    <a:pt x="170179" y="7620"/>
                  </a:lnTo>
                  <a:lnTo>
                    <a:pt x="170179" y="5080"/>
                  </a:lnTo>
                  <a:close/>
                </a:path>
                <a:path w="170179" h="7619">
                  <a:moveTo>
                    <a:pt x="168909" y="2540"/>
                  </a:moveTo>
                  <a:lnTo>
                    <a:pt x="90169" y="2540"/>
                  </a:lnTo>
                  <a:lnTo>
                    <a:pt x="90169" y="5080"/>
                  </a:lnTo>
                  <a:lnTo>
                    <a:pt x="168909" y="5080"/>
                  </a:lnTo>
                  <a:lnTo>
                    <a:pt x="168909" y="2540"/>
                  </a:lnTo>
                  <a:close/>
                </a:path>
                <a:path w="170179" h="7619">
                  <a:moveTo>
                    <a:pt x="167639" y="0"/>
                  </a:moveTo>
                  <a:lnTo>
                    <a:pt x="91439" y="0"/>
                  </a:lnTo>
                  <a:lnTo>
                    <a:pt x="91439" y="2540"/>
                  </a:lnTo>
                  <a:lnTo>
                    <a:pt x="167639" y="2540"/>
                  </a:lnTo>
                  <a:lnTo>
                    <a:pt x="167639" y="0"/>
                  </a:lnTo>
                  <a:close/>
                </a:path>
              </a:pathLst>
            </a:custGeom>
            <a:solidFill>
              <a:srgbClr val="003008"/>
            </a:solidFill>
          </p:spPr>
          <p:txBody>
            <a:bodyPr wrap="square" lIns="0" tIns="0" rIns="0" bIns="0" rtlCol="0"/>
            <a:lstStyle/>
            <a:p/>
          </p:txBody>
        </p:sp>
        <p:sp>
          <p:nvSpPr>
            <p:cNvPr id="1418" name="object 1418"/>
            <p:cNvSpPr/>
            <p:nvPr/>
          </p:nvSpPr>
          <p:spPr>
            <a:xfrm>
              <a:off x="4144010" y="1092199"/>
              <a:ext cx="172720" cy="6350"/>
            </a:xfrm>
            <a:custGeom>
              <a:avLst/>
              <a:gdLst/>
              <a:ahLst/>
              <a:cxnLst/>
              <a:rect l="l" t="t" r="r" b="b"/>
              <a:pathLst>
                <a:path w="172720" h="6350">
                  <a:moveTo>
                    <a:pt x="78740" y="0"/>
                  </a:moveTo>
                  <a:lnTo>
                    <a:pt x="0" y="0"/>
                  </a:lnTo>
                  <a:lnTo>
                    <a:pt x="0" y="6350"/>
                  </a:lnTo>
                  <a:lnTo>
                    <a:pt x="78740" y="6350"/>
                  </a:lnTo>
                  <a:lnTo>
                    <a:pt x="78740" y="0"/>
                  </a:lnTo>
                  <a:close/>
                </a:path>
                <a:path w="172720" h="6350">
                  <a:moveTo>
                    <a:pt x="172720" y="2540"/>
                  </a:moveTo>
                  <a:lnTo>
                    <a:pt x="171450" y="2540"/>
                  </a:lnTo>
                  <a:lnTo>
                    <a:pt x="171450" y="1270"/>
                  </a:lnTo>
                  <a:lnTo>
                    <a:pt x="171450" y="0"/>
                  </a:lnTo>
                  <a:lnTo>
                    <a:pt x="87630" y="0"/>
                  </a:lnTo>
                  <a:lnTo>
                    <a:pt x="87630" y="1270"/>
                  </a:lnTo>
                  <a:lnTo>
                    <a:pt x="86360" y="1270"/>
                  </a:lnTo>
                  <a:lnTo>
                    <a:pt x="86360" y="2540"/>
                  </a:lnTo>
                  <a:lnTo>
                    <a:pt x="85090" y="2540"/>
                  </a:lnTo>
                  <a:lnTo>
                    <a:pt x="85090" y="5080"/>
                  </a:lnTo>
                  <a:lnTo>
                    <a:pt x="83820" y="5080"/>
                  </a:lnTo>
                  <a:lnTo>
                    <a:pt x="83820" y="6350"/>
                  </a:lnTo>
                  <a:lnTo>
                    <a:pt x="172720" y="6350"/>
                  </a:lnTo>
                  <a:lnTo>
                    <a:pt x="172720" y="5080"/>
                  </a:lnTo>
                  <a:lnTo>
                    <a:pt x="172720" y="2540"/>
                  </a:lnTo>
                  <a:close/>
                </a:path>
              </a:pathLst>
            </a:custGeom>
            <a:solidFill>
              <a:srgbClr val="00300A"/>
            </a:solidFill>
          </p:spPr>
          <p:txBody>
            <a:bodyPr wrap="square" lIns="0" tIns="0" rIns="0" bIns="0" rtlCol="0"/>
            <a:lstStyle/>
            <a:p/>
          </p:txBody>
        </p:sp>
        <p:sp>
          <p:nvSpPr>
            <p:cNvPr id="1419" name="object 1419"/>
            <p:cNvSpPr/>
            <p:nvPr/>
          </p:nvSpPr>
          <p:spPr>
            <a:xfrm>
              <a:off x="4144010" y="1098549"/>
              <a:ext cx="176530" cy="7620"/>
            </a:xfrm>
            <a:custGeom>
              <a:avLst/>
              <a:gdLst/>
              <a:ahLst/>
              <a:cxnLst/>
              <a:rect l="l" t="t" r="r" b="b"/>
              <a:pathLst>
                <a:path w="176529" h="7619">
                  <a:moveTo>
                    <a:pt x="78740" y="0"/>
                  </a:moveTo>
                  <a:lnTo>
                    <a:pt x="0" y="0"/>
                  </a:lnTo>
                  <a:lnTo>
                    <a:pt x="0" y="7620"/>
                  </a:lnTo>
                  <a:lnTo>
                    <a:pt x="78740" y="7620"/>
                  </a:lnTo>
                  <a:lnTo>
                    <a:pt x="78740" y="0"/>
                  </a:lnTo>
                  <a:close/>
                </a:path>
                <a:path w="176529" h="7619">
                  <a:moveTo>
                    <a:pt x="176530" y="6350"/>
                  </a:moveTo>
                  <a:lnTo>
                    <a:pt x="175260" y="6350"/>
                  </a:lnTo>
                  <a:lnTo>
                    <a:pt x="175260" y="5080"/>
                  </a:lnTo>
                  <a:lnTo>
                    <a:pt x="175247" y="2540"/>
                  </a:lnTo>
                  <a:lnTo>
                    <a:pt x="173990" y="2540"/>
                  </a:lnTo>
                  <a:lnTo>
                    <a:pt x="173990" y="1270"/>
                  </a:lnTo>
                  <a:lnTo>
                    <a:pt x="173990" y="0"/>
                  </a:lnTo>
                  <a:lnTo>
                    <a:pt x="83820" y="0"/>
                  </a:lnTo>
                  <a:lnTo>
                    <a:pt x="83820" y="1270"/>
                  </a:lnTo>
                  <a:lnTo>
                    <a:pt x="82550" y="1270"/>
                  </a:lnTo>
                  <a:lnTo>
                    <a:pt x="82550" y="2540"/>
                  </a:lnTo>
                  <a:lnTo>
                    <a:pt x="81280" y="2540"/>
                  </a:lnTo>
                  <a:lnTo>
                    <a:pt x="81280" y="5080"/>
                  </a:lnTo>
                  <a:lnTo>
                    <a:pt x="80010" y="5080"/>
                  </a:lnTo>
                  <a:lnTo>
                    <a:pt x="80010" y="6350"/>
                  </a:lnTo>
                  <a:lnTo>
                    <a:pt x="80010" y="7620"/>
                  </a:lnTo>
                  <a:lnTo>
                    <a:pt x="176530" y="7620"/>
                  </a:lnTo>
                  <a:lnTo>
                    <a:pt x="176530" y="6350"/>
                  </a:lnTo>
                  <a:close/>
                </a:path>
              </a:pathLst>
            </a:custGeom>
            <a:solidFill>
              <a:srgbClr val="002F0D"/>
            </a:solidFill>
          </p:spPr>
          <p:txBody>
            <a:bodyPr wrap="square" lIns="0" tIns="0" rIns="0" bIns="0" rtlCol="0"/>
            <a:lstStyle/>
            <a:p/>
          </p:txBody>
        </p:sp>
        <p:sp>
          <p:nvSpPr>
            <p:cNvPr id="1420" name="object 1420"/>
            <p:cNvSpPr/>
            <p:nvPr/>
          </p:nvSpPr>
          <p:spPr>
            <a:xfrm>
              <a:off x="4144010" y="1106169"/>
              <a:ext cx="179070" cy="7620"/>
            </a:xfrm>
            <a:custGeom>
              <a:avLst/>
              <a:gdLst/>
              <a:ahLst/>
              <a:cxnLst/>
              <a:rect l="l" t="t" r="r" b="b"/>
              <a:pathLst>
                <a:path w="179070" h="7619">
                  <a:moveTo>
                    <a:pt x="179070" y="5080"/>
                  </a:moveTo>
                  <a:lnTo>
                    <a:pt x="177800" y="5080"/>
                  </a:lnTo>
                  <a:lnTo>
                    <a:pt x="177800" y="1270"/>
                  </a:lnTo>
                  <a:lnTo>
                    <a:pt x="176530" y="1270"/>
                  </a:lnTo>
                  <a:lnTo>
                    <a:pt x="176530" y="0"/>
                  </a:lnTo>
                  <a:lnTo>
                    <a:pt x="0" y="0"/>
                  </a:lnTo>
                  <a:lnTo>
                    <a:pt x="0" y="1270"/>
                  </a:lnTo>
                  <a:lnTo>
                    <a:pt x="0" y="5080"/>
                  </a:lnTo>
                  <a:lnTo>
                    <a:pt x="0" y="7620"/>
                  </a:lnTo>
                  <a:lnTo>
                    <a:pt x="179070" y="7620"/>
                  </a:lnTo>
                  <a:lnTo>
                    <a:pt x="179070" y="5080"/>
                  </a:lnTo>
                  <a:close/>
                </a:path>
              </a:pathLst>
            </a:custGeom>
            <a:solidFill>
              <a:srgbClr val="002E0F"/>
            </a:solidFill>
          </p:spPr>
          <p:txBody>
            <a:bodyPr wrap="square" lIns="0" tIns="0" rIns="0" bIns="0" rtlCol="0"/>
            <a:lstStyle/>
            <a:p/>
          </p:txBody>
        </p:sp>
        <p:sp>
          <p:nvSpPr>
            <p:cNvPr id="1421" name="object 1421"/>
            <p:cNvSpPr/>
            <p:nvPr/>
          </p:nvSpPr>
          <p:spPr>
            <a:xfrm>
              <a:off x="4144010" y="1113789"/>
              <a:ext cx="180340" cy="6350"/>
            </a:xfrm>
            <a:custGeom>
              <a:avLst/>
              <a:gdLst/>
              <a:ahLst/>
              <a:cxnLst/>
              <a:rect l="l" t="t" r="r" b="b"/>
              <a:pathLst>
                <a:path w="180339" h="6350">
                  <a:moveTo>
                    <a:pt x="180340" y="2540"/>
                  </a:moveTo>
                  <a:lnTo>
                    <a:pt x="179070" y="2540"/>
                  </a:lnTo>
                  <a:lnTo>
                    <a:pt x="179070" y="0"/>
                  </a:lnTo>
                  <a:lnTo>
                    <a:pt x="0" y="0"/>
                  </a:lnTo>
                  <a:lnTo>
                    <a:pt x="0" y="2540"/>
                  </a:lnTo>
                  <a:lnTo>
                    <a:pt x="0" y="6350"/>
                  </a:lnTo>
                  <a:lnTo>
                    <a:pt x="180340" y="6350"/>
                  </a:lnTo>
                  <a:lnTo>
                    <a:pt x="180340" y="2540"/>
                  </a:lnTo>
                  <a:close/>
                </a:path>
              </a:pathLst>
            </a:custGeom>
            <a:solidFill>
              <a:srgbClr val="002E11"/>
            </a:solidFill>
          </p:spPr>
          <p:txBody>
            <a:bodyPr wrap="square" lIns="0" tIns="0" rIns="0" bIns="0" rtlCol="0"/>
            <a:lstStyle/>
            <a:p/>
          </p:txBody>
        </p:sp>
        <p:sp>
          <p:nvSpPr>
            <p:cNvPr id="1422" name="object 1422"/>
            <p:cNvSpPr/>
            <p:nvPr/>
          </p:nvSpPr>
          <p:spPr>
            <a:xfrm>
              <a:off x="4144010" y="1120139"/>
              <a:ext cx="182880" cy="7620"/>
            </a:xfrm>
            <a:custGeom>
              <a:avLst/>
              <a:gdLst/>
              <a:ahLst/>
              <a:cxnLst/>
              <a:rect l="l" t="t" r="r" b="b"/>
              <a:pathLst>
                <a:path w="182879" h="7619">
                  <a:moveTo>
                    <a:pt x="182880" y="3810"/>
                  </a:moveTo>
                  <a:lnTo>
                    <a:pt x="181610" y="3810"/>
                  </a:lnTo>
                  <a:lnTo>
                    <a:pt x="181610" y="0"/>
                  </a:lnTo>
                  <a:lnTo>
                    <a:pt x="0" y="0"/>
                  </a:lnTo>
                  <a:lnTo>
                    <a:pt x="0" y="3810"/>
                  </a:lnTo>
                  <a:lnTo>
                    <a:pt x="0" y="7620"/>
                  </a:lnTo>
                  <a:lnTo>
                    <a:pt x="182880" y="7620"/>
                  </a:lnTo>
                  <a:lnTo>
                    <a:pt x="182880" y="3810"/>
                  </a:lnTo>
                  <a:close/>
                </a:path>
              </a:pathLst>
            </a:custGeom>
            <a:solidFill>
              <a:srgbClr val="002D14"/>
            </a:solidFill>
          </p:spPr>
          <p:txBody>
            <a:bodyPr wrap="square" lIns="0" tIns="0" rIns="0" bIns="0" rtlCol="0"/>
            <a:lstStyle/>
            <a:p/>
          </p:txBody>
        </p:sp>
        <p:sp>
          <p:nvSpPr>
            <p:cNvPr id="1423" name="object 1423"/>
            <p:cNvSpPr/>
            <p:nvPr/>
          </p:nvSpPr>
          <p:spPr>
            <a:xfrm>
              <a:off x="414401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02D16"/>
            </a:solidFill>
          </p:spPr>
          <p:txBody>
            <a:bodyPr wrap="square" lIns="0" tIns="0" rIns="0" bIns="0" rtlCol="0"/>
            <a:lstStyle/>
            <a:p/>
          </p:txBody>
        </p:sp>
        <p:sp>
          <p:nvSpPr>
            <p:cNvPr id="1424" name="object 1424"/>
            <p:cNvSpPr/>
            <p:nvPr/>
          </p:nvSpPr>
          <p:spPr>
            <a:xfrm>
              <a:off x="4144010" y="1135379"/>
              <a:ext cx="185420" cy="6350"/>
            </a:xfrm>
            <a:custGeom>
              <a:avLst/>
              <a:gdLst/>
              <a:ahLst/>
              <a:cxnLst/>
              <a:rect l="l" t="t" r="r" b="b"/>
              <a:pathLst>
                <a:path w="185420" h="6350">
                  <a:moveTo>
                    <a:pt x="185420" y="2540"/>
                  </a:moveTo>
                  <a:lnTo>
                    <a:pt x="184150" y="2540"/>
                  </a:lnTo>
                  <a:lnTo>
                    <a:pt x="184150" y="0"/>
                  </a:lnTo>
                  <a:lnTo>
                    <a:pt x="0" y="0"/>
                  </a:lnTo>
                  <a:lnTo>
                    <a:pt x="0" y="2540"/>
                  </a:lnTo>
                  <a:lnTo>
                    <a:pt x="0" y="6350"/>
                  </a:lnTo>
                  <a:lnTo>
                    <a:pt x="185420" y="6350"/>
                  </a:lnTo>
                  <a:lnTo>
                    <a:pt x="185420" y="2540"/>
                  </a:lnTo>
                  <a:close/>
                </a:path>
              </a:pathLst>
            </a:custGeom>
            <a:solidFill>
              <a:srgbClr val="002C18"/>
            </a:solidFill>
          </p:spPr>
          <p:txBody>
            <a:bodyPr wrap="square" lIns="0" tIns="0" rIns="0" bIns="0" rtlCol="0"/>
            <a:lstStyle/>
            <a:p/>
          </p:txBody>
        </p:sp>
        <p:sp>
          <p:nvSpPr>
            <p:cNvPr id="1425" name="object 1425"/>
            <p:cNvSpPr/>
            <p:nvPr/>
          </p:nvSpPr>
          <p:spPr>
            <a:xfrm>
              <a:off x="4144010" y="1141729"/>
              <a:ext cx="186690" cy="7620"/>
            </a:xfrm>
            <a:custGeom>
              <a:avLst/>
              <a:gdLst/>
              <a:ahLst/>
              <a:cxnLst/>
              <a:rect l="l" t="t" r="r" b="b"/>
              <a:pathLst>
                <a:path w="186689" h="7619">
                  <a:moveTo>
                    <a:pt x="186690" y="2540"/>
                  </a:moveTo>
                  <a:lnTo>
                    <a:pt x="185420" y="2540"/>
                  </a:lnTo>
                  <a:lnTo>
                    <a:pt x="185420" y="0"/>
                  </a:lnTo>
                  <a:lnTo>
                    <a:pt x="0" y="0"/>
                  </a:lnTo>
                  <a:lnTo>
                    <a:pt x="0" y="2540"/>
                  </a:lnTo>
                  <a:lnTo>
                    <a:pt x="0" y="7620"/>
                  </a:lnTo>
                  <a:lnTo>
                    <a:pt x="186690" y="7620"/>
                  </a:lnTo>
                  <a:lnTo>
                    <a:pt x="186690" y="2540"/>
                  </a:lnTo>
                  <a:close/>
                </a:path>
              </a:pathLst>
            </a:custGeom>
            <a:solidFill>
              <a:srgbClr val="002B1B"/>
            </a:solidFill>
          </p:spPr>
          <p:txBody>
            <a:bodyPr wrap="square" lIns="0" tIns="0" rIns="0" bIns="0" rtlCol="0"/>
            <a:lstStyle/>
            <a:p/>
          </p:txBody>
        </p:sp>
        <p:sp>
          <p:nvSpPr>
            <p:cNvPr id="1426" name="object 1426"/>
            <p:cNvSpPr/>
            <p:nvPr/>
          </p:nvSpPr>
          <p:spPr>
            <a:xfrm>
              <a:off x="4144010" y="1149349"/>
              <a:ext cx="189230" cy="7620"/>
            </a:xfrm>
            <a:custGeom>
              <a:avLst/>
              <a:gdLst/>
              <a:ahLst/>
              <a:cxnLst/>
              <a:rect l="l" t="t" r="r" b="b"/>
              <a:pathLst>
                <a:path w="189229" h="7619">
                  <a:moveTo>
                    <a:pt x="189230" y="6350"/>
                  </a:moveTo>
                  <a:lnTo>
                    <a:pt x="187960" y="6350"/>
                  </a:lnTo>
                  <a:lnTo>
                    <a:pt x="187960" y="0"/>
                  </a:lnTo>
                  <a:lnTo>
                    <a:pt x="0" y="0"/>
                  </a:lnTo>
                  <a:lnTo>
                    <a:pt x="0" y="6350"/>
                  </a:lnTo>
                  <a:lnTo>
                    <a:pt x="0" y="7620"/>
                  </a:lnTo>
                  <a:lnTo>
                    <a:pt x="189230" y="7620"/>
                  </a:lnTo>
                  <a:lnTo>
                    <a:pt x="189230" y="6350"/>
                  </a:lnTo>
                  <a:close/>
                </a:path>
              </a:pathLst>
            </a:custGeom>
            <a:solidFill>
              <a:srgbClr val="002B1D"/>
            </a:solidFill>
          </p:spPr>
          <p:txBody>
            <a:bodyPr wrap="square" lIns="0" tIns="0" rIns="0" bIns="0" rtlCol="0"/>
            <a:lstStyle/>
            <a:p/>
          </p:txBody>
        </p:sp>
        <p:sp>
          <p:nvSpPr>
            <p:cNvPr id="1427" name="object 1427"/>
            <p:cNvSpPr/>
            <p:nvPr/>
          </p:nvSpPr>
          <p:spPr>
            <a:xfrm>
              <a:off x="4144009"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002A1F"/>
            </a:solidFill>
          </p:spPr>
          <p:txBody>
            <a:bodyPr wrap="square" lIns="0" tIns="0" rIns="0" bIns="0" rtlCol="0"/>
            <a:lstStyle/>
            <a:p/>
          </p:txBody>
        </p:sp>
        <p:sp>
          <p:nvSpPr>
            <p:cNvPr id="1428" name="object 1428"/>
            <p:cNvSpPr/>
            <p:nvPr/>
          </p:nvSpPr>
          <p:spPr>
            <a:xfrm>
              <a:off x="414401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002A22"/>
            </a:solidFill>
          </p:spPr>
          <p:txBody>
            <a:bodyPr wrap="square" lIns="0" tIns="0" rIns="0" bIns="0" rtlCol="0"/>
            <a:lstStyle/>
            <a:p/>
          </p:txBody>
        </p:sp>
        <p:sp>
          <p:nvSpPr>
            <p:cNvPr id="1429" name="object 1429"/>
            <p:cNvSpPr/>
            <p:nvPr/>
          </p:nvSpPr>
          <p:spPr>
            <a:xfrm>
              <a:off x="414401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002924"/>
            </a:solidFill>
          </p:spPr>
          <p:txBody>
            <a:bodyPr wrap="square" lIns="0" tIns="0" rIns="0" bIns="0" rtlCol="0"/>
            <a:lstStyle/>
            <a:p/>
          </p:txBody>
        </p:sp>
        <p:sp>
          <p:nvSpPr>
            <p:cNvPr id="1430" name="object 1430"/>
            <p:cNvSpPr/>
            <p:nvPr/>
          </p:nvSpPr>
          <p:spPr>
            <a:xfrm>
              <a:off x="4144009"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002926"/>
            </a:solidFill>
          </p:spPr>
          <p:txBody>
            <a:bodyPr wrap="square" lIns="0" tIns="0" rIns="0" bIns="0" rtlCol="0"/>
            <a:lstStyle/>
            <a:p/>
          </p:txBody>
        </p:sp>
        <p:sp>
          <p:nvSpPr>
            <p:cNvPr id="1431" name="object 1431"/>
            <p:cNvSpPr/>
            <p:nvPr/>
          </p:nvSpPr>
          <p:spPr>
            <a:xfrm>
              <a:off x="4144010" y="1186179"/>
              <a:ext cx="193040" cy="6350"/>
            </a:xfrm>
            <a:custGeom>
              <a:avLst/>
              <a:gdLst/>
              <a:ahLst/>
              <a:cxnLst/>
              <a:rect l="l" t="t" r="r" b="b"/>
              <a:pathLst>
                <a:path w="193039"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002829"/>
            </a:solidFill>
          </p:spPr>
          <p:txBody>
            <a:bodyPr wrap="square" lIns="0" tIns="0" rIns="0" bIns="0" rtlCol="0"/>
            <a:lstStyle/>
            <a:p/>
          </p:txBody>
        </p:sp>
        <p:sp>
          <p:nvSpPr>
            <p:cNvPr id="1432" name="object 1432"/>
            <p:cNvSpPr/>
            <p:nvPr/>
          </p:nvSpPr>
          <p:spPr>
            <a:xfrm>
              <a:off x="4144010" y="1192529"/>
              <a:ext cx="194310" cy="7620"/>
            </a:xfrm>
            <a:custGeom>
              <a:avLst/>
              <a:gdLst/>
              <a:ahLst/>
              <a:cxnLst/>
              <a:rect l="l" t="t" r="r" b="b"/>
              <a:pathLst>
                <a:path w="194310" h="7619">
                  <a:moveTo>
                    <a:pt x="193040" y="0"/>
                  </a:moveTo>
                  <a:lnTo>
                    <a:pt x="0" y="0"/>
                  </a:lnTo>
                  <a:lnTo>
                    <a:pt x="0" y="6350"/>
                  </a:lnTo>
                  <a:lnTo>
                    <a:pt x="193040" y="6350"/>
                  </a:lnTo>
                  <a:lnTo>
                    <a:pt x="193040" y="0"/>
                  </a:lnTo>
                  <a:close/>
                </a:path>
                <a:path w="194310" h="7619">
                  <a:moveTo>
                    <a:pt x="194310" y="6362"/>
                  </a:moveTo>
                  <a:lnTo>
                    <a:pt x="0" y="6362"/>
                  </a:lnTo>
                  <a:lnTo>
                    <a:pt x="0" y="7620"/>
                  </a:lnTo>
                  <a:lnTo>
                    <a:pt x="194310" y="7620"/>
                  </a:lnTo>
                  <a:lnTo>
                    <a:pt x="194310" y="6362"/>
                  </a:lnTo>
                  <a:close/>
                </a:path>
              </a:pathLst>
            </a:custGeom>
            <a:solidFill>
              <a:srgbClr val="00272B"/>
            </a:solidFill>
          </p:spPr>
          <p:txBody>
            <a:bodyPr wrap="square" lIns="0" tIns="0" rIns="0" bIns="0" rtlCol="0"/>
            <a:lstStyle/>
            <a:p/>
          </p:txBody>
        </p:sp>
        <p:sp>
          <p:nvSpPr>
            <p:cNvPr id="1433" name="object 1433"/>
            <p:cNvSpPr/>
            <p:nvPr/>
          </p:nvSpPr>
          <p:spPr>
            <a:xfrm>
              <a:off x="4144009" y="1200149"/>
              <a:ext cx="194310" cy="7620"/>
            </a:xfrm>
            <a:custGeom>
              <a:avLst/>
              <a:gdLst/>
              <a:ahLst/>
              <a:cxnLst/>
              <a:rect l="l" t="t" r="r" b="b"/>
              <a:pathLst>
                <a:path w="194310" h="7619">
                  <a:moveTo>
                    <a:pt x="0" y="7620"/>
                  </a:moveTo>
                  <a:lnTo>
                    <a:pt x="0" y="0"/>
                  </a:lnTo>
                  <a:lnTo>
                    <a:pt x="194310" y="0"/>
                  </a:lnTo>
                  <a:lnTo>
                    <a:pt x="194310" y="7620"/>
                  </a:lnTo>
                  <a:lnTo>
                    <a:pt x="0" y="7620"/>
                  </a:lnTo>
                  <a:close/>
                </a:path>
              </a:pathLst>
            </a:custGeom>
            <a:solidFill>
              <a:srgbClr val="00272D"/>
            </a:solidFill>
          </p:spPr>
          <p:txBody>
            <a:bodyPr wrap="square" lIns="0" tIns="0" rIns="0" bIns="0" rtlCol="0"/>
            <a:lstStyle/>
            <a:p/>
          </p:txBody>
        </p:sp>
        <p:sp>
          <p:nvSpPr>
            <p:cNvPr id="1434" name="object 1434"/>
            <p:cNvSpPr/>
            <p:nvPr/>
          </p:nvSpPr>
          <p:spPr>
            <a:xfrm>
              <a:off x="4144010" y="1207769"/>
              <a:ext cx="195580" cy="6350"/>
            </a:xfrm>
            <a:custGeom>
              <a:avLst/>
              <a:gdLst/>
              <a:ahLst/>
              <a:cxnLst/>
              <a:rect l="l" t="t" r="r" b="b"/>
              <a:pathLst>
                <a:path w="195579" h="6350">
                  <a:moveTo>
                    <a:pt x="195580" y="2540"/>
                  </a:moveTo>
                  <a:lnTo>
                    <a:pt x="194310" y="2540"/>
                  </a:lnTo>
                  <a:lnTo>
                    <a:pt x="194310" y="0"/>
                  </a:lnTo>
                  <a:lnTo>
                    <a:pt x="0" y="0"/>
                  </a:lnTo>
                  <a:lnTo>
                    <a:pt x="0" y="2540"/>
                  </a:lnTo>
                  <a:lnTo>
                    <a:pt x="0" y="6350"/>
                  </a:lnTo>
                  <a:lnTo>
                    <a:pt x="195580" y="6350"/>
                  </a:lnTo>
                  <a:lnTo>
                    <a:pt x="195580" y="2540"/>
                  </a:lnTo>
                  <a:close/>
                </a:path>
              </a:pathLst>
            </a:custGeom>
            <a:solidFill>
              <a:srgbClr val="002630"/>
            </a:solidFill>
          </p:spPr>
          <p:txBody>
            <a:bodyPr wrap="square" lIns="0" tIns="0" rIns="0" bIns="0" rtlCol="0"/>
            <a:lstStyle/>
            <a:p/>
          </p:txBody>
        </p:sp>
        <p:sp>
          <p:nvSpPr>
            <p:cNvPr id="1435" name="object 1435"/>
            <p:cNvSpPr/>
            <p:nvPr/>
          </p:nvSpPr>
          <p:spPr>
            <a:xfrm>
              <a:off x="4144009"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002633"/>
            </a:solidFill>
          </p:spPr>
          <p:txBody>
            <a:bodyPr wrap="square" lIns="0" tIns="0" rIns="0" bIns="0" rtlCol="0"/>
            <a:lstStyle/>
            <a:p/>
          </p:txBody>
        </p:sp>
        <p:sp>
          <p:nvSpPr>
            <p:cNvPr id="1436" name="object 1436"/>
            <p:cNvSpPr/>
            <p:nvPr/>
          </p:nvSpPr>
          <p:spPr>
            <a:xfrm>
              <a:off x="414401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002534"/>
            </a:solidFill>
          </p:spPr>
          <p:txBody>
            <a:bodyPr wrap="square" lIns="0" tIns="0" rIns="0" bIns="0" rtlCol="0"/>
            <a:lstStyle/>
            <a:p/>
          </p:txBody>
        </p:sp>
        <p:sp>
          <p:nvSpPr>
            <p:cNvPr id="1437" name="object 1437"/>
            <p:cNvSpPr/>
            <p:nvPr/>
          </p:nvSpPr>
          <p:spPr>
            <a:xfrm>
              <a:off x="4144009"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437"/>
            </a:solidFill>
          </p:spPr>
          <p:txBody>
            <a:bodyPr wrap="square" lIns="0" tIns="0" rIns="0" bIns="0" rtlCol="0"/>
            <a:lstStyle/>
            <a:p/>
          </p:txBody>
        </p:sp>
        <p:sp>
          <p:nvSpPr>
            <p:cNvPr id="1438" name="object 1438"/>
            <p:cNvSpPr/>
            <p:nvPr/>
          </p:nvSpPr>
          <p:spPr>
            <a:xfrm>
              <a:off x="4144009"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002439"/>
            </a:solidFill>
          </p:spPr>
          <p:txBody>
            <a:bodyPr wrap="square" lIns="0" tIns="0" rIns="0" bIns="0" rtlCol="0"/>
            <a:lstStyle/>
            <a:p/>
          </p:txBody>
        </p:sp>
        <p:sp>
          <p:nvSpPr>
            <p:cNvPr id="1439" name="object 1439"/>
            <p:cNvSpPr/>
            <p:nvPr/>
          </p:nvSpPr>
          <p:spPr>
            <a:xfrm>
              <a:off x="4144009"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00233B"/>
            </a:solidFill>
          </p:spPr>
          <p:txBody>
            <a:bodyPr wrap="square" lIns="0" tIns="0" rIns="0" bIns="0" rtlCol="0"/>
            <a:lstStyle/>
            <a:p/>
          </p:txBody>
        </p:sp>
        <p:sp>
          <p:nvSpPr>
            <p:cNvPr id="1440" name="object 1440"/>
            <p:cNvSpPr/>
            <p:nvPr/>
          </p:nvSpPr>
          <p:spPr>
            <a:xfrm>
              <a:off x="4144009"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33E"/>
            </a:solidFill>
          </p:spPr>
          <p:txBody>
            <a:bodyPr wrap="square" lIns="0" tIns="0" rIns="0" bIns="0" rtlCol="0"/>
            <a:lstStyle/>
            <a:p/>
          </p:txBody>
        </p:sp>
        <p:sp>
          <p:nvSpPr>
            <p:cNvPr id="1441" name="object 1441"/>
            <p:cNvSpPr/>
            <p:nvPr/>
          </p:nvSpPr>
          <p:spPr>
            <a:xfrm>
              <a:off x="4144009"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002240"/>
            </a:solidFill>
          </p:spPr>
          <p:txBody>
            <a:bodyPr wrap="square" lIns="0" tIns="0" rIns="0" bIns="0" rtlCol="0"/>
            <a:lstStyle/>
            <a:p/>
          </p:txBody>
        </p:sp>
        <p:sp>
          <p:nvSpPr>
            <p:cNvPr id="1442" name="object 1442"/>
            <p:cNvSpPr/>
            <p:nvPr/>
          </p:nvSpPr>
          <p:spPr>
            <a:xfrm>
              <a:off x="414401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60" y="6350"/>
                  </a:lnTo>
                  <a:lnTo>
                    <a:pt x="99060" y="5080"/>
                  </a:lnTo>
                  <a:lnTo>
                    <a:pt x="101600" y="5080"/>
                  </a:lnTo>
                  <a:lnTo>
                    <a:pt x="101600" y="7620"/>
                  </a:lnTo>
                  <a:lnTo>
                    <a:pt x="196850" y="7620"/>
                  </a:lnTo>
                  <a:lnTo>
                    <a:pt x="196850" y="5080"/>
                  </a:lnTo>
                  <a:lnTo>
                    <a:pt x="196850" y="0"/>
                  </a:lnTo>
                  <a:close/>
                </a:path>
              </a:pathLst>
            </a:custGeom>
            <a:solidFill>
              <a:srgbClr val="002143"/>
            </a:solidFill>
          </p:spPr>
          <p:txBody>
            <a:bodyPr wrap="square" lIns="0" tIns="0" rIns="0" bIns="0" rtlCol="0"/>
            <a:lstStyle/>
            <a:p/>
          </p:txBody>
        </p:sp>
        <p:sp>
          <p:nvSpPr>
            <p:cNvPr id="1443" name="object 1443"/>
            <p:cNvSpPr/>
            <p:nvPr/>
          </p:nvSpPr>
          <p:spPr>
            <a:xfrm>
              <a:off x="4144010" y="1272539"/>
              <a:ext cx="196850" cy="7620"/>
            </a:xfrm>
            <a:custGeom>
              <a:avLst/>
              <a:gdLst/>
              <a:ahLst/>
              <a:cxnLst/>
              <a:rect l="l" t="t" r="r" b="b"/>
              <a:pathLst>
                <a:path w="196850" h="7619">
                  <a:moveTo>
                    <a:pt x="96520" y="0"/>
                  </a:moveTo>
                  <a:lnTo>
                    <a:pt x="0" y="0"/>
                  </a:lnTo>
                  <a:lnTo>
                    <a:pt x="0" y="1270"/>
                  </a:lnTo>
                  <a:lnTo>
                    <a:pt x="0" y="2540"/>
                  </a:lnTo>
                  <a:lnTo>
                    <a:pt x="0" y="3810"/>
                  </a:lnTo>
                  <a:lnTo>
                    <a:pt x="0" y="7620"/>
                  </a:lnTo>
                  <a:lnTo>
                    <a:pt x="92710" y="7620"/>
                  </a:lnTo>
                  <a:lnTo>
                    <a:pt x="92710" y="3810"/>
                  </a:lnTo>
                  <a:lnTo>
                    <a:pt x="93980" y="381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5080"/>
                  </a:lnTo>
                  <a:lnTo>
                    <a:pt x="107950" y="5080"/>
                  </a:lnTo>
                  <a:lnTo>
                    <a:pt x="107950" y="7620"/>
                  </a:lnTo>
                  <a:lnTo>
                    <a:pt x="196850" y="7620"/>
                  </a:lnTo>
                  <a:lnTo>
                    <a:pt x="196850" y="5080"/>
                  </a:lnTo>
                  <a:lnTo>
                    <a:pt x="196850" y="2540"/>
                  </a:lnTo>
                  <a:lnTo>
                    <a:pt x="196850" y="0"/>
                  </a:lnTo>
                  <a:close/>
                </a:path>
              </a:pathLst>
            </a:custGeom>
            <a:solidFill>
              <a:srgbClr val="002145"/>
            </a:solidFill>
          </p:spPr>
          <p:txBody>
            <a:bodyPr wrap="square" lIns="0" tIns="0" rIns="0" bIns="0" rtlCol="0"/>
            <a:lstStyle/>
            <a:p/>
          </p:txBody>
        </p:sp>
        <p:sp>
          <p:nvSpPr>
            <p:cNvPr id="1444" name="object 1444"/>
            <p:cNvSpPr/>
            <p:nvPr/>
          </p:nvSpPr>
          <p:spPr>
            <a:xfrm>
              <a:off x="4144010" y="1280159"/>
              <a:ext cx="196850" cy="6350"/>
            </a:xfrm>
            <a:custGeom>
              <a:avLst/>
              <a:gdLst/>
              <a:ahLst/>
              <a:cxnLst/>
              <a:rect l="l" t="t" r="r" b="b"/>
              <a:pathLst>
                <a:path w="196850" h="6350">
                  <a:moveTo>
                    <a:pt x="91440" y="0"/>
                  </a:moveTo>
                  <a:lnTo>
                    <a:pt x="0" y="0"/>
                  </a:lnTo>
                  <a:lnTo>
                    <a:pt x="0" y="3810"/>
                  </a:lnTo>
                  <a:lnTo>
                    <a:pt x="0" y="6350"/>
                  </a:lnTo>
                  <a:lnTo>
                    <a:pt x="90170" y="6350"/>
                  </a:lnTo>
                  <a:lnTo>
                    <a:pt x="90170" y="3810"/>
                  </a:lnTo>
                  <a:lnTo>
                    <a:pt x="91440" y="3810"/>
                  </a:lnTo>
                  <a:lnTo>
                    <a:pt x="91440" y="0"/>
                  </a:lnTo>
                  <a:close/>
                </a:path>
                <a:path w="196850" h="6350">
                  <a:moveTo>
                    <a:pt x="196850" y="5080"/>
                  </a:moveTo>
                  <a:lnTo>
                    <a:pt x="196837" y="0"/>
                  </a:lnTo>
                  <a:lnTo>
                    <a:pt x="109220" y="0"/>
                  </a:lnTo>
                  <a:lnTo>
                    <a:pt x="109220" y="5080"/>
                  </a:lnTo>
                  <a:lnTo>
                    <a:pt x="110490" y="5080"/>
                  </a:lnTo>
                  <a:lnTo>
                    <a:pt x="110490" y="6350"/>
                  </a:lnTo>
                  <a:lnTo>
                    <a:pt x="196850" y="6350"/>
                  </a:lnTo>
                  <a:lnTo>
                    <a:pt x="196850" y="5080"/>
                  </a:lnTo>
                  <a:close/>
                </a:path>
              </a:pathLst>
            </a:custGeom>
            <a:solidFill>
              <a:srgbClr val="002047"/>
            </a:solidFill>
          </p:spPr>
          <p:txBody>
            <a:bodyPr wrap="square" lIns="0" tIns="0" rIns="0" bIns="0" rtlCol="0"/>
            <a:lstStyle/>
            <a:p/>
          </p:txBody>
        </p:sp>
        <p:sp>
          <p:nvSpPr>
            <p:cNvPr id="1445" name="object 1445"/>
            <p:cNvSpPr/>
            <p:nvPr/>
          </p:nvSpPr>
          <p:spPr>
            <a:xfrm>
              <a:off x="4144010" y="1286509"/>
              <a:ext cx="196850" cy="7620"/>
            </a:xfrm>
            <a:custGeom>
              <a:avLst/>
              <a:gdLst/>
              <a:ahLst/>
              <a:cxnLst/>
              <a:rect l="l" t="t" r="r" b="b"/>
              <a:pathLst>
                <a:path w="196850" h="7619">
                  <a:moveTo>
                    <a:pt x="88900" y="0"/>
                  </a:moveTo>
                  <a:lnTo>
                    <a:pt x="0" y="0"/>
                  </a:lnTo>
                  <a:lnTo>
                    <a:pt x="0" y="3810"/>
                  </a:lnTo>
                  <a:lnTo>
                    <a:pt x="0" y="7620"/>
                  </a:lnTo>
                  <a:lnTo>
                    <a:pt x="87630" y="7620"/>
                  </a:lnTo>
                  <a:lnTo>
                    <a:pt x="87630" y="3810"/>
                  </a:lnTo>
                  <a:lnTo>
                    <a:pt x="88900" y="3810"/>
                  </a:lnTo>
                  <a:lnTo>
                    <a:pt x="8890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00204A"/>
            </a:solidFill>
          </p:spPr>
          <p:txBody>
            <a:bodyPr wrap="square" lIns="0" tIns="0" rIns="0" bIns="0" rtlCol="0"/>
            <a:lstStyle/>
            <a:p/>
          </p:txBody>
        </p:sp>
        <p:sp>
          <p:nvSpPr>
            <p:cNvPr id="1446" name="object 1446"/>
            <p:cNvSpPr/>
            <p:nvPr/>
          </p:nvSpPr>
          <p:spPr>
            <a:xfrm>
              <a:off x="4144009" y="1294129"/>
              <a:ext cx="196850" cy="7620"/>
            </a:xfrm>
            <a:custGeom>
              <a:avLst/>
              <a:gdLst/>
              <a:ahLst/>
              <a:cxnLst/>
              <a:rect l="l" t="t" r="r" b="b"/>
              <a:pathLst>
                <a:path w="196850" h="7619">
                  <a:moveTo>
                    <a:pt x="87629" y="0"/>
                  </a:moveTo>
                  <a:lnTo>
                    <a:pt x="0" y="0"/>
                  </a:lnTo>
                  <a:lnTo>
                    <a:pt x="0" y="7620"/>
                  </a:lnTo>
                  <a:lnTo>
                    <a:pt x="86360" y="7620"/>
                  </a:lnTo>
                  <a:lnTo>
                    <a:pt x="86360" y="2540"/>
                  </a:lnTo>
                  <a:lnTo>
                    <a:pt x="87629" y="2540"/>
                  </a:lnTo>
                  <a:lnTo>
                    <a:pt x="87629" y="0"/>
                  </a:lnTo>
                  <a:close/>
                </a:path>
                <a:path w="196850" h="7619">
                  <a:moveTo>
                    <a:pt x="196850" y="0"/>
                  </a:moveTo>
                  <a:lnTo>
                    <a:pt x="111760" y="0"/>
                  </a:lnTo>
                  <a:lnTo>
                    <a:pt x="111760" y="7620"/>
                  </a:lnTo>
                  <a:lnTo>
                    <a:pt x="196850" y="7620"/>
                  </a:lnTo>
                  <a:lnTo>
                    <a:pt x="196850" y="0"/>
                  </a:lnTo>
                  <a:close/>
                </a:path>
              </a:pathLst>
            </a:custGeom>
            <a:solidFill>
              <a:srgbClr val="001F4C"/>
            </a:solidFill>
          </p:spPr>
          <p:txBody>
            <a:bodyPr wrap="square" lIns="0" tIns="0" rIns="0" bIns="0" rtlCol="0"/>
            <a:lstStyle/>
            <a:p/>
          </p:txBody>
        </p:sp>
        <p:sp>
          <p:nvSpPr>
            <p:cNvPr id="1447" name="object 1447"/>
            <p:cNvSpPr/>
            <p:nvPr/>
          </p:nvSpPr>
          <p:spPr>
            <a:xfrm>
              <a:off x="4144009" y="1301749"/>
              <a:ext cx="196850" cy="6350"/>
            </a:xfrm>
            <a:custGeom>
              <a:avLst/>
              <a:gdLst/>
              <a:ahLst/>
              <a:cxnLst/>
              <a:rect l="l" t="t" r="r" b="b"/>
              <a:pathLst>
                <a:path w="196850" h="6350">
                  <a:moveTo>
                    <a:pt x="86360" y="0"/>
                  </a:moveTo>
                  <a:lnTo>
                    <a:pt x="0" y="0"/>
                  </a:lnTo>
                  <a:lnTo>
                    <a:pt x="0" y="6350"/>
                  </a:lnTo>
                  <a:lnTo>
                    <a:pt x="85089" y="6350"/>
                  </a:lnTo>
                  <a:lnTo>
                    <a:pt x="85089" y="2539"/>
                  </a:lnTo>
                  <a:lnTo>
                    <a:pt x="86360" y="2539"/>
                  </a:lnTo>
                  <a:lnTo>
                    <a:pt x="86360" y="0"/>
                  </a:lnTo>
                  <a:close/>
                </a:path>
                <a:path w="196850" h="6350">
                  <a:moveTo>
                    <a:pt x="196850" y="0"/>
                  </a:moveTo>
                  <a:lnTo>
                    <a:pt x="111760" y="0"/>
                  </a:lnTo>
                  <a:lnTo>
                    <a:pt x="111760" y="2539"/>
                  </a:lnTo>
                  <a:lnTo>
                    <a:pt x="113029" y="2539"/>
                  </a:lnTo>
                  <a:lnTo>
                    <a:pt x="113029" y="6350"/>
                  </a:lnTo>
                  <a:lnTo>
                    <a:pt x="196850" y="6350"/>
                  </a:lnTo>
                  <a:lnTo>
                    <a:pt x="196850" y="0"/>
                  </a:lnTo>
                  <a:close/>
                </a:path>
              </a:pathLst>
            </a:custGeom>
            <a:solidFill>
              <a:srgbClr val="001F4E"/>
            </a:solidFill>
          </p:spPr>
          <p:txBody>
            <a:bodyPr wrap="square" lIns="0" tIns="0" rIns="0" bIns="0" rtlCol="0"/>
            <a:lstStyle/>
            <a:p/>
          </p:txBody>
        </p:sp>
        <p:sp>
          <p:nvSpPr>
            <p:cNvPr id="1448" name="object 1448"/>
            <p:cNvSpPr/>
            <p:nvPr/>
          </p:nvSpPr>
          <p:spPr>
            <a:xfrm>
              <a:off x="4144009" y="1308099"/>
              <a:ext cx="196850" cy="7620"/>
            </a:xfrm>
            <a:custGeom>
              <a:avLst/>
              <a:gdLst/>
              <a:ahLst/>
              <a:cxnLst/>
              <a:rect l="l" t="t" r="r" b="b"/>
              <a:pathLst>
                <a:path w="196850" h="7619">
                  <a:moveTo>
                    <a:pt x="85089" y="0"/>
                  </a:moveTo>
                  <a:lnTo>
                    <a:pt x="0" y="0"/>
                  </a:lnTo>
                  <a:lnTo>
                    <a:pt x="0" y="7620"/>
                  </a:lnTo>
                  <a:lnTo>
                    <a:pt x="83820" y="7620"/>
                  </a:lnTo>
                  <a:lnTo>
                    <a:pt x="83820" y="3810"/>
                  </a:lnTo>
                  <a:lnTo>
                    <a:pt x="85089" y="3810"/>
                  </a:lnTo>
                  <a:lnTo>
                    <a:pt x="85089" y="0"/>
                  </a:lnTo>
                  <a:close/>
                </a:path>
                <a:path w="196850" h="7619">
                  <a:moveTo>
                    <a:pt x="196850" y="0"/>
                  </a:moveTo>
                  <a:lnTo>
                    <a:pt x="113029" y="0"/>
                  </a:lnTo>
                  <a:lnTo>
                    <a:pt x="113029" y="7620"/>
                  </a:lnTo>
                  <a:lnTo>
                    <a:pt x="196850" y="7620"/>
                  </a:lnTo>
                  <a:lnTo>
                    <a:pt x="196850" y="0"/>
                  </a:lnTo>
                  <a:close/>
                </a:path>
              </a:pathLst>
            </a:custGeom>
            <a:solidFill>
              <a:srgbClr val="001E51"/>
            </a:solidFill>
          </p:spPr>
          <p:txBody>
            <a:bodyPr wrap="square" lIns="0" tIns="0" rIns="0" bIns="0" rtlCol="0"/>
            <a:lstStyle/>
            <a:p/>
          </p:txBody>
        </p:sp>
        <p:sp>
          <p:nvSpPr>
            <p:cNvPr id="1449" name="object 1449"/>
            <p:cNvSpPr/>
            <p:nvPr/>
          </p:nvSpPr>
          <p:spPr>
            <a:xfrm>
              <a:off x="4144009" y="1315719"/>
              <a:ext cx="196850" cy="7620"/>
            </a:xfrm>
            <a:custGeom>
              <a:avLst/>
              <a:gdLst/>
              <a:ahLst/>
              <a:cxnLst/>
              <a:rect l="l" t="t" r="r" b="b"/>
              <a:pathLst>
                <a:path w="196850" h="7619">
                  <a:moveTo>
                    <a:pt x="83820" y="0"/>
                  </a:moveTo>
                  <a:lnTo>
                    <a:pt x="0" y="0"/>
                  </a:lnTo>
                  <a:lnTo>
                    <a:pt x="0" y="7619"/>
                  </a:lnTo>
                  <a:lnTo>
                    <a:pt x="83820" y="7619"/>
                  </a:lnTo>
                  <a:lnTo>
                    <a:pt x="83820" y="0"/>
                  </a:lnTo>
                  <a:close/>
                </a:path>
                <a:path w="196850" h="7619">
                  <a:moveTo>
                    <a:pt x="196850" y="0"/>
                  </a:moveTo>
                  <a:lnTo>
                    <a:pt x="113029" y="0"/>
                  </a:lnTo>
                  <a:lnTo>
                    <a:pt x="113029" y="3809"/>
                  </a:lnTo>
                  <a:lnTo>
                    <a:pt x="114300" y="3809"/>
                  </a:lnTo>
                  <a:lnTo>
                    <a:pt x="114300" y="7619"/>
                  </a:lnTo>
                  <a:lnTo>
                    <a:pt x="196850" y="7619"/>
                  </a:lnTo>
                  <a:lnTo>
                    <a:pt x="196850" y="0"/>
                  </a:lnTo>
                  <a:close/>
                </a:path>
              </a:pathLst>
            </a:custGeom>
            <a:solidFill>
              <a:srgbClr val="001D53"/>
            </a:solidFill>
          </p:spPr>
          <p:txBody>
            <a:bodyPr wrap="square" lIns="0" tIns="0" rIns="0" bIns="0" rtlCol="0"/>
            <a:lstStyle/>
            <a:p/>
          </p:txBody>
        </p:sp>
        <p:sp>
          <p:nvSpPr>
            <p:cNvPr id="1450" name="object 1450"/>
            <p:cNvSpPr/>
            <p:nvPr/>
          </p:nvSpPr>
          <p:spPr>
            <a:xfrm>
              <a:off x="414401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001D55"/>
            </a:solidFill>
          </p:spPr>
          <p:txBody>
            <a:bodyPr wrap="square" lIns="0" tIns="0" rIns="0" bIns="0" rtlCol="0"/>
            <a:lstStyle/>
            <a:p/>
          </p:txBody>
        </p:sp>
        <p:sp>
          <p:nvSpPr>
            <p:cNvPr id="1451" name="object 1451"/>
            <p:cNvSpPr/>
            <p:nvPr/>
          </p:nvSpPr>
          <p:spPr>
            <a:xfrm>
              <a:off x="414401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001C58"/>
            </a:solidFill>
          </p:spPr>
          <p:txBody>
            <a:bodyPr wrap="square" lIns="0" tIns="0" rIns="0" bIns="0" rtlCol="0"/>
            <a:lstStyle/>
            <a:p/>
          </p:txBody>
        </p:sp>
        <p:sp>
          <p:nvSpPr>
            <p:cNvPr id="1452" name="object 1452"/>
            <p:cNvSpPr/>
            <p:nvPr/>
          </p:nvSpPr>
          <p:spPr>
            <a:xfrm>
              <a:off x="414401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001C5A"/>
            </a:solidFill>
          </p:spPr>
          <p:txBody>
            <a:bodyPr wrap="square" lIns="0" tIns="0" rIns="0" bIns="0" rtlCol="0"/>
            <a:lstStyle/>
            <a:p/>
          </p:txBody>
        </p:sp>
        <p:sp>
          <p:nvSpPr>
            <p:cNvPr id="1453" name="object 1453"/>
            <p:cNvSpPr/>
            <p:nvPr/>
          </p:nvSpPr>
          <p:spPr>
            <a:xfrm>
              <a:off x="4144009"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001B5C"/>
            </a:solidFill>
          </p:spPr>
          <p:txBody>
            <a:bodyPr wrap="square" lIns="0" tIns="0" rIns="0" bIns="0" rtlCol="0"/>
            <a:lstStyle/>
            <a:p/>
          </p:txBody>
        </p:sp>
        <p:sp>
          <p:nvSpPr>
            <p:cNvPr id="1454" name="object 1454"/>
            <p:cNvSpPr/>
            <p:nvPr/>
          </p:nvSpPr>
          <p:spPr>
            <a:xfrm>
              <a:off x="414401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A5F"/>
            </a:solidFill>
          </p:spPr>
          <p:txBody>
            <a:bodyPr wrap="square" lIns="0" tIns="0" rIns="0" bIns="0" rtlCol="0"/>
            <a:lstStyle/>
            <a:p/>
          </p:txBody>
        </p:sp>
        <p:sp>
          <p:nvSpPr>
            <p:cNvPr id="1455" name="object 1455"/>
            <p:cNvSpPr/>
            <p:nvPr/>
          </p:nvSpPr>
          <p:spPr>
            <a:xfrm>
              <a:off x="414401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A61"/>
            </a:solidFill>
          </p:spPr>
          <p:txBody>
            <a:bodyPr wrap="square" lIns="0" tIns="0" rIns="0" bIns="0" rtlCol="0"/>
            <a:lstStyle/>
            <a:p/>
          </p:txBody>
        </p:sp>
        <p:sp>
          <p:nvSpPr>
            <p:cNvPr id="1456" name="object 1456"/>
            <p:cNvSpPr/>
            <p:nvPr/>
          </p:nvSpPr>
          <p:spPr>
            <a:xfrm>
              <a:off x="414401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963"/>
            </a:solidFill>
          </p:spPr>
          <p:txBody>
            <a:bodyPr wrap="square" lIns="0" tIns="0" rIns="0" bIns="0" rtlCol="0"/>
            <a:lstStyle/>
            <a:p/>
          </p:txBody>
        </p:sp>
        <p:sp>
          <p:nvSpPr>
            <p:cNvPr id="1457" name="object 1457"/>
            <p:cNvSpPr/>
            <p:nvPr/>
          </p:nvSpPr>
          <p:spPr>
            <a:xfrm>
              <a:off x="414401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966"/>
            </a:solidFill>
          </p:spPr>
          <p:txBody>
            <a:bodyPr wrap="square" lIns="0" tIns="0" rIns="0" bIns="0" rtlCol="0"/>
            <a:lstStyle/>
            <a:p/>
          </p:txBody>
        </p:sp>
        <p:sp>
          <p:nvSpPr>
            <p:cNvPr id="1458" name="object 1458"/>
            <p:cNvSpPr/>
            <p:nvPr/>
          </p:nvSpPr>
          <p:spPr>
            <a:xfrm>
              <a:off x="414401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868"/>
            </a:solidFill>
          </p:spPr>
          <p:txBody>
            <a:bodyPr wrap="square" lIns="0" tIns="0" rIns="0" bIns="0" rtlCol="0"/>
            <a:lstStyle/>
            <a:p/>
          </p:txBody>
        </p:sp>
        <p:sp>
          <p:nvSpPr>
            <p:cNvPr id="1459" name="object 1459"/>
            <p:cNvSpPr/>
            <p:nvPr/>
          </p:nvSpPr>
          <p:spPr>
            <a:xfrm>
              <a:off x="414401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86A"/>
            </a:solidFill>
          </p:spPr>
          <p:txBody>
            <a:bodyPr wrap="square" lIns="0" tIns="0" rIns="0" bIns="0" rtlCol="0"/>
            <a:lstStyle/>
            <a:p/>
          </p:txBody>
        </p:sp>
        <p:sp>
          <p:nvSpPr>
            <p:cNvPr id="1460" name="object 1460"/>
            <p:cNvSpPr/>
            <p:nvPr/>
          </p:nvSpPr>
          <p:spPr>
            <a:xfrm>
              <a:off x="414401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76D"/>
            </a:solidFill>
          </p:spPr>
          <p:txBody>
            <a:bodyPr wrap="square" lIns="0" tIns="0" rIns="0" bIns="0" rtlCol="0"/>
            <a:lstStyle/>
            <a:p/>
          </p:txBody>
        </p:sp>
        <p:sp>
          <p:nvSpPr>
            <p:cNvPr id="1461" name="object 1461"/>
            <p:cNvSpPr/>
            <p:nvPr/>
          </p:nvSpPr>
          <p:spPr>
            <a:xfrm>
              <a:off x="414401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66F"/>
            </a:solidFill>
          </p:spPr>
          <p:txBody>
            <a:bodyPr wrap="square" lIns="0" tIns="0" rIns="0" bIns="0" rtlCol="0"/>
            <a:lstStyle/>
            <a:p/>
          </p:txBody>
        </p:sp>
        <p:sp>
          <p:nvSpPr>
            <p:cNvPr id="1462" name="object 1462"/>
            <p:cNvSpPr/>
            <p:nvPr/>
          </p:nvSpPr>
          <p:spPr>
            <a:xfrm>
              <a:off x="414401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671"/>
            </a:solidFill>
          </p:spPr>
          <p:txBody>
            <a:bodyPr wrap="square" lIns="0" tIns="0" rIns="0" bIns="0" rtlCol="0"/>
            <a:lstStyle/>
            <a:p/>
          </p:txBody>
        </p:sp>
        <p:sp>
          <p:nvSpPr>
            <p:cNvPr id="1463" name="object 1463"/>
            <p:cNvSpPr/>
            <p:nvPr/>
          </p:nvSpPr>
          <p:spPr>
            <a:xfrm>
              <a:off x="414401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574"/>
            </a:solidFill>
          </p:spPr>
          <p:txBody>
            <a:bodyPr wrap="square" lIns="0" tIns="0" rIns="0" bIns="0" rtlCol="0"/>
            <a:lstStyle/>
            <a:p/>
          </p:txBody>
        </p:sp>
        <p:sp>
          <p:nvSpPr>
            <p:cNvPr id="1464" name="object 1464"/>
            <p:cNvSpPr/>
            <p:nvPr/>
          </p:nvSpPr>
          <p:spPr>
            <a:xfrm>
              <a:off x="414401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576"/>
            </a:solidFill>
          </p:spPr>
          <p:txBody>
            <a:bodyPr wrap="square" lIns="0" tIns="0" rIns="0" bIns="0" rtlCol="0"/>
            <a:lstStyle/>
            <a:p/>
          </p:txBody>
        </p:sp>
        <p:sp>
          <p:nvSpPr>
            <p:cNvPr id="1465" name="object 1465"/>
            <p:cNvSpPr/>
            <p:nvPr/>
          </p:nvSpPr>
          <p:spPr>
            <a:xfrm>
              <a:off x="414401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478"/>
            </a:solidFill>
          </p:spPr>
          <p:txBody>
            <a:bodyPr wrap="square" lIns="0" tIns="0" rIns="0" bIns="0" rtlCol="0"/>
            <a:lstStyle/>
            <a:p/>
          </p:txBody>
        </p:sp>
        <p:sp>
          <p:nvSpPr>
            <p:cNvPr id="1466" name="object 1466"/>
            <p:cNvSpPr/>
            <p:nvPr/>
          </p:nvSpPr>
          <p:spPr>
            <a:xfrm>
              <a:off x="414401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37B"/>
            </a:solidFill>
          </p:spPr>
          <p:txBody>
            <a:bodyPr wrap="square" lIns="0" tIns="0" rIns="0" bIns="0" rtlCol="0"/>
            <a:lstStyle/>
            <a:p/>
          </p:txBody>
        </p:sp>
        <p:sp>
          <p:nvSpPr>
            <p:cNvPr id="1467" name="object 1467"/>
            <p:cNvSpPr/>
            <p:nvPr/>
          </p:nvSpPr>
          <p:spPr>
            <a:xfrm>
              <a:off x="414401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37D"/>
            </a:solidFill>
          </p:spPr>
          <p:txBody>
            <a:bodyPr wrap="square" lIns="0" tIns="0" rIns="0" bIns="0" rtlCol="0"/>
            <a:lstStyle/>
            <a:p/>
          </p:txBody>
        </p:sp>
        <p:sp>
          <p:nvSpPr>
            <p:cNvPr id="1468" name="object 1468"/>
            <p:cNvSpPr/>
            <p:nvPr/>
          </p:nvSpPr>
          <p:spPr>
            <a:xfrm>
              <a:off x="414401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27F"/>
            </a:solidFill>
          </p:spPr>
          <p:txBody>
            <a:bodyPr wrap="square" lIns="0" tIns="0" rIns="0" bIns="0" rtlCol="0"/>
            <a:lstStyle/>
            <a:p/>
          </p:txBody>
        </p:sp>
        <p:sp>
          <p:nvSpPr>
            <p:cNvPr id="1469" name="object 1469"/>
            <p:cNvSpPr/>
            <p:nvPr/>
          </p:nvSpPr>
          <p:spPr>
            <a:xfrm>
              <a:off x="414401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282"/>
            </a:solidFill>
          </p:spPr>
          <p:txBody>
            <a:bodyPr wrap="square" lIns="0" tIns="0" rIns="0" bIns="0" rtlCol="0"/>
            <a:lstStyle/>
            <a:p/>
          </p:txBody>
        </p:sp>
        <p:sp>
          <p:nvSpPr>
            <p:cNvPr id="1470" name="object 1470"/>
            <p:cNvSpPr/>
            <p:nvPr/>
          </p:nvSpPr>
          <p:spPr>
            <a:xfrm>
              <a:off x="414401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184"/>
            </a:solidFill>
          </p:spPr>
          <p:txBody>
            <a:bodyPr wrap="square" lIns="0" tIns="0" rIns="0" bIns="0" rtlCol="0"/>
            <a:lstStyle/>
            <a:p/>
          </p:txBody>
        </p:sp>
        <p:sp>
          <p:nvSpPr>
            <p:cNvPr id="1471" name="object 1471"/>
            <p:cNvSpPr/>
            <p:nvPr/>
          </p:nvSpPr>
          <p:spPr>
            <a:xfrm>
              <a:off x="414401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087"/>
            </a:solidFill>
          </p:spPr>
          <p:txBody>
            <a:bodyPr wrap="square" lIns="0" tIns="0" rIns="0" bIns="0" rtlCol="0"/>
            <a:lstStyle/>
            <a:p/>
          </p:txBody>
        </p:sp>
        <p:sp>
          <p:nvSpPr>
            <p:cNvPr id="1472" name="object 1472"/>
            <p:cNvSpPr/>
            <p:nvPr/>
          </p:nvSpPr>
          <p:spPr>
            <a:xfrm>
              <a:off x="414401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089"/>
            </a:solidFill>
          </p:spPr>
          <p:txBody>
            <a:bodyPr wrap="square" lIns="0" tIns="0" rIns="0" bIns="0" rtlCol="0"/>
            <a:lstStyle/>
            <a:p/>
          </p:txBody>
        </p:sp>
        <p:sp>
          <p:nvSpPr>
            <p:cNvPr id="1473" name="object 1473"/>
            <p:cNvSpPr/>
            <p:nvPr/>
          </p:nvSpPr>
          <p:spPr>
            <a:xfrm>
              <a:off x="414401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F8B"/>
            </a:solidFill>
          </p:spPr>
          <p:txBody>
            <a:bodyPr wrap="square" lIns="0" tIns="0" rIns="0" bIns="0" rtlCol="0"/>
            <a:lstStyle/>
            <a:p/>
          </p:txBody>
        </p:sp>
        <p:sp>
          <p:nvSpPr>
            <p:cNvPr id="1474" name="object 1474"/>
            <p:cNvSpPr/>
            <p:nvPr/>
          </p:nvSpPr>
          <p:spPr>
            <a:xfrm>
              <a:off x="414401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F8E"/>
            </a:solidFill>
          </p:spPr>
          <p:txBody>
            <a:bodyPr wrap="square" lIns="0" tIns="0" rIns="0" bIns="0" rtlCol="0"/>
            <a:lstStyle/>
            <a:p/>
          </p:txBody>
        </p:sp>
        <p:sp>
          <p:nvSpPr>
            <p:cNvPr id="1475" name="object 1475"/>
            <p:cNvSpPr/>
            <p:nvPr/>
          </p:nvSpPr>
          <p:spPr>
            <a:xfrm>
              <a:off x="414401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E90"/>
            </a:solidFill>
          </p:spPr>
          <p:txBody>
            <a:bodyPr wrap="square" lIns="0" tIns="0" rIns="0" bIns="0" rtlCol="0"/>
            <a:lstStyle/>
            <a:p/>
          </p:txBody>
        </p:sp>
        <p:sp>
          <p:nvSpPr>
            <p:cNvPr id="1476" name="object 1476"/>
            <p:cNvSpPr/>
            <p:nvPr/>
          </p:nvSpPr>
          <p:spPr>
            <a:xfrm>
              <a:off x="414401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E92"/>
            </a:solidFill>
          </p:spPr>
          <p:txBody>
            <a:bodyPr wrap="square" lIns="0" tIns="0" rIns="0" bIns="0" rtlCol="0"/>
            <a:lstStyle/>
            <a:p/>
          </p:txBody>
        </p:sp>
        <p:sp>
          <p:nvSpPr>
            <p:cNvPr id="1477" name="object 1477"/>
            <p:cNvSpPr/>
            <p:nvPr/>
          </p:nvSpPr>
          <p:spPr>
            <a:xfrm>
              <a:off x="414401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D95"/>
            </a:solidFill>
          </p:spPr>
          <p:txBody>
            <a:bodyPr wrap="square" lIns="0" tIns="0" rIns="0" bIns="0" rtlCol="0"/>
            <a:lstStyle/>
            <a:p/>
          </p:txBody>
        </p:sp>
        <p:sp>
          <p:nvSpPr>
            <p:cNvPr id="1478" name="object 1478"/>
            <p:cNvSpPr/>
            <p:nvPr/>
          </p:nvSpPr>
          <p:spPr>
            <a:xfrm>
              <a:off x="414401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C97"/>
            </a:solidFill>
          </p:spPr>
          <p:txBody>
            <a:bodyPr wrap="square" lIns="0" tIns="0" rIns="0" bIns="0" rtlCol="0"/>
            <a:lstStyle/>
            <a:p/>
          </p:txBody>
        </p:sp>
        <p:sp>
          <p:nvSpPr>
            <p:cNvPr id="1479" name="object 1479"/>
            <p:cNvSpPr/>
            <p:nvPr/>
          </p:nvSpPr>
          <p:spPr>
            <a:xfrm>
              <a:off x="414401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C99"/>
            </a:solidFill>
          </p:spPr>
          <p:txBody>
            <a:bodyPr wrap="square" lIns="0" tIns="0" rIns="0" bIns="0" rtlCol="0"/>
            <a:lstStyle/>
            <a:p/>
          </p:txBody>
        </p:sp>
        <p:sp>
          <p:nvSpPr>
            <p:cNvPr id="1480" name="object 1480"/>
            <p:cNvSpPr/>
            <p:nvPr/>
          </p:nvSpPr>
          <p:spPr>
            <a:xfrm>
              <a:off x="414401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B9C"/>
            </a:solidFill>
          </p:spPr>
          <p:txBody>
            <a:bodyPr wrap="square" lIns="0" tIns="0" rIns="0" bIns="0" rtlCol="0"/>
            <a:lstStyle/>
            <a:p/>
          </p:txBody>
        </p:sp>
        <p:sp>
          <p:nvSpPr>
            <p:cNvPr id="1481" name="object 1481"/>
            <p:cNvSpPr/>
            <p:nvPr/>
          </p:nvSpPr>
          <p:spPr>
            <a:xfrm>
              <a:off x="414401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B9E"/>
            </a:solidFill>
          </p:spPr>
          <p:txBody>
            <a:bodyPr wrap="square" lIns="0" tIns="0" rIns="0" bIns="0" rtlCol="0"/>
            <a:lstStyle/>
            <a:p/>
          </p:txBody>
        </p:sp>
        <p:sp>
          <p:nvSpPr>
            <p:cNvPr id="1482" name="object 1482"/>
            <p:cNvSpPr/>
            <p:nvPr/>
          </p:nvSpPr>
          <p:spPr>
            <a:xfrm>
              <a:off x="414401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AA0"/>
            </a:solidFill>
          </p:spPr>
          <p:txBody>
            <a:bodyPr wrap="square" lIns="0" tIns="0" rIns="0" bIns="0" rtlCol="0"/>
            <a:lstStyle/>
            <a:p/>
          </p:txBody>
        </p:sp>
        <p:sp>
          <p:nvSpPr>
            <p:cNvPr id="1483" name="object 1483"/>
            <p:cNvSpPr/>
            <p:nvPr/>
          </p:nvSpPr>
          <p:spPr>
            <a:xfrm>
              <a:off x="414401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9A3"/>
            </a:solidFill>
          </p:spPr>
          <p:txBody>
            <a:bodyPr wrap="square" lIns="0" tIns="0" rIns="0" bIns="0" rtlCol="0"/>
            <a:lstStyle/>
            <a:p/>
          </p:txBody>
        </p:sp>
        <p:sp>
          <p:nvSpPr>
            <p:cNvPr id="1484" name="object 1484"/>
            <p:cNvSpPr/>
            <p:nvPr/>
          </p:nvSpPr>
          <p:spPr>
            <a:xfrm>
              <a:off x="414401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9A5"/>
            </a:solidFill>
          </p:spPr>
          <p:txBody>
            <a:bodyPr wrap="square" lIns="0" tIns="0" rIns="0" bIns="0" rtlCol="0"/>
            <a:lstStyle/>
            <a:p/>
          </p:txBody>
        </p:sp>
        <p:sp>
          <p:nvSpPr>
            <p:cNvPr id="1485" name="object 1485"/>
            <p:cNvSpPr/>
            <p:nvPr/>
          </p:nvSpPr>
          <p:spPr>
            <a:xfrm>
              <a:off x="414401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8A7"/>
            </a:solidFill>
          </p:spPr>
          <p:txBody>
            <a:bodyPr wrap="square" lIns="0" tIns="0" rIns="0" bIns="0" rtlCol="0"/>
            <a:lstStyle/>
            <a:p/>
          </p:txBody>
        </p:sp>
        <p:sp>
          <p:nvSpPr>
            <p:cNvPr id="1486" name="object 1486"/>
            <p:cNvSpPr/>
            <p:nvPr/>
          </p:nvSpPr>
          <p:spPr>
            <a:xfrm>
              <a:off x="414401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8AA"/>
            </a:solidFill>
          </p:spPr>
          <p:txBody>
            <a:bodyPr wrap="square" lIns="0" tIns="0" rIns="0" bIns="0" rtlCol="0"/>
            <a:lstStyle/>
            <a:p/>
          </p:txBody>
        </p:sp>
        <p:sp>
          <p:nvSpPr>
            <p:cNvPr id="1487" name="object 1487"/>
            <p:cNvSpPr/>
            <p:nvPr/>
          </p:nvSpPr>
          <p:spPr>
            <a:xfrm>
              <a:off x="414401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7AC"/>
            </a:solidFill>
          </p:spPr>
          <p:txBody>
            <a:bodyPr wrap="square" lIns="0" tIns="0" rIns="0" bIns="0" rtlCol="0"/>
            <a:lstStyle/>
            <a:p/>
          </p:txBody>
        </p:sp>
        <p:sp>
          <p:nvSpPr>
            <p:cNvPr id="1488" name="object 1488"/>
            <p:cNvSpPr/>
            <p:nvPr/>
          </p:nvSpPr>
          <p:spPr>
            <a:xfrm>
              <a:off x="414401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7AE"/>
            </a:solidFill>
          </p:spPr>
          <p:txBody>
            <a:bodyPr wrap="square" lIns="0" tIns="0" rIns="0" bIns="0" rtlCol="0"/>
            <a:lstStyle/>
            <a:p/>
          </p:txBody>
        </p:sp>
        <p:sp>
          <p:nvSpPr>
            <p:cNvPr id="1489" name="object 1489"/>
            <p:cNvSpPr/>
            <p:nvPr/>
          </p:nvSpPr>
          <p:spPr>
            <a:xfrm>
              <a:off x="414401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6B1"/>
            </a:solidFill>
          </p:spPr>
          <p:txBody>
            <a:bodyPr wrap="square" lIns="0" tIns="0" rIns="0" bIns="0" rtlCol="0"/>
            <a:lstStyle/>
            <a:p/>
          </p:txBody>
        </p:sp>
        <p:sp>
          <p:nvSpPr>
            <p:cNvPr id="1490" name="object 1490"/>
            <p:cNvSpPr/>
            <p:nvPr/>
          </p:nvSpPr>
          <p:spPr>
            <a:xfrm>
              <a:off x="414401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5B3"/>
            </a:solidFill>
          </p:spPr>
          <p:txBody>
            <a:bodyPr wrap="square" lIns="0" tIns="0" rIns="0" bIns="0" rtlCol="0"/>
            <a:lstStyle/>
            <a:p/>
          </p:txBody>
        </p:sp>
        <p:sp>
          <p:nvSpPr>
            <p:cNvPr id="1491" name="object 1491"/>
            <p:cNvSpPr/>
            <p:nvPr/>
          </p:nvSpPr>
          <p:spPr>
            <a:xfrm>
              <a:off x="414401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5B5"/>
            </a:solidFill>
          </p:spPr>
          <p:txBody>
            <a:bodyPr wrap="square" lIns="0" tIns="0" rIns="0" bIns="0" rtlCol="0"/>
            <a:lstStyle/>
            <a:p/>
          </p:txBody>
        </p:sp>
        <p:sp>
          <p:nvSpPr>
            <p:cNvPr id="1492" name="object 1492"/>
            <p:cNvSpPr/>
            <p:nvPr/>
          </p:nvSpPr>
          <p:spPr>
            <a:xfrm>
              <a:off x="414401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4B8"/>
            </a:solidFill>
          </p:spPr>
          <p:txBody>
            <a:bodyPr wrap="square" lIns="0" tIns="0" rIns="0" bIns="0" rtlCol="0"/>
            <a:lstStyle/>
            <a:p/>
          </p:txBody>
        </p:sp>
        <p:sp>
          <p:nvSpPr>
            <p:cNvPr id="1493" name="object 1493"/>
            <p:cNvSpPr/>
            <p:nvPr/>
          </p:nvSpPr>
          <p:spPr>
            <a:xfrm>
              <a:off x="414401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4BA"/>
            </a:solidFill>
          </p:spPr>
          <p:txBody>
            <a:bodyPr wrap="square" lIns="0" tIns="0" rIns="0" bIns="0" rtlCol="0"/>
            <a:lstStyle/>
            <a:p/>
          </p:txBody>
        </p:sp>
        <p:sp>
          <p:nvSpPr>
            <p:cNvPr id="1494" name="object 1494"/>
            <p:cNvSpPr/>
            <p:nvPr/>
          </p:nvSpPr>
          <p:spPr>
            <a:xfrm>
              <a:off x="414401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3BC"/>
            </a:solidFill>
          </p:spPr>
          <p:txBody>
            <a:bodyPr wrap="square" lIns="0" tIns="0" rIns="0" bIns="0" rtlCol="0"/>
            <a:lstStyle/>
            <a:p/>
          </p:txBody>
        </p:sp>
        <p:sp>
          <p:nvSpPr>
            <p:cNvPr id="1495" name="object 1495"/>
            <p:cNvSpPr/>
            <p:nvPr/>
          </p:nvSpPr>
          <p:spPr>
            <a:xfrm>
              <a:off x="414401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2BF"/>
            </a:solidFill>
          </p:spPr>
          <p:txBody>
            <a:bodyPr wrap="square" lIns="0" tIns="0" rIns="0" bIns="0" rtlCol="0"/>
            <a:lstStyle/>
            <a:p/>
          </p:txBody>
        </p:sp>
        <p:sp>
          <p:nvSpPr>
            <p:cNvPr id="1496" name="object 1496"/>
            <p:cNvSpPr/>
            <p:nvPr/>
          </p:nvSpPr>
          <p:spPr>
            <a:xfrm>
              <a:off x="414401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2C1"/>
            </a:solidFill>
          </p:spPr>
          <p:txBody>
            <a:bodyPr wrap="square" lIns="0" tIns="0" rIns="0" bIns="0" rtlCol="0"/>
            <a:lstStyle/>
            <a:p/>
          </p:txBody>
        </p:sp>
        <p:sp>
          <p:nvSpPr>
            <p:cNvPr id="1497" name="object 1497"/>
            <p:cNvSpPr/>
            <p:nvPr/>
          </p:nvSpPr>
          <p:spPr>
            <a:xfrm>
              <a:off x="414401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1C3"/>
            </a:solidFill>
          </p:spPr>
          <p:txBody>
            <a:bodyPr wrap="square" lIns="0" tIns="0" rIns="0" bIns="0" rtlCol="0"/>
            <a:lstStyle/>
            <a:p/>
          </p:txBody>
        </p:sp>
        <p:sp>
          <p:nvSpPr>
            <p:cNvPr id="1498" name="object 1498"/>
            <p:cNvSpPr/>
            <p:nvPr/>
          </p:nvSpPr>
          <p:spPr>
            <a:xfrm>
              <a:off x="414401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1C6"/>
            </a:solidFill>
          </p:spPr>
          <p:txBody>
            <a:bodyPr wrap="square" lIns="0" tIns="0" rIns="0" bIns="0" rtlCol="0"/>
            <a:lstStyle/>
            <a:p/>
          </p:txBody>
        </p:sp>
      </p:grpSp>
      <p:grpSp>
        <p:nvGrpSpPr>
          <p:cNvPr id="1499" name="object 1499"/>
          <p:cNvGrpSpPr/>
          <p:nvPr/>
        </p:nvGrpSpPr>
        <p:grpSpPr>
          <a:xfrm>
            <a:off x="4428490" y="1056766"/>
            <a:ext cx="205740" cy="848360"/>
            <a:chOff x="4428490" y="1056766"/>
            <a:chExt cx="205740" cy="848360"/>
          </a:xfrm>
        </p:grpSpPr>
        <p:sp>
          <p:nvSpPr>
            <p:cNvPr id="1500" name="object 1500"/>
            <p:cNvSpPr/>
            <p:nvPr/>
          </p:nvSpPr>
          <p:spPr>
            <a:xfrm>
              <a:off x="4481830" y="1056766"/>
              <a:ext cx="152400" cy="13970"/>
            </a:xfrm>
            <a:custGeom>
              <a:avLst/>
              <a:gdLst/>
              <a:ahLst/>
              <a:cxnLst/>
              <a:rect l="l" t="t" r="r" b="b"/>
              <a:pathLst>
                <a:path w="152400" h="13969">
                  <a:moveTo>
                    <a:pt x="31750" y="0"/>
                  </a:moveTo>
                  <a:lnTo>
                    <a:pt x="21590" y="0"/>
                  </a:lnTo>
                  <a:lnTo>
                    <a:pt x="21590" y="1143"/>
                  </a:lnTo>
                  <a:lnTo>
                    <a:pt x="31750" y="1143"/>
                  </a:lnTo>
                  <a:lnTo>
                    <a:pt x="31750" y="0"/>
                  </a:lnTo>
                  <a:close/>
                </a:path>
                <a:path w="152400" h="13969">
                  <a:moveTo>
                    <a:pt x="41910" y="3810"/>
                  </a:moveTo>
                  <a:lnTo>
                    <a:pt x="38100" y="3810"/>
                  </a:lnTo>
                  <a:lnTo>
                    <a:pt x="38100" y="2413"/>
                  </a:lnTo>
                  <a:lnTo>
                    <a:pt x="36830" y="2413"/>
                  </a:lnTo>
                  <a:lnTo>
                    <a:pt x="36830" y="1270"/>
                  </a:lnTo>
                  <a:lnTo>
                    <a:pt x="36830" y="1143"/>
                  </a:lnTo>
                  <a:lnTo>
                    <a:pt x="31750" y="1143"/>
                  </a:lnTo>
                  <a:lnTo>
                    <a:pt x="31750" y="1270"/>
                  </a:lnTo>
                  <a:lnTo>
                    <a:pt x="21590" y="1270"/>
                  </a:lnTo>
                  <a:lnTo>
                    <a:pt x="21590" y="1143"/>
                  </a:lnTo>
                  <a:lnTo>
                    <a:pt x="16510" y="1143"/>
                  </a:lnTo>
                  <a:lnTo>
                    <a:pt x="16510" y="2413"/>
                  </a:lnTo>
                  <a:lnTo>
                    <a:pt x="12700" y="2413"/>
                  </a:lnTo>
                  <a:lnTo>
                    <a:pt x="12700" y="3810"/>
                  </a:lnTo>
                  <a:lnTo>
                    <a:pt x="8890" y="3810"/>
                  </a:lnTo>
                  <a:lnTo>
                    <a:pt x="8890" y="4953"/>
                  </a:lnTo>
                  <a:lnTo>
                    <a:pt x="41910" y="4953"/>
                  </a:lnTo>
                  <a:lnTo>
                    <a:pt x="41910" y="3810"/>
                  </a:lnTo>
                  <a:close/>
                </a:path>
                <a:path w="152400" h="13969">
                  <a:moveTo>
                    <a:pt x="46977" y="6350"/>
                  </a:moveTo>
                  <a:lnTo>
                    <a:pt x="43180" y="6350"/>
                  </a:lnTo>
                  <a:lnTo>
                    <a:pt x="43180" y="6223"/>
                  </a:lnTo>
                  <a:lnTo>
                    <a:pt x="43180" y="5080"/>
                  </a:lnTo>
                  <a:lnTo>
                    <a:pt x="43180" y="4953"/>
                  </a:lnTo>
                  <a:lnTo>
                    <a:pt x="41910" y="4953"/>
                  </a:lnTo>
                  <a:lnTo>
                    <a:pt x="41910" y="5080"/>
                  </a:lnTo>
                  <a:lnTo>
                    <a:pt x="8890" y="5080"/>
                  </a:lnTo>
                  <a:lnTo>
                    <a:pt x="8890" y="4953"/>
                  </a:lnTo>
                  <a:lnTo>
                    <a:pt x="7620" y="4953"/>
                  </a:lnTo>
                  <a:lnTo>
                    <a:pt x="7620" y="6223"/>
                  </a:lnTo>
                  <a:lnTo>
                    <a:pt x="7620" y="6350"/>
                  </a:lnTo>
                  <a:lnTo>
                    <a:pt x="6350" y="6350"/>
                  </a:lnTo>
                  <a:lnTo>
                    <a:pt x="6350" y="7493"/>
                  </a:lnTo>
                  <a:lnTo>
                    <a:pt x="46977" y="7493"/>
                  </a:lnTo>
                  <a:lnTo>
                    <a:pt x="46977" y="6350"/>
                  </a:lnTo>
                  <a:close/>
                </a:path>
                <a:path w="152400" h="13969">
                  <a:moveTo>
                    <a:pt x="53340" y="10160"/>
                  </a:moveTo>
                  <a:lnTo>
                    <a:pt x="52070" y="10160"/>
                  </a:lnTo>
                  <a:lnTo>
                    <a:pt x="52070" y="8763"/>
                  </a:lnTo>
                  <a:lnTo>
                    <a:pt x="48260" y="8763"/>
                  </a:lnTo>
                  <a:lnTo>
                    <a:pt x="48260" y="7620"/>
                  </a:lnTo>
                  <a:lnTo>
                    <a:pt x="48260" y="7493"/>
                  </a:lnTo>
                  <a:lnTo>
                    <a:pt x="46977" y="7493"/>
                  </a:lnTo>
                  <a:lnTo>
                    <a:pt x="46977" y="7620"/>
                  </a:lnTo>
                  <a:lnTo>
                    <a:pt x="6350" y="7620"/>
                  </a:lnTo>
                  <a:lnTo>
                    <a:pt x="6350" y="7493"/>
                  </a:lnTo>
                  <a:lnTo>
                    <a:pt x="5080" y="7493"/>
                  </a:lnTo>
                  <a:lnTo>
                    <a:pt x="5080" y="8763"/>
                  </a:lnTo>
                  <a:lnTo>
                    <a:pt x="2540" y="8763"/>
                  </a:lnTo>
                  <a:lnTo>
                    <a:pt x="2540" y="10160"/>
                  </a:lnTo>
                  <a:lnTo>
                    <a:pt x="1270" y="10160"/>
                  </a:lnTo>
                  <a:lnTo>
                    <a:pt x="1270" y="11303"/>
                  </a:lnTo>
                  <a:lnTo>
                    <a:pt x="53340" y="11303"/>
                  </a:lnTo>
                  <a:lnTo>
                    <a:pt x="53340" y="10160"/>
                  </a:lnTo>
                  <a:close/>
                </a:path>
                <a:path w="152400" h="13969">
                  <a:moveTo>
                    <a:pt x="54610" y="11303"/>
                  </a:moveTo>
                  <a:lnTo>
                    <a:pt x="53340" y="11303"/>
                  </a:lnTo>
                  <a:lnTo>
                    <a:pt x="53340" y="11430"/>
                  </a:lnTo>
                  <a:lnTo>
                    <a:pt x="1270" y="11430"/>
                  </a:lnTo>
                  <a:lnTo>
                    <a:pt x="1270" y="11303"/>
                  </a:lnTo>
                  <a:lnTo>
                    <a:pt x="0" y="11303"/>
                  </a:lnTo>
                  <a:lnTo>
                    <a:pt x="0" y="13843"/>
                  </a:lnTo>
                  <a:lnTo>
                    <a:pt x="54610" y="13843"/>
                  </a:lnTo>
                  <a:lnTo>
                    <a:pt x="54610" y="11430"/>
                  </a:lnTo>
                  <a:lnTo>
                    <a:pt x="54610" y="11303"/>
                  </a:lnTo>
                  <a:close/>
                </a:path>
                <a:path w="152400" h="13969">
                  <a:moveTo>
                    <a:pt x="152400" y="12700"/>
                  </a:moveTo>
                  <a:lnTo>
                    <a:pt x="73660" y="12700"/>
                  </a:lnTo>
                  <a:lnTo>
                    <a:pt x="73660" y="13843"/>
                  </a:lnTo>
                  <a:lnTo>
                    <a:pt x="152400" y="13843"/>
                  </a:lnTo>
                  <a:lnTo>
                    <a:pt x="152400" y="12700"/>
                  </a:lnTo>
                  <a:close/>
                </a:path>
              </a:pathLst>
            </a:custGeom>
            <a:solidFill>
              <a:srgbClr val="003300"/>
            </a:solidFill>
          </p:spPr>
          <p:txBody>
            <a:bodyPr wrap="square" lIns="0" tIns="0" rIns="0" bIns="0" rtlCol="0"/>
            <a:lstStyle/>
            <a:p/>
          </p:txBody>
        </p:sp>
        <p:sp>
          <p:nvSpPr>
            <p:cNvPr id="1501" name="object 1501"/>
            <p:cNvSpPr/>
            <p:nvPr/>
          </p:nvSpPr>
          <p:spPr>
            <a:xfrm>
              <a:off x="4475480" y="1070609"/>
              <a:ext cx="158750" cy="6350"/>
            </a:xfrm>
            <a:custGeom>
              <a:avLst/>
              <a:gdLst/>
              <a:ahLst/>
              <a:cxnLst/>
              <a:rect l="l" t="t" r="r" b="b"/>
              <a:pathLst>
                <a:path w="158750" h="6350">
                  <a:moveTo>
                    <a:pt x="158750" y="3936"/>
                  </a:moveTo>
                  <a:lnTo>
                    <a:pt x="80010" y="3936"/>
                  </a:lnTo>
                  <a:lnTo>
                    <a:pt x="80010" y="6350"/>
                  </a:lnTo>
                  <a:lnTo>
                    <a:pt x="158750" y="6350"/>
                  </a:lnTo>
                  <a:lnTo>
                    <a:pt x="158750" y="3936"/>
                  </a:lnTo>
                  <a:close/>
                </a:path>
                <a:path w="158750" h="6350">
                  <a:moveTo>
                    <a:pt x="66039" y="5206"/>
                  </a:moveTo>
                  <a:lnTo>
                    <a:pt x="0" y="5206"/>
                  </a:lnTo>
                  <a:lnTo>
                    <a:pt x="0" y="6350"/>
                  </a:lnTo>
                  <a:lnTo>
                    <a:pt x="66039" y="6350"/>
                  </a:lnTo>
                  <a:lnTo>
                    <a:pt x="66039" y="5206"/>
                  </a:lnTo>
                  <a:close/>
                </a:path>
                <a:path w="158750" h="6350">
                  <a:moveTo>
                    <a:pt x="2540" y="3809"/>
                  </a:moveTo>
                  <a:lnTo>
                    <a:pt x="1270" y="3809"/>
                  </a:lnTo>
                  <a:lnTo>
                    <a:pt x="1270" y="5206"/>
                  </a:lnTo>
                  <a:lnTo>
                    <a:pt x="64770" y="5206"/>
                  </a:lnTo>
                  <a:lnTo>
                    <a:pt x="64770" y="3936"/>
                  </a:lnTo>
                  <a:lnTo>
                    <a:pt x="2540" y="3936"/>
                  </a:lnTo>
                  <a:close/>
                </a:path>
                <a:path w="158750" h="6350">
                  <a:moveTo>
                    <a:pt x="64770" y="2666"/>
                  </a:moveTo>
                  <a:lnTo>
                    <a:pt x="2540" y="2666"/>
                  </a:lnTo>
                  <a:lnTo>
                    <a:pt x="2540" y="3809"/>
                  </a:lnTo>
                  <a:lnTo>
                    <a:pt x="64770" y="3809"/>
                  </a:lnTo>
                  <a:lnTo>
                    <a:pt x="64770" y="2666"/>
                  </a:lnTo>
                  <a:close/>
                </a:path>
                <a:path w="158750" h="6350">
                  <a:moveTo>
                    <a:pt x="63500" y="1269"/>
                  </a:moveTo>
                  <a:lnTo>
                    <a:pt x="3810" y="1269"/>
                  </a:lnTo>
                  <a:lnTo>
                    <a:pt x="3810" y="2666"/>
                  </a:lnTo>
                  <a:lnTo>
                    <a:pt x="63500" y="2666"/>
                  </a:lnTo>
                  <a:lnTo>
                    <a:pt x="63500" y="1269"/>
                  </a:lnTo>
                  <a:close/>
                </a:path>
                <a:path w="158750" h="6350">
                  <a:moveTo>
                    <a:pt x="6350" y="0"/>
                  </a:moveTo>
                  <a:lnTo>
                    <a:pt x="5080" y="0"/>
                  </a:lnTo>
                  <a:lnTo>
                    <a:pt x="5080" y="1269"/>
                  </a:lnTo>
                  <a:lnTo>
                    <a:pt x="62230" y="1269"/>
                  </a:lnTo>
                  <a:lnTo>
                    <a:pt x="62230" y="126"/>
                  </a:lnTo>
                  <a:lnTo>
                    <a:pt x="6350" y="126"/>
                  </a:lnTo>
                  <a:close/>
                </a:path>
                <a:path w="158750" h="6350">
                  <a:moveTo>
                    <a:pt x="62230" y="0"/>
                  </a:moveTo>
                  <a:lnTo>
                    <a:pt x="60960" y="0"/>
                  </a:lnTo>
                  <a:lnTo>
                    <a:pt x="62230" y="126"/>
                  </a:lnTo>
                  <a:close/>
                </a:path>
                <a:path w="158750" h="6350">
                  <a:moveTo>
                    <a:pt x="158750" y="126"/>
                  </a:moveTo>
                  <a:lnTo>
                    <a:pt x="80010" y="126"/>
                  </a:lnTo>
                  <a:lnTo>
                    <a:pt x="80010" y="3809"/>
                  </a:lnTo>
                  <a:lnTo>
                    <a:pt x="158750" y="3809"/>
                  </a:lnTo>
                  <a:lnTo>
                    <a:pt x="158750" y="126"/>
                  </a:lnTo>
                  <a:close/>
                </a:path>
              </a:pathLst>
            </a:custGeom>
            <a:solidFill>
              <a:srgbClr val="003302"/>
            </a:solidFill>
          </p:spPr>
          <p:txBody>
            <a:bodyPr wrap="square" lIns="0" tIns="0" rIns="0" bIns="0" rtlCol="0"/>
            <a:lstStyle/>
            <a:p/>
          </p:txBody>
        </p:sp>
        <p:sp>
          <p:nvSpPr>
            <p:cNvPr id="1502" name="object 1502"/>
            <p:cNvSpPr/>
            <p:nvPr/>
          </p:nvSpPr>
          <p:spPr>
            <a:xfrm>
              <a:off x="4470400" y="1076959"/>
              <a:ext cx="163830" cy="7620"/>
            </a:xfrm>
            <a:custGeom>
              <a:avLst/>
              <a:gdLst/>
              <a:ahLst/>
              <a:cxnLst/>
              <a:rect l="l" t="t" r="r" b="b"/>
              <a:pathLst>
                <a:path w="163829" h="7619">
                  <a:moveTo>
                    <a:pt x="1270" y="6349"/>
                  </a:moveTo>
                  <a:lnTo>
                    <a:pt x="0" y="6349"/>
                  </a:lnTo>
                  <a:lnTo>
                    <a:pt x="0" y="7619"/>
                  </a:lnTo>
                  <a:lnTo>
                    <a:pt x="76200" y="7619"/>
                  </a:lnTo>
                  <a:lnTo>
                    <a:pt x="76200" y="6476"/>
                  </a:lnTo>
                  <a:lnTo>
                    <a:pt x="1270" y="6476"/>
                  </a:lnTo>
                  <a:lnTo>
                    <a:pt x="1270" y="6349"/>
                  </a:lnTo>
                  <a:close/>
                </a:path>
                <a:path w="163829" h="7619">
                  <a:moveTo>
                    <a:pt x="76200" y="6349"/>
                  </a:moveTo>
                  <a:lnTo>
                    <a:pt x="74930" y="6349"/>
                  </a:lnTo>
                  <a:lnTo>
                    <a:pt x="74930" y="6476"/>
                  </a:lnTo>
                  <a:lnTo>
                    <a:pt x="76200" y="6476"/>
                  </a:lnTo>
                  <a:lnTo>
                    <a:pt x="76200" y="6349"/>
                  </a:lnTo>
                  <a:close/>
                </a:path>
                <a:path w="163829" h="7619">
                  <a:moveTo>
                    <a:pt x="2539" y="3809"/>
                  </a:moveTo>
                  <a:lnTo>
                    <a:pt x="1270" y="3809"/>
                  </a:lnTo>
                  <a:lnTo>
                    <a:pt x="1270" y="6349"/>
                  </a:lnTo>
                  <a:lnTo>
                    <a:pt x="74930" y="6349"/>
                  </a:lnTo>
                  <a:lnTo>
                    <a:pt x="74930" y="5206"/>
                  </a:lnTo>
                  <a:lnTo>
                    <a:pt x="73660" y="5206"/>
                  </a:lnTo>
                  <a:lnTo>
                    <a:pt x="73660" y="3936"/>
                  </a:lnTo>
                  <a:lnTo>
                    <a:pt x="2539" y="3936"/>
                  </a:lnTo>
                  <a:close/>
                </a:path>
                <a:path w="163829" h="7619">
                  <a:moveTo>
                    <a:pt x="73660" y="2666"/>
                  </a:moveTo>
                  <a:lnTo>
                    <a:pt x="2539" y="2666"/>
                  </a:lnTo>
                  <a:lnTo>
                    <a:pt x="2539" y="3809"/>
                  </a:lnTo>
                  <a:lnTo>
                    <a:pt x="73660" y="3809"/>
                  </a:lnTo>
                  <a:lnTo>
                    <a:pt x="73660" y="2666"/>
                  </a:lnTo>
                  <a:close/>
                </a:path>
                <a:path w="163829" h="7619">
                  <a:moveTo>
                    <a:pt x="72389" y="126"/>
                  </a:moveTo>
                  <a:lnTo>
                    <a:pt x="3810" y="126"/>
                  </a:lnTo>
                  <a:lnTo>
                    <a:pt x="3810" y="2666"/>
                  </a:lnTo>
                  <a:lnTo>
                    <a:pt x="72389" y="2666"/>
                  </a:lnTo>
                  <a:lnTo>
                    <a:pt x="72389" y="126"/>
                  </a:lnTo>
                  <a:close/>
                </a:path>
                <a:path w="163829" h="7619">
                  <a:moveTo>
                    <a:pt x="71119" y="0"/>
                  </a:moveTo>
                  <a:lnTo>
                    <a:pt x="5079" y="0"/>
                  </a:lnTo>
                  <a:lnTo>
                    <a:pt x="71119" y="126"/>
                  </a:lnTo>
                  <a:close/>
                </a:path>
                <a:path w="163829" h="7619">
                  <a:moveTo>
                    <a:pt x="163829" y="6476"/>
                  </a:moveTo>
                  <a:lnTo>
                    <a:pt x="85089" y="6476"/>
                  </a:lnTo>
                  <a:lnTo>
                    <a:pt x="85089" y="7619"/>
                  </a:lnTo>
                  <a:lnTo>
                    <a:pt x="163829" y="7619"/>
                  </a:lnTo>
                  <a:lnTo>
                    <a:pt x="163829" y="6476"/>
                  </a:lnTo>
                  <a:close/>
                </a:path>
                <a:path w="163829" h="7619">
                  <a:moveTo>
                    <a:pt x="163829" y="3936"/>
                  </a:moveTo>
                  <a:lnTo>
                    <a:pt x="85089" y="3936"/>
                  </a:lnTo>
                  <a:lnTo>
                    <a:pt x="85089" y="6349"/>
                  </a:lnTo>
                  <a:lnTo>
                    <a:pt x="163829" y="6349"/>
                  </a:lnTo>
                  <a:lnTo>
                    <a:pt x="163829" y="3936"/>
                  </a:lnTo>
                  <a:close/>
                </a:path>
                <a:path w="163829" h="7619">
                  <a:moveTo>
                    <a:pt x="163829" y="0"/>
                  </a:moveTo>
                  <a:lnTo>
                    <a:pt x="85089" y="0"/>
                  </a:lnTo>
                  <a:lnTo>
                    <a:pt x="85089" y="3809"/>
                  </a:lnTo>
                  <a:lnTo>
                    <a:pt x="163829" y="3809"/>
                  </a:lnTo>
                  <a:lnTo>
                    <a:pt x="163829" y="0"/>
                  </a:lnTo>
                  <a:close/>
                </a:path>
              </a:pathLst>
            </a:custGeom>
            <a:solidFill>
              <a:srgbClr val="003104"/>
            </a:solidFill>
          </p:spPr>
          <p:txBody>
            <a:bodyPr wrap="square" lIns="0" tIns="0" rIns="0" bIns="0" rtlCol="0"/>
            <a:lstStyle/>
            <a:p/>
          </p:txBody>
        </p:sp>
        <p:sp>
          <p:nvSpPr>
            <p:cNvPr id="1503" name="object 1503"/>
            <p:cNvSpPr/>
            <p:nvPr/>
          </p:nvSpPr>
          <p:spPr>
            <a:xfrm>
              <a:off x="4466590" y="1084579"/>
              <a:ext cx="167640" cy="7620"/>
            </a:xfrm>
            <a:custGeom>
              <a:avLst/>
              <a:gdLst/>
              <a:ahLst/>
              <a:cxnLst/>
              <a:rect l="l" t="t" r="r" b="b"/>
              <a:pathLst>
                <a:path w="167639" h="7619">
                  <a:moveTo>
                    <a:pt x="1270" y="5079"/>
                  </a:moveTo>
                  <a:lnTo>
                    <a:pt x="0" y="5079"/>
                  </a:lnTo>
                  <a:lnTo>
                    <a:pt x="0" y="7620"/>
                  </a:lnTo>
                  <a:lnTo>
                    <a:pt x="85089" y="7620"/>
                  </a:lnTo>
                  <a:lnTo>
                    <a:pt x="85089" y="6350"/>
                  </a:lnTo>
                  <a:lnTo>
                    <a:pt x="83820" y="6350"/>
                  </a:lnTo>
                  <a:lnTo>
                    <a:pt x="83820" y="5207"/>
                  </a:lnTo>
                  <a:lnTo>
                    <a:pt x="1270" y="5207"/>
                  </a:lnTo>
                  <a:lnTo>
                    <a:pt x="1270" y="5079"/>
                  </a:lnTo>
                  <a:close/>
                </a:path>
                <a:path w="167639" h="7619">
                  <a:moveTo>
                    <a:pt x="2539" y="2539"/>
                  </a:moveTo>
                  <a:lnTo>
                    <a:pt x="1270" y="2539"/>
                  </a:lnTo>
                  <a:lnTo>
                    <a:pt x="1270" y="5079"/>
                  </a:lnTo>
                  <a:lnTo>
                    <a:pt x="83820" y="5079"/>
                  </a:lnTo>
                  <a:lnTo>
                    <a:pt x="83820" y="3937"/>
                  </a:lnTo>
                  <a:lnTo>
                    <a:pt x="82550" y="3937"/>
                  </a:lnTo>
                  <a:lnTo>
                    <a:pt x="82550" y="2666"/>
                  </a:lnTo>
                  <a:lnTo>
                    <a:pt x="2539" y="2666"/>
                  </a:lnTo>
                  <a:close/>
                </a:path>
                <a:path w="167639" h="7619">
                  <a:moveTo>
                    <a:pt x="82550" y="2539"/>
                  </a:moveTo>
                  <a:lnTo>
                    <a:pt x="81279" y="2539"/>
                  </a:lnTo>
                  <a:lnTo>
                    <a:pt x="82550" y="2666"/>
                  </a:lnTo>
                  <a:close/>
                </a:path>
                <a:path w="167639" h="7619">
                  <a:moveTo>
                    <a:pt x="81280" y="0"/>
                  </a:moveTo>
                  <a:lnTo>
                    <a:pt x="3810" y="0"/>
                  </a:lnTo>
                  <a:lnTo>
                    <a:pt x="3810" y="1397"/>
                  </a:lnTo>
                  <a:lnTo>
                    <a:pt x="2539" y="1397"/>
                  </a:lnTo>
                  <a:lnTo>
                    <a:pt x="2539" y="2539"/>
                  </a:lnTo>
                  <a:lnTo>
                    <a:pt x="81279" y="2539"/>
                  </a:lnTo>
                  <a:lnTo>
                    <a:pt x="81280" y="0"/>
                  </a:lnTo>
                  <a:close/>
                </a:path>
                <a:path w="167639" h="7619">
                  <a:moveTo>
                    <a:pt x="167639" y="5207"/>
                  </a:moveTo>
                  <a:lnTo>
                    <a:pt x="88900" y="5207"/>
                  </a:lnTo>
                  <a:lnTo>
                    <a:pt x="88900" y="7620"/>
                  </a:lnTo>
                  <a:lnTo>
                    <a:pt x="167639" y="7620"/>
                  </a:lnTo>
                  <a:lnTo>
                    <a:pt x="167639" y="5207"/>
                  </a:lnTo>
                  <a:close/>
                </a:path>
                <a:path w="167639" h="7619">
                  <a:moveTo>
                    <a:pt x="167639" y="2666"/>
                  </a:moveTo>
                  <a:lnTo>
                    <a:pt x="88900" y="2666"/>
                  </a:lnTo>
                  <a:lnTo>
                    <a:pt x="88900" y="5079"/>
                  </a:lnTo>
                  <a:lnTo>
                    <a:pt x="167639" y="5079"/>
                  </a:lnTo>
                  <a:lnTo>
                    <a:pt x="167639" y="2666"/>
                  </a:lnTo>
                  <a:close/>
                </a:path>
                <a:path w="167639" h="7619">
                  <a:moveTo>
                    <a:pt x="167639" y="0"/>
                  </a:moveTo>
                  <a:lnTo>
                    <a:pt x="88900" y="0"/>
                  </a:lnTo>
                  <a:lnTo>
                    <a:pt x="88900" y="2539"/>
                  </a:lnTo>
                  <a:lnTo>
                    <a:pt x="167639" y="2539"/>
                  </a:lnTo>
                  <a:lnTo>
                    <a:pt x="167639" y="0"/>
                  </a:lnTo>
                  <a:close/>
                </a:path>
              </a:pathLst>
            </a:custGeom>
            <a:solidFill>
              <a:srgbClr val="003105"/>
            </a:solidFill>
          </p:spPr>
          <p:txBody>
            <a:bodyPr wrap="square" lIns="0" tIns="0" rIns="0" bIns="0" rtlCol="0"/>
            <a:lstStyle/>
            <a:p/>
          </p:txBody>
        </p:sp>
        <p:sp>
          <p:nvSpPr>
            <p:cNvPr id="1504" name="object 1504"/>
            <p:cNvSpPr/>
            <p:nvPr/>
          </p:nvSpPr>
          <p:spPr>
            <a:xfrm>
              <a:off x="4462780" y="1092199"/>
              <a:ext cx="171450" cy="6350"/>
            </a:xfrm>
            <a:custGeom>
              <a:avLst/>
              <a:gdLst/>
              <a:ahLst/>
              <a:cxnLst/>
              <a:rect l="l" t="t" r="r" b="b"/>
              <a:pathLst>
                <a:path w="171450" h="6350">
                  <a:moveTo>
                    <a:pt x="92710" y="5080"/>
                  </a:moveTo>
                  <a:lnTo>
                    <a:pt x="91440" y="5080"/>
                  </a:lnTo>
                  <a:lnTo>
                    <a:pt x="91440" y="3810"/>
                  </a:lnTo>
                  <a:lnTo>
                    <a:pt x="90170" y="3810"/>
                  </a:lnTo>
                  <a:lnTo>
                    <a:pt x="90170" y="2540"/>
                  </a:lnTo>
                  <a:lnTo>
                    <a:pt x="90170" y="1270"/>
                  </a:lnTo>
                  <a:lnTo>
                    <a:pt x="88900" y="1270"/>
                  </a:lnTo>
                  <a:lnTo>
                    <a:pt x="88900" y="0"/>
                  </a:lnTo>
                  <a:lnTo>
                    <a:pt x="2540" y="0"/>
                  </a:lnTo>
                  <a:lnTo>
                    <a:pt x="2540" y="1270"/>
                  </a:lnTo>
                  <a:lnTo>
                    <a:pt x="2540" y="2540"/>
                  </a:lnTo>
                  <a:lnTo>
                    <a:pt x="1270" y="2540"/>
                  </a:lnTo>
                  <a:lnTo>
                    <a:pt x="1270" y="3810"/>
                  </a:lnTo>
                  <a:lnTo>
                    <a:pt x="1270" y="5080"/>
                  </a:lnTo>
                  <a:lnTo>
                    <a:pt x="0" y="5080"/>
                  </a:lnTo>
                  <a:lnTo>
                    <a:pt x="0" y="6350"/>
                  </a:lnTo>
                  <a:lnTo>
                    <a:pt x="92710" y="6350"/>
                  </a:lnTo>
                  <a:lnTo>
                    <a:pt x="92710" y="5080"/>
                  </a:lnTo>
                  <a:close/>
                </a:path>
                <a:path w="171450" h="6350">
                  <a:moveTo>
                    <a:pt x="171450" y="3937"/>
                  </a:moveTo>
                  <a:lnTo>
                    <a:pt x="93980" y="3937"/>
                  </a:lnTo>
                  <a:lnTo>
                    <a:pt x="93980" y="6350"/>
                  </a:lnTo>
                  <a:lnTo>
                    <a:pt x="171450" y="6350"/>
                  </a:lnTo>
                  <a:lnTo>
                    <a:pt x="171450" y="3937"/>
                  </a:lnTo>
                  <a:close/>
                </a:path>
                <a:path w="171450" h="6350">
                  <a:moveTo>
                    <a:pt x="171450" y="0"/>
                  </a:moveTo>
                  <a:lnTo>
                    <a:pt x="92710" y="0"/>
                  </a:lnTo>
                  <a:lnTo>
                    <a:pt x="92710" y="1270"/>
                  </a:lnTo>
                  <a:lnTo>
                    <a:pt x="92710" y="2540"/>
                  </a:lnTo>
                  <a:lnTo>
                    <a:pt x="93980" y="2540"/>
                  </a:lnTo>
                  <a:lnTo>
                    <a:pt x="93980" y="3810"/>
                  </a:lnTo>
                  <a:lnTo>
                    <a:pt x="171450" y="3810"/>
                  </a:lnTo>
                  <a:lnTo>
                    <a:pt x="171450" y="2540"/>
                  </a:lnTo>
                  <a:lnTo>
                    <a:pt x="171450" y="1270"/>
                  </a:lnTo>
                  <a:lnTo>
                    <a:pt x="171450" y="0"/>
                  </a:lnTo>
                  <a:close/>
                </a:path>
              </a:pathLst>
            </a:custGeom>
            <a:solidFill>
              <a:srgbClr val="003007"/>
            </a:solidFill>
          </p:spPr>
          <p:txBody>
            <a:bodyPr wrap="square" lIns="0" tIns="0" rIns="0" bIns="0" rtlCol="0"/>
            <a:lstStyle/>
            <a:p/>
          </p:txBody>
        </p:sp>
        <p:sp>
          <p:nvSpPr>
            <p:cNvPr id="1505" name="object 1505"/>
            <p:cNvSpPr/>
            <p:nvPr/>
          </p:nvSpPr>
          <p:spPr>
            <a:xfrm>
              <a:off x="4460240" y="1098549"/>
              <a:ext cx="173990" cy="7620"/>
            </a:xfrm>
            <a:custGeom>
              <a:avLst/>
              <a:gdLst/>
              <a:ahLst/>
              <a:cxnLst/>
              <a:rect l="l" t="t" r="r" b="b"/>
              <a:pathLst>
                <a:path w="173989" h="7619">
                  <a:moveTo>
                    <a:pt x="173990" y="5092"/>
                  </a:moveTo>
                  <a:lnTo>
                    <a:pt x="0" y="5092"/>
                  </a:lnTo>
                  <a:lnTo>
                    <a:pt x="0" y="7620"/>
                  </a:lnTo>
                  <a:lnTo>
                    <a:pt x="173990" y="7620"/>
                  </a:lnTo>
                  <a:lnTo>
                    <a:pt x="173990" y="5092"/>
                  </a:lnTo>
                  <a:close/>
                </a:path>
                <a:path w="173989" h="7619">
                  <a:moveTo>
                    <a:pt x="173990" y="0"/>
                  </a:moveTo>
                  <a:lnTo>
                    <a:pt x="96520" y="0"/>
                  </a:lnTo>
                  <a:lnTo>
                    <a:pt x="2540" y="0"/>
                  </a:lnTo>
                  <a:lnTo>
                    <a:pt x="2540" y="2540"/>
                  </a:lnTo>
                  <a:lnTo>
                    <a:pt x="1270" y="2540"/>
                  </a:lnTo>
                  <a:lnTo>
                    <a:pt x="1270" y="5080"/>
                  </a:lnTo>
                  <a:lnTo>
                    <a:pt x="173990" y="5080"/>
                  </a:lnTo>
                  <a:lnTo>
                    <a:pt x="173990" y="2540"/>
                  </a:lnTo>
                  <a:lnTo>
                    <a:pt x="173990" y="127"/>
                  </a:lnTo>
                  <a:lnTo>
                    <a:pt x="173990" y="0"/>
                  </a:lnTo>
                  <a:close/>
                </a:path>
              </a:pathLst>
            </a:custGeom>
            <a:solidFill>
              <a:srgbClr val="003009"/>
            </a:solidFill>
          </p:spPr>
          <p:txBody>
            <a:bodyPr wrap="square" lIns="0" tIns="0" rIns="0" bIns="0" rtlCol="0"/>
            <a:lstStyle/>
            <a:p/>
          </p:txBody>
        </p:sp>
        <p:sp>
          <p:nvSpPr>
            <p:cNvPr id="1506" name="object 1506"/>
            <p:cNvSpPr/>
            <p:nvPr/>
          </p:nvSpPr>
          <p:spPr>
            <a:xfrm>
              <a:off x="4457700" y="1106169"/>
              <a:ext cx="176530" cy="7620"/>
            </a:xfrm>
            <a:custGeom>
              <a:avLst/>
              <a:gdLst/>
              <a:ahLst/>
              <a:cxnLst/>
              <a:rect l="l" t="t" r="r" b="b"/>
              <a:pathLst>
                <a:path w="176529" h="7619">
                  <a:moveTo>
                    <a:pt x="176530" y="0"/>
                  </a:moveTo>
                  <a:lnTo>
                    <a:pt x="1270" y="0"/>
                  </a:lnTo>
                  <a:lnTo>
                    <a:pt x="1270" y="2540"/>
                  </a:lnTo>
                  <a:lnTo>
                    <a:pt x="0" y="2540"/>
                  </a:lnTo>
                  <a:lnTo>
                    <a:pt x="0" y="7620"/>
                  </a:lnTo>
                  <a:lnTo>
                    <a:pt x="176530" y="7620"/>
                  </a:lnTo>
                  <a:lnTo>
                    <a:pt x="176530" y="2540"/>
                  </a:lnTo>
                  <a:lnTo>
                    <a:pt x="176530" y="0"/>
                  </a:lnTo>
                  <a:close/>
                </a:path>
              </a:pathLst>
            </a:custGeom>
            <a:solidFill>
              <a:srgbClr val="002F0B"/>
            </a:solidFill>
          </p:spPr>
          <p:txBody>
            <a:bodyPr wrap="square" lIns="0" tIns="0" rIns="0" bIns="0" rtlCol="0"/>
            <a:lstStyle/>
            <a:p/>
          </p:txBody>
        </p:sp>
        <p:sp>
          <p:nvSpPr>
            <p:cNvPr id="1507" name="object 1507"/>
            <p:cNvSpPr/>
            <p:nvPr/>
          </p:nvSpPr>
          <p:spPr>
            <a:xfrm>
              <a:off x="4455160" y="1113789"/>
              <a:ext cx="179070" cy="6350"/>
            </a:xfrm>
            <a:custGeom>
              <a:avLst/>
              <a:gdLst/>
              <a:ahLst/>
              <a:cxnLst/>
              <a:rect l="l" t="t" r="r" b="b"/>
              <a:pathLst>
                <a:path w="179070" h="6350">
                  <a:moveTo>
                    <a:pt x="179070" y="0"/>
                  </a:moveTo>
                  <a:lnTo>
                    <a:pt x="1270" y="0"/>
                  </a:lnTo>
                  <a:lnTo>
                    <a:pt x="1270" y="3810"/>
                  </a:lnTo>
                  <a:lnTo>
                    <a:pt x="0" y="3810"/>
                  </a:lnTo>
                  <a:lnTo>
                    <a:pt x="0" y="6350"/>
                  </a:lnTo>
                  <a:lnTo>
                    <a:pt x="179070" y="6350"/>
                  </a:lnTo>
                  <a:lnTo>
                    <a:pt x="179070" y="3810"/>
                  </a:lnTo>
                  <a:lnTo>
                    <a:pt x="179070" y="0"/>
                  </a:lnTo>
                  <a:close/>
                </a:path>
              </a:pathLst>
            </a:custGeom>
            <a:solidFill>
              <a:srgbClr val="002F0C"/>
            </a:solidFill>
          </p:spPr>
          <p:txBody>
            <a:bodyPr wrap="square" lIns="0" tIns="0" rIns="0" bIns="0" rtlCol="0"/>
            <a:lstStyle/>
            <a:p/>
          </p:txBody>
        </p:sp>
        <p:sp>
          <p:nvSpPr>
            <p:cNvPr id="1508" name="object 1508"/>
            <p:cNvSpPr/>
            <p:nvPr/>
          </p:nvSpPr>
          <p:spPr>
            <a:xfrm>
              <a:off x="4451350" y="1120139"/>
              <a:ext cx="182880" cy="7620"/>
            </a:xfrm>
            <a:custGeom>
              <a:avLst/>
              <a:gdLst/>
              <a:ahLst/>
              <a:cxnLst/>
              <a:rect l="l" t="t" r="r" b="b"/>
              <a:pathLst>
                <a:path w="182879" h="7619">
                  <a:moveTo>
                    <a:pt x="182880" y="6362"/>
                  </a:moveTo>
                  <a:lnTo>
                    <a:pt x="0" y="6362"/>
                  </a:lnTo>
                  <a:lnTo>
                    <a:pt x="0" y="7620"/>
                  </a:lnTo>
                  <a:lnTo>
                    <a:pt x="182880" y="7620"/>
                  </a:lnTo>
                  <a:lnTo>
                    <a:pt x="182880" y="6362"/>
                  </a:lnTo>
                  <a:close/>
                </a:path>
                <a:path w="182879" h="7619">
                  <a:moveTo>
                    <a:pt x="182880" y="0"/>
                  </a:moveTo>
                  <a:lnTo>
                    <a:pt x="2540" y="0"/>
                  </a:lnTo>
                  <a:lnTo>
                    <a:pt x="2540" y="2540"/>
                  </a:lnTo>
                  <a:lnTo>
                    <a:pt x="1270" y="2540"/>
                  </a:lnTo>
                  <a:lnTo>
                    <a:pt x="1270" y="6350"/>
                  </a:lnTo>
                  <a:lnTo>
                    <a:pt x="182880" y="6350"/>
                  </a:lnTo>
                  <a:lnTo>
                    <a:pt x="182880" y="2540"/>
                  </a:lnTo>
                  <a:lnTo>
                    <a:pt x="182880" y="0"/>
                  </a:lnTo>
                  <a:close/>
                </a:path>
              </a:pathLst>
            </a:custGeom>
            <a:solidFill>
              <a:srgbClr val="002F0E"/>
            </a:solidFill>
          </p:spPr>
          <p:txBody>
            <a:bodyPr wrap="square" lIns="0" tIns="0" rIns="0" bIns="0" rtlCol="0"/>
            <a:lstStyle/>
            <a:p/>
          </p:txBody>
        </p:sp>
        <p:sp>
          <p:nvSpPr>
            <p:cNvPr id="1509" name="object 1509"/>
            <p:cNvSpPr/>
            <p:nvPr/>
          </p:nvSpPr>
          <p:spPr>
            <a:xfrm>
              <a:off x="4450080" y="1127759"/>
              <a:ext cx="184150" cy="7620"/>
            </a:xfrm>
            <a:custGeom>
              <a:avLst/>
              <a:gdLst/>
              <a:ahLst/>
              <a:cxnLst/>
              <a:rect l="l" t="t" r="r" b="b"/>
              <a:pathLst>
                <a:path w="184150" h="7619">
                  <a:moveTo>
                    <a:pt x="184150" y="0"/>
                  </a:moveTo>
                  <a:lnTo>
                    <a:pt x="1270" y="0"/>
                  </a:lnTo>
                  <a:lnTo>
                    <a:pt x="1270" y="3810"/>
                  </a:lnTo>
                  <a:lnTo>
                    <a:pt x="0" y="3810"/>
                  </a:lnTo>
                  <a:lnTo>
                    <a:pt x="0" y="7620"/>
                  </a:lnTo>
                  <a:lnTo>
                    <a:pt x="184150" y="7620"/>
                  </a:lnTo>
                  <a:lnTo>
                    <a:pt x="184150" y="3810"/>
                  </a:lnTo>
                  <a:lnTo>
                    <a:pt x="184150" y="0"/>
                  </a:lnTo>
                  <a:close/>
                </a:path>
              </a:pathLst>
            </a:custGeom>
            <a:solidFill>
              <a:srgbClr val="002E10"/>
            </a:solidFill>
          </p:spPr>
          <p:txBody>
            <a:bodyPr wrap="square" lIns="0" tIns="0" rIns="0" bIns="0" rtlCol="0"/>
            <a:lstStyle/>
            <a:p/>
          </p:txBody>
        </p:sp>
        <p:sp>
          <p:nvSpPr>
            <p:cNvPr id="1510" name="object 1510"/>
            <p:cNvSpPr/>
            <p:nvPr/>
          </p:nvSpPr>
          <p:spPr>
            <a:xfrm>
              <a:off x="4447540" y="1135379"/>
              <a:ext cx="186690" cy="6350"/>
            </a:xfrm>
            <a:custGeom>
              <a:avLst/>
              <a:gdLst/>
              <a:ahLst/>
              <a:cxnLst/>
              <a:rect l="l" t="t" r="r" b="b"/>
              <a:pathLst>
                <a:path w="186689" h="6350">
                  <a:moveTo>
                    <a:pt x="186690" y="0"/>
                  </a:moveTo>
                  <a:lnTo>
                    <a:pt x="1270" y="0"/>
                  </a:lnTo>
                  <a:lnTo>
                    <a:pt x="1270" y="5080"/>
                  </a:lnTo>
                  <a:lnTo>
                    <a:pt x="0" y="5080"/>
                  </a:lnTo>
                  <a:lnTo>
                    <a:pt x="0" y="6350"/>
                  </a:lnTo>
                  <a:lnTo>
                    <a:pt x="186690" y="6350"/>
                  </a:lnTo>
                  <a:lnTo>
                    <a:pt x="186690" y="5080"/>
                  </a:lnTo>
                  <a:lnTo>
                    <a:pt x="186690" y="0"/>
                  </a:lnTo>
                  <a:close/>
                </a:path>
              </a:pathLst>
            </a:custGeom>
            <a:solidFill>
              <a:srgbClr val="002E11"/>
            </a:solidFill>
          </p:spPr>
          <p:txBody>
            <a:bodyPr wrap="square" lIns="0" tIns="0" rIns="0" bIns="0" rtlCol="0"/>
            <a:lstStyle/>
            <a:p/>
          </p:txBody>
        </p:sp>
        <p:sp>
          <p:nvSpPr>
            <p:cNvPr id="1511" name="object 1511"/>
            <p:cNvSpPr/>
            <p:nvPr/>
          </p:nvSpPr>
          <p:spPr>
            <a:xfrm>
              <a:off x="4446270" y="1141729"/>
              <a:ext cx="187960" cy="7620"/>
            </a:xfrm>
            <a:custGeom>
              <a:avLst/>
              <a:gdLst/>
              <a:ahLst/>
              <a:cxnLst/>
              <a:rect l="l" t="t" r="r" b="b"/>
              <a:pathLst>
                <a:path w="187960" h="7619">
                  <a:moveTo>
                    <a:pt x="187960" y="3822"/>
                  </a:moveTo>
                  <a:lnTo>
                    <a:pt x="0" y="3822"/>
                  </a:lnTo>
                  <a:lnTo>
                    <a:pt x="0" y="7620"/>
                  </a:lnTo>
                  <a:lnTo>
                    <a:pt x="187960" y="7620"/>
                  </a:lnTo>
                  <a:lnTo>
                    <a:pt x="187960" y="3822"/>
                  </a:lnTo>
                  <a:close/>
                </a:path>
                <a:path w="187960" h="7619">
                  <a:moveTo>
                    <a:pt x="187960" y="0"/>
                  </a:moveTo>
                  <a:lnTo>
                    <a:pt x="1270" y="0"/>
                  </a:lnTo>
                  <a:lnTo>
                    <a:pt x="1270" y="3810"/>
                  </a:lnTo>
                  <a:lnTo>
                    <a:pt x="187960" y="3810"/>
                  </a:lnTo>
                  <a:lnTo>
                    <a:pt x="187960" y="0"/>
                  </a:lnTo>
                  <a:close/>
                </a:path>
              </a:pathLst>
            </a:custGeom>
            <a:solidFill>
              <a:srgbClr val="002D13"/>
            </a:solidFill>
          </p:spPr>
          <p:txBody>
            <a:bodyPr wrap="square" lIns="0" tIns="0" rIns="0" bIns="0" rtlCol="0"/>
            <a:lstStyle/>
            <a:p/>
          </p:txBody>
        </p:sp>
        <p:sp>
          <p:nvSpPr>
            <p:cNvPr id="1512" name="object 1512"/>
            <p:cNvSpPr/>
            <p:nvPr/>
          </p:nvSpPr>
          <p:spPr>
            <a:xfrm>
              <a:off x="4445000" y="1149349"/>
              <a:ext cx="189230" cy="7620"/>
            </a:xfrm>
            <a:custGeom>
              <a:avLst/>
              <a:gdLst/>
              <a:ahLst/>
              <a:cxnLst/>
              <a:rect l="l" t="t" r="r" b="b"/>
              <a:pathLst>
                <a:path w="189229" h="7619">
                  <a:moveTo>
                    <a:pt x="189230" y="0"/>
                  </a:moveTo>
                  <a:lnTo>
                    <a:pt x="1270" y="0"/>
                  </a:lnTo>
                  <a:lnTo>
                    <a:pt x="1270" y="1270"/>
                  </a:lnTo>
                  <a:lnTo>
                    <a:pt x="0" y="1270"/>
                  </a:lnTo>
                  <a:lnTo>
                    <a:pt x="0" y="7620"/>
                  </a:lnTo>
                  <a:lnTo>
                    <a:pt x="189230" y="7620"/>
                  </a:lnTo>
                  <a:lnTo>
                    <a:pt x="189230" y="1270"/>
                  </a:lnTo>
                  <a:lnTo>
                    <a:pt x="189230" y="0"/>
                  </a:lnTo>
                  <a:close/>
                </a:path>
              </a:pathLst>
            </a:custGeom>
            <a:solidFill>
              <a:srgbClr val="002D15"/>
            </a:solidFill>
          </p:spPr>
          <p:txBody>
            <a:bodyPr wrap="square" lIns="0" tIns="0" rIns="0" bIns="0" rtlCol="0"/>
            <a:lstStyle/>
            <a:p/>
          </p:txBody>
        </p:sp>
        <p:sp>
          <p:nvSpPr>
            <p:cNvPr id="1513" name="object 1513"/>
            <p:cNvSpPr/>
            <p:nvPr/>
          </p:nvSpPr>
          <p:spPr>
            <a:xfrm>
              <a:off x="4443730" y="1156969"/>
              <a:ext cx="190500" cy="6350"/>
            </a:xfrm>
            <a:custGeom>
              <a:avLst/>
              <a:gdLst/>
              <a:ahLst/>
              <a:cxnLst/>
              <a:rect l="l" t="t" r="r" b="b"/>
              <a:pathLst>
                <a:path w="190500" h="6350">
                  <a:moveTo>
                    <a:pt x="190500" y="0"/>
                  </a:moveTo>
                  <a:lnTo>
                    <a:pt x="1270" y="0"/>
                  </a:lnTo>
                  <a:lnTo>
                    <a:pt x="1270" y="1270"/>
                  </a:lnTo>
                  <a:lnTo>
                    <a:pt x="0" y="1270"/>
                  </a:lnTo>
                  <a:lnTo>
                    <a:pt x="0" y="6350"/>
                  </a:lnTo>
                  <a:lnTo>
                    <a:pt x="190500" y="6350"/>
                  </a:lnTo>
                  <a:lnTo>
                    <a:pt x="190500" y="1270"/>
                  </a:lnTo>
                  <a:lnTo>
                    <a:pt x="190500" y="0"/>
                  </a:lnTo>
                  <a:close/>
                </a:path>
              </a:pathLst>
            </a:custGeom>
            <a:solidFill>
              <a:srgbClr val="002C17"/>
            </a:solidFill>
          </p:spPr>
          <p:txBody>
            <a:bodyPr wrap="square" lIns="0" tIns="0" rIns="0" bIns="0" rtlCol="0"/>
            <a:lstStyle/>
            <a:p/>
          </p:txBody>
        </p:sp>
        <p:sp>
          <p:nvSpPr>
            <p:cNvPr id="1514" name="object 1514"/>
            <p:cNvSpPr/>
            <p:nvPr/>
          </p:nvSpPr>
          <p:spPr>
            <a:xfrm>
              <a:off x="4442460" y="1163319"/>
              <a:ext cx="191770" cy="7620"/>
            </a:xfrm>
            <a:custGeom>
              <a:avLst/>
              <a:gdLst/>
              <a:ahLst/>
              <a:cxnLst/>
              <a:rect l="l" t="t" r="r" b="b"/>
              <a:pathLst>
                <a:path w="191770" h="7619">
                  <a:moveTo>
                    <a:pt x="191770" y="5080"/>
                  </a:moveTo>
                  <a:lnTo>
                    <a:pt x="0" y="5080"/>
                  </a:lnTo>
                  <a:lnTo>
                    <a:pt x="0" y="7620"/>
                  </a:lnTo>
                  <a:lnTo>
                    <a:pt x="191770" y="7620"/>
                  </a:lnTo>
                  <a:lnTo>
                    <a:pt x="191770" y="5080"/>
                  </a:lnTo>
                  <a:close/>
                </a:path>
                <a:path w="191770" h="7619">
                  <a:moveTo>
                    <a:pt x="191770" y="0"/>
                  </a:moveTo>
                  <a:lnTo>
                    <a:pt x="1270" y="0"/>
                  </a:lnTo>
                  <a:lnTo>
                    <a:pt x="1270" y="3810"/>
                  </a:lnTo>
                  <a:lnTo>
                    <a:pt x="191770" y="3810"/>
                  </a:lnTo>
                  <a:lnTo>
                    <a:pt x="191770" y="0"/>
                  </a:lnTo>
                  <a:close/>
                </a:path>
              </a:pathLst>
            </a:custGeom>
            <a:solidFill>
              <a:srgbClr val="002C18"/>
            </a:solidFill>
          </p:spPr>
          <p:txBody>
            <a:bodyPr wrap="square" lIns="0" tIns="0" rIns="0" bIns="0" rtlCol="0"/>
            <a:lstStyle/>
            <a:p/>
          </p:txBody>
        </p:sp>
        <p:sp>
          <p:nvSpPr>
            <p:cNvPr id="1515" name="object 1515"/>
            <p:cNvSpPr/>
            <p:nvPr/>
          </p:nvSpPr>
          <p:spPr>
            <a:xfrm>
              <a:off x="4441190" y="1170939"/>
              <a:ext cx="193040" cy="7620"/>
            </a:xfrm>
            <a:custGeom>
              <a:avLst/>
              <a:gdLst/>
              <a:ahLst/>
              <a:cxnLst/>
              <a:rect l="l" t="t" r="r" b="b"/>
              <a:pathLst>
                <a:path w="193039" h="7619">
                  <a:moveTo>
                    <a:pt x="193040" y="2540"/>
                  </a:moveTo>
                  <a:lnTo>
                    <a:pt x="1270" y="2540"/>
                  </a:lnTo>
                  <a:lnTo>
                    <a:pt x="1270" y="1270"/>
                  </a:lnTo>
                  <a:lnTo>
                    <a:pt x="0" y="1270"/>
                  </a:lnTo>
                  <a:lnTo>
                    <a:pt x="0" y="2540"/>
                  </a:lnTo>
                  <a:lnTo>
                    <a:pt x="0" y="7620"/>
                  </a:lnTo>
                  <a:lnTo>
                    <a:pt x="193040" y="7620"/>
                  </a:lnTo>
                  <a:lnTo>
                    <a:pt x="193040" y="2540"/>
                  </a:lnTo>
                  <a:close/>
                </a:path>
                <a:path w="193039" h="7619">
                  <a:moveTo>
                    <a:pt x="193040" y="0"/>
                  </a:moveTo>
                  <a:lnTo>
                    <a:pt x="1270" y="0"/>
                  </a:lnTo>
                  <a:lnTo>
                    <a:pt x="1270" y="1270"/>
                  </a:lnTo>
                  <a:lnTo>
                    <a:pt x="193040" y="1270"/>
                  </a:lnTo>
                  <a:lnTo>
                    <a:pt x="193040" y="0"/>
                  </a:lnTo>
                  <a:close/>
                </a:path>
              </a:pathLst>
            </a:custGeom>
            <a:solidFill>
              <a:srgbClr val="002C1A"/>
            </a:solidFill>
          </p:spPr>
          <p:txBody>
            <a:bodyPr wrap="square" lIns="0" tIns="0" rIns="0" bIns="0" rtlCol="0"/>
            <a:lstStyle/>
            <a:p/>
          </p:txBody>
        </p:sp>
        <p:sp>
          <p:nvSpPr>
            <p:cNvPr id="1516" name="object 1516"/>
            <p:cNvSpPr/>
            <p:nvPr/>
          </p:nvSpPr>
          <p:spPr>
            <a:xfrm>
              <a:off x="4439920" y="1178559"/>
              <a:ext cx="194310" cy="6350"/>
            </a:xfrm>
            <a:custGeom>
              <a:avLst/>
              <a:gdLst/>
              <a:ahLst/>
              <a:cxnLst/>
              <a:rect l="l" t="t" r="r" b="b"/>
              <a:pathLst>
                <a:path w="194310" h="6350">
                  <a:moveTo>
                    <a:pt x="194310" y="0"/>
                  </a:moveTo>
                  <a:lnTo>
                    <a:pt x="1270" y="0"/>
                  </a:lnTo>
                  <a:lnTo>
                    <a:pt x="1270" y="1270"/>
                  </a:lnTo>
                  <a:lnTo>
                    <a:pt x="0" y="1270"/>
                  </a:lnTo>
                  <a:lnTo>
                    <a:pt x="0" y="6350"/>
                  </a:lnTo>
                  <a:lnTo>
                    <a:pt x="194310" y="6350"/>
                  </a:lnTo>
                  <a:lnTo>
                    <a:pt x="194310" y="1270"/>
                  </a:lnTo>
                  <a:lnTo>
                    <a:pt x="194310" y="0"/>
                  </a:lnTo>
                  <a:close/>
                </a:path>
              </a:pathLst>
            </a:custGeom>
            <a:solidFill>
              <a:srgbClr val="002B1C"/>
            </a:solidFill>
          </p:spPr>
          <p:txBody>
            <a:bodyPr wrap="square" lIns="0" tIns="0" rIns="0" bIns="0" rtlCol="0"/>
            <a:lstStyle/>
            <a:p/>
          </p:txBody>
        </p:sp>
        <p:sp>
          <p:nvSpPr>
            <p:cNvPr id="1517" name="object 1517"/>
            <p:cNvSpPr/>
            <p:nvPr/>
          </p:nvSpPr>
          <p:spPr>
            <a:xfrm>
              <a:off x="4438650" y="1184909"/>
              <a:ext cx="195580" cy="7620"/>
            </a:xfrm>
            <a:custGeom>
              <a:avLst/>
              <a:gdLst/>
              <a:ahLst/>
              <a:cxnLst/>
              <a:rect l="l" t="t" r="r" b="b"/>
              <a:pathLst>
                <a:path w="195579" h="7619">
                  <a:moveTo>
                    <a:pt x="195580" y="0"/>
                  </a:moveTo>
                  <a:lnTo>
                    <a:pt x="1270" y="0"/>
                  </a:lnTo>
                  <a:lnTo>
                    <a:pt x="1270" y="3810"/>
                  </a:lnTo>
                  <a:lnTo>
                    <a:pt x="0" y="3810"/>
                  </a:lnTo>
                  <a:lnTo>
                    <a:pt x="0" y="7620"/>
                  </a:lnTo>
                  <a:lnTo>
                    <a:pt x="195580" y="7620"/>
                  </a:lnTo>
                  <a:lnTo>
                    <a:pt x="195580" y="3810"/>
                  </a:lnTo>
                  <a:lnTo>
                    <a:pt x="195580" y="0"/>
                  </a:lnTo>
                  <a:close/>
                </a:path>
              </a:pathLst>
            </a:custGeom>
            <a:solidFill>
              <a:srgbClr val="002B1D"/>
            </a:solidFill>
          </p:spPr>
          <p:txBody>
            <a:bodyPr wrap="square" lIns="0" tIns="0" rIns="0" bIns="0" rtlCol="0"/>
            <a:lstStyle/>
            <a:p/>
          </p:txBody>
        </p:sp>
        <p:sp>
          <p:nvSpPr>
            <p:cNvPr id="1518" name="object 1518"/>
            <p:cNvSpPr/>
            <p:nvPr/>
          </p:nvSpPr>
          <p:spPr>
            <a:xfrm>
              <a:off x="4437380" y="1192529"/>
              <a:ext cx="196850" cy="7620"/>
            </a:xfrm>
            <a:custGeom>
              <a:avLst/>
              <a:gdLst/>
              <a:ahLst/>
              <a:cxnLst/>
              <a:rect l="l" t="t" r="r" b="b"/>
              <a:pathLst>
                <a:path w="196850" h="7619">
                  <a:moveTo>
                    <a:pt x="196850" y="0"/>
                  </a:moveTo>
                  <a:lnTo>
                    <a:pt x="1270" y="0"/>
                  </a:lnTo>
                  <a:lnTo>
                    <a:pt x="1270" y="3810"/>
                  </a:lnTo>
                  <a:lnTo>
                    <a:pt x="0" y="3810"/>
                  </a:lnTo>
                  <a:lnTo>
                    <a:pt x="0" y="7620"/>
                  </a:lnTo>
                  <a:lnTo>
                    <a:pt x="196850" y="7620"/>
                  </a:lnTo>
                  <a:lnTo>
                    <a:pt x="196850" y="3810"/>
                  </a:lnTo>
                  <a:lnTo>
                    <a:pt x="196850" y="0"/>
                  </a:lnTo>
                  <a:close/>
                </a:path>
              </a:pathLst>
            </a:custGeom>
            <a:solidFill>
              <a:srgbClr val="002A1F"/>
            </a:solidFill>
          </p:spPr>
          <p:txBody>
            <a:bodyPr wrap="square" lIns="0" tIns="0" rIns="0" bIns="0" rtlCol="0"/>
            <a:lstStyle/>
            <a:p/>
          </p:txBody>
        </p:sp>
        <p:sp>
          <p:nvSpPr>
            <p:cNvPr id="1519" name="object 1519"/>
            <p:cNvSpPr/>
            <p:nvPr/>
          </p:nvSpPr>
          <p:spPr>
            <a:xfrm>
              <a:off x="4437380" y="12001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A21"/>
            </a:solidFill>
          </p:spPr>
          <p:txBody>
            <a:bodyPr wrap="square" lIns="0" tIns="0" rIns="0" bIns="0" rtlCol="0"/>
            <a:lstStyle/>
            <a:p/>
          </p:txBody>
        </p:sp>
        <p:sp>
          <p:nvSpPr>
            <p:cNvPr id="1520" name="object 1520"/>
            <p:cNvSpPr/>
            <p:nvPr/>
          </p:nvSpPr>
          <p:spPr>
            <a:xfrm>
              <a:off x="4436110" y="1206499"/>
              <a:ext cx="198120" cy="7620"/>
            </a:xfrm>
            <a:custGeom>
              <a:avLst/>
              <a:gdLst/>
              <a:ahLst/>
              <a:cxnLst/>
              <a:rect l="l" t="t" r="r" b="b"/>
              <a:pathLst>
                <a:path w="198120" h="7619">
                  <a:moveTo>
                    <a:pt x="198120" y="0"/>
                  </a:moveTo>
                  <a:lnTo>
                    <a:pt x="1270" y="0"/>
                  </a:lnTo>
                  <a:lnTo>
                    <a:pt x="1270" y="1270"/>
                  </a:lnTo>
                  <a:lnTo>
                    <a:pt x="0" y="1270"/>
                  </a:lnTo>
                  <a:lnTo>
                    <a:pt x="0" y="7620"/>
                  </a:lnTo>
                  <a:lnTo>
                    <a:pt x="198120" y="7620"/>
                  </a:lnTo>
                  <a:lnTo>
                    <a:pt x="198120" y="1270"/>
                  </a:lnTo>
                  <a:lnTo>
                    <a:pt x="198120" y="0"/>
                  </a:lnTo>
                  <a:close/>
                </a:path>
              </a:pathLst>
            </a:custGeom>
            <a:solidFill>
              <a:srgbClr val="002923"/>
            </a:solidFill>
          </p:spPr>
          <p:txBody>
            <a:bodyPr wrap="square" lIns="0" tIns="0" rIns="0" bIns="0" rtlCol="0"/>
            <a:lstStyle/>
            <a:p/>
          </p:txBody>
        </p:sp>
        <p:sp>
          <p:nvSpPr>
            <p:cNvPr id="1521" name="object 1521"/>
            <p:cNvSpPr/>
            <p:nvPr/>
          </p:nvSpPr>
          <p:spPr>
            <a:xfrm>
              <a:off x="4434840" y="121411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002924"/>
            </a:solidFill>
          </p:spPr>
          <p:txBody>
            <a:bodyPr wrap="square" lIns="0" tIns="0" rIns="0" bIns="0" rtlCol="0"/>
            <a:lstStyle/>
            <a:p/>
          </p:txBody>
        </p:sp>
        <p:sp>
          <p:nvSpPr>
            <p:cNvPr id="1522" name="object 1522"/>
            <p:cNvSpPr/>
            <p:nvPr/>
          </p:nvSpPr>
          <p:spPr>
            <a:xfrm>
              <a:off x="4434840" y="1221739"/>
              <a:ext cx="199390" cy="6350"/>
            </a:xfrm>
            <a:custGeom>
              <a:avLst/>
              <a:gdLst/>
              <a:ahLst/>
              <a:cxnLst/>
              <a:rect l="l" t="t" r="r" b="b"/>
              <a:pathLst>
                <a:path w="199389" h="6350">
                  <a:moveTo>
                    <a:pt x="0" y="6350"/>
                  </a:moveTo>
                  <a:lnTo>
                    <a:pt x="0" y="0"/>
                  </a:lnTo>
                  <a:lnTo>
                    <a:pt x="199389" y="0"/>
                  </a:lnTo>
                  <a:lnTo>
                    <a:pt x="199389" y="6350"/>
                  </a:lnTo>
                  <a:lnTo>
                    <a:pt x="0" y="6350"/>
                  </a:lnTo>
                  <a:close/>
                </a:path>
              </a:pathLst>
            </a:custGeom>
            <a:solidFill>
              <a:srgbClr val="002926"/>
            </a:solidFill>
          </p:spPr>
          <p:txBody>
            <a:bodyPr wrap="square" lIns="0" tIns="0" rIns="0" bIns="0" rtlCol="0"/>
            <a:lstStyle/>
            <a:p/>
          </p:txBody>
        </p:sp>
        <p:sp>
          <p:nvSpPr>
            <p:cNvPr id="1523" name="object 1523"/>
            <p:cNvSpPr/>
            <p:nvPr/>
          </p:nvSpPr>
          <p:spPr>
            <a:xfrm>
              <a:off x="4433570" y="1228089"/>
              <a:ext cx="200660" cy="7620"/>
            </a:xfrm>
            <a:custGeom>
              <a:avLst/>
              <a:gdLst/>
              <a:ahLst/>
              <a:cxnLst/>
              <a:rect l="l" t="t" r="r" b="b"/>
              <a:pathLst>
                <a:path w="200660" h="7619">
                  <a:moveTo>
                    <a:pt x="200660" y="0"/>
                  </a:moveTo>
                  <a:lnTo>
                    <a:pt x="1270" y="0"/>
                  </a:lnTo>
                  <a:lnTo>
                    <a:pt x="1270" y="6350"/>
                  </a:lnTo>
                  <a:lnTo>
                    <a:pt x="0" y="6350"/>
                  </a:lnTo>
                  <a:lnTo>
                    <a:pt x="0" y="7620"/>
                  </a:lnTo>
                  <a:lnTo>
                    <a:pt x="200660" y="7620"/>
                  </a:lnTo>
                  <a:lnTo>
                    <a:pt x="200660" y="6350"/>
                  </a:lnTo>
                  <a:lnTo>
                    <a:pt x="200660" y="0"/>
                  </a:lnTo>
                  <a:close/>
                </a:path>
              </a:pathLst>
            </a:custGeom>
            <a:solidFill>
              <a:srgbClr val="002828"/>
            </a:solidFill>
          </p:spPr>
          <p:txBody>
            <a:bodyPr wrap="square" lIns="0" tIns="0" rIns="0" bIns="0" rtlCol="0"/>
            <a:lstStyle/>
            <a:p/>
          </p:txBody>
        </p:sp>
        <p:sp>
          <p:nvSpPr>
            <p:cNvPr id="1524" name="object 1524"/>
            <p:cNvSpPr/>
            <p:nvPr/>
          </p:nvSpPr>
          <p:spPr>
            <a:xfrm>
              <a:off x="4433570" y="1235709"/>
              <a:ext cx="200660" cy="7620"/>
            </a:xfrm>
            <a:custGeom>
              <a:avLst/>
              <a:gdLst/>
              <a:ahLst/>
              <a:cxnLst/>
              <a:rect l="l" t="t" r="r" b="b"/>
              <a:pathLst>
                <a:path w="200660" h="7619">
                  <a:moveTo>
                    <a:pt x="0" y="7619"/>
                  </a:moveTo>
                  <a:lnTo>
                    <a:pt x="0" y="0"/>
                  </a:lnTo>
                  <a:lnTo>
                    <a:pt x="200659" y="0"/>
                  </a:lnTo>
                  <a:lnTo>
                    <a:pt x="200659" y="7619"/>
                  </a:lnTo>
                  <a:lnTo>
                    <a:pt x="0" y="7619"/>
                  </a:lnTo>
                  <a:close/>
                </a:path>
              </a:pathLst>
            </a:custGeom>
            <a:solidFill>
              <a:srgbClr val="002829"/>
            </a:solidFill>
          </p:spPr>
          <p:txBody>
            <a:bodyPr wrap="square" lIns="0" tIns="0" rIns="0" bIns="0" rtlCol="0"/>
            <a:lstStyle/>
            <a:p/>
          </p:txBody>
        </p:sp>
        <p:sp>
          <p:nvSpPr>
            <p:cNvPr id="1525" name="object 1525"/>
            <p:cNvSpPr/>
            <p:nvPr/>
          </p:nvSpPr>
          <p:spPr>
            <a:xfrm>
              <a:off x="4432300" y="1243329"/>
              <a:ext cx="201930" cy="6350"/>
            </a:xfrm>
            <a:custGeom>
              <a:avLst/>
              <a:gdLst/>
              <a:ahLst/>
              <a:cxnLst/>
              <a:rect l="l" t="t" r="r" b="b"/>
              <a:pathLst>
                <a:path w="201929" h="6350">
                  <a:moveTo>
                    <a:pt x="201930" y="0"/>
                  </a:moveTo>
                  <a:lnTo>
                    <a:pt x="1270" y="0"/>
                  </a:lnTo>
                  <a:lnTo>
                    <a:pt x="1270" y="3810"/>
                  </a:lnTo>
                  <a:lnTo>
                    <a:pt x="0" y="3810"/>
                  </a:lnTo>
                  <a:lnTo>
                    <a:pt x="0" y="6350"/>
                  </a:lnTo>
                  <a:lnTo>
                    <a:pt x="201930" y="6350"/>
                  </a:lnTo>
                  <a:lnTo>
                    <a:pt x="201930" y="3810"/>
                  </a:lnTo>
                  <a:lnTo>
                    <a:pt x="201930" y="0"/>
                  </a:lnTo>
                  <a:close/>
                </a:path>
              </a:pathLst>
            </a:custGeom>
            <a:solidFill>
              <a:srgbClr val="00272B"/>
            </a:solidFill>
          </p:spPr>
          <p:txBody>
            <a:bodyPr wrap="square" lIns="0" tIns="0" rIns="0" bIns="0" rtlCol="0"/>
            <a:lstStyle/>
            <a:p/>
          </p:txBody>
        </p:sp>
        <p:sp>
          <p:nvSpPr>
            <p:cNvPr id="1526" name="object 1526"/>
            <p:cNvSpPr/>
            <p:nvPr/>
          </p:nvSpPr>
          <p:spPr>
            <a:xfrm>
              <a:off x="4432300" y="1249679"/>
              <a:ext cx="201930" cy="7620"/>
            </a:xfrm>
            <a:custGeom>
              <a:avLst/>
              <a:gdLst/>
              <a:ahLst/>
              <a:cxnLst/>
              <a:rect l="l" t="t" r="r" b="b"/>
              <a:pathLst>
                <a:path w="201929" h="7619">
                  <a:moveTo>
                    <a:pt x="0" y="7620"/>
                  </a:moveTo>
                  <a:lnTo>
                    <a:pt x="0" y="0"/>
                  </a:lnTo>
                  <a:lnTo>
                    <a:pt x="201929" y="0"/>
                  </a:lnTo>
                  <a:lnTo>
                    <a:pt x="201929" y="7620"/>
                  </a:lnTo>
                  <a:lnTo>
                    <a:pt x="0" y="7620"/>
                  </a:lnTo>
                  <a:close/>
                </a:path>
              </a:pathLst>
            </a:custGeom>
            <a:solidFill>
              <a:srgbClr val="00272D"/>
            </a:solidFill>
          </p:spPr>
          <p:txBody>
            <a:bodyPr wrap="square" lIns="0" tIns="0" rIns="0" bIns="0" rtlCol="0"/>
            <a:lstStyle/>
            <a:p/>
          </p:txBody>
        </p:sp>
        <p:sp>
          <p:nvSpPr>
            <p:cNvPr id="1527" name="object 1527"/>
            <p:cNvSpPr/>
            <p:nvPr/>
          </p:nvSpPr>
          <p:spPr>
            <a:xfrm>
              <a:off x="4432300" y="1257299"/>
              <a:ext cx="201930" cy="7620"/>
            </a:xfrm>
            <a:custGeom>
              <a:avLst/>
              <a:gdLst/>
              <a:ahLst/>
              <a:cxnLst/>
              <a:rect l="l" t="t" r="r" b="b"/>
              <a:pathLst>
                <a:path w="201929" h="7619">
                  <a:moveTo>
                    <a:pt x="201930" y="0"/>
                  </a:moveTo>
                  <a:lnTo>
                    <a:pt x="0" y="0"/>
                  </a:lnTo>
                  <a:lnTo>
                    <a:pt x="0" y="1270"/>
                  </a:lnTo>
                  <a:lnTo>
                    <a:pt x="0" y="3810"/>
                  </a:lnTo>
                  <a:lnTo>
                    <a:pt x="0" y="5080"/>
                  </a:lnTo>
                  <a:lnTo>
                    <a:pt x="0" y="7620"/>
                  </a:lnTo>
                  <a:lnTo>
                    <a:pt x="92710" y="7620"/>
                  </a:lnTo>
                  <a:lnTo>
                    <a:pt x="92710" y="5080"/>
                  </a:lnTo>
                  <a:lnTo>
                    <a:pt x="93980" y="5080"/>
                  </a:lnTo>
                  <a:lnTo>
                    <a:pt x="93980" y="3810"/>
                  </a:lnTo>
                  <a:lnTo>
                    <a:pt x="96520" y="3810"/>
                  </a:lnTo>
                  <a:lnTo>
                    <a:pt x="96520" y="1270"/>
                  </a:lnTo>
                  <a:lnTo>
                    <a:pt x="100330" y="1270"/>
                  </a:lnTo>
                  <a:lnTo>
                    <a:pt x="100330" y="3810"/>
                  </a:lnTo>
                  <a:lnTo>
                    <a:pt x="101600" y="3810"/>
                  </a:lnTo>
                  <a:lnTo>
                    <a:pt x="101600" y="5080"/>
                  </a:lnTo>
                  <a:lnTo>
                    <a:pt x="104140" y="5080"/>
                  </a:lnTo>
                  <a:lnTo>
                    <a:pt x="104140" y="7620"/>
                  </a:lnTo>
                  <a:lnTo>
                    <a:pt x="201930" y="7620"/>
                  </a:lnTo>
                  <a:lnTo>
                    <a:pt x="201930" y="5080"/>
                  </a:lnTo>
                  <a:lnTo>
                    <a:pt x="201930" y="3810"/>
                  </a:lnTo>
                  <a:lnTo>
                    <a:pt x="201930" y="1270"/>
                  </a:lnTo>
                  <a:lnTo>
                    <a:pt x="201930" y="0"/>
                  </a:lnTo>
                  <a:close/>
                </a:path>
              </a:pathLst>
            </a:custGeom>
            <a:solidFill>
              <a:srgbClr val="00262F"/>
            </a:solidFill>
          </p:spPr>
          <p:txBody>
            <a:bodyPr wrap="square" lIns="0" tIns="0" rIns="0" bIns="0" rtlCol="0"/>
            <a:lstStyle/>
            <a:p/>
          </p:txBody>
        </p:sp>
        <p:sp>
          <p:nvSpPr>
            <p:cNvPr id="1528" name="object 1528"/>
            <p:cNvSpPr/>
            <p:nvPr/>
          </p:nvSpPr>
          <p:spPr>
            <a:xfrm>
              <a:off x="4431030" y="1264919"/>
              <a:ext cx="203200" cy="6350"/>
            </a:xfrm>
            <a:custGeom>
              <a:avLst/>
              <a:gdLst/>
              <a:ahLst/>
              <a:cxnLst/>
              <a:rect l="l" t="t" r="r" b="b"/>
              <a:pathLst>
                <a:path w="203200" h="6350">
                  <a:moveTo>
                    <a:pt x="90170" y="3810"/>
                  </a:moveTo>
                  <a:lnTo>
                    <a:pt x="0" y="3810"/>
                  </a:lnTo>
                  <a:lnTo>
                    <a:pt x="0" y="6350"/>
                  </a:lnTo>
                  <a:lnTo>
                    <a:pt x="90170" y="6350"/>
                  </a:lnTo>
                  <a:lnTo>
                    <a:pt x="90170" y="3810"/>
                  </a:lnTo>
                  <a:close/>
                </a:path>
                <a:path w="203200" h="6350">
                  <a:moveTo>
                    <a:pt x="92710" y="0"/>
                  </a:moveTo>
                  <a:lnTo>
                    <a:pt x="1270" y="0"/>
                  </a:lnTo>
                  <a:lnTo>
                    <a:pt x="1270" y="2540"/>
                  </a:lnTo>
                  <a:lnTo>
                    <a:pt x="90170" y="2540"/>
                  </a:lnTo>
                  <a:lnTo>
                    <a:pt x="90170" y="3810"/>
                  </a:lnTo>
                  <a:lnTo>
                    <a:pt x="91440" y="3810"/>
                  </a:lnTo>
                  <a:lnTo>
                    <a:pt x="91440" y="2540"/>
                  </a:lnTo>
                  <a:lnTo>
                    <a:pt x="92710" y="2540"/>
                  </a:lnTo>
                  <a:lnTo>
                    <a:pt x="92710" y="0"/>
                  </a:lnTo>
                  <a:close/>
                </a:path>
                <a:path w="203200" h="6350">
                  <a:moveTo>
                    <a:pt x="203200" y="3810"/>
                  </a:moveTo>
                  <a:lnTo>
                    <a:pt x="107950" y="3810"/>
                  </a:lnTo>
                  <a:lnTo>
                    <a:pt x="107950" y="6350"/>
                  </a:lnTo>
                  <a:lnTo>
                    <a:pt x="203200" y="6350"/>
                  </a:lnTo>
                  <a:lnTo>
                    <a:pt x="203200" y="3810"/>
                  </a:lnTo>
                  <a:close/>
                </a:path>
                <a:path w="203200" h="6350">
                  <a:moveTo>
                    <a:pt x="203200" y="0"/>
                  </a:moveTo>
                  <a:lnTo>
                    <a:pt x="106680" y="0"/>
                  </a:lnTo>
                  <a:lnTo>
                    <a:pt x="106680" y="2540"/>
                  </a:lnTo>
                  <a:lnTo>
                    <a:pt x="203200" y="2540"/>
                  </a:lnTo>
                  <a:lnTo>
                    <a:pt x="203200" y="0"/>
                  </a:lnTo>
                  <a:close/>
                </a:path>
              </a:pathLst>
            </a:custGeom>
            <a:solidFill>
              <a:srgbClr val="002630"/>
            </a:solidFill>
          </p:spPr>
          <p:txBody>
            <a:bodyPr wrap="square" lIns="0" tIns="0" rIns="0" bIns="0" rtlCol="0"/>
            <a:lstStyle/>
            <a:p/>
          </p:txBody>
        </p:sp>
        <p:sp>
          <p:nvSpPr>
            <p:cNvPr id="1529" name="object 1529"/>
            <p:cNvSpPr/>
            <p:nvPr/>
          </p:nvSpPr>
          <p:spPr>
            <a:xfrm>
              <a:off x="4431030" y="1271269"/>
              <a:ext cx="203200" cy="7620"/>
            </a:xfrm>
            <a:custGeom>
              <a:avLst/>
              <a:gdLst/>
              <a:ahLst/>
              <a:cxnLst/>
              <a:rect l="l" t="t" r="r" b="b"/>
              <a:pathLst>
                <a:path w="203200" h="7619">
                  <a:moveTo>
                    <a:pt x="88900" y="1270"/>
                  </a:moveTo>
                  <a:lnTo>
                    <a:pt x="0" y="1270"/>
                  </a:lnTo>
                  <a:lnTo>
                    <a:pt x="0" y="2540"/>
                  </a:lnTo>
                  <a:lnTo>
                    <a:pt x="0" y="6350"/>
                  </a:lnTo>
                  <a:lnTo>
                    <a:pt x="0" y="7620"/>
                  </a:lnTo>
                  <a:lnTo>
                    <a:pt x="86360" y="7620"/>
                  </a:lnTo>
                  <a:lnTo>
                    <a:pt x="86360" y="6350"/>
                  </a:lnTo>
                  <a:lnTo>
                    <a:pt x="87617" y="6350"/>
                  </a:lnTo>
                  <a:lnTo>
                    <a:pt x="87617" y="2540"/>
                  </a:lnTo>
                  <a:lnTo>
                    <a:pt x="88900" y="2540"/>
                  </a:lnTo>
                  <a:lnTo>
                    <a:pt x="88900" y="1270"/>
                  </a:lnTo>
                  <a:close/>
                </a:path>
                <a:path w="203200" h="7619">
                  <a:moveTo>
                    <a:pt x="90170" y="0"/>
                  </a:moveTo>
                  <a:lnTo>
                    <a:pt x="88900" y="0"/>
                  </a:lnTo>
                  <a:lnTo>
                    <a:pt x="88900" y="1270"/>
                  </a:lnTo>
                  <a:lnTo>
                    <a:pt x="90170" y="1270"/>
                  </a:lnTo>
                  <a:lnTo>
                    <a:pt x="90170" y="0"/>
                  </a:lnTo>
                  <a:close/>
                </a:path>
                <a:path w="203200" h="7619">
                  <a:moveTo>
                    <a:pt x="110490" y="0"/>
                  </a:moveTo>
                  <a:lnTo>
                    <a:pt x="109220" y="0"/>
                  </a:lnTo>
                  <a:lnTo>
                    <a:pt x="109220" y="1270"/>
                  </a:lnTo>
                  <a:lnTo>
                    <a:pt x="110490" y="1270"/>
                  </a:lnTo>
                  <a:lnTo>
                    <a:pt x="110490" y="0"/>
                  </a:lnTo>
                  <a:close/>
                </a:path>
                <a:path w="203200" h="7619">
                  <a:moveTo>
                    <a:pt x="203200" y="1270"/>
                  </a:moveTo>
                  <a:lnTo>
                    <a:pt x="110490" y="1270"/>
                  </a:lnTo>
                  <a:lnTo>
                    <a:pt x="110490" y="3810"/>
                  </a:lnTo>
                  <a:lnTo>
                    <a:pt x="111760" y="3810"/>
                  </a:lnTo>
                  <a:lnTo>
                    <a:pt x="111760" y="6350"/>
                  </a:lnTo>
                  <a:lnTo>
                    <a:pt x="113030" y="6350"/>
                  </a:lnTo>
                  <a:lnTo>
                    <a:pt x="113030" y="7620"/>
                  </a:lnTo>
                  <a:lnTo>
                    <a:pt x="203200" y="7620"/>
                  </a:lnTo>
                  <a:lnTo>
                    <a:pt x="203200" y="6350"/>
                  </a:lnTo>
                  <a:lnTo>
                    <a:pt x="203200" y="3810"/>
                  </a:lnTo>
                  <a:lnTo>
                    <a:pt x="203200" y="1270"/>
                  </a:lnTo>
                  <a:close/>
                </a:path>
              </a:pathLst>
            </a:custGeom>
            <a:solidFill>
              <a:srgbClr val="002633"/>
            </a:solidFill>
          </p:spPr>
          <p:txBody>
            <a:bodyPr wrap="square" lIns="0" tIns="0" rIns="0" bIns="0" rtlCol="0"/>
            <a:lstStyle/>
            <a:p/>
          </p:txBody>
        </p:sp>
        <p:sp>
          <p:nvSpPr>
            <p:cNvPr id="1530" name="object 1530"/>
            <p:cNvSpPr/>
            <p:nvPr/>
          </p:nvSpPr>
          <p:spPr>
            <a:xfrm>
              <a:off x="4431030" y="1278889"/>
              <a:ext cx="203200" cy="7620"/>
            </a:xfrm>
            <a:custGeom>
              <a:avLst/>
              <a:gdLst/>
              <a:ahLst/>
              <a:cxnLst/>
              <a:rect l="l" t="t" r="r" b="b"/>
              <a:pathLst>
                <a:path w="203200" h="7619">
                  <a:moveTo>
                    <a:pt x="85077" y="6350"/>
                  </a:moveTo>
                  <a:lnTo>
                    <a:pt x="0" y="6350"/>
                  </a:lnTo>
                  <a:lnTo>
                    <a:pt x="0" y="7620"/>
                  </a:lnTo>
                  <a:lnTo>
                    <a:pt x="85077" y="7620"/>
                  </a:lnTo>
                  <a:lnTo>
                    <a:pt x="85077" y="6350"/>
                  </a:lnTo>
                  <a:close/>
                </a:path>
                <a:path w="203200" h="7619">
                  <a:moveTo>
                    <a:pt x="86360" y="0"/>
                  </a:moveTo>
                  <a:lnTo>
                    <a:pt x="0" y="0"/>
                  </a:lnTo>
                  <a:lnTo>
                    <a:pt x="0" y="5080"/>
                  </a:lnTo>
                  <a:lnTo>
                    <a:pt x="85077" y="5080"/>
                  </a:lnTo>
                  <a:lnTo>
                    <a:pt x="85077" y="6350"/>
                  </a:lnTo>
                  <a:lnTo>
                    <a:pt x="86360" y="6350"/>
                  </a:lnTo>
                  <a:lnTo>
                    <a:pt x="86360" y="5080"/>
                  </a:lnTo>
                  <a:lnTo>
                    <a:pt x="86360" y="0"/>
                  </a:lnTo>
                  <a:close/>
                </a:path>
                <a:path w="203200" h="7619">
                  <a:moveTo>
                    <a:pt x="203200" y="6350"/>
                  </a:moveTo>
                  <a:lnTo>
                    <a:pt x="114300" y="6350"/>
                  </a:lnTo>
                  <a:lnTo>
                    <a:pt x="114300" y="7620"/>
                  </a:lnTo>
                  <a:lnTo>
                    <a:pt x="203200" y="7620"/>
                  </a:lnTo>
                  <a:lnTo>
                    <a:pt x="203200" y="6350"/>
                  </a:lnTo>
                  <a:close/>
                </a:path>
                <a:path w="203200" h="7619">
                  <a:moveTo>
                    <a:pt x="203200" y="0"/>
                  </a:moveTo>
                  <a:lnTo>
                    <a:pt x="113030" y="0"/>
                  </a:lnTo>
                  <a:lnTo>
                    <a:pt x="113030" y="2540"/>
                  </a:lnTo>
                  <a:lnTo>
                    <a:pt x="114300" y="2540"/>
                  </a:lnTo>
                  <a:lnTo>
                    <a:pt x="114300" y="5080"/>
                  </a:lnTo>
                  <a:lnTo>
                    <a:pt x="203200" y="5080"/>
                  </a:lnTo>
                  <a:lnTo>
                    <a:pt x="203200" y="2540"/>
                  </a:lnTo>
                  <a:lnTo>
                    <a:pt x="203200" y="0"/>
                  </a:lnTo>
                  <a:close/>
                </a:path>
              </a:pathLst>
            </a:custGeom>
            <a:solidFill>
              <a:srgbClr val="002534"/>
            </a:solidFill>
          </p:spPr>
          <p:txBody>
            <a:bodyPr wrap="square" lIns="0" tIns="0" rIns="0" bIns="0" rtlCol="0"/>
            <a:lstStyle/>
            <a:p/>
          </p:txBody>
        </p:sp>
        <p:sp>
          <p:nvSpPr>
            <p:cNvPr id="1531" name="object 1531"/>
            <p:cNvSpPr/>
            <p:nvPr/>
          </p:nvSpPr>
          <p:spPr>
            <a:xfrm>
              <a:off x="4431030" y="1286509"/>
              <a:ext cx="203200" cy="6350"/>
            </a:xfrm>
            <a:custGeom>
              <a:avLst/>
              <a:gdLst/>
              <a:ahLst/>
              <a:cxnLst/>
              <a:rect l="l" t="t" r="r" b="b"/>
              <a:pathLst>
                <a:path w="203200" h="6350">
                  <a:moveTo>
                    <a:pt x="85077" y="0"/>
                  </a:moveTo>
                  <a:lnTo>
                    <a:pt x="0" y="0"/>
                  </a:lnTo>
                  <a:lnTo>
                    <a:pt x="0" y="6350"/>
                  </a:lnTo>
                  <a:lnTo>
                    <a:pt x="85077" y="6350"/>
                  </a:lnTo>
                  <a:lnTo>
                    <a:pt x="85077" y="0"/>
                  </a:lnTo>
                  <a:close/>
                </a:path>
                <a:path w="203200" h="6350">
                  <a:moveTo>
                    <a:pt x="203200" y="0"/>
                  </a:moveTo>
                  <a:lnTo>
                    <a:pt x="115570" y="0"/>
                  </a:lnTo>
                  <a:lnTo>
                    <a:pt x="115570" y="6350"/>
                  </a:lnTo>
                  <a:lnTo>
                    <a:pt x="203200" y="6350"/>
                  </a:lnTo>
                  <a:lnTo>
                    <a:pt x="203200" y="0"/>
                  </a:lnTo>
                  <a:close/>
                </a:path>
              </a:pathLst>
            </a:custGeom>
            <a:solidFill>
              <a:srgbClr val="002535"/>
            </a:solidFill>
          </p:spPr>
          <p:txBody>
            <a:bodyPr wrap="square" lIns="0" tIns="0" rIns="0" bIns="0" rtlCol="0"/>
            <a:lstStyle/>
            <a:p/>
          </p:txBody>
        </p:sp>
        <p:sp>
          <p:nvSpPr>
            <p:cNvPr id="1532" name="object 1532"/>
            <p:cNvSpPr/>
            <p:nvPr/>
          </p:nvSpPr>
          <p:spPr>
            <a:xfrm>
              <a:off x="4429760" y="1292859"/>
              <a:ext cx="204470" cy="7620"/>
            </a:xfrm>
            <a:custGeom>
              <a:avLst/>
              <a:gdLst/>
              <a:ahLst/>
              <a:cxnLst/>
              <a:rect l="l" t="t" r="r" b="b"/>
              <a:pathLst>
                <a:path w="204470" h="7619">
                  <a:moveTo>
                    <a:pt x="1269" y="7506"/>
                  </a:moveTo>
                  <a:lnTo>
                    <a:pt x="0" y="7619"/>
                  </a:lnTo>
                  <a:lnTo>
                    <a:pt x="1269" y="7619"/>
                  </a:lnTo>
                  <a:close/>
                </a:path>
                <a:path w="204470" h="7619">
                  <a:moveTo>
                    <a:pt x="85089" y="113"/>
                  </a:moveTo>
                  <a:lnTo>
                    <a:pt x="1269" y="7619"/>
                  </a:lnTo>
                  <a:lnTo>
                    <a:pt x="85089" y="7619"/>
                  </a:lnTo>
                  <a:lnTo>
                    <a:pt x="85089" y="113"/>
                  </a:lnTo>
                  <a:close/>
                </a:path>
                <a:path w="204470" h="7619">
                  <a:moveTo>
                    <a:pt x="85089" y="0"/>
                  </a:moveTo>
                  <a:lnTo>
                    <a:pt x="1269" y="0"/>
                  </a:lnTo>
                  <a:lnTo>
                    <a:pt x="1269" y="7506"/>
                  </a:lnTo>
                  <a:lnTo>
                    <a:pt x="85089" y="0"/>
                  </a:lnTo>
                  <a:close/>
                </a:path>
                <a:path w="204470" h="7619">
                  <a:moveTo>
                    <a:pt x="86359" y="0"/>
                  </a:moveTo>
                  <a:lnTo>
                    <a:pt x="85089" y="0"/>
                  </a:lnTo>
                  <a:lnTo>
                    <a:pt x="86359" y="0"/>
                  </a:lnTo>
                  <a:close/>
                </a:path>
                <a:path w="204470" h="7619">
                  <a:moveTo>
                    <a:pt x="204469" y="0"/>
                  </a:moveTo>
                  <a:lnTo>
                    <a:pt x="116839" y="0"/>
                  </a:lnTo>
                  <a:lnTo>
                    <a:pt x="116839" y="3809"/>
                  </a:lnTo>
                  <a:lnTo>
                    <a:pt x="118110" y="3809"/>
                  </a:lnTo>
                  <a:lnTo>
                    <a:pt x="118110" y="7619"/>
                  </a:lnTo>
                  <a:lnTo>
                    <a:pt x="204469" y="7619"/>
                  </a:lnTo>
                  <a:lnTo>
                    <a:pt x="204469" y="0"/>
                  </a:lnTo>
                  <a:close/>
                </a:path>
              </a:pathLst>
            </a:custGeom>
            <a:solidFill>
              <a:srgbClr val="002437"/>
            </a:solidFill>
          </p:spPr>
          <p:txBody>
            <a:bodyPr wrap="square" lIns="0" tIns="0" rIns="0" bIns="0" rtlCol="0"/>
            <a:lstStyle/>
            <a:p/>
          </p:txBody>
        </p:sp>
        <p:sp>
          <p:nvSpPr>
            <p:cNvPr id="1533" name="object 1533"/>
            <p:cNvSpPr/>
            <p:nvPr/>
          </p:nvSpPr>
          <p:spPr>
            <a:xfrm>
              <a:off x="4429760" y="1300479"/>
              <a:ext cx="204470" cy="7620"/>
            </a:xfrm>
            <a:custGeom>
              <a:avLst/>
              <a:gdLst/>
              <a:ahLst/>
              <a:cxnLst/>
              <a:rect l="l" t="t" r="r" b="b"/>
              <a:pathLst>
                <a:path w="204470" h="7619">
                  <a:moveTo>
                    <a:pt x="85089" y="0"/>
                  </a:moveTo>
                  <a:lnTo>
                    <a:pt x="0" y="0"/>
                  </a:lnTo>
                  <a:lnTo>
                    <a:pt x="0" y="7620"/>
                  </a:lnTo>
                  <a:lnTo>
                    <a:pt x="83820" y="7620"/>
                  </a:lnTo>
                  <a:lnTo>
                    <a:pt x="83820" y="6350"/>
                  </a:lnTo>
                  <a:lnTo>
                    <a:pt x="85089" y="6350"/>
                  </a:lnTo>
                  <a:lnTo>
                    <a:pt x="85089" y="0"/>
                  </a:lnTo>
                  <a:close/>
                </a:path>
                <a:path w="204470" h="7619">
                  <a:moveTo>
                    <a:pt x="204469" y="0"/>
                  </a:moveTo>
                  <a:lnTo>
                    <a:pt x="118110" y="0"/>
                  </a:lnTo>
                  <a:lnTo>
                    <a:pt x="118110" y="2539"/>
                  </a:lnTo>
                  <a:lnTo>
                    <a:pt x="119379" y="2539"/>
                  </a:lnTo>
                  <a:lnTo>
                    <a:pt x="119379" y="7620"/>
                  </a:lnTo>
                  <a:lnTo>
                    <a:pt x="204469" y="7620"/>
                  </a:lnTo>
                  <a:lnTo>
                    <a:pt x="204469" y="0"/>
                  </a:lnTo>
                  <a:close/>
                </a:path>
              </a:pathLst>
            </a:custGeom>
            <a:solidFill>
              <a:srgbClr val="002439"/>
            </a:solidFill>
          </p:spPr>
          <p:txBody>
            <a:bodyPr wrap="square" lIns="0" tIns="0" rIns="0" bIns="0" rtlCol="0"/>
            <a:lstStyle/>
            <a:p/>
          </p:txBody>
        </p:sp>
        <p:sp>
          <p:nvSpPr>
            <p:cNvPr id="1534" name="object 1534"/>
            <p:cNvSpPr/>
            <p:nvPr/>
          </p:nvSpPr>
          <p:spPr>
            <a:xfrm>
              <a:off x="4429760" y="1308100"/>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69" y="0"/>
                  </a:moveTo>
                  <a:lnTo>
                    <a:pt x="119379" y="0"/>
                  </a:lnTo>
                  <a:lnTo>
                    <a:pt x="119379" y="3809"/>
                  </a:lnTo>
                  <a:lnTo>
                    <a:pt x="120650" y="3809"/>
                  </a:lnTo>
                  <a:lnTo>
                    <a:pt x="120650" y="6350"/>
                  </a:lnTo>
                  <a:lnTo>
                    <a:pt x="204469" y="6350"/>
                  </a:lnTo>
                  <a:lnTo>
                    <a:pt x="204469" y="0"/>
                  </a:lnTo>
                  <a:close/>
                </a:path>
              </a:pathLst>
            </a:custGeom>
            <a:solidFill>
              <a:srgbClr val="00233B"/>
            </a:solidFill>
          </p:spPr>
          <p:txBody>
            <a:bodyPr wrap="square" lIns="0" tIns="0" rIns="0" bIns="0" rtlCol="0"/>
            <a:lstStyle/>
            <a:p/>
          </p:txBody>
        </p:sp>
        <p:sp>
          <p:nvSpPr>
            <p:cNvPr id="1535" name="object 1535"/>
            <p:cNvSpPr/>
            <p:nvPr/>
          </p:nvSpPr>
          <p:spPr>
            <a:xfrm>
              <a:off x="4429760" y="1314449"/>
              <a:ext cx="204470" cy="8255"/>
            </a:xfrm>
            <a:custGeom>
              <a:avLst/>
              <a:gdLst/>
              <a:ahLst/>
              <a:cxnLst/>
              <a:rect l="l" t="t" r="r" b="b"/>
              <a:pathLst>
                <a:path w="204470" h="8255">
                  <a:moveTo>
                    <a:pt x="83820" y="0"/>
                  </a:moveTo>
                  <a:lnTo>
                    <a:pt x="0" y="0"/>
                  </a:lnTo>
                  <a:lnTo>
                    <a:pt x="0" y="7620"/>
                  </a:lnTo>
                  <a:lnTo>
                    <a:pt x="83820" y="7620"/>
                  </a:lnTo>
                  <a:lnTo>
                    <a:pt x="83820" y="0"/>
                  </a:lnTo>
                  <a:close/>
                </a:path>
                <a:path w="204470" h="8255">
                  <a:moveTo>
                    <a:pt x="204470" y="0"/>
                  </a:moveTo>
                  <a:lnTo>
                    <a:pt x="120650" y="0"/>
                  </a:lnTo>
                  <a:lnTo>
                    <a:pt x="120650" y="7632"/>
                  </a:lnTo>
                  <a:lnTo>
                    <a:pt x="204470" y="7632"/>
                  </a:lnTo>
                  <a:lnTo>
                    <a:pt x="204470" y="0"/>
                  </a:lnTo>
                  <a:close/>
                </a:path>
              </a:pathLst>
            </a:custGeom>
            <a:solidFill>
              <a:srgbClr val="00233C"/>
            </a:solidFill>
          </p:spPr>
          <p:txBody>
            <a:bodyPr wrap="square" lIns="0" tIns="0" rIns="0" bIns="0" rtlCol="0"/>
            <a:lstStyle/>
            <a:p/>
          </p:txBody>
        </p:sp>
        <p:sp>
          <p:nvSpPr>
            <p:cNvPr id="1536" name="object 1536"/>
            <p:cNvSpPr/>
            <p:nvPr/>
          </p:nvSpPr>
          <p:spPr>
            <a:xfrm>
              <a:off x="4429760" y="1322069"/>
              <a:ext cx="204470" cy="8255"/>
            </a:xfrm>
            <a:custGeom>
              <a:avLst/>
              <a:gdLst/>
              <a:ahLst/>
              <a:cxnLst/>
              <a:rect l="l" t="t" r="r" b="b"/>
              <a:pathLst>
                <a:path w="204470" h="8255">
                  <a:moveTo>
                    <a:pt x="83820" y="0"/>
                  </a:moveTo>
                  <a:lnTo>
                    <a:pt x="0" y="0"/>
                  </a:lnTo>
                  <a:lnTo>
                    <a:pt x="0" y="7620"/>
                  </a:lnTo>
                  <a:lnTo>
                    <a:pt x="83820" y="7620"/>
                  </a:lnTo>
                  <a:lnTo>
                    <a:pt x="83820" y="0"/>
                  </a:lnTo>
                  <a:close/>
                </a:path>
                <a:path w="204470" h="8255">
                  <a:moveTo>
                    <a:pt x="204470" y="0"/>
                  </a:moveTo>
                  <a:lnTo>
                    <a:pt x="120650" y="0"/>
                  </a:lnTo>
                  <a:lnTo>
                    <a:pt x="120650" y="7632"/>
                  </a:lnTo>
                  <a:lnTo>
                    <a:pt x="204470" y="7632"/>
                  </a:lnTo>
                  <a:lnTo>
                    <a:pt x="204470" y="0"/>
                  </a:lnTo>
                  <a:close/>
                </a:path>
              </a:pathLst>
            </a:custGeom>
            <a:solidFill>
              <a:srgbClr val="00233E"/>
            </a:solidFill>
          </p:spPr>
          <p:txBody>
            <a:bodyPr wrap="square" lIns="0" tIns="0" rIns="0" bIns="0" rtlCol="0"/>
            <a:lstStyle/>
            <a:p/>
          </p:txBody>
        </p:sp>
        <p:sp>
          <p:nvSpPr>
            <p:cNvPr id="1537" name="object 1537"/>
            <p:cNvSpPr/>
            <p:nvPr/>
          </p:nvSpPr>
          <p:spPr>
            <a:xfrm>
              <a:off x="4428490" y="1329689"/>
              <a:ext cx="205740" cy="7620"/>
            </a:xfrm>
            <a:custGeom>
              <a:avLst/>
              <a:gdLst/>
              <a:ahLst/>
              <a:cxnLst/>
              <a:rect l="l" t="t" r="r" b="b"/>
              <a:pathLst>
                <a:path w="205739" h="7619">
                  <a:moveTo>
                    <a:pt x="85090" y="0"/>
                  </a:moveTo>
                  <a:lnTo>
                    <a:pt x="1270" y="0"/>
                  </a:lnTo>
                  <a:lnTo>
                    <a:pt x="1270" y="2539"/>
                  </a:lnTo>
                  <a:lnTo>
                    <a:pt x="0" y="2539"/>
                  </a:lnTo>
                  <a:lnTo>
                    <a:pt x="0" y="7620"/>
                  </a:lnTo>
                  <a:lnTo>
                    <a:pt x="83820" y="7620"/>
                  </a:lnTo>
                  <a:lnTo>
                    <a:pt x="83820" y="1269"/>
                  </a:lnTo>
                  <a:lnTo>
                    <a:pt x="85090" y="1269"/>
                  </a:lnTo>
                  <a:lnTo>
                    <a:pt x="85090" y="0"/>
                  </a:lnTo>
                  <a:close/>
                </a:path>
                <a:path w="205739" h="7619">
                  <a:moveTo>
                    <a:pt x="205739" y="0"/>
                  </a:moveTo>
                  <a:lnTo>
                    <a:pt x="121920" y="0"/>
                  </a:lnTo>
                  <a:lnTo>
                    <a:pt x="121920" y="2539"/>
                  </a:lnTo>
                  <a:lnTo>
                    <a:pt x="123189" y="2539"/>
                  </a:lnTo>
                  <a:lnTo>
                    <a:pt x="123189" y="7620"/>
                  </a:lnTo>
                  <a:lnTo>
                    <a:pt x="205739" y="7620"/>
                  </a:lnTo>
                  <a:lnTo>
                    <a:pt x="205739" y="0"/>
                  </a:lnTo>
                  <a:close/>
                </a:path>
              </a:pathLst>
            </a:custGeom>
            <a:solidFill>
              <a:srgbClr val="002240"/>
            </a:solidFill>
          </p:spPr>
          <p:txBody>
            <a:bodyPr wrap="square" lIns="0" tIns="0" rIns="0" bIns="0" rtlCol="0"/>
            <a:lstStyle/>
            <a:p/>
          </p:txBody>
        </p:sp>
        <p:sp>
          <p:nvSpPr>
            <p:cNvPr id="1538" name="object 1538"/>
            <p:cNvSpPr/>
            <p:nvPr/>
          </p:nvSpPr>
          <p:spPr>
            <a:xfrm>
              <a:off x="4428490" y="133730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002241"/>
            </a:solidFill>
          </p:spPr>
          <p:txBody>
            <a:bodyPr wrap="square" lIns="0" tIns="0" rIns="0" bIns="0" rtlCol="0"/>
            <a:lstStyle/>
            <a:p/>
          </p:txBody>
        </p:sp>
        <p:sp>
          <p:nvSpPr>
            <p:cNvPr id="1539" name="object 1539"/>
            <p:cNvSpPr/>
            <p:nvPr/>
          </p:nvSpPr>
          <p:spPr>
            <a:xfrm>
              <a:off x="4428490" y="1343659"/>
              <a:ext cx="205740" cy="8255"/>
            </a:xfrm>
            <a:custGeom>
              <a:avLst/>
              <a:gdLst/>
              <a:ahLst/>
              <a:cxnLst/>
              <a:rect l="l" t="t" r="r" b="b"/>
              <a:pathLst>
                <a:path w="205739" h="8255">
                  <a:moveTo>
                    <a:pt x="83820" y="0"/>
                  </a:moveTo>
                  <a:lnTo>
                    <a:pt x="0" y="0"/>
                  </a:lnTo>
                  <a:lnTo>
                    <a:pt x="0" y="7620"/>
                  </a:lnTo>
                  <a:lnTo>
                    <a:pt x="83820" y="7620"/>
                  </a:lnTo>
                  <a:lnTo>
                    <a:pt x="83820" y="0"/>
                  </a:lnTo>
                  <a:close/>
                </a:path>
                <a:path w="205739" h="8255">
                  <a:moveTo>
                    <a:pt x="205740" y="0"/>
                  </a:moveTo>
                  <a:lnTo>
                    <a:pt x="123190" y="0"/>
                  </a:lnTo>
                  <a:lnTo>
                    <a:pt x="123190" y="7632"/>
                  </a:lnTo>
                  <a:lnTo>
                    <a:pt x="205740" y="7632"/>
                  </a:lnTo>
                  <a:lnTo>
                    <a:pt x="205740" y="0"/>
                  </a:lnTo>
                  <a:close/>
                </a:path>
              </a:pathLst>
            </a:custGeom>
            <a:solidFill>
              <a:srgbClr val="002143"/>
            </a:solidFill>
          </p:spPr>
          <p:txBody>
            <a:bodyPr wrap="square" lIns="0" tIns="0" rIns="0" bIns="0" rtlCol="0"/>
            <a:lstStyle/>
            <a:p/>
          </p:txBody>
        </p:sp>
        <p:sp>
          <p:nvSpPr>
            <p:cNvPr id="1540" name="object 1540"/>
            <p:cNvSpPr/>
            <p:nvPr/>
          </p:nvSpPr>
          <p:spPr>
            <a:xfrm>
              <a:off x="4428490" y="135127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002145"/>
            </a:solidFill>
          </p:spPr>
          <p:txBody>
            <a:bodyPr wrap="square" lIns="0" tIns="0" rIns="0" bIns="0" rtlCol="0"/>
            <a:lstStyle/>
            <a:p/>
          </p:txBody>
        </p:sp>
        <p:sp>
          <p:nvSpPr>
            <p:cNvPr id="1541" name="object 1541"/>
            <p:cNvSpPr/>
            <p:nvPr/>
          </p:nvSpPr>
          <p:spPr>
            <a:xfrm>
              <a:off x="4428490" y="1358900"/>
              <a:ext cx="205740" cy="6350"/>
            </a:xfrm>
            <a:custGeom>
              <a:avLst/>
              <a:gdLst/>
              <a:ahLst/>
              <a:cxnLst/>
              <a:rect l="l" t="t" r="r" b="b"/>
              <a:pathLst>
                <a:path w="205739" h="6350">
                  <a:moveTo>
                    <a:pt x="83820" y="0"/>
                  </a:moveTo>
                  <a:lnTo>
                    <a:pt x="0" y="0"/>
                  </a:lnTo>
                  <a:lnTo>
                    <a:pt x="0" y="5079"/>
                  </a:lnTo>
                  <a:lnTo>
                    <a:pt x="1270" y="5079"/>
                  </a:lnTo>
                  <a:lnTo>
                    <a:pt x="1270" y="6350"/>
                  </a:lnTo>
                  <a:lnTo>
                    <a:pt x="83820" y="6350"/>
                  </a:lnTo>
                  <a:lnTo>
                    <a:pt x="83820" y="0"/>
                  </a:lnTo>
                  <a:close/>
                </a:path>
                <a:path w="205739" h="6350">
                  <a:moveTo>
                    <a:pt x="205740" y="0"/>
                  </a:moveTo>
                  <a:lnTo>
                    <a:pt x="123189" y="0"/>
                  </a:lnTo>
                  <a:lnTo>
                    <a:pt x="123189" y="6350"/>
                  </a:lnTo>
                  <a:lnTo>
                    <a:pt x="205740" y="6350"/>
                  </a:lnTo>
                  <a:lnTo>
                    <a:pt x="205740" y="0"/>
                  </a:lnTo>
                  <a:close/>
                </a:path>
              </a:pathLst>
            </a:custGeom>
            <a:solidFill>
              <a:srgbClr val="002047"/>
            </a:solidFill>
          </p:spPr>
          <p:txBody>
            <a:bodyPr wrap="square" lIns="0" tIns="0" rIns="0" bIns="0" rtlCol="0"/>
            <a:lstStyle/>
            <a:p/>
          </p:txBody>
        </p:sp>
        <p:sp>
          <p:nvSpPr>
            <p:cNvPr id="1542" name="object 1542"/>
            <p:cNvSpPr/>
            <p:nvPr/>
          </p:nvSpPr>
          <p:spPr>
            <a:xfrm>
              <a:off x="4429760" y="136524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21920" y="0"/>
                  </a:lnTo>
                  <a:lnTo>
                    <a:pt x="121920" y="7620"/>
                  </a:lnTo>
                  <a:lnTo>
                    <a:pt x="204470" y="7620"/>
                  </a:lnTo>
                  <a:lnTo>
                    <a:pt x="204470" y="0"/>
                  </a:lnTo>
                  <a:close/>
                </a:path>
              </a:pathLst>
            </a:custGeom>
            <a:solidFill>
              <a:srgbClr val="002048"/>
            </a:solidFill>
          </p:spPr>
          <p:txBody>
            <a:bodyPr wrap="square" lIns="0" tIns="0" rIns="0" bIns="0" rtlCol="0"/>
            <a:lstStyle/>
            <a:p/>
          </p:txBody>
        </p:sp>
        <p:sp>
          <p:nvSpPr>
            <p:cNvPr id="1543" name="object 1543"/>
            <p:cNvSpPr/>
            <p:nvPr/>
          </p:nvSpPr>
          <p:spPr>
            <a:xfrm>
              <a:off x="4429760" y="137286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21920" y="0"/>
                  </a:lnTo>
                  <a:lnTo>
                    <a:pt x="121920" y="7620"/>
                  </a:lnTo>
                  <a:lnTo>
                    <a:pt x="204470" y="7620"/>
                  </a:lnTo>
                  <a:lnTo>
                    <a:pt x="204470" y="0"/>
                  </a:lnTo>
                  <a:close/>
                </a:path>
              </a:pathLst>
            </a:custGeom>
            <a:solidFill>
              <a:srgbClr val="00204A"/>
            </a:solidFill>
          </p:spPr>
          <p:txBody>
            <a:bodyPr wrap="square" lIns="0" tIns="0" rIns="0" bIns="0" rtlCol="0"/>
            <a:lstStyle/>
            <a:p/>
          </p:txBody>
        </p:sp>
        <p:sp>
          <p:nvSpPr>
            <p:cNvPr id="1544" name="object 1544"/>
            <p:cNvSpPr/>
            <p:nvPr/>
          </p:nvSpPr>
          <p:spPr>
            <a:xfrm>
              <a:off x="4429760" y="1380489"/>
              <a:ext cx="204470" cy="6350"/>
            </a:xfrm>
            <a:custGeom>
              <a:avLst/>
              <a:gdLst/>
              <a:ahLst/>
              <a:cxnLst/>
              <a:rect l="l" t="t" r="r" b="b"/>
              <a:pathLst>
                <a:path w="204470" h="6350">
                  <a:moveTo>
                    <a:pt x="82550" y="0"/>
                  </a:moveTo>
                  <a:lnTo>
                    <a:pt x="0" y="0"/>
                  </a:lnTo>
                  <a:lnTo>
                    <a:pt x="0" y="6350"/>
                  </a:lnTo>
                  <a:lnTo>
                    <a:pt x="82550" y="6350"/>
                  </a:lnTo>
                  <a:lnTo>
                    <a:pt x="82550" y="0"/>
                  </a:lnTo>
                  <a:close/>
                </a:path>
                <a:path w="204470" h="6350">
                  <a:moveTo>
                    <a:pt x="204470" y="0"/>
                  </a:moveTo>
                  <a:lnTo>
                    <a:pt x="121920" y="0"/>
                  </a:lnTo>
                  <a:lnTo>
                    <a:pt x="121920" y="6350"/>
                  </a:lnTo>
                  <a:lnTo>
                    <a:pt x="204470" y="6350"/>
                  </a:lnTo>
                  <a:lnTo>
                    <a:pt x="204470" y="0"/>
                  </a:lnTo>
                  <a:close/>
                </a:path>
              </a:pathLst>
            </a:custGeom>
            <a:solidFill>
              <a:srgbClr val="001F4C"/>
            </a:solidFill>
          </p:spPr>
          <p:txBody>
            <a:bodyPr wrap="square" lIns="0" tIns="0" rIns="0" bIns="0" rtlCol="0"/>
            <a:lstStyle/>
            <a:p/>
          </p:txBody>
        </p:sp>
        <p:sp>
          <p:nvSpPr>
            <p:cNvPr id="1545" name="object 1545"/>
            <p:cNvSpPr/>
            <p:nvPr/>
          </p:nvSpPr>
          <p:spPr>
            <a:xfrm>
              <a:off x="4429760" y="1386839"/>
              <a:ext cx="204470" cy="8255"/>
            </a:xfrm>
            <a:custGeom>
              <a:avLst/>
              <a:gdLst/>
              <a:ahLst/>
              <a:cxnLst/>
              <a:rect l="l" t="t" r="r" b="b"/>
              <a:pathLst>
                <a:path w="204470" h="8255">
                  <a:moveTo>
                    <a:pt x="82550" y="0"/>
                  </a:moveTo>
                  <a:lnTo>
                    <a:pt x="0" y="0"/>
                  </a:lnTo>
                  <a:lnTo>
                    <a:pt x="0" y="7620"/>
                  </a:lnTo>
                  <a:lnTo>
                    <a:pt x="82550" y="7620"/>
                  </a:lnTo>
                  <a:lnTo>
                    <a:pt x="82550" y="0"/>
                  </a:lnTo>
                  <a:close/>
                </a:path>
                <a:path w="204470" h="8255">
                  <a:moveTo>
                    <a:pt x="204470" y="0"/>
                  </a:moveTo>
                  <a:lnTo>
                    <a:pt x="121920" y="0"/>
                  </a:lnTo>
                  <a:lnTo>
                    <a:pt x="121920" y="7632"/>
                  </a:lnTo>
                  <a:lnTo>
                    <a:pt x="204470" y="7632"/>
                  </a:lnTo>
                  <a:lnTo>
                    <a:pt x="204470" y="0"/>
                  </a:lnTo>
                  <a:close/>
                </a:path>
              </a:pathLst>
            </a:custGeom>
            <a:solidFill>
              <a:srgbClr val="001F4D"/>
            </a:solidFill>
          </p:spPr>
          <p:txBody>
            <a:bodyPr wrap="square" lIns="0" tIns="0" rIns="0" bIns="0" rtlCol="0"/>
            <a:lstStyle/>
            <a:p/>
          </p:txBody>
        </p:sp>
        <p:sp>
          <p:nvSpPr>
            <p:cNvPr id="1546" name="object 1546"/>
            <p:cNvSpPr/>
            <p:nvPr/>
          </p:nvSpPr>
          <p:spPr>
            <a:xfrm>
              <a:off x="4429760" y="1394459"/>
              <a:ext cx="204470" cy="7620"/>
            </a:xfrm>
            <a:custGeom>
              <a:avLst/>
              <a:gdLst/>
              <a:ahLst/>
              <a:cxnLst/>
              <a:rect l="l" t="t" r="r" b="b"/>
              <a:pathLst>
                <a:path w="204470" h="7619">
                  <a:moveTo>
                    <a:pt x="82550" y="0"/>
                  </a:moveTo>
                  <a:lnTo>
                    <a:pt x="0" y="0"/>
                  </a:lnTo>
                  <a:lnTo>
                    <a:pt x="0" y="7619"/>
                  </a:lnTo>
                  <a:lnTo>
                    <a:pt x="83820" y="7619"/>
                  </a:lnTo>
                  <a:lnTo>
                    <a:pt x="83820" y="1269"/>
                  </a:lnTo>
                  <a:lnTo>
                    <a:pt x="82550" y="1269"/>
                  </a:lnTo>
                  <a:lnTo>
                    <a:pt x="82550" y="0"/>
                  </a:lnTo>
                  <a:close/>
                </a:path>
                <a:path w="204470" h="7619">
                  <a:moveTo>
                    <a:pt x="204470" y="0"/>
                  </a:moveTo>
                  <a:lnTo>
                    <a:pt x="120650" y="0"/>
                  </a:lnTo>
                  <a:lnTo>
                    <a:pt x="120650" y="7619"/>
                  </a:lnTo>
                  <a:lnTo>
                    <a:pt x="204470" y="7619"/>
                  </a:lnTo>
                  <a:lnTo>
                    <a:pt x="204470" y="0"/>
                  </a:lnTo>
                  <a:close/>
                </a:path>
              </a:pathLst>
            </a:custGeom>
            <a:solidFill>
              <a:srgbClr val="001E4F"/>
            </a:solidFill>
          </p:spPr>
          <p:txBody>
            <a:bodyPr wrap="square" lIns="0" tIns="0" rIns="0" bIns="0" rtlCol="0"/>
            <a:lstStyle/>
            <a:p/>
          </p:txBody>
        </p:sp>
        <p:sp>
          <p:nvSpPr>
            <p:cNvPr id="1547" name="object 1547"/>
            <p:cNvSpPr/>
            <p:nvPr/>
          </p:nvSpPr>
          <p:spPr>
            <a:xfrm>
              <a:off x="4429760" y="1402079"/>
              <a:ext cx="204470" cy="6985"/>
            </a:xfrm>
            <a:custGeom>
              <a:avLst/>
              <a:gdLst/>
              <a:ahLst/>
              <a:cxnLst/>
              <a:rect l="l" t="t" r="r" b="b"/>
              <a:pathLst>
                <a:path w="204470" h="6984">
                  <a:moveTo>
                    <a:pt x="83820" y="0"/>
                  </a:moveTo>
                  <a:lnTo>
                    <a:pt x="0" y="0"/>
                  </a:lnTo>
                  <a:lnTo>
                    <a:pt x="0" y="6350"/>
                  </a:lnTo>
                  <a:lnTo>
                    <a:pt x="83820" y="6350"/>
                  </a:lnTo>
                  <a:lnTo>
                    <a:pt x="83820" y="0"/>
                  </a:lnTo>
                  <a:close/>
                </a:path>
                <a:path w="204470" h="6984">
                  <a:moveTo>
                    <a:pt x="204470" y="0"/>
                  </a:moveTo>
                  <a:lnTo>
                    <a:pt x="120650" y="0"/>
                  </a:lnTo>
                  <a:lnTo>
                    <a:pt x="120650" y="6362"/>
                  </a:lnTo>
                  <a:lnTo>
                    <a:pt x="204470" y="6362"/>
                  </a:lnTo>
                  <a:lnTo>
                    <a:pt x="204470" y="0"/>
                  </a:lnTo>
                  <a:close/>
                </a:path>
              </a:pathLst>
            </a:custGeom>
            <a:solidFill>
              <a:srgbClr val="001E51"/>
            </a:solidFill>
          </p:spPr>
          <p:txBody>
            <a:bodyPr wrap="square" lIns="0" tIns="0" rIns="0" bIns="0" rtlCol="0"/>
            <a:lstStyle/>
            <a:p/>
          </p:txBody>
        </p:sp>
        <p:sp>
          <p:nvSpPr>
            <p:cNvPr id="1548" name="object 1548"/>
            <p:cNvSpPr/>
            <p:nvPr/>
          </p:nvSpPr>
          <p:spPr>
            <a:xfrm>
              <a:off x="4429760" y="1408429"/>
              <a:ext cx="204470" cy="7620"/>
            </a:xfrm>
            <a:custGeom>
              <a:avLst/>
              <a:gdLst/>
              <a:ahLst/>
              <a:cxnLst/>
              <a:rect l="l" t="t" r="r" b="b"/>
              <a:pathLst>
                <a:path w="204470" h="7619">
                  <a:moveTo>
                    <a:pt x="83820" y="0"/>
                  </a:moveTo>
                  <a:lnTo>
                    <a:pt x="0" y="0"/>
                  </a:lnTo>
                  <a:lnTo>
                    <a:pt x="0" y="5080"/>
                  </a:lnTo>
                  <a:lnTo>
                    <a:pt x="83820" y="5080"/>
                  </a:lnTo>
                  <a:lnTo>
                    <a:pt x="83820" y="0"/>
                  </a:lnTo>
                  <a:close/>
                </a:path>
                <a:path w="204470" h="7619">
                  <a:moveTo>
                    <a:pt x="85090" y="6362"/>
                  </a:moveTo>
                  <a:lnTo>
                    <a:pt x="0" y="6362"/>
                  </a:lnTo>
                  <a:lnTo>
                    <a:pt x="0" y="7620"/>
                  </a:lnTo>
                  <a:lnTo>
                    <a:pt x="85090" y="7620"/>
                  </a:lnTo>
                  <a:lnTo>
                    <a:pt x="85090" y="6362"/>
                  </a:lnTo>
                  <a:close/>
                </a:path>
                <a:path w="204470" h="7619">
                  <a:moveTo>
                    <a:pt x="120650" y="5080"/>
                  </a:moveTo>
                  <a:lnTo>
                    <a:pt x="119380" y="5080"/>
                  </a:lnTo>
                  <a:lnTo>
                    <a:pt x="119380" y="6350"/>
                  </a:lnTo>
                  <a:lnTo>
                    <a:pt x="120650" y="6350"/>
                  </a:lnTo>
                  <a:lnTo>
                    <a:pt x="120650" y="5080"/>
                  </a:lnTo>
                  <a:close/>
                </a:path>
                <a:path w="204470" h="7619">
                  <a:moveTo>
                    <a:pt x="204470" y="6362"/>
                  </a:moveTo>
                  <a:lnTo>
                    <a:pt x="119380" y="6362"/>
                  </a:lnTo>
                  <a:lnTo>
                    <a:pt x="119380" y="7620"/>
                  </a:lnTo>
                  <a:lnTo>
                    <a:pt x="204470" y="7620"/>
                  </a:lnTo>
                  <a:lnTo>
                    <a:pt x="204470" y="6362"/>
                  </a:lnTo>
                  <a:close/>
                </a:path>
                <a:path w="204470" h="7619">
                  <a:moveTo>
                    <a:pt x="204470" y="0"/>
                  </a:moveTo>
                  <a:lnTo>
                    <a:pt x="120650" y="0"/>
                  </a:lnTo>
                  <a:lnTo>
                    <a:pt x="120650" y="5080"/>
                  </a:lnTo>
                  <a:lnTo>
                    <a:pt x="204470" y="5080"/>
                  </a:lnTo>
                  <a:lnTo>
                    <a:pt x="204470" y="0"/>
                  </a:lnTo>
                  <a:close/>
                </a:path>
              </a:pathLst>
            </a:custGeom>
            <a:solidFill>
              <a:srgbClr val="001D53"/>
            </a:solidFill>
          </p:spPr>
          <p:txBody>
            <a:bodyPr wrap="square" lIns="0" tIns="0" rIns="0" bIns="0" rtlCol="0"/>
            <a:lstStyle/>
            <a:p/>
          </p:txBody>
        </p:sp>
        <p:sp>
          <p:nvSpPr>
            <p:cNvPr id="1549" name="object 1549"/>
            <p:cNvSpPr/>
            <p:nvPr/>
          </p:nvSpPr>
          <p:spPr>
            <a:xfrm>
              <a:off x="4429760" y="1416050"/>
              <a:ext cx="204470" cy="7620"/>
            </a:xfrm>
            <a:custGeom>
              <a:avLst/>
              <a:gdLst/>
              <a:ahLst/>
              <a:cxnLst/>
              <a:rect l="l" t="t" r="r" b="b"/>
              <a:pathLst>
                <a:path w="204470" h="7619">
                  <a:moveTo>
                    <a:pt x="85089" y="0"/>
                  </a:moveTo>
                  <a:lnTo>
                    <a:pt x="0" y="0"/>
                  </a:lnTo>
                  <a:lnTo>
                    <a:pt x="0" y="3810"/>
                  </a:lnTo>
                  <a:lnTo>
                    <a:pt x="1269" y="3810"/>
                  </a:lnTo>
                  <a:lnTo>
                    <a:pt x="1269" y="7620"/>
                  </a:lnTo>
                  <a:lnTo>
                    <a:pt x="86359" y="7620"/>
                  </a:lnTo>
                  <a:lnTo>
                    <a:pt x="86359" y="6350"/>
                  </a:lnTo>
                  <a:lnTo>
                    <a:pt x="85089" y="6350"/>
                  </a:lnTo>
                  <a:lnTo>
                    <a:pt x="85089" y="0"/>
                  </a:lnTo>
                  <a:close/>
                </a:path>
                <a:path w="204470" h="7619">
                  <a:moveTo>
                    <a:pt x="204469" y="0"/>
                  </a:moveTo>
                  <a:lnTo>
                    <a:pt x="119379" y="0"/>
                  </a:lnTo>
                  <a:lnTo>
                    <a:pt x="119379" y="6350"/>
                  </a:lnTo>
                  <a:lnTo>
                    <a:pt x="118110" y="6350"/>
                  </a:lnTo>
                  <a:lnTo>
                    <a:pt x="118110" y="7620"/>
                  </a:lnTo>
                  <a:lnTo>
                    <a:pt x="204469" y="7620"/>
                  </a:lnTo>
                  <a:lnTo>
                    <a:pt x="204469" y="0"/>
                  </a:lnTo>
                  <a:close/>
                </a:path>
              </a:pathLst>
            </a:custGeom>
            <a:solidFill>
              <a:srgbClr val="001D54"/>
            </a:solidFill>
          </p:spPr>
          <p:txBody>
            <a:bodyPr wrap="square" lIns="0" tIns="0" rIns="0" bIns="0" rtlCol="0"/>
            <a:lstStyle/>
            <a:p/>
          </p:txBody>
        </p:sp>
        <p:sp>
          <p:nvSpPr>
            <p:cNvPr id="1550" name="object 1550"/>
            <p:cNvSpPr/>
            <p:nvPr/>
          </p:nvSpPr>
          <p:spPr>
            <a:xfrm>
              <a:off x="4431030" y="1423669"/>
              <a:ext cx="203200" cy="6350"/>
            </a:xfrm>
            <a:custGeom>
              <a:avLst/>
              <a:gdLst/>
              <a:ahLst/>
              <a:cxnLst/>
              <a:rect l="l" t="t" r="r" b="b"/>
              <a:pathLst>
                <a:path w="203200" h="6350">
                  <a:moveTo>
                    <a:pt x="85077" y="0"/>
                  </a:moveTo>
                  <a:lnTo>
                    <a:pt x="0" y="0"/>
                  </a:lnTo>
                  <a:lnTo>
                    <a:pt x="0" y="6350"/>
                  </a:lnTo>
                  <a:lnTo>
                    <a:pt x="85077" y="6350"/>
                  </a:lnTo>
                  <a:lnTo>
                    <a:pt x="85077" y="0"/>
                  </a:lnTo>
                  <a:close/>
                </a:path>
                <a:path w="203200" h="6350">
                  <a:moveTo>
                    <a:pt x="203200" y="0"/>
                  </a:moveTo>
                  <a:lnTo>
                    <a:pt x="116840" y="0"/>
                  </a:lnTo>
                  <a:lnTo>
                    <a:pt x="116840" y="6350"/>
                  </a:lnTo>
                  <a:lnTo>
                    <a:pt x="203200" y="6350"/>
                  </a:lnTo>
                  <a:lnTo>
                    <a:pt x="203200" y="0"/>
                  </a:lnTo>
                  <a:close/>
                </a:path>
              </a:pathLst>
            </a:custGeom>
            <a:solidFill>
              <a:srgbClr val="001D56"/>
            </a:solidFill>
          </p:spPr>
          <p:txBody>
            <a:bodyPr wrap="square" lIns="0" tIns="0" rIns="0" bIns="0" rtlCol="0"/>
            <a:lstStyle/>
            <a:p/>
          </p:txBody>
        </p:sp>
        <p:sp>
          <p:nvSpPr>
            <p:cNvPr id="1551" name="object 1551"/>
            <p:cNvSpPr/>
            <p:nvPr/>
          </p:nvSpPr>
          <p:spPr>
            <a:xfrm>
              <a:off x="4431030" y="1430019"/>
              <a:ext cx="203200" cy="7620"/>
            </a:xfrm>
            <a:custGeom>
              <a:avLst/>
              <a:gdLst/>
              <a:ahLst/>
              <a:cxnLst/>
              <a:rect l="l" t="t" r="r" b="b"/>
              <a:pathLst>
                <a:path w="203200" h="7619">
                  <a:moveTo>
                    <a:pt x="85089" y="0"/>
                  </a:moveTo>
                  <a:lnTo>
                    <a:pt x="0" y="0"/>
                  </a:lnTo>
                  <a:lnTo>
                    <a:pt x="0" y="7619"/>
                  </a:lnTo>
                  <a:lnTo>
                    <a:pt x="86360" y="7619"/>
                  </a:lnTo>
                  <a:lnTo>
                    <a:pt x="86360" y="5079"/>
                  </a:lnTo>
                  <a:lnTo>
                    <a:pt x="85089" y="5079"/>
                  </a:lnTo>
                  <a:lnTo>
                    <a:pt x="85089" y="0"/>
                  </a:lnTo>
                  <a:close/>
                </a:path>
                <a:path w="203200" h="7619">
                  <a:moveTo>
                    <a:pt x="203200" y="0"/>
                  </a:moveTo>
                  <a:lnTo>
                    <a:pt x="116840" y="0"/>
                  </a:lnTo>
                  <a:lnTo>
                    <a:pt x="116840" y="1269"/>
                  </a:lnTo>
                  <a:lnTo>
                    <a:pt x="115570" y="1269"/>
                  </a:lnTo>
                  <a:lnTo>
                    <a:pt x="115570" y="7620"/>
                  </a:lnTo>
                  <a:lnTo>
                    <a:pt x="203200" y="7620"/>
                  </a:lnTo>
                  <a:lnTo>
                    <a:pt x="203200" y="0"/>
                  </a:lnTo>
                  <a:close/>
                </a:path>
              </a:pathLst>
            </a:custGeom>
            <a:solidFill>
              <a:srgbClr val="001C58"/>
            </a:solidFill>
          </p:spPr>
          <p:txBody>
            <a:bodyPr wrap="square" lIns="0" tIns="0" rIns="0" bIns="0" rtlCol="0"/>
            <a:lstStyle/>
            <a:p/>
          </p:txBody>
        </p:sp>
        <p:sp>
          <p:nvSpPr>
            <p:cNvPr id="1552" name="object 1552"/>
            <p:cNvSpPr/>
            <p:nvPr/>
          </p:nvSpPr>
          <p:spPr>
            <a:xfrm>
              <a:off x="4431030" y="1437639"/>
              <a:ext cx="203200" cy="7620"/>
            </a:xfrm>
            <a:custGeom>
              <a:avLst/>
              <a:gdLst/>
              <a:ahLst/>
              <a:cxnLst/>
              <a:rect l="l" t="t" r="r" b="b"/>
              <a:pathLst>
                <a:path w="203200" h="7619">
                  <a:moveTo>
                    <a:pt x="88900" y="5080"/>
                  </a:moveTo>
                  <a:lnTo>
                    <a:pt x="87630" y="5080"/>
                  </a:lnTo>
                  <a:lnTo>
                    <a:pt x="87630" y="1270"/>
                  </a:lnTo>
                  <a:lnTo>
                    <a:pt x="87617" y="0"/>
                  </a:lnTo>
                  <a:lnTo>
                    <a:pt x="0" y="0"/>
                  </a:lnTo>
                  <a:lnTo>
                    <a:pt x="0" y="1270"/>
                  </a:lnTo>
                  <a:lnTo>
                    <a:pt x="1270" y="1270"/>
                  </a:lnTo>
                  <a:lnTo>
                    <a:pt x="1270" y="5080"/>
                  </a:lnTo>
                  <a:lnTo>
                    <a:pt x="1270" y="7620"/>
                  </a:lnTo>
                  <a:lnTo>
                    <a:pt x="88900" y="7620"/>
                  </a:lnTo>
                  <a:lnTo>
                    <a:pt x="88900" y="5080"/>
                  </a:lnTo>
                  <a:close/>
                </a:path>
                <a:path w="203200" h="7619">
                  <a:moveTo>
                    <a:pt x="203200" y="0"/>
                  </a:moveTo>
                  <a:lnTo>
                    <a:pt x="114300" y="0"/>
                  </a:lnTo>
                  <a:lnTo>
                    <a:pt x="114300" y="5080"/>
                  </a:lnTo>
                  <a:lnTo>
                    <a:pt x="113030" y="5080"/>
                  </a:lnTo>
                  <a:lnTo>
                    <a:pt x="113030" y="7620"/>
                  </a:lnTo>
                  <a:lnTo>
                    <a:pt x="203200" y="7620"/>
                  </a:lnTo>
                  <a:lnTo>
                    <a:pt x="203200" y="5080"/>
                  </a:lnTo>
                  <a:lnTo>
                    <a:pt x="203200" y="0"/>
                  </a:lnTo>
                  <a:close/>
                </a:path>
              </a:pathLst>
            </a:custGeom>
            <a:solidFill>
              <a:srgbClr val="001C59"/>
            </a:solidFill>
          </p:spPr>
          <p:txBody>
            <a:bodyPr wrap="square" lIns="0" tIns="0" rIns="0" bIns="0" rtlCol="0"/>
            <a:lstStyle/>
            <a:p/>
          </p:txBody>
        </p:sp>
        <p:sp>
          <p:nvSpPr>
            <p:cNvPr id="1553" name="object 1553"/>
            <p:cNvSpPr/>
            <p:nvPr/>
          </p:nvSpPr>
          <p:spPr>
            <a:xfrm>
              <a:off x="4432300" y="1445259"/>
              <a:ext cx="201930" cy="6350"/>
            </a:xfrm>
            <a:custGeom>
              <a:avLst/>
              <a:gdLst/>
              <a:ahLst/>
              <a:cxnLst/>
              <a:rect l="l" t="t" r="r" b="b"/>
              <a:pathLst>
                <a:path w="201929" h="6350">
                  <a:moveTo>
                    <a:pt x="88900" y="3810"/>
                  </a:moveTo>
                  <a:lnTo>
                    <a:pt x="87630" y="3810"/>
                  </a:lnTo>
                  <a:lnTo>
                    <a:pt x="87630" y="1270"/>
                  </a:lnTo>
                  <a:lnTo>
                    <a:pt x="87630" y="0"/>
                  </a:lnTo>
                  <a:lnTo>
                    <a:pt x="0" y="0"/>
                  </a:lnTo>
                  <a:lnTo>
                    <a:pt x="0" y="1270"/>
                  </a:lnTo>
                  <a:lnTo>
                    <a:pt x="0" y="3810"/>
                  </a:lnTo>
                  <a:lnTo>
                    <a:pt x="0" y="6350"/>
                  </a:lnTo>
                  <a:lnTo>
                    <a:pt x="88900" y="6350"/>
                  </a:lnTo>
                  <a:lnTo>
                    <a:pt x="88900" y="3810"/>
                  </a:lnTo>
                  <a:close/>
                </a:path>
                <a:path w="201929" h="6350">
                  <a:moveTo>
                    <a:pt x="201930" y="0"/>
                  </a:moveTo>
                  <a:lnTo>
                    <a:pt x="111760" y="0"/>
                  </a:lnTo>
                  <a:lnTo>
                    <a:pt x="111760" y="1270"/>
                  </a:lnTo>
                  <a:lnTo>
                    <a:pt x="110490" y="1270"/>
                  </a:lnTo>
                  <a:lnTo>
                    <a:pt x="110490" y="3810"/>
                  </a:lnTo>
                  <a:lnTo>
                    <a:pt x="109220" y="3810"/>
                  </a:lnTo>
                  <a:lnTo>
                    <a:pt x="109220" y="6350"/>
                  </a:lnTo>
                  <a:lnTo>
                    <a:pt x="201930" y="6350"/>
                  </a:lnTo>
                  <a:lnTo>
                    <a:pt x="201930" y="3810"/>
                  </a:lnTo>
                  <a:lnTo>
                    <a:pt x="201930" y="1270"/>
                  </a:lnTo>
                  <a:lnTo>
                    <a:pt x="201930" y="0"/>
                  </a:lnTo>
                  <a:close/>
                </a:path>
              </a:pathLst>
            </a:custGeom>
            <a:solidFill>
              <a:srgbClr val="001B5B"/>
            </a:solidFill>
          </p:spPr>
          <p:txBody>
            <a:bodyPr wrap="square" lIns="0" tIns="0" rIns="0" bIns="0" rtlCol="0"/>
            <a:lstStyle/>
            <a:p/>
          </p:txBody>
        </p:sp>
        <p:sp>
          <p:nvSpPr>
            <p:cNvPr id="1554" name="object 1554"/>
            <p:cNvSpPr/>
            <p:nvPr/>
          </p:nvSpPr>
          <p:spPr>
            <a:xfrm>
              <a:off x="4432300" y="1451609"/>
              <a:ext cx="201930" cy="7620"/>
            </a:xfrm>
            <a:custGeom>
              <a:avLst/>
              <a:gdLst/>
              <a:ahLst/>
              <a:cxnLst/>
              <a:rect l="l" t="t" r="r" b="b"/>
              <a:pathLst>
                <a:path w="201929" h="7619">
                  <a:moveTo>
                    <a:pt x="1270" y="104"/>
                  </a:moveTo>
                  <a:lnTo>
                    <a:pt x="1270" y="7619"/>
                  </a:lnTo>
                  <a:lnTo>
                    <a:pt x="92710" y="7619"/>
                  </a:lnTo>
                  <a:lnTo>
                    <a:pt x="1270" y="104"/>
                  </a:lnTo>
                  <a:close/>
                </a:path>
                <a:path w="201929" h="7619">
                  <a:moveTo>
                    <a:pt x="92710" y="7414"/>
                  </a:moveTo>
                  <a:lnTo>
                    <a:pt x="92710" y="7619"/>
                  </a:lnTo>
                  <a:lnTo>
                    <a:pt x="95250" y="7619"/>
                  </a:lnTo>
                  <a:lnTo>
                    <a:pt x="92710" y="7414"/>
                  </a:lnTo>
                  <a:close/>
                </a:path>
                <a:path w="201929" h="7619">
                  <a:moveTo>
                    <a:pt x="88900" y="0"/>
                  </a:moveTo>
                  <a:lnTo>
                    <a:pt x="1270" y="0"/>
                  </a:lnTo>
                  <a:lnTo>
                    <a:pt x="92710" y="7414"/>
                  </a:lnTo>
                  <a:lnTo>
                    <a:pt x="92710" y="5079"/>
                  </a:lnTo>
                  <a:lnTo>
                    <a:pt x="91440" y="5079"/>
                  </a:lnTo>
                  <a:lnTo>
                    <a:pt x="91440" y="2539"/>
                  </a:lnTo>
                  <a:lnTo>
                    <a:pt x="90170" y="2539"/>
                  </a:lnTo>
                  <a:lnTo>
                    <a:pt x="90170" y="1269"/>
                  </a:lnTo>
                  <a:lnTo>
                    <a:pt x="88900" y="1269"/>
                  </a:lnTo>
                  <a:lnTo>
                    <a:pt x="88900" y="0"/>
                  </a:lnTo>
                  <a:close/>
                </a:path>
                <a:path w="201929" h="7619">
                  <a:moveTo>
                    <a:pt x="1270" y="0"/>
                  </a:moveTo>
                  <a:lnTo>
                    <a:pt x="0" y="0"/>
                  </a:lnTo>
                  <a:lnTo>
                    <a:pt x="1270" y="104"/>
                  </a:lnTo>
                  <a:close/>
                </a:path>
                <a:path w="201929" h="7619">
                  <a:moveTo>
                    <a:pt x="201929" y="0"/>
                  </a:moveTo>
                  <a:lnTo>
                    <a:pt x="107950" y="0"/>
                  </a:lnTo>
                  <a:lnTo>
                    <a:pt x="107950" y="2539"/>
                  </a:lnTo>
                  <a:lnTo>
                    <a:pt x="106679" y="2539"/>
                  </a:lnTo>
                  <a:lnTo>
                    <a:pt x="106679" y="6350"/>
                  </a:lnTo>
                  <a:lnTo>
                    <a:pt x="104139" y="6350"/>
                  </a:lnTo>
                  <a:lnTo>
                    <a:pt x="104139" y="7619"/>
                  </a:lnTo>
                  <a:lnTo>
                    <a:pt x="201930" y="7619"/>
                  </a:lnTo>
                  <a:lnTo>
                    <a:pt x="201929" y="0"/>
                  </a:lnTo>
                  <a:close/>
                </a:path>
              </a:pathLst>
            </a:custGeom>
            <a:solidFill>
              <a:srgbClr val="001B5D"/>
            </a:solidFill>
          </p:spPr>
          <p:txBody>
            <a:bodyPr wrap="square" lIns="0" tIns="0" rIns="0" bIns="0" rtlCol="0"/>
            <a:lstStyle/>
            <a:p/>
          </p:txBody>
        </p:sp>
        <p:sp>
          <p:nvSpPr>
            <p:cNvPr id="1555" name="object 1555"/>
            <p:cNvSpPr/>
            <p:nvPr/>
          </p:nvSpPr>
          <p:spPr>
            <a:xfrm>
              <a:off x="4433570" y="1459229"/>
              <a:ext cx="200660" cy="7620"/>
            </a:xfrm>
            <a:custGeom>
              <a:avLst/>
              <a:gdLst/>
              <a:ahLst/>
              <a:cxnLst/>
              <a:rect l="l" t="t" r="r" b="b"/>
              <a:pathLst>
                <a:path w="200660" h="7619">
                  <a:moveTo>
                    <a:pt x="200660" y="0"/>
                  </a:moveTo>
                  <a:lnTo>
                    <a:pt x="101600" y="0"/>
                  </a:lnTo>
                  <a:lnTo>
                    <a:pt x="101600" y="1270"/>
                  </a:lnTo>
                  <a:lnTo>
                    <a:pt x="100330" y="1270"/>
                  </a:lnTo>
                  <a:lnTo>
                    <a:pt x="100330" y="2540"/>
                  </a:lnTo>
                  <a:lnTo>
                    <a:pt x="99060" y="2540"/>
                  </a:lnTo>
                  <a:lnTo>
                    <a:pt x="99060" y="3810"/>
                  </a:lnTo>
                  <a:lnTo>
                    <a:pt x="96520" y="3810"/>
                  </a:lnTo>
                  <a:lnTo>
                    <a:pt x="96520" y="2540"/>
                  </a:lnTo>
                  <a:lnTo>
                    <a:pt x="95250" y="2540"/>
                  </a:lnTo>
                  <a:lnTo>
                    <a:pt x="95250" y="1270"/>
                  </a:lnTo>
                  <a:lnTo>
                    <a:pt x="93980" y="1270"/>
                  </a:lnTo>
                  <a:lnTo>
                    <a:pt x="93980" y="0"/>
                  </a:lnTo>
                  <a:lnTo>
                    <a:pt x="0" y="0"/>
                  </a:lnTo>
                  <a:lnTo>
                    <a:pt x="0" y="1270"/>
                  </a:lnTo>
                  <a:lnTo>
                    <a:pt x="0" y="2540"/>
                  </a:lnTo>
                  <a:lnTo>
                    <a:pt x="0" y="3810"/>
                  </a:lnTo>
                  <a:lnTo>
                    <a:pt x="0" y="5080"/>
                  </a:lnTo>
                  <a:lnTo>
                    <a:pt x="1270" y="5080"/>
                  </a:lnTo>
                  <a:lnTo>
                    <a:pt x="1270" y="7620"/>
                  </a:lnTo>
                  <a:lnTo>
                    <a:pt x="200660" y="7620"/>
                  </a:lnTo>
                  <a:lnTo>
                    <a:pt x="200660" y="5080"/>
                  </a:lnTo>
                  <a:lnTo>
                    <a:pt x="200660" y="3810"/>
                  </a:lnTo>
                  <a:lnTo>
                    <a:pt x="200660" y="2540"/>
                  </a:lnTo>
                  <a:lnTo>
                    <a:pt x="200660" y="1270"/>
                  </a:lnTo>
                  <a:lnTo>
                    <a:pt x="200660" y="0"/>
                  </a:lnTo>
                  <a:close/>
                </a:path>
              </a:pathLst>
            </a:custGeom>
            <a:solidFill>
              <a:srgbClr val="001A5F"/>
            </a:solidFill>
          </p:spPr>
          <p:txBody>
            <a:bodyPr wrap="square" lIns="0" tIns="0" rIns="0" bIns="0" rtlCol="0"/>
            <a:lstStyle/>
            <a:p/>
          </p:txBody>
        </p:sp>
        <p:sp>
          <p:nvSpPr>
            <p:cNvPr id="1556" name="object 1556"/>
            <p:cNvSpPr/>
            <p:nvPr/>
          </p:nvSpPr>
          <p:spPr>
            <a:xfrm>
              <a:off x="4434840" y="1466850"/>
              <a:ext cx="199390" cy="6350"/>
            </a:xfrm>
            <a:custGeom>
              <a:avLst/>
              <a:gdLst/>
              <a:ahLst/>
              <a:cxnLst/>
              <a:rect l="l" t="t" r="r" b="b"/>
              <a:pathLst>
                <a:path w="199389" h="6350">
                  <a:moveTo>
                    <a:pt x="0" y="6350"/>
                  </a:moveTo>
                  <a:lnTo>
                    <a:pt x="0" y="0"/>
                  </a:lnTo>
                  <a:lnTo>
                    <a:pt x="199390" y="0"/>
                  </a:lnTo>
                  <a:lnTo>
                    <a:pt x="199389" y="6350"/>
                  </a:lnTo>
                  <a:lnTo>
                    <a:pt x="0" y="6350"/>
                  </a:lnTo>
                  <a:close/>
                </a:path>
              </a:pathLst>
            </a:custGeom>
            <a:solidFill>
              <a:srgbClr val="001A60"/>
            </a:solidFill>
          </p:spPr>
          <p:txBody>
            <a:bodyPr wrap="square" lIns="0" tIns="0" rIns="0" bIns="0" rtlCol="0"/>
            <a:lstStyle/>
            <a:p/>
          </p:txBody>
        </p:sp>
        <p:sp>
          <p:nvSpPr>
            <p:cNvPr id="1557" name="object 1557"/>
            <p:cNvSpPr/>
            <p:nvPr/>
          </p:nvSpPr>
          <p:spPr>
            <a:xfrm>
              <a:off x="4434840" y="1473199"/>
              <a:ext cx="199390" cy="7620"/>
            </a:xfrm>
            <a:custGeom>
              <a:avLst/>
              <a:gdLst/>
              <a:ahLst/>
              <a:cxnLst/>
              <a:rect l="l" t="t" r="r" b="b"/>
              <a:pathLst>
                <a:path w="199389" h="7619">
                  <a:moveTo>
                    <a:pt x="199390" y="2552"/>
                  </a:moveTo>
                  <a:lnTo>
                    <a:pt x="1270" y="2552"/>
                  </a:lnTo>
                  <a:lnTo>
                    <a:pt x="1270" y="7620"/>
                  </a:lnTo>
                  <a:lnTo>
                    <a:pt x="199390" y="7620"/>
                  </a:lnTo>
                  <a:lnTo>
                    <a:pt x="199390" y="2552"/>
                  </a:lnTo>
                  <a:close/>
                </a:path>
                <a:path w="199389" h="7619">
                  <a:moveTo>
                    <a:pt x="199390" y="0"/>
                  </a:moveTo>
                  <a:lnTo>
                    <a:pt x="0" y="0"/>
                  </a:lnTo>
                  <a:lnTo>
                    <a:pt x="0" y="2540"/>
                  </a:lnTo>
                  <a:lnTo>
                    <a:pt x="199390" y="2540"/>
                  </a:lnTo>
                  <a:lnTo>
                    <a:pt x="199390" y="0"/>
                  </a:lnTo>
                  <a:close/>
                </a:path>
              </a:pathLst>
            </a:custGeom>
            <a:solidFill>
              <a:srgbClr val="001A62"/>
            </a:solidFill>
          </p:spPr>
          <p:txBody>
            <a:bodyPr wrap="square" lIns="0" tIns="0" rIns="0" bIns="0" rtlCol="0"/>
            <a:lstStyle/>
            <a:p/>
          </p:txBody>
        </p:sp>
        <p:sp>
          <p:nvSpPr>
            <p:cNvPr id="1558" name="object 1558"/>
            <p:cNvSpPr/>
            <p:nvPr/>
          </p:nvSpPr>
          <p:spPr>
            <a:xfrm>
              <a:off x="4436110" y="1480819"/>
              <a:ext cx="198120" cy="7620"/>
            </a:xfrm>
            <a:custGeom>
              <a:avLst/>
              <a:gdLst/>
              <a:ahLst/>
              <a:cxnLst/>
              <a:rect l="l" t="t" r="r" b="b"/>
              <a:pathLst>
                <a:path w="198120" h="7619">
                  <a:moveTo>
                    <a:pt x="198120" y="0"/>
                  </a:moveTo>
                  <a:lnTo>
                    <a:pt x="0" y="0"/>
                  </a:lnTo>
                  <a:lnTo>
                    <a:pt x="0" y="6350"/>
                  </a:lnTo>
                  <a:lnTo>
                    <a:pt x="1270" y="6350"/>
                  </a:lnTo>
                  <a:lnTo>
                    <a:pt x="1270" y="7620"/>
                  </a:lnTo>
                  <a:lnTo>
                    <a:pt x="198120" y="7620"/>
                  </a:lnTo>
                  <a:lnTo>
                    <a:pt x="198120" y="6350"/>
                  </a:lnTo>
                  <a:lnTo>
                    <a:pt x="198120" y="0"/>
                  </a:lnTo>
                  <a:close/>
                </a:path>
              </a:pathLst>
            </a:custGeom>
            <a:solidFill>
              <a:srgbClr val="001964"/>
            </a:solidFill>
          </p:spPr>
          <p:txBody>
            <a:bodyPr wrap="square" lIns="0" tIns="0" rIns="0" bIns="0" rtlCol="0"/>
            <a:lstStyle/>
            <a:p/>
          </p:txBody>
        </p:sp>
        <p:sp>
          <p:nvSpPr>
            <p:cNvPr id="1559" name="object 1559"/>
            <p:cNvSpPr/>
            <p:nvPr/>
          </p:nvSpPr>
          <p:spPr>
            <a:xfrm>
              <a:off x="4437380" y="1488440"/>
              <a:ext cx="196850" cy="6350"/>
            </a:xfrm>
            <a:custGeom>
              <a:avLst/>
              <a:gdLst/>
              <a:ahLst/>
              <a:cxnLst/>
              <a:rect l="l" t="t" r="r" b="b"/>
              <a:pathLst>
                <a:path w="196850" h="6350">
                  <a:moveTo>
                    <a:pt x="0" y="6350"/>
                  </a:moveTo>
                  <a:lnTo>
                    <a:pt x="0" y="0"/>
                  </a:lnTo>
                  <a:lnTo>
                    <a:pt x="196850" y="0"/>
                  </a:lnTo>
                  <a:lnTo>
                    <a:pt x="196850" y="6349"/>
                  </a:lnTo>
                  <a:lnTo>
                    <a:pt x="0" y="6350"/>
                  </a:lnTo>
                  <a:close/>
                </a:path>
              </a:pathLst>
            </a:custGeom>
            <a:solidFill>
              <a:srgbClr val="001966"/>
            </a:solidFill>
          </p:spPr>
          <p:txBody>
            <a:bodyPr wrap="square" lIns="0" tIns="0" rIns="0" bIns="0" rtlCol="0"/>
            <a:lstStyle/>
            <a:p/>
          </p:txBody>
        </p:sp>
        <p:sp>
          <p:nvSpPr>
            <p:cNvPr id="1560" name="object 1560"/>
            <p:cNvSpPr/>
            <p:nvPr/>
          </p:nvSpPr>
          <p:spPr>
            <a:xfrm>
              <a:off x="4437380" y="1494789"/>
              <a:ext cx="196850" cy="7620"/>
            </a:xfrm>
            <a:custGeom>
              <a:avLst/>
              <a:gdLst/>
              <a:ahLst/>
              <a:cxnLst/>
              <a:rect l="l" t="t" r="r" b="b"/>
              <a:pathLst>
                <a:path w="196850" h="7619">
                  <a:moveTo>
                    <a:pt x="196850" y="0"/>
                  </a:moveTo>
                  <a:lnTo>
                    <a:pt x="0" y="0"/>
                  </a:lnTo>
                  <a:lnTo>
                    <a:pt x="0" y="3810"/>
                  </a:lnTo>
                  <a:lnTo>
                    <a:pt x="1270" y="3810"/>
                  </a:lnTo>
                  <a:lnTo>
                    <a:pt x="1270" y="7620"/>
                  </a:lnTo>
                  <a:lnTo>
                    <a:pt x="196850" y="7620"/>
                  </a:lnTo>
                  <a:lnTo>
                    <a:pt x="196850" y="3810"/>
                  </a:lnTo>
                  <a:lnTo>
                    <a:pt x="196850" y="0"/>
                  </a:lnTo>
                  <a:close/>
                </a:path>
              </a:pathLst>
            </a:custGeom>
            <a:solidFill>
              <a:srgbClr val="001867"/>
            </a:solidFill>
          </p:spPr>
          <p:txBody>
            <a:bodyPr wrap="square" lIns="0" tIns="0" rIns="0" bIns="0" rtlCol="0"/>
            <a:lstStyle/>
            <a:p/>
          </p:txBody>
        </p:sp>
        <p:sp>
          <p:nvSpPr>
            <p:cNvPr id="1561" name="object 1561"/>
            <p:cNvSpPr/>
            <p:nvPr/>
          </p:nvSpPr>
          <p:spPr>
            <a:xfrm>
              <a:off x="4438650" y="1502409"/>
              <a:ext cx="195580" cy="7620"/>
            </a:xfrm>
            <a:custGeom>
              <a:avLst/>
              <a:gdLst/>
              <a:ahLst/>
              <a:cxnLst/>
              <a:rect l="l" t="t" r="r" b="b"/>
              <a:pathLst>
                <a:path w="195579" h="7619">
                  <a:moveTo>
                    <a:pt x="0" y="7619"/>
                  </a:moveTo>
                  <a:lnTo>
                    <a:pt x="0" y="0"/>
                  </a:lnTo>
                  <a:lnTo>
                    <a:pt x="195580" y="0"/>
                  </a:lnTo>
                  <a:lnTo>
                    <a:pt x="195580" y="7619"/>
                  </a:lnTo>
                  <a:lnTo>
                    <a:pt x="0" y="7619"/>
                  </a:lnTo>
                  <a:close/>
                </a:path>
              </a:pathLst>
            </a:custGeom>
            <a:solidFill>
              <a:srgbClr val="001869"/>
            </a:solidFill>
          </p:spPr>
          <p:txBody>
            <a:bodyPr wrap="square" lIns="0" tIns="0" rIns="0" bIns="0" rtlCol="0"/>
            <a:lstStyle/>
            <a:p/>
          </p:txBody>
        </p:sp>
        <p:sp>
          <p:nvSpPr>
            <p:cNvPr id="1562" name="object 1562"/>
            <p:cNvSpPr/>
            <p:nvPr/>
          </p:nvSpPr>
          <p:spPr>
            <a:xfrm>
              <a:off x="4439920" y="1510029"/>
              <a:ext cx="194310" cy="6350"/>
            </a:xfrm>
            <a:custGeom>
              <a:avLst/>
              <a:gdLst/>
              <a:ahLst/>
              <a:cxnLst/>
              <a:rect l="l" t="t" r="r" b="b"/>
              <a:pathLst>
                <a:path w="194310" h="6350">
                  <a:moveTo>
                    <a:pt x="194309" y="0"/>
                  </a:moveTo>
                  <a:lnTo>
                    <a:pt x="0" y="0"/>
                  </a:lnTo>
                  <a:lnTo>
                    <a:pt x="0" y="6350"/>
                  </a:lnTo>
                  <a:lnTo>
                    <a:pt x="194309" y="6350"/>
                  </a:lnTo>
                  <a:lnTo>
                    <a:pt x="194309" y="0"/>
                  </a:lnTo>
                  <a:close/>
                </a:path>
              </a:pathLst>
            </a:custGeom>
            <a:solidFill>
              <a:srgbClr val="00176B"/>
            </a:solidFill>
          </p:spPr>
          <p:txBody>
            <a:bodyPr wrap="square" lIns="0" tIns="0" rIns="0" bIns="0" rtlCol="0"/>
            <a:lstStyle/>
            <a:p/>
          </p:txBody>
        </p:sp>
        <p:sp>
          <p:nvSpPr>
            <p:cNvPr id="1563" name="object 1563"/>
            <p:cNvSpPr/>
            <p:nvPr/>
          </p:nvSpPr>
          <p:spPr>
            <a:xfrm>
              <a:off x="4439920" y="1516379"/>
              <a:ext cx="194310" cy="7620"/>
            </a:xfrm>
            <a:custGeom>
              <a:avLst/>
              <a:gdLst/>
              <a:ahLst/>
              <a:cxnLst/>
              <a:rect l="l" t="t" r="r" b="b"/>
              <a:pathLst>
                <a:path w="194310" h="7619">
                  <a:moveTo>
                    <a:pt x="194310" y="0"/>
                  </a:moveTo>
                  <a:lnTo>
                    <a:pt x="0" y="0"/>
                  </a:lnTo>
                  <a:lnTo>
                    <a:pt x="0" y="3810"/>
                  </a:lnTo>
                  <a:lnTo>
                    <a:pt x="1270" y="3810"/>
                  </a:lnTo>
                  <a:lnTo>
                    <a:pt x="1270" y="7620"/>
                  </a:lnTo>
                  <a:lnTo>
                    <a:pt x="194310" y="7620"/>
                  </a:lnTo>
                  <a:lnTo>
                    <a:pt x="194310" y="3810"/>
                  </a:lnTo>
                  <a:lnTo>
                    <a:pt x="194310" y="0"/>
                  </a:lnTo>
                  <a:close/>
                </a:path>
              </a:pathLst>
            </a:custGeom>
            <a:solidFill>
              <a:srgbClr val="00176C"/>
            </a:solidFill>
          </p:spPr>
          <p:txBody>
            <a:bodyPr wrap="square" lIns="0" tIns="0" rIns="0" bIns="0" rtlCol="0"/>
            <a:lstStyle/>
            <a:p/>
          </p:txBody>
        </p:sp>
        <p:sp>
          <p:nvSpPr>
            <p:cNvPr id="1564" name="object 1564"/>
            <p:cNvSpPr/>
            <p:nvPr/>
          </p:nvSpPr>
          <p:spPr>
            <a:xfrm>
              <a:off x="4441190" y="1523999"/>
              <a:ext cx="193040" cy="7620"/>
            </a:xfrm>
            <a:custGeom>
              <a:avLst/>
              <a:gdLst/>
              <a:ahLst/>
              <a:cxnLst/>
              <a:rect l="l" t="t" r="r" b="b"/>
              <a:pathLst>
                <a:path w="193039" h="7619">
                  <a:moveTo>
                    <a:pt x="193040" y="0"/>
                  </a:moveTo>
                  <a:lnTo>
                    <a:pt x="0" y="0"/>
                  </a:lnTo>
                  <a:lnTo>
                    <a:pt x="0" y="3810"/>
                  </a:lnTo>
                  <a:lnTo>
                    <a:pt x="1270" y="3810"/>
                  </a:lnTo>
                  <a:lnTo>
                    <a:pt x="1270" y="7620"/>
                  </a:lnTo>
                  <a:lnTo>
                    <a:pt x="193040" y="7620"/>
                  </a:lnTo>
                  <a:lnTo>
                    <a:pt x="193040" y="3810"/>
                  </a:lnTo>
                  <a:lnTo>
                    <a:pt x="193040" y="0"/>
                  </a:lnTo>
                  <a:close/>
                </a:path>
              </a:pathLst>
            </a:custGeom>
            <a:solidFill>
              <a:srgbClr val="00176E"/>
            </a:solidFill>
          </p:spPr>
          <p:txBody>
            <a:bodyPr wrap="square" lIns="0" tIns="0" rIns="0" bIns="0" rtlCol="0"/>
            <a:lstStyle/>
            <a:p/>
          </p:txBody>
        </p:sp>
        <p:sp>
          <p:nvSpPr>
            <p:cNvPr id="1565" name="object 1565"/>
            <p:cNvSpPr/>
            <p:nvPr/>
          </p:nvSpPr>
          <p:spPr>
            <a:xfrm>
              <a:off x="4442460" y="1531619"/>
              <a:ext cx="191770" cy="6350"/>
            </a:xfrm>
            <a:custGeom>
              <a:avLst/>
              <a:gdLst/>
              <a:ahLst/>
              <a:cxnLst/>
              <a:rect l="l" t="t" r="r" b="b"/>
              <a:pathLst>
                <a:path w="191770" h="6350">
                  <a:moveTo>
                    <a:pt x="191770" y="0"/>
                  </a:moveTo>
                  <a:lnTo>
                    <a:pt x="0" y="0"/>
                  </a:lnTo>
                  <a:lnTo>
                    <a:pt x="0" y="3810"/>
                  </a:lnTo>
                  <a:lnTo>
                    <a:pt x="1270" y="3810"/>
                  </a:lnTo>
                  <a:lnTo>
                    <a:pt x="1270" y="6350"/>
                  </a:lnTo>
                  <a:lnTo>
                    <a:pt x="191770" y="6350"/>
                  </a:lnTo>
                  <a:lnTo>
                    <a:pt x="191770" y="3810"/>
                  </a:lnTo>
                  <a:lnTo>
                    <a:pt x="191770" y="0"/>
                  </a:lnTo>
                  <a:close/>
                </a:path>
              </a:pathLst>
            </a:custGeom>
            <a:solidFill>
              <a:srgbClr val="001670"/>
            </a:solidFill>
          </p:spPr>
          <p:txBody>
            <a:bodyPr wrap="square" lIns="0" tIns="0" rIns="0" bIns="0" rtlCol="0"/>
            <a:lstStyle/>
            <a:p/>
          </p:txBody>
        </p:sp>
        <p:sp>
          <p:nvSpPr>
            <p:cNvPr id="1566" name="object 1566"/>
            <p:cNvSpPr/>
            <p:nvPr/>
          </p:nvSpPr>
          <p:spPr>
            <a:xfrm>
              <a:off x="4443730" y="1537969"/>
              <a:ext cx="190500" cy="7620"/>
            </a:xfrm>
            <a:custGeom>
              <a:avLst/>
              <a:gdLst/>
              <a:ahLst/>
              <a:cxnLst/>
              <a:rect l="l" t="t" r="r" b="b"/>
              <a:pathLst>
                <a:path w="190500" h="7619">
                  <a:moveTo>
                    <a:pt x="190500" y="0"/>
                  </a:moveTo>
                  <a:lnTo>
                    <a:pt x="0" y="0"/>
                  </a:lnTo>
                  <a:lnTo>
                    <a:pt x="0" y="3810"/>
                  </a:lnTo>
                  <a:lnTo>
                    <a:pt x="1270" y="3810"/>
                  </a:lnTo>
                  <a:lnTo>
                    <a:pt x="1270" y="7620"/>
                  </a:lnTo>
                  <a:lnTo>
                    <a:pt x="190500" y="7620"/>
                  </a:lnTo>
                  <a:lnTo>
                    <a:pt x="190500" y="3810"/>
                  </a:lnTo>
                  <a:lnTo>
                    <a:pt x="190500" y="0"/>
                  </a:lnTo>
                  <a:close/>
                </a:path>
              </a:pathLst>
            </a:custGeom>
            <a:solidFill>
              <a:srgbClr val="001671"/>
            </a:solidFill>
          </p:spPr>
          <p:txBody>
            <a:bodyPr wrap="square" lIns="0" tIns="0" rIns="0" bIns="0" rtlCol="0"/>
            <a:lstStyle/>
            <a:p/>
          </p:txBody>
        </p:sp>
        <p:sp>
          <p:nvSpPr>
            <p:cNvPr id="1567" name="object 1567"/>
            <p:cNvSpPr/>
            <p:nvPr/>
          </p:nvSpPr>
          <p:spPr>
            <a:xfrm>
              <a:off x="4445000" y="1545589"/>
              <a:ext cx="189230" cy="8255"/>
            </a:xfrm>
            <a:custGeom>
              <a:avLst/>
              <a:gdLst/>
              <a:ahLst/>
              <a:cxnLst/>
              <a:rect l="l" t="t" r="r" b="b"/>
              <a:pathLst>
                <a:path w="189229" h="8255">
                  <a:moveTo>
                    <a:pt x="189230" y="2552"/>
                  </a:moveTo>
                  <a:lnTo>
                    <a:pt x="1270" y="2552"/>
                  </a:lnTo>
                  <a:lnTo>
                    <a:pt x="1270" y="7632"/>
                  </a:lnTo>
                  <a:lnTo>
                    <a:pt x="189230" y="7632"/>
                  </a:lnTo>
                  <a:lnTo>
                    <a:pt x="189230" y="2552"/>
                  </a:lnTo>
                  <a:close/>
                </a:path>
                <a:path w="189229" h="8255">
                  <a:moveTo>
                    <a:pt x="189230" y="0"/>
                  </a:moveTo>
                  <a:lnTo>
                    <a:pt x="0" y="0"/>
                  </a:lnTo>
                  <a:lnTo>
                    <a:pt x="0" y="2540"/>
                  </a:lnTo>
                  <a:lnTo>
                    <a:pt x="189230" y="2540"/>
                  </a:lnTo>
                  <a:lnTo>
                    <a:pt x="189230" y="0"/>
                  </a:lnTo>
                  <a:close/>
                </a:path>
              </a:pathLst>
            </a:custGeom>
            <a:solidFill>
              <a:srgbClr val="001573"/>
            </a:solidFill>
          </p:spPr>
          <p:txBody>
            <a:bodyPr wrap="square" lIns="0" tIns="0" rIns="0" bIns="0" rtlCol="0"/>
            <a:lstStyle/>
            <a:p/>
          </p:txBody>
        </p:sp>
        <p:sp>
          <p:nvSpPr>
            <p:cNvPr id="1568" name="object 1568"/>
            <p:cNvSpPr/>
            <p:nvPr/>
          </p:nvSpPr>
          <p:spPr>
            <a:xfrm>
              <a:off x="4447540" y="1553209"/>
              <a:ext cx="186690" cy="6350"/>
            </a:xfrm>
            <a:custGeom>
              <a:avLst/>
              <a:gdLst/>
              <a:ahLst/>
              <a:cxnLst/>
              <a:rect l="l" t="t" r="r" b="b"/>
              <a:pathLst>
                <a:path w="186689" h="6350">
                  <a:moveTo>
                    <a:pt x="186690" y="5092"/>
                  </a:moveTo>
                  <a:lnTo>
                    <a:pt x="1270" y="5092"/>
                  </a:lnTo>
                  <a:lnTo>
                    <a:pt x="1270" y="6350"/>
                  </a:lnTo>
                  <a:lnTo>
                    <a:pt x="186690" y="6350"/>
                  </a:lnTo>
                  <a:lnTo>
                    <a:pt x="186690" y="5092"/>
                  </a:lnTo>
                  <a:close/>
                </a:path>
                <a:path w="186689" h="6350">
                  <a:moveTo>
                    <a:pt x="186690" y="0"/>
                  </a:moveTo>
                  <a:lnTo>
                    <a:pt x="0" y="0"/>
                  </a:lnTo>
                  <a:lnTo>
                    <a:pt x="0" y="5080"/>
                  </a:lnTo>
                  <a:lnTo>
                    <a:pt x="186690" y="5080"/>
                  </a:lnTo>
                  <a:lnTo>
                    <a:pt x="186690" y="0"/>
                  </a:lnTo>
                  <a:close/>
                </a:path>
              </a:pathLst>
            </a:custGeom>
            <a:solidFill>
              <a:srgbClr val="001575"/>
            </a:solidFill>
          </p:spPr>
          <p:txBody>
            <a:bodyPr wrap="square" lIns="0" tIns="0" rIns="0" bIns="0" rtlCol="0"/>
            <a:lstStyle/>
            <a:p/>
          </p:txBody>
        </p:sp>
        <p:sp>
          <p:nvSpPr>
            <p:cNvPr id="1569" name="object 1569"/>
            <p:cNvSpPr/>
            <p:nvPr/>
          </p:nvSpPr>
          <p:spPr>
            <a:xfrm>
              <a:off x="4448810" y="1559559"/>
              <a:ext cx="185420" cy="7620"/>
            </a:xfrm>
            <a:custGeom>
              <a:avLst/>
              <a:gdLst/>
              <a:ahLst/>
              <a:cxnLst/>
              <a:rect l="l" t="t" r="r" b="b"/>
              <a:pathLst>
                <a:path w="185420" h="7619">
                  <a:moveTo>
                    <a:pt x="185420" y="0"/>
                  </a:moveTo>
                  <a:lnTo>
                    <a:pt x="0" y="0"/>
                  </a:lnTo>
                  <a:lnTo>
                    <a:pt x="0" y="3810"/>
                  </a:lnTo>
                  <a:lnTo>
                    <a:pt x="1270" y="3810"/>
                  </a:lnTo>
                  <a:lnTo>
                    <a:pt x="1270" y="7620"/>
                  </a:lnTo>
                  <a:lnTo>
                    <a:pt x="185420" y="7620"/>
                  </a:lnTo>
                  <a:lnTo>
                    <a:pt x="185420" y="3810"/>
                  </a:lnTo>
                  <a:lnTo>
                    <a:pt x="185420" y="0"/>
                  </a:lnTo>
                  <a:close/>
                </a:path>
              </a:pathLst>
            </a:custGeom>
            <a:solidFill>
              <a:srgbClr val="001477"/>
            </a:solidFill>
          </p:spPr>
          <p:txBody>
            <a:bodyPr wrap="square" lIns="0" tIns="0" rIns="0" bIns="0" rtlCol="0"/>
            <a:lstStyle/>
            <a:p/>
          </p:txBody>
        </p:sp>
        <p:sp>
          <p:nvSpPr>
            <p:cNvPr id="1570" name="object 1570"/>
            <p:cNvSpPr/>
            <p:nvPr/>
          </p:nvSpPr>
          <p:spPr>
            <a:xfrm>
              <a:off x="4450080" y="1567179"/>
              <a:ext cx="184150" cy="7620"/>
            </a:xfrm>
            <a:custGeom>
              <a:avLst/>
              <a:gdLst/>
              <a:ahLst/>
              <a:cxnLst/>
              <a:rect l="l" t="t" r="r" b="b"/>
              <a:pathLst>
                <a:path w="184150" h="7619">
                  <a:moveTo>
                    <a:pt x="184150" y="0"/>
                  </a:moveTo>
                  <a:lnTo>
                    <a:pt x="0" y="0"/>
                  </a:lnTo>
                  <a:lnTo>
                    <a:pt x="0" y="1270"/>
                  </a:lnTo>
                  <a:lnTo>
                    <a:pt x="1270" y="1270"/>
                  </a:lnTo>
                  <a:lnTo>
                    <a:pt x="1270" y="5080"/>
                  </a:lnTo>
                  <a:lnTo>
                    <a:pt x="2540" y="5080"/>
                  </a:lnTo>
                  <a:lnTo>
                    <a:pt x="2540" y="7620"/>
                  </a:lnTo>
                  <a:lnTo>
                    <a:pt x="184150" y="7620"/>
                  </a:lnTo>
                  <a:lnTo>
                    <a:pt x="184150" y="5080"/>
                  </a:lnTo>
                  <a:lnTo>
                    <a:pt x="184150" y="1270"/>
                  </a:lnTo>
                  <a:lnTo>
                    <a:pt x="184150" y="0"/>
                  </a:lnTo>
                  <a:close/>
                </a:path>
              </a:pathLst>
            </a:custGeom>
            <a:solidFill>
              <a:srgbClr val="001478"/>
            </a:solidFill>
          </p:spPr>
          <p:txBody>
            <a:bodyPr wrap="square" lIns="0" tIns="0" rIns="0" bIns="0" rtlCol="0"/>
            <a:lstStyle/>
            <a:p/>
          </p:txBody>
        </p:sp>
        <p:sp>
          <p:nvSpPr>
            <p:cNvPr id="1571" name="object 1571"/>
            <p:cNvSpPr/>
            <p:nvPr/>
          </p:nvSpPr>
          <p:spPr>
            <a:xfrm>
              <a:off x="4452620" y="1574799"/>
              <a:ext cx="181610" cy="6350"/>
            </a:xfrm>
            <a:custGeom>
              <a:avLst/>
              <a:gdLst/>
              <a:ahLst/>
              <a:cxnLst/>
              <a:rect l="l" t="t" r="r" b="b"/>
              <a:pathLst>
                <a:path w="181610" h="6350">
                  <a:moveTo>
                    <a:pt x="181610" y="5092"/>
                  </a:moveTo>
                  <a:lnTo>
                    <a:pt x="2540" y="5092"/>
                  </a:lnTo>
                  <a:lnTo>
                    <a:pt x="2540" y="6350"/>
                  </a:lnTo>
                  <a:lnTo>
                    <a:pt x="181610" y="6350"/>
                  </a:lnTo>
                  <a:lnTo>
                    <a:pt x="181610" y="5092"/>
                  </a:lnTo>
                  <a:close/>
                </a:path>
                <a:path w="181610" h="6350">
                  <a:moveTo>
                    <a:pt x="181610" y="0"/>
                  </a:moveTo>
                  <a:lnTo>
                    <a:pt x="0" y="0"/>
                  </a:lnTo>
                  <a:lnTo>
                    <a:pt x="0" y="1270"/>
                  </a:lnTo>
                  <a:lnTo>
                    <a:pt x="1270" y="1270"/>
                  </a:lnTo>
                  <a:lnTo>
                    <a:pt x="1270" y="5080"/>
                  </a:lnTo>
                  <a:lnTo>
                    <a:pt x="181610" y="5080"/>
                  </a:lnTo>
                  <a:lnTo>
                    <a:pt x="181610" y="1270"/>
                  </a:lnTo>
                  <a:lnTo>
                    <a:pt x="181610" y="0"/>
                  </a:lnTo>
                  <a:close/>
                </a:path>
              </a:pathLst>
            </a:custGeom>
            <a:solidFill>
              <a:srgbClr val="00147A"/>
            </a:solidFill>
          </p:spPr>
          <p:txBody>
            <a:bodyPr wrap="square" lIns="0" tIns="0" rIns="0" bIns="0" rtlCol="0"/>
            <a:lstStyle/>
            <a:p/>
          </p:txBody>
        </p:sp>
        <p:sp>
          <p:nvSpPr>
            <p:cNvPr id="1572" name="object 1572"/>
            <p:cNvSpPr/>
            <p:nvPr/>
          </p:nvSpPr>
          <p:spPr>
            <a:xfrm>
              <a:off x="4455160" y="1581149"/>
              <a:ext cx="179070" cy="7620"/>
            </a:xfrm>
            <a:custGeom>
              <a:avLst/>
              <a:gdLst/>
              <a:ahLst/>
              <a:cxnLst/>
              <a:rect l="l" t="t" r="r" b="b"/>
              <a:pathLst>
                <a:path w="179070" h="7619">
                  <a:moveTo>
                    <a:pt x="179070" y="0"/>
                  </a:moveTo>
                  <a:lnTo>
                    <a:pt x="0" y="0"/>
                  </a:lnTo>
                  <a:lnTo>
                    <a:pt x="0" y="3810"/>
                  </a:lnTo>
                  <a:lnTo>
                    <a:pt x="1270" y="3810"/>
                  </a:lnTo>
                  <a:lnTo>
                    <a:pt x="1270" y="7620"/>
                  </a:lnTo>
                  <a:lnTo>
                    <a:pt x="179070" y="7620"/>
                  </a:lnTo>
                  <a:lnTo>
                    <a:pt x="179070" y="3810"/>
                  </a:lnTo>
                  <a:lnTo>
                    <a:pt x="179070" y="0"/>
                  </a:lnTo>
                  <a:close/>
                </a:path>
              </a:pathLst>
            </a:custGeom>
            <a:solidFill>
              <a:srgbClr val="00137C"/>
            </a:solidFill>
          </p:spPr>
          <p:txBody>
            <a:bodyPr wrap="square" lIns="0" tIns="0" rIns="0" bIns="0" rtlCol="0"/>
            <a:lstStyle/>
            <a:p/>
          </p:txBody>
        </p:sp>
        <p:sp>
          <p:nvSpPr>
            <p:cNvPr id="1573" name="object 1573"/>
            <p:cNvSpPr/>
            <p:nvPr/>
          </p:nvSpPr>
          <p:spPr>
            <a:xfrm>
              <a:off x="4456430" y="1588769"/>
              <a:ext cx="177800" cy="7620"/>
            </a:xfrm>
            <a:custGeom>
              <a:avLst/>
              <a:gdLst/>
              <a:ahLst/>
              <a:cxnLst/>
              <a:rect l="l" t="t" r="r" b="b"/>
              <a:pathLst>
                <a:path w="177800" h="7619">
                  <a:moveTo>
                    <a:pt x="177800" y="2540"/>
                  </a:moveTo>
                  <a:lnTo>
                    <a:pt x="1270" y="2540"/>
                  </a:lnTo>
                  <a:lnTo>
                    <a:pt x="1270" y="7620"/>
                  </a:lnTo>
                  <a:lnTo>
                    <a:pt x="177800" y="7620"/>
                  </a:lnTo>
                  <a:lnTo>
                    <a:pt x="177800" y="2540"/>
                  </a:lnTo>
                  <a:close/>
                </a:path>
                <a:path w="177800" h="7619">
                  <a:moveTo>
                    <a:pt x="177800" y="0"/>
                  </a:moveTo>
                  <a:lnTo>
                    <a:pt x="0" y="0"/>
                  </a:lnTo>
                  <a:lnTo>
                    <a:pt x="0" y="1270"/>
                  </a:lnTo>
                  <a:lnTo>
                    <a:pt x="177800" y="1270"/>
                  </a:lnTo>
                  <a:lnTo>
                    <a:pt x="177800" y="0"/>
                  </a:lnTo>
                  <a:close/>
                </a:path>
              </a:pathLst>
            </a:custGeom>
            <a:solidFill>
              <a:srgbClr val="00137D"/>
            </a:solidFill>
          </p:spPr>
          <p:txBody>
            <a:bodyPr wrap="square" lIns="0" tIns="0" rIns="0" bIns="0" rtlCol="0"/>
            <a:lstStyle/>
            <a:p/>
          </p:txBody>
        </p:sp>
        <p:sp>
          <p:nvSpPr>
            <p:cNvPr id="1574" name="object 1574"/>
            <p:cNvSpPr/>
            <p:nvPr/>
          </p:nvSpPr>
          <p:spPr>
            <a:xfrm>
              <a:off x="4458970" y="1596389"/>
              <a:ext cx="175260" cy="6350"/>
            </a:xfrm>
            <a:custGeom>
              <a:avLst/>
              <a:gdLst/>
              <a:ahLst/>
              <a:cxnLst/>
              <a:rect l="l" t="t" r="r" b="b"/>
              <a:pathLst>
                <a:path w="175260" h="6350">
                  <a:moveTo>
                    <a:pt x="175260" y="0"/>
                  </a:moveTo>
                  <a:lnTo>
                    <a:pt x="0" y="0"/>
                  </a:lnTo>
                  <a:lnTo>
                    <a:pt x="0" y="2540"/>
                  </a:lnTo>
                  <a:lnTo>
                    <a:pt x="1270" y="2540"/>
                  </a:lnTo>
                  <a:lnTo>
                    <a:pt x="1270" y="5080"/>
                  </a:lnTo>
                  <a:lnTo>
                    <a:pt x="2527" y="5080"/>
                  </a:lnTo>
                  <a:lnTo>
                    <a:pt x="2527" y="6350"/>
                  </a:lnTo>
                  <a:lnTo>
                    <a:pt x="175260" y="6350"/>
                  </a:lnTo>
                  <a:lnTo>
                    <a:pt x="175260" y="5080"/>
                  </a:lnTo>
                  <a:lnTo>
                    <a:pt x="175260" y="2540"/>
                  </a:lnTo>
                  <a:lnTo>
                    <a:pt x="175260" y="0"/>
                  </a:lnTo>
                  <a:close/>
                </a:path>
              </a:pathLst>
            </a:custGeom>
            <a:solidFill>
              <a:srgbClr val="00127F"/>
            </a:solidFill>
          </p:spPr>
          <p:txBody>
            <a:bodyPr wrap="square" lIns="0" tIns="0" rIns="0" bIns="0" rtlCol="0"/>
            <a:lstStyle/>
            <a:p/>
          </p:txBody>
        </p:sp>
        <p:sp>
          <p:nvSpPr>
            <p:cNvPr id="1575" name="object 1575"/>
            <p:cNvSpPr/>
            <p:nvPr/>
          </p:nvSpPr>
          <p:spPr>
            <a:xfrm>
              <a:off x="4461497" y="1602739"/>
              <a:ext cx="173355" cy="7620"/>
            </a:xfrm>
            <a:custGeom>
              <a:avLst/>
              <a:gdLst/>
              <a:ahLst/>
              <a:cxnLst/>
              <a:rect l="l" t="t" r="r" b="b"/>
              <a:pathLst>
                <a:path w="173354" h="7619">
                  <a:moveTo>
                    <a:pt x="172732" y="0"/>
                  </a:moveTo>
                  <a:lnTo>
                    <a:pt x="0" y="0"/>
                  </a:lnTo>
                  <a:lnTo>
                    <a:pt x="0" y="2540"/>
                  </a:lnTo>
                  <a:lnTo>
                    <a:pt x="1282" y="2540"/>
                  </a:lnTo>
                  <a:lnTo>
                    <a:pt x="1282" y="6350"/>
                  </a:lnTo>
                  <a:lnTo>
                    <a:pt x="2552" y="6350"/>
                  </a:lnTo>
                  <a:lnTo>
                    <a:pt x="2552" y="7620"/>
                  </a:lnTo>
                  <a:lnTo>
                    <a:pt x="172732" y="7620"/>
                  </a:lnTo>
                  <a:lnTo>
                    <a:pt x="172732" y="6350"/>
                  </a:lnTo>
                  <a:lnTo>
                    <a:pt x="172732" y="2540"/>
                  </a:lnTo>
                  <a:lnTo>
                    <a:pt x="172732" y="0"/>
                  </a:lnTo>
                  <a:close/>
                </a:path>
              </a:pathLst>
            </a:custGeom>
            <a:solidFill>
              <a:srgbClr val="001281"/>
            </a:solidFill>
          </p:spPr>
          <p:txBody>
            <a:bodyPr wrap="square" lIns="0" tIns="0" rIns="0" bIns="0" rtlCol="0"/>
            <a:lstStyle/>
            <a:p/>
          </p:txBody>
        </p:sp>
        <p:sp>
          <p:nvSpPr>
            <p:cNvPr id="1576" name="object 1576"/>
            <p:cNvSpPr/>
            <p:nvPr/>
          </p:nvSpPr>
          <p:spPr>
            <a:xfrm>
              <a:off x="4464050" y="1610359"/>
              <a:ext cx="170180" cy="7620"/>
            </a:xfrm>
            <a:custGeom>
              <a:avLst/>
              <a:gdLst/>
              <a:ahLst/>
              <a:cxnLst/>
              <a:rect l="l" t="t" r="r" b="b"/>
              <a:pathLst>
                <a:path w="170179" h="7619">
                  <a:moveTo>
                    <a:pt x="170180" y="0"/>
                  </a:moveTo>
                  <a:lnTo>
                    <a:pt x="0" y="0"/>
                  </a:lnTo>
                  <a:lnTo>
                    <a:pt x="0" y="1270"/>
                  </a:lnTo>
                  <a:lnTo>
                    <a:pt x="1270" y="1270"/>
                  </a:lnTo>
                  <a:lnTo>
                    <a:pt x="1270" y="5080"/>
                  </a:lnTo>
                  <a:lnTo>
                    <a:pt x="2540" y="5080"/>
                  </a:lnTo>
                  <a:lnTo>
                    <a:pt x="2540" y="6350"/>
                  </a:lnTo>
                  <a:lnTo>
                    <a:pt x="2540" y="7620"/>
                  </a:lnTo>
                  <a:lnTo>
                    <a:pt x="3810" y="7620"/>
                  </a:lnTo>
                  <a:lnTo>
                    <a:pt x="3810" y="6350"/>
                  </a:lnTo>
                  <a:lnTo>
                    <a:pt x="86360" y="6350"/>
                  </a:lnTo>
                  <a:lnTo>
                    <a:pt x="86360" y="7620"/>
                  </a:lnTo>
                  <a:lnTo>
                    <a:pt x="87630" y="7620"/>
                  </a:lnTo>
                  <a:lnTo>
                    <a:pt x="87630" y="6350"/>
                  </a:lnTo>
                  <a:lnTo>
                    <a:pt x="170180" y="6350"/>
                  </a:lnTo>
                  <a:lnTo>
                    <a:pt x="170180" y="5080"/>
                  </a:lnTo>
                  <a:lnTo>
                    <a:pt x="170180" y="1270"/>
                  </a:lnTo>
                  <a:lnTo>
                    <a:pt x="170180" y="0"/>
                  </a:lnTo>
                  <a:close/>
                </a:path>
              </a:pathLst>
            </a:custGeom>
            <a:solidFill>
              <a:srgbClr val="001183"/>
            </a:solidFill>
          </p:spPr>
          <p:txBody>
            <a:bodyPr wrap="square" lIns="0" tIns="0" rIns="0" bIns="0" rtlCol="0"/>
            <a:lstStyle/>
            <a:p/>
          </p:txBody>
        </p:sp>
        <p:sp>
          <p:nvSpPr>
            <p:cNvPr id="1577" name="object 1577"/>
            <p:cNvSpPr/>
            <p:nvPr/>
          </p:nvSpPr>
          <p:spPr>
            <a:xfrm>
              <a:off x="4467860" y="1617979"/>
              <a:ext cx="166370" cy="6350"/>
            </a:xfrm>
            <a:custGeom>
              <a:avLst/>
              <a:gdLst/>
              <a:ahLst/>
              <a:cxnLst/>
              <a:rect l="l" t="t" r="r" b="b"/>
              <a:pathLst>
                <a:path w="166370" h="6350">
                  <a:moveTo>
                    <a:pt x="78739" y="3810"/>
                  </a:moveTo>
                  <a:lnTo>
                    <a:pt x="2539" y="3810"/>
                  </a:lnTo>
                  <a:lnTo>
                    <a:pt x="2539" y="6350"/>
                  </a:lnTo>
                  <a:lnTo>
                    <a:pt x="3810" y="6350"/>
                  </a:lnTo>
                  <a:lnTo>
                    <a:pt x="3810" y="5079"/>
                  </a:lnTo>
                  <a:lnTo>
                    <a:pt x="78739" y="5079"/>
                  </a:lnTo>
                  <a:lnTo>
                    <a:pt x="78739" y="3810"/>
                  </a:lnTo>
                  <a:close/>
                </a:path>
                <a:path w="166370" h="6350">
                  <a:moveTo>
                    <a:pt x="78739" y="5079"/>
                  </a:moveTo>
                  <a:lnTo>
                    <a:pt x="77470" y="5079"/>
                  </a:lnTo>
                  <a:lnTo>
                    <a:pt x="77470" y="6350"/>
                  </a:lnTo>
                  <a:lnTo>
                    <a:pt x="78739" y="6350"/>
                  </a:lnTo>
                  <a:lnTo>
                    <a:pt x="78739" y="5079"/>
                  </a:lnTo>
                  <a:close/>
                </a:path>
                <a:path w="166370" h="6350">
                  <a:moveTo>
                    <a:pt x="80009" y="2539"/>
                  </a:moveTo>
                  <a:lnTo>
                    <a:pt x="1269" y="2539"/>
                  </a:lnTo>
                  <a:lnTo>
                    <a:pt x="1269" y="3810"/>
                  </a:lnTo>
                  <a:lnTo>
                    <a:pt x="80009" y="3810"/>
                  </a:lnTo>
                  <a:lnTo>
                    <a:pt x="80009" y="2539"/>
                  </a:lnTo>
                  <a:close/>
                </a:path>
                <a:path w="166370" h="6350">
                  <a:moveTo>
                    <a:pt x="81279" y="0"/>
                  </a:moveTo>
                  <a:lnTo>
                    <a:pt x="0" y="0"/>
                  </a:lnTo>
                  <a:lnTo>
                    <a:pt x="0" y="2539"/>
                  </a:lnTo>
                  <a:lnTo>
                    <a:pt x="81279" y="2539"/>
                  </a:lnTo>
                  <a:lnTo>
                    <a:pt x="81279" y="0"/>
                  </a:lnTo>
                  <a:close/>
                </a:path>
                <a:path w="166370" h="6350">
                  <a:moveTo>
                    <a:pt x="166369" y="0"/>
                  </a:moveTo>
                  <a:lnTo>
                    <a:pt x="83819" y="0"/>
                  </a:lnTo>
                  <a:lnTo>
                    <a:pt x="83819" y="5079"/>
                  </a:lnTo>
                  <a:lnTo>
                    <a:pt x="166369" y="5079"/>
                  </a:lnTo>
                  <a:lnTo>
                    <a:pt x="166369" y="0"/>
                  </a:lnTo>
                  <a:close/>
                </a:path>
              </a:pathLst>
            </a:custGeom>
            <a:solidFill>
              <a:srgbClr val="001184"/>
            </a:solidFill>
          </p:spPr>
          <p:txBody>
            <a:bodyPr wrap="square" lIns="0" tIns="0" rIns="0" bIns="0" rtlCol="0"/>
            <a:lstStyle/>
            <a:p/>
          </p:txBody>
        </p:sp>
        <p:sp>
          <p:nvSpPr>
            <p:cNvPr id="1578" name="object 1578"/>
            <p:cNvSpPr/>
            <p:nvPr/>
          </p:nvSpPr>
          <p:spPr>
            <a:xfrm>
              <a:off x="4471670" y="1624329"/>
              <a:ext cx="162560" cy="7620"/>
            </a:xfrm>
            <a:custGeom>
              <a:avLst/>
              <a:gdLst/>
              <a:ahLst/>
              <a:cxnLst/>
              <a:rect l="l" t="t" r="r" b="b"/>
              <a:pathLst>
                <a:path w="162560" h="7619">
                  <a:moveTo>
                    <a:pt x="69850" y="6350"/>
                  </a:moveTo>
                  <a:lnTo>
                    <a:pt x="3809" y="6350"/>
                  </a:lnTo>
                  <a:lnTo>
                    <a:pt x="3809" y="7620"/>
                  </a:lnTo>
                  <a:lnTo>
                    <a:pt x="69850" y="7620"/>
                  </a:lnTo>
                  <a:lnTo>
                    <a:pt x="69850" y="6350"/>
                  </a:lnTo>
                  <a:close/>
                </a:path>
                <a:path w="162560" h="7619">
                  <a:moveTo>
                    <a:pt x="71119" y="3810"/>
                  </a:moveTo>
                  <a:lnTo>
                    <a:pt x="1269" y="3810"/>
                  </a:lnTo>
                  <a:lnTo>
                    <a:pt x="1269" y="5079"/>
                  </a:lnTo>
                  <a:lnTo>
                    <a:pt x="69850" y="5079"/>
                  </a:lnTo>
                  <a:lnTo>
                    <a:pt x="69850" y="6350"/>
                  </a:lnTo>
                  <a:lnTo>
                    <a:pt x="71119" y="6350"/>
                  </a:lnTo>
                  <a:lnTo>
                    <a:pt x="71119" y="3810"/>
                  </a:lnTo>
                  <a:close/>
                </a:path>
                <a:path w="162560" h="7619">
                  <a:moveTo>
                    <a:pt x="72389" y="0"/>
                  </a:moveTo>
                  <a:lnTo>
                    <a:pt x="0" y="0"/>
                  </a:lnTo>
                  <a:lnTo>
                    <a:pt x="0" y="2539"/>
                  </a:lnTo>
                  <a:lnTo>
                    <a:pt x="71119" y="2539"/>
                  </a:lnTo>
                  <a:lnTo>
                    <a:pt x="71119" y="3810"/>
                  </a:lnTo>
                  <a:lnTo>
                    <a:pt x="72389" y="3810"/>
                  </a:lnTo>
                  <a:lnTo>
                    <a:pt x="72389" y="0"/>
                  </a:lnTo>
                  <a:close/>
                </a:path>
                <a:path w="162560" h="7619">
                  <a:moveTo>
                    <a:pt x="162559" y="6350"/>
                  </a:moveTo>
                  <a:lnTo>
                    <a:pt x="80009" y="6350"/>
                  </a:lnTo>
                  <a:lnTo>
                    <a:pt x="80009" y="7620"/>
                  </a:lnTo>
                  <a:lnTo>
                    <a:pt x="162559" y="7620"/>
                  </a:lnTo>
                  <a:lnTo>
                    <a:pt x="162559" y="6350"/>
                  </a:lnTo>
                  <a:close/>
                </a:path>
                <a:path w="162560" h="7619">
                  <a:moveTo>
                    <a:pt x="162559" y="3810"/>
                  </a:moveTo>
                  <a:lnTo>
                    <a:pt x="80009" y="3810"/>
                  </a:lnTo>
                  <a:lnTo>
                    <a:pt x="80009" y="5079"/>
                  </a:lnTo>
                  <a:lnTo>
                    <a:pt x="162559" y="5079"/>
                  </a:lnTo>
                  <a:lnTo>
                    <a:pt x="162559" y="3810"/>
                  </a:lnTo>
                  <a:close/>
                </a:path>
                <a:path w="162560" h="7619">
                  <a:moveTo>
                    <a:pt x="162559" y="0"/>
                  </a:moveTo>
                  <a:lnTo>
                    <a:pt x="80009" y="0"/>
                  </a:lnTo>
                  <a:lnTo>
                    <a:pt x="80009" y="2539"/>
                  </a:lnTo>
                  <a:lnTo>
                    <a:pt x="162559" y="2539"/>
                  </a:lnTo>
                  <a:lnTo>
                    <a:pt x="162559" y="0"/>
                  </a:lnTo>
                  <a:close/>
                </a:path>
              </a:pathLst>
            </a:custGeom>
            <a:solidFill>
              <a:srgbClr val="001186"/>
            </a:solidFill>
          </p:spPr>
          <p:txBody>
            <a:bodyPr wrap="square" lIns="0" tIns="0" rIns="0" bIns="0" rtlCol="0"/>
            <a:lstStyle/>
            <a:p/>
          </p:txBody>
        </p:sp>
        <p:sp>
          <p:nvSpPr>
            <p:cNvPr id="1579" name="object 1579"/>
            <p:cNvSpPr/>
            <p:nvPr/>
          </p:nvSpPr>
          <p:spPr>
            <a:xfrm>
              <a:off x="4475480" y="1631950"/>
              <a:ext cx="158750" cy="7620"/>
            </a:xfrm>
            <a:custGeom>
              <a:avLst/>
              <a:gdLst/>
              <a:ahLst/>
              <a:cxnLst/>
              <a:rect l="l" t="t" r="r" b="b"/>
              <a:pathLst>
                <a:path w="158750" h="7619">
                  <a:moveTo>
                    <a:pt x="60960" y="5079"/>
                  </a:moveTo>
                  <a:lnTo>
                    <a:pt x="3810" y="5079"/>
                  </a:lnTo>
                  <a:lnTo>
                    <a:pt x="3810" y="7619"/>
                  </a:lnTo>
                  <a:lnTo>
                    <a:pt x="60960" y="7619"/>
                  </a:lnTo>
                  <a:lnTo>
                    <a:pt x="60960" y="5079"/>
                  </a:lnTo>
                  <a:close/>
                </a:path>
                <a:path w="158750" h="7619">
                  <a:moveTo>
                    <a:pt x="63500" y="2539"/>
                  </a:moveTo>
                  <a:lnTo>
                    <a:pt x="1270" y="2539"/>
                  </a:lnTo>
                  <a:lnTo>
                    <a:pt x="1270" y="3809"/>
                  </a:lnTo>
                  <a:lnTo>
                    <a:pt x="62230" y="3809"/>
                  </a:lnTo>
                  <a:lnTo>
                    <a:pt x="62230" y="5079"/>
                  </a:lnTo>
                  <a:lnTo>
                    <a:pt x="63500" y="5079"/>
                  </a:lnTo>
                  <a:lnTo>
                    <a:pt x="63500" y="2539"/>
                  </a:lnTo>
                  <a:close/>
                </a:path>
                <a:path w="158750" h="7619">
                  <a:moveTo>
                    <a:pt x="66040" y="0"/>
                  </a:moveTo>
                  <a:lnTo>
                    <a:pt x="0" y="0"/>
                  </a:lnTo>
                  <a:lnTo>
                    <a:pt x="0" y="2539"/>
                  </a:lnTo>
                  <a:lnTo>
                    <a:pt x="1270" y="2539"/>
                  </a:lnTo>
                  <a:lnTo>
                    <a:pt x="1270" y="1269"/>
                  </a:lnTo>
                  <a:lnTo>
                    <a:pt x="66039" y="1269"/>
                  </a:lnTo>
                  <a:lnTo>
                    <a:pt x="66040" y="0"/>
                  </a:lnTo>
                  <a:close/>
                </a:path>
                <a:path w="158750" h="7619">
                  <a:moveTo>
                    <a:pt x="64770" y="1269"/>
                  </a:moveTo>
                  <a:lnTo>
                    <a:pt x="63500" y="1269"/>
                  </a:lnTo>
                  <a:lnTo>
                    <a:pt x="63500" y="2539"/>
                  </a:lnTo>
                  <a:lnTo>
                    <a:pt x="64770" y="2539"/>
                  </a:lnTo>
                  <a:lnTo>
                    <a:pt x="64770" y="1269"/>
                  </a:lnTo>
                  <a:close/>
                </a:path>
                <a:path w="158750" h="7619">
                  <a:moveTo>
                    <a:pt x="158750" y="5079"/>
                  </a:moveTo>
                  <a:lnTo>
                    <a:pt x="76200" y="5079"/>
                  </a:lnTo>
                  <a:lnTo>
                    <a:pt x="76200" y="7620"/>
                  </a:lnTo>
                  <a:lnTo>
                    <a:pt x="158750" y="7620"/>
                  </a:lnTo>
                  <a:lnTo>
                    <a:pt x="158750" y="5079"/>
                  </a:lnTo>
                  <a:close/>
                </a:path>
                <a:path w="158750" h="7619">
                  <a:moveTo>
                    <a:pt x="158750" y="2539"/>
                  </a:moveTo>
                  <a:lnTo>
                    <a:pt x="76200" y="2539"/>
                  </a:lnTo>
                  <a:lnTo>
                    <a:pt x="76200" y="3809"/>
                  </a:lnTo>
                  <a:lnTo>
                    <a:pt x="158750" y="3809"/>
                  </a:lnTo>
                  <a:lnTo>
                    <a:pt x="158750" y="2539"/>
                  </a:lnTo>
                  <a:close/>
                </a:path>
                <a:path w="158750" h="7619">
                  <a:moveTo>
                    <a:pt x="158750" y="0"/>
                  </a:moveTo>
                  <a:lnTo>
                    <a:pt x="76200" y="0"/>
                  </a:lnTo>
                  <a:lnTo>
                    <a:pt x="76200" y="1269"/>
                  </a:lnTo>
                  <a:lnTo>
                    <a:pt x="158750" y="1269"/>
                  </a:lnTo>
                  <a:lnTo>
                    <a:pt x="158750" y="0"/>
                  </a:lnTo>
                  <a:close/>
                </a:path>
              </a:pathLst>
            </a:custGeom>
            <a:solidFill>
              <a:srgbClr val="001088"/>
            </a:solidFill>
          </p:spPr>
          <p:txBody>
            <a:bodyPr wrap="square" lIns="0" tIns="0" rIns="0" bIns="0" rtlCol="0"/>
            <a:lstStyle/>
            <a:p/>
          </p:txBody>
        </p:sp>
        <p:sp>
          <p:nvSpPr>
            <p:cNvPr id="1580" name="object 1580"/>
            <p:cNvSpPr/>
            <p:nvPr/>
          </p:nvSpPr>
          <p:spPr>
            <a:xfrm>
              <a:off x="4434840" y="1639569"/>
              <a:ext cx="199390" cy="6350"/>
            </a:xfrm>
            <a:custGeom>
              <a:avLst/>
              <a:gdLst/>
              <a:ahLst/>
              <a:cxnLst/>
              <a:rect l="l" t="t" r="r" b="b"/>
              <a:pathLst>
                <a:path w="199389" h="6350">
                  <a:moveTo>
                    <a:pt x="6350" y="3809"/>
                  </a:moveTo>
                  <a:lnTo>
                    <a:pt x="0" y="3809"/>
                  </a:lnTo>
                  <a:lnTo>
                    <a:pt x="0" y="6349"/>
                  </a:lnTo>
                  <a:lnTo>
                    <a:pt x="6350" y="6349"/>
                  </a:lnTo>
                  <a:lnTo>
                    <a:pt x="6350" y="3809"/>
                  </a:lnTo>
                  <a:close/>
                </a:path>
                <a:path w="199389" h="6350">
                  <a:moveTo>
                    <a:pt x="3810" y="2539"/>
                  </a:moveTo>
                  <a:lnTo>
                    <a:pt x="1270" y="2539"/>
                  </a:lnTo>
                  <a:lnTo>
                    <a:pt x="1270" y="3809"/>
                  </a:lnTo>
                  <a:lnTo>
                    <a:pt x="3810" y="3809"/>
                  </a:lnTo>
                  <a:lnTo>
                    <a:pt x="3810" y="2539"/>
                  </a:lnTo>
                  <a:close/>
                </a:path>
                <a:path w="199389" h="6350">
                  <a:moveTo>
                    <a:pt x="96520" y="3809"/>
                  </a:moveTo>
                  <a:lnTo>
                    <a:pt x="49530" y="3809"/>
                  </a:lnTo>
                  <a:lnTo>
                    <a:pt x="49530" y="6349"/>
                  </a:lnTo>
                  <a:lnTo>
                    <a:pt x="96520" y="6349"/>
                  </a:lnTo>
                  <a:lnTo>
                    <a:pt x="96520" y="3809"/>
                  </a:lnTo>
                  <a:close/>
                </a:path>
                <a:path w="199389" h="6350">
                  <a:moveTo>
                    <a:pt x="99060" y="1269"/>
                  </a:moveTo>
                  <a:lnTo>
                    <a:pt x="46989" y="1269"/>
                  </a:lnTo>
                  <a:lnTo>
                    <a:pt x="46989" y="3809"/>
                  </a:lnTo>
                  <a:lnTo>
                    <a:pt x="48260" y="3809"/>
                  </a:lnTo>
                  <a:lnTo>
                    <a:pt x="48260" y="2539"/>
                  </a:lnTo>
                  <a:lnTo>
                    <a:pt x="99060" y="2539"/>
                  </a:lnTo>
                  <a:lnTo>
                    <a:pt x="99060" y="1269"/>
                  </a:lnTo>
                  <a:close/>
                </a:path>
                <a:path w="199389" h="6350">
                  <a:moveTo>
                    <a:pt x="99060" y="2539"/>
                  </a:moveTo>
                  <a:lnTo>
                    <a:pt x="97789" y="2539"/>
                  </a:lnTo>
                  <a:lnTo>
                    <a:pt x="97789" y="3809"/>
                  </a:lnTo>
                  <a:lnTo>
                    <a:pt x="99060" y="3809"/>
                  </a:lnTo>
                  <a:lnTo>
                    <a:pt x="99060" y="2539"/>
                  </a:lnTo>
                  <a:close/>
                </a:path>
                <a:path w="199389" h="6350">
                  <a:moveTo>
                    <a:pt x="46989" y="0"/>
                  </a:moveTo>
                  <a:lnTo>
                    <a:pt x="45720" y="0"/>
                  </a:lnTo>
                  <a:lnTo>
                    <a:pt x="45720" y="1269"/>
                  </a:lnTo>
                  <a:lnTo>
                    <a:pt x="46989" y="1269"/>
                  </a:lnTo>
                  <a:lnTo>
                    <a:pt x="46989" y="0"/>
                  </a:lnTo>
                  <a:close/>
                </a:path>
                <a:path w="199389" h="6350">
                  <a:moveTo>
                    <a:pt x="100330" y="0"/>
                  </a:moveTo>
                  <a:lnTo>
                    <a:pt x="99060" y="0"/>
                  </a:lnTo>
                  <a:lnTo>
                    <a:pt x="99060" y="1269"/>
                  </a:lnTo>
                  <a:lnTo>
                    <a:pt x="100330" y="1269"/>
                  </a:lnTo>
                  <a:lnTo>
                    <a:pt x="100330" y="0"/>
                  </a:lnTo>
                  <a:close/>
                </a:path>
                <a:path w="199389" h="6350">
                  <a:moveTo>
                    <a:pt x="199389" y="3809"/>
                  </a:moveTo>
                  <a:lnTo>
                    <a:pt x="116839" y="3809"/>
                  </a:lnTo>
                  <a:lnTo>
                    <a:pt x="116839" y="6350"/>
                  </a:lnTo>
                  <a:lnTo>
                    <a:pt x="199389" y="6350"/>
                  </a:lnTo>
                  <a:lnTo>
                    <a:pt x="199389" y="3809"/>
                  </a:lnTo>
                  <a:close/>
                </a:path>
                <a:path w="199389" h="6350">
                  <a:moveTo>
                    <a:pt x="199389" y="1269"/>
                  </a:moveTo>
                  <a:lnTo>
                    <a:pt x="116839" y="1269"/>
                  </a:lnTo>
                  <a:lnTo>
                    <a:pt x="116839" y="2539"/>
                  </a:lnTo>
                  <a:lnTo>
                    <a:pt x="199389" y="2539"/>
                  </a:lnTo>
                  <a:lnTo>
                    <a:pt x="199389" y="1269"/>
                  </a:lnTo>
                  <a:close/>
                </a:path>
              </a:pathLst>
            </a:custGeom>
            <a:solidFill>
              <a:srgbClr val="001089"/>
            </a:solidFill>
          </p:spPr>
          <p:txBody>
            <a:bodyPr wrap="square" lIns="0" tIns="0" rIns="0" bIns="0" rtlCol="0"/>
            <a:lstStyle/>
            <a:p/>
          </p:txBody>
        </p:sp>
        <p:sp>
          <p:nvSpPr>
            <p:cNvPr id="1581" name="object 1581"/>
            <p:cNvSpPr/>
            <p:nvPr/>
          </p:nvSpPr>
          <p:spPr>
            <a:xfrm>
              <a:off x="4434840" y="1645919"/>
              <a:ext cx="199390" cy="7620"/>
            </a:xfrm>
            <a:custGeom>
              <a:avLst/>
              <a:gdLst/>
              <a:ahLst/>
              <a:cxnLst/>
              <a:rect l="l" t="t" r="r" b="b"/>
              <a:pathLst>
                <a:path w="199389" h="7619">
                  <a:moveTo>
                    <a:pt x="30479" y="6349"/>
                  </a:moveTo>
                  <a:lnTo>
                    <a:pt x="26670" y="6349"/>
                  </a:lnTo>
                  <a:lnTo>
                    <a:pt x="26670" y="7619"/>
                  </a:lnTo>
                  <a:lnTo>
                    <a:pt x="30479" y="7619"/>
                  </a:lnTo>
                  <a:lnTo>
                    <a:pt x="30479" y="6349"/>
                  </a:lnTo>
                  <a:close/>
                </a:path>
                <a:path w="199389" h="7619">
                  <a:moveTo>
                    <a:pt x="24129" y="3809"/>
                  </a:moveTo>
                  <a:lnTo>
                    <a:pt x="0" y="3809"/>
                  </a:lnTo>
                  <a:lnTo>
                    <a:pt x="0" y="6349"/>
                  </a:lnTo>
                  <a:lnTo>
                    <a:pt x="24129" y="6349"/>
                  </a:lnTo>
                  <a:lnTo>
                    <a:pt x="24129" y="3809"/>
                  </a:lnTo>
                  <a:close/>
                </a:path>
                <a:path w="199389" h="7619">
                  <a:moveTo>
                    <a:pt x="20320" y="2539"/>
                  </a:moveTo>
                  <a:lnTo>
                    <a:pt x="16510" y="2539"/>
                  </a:lnTo>
                  <a:lnTo>
                    <a:pt x="16510" y="3809"/>
                  </a:lnTo>
                  <a:lnTo>
                    <a:pt x="20320" y="3809"/>
                  </a:lnTo>
                  <a:lnTo>
                    <a:pt x="20320" y="2539"/>
                  </a:lnTo>
                  <a:close/>
                </a:path>
                <a:path w="199389" h="7619">
                  <a:moveTo>
                    <a:pt x="13970" y="0"/>
                  </a:moveTo>
                  <a:lnTo>
                    <a:pt x="10160" y="0"/>
                  </a:lnTo>
                  <a:lnTo>
                    <a:pt x="10160" y="1269"/>
                  </a:lnTo>
                  <a:lnTo>
                    <a:pt x="0" y="1269"/>
                  </a:lnTo>
                  <a:lnTo>
                    <a:pt x="0" y="2539"/>
                  </a:lnTo>
                  <a:lnTo>
                    <a:pt x="13970" y="2539"/>
                  </a:lnTo>
                  <a:lnTo>
                    <a:pt x="13970" y="0"/>
                  </a:lnTo>
                  <a:close/>
                </a:path>
                <a:path w="199389" h="7619">
                  <a:moveTo>
                    <a:pt x="63500" y="6349"/>
                  </a:moveTo>
                  <a:lnTo>
                    <a:pt x="62230" y="6349"/>
                  </a:lnTo>
                  <a:lnTo>
                    <a:pt x="62230" y="7619"/>
                  </a:lnTo>
                  <a:lnTo>
                    <a:pt x="63500" y="7619"/>
                  </a:lnTo>
                  <a:lnTo>
                    <a:pt x="63500" y="6349"/>
                  </a:lnTo>
                  <a:close/>
                </a:path>
                <a:path w="199389" h="7619">
                  <a:moveTo>
                    <a:pt x="87630" y="6349"/>
                  </a:moveTo>
                  <a:lnTo>
                    <a:pt x="78739" y="6349"/>
                  </a:lnTo>
                  <a:lnTo>
                    <a:pt x="78739" y="7619"/>
                  </a:lnTo>
                  <a:lnTo>
                    <a:pt x="87630" y="7619"/>
                  </a:lnTo>
                  <a:lnTo>
                    <a:pt x="87630" y="6349"/>
                  </a:lnTo>
                  <a:close/>
                </a:path>
                <a:path w="199389" h="7619">
                  <a:moveTo>
                    <a:pt x="88900" y="3809"/>
                  </a:moveTo>
                  <a:lnTo>
                    <a:pt x="58420" y="3809"/>
                  </a:lnTo>
                  <a:lnTo>
                    <a:pt x="58420" y="6349"/>
                  </a:lnTo>
                  <a:lnTo>
                    <a:pt x="88900" y="6349"/>
                  </a:lnTo>
                  <a:lnTo>
                    <a:pt x="88900" y="3809"/>
                  </a:lnTo>
                  <a:close/>
                </a:path>
                <a:path w="199389" h="7619">
                  <a:moveTo>
                    <a:pt x="199389" y="3809"/>
                  </a:moveTo>
                  <a:lnTo>
                    <a:pt x="116839" y="3809"/>
                  </a:lnTo>
                  <a:lnTo>
                    <a:pt x="116839" y="6349"/>
                  </a:lnTo>
                  <a:lnTo>
                    <a:pt x="199389" y="6349"/>
                  </a:lnTo>
                  <a:lnTo>
                    <a:pt x="199389" y="3809"/>
                  </a:lnTo>
                  <a:close/>
                </a:path>
                <a:path w="199389" h="7619">
                  <a:moveTo>
                    <a:pt x="57150" y="2539"/>
                  </a:moveTo>
                  <a:lnTo>
                    <a:pt x="54610" y="2539"/>
                  </a:lnTo>
                  <a:lnTo>
                    <a:pt x="54610" y="3809"/>
                  </a:lnTo>
                  <a:lnTo>
                    <a:pt x="57150" y="3809"/>
                  </a:lnTo>
                  <a:lnTo>
                    <a:pt x="57150" y="2539"/>
                  </a:lnTo>
                  <a:close/>
                </a:path>
                <a:path w="199389" h="7619">
                  <a:moveTo>
                    <a:pt x="92710" y="2539"/>
                  </a:moveTo>
                  <a:lnTo>
                    <a:pt x="91439" y="2539"/>
                  </a:lnTo>
                  <a:lnTo>
                    <a:pt x="91439" y="3809"/>
                  </a:lnTo>
                  <a:lnTo>
                    <a:pt x="92710" y="3809"/>
                  </a:lnTo>
                  <a:lnTo>
                    <a:pt x="92710" y="2539"/>
                  </a:lnTo>
                  <a:close/>
                </a:path>
                <a:path w="199389" h="7619">
                  <a:moveTo>
                    <a:pt x="93979" y="1269"/>
                  </a:moveTo>
                  <a:lnTo>
                    <a:pt x="53339" y="1269"/>
                  </a:lnTo>
                  <a:lnTo>
                    <a:pt x="53339" y="2539"/>
                  </a:lnTo>
                  <a:lnTo>
                    <a:pt x="93979" y="2539"/>
                  </a:lnTo>
                  <a:lnTo>
                    <a:pt x="93979" y="1269"/>
                  </a:lnTo>
                  <a:close/>
                </a:path>
                <a:path w="199389" h="7619">
                  <a:moveTo>
                    <a:pt x="53339" y="0"/>
                  </a:moveTo>
                  <a:lnTo>
                    <a:pt x="52070" y="0"/>
                  </a:lnTo>
                  <a:lnTo>
                    <a:pt x="52070" y="1269"/>
                  </a:lnTo>
                  <a:lnTo>
                    <a:pt x="53339" y="1269"/>
                  </a:lnTo>
                  <a:lnTo>
                    <a:pt x="53339" y="0"/>
                  </a:lnTo>
                  <a:close/>
                </a:path>
                <a:path w="199389" h="7619">
                  <a:moveTo>
                    <a:pt x="95250" y="0"/>
                  </a:moveTo>
                  <a:lnTo>
                    <a:pt x="93979" y="0"/>
                  </a:lnTo>
                  <a:lnTo>
                    <a:pt x="93979" y="1269"/>
                  </a:lnTo>
                  <a:lnTo>
                    <a:pt x="95250" y="1269"/>
                  </a:lnTo>
                  <a:lnTo>
                    <a:pt x="95250" y="0"/>
                  </a:lnTo>
                  <a:close/>
                </a:path>
                <a:path w="199389" h="7619">
                  <a:moveTo>
                    <a:pt x="199389" y="1269"/>
                  </a:moveTo>
                  <a:lnTo>
                    <a:pt x="116839" y="1269"/>
                  </a:lnTo>
                  <a:lnTo>
                    <a:pt x="116839" y="2539"/>
                  </a:lnTo>
                  <a:lnTo>
                    <a:pt x="199389" y="2539"/>
                  </a:lnTo>
                  <a:lnTo>
                    <a:pt x="199389" y="1269"/>
                  </a:lnTo>
                  <a:close/>
                </a:path>
              </a:pathLst>
            </a:custGeom>
            <a:solidFill>
              <a:srgbClr val="000F8B"/>
            </a:solidFill>
          </p:spPr>
          <p:txBody>
            <a:bodyPr wrap="square" lIns="0" tIns="0" rIns="0" bIns="0" rtlCol="0"/>
            <a:lstStyle/>
            <a:p/>
          </p:txBody>
        </p:sp>
        <p:sp>
          <p:nvSpPr>
            <p:cNvPr id="1582" name="object 1582"/>
            <p:cNvSpPr/>
            <p:nvPr/>
          </p:nvSpPr>
          <p:spPr>
            <a:xfrm>
              <a:off x="4434840" y="1653540"/>
              <a:ext cx="199390" cy="7620"/>
            </a:xfrm>
            <a:custGeom>
              <a:avLst/>
              <a:gdLst/>
              <a:ahLst/>
              <a:cxnLst/>
              <a:rect l="l" t="t" r="r" b="b"/>
              <a:pathLst>
                <a:path w="199389" h="7619">
                  <a:moveTo>
                    <a:pt x="46989" y="5079"/>
                  </a:moveTo>
                  <a:lnTo>
                    <a:pt x="44450" y="5079"/>
                  </a:lnTo>
                  <a:lnTo>
                    <a:pt x="44450" y="6350"/>
                  </a:lnTo>
                  <a:lnTo>
                    <a:pt x="0" y="6350"/>
                  </a:lnTo>
                  <a:lnTo>
                    <a:pt x="0" y="7620"/>
                  </a:lnTo>
                  <a:lnTo>
                    <a:pt x="46989" y="7620"/>
                  </a:lnTo>
                  <a:lnTo>
                    <a:pt x="46989" y="5079"/>
                  </a:lnTo>
                  <a:close/>
                </a:path>
                <a:path w="199389" h="7619">
                  <a:moveTo>
                    <a:pt x="40639" y="2539"/>
                  </a:moveTo>
                  <a:lnTo>
                    <a:pt x="0" y="2539"/>
                  </a:lnTo>
                  <a:lnTo>
                    <a:pt x="0" y="5079"/>
                  </a:lnTo>
                  <a:lnTo>
                    <a:pt x="40639" y="5079"/>
                  </a:lnTo>
                  <a:lnTo>
                    <a:pt x="40639" y="2539"/>
                  </a:lnTo>
                  <a:close/>
                </a:path>
                <a:path w="199389" h="7619">
                  <a:moveTo>
                    <a:pt x="36829" y="1269"/>
                  </a:moveTo>
                  <a:lnTo>
                    <a:pt x="34289" y="1269"/>
                  </a:lnTo>
                  <a:lnTo>
                    <a:pt x="34289" y="2539"/>
                  </a:lnTo>
                  <a:lnTo>
                    <a:pt x="36829" y="2539"/>
                  </a:lnTo>
                  <a:lnTo>
                    <a:pt x="36829" y="1269"/>
                  </a:lnTo>
                  <a:close/>
                </a:path>
                <a:path w="199389" h="7619">
                  <a:moveTo>
                    <a:pt x="30479" y="0"/>
                  </a:moveTo>
                  <a:lnTo>
                    <a:pt x="0" y="0"/>
                  </a:lnTo>
                  <a:lnTo>
                    <a:pt x="0" y="1269"/>
                  </a:lnTo>
                  <a:lnTo>
                    <a:pt x="30479" y="1269"/>
                  </a:lnTo>
                  <a:lnTo>
                    <a:pt x="30479" y="0"/>
                  </a:lnTo>
                  <a:close/>
                </a:path>
                <a:path w="199389" h="7619">
                  <a:moveTo>
                    <a:pt x="199389" y="6350"/>
                  </a:moveTo>
                  <a:lnTo>
                    <a:pt x="115570" y="6350"/>
                  </a:lnTo>
                  <a:lnTo>
                    <a:pt x="115570" y="7620"/>
                  </a:lnTo>
                  <a:lnTo>
                    <a:pt x="199389" y="7620"/>
                  </a:lnTo>
                  <a:lnTo>
                    <a:pt x="199389" y="6350"/>
                  </a:lnTo>
                  <a:close/>
                </a:path>
                <a:path w="199389" h="7619">
                  <a:moveTo>
                    <a:pt x="116839" y="1269"/>
                  </a:moveTo>
                  <a:lnTo>
                    <a:pt x="115570" y="1269"/>
                  </a:lnTo>
                  <a:lnTo>
                    <a:pt x="115570" y="5079"/>
                  </a:lnTo>
                  <a:lnTo>
                    <a:pt x="199389" y="5079"/>
                  </a:lnTo>
                  <a:lnTo>
                    <a:pt x="199389" y="2539"/>
                  </a:lnTo>
                  <a:lnTo>
                    <a:pt x="116839" y="2539"/>
                  </a:lnTo>
                  <a:lnTo>
                    <a:pt x="116839" y="1269"/>
                  </a:lnTo>
                  <a:close/>
                </a:path>
                <a:path w="199389" h="7619">
                  <a:moveTo>
                    <a:pt x="199389" y="0"/>
                  </a:moveTo>
                  <a:lnTo>
                    <a:pt x="116839" y="0"/>
                  </a:lnTo>
                  <a:lnTo>
                    <a:pt x="116839" y="1269"/>
                  </a:lnTo>
                  <a:lnTo>
                    <a:pt x="199389" y="1269"/>
                  </a:lnTo>
                  <a:lnTo>
                    <a:pt x="199389" y="0"/>
                  </a:lnTo>
                  <a:close/>
                </a:path>
                <a:path w="199389" h="7619">
                  <a:moveTo>
                    <a:pt x="73660" y="1269"/>
                  </a:moveTo>
                  <a:lnTo>
                    <a:pt x="68580" y="1269"/>
                  </a:lnTo>
                  <a:lnTo>
                    <a:pt x="68580" y="2539"/>
                  </a:lnTo>
                  <a:lnTo>
                    <a:pt x="73660" y="2539"/>
                  </a:lnTo>
                  <a:lnTo>
                    <a:pt x="73660" y="1269"/>
                  </a:lnTo>
                  <a:close/>
                </a:path>
                <a:path w="199389" h="7619">
                  <a:moveTo>
                    <a:pt x="78739" y="0"/>
                  </a:moveTo>
                  <a:lnTo>
                    <a:pt x="63500" y="0"/>
                  </a:lnTo>
                  <a:lnTo>
                    <a:pt x="63500" y="1269"/>
                  </a:lnTo>
                  <a:lnTo>
                    <a:pt x="78739" y="1269"/>
                  </a:lnTo>
                  <a:lnTo>
                    <a:pt x="78739" y="0"/>
                  </a:lnTo>
                  <a:close/>
                </a:path>
              </a:pathLst>
            </a:custGeom>
            <a:solidFill>
              <a:srgbClr val="000F8D"/>
            </a:solidFill>
          </p:spPr>
          <p:txBody>
            <a:bodyPr wrap="square" lIns="0" tIns="0" rIns="0" bIns="0" rtlCol="0"/>
            <a:lstStyle/>
            <a:p/>
          </p:txBody>
        </p:sp>
        <p:sp>
          <p:nvSpPr>
            <p:cNvPr id="1583" name="object 1583"/>
            <p:cNvSpPr/>
            <p:nvPr/>
          </p:nvSpPr>
          <p:spPr>
            <a:xfrm>
              <a:off x="4434840" y="1661159"/>
              <a:ext cx="199390" cy="6350"/>
            </a:xfrm>
            <a:custGeom>
              <a:avLst/>
              <a:gdLst/>
              <a:ahLst/>
              <a:cxnLst/>
              <a:rect l="l" t="t" r="r" b="b"/>
              <a:pathLst>
                <a:path w="199389" h="6350">
                  <a:moveTo>
                    <a:pt x="64770" y="3809"/>
                  </a:moveTo>
                  <a:lnTo>
                    <a:pt x="60960" y="3809"/>
                  </a:lnTo>
                  <a:lnTo>
                    <a:pt x="60960" y="5079"/>
                  </a:lnTo>
                  <a:lnTo>
                    <a:pt x="0" y="5079"/>
                  </a:lnTo>
                  <a:lnTo>
                    <a:pt x="0" y="6350"/>
                  </a:lnTo>
                  <a:lnTo>
                    <a:pt x="64770" y="6350"/>
                  </a:lnTo>
                  <a:lnTo>
                    <a:pt x="64770" y="3809"/>
                  </a:lnTo>
                  <a:close/>
                </a:path>
                <a:path w="199389" h="6350">
                  <a:moveTo>
                    <a:pt x="57150" y="1269"/>
                  </a:moveTo>
                  <a:lnTo>
                    <a:pt x="0" y="1269"/>
                  </a:lnTo>
                  <a:lnTo>
                    <a:pt x="0" y="3809"/>
                  </a:lnTo>
                  <a:lnTo>
                    <a:pt x="57150" y="3809"/>
                  </a:lnTo>
                  <a:lnTo>
                    <a:pt x="57150" y="1269"/>
                  </a:lnTo>
                  <a:close/>
                </a:path>
                <a:path w="199389" h="6350">
                  <a:moveTo>
                    <a:pt x="54610" y="0"/>
                  </a:moveTo>
                  <a:lnTo>
                    <a:pt x="50800" y="0"/>
                  </a:lnTo>
                  <a:lnTo>
                    <a:pt x="50800" y="1269"/>
                  </a:lnTo>
                  <a:lnTo>
                    <a:pt x="54610" y="1269"/>
                  </a:lnTo>
                  <a:lnTo>
                    <a:pt x="54610" y="0"/>
                  </a:lnTo>
                  <a:close/>
                </a:path>
                <a:path w="199389" h="6350">
                  <a:moveTo>
                    <a:pt x="199389" y="5079"/>
                  </a:moveTo>
                  <a:lnTo>
                    <a:pt x="115570" y="5079"/>
                  </a:lnTo>
                  <a:lnTo>
                    <a:pt x="115570" y="6350"/>
                  </a:lnTo>
                  <a:lnTo>
                    <a:pt x="199389" y="6350"/>
                  </a:lnTo>
                  <a:lnTo>
                    <a:pt x="199389" y="5079"/>
                  </a:lnTo>
                  <a:close/>
                </a:path>
                <a:path w="199389" h="6350">
                  <a:moveTo>
                    <a:pt x="199389" y="1269"/>
                  </a:moveTo>
                  <a:lnTo>
                    <a:pt x="115570" y="1269"/>
                  </a:lnTo>
                  <a:lnTo>
                    <a:pt x="115570" y="3809"/>
                  </a:lnTo>
                  <a:lnTo>
                    <a:pt x="199389" y="3809"/>
                  </a:lnTo>
                  <a:lnTo>
                    <a:pt x="199389" y="1269"/>
                  </a:lnTo>
                  <a:close/>
                </a:path>
              </a:pathLst>
            </a:custGeom>
            <a:solidFill>
              <a:srgbClr val="000E8F"/>
            </a:solidFill>
          </p:spPr>
          <p:txBody>
            <a:bodyPr wrap="square" lIns="0" tIns="0" rIns="0" bIns="0" rtlCol="0"/>
            <a:lstStyle/>
            <a:p/>
          </p:txBody>
        </p:sp>
        <p:sp>
          <p:nvSpPr>
            <p:cNvPr id="1584" name="object 1584"/>
            <p:cNvSpPr/>
            <p:nvPr/>
          </p:nvSpPr>
          <p:spPr>
            <a:xfrm>
              <a:off x="4433570" y="1667509"/>
              <a:ext cx="200660" cy="7620"/>
            </a:xfrm>
            <a:custGeom>
              <a:avLst/>
              <a:gdLst/>
              <a:ahLst/>
              <a:cxnLst/>
              <a:rect l="l" t="t" r="r" b="b"/>
              <a:pathLst>
                <a:path w="200660" h="7619">
                  <a:moveTo>
                    <a:pt x="200659" y="1269"/>
                  </a:moveTo>
                  <a:lnTo>
                    <a:pt x="116839" y="1269"/>
                  </a:lnTo>
                  <a:lnTo>
                    <a:pt x="116839" y="7619"/>
                  </a:lnTo>
                  <a:lnTo>
                    <a:pt x="200660" y="7619"/>
                  </a:lnTo>
                  <a:lnTo>
                    <a:pt x="200659" y="1269"/>
                  </a:lnTo>
                  <a:close/>
                </a:path>
                <a:path w="200660" h="7619">
                  <a:moveTo>
                    <a:pt x="76200" y="1269"/>
                  </a:moveTo>
                  <a:lnTo>
                    <a:pt x="0" y="1269"/>
                  </a:lnTo>
                  <a:lnTo>
                    <a:pt x="0" y="7619"/>
                  </a:lnTo>
                  <a:lnTo>
                    <a:pt x="80010" y="7619"/>
                  </a:lnTo>
                  <a:lnTo>
                    <a:pt x="80010" y="3809"/>
                  </a:lnTo>
                  <a:lnTo>
                    <a:pt x="76200" y="3809"/>
                  </a:lnTo>
                  <a:lnTo>
                    <a:pt x="76200" y="1269"/>
                  </a:lnTo>
                  <a:close/>
                </a:path>
                <a:path w="200660" h="7619">
                  <a:moveTo>
                    <a:pt x="72389" y="0"/>
                  </a:moveTo>
                  <a:lnTo>
                    <a:pt x="68579" y="0"/>
                  </a:lnTo>
                  <a:lnTo>
                    <a:pt x="68579" y="1269"/>
                  </a:lnTo>
                  <a:lnTo>
                    <a:pt x="72389" y="1269"/>
                  </a:lnTo>
                  <a:lnTo>
                    <a:pt x="72389" y="0"/>
                  </a:lnTo>
                  <a:close/>
                </a:path>
              </a:pathLst>
            </a:custGeom>
            <a:solidFill>
              <a:srgbClr val="000E90"/>
            </a:solidFill>
          </p:spPr>
          <p:txBody>
            <a:bodyPr wrap="square" lIns="0" tIns="0" rIns="0" bIns="0" rtlCol="0"/>
            <a:lstStyle/>
            <a:p/>
          </p:txBody>
        </p:sp>
        <p:sp>
          <p:nvSpPr>
            <p:cNvPr id="1585" name="object 1585"/>
            <p:cNvSpPr/>
            <p:nvPr/>
          </p:nvSpPr>
          <p:spPr>
            <a:xfrm>
              <a:off x="4433570" y="1675129"/>
              <a:ext cx="200660" cy="7620"/>
            </a:xfrm>
            <a:custGeom>
              <a:avLst/>
              <a:gdLst/>
              <a:ahLst/>
              <a:cxnLst/>
              <a:rect l="l" t="t" r="r" b="b"/>
              <a:pathLst>
                <a:path w="200660" h="7619">
                  <a:moveTo>
                    <a:pt x="200660" y="0"/>
                  </a:moveTo>
                  <a:lnTo>
                    <a:pt x="116839" y="0"/>
                  </a:lnTo>
                  <a:lnTo>
                    <a:pt x="116839" y="2539"/>
                  </a:lnTo>
                  <a:lnTo>
                    <a:pt x="115569" y="2539"/>
                  </a:lnTo>
                  <a:lnTo>
                    <a:pt x="115569" y="7620"/>
                  </a:lnTo>
                  <a:lnTo>
                    <a:pt x="200660" y="7620"/>
                  </a:lnTo>
                  <a:lnTo>
                    <a:pt x="200660" y="0"/>
                  </a:lnTo>
                  <a:close/>
                </a:path>
                <a:path w="200660" h="7619">
                  <a:moveTo>
                    <a:pt x="81279" y="0"/>
                  </a:moveTo>
                  <a:lnTo>
                    <a:pt x="0" y="0"/>
                  </a:lnTo>
                  <a:lnTo>
                    <a:pt x="0" y="7620"/>
                  </a:lnTo>
                  <a:lnTo>
                    <a:pt x="81279" y="7620"/>
                  </a:lnTo>
                  <a:lnTo>
                    <a:pt x="81279" y="0"/>
                  </a:lnTo>
                  <a:close/>
                </a:path>
              </a:pathLst>
            </a:custGeom>
            <a:solidFill>
              <a:srgbClr val="000E92"/>
            </a:solidFill>
          </p:spPr>
          <p:txBody>
            <a:bodyPr wrap="square" lIns="0" tIns="0" rIns="0" bIns="0" rtlCol="0"/>
            <a:lstStyle/>
            <a:p/>
          </p:txBody>
        </p:sp>
        <p:sp>
          <p:nvSpPr>
            <p:cNvPr id="1586" name="object 1586"/>
            <p:cNvSpPr/>
            <p:nvPr/>
          </p:nvSpPr>
          <p:spPr>
            <a:xfrm>
              <a:off x="4433570" y="1682750"/>
              <a:ext cx="200660" cy="6350"/>
            </a:xfrm>
            <a:custGeom>
              <a:avLst/>
              <a:gdLst/>
              <a:ahLst/>
              <a:cxnLst/>
              <a:rect l="l" t="t" r="r" b="b"/>
              <a:pathLst>
                <a:path w="200660" h="6350">
                  <a:moveTo>
                    <a:pt x="200660" y="0"/>
                  </a:moveTo>
                  <a:lnTo>
                    <a:pt x="115569" y="0"/>
                  </a:lnTo>
                  <a:lnTo>
                    <a:pt x="115569" y="6350"/>
                  </a:lnTo>
                  <a:lnTo>
                    <a:pt x="200659" y="6350"/>
                  </a:lnTo>
                  <a:lnTo>
                    <a:pt x="200660" y="0"/>
                  </a:lnTo>
                  <a:close/>
                </a:path>
                <a:path w="200660" h="6350">
                  <a:moveTo>
                    <a:pt x="81279" y="0"/>
                  </a:moveTo>
                  <a:lnTo>
                    <a:pt x="0" y="0"/>
                  </a:lnTo>
                  <a:lnTo>
                    <a:pt x="0" y="6350"/>
                  </a:lnTo>
                  <a:lnTo>
                    <a:pt x="82550" y="6350"/>
                  </a:lnTo>
                  <a:lnTo>
                    <a:pt x="82550" y="1269"/>
                  </a:lnTo>
                  <a:lnTo>
                    <a:pt x="81279" y="1269"/>
                  </a:lnTo>
                  <a:lnTo>
                    <a:pt x="81279" y="0"/>
                  </a:lnTo>
                  <a:close/>
                </a:path>
              </a:pathLst>
            </a:custGeom>
            <a:solidFill>
              <a:srgbClr val="000D94"/>
            </a:solidFill>
          </p:spPr>
          <p:txBody>
            <a:bodyPr wrap="square" lIns="0" tIns="0" rIns="0" bIns="0" rtlCol="0"/>
            <a:lstStyle/>
            <a:p/>
          </p:txBody>
        </p:sp>
        <p:sp>
          <p:nvSpPr>
            <p:cNvPr id="1587" name="object 1587"/>
            <p:cNvSpPr/>
            <p:nvPr/>
          </p:nvSpPr>
          <p:spPr>
            <a:xfrm>
              <a:off x="4433570" y="1689099"/>
              <a:ext cx="200660" cy="7620"/>
            </a:xfrm>
            <a:custGeom>
              <a:avLst/>
              <a:gdLst/>
              <a:ahLst/>
              <a:cxnLst/>
              <a:rect l="l" t="t" r="r" b="b"/>
              <a:pathLst>
                <a:path w="200660" h="7619">
                  <a:moveTo>
                    <a:pt x="82550" y="0"/>
                  </a:moveTo>
                  <a:lnTo>
                    <a:pt x="0" y="0"/>
                  </a:lnTo>
                  <a:lnTo>
                    <a:pt x="0" y="7620"/>
                  </a:lnTo>
                  <a:lnTo>
                    <a:pt x="82550" y="7620"/>
                  </a:lnTo>
                  <a:lnTo>
                    <a:pt x="82550" y="0"/>
                  </a:lnTo>
                  <a:close/>
                </a:path>
                <a:path w="200660" h="7619">
                  <a:moveTo>
                    <a:pt x="200660" y="0"/>
                  </a:moveTo>
                  <a:lnTo>
                    <a:pt x="115570" y="0"/>
                  </a:lnTo>
                  <a:lnTo>
                    <a:pt x="115570" y="7620"/>
                  </a:lnTo>
                  <a:lnTo>
                    <a:pt x="200660" y="7620"/>
                  </a:lnTo>
                  <a:lnTo>
                    <a:pt x="200660" y="0"/>
                  </a:lnTo>
                  <a:close/>
                </a:path>
              </a:pathLst>
            </a:custGeom>
            <a:solidFill>
              <a:srgbClr val="000D95"/>
            </a:solidFill>
          </p:spPr>
          <p:txBody>
            <a:bodyPr wrap="square" lIns="0" tIns="0" rIns="0" bIns="0" rtlCol="0"/>
            <a:lstStyle/>
            <a:p/>
          </p:txBody>
        </p:sp>
        <p:sp>
          <p:nvSpPr>
            <p:cNvPr id="1588" name="object 1588"/>
            <p:cNvSpPr/>
            <p:nvPr/>
          </p:nvSpPr>
          <p:spPr>
            <a:xfrm>
              <a:off x="4433570" y="1696719"/>
              <a:ext cx="200660" cy="7620"/>
            </a:xfrm>
            <a:custGeom>
              <a:avLst/>
              <a:gdLst/>
              <a:ahLst/>
              <a:cxnLst/>
              <a:rect l="l" t="t" r="r" b="b"/>
              <a:pathLst>
                <a:path w="200660" h="7619">
                  <a:moveTo>
                    <a:pt x="82550" y="1269"/>
                  </a:moveTo>
                  <a:lnTo>
                    <a:pt x="0" y="1269"/>
                  </a:lnTo>
                  <a:lnTo>
                    <a:pt x="0" y="7619"/>
                  </a:lnTo>
                  <a:lnTo>
                    <a:pt x="83820" y="7619"/>
                  </a:lnTo>
                  <a:lnTo>
                    <a:pt x="83820" y="6349"/>
                  </a:lnTo>
                  <a:lnTo>
                    <a:pt x="82550" y="6349"/>
                  </a:lnTo>
                  <a:lnTo>
                    <a:pt x="82550" y="1269"/>
                  </a:lnTo>
                  <a:close/>
                </a:path>
                <a:path w="200660" h="7619">
                  <a:moveTo>
                    <a:pt x="199389" y="1269"/>
                  </a:moveTo>
                  <a:lnTo>
                    <a:pt x="115569" y="1269"/>
                  </a:lnTo>
                  <a:lnTo>
                    <a:pt x="115569" y="2539"/>
                  </a:lnTo>
                  <a:lnTo>
                    <a:pt x="114300" y="2539"/>
                  </a:lnTo>
                  <a:lnTo>
                    <a:pt x="114300" y="7619"/>
                  </a:lnTo>
                  <a:lnTo>
                    <a:pt x="199389" y="7619"/>
                  </a:lnTo>
                  <a:lnTo>
                    <a:pt x="199389" y="1269"/>
                  </a:lnTo>
                  <a:close/>
                </a:path>
                <a:path w="200660" h="7619">
                  <a:moveTo>
                    <a:pt x="200659" y="0"/>
                  </a:moveTo>
                  <a:lnTo>
                    <a:pt x="199389" y="0"/>
                  </a:lnTo>
                  <a:lnTo>
                    <a:pt x="199389" y="1269"/>
                  </a:lnTo>
                  <a:lnTo>
                    <a:pt x="200659" y="1269"/>
                  </a:lnTo>
                  <a:lnTo>
                    <a:pt x="200659" y="0"/>
                  </a:lnTo>
                  <a:close/>
                </a:path>
              </a:pathLst>
            </a:custGeom>
            <a:solidFill>
              <a:srgbClr val="000C97"/>
            </a:solidFill>
          </p:spPr>
          <p:txBody>
            <a:bodyPr wrap="square" lIns="0" tIns="0" rIns="0" bIns="0" rtlCol="0"/>
            <a:lstStyle/>
            <a:p/>
          </p:txBody>
        </p:sp>
        <p:sp>
          <p:nvSpPr>
            <p:cNvPr id="1589" name="object 1589"/>
            <p:cNvSpPr/>
            <p:nvPr/>
          </p:nvSpPr>
          <p:spPr>
            <a:xfrm>
              <a:off x="4433570" y="1704340"/>
              <a:ext cx="199390" cy="6350"/>
            </a:xfrm>
            <a:custGeom>
              <a:avLst/>
              <a:gdLst/>
              <a:ahLst/>
              <a:cxnLst/>
              <a:rect l="l" t="t" r="r" b="b"/>
              <a:pathLst>
                <a:path w="199389" h="6350">
                  <a:moveTo>
                    <a:pt x="113029" y="5079"/>
                  </a:moveTo>
                  <a:lnTo>
                    <a:pt x="111759" y="5079"/>
                  </a:lnTo>
                  <a:lnTo>
                    <a:pt x="111759" y="6350"/>
                  </a:lnTo>
                  <a:lnTo>
                    <a:pt x="113029" y="6350"/>
                  </a:lnTo>
                  <a:lnTo>
                    <a:pt x="113029" y="5079"/>
                  </a:lnTo>
                  <a:close/>
                </a:path>
                <a:path w="199389" h="6350">
                  <a:moveTo>
                    <a:pt x="199389" y="0"/>
                  </a:moveTo>
                  <a:lnTo>
                    <a:pt x="114300" y="0"/>
                  </a:lnTo>
                  <a:lnTo>
                    <a:pt x="114300" y="1269"/>
                  </a:lnTo>
                  <a:lnTo>
                    <a:pt x="113029" y="1269"/>
                  </a:lnTo>
                  <a:lnTo>
                    <a:pt x="113029" y="5079"/>
                  </a:lnTo>
                  <a:lnTo>
                    <a:pt x="199389" y="5079"/>
                  </a:lnTo>
                  <a:lnTo>
                    <a:pt x="199389" y="0"/>
                  </a:lnTo>
                  <a:close/>
                </a:path>
                <a:path w="199389" h="6350">
                  <a:moveTo>
                    <a:pt x="83820" y="0"/>
                  </a:moveTo>
                  <a:lnTo>
                    <a:pt x="0" y="0"/>
                  </a:lnTo>
                  <a:lnTo>
                    <a:pt x="0" y="5079"/>
                  </a:lnTo>
                  <a:lnTo>
                    <a:pt x="85089" y="5079"/>
                  </a:lnTo>
                  <a:lnTo>
                    <a:pt x="85089" y="2539"/>
                  </a:lnTo>
                  <a:lnTo>
                    <a:pt x="83820" y="2539"/>
                  </a:lnTo>
                  <a:lnTo>
                    <a:pt x="83820" y="0"/>
                  </a:lnTo>
                  <a:close/>
                </a:path>
              </a:pathLst>
            </a:custGeom>
            <a:solidFill>
              <a:srgbClr val="000C99"/>
            </a:solidFill>
          </p:spPr>
          <p:txBody>
            <a:bodyPr wrap="square" lIns="0" tIns="0" rIns="0" bIns="0" rtlCol="0"/>
            <a:lstStyle/>
            <a:p/>
          </p:txBody>
        </p:sp>
        <p:sp>
          <p:nvSpPr>
            <p:cNvPr id="1590" name="object 1590"/>
            <p:cNvSpPr/>
            <p:nvPr/>
          </p:nvSpPr>
          <p:spPr>
            <a:xfrm>
              <a:off x="4434840" y="1710690"/>
              <a:ext cx="198120" cy="7620"/>
            </a:xfrm>
            <a:custGeom>
              <a:avLst/>
              <a:gdLst/>
              <a:ahLst/>
              <a:cxnLst/>
              <a:rect l="l" t="t" r="r" b="b"/>
              <a:pathLst>
                <a:path w="198120" h="7619">
                  <a:moveTo>
                    <a:pt x="109220" y="5079"/>
                  </a:moveTo>
                  <a:lnTo>
                    <a:pt x="107950" y="5079"/>
                  </a:lnTo>
                  <a:lnTo>
                    <a:pt x="107950" y="7620"/>
                  </a:lnTo>
                  <a:lnTo>
                    <a:pt x="196850" y="7620"/>
                  </a:lnTo>
                  <a:lnTo>
                    <a:pt x="196850" y="6350"/>
                  </a:lnTo>
                  <a:lnTo>
                    <a:pt x="109220" y="6350"/>
                  </a:lnTo>
                  <a:lnTo>
                    <a:pt x="109220" y="5079"/>
                  </a:lnTo>
                  <a:close/>
                </a:path>
                <a:path w="198120" h="7619">
                  <a:moveTo>
                    <a:pt x="110489" y="1269"/>
                  </a:moveTo>
                  <a:lnTo>
                    <a:pt x="109220" y="1269"/>
                  </a:lnTo>
                  <a:lnTo>
                    <a:pt x="109220" y="5079"/>
                  </a:lnTo>
                  <a:lnTo>
                    <a:pt x="196850" y="5079"/>
                  </a:lnTo>
                  <a:lnTo>
                    <a:pt x="196850" y="2539"/>
                  </a:lnTo>
                  <a:lnTo>
                    <a:pt x="110489" y="2539"/>
                  </a:lnTo>
                  <a:lnTo>
                    <a:pt x="110489" y="1269"/>
                  </a:lnTo>
                  <a:close/>
                </a:path>
                <a:path w="198120" h="7619">
                  <a:moveTo>
                    <a:pt x="198119" y="0"/>
                  </a:moveTo>
                  <a:lnTo>
                    <a:pt x="110489" y="0"/>
                  </a:lnTo>
                  <a:lnTo>
                    <a:pt x="110489" y="1269"/>
                  </a:lnTo>
                  <a:lnTo>
                    <a:pt x="198119" y="1269"/>
                  </a:lnTo>
                  <a:lnTo>
                    <a:pt x="198119" y="0"/>
                  </a:lnTo>
                  <a:close/>
                </a:path>
                <a:path w="198120" h="7619">
                  <a:moveTo>
                    <a:pt x="86360" y="6350"/>
                  </a:moveTo>
                  <a:lnTo>
                    <a:pt x="0" y="6350"/>
                  </a:lnTo>
                  <a:lnTo>
                    <a:pt x="0" y="7619"/>
                  </a:lnTo>
                  <a:lnTo>
                    <a:pt x="86360" y="7619"/>
                  </a:lnTo>
                  <a:lnTo>
                    <a:pt x="86360" y="6350"/>
                  </a:lnTo>
                  <a:close/>
                </a:path>
                <a:path w="198120" h="7619">
                  <a:moveTo>
                    <a:pt x="85089" y="2539"/>
                  </a:moveTo>
                  <a:lnTo>
                    <a:pt x="0" y="2539"/>
                  </a:lnTo>
                  <a:lnTo>
                    <a:pt x="0" y="5079"/>
                  </a:lnTo>
                  <a:lnTo>
                    <a:pt x="85089" y="5079"/>
                  </a:lnTo>
                  <a:lnTo>
                    <a:pt x="85089" y="2539"/>
                  </a:lnTo>
                  <a:close/>
                </a:path>
                <a:path w="198120" h="7619">
                  <a:moveTo>
                    <a:pt x="83820" y="0"/>
                  </a:moveTo>
                  <a:lnTo>
                    <a:pt x="0" y="0"/>
                  </a:lnTo>
                  <a:lnTo>
                    <a:pt x="0" y="1269"/>
                  </a:lnTo>
                  <a:lnTo>
                    <a:pt x="83820" y="1269"/>
                  </a:lnTo>
                  <a:lnTo>
                    <a:pt x="83820" y="0"/>
                  </a:lnTo>
                  <a:close/>
                </a:path>
              </a:pathLst>
            </a:custGeom>
            <a:solidFill>
              <a:srgbClr val="000B9B"/>
            </a:solidFill>
          </p:spPr>
          <p:txBody>
            <a:bodyPr wrap="square" lIns="0" tIns="0" rIns="0" bIns="0" rtlCol="0"/>
            <a:lstStyle/>
            <a:p/>
          </p:txBody>
        </p:sp>
        <p:sp>
          <p:nvSpPr>
            <p:cNvPr id="1591" name="object 1591"/>
            <p:cNvSpPr/>
            <p:nvPr/>
          </p:nvSpPr>
          <p:spPr>
            <a:xfrm>
              <a:off x="4434840" y="1718309"/>
              <a:ext cx="196850" cy="7620"/>
            </a:xfrm>
            <a:custGeom>
              <a:avLst/>
              <a:gdLst/>
              <a:ahLst/>
              <a:cxnLst/>
              <a:rect l="l" t="t" r="r" b="b"/>
              <a:pathLst>
                <a:path w="196850" h="7619">
                  <a:moveTo>
                    <a:pt x="88900" y="1270"/>
                  </a:moveTo>
                  <a:lnTo>
                    <a:pt x="0" y="1270"/>
                  </a:lnTo>
                  <a:lnTo>
                    <a:pt x="0" y="3810"/>
                  </a:lnTo>
                  <a:lnTo>
                    <a:pt x="88900" y="3810"/>
                  </a:lnTo>
                  <a:lnTo>
                    <a:pt x="88900" y="1270"/>
                  </a:lnTo>
                  <a:close/>
                </a:path>
                <a:path w="196850" h="7619">
                  <a:moveTo>
                    <a:pt x="90170" y="3810"/>
                  </a:moveTo>
                  <a:lnTo>
                    <a:pt x="88900" y="3810"/>
                  </a:lnTo>
                  <a:lnTo>
                    <a:pt x="88900" y="5080"/>
                  </a:lnTo>
                  <a:lnTo>
                    <a:pt x="0" y="5080"/>
                  </a:lnTo>
                  <a:lnTo>
                    <a:pt x="0" y="6350"/>
                  </a:lnTo>
                  <a:lnTo>
                    <a:pt x="90170" y="6350"/>
                  </a:lnTo>
                  <a:lnTo>
                    <a:pt x="90170" y="5080"/>
                  </a:lnTo>
                  <a:lnTo>
                    <a:pt x="90170" y="3810"/>
                  </a:lnTo>
                  <a:close/>
                </a:path>
                <a:path w="196850" h="7619">
                  <a:moveTo>
                    <a:pt x="96520" y="6350"/>
                  </a:moveTo>
                  <a:lnTo>
                    <a:pt x="91440" y="6350"/>
                  </a:lnTo>
                  <a:lnTo>
                    <a:pt x="91440" y="7620"/>
                  </a:lnTo>
                  <a:lnTo>
                    <a:pt x="96520" y="7620"/>
                  </a:lnTo>
                  <a:lnTo>
                    <a:pt x="96520" y="6350"/>
                  </a:lnTo>
                  <a:close/>
                </a:path>
                <a:path w="196850" h="7619">
                  <a:moveTo>
                    <a:pt x="101600" y="6350"/>
                  </a:moveTo>
                  <a:lnTo>
                    <a:pt x="99060" y="6350"/>
                  </a:lnTo>
                  <a:lnTo>
                    <a:pt x="99060" y="7620"/>
                  </a:lnTo>
                  <a:lnTo>
                    <a:pt x="101600" y="7620"/>
                  </a:lnTo>
                  <a:lnTo>
                    <a:pt x="101600" y="6350"/>
                  </a:lnTo>
                  <a:close/>
                </a:path>
                <a:path w="196850" h="7619">
                  <a:moveTo>
                    <a:pt x="196850" y="5080"/>
                  </a:moveTo>
                  <a:lnTo>
                    <a:pt x="104140" y="5080"/>
                  </a:lnTo>
                  <a:lnTo>
                    <a:pt x="104140" y="3810"/>
                  </a:lnTo>
                  <a:lnTo>
                    <a:pt x="102870" y="3810"/>
                  </a:lnTo>
                  <a:lnTo>
                    <a:pt x="102870" y="5080"/>
                  </a:lnTo>
                  <a:lnTo>
                    <a:pt x="102870" y="6350"/>
                  </a:lnTo>
                  <a:lnTo>
                    <a:pt x="195580" y="6350"/>
                  </a:lnTo>
                  <a:lnTo>
                    <a:pt x="195580" y="7620"/>
                  </a:lnTo>
                  <a:lnTo>
                    <a:pt x="196850" y="7620"/>
                  </a:lnTo>
                  <a:lnTo>
                    <a:pt x="196850" y="6350"/>
                  </a:lnTo>
                  <a:lnTo>
                    <a:pt x="196850" y="5080"/>
                  </a:lnTo>
                  <a:close/>
                </a:path>
                <a:path w="196850" h="7619">
                  <a:moveTo>
                    <a:pt x="196850" y="1270"/>
                  </a:moveTo>
                  <a:lnTo>
                    <a:pt x="107950" y="1270"/>
                  </a:lnTo>
                  <a:lnTo>
                    <a:pt x="107950" y="0"/>
                  </a:lnTo>
                  <a:lnTo>
                    <a:pt x="106680" y="0"/>
                  </a:lnTo>
                  <a:lnTo>
                    <a:pt x="106680" y="1270"/>
                  </a:lnTo>
                  <a:lnTo>
                    <a:pt x="106680" y="3810"/>
                  </a:lnTo>
                  <a:lnTo>
                    <a:pt x="196850" y="3810"/>
                  </a:lnTo>
                  <a:lnTo>
                    <a:pt x="196850" y="1270"/>
                  </a:lnTo>
                  <a:close/>
                </a:path>
              </a:pathLst>
            </a:custGeom>
            <a:solidFill>
              <a:srgbClr val="000B9C"/>
            </a:solidFill>
          </p:spPr>
          <p:txBody>
            <a:bodyPr wrap="square" lIns="0" tIns="0" rIns="0" bIns="0" rtlCol="0"/>
            <a:lstStyle/>
            <a:p/>
          </p:txBody>
        </p:sp>
        <p:sp>
          <p:nvSpPr>
            <p:cNvPr id="1592" name="object 1592"/>
            <p:cNvSpPr/>
            <p:nvPr/>
          </p:nvSpPr>
          <p:spPr>
            <a:xfrm>
              <a:off x="4434840" y="1725929"/>
              <a:ext cx="195580" cy="6350"/>
            </a:xfrm>
            <a:custGeom>
              <a:avLst/>
              <a:gdLst/>
              <a:ahLst/>
              <a:cxnLst/>
              <a:rect l="l" t="t" r="r" b="b"/>
              <a:pathLst>
                <a:path w="195579" h="6350">
                  <a:moveTo>
                    <a:pt x="195580" y="0"/>
                  </a:moveTo>
                  <a:lnTo>
                    <a:pt x="0" y="0"/>
                  </a:lnTo>
                  <a:lnTo>
                    <a:pt x="0" y="6350"/>
                  </a:lnTo>
                  <a:lnTo>
                    <a:pt x="195580" y="6350"/>
                  </a:lnTo>
                  <a:lnTo>
                    <a:pt x="195580" y="0"/>
                  </a:lnTo>
                  <a:close/>
                </a:path>
              </a:pathLst>
            </a:custGeom>
            <a:solidFill>
              <a:srgbClr val="000B9E"/>
            </a:solidFill>
          </p:spPr>
          <p:txBody>
            <a:bodyPr wrap="square" lIns="0" tIns="0" rIns="0" bIns="0" rtlCol="0"/>
            <a:lstStyle/>
            <a:p/>
          </p:txBody>
        </p:sp>
        <p:sp>
          <p:nvSpPr>
            <p:cNvPr id="1593" name="object 1593"/>
            <p:cNvSpPr/>
            <p:nvPr/>
          </p:nvSpPr>
          <p:spPr>
            <a:xfrm>
              <a:off x="4434840" y="1732279"/>
              <a:ext cx="195580" cy="7620"/>
            </a:xfrm>
            <a:custGeom>
              <a:avLst/>
              <a:gdLst/>
              <a:ahLst/>
              <a:cxnLst/>
              <a:rect l="l" t="t" r="r" b="b"/>
              <a:pathLst>
                <a:path w="195579" h="7619">
                  <a:moveTo>
                    <a:pt x="195567" y="0"/>
                  </a:moveTo>
                  <a:lnTo>
                    <a:pt x="0" y="0"/>
                  </a:lnTo>
                  <a:lnTo>
                    <a:pt x="0" y="5080"/>
                  </a:lnTo>
                  <a:lnTo>
                    <a:pt x="0" y="7620"/>
                  </a:lnTo>
                  <a:lnTo>
                    <a:pt x="194310" y="7620"/>
                  </a:lnTo>
                  <a:lnTo>
                    <a:pt x="194310" y="5080"/>
                  </a:lnTo>
                  <a:lnTo>
                    <a:pt x="195567" y="5080"/>
                  </a:lnTo>
                  <a:lnTo>
                    <a:pt x="195567" y="0"/>
                  </a:lnTo>
                  <a:close/>
                </a:path>
              </a:pathLst>
            </a:custGeom>
            <a:solidFill>
              <a:srgbClr val="000AA0"/>
            </a:solidFill>
          </p:spPr>
          <p:txBody>
            <a:bodyPr wrap="square" lIns="0" tIns="0" rIns="0" bIns="0" rtlCol="0"/>
            <a:lstStyle/>
            <a:p/>
          </p:txBody>
        </p:sp>
        <p:sp>
          <p:nvSpPr>
            <p:cNvPr id="1594" name="object 1594"/>
            <p:cNvSpPr/>
            <p:nvPr/>
          </p:nvSpPr>
          <p:spPr>
            <a:xfrm>
              <a:off x="4434840" y="1739899"/>
              <a:ext cx="194310" cy="7620"/>
            </a:xfrm>
            <a:custGeom>
              <a:avLst/>
              <a:gdLst/>
              <a:ahLst/>
              <a:cxnLst/>
              <a:rect l="l" t="t" r="r" b="b"/>
              <a:pathLst>
                <a:path w="194310" h="7619">
                  <a:moveTo>
                    <a:pt x="194310" y="0"/>
                  </a:moveTo>
                  <a:lnTo>
                    <a:pt x="0" y="0"/>
                  </a:lnTo>
                  <a:lnTo>
                    <a:pt x="0" y="6350"/>
                  </a:lnTo>
                  <a:lnTo>
                    <a:pt x="1270" y="6350"/>
                  </a:lnTo>
                  <a:lnTo>
                    <a:pt x="1270" y="7620"/>
                  </a:lnTo>
                  <a:lnTo>
                    <a:pt x="194310" y="7620"/>
                  </a:lnTo>
                  <a:lnTo>
                    <a:pt x="194310" y="6350"/>
                  </a:lnTo>
                  <a:lnTo>
                    <a:pt x="194310" y="0"/>
                  </a:lnTo>
                  <a:close/>
                </a:path>
              </a:pathLst>
            </a:custGeom>
            <a:solidFill>
              <a:srgbClr val="000AA1"/>
            </a:solidFill>
          </p:spPr>
          <p:txBody>
            <a:bodyPr wrap="square" lIns="0" tIns="0" rIns="0" bIns="0" rtlCol="0"/>
            <a:lstStyle/>
            <a:p/>
          </p:txBody>
        </p:sp>
        <p:sp>
          <p:nvSpPr>
            <p:cNvPr id="1595" name="object 1595"/>
            <p:cNvSpPr/>
            <p:nvPr/>
          </p:nvSpPr>
          <p:spPr>
            <a:xfrm>
              <a:off x="4436110" y="1747519"/>
              <a:ext cx="193040" cy="6350"/>
            </a:xfrm>
            <a:custGeom>
              <a:avLst/>
              <a:gdLst/>
              <a:ahLst/>
              <a:cxnLst/>
              <a:rect l="l" t="t" r="r" b="b"/>
              <a:pathLst>
                <a:path w="193039" h="6350">
                  <a:moveTo>
                    <a:pt x="193040" y="0"/>
                  </a:moveTo>
                  <a:lnTo>
                    <a:pt x="0" y="0"/>
                  </a:lnTo>
                  <a:lnTo>
                    <a:pt x="0" y="2540"/>
                  </a:lnTo>
                  <a:lnTo>
                    <a:pt x="0" y="6350"/>
                  </a:lnTo>
                  <a:lnTo>
                    <a:pt x="191770" y="6350"/>
                  </a:lnTo>
                  <a:lnTo>
                    <a:pt x="191770" y="2540"/>
                  </a:lnTo>
                  <a:lnTo>
                    <a:pt x="193040" y="2540"/>
                  </a:lnTo>
                  <a:lnTo>
                    <a:pt x="193040" y="0"/>
                  </a:lnTo>
                  <a:close/>
                </a:path>
              </a:pathLst>
            </a:custGeom>
            <a:solidFill>
              <a:srgbClr val="0009A3"/>
            </a:solidFill>
          </p:spPr>
          <p:txBody>
            <a:bodyPr wrap="square" lIns="0" tIns="0" rIns="0" bIns="0" rtlCol="0"/>
            <a:lstStyle/>
            <a:p/>
          </p:txBody>
        </p:sp>
        <p:sp>
          <p:nvSpPr>
            <p:cNvPr id="1596" name="object 1596"/>
            <p:cNvSpPr/>
            <p:nvPr/>
          </p:nvSpPr>
          <p:spPr>
            <a:xfrm>
              <a:off x="4436110" y="1753869"/>
              <a:ext cx="191770" cy="7620"/>
            </a:xfrm>
            <a:custGeom>
              <a:avLst/>
              <a:gdLst/>
              <a:ahLst/>
              <a:cxnLst/>
              <a:rect l="l" t="t" r="r" b="b"/>
              <a:pathLst>
                <a:path w="191770" h="7619">
                  <a:moveTo>
                    <a:pt x="191770" y="0"/>
                  </a:moveTo>
                  <a:lnTo>
                    <a:pt x="0" y="0"/>
                  </a:lnTo>
                  <a:lnTo>
                    <a:pt x="0" y="2540"/>
                  </a:lnTo>
                  <a:lnTo>
                    <a:pt x="1270" y="2540"/>
                  </a:lnTo>
                  <a:lnTo>
                    <a:pt x="1270" y="6350"/>
                  </a:lnTo>
                  <a:lnTo>
                    <a:pt x="1270" y="7620"/>
                  </a:lnTo>
                  <a:lnTo>
                    <a:pt x="190487" y="7620"/>
                  </a:lnTo>
                  <a:lnTo>
                    <a:pt x="190487" y="6350"/>
                  </a:lnTo>
                  <a:lnTo>
                    <a:pt x="191770" y="6350"/>
                  </a:lnTo>
                  <a:lnTo>
                    <a:pt x="191770" y="2540"/>
                  </a:lnTo>
                  <a:lnTo>
                    <a:pt x="191770" y="0"/>
                  </a:lnTo>
                  <a:close/>
                </a:path>
              </a:pathLst>
            </a:custGeom>
            <a:solidFill>
              <a:srgbClr val="0009A5"/>
            </a:solidFill>
          </p:spPr>
          <p:txBody>
            <a:bodyPr wrap="square" lIns="0" tIns="0" rIns="0" bIns="0" rtlCol="0"/>
            <a:lstStyle/>
            <a:p/>
          </p:txBody>
        </p:sp>
        <p:sp>
          <p:nvSpPr>
            <p:cNvPr id="1597" name="object 1597"/>
            <p:cNvSpPr/>
            <p:nvPr/>
          </p:nvSpPr>
          <p:spPr>
            <a:xfrm>
              <a:off x="4437380" y="1761489"/>
              <a:ext cx="189230" cy="7620"/>
            </a:xfrm>
            <a:custGeom>
              <a:avLst/>
              <a:gdLst/>
              <a:ahLst/>
              <a:cxnLst/>
              <a:rect l="l" t="t" r="r" b="b"/>
              <a:pathLst>
                <a:path w="189229" h="7619">
                  <a:moveTo>
                    <a:pt x="189217" y="0"/>
                  </a:moveTo>
                  <a:lnTo>
                    <a:pt x="0" y="0"/>
                  </a:lnTo>
                  <a:lnTo>
                    <a:pt x="0" y="6350"/>
                  </a:lnTo>
                  <a:lnTo>
                    <a:pt x="1270" y="6350"/>
                  </a:lnTo>
                  <a:lnTo>
                    <a:pt x="1270" y="7620"/>
                  </a:lnTo>
                  <a:lnTo>
                    <a:pt x="187960" y="7620"/>
                  </a:lnTo>
                  <a:lnTo>
                    <a:pt x="187960" y="6350"/>
                  </a:lnTo>
                  <a:lnTo>
                    <a:pt x="189217" y="6350"/>
                  </a:lnTo>
                  <a:lnTo>
                    <a:pt x="189217" y="0"/>
                  </a:lnTo>
                  <a:close/>
                </a:path>
              </a:pathLst>
            </a:custGeom>
            <a:solidFill>
              <a:srgbClr val="0008A7"/>
            </a:solidFill>
          </p:spPr>
          <p:txBody>
            <a:bodyPr wrap="square" lIns="0" tIns="0" rIns="0" bIns="0" rtlCol="0"/>
            <a:lstStyle/>
            <a:p/>
          </p:txBody>
        </p:sp>
        <p:sp>
          <p:nvSpPr>
            <p:cNvPr id="1598" name="object 1598"/>
            <p:cNvSpPr/>
            <p:nvPr/>
          </p:nvSpPr>
          <p:spPr>
            <a:xfrm>
              <a:off x="4438650" y="1769109"/>
              <a:ext cx="186690" cy="6350"/>
            </a:xfrm>
            <a:custGeom>
              <a:avLst/>
              <a:gdLst/>
              <a:ahLst/>
              <a:cxnLst/>
              <a:rect l="l" t="t" r="r" b="b"/>
              <a:pathLst>
                <a:path w="186689" h="6350">
                  <a:moveTo>
                    <a:pt x="186690" y="0"/>
                  </a:moveTo>
                  <a:lnTo>
                    <a:pt x="0" y="0"/>
                  </a:lnTo>
                  <a:lnTo>
                    <a:pt x="0" y="5080"/>
                  </a:lnTo>
                  <a:lnTo>
                    <a:pt x="0" y="6350"/>
                  </a:lnTo>
                  <a:lnTo>
                    <a:pt x="185420" y="6350"/>
                  </a:lnTo>
                  <a:lnTo>
                    <a:pt x="185420" y="5080"/>
                  </a:lnTo>
                  <a:lnTo>
                    <a:pt x="186690" y="5080"/>
                  </a:lnTo>
                  <a:lnTo>
                    <a:pt x="186690" y="0"/>
                  </a:lnTo>
                  <a:close/>
                </a:path>
              </a:pathLst>
            </a:custGeom>
            <a:solidFill>
              <a:srgbClr val="0008A8"/>
            </a:solidFill>
          </p:spPr>
          <p:txBody>
            <a:bodyPr wrap="square" lIns="0" tIns="0" rIns="0" bIns="0" rtlCol="0"/>
            <a:lstStyle/>
            <a:p/>
          </p:txBody>
        </p:sp>
        <p:sp>
          <p:nvSpPr>
            <p:cNvPr id="1599" name="object 1599"/>
            <p:cNvSpPr/>
            <p:nvPr/>
          </p:nvSpPr>
          <p:spPr>
            <a:xfrm>
              <a:off x="4438650" y="1775459"/>
              <a:ext cx="185420" cy="7620"/>
            </a:xfrm>
            <a:custGeom>
              <a:avLst/>
              <a:gdLst/>
              <a:ahLst/>
              <a:cxnLst/>
              <a:rect l="l" t="t" r="r" b="b"/>
              <a:pathLst>
                <a:path w="185420" h="7619">
                  <a:moveTo>
                    <a:pt x="185420" y="0"/>
                  </a:moveTo>
                  <a:lnTo>
                    <a:pt x="0" y="0"/>
                  </a:lnTo>
                  <a:lnTo>
                    <a:pt x="0" y="1270"/>
                  </a:lnTo>
                  <a:lnTo>
                    <a:pt x="1270" y="1270"/>
                  </a:lnTo>
                  <a:lnTo>
                    <a:pt x="1270" y="3810"/>
                  </a:lnTo>
                  <a:lnTo>
                    <a:pt x="1270" y="7620"/>
                  </a:lnTo>
                  <a:lnTo>
                    <a:pt x="184150" y="7620"/>
                  </a:lnTo>
                  <a:lnTo>
                    <a:pt x="184150" y="3810"/>
                  </a:lnTo>
                  <a:lnTo>
                    <a:pt x="185420" y="3810"/>
                  </a:lnTo>
                  <a:lnTo>
                    <a:pt x="185420" y="1270"/>
                  </a:lnTo>
                  <a:lnTo>
                    <a:pt x="185420" y="0"/>
                  </a:lnTo>
                  <a:close/>
                </a:path>
              </a:pathLst>
            </a:custGeom>
            <a:solidFill>
              <a:srgbClr val="0008AA"/>
            </a:solidFill>
          </p:spPr>
          <p:txBody>
            <a:bodyPr wrap="square" lIns="0" tIns="0" rIns="0" bIns="0" rtlCol="0"/>
            <a:lstStyle/>
            <a:p/>
          </p:txBody>
        </p:sp>
        <p:sp>
          <p:nvSpPr>
            <p:cNvPr id="1600" name="object 1600"/>
            <p:cNvSpPr/>
            <p:nvPr/>
          </p:nvSpPr>
          <p:spPr>
            <a:xfrm>
              <a:off x="4439920" y="1783079"/>
              <a:ext cx="182880" cy="7620"/>
            </a:xfrm>
            <a:custGeom>
              <a:avLst/>
              <a:gdLst/>
              <a:ahLst/>
              <a:cxnLst/>
              <a:rect l="l" t="t" r="r" b="b"/>
              <a:pathLst>
                <a:path w="182879" h="7619">
                  <a:moveTo>
                    <a:pt x="182880" y="0"/>
                  </a:moveTo>
                  <a:lnTo>
                    <a:pt x="0" y="0"/>
                  </a:lnTo>
                  <a:lnTo>
                    <a:pt x="0" y="3810"/>
                  </a:lnTo>
                  <a:lnTo>
                    <a:pt x="1270" y="3810"/>
                  </a:lnTo>
                  <a:lnTo>
                    <a:pt x="1270" y="5080"/>
                  </a:lnTo>
                  <a:lnTo>
                    <a:pt x="1270" y="7620"/>
                  </a:lnTo>
                  <a:lnTo>
                    <a:pt x="181610" y="7620"/>
                  </a:lnTo>
                  <a:lnTo>
                    <a:pt x="181610" y="5080"/>
                  </a:lnTo>
                  <a:lnTo>
                    <a:pt x="182880" y="5080"/>
                  </a:lnTo>
                  <a:lnTo>
                    <a:pt x="182880" y="3810"/>
                  </a:lnTo>
                  <a:lnTo>
                    <a:pt x="182880" y="0"/>
                  </a:lnTo>
                  <a:close/>
                </a:path>
              </a:pathLst>
            </a:custGeom>
            <a:solidFill>
              <a:srgbClr val="0007AC"/>
            </a:solidFill>
          </p:spPr>
          <p:txBody>
            <a:bodyPr wrap="square" lIns="0" tIns="0" rIns="0" bIns="0" rtlCol="0"/>
            <a:lstStyle/>
            <a:p/>
          </p:txBody>
        </p:sp>
        <p:sp>
          <p:nvSpPr>
            <p:cNvPr id="1601" name="object 1601"/>
            <p:cNvSpPr/>
            <p:nvPr/>
          </p:nvSpPr>
          <p:spPr>
            <a:xfrm>
              <a:off x="4441190" y="1790699"/>
              <a:ext cx="180340" cy="6350"/>
            </a:xfrm>
            <a:custGeom>
              <a:avLst/>
              <a:gdLst/>
              <a:ahLst/>
              <a:cxnLst/>
              <a:rect l="l" t="t" r="r" b="b"/>
              <a:pathLst>
                <a:path w="180339" h="6350">
                  <a:moveTo>
                    <a:pt x="180340" y="0"/>
                  </a:moveTo>
                  <a:lnTo>
                    <a:pt x="0" y="0"/>
                  </a:lnTo>
                  <a:lnTo>
                    <a:pt x="0" y="5080"/>
                  </a:lnTo>
                  <a:lnTo>
                    <a:pt x="1270" y="5080"/>
                  </a:lnTo>
                  <a:lnTo>
                    <a:pt x="1270" y="6350"/>
                  </a:lnTo>
                  <a:lnTo>
                    <a:pt x="180340" y="6350"/>
                  </a:lnTo>
                  <a:lnTo>
                    <a:pt x="180340" y="5080"/>
                  </a:lnTo>
                  <a:lnTo>
                    <a:pt x="180340" y="0"/>
                  </a:lnTo>
                  <a:close/>
                </a:path>
              </a:pathLst>
            </a:custGeom>
            <a:solidFill>
              <a:srgbClr val="0007AD"/>
            </a:solidFill>
          </p:spPr>
          <p:txBody>
            <a:bodyPr wrap="square" lIns="0" tIns="0" rIns="0" bIns="0" rtlCol="0"/>
            <a:lstStyle/>
            <a:p/>
          </p:txBody>
        </p:sp>
        <p:sp>
          <p:nvSpPr>
            <p:cNvPr id="1602" name="object 1602"/>
            <p:cNvSpPr/>
            <p:nvPr/>
          </p:nvSpPr>
          <p:spPr>
            <a:xfrm>
              <a:off x="4442460" y="1797049"/>
              <a:ext cx="177800" cy="7620"/>
            </a:xfrm>
            <a:custGeom>
              <a:avLst/>
              <a:gdLst/>
              <a:ahLst/>
              <a:cxnLst/>
              <a:rect l="l" t="t" r="r" b="b"/>
              <a:pathLst>
                <a:path w="177800" h="7619">
                  <a:moveTo>
                    <a:pt x="177800" y="0"/>
                  </a:moveTo>
                  <a:lnTo>
                    <a:pt x="0" y="0"/>
                  </a:lnTo>
                  <a:lnTo>
                    <a:pt x="0" y="5080"/>
                  </a:lnTo>
                  <a:lnTo>
                    <a:pt x="0" y="6350"/>
                  </a:lnTo>
                  <a:lnTo>
                    <a:pt x="1270" y="6350"/>
                  </a:lnTo>
                  <a:lnTo>
                    <a:pt x="1270" y="7620"/>
                  </a:lnTo>
                  <a:lnTo>
                    <a:pt x="176530" y="7620"/>
                  </a:lnTo>
                  <a:lnTo>
                    <a:pt x="176530" y="6350"/>
                  </a:lnTo>
                  <a:lnTo>
                    <a:pt x="176530" y="5080"/>
                  </a:lnTo>
                  <a:lnTo>
                    <a:pt x="177800" y="5080"/>
                  </a:lnTo>
                  <a:lnTo>
                    <a:pt x="177800" y="0"/>
                  </a:lnTo>
                  <a:close/>
                </a:path>
              </a:pathLst>
            </a:custGeom>
            <a:solidFill>
              <a:srgbClr val="0006AF"/>
            </a:solidFill>
          </p:spPr>
          <p:txBody>
            <a:bodyPr wrap="square" lIns="0" tIns="0" rIns="0" bIns="0" rtlCol="0"/>
            <a:lstStyle/>
            <a:p/>
          </p:txBody>
        </p:sp>
        <p:sp>
          <p:nvSpPr>
            <p:cNvPr id="1603" name="object 1603"/>
            <p:cNvSpPr/>
            <p:nvPr/>
          </p:nvSpPr>
          <p:spPr>
            <a:xfrm>
              <a:off x="4443730" y="1804669"/>
              <a:ext cx="175260" cy="7620"/>
            </a:xfrm>
            <a:custGeom>
              <a:avLst/>
              <a:gdLst/>
              <a:ahLst/>
              <a:cxnLst/>
              <a:rect l="l" t="t" r="r" b="b"/>
              <a:pathLst>
                <a:path w="175260" h="7619">
                  <a:moveTo>
                    <a:pt x="175260" y="0"/>
                  </a:moveTo>
                  <a:lnTo>
                    <a:pt x="0" y="0"/>
                  </a:lnTo>
                  <a:lnTo>
                    <a:pt x="0" y="2540"/>
                  </a:lnTo>
                  <a:lnTo>
                    <a:pt x="0" y="5080"/>
                  </a:lnTo>
                  <a:lnTo>
                    <a:pt x="1270" y="5080"/>
                  </a:lnTo>
                  <a:lnTo>
                    <a:pt x="1270" y="7620"/>
                  </a:lnTo>
                  <a:lnTo>
                    <a:pt x="173990" y="7620"/>
                  </a:lnTo>
                  <a:lnTo>
                    <a:pt x="173990" y="5080"/>
                  </a:lnTo>
                  <a:lnTo>
                    <a:pt x="173977" y="2540"/>
                  </a:lnTo>
                  <a:lnTo>
                    <a:pt x="175260" y="2540"/>
                  </a:lnTo>
                  <a:lnTo>
                    <a:pt x="175260" y="0"/>
                  </a:lnTo>
                  <a:close/>
                </a:path>
              </a:pathLst>
            </a:custGeom>
            <a:solidFill>
              <a:srgbClr val="0006B1"/>
            </a:solidFill>
          </p:spPr>
          <p:txBody>
            <a:bodyPr wrap="square" lIns="0" tIns="0" rIns="0" bIns="0" rtlCol="0"/>
            <a:lstStyle/>
            <a:p/>
          </p:txBody>
        </p:sp>
        <p:sp>
          <p:nvSpPr>
            <p:cNvPr id="1604" name="object 1604"/>
            <p:cNvSpPr/>
            <p:nvPr/>
          </p:nvSpPr>
          <p:spPr>
            <a:xfrm>
              <a:off x="4445000" y="1812289"/>
              <a:ext cx="171450" cy="6350"/>
            </a:xfrm>
            <a:custGeom>
              <a:avLst/>
              <a:gdLst/>
              <a:ahLst/>
              <a:cxnLst/>
              <a:rect l="l" t="t" r="r" b="b"/>
              <a:pathLst>
                <a:path w="171450" h="6350">
                  <a:moveTo>
                    <a:pt x="171450" y="0"/>
                  </a:moveTo>
                  <a:lnTo>
                    <a:pt x="0" y="0"/>
                  </a:lnTo>
                  <a:lnTo>
                    <a:pt x="0" y="2540"/>
                  </a:lnTo>
                  <a:lnTo>
                    <a:pt x="1270" y="2540"/>
                  </a:lnTo>
                  <a:lnTo>
                    <a:pt x="1270" y="5080"/>
                  </a:lnTo>
                  <a:lnTo>
                    <a:pt x="1270" y="6350"/>
                  </a:lnTo>
                  <a:lnTo>
                    <a:pt x="170180" y="6350"/>
                  </a:lnTo>
                  <a:lnTo>
                    <a:pt x="170180" y="5080"/>
                  </a:lnTo>
                  <a:lnTo>
                    <a:pt x="171450" y="5080"/>
                  </a:lnTo>
                  <a:lnTo>
                    <a:pt x="171450" y="2540"/>
                  </a:lnTo>
                  <a:lnTo>
                    <a:pt x="171450" y="0"/>
                  </a:lnTo>
                  <a:close/>
                </a:path>
              </a:pathLst>
            </a:custGeom>
            <a:solidFill>
              <a:srgbClr val="0005B3"/>
            </a:solidFill>
          </p:spPr>
          <p:txBody>
            <a:bodyPr wrap="square" lIns="0" tIns="0" rIns="0" bIns="0" rtlCol="0"/>
            <a:lstStyle/>
            <a:p/>
          </p:txBody>
        </p:sp>
        <p:sp>
          <p:nvSpPr>
            <p:cNvPr id="1605" name="object 1605"/>
            <p:cNvSpPr/>
            <p:nvPr/>
          </p:nvSpPr>
          <p:spPr>
            <a:xfrm>
              <a:off x="4446270" y="1818639"/>
              <a:ext cx="168910" cy="7620"/>
            </a:xfrm>
            <a:custGeom>
              <a:avLst/>
              <a:gdLst/>
              <a:ahLst/>
              <a:cxnLst/>
              <a:rect l="l" t="t" r="r" b="b"/>
              <a:pathLst>
                <a:path w="168910" h="7619">
                  <a:moveTo>
                    <a:pt x="168910" y="0"/>
                  </a:moveTo>
                  <a:lnTo>
                    <a:pt x="0" y="0"/>
                  </a:lnTo>
                  <a:lnTo>
                    <a:pt x="0" y="2540"/>
                  </a:lnTo>
                  <a:lnTo>
                    <a:pt x="1270" y="2540"/>
                  </a:lnTo>
                  <a:lnTo>
                    <a:pt x="1270" y="3810"/>
                  </a:lnTo>
                  <a:lnTo>
                    <a:pt x="1270" y="7620"/>
                  </a:lnTo>
                  <a:lnTo>
                    <a:pt x="167640" y="7620"/>
                  </a:lnTo>
                  <a:lnTo>
                    <a:pt x="167640" y="3810"/>
                  </a:lnTo>
                  <a:lnTo>
                    <a:pt x="168910" y="3810"/>
                  </a:lnTo>
                  <a:lnTo>
                    <a:pt x="168910" y="2540"/>
                  </a:lnTo>
                  <a:lnTo>
                    <a:pt x="168910" y="0"/>
                  </a:lnTo>
                  <a:close/>
                </a:path>
              </a:pathLst>
            </a:custGeom>
            <a:solidFill>
              <a:srgbClr val="0005B4"/>
            </a:solidFill>
          </p:spPr>
          <p:txBody>
            <a:bodyPr wrap="square" lIns="0" tIns="0" rIns="0" bIns="0" rtlCol="0"/>
            <a:lstStyle/>
            <a:p/>
          </p:txBody>
        </p:sp>
        <p:sp>
          <p:nvSpPr>
            <p:cNvPr id="1606" name="object 1606"/>
            <p:cNvSpPr/>
            <p:nvPr/>
          </p:nvSpPr>
          <p:spPr>
            <a:xfrm>
              <a:off x="4447540" y="1826259"/>
              <a:ext cx="165100" cy="7620"/>
            </a:xfrm>
            <a:custGeom>
              <a:avLst/>
              <a:gdLst/>
              <a:ahLst/>
              <a:cxnLst/>
              <a:rect l="l" t="t" r="r" b="b"/>
              <a:pathLst>
                <a:path w="165100" h="7619">
                  <a:moveTo>
                    <a:pt x="165100" y="0"/>
                  </a:moveTo>
                  <a:lnTo>
                    <a:pt x="0" y="0"/>
                  </a:lnTo>
                  <a:lnTo>
                    <a:pt x="0" y="1270"/>
                  </a:lnTo>
                  <a:lnTo>
                    <a:pt x="1270" y="1270"/>
                  </a:lnTo>
                  <a:lnTo>
                    <a:pt x="1270" y="2540"/>
                  </a:lnTo>
                  <a:lnTo>
                    <a:pt x="1270" y="5080"/>
                  </a:lnTo>
                  <a:lnTo>
                    <a:pt x="2540" y="5080"/>
                  </a:lnTo>
                  <a:lnTo>
                    <a:pt x="2540" y="6350"/>
                  </a:lnTo>
                  <a:lnTo>
                    <a:pt x="2540" y="7620"/>
                  </a:lnTo>
                  <a:lnTo>
                    <a:pt x="162560" y="7620"/>
                  </a:lnTo>
                  <a:lnTo>
                    <a:pt x="162560" y="6350"/>
                  </a:lnTo>
                  <a:lnTo>
                    <a:pt x="163817" y="6350"/>
                  </a:lnTo>
                  <a:lnTo>
                    <a:pt x="163817" y="5080"/>
                  </a:lnTo>
                  <a:lnTo>
                    <a:pt x="163830" y="2540"/>
                  </a:lnTo>
                  <a:lnTo>
                    <a:pt x="165100" y="2540"/>
                  </a:lnTo>
                  <a:lnTo>
                    <a:pt x="165100" y="1270"/>
                  </a:lnTo>
                  <a:lnTo>
                    <a:pt x="165100" y="0"/>
                  </a:lnTo>
                  <a:close/>
                </a:path>
              </a:pathLst>
            </a:custGeom>
            <a:solidFill>
              <a:srgbClr val="0005B6"/>
            </a:solidFill>
          </p:spPr>
          <p:txBody>
            <a:bodyPr wrap="square" lIns="0" tIns="0" rIns="0" bIns="0" rtlCol="0"/>
            <a:lstStyle/>
            <a:p/>
          </p:txBody>
        </p:sp>
        <p:sp>
          <p:nvSpPr>
            <p:cNvPr id="1607" name="object 1607"/>
            <p:cNvSpPr/>
            <p:nvPr/>
          </p:nvSpPr>
          <p:spPr>
            <a:xfrm>
              <a:off x="4450080" y="1833879"/>
              <a:ext cx="160020" cy="6350"/>
            </a:xfrm>
            <a:custGeom>
              <a:avLst/>
              <a:gdLst/>
              <a:ahLst/>
              <a:cxnLst/>
              <a:rect l="l" t="t" r="r" b="b"/>
              <a:pathLst>
                <a:path w="160020" h="6350">
                  <a:moveTo>
                    <a:pt x="160020" y="0"/>
                  </a:moveTo>
                  <a:lnTo>
                    <a:pt x="0" y="0"/>
                  </a:lnTo>
                  <a:lnTo>
                    <a:pt x="0" y="1270"/>
                  </a:lnTo>
                  <a:lnTo>
                    <a:pt x="1270" y="1270"/>
                  </a:lnTo>
                  <a:lnTo>
                    <a:pt x="1270" y="2540"/>
                  </a:lnTo>
                  <a:lnTo>
                    <a:pt x="1270" y="5080"/>
                  </a:lnTo>
                  <a:lnTo>
                    <a:pt x="2540" y="5080"/>
                  </a:lnTo>
                  <a:lnTo>
                    <a:pt x="2540" y="6350"/>
                  </a:lnTo>
                  <a:lnTo>
                    <a:pt x="158750" y="6350"/>
                  </a:lnTo>
                  <a:lnTo>
                    <a:pt x="158750" y="5080"/>
                  </a:lnTo>
                  <a:lnTo>
                    <a:pt x="158750" y="2540"/>
                  </a:lnTo>
                  <a:lnTo>
                    <a:pt x="160020" y="2540"/>
                  </a:lnTo>
                  <a:lnTo>
                    <a:pt x="160020" y="1270"/>
                  </a:lnTo>
                  <a:lnTo>
                    <a:pt x="160020" y="0"/>
                  </a:lnTo>
                  <a:close/>
                </a:path>
              </a:pathLst>
            </a:custGeom>
            <a:solidFill>
              <a:srgbClr val="0004B8"/>
            </a:solidFill>
          </p:spPr>
          <p:txBody>
            <a:bodyPr wrap="square" lIns="0" tIns="0" rIns="0" bIns="0" rtlCol="0"/>
            <a:lstStyle/>
            <a:p/>
          </p:txBody>
        </p:sp>
        <p:sp>
          <p:nvSpPr>
            <p:cNvPr id="1608" name="object 1608"/>
            <p:cNvSpPr/>
            <p:nvPr/>
          </p:nvSpPr>
          <p:spPr>
            <a:xfrm>
              <a:off x="4452620" y="1840229"/>
              <a:ext cx="154940" cy="7620"/>
            </a:xfrm>
            <a:custGeom>
              <a:avLst/>
              <a:gdLst/>
              <a:ahLst/>
              <a:cxnLst/>
              <a:rect l="l" t="t" r="r" b="b"/>
              <a:pathLst>
                <a:path w="154939" h="7619">
                  <a:moveTo>
                    <a:pt x="152400" y="6362"/>
                  </a:moveTo>
                  <a:lnTo>
                    <a:pt x="2540" y="6362"/>
                  </a:lnTo>
                  <a:lnTo>
                    <a:pt x="2540" y="7620"/>
                  </a:lnTo>
                  <a:lnTo>
                    <a:pt x="152400" y="7620"/>
                  </a:lnTo>
                  <a:lnTo>
                    <a:pt x="152400" y="6362"/>
                  </a:lnTo>
                  <a:close/>
                </a:path>
                <a:path w="154939" h="7619">
                  <a:moveTo>
                    <a:pt x="154940" y="0"/>
                  </a:moveTo>
                  <a:lnTo>
                    <a:pt x="0" y="0"/>
                  </a:lnTo>
                  <a:lnTo>
                    <a:pt x="0" y="2540"/>
                  </a:lnTo>
                  <a:lnTo>
                    <a:pt x="1270" y="2540"/>
                  </a:lnTo>
                  <a:lnTo>
                    <a:pt x="1270" y="3810"/>
                  </a:lnTo>
                  <a:lnTo>
                    <a:pt x="1270" y="6350"/>
                  </a:lnTo>
                  <a:lnTo>
                    <a:pt x="153670" y="6350"/>
                  </a:lnTo>
                  <a:lnTo>
                    <a:pt x="153670" y="3810"/>
                  </a:lnTo>
                  <a:lnTo>
                    <a:pt x="154940" y="3810"/>
                  </a:lnTo>
                  <a:lnTo>
                    <a:pt x="154940" y="2540"/>
                  </a:lnTo>
                  <a:lnTo>
                    <a:pt x="154940" y="0"/>
                  </a:lnTo>
                  <a:close/>
                </a:path>
              </a:pathLst>
            </a:custGeom>
            <a:solidFill>
              <a:srgbClr val="0004B9"/>
            </a:solidFill>
          </p:spPr>
          <p:txBody>
            <a:bodyPr wrap="square" lIns="0" tIns="0" rIns="0" bIns="0" rtlCol="0"/>
            <a:lstStyle/>
            <a:p/>
          </p:txBody>
        </p:sp>
        <p:sp>
          <p:nvSpPr>
            <p:cNvPr id="1609" name="object 1609"/>
            <p:cNvSpPr/>
            <p:nvPr/>
          </p:nvSpPr>
          <p:spPr>
            <a:xfrm>
              <a:off x="4455160" y="1847849"/>
              <a:ext cx="149860" cy="7620"/>
            </a:xfrm>
            <a:custGeom>
              <a:avLst/>
              <a:gdLst/>
              <a:ahLst/>
              <a:cxnLst/>
              <a:rect l="l" t="t" r="r" b="b"/>
              <a:pathLst>
                <a:path w="149860" h="7619">
                  <a:moveTo>
                    <a:pt x="149860" y="0"/>
                  </a:moveTo>
                  <a:lnTo>
                    <a:pt x="0" y="0"/>
                  </a:lnTo>
                  <a:lnTo>
                    <a:pt x="0" y="1270"/>
                  </a:lnTo>
                  <a:lnTo>
                    <a:pt x="1270" y="1270"/>
                  </a:lnTo>
                  <a:lnTo>
                    <a:pt x="1270" y="3810"/>
                  </a:lnTo>
                  <a:lnTo>
                    <a:pt x="2540" y="3810"/>
                  </a:lnTo>
                  <a:lnTo>
                    <a:pt x="2540" y="5080"/>
                  </a:lnTo>
                  <a:lnTo>
                    <a:pt x="2540" y="6350"/>
                  </a:lnTo>
                  <a:lnTo>
                    <a:pt x="3810" y="6350"/>
                  </a:lnTo>
                  <a:lnTo>
                    <a:pt x="3810" y="7620"/>
                  </a:lnTo>
                  <a:lnTo>
                    <a:pt x="147320" y="7620"/>
                  </a:lnTo>
                  <a:lnTo>
                    <a:pt x="147320" y="6350"/>
                  </a:lnTo>
                  <a:lnTo>
                    <a:pt x="147320" y="5080"/>
                  </a:lnTo>
                  <a:lnTo>
                    <a:pt x="148590" y="5080"/>
                  </a:lnTo>
                  <a:lnTo>
                    <a:pt x="148590" y="3810"/>
                  </a:lnTo>
                  <a:lnTo>
                    <a:pt x="148590" y="1270"/>
                  </a:lnTo>
                  <a:lnTo>
                    <a:pt x="149860" y="1270"/>
                  </a:lnTo>
                  <a:lnTo>
                    <a:pt x="149860" y="0"/>
                  </a:lnTo>
                  <a:close/>
                </a:path>
              </a:pathLst>
            </a:custGeom>
            <a:solidFill>
              <a:srgbClr val="0003BB"/>
            </a:solidFill>
          </p:spPr>
          <p:txBody>
            <a:bodyPr wrap="square" lIns="0" tIns="0" rIns="0" bIns="0" rtlCol="0"/>
            <a:lstStyle/>
            <a:p/>
          </p:txBody>
        </p:sp>
        <p:sp>
          <p:nvSpPr>
            <p:cNvPr id="1610" name="object 1610"/>
            <p:cNvSpPr/>
            <p:nvPr/>
          </p:nvSpPr>
          <p:spPr>
            <a:xfrm>
              <a:off x="4458970" y="1855469"/>
              <a:ext cx="143510" cy="6350"/>
            </a:xfrm>
            <a:custGeom>
              <a:avLst/>
              <a:gdLst/>
              <a:ahLst/>
              <a:cxnLst/>
              <a:rect l="l" t="t" r="r" b="b"/>
              <a:pathLst>
                <a:path w="143510" h="6350">
                  <a:moveTo>
                    <a:pt x="140970" y="3822"/>
                  </a:moveTo>
                  <a:lnTo>
                    <a:pt x="2540" y="3822"/>
                  </a:lnTo>
                  <a:lnTo>
                    <a:pt x="2540" y="6350"/>
                  </a:lnTo>
                  <a:lnTo>
                    <a:pt x="140970" y="6350"/>
                  </a:lnTo>
                  <a:lnTo>
                    <a:pt x="140970" y="3822"/>
                  </a:lnTo>
                  <a:close/>
                </a:path>
                <a:path w="143510" h="6350">
                  <a:moveTo>
                    <a:pt x="143510" y="0"/>
                  </a:moveTo>
                  <a:lnTo>
                    <a:pt x="0" y="0"/>
                  </a:lnTo>
                  <a:lnTo>
                    <a:pt x="0" y="1270"/>
                  </a:lnTo>
                  <a:lnTo>
                    <a:pt x="1270" y="1270"/>
                  </a:lnTo>
                  <a:lnTo>
                    <a:pt x="1270" y="3810"/>
                  </a:lnTo>
                  <a:lnTo>
                    <a:pt x="142240" y="3810"/>
                  </a:lnTo>
                  <a:lnTo>
                    <a:pt x="142240" y="1270"/>
                  </a:lnTo>
                  <a:lnTo>
                    <a:pt x="143510" y="1270"/>
                  </a:lnTo>
                  <a:lnTo>
                    <a:pt x="143510" y="0"/>
                  </a:lnTo>
                  <a:close/>
                </a:path>
              </a:pathLst>
            </a:custGeom>
            <a:solidFill>
              <a:srgbClr val="0003BD"/>
            </a:solidFill>
          </p:spPr>
          <p:txBody>
            <a:bodyPr wrap="square" lIns="0" tIns="0" rIns="0" bIns="0" rtlCol="0"/>
            <a:lstStyle/>
            <a:p/>
          </p:txBody>
        </p:sp>
        <p:sp>
          <p:nvSpPr>
            <p:cNvPr id="1611" name="object 1611"/>
            <p:cNvSpPr/>
            <p:nvPr/>
          </p:nvSpPr>
          <p:spPr>
            <a:xfrm>
              <a:off x="4462780" y="1861819"/>
              <a:ext cx="135890" cy="7620"/>
            </a:xfrm>
            <a:custGeom>
              <a:avLst/>
              <a:gdLst/>
              <a:ahLst/>
              <a:cxnLst/>
              <a:rect l="l" t="t" r="r" b="b"/>
              <a:pathLst>
                <a:path w="135889" h="7619">
                  <a:moveTo>
                    <a:pt x="133350" y="3822"/>
                  </a:moveTo>
                  <a:lnTo>
                    <a:pt x="2540" y="3822"/>
                  </a:lnTo>
                  <a:lnTo>
                    <a:pt x="2540" y="6350"/>
                  </a:lnTo>
                  <a:lnTo>
                    <a:pt x="3810" y="6350"/>
                  </a:lnTo>
                  <a:lnTo>
                    <a:pt x="3810" y="7620"/>
                  </a:lnTo>
                  <a:lnTo>
                    <a:pt x="132080" y="7620"/>
                  </a:lnTo>
                  <a:lnTo>
                    <a:pt x="132080" y="6350"/>
                  </a:lnTo>
                  <a:lnTo>
                    <a:pt x="133350" y="6350"/>
                  </a:lnTo>
                  <a:lnTo>
                    <a:pt x="133350" y="3822"/>
                  </a:lnTo>
                  <a:close/>
                </a:path>
                <a:path w="135889" h="7619">
                  <a:moveTo>
                    <a:pt x="135877" y="0"/>
                  </a:moveTo>
                  <a:lnTo>
                    <a:pt x="0" y="0"/>
                  </a:lnTo>
                  <a:lnTo>
                    <a:pt x="0" y="2540"/>
                  </a:lnTo>
                  <a:lnTo>
                    <a:pt x="1270" y="2540"/>
                  </a:lnTo>
                  <a:lnTo>
                    <a:pt x="1270" y="3810"/>
                  </a:lnTo>
                  <a:lnTo>
                    <a:pt x="134620" y="3810"/>
                  </a:lnTo>
                  <a:lnTo>
                    <a:pt x="134620" y="2540"/>
                  </a:lnTo>
                  <a:lnTo>
                    <a:pt x="135877" y="2540"/>
                  </a:lnTo>
                  <a:lnTo>
                    <a:pt x="135877" y="0"/>
                  </a:lnTo>
                  <a:close/>
                </a:path>
              </a:pathLst>
            </a:custGeom>
            <a:solidFill>
              <a:srgbClr val="0002BF"/>
            </a:solidFill>
          </p:spPr>
          <p:txBody>
            <a:bodyPr wrap="square" lIns="0" tIns="0" rIns="0" bIns="0" rtlCol="0"/>
            <a:lstStyle/>
            <a:p/>
          </p:txBody>
        </p:sp>
        <p:sp>
          <p:nvSpPr>
            <p:cNvPr id="1612" name="object 1612"/>
            <p:cNvSpPr/>
            <p:nvPr/>
          </p:nvSpPr>
          <p:spPr>
            <a:xfrm>
              <a:off x="4466590" y="1869439"/>
              <a:ext cx="128270" cy="7620"/>
            </a:xfrm>
            <a:custGeom>
              <a:avLst/>
              <a:gdLst/>
              <a:ahLst/>
              <a:cxnLst/>
              <a:rect l="l" t="t" r="r" b="b"/>
              <a:pathLst>
                <a:path w="128270" h="7619">
                  <a:moveTo>
                    <a:pt x="128270" y="0"/>
                  </a:moveTo>
                  <a:lnTo>
                    <a:pt x="0" y="0"/>
                  </a:lnTo>
                  <a:lnTo>
                    <a:pt x="0" y="1270"/>
                  </a:lnTo>
                  <a:lnTo>
                    <a:pt x="1270" y="1270"/>
                  </a:lnTo>
                  <a:lnTo>
                    <a:pt x="1270" y="2540"/>
                  </a:lnTo>
                  <a:lnTo>
                    <a:pt x="1270" y="3810"/>
                  </a:lnTo>
                  <a:lnTo>
                    <a:pt x="2540" y="3810"/>
                  </a:lnTo>
                  <a:lnTo>
                    <a:pt x="2540" y="6350"/>
                  </a:lnTo>
                  <a:lnTo>
                    <a:pt x="3810" y="6350"/>
                  </a:lnTo>
                  <a:lnTo>
                    <a:pt x="3810" y="7620"/>
                  </a:lnTo>
                  <a:lnTo>
                    <a:pt x="123190" y="7620"/>
                  </a:lnTo>
                  <a:lnTo>
                    <a:pt x="123190" y="6350"/>
                  </a:lnTo>
                  <a:lnTo>
                    <a:pt x="124460" y="6350"/>
                  </a:lnTo>
                  <a:lnTo>
                    <a:pt x="124460" y="3810"/>
                  </a:lnTo>
                  <a:lnTo>
                    <a:pt x="125730" y="3810"/>
                  </a:lnTo>
                  <a:lnTo>
                    <a:pt x="125730" y="2540"/>
                  </a:lnTo>
                  <a:lnTo>
                    <a:pt x="127000" y="2540"/>
                  </a:lnTo>
                  <a:lnTo>
                    <a:pt x="127000" y="1270"/>
                  </a:lnTo>
                  <a:lnTo>
                    <a:pt x="128270" y="1270"/>
                  </a:lnTo>
                  <a:lnTo>
                    <a:pt x="128270" y="0"/>
                  </a:lnTo>
                  <a:close/>
                </a:path>
              </a:pathLst>
            </a:custGeom>
            <a:solidFill>
              <a:srgbClr val="0002C0"/>
            </a:solidFill>
          </p:spPr>
          <p:txBody>
            <a:bodyPr wrap="square" lIns="0" tIns="0" rIns="0" bIns="0" rtlCol="0"/>
            <a:lstStyle/>
            <a:p/>
          </p:txBody>
        </p:sp>
        <p:sp>
          <p:nvSpPr>
            <p:cNvPr id="1613" name="object 1613"/>
            <p:cNvSpPr/>
            <p:nvPr/>
          </p:nvSpPr>
          <p:spPr>
            <a:xfrm>
              <a:off x="4470400" y="1877059"/>
              <a:ext cx="118110" cy="6350"/>
            </a:xfrm>
            <a:custGeom>
              <a:avLst/>
              <a:gdLst/>
              <a:ahLst/>
              <a:cxnLst/>
              <a:rect l="l" t="t" r="r" b="b"/>
              <a:pathLst>
                <a:path w="118110" h="6350">
                  <a:moveTo>
                    <a:pt x="118110"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113030" y="6350"/>
                  </a:lnTo>
                  <a:lnTo>
                    <a:pt x="113030" y="5080"/>
                  </a:lnTo>
                  <a:lnTo>
                    <a:pt x="114300" y="5080"/>
                  </a:lnTo>
                  <a:lnTo>
                    <a:pt x="114300" y="3810"/>
                  </a:lnTo>
                  <a:lnTo>
                    <a:pt x="115570" y="3810"/>
                  </a:lnTo>
                  <a:lnTo>
                    <a:pt x="115570" y="2540"/>
                  </a:lnTo>
                  <a:lnTo>
                    <a:pt x="116840" y="2540"/>
                  </a:lnTo>
                  <a:lnTo>
                    <a:pt x="116840" y="1270"/>
                  </a:lnTo>
                  <a:lnTo>
                    <a:pt x="118110" y="1270"/>
                  </a:lnTo>
                  <a:lnTo>
                    <a:pt x="118110" y="0"/>
                  </a:lnTo>
                  <a:close/>
                </a:path>
              </a:pathLst>
            </a:custGeom>
            <a:solidFill>
              <a:srgbClr val="0002C2"/>
            </a:solidFill>
          </p:spPr>
          <p:txBody>
            <a:bodyPr wrap="square" lIns="0" tIns="0" rIns="0" bIns="0" rtlCol="0"/>
            <a:lstStyle/>
            <a:p/>
          </p:txBody>
        </p:sp>
        <p:sp>
          <p:nvSpPr>
            <p:cNvPr id="1614" name="object 1614"/>
            <p:cNvSpPr/>
            <p:nvPr/>
          </p:nvSpPr>
          <p:spPr>
            <a:xfrm>
              <a:off x="4478020" y="1883409"/>
              <a:ext cx="104139" cy="7620"/>
            </a:xfrm>
            <a:custGeom>
              <a:avLst/>
              <a:gdLst/>
              <a:ahLst/>
              <a:cxnLst/>
              <a:rect l="l" t="t" r="r" b="b"/>
              <a:pathLst>
                <a:path w="104139" h="7619">
                  <a:moveTo>
                    <a:pt x="10414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97790" y="7620"/>
                  </a:lnTo>
                  <a:lnTo>
                    <a:pt x="97790" y="6350"/>
                  </a:lnTo>
                  <a:lnTo>
                    <a:pt x="100330" y="6350"/>
                  </a:lnTo>
                  <a:lnTo>
                    <a:pt x="100330" y="5080"/>
                  </a:lnTo>
                  <a:lnTo>
                    <a:pt x="101587" y="5080"/>
                  </a:lnTo>
                  <a:lnTo>
                    <a:pt x="101587" y="3810"/>
                  </a:lnTo>
                  <a:lnTo>
                    <a:pt x="102870" y="3810"/>
                  </a:lnTo>
                  <a:lnTo>
                    <a:pt x="102870" y="2540"/>
                  </a:lnTo>
                  <a:lnTo>
                    <a:pt x="104140" y="2540"/>
                  </a:lnTo>
                  <a:lnTo>
                    <a:pt x="104140" y="1270"/>
                  </a:lnTo>
                  <a:lnTo>
                    <a:pt x="104140" y="0"/>
                  </a:lnTo>
                  <a:close/>
                </a:path>
              </a:pathLst>
            </a:custGeom>
            <a:solidFill>
              <a:srgbClr val="0001C4"/>
            </a:solidFill>
          </p:spPr>
          <p:txBody>
            <a:bodyPr wrap="square" lIns="0" tIns="0" rIns="0" bIns="0" rtlCol="0"/>
            <a:lstStyle/>
            <a:p/>
          </p:txBody>
        </p:sp>
        <p:sp>
          <p:nvSpPr>
            <p:cNvPr id="1615" name="object 1615"/>
            <p:cNvSpPr/>
            <p:nvPr/>
          </p:nvSpPr>
          <p:spPr>
            <a:xfrm>
              <a:off x="4485640" y="1891030"/>
              <a:ext cx="88900" cy="7620"/>
            </a:xfrm>
            <a:custGeom>
              <a:avLst/>
              <a:gdLst/>
              <a:ahLst/>
              <a:cxnLst/>
              <a:rect l="l" t="t" r="r" b="b"/>
              <a:pathLst>
                <a:path w="88900" h="7619">
                  <a:moveTo>
                    <a:pt x="78740" y="6350"/>
                  </a:moveTo>
                  <a:lnTo>
                    <a:pt x="13970" y="6350"/>
                  </a:lnTo>
                  <a:lnTo>
                    <a:pt x="13970" y="7620"/>
                  </a:lnTo>
                  <a:lnTo>
                    <a:pt x="78740" y="7620"/>
                  </a:lnTo>
                  <a:lnTo>
                    <a:pt x="78740" y="6350"/>
                  </a:lnTo>
                  <a:close/>
                </a:path>
                <a:path w="88900" h="7619">
                  <a:moveTo>
                    <a:pt x="80010" y="5080"/>
                  </a:moveTo>
                  <a:lnTo>
                    <a:pt x="10160" y="5080"/>
                  </a:lnTo>
                  <a:lnTo>
                    <a:pt x="10160" y="6350"/>
                  </a:lnTo>
                  <a:lnTo>
                    <a:pt x="80010" y="6350"/>
                  </a:lnTo>
                  <a:lnTo>
                    <a:pt x="80010" y="5080"/>
                  </a:lnTo>
                  <a:close/>
                </a:path>
                <a:path w="88900" h="7619">
                  <a:moveTo>
                    <a:pt x="83819" y="3810"/>
                  </a:moveTo>
                  <a:lnTo>
                    <a:pt x="8889" y="3810"/>
                  </a:lnTo>
                  <a:lnTo>
                    <a:pt x="8889" y="5080"/>
                  </a:lnTo>
                  <a:lnTo>
                    <a:pt x="83819" y="5080"/>
                  </a:lnTo>
                  <a:lnTo>
                    <a:pt x="83819" y="3810"/>
                  </a:lnTo>
                  <a:close/>
                </a:path>
                <a:path w="88900" h="7619">
                  <a:moveTo>
                    <a:pt x="85089" y="2540"/>
                  </a:moveTo>
                  <a:lnTo>
                    <a:pt x="6350" y="2540"/>
                  </a:lnTo>
                  <a:lnTo>
                    <a:pt x="6350" y="3810"/>
                  </a:lnTo>
                  <a:lnTo>
                    <a:pt x="85089" y="3810"/>
                  </a:lnTo>
                  <a:lnTo>
                    <a:pt x="85089" y="2540"/>
                  </a:lnTo>
                  <a:close/>
                </a:path>
                <a:path w="88900" h="7619">
                  <a:moveTo>
                    <a:pt x="87630" y="1270"/>
                  </a:moveTo>
                  <a:lnTo>
                    <a:pt x="3810" y="1270"/>
                  </a:lnTo>
                  <a:lnTo>
                    <a:pt x="3810" y="2540"/>
                  </a:lnTo>
                  <a:lnTo>
                    <a:pt x="87630" y="2540"/>
                  </a:lnTo>
                  <a:lnTo>
                    <a:pt x="87630" y="1270"/>
                  </a:lnTo>
                  <a:close/>
                </a:path>
                <a:path w="88900" h="7619">
                  <a:moveTo>
                    <a:pt x="88900" y="0"/>
                  </a:moveTo>
                  <a:lnTo>
                    <a:pt x="0" y="0"/>
                  </a:lnTo>
                  <a:lnTo>
                    <a:pt x="0" y="1270"/>
                  </a:lnTo>
                  <a:lnTo>
                    <a:pt x="88900" y="1270"/>
                  </a:lnTo>
                  <a:lnTo>
                    <a:pt x="88900" y="0"/>
                  </a:lnTo>
                  <a:close/>
                </a:path>
              </a:pathLst>
            </a:custGeom>
            <a:solidFill>
              <a:srgbClr val="0001C5"/>
            </a:solidFill>
          </p:spPr>
          <p:txBody>
            <a:bodyPr wrap="square" lIns="0" tIns="0" rIns="0" bIns="0" rtlCol="0"/>
            <a:lstStyle/>
            <a:p/>
          </p:txBody>
        </p:sp>
        <p:sp>
          <p:nvSpPr>
            <p:cNvPr id="1616" name="object 1616"/>
            <p:cNvSpPr/>
            <p:nvPr/>
          </p:nvSpPr>
          <p:spPr>
            <a:xfrm>
              <a:off x="4502150" y="1898650"/>
              <a:ext cx="58419" cy="6350"/>
            </a:xfrm>
            <a:custGeom>
              <a:avLst/>
              <a:gdLst/>
              <a:ahLst/>
              <a:cxnLst/>
              <a:rect l="l" t="t" r="r" b="b"/>
              <a:pathLst>
                <a:path w="58420" h="6350">
                  <a:moveTo>
                    <a:pt x="43180" y="5079"/>
                  </a:moveTo>
                  <a:lnTo>
                    <a:pt x="16510" y="5079"/>
                  </a:lnTo>
                  <a:lnTo>
                    <a:pt x="16510" y="6350"/>
                  </a:lnTo>
                  <a:lnTo>
                    <a:pt x="43180" y="6350"/>
                  </a:lnTo>
                  <a:lnTo>
                    <a:pt x="43180" y="5079"/>
                  </a:lnTo>
                  <a:close/>
                </a:path>
                <a:path w="58420" h="6350">
                  <a:moveTo>
                    <a:pt x="48260" y="3810"/>
                  </a:moveTo>
                  <a:lnTo>
                    <a:pt x="12700" y="3810"/>
                  </a:lnTo>
                  <a:lnTo>
                    <a:pt x="12700" y="5079"/>
                  </a:lnTo>
                  <a:lnTo>
                    <a:pt x="48260" y="5079"/>
                  </a:lnTo>
                  <a:lnTo>
                    <a:pt x="48260" y="3810"/>
                  </a:lnTo>
                  <a:close/>
                </a:path>
                <a:path w="58420" h="6350">
                  <a:moveTo>
                    <a:pt x="53339" y="2539"/>
                  </a:moveTo>
                  <a:lnTo>
                    <a:pt x="3810" y="2539"/>
                  </a:lnTo>
                  <a:lnTo>
                    <a:pt x="3810" y="3810"/>
                  </a:lnTo>
                  <a:lnTo>
                    <a:pt x="53339" y="3810"/>
                  </a:lnTo>
                  <a:lnTo>
                    <a:pt x="53339" y="2539"/>
                  </a:lnTo>
                  <a:close/>
                </a:path>
                <a:path w="58420" h="6350">
                  <a:moveTo>
                    <a:pt x="57150" y="1270"/>
                  </a:moveTo>
                  <a:lnTo>
                    <a:pt x="2539" y="1270"/>
                  </a:lnTo>
                  <a:lnTo>
                    <a:pt x="2539" y="2539"/>
                  </a:lnTo>
                  <a:lnTo>
                    <a:pt x="57150" y="2539"/>
                  </a:lnTo>
                  <a:lnTo>
                    <a:pt x="57150" y="1270"/>
                  </a:lnTo>
                  <a:close/>
                </a:path>
                <a:path w="58420" h="6350">
                  <a:moveTo>
                    <a:pt x="58420" y="0"/>
                  </a:moveTo>
                  <a:lnTo>
                    <a:pt x="0" y="0"/>
                  </a:lnTo>
                  <a:lnTo>
                    <a:pt x="0" y="1270"/>
                  </a:lnTo>
                  <a:lnTo>
                    <a:pt x="58420" y="1270"/>
                  </a:lnTo>
                  <a:lnTo>
                    <a:pt x="58420" y="0"/>
                  </a:lnTo>
                  <a:close/>
                </a:path>
              </a:pathLst>
            </a:custGeom>
            <a:solidFill>
              <a:srgbClr val="0000C7"/>
            </a:solidFill>
          </p:spPr>
          <p:txBody>
            <a:bodyPr wrap="square" lIns="0" tIns="0" rIns="0" bIns="0" rtlCol="0"/>
            <a:lstStyle/>
            <a:p/>
          </p:txBody>
        </p:sp>
      </p:grpSp>
      <p:grpSp>
        <p:nvGrpSpPr>
          <p:cNvPr id="1617" name="object 1617"/>
          <p:cNvGrpSpPr/>
          <p:nvPr/>
        </p:nvGrpSpPr>
        <p:grpSpPr>
          <a:xfrm>
            <a:off x="4890770" y="1056639"/>
            <a:ext cx="217170" cy="633730"/>
            <a:chOff x="4890770" y="1056639"/>
            <a:chExt cx="217170" cy="633730"/>
          </a:xfrm>
        </p:grpSpPr>
        <p:sp>
          <p:nvSpPr>
            <p:cNvPr id="1618" name="object 1618"/>
            <p:cNvSpPr/>
            <p:nvPr/>
          </p:nvSpPr>
          <p:spPr>
            <a:xfrm>
              <a:off x="4964430" y="1056639"/>
              <a:ext cx="64769" cy="6350"/>
            </a:xfrm>
            <a:custGeom>
              <a:avLst/>
              <a:gdLst/>
              <a:ahLst/>
              <a:cxnLst/>
              <a:rect l="l" t="t" r="r" b="b"/>
              <a:pathLst>
                <a:path w="64770" h="6350">
                  <a:moveTo>
                    <a:pt x="64770" y="5080"/>
                  </a:moveTo>
                  <a:lnTo>
                    <a:pt x="0" y="5080"/>
                  </a:lnTo>
                  <a:lnTo>
                    <a:pt x="0" y="6350"/>
                  </a:lnTo>
                  <a:lnTo>
                    <a:pt x="64770" y="6350"/>
                  </a:lnTo>
                  <a:lnTo>
                    <a:pt x="64770" y="5080"/>
                  </a:lnTo>
                  <a:close/>
                </a:path>
                <a:path w="64770" h="6350">
                  <a:moveTo>
                    <a:pt x="62230" y="3810"/>
                  </a:moveTo>
                  <a:lnTo>
                    <a:pt x="2540" y="3810"/>
                  </a:lnTo>
                  <a:lnTo>
                    <a:pt x="2540" y="5080"/>
                  </a:lnTo>
                  <a:lnTo>
                    <a:pt x="62230" y="5080"/>
                  </a:lnTo>
                  <a:lnTo>
                    <a:pt x="62230" y="3810"/>
                  </a:lnTo>
                  <a:close/>
                </a:path>
                <a:path w="64770" h="6350">
                  <a:moveTo>
                    <a:pt x="57150" y="2539"/>
                  </a:moveTo>
                  <a:lnTo>
                    <a:pt x="8890" y="2539"/>
                  </a:lnTo>
                  <a:lnTo>
                    <a:pt x="8890" y="3810"/>
                  </a:lnTo>
                  <a:lnTo>
                    <a:pt x="57150" y="3810"/>
                  </a:lnTo>
                  <a:lnTo>
                    <a:pt x="57150" y="2539"/>
                  </a:lnTo>
                  <a:close/>
                </a:path>
                <a:path w="64770" h="6350">
                  <a:moveTo>
                    <a:pt x="43180" y="1270"/>
                  </a:moveTo>
                  <a:lnTo>
                    <a:pt x="17780" y="1270"/>
                  </a:lnTo>
                  <a:lnTo>
                    <a:pt x="17780" y="2539"/>
                  </a:lnTo>
                  <a:lnTo>
                    <a:pt x="43180" y="2539"/>
                  </a:lnTo>
                  <a:lnTo>
                    <a:pt x="43180" y="1270"/>
                  </a:lnTo>
                  <a:close/>
                </a:path>
                <a:path w="64770" h="6350">
                  <a:moveTo>
                    <a:pt x="29210" y="0"/>
                  </a:moveTo>
                  <a:lnTo>
                    <a:pt x="27940" y="0"/>
                  </a:lnTo>
                  <a:lnTo>
                    <a:pt x="27940" y="1270"/>
                  </a:lnTo>
                  <a:lnTo>
                    <a:pt x="29210" y="1270"/>
                  </a:lnTo>
                  <a:lnTo>
                    <a:pt x="29210" y="0"/>
                  </a:lnTo>
                  <a:close/>
                </a:path>
              </a:pathLst>
            </a:custGeom>
            <a:solidFill>
              <a:srgbClr val="003300"/>
            </a:solidFill>
          </p:spPr>
          <p:txBody>
            <a:bodyPr wrap="square" lIns="0" tIns="0" rIns="0" bIns="0" rtlCol="0"/>
            <a:lstStyle/>
            <a:p/>
          </p:txBody>
        </p:sp>
        <p:sp>
          <p:nvSpPr>
            <p:cNvPr id="1619" name="object 1619"/>
            <p:cNvSpPr/>
            <p:nvPr/>
          </p:nvSpPr>
          <p:spPr>
            <a:xfrm>
              <a:off x="4951730" y="1062989"/>
              <a:ext cx="91440" cy="7620"/>
            </a:xfrm>
            <a:custGeom>
              <a:avLst/>
              <a:gdLst/>
              <a:ahLst/>
              <a:cxnLst/>
              <a:rect l="l" t="t" r="r" b="b"/>
              <a:pathLst>
                <a:path w="91439" h="7619">
                  <a:moveTo>
                    <a:pt x="91427" y="6350"/>
                  </a:moveTo>
                  <a:lnTo>
                    <a:pt x="88900" y="6350"/>
                  </a:lnTo>
                  <a:lnTo>
                    <a:pt x="88900" y="5080"/>
                  </a:lnTo>
                  <a:lnTo>
                    <a:pt x="87630" y="5080"/>
                  </a:lnTo>
                  <a:lnTo>
                    <a:pt x="87630" y="3810"/>
                  </a:lnTo>
                  <a:lnTo>
                    <a:pt x="86360" y="3810"/>
                  </a:lnTo>
                  <a:lnTo>
                    <a:pt x="86360" y="2540"/>
                  </a:lnTo>
                  <a:lnTo>
                    <a:pt x="82550" y="2540"/>
                  </a:lnTo>
                  <a:lnTo>
                    <a:pt x="82550" y="1270"/>
                  </a:lnTo>
                  <a:lnTo>
                    <a:pt x="81280" y="1270"/>
                  </a:lnTo>
                  <a:lnTo>
                    <a:pt x="81280" y="0"/>
                  </a:lnTo>
                  <a:lnTo>
                    <a:pt x="8890" y="0"/>
                  </a:lnTo>
                  <a:lnTo>
                    <a:pt x="889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1427" y="7620"/>
                  </a:lnTo>
                  <a:lnTo>
                    <a:pt x="91427" y="6350"/>
                  </a:lnTo>
                  <a:close/>
                </a:path>
              </a:pathLst>
            </a:custGeom>
            <a:solidFill>
              <a:srgbClr val="003301"/>
            </a:solidFill>
          </p:spPr>
          <p:txBody>
            <a:bodyPr wrap="square" lIns="0" tIns="0" rIns="0" bIns="0" rtlCol="0"/>
            <a:lstStyle/>
            <a:p/>
          </p:txBody>
        </p:sp>
        <p:sp>
          <p:nvSpPr>
            <p:cNvPr id="1620" name="object 1620"/>
            <p:cNvSpPr/>
            <p:nvPr/>
          </p:nvSpPr>
          <p:spPr>
            <a:xfrm>
              <a:off x="4942840" y="1070609"/>
              <a:ext cx="109220" cy="6350"/>
            </a:xfrm>
            <a:custGeom>
              <a:avLst/>
              <a:gdLst/>
              <a:ahLst/>
              <a:cxnLst/>
              <a:rect l="l" t="t" r="r" b="b"/>
              <a:pathLst>
                <a:path w="109220" h="6350">
                  <a:moveTo>
                    <a:pt x="109220" y="5080"/>
                  </a:moveTo>
                  <a:lnTo>
                    <a:pt x="107950" y="5080"/>
                  </a:lnTo>
                  <a:lnTo>
                    <a:pt x="107950" y="3810"/>
                  </a:lnTo>
                  <a:lnTo>
                    <a:pt x="106667" y="3810"/>
                  </a:lnTo>
                  <a:lnTo>
                    <a:pt x="106667" y="2540"/>
                  </a:lnTo>
                  <a:lnTo>
                    <a:pt x="105410" y="2540"/>
                  </a:lnTo>
                  <a:lnTo>
                    <a:pt x="105410" y="1270"/>
                  </a:lnTo>
                  <a:lnTo>
                    <a:pt x="101600" y="1270"/>
                  </a:lnTo>
                  <a:lnTo>
                    <a:pt x="101600" y="0"/>
                  </a:lnTo>
                  <a:lnTo>
                    <a:pt x="6350" y="0"/>
                  </a:lnTo>
                  <a:lnTo>
                    <a:pt x="6350" y="1270"/>
                  </a:lnTo>
                  <a:lnTo>
                    <a:pt x="5080" y="1270"/>
                  </a:lnTo>
                  <a:lnTo>
                    <a:pt x="5080" y="2540"/>
                  </a:lnTo>
                  <a:lnTo>
                    <a:pt x="2540" y="2540"/>
                  </a:lnTo>
                  <a:lnTo>
                    <a:pt x="2540" y="3810"/>
                  </a:lnTo>
                  <a:lnTo>
                    <a:pt x="1270" y="3810"/>
                  </a:lnTo>
                  <a:lnTo>
                    <a:pt x="1270" y="5080"/>
                  </a:lnTo>
                  <a:lnTo>
                    <a:pt x="0" y="5080"/>
                  </a:lnTo>
                  <a:lnTo>
                    <a:pt x="0" y="6350"/>
                  </a:lnTo>
                  <a:lnTo>
                    <a:pt x="109220" y="6350"/>
                  </a:lnTo>
                  <a:lnTo>
                    <a:pt x="109220" y="5080"/>
                  </a:lnTo>
                  <a:close/>
                </a:path>
              </a:pathLst>
            </a:custGeom>
            <a:solidFill>
              <a:srgbClr val="003103"/>
            </a:solidFill>
          </p:spPr>
          <p:txBody>
            <a:bodyPr wrap="square" lIns="0" tIns="0" rIns="0" bIns="0" rtlCol="0"/>
            <a:lstStyle/>
            <a:p/>
          </p:txBody>
        </p:sp>
        <p:sp>
          <p:nvSpPr>
            <p:cNvPr id="1621" name="object 1621"/>
            <p:cNvSpPr/>
            <p:nvPr/>
          </p:nvSpPr>
          <p:spPr>
            <a:xfrm>
              <a:off x="4936490" y="1076959"/>
              <a:ext cx="121920" cy="7620"/>
            </a:xfrm>
            <a:custGeom>
              <a:avLst/>
              <a:gdLst/>
              <a:ahLst/>
              <a:cxnLst/>
              <a:rect l="l" t="t" r="r" b="b"/>
              <a:pathLst>
                <a:path w="121920" h="7619">
                  <a:moveTo>
                    <a:pt x="121920" y="6350"/>
                  </a:moveTo>
                  <a:lnTo>
                    <a:pt x="120650" y="6350"/>
                  </a:lnTo>
                  <a:lnTo>
                    <a:pt x="120650" y="5080"/>
                  </a:lnTo>
                  <a:lnTo>
                    <a:pt x="119367" y="5080"/>
                  </a:lnTo>
                  <a:lnTo>
                    <a:pt x="119367" y="3810"/>
                  </a:lnTo>
                  <a:lnTo>
                    <a:pt x="119380" y="2540"/>
                  </a:lnTo>
                  <a:lnTo>
                    <a:pt x="118110" y="2540"/>
                  </a:lnTo>
                  <a:lnTo>
                    <a:pt x="118110" y="1270"/>
                  </a:lnTo>
                  <a:lnTo>
                    <a:pt x="116840" y="1270"/>
                  </a:lnTo>
                  <a:lnTo>
                    <a:pt x="1168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21920" y="7620"/>
                  </a:lnTo>
                  <a:lnTo>
                    <a:pt x="121920" y="6350"/>
                  </a:lnTo>
                  <a:close/>
                </a:path>
              </a:pathLst>
            </a:custGeom>
            <a:solidFill>
              <a:srgbClr val="003105"/>
            </a:solidFill>
          </p:spPr>
          <p:txBody>
            <a:bodyPr wrap="square" lIns="0" tIns="0" rIns="0" bIns="0" rtlCol="0"/>
            <a:lstStyle/>
            <a:p/>
          </p:txBody>
        </p:sp>
        <p:sp>
          <p:nvSpPr>
            <p:cNvPr id="1622" name="object 1622"/>
            <p:cNvSpPr/>
            <p:nvPr/>
          </p:nvSpPr>
          <p:spPr>
            <a:xfrm>
              <a:off x="4931410" y="1084579"/>
              <a:ext cx="132080" cy="7620"/>
            </a:xfrm>
            <a:custGeom>
              <a:avLst/>
              <a:gdLst/>
              <a:ahLst/>
              <a:cxnLst/>
              <a:rect l="l" t="t" r="r" b="b"/>
              <a:pathLst>
                <a:path w="132079" h="7619">
                  <a:moveTo>
                    <a:pt x="132080" y="6350"/>
                  </a:moveTo>
                  <a:lnTo>
                    <a:pt x="130797" y="6350"/>
                  </a:lnTo>
                  <a:lnTo>
                    <a:pt x="130797" y="3810"/>
                  </a:lnTo>
                  <a:lnTo>
                    <a:pt x="129540" y="3810"/>
                  </a:lnTo>
                  <a:lnTo>
                    <a:pt x="129540" y="2540"/>
                  </a:lnTo>
                  <a:lnTo>
                    <a:pt x="128270" y="2540"/>
                  </a:lnTo>
                  <a:lnTo>
                    <a:pt x="128270" y="1270"/>
                  </a:lnTo>
                  <a:lnTo>
                    <a:pt x="128270" y="0"/>
                  </a:lnTo>
                  <a:lnTo>
                    <a:pt x="3810" y="0"/>
                  </a:lnTo>
                  <a:lnTo>
                    <a:pt x="3810" y="1270"/>
                  </a:lnTo>
                  <a:lnTo>
                    <a:pt x="2540" y="1270"/>
                  </a:lnTo>
                  <a:lnTo>
                    <a:pt x="2540" y="2540"/>
                  </a:lnTo>
                  <a:lnTo>
                    <a:pt x="2540" y="3810"/>
                  </a:lnTo>
                  <a:lnTo>
                    <a:pt x="1270" y="3810"/>
                  </a:lnTo>
                  <a:lnTo>
                    <a:pt x="1270" y="6350"/>
                  </a:lnTo>
                  <a:lnTo>
                    <a:pt x="0" y="6350"/>
                  </a:lnTo>
                  <a:lnTo>
                    <a:pt x="0" y="7620"/>
                  </a:lnTo>
                  <a:lnTo>
                    <a:pt x="132080" y="7620"/>
                  </a:lnTo>
                  <a:lnTo>
                    <a:pt x="132080" y="6350"/>
                  </a:lnTo>
                  <a:close/>
                </a:path>
              </a:pathLst>
            </a:custGeom>
            <a:solidFill>
              <a:srgbClr val="003008"/>
            </a:solidFill>
          </p:spPr>
          <p:txBody>
            <a:bodyPr wrap="square" lIns="0" tIns="0" rIns="0" bIns="0" rtlCol="0"/>
            <a:lstStyle/>
            <a:p/>
          </p:txBody>
        </p:sp>
        <p:sp>
          <p:nvSpPr>
            <p:cNvPr id="1623" name="object 1623"/>
            <p:cNvSpPr/>
            <p:nvPr/>
          </p:nvSpPr>
          <p:spPr>
            <a:xfrm>
              <a:off x="4927600" y="1092199"/>
              <a:ext cx="139700" cy="6350"/>
            </a:xfrm>
            <a:custGeom>
              <a:avLst/>
              <a:gdLst/>
              <a:ahLst/>
              <a:cxnLst/>
              <a:rect l="l" t="t" r="r" b="b"/>
              <a:pathLst>
                <a:path w="139700" h="6350">
                  <a:moveTo>
                    <a:pt x="139700" y="5080"/>
                  </a:moveTo>
                  <a:lnTo>
                    <a:pt x="138430" y="5080"/>
                  </a:lnTo>
                  <a:lnTo>
                    <a:pt x="138430" y="3810"/>
                  </a:lnTo>
                  <a:lnTo>
                    <a:pt x="138430" y="2540"/>
                  </a:lnTo>
                  <a:lnTo>
                    <a:pt x="137160" y="2540"/>
                  </a:lnTo>
                  <a:lnTo>
                    <a:pt x="137160" y="1270"/>
                  </a:lnTo>
                  <a:lnTo>
                    <a:pt x="135890" y="1270"/>
                  </a:lnTo>
                  <a:lnTo>
                    <a:pt x="135890" y="0"/>
                  </a:lnTo>
                  <a:lnTo>
                    <a:pt x="2540" y="0"/>
                  </a:lnTo>
                  <a:lnTo>
                    <a:pt x="2540" y="1270"/>
                  </a:lnTo>
                  <a:lnTo>
                    <a:pt x="2540" y="2540"/>
                  </a:lnTo>
                  <a:lnTo>
                    <a:pt x="1270" y="2540"/>
                  </a:lnTo>
                  <a:lnTo>
                    <a:pt x="1270" y="3810"/>
                  </a:lnTo>
                  <a:lnTo>
                    <a:pt x="0" y="3810"/>
                  </a:lnTo>
                  <a:lnTo>
                    <a:pt x="0" y="5080"/>
                  </a:lnTo>
                  <a:lnTo>
                    <a:pt x="0" y="6350"/>
                  </a:lnTo>
                  <a:lnTo>
                    <a:pt x="139700" y="6350"/>
                  </a:lnTo>
                  <a:lnTo>
                    <a:pt x="139700" y="5080"/>
                  </a:lnTo>
                  <a:close/>
                </a:path>
              </a:pathLst>
            </a:custGeom>
            <a:solidFill>
              <a:srgbClr val="00300A"/>
            </a:solidFill>
          </p:spPr>
          <p:txBody>
            <a:bodyPr wrap="square" lIns="0" tIns="0" rIns="0" bIns="0" rtlCol="0"/>
            <a:lstStyle/>
            <a:p/>
          </p:txBody>
        </p:sp>
        <p:sp>
          <p:nvSpPr>
            <p:cNvPr id="1624" name="object 1624"/>
            <p:cNvSpPr/>
            <p:nvPr/>
          </p:nvSpPr>
          <p:spPr>
            <a:xfrm>
              <a:off x="4923790" y="1098549"/>
              <a:ext cx="147320" cy="7620"/>
            </a:xfrm>
            <a:custGeom>
              <a:avLst/>
              <a:gdLst/>
              <a:ahLst/>
              <a:cxnLst/>
              <a:rect l="l" t="t" r="r" b="b"/>
              <a:pathLst>
                <a:path w="147320" h="7619">
                  <a:moveTo>
                    <a:pt x="147320" y="5080"/>
                  </a:moveTo>
                  <a:lnTo>
                    <a:pt x="146050" y="5080"/>
                  </a:lnTo>
                  <a:lnTo>
                    <a:pt x="146050" y="2540"/>
                  </a:lnTo>
                  <a:lnTo>
                    <a:pt x="144767" y="2540"/>
                  </a:lnTo>
                  <a:lnTo>
                    <a:pt x="144767" y="0"/>
                  </a:lnTo>
                  <a:lnTo>
                    <a:pt x="2540" y="0"/>
                  </a:lnTo>
                  <a:lnTo>
                    <a:pt x="2540" y="2540"/>
                  </a:lnTo>
                  <a:lnTo>
                    <a:pt x="1270" y="2540"/>
                  </a:lnTo>
                  <a:lnTo>
                    <a:pt x="1270" y="5080"/>
                  </a:lnTo>
                  <a:lnTo>
                    <a:pt x="0" y="5080"/>
                  </a:lnTo>
                  <a:lnTo>
                    <a:pt x="0" y="7620"/>
                  </a:lnTo>
                  <a:lnTo>
                    <a:pt x="147320" y="7620"/>
                  </a:lnTo>
                  <a:lnTo>
                    <a:pt x="147320" y="5080"/>
                  </a:lnTo>
                  <a:close/>
                </a:path>
              </a:pathLst>
            </a:custGeom>
            <a:solidFill>
              <a:srgbClr val="002F0C"/>
            </a:solidFill>
          </p:spPr>
          <p:txBody>
            <a:bodyPr wrap="square" lIns="0" tIns="0" rIns="0" bIns="0" rtlCol="0"/>
            <a:lstStyle/>
            <a:p/>
          </p:txBody>
        </p:sp>
        <p:sp>
          <p:nvSpPr>
            <p:cNvPr id="1625" name="object 1625"/>
            <p:cNvSpPr/>
            <p:nvPr/>
          </p:nvSpPr>
          <p:spPr>
            <a:xfrm>
              <a:off x="4921250" y="1106169"/>
              <a:ext cx="152400" cy="7620"/>
            </a:xfrm>
            <a:custGeom>
              <a:avLst/>
              <a:gdLst/>
              <a:ahLst/>
              <a:cxnLst/>
              <a:rect l="l" t="t" r="r" b="b"/>
              <a:pathLst>
                <a:path w="152400" h="7619">
                  <a:moveTo>
                    <a:pt x="152400" y="6350"/>
                  </a:moveTo>
                  <a:lnTo>
                    <a:pt x="151130" y="6350"/>
                  </a:lnTo>
                  <a:lnTo>
                    <a:pt x="151130" y="5080"/>
                  </a:lnTo>
                  <a:lnTo>
                    <a:pt x="151130" y="2540"/>
                  </a:lnTo>
                  <a:lnTo>
                    <a:pt x="149860" y="2540"/>
                  </a:lnTo>
                  <a:lnTo>
                    <a:pt x="149860" y="1270"/>
                  </a:lnTo>
                  <a:lnTo>
                    <a:pt x="149860" y="0"/>
                  </a:lnTo>
                  <a:lnTo>
                    <a:pt x="2540" y="0"/>
                  </a:lnTo>
                  <a:lnTo>
                    <a:pt x="2540" y="1270"/>
                  </a:lnTo>
                  <a:lnTo>
                    <a:pt x="1270" y="1270"/>
                  </a:lnTo>
                  <a:lnTo>
                    <a:pt x="1270" y="2540"/>
                  </a:lnTo>
                  <a:lnTo>
                    <a:pt x="1270" y="5080"/>
                  </a:lnTo>
                  <a:lnTo>
                    <a:pt x="0" y="5080"/>
                  </a:lnTo>
                  <a:lnTo>
                    <a:pt x="0" y="6350"/>
                  </a:lnTo>
                  <a:lnTo>
                    <a:pt x="0" y="7620"/>
                  </a:lnTo>
                  <a:lnTo>
                    <a:pt x="152400" y="7620"/>
                  </a:lnTo>
                  <a:lnTo>
                    <a:pt x="152400" y="6350"/>
                  </a:lnTo>
                  <a:close/>
                </a:path>
              </a:pathLst>
            </a:custGeom>
            <a:solidFill>
              <a:srgbClr val="002E0F"/>
            </a:solidFill>
          </p:spPr>
          <p:txBody>
            <a:bodyPr wrap="square" lIns="0" tIns="0" rIns="0" bIns="0" rtlCol="0"/>
            <a:lstStyle/>
            <a:p/>
          </p:txBody>
        </p:sp>
        <p:sp>
          <p:nvSpPr>
            <p:cNvPr id="1626" name="object 1626"/>
            <p:cNvSpPr/>
            <p:nvPr/>
          </p:nvSpPr>
          <p:spPr>
            <a:xfrm>
              <a:off x="4918710" y="1113789"/>
              <a:ext cx="157480" cy="6350"/>
            </a:xfrm>
            <a:custGeom>
              <a:avLst/>
              <a:gdLst/>
              <a:ahLst/>
              <a:cxnLst/>
              <a:rect l="l" t="t" r="r" b="b"/>
              <a:pathLst>
                <a:path w="157479" h="6350">
                  <a:moveTo>
                    <a:pt x="157480" y="5080"/>
                  </a:moveTo>
                  <a:lnTo>
                    <a:pt x="156210" y="5080"/>
                  </a:lnTo>
                  <a:lnTo>
                    <a:pt x="156210" y="3810"/>
                  </a:lnTo>
                  <a:lnTo>
                    <a:pt x="156197" y="1270"/>
                  </a:lnTo>
                  <a:lnTo>
                    <a:pt x="154940" y="1270"/>
                  </a:lnTo>
                  <a:lnTo>
                    <a:pt x="154940" y="0"/>
                  </a:lnTo>
                  <a:lnTo>
                    <a:pt x="1270" y="0"/>
                  </a:lnTo>
                  <a:lnTo>
                    <a:pt x="1270" y="1270"/>
                  </a:lnTo>
                  <a:lnTo>
                    <a:pt x="1270" y="3810"/>
                  </a:lnTo>
                  <a:lnTo>
                    <a:pt x="0" y="3810"/>
                  </a:lnTo>
                  <a:lnTo>
                    <a:pt x="0" y="5080"/>
                  </a:lnTo>
                  <a:lnTo>
                    <a:pt x="0" y="6350"/>
                  </a:lnTo>
                  <a:lnTo>
                    <a:pt x="157480" y="6350"/>
                  </a:lnTo>
                  <a:lnTo>
                    <a:pt x="157480" y="5080"/>
                  </a:lnTo>
                  <a:close/>
                </a:path>
              </a:pathLst>
            </a:custGeom>
            <a:solidFill>
              <a:srgbClr val="002E11"/>
            </a:solidFill>
          </p:spPr>
          <p:txBody>
            <a:bodyPr wrap="square" lIns="0" tIns="0" rIns="0" bIns="0" rtlCol="0"/>
            <a:lstStyle/>
            <a:p/>
          </p:txBody>
        </p:sp>
        <p:sp>
          <p:nvSpPr>
            <p:cNvPr id="1627" name="object 1627"/>
            <p:cNvSpPr/>
            <p:nvPr/>
          </p:nvSpPr>
          <p:spPr>
            <a:xfrm>
              <a:off x="4914900" y="1120139"/>
              <a:ext cx="163830" cy="7620"/>
            </a:xfrm>
            <a:custGeom>
              <a:avLst/>
              <a:gdLst/>
              <a:ahLst/>
              <a:cxnLst/>
              <a:rect l="l" t="t" r="r" b="b"/>
              <a:pathLst>
                <a:path w="163829" h="7619">
                  <a:moveTo>
                    <a:pt x="161290" y="0"/>
                  </a:moveTo>
                  <a:lnTo>
                    <a:pt x="2540" y="0"/>
                  </a:lnTo>
                  <a:lnTo>
                    <a:pt x="2540" y="2540"/>
                  </a:lnTo>
                  <a:lnTo>
                    <a:pt x="161290" y="2540"/>
                  </a:lnTo>
                  <a:lnTo>
                    <a:pt x="161290" y="0"/>
                  </a:lnTo>
                  <a:close/>
                </a:path>
                <a:path w="163829" h="7619">
                  <a:moveTo>
                    <a:pt x="163830" y="5080"/>
                  </a:moveTo>
                  <a:lnTo>
                    <a:pt x="162560" y="5080"/>
                  </a:lnTo>
                  <a:lnTo>
                    <a:pt x="162560" y="2552"/>
                  </a:lnTo>
                  <a:lnTo>
                    <a:pt x="1270" y="2552"/>
                  </a:lnTo>
                  <a:lnTo>
                    <a:pt x="1270" y="5080"/>
                  </a:lnTo>
                  <a:lnTo>
                    <a:pt x="0" y="5080"/>
                  </a:lnTo>
                  <a:lnTo>
                    <a:pt x="0" y="7620"/>
                  </a:lnTo>
                  <a:lnTo>
                    <a:pt x="163830" y="7620"/>
                  </a:lnTo>
                  <a:lnTo>
                    <a:pt x="163830" y="5080"/>
                  </a:lnTo>
                  <a:close/>
                </a:path>
              </a:pathLst>
            </a:custGeom>
            <a:solidFill>
              <a:srgbClr val="002D13"/>
            </a:solidFill>
          </p:spPr>
          <p:txBody>
            <a:bodyPr wrap="square" lIns="0" tIns="0" rIns="0" bIns="0" rtlCol="0"/>
            <a:lstStyle/>
            <a:p/>
          </p:txBody>
        </p:sp>
        <p:sp>
          <p:nvSpPr>
            <p:cNvPr id="1628" name="object 1628"/>
            <p:cNvSpPr/>
            <p:nvPr/>
          </p:nvSpPr>
          <p:spPr>
            <a:xfrm>
              <a:off x="4912360" y="1127759"/>
              <a:ext cx="168910" cy="7620"/>
            </a:xfrm>
            <a:custGeom>
              <a:avLst/>
              <a:gdLst/>
              <a:ahLst/>
              <a:cxnLst/>
              <a:rect l="l" t="t" r="r" b="b"/>
              <a:pathLst>
                <a:path w="168910" h="7619">
                  <a:moveTo>
                    <a:pt x="168910" y="5080"/>
                  </a:moveTo>
                  <a:lnTo>
                    <a:pt x="167640" y="5080"/>
                  </a:lnTo>
                  <a:lnTo>
                    <a:pt x="167640" y="1270"/>
                  </a:lnTo>
                  <a:lnTo>
                    <a:pt x="166370" y="1270"/>
                  </a:lnTo>
                  <a:lnTo>
                    <a:pt x="166370" y="0"/>
                  </a:lnTo>
                  <a:lnTo>
                    <a:pt x="2540" y="0"/>
                  </a:lnTo>
                  <a:lnTo>
                    <a:pt x="2540" y="1270"/>
                  </a:lnTo>
                  <a:lnTo>
                    <a:pt x="1270" y="1270"/>
                  </a:lnTo>
                  <a:lnTo>
                    <a:pt x="1270" y="5080"/>
                  </a:lnTo>
                  <a:lnTo>
                    <a:pt x="0" y="5080"/>
                  </a:lnTo>
                  <a:lnTo>
                    <a:pt x="0" y="7620"/>
                  </a:lnTo>
                  <a:lnTo>
                    <a:pt x="168910" y="7620"/>
                  </a:lnTo>
                  <a:lnTo>
                    <a:pt x="168910" y="5080"/>
                  </a:lnTo>
                  <a:close/>
                </a:path>
              </a:pathLst>
            </a:custGeom>
            <a:solidFill>
              <a:srgbClr val="002D15"/>
            </a:solidFill>
          </p:spPr>
          <p:txBody>
            <a:bodyPr wrap="square" lIns="0" tIns="0" rIns="0" bIns="0" rtlCol="0"/>
            <a:lstStyle/>
            <a:p/>
          </p:txBody>
        </p:sp>
        <p:sp>
          <p:nvSpPr>
            <p:cNvPr id="1629" name="object 1629"/>
            <p:cNvSpPr/>
            <p:nvPr/>
          </p:nvSpPr>
          <p:spPr>
            <a:xfrm>
              <a:off x="4911090" y="1135379"/>
              <a:ext cx="171450" cy="6350"/>
            </a:xfrm>
            <a:custGeom>
              <a:avLst/>
              <a:gdLst/>
              <a:ahLst/>
              <a:cxnLst/>
              <a:rect l="l" t="t" r="r" b="b"/>
              <a:pathLst>
                <a:path w="171450" h="6350">
                  <a:moveTo>
                    <a:pt x="171450" y="3810"/>
                  </a:moveTo>
                  <a:lnTo>
                    <a:pt x="170167" y="3810"/>
                  </a:lnTo>
                  <a:lnTo>
                    <a:pt x="170167" y="1270"/>
                  </a:lnTo>
                  <a:lnTo>
                    <a:pt x="170180" y="0"/>
                  </a:lnTo>
                  <a:lnTo>
                    <a:pt x="1270" y="0"/>
                  </a:lnTo>
                  <a:lnTo>
                    <a:pt x="1270" y="1270"/>
                  </a:lnTo>
                  <a:lnTo>
                    <a:pt x="0" y="1270"/>
                  </a:lnTo>
                  <a:lnTo>
                    <a:pt x="0" y="3810"/>
                  </a:lnTo>
                  <a:lnTo>
                    <a:pt x="0" y="6350"/>
                  </a:lnTo>
                  <a:lnTo>
                    <a:pt x="171450" y="6350"/>
                  </a:lnTo>
                  <a:lnTo>
                    <a:pt x="171450" y="3810"/>
                  </a:lnTo>
                  <a:close/>
                </a:path>
              </a:pathLst>
            </a:custGeom>
            <a:solidFill>
              <a:srgbClr val="002C18"/>
            </a:solidFill>
          </p:spPr>
          <p:txBody>
            <a:bodyPr wrap="square" lIns="0" tIns="0" rIns="0" bIns="0" rtlCol="0"/>
            <a:lstStyle/>
            <a:p/>
          </p:txBody>
        </p:sp>
        <p:sp>
          <p:nvSpPr>
            <p:cNvPr id="1630" name="object 1630"/>
            <p:cNvSpPr/>
            <p:nvPr/>
          </p:nvSpPr>
          <p:spPr>
            <a:xfrm>
              <a:off x="4909820" y="1141729"/>
              <a:ext cx="173990" cy="7620"/>
            </a:xfrm>
            <a:custGeom>
              <a:avLst/>
              <a:gdLst/>
              <a:ahLst/>
              <a:cxnLst/>
              <a:rect l="l" t="t" r="r" b="b"/>
              <a:pathLst>
                <a:path w="173989" h="7619">
                  <a:moveTo>
                    <a:pt x="173990" y="3810"/>
                  </a:moveTo>
                  <a:lnTo>
                    <a:pt x="172720" y="3810"/>
                  </a:lnTo>
                  <a:lnTo>
                    <a:pt x="172720" y="1270"/>
                  </a:lnTo>
                  <a:lnTo>
                    <a:pt x="172720" y="0"/>
                  </a:lnTo>
                  <a:lnTo>
                    <a:pt x="1270" y="0"/>
                  </a:lnTo>
                  <a:lnTo>
                    <a:pt x="1270" y="1270"/>
                  </a:lnTo>
                  <a:lnTo>
                    <a:pt x="0" y="1270"/>
                  </a:lnTo>
                  <a:lnTo>
                    <a:pt x="0" y="3810"/>
                  </a:lnTo>
                  <a:lnTo>
                    <a:pt x="0" y="7620"/>
                  </a:lnTo>
                  <a:lnTo>
                    <a:pt x="173990" y="7620"/>
                  </a:lnTo>
                  <a:lnTo>
                    <a:pt x="173990" y="3810"/>
                  </a:lnTo>
                  <a:close/>
                </a:path>
              </a:pathLst>
            </a:custGeom>
            <a:solidFill>
              <a:srgbClr val="002C1A"/>
            </a:solidFill>
          </p:spPr>
          <p:txBody>
            <a:bodyPr wrap="square" lIns="0" tIns="0" rIns="0" bIns="0" rtlCol="0"/>
            <a:lstStyle/>
            <a:p/>
          </p:txBody>
        </p:sp>
        <p:sp>
          <p:nvSpPr>
            <p:cNvPr id="1631" name="object 1631"/>
            <p:cNvSpPr/>
            <p:nvPr/>
          </p:nvSpPr>
          <p:spPr>
            <a:xfrm>
              <a:off x="4907280" y="1149349"/>
              <a:ext cx="177800" cy="7620"/>
            </a:xfrm>
            <a:custGeom>
              <a:avLst/>
              <a:gdLst/>
              <a:ahLst/>
              <a:cxnLst/>
              <a:rect l="l" t="t" r="r" b="b"/>
              <a:pathLst>
                <a:path w="177800" h="7619">
                  <a:moveTo>
                    <a:pt x="177800" y="5092"/>
                  </a:moveTo>
                  <a:lnTo>
                    <a:pt x="0" y="5092"/>
                  </a:lnTo>
                  <a:lnTo>
                    <a:pt x="0" y="7620"/>
                  </a:lnTo>
                  <a:lnTo>
                    <a:pt x="177800" y="7620"/>
                  </a:lnTo>
                  <a:lnTo>
                    <a:pt x="177800" y="5092"/>
                  </a:lnTo>
                  <a:close/>
                </a:path>
                <a:path w="177800" h="7619">
                  <a:moveTo>
                    <a:pt x="177800" y="1270"/>
                  </a:moveTo>
                  <a:lnTo>
                    <a:pt x="176530" y="1270"/>
                  </a:lnTo>
                  <a:lnTo>
                    <a:pt x="176530" y="0"/>
                  </a:lnTo>
                  <a:lnTo>
                    <a:pt x="1270" y="0"/>
                  </a:lnTo>
                  <a:lnTo>
                    <a:pt x="1270" y="1270"/>
                  </a:lnTo>
                  <a:lnTo>
                    <a:pt x="1270" y="5080"/>
                  </a:lnTo>
                  <a:lnTo>
                    <a:pt x="177800" y="5080"/>
                  </a:lnTo>
                  <a:lnTo>
                    <a:pt x="177800" y="1270"/>
                  </a:lnTo>
                  <a:close/>
                </a:path>
              </a:pathLst>
            </a:custGeom>
            <a:solidFill>
              <a:srgbClr val="002B1C"/>
            </a:solidFill>
          </p:spPr>
          <p:txBody>
            <a:bodyPr wrap="square" lIns="0" tIns="0" rIns="0" bIns="0" rtlCol="0"/>
            <a:lstStyle/>
            <a:p/>
          </p:txBody>
        </p:sp>
        <p:sp>
          <p:nvSpPr>
            <p:cNvPr id="1632" name="object 1632"/>
            <p:cNvSpPr/>
            <p:nvPr/>
          </p:nvSpPr>
          <p:spPr>
            <a:xfrm>
              <a:off x="4906010" y="1156969"/>
              <a:ext cx="180340" cy="6350"/>
            </a:xfrm>
            <a:custGeom>
              <a:avLst/>
              <a:gdLst/>
              <a:ahLst/>
              <a:cxnLst/>
              <a:rect l="l" t="t" r="r" b="b"/>
              <a:pathLst>
                <a:path w="180339" h="6350">
                  <a:moveTo>
                    <a:pt x="180340" y="1282"/>
                  </a:moveTo>
                  <a:lnTo>
                    <a:pt x="0" y="1282"/>
                  </a:lnTo>
                  <a:lnTo>
                    <a:pt x="0" y="6350"/>
                  </a:lnTo>
                  <a:lnTo>
                    <a:pt x="180340" y="6350"/>
                  </a:lnTo>
                  <a:lnTo>
                    <a:pt x="180340" y="1282"/>
                  </a:lnTo>
                  <a:close/>
                </a:path>
                <a:path w="180339" h="6350">
                  <a:moveTo>
                    <a:pt x="180340" y="0"/>
                  </a:moveTo>
                  <a:lnTo>
                    <a:pt x="1270" y="0"/>
                  </a:lnTo>
                  <a:lnTo>
                    <a:pt x="1270" y="1270"/>
                  </a:lnTo>
                  <a:lnTo>
                    <a:pt x="180340" y="1270"/>
                  </a:lnTo>
                  <a:lnTo>
                    <a:pt x="180340" y="0"/>
                  </a:lnTo>
                  <a:close/>
                </a:path>
              </a:pathLst>
            </a:custGeom>
            <a:solidFill>
              <a:srgbClr val="002A1F"/>
            </a:solidFill>
          </p:spPr>
          <p:txBody>
            <a:bodyPr wrap="square" lIns="0" tIns="0" rIns="0" bIns="0" rtlCol="0"/>
            <a:lstStyle/>
            <a:p/>
          </p:txBody>
        </p:sp>
        <p:sp>
          <p:nvSpPr>
            <p:cNvPr id="1633" name="object 1633"/>
            <p:cNvSpPr/>
            <p:nvPr/>
          </p:nvSpPr>
          <p:spPr>
            <a:xfrm>
              <a:off x="4904740" y="1163319"/>
              <a:ext cx="184150" cy="7620"/>
            </a:xfrm>
            <a:custGeom>
              <a:avLst/>
              <a:gdLst/>
              <a:ahLst/>
              <a:cxnLst/>
              <a:rect l="l" t="t" r="r" b="b"/>
              <a:pathLst>
                <a:path w="184150" h="7619">
                  <a:moveTo>
                    <a:pt x="184150" y="6350"/>
                  </a:moveTo>
                  <a:lnTo>
                    <a:pt x="182867" y="6350"/>
                  </a:lnTo>
                  <a:lnTo>
                    <a:pt x="182867" y="1270"/>
                  </a:lnTo>
                  <a:lnTo>
                    <a:pt x="181610" y="1270"/>
                  </a:lnTo>
                  <a:lnTo>
                    <a:pt x="181610" y="0"/>
                  </a:lnTo>
                  <a:lnTo>
                    <a:pt x="0" y="0"/>
                  </a:lnTo>
                  <a:lnTo>
                    <a:pt x="0" y="1270"/>
                  </a:lnTo>
                  <a:lnTo>
                    <a:pt x="0" y="6350"/>
                  </a:lnTo>
                  <a:lnTo>
                    <a:pt x="0" y="7620"/>
                  </a:lnTo>
                  <a:lnTo>
                    <a:pt x="184150" y="7620"/>
                  </a:lnTo>
                  <a:lnTo>
                    <a:pt x="184150" y="6350"/>
                  </a:lnTo>
                  <a:close/>
                </a:path>
              </a:pathLst>
            </a:custGeom>
            <a:solidFill>
              <a:srgbClr val="002A21"/>
            </a:solidFill>
          </p:spPr>
          <p:txBody>
            <a:bodyPr wrap="square" lIns="0" tIns="0" rIns="0" bIns="0" rtlCol="0"/>
            <a:lstStyle/>
            <a:p/>
          </p:txBody>
        </p:sp>
        <p:sp>
          <p:nvSpPr>
            <p:cNvPr id="1634" name="object 1634"/>
            <p:cNvSpPr/>
            <p:nvPr/>
          </p:nvSpPr>
          <p:spPr>
            <a:xfrm>
              <a:off x="4903470" y="1170939"/>
              <a:ext cx="185420" cy="7620"/>
            </a:xfrm>
            <a:custGeom>
              <a:avLst/>
              <a:gdLst/>
              <a:ahLst/>
              <a:cxnLst/>
              <a:rect l="l" t="t" r="r" b="b"/>
              <a:pathLst>
                <a:path w="185420" h="7619">
                  <a:moveTo>
                    <a:pt x="185419" y="0"/>
                  </a:moveTo>
                  <a:lnTo>
                    <a:pt x="0" y="0"/>
                  </a:lnTo>
                  <a:lnTo>
                    <a:pt x="0" y="7620"/>
                  </a:lnTo>
                  <a:lnTo>
                    <a:pt x="185420" y="7620"/>
                  </a:lnTo>
                  <a:lnTo>
                    <a:pt x="185419" y="0"/>
                  </a:lnTo>
                  <a:close/>
                </a:path>
              </a:pathLst>
            </a:custGeom>
            <a:solidFill>
              <a:srgbClr val="002923"/>
            </a:solidFill>
          </p:spPr>
          <p:txBody>
            <a:bodyPr wrap="square" lIns="0" tIns="0" rIns="0" bIns="0" rtlCol="0"/>
            <a:lstStyle/>
            <a:p/>
          </p:txBody>
        </p:sp>
        <p:sp>
          <p:nvSpPr>
            <p:cNvPr id="1635" name="object 1635"/>
            <p:cNvSpPr/>
            <p:nvPr/>
          </p:nvSpPr>
          <p:spPr>
            <a:xfrm>
              <a:off x="4902200" y="1178559"/>
              <a:ext cx="187960" cy="6350"/>
            </a:xfrm>
            <a:custGeom>
              <a:avLst/>
              <a:gdLst/>
              <a:ahLst/>
              <a:cxnLst/>
              <a:rect l="l" t="t" r="r" b="b"/>
              <a:pathLst>
                <a:path w="187960" h="6350">
                  <a:moveTo>
                    <a:pt x="187960" y="0"/>
                  </a:moveTo>
                  <a:lnTo>
                    <a:pt x="1270" y="0"/>
                  </a:lnTo>
                  <a:lnTo>
                    <a:pt x="1270" y="3810"/>
                  </a:lnTo>
                  <a:lnTo>
                    <a:pt x="0" y="3810"/>
                  </a:lnTo>
                  <a:lnTo>
                    <a:pt x="0" y="6350"/>
                  </a:lnTo>
                  <a:lnTo>
                    <a:pt x="187960" y="6350"/>
                  </a:lnTo>
                  <a:lnTo>
                    <a:pt x="187960" y="3810"/>
                  </a:lnTo>
                  <a:lnTo>
                    <a:pt x="187960" y="0"/>
                  </a:lnTo>
                  <a:close/>
                </a:path>
              </a:pathLst>
            </a:custGeom>
            <a:solidFill>
              <a:srgbClr val="002925"/>
            </a:solidFill>
          </p:spPr>
          <p:txBody>
            <a:bodyPr wrap="square" lIns="0" tIns="0" rIns="0" bIns="0" rtlCol="0"/>
            <a:lstStyle/>
            <a:p/>
          </p:txBody>
        </p:sp>
        <p:sp>
          <p:nvSpPr>
            <p:cNvPr id="1636" name="object 1636"/>
            <p:cNvSpPr/>
            <p:nvPr/>
          </p:nvSpPr>
          <p:spPr>
            <a:xfrm>
              <a:off x="4902200" y="1184909"/>
              <a:ext cx="189230" cy="7620"/>
            </a:xfrm>
            <a:custGeom>
              <a:avLst/>
              <a:gdLst/>
              <a:ahLst/>
              <a:cxnLst/>
              <a:rect l="l" t="t" r="r" b="b"/>
              <a:pathLst>
                <a:path w="189229" h="7619">
                  <a:moveTo>
                    <a:pt x="187960" y="0"/>
                  </a:moveTo>
                  <a:lnTo>
                    <a:pt x="0" y="0"/>
                  </a:lnTo>
                  <a:lnTo>
                    <a:pt x="0" y="5080"/>
                  </a:lnTo>
                  <a:lnTo>
                    <a:pt x="187960" y="5080"/>
                  </a:lnTo>
                  <a:lnTo>
                    <a:pt x="187960" y="0"/>
                  </a:lnTo>
                  <a:close/>
                </a:path>
                <a:path w="189229" h="7619">
                  <a:moveTo>
                    <a:pt x="189230" y="5092"/>
                  </a:moveTo>
                  <a:lnTo>
                    <a:pt x="0" y="5092"/>
                  </a:lnTo>
                  <a:lnTo>
                    <a:pt x="0" y="7620"/>
                  </a:lnTo>
                  <a:lnTo>
                    <a:pt x="189230" y="7620"/>
                  </a:lnTo>
                  <a:lnTo>
                    <a:pt x="189230" y="5092"/>
                  </a:lnTo>
                  <a:close/>
                </a:path>
              </a:pathLst>
            </a:custGeom>
            <a:solidFill>
              <a:srgbClr val="002828"/>
            </a:solidFill>
          </p:spPr>
          <p:txBody>
            <a:bodyPr wrap="square" lIns="0" tIns="0" rIns="0" bIns="0" rtlCol="0"/>
            <a:lstStyle/>
            <a:p/>
          </p:txBody>
        </p:sp>
        <p:sp>
          <p:nvSpPr>
            <p:cNvPr id="1637" name="object 1637"/>
            <p:cNvSpPr/>
            <p:nvPr/>
          </p:nvSpPr>
          <p:spPr>
            <a:xfrm>
              <a:off x="4900930" y="1192529"/>
              <a:ext cx="190500" cy="7620"/>
            </a:xfrm>
            <a:custGeom>
              <a:avLst/>
              <a:gdLst/>
              <a:ahLst/>
              <a:cxnLst/>
              <a:rect l="l" t="t" r="r" b="b"/>
              <a:pathLst>
                <a:path w="190500" h="7619">
                  <a:moveTo>
                    <a:pt x="190500" y="0"/>
                  </a:moveTo>
                  <a:lnTo>
                    <a:pt x="1270" y="0"/>
                  </a:lnTo>
                  <a:lnTo>
                    <a:pt x="1270" y="2540"/>
                  </a:lnTo>
                  <a:lnTo>
                    <a:pt x="0" y="2540"/>
                  </a:lnTo>
                  <a:lnTo>
                    <a:pt x="0" y="7620"/>
                  </a:lnTo>
                  <a:lnTo>
                    <a:pt x="190500" y="7620"/>
                  </a:lnTo>
                  <a:lnTo>
                    <a:pt x="190500" y="2540"/>
                  </a:lnTo>
                  <a:lnTo>
                    <a:pt x="190500" y="0"/>
                  </a:lnTo>
                  <a:close/>
                </a:path>
              </a:pathLst>
            </a:custGeom>
            <a:solidFill>
              <a:srgbClr val="00282A"/>
            </a:solidFill>
          </p:spPr>
          <p:txBody>
            <a:bodyPr wrap="square" lIns="0" tIns="0" rIns="0" bIns="0" rtlCol="0"/>
            <a:lstStyle/>
            <a:p/>
          </p:txBody>
        </p:sp>
        <p:sp>
          <p:nvSpPr>
            <p:cNvPr id="1638" name="object 1638"/>
            <p:cNvSpPr/>
            <p:nvPr/>
          </p:nvSpPr>
          <p:spPr>
            <a:xfrm>
              <a:off x="4900930" y="1200149"/>
              <a:ext cx="191770" cy="6350"/>
            </a:xfrm>
            <a:custGeom>
              <a:avLst/>
              <a:gdLst/>
              <a:ahLst/>
              <a:cxnLst/>
              <a:rect l="l" t="t" r="r" b="b"/>
              <a:pathLst>
                <a:path w="191770" h="6350">
                  <a:moveTo>
                    <a:pt x="191770" y="1270"/>
                  </a:moveTo>
                  <a:lnTo>
                    <a:pt x="190500" y="1270"/>
                  </a:lnTo>
                  <a:lnTo>
                    <a:pt x="190500" y="0"/>
                  </a:lnTo>
                  <a:lnTo>
                    <a:pt x="0" y="0"/>
                  </a:lnTo>
                  <a:lnTo>
                    <a:pt x="0" y="1270"/>
                  </a:lnTo>
                  <a:lnTo>
                    <a:pt x="0" y="6350"/>
                  </a:lnTo>
                  <a:lnTo>
                    <a:pt x="191770" y="6350"/>
                  </a:lnTo>
                  <a:lnTo>
                    <a:pt x="191770" y="1270"/>
                  </a:lnTo>
                  <a:close/>
                </a:path>
              </a:pathLst>
            </a:custGeom>
            <a:solidFill>
              <a:srgbClr val="00272C"/>
            </a:solidFill>
          </p:spPr>
          <p:txBody>
            <a:bodyPr wrap="square" lIns="0" tIns="0" rIns="0" bIns="0" rtlCol="0"/>
            <a:lstStyle/>
            <a:p/>
          </p:txBody>
        </p:sp>
        <p:sp>
          <p:nvSpPr>
            <p:cNvPr id="1639" name="object 1639"/>
            <p:cNvSpPr/>
            <p:nvPr/>
          </p:nvSpPr>
          <p:spPr>
            <a:xfrm>
              <a:off x="4899660" y="1206499"/>
              <a:ext cx="194310" cy="7620"/>
            </a:xfrm>
            <a:custGeom>
              <a:avLst/>
              <a:gdLst/>
              <a:ahLst/>
              <a:cxnLst/>
              <a:rect l="l" t="t" r="r" b="b"/>
              <a:pathLst>
                <a:path w="194310" h="7619">
                  <a:moveTo>
                    <a:pt x="194310" y="6350"/>
                  </a:moveTo>
                  <a:lnTo>
                    <a:pt x="193040" y="6350"/>
                  </a:lnTo>
                  <a:lnTo>
                    <a:pt x="193040" y="0"/>
                  </a:lnTo>
                  <a:lnTo>
                    <a:pt x="0" y="0"/>
                  </a:lnTo>
                  <a:lnTo>
                    <a:pt x="0" y="6350"/>
                  </a:lnTo>
                  <a:lnTo>
                    <a:pt x="0" y="7620"/>
                  </a:lnTo>
                  <a:lnTo>
                    <a:pt x="194310" y="7620"/>
                  </a:lnTo>
                  <a:lnTo>
                    <a:pt x="194310" y="6350"/>
                  </a:lnTo>
                  <a:close/>
                </a:path>
              </a:pathLst>
            </a:custGeom>
            <a:solidFill>
              <a:srgbClr val="00262F"/>
            </a:solidFill>
          </p:spPr>
          <p:txBody>
            <a:bodyPr wrap="square" lIns="0" tIns="0" rIns="0" bIns="0" rtlCol="0"/>
            <a:lstStyle/>
            <a:p/>
          </p:txBody>
        </p:sp>
        <p:sp>
          <p:nvSpPr>
            <p:cNvPr id="1640" name="object 1640"/>
            <p:cNvSpPr/>
            <p:nvPr/>
          </p:nvSpPr>
          <p:spPr>
            <a:xfrm>
              <a:off x="4898390" y="1214119"/>
              <a:ext cx="195580" cy="7620"/>
            </a:xfrm>
            <a:custGeom>
              <a:avLst/>
              <a:gdLst/>
              <a:ahLst/>
              <a:cxnLst/>
              <a:rect l="l" t="t" r="r" b="b"/>
              <a:pathLst>
                <a:path w="195579" h="7619">
                  <a:moveTo>
                    <a:pt x="0" y="7619"/>
                  </a:moveTo>
                  <a:lnTo>
                    <a:pt x="0" y="0"/>
                  </a:lnTo>
                  <a:lnTo>
                    <a:pt x="195580" y="0"/>
                  </a:lnTo>
                  <a:lnTo>
                    <a:pt x="195580" y="7619"/>
                  </a:lnTo>
                  <a:lnTo>
                    <a:pt x="0" y="7619"/>
                  </a:lnTo>
                  <a:close/>
                </a:path>
              </a:pathLst>
            </a:custGeom>
            <a:solidFill>
              <a:srgbClr val="002631"/>
            </a:solidFill>
          </p:spPr>
          <p:txBody>
            <a:bodyPr wrap="square" lIns="0" tIns="0" rIns="0" bIns="0" rtlCol="0"/>
            <a:lstStyle/>
            <a:p/>
          </p:txBody>
        </p:sp>
        <p:sp>
          <p:nvSpPr>
            <p:cNvPr id="1641" name="object 1641"/>
            <p:cNvSpPr/>
            <p:nvPr/>
          </p:nvSpPr>
          <p:spPr>
            <a:xfrm>
              <a:off x="4897120" y="1221739"/>
              <a:ext cx="196850" cy="6350"/>
            </a:xfrm>
            <a:custGeom>
              <a:avLst/>
              <a:gdLst/>
              <a:ahLst/>
              <a:cxnLst/>
              <a:rect l="l" t="t" r="r" b="b"/>
              <a:pathLst>
                <a:path w="196850" h="6350">
                  <a:moveTo>
                    <a:pt x="196850" y="0"/>
                  </a:moveTo>
                  <a:lnTo>
                    <a:pt x="1270" y="0"/>
                  </a:lnTo>
                  <a:lnTo>
                    <a:pt x="1270" y="3810"/>
                  </a:lnTo>
                  <a:lnTo>
                    <a:pt x="0" y="3810"/>
                  </a:lnTo>
                  <a:lnTo>
                    <a:pt x="0" y="6350"/>
                  </a:lnTo>
                  <a:lnTo>
                    <a:pt x="196850" y="6350"/>
                  </a:lnTo>
                  <a:lnTo>
                    <a:pt x="196850" y="3810"/>
                  </a:lnTo>
                  <a:lnTo>
                    <a:pt x="196850" y="0"/>
                  </a:lnTo>
                  <a:close/>
                </a:path>
              </a:pathLst>
            </a:custGeom>
            <a:solidFill>
              <a:srgbClr val="002533"/>
            </a:solidFill>
          </p:spPr>
          <p:txBody>
            <a:bodyPr wrap="square" lIns="0" tIns="0" rIns="0" bIns="0" rtlCol="0"/>
            <a:lstStyle/>
            <a:p/>
          </p:txBody>
        </p:sp>
        <p:sp>
          <p:nvSpPr>
            <p:cNvPr id="1642" name="object 1642"/>
            <p:cNvSpPr/>
            <p:nvPr/>
          </p:nvSpPr>
          <p:spPr>
            <a:xfrm>
              <a:off x="4897120" y="1228089"/>
              <a:ext cx="196850" cy="7620"/>
            </a:xfrm>
            <a:custGeom>
              <a:avLst/>
              <a:gdLst/>
              <a:ahLst/>
              <a:cxnLst/>
              <a:rect l="l" t="t" r="r" b="b"/>
              <a:pathLst>
                <a:path w="196850" h="7619">
                  <a:moveTo>
                    <a:pt x="196850" y="0"/>
                  </a:moveTo>
                  <a:lnTo>
                    <a:pt x="0" y="0"/>
                  </a:lnTo>
                  <a:lnTo>
                    <a:pt x="0" y="1270"/>
                  </a:lnTo>
                  <a:lnTo>
                    <a:pt x="0" y="2540"/>
                  </a:lnTo>
                  <a:lnTo>
                    <a:pt x="0" y="3810"/>
                  </a:lnTo>
                  <a:lnTo>
                    <a:pt x="0" y="5080"/>
                  </a:lnTo>
                  <a:lnTo>
                    <a:pt x="0" y="6350"/>
                  </a:lnTo>
                  <a:lnTo>
                    <a:pt x="0" y="7620"/>
                  </a:lnTo>
                  <a:lnTo>
                    <a:pt x="91440" y="7620"/>
                  </a:lnTo>
                  <a:lnTo>
                    <a:pt x="91440" y="6350"/>
                  </a:lnTo>
                  <a:lnTo>
                    <a:pt x="93980" y="6350"/>
                  </a:lnTo>
                  <a:lnTo>
                    <a:pt x="93980" y="5080"/>
                  </a:lnTo>
                  <a:lnTo>
                    <a:pt x="95250" y="5080"/>
                  </a:lnTo>
                  <a:lnTo>
                    <a:pt x="95250" y="3810"/>
                  </a:lnTo>
                  <a:lnTo>
                    <a:pt x="96520" y="3810"/>
                  </a:lnTo>
                  <a:lnTo>
                    <a:pt x="96520" y="2540"/>
                  </a:lnTo>
                  <a:lnTo>
                    <a:pt x="101600" y="2540"/>
                  </a:lnTo>
                  <a:lnTo>
                    <a:pt x="101600" y="1270"/>
                  </a:lnTo>
                  <a:lnTo>
                    <a:pt x="105410" y="1270"/>
                  </a:lnTo>
                  <a:lnTo>
                    <a:pt x="105410" y="2540"/>
                  </a:lnTo>
                  <a:lnTo>
                    <a:pt x="107950" y="2540"/>
                  </a:lnTo>
                  <a:lnTo>
                    <a:pt x="107950" y="3810"/>
                  </a:lnTo>
                  <a:lnTo>
                    <a:pt x="111760" y="3810"/>
                  </a:lnTo>
                  <a:lnTo>
                    <a:pt x="111760" y="6350"/>
                  </a:lnTo>
                  <a:lnTo>
                    <a:pt x="114300" y="6350"/>
                  </a:lnTo>
                  <a:lnTo>
                    <a:pt x="114300" y="7620"/>
                  </a:lnTo>
                  <a:lnTo>
                    <a:pt x="196850" y="7620"/>
                  </a:lnTo>
                  <a:lnTo>
                    <a:pt x="196850" y="6350"/>
                  </a:lnTo>
                  <a:lnTo>
                    <a:pt x="196850" y="3810"/>
                  </a:lnTo>
                  <a:lnTo>
                    <a:pt x="196850" y="2540"/>
                  </a:lnTo>
                  <a:lnTo>
                    <a:pt x="196850" y="1270"/>
                  </a:lnTo>
                  <a:lnTo>
                    <a:pt x="196850" y="0"/>
                  </a:lnTo>
                  <a:close/>
                </a:path>
              </a:pathLst>
            </a:custGeom>
            <a:solidFill>
              <a:srgbClr val="002536"/>
            </a:solidFill>
          </p:spPr>
          <p:txBody>
            <a:bodyPr wrap="square" lIns="0" tIns="0" rIns="0" bIns="0" rtlCol="0"/>
            <a:lstStyle/>
            <a:p/>
          </p:txBody>
        </p:sp>
        <p:sp>
          <p:nvSpPr>
            <p:cNvPr id="1643" name="object 1643"/>
            <p:cNvSpPr/>
            <p:nvPr/>
          </p:nvSpPr>
          <p:spPr>
            <a:xfrm>
              <a:off x="4897120" y="1235709"/>
              <a:ext cx="198120" cy="7620"/>
            </a:xfrm>
            <a:custGeom>
              <a:avLst/>
              <a:gdLst/>
              <a:ahLst/>
              <a:cxnLst/>
              <a:rect l="l" t="t" r="r" b="b"/>
              <a:pathLst>
                <a:path w="198120" h="7619">
                  <a:moveTo>
                    <a:pt x="88900" y="0"/>
                  </a:moveTo>
                  <a:lnTo>
                    <a:pt x="0" y="0"/>
                  </a:lnTo>
                  <a:lnTo>
                    <a:pt x="0" y="7619"/>
                  </a:lnTo>
                  <a:lnTo>
                    <a:pt x="85089" y="7619"/>
                  </a:lnTo>
                  <a:lnTo>
                    <a:pt x="85089" y="6350"/>
                  </a:lnTo>
                  <a:lnTo>
                    <a:pt x="86360" y="6350"/>
                  </a:lnTo>
                  <a:lnTo>
                    <a:pt x="86360" y="3810"/>
                  </a:lnTo>
                  <a:lnTo>
                    <a:pt x="87629" y="3810"/>
                  </a:lnTo>
                  <a:lnTo>
                    <a:pt x="87629" y="2539"/>
                  </a:lnTo>
                  <a:lnTo>
                    <a:pt x="88900" y="2539"/>
                  </a:lnTo>
                  <a:lnTo>
                    <a:pt x="88900" y="0"/>
                  </a:lnTo>
                  <a:close/>
                </a:path>
                <a:path w="198120" h="7619">
                  <a:moveTo>
                    <a:pt x="196850" y="0"/>
                  </a:moveTo>
                  <a:lnTo>
                    <a:pt x="114300" y="0"/>
                  </a:lnTo>
                  <a:lnTo>
                    <a:pt x="114300" y="2539"/>
                  </a:lnTo>
                  <a:lnTo>
                    <a:pt x="115569" y="2539"/>
                  </a:lnTo>
                  <a:lnTo>
                    <a:pt x="115569" y="6350"/>
                  </a:lnTo>
                  <a:lnTo>
                    <a:pt x="116839" y="6350"/>
                  </a:lnTo>
                  <a:lnTo>
                    <a:pt x="116839" y="7619"/>
                  </a:lnTo>
                  <a:lnTo>
                    <a:pt x="198119" y="7619"/>
                  </a:lnTo>
                  <a:lnTo>
                    <a:pt x="198120" y="1269"/>
                  </a:lnTo>
                  <a:lnTo>
                    <a:pt x="196850" y="1269"/>
                  </a:lnTo>
                  <a:lnTo>
                    <a:pt x="196850" y="0"/>
                  </a:lnTo>
                  <a:close/>
                </a:path>
              </a:pathLst>
            </a:custGeom>
            <a:solidFill>
              <a:srgbClr val="002438"/>
            </a:solidFill>
          </p:spPr>
          <p:txBody>
            <a:bodyPr wrap="square" lIns="0" tIns="0" rIns="0" bIns="0" rtlCol="0"/>
            <a:lstStyle/>
            <a:p/>
          </p:txBody>
        </p:sp>
        <p:sp>
          <p:nvSpPr>
            <p:cNvPr id="1644" name="object 1644"/>
            <p:cNvSpPr/>
            <p:nvPr/>
          </p:nvSpPr>
          <p:spPr>
            <a:xfrm>
              <a:off x="4895850" y="1243329"/>
              <a:ext cx="200660" cy="6350"/>
            </a:xfrm>
            <a:custGeom>
              <a:avLst/>
              <a:gdLst/>
              <a:ahLst/>
              <a:cxnLst/>
              <a:rect l="l" t="t" r="r" b="b"/>
              <a:pathLst>
                <a:path w="200660" h="6350">
                  <a:moveTo>
                    <a:pt x="86360" y="0"/>
                  </a:moveTo>
                  <a:lnTo>
                    <a:pt x="0" y="0"/>
                  </a:lnTo>
                  <a:lnTo>
                    <a:pt x="0" y="6350"/>
                  </a:lnTo>
                  <a:lnTo>
                    <a:pt x="85089" y="6350"/>
                  </a:lnTo>
                  <a:lnTo>
                    <a:pt x="85089" y="2540"/>
                  </a:lnTo>
                  <a:lnTo>
                    <a:pt x="86360" y="2540"/>
                  </a:lnTo>
                  <a:lnTo>
                    <a:pt x="86360" y="0"/>
                  </a:lnTo>
                  <a:close/>
                </a:path>
                <a:path w="200660" h="6350">
                  <a:moveTo>
                    <a:pt x="199389" y="0"/>
                  </a:moveTo>
                  <a:lnTo>
                    <a:pt x="118110" y="0"/>
                  </a:lnTo>
                  <a:lnTo>
                    <a:pt x="118110" y="6350"/>
                  </a:lnTo>
                  <a:lnTo>
                    <a:pt x="200660" y="6350"/>
                  </a:lnTo>
                  <a:lnTo>
                    <a:pt x="200660" y="3810"/>
                  </a:lnTo>
                  <a:lnTo>
                    <a:pt x="199389" y="3810"/>
                  </a:lnTo>
                  <a:lnTo>
                    <a:pt x="199389" y="0"/>
                  </a:lnTo>
                  <a:close/>
                </a:path>
              </a:pathLst>
            </a:custGeom>
            <a:solidFill>
              <a:srgbClr val="00243A"/>
            </a:solidFill>
          </p:spPr>
          <p:txBody>
            <a:bodyPr wrap="square" lIns="0" tIns="0" rIns="0" bIns="0" rtlCol="0"/>
            <a:lstStyle/>
            <a:p/>
          </p:txBody>
        </p:sp>
        <p:sp>
          <p:nvSpPr>
            <p:cNvPr id="1645" name="object 1645"/>
            <p:cNvSpPr/>
            <p:nvPr/>
          </p:nvSpPr>
          <p:spPr>
            <a:xfrm>
              <a:off x="4895850" y="1249679"/>
              <a:ext cx="200660" cy="7620"/>
            </a:xfrm>
            <a:custGeom>
              <a:avLst/>
              <a:gdLst/>
              <a:ahLst/>
              <a:cxnLst/>
              <a:rect l="l" t="t" r="r" b="b"/>
              <a:pathLst>
                <a:path w="200660" h="7619">
                  <a:moveTo>
                    <a:pt x="85089" y="0"/>
                  </a:moveTo>
                  <a:lnTo>
                    <a:pt x="0" y="0"/>
                  </a:lnTo>
                  <a:lnTo>
                    <a:pt x="0" y="7620"/>
                  </a:lnTo>
                  <a:lnTo>
                    <a:pt x="83820" y="7620"/>
                  </a:lnTo>
                  <a:lnTo>
                    <a:pt x="83820" y="1270"/>
                  </a:lnTo>
                  <a:lnTo>
                    <a:pt x="85089" y="1270"/>
                  </a:lnTo>
                  <a:lnTo>
                    <a:pt x="85089" y="0"/>
                  </a:lnTo>
                  <a:close/>
                </a:path>
                <a:path w="200660" h="7619">
                  <a:moveTo>
                    <a:pt x="200660" y="0"/>
                  </a:moveTo>
                  <a:lnTo>
                    <a:pt x="118110" y="0"/>
                  </a:lnTo>
                  <a:lnTo>
                    <a:pt x="118110" y="5080"/>
                  </a:lnTo>
                  <a:lnTo>
                    <a:pt x="119379" y="5080"/>
                  </a:lnTo>
                  <a:lnTo>
                    <a:pt x="119379" y="7620"/>
                  </a:lnTo>
                  <a:lnTo>
                    <a:pt x="200659" y="7620"/>
                  </a:lnTo>
                  <a:lnTo>
                    <a:pt x="200660" y="0"/>
                  </a:lnTo>
                  <a:close/>
                </a:path>
              </a:pathLst>
            </a:custGeom>
            <a:solidFill>
              <a:srgbClr val="00233C"/>
            </a:solidFill>
          </p:spPr>
          <p:txBody>
            <a:bodyPr wrap="square" lIns="0" tIns="0" rIns="0" bIns="0" rtlCol="0"/>
            <a:lstStyle/>
            <a:p/>
          </p:txBody>
        </p:sp>
        <p:sp>
          <p:nvSpPr>
            <p:cNvPr id="1646" name="object 1646"/>
            <p:cNvSpPr/>
            <p:nvPr/>
          </p:nvSpPr>
          <p:spPr>
            <a:xfrm>
              <a:off x="4894580" y="1257299"/>
              <a:ext cx="201930" cy="7620"/>
            </a:xfrm>
            <a:custGeom>
              <a:avLst/>
              <a:gdLst/>
              <a:ahLst/>
              <a:cxnLst/>
              <a:rect l="l" t="t" r="r" b="b"/>
              <a:pathLst>
                <a:path w="201929" h="7619">
                  <a:moveTo>
                    <a:pt x="83820" y="5207"/>
                  </a:moveTo>
                  <a:lnTo>
                    <a:pt x="0" y="5207"/>
                  </a:lnTo>
                  <a:lnTo>
                    <a:pt x="0" y="7620"/>
                  </a:lnTo>
                  <a:lnTo>
                    <a:pt x="83820" y="7620"/>
                  </a:lnTo>
                  <a:lnTo>
                    <a:pt x="83820" y="5207"/>
                  </a:lnTo>
                  <a:close/>
                </a:path>
                <a:path w="201929" h="7619">
                  <a:moveTo>
                    <a:pt x="83820" y="0"/>
                  </a:moveTo>
                  <a:lnTo>
                    <a:pt x="1270" y="0"/>
                  </a:lnTo>
                  <a:lnTo>
                    <a:pt x="1270" y="5080"/>
                  </a:lnTo>
                  <a:lnTo>
                    <a:pt x="83820" y="5080"/>
                  </a:lnTo>
                  <a:lnTo>
                    <a:pt x="83820" y="0"/>
                  </a:lnTo>
                  <a:close/>
                </a:path>
                <a:path w="201929" h="7619">
                  <a:moveTo>
                    <a:pt x="201917" y="5207"/>
                  </a:moveTo>
                  <a:lnTo>
                    <a:pt x="120650" y="5207"/>
                  </a:lnTo>
                  <a:lnTo>
                    <a:pt x="120650" y="7620"/>
                  </a:lnTo>
                  <a:lnTo>
                    <a:pt x="201917" y="7620"/>
                  </a:lnTo>
                  <a:lnTo>
                    <a:pt x="201917" y="5207"/>
                  </a:lnTo>
                  <a:close/>
                </a:path>
                <a:path w="201929" h="7619">
                  <a:moveTo>
                    <a:pt x="201917" y="0"/>
                  </a:moveTo>
                  <a:lnTo>
                    <a:pt x="120650" y="0"/>
                  </a:lnTo>
                  <a:lnTo>
                    <a:pt x="120650" y="5080"/>
                  </a:lnTo>
                  <a:lnTo>
                    <a:pt x="201917" y="5080"/>
                  </a:lnTo>
                  <a:lnTo>
                    <a:pt x="201917" y="0"/>
                  </a:lnTo>
                  <a:close/>
                </a:path>
              </a:pathLst>
            </a:custGeom>
            <a:solidFill>
              <a:srgbClr val="00223F"/>
            </a:solidFill>
          </p:spPr>
          <p:txBody>
            <a:bodyPr wrap="square" lIns="0" tIns="0" rIns="0" bIns="0" rtlCol="0"/>
            <a:lstStyle/>
            <a:p/>
          </p:txBody>
        </p:sp>
        <p:sp>
          <p:nvSpPr>
            <p:cNvPr id="1647" name="object 1647"/>
            <p:cNvSpPr/>
            <p:nvPr/>
          </p:nvSpPr>
          <p:spPr>
            <a:xfrm>
              <a:off x="4894580" y="1264919"/>
              <a:ext cx="201930" cy="6350"/>
            </a:xfrm>
            <a:custGeom>
              <a:avLst/>
              <a:gdLst/>
              <a:ahLst/>
              <a:cxnLst/>
              <a:rect l="l" t="t" r="r" b="b"/>
              <a:pathLst>
                <a:path w="201929" h="6350">
                  <a:moveTo>
                    <a:pt x="119380" y="2539"/>
                  </a:moveTo>
                  <a:lnTo>
                    <a:pt x="118110" y="2539"/>
                  </a:lnTo>
                  <a:lnTo>
                    <a:pt x="118110" y="3809"/>
                  </a:lnTo>
                  <a:lnTo>
                    <a:pt x="116840" y="3809"/>
                  </a:lnTo>
                  <a:lnTo>
                    <a:pt x="116840" y="5206"/>
                  </a:lnTo>
                  <a:lnTo>
                    <a:pt x="115570" y="5206"/>
                  </a:lnTo>
                  <a:lnTo>
                    <a:pt x="115570" y="6350"/>
                  </a:lnTo>
                  <a:lnTo>
                    <a:pt x="201930" y="6350"/>
                  </a:lnTo>
                  <a:lnTo>
                    <a:pt x="201930" y="2666"/>
                  </a:lnTo>
                  <a:lnTo>
                    <a:pt x="119380" y="2666"/>
                  </a:lnTo>
                  <a:lnTo>
                    <a:pt x="119380" y="2539"/>
                  </a:lnTo>
                  <a:close/>
                </a:path>
                <a:path w="201929" h="6350">
                  <a:moveTo>
                    <a:pt x="201929" y="0"/>
                  </a:moveTo>
                  <a:lnTo>
                    <a:pt x="120650" y="0"/>
                  </a:lnTo>
                  <a:lnTo>
                    <a:pt x="119380" y="126"/>
                  </a:lnTo>
                  <a:lnTo>
                    <a:pt x="119380" y="2539"/>
                  </a:lnTo>
                  <a:lnTo>
                    <a:pt x="201930" y="2539"/>
                  </a:lnTo>
                  <a:lnTo>
                    <a:pt x="201929" y="0"/>
                  </a:lnTo>
                  <a:close/>
                </a:path>
                <a:path w="201929" h="6350">
                  <a:moveTo>
                    <a:pt x="82550" y="2666"/>
                  </a:moveTo>
                  <a:lnTo>
                    <a:pt x="0" y="2666"/>
                  </a:lnTo>
                  <a:lnTo>
                    <a:pt x="0" y="6350"/>
                  </a:lnTo>
                  <a:lnTo>
                    <a:pt x="82550" y="6350"/>
                  </a:lnTo>
                  <a:lnTo>
                    <a:pt x="82550" y="2666"/>
                  </a:lnTo>
                  <a:close/>
                </a:path>
                <a:path w="201929" h="6350">
                  <a:moveTo>
                    <a:pt x="83820" y="0"/>
                  </a:moveTo>
                  <a:lnTo>
                    <a:pt x="0" y="0"/>
                  </a:lnTo>
                  <a:lnTo>
                    <a:pt x="0" y="2539"/>
                  </a:lnTo>
                  <a:lnTo>
                    <a:pt x="82550" y="2539"/>
                  </a:lnTo>
                  <a:lnTo>
                    <a:pt x="82550" y="126"/>
                  </a:lnTo>
                  <a:lnTo>
                    <a:pt x="83820" y="126"/>
                  </a:lnTo>
                  <a:close/>
                </a:path>
              </a:pathLst>
            </a:custGeom>
            <a:solidFill>
              <a:srgbClr val="002241"/>
            </a:solidFill>
          </p:spPr>
          <p:txBody>
            <a:bodyPr wrap="square" lIns="0" tIns="0" rIns="0" bIns="0" rtlCol="0"/>
            <a:lstStyle/>
            <a:p/>
          </p:txBody>
        </p:sp>
        <p:sp>
          <p:nvSpPr>
            <p:cNvPr id="1648" name="object 1648"/>
            <p:cNvSpPr/>
            <p:nvPr/>
          </p:nvSpPr>
          <p:spPr>
            <a:xfrm>
              <a:off x="4894580" y="1271269"/>
              <a:ext cx="201930" cy="7620"/>
            </a:xfrm>
            <a:custGeom>
              <a:avLst/>
              <a:gdLst/>
              <a:ahLst/>
              <a:cxnLst/>
              <a:rect l="l" t="t" r="r" b="b"/>
              <a:pathLst>
                <a:path w="201929" h="7619">
                  <a:moveTo>
                    <a:pt x="81267" y="6477"/>
                  </a:moveTo>
                  <a:lnTo>
                    <a:pt x="19050" y="6477"/>
                  </a:lnTo>
                  <a:lnTo>
                    <a:pt x="19050" y="7620"/>
                  </a:lnTo>
                  <a:lnTo>
                    <a:pt x="81267" y="7620"/>
                  </a:lnTo>
                  <a:lnTo>
                    <a:pt x="81267" y="6477"/>
                  </a:lnTo>
                  <a:close/>
                </a:path>
                <a:path w="201929" h="7619">
                  <a:moveTo>
                    <a:pt x="82550" y="0"/>
                  </a:moveTo>
                  <a:lnTo>
                    <a:pt x="0" y="0"/>
                  </a:lnTo>
                  <a:lnTo>
                    <a:pt x="0" y="1397"/>
                  </a:lnTo>
                  <a:lnTo>
                    <a:pt x="5080" y="1397"/>
                  </a:lnTo>
                  <a:lnTo>
                    <a:pt x="5080" y="2540"/>
                  </a:lnTo>
                  <a:lnTo>
                    <a:pt x="8890" y="2540"/>
                  </a:lnTo>
                  <a:lnTo>
                    <a:pt x="8890" y="3810"/>
                  </a:lnTo>
                  <a:lnTo>
                    <a:pt x="12700" y="3810"/>
                  </a:lnTo>
                  <a:lnTo>
                    <a:pt x="12700" y="5080"/>
                  </a:lnTo>
                  <a:lnTo>
                    <a:pt x="16510" y="5080"/>
                  </a:lnTo>
                  <a:lnTo>
                    <a:pt x="16510" y="6350"/>
                  </a:lnTo>
                  <a:lnTo>
                    <a:pt x="81280" y="6350"/>
                  </a:lnTo>
                  <a:lnTo>
                    <a:pt x="81280" y="5080"/>
                  </a:lnTo>
                  <a:lnTo>
                    <a:pt x="81280" y="3810"/>
                  </a:lnTo>
                  <a:lnTo>
                    <a:pt x="81280" y="2540"/>
                  </a:lnTo>
                  <a:lnTo>
                    <a:pt x="81280" y="1397"/>
                  </a:lnTo>
                  <a:lnTo>
                    <a:pt x="82550" y="1397"/>
                  </a:lnTo>
                  <a:lnTo>
                    <a:pt x="82550" y="0"/>
                  </a:lnTo>
                  <a:close/>
                </a:path>
                <a:path w="201929" h="7619">
                  <a:moveTo>
                    <a:pt x="201930" y="0"/>
                  </a:moveTo>
                  <a:lnTo>
                    <a:pt x="115570" y="0"/>
                  </a:lnTo>
                  <a:lnTo>
                    <a:pt x="115570" y="1270"/>
                  </a:lnTo>
                  <a:lnTo>
                    <a:pt x="114300" y="1270"/>
                  </a:lnTo>
                  <a:lnTo>
                    <a:pt x="114300" y="2540"/>
                  </a:lnTo>
                  <a:lnTo>
                    <a:pt x="113030" y="2540"/>
                  </a:lnTo>
                  <a:lnTo>
                    <a:pt x="113030" y="3810"/>
                  </a:lnTo>
                  <a:lnTo>
                    <a:pt x="111760" y="3810"/>
                  </a:lnTo>
                  <a:lnTo>
                    <a:pt x="111760" y="5080"/>
                  </a:lnTo>
                  <a:lnTo>
                    <a:pt x="110490" y="5080"/>
                  </a:lnTo>
                  <a:lnTo>
                    <a:pt x="110490" y="6350"/>
                  </a:lnTo>
                  <a:lnTo>
                    <a:pt x="109220" y="6350"/>
                  </a:lnTo>
                  <a:lnTo>
                    <a:pt x="109220" y="7620"/>
                  </a:lnTo>
                  <a:lnTo>
                    <a:pt x="201930" y="7620"/>
                  </a:lnTo>
                  <a:lnTo>
                    <a:pt x="201930" y="6350"/>
                  </a:lnTo>
                  <a:lnTo>
                    <a:pt x="201930" y="5080"/>
                  </a:lnTo>
                  <a:lnTo>
                    <a:pt x="201930" y="3810"/>
                  </a:lnTo>
                  <a:lnTo>
                    <a:pt x="201930" y="2540"/>
                  </a:lnTo>
                  <a:lnTo>
                    <a:pt x="201930" y="1270"/>
                  </a:lnTo>
                  <a:lnTo>
                    <a:pt x="201930" y="0"/>
                  </a:lnTo>
                  <a:close/>
                </a:path>
              </a:pathLst>
            </a:custGeom>
            <a:solidFill>
              <a:srgbClr val="002143"/>
            </a:solidFill>
          </p:spPr>
          <p:txBody>
            <a:bodyPr wrap="square" lIns="0" tIns="0" rIns="0" bIns="0" rtlCol="0"/>
            <a:lstStyle/>
            <a:p/>
          </p:txBody>
        </p:sp>
        <p:sp>
          <p:nvSpPr>
            <p:cNvPr id="1649" name="object 1649"/>
            <p:cNvSpPr/>
            <p:nvPr/>
          </p:nvSpPr>
          <p:spPr>
            <a:xfrm>
              <a:off x="4917440" y="1278889"/>
              <a:ext cx="179070" cy="7620"/>
            </a:xfrm>
            <a:custGeom>
              <a:avLst/>
              <a:gdLst/>
              <a:ahLst/>
              <a:cxnLst/>
              <a:rect l="l" t="t" r="r" b="b"/>
              <a:pathLst>
                <a:path w="179070" h="7619">
                  <a:moveTo>
                    <a:pt x="58420" y="0"/>
                  </a:moveTo>
                  <a:lnTo>
                    <a:pt x="0" y="0"/>
                  </a:lnTo>
                  <a:lnTo>
                    <a:pt x="0" y="1270"/>
                  </a:lnTo>
                  <a:lnTo>
                    <a:pt x="3810" y="1270"/>
                  </a:lnTo>
                  <a:lnTo>
                    <a:pt x="3810" y="2540"/>
                  </a:lnTo>
                  <a:lnTo>
                    <a:pt x="7620" y="2540"/>
                  </a:lnTo>
                  <a:lnTo>
                    <a:pt x="7620" y="3810"/>
                  </a:lnTo>
                  <a:lnTo>
                    <a:pt x="11430" y="3810"/>
                  </a:lnTo>
                  <a:lnTo>
                    <a:pt x="11430" y="5080"/>
                  </a:lnTo>
                  <a:lnTo>
                    <a:pt x="15240" y="5080"/>
                  </a:lnTo>
                  <a:lnTo>
                    <a:pt x="15240" y="6350"/>
                  </a:lnTo>
                  <a:lnTo>
                    <a:pt x="19050" y="6350"/>
                  </a:lnTo>
                  <a:lnTo>
                    <a:pt x="19050" y="7620"/>
                  </a:lnTo>
                  <a:lnTo>
                    <a:pt x="57150" y="7620"/>
                  </a:lnTo>
                  <a:lnTo>
                    <a:pt x="57150" y="6350"/>
                  </a:lnTo>
                  <a:lnTo>
                    <a:pt x="57150" y="5080"/>
                  </a:lnTo>
                  <a:lnTo>
                    <a:pt x="57150" y="3810"/>
                  </a:lnTo>
                  <a:lnTo>
                    <a:pt x="58420" y="3810"/>
                  </a:lnTo>
                  <a:lnTo>
                    <a:pt x="58420" y="2540"/>
                  </a:lnTo>
                  <a:lnTo>
                    <a:pt x="58420" y="1270"/>
                  </a:lnTo>
                  <a:lnTo>
                    <a:pt x="58420" y="0"/>
                  </a:lnTo>
                  <a:close/>
                </a:path>
                <a:path w="179070" h="7619">
                  <a:moveTo>
                    <a:pt x="179070" y="1270"/>
                  </a:moveTo>
                  <a:lnTo>
                    <a:pt x="179057" y="0"/>
                  </a:lnTo>
                  <a:lnTo>
                    <a:pt x="85090" y="0"/>
                  </a:lnTo>
                  <a:lnTo>
                    <a:pt x="85090" y="1270"/>
                  </a:lnTo>
                  <a:lnTo>
                    <a:pt x="82550" y="1270"/>
                  </a:lnTo>
                  <a:lnTo>
                    <a:pt x="82550" y="2540"/>
                  </a:lnTo>
                  <a:lnTo>
                    <a:pt x="81280" y="2540"/>
                  </a:lnTo>
                  <a:lnTo>
                    <a:pt x="81280" y="3810"/>
                  </a:lnTo>
                  <a:lnTo>
                    <a:pt x="80010" y="3810"/>
                  </a:lnTo>
                  <a:lnTo>
                    <a:pt x="80010" y="5080"/>
                  </a:lnTo>
                  <a:lnTo>
                    <a:pt x="77470" y="5080"/>
                  </a:lnTo>
                  <a:lnTo>
                    <a:pt x="77470" y="6350"/>
                  </a:lnTo>
                  <a:lnTo>
                    <a:pt x="76200" y="6350"/>
                  </a:lnTo>
                  <a:lnTo>
                    <a:pt x="76200" y="7620"/>
                  </a:lnTo>
                  <a:lnTo>
                    <a:pt x="179070" y="7620"/>
                  </a:lnTo>
                  <a:lnTo>
                    <a:pt x="179070" y="6350"/>
                  </a:lnTo>
                  <a:lnTo>
                    <a:pt x="179070" y="5080"/>
                  </a:lnTo>
                  <a:lnTo>
                    <a:pt x="179070" y="3810"/>
                  </a:lnTo>
                  <a:lnTo>
                    <a:pt x="179070" y="2540"/>
                  </a:lnTo>
                  <a:lnTo>
                    <a:pt x="179070" y="1270"/>
                  </a:lnTo>
                  <a:close/>
                </a:path>
              </a:pathLst>
            </a:custGeom>
            <a:solidFill>
              <a:srgbClr val="002146"/>
            </a:solidFill>
          </p:spPr>
          <p:txBody>
            <a:bodyPr wrap="square" lIns="0" tIns="0" rIns="0" bIns="0" rtlCol="0"/>
            <a:lstStyle/>
            <a:p/>
          </p:txBody>
        </p:sp>
        <p:sp>
          <p:nvSpPr>
            <p:cNvPr id="1650" name="object 1650"/>
            <p:cNvSpPr/>
            <p:nvPr/>
          </p:nvSpPr>
          <p:spPr>
            <a:xfrm>
              <a:off x="4936490" y="1286509"/>
              <a:ext cx="160020" cy="6350"/>
            </a:xfrm>
            <a:custGeom>
              <a:avLst/>
              <a:gdLst/>
              <a:ahLst/>
              <a:cxnLst/>
              <a:rect l="l" t="t" r="r" b="b"/>
              <a:pathLst>
                <a:path w="160020" h="6350">
                  <a:moveTo>
                    <a:pt x="38100" y="0"/>
                  </a:move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38100" y="6350"/>
                  </a:lnTo>
                  <a:lnTo>
                    <a:pt x="38100" y="5080"/>
                  </a:lnTo>
                  <a:lnTo>
                    <a:pt x="38100" y="3810"/>
                  </a:lnTo>
                  <a:lnTo>
                    <a:pt x="38100" y="2540"/>
                  </a:lnTo>
                  <a:lnTo>
                    <a:pt x="38100" y="1270"/>
                  </a:lnTo>
                  <a:lnTo>
                    <a:pt x="38100" y="0"/>
                  </a:lnTo>
                  <a:close/>
                </a:path>
                <a:path w="160020" h="6350">
                  <a:moveTo>
                    <a:pt x="160020" y="0"/>
                  </a:moveTo>
                  <a:lnTo>
                    <a:pt x="54610" y="0"/>
                  </a:lnTo>
                  <a:lnTo>
                    <a:pt x="54610" y="1270"/>
                  </a:lnTo>
                  <a:lnTo>
                    <a:pt x="53340" y="1270"/>
                  </a:lnTo>
                  <a:lnTo>
                    <a:pt x="53340" y="2540"/>
                  </a:lnTo>
                  <a:lnTo>
                    <a:pt x="52070" y="2540"/>
                  </a:lnTo>
                  <a:lnTo>
                    <a:pt x="52070" y="3810"/>
                  </a:lnTo>
                  <a:lnTo>
                    <a:pt x="50800" y="3810"/>
                  </a:lnTo>
                  <a:lnTo>
                    <a:pt x="50800" y="5080"/>
                  </a:lnTo>
                  <a:lnTo>
                    <a:pt x="48260" y="5080"/>
                  </a:lnTo>
                  <a:lnTo>
                    <a:pt x="48260" y="6350"/>
                  </a:lnTo>
                  <a:lnTo>
                    <a:pt x="160020" y="6350"/>
                  </a:lnTo>
                  <a:lnTo>
                    <a:pt x="160020" y="5080"/>
                  </a:lnTo>
                  <a:lnTo>
                    <a:pt x="160020" y="3810"/>
                  </a:lnTo>
                  <a:lnTo>
                    <a:pt x="160020" y="2540"/>
                  </a:lnTo>
                  <a:lnTo>
                    <a:pt x="160020" y="1270"/>
                  </a:lnTo>
                  <a:lnTo>
                    <a:pt x="160020" y="0"/>
                  </a:lnTo>
                  <a:close/>
                </a:path>
              </a:pathLst>
            </a:custGeom>
            <a:solidFill>
              <a:srgbClr val="002048"/>
            </a:solidFill>
          </p:spPr>
          <p:txBody>
            <a:bodyPr wrap="square" lIns="0" tIns="0" rIns="0" bIns="0" rtlCol="0"/>
            <a:lstStyle/>
            <a:p/>
          </p:txBody>
        </p:sp>
        <p:sp>
          <p:nvSpPr>
            <p:cNvPr id="1651" name="object 1651"/>
            <p:cNvSpPr/>
            <p:nvPr/>
          </p:nvSpPr>
          <p:spPr>
            <a:xfrm>
              <a:off x="4954270" y="1292859"/>
              <a:ext cx="142240" cy="7620"/>
            </a:xfrm>
            <a:custGeom>
              <a:avLst/>
              <a:gdLst/>
              <a:ahLst/>
              <a:cxnLst/>
              <a:rect l="l" t="t" r="r" b="b"/>
              <a:pathLst>
                <a:path w="142239" h="7619">
                  <a:moveTo>
                    <a:pt x="20320" y="0"/>
                  </a:moveTo>
                  <a:lnTo>
                    <a:pt x="19037" y="0"/>
                  </a:ln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19050" y="6350"/>
                  </a:lnTo>
                  <a:lnTo>
                    <a:pt x="19050" y="5080"/>
                  </a:lnTo>
                  <a:lnTo>
                    <a:pt x="19050" y="3810"/>
                  </a:lnTo>
                  <a:lnTo>
                    <a:pt x="19050" y="2540"/>
                  </a:lnTo>
                  <a:lnTo>
                    <a:pt x="19037" y="1270"/>
                  </a:lnTo>
                  <a:lnTo>
                    <a:pt x="19037" y="127"/>
                  </a:lnTo>
                  <a:lnTo>
                    <a:pt x="20320" y="127"/>
                  </a:lnTo>
                  <a:lnTo>
                    <a:pt x="20320" y="0"/>
                  </a:lnTo>
                  <a:close/>
                </a:path>
                <a:path w="142239" h="7619">
                  <a:moveTo>
                    <a:pt x="142240" y="2540"/>
                  </a:moveTo>
                  <a:lnTo>
                    <a:pt x="142227" y="1270"/>
                  </a:lnTo>
                  <a:lnTo>
                    <a:pt x="142227" y="0"/>
                  </a:lnTo>
                  <a:lnTo>
                    <a:pt x="29210" y="0"/>
                  </a:lnTo>
                  <a:lnTo>
                    <a:pt x="29210" y="1270"/>
                  </a:lnTo>
                  <a:lnTo>
                    <a:pt x="27940" y="1270"/>
                  </a:lnTo>
                  <a:lnTo>
                    <a:pt x="27940" y="2540"/>
                  </a:lnTo>
                  <a:lnTo>
                    <a:pt x="26670" y="2540"/>
                  </a:lnTo>
                  <a:lnTo>
                    <a:pt x="26670" y="3810"/>
                  </a:lnTo>
                  <a:lnTo>
                    <a:pt x="24130" y="3810"/>
                  </a:lnTo>
                  <a:lnTo>
                    <a:pt x="24130" y="5080"/>
                  </a:lnTo>
                  <a:lnTo>
                    <a:pt x="22860" y="5080"/>
                  </a:lnTo>
                  <a:lnTo>
                    <a:pt x="22860" y="6350"/>
                  </a:lnTo>
                  <a:lnTo>
                    <a:pt x="21590" y="6350"/>
                  </a:lnTo>
                  <a:lnTo>
                    <a:pt x="21590" y="7620"/>
                  </a:lnTo>
                  <a:lnTo>
                    <a:pt x="142240" y="7620"/>
                  </a:lnTo>
                  <a:lnTo>
                    <a:pt x="142240" y="6350"/>
                  </a:lnTo>
                  <a:lnTo>
                    <a:pt x="142240" y="5080"/>
                  </a:lnTo>
                  <a:lnTo>
                    <a:pt x="142240" y="3810"/>
                  </a:lnTo>
                  <a:lnTo>
                    <a:pt x="142240" y="2540"/>
                  </a:lnTo>
                  <a:close/>
                </a:path>
              </a:pathLst>
            </a:custGeom>
            <a:solidFill>
              <a:srgbClr val="00204A"/>
            </a:solidFill>
          </p:spPr>
          <p:txBody>
            <a:bodyPr wrap="square" lIns="0" tIns="0" rIns="0" bIns="0" rtlCol="0"/>
            <a:lstStyle/>
            <a:p/>
          </p:txBody>
        </p:sp>
        <p:sp>
          <p:nvSpPr>
            <p:cNvPr id="1652" name="object 1652"/>
            <p:cNvSpPr/>
            <p:nvPr/>
          </p:nvSpPr>
          <p:spPr>
            <a:xfrm>
              <a:off x="4964430" y="1300479"/>
              <a:ext cx="132080" cy="7620"/>
            </a:xfrm>
            <a:custGeom>
              <a:avLst/>
              <a:gdLst/>
              <a:ahLst/>
              <a:cxnLst/>
              <a:rect l="l" t="t" r="r" b="b"/>
              <a:pathLst>
                <a:path w="132079" h="7619">
                  <a:moveTo>
                    <a:pt x="132080" y="0"/>
                  </a:moveTo>
                  <a:lnTo>
                    <a:pt x="8890" y="0"/>
                  </a:lnTo>
                  <a:lnTo>
                    <a:pt x="8890" y="1270"/>
                  </a:lnTo>
                  <a:lnTo>
                    <a:pt x="7620" y="1270"/>
                  </a:lnTo>
                  <a:lnTo>
                    <a:pt x="7620" y="2540"/>
                  </a:lnTo>
                  <a:lnTo>
                    <a:pt x="5080" y="2540"/>
                  </a:lnTo>
                  <a:lnTo>
                    <a:pt x="5080" y="3810"/>
                  </a:lnTo>
                  <a:lnTo>
                    <a:pt x="3810" y="3810"/>
                  </a:lnTo>
                  <a:lnTo>
                    <a:pt x="3810" y="5080"/>
                  </a:lnTo>
                  <a:lnTo>
                    <a:pt x="1270" y="5080"/>
                  </a:lnTo>
                  <a:lnTo>
                    <a:pt x="1270" y="6350"/>
                  </a:lnTo>
                  <a:lnTo>
                    <a:pt x="0" y="6350"/>
                  </a:lnTo>
                  <a:lnTo>
                    <a:pt x="0" y="7620"/>
                  </a:lnTo>
                  <a:lnTo>
                    <a:pt x="132080" y="7620"/>
                  </a:lnTo>
                  <a:lnTo>
                    <a:pt x="132080" y="6350"/>
                  </a:lnTo>
                  <a:lnTo>
                    <a:pt x="132080" y="5080"/>
                  </a:lnTo>
                  <a:lnTo>
                    <a:pt x="132080" y="3810"/>
                  </a:lnTo>
                  <a:lnTo>
                    <a:pt x="132080" y="2540"/>
                  </a:lnTo>
                  <a:lnTo>
                    <a:pt x="132080" y="1270"/>
                  </a:lnTo>
                  <a:lnTo>
                    <a:pt x="132080" y="0"/>
                  </a:lnTo>
                  <a:close/>
                </a:path>
              </a:pathLst>
            </a:custGeom>
            <a:solidFill>
              <a:srgbClr val="001F4C"/>
            </a:solidFill>
          </p:spPr>
          <p:txBody>
            <a:bodyPr wrap="square" lIns="0" tIns="0" rIns="0" bIns="0" rtlCol="0"/>
            <a:lstStyle/>
            <a:p/>
          </p:txBody>
        </p:sp>
        <p:sp>
          <p:nvSpPr>
            <p:cNvPr id="1653" name="object 1653"/>
            <p:cNvSpPr/>
            <p:nvPr/>
          </p:nvSpPr>
          <p:spPr>
            <a:xfrm>
              <a:off x="4955540" y="1308099"/>
              <a:ext cx="140970" cy="6350"/>
            </a:xfrm>
            <a:custGeom>
              <a:avLst/>
              <a:gdLst/>
              <a:ahLst/>
              <a:cxnLst/>
              <a:rect l="l" t="t" r="r" b="b"/>
              <a:pathLst>
                <a:path w="140970" h="6350">
                  <a:moveTo>
                    <a:pt x="140970" y="0"/>
                  </a:moveTo>
                  <a:lnTo>
                    <a:pt x="7620" y="0"/>
                  </a:lnTo>
                  <a:lnTo>
                    <a:pt x="7620" y="1270"/>
                  </a:lnTo>
                  <a:lnTo>
                    <a:pt x="5080" y="1270"/>
                  </a:lnTo>
                  <a:lnTo>
                    <a:pt x="5080" y="2540"/>
                  </a:lnTo>
                  <a:lnTo>
                    <a:pt x="3810" y="2540"/>
                  </a:lnTo>
                  <a:lnTo>
                    <a:pt x="3810" y="3810"/>
                  </a:lnTo>
                  <a:lnTo>
                    <a:pt x="1270" y="3810"/>
                  </a:lnTo>
                  <a:lnTo>
                    <a:pt x="1270" y="5080"/>
                  </a:lnTo>
                  <a:lnTo>
                    <a:pt x="0" y="5080"/>
                  </a:lnTo>
                  <a:lnTo>
                    <a:pt x="0" y="6350"/>
                  </a:lnTo>
                  <a:lnTo>
                    <a:pt x="140970" y="6350"/>
                  </a:lnTo>
                  <a:lnTo>
                    <a:pt x="140970" y="5080"/>
                  </a:lnTo>
                  <a:lnTo>
                    <a:pt x="140970" y="3810"/>
                  </a:lnTo>
                  <a:lnTo>
                    <a:pt x="140970" y="2540"/>
                  </a:lnTo>
                  <a:lnTo>
                    <a:pt x="140970" y="1270"/>
                  </a:lnTo>
                  <a:lnTo>
                    <a:pt x="140970" y="0"/>
                  </a:lnTo>
                  <a:close/>
                </a:path>
              </a:pathLst>
            </a:custGeom>
            <a:solidFill>
              <a:srgbClr val="001E4F"/>
            </a:solidFill>
          </p:spPr>
          <p:txBody>
            <a:bodyPr wrap="square" lIns="0" tIns="0" rIns="0" bIns="0" rtlCol="0"/>
            <a:lstStyle/>
            <a:p/>
          </p:txBody>
        </p:sp>
        <p:sp>
          <p:nvSpPr>
            <p:cNvPr id="1654" name="object 1654"/>
            <p:cNvSpPr/>
            <p:nvPr/>
          </p:nvSpPr>
          <p:spPr>
            <a:xfrm>
              <a:off x="4944110" y="1314449"/>
              <a:ext cx="152400" cy="7620"/>
            </a:xfrm>
            <a:custGeom>
              <a:avLst/>
              <a:gdLst/>
              <a:ahLst/>
              <a:cxnLst/>
              <a:rect l="l" t="t" r="r" b="b"/>
              <a:pathLst>
                <a:path w="152400" h="7619">
                  <a:moveTo>
                    <a:pt x="152400" y="0"/>
                  </a:moveTo>
                  <a:lnTo>
                    <a:pt x="10160" y="0"/>
                  </a:lnTo>
                  <a:lnTo>
                    <a:pt x="10160" y="1270"/>
                  </a:lnTo>
                  <a:lnTo>
                    <a:pt x="7620" y="1270"/>
                  </a:lnTo>
                  <a:lnTo>
                    <a:pt x="7620" y="2540"/>
                  </a:lnTo>
                  <a:lnTo>
                    <a:pt x="6350" y="2540"/>
                  </a:lnTo>
                  <a:lnTo>
                    <a:pt x="6350" y="3810"/>
                  </a:lnTo>
                  <a:lnTo>
                    <a:pt x="3810" y="3810"/>
                  </a:lnTo>
                  <a:lnTo>
                    <a:pt x="3810" y="5080"/>
                  </a:lnTo>
                  <a:lnTo>
                    <a:pt x="2540" y="5080"/>
                  </a:lnTo>
                  <a:lnTo>
                    <a:pt x="2540" y="6350"/>
                  </a:lnTo>
                  <a:lnTo>
                    <a:pt x="0" y="6350"/>
                  </a:lnTo>
                  <a:lnTo>
                    <a:pt x="0" y="7620"/>
                  </a:lnTo>
                  <a:lnTo>
                    <a:pt x="152400" y="7620"/>
                  </a:lnTo>
                  <a:lnTo>
                    <a:pt x="152400" y="6350"/>
                  </a:lnTo>
                  <a:lnTo>
                    <a:pt x="152400" y="5080"/>
                  </a:lnTo>
                  <a:lnTo>
                    <a:pt x="152400" y="3810"/>
                  </a:lnTo>
                  <a:lnTo>
                    <a:pt x="152400" y="2540"/>
                  </a:lnTo>
                  <a:lnTo>
                    <a:pt x="152387" y="1270"/>
                  </a:lnTo>
                  <a:lnTo>
                    <a:pt x="152400" y="0"/>
                  </a:lnTo>
                  <a:close/>
                </a:path>
              </a:pathLst>
            </a:custGeom>
            <a:solidFill>
              <a:srgbClr val="001E51"/>
            </a:solidFill>
          </p:spPr>
          <p:txBody>
            <a:bodyPr wrap="square" lIns="0" tIns="0" rIns="0" bIns="0" rtlCol="0"/>
            <a:lstStyle/>
            <a:p/>
          </p:txBody>
        </p:sp>
        <p:sp>
          <p:nvSpPr>
            <p:cNvPr id="1655" name="object 1655"/>
            <p:cNvSpPr/>
            <p:nvPr/>
          </p:nvSpPr>
          <p:spPr>
            <a:xfrm>
              <a:off x="4936490" y="1322069"/>
              <a:ext cx="160020" cy="7620"/>
            </a:xfrm>
            <a:custGeom>
              <a:avLst/>
              <a:gdLst/>
              <a:ahLst/>
              <a:cxnLst/>
              <a:rect l="l" t="t" r="r" b="b"/>
              <a:pathLst>
                <a:path w="160020" h="7619">
                  <a:moveTo>
                    <a:pt x="16002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0020" y="7620"/>
                  </a:lnTo>
                  <a:lnTo>
                    <a:pt x="160020" y="6350"/>
                  </a:lnTo>
                  <a:lnTo>
                    <a:pt x="160020" y="5080"/>
                  </a:lnTo>
                  <a:lnTo>
                    <a:pt x="160020" y="3810"/>
                  </a:lnTo>
                  <a:lnTo>
                    <a:pt x="160020" y="2540"/>
                  </a:lnTo>
                  <a:lnTo>
                    <a:pt x="160020" y="1270"/>
                  </a:lnTo>
                  <a:lnTo>
                    <a:pt x="160020" y="0"/>
                  </a:lnTo>
                  <a:close/>
                </a:path>
              </a:pathLst>
            </a:custGeom>
            <a:solidFill>
              <a:srgbClr val="001D53"/>
            </a:solidFill>
          </p:spPr>
          <p:txBody>
            <a:bodyPr wrap="square" lIns="0" tIns="0" rIns="0" bIns="0" rtlCol="0"/>
            <a:lstStyle/>
            <a:p/>
          </p:txBody>
        </p:sp>
        <p:sp>
          <p:nvSpPr>
            <p:cNvPr id="1656" name="object 1656"/>
            <p:cNvSpPr/>
            <p:nvPr/>
          </p:nvSpPr>
          <p:spPr>
            <a:xfrm>
              <a:off x="4928870" y="1329689"/>
              <a:ext cx="167640" cy="7620"/>
            </a:xfrm>
            <a:custGeom>
              <a:avLst/>
              <a:gdLst/>
              <a:ahLst/>
              <a:cxnLst/>
              <a:rect l="l" t="t" r="r" b="b"/>
              <a:pathLst>
                <a:path w="167639" h="7619">
                  <a:moveTo>
                    <a:pt x="16764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7640" y="7620"/>
                  </a:lnTo>
                  <a:lnTo>
                    <a:pt x="167640" y="6350"/>
                  </a:lnTo>
                  <a:lnTo>
                    <a:pt x="167640" y="5080"/>
                  </a:lnTo>
                  <a:lnTo>
                    <a:pt x="167640" y="3810"/>
                  </a:lnTo>
                  <a:lnTo>
                    <a:pt x="167640" y="2540"/>
                  </a:lnTo>
                  <a:lnTo>
                    <a:pt x="167640" y="1270"/>
                  </a:lnTo>
                  <a:lnTo>
                    <a:pt x="167640" y="0"/>
                  </a:lnTo>
                  <a:close/>
                </a:path>
              </a:pathLst>
            </a:custGeom>
            <a:solidFill>
              <a:srgbClr val="001D56"/>
            </a:solidFill>
          </p:spPr>
          <p:txBody>
            <a:bodyPr wrap="square" lIns="0" tIns="0" rIns="0" bIns="0" rtlCol="0"/>
            <a:lstStyle/>
            <a:p/>
          </p:txBody>
        </p:sp>
        <p:sp>
          <p:nvSpPr>
            <p:cNvPr id="1657" name="object 1657"/>
            <p:cNvSpPr/>
            <p:nvPr/>
          </p:nvSpPr>
          <p:spPr>
            <a:xfrm>
              <a:off x="4923790" y="1337309"/>
              <a:ext cx="172720" cy="6350"/>
            </a:xfrm>
            <a:custGeom>
              <a:avLst/>
              <a:gdLst/>
              <a:ahLst/>
              <a:cxnLst/>
              <a:rect l="l" t="t" r="r" b="b"/>
              <a:pathLst>
                <a:path w="172720" h="6350">
                  <a:moveTo>
                    <a:pt x="172720" y="0"/>
                  </a:moveTo>
                  <a:lnTo>
                    <a:pt x="3810" y="0"/>
                  </a:lnTo>
                  <a:lnTo>
                    <a:pt x="3810" y="1270"/>
                  </a:lnTo>
                  <a:lnTo>
                    <a:pt x="2540" y="1270"/>
                  </a:lnTo>
                  <a:lnTo>
                    <a:pt x="2540" y="3810"/>
                  </a:lnTo>
                  <a:lnTo>
                    <a:pt x="1270" y="3810"/>
                  </a:lnTo>
                  <a:lnTo>
                    <a:pt x="1270" y="5080"/>
                  </a:lnTo>
                  <a:lnTo>
                    <a:pt x="0" y="5080"/>
                  </a:lnTo>
                  <a:lnTo>
                    <a:pt x="0" y="6350"/>
                  </a:lnTo>
                  <a:lnTo>
                    <a:pt x="172707" y="6350"/>
                  </a:lnTo>
                  <a:lnTo>
                    <a:pt x="172707" y="5080"/>
                  </a:lnTo>
                  <a:lnTo>
                    <a:pt x="172707" y="3810"/>
                  </a:lnTo>
                  <a:lnTo>
                    <a:pt x="172707" y="1270"/>
                  </a:lnTo>
                  <a:lnTo>
                    <a:pt x="172720" y="0"/>
                  </a:lnTo>
                  <a:close/>
                </a:path>
              </a:pathLst>
            </a:custGeom>
            <a:solidFill>
              <a:srgbClr val="001C58"/>
            </a:solidFill>
          </p:spPr>
          <p:txBody>
            <a:bodyPr wrap="square" lIns="0" tIns="0" rIns="0" bIns="0" rtlCol="0"/>
            <a:lstStyle/>
            <a:p/>
          </p:txBody>
        </p:sp>
        <p:sp>
          <p:nvSpPr>
            <p:cNvPr id="1658" name="object 1658"/>
            <p:cNvSpPr/>
            <p:nvPr/>
          </p:nvSpPr>
          <p:spPr>
            <a:xfrm>
              <a:off x="4918710" y="1343659"/>
              <a:ext cx="177800" cy="7620"/>
            </a:xfrm>
            <a:custGeom>
              <a:avLst/>
              <a:gdLst/>
              <a:ahLst/>
              <a:cxnLst/>
              <a:rect l="l" t="t" r="r" b="b"/>
              <a:pathLst>
                <a:path w="177800" h="7619">
                  <a:moveTo>
                    <a:pt x="177800" y="2540"/>
                  </a:moveTo>
                  <a:lnTo>
                    <a:pt x="177787" y="1270"/>
                  </a:lnTo>
                  <a:lnTo>
                    <a:pt x="17778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7800" y="7620"/>
                  </a:lnTo>
                  <a:lnTo>
                    <a:pt x="177800" y="6350"/>
                  </a:lnTo>
                  <a:lnTo>
                    <a:pt x="177800" y="5080"/>
                  </a:lnTo>
                  <a:lnTo>
                    <a:pt x="177800" y="2540"/>
                  </a:lnTo>
                  <a:close/>
                </a:path>
              </a:pathLst>
            </a:custGeom>
            <a:solidFill>
              <a:srgbClr val="001C5A"/>
            </a:solidFill>
          </p:spPr>
          <p:txBody>
            <a:bodyPr wrap="square" lIns="0" tIns="0" rIns="0" bIns="0" rtlCol="0"/>
            <a:lstStyle/>
            <a:p/>
          </p:txBody>
        </p:sp>
        <p:sp>
          <p:nvSpPr>
            <p:cNvPr id="1659" name="object 1659"/>
            <p:cNvSpPr/>
            <p:nvPr/>
          </p:nvSpPr>
          <p:spPr>
            <a:xfrm>
              <a:off x="4914900" y="1351279"/>
              <a:ext cx="181610" cy="7620"/>
            </a:xfrm>
            <a:custGeom>
              <a:avLst/>
              <a:gdLst/>
              <a:ahLst/>
              <a:cxnLst/>
              <a:rect l="l" t="t" r="r" b="b"/>
              <a:pathLst>
                <a:path w="181610" h="7619">
                  <a:moveTo>
                    <a:pt x="181610" y="0"/>
                  </a:moveTo>
                  <a:lnTo>
                    <a:pt x="2540" y="0"/>
                  </a:lnTo>
                  <a:lnTo>
                    <a:pt x="2540" y="2540"/>
                  </a:lnTo>
                  <a:lnTo>
                    <a:pt x="1270" y="2540"/>
                  </a:lnTo>
                  <a:lnTo>
                    <a:pt x="1270" y="5080"/>
                  </a:lnTo>
                  <a:lnTo>
                    <a:pt x="0" y="5080"/>
                  </a:lnTo>
                  <a:lnTo>
                    <a:pt x="0" y="7620"/>
                  </a:lnTo>
                  <a:lnTo>
                    <a:pt x="181610" y="7620"/>
                  </a:lnTo>
                  <a:lnTo>
                    <a:pt x="181610" y="5080"/>
                  </a:lnTo>
                  <a:lnTo>
                    <a:pt x="181610" y="2540"/>
                  </a:lnTo>
                  <a:lnTo>
                    <a:pt x="181610" y="0"/>
                  </a:lnTo>
                  <a:close/>
                </a:path>
              </a:pathLst>
            </a:custGeom>
            <a:solidFill>
              <a:srgbClr val="001B5C"/>
            </a:solidFill>
          </p:spPr>
          <p:txBody>
            <a:bodyPr wrap="square" lIns="0" tIns="0" rIns="0" bIns="0" rtlCol="0"/>
            <a:lstStyle/>
            <a:p/>
          </p:txBody>
        </p:sp>
        <p:sp>
          <p:nvSpPr>
            <p:cNvPr id="1660" name="object 1660"/>
            <p:cNvSpPr/>
            <p:nvPr/>
          </p:nvSpPr>
          <p:spPr>
            <a:xfrm>
              <a:off x="4912360" y="1358899"/>
              <a:ext cx="184150" cy="6350"/>
            </a:xfrm>
            <a:custGeom>
              <a:avLst/>
              <a:gdLst/>
              <a:ahLst/>
              <a:cxnLst/>
              <a:rect l="l" t="t" r="r" b="b"/>
              <a:pathLst>
                <a:path w="184150" h="6350">
                  <a:moveTo>
                    <a:pt x="184150" y="0"/>
                  </a:moveTo>
                  <a:lnTo>
                    <a:pt x="2540" y="0"/>
                  </a:lnTo>
                  <a:lnTo>
                    <a:pt x="2540" y="1270"/>
                  </a:lnTo>
                  <a:lnTo>
                    <a:pt x="1270" y="1270"/>
                  </a:lnTo>
                  <a:lnTo>
                    <a:pt x="1270" y="3810"/>
                  </a:lnTo>
                  <a:lnTo>
                    <a:pt x="0" y="3810"/>
                  </a:lnTo>
                  <a:lnTo>
                    <a:pt x="0" y="6350"/>
                  </a:lnTo>
                  <a:lnTo>
                    <a:pt x="184137" y="6350"/>
                  </a:lnTo>
                  <a:lnTo>
                    <a:pt x="184137" y="3810"/>
                  </a:lnTo>
                  <a:lnTo>
                    <a:pt x="184150" y="1270"/>
                  </a:lnTo>
                  <a:lnTo>
                    <a:pt x="184150" y="0"/>
                  </a:lnTo>
                  <a:close/>
                </a:path>
              </a:pathLst>
            </a:custGeom>
            <a:solidFill>
              <a:srgbClr val="001A5F"/>
            </a:solidFill>
          </p:spPr>
          <p:txBody>
            <a:bodyPr wrap="square" lIns="0" tIns="0" rIns="0" bIns="0" rtlCol="0"/>
            <a:lstStyle/>
            <a:p/>
          </p:txBody>
        </p:sp>
        <p:sp>
          <p:nvSpPr>
            <p:cNvPr id="1661" name="object 1661"/>
            <p:cNvSpPr/>
            <p:nvPr/>
          </p:nvSpPr>
          <p:spPr>
            <a:xfrm>
              <a:off x="4908550" y="1365249"/>
              <a:ext cx="187960" cy="7620"/>
            </a:xfrm>
            <a:custGeom>
              <a:avLst/>
              <a:gdLst/>
              <a:ahLst/>
              <a:cxnLst/>
              <a:rect l="l" t="t" r="r" b="b"/>
              <a:pathLst>
                <a:path w="187960" h="7619">
                  <a:moveTo>
                    <a:pt x="187947" y="0"/>
                  </a:moveTo>
                  <a:lnTo>
                    <a:pt x="3810" y="0"/>
                  </a:lnTo>
                  <a:lnTo>
                    <a:pt x="3810" y="1270"/>
                  </a:lnTo>
                  <a:lnTo>
                    <a:pt x="2540" y="1270"/>
                  </a:lnTo>
                  <a:lnTo>
                    <a:pt x="2540" y="3810"/>
                  </a:lnTo>
                  <a:lnTo>
                    <a:pt x="1270" y="3810"/>
                  </a:lnTo>
                  <a:lnTo>
                    <a:pt x="1270" y="6350"/>
                  </a:lnTo>
                  <a:lnTo>
                    <a:pt x="0" y="6350"/>
                  </a:lnTo>
                  <a:lnTo>
                    <a:pt x="0" y="7620"/>
                  </a:lnTo>
                  <a:lnTo>
                    <a:pt x="187947" y="7620"/>
                  </a:lnTo>
                  <a:lnTo>
                    <a:pt x="187947" y="6350"/>
                  </a:lnTo>
                  <a:lnTo>
                    <a:pt x="187947" y="3810"/>
                  </a:lnTo>
                  <a:lnTo>
                    <a:pt x="187947" y="1270"/>
                  </a:lnTo>
                  <a:lnTo>
                    <a:pt x="187947" y="0"/>
                  </a:lnTo>
                  <a:close/>
                </a:path>
              </a:pathLst>
            </a:custGeom>
            <a:solidFill>
              <a:srgbClr val="001A61"/>
            </a:solidFill>
          </p:spPr>
          <p:txBody>
            <a:bodyPr wrap="square" lIns="0" tIns="0" rIns="0" bIns="0" rtlCol="0"/>
            <a:lstStyle/>
            <a:p/>
          </p:txBody>
        </p:sp>
        <p:sp>
          <p:nvSpPr>
            <p:cNvPr id="1662" name="object 1662"/>
            <p:cNvSpPr/>
            <p:nvPr/>
          </p:nvSpPr>
          <p:spPr>
            <a:xfrm>
              <a:off x="4904740" y="1372869"/>
              <a:ext cx="191770" cy="7620"/>
            </a:xfrm>
            <a:custGeom>
              <a:avLst/>
              <a:gdLst/>
              <a:ahLst/>
              <a:cxnLst/>
              <a:rect l="l" t="t" r="r" b="b"/>
              <a:pathLst>
                <a:path w="191770" h="7619">
                  <a:moveTo>
                    <a:pt x="191770" y="3810"/>
                  </a:moveTo>
                  <a:lnTo>
                    <a:pt x="191757" y="1270"/>
                  </a:lnTo>
                  <a:lnTo>
                    <a:pt x="191757" y="0"/>
                  </a:lnTo>
                  <a:lnTo>
                    <a:pt x="3810" y="0"/>
                  </a:lnTo>
                  <a:lnTo>
                    <a:pt x="3810" y="1270"/>
                  </a:lnTo>
                  <a:lnTo>
                    <a:pt x="2540" y="1270"/>
                  </a:lnTo>
                  <a:lnTo>
                    <a:pt x="2540" y="3810"/>
                  </a:lnTo>
                  <a:lnTo>
                    <a:pt x="1270" y="3810"/>
                  </a:lnTo>
                  <a:lnTo>
                    <a:pt x="1270" y="6350"/>
                  </a:lnTo>
                  <a:lnTo>
                    <a:pt x="0" y="6350"/>
                  </a:lnTo>
                  <a:lnTo>
                    <a:pt x="0" y="7620"/>
                  </a:lnTo>
                  <a:lnTo>
                    <a:pt x="191770" y="7620"/>
                  </a:lnTo>
                  <a:lnTo>
                    <a:pt x="191770" y="6350"/>
                  </a:lnTo>
                  <a:lnTo>
                    <a:pt x="191770" y="3810"/>
                  </a:lnTo>
                  <a:close/>
                </a:path>
              </a:pathLst>
            </a:custGeom>
            <a:solidFill>
              <a:srgbClr val="001963"/>
            </a:solidFill>
          </p:spPr>
          <p:txBody>
            <a:bodyPr wrap="square" lIns="0" tIns="0" rIns="0" bIns="0" rtlCol="0"/>
            <a:lstStyle/>
            <a:p/>
          </p:txBody>
        </p:sp>
        <p:sp>
          <p:nvSpPr>
            <p:cNvPr id="1663" name="object 1663"/>
            <p:cNvSpPr/>
            <p:nvPr/>
          </p:nvSpPr>
          <p:spPr>
            <a:xfrm>
              <a:off x="4903470" y="1380489"/>
              <a:ext cx="193040" cy="6350"/>
            </a:xfrm>
            <a:custGeom>
              <a:avLst/>
              <a:gdLst/>
              <a:ahLst/>
              <a:cxnLst/>
              <a:rect l="l" t="t" r="r" b="b"/>
              <a:pathLst>
                <a:path w="193039" h="6350">
                  <a:moveTo>
                    <a:pt x="193040" y="0"/>
                  </a:moveTo>
                  <a:lnTo>
                    <a:pt x="1270" y="0"/>
                  </a:lnTo>
                  <a:lnTo>
                    <a:pt x="1270" y="3810"/>
                  </a:lnTo>
                  <a:lnTo>
                    <a:pt x="0" y="3810"/>
                  </a:lnTo>
                  <a:lnTo>
                    <a:pt x="0" y="6350"/>
                  </a:lnTo>
                  <a:lnTo>
                    <a:pt x="193040" y="6350"/>
                  </a:lnTo>
                  <a:lnTo>
                    <a:pt x="193040" y="3810"/>
                  </a:lnTo>
                  <a:lnTo>
                    <a:pt x="193040" y="0"/>
                  </a:lnTo>
                  <a:close/>
                </a:path>
              </a:pathLst>
            </a:custGeom>
            <a:solidFill>
              <a:srgbClr val="001966"/>
            </a:solidFill>
          </p:spPr>
          <p:txBody>
            <a:bodyPr wrap="square" lIns="0" tIns="0" rIns="0" bIns="0" rtlCol="0"/>
            <a:lstStyle/>
            <a:p/>
          </p:txBody>
        </p:sp>
        <p:sp>
          <p:nvSpPr>
            <p:cNvPr id="1664" name="object 1664"/>
            <p:cNvSpPr/>
            <p:nvPr/>
          </p:nvSpPr>
          <p:spPr>
            <a:xfrm>
              <a:off x="4902200" y="1386839"/>
              <a:ext cx="194310" cy="7620"/>
            </a:xfrm>
            <a:custGeom>
              <a:avLst/>
              <a:gdLst/>
              <a:ahLst/>
              <a:cxnLst/>
              <a:rect l="l" t="t" r="r" b="b"/>
              <a:pathLst>
                <a:path w="194310" h="7619">
                  <a:moveTo>
                    <a:pt x="194310" y="0"/>
                  </a:moveTo>
                  <a:lnTo>
                    <a:pt x="1270" y="0"/>
                  </a:lnTo>
                  <a:lnTo>
                    <a:pt x="1270" y="2540"/>
                  </a:lnTo>
                  <a:lnTo>
                    <a:pt x="0" y="2540"/>
                  </a:lnTo>
                  <a:lnTo>
                    <a:pt x="0" y="7620"/>
                  </a:lnTo>
                  <a:lnTo>
                    <a:pt x="194310" y="7620"/>
                  </a:lnTo>
                  <a:lnTo>
                    <a:pt x="194310" y="2540"/>
                  </a:lnTo>
                  <a:lnTo>
                    <a:pt x="194310" y="0"/>
                  </a:lnTo>
                  <a:close/>
                </a:path>
              </a:pathLst>
            </a:custGeom>
            <a:solidFill>
              <a:srgbClr val="001868"/>
            </a:solidFill>
          </p:spPr>
          <p:txBody>
            <a:bodyPr wrap="square" lIns="0" tIns="0" rIns="0" bIns="0" rtlCol="0"/>
            <a:lstStyle/>
            <a:p/>
          </p:txBody>
        </p:sp>
        <p:sp>
          <p:nvSpPr>
            <p:cNvPr id="1665" name="object 1665"/>
            <p:cNvSpPr/>
            <p:nvPr/>
          </p:nvSpPr>
          <p:spPr>
            <a:xfrm>
              <a:off x="4900930" y="1394459"/>
              <a:ext cx="195580" cy="7620"/>
            </a:xfrm>
            <a:custGeom>
              <a:avLst/>
              <a:gdLst/>
              <a:ahLst/>
              <a:cxnLst/>
              <a:rect l="l" t="t" r="r" b="b"/>
              <a:pathLst>
                <a:path w="195579" h="7619">
                  <a:moveTo>
                    <a:pt x="195580" y="0"/>
                  </a:moveTo>
                  <a:lnTo>
                    <a:pt x="1270" y="0"/>
                  </a:lnTo>
                  <a:lnTo>
                    <a:pt x="1270" y="1270"/>
                  </a:lnTo>
                  <a:lnTo>
                    <a:pt x="0" y="1270"/>
                  </a:lnTo>
                  <a:lnTo>
                    <a:pt x="0" y="7620"/>
                  </a:lnTo>
                  <a:lnTo>
                    <a:pt x="195580" y="7620"/>
                  </a:lnTo>
                  <a:lnTo>
                    <a:pt x="195580" y="1270"/>
                  </a:lnTo>
                  <a:lnTo>
                    <a:pt x="195580" y="0"/>
                  </a:lnTo>
                  <a:close/>
                </a:path>
              </a:pathLst>
            </a:custGeom>
            <a:solidFill>
              <a:srgbClr val="00186A"/>
            </a:solidFill>
          </p:spPr>
          <p:txBody>
            <a:bodyPr wrap="square" lIns="0" tIns="0" rIns="0" bIns="0" rtlCol="0"/>
            <a:lstStyle/>
            <a:p/>
          </p:txBody>
        </p:sp>
        <p:sp>
          <p:nvSpPr>
            <p:cNvPr id="1666" name="object 1666"/>
            <p:cNvSpPr/>
            <p:nvPr/>
          </p:nvSpPr>
          <p:spPr>
            <a:xfrm>
              <a:off x="4899660" y="1402079"/>
              <a:ext cx="196850" cy="6350"/>
            </a:xfrm>
            <a:custGeom>
              <a:avLst/>
              <a:gdLst/>
              <a:ahLst/>
              <a:cxnLst/>
              <a:rect l="l" t="t" r="r" b="b"/>
              <a:pathLst>
                <a:path w="196850" h="6350">
                  <a:moveTo>
                    <a:pt x="196850" y="0"/>
                  </a:moveTo>
                  <a:lnTo>
                    <a:pt x="0" y="0"/>
                  </a:lnTo>
                  <a:lnTo>
                    <a:pt x="0" y="6350"/>
                  </a:lnTo>
                  <a:lnTo>
                    <a:pt x="196850" y="6350"/>
                  </a:lnTo>
                  <a:lnTo>
                    <a:pt x="196850" y="0"/>
                  </a:lnTo>
                  <a:close/>
                </a:path>
              </a:pathLst>
            </a:custGeom>
            <a:solidFill>
              <a:srgbClr val="00176D"/>
            </a:solidFill>
          </p:spPr>
          <p:txBody>
            <a:bodyPr wrap="square" lIns="0" tIns="0" rIns="0" bIns="0" rtlCol="0"/>
            <a:lstStyle/>
            <a:p/>
          </p:txBody>
        </p:sp>
        <p:sp>
          <p:nvSpPr>
            <p:cNvPr id="1667" name="object 1667"/>
            <p:cNvSpPr/>
            <p:nvPr/>
          </p:nvSpPr>
          <p:spPr>
            <a:xfrm>
              <a:off x="4897120" y="140842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00166F"/>
            </a:solidFill>
          </p:spPr>
          <p:txBody>
            <a:bodyPr wrap="square" lIns="0" tIns="0" rIns="0" bIns="0" rtlCol="0"/>
            <a:lstStyle/>
            <a:p/>
          </p:txBody>
        </p:sp>
        <p:sp>
          <p:nvSpPr>
            <p:cNvPr id="1668" name="object 1668"/>
            <p:cNvSpPr/>
            <p:nvPr/>
          </p:nvSpPr>
          <p:spPr>
            <a:xfrm>
              <a:off x="4895850" y="1416049"/>
              <a:ext cx="200660" cy="7620"/>
            </a:xfrm>
            <a:custGeom>
              <a:avLst/>
              <a:gdLst/>
              <a:ahLst/>
              <a:cxnLst/>
              <a:rect l="l" t="t" r="r" b="b"/>
              <a:pathLst>
                <a:path w="200660" h="7619">
                  <a:moveTo>
                    <a:pt x="200660" y="0"/>
                  </a:moveTo>
                  <a:lnTo>
                    <a:pt x="1270" y="0"/>
                  </a:lnTo>
                  <a:lnTo>
                    <a:pt x="1270" y="6350"/>
                  </a:lnTo>
                  <a:lnTo>
                    <a:pt x="0" y="6350"/>
                  </a:lnTo>
                  <a:lnTo>
                    <a:pt x="0" y="7620"/>
                  </a:lnTo>
                  <a:lnTo>
                    <a:pt x="200660" y="7620"/>
                  </a:lnTo>
                  <a:lnTo>
                    <a:pt x="200660" y="6350"/>
                  </a:lnTo>
                  <a:lnTo>
                    <a:pt x="200660" y="0"/>
                  </a:lnTo>
                  <a:close/>
                </a:path>
              </a:pathLst>
            </a:custGeom>
            <a:solidFill>
              <a:srgbClr val="001671"/>
            </a:solidFill>
          </p:spPr>
          <p:txBody>
            <a:bodyPr wrap="square" lIns="0" tIns="0" rIns="0" bIns="0" rtlCol="0"/>
            <a:lstStyle/>
            <a:p/>
          </p:txBody>
        </p:sp>
        <p:sp>
          <p:nvSpPr>
            <p:cNvPr id="1669" name="object 1669"/>
            <p:cNvSpPr/>
            <p:nvPr/>
          </p:nvSpPr>
          <p:spPr>
            <a:xfrm>
              <a:off x="4894580" y="1423669"/>
              <a:ext cx="201930" cy="6350"/>
            </a:xfrm>
            <a:custGeom>
              <a:avLst/>
              <a:gdLst/>
              <a:ahLst/>
              <a:cxnLst/>
              <a:rect l="l" t="t" r="r" b="b"/>
              <a:pathLst>
                <a:path w="201929" h="6350">
                  <a:moveTo>
                    <a:pt x="119380" y="0"/>
                  </a:moveTo>
                  <a:lnTo>
                    <a:pt x="1270" y="0"/>
                  </a:lnTo>
                  <a:lnTo>
                    <a:pt x="1270" y="1270"/>
                  </a:lnTo>
                  <a:lnTo>
                    <a:pt x="1270" y="2540"/>
                  </a:lnTo>
                  <a:lnTo>
                    <a:pt x="1270" y="3810"/>
                  </a:lnTo>
                  <a:lnTo>
                    <a:pt x="1270" y="5080"/>
                  </a:lnTo>
                  <a:lnTo>
                    <a:pt x="0" y="5080"/>
                  </a:lnTo>
                  <a:lnTo>
                    <a:pt x="0" y="6350"/>
                  </a:lnTo>
                  <a:lnTo>
                    <a:pt x="113017" y="6350"/>
                  </a:lnTo>
                  <a:lnTo>
                    <a:pt x="113017" y="5080"/>
                  </a:lnTo>
                  <a:lnTo>
                    <a:pt x="114300" y="5080"/>
                  </a:lnTo>
                  <a:lnTo>
                    <a:pt x="114300" y="3810"/>
                  </a:lnTo>
                  <a:lnTo>
                    <a:pt x="115570" y="3810"/>
                  </a:lnTo>
                  <a:lnTo>
                    <a:pt x="115570" y="2540"/>
                  </a:lnTo>
                  <a:lnTo>
                    <a:pt x="118110" y="2540"/>
                  </a:lnTo>
                  <a:lnTo>
                    <a:pt x="118110" y="1270"/>
                  </a:lnTo>
                  <a:lnTo>
                    <a:pt x="119380" y="1270"/>
                  </a:lnTo>
                  <a:lnTo>
                    <a:pt x="119380" y="0"/>
                  </a:lnTo>
                  <a:close/>
                </a:path>
                <a:path w="201929" h="6350">
                  <a:moveTo>
                    <a:pt x="201930" y="0"/>
                  </a:moveTo>
                  <a:lnTo>
                    <a:pt x="120650" y="0"/>
                  </a:lnTo>
                  <a:lnTo>
                    <a:pt x="120650" y="6350"/>
                  </a:lnTo>
                  <a:lnTo>
                    <a:pt x="201930" y="6350"/>
                  </a:lnTo>
                  <a:lnTo>
                    <a:pt x="201930" y="0"/>
                  </a:lnTo>
                  <a:close/>
                </a:path>
              </a:pathLst>
            </a:custGeom>
            <a:solidFill>
              <a:srgbClr val="001573"/>
            </a:solidFill>
          </p:spPr>
          <p:txBody>
            <a:bodyPr wrap="square" lIns="0" tIns="0" rIns="0" bIns="0" rtlCol="0"/>
            <a:lstStyle/>
            <a:p/>
          </p:txBody>
        </p:sp>
        <p:sp>
          <p:nvSpPr>
            <p:cNvPr id="1670" name="object 1670"/>
            <p:cNvSpPr/>
            <p:nvPr/>
          </p:nvSpPr>
          <p:spPr>
            <a:xfrm>
              <a:off x="4893310" y="1430019"/>
              <a:ext cx="203200" cy="7620"/>
            </a:xfrm>
            <a:custGeom>
              <a:avLst/>
              <a:gdLst/>
              <a:ahLst/>
              <a:cxnLst/>
              <a:rect l="l" t="t" r="r" b="b"/>
              <a:pathLst>
                <a:path w="203200" h="7619">
                  <a:moveTo>
                    <a:pt x="113030" y="0"/>
                  </a:moveTo>
                  <a:lnTo>
                    <a:pt x="1270" y="0"/>
                  </a:lnTo>
                  <a:lnTo>
                    <a:pt x="1270" y="1270"/>
                  </a:lnTo>
                  <a:lnTo>
                    <a:pt x="1270" y="2540"/>
                  </a:lnTo>
                  <a:lnTo>
                    <a:pt x="1270" y="3810"/>
                  </a:lnTo>
                  <a:lnTo>
                    <a:pt x="1270" y="5080"/>
                  </a:lnTo>
                  <a:lnTo>
                    <a:pt x="1270" y="6350"/>
                  </a:lnTo>
                  <a:lnTo>
                    <a:pt x="0" y="6350"/>
                  </a:lnTo>
                  <a:lnTo>
                    <a:pt x="0" y="7620"/>
                  </a:lnTo>
                  <a:lnTo>
                    <a:pt x="105410" y="7620"/>
                  </a:lnTo>
                  <a:lnTo>
                    <a:pt x="105410" y="6350"/>
                  </a:lnTo>
                  <a:lnTo>
                    <a:pt x="106680" y="6350"/>
                  </a:lnTo>
                  <a:lnTo>
                    <a:pt x="106680" y="5080"/>
                  </a:lnTo>
                  <a:lnTo>
                    <a:pt x="107937" y="5080"/>
                  </a:lnTo>
                  <a:lnTo>
                    <a:pt x="107937" y="3810"/>
                  </a:lnTo>
                  <a:lnTo>
                    <a:pt x="109220" y="3810"/>
                  </a:lnTo>
                  <a:lnTo>
                    <a:pt x="109220" y="2540"/>
                  </a:lnTo>
                  <a:lnTo>
                    <a:pt x="111747" y="2540"/>
                  </a:lnTo>
                  <a:lnTo>
                    <a:pt x="111747" y="1270"/>
                  </a:lnTo>
                  <a:lnTo>
                    <a:pt x="113030" y="1270"/>
                  </a:lnTo>
                  <a:lnTo>
                    <a:pt x="113030" y="0"/>
                  </a:lnTo>
                  <a:close/>
                </a:path>
                <a:path w="203200" h="7619">
                  <a:moveTo>
                    <a:pt x="203200" y="0"/>
                  </a:moveTo>
                  <a:lnTo>
                    <a:pt x="121920" y="0"/>
                  </a:lnTo>
                  <a:lnTo>
                    <a:pt x="121920" y="7620"/>
                  </a:lnTo>
                  <a:lnTo>
                    <a:pt x="203187" y="7620"/>
                  </a:lnTo>
                  <a:lnTo>
                    <a:pt x="203200" y="0"/>
                  </a:lnTo>
                  <a:close/>
                </a:path>
              </a:pathLst>
            </a:custGeom>
            <a:solidFill>
              <a:srgbClr val="001576"/>
            </a:solidFill>
          </p:spPr>
          <p:txBody>
            <a:bodyPr wrap="square" lIns="0" tIns="0" rIns="0" bIns="0" rtlCol="0"/>
            <a:lstStyle/>
            <a:p/>
          </p:txBody>
        </p:sp>
        <p:sp>
          <p:nvSpPr>
            <p:cNvPr id="1671" name="object 1671"/>
            <p:cNvSpPr/>
            <p:nvPr/>
          </p:nvSpPr>
          <p:spPr>
            <a:xfrm>
              <a:off x="4893310" y="1437639"/>
              <a:ext cx="203200" cy="7620"/>
            </a:xfrm>
            <a:custGeom>
              <a:avLst/>
              <a:gdLst/>
              <a:ahLst/>
              <a:cxnLst/>
              <a:rect l="l" t="t" r="r" b="b"/>
              <a:pathLst>
                <a:path w="203200" h="7619">
                  <a:moveTo>
                    <a:pt x="104140" y="0"/>
                  </a:moveTo>
                  <a:lnTo>
                    <a:pt x="0" y="0"/>
                  </a:lnTo>
                  <a:lnTo>
                    <a:pt x="0" y="1270"/>
                  </a:lnTo>
                  <a:lnTo>
                    <a:pt x="0" y="2540"/>
                  </a:lnTo>
                  <a:lnTo>
                    <a:pt x="0" y="5080"/>
                  </a:lnTo>
                  <a:lnTo>
                    <a:pt x="0" y="6350"/>
                  </a:lnTo>
                  <a:lnTo>
                    <a:pt x="0" y="7620"/>
                  </a:lnTo>
                  <a:lnTo>
                    <a:pt x="99060" y="7620"/>
                  </a:lnTo>
                  <a:lnTo>
                    <a:pt x="99060" y="6350"/>
                  </a:lnTo>
                  <a:lnTo>
                    <a:pt x="100330" y="6350"/>
                  </a:lnTo>
                  <a:lnTo>
                    <a:pt x="100330" y="5080"/>
                  </a:lnTo>
                  <a:lnTo>
                    <a:pt x="101600" y="5080"/>
                  </a:lnTo>
                  <a:lnTo>
                    <a:pt x="101600" y="2540"/>
                  </a:lnTo>
                  <a:lnTo>
                    <a:pt x="102870" y="2540"/>
                  </a:lnTo>
                  <a:lnTo>
                    <a:pt x="102870" y="1270"/>
                  </a:lnTo>
                  <a:lnTo>
                    <a:pt x="104140" y="1270"/>
                  </a:lnTo>
                  <a:lnTo>
                    <a:pt x="104140" y="0"/>
                  </a:lnTo>
                  <a:close/>
                </a:path>
                <a:path w="203200" h="7619">
                  <a:moveTo>
                    <a:pt x="203187" y="0"/>
                  </a:moveTo>
                  <a:lnTo>
                    <a:pt x="121920" y="0"/>
                  </a:lnTo>
                  <a:lnTo>
                    <a:pt x="121920" y="2540"/>
                  </a:lnTo>
                  <a:lnTo>
                    <a:pt x="121920" y="6350"/>
                  </a:lnTo>
                  <a:lnTo>
                    <a:pt x="120650" y="6350"/>
                  </a:lnTo>
                  <a:lnTo>
                    <a:pt x="120650" y="7620"/>
                  </a:lnTo>
                  <a:lnTo>
                    <a:pt x="203187" y="7620"/>
                  </a:lnTo>
                  <a:lnTo>
                    <a:pt x="203187" y="6350"/>
                  </a:lnTo>
                  <a:lnTo>
                    <a:pt x="203187" y="2540"/>
                  </a:lnTo>
                  <a:lnTo>
                    <a:pt x="203187" y="0"/>
                  </a:lnTo>
                  <a:close/>
                </a:path>
              </a:pathLst>
            </a:custGeom>
            <a:solidFill>
              <a:srgbClr val="001478"/>
            </a:solidFill>
          </p:spPr>
          <p:txBody>
            <a:bodyPr wrap="square" lIns="0" tIns="0" rIns="0" bIns="0" rtlCol="0"/>
            <a:lstStyle/>
            <a:p/>
          </p:txBody>
        </p:sp>
        <p:sp>
          <p:nvSpPr>
            <p:cNvPr id="1672" name="object 1672"/>
            <p:cNvSpPr/>
            <p:nvPr/>
          </p:nvSpPr>
          <p:spPr>
            <a:xfrm>
              <a:off x="4893310" y="1445259"/>
              <a:ext cx="203200" cy="6350"/>
            </a:xfrm>
            <a:custGeom>
              <a:avLst/>
              <a:gdLst/>
              <a:ahLst/>
              <a:cxnLst/>
              <a:rect l="l" t="t" r="r" b="b"/>
              <a:pathLst>
                <a:path w="203200" h="6350">
                  <a:moveTo>
                    <a:pt x="97790" y="0"/>
                  </a:moveTo>
                  <a:lnTo>
                    <a:pt x="0" y="0"/>
                  </a:lnTo>
                  <a:lnTo>
                    <a:pt x="0" y="1270"/>
                  </a:lnTo>
                  <a:lnTo>
                    <a:pt x="0" y="2540"/>
                  </a:lnTo>
                  <a:lnTo>
                    <a:pt x="0" y="3810"/>
                  </a:lnTo>
                  <a:lnTo>
                    <a:pt x="0" y="6350"/>
                  </a:lnTo>
                  <a:lnTo>
                    <a:pt x="92710" y="6350"/>
                  </a:lnTo>
                  <a:lnTo>
                    <a:pt x="92710" y="3810"/>
                  </a:lnTo>
                  <a:lnTo>
                    <a:pt x="93980" y="3810"/>
                  </a:lnTo>
                  <a:lnTo>
                    <a:pt x="93980" y="2540"/>
                  </a:lnTo>
                  <a:lnTo>
                    <a:pt x="96520" y="2540"/>
                  </a:lnTo>
                  <a:lnTo>
                    <a:pt x="96520" y="1270"/>
                  </a:lnTo>
                  <a:lnTo>
                    <a:pt x="97790" y="1270"/>
                  </a:lnTo>
                  <a:lnTo>
                    <a:pt x="97790" y="0"/>
                  </a:lnTo>
                  <a:close/>
                </a:path>
                <a:path w="203200" h="6350">
                  <a:moveTo>
                    <a:pt x="203200" y="6350"/>
                  </a:moveTo>
                  <a:lnTo>
                    <a:pt x="203187" y="0"/>
                  </a:lnTo>
                  <a:lnTo>
                    <a:pt x="120650" y="0"/>
                  </a:lnTo>
                  <a:lnTo>
                    <a:pt x="120650" y="6350"/>
                  </a:lnTo>
                  <a:lnTo>
                    <a:pt x="203200" y="6350"/>
                  </a:lnTo>
                  <a:close/>
                </a:path>
              </a:pathLst>
            </a:custGeom>
            <a:solidFill>
              <a:srgbClr val="00147A"/>
            </a:solidFill>
          </p:spPr>
          <p:txBody>
            <a:bodyPr wrap="square" lIns="0" tIns="0" rIns="0" bIns="0" rtlCol="0"/>
            <a:lstStyle/>
            <a:p/>
          </p:txBody>
        </p:sp>
        <p:sp>
          <p:nvSpPr>
            <p:cNvPr id="1673" name="object 1673"/>
            <p:cNvSpPr/>
            <p:nvPr/>
          </p:nvSpPr>
          <p:spPr>
            <a:xfrm>
              <a:off x="4893310" y="1451609"/>
              <a:ext cx="203200" cy="7620"/>
            </a:xfrm>
            <a:custGeom>
              <a:avLst/>
              <a:gdLst/>
              <a:ahLst/>
              <a:cxnLst/>
              <a:rect l="l" t="t" r="r" b="b"/>
              <a:pathLst>
                <a:path w="203200" h="7619">
                  <a:moveTo>
                    <a:pt x="91440" y="0"/>
                  </a:moveTo>
                  <a:lnTo>
                    <a:pt x="0" y="0"/>
                  </a:lnTo>
                  <a:lnTo>
                    <a:pt x="0" y="1270"/>
                  </a:lnTo>
                  <a:lnTo>
                    <a:pt x="0" y="3810"/>
                  </a:lnTo>
                  <a:lnTo>
                    <a:pt x="0" y="5080"/>
                  </a:lnTo>
                  <a:lnTo>
                    <a:pt x="0" y="6350"/>
                  </a:lnTo>
                  <a:lnTo>
                    <a:pt x="0" y="7620"/>
                  </a:lnTo>
                  <a:lnTo>
                    <a:pt x="86360" y="7620"/>
                  </a:lnTo>
                  <a:lnTo>
                    <a:pt x="86360" y="6350"/>
                  </a:lnTo>
                  <a:lnTo>
                    <a:pt x="87630" y="6350"/>
                  </a:lnTo>
                  <a:lnTo>
                    <a:pt x="87630" y="5080"/>
                  </a:lnTo>
                  <a:lnTo>
                    <a:pt x="88900" y="5080"/>
                  </a:lnTo>
                  <a:lnTo>
                    <a:pt x="88900" y="3810"/>
                  </a:lnTo>
                  <a:lnTo>
                    <a:pt x="90170" y="3810"/>
                  </a:lnTo>
                  <a:lnTo>
                    <a:pt x="90170" y="1270"/>
                  </a:lnTo>
                  <a:lnTo>
                    <a:pt x="91440" y="1270"/>
                  </a:lnTo>
                  <a:lnTo>
                    <a:pt x="91440" y="0"/>
                  </a:lnTo>
                  <a:close/>
                </a:path>
                <a:path w="203200" h="7619">
                  <a:moveTo>
                    <a:pt x="203200" y="1282"/>
                  </a:moveTo>
                  <a:lnTo>
                    <a:pt x="120650" y="1282"/>
                  </a:lnTo>
                  <a:lnTo>
                    <a:pt x="120650" y="7620"/>
                  </a:lnTo>
                  <a:lnTo>
                    <a:pt x="203200" y="7620"/>
                  </a:lnTo>
                  <a:lnTo>
                    <a:pt x="203200" y="1282"/>
                  </a:lnTo>
                  <a:close/>
                </a:path>
                <a:path w="203200" h="7619">
                  <a:moveTo>
                    <a:pt x="203200" y="0"/>
                  </a:moveTo>
                  <a:lnTo>
                    <a:pt x="120650" y="0"/>
                  </a:lnTo>
                  <a:lnTo>
                    <a:pt x="120650" y="1270"/>
                  </a:lnTo>
                  <a:lnTo>
                    <a:pt x="203200" y="1270"/>
                  </a:lnTo>
                  <a:lnTo>
                    <a:pt x="203200" y="0"/>
                  </a:lnTo>
                  <a:close/>
                </a:path>
              </a:pathLst>
            </a:custGeom>
            <a:solidFill>
              <a:srgbClr val="00137D"/>
            </a:solidFill>
          </p:spPr>
          <p:txBody>
            <a:bodyPr wrap="square" lIns="0" tIns="0" rIns="0" bIns="0" rtlCol="0"/>
            <a:lstStyle/>
            <a:p/>
          </p:txBody>
        </p:sp>
        <p:sp>
          <p:nvSpPr>
            <p:cNvPr id="1674" name="object 1674"/>
            <p:cNvSpPr/>
            <p:nvPr/>
          </p:nvSpPr>
          <p:spPr>
            <a:xfrm>
              <a:off x="4892040" y="1459229"/>
              <a:ext cx="204470" cy="7620"/>
            </a:xfrm>
            <a:custGeom>
              <a:avLst/>
              <a:gdLst/>
              <a:ahLst/>
              <a:cxnLst/>
              <a:rect l="l" t="t" r="r" b="b"/>
              <a:pathLst>
                <a:path w="204470" h="7619">
                  <a:moveTo>
                    <a:pt x="85089" y="5080"/>
                  </a:moveTo>
                  <a:lnTo>
                    <a:pt x="0" y="5080"/>
                  </a:lnTo>
                  <a:lnTo>
                    <a:pt x="0" y="7620"/>
                  </a:lnTo>
                  <a:lnTo>
                    <a:pt x="85089" y="7620"/>
                  </a:lnTo>
                  <a:lnTo>
                    <a:pt x="85089" y="5080"/>
                  </a:lnTo>
                  <a:close/>
                </a:path>
                <a:path w="204470" h="7619">
                  <a:moveTo>
                    <a:pt x="87630" y="0"/>
                  </a:moveTo>
                  <a:lnTo>
                    <a:pt x="1270" y="0"/>
                  </a:lnTo>
                  <a:lnTo>
                    <a:pt x="1270" y="5080"/>
                  </a:lnTo>
                  <a:lnTo>
                    <a:pt x="86360" y="5080"/>
                  </a:lnTo>
                  <a:lnTo>
                    <a:pt x="86360" y="1270"/>
                  </a:lnTo>
                  <a:lnTo>
                    <a:pt x="87630" y="1270"/>
                  </a:lnTo>
                  <a:lnTo>
                    <a:pt x="87630" y="0"/>
                  </a:lnTo>
                  <a:close/>
                </a:path>
                <a:path w="204470" h="7619">
                  <a:moveTo>
                    <a:pt x="204470" y="0"/>
                  </a:moveTo>
                  <a:lnTo>
                    <a:pt x="121920" y="0"/>
                  </a:lnTo>
                  <a:lnTo>
                    <a:pt x="121920" y="7620"/>
                  </a:lnTo>
                  <a:lnTo>
                    <a:pt x="204470" y="7620"/>
                  </a:lnTo>
                  <a:lnTo>
                    <a:pt x="204470" y="0"/>
                  </a:lnTo>
                  <a:close/>
                </a:path>
              </a:pathLst>
            </a:custGeom>
            <a:solidFill>
              <a:srgbClr val="00127F"/>
            </a:solidFill>
          </p:spPr>
          <p:txBody>
            <a:bodyPr wrap="square" lIns="0" tIns="0" rIns="0" bIns="0" rtlCol="0"/>
            <a:lstStyle/>
            <a:p/>
          </p:txBody>
        </p:sp>
        <p:sp>
          <p:nvSpPr>
            <p:cNvPr id="1675" name="object 1675"/>
            <p:cNvSpPr/>
            <p:nvPr/>
          </p:nvSpPr>
          <p:spPr>
            <a:xfrm>
              <a:off x="4892040" y="1466849"/>
              <a:ext cx="204470" cy="7620"/>
            </a:xfrm>
            <a:custGeom>
              <a:avLst/>
              <a:gdLst/>
              <a:ahLst/>
              <a:cxnLst/>
              <a:rect l="l" t="t" r="r" b="b"/>
              <a:pathLst>
                <a:path w="204470" h="7619">
                  <a:moveTo>
                    <a:pt x="85089" y="0"/>
                  </a:moveTo>
                  <a:lnTo>
                    <a:pt x="0" y="0"/>
                  </a:lnTo>
                  <a:lnTo>
                    <a:pt x="0" y="7620"/>
                  </a:lnTo>
                  <a:lnTo>
                    <a:pt x="83820" y="7620"/>
                  </a:lnTo>
                  <a:lnTo>
                    <a:pt x="83820" y="1270"/>
                  </a:lnTo>
                  <a:lnTo>
                    <a:pt x="85089" y="1270"/>
                  </a:lnTo>
                  <a:lnTo>
                    <a:pt x="85089" y="0"/>
                  </a:lnTo>
                  <a:close/>
                </a:path>
                <a:path w="204470" h="7619">
                  <a:moveTo>
                    <a:pt x="204470" y="0"/>
                  </a:moveTo>
                  <a:lnTo>
                    <a:pt x="121920" y="0"/>
                  </a:lnTo>
                  <a:lnTo>
                    <a:pt x="121920" y="3810"/>
                  </a:lnTo>
                  <a:lnTo>
                    <a:pt x="120650" y="3810"/>
                  </a:lnTo>
                  <a:lnTo>
                    <a:pt x="120650" y="7620"/>
                  </a:lnTo>
                  <a:lnTo>
                    <a:pt x="204470" y="7620"/>
                  </a:lnTo>
                  <a:lnTo>
                    <a:pt x="204470" y="0"/>
                  </a:lnTo>
                  <a:close/>
                </a:path>
              </a:pathLst>
            </a:custGeom>
            <a:solidFill>
              <a:srgbClr val="001281"/>
            </a:solidFill>
          </p:spPr>
          <p:txBody>
            <a:bodyPr wrap="square" lIns="0" tIns="0" rIns="0" bIns="0" rtlCol="0"/>
            <a:lstStyle/>
            <a:p/>
          </p:txBody>
        </p:sp>
        <p:sp>
          <p:nvSpPr>
            <p:cNvPr id="1676" name="object 1676"/>
            <p:cNvSpPr/>
            <p:nvPr/>
          </p:nvSpPr>
          <p:spPr>
            <a:xfrm>
              <a:off x="4890770" y="1474469"/>
              <a:ext cx="205740" cy="6350"/>
            </a:xfrm>
            <a:custGeom>
              <a:avLst/>
              <a:gdLst/>
              <a:ahLst/>
              <a:cxnLst/>
              <a:rect l="l" t="t" r="r" b="b"/>
              <a:pathLst>
                <a:path w="205739" h="6350">
                  <a:moveTo>
                    <a:pt x="1269" y="6253"/>
                  </a:moveTo>
                  <a:lnTo>
                    <a:pt x="0" y="6350"/>
                  </a:lnTo>
                  <a:lnTo>
                    <a:pt x="1269" y="6350"/>
                  </a:lnTo>
                  <a:close/>
                </a:path>
                <a:path w="205739" h="6350">
                  <a:moveTo>
                    <a:pt x="83819" y="96"/>
                  </a:moveTo>
                  <a:lnTo>
                    <a:pt x="1269" y="6350"/>
                  </a:lnTo>
                  <a:lnTo>
                    <a:pt x="83819" y="6350"/>
                  </a:lnTo>
                  <a:lnTo>
                    <a:pt x="83819" y="96"/>
                  </a:lnTo>
                  <a:close/>
                </a:path>
                <a:path w="205739" h="6350">
                  <a:moveTo>
                    <a:pt x="83819" y="0"/>
                  </a:moveTo>
                  <a:lnTo>
                    <a:pt x="1269" y="0"/>
                  </a:lnTo>
                  <a:lnTo>
                    <a:pt x="1269" y="6253"/>
                  </a:lnTo>
                  <a:lnTo>
                    <a:pt x="83819" y="0"/>
                  </a:lnTo>
                  <a:close/>
                </a:path>
                <a:path w="205739" h="6350">
                  <a:moveTo>
                    <a:pt x="85089" y="0"/>
                  </a:moveTo>
                  <a:lnTo>
                    <a:pt x="83819" y="0"/>
                  </a:lnTo>
                  <a:lnTo>
                    <a:pt x="85089" y="0"/>
                  </a:lnTo>
                  <a:close/>
                </a:path>
                <a:path w="205739" h="6350">
                  <a:moveTo>
                    <a:pt x="205739" y="0"/>
                  </a:moveTo>
                  <a:lnTo>
                    <a:pt x="121919" y="0"/>
                  </a:lnTo>
                  <a:lnTo>
                    <a:pt x="121919" y="2539"/>
                  </a:lnTo>
                  <a:lnTo>
                    <a:pt x="120650" y="2539"/>
                  </a:lnTo>
                  <a:lnTo>
                    <a:pt x="120650" y="6350"/>
                  </a:lnTo>
                  <a:lnTo>
                    <a:pt x="205739" y="6350"/>
                  </a:lnTo>
                  <a:lnTo>
                    <a:pt x="205739" y="0"/>
                  </a:lnTo>
                  <a:close/>
                </a:path>
              </a:pathLst>
            </a:custGeom>
            <a:solidFill>
              <a:srgbClr val="001183"/>
            </a:solidFill>
          </p:spPr>
          <p:txBody>
            <a:bodyPr wrap="square" lIns="0" tIns="0" rIns="0" bIns="0" rtlCol="0"/>
            <a:lstStyle/>
            <a:p/>
          </p:txBody>
        </p:sp>
        <p:sp>
          <p:nvSpPr>
            <p:cNvPr id="1677" name="object 1677"/>
            <p:cNvSpPr/>
            <p:nvPr/>
          </p:nvSpPr>
          <p:spPr>
            <a:xfrm>
              <a:off x="4890770" y="1480819"/>
              <a:ext cx="205740" cy="7620"/>
            </a:xfrm>
            <a:custGeom>
              <a:avLst/>
              <a:gdLst/>
              <a:ahLst/>
              <a:cxnLst/>
              <a:rect l="l" t="t" r="r" b="b"/>
              <a:pathLst>
                <a:path w="205739" h="7619">
                  <a:moveTo>
                    <a:pt x="83819" y="0"/>
                  </a:moveTo>
                  <a:lnTo>
                    <a:pt x="0" y="0"/>
                  </a:lnTo>
                  <a:lnTo>
                    <a:pt x="0" y="7619"/>
                  </a:lnTo>
                  <a:lnTo>
                    <a:pt x="83820" y="7619"/>
                  </a:lnTo>
                  <a:lnTo>
                    <a:pt x="83819" y="0"/>
                  </a:lnTo>
                  <a:close/>
                </a:path>
                <a:path w="205739" h="7619">
                  <a:moveTo>
                    <a:pt x="205739" y="0"/>
                  </a:moveTo>
                  <a:lnTo>
                    <a:pt x="120650" y="0"/>
                  </a:lnTo>
                  <a:lnTo>
                    <a:pt x="120650" y="5079"/>
                  </a:lnTo>
                  <a:lnTo>
                    <a:pt x="119379" y="5079"/>
                  </a:lnTo>
                  <a:lnTo>
                    <a:pt x="119379" y="7619"/>
                  </a:lnTo>
                  <a:lnTo>
                    <a:pt x="205739" y="7619"/>
                  </a:lnTo>
                  <a:lnTo>
                    <a:pt x="205739" y="0"/>
                  </a:lnTo>
                  <a:close/>
                </a:path>
              </a:pathLst>
            </a:custGeom>
            <a:solidFill>
              <a:srgbClr val="001186"/>
            </a:solidFill>
          </p:spPr>
          <p:txBody>
            <a:bodyPr wrap="square" lIns="0" tIns="0" rIns="0" bIns="0" rtlCol="0"/>
            <a:lstStyle/>
            <a:p/>
          </p:txBody>
        </p:sp>
        <p:sp>
          <p:nvSpPr>
            <p:cNvPr id="1678" name="object 1678"/>
            <p:cNvSpPr/>
            <p:nvPr/>
          </p:nvSpPr>
          <p:spPr>
            <a:xfrm>
              <a:off x="4890770" y="14884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19380" y="0"/>
                  </a:lnTo>
                  <a:lnTo>
                    <a:pt x="119380" y="1270"/>
                  </a:lnTo>
                  <a:lnTo>
                    <a:pt x="118110" y="1270"/>
                  </a:lnTo>
                  <a:lnTo>
                    <a:pt x="118110" y="6350"/>
                  </a:lnTo>
                  <a:lnTo>
                    <a:pt x="116840" y="6350"/>
                  </a:lnTo>
                  <a:lnTo>
                    <a:pt x="116840" y="7620"/>
                  </a:lnTo>
                  <a:lnTo>
                    <a:pt x="205740" y="7620"/>
                  </a:lnTo>
                  <a:lnTo>
                    <a:pt x="205740" y="6350"/>
                  </a:lnTo>
                  <a:lnTo>
                    <a:pt x="205740" y="1270"/>
                  </a:lnTo>
                  <a:lnTo>
                    <a:pt x="205740" y="0"/>
                  </a:lnTo>
                  <a:close/>
                </a:path>
              </a:pathLst>
            </a:custGeom>
            <a:solidFill>
              <a:srgbClr val="001088"/>
            </a:solidFill>
          </p:spPr>
          <p:txBody>
            <a:bodyPr wrap="square" lIns="0" tIns="0" rIns="0" bIns="0" rtlCol="0"/>
            <a:lstStyle/>
            <a:p/>
          </p:txBody>
        </p:sp>
        <p:sp>
          <p:nvSpPr>
            <p:cNvPr id="1679" name="object 1679"/>
            <p:cNvSpPr/>
            <p:nvPr/>
          </p:nvSpPr>
          <p:spPr>
            <a:xfrm>
              <a:off x="4890770" y="149605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16840" y="0"/>
                  </a:lnTo>
                  <a:lnTo>
                    <a:pt x="116840" y="2540"/>
                  </a:lnTo>
                  <a:lnTo>
                    <a:pt x="115570" y="2540"/>
                  </a:lnTo>
                  <a:lnTo>
                    <a:pt x="115570" y="6350"/>
                  </a:lnTo>
                  <a:lnTo>
                    <a:pt x="205740" y="6350"/>
                  </a:lnTo>
                  <a:lnTo>
                    <a:pt x="205740" y="2540"/>
                  </a:lnTo>
                  <a:lnTo>
                    <a:pt x="205740" y="0"/>
                  </a:lnTo>
                  <a:close/>
                </a:path>
              </a:pathLst>
            </a:custGeom>
            <a:solidFill>
              <a:srgbClr val="00108A"/>
            </a:solidFill>
          </p:spPr>
          <p:txBody>
            <a:bodyPr wrap="square" lIns="0" tIns="0" rIns="0" bIns="0" rtlCol="0"/>
            <a:lstStyle/>
            <a:p/>
          </p:txBody>
        </p:sp>
        <p:sp>
          <p:nvSpPr>
            <p:cNvPr id="1680" name="object 1680"/>
            <p:cNvSpPr/>
            <p:nvPr/>
          </p:nvSpPr>
          <p:spPr>
            <a:xfrm>
              <a:off x="4890770" y="1502409"/>
              <a:ext cx="205740" cy="7620"/>
            </a:xfrm>
            <a:custGeom>
              <a:avLst/>
              <a:gdLst/>
              <a:ahLst/>
              <a:cxnLst/>
              <a:rect l="l" t="t" r="r" b="b"/>
              <a:pathLst>
                <a:path w="205739" h="7619">
                  <a:moveTo>
                    <a:pt x="85090" y="3810"/>
                  </a:moveTo>
                  <a:lnTo>
                    <a:pt x="83820" y="3810"/>
                  </a:lnTo>
                  <a:lnTo>
                    <a:pt x="83820" y="1270"/>
                  </a:lnTo>
                  <a:lnTo>
                    <a:pt x="83820" y="0"/>
                  </a:lnTo>
                  <a:lnTo>
                    <a:pt x="0" y="0"/>
                  </a:lnTo>
                  <a:lnTo>
                    <a:pt x="0" y="1270"/>
                  </a:lnTo>
                  <a:lnTo>
                    <a:pt x="0" y="3810"/>
                  </a:lnTo>
                  <a:lnTo>
                    <a:pt x="0" y="7620"/>
                  </a:lnTo>
                  <a:lnTo>
                    <a:pt x="85090" y="7620"/>
                  </a:lnTo>
                  <a:lnTo>
                    <a:pt x="85090" y="3810"/>
                  </a:lnTo>
                  <a:close/>
                </a:path>
                <a:path w="205739" h="7619">
                  <a:moveTo>
                    <a:pt x="205740" y="0"/>
                  </a:moveTo>
                  <a:lnTo>
                    <a:pt x="115570" y="0"/>
                  </a:lnTo>
                  <a:lnTo>
                    <a:pt x="115570" y="1270"/>
                  </a:lnTo>
                  <a:lnTo>
                    <a:pt x="114300" y="1270"/>
                  </a:lnTo>
                  <a:lnTo>
                    <a:pt x="114300" y="5080"/>
                  </a:lnTo>
                  <a:lnTo>
                    <a:pt x="113030" y="5080"/>
                  </a:lnTo>
                  <a:lnTo>
                    <a:pt x="113030" y="6350"/>
                  </a:lnTo>
                  <a:lnTo>
                    <a:pt x="111760" y="6350"/>
                  </a:lnTo>
                  <a:lnTo>
                    <a:pt x="111760" y="7620"/>
                  </a:lnTo>
                  <a:lnTo>
                    <a:pt x="205740" y="7620"/>
                  </a:lnTo>
                  <a:lnTo>
                    <a:pt x="205740" y="6350"/>
                  </a:lnTo>
                  <a:lnTo>
                    <a:pt x="205740" y="5080"/>
                  </a:lnTo>
                  <a:lnTo>
                    <a:pt x="205740" y="1270"/>
                  </a:lnTo>
                  <a:lnTo>
                    <a:pt x="205740" y="0"/>
                  </a:lnTo>
                  <a:close/>
                </a:path>
              </a:pathLst>
            </a:custGeom>
            <a:solidFill>
              <a:srgbClr val="000F8D"/>
            </a:solidFill>
          </p:spPr>
          <p:txBody>
            <a:bodyPr wrap="square" lIns="0" tIns="0" rIns="0" bIns="0" rtlCol="0"/>
            <a:lstStyle/>
            <a:p/>
          </p:txBody>
        </p:sp>
        <p:sp>
          <p:nvSpPr>
            <p:cNvPr id="1681" name="object 1681"/>
            <p:cNvSpPr/>
            <p:nvPr/>
          </p:nvSpPr>
          <p:spPr>
            <a:xfrm>
              <a:off x="4890770" y="1510029"/>
              <a:ext cx="205740" cy="7620"/>
            </a:xfrm>
            <a:custGeom>
              <a:avLst/>
              <a:gdLst/>
              <a:ahLst/>
              <a:cxnLst/>
              <a:rect l="l" t="t" r="r" b="b"/>
              <a:pathLst>
                <a:path w="205739" h="7619">
                  <a:moveTo>
                    <a:pt x="86360" y="3810"/>
                  </a:moveTo>
                  <a:lnTo>
                    <a:pt x="85090" y="3810"/>
                  </a:lnTo>
                  <a:lnTo>
                    <a:pt x="85090" y="0"/>
                  </a:lnTo>
                  <a:lnTo>
                    <a:pt x="0" y="0"/>
                  </a:lnTo>
                  <a:lnTo>
                    <a:pt x="0" y="3810"/>
                  </a:lnTo>
                  <a:lnTo>
                    <a:pt x="0" y="7620"/>
                  </a:lnTo>
                  <a:lnTo>
                    <a:pt x="86360" y="7620"/>
                  </a:lnTo>
                  <a:lnTo>
                    <a:pt x="86360" y="3810"/>
                  </a:lnTo>
                  <a:close/>
                </a:path>
                <a:path w="205739" h="7619">
                  <a:moveTo>
                    <a:pt x="205740" y="0"/>
                  </a:moveTo>
                  <a:lnTo>
                    <a:pt x="111760" y="0"/>
                  </a:lnTo>
                  <a:lnTo>
                    <a:pt x="111760" y="1270"/>
                  </a:lnTo>
                  <a:lnTo>
                    <a:pt x="110490" y="1270"/>
                  </a:lnTo>
                  <a:lnTo>
                    <a:pt x="110490" y="3810"/>
                  </a:lnTo>
                  <a:lnTo>
                    <a:pt x="109220" y="3810"/>
                  </a:lnTo>
                  <a:lnTo>
                    <a:pt x="109220" y="6350"/>
                  </a:lnTo>
                  <a:lnTo>
                    <a:pt x="107950" y="6350"/>
                  </a:lnTo>
                  <a:lnTo>
                    <a:pt x="107950" y="7620"/>
                  </a:lnTo>
                  <a:lnTo>
                    <a:pt x="205740" y="7620"/>
                  </a:lnTo>
                  <a:lnTo>
                    <a:pt x="205740" y="6350"/>
                  </a:lnTo>
                  <a:lnTo>
                    <a:pt x="205740" y="3810"/>
                  </a:lnTo>
                  <a:lnTo>
                    <a:pt x="205740" y="1270"/>
                  </a:lnTo>
                  <a:lnTo>
                    <a:pt x="205740" y="0"/>
                  </a:lnTo>
                  <a:close/>
                </a:path>
              </a:pathLst>
            </a:custGeom>
            <a:solidFill>
              <a:srgbClr val="000E8F"/>
            </a:solidFill>
          </p:spPr>
          <p:txBody>
            <a:bodyPr wrap="square" lIns="0" tIns="0" rIns="0" bIns="0" rtlCol="0"/>
            <a:lstStyle/>
            <a:p/>
          </p:txBody>
        </p:sp>
        <p:sp>
          <p:nvSpPr>
            <p:cNvPr id="1682" name="object 1682"/>
            <p:cNvSpPr/>
            <p:nvPr/>
          </p:nvSpPr>
          <p:spPr>
            <a:xfrm>
              <a:off x="4890770" y="1517649"/>
              <a:ext cx="205740" cy="6350"/>
            </a:xfrm>
            <a:custGeom>
              <a:avLst/>
              <a:gdLst/>
              <a:ahLst/>
              <a:cxnLst/>
              <a:rect l="l" t="t" r="r" b="b"/>
              <a:pathLst>
                <a:path w="205739" h="6350">
                  <a:moveTo>
                    <a:pt x="90170" y="3810"/>
                  </a:moveTo>
                  <a:lnTo>
                    <a:pt x="87630" y="3810"/>
                  </a:lnTo>
                  <a:lnTo>
                    <a:pt x="87630" y="1270"/>
                  </a:lnTo>
                  <a:lnTo>
                    <a:pt x="86360" y="1270"/>
                  </a:lnTo>
                  <a:lnTo>
                    <a:pt x="86360" y="0"/>
                  </a:lnTo>
                  <a:lnTo>
                    <a:pt x="0" y="0"/>
                  </a:lnTo>
                  <a:lnTo>
                    <a:pt x="0" y="1270"/>
                  </a:lnTo>
                  <a:lnTo>
                    <a:pt x="0" y="3810"/>
                  </a:lnTo>
                  <a:lnTo>
                    <a:pt x="0" y="6350"/>
                  </a:lnTo>
                  <a:lnTo>
                    <a:pt x="90170" y="6350"/>
                  </a:lnTo>
                  <a:lnTo>
                    <a:pt x="90170" y="3810"/>
                  </a:lnTo>
                  <a:close/>
                </a:path>
                <a:path w="205739" h="6350">
                  <a:moveTo>
                    <a:pt x="205740" y="0"/>
                  </a:moveTo>
                  <a:lnTo>
                    <a:pt x="106680" y="0"/>
                  </a:lnTo>
                  <a:lnTo>
                    <a:pt x="106680" y="1270"/>
                  </a:lnTo>
                  <a:lnTo>
                    <a:pt x="105410" y="1270"/>
                  </a:lnTo>
                  <a:lnTo>
                    <a:pt x="105410" y="2540"/>
                  </a:lnTo>
                  <a:lnTo>
                    <a:pt x="102870" y="2540"/>
                  </a:lnTo>
                  <a:lnTo>
                    <a:pt x="102870" y="5080"/>
                  </a:lnTo>
                  <a:lnTo>
                    <a:pt x="99060" y="5080"/>
                  </a:lnTo>
                  <a:lnTo>
                    <a:pt x="99060" y="6350"/>
                  </a:lnTo>
                  <a:lnTo>
                    <a:pt x="205740" y="6350"/>
                  </a:lnTo>
                  <a:lnTo>
                    <a:pt x="205740" y="5080"/>
                  </a:lnTo>
                  <a:lnTo>
                    <a:pt x="205740" y="2540"/>
                  </a:lnTo>
                  <a:lnTo>
                    <a:pt x="205740" y="1270"/>
                  </a:lnTo>
                  <a:lnTo>
                    <a:pt x="205740" y="0"/>
                  </a:lnTo>
                  <a:close/>
                </a:path>
              </a:pathLst>
            </a:custGeom>
            <a:solidFill>
              <a:srgbClr val="000E91"/>
            </a:solidFill>
          </p:spPr>
          <p:txBody>
            <a:bodyPr wrap="square" lIns="0" tIns="0" rIns="0" bIns="0" rtlCol="0"/>
            <a:lstStyle/>
            <a:p/>
          </p:txBody>
        </p:sp>
        <p:sp>
          <p:nvSpPr>
            <p:cNvPr id="1683" name="object 1683"/>
            <p:cNvSpPr/>
            <p:nvPr/>
          </p:nvSpPr>
          <p:spPr>
            <a:xfrm>
              <a:off x="4890770" y="1523999"/>
              <a:ext cx="205740" cy="7620"/>
            </a:xfrm>
            <a:custGeom>
              <a:avLst/>
              <a:gdLst/>
              <a:ahLst/>
              <a:cxnLst/>
              <a:rect l="l" t="t" r="r" b="b"/>
              <a:pathLst>
                <a:path w="205739" h="7619">
                  <a:moveTo>
                    <a:pt x="205740" y="0"/>
                  </a:moveTo>
                  <a:lnTo>
                    <a:pt x="96520" y="0"/>
                  </a:lnTo>
                  <a:lnTo>
                    <a:pt x="96520" y="1270"/>
                  </a:lnTo>
                  <a:lnTo>
                    <a:pt x="93980" y="1270"/>
                  </a:lnTo>
                  <a:lnTo>
                    <a:pt x="93980" y="0"/>
                  </a:lnTo>
                  <a:lnTo>
                    <a:pt x="0" y="0"/>
                  </a:lnTo>
                  <a:lnTo>
                    <a:pt x="0" y="1270"/>
                  </a:lnTo>
                  <a:lnTo>
                    <a:pt x="0" y="7620"/>
                  </a:lnTo>
                  <a:lnTo>
                    <a:pt x="205740" y="7620"/>
                  </a:lnTo>
                  <a:lnTo>
                    <a:pt x="205740" y="1270"/>
                  </a:lnTo>
                  <a:lnTo>
                    <a:pt x="205740" y="0"/>
                  </a:lnTo>
                  <a:close/>
                </a:path>
              </a:pathLst>
            </a:custGeom>
            <a:solidFill>
              <a:srgbClr val="000D93"/>
            </a:solidFill>
          </p:spPr>
          <p:txBody>
            <a:bodyPr wrap="square" lIns="0" tIns="0" rIns="0" bIns="0" rtlCol="0"/>
            <a:lstStyle/>
            <a:p/>
          </p:txBody>
        </p:sp>
        <p:sp>
          <p:nvSpPr>
            <p:cNvPr id="1684" name="object 1684"/>
            <p:cNvSpPr/>
            <p:nvPr/>
          </p:nvSpPr>
          <p:spPr>
            <a:xfrm>
              <a:off x="4890770" y="1531619"/>
              <a:ext cx="205740" cy="7620"/>
            </a:xfrm>
            <a:custGeom>
              <a:avLst/>
              <a:gdLst/>
              <a:ahLst/>
              <a:cxnLst/>
              <a:rect l="l" t="t" r="r" b="b"/>
              <a:pathLst>
                <a:path w="205739" h="7619">
                  <a:moveTo>
                    <a:pt x="205740" y="0"/>
                  </a:moveTo>
                  <a:lnTo>
                    <a:pt x="0" y="0"/>
                  </a:lnTo>
                  <a:lnTo>
                    <a:pt x="0" y="2540"/>
                  </a:lnTo>
                  <a:lnTo>
                    <a:pt x="1270" y="2540"/>
                  </a:lnTo>
                  <a:lnTo>
                    <a:pt x="1270" y="7620"/>
                  </a:lnTo>
                  <a:lnTo>
                    <a:pt x="205740" y="7620"/>
                  </a:lnTo>
                  <a:lnTo>
                    <a:pt x="205740" y="2540"/>
                  </a:lnTo>
                  <a:lnTo>
                    <a:pt x="205740" y="0"/>
                  </a:lnTo>
                  <a:close/>
                </a:path>
              </a:pathLst>
            </a:custGeom>
            <a:solidFill>
              <a:srgbClr val="000D96"/>
            </a:solidFill>
          </p:spPr>
          <p:txBody>
            <a:bodyPr wrap="square" lIns="0" tIns="0" rIns="0" bIns="0" rtlCol="0"/>
            <a:lstStyle/>
            <a:p/>
          </p:txBody>
        </p:sp>
        <p:sp>
          <p:nvSpPr>
            <p:cNvPr id="1685" name="object 1685"/>
            <p:cNvSpPr/>
            <p:nvPr/>
          </p:nvSpPr>
          <p:spPr>
            <a:xfrm>
              <a:off x="4892040" y="1539239"/>
              <a:ext cx="204470" cy="6350"/>
            </a:xfrm>
            <a:custGeom>
              <a:avLst/>
              <a:gdLst/>
              <a:ahLst/>
              <a:cxnLst/>
              <a:rect l="l" t="t" r="r" b="b"/>
              <a:pathLst>
                <a:path w="204470" h="6350">
                  <a:moveTo>
                    <a:pt x="0" y="6350"/>
                  </a:moveTo>
                  <a:lnTo>
                    <a:pt x="0" y="0"/>
                  </a:lnTo>
                  <a:lnTo>
                    <a:pt x="204470" y="0"/>
                  </a:lnTo>
                  <a:lnTo>
                    <a:pt x="204470" y="6350"/>
                  </a:lnTo>
                  <a:lnTo>
                    <a:pt x="0" y="6350"/>
                  </a:lnTo>
                  <a:close/>
                </a:path>
              </a:pathLst>
            </a:custGeom>
            <a:solidFill>
              <a:srgbClr val="000C98"/>
            </a:solidFill>
          </p:spPr>
          <p:txBody>
            <a:bodyPr wrap="square" lIns="0" tIns="0" rIns="0" bIns="0" rtlCol="0"/>
            <a:lstStyle/>
            <a:p/>
          </p:txBody>
        </p:sp>
        <p:sp>
          <p:nvSpPr>
            <p:cNvPr id="1686" name="object 1686"/>
            <p:cNvSpPr/>
            <p:nvPr/>
          </p:nvSpPr>
          <p:spPr>
            <a:xfrm>
              <a:off x="4892040" y="1545589"/>
              <a:ext cx="204470" cy="7620"/>
            </a:xfrm>
            <a:custGeom>
              <a:avLst/>
              <a:gdLst/>
              <a:ahLst/>
              <a:cxnLst/>
              <a:rect l="l" t="t" r="r" b="b"/>
              <a:pathLst>
                <a:path w="204470" h="7619">
                  <a:moveTo>
                    <a:pt x="204470" y="0"/>
                  </a:moveTo>
                  <a:lnTo>
                    <a:pt x="0" y="0"/>
                  </a:lnTo>
                  <a:lnTo>
                    <a:pt x="0" y="6350"/>
                  </a:lnTo>
                  <a:lnTo>
                    <a:pt x="1270" y="6350"/>
                  </a:lnTo>
                  <a:lnTo>
                    <a:pt x="1270" y="7620"/>
                  </a:lnTo>
                  <a:lnTo>
                    <a:pt x="204470" y="7620"/>
                  </a:lnTo>
                  <a:lnTo>
                    <a:pt x="204470" y="6350"/>
                  </a:lnTo>
                  <a:lnTo>
                    <a:pt x="204470" y="0"/>
                  </a:lnTo>
                  <a:close/>
                </a:path>
              </a:pathLst>
            </a:custGeom>
            <a:solidFill>
              <a:srgbClr val="000C9A"/>
            </a:solidFill>
          </p:spPr>
          <p:txBody>
            <a:bodyPr wrap="square" lIns="0" tIns="0" rIns="0" bIns="0" rtlCol="0"/>
            <a:lstStyle/>
            <a:p/>
          </p:txBody>
        </p:sp>
        <p:sp>
          <p:nvSpPr>
            <p:cNvPr id="1687" name="object 1687"/>
            <p:cNvSpPr/>
            <p:nvPr/>
          </p:nvSpPr>
          <p:spPr>
            <a:xfrm>
              <a:off x="4893310" y="1553209"/>
              <a:ext cx="203200" cy="7620"/>
            </a:xfrm>
            <a:custGeom>
              <a:avLst/>
              <a:gdLst/>
              <a:ahLst/>
              <a:cxnLst/>
              <a:rect l="l" t="t" r="r" b="b"/>
              <a:pathLst>
                <a:path w="203200" h="7619">
                  <a:moveTo>
                    <a:pt x="0" y="7619"/>
                  </a:moveTo>
                  <a:lnTo>
                    <a:pt x="0" y="0"/>
                  </a:lnTo>
                  <a:lnTo>
                    <a:pt x="203200" y="0"/>
                  </a:lnTo>
                  <a:lnTo>
                    <a:pt x="203200" y="7619"/>
                  </a:lnTo>
                  <a:lnTo>
                    <a:pt x="0" y="7619"/>
                  </a:lnTo>
                  <a:close/>
                </a:path>
              </a:pathLst>
            </a:custGeom>
            <a:solidFill>
              <a:srgbClr val="000B9D"/>
            </a:solidFill>
          </p:spPr>
          <p:txBody>
            <a:bodyPr wrap="square" lIns="0" tIns="0" rIns="0" bIns="0" rtlCol="0"/>
            <a:lstStyle/>
            <a:p/>
          </p:txBody>
        </p:sp>
        <p:sp>
          <p:nvSpPr>
            <p:cNvPr id="1688" name="object 1688"/>
            <p:cNvSpPr/>
            <p:nvPr/>
          </p:nvSpPr>
          <p:spPr>
            <a:xfrm>
              <a:off x="4893310" y="1560829"/>
              <a:ext cx="203200" cy="6350"/>
            </a:xfrm>
            <a:custGeom>
              <a:avLst/>
              <a:gdLst/>
              <a:ahLst/>
              <a:cxnLst/>
              <a:rect l="l" t="t" r="r" b="b"/>
              <a:pathLst>
                <a:path w="203200" h="6350">
                  <a:moveTo>
                    <a:pt x="203200" y="0"/>
                  </a:moveTo>
                  <a:lnTo>
                    <a:pt x="0" y="0"/>
                  </a:lnTo>
                  <a:lnTo>
                    <a:pt x="0" y="3810"/>
                  </a:lnTo>
                  <a:lnTo>
                    <a:pt x="1270" y="3810"/>
                  </a:lnTo>
                  <a:lnTo>
                    <a:pt x="1270" y="6350"/>
                  </a:lnTo>
                  <a:lnTo>
                    <a:pt x="203200" y="6350"/>
                  </a:lnTo>
                  <a:lnTo>
                    <a:pt x="203200" y="3810"/>
                  </a:lnTo>
                  <a:lnTo>
                    <a:pt x="203200" y="0"/>
                  </a:lnTo>
                  <a:close/>
                </a:path>
              </a:pathLst>
            </a:custGeom>
            <a:solidFill>
              <a:srgbClr val="000A9F"/>
            </a:solidFill>
          </p:spPr>
          <p:txBody>
            <a:bodyPr wrap="square" lIns="0" tIns="0" rIns="0" bIns="0" rtlCol="0"/>
            <a:lstStyle/>
            <a:p/>
          </p:txBody>
        </p:sp>
        <p:sp>
          <p:nvSpPr>
            <p:cNvPr id="1689" name="object 1689"/>
            <p:cNvSpPr/>
            <p:nvPr/>
          </p:nvSpPr>
          <p:spPr>
            <a:xfrm>
              <a:off x="4894580" y="1567179"/>
              <a:ext cx="201930" cy="7620"/>
            </a:xfrm>
            <a:custGeom>
              <a:avLst/>
              <a:gdLst/>
              <a:ahLst/>
              <a:cxnLst/>
              <a:rect l="l" t="t" r="r" b="b"/>
              <a:pathLst>
                <a:path w="201929" h="7619">
                  <a:moveTo>
                    <a:pt x="201930" y="0"/>
                  </a:moveTo>
                  <a:lnTo>
                    <a:pt x="0" y="0"/>
                  </a:lnTo>
                  <a:lnTo>
                    <a:pt x="0" y="6350"/>
                  </a:lnTo>
                  <a:lnTo>
                    <a:pt x="1270" y="6350"/>
                  </a:lnTo>
                  <a:lnTo>
                    <a:pt x="1270" y="7620"/>
                  </a:lnTo>
                  <a:lnTo>
                    <a:pt x="201930" y="7620"/>
                  </a:lnTo>
                  <a:lnTo>
                    <a:pt x="201930" y="6350"/>
                  </a:lnTo>
                  <a:lnTo>
                    <a:pt x="201930" y="0"/>
                  </a:lnTo>
                  <a:close/>
                </a:path>
              </a:pathLst>
            </a:custGeom>
            <a:solidFill>
              <a:srgbClr val="000AA1"/>
            </a:solidFill>
          </p:spPr>
          <p:txBody>
            <a:bodyPr wrap="square" lIns="0" tIns="0" rIns="0" bIns="0" rtlCol="0"/>
            <a:lstStyle/>
            <a:p/>
          </p:txBody>
        </p:sp>
        <p:sp>
          <p:nvSpPr>
            <p:cNvPr id="1690" name="object 1690"/>
            <p:cNvSpPr/>
            <p:nvPr/>
          </p:nvSpPr>
          <p:spPr>
            <a:xfrm>
              <a:off x="4895850" y="1574799"/>
              <a:ext cx="201930" cy="7620"/>
            </a:xfrm>
            <a:custGeom>
              <a:avLst/>
              <a:gdLst/>
              <a:ahLst/>
              <a:cxnLst/>
              <a:rect l="l" t="t" r="r" b="b"/>
              <a:pathLst>
                <a:path w="201929" h="7619">
                  <a:moveTo>
                    <a:pt x="0" y="7620"/>
                  </a:moveTo>
                  <a:lnTo>
                    <a:pt x="0" y="0"/>
                  </a:lnTo>
                  <a:lnTo>
                    <a:pt x="201929" y="0"/>
                  </a:lnTo>
                  <a:lnTo>
                    <a:pt x="201929" y="7620"/>
                  </a:lnTo>
                  <a:lnTo>
                    <a:pt x="0" y="7620"/>
                  </a:lnTo>
                  <a:close/>
                </a:path>
              </a:pathLst>
            </a:custGeom>
            <a:solidFill>
              <a:srgbClr val="0009A4"/>
            </a:solidFill>
          </p:spPr>
          <p:txBody>
            <a:bodyPr wrap="square" lIns="0" tIns="0" rIns="0" bIns="0" rtlCol="0"/>
            <a:lstStyle/>
            <a:p/>
          </p:txBody>
        </p:sp>
        <p:sp>
          <p:nvSpPr>
            <p:cNvPr id="1691" name="object 1691"/>
            <p:cNvSpPr/>
            <p:nvPr/>
          </p:nvSpPr>
          <p:spPr>
            <a:xfrm>
              <a:off x="4897120" y="1582419"/>
              <a:ext cx="200660" cy="6350"/>
            </a:xfrm>
            <a:custGeom>
              <a:avLst/>
              <a:gdLst/>
              <a:ahLst/>
              <a:cxnLst/>
              <a:rect l="l" t="t" r="r" b="b"/>
              <a:pathLst>
                <a:path w="200660" h="6350">
                  <a:moveTo>
                    <a:pt x="200659" y="0"/>
                  </a:moveTo>
                  <a:lnTo>
                    <a:pt x="0" y="0"/>
                  </a:lnTo>
                  <a:lnTo>
                    <a:pt x="0" y="6350"/>
                  </a:lnTo>
                  <a:lnTo>
                    <a:pt x="200659" y="6350"/>
                  </a:lnTo>
                  <a:lnTo>
                    <a:pt x="200659" y="0"/>
                  </a:lnTo>
                  <a:close/>
                </a:path>
              </a:pathLst>
            </a:custGeom>
            <a:solidFill>
              <a:srgbClr val="0009A6"/>
            </a:solidFill>
          </p:spPr>
          <p:txBody>
            <a:bodyPr wrap="square" lIns="0" tIns="0" rIns="0" bIns="0" rtlCol="0"/>
            <a:lstStyle/>
            <a:p/>
          </p:txBody>
        </p:sp>
        <p:sp>
          <p:nvSpPr>
            <p:cNvPr id="1692" name="object 1692"/>
            <p:cNvSpPr/>
            <p:nvPr/>
          </p:nvSpPr>
          <p:spPr>
            <a:xfrm>
              <a:off x="4897120" y="158876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0008A8"/>
            </a:solidFill>
          </p:spPr>
          <p:txBody>
            <a:bodyPr wrap="square" lIns="0" tIns="0" rIns="0" bIns="0" rtlCol="0"/>
            <a:lstStyle/>
            <a:p/>
          </p:txBody>
        </p:sp>
        <p:sp>
          <p:nvSpPr>
            <p:cNvPr id="1693" name="object 1693"/>
            <p:cNvSpPr/>
            <p:nvPr/>
          </p:nvSpPr>
          <p:spPr>
            <a:xfrm>
              <a:off x="4898390" y="159638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0008AA"/>
            </a:solidFill>
          </p:spPr>
          <p:txBody>
            <a:bodyPr wrap="square" lIns="0" tIns="0" rIns="0" bIns="0" rtlCol="0"/>
            <a:lstStyle/>
            <a:p/>
          </p:txBody>
        </p:sp>
        <p:sp>
          <p:nvSpPr>
            <p:cNvPr id="1694" name="object 1694"/>
            <p:cNvSpPr/>
            <p:nvPr/>
          </p:nvSpPr>
          <p:spPr>
            <a:xfrm>
              <a:off x="4899660" y="1604009"/>
              <a:ext cx="199390" cy="6350"/>
            </a:xfrm>
            <a:custGeom>
              <a:avLst/>
              <a:gdLst/>
              <a:ahLst/>
              <a:cxnLst/>
              <a:rect l="l" t="t" r="r" b="b"/>
              <a:pathLst>
                <a:path w="199389" h="6350">
                  <a:moveTo>
                    <a:pt x="199390" y="1282"/>
                  </a:moveTo>
                  <a:lnTo>
                    <a:pt x="1270" y="1282"/>
                  </a:lnTo>
                  <a:lnTo>
                    <a:pt x="1270" y="6350"/>
                  </a:lnTo>
                  <a:lnTo>
                    <a:pt x="199390" y="6350"/>
                  </a:lnTo>
                  <a:lnTo>
                    <a:pt x="199390" y="1282"/>
                  </a:lnTo>
                  <a:close/>
                </a:path>
                <a:path w="199389" h="6350">
                  <a:moveTo>
                    <a:pt x="199390" y="0"/>
                  </a:moveTo>
                  <a:lnTo>
                    <a:pt x="0" y="0"/>
                  </a:lnTo>
                  <a:lnTo>
                    <a:pt x="0" y="1270"/>
                  </a:lnTo>
                  <a:lnTo>
                    <a:pt x="199390" y="1270"/>
                  </a:lnTo>
                  <a:lnTo>
                    <a:pt x="199390" y="0"/>
                  </a:lnTo>
                  <a:close/>
                </a:path>
              </a:pathLst>
            </a:custGeom>
            <a:solidFill>
              <a:srgbClr val="0007AD"/>
            </a:solidFill>
          </p:spPr>
          <p:txBody>
            <a:bodyPr wrap="square" lIns="0" tIns="0" rIns="0" bIns="0" rtlCol="0"/>
            <a:lstStyle/>
            <a:p/>
          </p:txBody>
        </p:sp>
        <p:sp>
          <p:nvSpPr>
            <p:cNvPr id="1695" name="object 1695"/>
            <p:cNvSpPr/>
            <p:nvPr/>
          </p:nvSpPr>
          <p:spPr>
            <a:xfrm>
              <a:off x="4902200" y="1610359"/>
              <a:ext cx="198120" cy="7620"/>
            </a:xfrm>
            <a:custGeom>
              <a:avLst/>
              <a:gdLst/>
              <a:ahLst/>
              <a:cxnLst/>
              <a:rect l="l" t="t" r="r" b="b"/>
              <a:pathLst>
                <a:path w="198120" h="7619">
                  <a:moveTo>
                    <a:pt x="198120" y="0"/>
                  </a:moveTo>
                  <a:lnTo>
                    <a:pt x="0" y="0"/>
                  </a:lnTo>
                  <a:lnTo>
                    <a:pt x="0" y="5080"/>
                  </a:lnTo>
                  <a:lnTo>
                    <a:pt x="1270" y="5080"/>
                  </a:lnTo>
                  <a:lnTo>
                    <a:pt x="1270" y="7620"/>
                  </a:lnTo>
                  <a:lnTo>
                    <a:pt x="198120" y="7620"/>
                  </a:lnTo>
                  <a:lnTo>
                    <a:pt x="198120" y="5080"/>
                  </a:lnTo>
                  <a:lnTo>
                    <a:pt x="198120" y="0"/>
                  </a:lnTo>
                  <a:close/>
                </a:path>
              </a:pathLst>
            </a:custGeom>
            <a:solidFill>
              <a:srgbClr val="0006AF"/>
            </a:solidFill>
          </p:spPr>
          <p:txBody>
            <a:bodyPr wrap="square" lIns="0" tIns="0" rIns="0" bIns="0" rtlCol="0"/>
            <a:lstStyle/>
            <a:p/>
          </p:txBody>
        </p:sp>
        <p:sp>
          <p:nvSpPr>
            <p:cNvPr id="1696" name="object 1696"/>
            <p:cNvSpPr/>
            <p:nvPr/>
          </p:nvSpPr>
          <p:spPr>
            <a:xfrm>
              <a:off x="4903470" y="1617979"/>
              <a:ext cx="198120" cy="7620"/>
            </a:xfrm>
            <a:custGeom>
              <a:avLst/>
              <a:gdLst/>
              <a:ahLst/>
              <a:cxnLst/>
              <a:rect l="l" t="t" r="r" b="b"/>
              <a:pathLst>
                <a:path w="198120" h="7619">
                  <a:moveTo>
                    <a:pt x="198120" y="1270"/>
                  </a:moveTo>
                  <a:lnTo>
                    <a:pt x="196850" y="1270"/>
                  </a:lnTo>
                  <a:lnTo>
                    <a:pt x="196850" y="0"/>
                  </a:lnTo>
                  <a:lnTo>
                    <a:pt x="0" y="0"/>
                  </a:lnTo>
                  <a:lnTo>
                    <a:pt x="0" y="1270"/>
                  </a:lnTo>
                  <a:lnTo>
                    <a:pt x="0" y="2540"/>
                  </a:lnTo>
                  <a:lnTo>
                    <a:pt x="1270" y="2540"/>
                  </a:lnTo>
                  <a:lnTo>
                    <a:pt x="1270" y="6350"/>
                  </a:lnTo>
                  <a:lnTo>
                    <a:pt x="2540" y="6350"/>
                  </a:lnTo>
                  <a:lnTo>
                    <a:pt x="2540" y="7620"/>
                  </a:lnTo>
                  <a:lnTo>
                    <a:pt x="198120" y="7620"/>
                  </a:lnTo>
                  <a:lnTo>
                    <a:pt x="198120" y="6350"/>
                  </a:lnTo>
                  <a:lnTo>
                    <a:pt x="198120" y="2540"/>
                  </a:lnTo>
                  <a:lnTo>
                    <a:pt x="198120" y="1270"/>
                  </a:lnTo>
                  <a:close/>
                </a:path>
              </a:pathLst>
            </a:custGeom>
            <a:solidFill>
              <a:srgbClr val="0006B1"/>
            </a:solidFill>
          </p:spPr>
          <p:txBody>
            <a:bodyPr wrap="square" lIns="0" tIns="0" rIns="0" bIns="0" rtlCol="0"/>
            <a:lstStyle/>
            <a:p/>
          </p:txBody>
        </p:sp>
        <p:sp>
          <p:nvSpPr>
            <p:cNvPr id="1697" name="object 1697"/>
            <p:cNvSpPr/>
            <p:nvPr/>
          </p:nvSpPr>
          <p:spPr>
            <a:xfrm>
              <a:off x="4906010" y="1625599"/>
              <a:ext cx="196850" cy="6350"/>
            </a:xfrm>
            <a:custGeom>
              <a:avLst/>
              <a:gdLst/>
              <a:ahLst/>
              <a:cxnLst/>
              <a:rect l="l" t="t" r="r" b="b"/>
              <a:pathLst>
                <a:path w="196850" h="6350">
                  <a:moveTo>
                    <a:pt x="196850" y="2540"/>
                  </a:moveTo>
                  <a:lnTo>
                    <a:pt x="195580" y="2540"/>
                  </a:lnTo>
                  <a:lnTo>
                    <a:pt x="195580" y="0"/>
                  </a:lnTo>
                  <a:lnTo>
                    <a:pt x="0" y="0"/>
                  </a:lnTo>
                  <a:lnTo>
                    <a:pt x="0" y="2540"/>
                  </a:lnTo>
                  <a:lnTo>
                    <a:pt x="0" y="3810"/>
                  </a:lnTo>
                  <a:lnTo>
                    <a:pt x="1270" y="3810"/>
                  </a:lnTo>
                  <a:lnTo>
                    <a:pt x="1270" y="6350"/>
                  </a:lnTo>
                  <a:lnTo>
                    <a:pt x="196850" y="6350"/>
                  </a:lnTo>
                  <a:lnTo>
                    <a:pt x="196850" y="3810"/>
                  </a:lnTo>
                  <a:lnTo>
                    <a:pt x="196850" y="2540"/>
                  </a:lnTo>
                  <a:close/>
                </a:path>
              </a:pathLst>
            </a:custGeom>
            <a:solidFill>
              <a:srgbClr val="0005B4"/>
            </a:solidFill>
          </p:spPr>
          <p:txBody>
            <a:bodyPr wrap="square" lIns="0" tIns="0" rIns="0" bIns="0" rtlCol="0"/>
            <a:lstStyle/>
            <a:p/>
          </p:txBody>
        </p:sp>
        <p:sp>
          <p:nvSpPr>
            <p:cNvPr id="1698" name="object 1698"/>
            <p:cNvSpPr/>
            <p:nvPr/>
          </p:nvSpPr>
          <p:spPr>
            <a:xfrm>
              <a:off x="4907280" y="1631949"/>
              <a:ext cx="196850" cy="7620"/>
            </a:xfrm>
            <a:custGeom>
              <a:avLst/>
              <a:gdLst/>
              <a:ahLst/>
              <a:cxnLst/>
              <a:rect l="l" t="t" r="r" b="b"/>
              <a:pathLst>
                <a:path w="196850" h="7619">
                  <a:moveTo>
                    <a:pt x="196850" y="5080"/>
                  </a:moveTo>
                  <a:lnTo>
                    <a:pt x="195580" y="5080"/>
                  </a:lnTo>
                  <a:lnTo>
                    <a:pt x="195580" y="2540"/>
                  </a:lnTo>
                  <a:lnTo>
                    <a:pt x="195580" y="0"/>
                  </a:lnTo>
                  <a:lnTo>
                    <a:pt x="0" y="0"/>
                  </a:lnTo>
                  <a:lnTo>
                    <a:pt x="0" y="2540"/>
                  </a:lnTo>
                  <a:lnTo>
                    <a:pt x="1270" y="2540"/>
                  </a:lnTo>
                  <a:lnTo>
                    <a:pt x="1270" y="5080"/>
                  </a:lnTo>
                  <a:lnTo>
                    <a:pt x="1270" y="6350"/>
                  </a:lnTo>
                  <a:lnTo>
                    <a:pt x="2540" y="6350"/>
                  </a:lnTo>
                  <a:lnTo>
                    <a:pt x="2540" y="7620"/>
                  </a:lnTo>
                  <a:lnTo>
                    <a:pt x="196850" y="7620"/>
                  </a:lnTo>
                  <a:lnTo>
                    <a:pt x="196850" y="6350"/>
                  </a:lnTo>
                  <a:lnTo>
                    <a:pt x="196850" y="5080"/>
                  </a:lnTo>
                  <a:close/>
                </a:path>
              </a:pathLst>
            </a:custGeom>
            <a:solidFill>
              <a:srgbClr val="0005B6"/>
            </a:solidFill>
          </p:spPr>
          <p:txBody>
            <a:bodyPr wrap="square" lIns="0" tIns="0" rIns="0" bIns="0" rtlCol="0"/>
            <a:lstStyle/>
            <a:p/>
          </p:txBody>
        </p:sp>
        <p:sp>
          <p:nvSpPr>
            <p:cNvPr id="1699" name="object 1699"/>
            <p:cNvSpPr/>
            <p:nvPr/>
          </p:nvSpPr>
          <p:spPr>
            <a:xfrm>
              <a:off x="4909820" y="1639569"/>
              <a:ext cx="195580" cy="7620"/>
            </a:xfrm>
            <a:custGeom>
              <a:avLst/>
              <a:gdLst/>
              <a:ahLst/>
              <a:cxnLst/>
              <a:rect l="l" t="t" r="r" b="b"/>
              <a:pathLst>
                <a:path w="195579" h="7619">
                  <a:moveTo>
                    <a:pt x="111760" y="0"/>
                  </a:moveTo>
                  <a:lnTo>
                    <a:pt x="0" y="0"/>
                  </a:lnTo>
                  <a:lnTo>
                    <a:pt x="0" y="1270"/>
                  </a:lnTo>
                  <a:lnTo>
                    <a:pt x="1270" y="1270"/>
                  </a:lnTo>
                  <a:lnTo>
                    <a:pt x="1270" y="3810"/>
                  </a:lnTo>
                  <a:lnTo>
                    <a:pt x="1270" y="5080"/>
                  </a:lnTo>
                  <a:lnTo>
                    <a:pt x="2540" y="5080"/>
                  </a:lnTo>
                  <a:lnTo>
                    <a:pt x="2540" y="6350"/>
                  </a:lnTo>
                  <a:lnTo>
                    <a:pt x="2540" y="7620"/>
                  </a:lnTo>
                  <a:lnTo>
                    <a:pt x="107950" y="7620"/>
                  </a:lnTo>
                  <a:lnTo>
                    <a:pt x="107950" y="6350"/>
                  </a:lnTo>
                  <a:lnTo>
                    <a:pt x="109220" y="6350"/>
                  </a:lnTo>
                  <a:lnTo>
                    <a:pt x="109220" y="5080"/>
                  </a:lnTo>
                  <a:lnTo>
                    <a:pt x="109220" y="3810"/>
                  </a:lnTo>
                  <a:lnTo>
                    <a:pt x="110490" y="3810"/>
                  </a:lnTo>
                  <a:lnTo>
                    <a:pt x="110490" y="1270"/>
                  </a:lnTo>
                  <a:lnTo>
                    <a:pt x="111760" y="1270"/>
                  </a:lnTo>
                  <a:lnTo>
                    <a:pt x="111760" y="0"/>
                  </a:lnTo>
                  <a:close/>
                </a:path>
                <a:path w="195579" h="7619">
                  <a:moveTo>
                    <a:pt x="195580" y="6350"/>
                  </a:moveTo>
                  <a:lnTo>
                    <a:pt x="194310" y="6350"/>
                  </a:lnTo>
                  <a:lnTo>
                    <a:pt x="194310" y="3810"/>
                  </a:lnTo>
                  <a:lnTo>
                    <a:pt x="194310" y="0"/>
                  </a:lnTo>
                  <a:lnTo>
                    <a:pt x="113030" y="0"/>
                  </a:lnTo>
                  <a:lnTo>
                    <a:pt x="113030" y="3810"/>
                  </a:lnTo>
                  <a:lnTo>
                    <a:pt x="114300" y="3810"/>
                  </a:lnTo>
                  <a:lnTo>
                    <a:pt x="114300" y="6350"/>
                  </a:lnTo>
                  <a:lnTo>
                    <a:pt x="114300" y="7620"/>
                  </a:lnTo>
                  <a:lnTo>
                    <a:pt x="195580" y="7620"/>
                  </a:lnTo>
                  <a:lnTo>
                    <a:pt x="195580" y="6350"/>
                  </a:lnTo>
                  <a:close/>
                </a:path>
              </a:pathLst>
            </a:custGeom>
            <a:solidFill>
              <a:srgbClr val="0004B8"/>
            </a:solidFill>
          </p:spPr>
          <p:txBody>
            <a:bodyPr wrap="square" lIns="0" tIns="0" rIns="0" bIns="0" rtlCol="0"/>
            <a:lstStyle/>
            <a:p/>
          </p:txBody>
        </p:sp>
        <p:sp>
          <p:nvSpPr>
            <p:cNvPr id="1700" name="object 1700"/>
            <p:cNvSpPr/>
            <p:nvPr/>
          </p:nvSpPr>
          <p:spPr>
            <a:xfrm>
              <a:off x="4913630" y="1647189"/>
              <a:ext cx="191770" cy="6350"/>
            </a:xfrm>
            <a:custGeom>
              <a:avLst/>
              <a:gdLst/>
              <a:ahLst/>
              <a:cxnLst/>
              <a:rect l="l" t="t" r="r" b="b"/>
              <a:pathLst>
                <a:path w="191770" h="6350">
                  <a:moveTo>
                    <a:pt x="104140" y="0"/>
                  </a:moveTo>
                  <a:lnTo>
                    <a:pt x="0" y="0"/>
                  </a:lnTo>
                  <a:lnTo>
                    <a:pt x="0" y="1270"/>
                  </a:lnTo>
                  <a:lnTo>
                    <a:pt x="0" y="2540"/>
                  </a:lnTo>
                  <a:lnTo>
                    <a:pt x="1270" y="2540"/>
                  </a:lnTo>
                  <a:lnTo>
                    <a:pt x="1270" y="3810"/>
                  </a:lnTo>
                  <a:lnTo>
                    <a:pt x="1270" y="5080"/>
                  </a:lnTo>
                  <a:lnTo>
                    <a:pt x="2540" y="5080"/>
                  </a:lnTo>
                  <a:lnTo>
                    <a:pt x="2540" y="6350"/>
                  </a:lnTo>
                  <a:lnTo>
                    <a:pt x="100330" y="6350"/>
                  </a:lnTo>
                  <a:lnTo>
                    <a:pt x="100330" y="5080"/>
                  </a:lnTo>
                  <a:lnTo>
                    <a:pt x="101600" y="5080"/>
                  </a:lnTo>
                  <a:lnTo>
                    <a:pt x="101600" y="3810"/>
                  </a:lnTo>
                  <a:lnTo>
                    <a:pt x="102870" y="3810"/>
                  </a:lnTo>
                  <a:lnTo>
                    <a:pt x="102870" y="2540"/>
                  </a:lnTo>
                  <a:lnTo>
                    <a:pt x="102870" y="1270"/>
                  </a:lnTo>
                  <a:lnTo>
                    <a:pt x="104140" y="1270"/>
                  </a:lnTo>
                  <a:lnTo>
                    <a:pt x="104140" y="0"/>
                  </a:lnTo>
                  <a:close/>
                </a:path>
                <a:path w="191770" h="6350">
                  <a:moveTo>
                    <a:pt x="191770" y="0"/>
                  </a:moveTo>
                  <a:lnTo>
                    <a:pt x="110490" y="0"/>
                  </a:lnTo>
                  <a:lnTo>
                    <a:pt x="110490" y="3810"/>
                  </a:lnTo>
                  <a:lnTo>
                    <a:pt x="111760" y="3810"/>
                  </a:lnTo>
                  <a:lnTo>
                    <a:pt x="111760" y="6350"/>
                  </a:lnTo>
                  <a:lnTo>
                    <a:pt x="191770" y="6350"/>
                  </a:lnTo>
                  <a:lnTo>
                    <a:pt x="191770" y="3810"/>
                  </a:lnTo>
                  <a:lnTo>
                    <a:pt x="191770" y="0"/>
                  </a:lnTo>
                  <a:close/>
                </a:path>
              </a:pathLst>
            </a:custGeom>
            <a:solidFill>
              <a:srgbClr val="0004BA"/>
            </a:solidFill>
          </p:spPr>
          <p:txBody>
            <a:bodyPr wrap="square" lIns="0" tIns="0" rIns="0" bIns="0" rtlCol="0"/>
            <a:lstStyle/>
            <a:p/>
          </p:txBody>
        </p:sp>
        <p:sp>
          <p:nvSpPr>
            <p:cNvPr id="1701" name="object 1701"/>
            <p:cNvSpPr/>
            <p:nvPr/>
          </p:nvSpPr>
          <p:spPr>
            <a:xfrm>
              <a:off x="4916170" y="1653539"/>
              <a:ext cx="190500" cy="7620"/>
            </a:xfrm>
            <a:custGeom>
              <a:avLst/>
              <a:gdLst/>
              <a:ahLst/>
              <a:cxnLst/>
              <a:rect l="l" t="t" r="r" b="b"/>
              <a:pathLst>
                <a:path w="190500" h="7619">
                  <a:moveTo>
                    <a:pt x="95237" y="2552"/>
                  </a:moveTo>
                  <a:lnTo>
                    <a:pt x="1270" y="2552"/>
                  </a:lnTo>
                  <a:lnTo>
                    <a:pt x="1270" y="5080"/>
                  </a:lnTo>
                  <a:lnTo>
                    <a:pt x="2540" y="5080"/>
                  </a:lnTo>
                  <a:lnTo>
                    <a:pt x="2540" y="6350"/>
                  </a:lnTo>
                  <a:lnTo>
                    <a:pt x="3810" y="6350"/>
                  </a:lnTo>
                  <a:lnTo>
                    <a:pt x="3810" y="7620"/>
                  </a:lnTo>
                  <a:lnTo>
                    <a:pt x="92710" y="7620"/>
                  </a:lnTo>
                  <a:lnTo>
                    <a:pt x="92710" y="6350"/>
                  </a:lnTo>
                  <a:lnTo>
                    <a:pt x="93980" y="6350"/>
                  </a:lnTo>
                  <a:lnTo>
                    <a:pt x="93980" y="5080"/>
                  </a:lnTo>
                  <a:lnTo>
                    <a:pt x="95237" y="5080"/>
                  </a:lnTo>
                  <a:lnTo>
                    <a:pt x="95237" y="2552"/>
                  </a:lnTo>
                  <a:close/>
                </a:path>
                <a:path w="190500" h="7619">
                  <a:moveTo>
                    <a:pt x="97790" y="0"/>
                  </a:moveTo>
                  <a:lnTo>
                    <a:pt x="0" y="0"/>
                  </a:lnTo>
                  <a:lnTo>
                    <a:pt x="0" y="1270"/>
                  </a:lnTo>
                  <a:lnTo>
                    <a:pt x="0" y="2540"/>
                  </a:lnTo>
                  <a:lnTo>
                    <a:pt x="96520" y="2540"/>
                  </a:lnTo>
                  <a:lnTo>
                    <a:pt x="96520" y="1270"/>
                  </a:lnTo>
                  <a:lnTo>
                    <a:pt x="97790" y="1270"/>
                  </a:lnTo>
                  <a:lnTo>
                    <a:pt x="97790" y="0"/>
                  </a:lnTo>
                  <a:close/>
                </a:path>
                <a:path w="190500" h="7619">
                  <a:moveTo>
                    <a:pt x="190500" y="5080"/>
                  </a:moveTo>
                  <a:lnTo>
                    <a:pt x="190487" y="2540"/>
                  </a:lnTo>
                  <a:lnTo>
                    <a:pt x="190487" y="1270"/>
                  </a:lnTo>
                  <a:lnTo>
                    <a:pt x="189230" y="1270"/>
                  </a:lnTo>
                  <a:lnTo>
                    <a:pt x="189230" y="0"/>
                  </a:lnTo>
                  <a:lnTo>
                    <a:pt x="109220" y="0"/>
                  </a:lnTo>
                  <a:lnTo>
                    <a:pt x="109220" y="1270"/>
                  </a:lnTo>
                  <a:lnTo>
                    <a:pt x="109220" y="2540"/>
                  </a:lnTo>
                  <a:lnTo>
                    <a:pt x="109220" y="5080"/>
                  </a:lnTo>
                  <a:lnTo>
                    <a:pt x="110490" y="5080"/>
                  </a:lnTo>
                  <a:lnTo>
                    <a:pt x="110490" y="7620"/>
                  </a:lnTo>
                  <a:lnTo>
                    <a:pt x="190500" y="7620"/>
                  </a:lnTo>
                  <a:lnTo>
                    <a:pt x="190500" y="5080"/>
                  </a:lnTo>
                  <a:close/>
                </a:path>
              </a:pathLst>
            </a:custGeom>
            <a:solidFill>
              <a:srgbClr val="0003BD"/>
            </a:solidFill>
          </p:spPr>
          <p:txBody>
            <a:bodyPr wrap="square" lIns="0" tIns="0" rIns="0" bIns="0" rtlCol="0"/>
            <a:lstStyle/>
            <a:p/>
          </p:txBody>
        </p:sp>
        <p:sp>
          <p:nvSpPr>
            <p:cNvPr id="1702" name="object 1702"/>
            <p:cNvSpPr/>
            <p:nvPr/>
          </p:nvSpPr>
          <p:spPr>
            <a:xfrm>
              <a:off x="4919980" y="1661159"/>
              <a:ext cx="187960" cy="7620"/>
            </a:xfrm>
            <a:custGeom>
              <a:avLst/>
              <a:gdLst/>
              <a:ahLst/>
              <a:cxnLst/>
              <a:rect l="l" t="t" r="r" b="b"/>
              <a:pathLst>
                <a:path w="187960" h="7619">
                  <a:moveTo>
                    <a:pt x="83820" y="5079"/>
                  </a:moveTo>
                  <a:lnTo>
                    <a:pt x="3810" y="5079"/>
                  </a:lnTo>
                  <a:lnTo>
                    <a:pt x="3810" y="7619"/>
                  </a:lnTo>
                  <a:lnTo>
                    <a:pt x="82550" y="7619"/>
                  </a:lnTo>
                  <a:lnTo>
                    <a:pt x="82550" y="6350"/>
                  </a:lnTo>
                  <a:lnTo>
                    <a:pt x="83820" y="6350"/>
                  </a:lnTo>
                  <a:lnTo>
                    <a:pt x="83820" y="5079"/>
                  </a:lnTo>
                  <a:close/>
                </a:path>
                <a:path w="187960" h="7619">
                  <a:moveTo>
                    <a:pt x="86360" y="2539"/>
                  </a:moveTo>
                  <a:lnTo>
                    <a:pt x="2540" y="2539"/>
                  </a:lnTo>
                  <a:lnTo>
                    <a:pt x="2540" y="5079"/>
                  </a:lnTo>
                  <a:lnTo>
                    <a:pt x="85090" y="5079"/>
                  </a:lnTo>
                  <a:lnTo>
                    <a:pt x="85090" y="3810"/>
                  </a:lnTo>
                  <a:lnTo>
                    <a:pt x="86360" y="3810"/>
                  </a:lnTo>
                  <a:lnTo>
                    <a:pt x="86360" y="2539"/>
                  </a:lnTo>
                  <a:close/>
                </a:path>
                <a:path w="187960" h="7619">
                  <a:moveTo>
                    <a:pt x="87629" y="0"/>
                  </a:moveTo>
                  <a:lnTo>
                    <a:pt x="0" y="0"/>
                  </a:lnTo>
                  <a:lnTo>
                    <a:pt x="0" y="1269"/>
                  </a:lnTo>
                  <a:lnTo>
                    <a:pt x="1270" y="1269"/>
                  </a:lnTo>
                  <a:lnTo>
                    <a:pt x="1270" y="2539"/>
                  </a:lnTo>
                  <a:lnTo>
                    <a:pt x="87630" y="2539"/>
                  </a:lnTo>
                  <a:lnTo>
                    <a:pt x="87629" y="0"/>
                  </a:lnTo>
                  <a:close/>
                </a:path>
                <a:path w="187960" h="7619">
                  <a:moveTo>
                    <a:pt x="186690" y="0"/>
                  </a:moveTo>
                  <a:lnTo>
                    <a:pt x="106680" y="0"/>
                  </a:lnTo>
                  <a:lnTo>
                    <a:pt x="106680" y="5079"/>
                  </a:lnTo>
                  <a:lnTo>
                    <a:pt x="107950" y="5079"/>
                  </a:lnTo>
                  <a:lnTo>
                    <a:pt x="107950" y="7619"/>
                  </a:lnTo>
                  <a:lnTo>
                    <a:pt x="187960" y="7619"/>
                  </a:lnTo>
                  <a:lnTo>
                    <a:pt x="187960" y="2539"/>
                  </a:lnTo>
                  <a:lnTo>
                    <a:pt x="186690" y="2539"/>
                  </a:lnTo>
                  <a:lnTo>
                    <a:pt x="186690" y="0"/>
                  </a:lnTo>
                  <a:close/>
                </a:path>
              </a:pathLst>
            </a:custGeom>
            <a:solidFill>
              <a:srgbClr val="0002BF"/>
            </a:solidFill>
          </p:spPr>
          <p:txBody>
            <a:bodyPr wrap="square" lIns="0" tIns="0" rIns="0" bIns="0" rtlCol="0"/>
            <a:lstStyle/>
            <a:p/>
          </p:txBody>
        </p:sp>
        <p:sp>
          <p:nvSpPr>
            <p:cNvPr id="1703" name="object 1703"/>
            <p:cNvSpPr/>
            <p:nvPr/>
          </p:nvSpPr>
          <p:spPr>
            <a:xfrm>
              <a:off x="4925060" y="1668779"/>
              <a:ext cx="182880" cy="6350"/>
            </a:xfrm>
            <a:custGeom>
              <a:avLst/>
              <a:gdLst/>
              <a:ahLst/>
              <a:cxnLst/>
              <a:rect l="l" t="t" r="r" b="b"/>
              <a:pathLst>
                <a:path w="182879" h="6350">
                  <a:moveTo>
                    <a:pt x="71119" y="5080"/>
                  </a:moveTo>
                  <a:lnTo>
                    <a:pt x="5079" y="5080"/>
                  </a:lnTo>
                  <a:lnTo>
                    <a:pt x="5079" y="6350"/>
                  </a:lnTo>
                  <a:lnTo>
                    <a:pt x="71119" y="6350"/>
                  </a:lnTo>
                  <a:lnTo>
                    <a:pt x="71119" y="5080"/>
                  </a:lnTo>
                  <a:close/>
                </a:path>
                <a:path w="182879" h="6350">
                  <a:moveTo>
                    <a:pt x="72389" y="3810"/>
                  </a:moveTo>
                  <a:lnTo>
                    <a:pt x="3810" y="3810"/>
                  </a:lnTo>
                  <a:lnTo>
                    <a:pt x="3810" y="5080"/>
                  </a:lnTo>
                  <a:lnTo>
                    <a:pt x="72389" y="5080"/>
                  </a:lnTo>
                  <a:lnTo>
                    <a:pt x="72389" y="3810"/>
                  </a:lnTo>
                  <a:close/>
                </a:path>
                <a:path w="182879" h="6350">
                  <a:moveTo>
                    <a:pt x="73660" y="2540"/>
                  </a:moveTo>
                  <a:lnTo>
                    <a:pt x="2539" y="2540"/>
                  </a:lnTo>
                  <a:lnTo>
                    <a:pt x="2539" y="3810"/>
                  </a:lnTo>
                  <a:lnTo>
                    <a:pt x="73660" y="3810"/>
                  </a:lnTo>
                  <a:lnTo>
                    <a:pt x="73660" y="2540"/>
                  </a:lnTo>
                  <a:close/>
                </a:path>
                <a:path w="182879" h="6350">
                  <a:moveTo>
                    <a:pt x="74929" y="1270"/>
                  </a:moveTo>
                  <a:lnTo>
                    <a:pt x="1269" y="1270"/>
                  </a:lnTo>
                  <a:lnTo>
                    <a:pt x="1269" y="2540"/>
                  </a:lnTo>
                  <a:lnTo>
                    <a:pt x="74929" y="2540"/>
                  </a:lnTo>
                  <a:lnTo>
                    <a:pt x="74929" y="1270"/>
                  </a:lnTo>
                  <a:close/>
                </a:path>
                <a:path w="182879" h="6350">
                  <a:moveTo>
                    <a:pt x="76200" y="0"/>
                  </a:moveTo>
                  <a:lnTo>
                    <a:pt x="0" y="0"/>
                  </a:lnTo>
                  <a:lnTo>
                    <a:pt x="0" y="1270"/>
                  </a:lnTo>
                  <a:lnTo>
                    <a:pt x="76200" y="1270"/>
                  </a:lnTo>
                  <a:lnTo>
                    <a:pt x="76200" y="0"/>
                  </a:lnTo>
                  <a:close/>
                </a:path>
                <a:path w="182879" h="6350">
                  <a:moveTo>
                    <a:pt x="182879" y="0"/>
                  </a:moveTo>
                  <a:lnTo>
                    <a:pt x="102869" y="0"/>
                  </a:lnTo>
                  <a:lnTo>
                    <a:pt x="102869" y="5080"/>
                  </a:lnTo>
                  <a:lnTo>
                    <a:pt x="104139" y="5080"/>
                  </a:lnTo>
                  <a:lnTo>
                    <a:pt x="104139" y="6350"/>
                  </a:lnTo>
                  <a:lnTo>
                    <a:pt x="182879" y="6350"/>
                  </a:lnTo>
                  <a:lnTo>
                    <a:pt x="182879" y="0"/>
                  </a:lnTo>
                  <a:close/>
                </a:path>
              </a:pathLst>
            </a:custGeom>
            <a:solidFill>
              <a:srgbClr val="0002C1"/>
            </a:solidFill>
          </p:spPr>
          <p:txBody>
            <a:bodyPr wrap="square" lIns="0" tIns="0" rIns="0" bIns="0" rtlCol="0"/>
            <a:lstStyle/>
            <a:p/>
          </p:txBody>
        </p:sp>
        <p:sp>
          <p:nvSpPr>
            <p:cNvPr id="1704" name="object 1704"/>
            <p:cNvSpPr/>
            <p:nvPr/>
          </p:nvSpPr>
          <p:spPr>
            <a:xfrm>
              <a:off x="4931410" y="1675129"/>
              <a:ext cx="176530" cy="7620"/>
            </a:xfrm>
            <a:custGeom>
              <a:avLst/>
              <a:gdLst/>
              <a:ahLst/>
              <a:cxnLst/>
              <a:rect l="l" t="t" r="r" b="b"/>
              <a:pathLst>
                <a:path w="176529" h="7619">
                  <a:moveTo>
                    <a:pt x="57150" y="6350"/>
                  </a:moveTo>
                  <a:lnTo>
                    <a:pt x="6350" y="6350"/>
                  </a:lnTo>
                  <a:lnTo>
                    <a:pt x="6350" y="7620"/>
                  </a:lnTo>
                  <a:lnTo>
                    <a:pt x="57150" y="7620"/>
                  </a:lnTo>
                  <a:lnTo>
                    <a:pt x="57150" y="6350"/>
                  </a:lnTo>
                  <a:close/>
                </a:path>
                <a:path w="176529" h="7619">
                  <a:moveTo>
                    <a:pt x="58419" y="5080"/>
                  </a:moveTo>
                  <a:lnTo>
                    <a:pt x="5079" y="5080"/>
                  </a:lnTo>
                  <a:lnTo>
                    <a:pt x="5079" y="6350"/>
                  </a:lnTo>
                  <a:lnTo>
                    <a:pt x="58419" y="6350"/>
                  </a:lnTo>
                  <a:lnTo>
                    <a:pt x="58419" y="5080"/>
                  </a:lnTo>
                  <a:close/>
                </a:path>
                <a:path w="176529" h="7619">
                  <a:moveTo>
                    <a:pt x="59689" y="3810"/>
                  </a:moveTo>
                  <a:lnTo>
                    <a:pt x="2539" y="3810"/>
                  </a:lnTo>
                  <a:lnTo>
                    <a:pt x="2539" y="5080"/>
                  </a:lnTo>
                  <a:lnTo>
                    <a:pt x="59689" y="5080"/>
                  </a:lnTo>
                  <a:lnTo>
                    <a:pt x="59689" y="3810"/>
                  </a:lnTo>
                  <a:close/>
                </a:path>
                <a:path w="176529" h="7619">
                  <a:moveTo>
                    <a:pt x="62229" y="1270"/>
                  </a:moveTo>
                  <a:lnTo>
                    <a:pt x="1269" y="1270"/>
                  </a:lnTo>
                  <a:lnTo>
                    <a:pt x="1269" y="3810"/>
                  </a:lnTo>
                  <a:lnTo>
                    <a:pt x="60959" y="3810"/>
                  </a:lnTo>
                  <a:lnTo>
                    <a:pt x="60959" y="2540"/>
                  </a:lnTo>
                  <a:lnTo>
                    <a:pt x="62229" y="2540"/>
                  </a:lnTo>
                  <a:lnTo>
                    <a:pt x="62229" y="1270"/>
                  </a:lnTo>
                  <a:close/>
                </a:path>
                <a:path w="176529" h="7619">
                  <a:moveTo>
                    <a:pt x="63500" y="0"/>
                  </a:moveTo>
                  <a:lnTo>
                    <a:pt x="0" y="0"/>
                  </a:lnTo>
                  <a:lnTo>
                    <a:pt x="0" y="1270"/>
                  </a:lnTo>
                  <a:lnTo>
                    <a:pt x="63500" y="1270"/>
                  </a:lnTo>
                  <a:lnTo>
                    <a:pt x="63500" y="0"/>
                  </a:lnTo>
                  <a:close/>
                </a:path>
                <a:path w="176529" h="7619">
                  <a:moveTo>
                    <a:pt x="176529" y="0"/>
                  </a:moveTo>
                  <a:lnTo>
                    <a:pt x="97789" y="0"/>
                  </a:lnTo>
                  <a:lnTo>
                    <a:pt x="97789" y="2540"/>
                  </a:lnTo>
                  <a:lnTo>
                    <a:pt x="176529" y="2540"/>
                  </a:lnTo>
                  <a:lnTo>
                    <a:pt x="176529" y="0"/>
                  </a:lnTo>
                  <a:close/>
                </a:path>
              </a:pathLst>
            </a:custGeom>
            <a:solidFill>
              <a:srgbClr val="0001C4"/>
            </a:solidFill>
          </p:spPr>
          <p:txBody>
            <a:bodyPr wrap="square" lIns="0" tIns="0" rIns="0" bIns="0" rtlCol="0"/>
            <a:lstStyle/>
            <a:p/>
          </p:txBody>
        </p:sp>
        <p:sp>
          <p:nvSpPr>
            <p:cNvPr id="1705" name="object 1705"/>
            <p:cNvSpPr/>
            <p:nvPr/>
          </p:nvSpPr>
          <p:spPr>
            <a:xfrm>
              <a:off x="4941570" y="1682749"/>
              <a:ext cx="44450" cy="7620"/>
            </a:xfrm>
            <a:custGeom>
              <a:avLst/>
              <a:gdLst/>
              <a:ahLst/>
              <a:cxnLst/>
              <a:rect l="l" t="t" r="r" b="b"/>
              <a:pathLst>
                <a:path w="44450" h="7619">
                  <a:moveTo>
                    <a:pt x="26670" y="6350"/>
                  </a:moveTo>
                  <a:lnTo>
                    <a:pt x="19050" y="6350"/>
                  </a:lnTo>
                  <a:lnTo>
                    <a:pt x="19050" y="7620"/>
                  </a:lnTo>
                  <a:lnTo>
                    <a:pt x="26670" y="7620"/>
                  </a:lnTo>
                  <a:lnTo>
                    <a:pt x="26670" y="6350"/>
                  </a:lnTo>
                  <a:close/>
                </a:path>
                <a:path w="44450" h="7619">
                  <a:moveTo>
                    <a:pt x="33019" y="5079"/>
                  </a:moveTo>
                  <a:lnTo>
                    <a:pt x="11429" y="5079"/>
                  </a:lnTo>
                  <a:lnTo>
                    <a:pt x="11429" y="6350"/>
                  </a:lnTo>
                  <a:lnTo>
                    <a:pt x="33019" y="6350"/>
                  </a:lnTo>
                  <a:lnTo>
                    <a:pt x="33019" y="5079"/>
                  </a:lnTo>
                  <a:close/>
                </a:path>
                <a:path w="44450" h="7619">
                  <a:moveTo>
                    <a:pt x="36829" y="3810"/>
                  </a:moveTo>
                  <a:lnTo>
                    <a:pt x="8889" y="3810"/>
                  </a:lnTo>
                  <a:lnTo>
                    <a:pt x="8889" y="5079"/>
                  </a:lnTo>
                  <a:lnTo>
                    <a:pt x="36829" y="5079"/>
                  </a:lnTo>
                  <a:lnTo>
                    <a:pt x="36829" y="3810"/>
                  </a:lnTo>
                  <a:close/>
                </a:path>
                <a:path w="44450" h="7619">
                  <a:moveTo>
                    <a:pt x="38099" y="2539"/>
                  </a:moveTo>
                  <a:lnTo>
                    <a:pt x="3809" y="2539"/>
                  </a:lnTo>
                  <a:lnTo>
                    <a:pt x="3809" y="3810"/>
                  </a:lnTo>
                  <a:lnTo>
                    <a:pt x="38099" y="3810"/>
                  </a:lnTo>
                  <a:lnTo>
                    <a:pt x="38099" y="2539"/>
                  </a:lnTo>
                  <a:close/>
                </a:path>
                <a:path w="44450" h="7619">
                  <a:moveTo>
                    <a:pt x="41910" y="1270"/>
                  </a:moveTo>
                  <a:lnTo>
                    <a:pt x="2539" y="1270"/>
                  </a:lnTo>
                  <a:lnTo>
                    <a:pt x="2539" y="2539"/>
                  </a:lnTo>
                  <a:lnTo>
                    <a:pt x="41910" y="2539"/>
                  </a:lnTo>
                  <a:lnTo>
                    <a:pt x="41910" y="1270"/>
                  </a:lnTo>
                  <a:close/>
                </a:path>
                <a:path w="44450" h="7619">
                  <a:moveTo>
                    <a:pt x="44450" y="0"/>
                  </a:moveTo>
                  <a:lnTo>
                    <a:pt x="0" y="0"/>
                  </a:lnTo>
                  <a:lnTo>
                    <a:pt x="0" y="1270"/>
                  </a:lnTo>
                  <a:lnTo>
                    <a:pt x="44450" y="1270"/>
                  </a:lnTo>
                  <a:lnTo>
                    <a:pt x="44450" y="0"/>
                  </a:lnTo>
                  <a:close/>
                </a:path>
              </a:pathLst>
            </a:custGeom>
            <a:solidFill>
              <a:srgbClr val="0001C6"/>
            </a:solidFill>
          </p:spPr>
          <p:txBody>
            <a:bodyPr wrap="square" lIns="0" tIns="0" rIns="0" bIns="0" rtlCol="0"/>
            <a:lstStyle/>
            <a:p/>
          </p:txBody>
        </p:sp>
      </p:grpSp>
      <p:grpSp>
        <p:nvGrpSpPr>
          <p:cNvPr id="1706" name="object 1706"/>
          <p:cNvGrpSpPr/>
          <p:nvPr/>
        </p:nvGrpSpPr>
        <p:grpSpPr>
          <a:xfrm>
            <a:off x="5355590" y="842010"/>
            <a:ext cx="256540" cy="848360"/>
            <a:chOff x="5355590" y="842010"/>
            <a:chExt cx="256540" cy="848360"/>
          </a:xfrm>
        </p:grpSpPr>
        <p:sp>
          <p:nvSpPr>
            <p:cNvPr id="1707" name="object 1707"/>
            <p:cNvSpPr/>
            <p:nvPr/>
          </p:nvSpPr>
          <p:spPr>
            <a:xfrm>
              <a:off x="5448300" y="842009"/>
              <a:ext cx="90170" cy="13970"/>
            </a:xfrm>
            <a:custGeom>
              <a:avLst/>
              <a:gdLst/>
              <a:ahLst/>
              <a:cxnLst/>
              <a:rect l="l" t="t" r="r" b="b"/>
              <a:pathLst>
                <a:path w="90170" h="13969">
                  <a:moveTo>
                    <a:pt x="90170" y="12700"/>
                  </a:moveTo>
                  <a:lnTo>
                    <a:pt x="87630" y="12700"/>
                  </a:lnTo>
                  <a:lnTo>
                    <a:pt x="87630" y="11430"/>
                  </a:lnTo>
                  <a:lnTo>
                    <a:pt x="86360" y="11430"/>
                  </a:lnTo>
                  <a:lnTo>
                    <a:pt x="86360" y="10160"/>
                  </a:lnTo>
                  <a:lnTo>
                    <a:pt x="82550" y="10160"/>
                  </a:lnTo>
                  <a:lnTo>
                    <a:pt x="82550" y="8890"/>
                  </a:lnTo>
                  <a:lnTo>
                    <a:pt x="80010" y="8890"/>
                  </a:lnTo>
                  <a:lnTo>
                    <a:pt x="80010" y="7620"/>
                  </a:lnTo>
                  <a:lnTo>
                    <a:pt x="78740" y="7620"/>
                  </a:lnTo>
                  <a:lnTo>
                    <a:pt x="78740" y="6350"/>
                  </a:lnTo>
                  <a:lnTo>
                    <a:pt x="73660" y="6350"/>
                  </a:lnTo>
                  <a:lnTo>
                    <a:pt x="73660" y="5080"/>
                  </a:lnTo>
                  <a:lnTo>
                    <a:pt x="71107" y="5080"/>
                  </a:lnTo>
                  <a:lnTo>
                    <a:pt x="71107" y="3810"/>
                  </a:lnTo>
                  <a:lnTo>
                    <a:pt x="64757" y="3810"/>
                  </a:lnTo>
                  <a:lnTo>
                    <a:pt x="64757" y="2540"/>
                  </a:lnTo>
                  <a:lnTo>
                    <a:pt x="62230" y="2540"/>
                  </a:lnTo>
                  <a:lnTo>
                    <a:pt x="62230" y="1270"/>
                  </a:lnTo>
                  <a:lnTo>
                    <a:pt x="43180" y="1270"/>
                  </a:lnTo>
                  <a:lnTo>
                    <a:pt x="43180" y="0"/>
                  </a:lnTo>
                  <a:lnTo>
                    <a:pt x="41910" y="0"/>
                  </a:lnTo>
                  <a:lnTo>
                    <a:pt x="41910" y="1270"/>
                  </a:lnTo>
                  <a:lnTo>
                    <a:pt x="31750" y="1270"/>
                  </a:lnTo>
                  <a:lnTo>
                    <a:pt x="31750" y="2540"/>
                  </a:lnTo>
                  <a:lnTo>
                    <a:pt x="21590" y="2540"/>
                  </a:lnTo>
                  <a:lnTo>
                    <a:pt x="21590" y="3810"/>
                  </a:lnTo>
                  <a:lnTo>
                    <a:pt x="15240" y="3810"/>
                  </a:lnTo>
                  <a:lnTo>
                    <a:pt x="15240" y="5080"/>
                  </a:lnTo>
                  <a:lnTo>
                    <a:pt x="12700" y="5080"/>
                  </a:lnTo>
                  <a:lnTo>
                    <a:pt x="12700" y="6350"/>
                  </a:lnTo>
                  <a:lnTo>
                    <a:pt x="10160" y="6350"/>
                  </a:lnTo>
                  <a:lnTo>
                    <a:pt x="10160" y="7620"/>
                  </a:lnTo>
                  <a:lnTo>
                    <a:pt x="7620" y="7620"/>
                  </a:lnTo>
                  <a:lnTo>
                    <a:pt x="7620" y="8890"/>
                  </a:lnTo>
                  <a:lnTo>
                    <a:pt x="5080" y="8890"/>
                  </a:lnTo>
                  <a:lnTo>
                    <a:pt x="5080" y="10160"/>
                  </a:lnTo>
                  <a:lnTo>
                    <a:pt x="3810" y="10160"/>
                  </a:lnTo>
                  <a:lnTo>
                    <a:pt x="3810" y="11430"/>
                  </a:lnTo>
                  <a:lnTo>
                    <a:pt x="1270" y="11430"/>
                  </a:lnTo>
                  <a:lnTo>
                    <a:pt x="1270" y="12700"/>
                  </a:lnTo>
                  <a:lnTo>
                    <a:pt x="0" y="12700"/>
                  </a:lnTo>
                  <a:lnTo>
                    <a:pt x="0" y="13970"/>
                  </a:lnTo>
                  <a:lnTo>
                    <a:pt x="90170" y="13970"/>
                  </a:lnTo>
                  <a:lnTo>
                    <a:pt x="90170" y="12700"/>
                  </a:lnTo>
                  <a:close/>
                </a:path>
              </a:pathLst>
            </a:custGeom>
            <a:solidFill>
              <a:srgbClr val="003300"/>
            </a:solidFill>
          </p:spPr>
          <p:txBody>
            <a:bodyPr wrap="square" lIns="0" tIns="0" rIns="0" bIns="0" rtlCol="0"/>
            <a:lstStyle/>
            <a:p/>
          </p:txBody>
        </p:sp>
        <p:sp>
          <p:nvSpPr>
            <p:cNvPr id="1708" name="object 1708"/>
            <p:cNvSpPr/>
            <p:nvPr/>
          </p:nvSpPr>
          <p:spPr>
            <a:xfrm>
              <a:off x="5438140" y="855979"/>
              <a:ext cx="111760" cy="7620"/>
            </a:xfrm>
            <a:custGeom>
              <a:avLst/>
              <a:gdLst/>
              <a:ahLst/>
              <a:cxnLst/>
              <a:rect l="l" t="t" r="r" b="b"/>
              <a:pathLst>
                <a:path w="111760" h="7619">
                  <a:moveTo>
                    <a:pt x="111760" y="6350"/>
                  </a:moveTo>
                  <a:lnTo>
                    <a:pt x="110490" y="6350"/>
                  </a:lnTo>
                  <a:lnTo>
                    <a:pt x="110490" y="5080"/>
                  </a:lnTo>
                  <a:lnTo>
                    <a:pt x="109220" y="5080"/>
                  </a:lnTo>
                  <a:lnTo>
                    <a:pt x="109220" y="3810"/>
                  </a:lnTo>
                  <a:lnTo>
                    <a:pt x="106680" y="3810"/>
                  </a:lnTo>
                  <a:lnTo>
                    <a:pt x="106680" y="2540"/>
                  </a:lnTo>
                  <a:lnTo>
                    <a:pt x="105410" y="2540"/>
                  </a:lnTo>
                  <a:lnTo>
                    <a:pt x="105410" y="1270"/>
                  </a:lnTo>
                  <a:lnTo>
                    <a:pt x="104140" y="1270"/>
                  </a:lnTo>
                  <a:lnTo>
                    <a:pt x="104140" y="0"/>
                  </a:lnTo>
                  <a:lnTo>
                    <a:pt x="7620" y="0"/>
                  </a:lnTo>
                  <a:lnTo>
                    <a:pt x="7620" y="1270"/>
                  </a:lnTo>
                  <a:lnTo>
                    <a:pt x="6350" y="1270"/>
                  </a:lnTo>
                  <a:lnTo>
                    <a:pt x="6350" y="2540"/>
                  </a:lnTo>
                  <a:lnTo>
                    <a:pt x="5080" y="2540"/>
                  </a:lnTo>
                  <a:lnTo>
                    <a:pt x="5080" y="3810"/>
                  </a:lnTo>
                  <a:lnTo>
                    <a:pt x="3810" y="3810"/>
                  </a:lnTo>
                  <a:lnTo>
                    <a:pt x="3810" y="5080"/>
                  </a:lnTo>
                  <a:lnTo>
                    <a:pt x="1270" y="5080"/>
                  </a:lnTo>
                  <a:lnTo>
                    <a:pt x="1270" y="6350"/>
                  </a:lnTo>
                  <a:lnTo>
                    <a:pt x="0" y="6350"/>
                  </a:lnTo>
                  <a:lnTo>
                    <a:pt x="0" y="7620"/>
                  </a:lnTo>
                  <a:lnTo>
                    <a:pt x="111760" y="7620"/>
                  </a:lnTo>
                  <a:lnTo>
                    <a:pt x="111760" y="6350"/>
                  </a:lnTo>
                  <a:close/>
                </a:path>
              </a:pathLst>
            </a:custGeom>
            <a:solidFill>
              <a:srgbClr val="003302"/>
            </a:solidFill>
          </p:spPr>
          <p:txBody>
            <a:bodyPr wrap="square" lIns="0" tIns="0" rIns="0" bIns="0" rtlCol="0"/>
            <a:lstStyle/>
            <a:p/>
          </p:txBody>
        </p:sp>
        <p:sp>
          <p:nvSpPr>
            <p:cNvPr id="1709" name="object 1709"/>
            <p:cNvSpPr/>
            <p:nvPr/>
          </p:nvSpPr>
          <p:spPr>
            <a:xfrm>
              <a:off x="5433060" y="863599"/>
              <a:ext cx="121920" cy="6350"/>
            </a:xfrm>
            <a:custGeom>
              <a:avLst/>
              <a:gdLst/>
              <a:ahLst/>
              <a:cxnLst/>
              <a:rect l="l" t="t" r="r" b="b"/>
              <a:pathLst>
                <a:path w="121920" h="6350">
                  <a:moveTo>
                    <a:pt x="121920" y="5080"/>
                  </a:moveTo>
                  <a:lnTo>
                    <a:pt x="120637" y="5080"/>
                  </a:lnTo>
                  <a:lnTo>
                    <a:pt x="120637" y="3810"/>
                  </a:lnTo>
                  <a:lnTo>
                    <a:pt x="119380" y="3810"/>
                  </a:lnTo>
                  <a:lnTo>
                    <a:pt x="119380" y="2540"/>
                  </a:lnTo>
                  <a:lnTo>
                    <a:pt x="118110" y="2540"/>
                  </a:lnTo>
                  <a:lnTo>
                    <a:pt x="118110" y="1270"/>
                  </a:lnTo>
                  <a:lnTo>
                    <a:pt x="118110" y="0"/>
                  </a:lnTo>
                  <a:lnTo>
                    <a:pt x="3810" y="0"/>
                  </a:lnTo>
                  <a:lnTo>
                    <a:pt x="3810" y="1270"/>
                  </a:lnTo>
                  <a:lnTo>
                    <a:pt x="2540" y="1270"/>
                  </a:lnTo>
                  <a:lnTo>
                    <a:pt x="2540" y="2540"/>
                  </a:lnTo>
                  <a:lnTo>
                    <a:pt x="1270" y="2540"/>
                  </a:lnTo>
                  <a:lnTo>
                    <a:pt x="1270" y="3810"/>
                  </a:lnTo>
                  <a:lnTo>
                    <a:pt x="1270" y="5080"/>
                  </a:lnTo>
                  <a:lnTo>
                    <a:pt x="0" y="5080"/>
                  </a:lnTo>
                  <a:lnTo>
                    <a:pt x="0" y="6350"/>
                  </a:lnTo>
                  <a:lnTo>
                    <a:pt x="121920" y="6350"/>
                  </a:lnTo>
                  <a:lnTo>
                    <a:pt x="121920" y="5080"/>
                  </a:lnTo>
                  <a:close/>
                </a:path>
              </a:pathLst>
            </a:custGeom>
            <a:solidFill>
              <a:srgbClr val="003104"/>
            </a:solidFill>
          </p:spPr>
          <p:txBody>
            <a:bodyPr wrap="square" lIns="0" tIns="0" rIns="0" bIns="0" rtlCol="0"/>
            <a:lstStyle/>
            <a:p/>
          </p:txBody>
        </p:sp>
        <p:sp>
          <p:nvSpPr>
            <p:cNvPr id="1710" name="object 1710"/>
            <p:cNvSpPr/>
            <p:nvPr/>
          </p:nvSpPr>
          <p:spPr>
            <a:xfrm>
              <a:off x="5426710" y="869949"/>
              <a:ext cx="133350" cy="7620"/>
            </a:xfrm>
            <a:custGeom>
              <a:avLst/>
              <a:gdLst/>
              <a:ahLst/>
              <a:cxnLst/>
              <a:rect l="l" t="t" r="r" b="b"/>
              <a:pathLst>
                <a:path w="133350" h="7619">
                  <a:moveTo>
                    <a:pt x="133350" y="6350"/>
                  </a:moveTo>
                  <a:lnTo>
                    <a:pt x="133337" y="5080"/>
                  </a:lnTo>
                  <a:lnTo>
                    <a:pt x="132080" y="5080"/>
                  </a:lnTo>
                  <a:lnTo>
                    <a:pt x="132080" y="3810"/>
                  </a:lnTo>
                  <a:lnTo>
                    <a:pt x="130810" y="3810"/>
                  </a:lnTo>
                  <a:lnTo>
                    <a:pt x="130810" y="2540"/>
                  </a:lnTo>
                  <a:lnTo>
                    <a:pt x="129540" y="2540"/>
                  </a:lnTo>
                  <a:lnTo>
                    <a:pt x="129540" y="1270"/>
                  </a:lnTo>
                  <a:lnTo>
                    <a:pt x="129540" y="0"/>
                  </a:lnTo>
                  <a:lnTo>
                    <a:pt x="5080" y="0"/>
                  </a:lnTo>
                  <a:lnTo>
                    <a:pt x="5080" y="1270"/>
                  </a:lnTo>
                  <a:lnTo>
                    <a:pt x="3810" y="1270"/>
                  </a:lnTo>
                  <a:lnTo>
                    <a:pt x="3810" y="2540"/>
                  </a:lnTo>
                  <a:lnTo>
                    <a:pt x="3810" y="3810"/>
                  </a:lnTo>
                  <a:lnTo>
                    <a:pt x="2540" y="3810"/>
                  </a:lnTo>
                  <a:lnTo>
                    <a:pt x="2540" y="5080"/>
                  </a:lnTo>
                  <a:lnTo>
                    <a:pt x="1270" y="5080"/>
                  </a:lnTo>
                  <a:lnTo>
                    <a:pt x="1270" y="6350"/>
                  </a:lnTo>
                  <a:lnTo>
                    <a:pt x="0" y="6350"/>
                  </a:lnTo>
                  <a:lnTo>
                    <a:pt x="0" y="7620"/>
                  </a:lnTo>
                  <a:lnTo>
                    <a:pt x="133350" y="7620"/>
                  </a:lnTo>
                  <a:lnTo>
                    <a:pt x="133350" y="6350"/>
                  </a:lnTo>
                  <a:close/>
                </a:path>
              </a:pathLst>
            </a:custGeom>
            <a:solidFill>
              <a:srgbClr val="003105"/>
            </a:solidFill>
          </p:spPr>
          <p:txBody>
            <a:bodyPr wrap="square" lIns="0" tIns="0" rIns="0" bIns="0" rtlCol="0"/>
            <a:lstStyle/>
            <a:p/>
          </p:txBody>
        </p:sp>
        <p:sp>
          <p:nvSpPr>
            <p:cNvPr id="1711" name="object 1711"/>
            <p:cNvSpPr/>
            <p:nvPr/>
          </p:nvSpPr>
          <p:spPr>
            <a:xfrm>
              <a:off x="5420360" y="877569"/>
              <a:ext cx="144780" cy="7620"/>
            </a:xfrm>
            <a:custGeom>
              <a:avLst/>
              <a:gdLst/>
              <a:ahLst/>
              <a:cxnLst/>
              <a:rect l="l" t="t" r="r" b="b"/>
              <a:pathLst>
                <a:path w="144779" h="7619">
                  <a:moveTo>
                    <a:pt x="144780" y="5080"/>
                  </a:moveTo>
                  <a:lnTo>
                    <a:pt x="143510" y="5080"/>
                  </a:lnTo>
                  <a:lnTo>
                    <a:pt x="143510" y="3810"/>
                  </a:lnTo>
                  <a:lnTo>
                    <a:pt x="142240" y="3810"/>
                  </a:lnTo>
                  <a:lnTo>
                    <a:pt x="142240" y="2540"/>
                  </a:lnTo>
                  <a:lnTo>
                    <a:pt x="142240" y="1270"/>
                  </a:lnTo>
                  <a:lnTo>
                    <a:pt x="140970" y="1270"/>
                  </a:lnTo>
                  <a:lnTo>
                    <a:pt x="140970" y="0"/>
                  </a:lnTo>
                  <a:lnTo>
                    <a:pt x="5080" y="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44780" y="7620"/>
                  </a:lnTo>
                  <a:lnTo>
                    <a:pt x="144780" y="6350"/>
                  </a:lnTo>
                  <a:lnTo>
                    <a:pt x="144780" y="5080"/>
                  </a:lnTo>
                  <a:close/>
                </a:path>
              </a:pathLst>
            </a:custGeom>
            <a:solidFill>
              <a:srgbClr val="003007"/>
            </a:solidFill>
          </p:spPr>
          <p:txBody>
            <a:bodyPr wrap="square" lIns="0" tIns="0" rIns="0" bIns="0" rtlCol="0"/>
            <a:lstStyle/>
            <a:p/>
          </p:txBody>
        </p:sp>
        <p:sp>
          <p:nvSpPr>
            <p:cNvPr id="1712" name="object 1712"/>
            <p:cNvSpPr/>
            <p:nvPr/>
          </p:nvSpPr>
          <p:spPr>
            <a:xfrm>
              <a:off x="5416550" y="885189"/>
              <a:ext cx="152400" cy="7620"/>
            </a:xfrm>
            <a:custGeom>
              <a:avLst/>
              <a:gdLst/>
              <a:ahLst/>
              <a:cxnLst/>
              <a:rect l="l" t="t" r="r" b="b"/>
              <a:pathLst>
                <a:path w="152400" h="7619">
                  <a:moveTo>
                    <a:pt x="152400" y="5080"/>
                  </a:moveTo>
                  <a:lnTo>
                    <a:pt x="151130" y="5080"/>
                  </a:lnTo>
                  <a:lnTo>
                    <a:pt x="151130" y="3810"/>
                  </a:lnTo>
                  <a:lnTo>
                    <a:pt x="151130" y="2540"/>
                  </a:lnTo>
                  <a:lnTo>
                    <a:pt x="149860" y="2540"/>
                  </a:lnTo>
                  <a:lnTo>
                    <a:pt x="149860" y="1270"/>
                  </a:lnTo>
                  <a:lnTo>
                    <a:pt x="14986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52400" y="7620"/>
                  </a:lnTo>
                  <a:lnTo>
                    <a:pt x="152400" y="6350"/>
                  </a:lnTo>
                  <a:lnTo>
                    <a:pt x="152400" y="5080"/>
                  </a:lnTo>
                  <a:close/>
                </a:path>
              </a:pathLst>
            </a:custGeom>
            <a:solidFill>
              <a:srgbClr val="003009"/>
            </a:solidFill>
          </p:spPr>
          <p:txBody>
            <a:bodyPr wrap="square" lIns="0" tIns="0" rIns="0" bIns="0" rtlCol="0"/>
            <a:lstStyle/>
            <a:p/>
          </p:txBody>
        </p:sp>
        <p:sp>
          <p:nvSpPr>
            <p:cNvPr id="1713" name="object 1713"/>
            <p:cNvSpPr/>
            <p:nvPr/>
          </p:nvSpPr>
          <p:spPr>
            <a:xfrm>
              <a:off x="5414010" y="892809"/>
              <a:ext cx="157480" cy="6350"/>
            </a:xfrm>
            <a:custGeom>
              <a:avLst/>
              <a:gdLst/>
              <a:ahLst/>
              <a:cxnLst/>
              <a:rect l="l" t="t" r="r" b="b"/>
              <a:pathLst>
                <a:path w="157479" h="6350">
                  <a:moveTo>
                    <a:pt x="157480" y="2540"/>
                  </a:moveTo>
                  <a:lnTo>
                    <a:pt x="156197" y="2540"/>
                  </a:lnTo>
                  <a:lnTo>
                    <a:pt x="156197" y="1270"/>
                  </a:lnTo>
                  <a:lnTo>
                    <a:pt x="156210" y="0"/>
                  </a:lnTo>
                  <a:lnTo>
                    <a:pt x="2540" y="0"/>
                  </a:lnTo>
                  <a:lnTo>
                    <a:pt x="2540" y="1270"/>
                  </a:lnTo>
                  <a:lnTo>
                    <a:pt x="1270" y="1270"/>
                  </a:lnTo>
                  <a:lnTo>
                    <a:pt x="1270" y="2540"/>
                  </a:lnTo>
                  <a:lnTo>
                    <a:pt x="1270" y="3810"/>
                  </a:lnTo>
                  <a:lnTo>
                    <a:pt x="0" y="3810"/>
                  </a:lnTo>
                  <a:lnTo>
                    <a:pt x="0" y="6350"/>
                  </a:lnTo>
                  <a:lnTo>
                    <a:pt x="157480" y="6350"/>
                  </a:lnTo>
                  <a:lnTo>
                    <a:pt x="157480" y="3810"/>
                  </a:lnTo>
                  <a:lnTo>
                    <a:pt x="157480" y="2540"/>
                  </a:lnTo>
                  <a:close/>
                </a:path>
              </a:pathLst>
            </a:custGeom>
            <a:solidFill>
              <a:srgbClr val="002F0B"/>
            </a:solidFill>
          </p:spPr>
          <p:txBody>
            <a:bodyPr wrap="square" lIns="0" tIns="0" rIns="0" bIns="0" rtlCol="0"/>
            <a:lstStyle/>
            <a:p/>
          </p:txBody>
        </p:sp>
        <p:sp>
          <p:nvSpPr>
            <p:cNvPr id="1714" name="object 1714"/>
            <p:cNvSpPr/>
            <p:nvPr/>
          </p:nvSpPr>
          <p:spPr>
            <a:xfrm>
              <a:off x="5410200" y="899159"/>
              <a:ext cx="165100" cy="7620"/>
            </a:xfrm>
            <a:custGeom>
              <a:avLst/>
              <a:gdLst/>
              <a:ahLst/>
              <a:cxnLst/>
              <a:rect l="l" t="t" r="r" b="b"/>
              <a:pathLst>
                <a:path w="165100" h="7619">
                  <a:moveTo>
                    <a:pt x="165100" y="5080"/>
                  </a:moveTo>
                  <a:lnTo>
                    <a:pt x="163830" y="5080"/>
                  </a:lnTo>
                  <a:lnTo>
                    <a:pt x="163830" y="2540"/>
                  </a:lnTo>
                  <a:lnTo>
                    <a:pt x="162560" y="2540"/>
                  </a:lnTo>
                  <a:lnTo>
                    <a:pt x="162560" y="0"/>
                  </a:lnTo>
                  <a:lnTo>
                    <a:pt x="2540" y="0"/>
                  </a:lnTo>
                  <a:lnTo>
                    <a:pt x="2540" y="2540"/>
                  </a:lnTo>
                  <a:lnTo>
                    <a:pt x="1270" y="2540"/>
                  </a:lnTo>
                  <a:lnTo>
                    <a:pt x="1270" y="5080"/>
                  </a:lnTo>
                  <a:lnTo>
                    <a:pt x="0" y="5080"/>
                  </a:lnTo>
                  <a:lnTo>
                    <a:pt x="0" y="7620"/>
                  </a:lnTo>
                  <a:lnTo>
                    <a:pt x="165100" y="7620"/>
                  </a:lnTo>
                  <a:lnTo>
                    <a:pt x="165100" y="5080"/>
                  </a:lnTo>
                  <a:close/>
                </a:path>
              </a:pathLst>
            </a:custGeom>
            <a:solidFill>
              <a:srgbClr val="002F0C"/>
            </a:solidFill>
          </p:spPr>
          <p:txBody>
            <a:bodyPr wrap="square" lIns="0" tIns="0" rIns="0" bIns="0" rtlCol="0"/>
            <a:lstStyle/>
            <a:p/>
          </p:txBody>
        </p:sp>
        <p:sp>
          <p:nvSpPr>
            <p:cNvPr id="1715" name="object 1715"/>
            <p:cNvSpPr/>
            <p:nvPr/>
          </p:nvSpPr>
          <p:spPr>
            <a:xfrm>
              <a:off x="5406390" y="906792"/>
              <a:ext cx="172720" cy="7620"/>
            </a:xfrm>
            <a:custGeom>
              <a:avLst/>
              <a:gdLst/>
              <a:ahLst/>
              <a:cxnLst/>
              <a:rect l="l" t="t" r="r" b="b"/>
              <a:pathLst>
                <a:path w="172720" h="7619">
                  <a:moveTo>
                    <a:pt x="172720" y="5067"/>
                  </a:moveTo>
                  <a:lnTo>
                    <a:pt x="171450" y="5067"/>
                  </a:lnTo>
                  <a:lnTo>
                    <a:pt x="171450" y="2527"/>
                  </a:lnTo>
                  <a:lnTo>
                    <a:pt x="170167" y="2527"/>
                  </a:lnTo>
                  <a:lnTo>
                    <a:pt x="170167" y="0"/>
                  </a:lnTo>
                  <a:lnTo>
                    <a:pt x="2540" y="0"/>
                  </a:lnTo>
                  <a:lnTo>
                    <a:pt x="2540" y="2527"/>
                  </a:lnTo>
                  <a:lnTo>
                    <a:pt x="1270" y="2527"/>
                  </a:lnTo>
                  <a:lnTo>
                    <a:pt x="1270" y="5067"/>
                  </a:lnTo>
                  <a:lnTo>
                    <a:pt x="0" y="5067"/>
                  </a:lnTo>
                  <a:lnTo>
                    <a:pt x="0" y="7607"/>
                  </a:lnTo>
                  <a:lnTo>
                    <a:pt x="172720" y="7607"/>
                  </a:lnTo>
                  <a:lnTo>
                    <a:pt x="172720" y="5067"/>
                  </a:lnTo>
                  <a:close/>
                </a:path>
              </a:pathLst>
            </a:custGeom>
            <a:solidFill>
              <a:srgbClr val="002F0E"/>
            </a:solidFill>
          </p:spPr>
          <p:txBody>
            <a:bodyPr wrap="square" lIns="0" tIns="0" rIns="0" bIns="0" rtlCol="0"/>
            <a:lstStyle/>
            <a:p/>
          </p:txBody>
        </p:sp>
        <p:sp>
          <p:nvSpPr>
            <p:cNvPr id="1716" name="object 1716"/>
            <p:cNvSpPr/>
            <p:nvPr/>
          </p:nvSpPr>
          <p:spPr>
            <a:xfrm>
              <a:off x="5403850" y="914399"/>
              <a:ext cx="177800" cy="6350"/>
            </a:xfrm>
            <a:custGeom>
              <a:avLst/>
              <a:gdLst/>
              <a:ahLst/>
              <a:cxnLst/>
              <a:rect l="l" t="t" r="r" b="b"/>
              <a:pathLst>
                <a:path w="177800" h="6350">
                  <a:moveTo>
                    <a:pt x="177800" y="5080"/>
                  </a:moveTo>
                  <a:lnTo>
                    <a:pt x="176530" y="5080"/>
                  </a:lnTo>
                  <a:lnTo>
                    <a:pt x="176530" y="2540"/>
                  </a:lnTo>
                  <a:lnTo>
                    <a:pt x="176530" y="1270"/>
                  </a:lnTo>
                  <a:lnTo>
                    <a:pt x="175260" y="1270"/>
                  </a:lnTo>
                  <a:lnTo>
                    <a:pt x="175260" y="0"/>
                  </a:lnTo>
                  <a:lnTo>
                    <a:pt x="1270" y="0"/>
                  </a:lnTo>
                  <a:lnTo>
                    <a:pt x="1270" y="1270"/>
                  </a:lnTo>
                  <a:lnTo>
                    <a:pt x="1270" y="2540"/>
                  </a:lnTo>
                  <a:lnTo>
                    <a:pt x="0" y="2540"/>
                  </a:lnTo>
                  <a:lnTo>
                    <a:pt x="0" y="5080"/>
                  </a:lnTo>
                  <a:lnTo>
                    <a:pt x="0" y="6350"/>
                  </a:lnTo>
                  <a:lnTo>
                    <a:pt x="177800" y="6350"/>
                  </a:lnTo>
                  <a:lnTo>
                    <a:pt x="177800" y="5080"/>
                  </a:lnTo>
                  <a:close/>
                </a:path>
              </a:pathLst>
            </a:custGeom>
            <a:solidFill>
              <a:srgbClr val="002E10"/>
            </a:solidFill>
          </p:spPr>
          <p:txBody>
            <a:bodyPr wrap="square" lIns="0" tIns="0" rIns="0" bIns="0" rtlCol="0"/>
            <a:lstStyle/>
            <a:p/>
          </p:txBody>
        </p:sp>
        <p:sp>
          <p:nvSpPr>
            <p:cNvPr id="1717" name="object 1717"/>
            <p:cNvSpPr/>
            <p:nvPr/>
          </p:nvSpPr>
          <p:spPr>
            <a:xfrm>
              <a:off x="5400040" y="920749"/>
              <a:ext cx="184150" cy="7620"/>
            </a:xfrm>
            <a:custGeom>
              <a:avLst/>
              <a:gdLst/>
              <a:ahLst/>
              <a:cxnLst/>
              <a:rect l="l" t="t" r="r" b="b"/>
              <a:pathLst>
                <a:path w="184150" h="7619">
                  <a:moveTo>
                    <a:pt x="184150" y="6350"/>
                  </a:moveTo>
                  <a:lnTo>
                    <a:pt x="182880" y="6350"/>
                  </a:lnTo>
                  <a:lnTo>
                    <a:pt x="182880" y="3810"/>
                  </a:lnTo>
                  <a:lnTo>
                    <a:pt x="182867" y="2540"/>
                  </a:lnTo>
                  <a:lnTo>
                    <a:pt x="181610" y="2540"/>
                  </a:lnTo>
                  <a:lnTo>
                    <a:pt x="181610" y="0"/>
                  </a:lnTo>
                  <a:lnTo>
                    <a:pt x="2540" y="0"/>
                  </a:lnTo>
                  <a:lnTo>
                    <a:pt x="2540" y="2540"/>
                  </a:lnTo>
                  <a:lnTo>
                    <a:pt x="2540" y="3810"/>
                  </a:lnTo>
                  <a:lnTo>
                    <a:pt x="1270" y="3810"/>
                  </a:lnTo>
                  <a:lnTo>
                    <a:pt x="1270" y="6350"/>
                  </a:lnTo>
                  <a:lnTo>
                    <a:pt x="0" y="6350"/>
                  </a:lnTo>
                  <a:lnTo>
                    <a:pt x="0" y="7620"/>
                  </a:lnTo>
                  <a:lnTo>
                    <a:pt x="184150" y="7620"/>
                  </a:lnTo>
                  <a:lnTo>
                    <a:pt x="184150" y="6350"/>
                  </a:lnTo>
                  <a:close/>
                </a:path>
              </a:pathLst>
            </a:custGeom>
            <a:solidFill>
              <a:srgbClr val="002E12"/>
            </a:solidFill>
          </p:spPr>
          <p:txBody>
            <a:bodyPr wrap="square" lIns="0" tIns="0" rIns="0" bIns="0" rtlCol="0"/>
            <a:lstStyle/>
            <a:p/>
          </p:txBody>
        </p:sp>
        <p:sp>
          <p:nvSpPr>
            <p:cNvPr id="1718" name="object 1718"/>
            <p:cNvSpPr/>
            <p:nvPr/>
          </p:nvSpPr>
          <p:spPr>
            <a:xfrm>
              <a:off x="5397500" y="928369"/>
              <a:ext cx="187960" cy="7620"/>
            </a:xfrm>
            <a:custGeom>
              <a:avLst/>
              <a:gdLst/>
              <a:ahLst/>
              <a:cxnLst/>
              <a:rect l="l" t="t" r="r" b="b"/>
              <a:pathLst>
                <a:path w="187960" h="7619">
                  <a:moveTo>
                    <a:pt x="187960" y="3810"/>
                  </a:moveTo>
                  <a:lnTo>
                    <a:pt x="186690" y="3810"/>
                  </a:lnTo>
                  <a:lnTo>
                    <a:pt x="186690" y="2540"/>
                  </a:lnTo>
                  <a:lnTo>
                    <a:pt x="186690" y="0"/>
                  </a:lnTo>
                  <a:lnTo>
                    <a:pt x="2540" y="0"/>
                  </a:lnTo>
                  <a:lnTo>
                    <a:pt x="2540" y="2540"/>
                  </a:lnTo>
                  <a:lnTo>
                    <a:pt x="1270" y="2540"/>
                  </a:lnTo>
                  <a:lnTo>
                    <a:pt x="1270" y="3810"/>
                  </a:lnTo>
                  <a:lnTo>
                    <a:pt x="1270" y="6350"/>
                  </a:lnTo>
                  <a:lnTo>
                    <a:pt x="0" y="6350"/>
                  </a:lnTo>
                  <a:lnTo>
                    <a:pt x="0" y="7620"/>
                  </a:lnTo>
                  <a:lnTo>
                    <a:pt x="187960" y="7620"/>
                  </a:lnTo>
                  <a:lnTo>
                    <a:pt x="187960" y="6350"/>
                  </a:lnTo>
                  <a:lnTo>
                    <a:pt x="187960" y="3810"/>
                  </a:lnTo>
                  <a:close/>
                </a:path>
              </a:pathLst>
            </a:custGeom>
            <a:solidFill>
              <a:srgbClr val="002D13"/>
            </a:solidFill>
          </p:spPr>
          <p:txBody>
            <a:bodyPr wrap="square" lIns="0" tIns="0" rIns="0" bIns="0" rtlCol="0"/>
            <a:lstStyle/>
            <a:p/>
          </p:txBody>
        </p:sp>
        <p:sp>
          <p:nvSpPr>
            <p:cNvPr id="1719" name="object 1719"/>
            <p:cNvSpPr/>
            <p:nvPr/>
          </p:nvSpPr>
          <p:spPr>
            <a:xfrm>
              <a:off x="5394960" y="935989"/>
              <a:ext cx="193040" cy="7620"/>
            </a:xfrm>
            <a:custGeom>
              <a:avLst/>
              <a:gdLst/>
              <a:ahLst/>
              <a:cxnLst/>
              <a:rect l="l" t="t" r="r" b="b"/>
              <a:pathLst>
                <a:path w="193039" h="7619">
                  <a:moveTo>
                    <a:pt x="193040" y="3810"/>
                  </a:moveTo>
                  <a:lnTo>
                    <a:pt x="191770" y="3810"/>
                  </a:lnTo>
                  <a:lnTo>
                    <a:pt x="191770" y="2540"/>
                  </a:lnTo>
                  <a:lnTo>
                    <a:pt x="191770" y="0"/>
                  </a:lnTo>
                  <a:lnTo>
                    <a:pt x="2540" y="0"/>
                  </a:lnTo>
                  <a:lnTo>
                    <a:pt x="2540" y="2540"/>
                  </a:lnTo>
                  <a:lnTo>
                    <a:pt x="1270" y="2540"/>
                  </a:lnTo>
                  <a:lnTo>
                    <a:pt x="1270" y="3810"/>
                  </a:lnTo>
                  <a:lnTo>
                    <a:pt x="1270" y="6350"/>
                  </a:lnTo>
                  <a:lnTo>
                    <a:pt x="0" y="6350"/>
                  </a:lnTo>
                  <a:lnTo>
                    <a:pt x="0" y="7620"/>
                  </a:lnTo>
                  <a:lnTo>
                    <a:pt x="193040" y="7620"/>
                  </a:lnTo>
                  <a:lnTo>
                    <a:pt x="193040" y="6350"/>
                  </a:lnTo>
                  <a:lnTo>
                    <a:pt x="193040" y="3810"/>
                  </a:lnTo>
                  <a:close/>
                </a:path>
              </a:pathLst>
            </a:custGeom>
            <a:solidFill>
              <a:srgbClr val="002D15"/>
            </a:solidFill>
          </p:spPr>
          <p:txBody>
            <a:bodyPr wrap="square" lIns="0" tIns="0" rIns="0" bIns="0" rtlCol="0"/>
            <a:lstStyle/>
            <a:p/>
          </p:txBody>
        </p:sp>
        <p:sp>
          <p:nvSpPr>
            <p:cNvPr id="1720" name="object 1720"/>
            <p:cNvSpPr/>
            <p:nvPr/>
          </p:nvSpPr>
          <p:spPr>
            <a:xfrm>
              <a:off x="5393690" y="943609"/>
              <a:ext cx="195580" cy="6350"/>
            </a:xfrm>
            <a:custGeom>
              <a:avLst/>
              <a:gdLst/>
              <a:ahLst/>
              <a:cxnLst/>
              <a:rect l="l" t="t" r="r" b="b"/>
              <a:pathLst>
                <a:path w="195579" h="6350">
                  <a:moveTo>
                    <a:pt x="195580" y="1270"/>
                  </a:moveTo>
                  <a:lnTo>
                    <a:pt x="194310" y="1270"/>
                  </a:lnTo>
                  <a:lnTo>
                    <a:pt x="194310" y="0"/>
                  </a:lnTo>
                  <a:lnTo>
                    <a:pt x="1270" y="0"/>
                  </a:lnTo>
                  <a:lnTo>
                    <a:pt x="1270" y="1270"/>
                  </a:lnTo>
                  <a:lnTo>
                    <a:pt x="1270" y="2540"/>
                  </a:lnTo>
                  <a:lnTo>
                    <a:pt x="0" y="2540"/>
                  </a:lnTo>
                  <a:lnTo>
                    <a:pt x="0" y="6350"/>
                  </a:lnTo>
                  <a:lnTo>
                    <a:pt x="195567" y="6350"/>
                  </a:lnTo>
                  <a:lnTo>
                    <a:pt x="195567" y="2540"/>
                  </a:lnTo>
                  <a:lnTo>
                    <a:pt x="195580" y="1270"/>
                  </a:lnTo>
                  <a:close/>
                </a:path>
              </a:pathLst>
            </a:custGeom>
            <a:solidFill>
              <a:srgbClr val="002C17"/>
            </a:solidFill>
          </p:spPr>
          <p:txBody>
            <a:bodyPr wrap="square" lIns="0" tIns="0" rIns="0" bIns="0" rtlCol="0"/>
            <a:lstStyle/>
            <a:p/>
          </p:txBody>
        </p:sp>
        <p:sp>
          <p:nvSpPr>
            <p:cNvPr id="1721" name="object 1721"/>
            <p:cNvSpPr/>
            <p:nvPr/>
          </p:nvSpPr>
          <p:spPr>
            <a:xfrm>
              <a:off x="5391150" y="949959"/>
              <a:ext cx="199390" cy="7620"/>
            </a:xfrm>
            <a:custGeom>
              <a:avLst/>
              <a:gdLst/>
              <a:ahLst/>
              <a:cxnLst/>
              <a:rect l="l" t="t" r="r" b="b"/>
              <a:pathLst>
                <a:path w="199389" h="7619">
                  <a:moveTo>
                    <a:pt x="199390" y="0"/>
                  </a:moveTo>
                  <a:lnTo>
                    <a:pt x="1270" y="0"/>
                  </a:lnTo>
                  <a:lnTo>
                    <a:pt x="1270" y="3810"/>
                  </a:lnTo>
                  <a:lnTo>
                    <a:pt x="0" y="3810"/>
                  </a:lnTo>
                  <a:lnTo>
                    <a:pt x="0" y="7620"/>
                  </a:lnTo>
                  <a:lnTo>
                    <a:pt x="199390" y="7620"/>
                  </a:lnTo>
                  <a:lnTo>
                    <a:pt x="199390" y="3810"/>
                  </a:lnTo>
                  <a:lnTo>
                    <a:pt x="199390" y="0"/>
                  </a:lnTo>
                  <a:close/>
                </a:path>
              </a:pathLst>
            </a:custGeom>
            <a:solidFill>
              <a:srgbClr val="002C18"/>
            </a:solidFill>
          </p:spPr>
          <p:txBody>
            <a:bodyPr wrap="square" lIns="0" tIns="0" rIns="0" bIns="0" rtlCol="0"/>
            <a:lstStyle/>
            <a:p/>
          </p:txBody>
        </p:sp>
        <p:sp>
          <p:nvSpPr>
            <p:cNvPr id="1722" name="object 1722"/>
            <p:cNvSpPr/>
            <p:nvPr/>
          </p:nvSpPr>
          <p:spPr>
            <a:xfrm>
              <a:off x="5388610" y="957579"/>
              <a:ext cx="204470" cy="7620"/>
            </a:xfrm>
            <a:custGeom>
              <a:avLst/>
              <a:gdLst/>
              <a:ahLst/>
              <a:cxnLst/>
              <a:rect l="l" t="t" r="r" b="b"/>
              <a:pathLst>
                <a:path w="204470" h="7619">
                  <a:moveTo>
                    <a:pt x="204470" y="5080"/>
                  </a:moveTo>
                  <a:lnTo>
                    <a:pt x="203200" y="5080"/>
                  </a:lnTo>
                  <a:lnTo>
                    <a:pt x="203200" y="3810"/>
                  </a:lnTo>
                  <a:lnTo>
                    <a:pt x="203187" y="0"/>
                  </a:lnTo>
                  <a:lnTo>
                    <a:pt x="1270" y="0"/>
                  </a:lnTo>
                  <a:lnTo>
                    <a:pt x="1270" y="3810"/>
                  </a:lnTo>
                  <a:lnTo>
                    <a:pt x="0" y="3810"/>
                  </a:lnTo>
                  <a:lnTo>
                    <a:pt x="0" y="5080"/>
                  </a:lnTo>
                  <a:lnTo>
                    <a:pt x="0" y="7620"/>
                  </a:lnTo>
                  <a:lnTo>
                    <a:pt x="204470" y="7620"/>
                  </a:lnTo>
                  <a:lnTo>
                    <a:pt x="204470" y="5080"/>
                  </a:lnTo>
                  <a:close/>
                </a:path>
              </a:pathLst>
            </a:custGeom>
            <a:solidFill>
              <a:srgbClr val="002C1A"/>
            </a:solidFill>
          </p:spPr>
          <p:txBody>
            <a:bodyPr wrap="square" lIns="0" tIns="0" rIns="0" bIns="0" rtlCol="0"/>
            <a:lstStyle/>
            <a:p/>
          </p:txBody>
        </p:sp>
        <p:sp>
          <p:nvSpPr>
            <p:cNvPr id="1723" name="object 1723"/>
            <p:cNvSpPr/>
            <p:nvPr/>
          </p:nvSpPr>
          <p:spPr>
            <a:xfrm>
              <a:off x="5386070" y="965199"/>
              <a:ext cx="208279" cy="6350"/>
            </a:xfrm>
            <a:custGeom>
              <a:avLst/>
              <a:gdLst/>
              <a:ahLst/>
              <a:cxnLst/>
              <a:rect l="l" t="t" r="r" b="b"/>
              <a:pathLst>
                <a:path w="208279" h="6350">
                  <a:moveTo>
                    <a:pt x="208280" y="5092"/>
                  </a:moveTo>
                  <a:lnTo>
                    <a:pt x="0" y="5092"/>
                  </a:lnTo>
                  <a:lnTo>
                    <a:pt x="0" y="6350"/>
                  </a:lnTo>
                  <a:lnTo>
                    <a:pt x="208280" y="6350"/>
                  </a:lnTo>
                  <a:lnTo>
                    <a:pt x="208280" y="5092"/>
                  </a:lnTo>
                  <a:close/>
                </a:path>
                <a:path w="208279" h="6350">
                  <a:moveTo>
                    <a:pt x="208280" y="2540"/>
                  </a:moveTo>
                  <a:lnTo>
                    <a:pt x="207010" y="2540"/>
                  </a:lnTo>
                  <a:lnTo>
                    <a:pt x="207010" y="0"/>
                  </a:lnTo>
                  <a:lnTo>
                    <a:pt x="1270" y="0"/>
                  </a:lnTo>
                  <a:lnTo>
                    <a:pt x="1270" y="2540"/>
                  </a:lnTo>
                  <a:lnTo>
                    <a:pt x="1270" y="5080"/>
                  </a:lnTo>
                  <a:lnTo>
                    <a:pt x="208280" y="5080"/>
                  </a:lnTo>
                  <a:lnTo>
                    <a:pt x="208280" y="2540"/>
                  </a:lnTo>
                  <a:close/>
                </a:path>
              </a:pathLst>
            </a:custGeom>
            <a:solidFill>
              <a:srgbClr val="002B1C"/>
            </a:solidFill>
          </p:spPr>
          <p:txBody>
            <a:bodyPr wrap="square" lIns="0" tIns="0" rIns="0" bIns="0" rtlCol="0"/>
            <a:lstStyle/>
            <a:p/>
          </p:txBody>
        </p:sp>
        <p:sp>
          <p:nvSpPr>
            <p:cNvPr id="1724" name="object 1724"/>
            <p:cNvSpPr/>
            <p:nvPr/>
          </p:nvSpPr>
          <p:spPr>
            <a:xfrm>
              <a:off x="5384800" y="971549"/>
              <a:ext cx="210820" cy="7620"/>
            </a:xfrm>
            <a:custGeom>
              <a:avLst/>
              <a:gdLst/>
              <a:ahLst/>
              <a:cxnLst/>
              <a:rect l="l" t="t" r="r" b="b"/>
              <a:pathLst>
                <a:path w="210820" h="7619">
                  <a:moveTo>
                    <a:pt x="210820" y="1270"/>
                  </a:moveTo>
                  <a:lnTo>
                    <a:pt x="209550" y="1270"/>
                  </a:lnTo>
                  <a:lnTo>
                    <a:pt x="209550" y="0"/>
                  </a:lnTo>
                  <a:lnTo>
                    <a:pt x="1270" y="0"/>
                  </a:lnTo>
                  <a:lnTo>
                    <a:pt x="1270" y="1270"/>
                  </a:lnTo>
                  <a:lnTo>
                    <a:pt x="1270" y="3810"/>
                  </a:lnTo>
                  <a:lnTo>
                    <a:pt x="0" y="3810"/>
                  </a:lnTo>
                  <a:lnTo>
                    <a:pt x="0" y="7620"/>
                  </a:lnTo>
                  <a:lnTo>
                    <a:pt x="210820" y="7620"/>
                  </a:lnTo>
                  <a:lnTo>
                    <a:pt x="210820" y="3810"/>
                  </a:lnTo>
                  <a:lnTo>
                    <a:pt x="210820" y="1270"/>
                  </a:lnTo>
                  <a:close/>
                </a:path>
              </a:pathLst>
            </a:custGeom>
            <a:solidFill>
              <a:srgbClr val="002B1E"/>
            </a:solidFill>
          </p:spPr>
          <p:txBody>
            <a:bodyPr wrap="square" lIns="0" tIns="0" rIns="0" bIns="0" rtlCol="0"/>
            <a:lstStyle/>
            <a:p/>
          </p:txBody>
        </p:sp>
        <p:sp>
          <p:nvSpPr>
            <p:cNvPr id="1725" name="object 1725"/>
            <p:cNvSpPr/>
            <p:nvPr/>
          </p:nvSpPr>
          <p:spPr>
            <a:xfrm>
              <a:off x="5382260" y="979169"/>
              <a:ext cx="214629" cy="7620"/>
            </a:xfrm>
            <a:custGeom>
              <a:avLst/>
              <a:gdLst/>
              <a:ahLst/>
              <a:cxnLst/>
              <a:rect l="l" t="t" r="r" b="b"/>
              <a:pathLst>
                <a:path w="214629" h="7619">
                  <a:moveTo>
                    <a:pt x="214630" y="1270"/>
                  </a:moveTo>
                  <a:lnTo>
                    <a:pt x="213360" y="1270"/>
                  </a:lnTo>
                  <a:lnTo>
                    <a:pt x="213360" y="0"/>
                  </a:lnTo>
                  <a:lnTo>
                    <a:pt x="2540" y="0"/>
                  </a:lnTo>
                  <a:lnTo>
                    <a:pt x="2540" y="1270"/>
                  </a:lnTo>
                  <a:lnTo>
                    <a:pt x="1270" y="1270"/>
                  </a:lnTo>
                  <a:lnTo>
                    <a:pt x="1270" y="6350"/>
                  </a:lnTo>
                  <a:lnTo>
                    <a:pt x="0" y="6350"/>
                  </a:lnTo>
                  <a:lnTo>
                    <a:pt x="0" y="7620"/>
                  </a:lnTo>
                  <a:lnTo>
                    <a:pt x="214630" y="7620"/>
                  </a:lnTo>
                  <a:lnTo>
                    <a:pt x="214630" y="6350"/>
                  </a:lnTo>
                  <a:lnTo>
                    <a:pt x="214630" y="1270"/>
                  </a:lnTo>
                  <a:close/>
                </a:path>
              </a:pathLst>
            </a:custGeom>
            <a:solidFill>
              <a:srgbClr val="002A1F"/>
            </a:solidFill>
          </p:spPr>
          <p:txBody>
            <a:bodyPr wrap="square" lIns="0" tIns="0" rIns="0" bIns="0" rtlCol="0"/>
            <a:lstStyle/>
            <a:p/>
          </p:txBody>
        </p:sp>
        <p:sp>
          <p:nvSpPr>
            <p:cNvPr id="1726" name="object 1726"/>
            <p:cNvSpPr/>
            <p:nvPr/>
          </p:nvSpPr>
          <p:spPr>
            <a:xfrm>
              <a:off x="5380990" y="986789"/>
              <a:ext cx="217170" cy="7620"/>
            </a:xfrm>
            <a:custGeom>
              <a:avLst/>
              <a:gdLst/>
              <a:ahLst/>
              <a:cxnLst/>
              <a:rect l="l" t="t" r="r" b="b"/>
              <a:pathLst>
                <a:path w="217170" h="7619">
                  <a:moveTo>
                    <a:pt x="215900" y="0"/>
                  </a:moveTo>
                  <a:lnTo>
                    <a:pt x="1270" y="0"/>
                  </a:lnTo>
                  <a:lnTo>
                    <a:pt x="1270" y="2540"/>
                  </a:lnTo>
                  <a:lnTo>
                    <a:pt x="215900" y="2540"/>
                  </a:lnTo>
                  <a:lnTo>
                    <a:pt x="215900" y="0"/>
                  </a:lnTo>
                  <a:close/>
                </a:path>
                <a:path w="217170" h="7619">
                  <a:moveTo>
                    <a:pt x="217170" y="3810"/>
                  </a:moveTo>
                  <a:lnTo>
                    <a:pt x="1270" y="3810"/>
                  </a:lnTo>
                  <a:lnTo>
                    <a:pt x="1270" y="6350"/>
                  </a:lnTo>
                  <a:lnTo>
                    <a:pt x="0" y="6350"/>
                  </a:lnTo>
                  <a:lnTo>
                    <a:pt x="0" y="7620"/>
                  </a:lnTo>
                  <a:lnTo>
                    <a:pt x="217170" y="7620"/>
                  </a:lnTo>
                  <a:lnTo>
                    <a:pt x="217170" y="6350"/>
                  </a:lnTo>
                  <a:lnTo>
                    <a:pt x="217170" y="3810"/>
                  </a:lnTo>
                  <a:close/>
                </a:path>
              </a:pathLst>
            </a:custGeom>
            <a:solidFill>
              <a:srgbClr val="002A21"/>
            </a:solidFill>
          </p:spPr>
          <p:txBody>
            <a:bodyPr wrap="square" lIns="0" tIns="0" rIns="0" bIns="0" rtlCol="0"/>
            <a:lstStyle/>
            <a:p/>
          </p:txBody>
        </p:sp>
        <p:sp>
          <p:nvSpPr>
            <p:cNvPr id="1727" name="object 1727"/>
            <p:cNvSpPr/>
            <p:nvPr/>
          </p:nvSpPr>
          <p:spPr>
            <a:xfrm>
              <a:off x="5379720" y="994409"/>
              <a:ext cx="219710" cy="6350"/>
            </a:xfrm>
            <a:custGeom>
              <a:avLst/>
              <a:gdLst/>
              <a:ahLst/>
              <a:cxnLst/>
              <a:rect l="l" t="t" r="r" b="b"/>
              <a:pathLst>
                <a:path w="219710" h="6350">
                  <a:moveTo>
                    <a:pt x="219710" y="3810"/>
                  </a:moveTo>
                  <a:lnTo>
                    <a:pt x="218440" y="3810"/>
                  </a:lnTo>
                  <a:lnTo>
                    <a:pt x="218440" y="0"/>
                  </a:lnTo>
                  <a:lnTo>
                    <a:pt x="1270" y="0"/>
                  </a:lnTo>
                  <a:lnTo>
                    <a:pt x="1270" y="3810"/>
                  </a:lnTo>
                  <a:lnTo>
                    <a:pt x="0" y="3810"/>
                  </a:lnTo>
                  <a:lnTo>
                    <a:pt x="0" y="6350"/>
                  </a:lnTo>
                  <a:lnTo>
                    <a:pt x="219710" y="6350"/>
                  </a:lnTo>
                  <a:lnTo>
                    <a:pt x="219710" y="3810"/>
                  </a:lnTo>
                  <a:close/>
                </a:path>
              </a:pathLst>
            </a:custGeom>
            <a:solidFill>
              <a:srgbClr val="002923"/>
            </a:solidFill>
          </p:spPr>
          <p:txBody>
            <a:bodyPr wrap="square" lIns="0" tIns="0" rIns="0" bIns="0" rtlCol="0"/>
            <a:lstStyle/>
            <a:p/>
          </p:txBody>
        </p:sp>
        <p:sp>
          <p:nvSpPr>
            <p:cNvPr id="1728" name="object 1728"/>
            <p:cNvSpPr/>
            <p:nvPr/>
          </p:nvSpPr>
          <p:spPr>
            <a:xfrm>
              <a:off x="5378450" y="1000759"/>
              <a:ext cx="222250" cy="7620"/>
            </a:xfrm>
            <a:custGeom>
              <a:avLst/>
              <a:gdLst/>
              <a:ahLst/>
              <a:cxnLst/>
              <a:rect l="l" t="t" r="r" b="b"/>
              <a:pathLst>
                <a:path w="222250" h="7619">
                  <a:moveTo>
                    <a:pt x="222250" y="3810"/>
                  </a:moveTo>
                  <a:lnTo>
                    <a:pt x="220980" y="3810"/>
                  </a:lnTo>
                  <a:lnTo>
                    <a:pt x="220980" y="1270"/>
                  </a:lnTo>
                  <a:lnTo>
                    <a:pt x="220980" y="0"/>
                  </a:lnTo>
                  <a:lnTo>
                    <a:pt x="1270" y="0"/>
                  </a:lnTo>
                  <a:lnTo>
                    <a:pt x="1270" y="1270"/>
                  </a:lnTo>
                  <a:lnTo>
                    <a:pt x="0" y="1270"/>
                  </a:lnTo>
                  <a:lnTo>
                    <a:pt x="0" y="3810"/>
                  </a:lnTo>
                  <a:lnTo>
                    <a:pt x="0" y="7620"/>
                  </a:lnTo>
                  <a:lnTo>
                    <a:pt x="222250" y="7620"/>
                  </a:lnTo>
                  <a:lnTo>
                    <a:pt x="222250" y="3810"/>
                  </a:lnTo>
                  <a:close/>
                </a:path>
              </a:pathLst>
            </a:custGeom>
            <a:solidFill>
              <a:srgbClr val="002925"/>
            </a:solidFill>
          </p:spPr>
          <p:txBody>
            <a:bodyPr wrap="square" lIns="0" tIns="0" rIns="0" bIns="0" rtlCol="0"/>
            <a:lstStyle/>
            <a:p/>
          </p:txBody>
        </p:sp>
        <p:sp>
          <p:nvSpPr>
            <p:cNvPr id="1729" name="object 1729"/>
            <p:cNvSpPr/>
            <p:nvPr/>
          </p:nvSpPr>
          <p:spPr>
            <a:xfrm>
              <a:off x="5375910" y="1008379"/>
              <a:ext cx="226060" cy="7620"/>
            </a:xfrm>
            <a:custGeom>
              <a:avLst/>
              <a:gdLst/>
              <a:ahLst/>
              <a:cxnLst/>
              <a:rect l="l" t="t" r="r" b="b"/>
              <a:pathLst>
                <a:path w="226060" h="7619">
                  <a:moveTo>
                    <a:pt x="226060" y="6350"/>
                  </a:moveTo>
                  <a:lnTo>
                    <a:pt x="226047" y="2540"/>
                  </a:lnTo>
                  <a:lnTo>
                    <a:pt x="224790" y="2540"/>
                  </a:lnTo>
                  <a:lnTo>
                    <a:pt x="224790" y="0"/>
                  </a:lnTo>
                  <a:lnTo>
                    <a:pt x="1270" y="0"/>
                  </a:lnTo>
                  <a:lnTo>
                    <a:pt x="1270" y="2540"/>
                  </a:lnTo>
                  <a:lnTo>
                    <a:pt x="1270" y="6350"/>
                  </a:lnTo>
                  <a:lnTo>
                    <a:pt x="0" y="6350"/>
                  </a:lnTo>
                  <a:lnTo>
                    <a:pt x="0" y="7620"/>
                  </a:lnTo>
                  <a:lnTo>
                    <a:pt x="226060" y="7620"/>
                  </a:lnTo>
                  <a:lnTo>
                    <a:pt x="226060" y="6350"/>
                  </a:lnTo>
                  <a:close/>
                </a:path>
              </a:pathLst>
            </a:custGeom>
            <a:solidFill>
              <a:srgbClr val="002926"/>
            </a:solidFill>
          </p:spPr>
          <p:txBody>
            <a:bodyPr wrap="square" lIns="0" tIns="0" rIns="0" bIns="0" rtlCol="0"/>
            <a:lstStyle/>
            <a:p/>
          </p:txBody>
        </p:sp>
        <p:sp>
          <p:nvSpPr>
            <p:cNvPr id="1730" name="object 1730"/>
            <p:cNvSpPr/>
            <p:nvPr/>
          </p:nvSpPr>
          <p:spPr>
            <a:xfrm>
              <a:off x="5374640" y="1015999"/>
              <a:ext cx="228600" cy="6350"/>
            </a:xfrm>
            <a:custGeom>
              <a:avLst/>
              <a:gdLst/>
              <a:ahLst/>
              <a:cxnLst/>
              <a:rect l="l" t="t" r="r" b="b"/>
              <a:pathLst>
                <a:path w="228600" h="6350">
                  <a:moveTo>
                    <a:pt x="228600" y="2540"/>
                  </a:moveTo>
                  <a:lnTo>
                    <a:pt x="227330" y="2540"/>
                  </a:lnTo>
                  <a:lnTo>
                    <a:pt x="227330" y="0"/>
                  </a:lnTo>
                  <a:lnTo>
                    <a:pt x="1270" y="0"/>
                  </a:lnTo>
                  <a:lnTo>
                    <a:pt x="1270" y="2540"/>
                  </a:lnTo>
                  <a:lnTo>
                    <a:pt x="1270" y="5080"/>
                  </a:lnTo>
                  <a:lnTo>
                    <a:pt x="0" y="5080"/>
                  </a:lnTo>
                  <a:lnTo>
                    <a:pt x="0" y="6350"/>
                  </a:lnTo>
                  <a:lnTo>
                    <a:pt x="228600" y="6350"/>
                  </a:lnTo>
                  <a:lnTo>
                    <a:pt x="228600" y="5080"/>
                  </a:lnTo>
                  <a:lnTo>
                    <a:pt x="228600" y="2540"/>
                  </a:lnTo>
                  <a:close/>
                </a:path>
              </a:pathLst>
            </a:custGeom>
            <a:solidFill>
              <a:srgbClr val="002828"/>
            </a:solidFill>
          </p:spPr>
          <p:txBody>
            <a:bodyPr wrap="square" lIns="0" tIns="0" rIns="0" bIns="0" rtlCol="0"/>
            <a:lstStyle/>
            <a:p/>
          </p:txBody>
        </p:sp>
        <p:sp>
          <p:nvSpPr>
            <p:cNvPr id="1731" name="object 1731"/>
            <p:cNvSpPr/>
            <p:nvPr/>
          </p:nvSpPr>
          <p:spPr>
            <a:xfrm>
              <a:off x="5373370" y="1022349"/>
              <a:ext cx="231140" cy="7620"/>
            </a:xfrm>
            <a:custGeom>
              <a:avLst/>
              <a:gdLst/>
              <a:ahLst/>
              <a:cxnLst/>
              <a:rect l="l" t="t" r="r" b="b"/>
              <a:pathLst>
                <a:path w="231139" h="7619">
                  <a:moveTo>
                    <a:pt x="231140" y="5080"/>
                  </a:moveTo>
                  <a:lnTo>
                    <a:pt x="229870" y="5080"/>
                  </a:lnTo>
                  <a:lnTo>
                    <a:pt x="229870" y="3810"/>
                  </a:lnTo>
                  <a:lnTo>
                    <a:pt x="229870" y="0"/>
                  </a:lnTo>
                  <a:lnTo>
                    <a:pt x="1270" y="0"/>
                  </a:lnTo>
                  <a:lnTo>
                    <a:pt x="1270" y="3810"/>
                  </a:lnTo>
                  <a:lnTo>
                    <a:pt x="0" y="3810"/>
                  </a:lnTo>
                  <a:lnTo>
                    <a:pt x="0" y="5080"/>
                  </a:lnTo>
                  <a:lnTo>
                    <a:pt x="0" y="7620"/>
                  </a:lnTo>
                  <a:lnTo>
                    <a:pt x="231140" y="7620"/>
                  </a:lnTo>
                  <a:lnTo>
                    <a:pt x="231140" y="5080"/>
                  </a:lnTo>
                  <a:close/>
                </a:path>
              </a:pathLst>
            </a:custGeom>
            <a:solidFill>
              <a:srgbClr val="00282A"/>
            </a:solidFill>
          </p:spPr>
          <p:txBody>
            <a:bodyPr wrap="square" lIns="0" tIns="0" rIns="0" bIns="0" rtlCol="0"/>
            <a:lstStyle/>
            <a:p/>
          </p:txBody>
        </p:sp>
        <p:sp>
          <p:nvSpPr>
            <p:cNvPr id="1732" name="object 1732"/>
            <p:cNvSpPr/>
            <p:nvPr/>
          </p:nvSpPr>
          <p:spPr>
            <a:xfrm>
              <a:off x="5372100" y="1029969"/>
              <a:ext cx="232410" cy="7620"/>
            </a:xfrm>
            <a:custGeom>
              <a:avLst/>
              <a:gdLst/>
              <a:ahLst/>
              <a:cxnLst/>
              <a:rect l="l" t="t" r="r" b="b"/>
              <a:pathLst>
                <a:path w="232410" h="7619">
                  <a:moveTo>
                    <a:pt x="232410" y="0"/>
                  </a:moveTo>
                  <a:lnTo>
                    <a:pt x="1270" y="0"/>
                  </a:lnTo>
                  <a:lnTo>
                    <a:pt x="1270" y="2540"/>
                  </a:lnTo>
                  <a:lnTo>
                    <a:pt x="0" y="2540"/>
                  </a:lnTo>
                  <a:lnTo>
                    <a:pt x="0" y="7620"/>
                  </a:lnTo>
                  <a:lnTo>
                    <a:pt x="232410" y="7620"/>
                  </a:lnTo>
                  <a:lnTo>
                    <a:pt x="232410" y="2540"/>
                  </a:lnTo>
                  <a:lnTo>
                    <a:pt x="232410" y="0"/>
                  </a:lnTo>
                  <a:close/>
                </a:path>
              </a:pathLst>
            </a:custGeom>
            <a:solidFill>
              <a:srgbClr val="00272B"/>
            </a:solidFill>
          </p:spPr>
          <p:txBody>
            <a:bodyPr wrap="square" lIns="0" tIns="0" rIns="0" bIns="0" rtlCol="0"/>
            <a:lstStyle/>
            <a:p/>
          </p:txBody>
        </p:sp>
        <p:sp>
          <p:nvSpPr>
            <p:cNvPr id="1733" name="object 1733"/>
            <p:cNvSpPr/>
            <p:nvPr/>
          </p:nvSpPr>
          <p:spPr>
            <a:xfrm>
              <a:off x="5370830" y="1037589"/>
              <a:ext cx="234950" cy="7620"/>
            </a:xfrm>
            <a:custGeom>
              <a:avLst/>
              <a:gdLst/>
              <a:ahLst/>
              <a:cxnLst/>
              <a:rect l="l" t="t" r="r" b="b"/>
              <a:pathLst>
                <a:path w="234950" h="7619">
                  <a:moveTo>
                    <a:pt x="234950" y="1270"/>
                  </a:moveTo>
                  <a:lnTo>
                    <a:pt x="233680" y="1270"/>
                  </a:lnTo>
                  <a:lnTo>
                    <a:pt x="233680" y="0"/>
                  </a:lnTo>
                  <a:lnTo>
                    <a:pt x="1270" y="0"/>
                  </a:lnTo>
                  <a:lnTo>
                    <a:pt x="1270" y="1270"/>
                  </a:lnTo>
                  <a:lnTo>
                    <a:pt x="1270" y="2540"/>
                  </a:lnTo>
                  <a:lnTo>
                    <a:pt x="0" y="2540"/>
                  </a:lnTo>
                  <a:lnTo>
                    <a:pt x="0" y="7620"/>
                  </a:lnTo>
                  <a:lnTo>
                    <a:pt x="234950" y="7620"/>
                  </a:lnTo>
                  <a:lnTo>
                    <a:pt x="234950" y="2540"/>
                  </a:lnTo>
                  <a:lnTo>
                    <a:pt x="234950" y="1270"/>
                  </a:lnTo>
                  <a:close/>
                </a:path>
              </a:pathLst>
            </a:custGeom>
            <a:solidFill>
              <a:srgbClr val="00272D"/>
            </a:solidFill>
          </p:spPr>
          <p:txBody>
            <a:bodyPr wrap="square" lIns="0" tIns="0" rIns="0" bIns="0" rtlCol="0"/>
            <a:lstStyle/>
            <a:p/>
          </p:txBody>
        </p:sp>
        <p:sp>
          <p:nvSpPr>
            <p:cNvPr id="1734" name="object 1734"/>
            <p:cNvSpPr/>
            <p:nvPr/>
          </p:nvSpPr>
          <p:spPr>
            <a:xfrm>
              <a:off x="5369560" y="1045209"/>
              <a:ext cx="237490" cy="6350"/>
            </a:xfrm>
            <a:custGeom>
              <a:avLst/>
              <a:gdLst/>
              <a:ahLst/>
              <a:cxnLst/>
              <a:rect l="l" t="t" r="r" b="b"/>
              <a:pathLst>
                <a:path w="237489" h="6350">
                  <a:moveTo>
                    <a:pt x="237490" y="3810"/>
                  </a:moveTo>
                  <a:lnTo>
                    <a:pt x="236220" y="3810"/>
                  </a:lnTo>
                  <a:lnTo>
                    <a:pt x="236220" y="0"/>
                  </a:lnTo>
                  <a:lnTo>
                    <a:pt x="1270" y="0"/>
                  </a:lnTo>
                  <a:lnTo>
                    <a:pt x="1270" y="3810"/>
                  </a:lnTo>
                  <a:lnTo>
                    <a:pt x="0" y="3810"/>
                  </a:lnTo>
                  <a:lnTo>
                    <a:pt x="0" y="6350"/>
                  </a:lnTo>
                  <a:lnTo>
                    <a:pt x="237490" y="6350"/>
                  </a:lnTo>
                  <a:lnTo>
                    <a:pt x="237490" y="3810"/>
                  </a:lnTo>
                  <a:close/>
                </a:path>
              </a:pathLst>
            </a:custGeom>
            <a:solidFill>
              <a:srgbClr val="00262F"/>
            </a:solidFill>
          </p:spPr>
          <p:txBody>
            <a:bodyPr wrap="square" lIns="0" tIns="0" rIns="0" bIns="0" rtlCol="0"/>
            <a:lstStyle/>
            <a:p/>
          </p:txBody>
        </p:sp>
        <p:sp>
          <p:nvSpPr>
            <p:cNvPr id="1735" name="object 1735"/>
            <p:cNvSpPr/>
            <p:nvPr/>
          </p:nvSpPr>
          <p:spPr>
            <a:xfrm>
              <a:off x="5368290" y="1051559"/>
              <a:ext cx="238760" cy="7620"/>
            </a:xfrm>
            <a:custGeom>
              <a:avLst/>
              <a:gdLst/>
              <a:ahLst/>
              <a:cxnLst/>
              <a:rect l="l" t="t" r="r" b="b"/>
              <a:pathLst>
                <a:path w="238760" h="7619">
                  <a:moveTo>
                    <a:pt x="238760" y="0"/>
                  </a:moveTo>
                  <a:lnTo>
                    <a:pt x="1270" y="0"/>
                  </a:lnTo>
                  <a:lnTo>
                    <a:pt x="1270" y="5080"/>
                  </a:lnTo>
                  <a:lnTo>
                    <a:pt x="0" y="5080"/>
                  </a:lnTo>
                  <a:lnTo>
                    <a:pt x="0" y="6350"/>
                  </a:lnTo>
                  <a:lnTo>
                    <a:pt x="116840" y="6350"/>
                  </a:lnTo>
                  <a:lnTo>
                    <a:pt x="116840" y="7620"/>
                  </a:lnTo>
                  <a:lnTo>
                    <a:pt x="127000" y="7620"/>
                  </a:lnTo>
                  <a:lnTo>
                    <a:pt x="127000" y="6350"/>
                  </a:lnTo>
                  <a:lnTo>
                    <a:pt x="238760" y="6350"/>
                  </a:lnTo>
                  <a:lnTo>
                    <a:pt x="238760" y="5080"/>
                  </a:lnTo>
                  <a:lnTo>
                    <a:pt x="238760" y="0"/>
                  </a:lnTo>
                  <a:close/>
                </a:path>
              </a:pathLst>
            </a:custGeom>
            <a:solidFill>
              <a:srgbClr val="002631"/>
            </a:solidFill>
          </p:spPr>
          <p:txBody>
            <a:bodyPr wrap="square" lIns="0" tIns="0" rIns="0" bIns="0" rtlCol="0"/>
            <a:lstStyle/>
            <a:p/>
          </p:txBody>
        </p:sp>
        <p:sp>
          <p:nvSpPr>
            <p:cNvPr id="1736" name="object 1736"/>
            <p:cNvSpPr/>
            <p:nvPr/>
          </p:nvSpPr>
          <p:spPr>
            <a:xfrm>
              <a:off x="5368290" y="1059179"/>
              <a:ext cx="240029" cy="7620"/>
            </a:xfrm>
            <a:custGeom>
              <a:avLst/>
              <a:gdLst/>
              <a:ahLst/>
              <a:cxnLst/>
              <a:rect l="l" t="t" r="r" b="b"/>
              <a:pathLst>
                <a:path w="240029" h="7619">
                  <a:moveTo>
                    <a:pt x="106667" y="6350"/>
                  </a:moveTo>
                  <a:lnTo>
                    <a:pt x="0" y="6350"/>
                  </a:lnTo>
                  <a:lnTo>
                    <a:pt x="0" y="7620"/>
                  </a:lnTo>
                  <a:lnTo>
                    <a:pt x="106667" y="7620"/>
                  </a:lnTo>
                  <a:lnTo>
                    <a:pt x="106667" y="6350"/>
                  </a:lnTo>
                  <a:close/>
                </a:path>
                <a:path w="240029" h="7619">
                  <a:moveTo>
                    <a:pt x="110490" y="3810"/>
                  </a:moveTo>
                  <a:lnTo>
                    <a:pt x="0" y="3810"/>
                  </a:lnTo>
                  <a:lnTo>
                    <a:pt x="0" y="5080"/>
                  </a:lnTo>
                  <a:lnTo>
                    <a:pt x="107950" y="5080"/>
                  </a:lnTo>
                  <a:lnTo>
                    <a:pt x="107950" y="6350"/>
                  </a:lnTo>
                  <a:lnTo>
                    <a:pt x="109220" y="6350"/>
                  </a:lnTo>
                  <a:lnTo>
                    <a:pt x="109220" y="5080"/>
                  </a:lnTo>
                  <a:lnTo>
                    <a:pt x="110490" y="5080"/>
                  </a:lnTo>
                  <a:lnTo>
                    <a:pt x="110490" y="3810"/>
                  </a:lnTo>
                  <a:close/>
                </a:path>
                <a:path w="240029" h="7619">
                  <a:moveTo>
                    <a:pt x="115570" y="0"/>
                  </a:moveTo>
                  <a:lnTo>
                    <a:pt x="0" y="0"/>
                  </a:lnTo>
                  <a:lnTo>
                    <a:pt x="0" y="2540"/>
                  </a:lnTo>
                  <a:lnTo>
                    <a:pt x="110490" y="2540"/>
                  </a:lnTo>
                  <a:lnTo>
                    <a:pt x="110490" y="3810"/>
                  </a:lnTo>
                  <a:lnTo>
                    <a:pt x="113017" y="3810"/>
                  </a:lnTo>
                  <a:lnTo>
                    <a:pt x="113017" y="2540"/>
                  </a:lnTo>
                  <a:lnTo>
                    <a:pt x="115570" y="2540"/>
                  </a:lnTo>
                  <a:lnTo>
                    <a:pt x="115570" y="0"/>
                  </a:lnTo>
                  <a:close/>
                </a:path>
                <a:path w="240029" h="7619">
                  <a:moveTo>
                    <a:pt x="240030" y="6350"/>
                  </a:moveTo>
                  <a:lnTo>
                    <a:pt x="135890" y="6350"/>
                  </a:lnTo>
                  <a:lnTo>
                    <a:pt x="135890" y="7620"/>
                  </a:lnTo>
                  <a:lnTo>
                    <a:pt x="240030" y="7620"/>
                  </a:lnTo>
                  <a:lnTo>
                    <a:pt x="240030" y="6350"/>
                  </a:lnTo>
                  <a:close/>
                </a:path>
                <a:path w="240029" h="7619">
                  <a:moveTo>
                    <a:pt x="240030" y="3810"/>
                  </a:moveTo>
                  <a:lnTo>
                    <a:pt x="133350" y="3810"/>
                  </a:lnTo>
                  <a:lnTo>
                    <a:pt x="133350" y="5080"/>
                  </a:lnTo>
                  <a:lnTo>
                    <a:pt x="134620" y="5080"/>
                  </a:lnTo>
                  <a:lnTo>
                    <a:pt x="134620" y="6350"/>
                  </a:lnTo>
                  <a:lnTo>
                    <a:pt x="135890" y="6350"/>
                  </a:lnTo>
                  <a:lnTo>
                    <a:pt x="135890" y="5080"/>
                  </a:lnTo>
                  <a:lnTo>
                    <a:pt x="240030" y="5080"/>
                  </a:lnTo>
                  <a:lnTo>
                    <a:pt x="240030" y="3810"/>
                  </a:lnTo>
                  <a:close/>
                </a:path>
                <a:path w="240029" h="7619">
                  <a:moveTo>
                    <a:pt x="240030" y="0"/>
                  </a:moveTo>
                  <a:lnTo>
                    <a:pt x="128270" y="0"/>
                  </a:lnTo>
                  <a:lnTo>
                    <a:pt x="128270" y="2540"/>
                  </a:lnTo>
                  <a:lnTo>
                    <a:pt x="129540" y="2540"/>
                  </a:lnTo>
                  <a:lnTo>
                    <a:pt x="129540" y="3810"/>
                  </a:lnTo>
                  <a:lnTo>
                    <a:pt x="133350" y="3810"/>
                  </a:lnTo>
                  <a:lnTo>
                    <a:pt x="133350" y="2540"/>
                  </a:lnTo>
                  <a:lnTo>
                    <a:pt x="240030" y="2540"/>
                  </a:lnTo>
                  <a:lnTo>
                    <a:pt x="240030" y="0"/>
                  </a:lnTo>
                  <a:close/>
                </a:path>
              </a:pathLst>
            </a:custGeom>
            <a:solidFill>
              <a:srgbClr val="002633"/>
            </a:solidFill>
          </p:spPr>
          <p:txBody>
            <a:bodyPr wrap="square" lIns="0" tIns="0" rIns="0" bIns="0" rtlCol="0"/>
            <a:lstStyle/>
            <a:p/>
          </p:txBody>
        </p:sp>
        <p:sp>
          <p:nvSpPr>
            <p:cNvPr id="1737" name="object 1737"/>
            <p:cNvSpPr/>
            <p:nvPr/>
          </p:nvSpPr>
          <p:spPr>
            <a:xfrm>
              <a:off x="5367020" y="1066799"/>
              <a:ext cx="242570" cy="6350"/>
            </a:xfrm>
            <a:custGeom>
              <a:avLst/>
              <a:gdLst/>
              <a:ahLst/>
              <a:cxnLst/>
              <a:rect l="l" t="t" r="r" b="b"/>
              <a:pathLst>
                <a:path w="242570" h="6350">
                  <a:moveTo>
                    <a:pt x="104140" y="5080"/>
                  </a:moveTo>
                  <a:lnTo>
                    <a:pt x="0" y="5080"/>
                  </a:lnTo>
                  <a:lnTo>
                    <a:pt x="0" y="6350"/>
                  </a:lnTo>
                  <a:lnTo>
                    <a:pt x="104140" y="6350"/>
                  </a:lnTo>
                  <a:lnTo>
                    <a:pt x="104140" y="5080"/>
                  </a:lnTo>
                  <a:close/>
                </a:path>
                <a:path w="242570" h="6350">
                  <a:moveTo>
                    <a:pt x="107937" y="0"/>
                  </a:moveTo>
                  <a:lnTo>
                    <a:pt x="1270" y="0"/>
                  </a:lnTo>
                  <a:lnTo>
                    <a:pt x="1270" y="1270"/>
                  </a:lnTo>
                  <a:lnTo>
                    <a:pt x="0" y="1270"/>
                  </a:lnTo>
                  <a:lnTo>
                    <a:pt x="0" y="3810"/>
                  </a:lnTo>
                  <a:lnTo>
                    <a:pt x="104140" y="3810"/>
                  </a:lnTo>
                  <a:lnTo>
                    <a:pt x="104140" y="5080"/>
                  </a:lnTo>
                  <a:lnTo>
                    <a:pt x="105410" y="5080"/>
                  </a:lnTo>
                  <a:lnTo>
                    <a:pt x="105410" y="3810"/>
                  </a:lnTo>
                  <a:lnTo>
                    <a:pt x="106680" y="3810"/>
                  </a:lnTo>
                  <a:lnTo>
                    <a:pt x="106680" y="1270"/>
                  </a:lnTo>
                  <a:lnTo>
                    <a:pt x="107937" y="1270"/>
                  </a:lnTo>
                  <a:lnTo>
                    <a:pt x="107937" y="0"/>
                  </a:lnTo>
                  <a:close/>
                </a:path>
                <a:path w="242570" h="6350">
                  <a:moveTo>
                    <a:pt x="241300" y="0"/>
                  </a:moveTo>
                  <a:lnTo>
                    <a:pt x="137160" y="0"/>
                  </a:lnTo>
                  <a:lnTo>
                    <a:pt x="137160" y="1270"/>
                  </a:lnTo>
                  <a:lnTo>
                    <a:pt x="138430" y="1270"/>
                  </a:lnTo>
                  <a:lnTo>
                    <a:pt x="138430" y="3810"/>
                  </a:lnTo>
                  <a:lnTo>
                    <a:pt x="241300" y="3810"/>
                  </a:lnTo>
                  <a:lnTo>
                    <a:pt x="241300" y="1270"/>
                  </a:lnTo>
                  <a:lnTo>
                    <a:pt x="241300" y="0"/>
                  </a:lnTo>
                  <a:close/>
                </a:path>
                <a:path w="242570" h="6350">
                  <a:moveTo>
                    <a:pt x="242570" y="5080"/>
                  </a:moveTo>
                  <a:lnTo>
                    <a:pt x="140970" y="5080"/>
                  </a:lnTo>
                  <a:lnTo>
                    <a:pt x="140970" y="6350"/>
                  </a:lnTo>
                  <a:lnTo>
                    <a:pt x="242570" y="6350"/>
                  </a:lnTo>
                  <a:lnTo>
                    <a:pt x="242570" y="5080"/>
                  </a:lnTo>
                  <a:close/>
                </a:path>
              </a:pathLst>
            </a:custGeom>
            <a:solidFill>
              <a:srgbClr val="002534"/>
            </a:solidFill>
          </p:spPr>
          <p:txBody>
            <a:bodyPr wrap="square" lIns="0" tIns="0" rIns="0" bIns="0" rtlCol="0"/>
            <a:lstStyle/>
            <a:p/>
          </p:txBody>
        </p:sp>
        <p:sp>
          <p:nvSpPr>
            <p:cNvPr id="1738" name="object 1738"/>
            <p:cNvSpPr/>
            <p:nvPr/>
          </p:nvSpPr>
          <p:spPr>
            <a:xfrm>
              <a:off x="5367020" y="1073149"/>
              <a:ext cx="242570" cy="7620"/>
            </a:xfrm>
            <a:custGeom>
              <a:avLst/>
              <a:gdLst/>
              <a:ahLst/>
              <a:cxnLst/>
              <a:rect l="l" t="t" r="r" b="b"/>
              <a:pathLst>
                <a:path w="242570" h="7619">
                  <a:moveTo>
                    <a:pt x="104140" y="0"/>
                  </a:moveTo>
                  <a:lnTo>
                    <a:pt x="0" y="0"/>
                  </a:lnTo>
                  <a:lnTo>
                    <a:pt x="0" y="1270"/>
                  </a:lnTo>
                  <a:lnTo>
                    <a:pt x="0" y="3810"/>
                  </a:lnTo>
                  <a:lnTo>
                    <a:pt x="0" y="5080"/>
                  </a:lnTo>
                  <a:lnTo>
                    <a:pt x="0" y="7620"/>
                  </a:lnTo>
                  <a:lnTo>
                    <a:pt x="100330" y="7620"/>
                  </a:lnTo>
                  <a:lnTo>
                    <a:pt x="100330" y="5080"/>
                  </a:lnTo>
                  <a:lnTo>
                    <a:pt x="101600" y="5080"/>
                  </a:lnTo>
                  <a:lnTo>
                    <a:pt x="101600" y="3810"/>
                  </a:lnTo>
                  <a:lnTo>
                    <a:pt x="102870" y="3810"/>
                  </a:lnTo>
                  <a:lnTo>
                    <a:pt x="102870" y="1270"/>
                  </a:lnTo>
                  <a:lnTo>
                    <a:pt x="104140" y="1270"/>
                  </a:lnTo>
                  <a:lnTo>
                    <a:pt x="104140" y="0"/>
                  </a:lnTo>
                  <a:close/>
                </a:path>
                <a:path w="242570" h="7619">
                  <a:moveTo>
                    <a:pt x="242570" y="0"/>
                  </a:moveTo>
                  <a:lnTo>
                    <a:pt x="140970" y="0"/>
                  </a:lnTo>
                  <a:lnTo>
                    <a:pt x="140970" y="1270"/>
                  </a:lnTo>
                  <a:lnTo>
                    <a:pt x="142240" y="1270"/>
                  </a:lnTo>
                  <a:lnTo>
                    <a:pt x="142240" y="3810"/>
                  </a:lnTo>
                  <a:lnTo>
                    <a:pt x="143510" y="3810"/>
                  </a:lnTo>
                  <a:lnTo>
                    <a:pt x="143510" y="5080"/>
                  </a:lnTo>
                  <a:lnTo>
                    <a:pt x="144780" y="5080"/>
                  </a:lnTo>
                  <a:lnTo>
                    <a:pt x="144780" y="7620"/>
                  </a:lnTo>
                  <a:lnTo>
                    <a:pt x="242570" y="7620"/>
                  </a:lnTo>
                  <a:lnTo>
                    <a:pt x="242570" y="5080"/>
                  </a:lnTo>
                  <a:lnTo>
                    <a:pt x="242570" y="3810"/>
                  </a:lnTo>
                  <a:lnTo>
                    <a:pt x="242570" y="1270"/>
                  </a:lnTo>
                  <a:lnTo>
                    <a:pt x="242570" y="0"/>
                  </a:lnTo>
                  <a:close/>
                </a:path>
              </a:pathLst>
            </a:custGeom>
            <a:solidFill>
              <a:srgbClr val="002536"/>
            </a:solidFill>
          </p:spPr>
          <p:txBody>
            <a:bodyPr wrap="square" lIns="0" tIns="0" rIns="0" bIns="0" rtlCol="0"/>
            <a:lstStyle/>
            <a:p/>
          </p:txBody>
        </p:sp>
        <p:sp>
          <p:nvSpPr>
            <p:cNvPr id="1739" name="object 1739"/>
            <p:cNvSpPr/>
            <p:nvPr/>
          </p:nvSpPr>
          <p:spPr>
            <a:xfrm>
              <a:off x="5365750" y="1080769"/>
              <a:ext cx="245110" cy="7620"/>
            </a:xfrm>
            <a:custGeom>
              <a:avLst/>
              <a:gdLst/>
              <a:ahLst/>
              <a:cxnLst/>
              <a:rect l="l" t="t" r="r" b="b"/>
              <a:pathLst>
                <a:path w="245110" h="7619">
                  <a:moveTo>
                    <a:pt x="101600" y="0"/>
                  </a:moveTo>
                  <a:lnTo>
                    <a:pt x="0" y="0"/>
                  </a:lnTo>
                  <a:lnTo>
                    <a:pt x="0" y="1270"/>
                  </a:lnTo>
                  <a:lnTo>
                    <a:pt x="0" y="3810"/>
                  </a:lnTo>
                  <a:lnTo>
                    <a:pt x="0" y="6350"/>
                  </a:lnTo>
                  <a:lnTo>
                    <a:pt x="99060" y="6350"/>
                  </a:lnTo>
                  <a:lnTo>
                    <a:pt x="99060" y="3810"/>
                  </a:lnTo>
                  <a:lnTo>
                    <a:pt x="100330" y="3810"/>
                  </a:lnTo>
                  <a:lnTo>
                    <a:pt x="100330" y="1270"/>
                  </a:lnTo>
                  <a:lnTo>
                    <a:pt x="101600" y="1270"/>
                  </a:lnTo>
                  <a:lnTo>
                    <a:pt x="101600" y="0"/>
                  </a:lnTo>
                  <a:close/>
                </a:path>
                <a:path w="245110" h="7619">
                  <a:moveTo>
                    <a:pt x="245110" y="3810"/>
                  </a:moveTo>
                  <a:lnTo>
                    <a:pt x="243840" y="3810"/>
                  </a:lnTo>
                  <a:lnTo>
                    <a:pt x="243840" y="0"/>
                  </a:lnTo>
                  <a:lnTo>
                    <a:pt x="146050" y="0"/>
                  </a:lnTo>
                  <a:lnTo>
                    <a:pt x="146050" y="3810"/>
                  </a:lnTo>
                  <a:lnTo>
                    <a:pt x="147320" y="3810"/>
                  </a:lnTo>
                  <a:lnTo>
                    <a:pt x="147320" y="6350"/>
                  </a:lnTo>
                  <a:lnTo>
                    <a:pt x="147320" y="7620"/>
                  </a:lnTo>
                  <a:lnTo>
                    <a:pt x="148590" y="7620"/>
                  </a:lnTo>
                  <a:lnTo>
                    <a:pt x="148590" y="6350"/>
                  </a:lnTo>
                  <a:lnTo>
                    <a:pt x="245110" y="6350"/>
                  </a:lnTo>
                  <a:lnTo>
                    <a:pt x="245110" y="3810"/>
                  </a:lnTo>
                  <a:close/>
                </a:path>
              </a:pathLst>
            </a:custGeom>
            <a:solidFill>
              <a:srgbClr val="002438"/>
            </a:solidFill>
          </p:spPr>
          <p:txBody>
            <a:bodyPr wrap="square" lIns="0" tIns="0" rIns="0" bIns="0" rtlCol="0"/>
            <a:lstStyle/>
            <a:p/>
          </p:txBody>
        </p:sp>
        <p:sp>
          <p:nvSpPr>
            <p:cNvPr id="1740" name="object 1740"/>
            <p:cNvSpPr/>
            <p:nvPr/>
          </p:nvSpPr>
          <p:spPr>
            <a:xfrm>
              <a:off x="5364480" y="1088389"/>
              <a:ext cx="246379" cy="7620"/>
            </a:xfrm>
            <a:custGeom>
              <a:avLst/>
              <a:gdLst/>
              <a:ahLst/>
              <a:cxnLst/>
              <a:rect l="l" t="t" r="r" b="b"/>
              <a:pathLst>
                <a:path w="246379" h="7619">
                  <a:moveTo>
                    <a:pt x="99060" y="0"/>
                  </a:moveTo>
                  <a:lnTo>
                    <a:pt x="1270" y="0"/>
                  </a:lnTo>
                  <a:lnTo>
                    <a:pt x="1270" y="2540"/>
                  </a:lnTo>
                  <a:lnTo>
                    <a:pt x="0" y="2540"/>
                  </a:lnTo>
                  <a:lnTo>
                    <a:pt x="0" y="7620"/>
                  </a:lnTo>
                  <a:lnTo>
                    <a:pt x="97777" y="7620"/>
                  </a:lnTo>
                  <a:lnTo>
                    <a:pt x="97777" y="2540"/>
                  </a:lnTo>
                  <a:lnTo>
                    <a:pt x="99060" y="2540"/>
                  </a:lnTo>
                  <a:lnTo>
                    <a:pt x="99060" y="0"/>
                  </a:lnTo>
                  <a:close/>
                </a:path>
                <a:path w="246379" h="7619">
                  <a:moveTo>
                    <a:pt x="246380" y="0"/>
                  </a:moveTo>
                  <a:lnTo>
                    <a:pt x="149860" y="0"/>
                  </a:lnTo>
                  <a:lnTo>
                    <a:pt x="149860" y="5080"/>
                  </a:lnTo>
                  <a:lnTo>
                    <a:pt x="151130" y="5080"/>
                  </a:lnTo>
                  <a:lnTo>
                    <a:pt x="151130" y="7620"/>
                  </a:lnTo>
                  <a:lnTo>
                    <a:pt x="246380" y="7620"/>
                  </a:lnTo>
                  <a:lnTo>
                    <a:pt x="246380" y="5080"/>
                  </a:lnTo>
                  <a:lnTo>
                    <a:pt x="246380" y="0"/>
                  </a:lnTo>
                  <a:close/>
                </a:path>
              </a:pathLst>
            </a:custGeom>
            <a:solidFill>
              <a:srgbClr val="002439"/>
            </a:solidFill>
          </p:spPr>
          <p:txBody>
            <a:bodyPr wrap="square" lIns="0" tIns="0" rIns="0" bIns="0" rtlCol="0"/>
            <a:lstStyle/>
            <a:p/>
          </p:txBody>
        </p:sp>
        <p:sp>
          <p:nvSpPr>
            <p:cNvPr id="1741" name="object 1741"/>
            <p:cNvSpPr/>
            <p:nvPr/>
          </p:nvSpPr>
          <p:spPr>
            <a:xfrm>
              <a:off x="5364480" y="1096009"/>
              <a:ext cx="247650" cy="6350"/>
            </a:xfrm>
            <a:custGeom>
              <a:avLst/>
              <a:gdLst/>
              <a:ahLst/>
              <a:cxnLst/>
              <a:rect l="l" t="t" r="r" b="b"/>
              <a:pathLst>
                <a:path w="247650" h="6350">
                  <a:moveTo>
                    <a:pt x="97777" y="0"/>
                  </a:moveTo>
                  <a:lnTo>
                    <a:pt x="0" y="0"/>
                  </a:lnTo>
                  <a:lnTo>
                    <a:pt x="0" y="1270"/>
                  </a:lnTo>
                  <a:lnTo>
                    <a:pt x="0" y="3810"/>
                  </a:lnTo>
                  <a:lnTo>
                    <a:pt x="0" y="6350"/>
                  </a:lnTo>
                  <a:lnTo>
                    <a:pt x="95250" y="6350"/>
                  </a:lnTo>
                  <a:lnTo>
                    <a:pt x="95250" y="3810"/>
                  </a:lnTo>
                  <a:lnTo>
                    <a:pt x="96520" y="3810"/>
                  </a:lnTo>
                  <a:lnTo>
                    <a:pt x="96520" y="1270"/>
                  </a:lnTo>
                  <a:lnTo>
                    <a:pt x="97777" y="1270"/>
                  </a:lnTo>
                  <a:lnTo>
                    <a:pt x="97777" y="0"/>
                  </a:lnTo>
                  <a:close/>
                </a:path>
                <a:path w="247650" h="6350">
                  <a:moveTo>
                    <a:pt x="247650" y="1270"/>
                  </a:moveTo>
                  <a:lnTo>
                    <a:pt x="246380" y="1270"/>
                  </a:lnTo>
                  <a:lnTo>
                    <a:pt x="246380" y="0"/>
                  </a:lnTo>
                  <a:lnTo>
                    <a:pt x="151130" y="0"/>
                  </a:lnTo>
                  <a:lnTo>
                    <a:pt x="151130" y="1270"/>
                  </a:lnTo>
                  <a:lnTo>
                    <a:pt x="151130" y="3810"/>
                  </a:lnTo>
                  <a:lnTo>
                    <a:pt x="152400" y="3810"/>
                  </a:lnTo>
                  <a:lnTo>
                    <a:pt x="152400" y="6350"/>
                  </a:lnTo>
                  <a:lnTo>
                    <a:pt x="247650" y="6350"/>
                  </a:lnTo>
                  <a:lnTo>
                    <a:pt x="247650" y="3810"/>
                  </a:lnTo>
                  <a:lnTo>
                    <a:pt x="247650" y="1270"/>
                  </a:lnTo>
                  <a:close/>
                </a:path>
              </a:pathLst>
            </a:custGeom>
            <a:solidFill>
              <a:srgbClr val="00233B"/>
            </a:solidFill>
          </p:spPr>
          <p:txBody>
            <a:bodyPr wrap="square" lIns="0" tIns="0" rIns="0" bIns="0" rtlCol="0"/>
            <a:lstStyle/>
            <a:p/>
          </p:txBody>
        </p:sp>
        <p:sp>
          <p:nvSpPr>
            <p:cNvPr id="1742" name="object 1742"/>
            <p:cNvSpPr/>
            <p:nvPr/>
          </p:nvSpPr>
          <p:spPr>
            <a:xfrm>
              <a:off x="5363210" y="1102359"/>
              <a:ext cx="248920" cy="7620"/>
            </a:xfrm>
            <a:custGeom>
              <a:avLst/>
              <a:gdLst/>
              <a:ahLst/>
              <a:cxnLst/>
              <a:rect l="l" t="t" r="r" b="b"/>
              <a:pathLst>
                <a:path w="248920" h="7619">
                  <a:moveTo>
                    <a:pt x="95250" y="5080"/>
                  </a:moveTo>
                  <a:lnTo>
                    <a:pt x="0" y="5080"/>
                  </a:lnTo>
                  <a:lnTo>
                    <a:pt x="0" y="6350"/>
                  </a:lnTo>
                  <a:lnTo>
                    <a:pt x="95250" y="6350"/>
                  </a:lnTo>
                  <a:lnTo>
                    <a:pt x="95250" y="5080"/>
                  </a:lnTo>
                  <a:close/>
                </a:path>
                <a:path w="248920" h="7619">
                  <a:moveTo>
                    <a:pt x="95250" y="1270"/>
                  </a:moveTo>
                  <a:lnTo>
                    <a:pt x="0" y="1270"/>
                  </a:lnTo>
                  <a:lnTo>
                    <a:pt x="0" y="3810"/>
                  </a:lnTo>
                  <a:lnTo>
                    <a:pt x="95250" y="3810"/>
                  </a:lnTo>
                  <a:lnTo>
                    <a:pt x="95250" y="1270"/>
                  </a:lnTo>
                  <a:close/>
                </a:path>
                <a:path w="248920" h="7619">
                  <a:moveTo>
                    <a:pt x="96520" y="0"/>
                  </a:moveTo>
                  <a:lnTo>
                    <a:pt x="95250" y="0"/>
                  </a:lnTo>
                  <a:lnTo>
                    <a:pt x="95250" y="1270"/>
                  </a:lnTo>
                  <a:lnTo>
                    <a:pt x="96520" y="1270"/>
                  </a:lnTo>
                  <a:lnTo>
                    <a:pt x="96520" y="0"/>
                  </a:lnTo>
                  <a:close/>
                </a:path>
                <a:path w="248920" h="7619">
                  <a:moveTo>
                    <a:pt x="154940" y="0"/>
                  </a:moveTo>
                  <a:lnTo>
                    <a:pt x="153670" y="0"/>
                  </a:lnTo>
                  <a:lnTo>
                    <a:pt x="153670" y="1270"/>
                  </a:lnTo>
                  <a:lnTo>
                    <a:pt x="154940" y="1270"/>
                  </a:lnTo>
                  <a:lnTo>
                    <a:pt x="154940" y="0"/>
                  </a:lnTo>
                  <a:close/>
                </a:path>
                <a:path w="248920" h="7619">
                  <a:moveTo>
                    <a:pt x="241300" y="5080"/>
                  </a:moveTo>
                  <a:lnTo>
                    <a:pt x="154940" y="5080"/>
                  </a:lnTo>
                  <a:lnTo>
                    <a:pt x="154940" y="6350"/>
                  </a:lnTo>
                  <a:lnTo>
                    <a:pt x="236220" y="6350"/>
                  </a:lnTo>
                  <a:lnTo>
                    <a:pt x="236220" y="7620"/>
                  </a:lnTo>
                  <a:lnTo>
                    <a:pt x="238760" y="7620"/>
                  </a:lnTo>
                  <a:lnTo>
                    <a:pt x="238760" y="6350"/>
                  </a:lnTo>
                  <a:lnTo>
                    <a:pt x="241300" y="6350"/>
                  </a:lnTo>
                  <a:lnTo>
                    <a:pt x="241300" y="5080"/>
                  </a:lnTo>
                  <a:close/>
                </a:path>
                <a:path w="248920" h="7619">
                  <a:moveTo>
                    <a:pt x="245110" y="1270"/>
                  </a:moveTo>
                  <a:lnTo>
                    <a:pt x="154940" y="1270"/>
                  </a:lnTo>
                  <a:lnTo>
                    <a:pt x="154940" y="3810"/>
                  </a:lnTo>
                  <a:lnTo>
                    <a:pt x="241300" y="3810"/>
                  </a:lnTo>
                  <a:lnTo>
                    <a:pt x="241300" y="5080"/>
                  </a:lnTo>
                  <a:lnTo>
                    <a:pt x="242570" y="5080"/>
                  </a:lnTo>
                  <a:lnTo>
                    <a:pt x="242570" y="3810"/>
                  </a:lnTo>
                  <a:lnTo>
                    <a:pt x="245110" y="3810"/>
                  </a:lnTo>
                  <a:lnTo>
                    <a:pt x="245110" y="1270"/>
                  </a:lnTo>
                  <a:close/>
                </a:path>
                <a:path w="248920" h="7619">
                  <a:moveTo>
                    <a:pt x="248920" y="0"/>
                  </a:moveTo>
                  <a:lnTo>
                    <a:pt x="247650" y="0"/>
                  </a:lnTo>
                  <a:lnTo>
                    <a:pt x="247650" y="1270"/>
                  </a:lnTo>
                  <a:lnTo>
                    <a:pt x="248920" y="1270"/>
                  </a:lnTo>
                  <a:lnTo>
                    <a:pt x="248920" y="0"/>
                  </a:lnTo>
                  <a:close/>
                </a:path>
              </a:pathLst>
            </a:custGeom>
            <a:solidFill>
              <a:srgbClr val="00233D"/>
            </a:solidFill>
          </p:spPr>
          <p:txBody>
            <a:bodyPr wrap="square" lIns="0" tIns="0" rIns="0" bIns="0" rtlCol="0"/>
            <a:lstStyle/>
            <a:p/>
          </p:txBody>
        </p:sp>
        <p:sp>
          <p:nvSpPr>
            <p:cNvPr id="1743" name="object 1743"/>
            <p:cNvSpPr/>
            <p:nvPr/>
          </p:nvSpPr>
          <p:spPr>
            <a:xfrm>
              <a:off x="5361940" y="1109979"/>
              <a:ext cx="234950" cy="7620"/>
            </a:xfrm>
            <a:custGeom>
              <a:avLst/>
              <a:gdLst/>
              <a:ahLst/>
              <a:cxnLst/>
              <a:rect l="l" t="t" r="r" b="b"/>
              <a:pathLst>
                <a:path w="234950" h="7619">
                  <a:moveTo>
                    <a:pt x="93967" y="6350"/>
                  </a:moveTo>
                  <a:lnTo>
                    <a:pt x="0" y="6350"/>
                  </a:lnTo>
                  <a:lnTo>
                    <a:pt x="0" y="7620"/>
                  </a:lnTo>
                  <a:lnTo>
                    <a:pt x="93967" y="7620"/>
                  </a:lnTo>
                  <a:lnTo>
                    <a:pt x="93967" y="6350"/>
                  </a:lnTo>
                  <a:close/>
                </a:path>
                <a:path w="234950" h="7619">
                  <a:moveTo>
                    <a:pt x="95250" y="3810"/>
                  </a:moveTo>
                  <a:lnTo>
                    <a:pt x="0" y="3810"/>
                  </a:lnTo>
                  <a:lnTo>
                    <a:pt x="0" y="5080"/>
                  </a:lnTo>
                  <a:lnTo>
                    <a:pt x="95250" y="5080"/>
                  </a:lnTo>
                  <a:lnTo>
                    <a:pt x="95250" y="3810"/>
                  </a:lnTo>
                  <a:close/>
                </a:path>
                <a:path w="234950" h="7619">
                  <a:moveTo>
                    <a:pt x="95250" y="0"/>
                  </a:moveTo>
                  <a:lnTo>
                    <a:pt x="0" y="0"/>
                  </a:lnTo>
                  <a:lnTo>
                    <a:pt x="0" y="2540"/>
                  </a:lnTo>
                  <a:lnTo>
                    <a:pt x="95250" y="2540"/>
                  </a:lnTo>
                  <a:lnTo>
                    <a:pt x="95250" y="0"/>
                  </a:lnTo>
                  <a:close/>
                </a:path>
                <a:path w="234950" h="7619">
                  <a:moveTo>
                    <a:pt x="224790" y="6350"/>
                  </a:moveTo>
                  <a:lnTo>
                    <a:pt x="157480" y="6350"/>
                  </a:lnTo>
                  <a:lnTo>
                    <a:pt x="157480" y="7620"/>
                  </a:lnTo>
                  <a:lnTo>
                    <a:pt x="224790" y="7620"/>
                  </a:lnTo>
                  <a:lnTo>
                    <a:pt x="224790" y="6350"/>
                  </a:lnTo>
                  <a:close/>
                </a:path>
                <a:path w="234950" h="7619">
                  <a:moveTo>
                    <a:pt x="231140" y="3810"/>
                  </a:moveTo>
                  <a:lnTo>
                    <a:pt x="157480" y="3810"/>
                  </a:lnTo>
                  <a:lnTo>
                    <a:pt x="157480" y="5080"/>
                  </a:lnTo>
                  <a:lnTo>
                    <a:pt x="227330" y="5080"/>
                  </a:lnTo>
                  <a:lnTo>
                    <a:pt x="227330" y="6350"/>
                  </a:lnTo>
                  <a:lnTo>
                    <a:pt x="228600" y="6350"/>
                  </a:lnTo>
                  <a:lnTo>
                    <a:pt x="228600" y="5080"/>
                  </a:lnTo>
                  <a:lnTo>
                    <a:pt x="231140" y="5080"/>
                  </a:lnTo>
                  <a:lnTo>
                    <a:pt x="231140" y="3810"/>
                  </a:lnTo>
                  <a:close/>
                </a:path>
                <a:path w="234950" h="7619">
                  <a:moveTo>
                    <a:pt x="234950" y="0"/>
                  </a:moveTo>
                  <a:lnTo>
                    <a:pt x="157480" y="0"/>
                  </a:lnTo>
                  <a:lnTo>
                    <a:pt x="157480" y="2540"/>
                  </a:lnTo>
                  <a:lnTo>
                    <a:pt x="231140" y="2540"/>
                  </a:lnTo>
                  <a:lnTo>
                    <a:pt x="231140" y="3810"/>
                  </a:lnTo>
                  <a:lnTo>
                    <a:pt x="233680" y="3810"/>
                  </a:lnTo>
                  <a:lnTo>
                    <a:pt x="233680" y="2540"/>
                  </a:lnTo>
                  <a:lnTo>
                    <a:pt x="234950" y="2540"/>
                  </a:lnTo>
                  <a:lnTo>
                    <a:pt x="234950" y="0"/>
                  </a:lnTo>
                  <a:close/>
                </a:path>
              </a:pathLst>
            </a:custGeom>
            <a:solidFill>
              <a:srgbClr val="00233E"/>
            </a:solidFill>
          </p:spPr>
          <p:txBody>
            <a:bodyPr wrap="square" lIns="0" tIns="0" rIns="0" bIns="0" rtlCol="0"/>
            <a:lstStyle/>
            <a:p/>
          </p:txBody>
        </p:sp>
        <p:sp>
          <p:nvSpPr>
            <p:cNvPr id="1744" name="object 1744"/>
            <p:cNvSpPr/>
            <p:nvPr/>
          </p:nvSpPr>
          <p:spPr>
            <a:xfrm>
              <a:off x="5361940" y="1117599"/>
              <a:ext cx="224790" cy="6350"/>
            </a:xfrm>
            <a:custGeom>
              <a:avLst/>
              <a:gdLst/>
              <a:ahLst/>
              <a:cxnLst/>
              <a:rect l="l" t="t" r="r" b="b"/>
              <a:pathLst>
                <a:path w="224789" h="6350">
                  <a:moveTo>
                    <a:pt x="92710" y="5080"/>
                  </a:moveTo>
                  <a:lnTo>
                    <a:pt x="0" y="5080"/>
                  </a:lnTo>
                  <a:lnTo>
                    <a:pt x="0" y="6350"/>
                  </a:lnTo>
                  <a:lnTo>
                    <a:pt x="92710" y="6350"/>
                  </a:lnTo>
                  <a:lnTo>
                    <a:pt x="92710" y="5080"/>
                  </a:lnTo>
                  <a:close/>
                </a:path>
                <a:path w="224789" h="6350">
                  <a:moveTo>
                    <a:pt x="93967" y="2540"/>
                  </a:moveTo>
                  <a:lnTo>
                    <a:pt x="0" y="2540"/>
                  </a:lnTo>
                  <a:lnTo>
                    <a:pt x="0" y="3810"/>
                  </a:lnTo>
                  <a:lnTo>
                    <a:pt x="92710" y="3810"/>
                  </a:lnTo>
                  <a:lnTo>
                    <a:pt x="92710" y="5080"/>
                  </a:lnTo>
                  <a:lnTo>
                    <a:pt x="93967" y="5080"/>
                  </a:lnTo>
                  <a:lnTo>
                    <a:pt x="93967" y="3810"/>
                  </a:lnTo>
                  <a:lnTo>
                    <a:pt x="93967" y="2540"/>
                  </a:lnTo>
                  <a:close/>
                </a:path>
                <a:path w="224789" h="6350">
                  <a:moveTo>
                    <a:pt x="93967" y="0"/>
                  </a:moveTo>
                  <a:lnTo>
                    <a:pt x="0" y="0"/>
                  </a:lnTo>
                  <a:lnTo>
                    <a:pt x="0" y="1270"/>
                  </a:lnTo>
                  <a:lnTo>
                    <a:pt x="93967" y="1270"/>
                  </a:lnTo>
                  <a:lnTo>
                    <a:pt x="93967" y="0"/>
                  </a:lnTo>
                  <a:close/>
                </a:path>
                <a:path w="224789" h="6350">
                  <a:moveTo>
                    <a:pt x="213360" y="5080"/>
                  </a:moveTo>
                  <a:lnTo>
                    <a:pt x="158750" y="5080"/>
                  </a:lnTo>
                  <a:lnTo>
                    <a:pt x="158750" y="6350"/>
                  </a:lnTo>
                  <a:lnTo>
                    <a:pt x="213360" y="6350"/>
                  </a:lnTo>
                  <a:lnTo>
                    <a:pt x="213360" y="5080"/>
                  </a:lnTo>
                  <a:close/>
                </a:path>
                <a:path w="224789" h="6350">
                  <a:moveTo>
                    <a:pt x="220980" y="2540"/>
                  </a:moveTo>
                  <a:lnTo>
                    <a:pt x="157480" y="2540"/>
                  </a:lnTo>
                  <a:lnTo>
                    <a:pt x="157480" y="3810"/>
                  </a:lnTo>
                  <a:lnTo>
                    <a:pt x="157480" y="5080"/>
                  </a:lnTo>
                  <a:lnTo>
                    <a:pt x="158750" y="5080"/>
                  </a:lnTo>
                  <a:lnTo>
                    <a:pt x="158750" y="3810"/>
                  </a:lnTo>
                  <a:lnTo>
                    <a:pt x="215900" y="3810"/>
                  </a:lnTo>
                  <a:lnTo>
                    <a:pt x="215900" y="5080"/>
                  </a:lnTo>
                  <a:lnTo>
                    <a:pt x="218440" y="5080"/>
                  </a:lnTo>
                  <a:lnTo>
                    <a:pt x="218440" y="3810"/>
                  </a:lnTo>
                  <a:lnTo>
                    <a:pt x="220980" y="3810"/>
                  </a:lnTo>
                  <a:lnTo>
                    <a:pt x="220980" y="2540"/>
                  </a:lnTo>
                  <a:close/>
                </a:path>
                <a:path w="224789" h="6350">
                  <a:moveTo>
                    <a:pt x="224790" y="0"/>
                  </a:moveTo>
                  <a:lnTo>
                    <a:pt x="157480" y="0"/>
                  </a:lnTo>
                  <a:lnTo>
                    <a:pt x="157480" y="1270"/>
                  </a:lnTo>
                  <a:lnTo>
                    <a:pt x="220980" y="1270"/>
                  </a:lnTo>
                  <a:lnTo>
                    <a:pt x="220980" y="2540"/>
                  </a:lnTo>
                  <a:lnTo>
                    <a:pt x="222250" y="2540"/>
                  </a:lnTo>
                  <a:lnTo>
                    <a:pt x="222250" y="1270"/>
                  </a:lnTo>
                  <a:lnTo>
                    <a:pt x="224790" y="1270"/>
                  </a:lnTo>
                  <a:lnTo>
                    <a:pt x="224790" y="0"/>
                  </a:lnTo>
                  <a:close/>
                </a:path>
              </a:pathLst>
            </a:custGeom>
            <a:solidFill>
              <a:srgbClr val="002240"/>
            </a:solidFill>
          </p:spPr>
          <p:txBody>
            <a:bodyPr wrap="square" lIns="0" tIns="0" rIns="0" bIns="0" rtlCol="0"/>
            <a:lstStyle/>
            <a:p/>
          </p:txBody>
        </p:sp>
        <p:sp>
          <p:nvSpPr>
            <p:cNvPr id="1745" name="object 1745"/>
            <p:cNvSpPr/>
            <p:nvPr/>
          </p:nvSpPr>
          <p:spPr>
            <a:xfrm>
              <a:off x="5360670" y="1123949"/>
              <a:ext cx="214629" cy="7620"/>
            </a:xfrm>
            <a:custGeom>
              <a:avLst/>
              <a:gdLst/>
              <a:ahLst/>
              <a:cxnLst/>
              <a:rect l="l" t="t" r="r" b="b"/>
              <a:pathLst>
                <a:path w="214629" h="7619">
                  <a:moveTo>
                    <a:pt x="92710" y="5080"/>
                  </a:moveTo>
                  <a:lnTo>
                    <a:pt x="0" y="5080"/>
                  </a:lnTo>
                  <a:lnTo>
                    <a:pt x="0" y="7620"/>
                  </a:lnTo>
                  <a:lnTo>
                    <a:pt x="92710" y="7620"/>
                  </a:lnTo>
                  <a:lnTo>
                    <a:pt x="92710" y="5080"/>
                  </a:lnTo>
                  <a:close/>
                </a:path>
                <a:path w="214629" h="7619">
                  <a:moveTo>
                    <a:pt x="93980" y="2540"/>
                  </a:moveTo>
                  <a:lnTo>
                    <a:pt x="1270" y="2540"/>
                  </a:lnTo>
                  <a:lnTo>
                    <a:pt x="1270" y="3810"/>
                  </a:lnTo>
                  <a:lnTo>
                    <a:pt x="92710" y="3810"/>
                  </a:lnTo>
                  <a:lnTo>
                    <a:pt x="92710" y="5080"/>
                  </a:lnTo>
                  <a:lnTo>
                    <a:pt x="93980" y="5080"/>
                  </a:lnTo>
                  <a:lnTo>
                    <a:pt x="93980" y="3810"/>
                  </a:lnTo>
                  <a:lnTo>
                    <a:pt x="93980" y="2540"/>
                  </a:lnTo>
                  <a:close/>
                </a:path>
                <a:path w="214629" h="7619">
                  <a:moveTo>
                    <a:pt x="93980" y="0"/>
                  </a:moveTo>
                  <a:lnTo>
                    <a:pt x="1270" y="0"/>
                  </a:lnTo>
                  <a:lnTo>
                    <a:pt x="1270" y="1270"/>
                  </a:lnTo>
                  <a:lnTo>
                    <a:pt x="93980" y="1270"/>
                  </a:lnTo>
                  <a:lnTo>
                    <a:pt x="93980" y="0"/>
                  </a:lnTo>
                  <a:close/>
                </a:path>
                <a:path w="214629" h="7619">
                  <a:moveTo>
                    <a:pt x="204470" y="5080"/>
                  </a:moveTo>
                  <a:lnTo>
                    <a:pt x="161290" y="5080"/>
                  </a:lnTo>
                  <a:lnTo>
                    <a:pt x="161290" y="7620"/>
                  </a:lnTo>
                  <a:lnTo>
                    <a:pt x="204470" y="7620"/>
                  </a:lnTo>
                  <a:lnTo>
                    <a:pt x="204470" y="5080"/>
                  </a:lnTo>
                  <a:close/>
                </a:path>
                <a:path w="214629" h="7619">
                  <a:moveTo>
                    <a:pt x="210820" y="2540"/>
                  </a:moveTo>
                  <a:lnTo>
                    <a:pt x="160020" y="2540"/>
                  </a:lnTo>
                  <a:lnTo>
                    <a:pt x="160020" y="3810"/>
                  </a:lnTo>
                  <a:lnTo>
                    <a:pt x="207010" y="3810"/>
                  </a:lnTo>
                  <a:lnTo>
                    <a:pt x="207010" y="5080"/>
                  </a:lnTo>
                  <a:lnTo>
                    <a:pt x="208280" y="5080"/>
                  </a:lnTo>
                  <a:lnTo>
                    <a:pt x="208280" y="3810"/>
                  </a:lnTo>
                  <a:lnTo>
                    <a:pt x="210820" y="3810"/>
                  </a:lnTo>
                  <a:lnTo>
                    <a:pt x="210820" y="2540"/>
                  </a:lnTo>
                  <a:close/>
                </a:path>
                <a:path w="214629" h="7619">
                  <a:moveTo>
                    <a:pt x="214630" y="0"/>
                  </a:moveTo>
                  <a:lnTo>
                    <a:pt x="160020" y="0"/>
                  </a:lnTo>
                  <a:lnTo>
                    <a:pt x="160020" y="1270"/>
                  </a:lnTo>
                  <a:lnTo>
                    <a:pt x="210820" y="1270"/>
                  </a:lnTo>
                  <a:lnTo>
                    <a:pt x="210820" y="2540"/>
                  </a:lnTo>
                  <a:lnTo>
                    <a:pt x="213360" y="2540"/>
                  </a:lnTo>
                  <a:lnTo>
                    <a:pt x="213360" y="1270"/>
                  </a:lnTo>
                  <a:lnTo>
                    <a:pt x="214630" y="1270"/>
                  </a:lnTo>
                  <a:lnTo>
                    <a:pt x="214630" y="0"/>
                  </a:lnTo>
                  <a:close/>
                </a:path>
              </a:pathLst>
            </a:custGeom>
            <a:solidFill>
              <a:srgbClr val="002242"/>
            </a:solidFill>
          </p:spPr>
          <p:txBody>
            <a:bodyPr wrap="square" lIns="0" tIns="0" rIns="0" bIns="0" rtlCol="0"/>
            <a:lstStyle/>
            <a:p/>
          </p:txBody>
        </p:sp>
        <p:sp>
          <p:nvSpPr>
            <p:cNvPr id="1746" name="object 1746"/>
            <p:cNvSpPr/>
            <p:nvPr/>
          </p:nvSpPr>
          <p:spPr>
            <a:xfrm>
              <a:off x="5360670" y="1131569"/>
              <a:ext cx="201930" cy="7620"/>
            </a:xfrm>
            <a:custGeom>
              <a:avLst/>
              <a:gdLst/>
              <a:ahLst/>
              <a:cxnLst/>
              <a:rect l="l" t="t" r="r" b="b"/>
              <a:pathLst>
                <a:path w="201929" h="7619">
                  <a:moveTo>
                    <a:pt x="92710" y="3810"/>
                  </a:moveTo>
                  <a:lnTo>
                    <a:pt x="0" y="3810"/>
                  </a:lnTo>
                  <a:lnTo>
                    <a:pt x="0" y="6350"/>
                  </a:lnTo>
                  <a:lnTo>
                    <a:pt x="92710" y="6350"/>
                  </a:lnTo>
                  <a:lnTo>
                    <a:pt x="92710" y="3810"/>
                  </a:lnTo>
                  <a:close/>
                </a:path>
                <a:path w="201929" h="7619">
                  <a:moveTo>
                    <a:pt x="92710" y="1270"/>
                  </a:moveTo>
                  <a:lnTo>
                    <a:pt x="0" y="1270"/>
                  </a:lnTo>
                  <a:lnTo>
                    <a:pt x="0" y="2540"/>
                  </a:lnTo>
                  <a:lnTo>
                    <a:pt x="92710" y="2540"/>
                  </a:lnTo>
                  <a:lnTo>
                    <a:pt x="92710" y="1270"/>
                  </a:lnTo>
                  <a:close/>
                </a:path>
                <a:path w="201929" h="7619">
                  <a:moveTo>
                    <a:pt x="193027" y="3810"/>
                  </a:moveTo>
                  <a:lnTo>
                    <a:pt x="162560" y="3810"/>
                  </a:lnTo>
                  <a:lnTo>
                    <a:pt x="162560" y="6350"/>
                  </a:lnTo>
                  <a:lnTo>
                    <a:pt x="189230" y="6350"/>
                  </a:lnTo>
                  <a:lnTo>
                    <a:pt x="189230" y="7620"/>
                  </a:lnTo>
                  <a:lnTo>
                    <a:pt x="191770" y="7620"/>
                  </a:lnTo>
                  <a:lnTo>
                    <a:pt x="191770" y="6350"/>
                  </a:lnTo>
                  <a:lnTo>
                    <a:pt x="193027" y="6350"/>
                  </a:lnTo>
                  <a:lnTo>
                    <a:pt x="193027" y="3810"/>
                  </a:lnTo>
                  <a:close/>
                </a:path>
                <a:path w="201929" h="7619">
                  <a:moveTo>
                    <a:pt x="200660" y="1270"/>
                  </a:moveTo>
                  <a:lnTo>
                    <a:pt x="161290" y="1270"/>
                  </a:lnTo>
                  <a:lnTo>
                    <a:pt x="161290" y="2540"/>
                  </a:lnTo>
                  <a:lnTo>
                    <a:pt x="195580" y="2540"/>
                  </a:lnTo>
                  <a:lnTo>
                    <a:pt x="195580" y="3810"/>
                  </a:lnTo>
                  <a:lnTo>
                    <a:pt x="198120" y="3810"/>
                  </a:lnTo>
                  <a:lnTo>
                    <a:pt x="198120" y="2540"/>
                  </a:lnTo>
                  <a:lnTo>
                    <a:pt x="200660" y="2540"/>
                  </a:lnTo>
                  <a:lnTo>
                    <a:pt x="200660" y="1270"/>
                  </a:lnTo>
                  <a:close/>
                </a:path>
                <a:path w="201929" h="7619">
                  <a:moveTo>
                    <a:pt x="201930" y="0"/>
                  </a:moveTo>
                  <a:lnTo>
                    <a:pt x="200660" y="0"/>
                  </a:lnTo>
                  <a:lnTo>
                    <a:pt x="200660" y="1270"/>
                  </a:lnTo>
                  <a:lnTo>
                    <a:pt x="201930" y="1270"/>
                  </a:lnTo>
                  <a:lnTo>
                    <a:pt x="201930" y="0"/>
                  </a:lnTo>
                  <a:close/>
                </a:path>
              </a:pathLst>
            </a:custGeom>
            <a:solidFill>
              <a:srgbClr val="002144"/>
            </a:solidFill>
          </p:spPr>
          <p:txBody>
            <a:bodyPr wrap="square" lIns="0" tIns="0" rIns="0" bIns="0" rtlCol="0"/>
            <a:lstStyle/>
            <a:p/>
          </p:txBody>
        </p:sp>
        <p:sp>
          <p:nvSpPr>
            <p:cNvPr id="1747" name="object 1747"/>
            <p:cNvSpPr/>
            <p:nvPr/>
          </p:nvSpPr>
          <p:spPr>
            <a:xfrm>
              <a:off x="5360670" y="1139189"/>
              <a:ext cx="189230" cy="7620"/>
            </a:xfrm>
            <a:custGeom>
              <a:avLst/>
              <a:gdLst/>
              <a:ahLst/>
              <a:cxnLst/>
              <a:rect l="l" t="t" r="r" b="b"/>
              <a:pathLst>
                <a:path w="189229" h="7619">
                  <a:moveTo>
                    <a:pt x="90170" y="6350"/>
                  </a:moveTo>
                  <a:lnTo>
                    <a:pt x="0" y="6350"/>
                  </a:lnTo>
                  <a:lnTo>
                    <a:pt x="0" y="7620"/>
                  </a:lnTo>
                  <a:lnTo>
                    <a:pt x="90170" y="7620"/>
                  </a:lnTo>
                  <a:lnTo>
                    <a:pt x="90170" y="6350"/>
                  </a:lnTo>
                  <a:close/>
                </a:path>
                <a:path w="189229" h="7619">
                  <a:moveTo>
                    <a:pt x="91440" y="2540"/>
                  </a:moveTo>
                  <a:lnTo>
                    <a:pt x="0" y="2540"/>
                  </a:lnTo>
                  <a:lnTo>
                    <a:pt x="0" y="5080"/>
                  </a:lnTo>
                  <a:lnTo>
                    <a:pt x="90170" y="5080"/>
                  </a:lnTo>
                  <a:lnTo>
                    <a:pt x="90170" y="6350"/>
                  </a:lnTo>
                  <a:lnTo>
                    <a:pt x="91440" y="6350"/>
                  </a:lnTo>
                  <a:lnTo>
                    <a:pt x="91440" y="5080"/>
                  </a:lnTo>
                  <a:lnTo>
                    <a:pt x="91440" y="2540"/>
                  </a:lnTo>
                  <a:close/>
                </a:path>
                <a:path w="189229" h="7619">
                  <a:moveTo>
                    <a:pt x="91440" y="0"/>
                  </a:moveTo>
                  <a:lnTo>
                    <a:pt x="0" y="0"/>
                  </a:lnTo>
                  <a:lnTo>
                    <a:pt x="0" y="1270"/>
                  </a:lnTo>
                  <a:lnTo>
                    <a:pt x="91440" y="1270"/>
                  </a:lnTo>
                  <a:lnTo>
                    <a:pt x="91440" y="0"/>
                  </a:lnTo>
                  <a:close/>
                </a:path>
                <a:path w="189229" h="7619">
                  <a:moveTo>
                    <a:pt x="179070" y="6350"/>
                  </a:moveTo>
                  <a:lnTo>
                    <a:pt x="162560" y="6350"/>
                  </a:lnTo>
                  <a:lnTo>
                    <a:pt x="162560" y="7620"/>
                  </a:lnTo>
                  <a:lnTo>
                    <a:pt x="179070" y="7620"/>
                  </a:lnTo>
                  <a:lnTo>
                    <a:pt x="179070" y="6350"/>
                  </a:lnTo>
                  <a:close/>
                </a:path>
                <a:path w="189229" h="7619">
                  <a:moveTo>
                    <a:pt x="182880" y="2540"/>
                  </a:moveTo>
                  <a:lnTo>
                    <a:pt x="162560" y="2540"/>
                  </a:lnTo>
                  <a:lnTo>
                    <a:pt x="162560" y="5080"/>
                  </a:lnTo>
                  <a:lnTo>
                    <a:pt x="179070" y="5080"/>
                  </a:lnTo>
                  <a:lnTo>
                    <a:pt x="179070" y="6350"/>
                  </a:lnTo>
                  <a:lnTo>
                    <a:pt x="180327" y="6350"/>
                  </a:lnTo>
                  <a:lnTo>
                    <a:pt x="180327" y="5080"/>
                  </a:lnTo>
                  <a:lnTo>
                    <a:pt x="182880" y="5080"/>
                  </a:lnTo>
                  <a:lnTo>
                    <a:pt x="182880" y="2540"/>
                  </a:lnTo>
                  <a:close/>
                </a:path>
                <a:path w="189229" h="7619">
                  <a:moveTo>
                    <a:pt x="189230" y="0"/>
                  </a:moveTo>
                  <a:lnTo>
                    <a:pt x="162560" y="0"/>
                  </a:lnTo>
                  <a:lnTo>
                    <a:pt x="162560" y="1270"/>
                  </a:lnTo>
                  <a:lnTo>
                    <a:pt x="185420" y="1270"/>
                  </a:lnTo>
                  <a:lnTo>
                    <a:pt x="185420" y="2540"/>
                  </a:lnTo>
                  <a:lnTo>
                    <a:pt x="186677" y="2540"/>
                  </a:lnTo>
                  <a:lnTo>
                    <a:pt x="186677" y="1270"/>
                  </a:lnTo>
                  <a:lnTo>
                    <a:pt x="189230" y="1270"/>
                  </a:lnTo>
                  <a:lnTo>
                    <a:pt x="189230" y="0"/>
                  </a:lnTo>
                  <a:close/>
                </a:path>
              </a:pathLst>
            </a:custGeom>
            <a:solidFill>
              <a:srgbClr val="002145"/>
            </a:solidFill>
          </p:spPr>
          <p:txBody>
            <a:bodyPr wrap="square" lIns="0" tIns="0" rIns="0" bIns="0" rtlCol="0"/>
            <a:lstStyle/>
            <a:p/>
          </p:txBody>
        </p:sp>
        <p:sp>
          <p:nvSpPr>
            <p:cNvPr id="1748" name="object 1748"/>
            <p:cNvSpPr/>
            <p:nvPr/>
          </p:nvSpPr>
          <p:spPr>
            <a:xfrm>
              <a:off x="5359400" y="1146809"/>
              <a:ext cx="177800" cy="6350"/>
            </a:xfrm>
            <a:custGeom>
              <a:avLst/>
              <a:gdLst/>
              <a:ahLst/>
              <a:cxnLst/>
              <a:rect l="l" t="t" r="r" b="b"/>
              <a:pathLst>
                <a:path w="177800" h="6350">
                  <a:moveTo>
                    <a:pt x="91440" y="5080"/>
                  </a:moveTo>
                  <a:lnTo>
                    <a:pt x="0" y="5080"/>
                  </a:lnTo>
                  <a:lnTo>
                    <a:pt x="0" y="6350"/>
                  </a:lnTo>
                  <a:lnTo>
                    <a:pt x="91440" y="6350"/>
                  </a:lnTo>
                  <a:lnTo>
                    <a:pt x="91440" y="5080"/>
                  </a:lnTo>
                  <a:close/>
                </a:path>
                <a:path w="177800" h="6350">
                  <a:moveTo>
                    <a:pt x="91440" y="1270"/>
                  </a:moveTo>
                  <a:lnTo>
                    <a:pt x="1270" y="1270"/>
                  </a:lnTo>
                  <a:lnTo>
                    <a:pt x="1270" y="3810"/>
                  </a:lnTo>
                  <a:lnTo>
                    <a:pt x="91440" y="3810"/>
                  </a:lnTo>
                  <a:lnTo>
                    <a:pt x="91440" y="1270"/>
                  </a:lnTo>
                  <a:close/>
                </a:path>
                <a:path w="177800" h="6350">
                  <a:moveTo>
                    <a:pt x="168910" y="5080"/>
                  </a:moveTo>
                  <a:lnTo>
                    <a:pt x="165100" y="5080"/>
                  </a:lnTo>
                  <a:lnTo>
                    <a:pt x="165100" y="6350"/>
                  </a:lnTo>
                  <a:lnTo>
                    <a:pt x="168910" y="6350"/>
                  </a:lnTo>
                  <a:lnTo>
                    <a:pt x="168910" y="5080"/>
                  </a:lnTo>
                  <a:close/>
                </a:path>
                <a:path w="177800" h="6350">
                  <a:moveTo>
                    <a:pt x="172720" y="1270"/>
                  </a:moveTo>
                  <a:lnTo>
                    <a:pt x="165100" y="1270"/>
                  </a:lnTo>
                  <a:lnTo>
                    <a:pt x="165100" y="3810"/>
                  </a:lnTo>
                  <a:lnTo>
                    <a:pt x="168910" y="3810"/>
                  </a:lnTo>
                  <a:lnTo>
                    <a:pt x="168910" y="5080"/>
                  </a:lnTo>
                  <a:lnTo>
                    <a:pt x="171450" y="5080"/>
                  </a:lnTo>
                  <a:lnTo>
                    <a:pt x="171450" y="3810"/>
                  </a:lnTo>
                  <a:lnTo>
                    <a:pt x="172720" y="3810"/>
                  </a:lnTo>
                  <a:lnTo>
                    <a:pt x="172720" y="1270"/>
                  </a:lnTo>
                  <a:close/>
                </a:path>
                <a:path w="177800" h="6350">
                  <a:moveTo>
                    <a:pt x="177800" y="0"/>
                  </a:moveTo>
                  <a:lnTo>
                    <a:pt x="175260" y="0"/>
                  </a:lnTo>
                  <a:lnTo>
                    <a:pt x="175260" y="1270"/>
                  </a:lnTo>
                  <a:lnTo>
                    <a:pt x="177800" y="1270"/>
                  </a:lnTo>
                  <a:lnTo>
                    <a:pt x="177800" y="0"/>
                  </a:lnTo>
                  <a:close/>
                </a:path>
              </a:pathLst>
            </a:custGeom>
            <a:solidFill>
              <a:srgbClr val="002047"/>
            </a:solidFill>
          </p:spPr>
          <p:txBody>
            <a:bodyPr wrap="square" lIns="0" tIns="0" rIns="0" bIns="0" rtlCol="0"/>
            <a:lstStyle/>
            <a:p/>
          </p:txBody>
        </p:sp>
        <p:sp>
          <p:nvSpPr>
            <p:cNvPr id="1749" name="object 1749"/>
            <p:cNvSpPr/>
            <p:nvPr/>
          </p:nvSpPr>
          <p:spPr>
            <a:xfrm>
              <a:off x="5359400" y="1153159"/>
              <a:ext cx="166370" cy="7620"/>
            </a:xfrm>
            <a:custGeom>
              <a:avLst/>
              <a:gdLst/>
              <a:ahLst/>
              <a:cxnLst/>
              <a:rect l="l" t="t" r="r" b="b"/>
              <a:pathLst>
                <a:path w="166370" h="7619">
                  <a:moveTo>
                    <a:pt x="91440" y="0"/>
                  </a:moveTo>
                  <a:lnTo>
                    <a:pt x="0" y="0"/>
                  </a:lnTo>
                  <a:lnTo>
                    <a:pt x="0" y="6350"/>
                  </a:lnTo>
                  <a:lnTo>
                    <a:pt x="0" y="7620"/>
                  </a:lnTo>
                  <a:lnTo>
                    <a:pt x="90170" y="7620"/>
                  </a:lnTo>
                  <a:lnTo>
                    <a:pt x="90170" y="6350"/>
                  </a:lnTo>
                  <a:lnTo>
                    <a:pt x="91440" y="6350"/>
                  </a:lnTo>
                  <a:lnTo>
                    <a:pt x="91440" y="0"/>
                  </a:lnTo>
                  <a:close/>
                </a:path>
                <a:path w="166370" h="7619">
                  <a:moveTo>
                    <a:pt x="166370" y="0"/>
                  </a:moveTo>
                  <a:lnTo>
                    <a:pt x="165100" y="0"/>
                  </a:lnTo>
                  <a:lnTo>
                    <a:pt x="165100" y="1270"/>
                  </a:lnTo>
                  <a:lnTo>
                    <a:pt x="166370" y="1270"/>
                  </a:lnTo>
                  <a:lnTo>
                    <a:pt x="166370" y="0"/>
                  </a:lnTo>
                  <a:close/>
                </a:path>
              </a:pathLst>
            </a:custGeom>
            <a:solidFill>
              <a:srgbClr val="002049"/>
            </a:solidFill>
          </p:spPr>
          <p:txBody>
            <a:bodyPr wrap="square" lIns="0" tIns="0" rIns="0" bIns="0" rtlCol="0"/>
            <a:lstStyle/>
            <a:p/>
          </p:txBody>
        </p:sp>
        <p:sp>
          <p:nvSpPr>
            <p:cNvPr id="1750" name="object 1750"/>
            <p:cNvSpPr/>
            <p:nvPr/>
          </p:nvSpPr>
          <p:spPr>
            <a:xfrm>
              <a:off x="5358130" y="1160779"/>
              <a:ext cx="91440" cy="7620"/>
            </a:xfrm>
            <a:custGeom>
              <a:avLst/>
              <a:gdLst/>
              <a:ahLst/>
              <a:cxnLst/>
              <a:rect l="l" t="t" r="r" b="b"/>
              <a:pathLst>
                <a:path w="91439" h="7619">
                  <a:moveTo>
                    <a:pt x="91440" y="0"/>
                  </a:moveTo>
                  <a:lnTo>
                    <a:pt x="1270" y="0"/>
                  </a:lnTo>
                  <a:lnTo>
                    <a:pt x="1270" y="5080"/>
                  </a:lnTo>
                  <a:lnTo>
                    <a:pt x="0" y="5080"/>
                  </a:lnTo>
                  <a:lnTo>
                    <a:pt x="0" y="7620"/>
                  </a:lnTo>
                  <a:lnTo>
                    <a:pt x="91440" y="7620"/>
                  </a:lnTo>
                  <a:lnTo>
                    <a:pt x="91440" y="5080"/>
                  </a:lnTo>
                  <a:lnTo>
                    <a:pt x="91440" y="0"/>
                  </a:lnTo>
                  <a:close/>
                </a:path>
              </a:pathLst>
            </a:custGeom>
            <a:solidFill>
              <a:srgbClr val="001F4B"/>
            </a:solidFill>
          </p:spPr>
          <p:txBody>
            <a:bodyPr wrap="square" lIns="0" tIns="0" rIns="0" bIns="0" rtlCol="0"/>
            <a:lstStyle/>
            <a:p/>
          </p:txBody>
        </p:sp>
        <p:sp>
          <p:nvSpPr>
            <p:cNvPr id="1751" name="object 1751"/>
            <p:cNvSpPr/>
            <p:nvPr/>
          </p:nvSpPr>
          <p:spPr>
            <a:xfrm>
              <a:off x="5358130" y="1168400"/>
              <a:ext cx="91440" cy="6350"/>
            </a:xfrm>
            <a:custGeom>
              <a:avLst/>
              <a:gdLst/>
              <a:ahLst/>
              <a:cxnLst/>
              <a:rect l="l" t="t" r="r" b="b"/>
              <a:pathLst>
                <a:path w="91439" h="6350">
                  <a:moveTo>
                    <a:pt x="0" y="6350"/>
                  </a:moveTo>
                  <a:lnTo>
                    <a:pt x="0" y="0"/>
                  </a:lnTo>
                  <a:lnTo>
                    <a:pt x="91440" y="0"/>
                  </a:lnTo>
                  <a:lnTo>
                    <a:pt x="91439" y="6350"/>
                  </a:lnTo>
                  <a:lnTo>
                    <a:pt x="0" y="6350"/>
                  </a:lnTo>
                  <a:close/>
                </a:path>
              </a:pathLst>
            </a:custGeom>
            <a:solidFill>
              <a:srgbClr val="001F4C"/>
            </a:solidFill>
          </p:spPr>
          <p:txBody>
            <a:bodyPr wrap="square" lIns="0" tIns="0" rIns="0" bIns="0" rtlCol="0"/>
            <a:lstStyle/>
            <a:p/>
          </p:txBody>
        </p:sp>
        <p:sp>
          <p:nvSpPr>
            <p:cNvPr id="1752" name="object 1752"/>
            <p:cNvSpPr/>
            <p:nvPr/>
          </p:nvSpPr>
          <p:spPr>
            <a:xfrm>
              <a:off x="5358130" y="1174749"/>
              <a:ext cx="91440" cy="7620"/>
            </a:xfrm>
            <a:custGeom>
              <a:avLst/>
              <a:gdLst/>
              <a:ahLst/>
              <a:cxnLst/>
              <a:rect l="l" t="t" r="r" b="b"/>
              <a:pathLst>
                <a:path w="91439" h="7619">
                  <a:moveTo>
                    <a:pt x="91427" y="0"/>
                  </a:moveTo>
                  <a:lnTo>
                    <a:pt x="0" y="0"/>
                  </a:lnTo>
                  <a:lnTo>
                    <a:pt x="0" y="3810"/>
                  </a:lnTo>
                  <a:lnTo>
                    <a:pt x="0" y="7620"/>
                  </a:lnTo>
                  <a:lnTo>
                    <a:pt x="90170" y="7620"/>
                  </a:lnTo>
                  <a:lnTo>
                    <a:pt x="90170" y="3810"/>
                  </a:lnTo>
                  <a:lnTo>
                    <a:pt x="91427" y="3810"/>
                  </a:lnTo>
                  <a:lnTo>
                    <a:pt x="91427" y="0"/>
                  </a:lnTo>
                  <a:close/>
                </a:path>
              </a:pathLst>
            </a:custGeom>
            <a:solidFill>
              <a:srgbClr val="001F4E"/>
            </a:solidFill>
          </p:spPr>
          <p:txBody>
            <a:bodyPr wrap="square" lIns="0" tIns="0" rIns="0" bIns="0" rtlCol="0"/>
            <a:lstStyle/>
            <a:p/>
          </p:txBody>
        </p:sp>
        <p:sp>
          <p:nvSpPr>
            <p:cNvPr id="1753" name="object 1753"/>
            <p:cNvSpPr/>
            <p:nvPr/>
          </p:nvSpPr>
          <p:spPr>
            <a:xfrm>
              <a:off x="5356860" y="1182369"/>
              <a:ext cx="91440" cy="7620"/>
            </a:xfrm>
            <a:custGeom>
              <a:avLst/>
              <a:gdLst/>
              <a:ahLst/>
              <a:cxnLst/>
              <a:rect l="l" t="t" r="r" b="b"/>
              <a:pathLst>
                <a:path w="91439" h="7619">
                  <a:moveTo>
                    <a:pt x="91440" y="0"/>
                  </a:moveTo>
                  <a:lnTo>
                    <a:pt x="1270" y="0"/>
                  </a:lnTo>
                  <a:lnTo>
                    <a:pt x="1270" y="6350"/>
                  </a:lnTo>
                  <a:lnTo>
                    <a:pt x="0" y="6350"/>
                  </a:lnTo>
                  <a:lnTo>
                    <a:pt x="0" y="7620"/>
                  </a:lnTo>
                  <a:lnTo>
                    <a:pt x="91440" y="7620"/>
                  </a:lnTo>
                  <a:lnTo>
                    <a:pt x="91440" y="6350"/>
                  </a:lnTo>
                  <a:lnTo>
                    <a:pt x="91440" y="0"/>
                  </a:lnTo>
                  <a:close/>
                </a:path>
              </a:pathLst>
            </a:custGeom>
            <a:solidFill>
              <a:srgbClr val="001E50"/>
            </a:solidFill>
          </p:spPr>
          <p:txBody>
            <a:bodyPr wrap="square" lIns="0" tIns="0" rIns="0" bIns="0" rtlCol="0"/>
            <a:lstStyle/>
            <a:p/>
          </p:txBody>
        </p:sp>
        <p:sp>
          <p:nvSpPr>
            <p:cNvPr id="1754" name="object 1754"/>
            <p:cNvSpPr/>
            <p:nvPr/>
          </p:nvSpPr>
          <p:spPr>
            <a:xfrm>
              <a:off x="5356860" y="1189989"/>
              <a:ext cx="255270" cy="7620"/>
            </a:xfrm>
            <a:custGeom>
              <a:avLst/>
              <a:gdLst/>
              <a:ahLst/>
              <a:cxnLst/>
              <a:rect l="l" t="t" r="r" b="b"/>
              <a:pathLst>
                <a:path w="255270" h="7619">
                  <a:moveTo>
                    <a:pt x="91440" y="0"/>
                  </a:moveTo>
                  <a:lnTo>
                    <a:pt x="0" y="0"/>
                  </a:lnTo>
                  <a:lnTo>
                    <a:pt x="0" y="7620"/>
                  </a:lnTo>
                  <a:lnTo>
                    <a:pt x="91440" y="7620"/>
                  </a:lnTo>
                  <a:lnTo>
                    <a:pt x="91440" y="0"/>
                  </a:lnTo>
                  <a:close/>
                </a:path>
                <a:path w="255270" h="7619">
                  <a:moveTo>
                    <a:pt x="255270" y="0"/>
                  </a:moveTo>
                  <a:lnTo>
                    <a:pt x="125730" y="0"/>
                  </a:lnTo>
                  <a:lnTo>
                    <a:pt x="125730" y="7620"/>
                  </a:lnTo>
                  <a:lnTo>
                    <a:pt x="255270" y="7620"/>
                  </a:lnTo>
                  <a:lnTo>
                    <a:pt x="255270" y="0"/>
                  </a:lnTo>
                  <a:close/>
                </a:path>
              </a:pathLst>
            </a:custGeom>
            <a:solidFill>
              <a:srgbClr val="001E51"/>
            </a:solidFill>
          </p:spPr>
          <p:txBody>
            <a:bodyPr wrap="square" lIns="0" tIns="0" rIns="0" bIns="0" rtlCol="0"/>
            <a:lstStyle/>
            <a:p/>
          </p:txBody>
        </p:sp>
        <p:sp>
          <p:nvSpPr>
            <p:cNvPr id="1755" name="object 1755"/>
            <p:cNvSpPr/>
            <p:nvPr/>
          </p:nvSpPr>
          <p:spPr>
            <a:xfrm>
              <a:off x="5356860" y="1197609"/>
              <a:ext cx="255270" cy="6350"/>
            </a:xfrm>
            <a:custGeom>
              <a:avLst/>
              <a:gdLst/>
              <a:ahLst/>
              <a:cxnLst/>
              <a:rect l="l" t="t" r="r" b="b"/>
              <a:pathLst>
                <a:path w="255270" h="6350">
                  <a:moveTo>
                    <a:pt x="91440" y="0"/>
                  </a:moveTo>
                  <a:lnTo>
                    <a:pt x="0" y="0"/>
                  </a:lnTo>
                  <a:lnTo>
                    <a:pt x="0" y="3810"/>
                  </a:lnTo>
                  <a:lnTo>
                    <a:pt x="0" y="6350"/>
                  </a:lnTo>
                  <a:lnTo>
                    <a:pt x="90170" y="6350"/>
                  </a:lnTo>
                  <a:lnTo>
                    <a:pt x="90170" y="3810"/>
                  </a:lnTo>
                  <a:lnTo>
                    <a:pt x="91440" y="3810"/>
                  </a:lnTo>
                  <a:lnTo>
                    <a:pt x="91440" y="0"/>
                  </a:lnTo>
                  <a:close/>
                </a:path>
                <a:path w="255270" h="6350">
                  <a:moveTo>
                    <a:pt x="255270" y="0"/>
                  </a:moveTo>
                  <a:lnTo>
                    <a:pt x="125730" y="0"/>
                  </a:lnTo>
                  <a:lnTo>
                    <a:pt x="125730" y="6350"/>
                  </a:lnTo>
                  <a:lnTo>
                    <a:pt x="255270" y="6350"/>
                  </a:lnTo>
                  <a:lnTo>
                    <a:pt x="255270" y="0"/>
                  </a:lnTo>
                  <a:close/>
                </a:path>
              </a:pathLst>
            </a:custGeom>
            <a:solidFill>
              <a:srgbClr val="001D53"/>
            </a:solidFill>
          </p:spPr>
          <p:txBody>
            <a:bodyPr wrap="square" lIns="0" tIns="0" rIns="0" bIns="0" rtlCol="0"/>
            <a:lstStyle/>
            <a:p/>
          </p:txBody>
        </p:sp>
        <p:sp>
          <p:nvSpPr>
            <p:cNvPr id="1756" name="object 1756"/>
            <p:cNvSpPr/>
            <p:nvPr/>
          </p:nvSpPr>
          <p:spPr>
            <a:xfrm>
              <a:off x="5356860" y="1203959"/>
              <a:ext cx="255270" cy="7620"/>
            </a:xfrm>
            <a:custGeom>
              <a:avLst/>
              <a:gdLst/>
              <a:ahLst/>
              <a:cxnLst/>
              <a:rect l="l" t="t" r="r" b="b"/>
              <a:pathLst>
                <a:path w="255270" h="7619">
                  <a:moveTo>
                    <a:pt x="90170" y="0"/>
                  </a:moveTo>
                  <a:lnTo>
                    <a:pt x="0" y="0"/>
                  </a:lnTo>
                  <a:lnTo>
                    <a:pt x="0" y="7620"/>
                  </a:lnTo>
                  <a:lnTo>
                    <a:pt x="90170" y="7620"/>
                  </a:lnTo>
                  <a:lnTo>
                    <a:pt x="90170" y="0"/>
                  </a:lnTo>
                  <a:close/>
                </a:path>
                <a:path w="255270" h="7619">
                  <a:moveTo>
                    <a:pt x="255270" y="0"/>
                  </a:moveTo>
                  <a:lnTo>
                    <a:pt x="125730" y="0"/>
                  </a:lnTo>
                  <a:lnTo>
                    <a:pt x="125730" y="7620"/>
                  </a:lnTo>
                  <a:lnTo>
                    <a:pt x="255270" y="7620"/>
                  </a:lnTo>
                  <a:lnTo>
                    <a:pt x="255270" y="0"/>
                  </a:lnTo>
                  <a:close/>
                </a:path>
              </a:pathLst>
            </a:custGeom>
            <a:solidFill>
              <a:srgbClr val="001D55"/>
            </a:solidFill>
          </p:spPr>
          <p:txBody>
            <a:bodyPr wrap="square" lIns="0" tIns="0" rIns="0" bIns="0" rtlCol="0"/>
            <a:lstStyle/>
            <a:p/>
          </p:txBody>
        </p:sp>
        <p:sp>
          <p:nvSpPr>
            <p:cNvPr id="1757" name="object 1757"/>
            <p:cNvSpPr/>
            <p:nvPr/>
          </p:nvSpPr>
          <p:spPr>
            <a:xfrm>
              <a:off x="5355590" y="1211579"/>
              <a:ext cx="256540" cy="7620"/>
            </a:xfrm>
            <a:custGeom>
              <a:avLst/>
              <a:gdLst/>
              <a:ahLst/>
              <a:cxnLst/>
              <a:rect l="l" t="t" r="r" b="b"/>
              <a:pathLst>
                <a:path w="256539" h="7619">
                  <a:moveTo>
                    <a:pt x="91440" y="0"/>
                  </a:moveTo>
                  <a:lnTo>
                    <a:pt x="1270" y="0"/>
                  </a:lnTo>
                  <a:lnTo>
                    <a:pt x="1270" y="6350"/>
                  </a:lnTo>
                  <a:lnTo>
                    <a:pt x="0" y="6350"/>
                  </a:lnTo>
                  <a:lnTo>
                    <a:pt x="0" y="7620"/>
                  </a:lnTo>
                  <a:lnTo>
                    <a:pt x="91440" y="7620"/>
                  </a:lnTo>
                  <a:lnTo>
                    <a:pt x="91440" y="6350"/>
                  </a:lnTo>
                  <a:lnTo>
                    <a:pt x="91440" y="0"/>
                  </a:lnTo>
                  <a:close/>
                </a:path>
                <a:path w="256539" h="7619">
                  <a:moveTo>
                    <a:pt x="256540" y="0"/>
                  </a:moveTo>
                  <a:lnTo>
                    <a:pt x="127000" y="0"/>
                  </a:lnTo>
                  <a:lnTo>
                    <a:pt x="127000" y="7620"/>
                  </a:lnTo>
                  <a:lnTo>
                    <a:pt x="256540" y="7620"/>
                  </a:lnTo>
                  <a:lnTo>
                    <a:pt x="256540" y="0"/>
                  </a:lnTo>
                  <a:close/>
                </a:path>
              </a:pathLst>
            </a:custGeom>
            <a:solidFill>
              <a:srgbClr val="001C57"/>
            </a:solidFill>
          </p:spPr>
          <p:txBody>
            <a:bodyPr wrap="square" lIns="0" tIns="0" rIns="0" bIns="0" rtlCol="0"/>
            <a:lstStyle/>
            <a:p/>
          </p:txBody>
        </p:sp>
        <p:sp>
          <p:nvSpPr>
            <p:cNvPr id="1758" name="object 1758"/>
            <p:cNvSpPr/>
            <p:nvPr/>
          </p:nvSpPr>
          <p:spPr>
            <a:xfrm>
              <a:off x="5355590" y="121919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001C58"/>
            </a:solidFill>
          </p:spPr>
          <p:txBody>
            <a:bodyPr wrap="square" lIns="0" tIns="0" rIns="0" bIns="0" rtlCol="0"/>
            <a:lstStyle/>
            <a:p/>
          </p:txBody>
        </p:sp>
        <p:sp>
          <p:nvSpPr>
            <p:cNvPr id="1759" name="object 1759"/>
            <p:cNvSpPr/>
            <p:nvPr/>
          </p:nvSpPr>
          <p:spPr>
            <a:xfrm>
              <a:off x="5355590" y="122554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001C5A"/>
            </a:solidFill>
          </p:spPr>
          <p:txBody>
            <a:bodyPr wrap="square" lIns="0" tIns="0" rIns="0" bIns="0" rtlCol="0"/>
            <a:lstStyle/>
            <a:p/>
          </p:txBody>
        </p:sp>
        <p:sp>
          <p:nvSpPr>
            <p:cNvPr id="1760" name="object 1760"/>
            <p:cNvSpPr/>
            <p:nvPr/>
          </p:nvSpPr>
          <p:spPr>
            <a:xfrm>
              <a:off x="5355590" y="123316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001B5C"/>
            </a:solidFill>
          </p:spPr>
          <p:txBody>
            <a:bodyPr wrap="square" lIns="0" tIns="0" rIns="0" bIns="0" rtlCol="0"/>
            <a:lstStyle/>
            <a:p/>
          </p:txBody>
        </p:sp>
        <p:sp>
          <p:nvSpPr>
            <p:cNvPr id="1761" name="object 1761"/>
            <p:cNvSpPr/>
            <p:nvPr/>
          </p:nvSpPr>
          <p:spPr>
            <a:xfrm>
              <a:off x="5355590" y="124078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001B5E"/>
            </a:solidFill>
          </p:spPr>
          <p:txBody>
            <a:bodyPr wrap="square" lIns="0" tIns="0" rIns="0" bIns="0" rtlCol="0"/>
            <a:lstStyle/>
            <a:p/>
          </p:txBody>
        </p:sp>
        <p:sp>
          <p:nvSpPr>
            <p:cNvPr id="1762" name="object 1762"/>
            <p:cNvSpPr/>
            <p:nvPr/>
          </p:nvSpPr>
          <p:spPr>
            <a:xfrm>
              <a:off x="5355590" y="1247139"/>
              <a:ext cx="256540" cy="7620"/>
            </a:xfrm>
            <a:custGeom>
              <a:avLst/>
              <a:gdLst/>
              <a:ahLst/>
              <a:cxnLst/>
              <a:rect l="l" t="t" r="r" b="b"/>
              <a:pathLst>
                <a:path w="256539" h="7619">
                  <a:moveTo>
                    <a:pt x="90170" y="3810"/>
                  </a:moveTo>
                  <a:lnTo>
                    <a:pt x="0" y="3810"/>
                  </a:lnTo>
                  <a:lnTo>
                    <a:pt x="0" y="7620"/>
                  </a:lnTo>
                  <a:lnTo>
                    <a:pt x="90170" y="7620"/>
                  </a:lnTo>
                  <a:lnTo>
                    <a:pt x="90170" y="3810"/>
                  </a:lnTo>
                  <a:close/>
                </a:path>
                <a:path w="256539" h="7619">
                  <a:moveTo>
                    <a:pt x="91440" y="0"/>
                  </a:moveTo>
                  <a:lnTo>
                    <a:pt x="0" y="0"/>
                  </a:lnTo>
                  <a:lnTo>
                    <a:pt x="0" y="2540"/>
                  </a:lnTo>
                  <a:lnTo>
                    <a:pt x="91440" y="2540"/>
                  </a:lnTo>
                  <a:lnTo>
                    <a:pt x="91440" y="0"/>
                  </a:lnTo>
                  <a:close/>
                </a:path>
                <a:path w="256539" h="7619">
                  <a:moveTo>
                    <a:pt x="256540" y="3810"/>
                  </a:moveTo>
                  <a:lnTo>
                    <a:pt x="127000" y="3810"/>
                  </a:lnTo>
                  <a:lnTo>
                    <a:pt x="127000" y="7620"/>
                  </a:lnTo>
                  <a:lnTo>
                    <a:pt x="256540" y="7620"/>
                  </a:lnTo>
                  <a:lnTo>
                    <a:pt x="256540" y="3810"/>
                  </a:lnTo>
                  <a:close/>
                </a:path>
                <a:path w="256539" h="7619">
                  <a:moveTo>
                    <a:pt x="256540" y="0"/>
                  </a:moveTo>
                  <a:lnTo>
                    <a:pt x="127000" y="0"/>
                  </a:lnTo>
                  <a:lnTo>
                    <a:pt x="127000" y="2540"/>
                  </a:lnTo>
                  <a:lnTo>
                    <a:pt x="256540" y="2540"/>
                  </a:lnTo>
                  <a:lnTo>
                    <a:pt x="256540" y="0"/>
                  </a:lnTo>
                  <a:close/>
                </a:path>
              </a:pathLst>
            </a:custGeom>
            <a:solidFill>
              <a:srgbClr val="001A5F"/>
            </a:solidFill>
          </p:spPr>
          <p:txBody>
            <a:bodyPr wrap="square" lIns="0" tIns="0" rIns="0" bIns="0" rtlCol="0"/>
            <a:lstStyle/>
            <a:p/>
          </p:txBody>
        </p:sp>
        <p:sp>
          <p:nvSpPr>
            <p:cNvPr id="1763" name="object 1763"/>
            <p:cNvSpPr/>
            <p:nvPr/>
          </p:nvSpPr>
          <p:spPr>
            <a:xfrm>
              <a:off x="5355590" y="1254759"/>
              <a:ext cx="256540" cy="7620"/>
            </a:xfrm>
            <a:custGeom>
              <a:avLst/>
              <a:gdLst/>
              <a:ahLst/>
              <a:cxnLst/>
              <a:rect l="l" t="t" r="r" b="b"/>
              <a:pathLst>
                <a:path w="256539" h="7619">
                  <a:moveTo>
                    <a:pt x="90170" y="0"/>
                  </a:moveTo>
                  <a:lnTo>
                    <a:pt x="0" y="0"/>
                  </a:lnTo>
                  <a:lnTo>
                    <a:pt x="0" y="7620"/>
                  </a:lnTo>
                  <a:lnTo>
                    <a:pt x="90170" y="7620"/>
                  </a:lnTo>
                  <a:lnTo>
                    <a:pt x="90170" y="0"/>
                  </a:lnTo>
                  <a:close/>
                </a:path>
                <a:path w="256539" h="7619">
                  <a:moveTo>
                    <a:pt x="256540" y="0"/>
                  </a:moveTo>
                  <a:lnTo>
                    <a:pt x="127000" y="0"/>
                  </a:lnTo>
                  <a:lnTo>
                    <a:pt x="127000" y="7620"/>
                  </a:lnTo>
                  <a:lnTo>
                    <a:pt x="256540" y="7620"/>
                  </a:lnTo>
                  <a:lnTo>
                    <a:pt x="256540" y="0"/>
                  </a:lnTo>
                  <a:close/>
                </a:path>
              </a:pathLst>
            </a:custGeom>
            <a:solidFill>
              <a:srgbClr val="001A61"/>
            </a:solidFill>
          </p:spPr>
          <p:txBody>
            <a:bodyPr wrap="square" lIns="0" tIns="0" rIns="0" bIns="0" rtlCol="0"/>
            <a:lstStyle/>
            <a:p/>
          </p:txBody>
        </p:sp>
        <p:sp>
          <p:nvSpPr>
            <p:cNvPr id="1764" name="object 1764"/>
            <p:cNvSpPr/>
            <p:nvPr/>
          </p:nvSpPr>
          <p:spPr>
            <a:xfrm>
              <a:off x="5355590" y="1262379"/>
              <a:ext cx="256540" cy="6350"/>
            </a:xfrm>
            <a:custGeom>
              <a:avLst/>
              <a:gdLst/>
              <a:ahLst/>
              <a:cxnLst/>
              <a:rect l="l" t="t" r="r" b="b"/>
              <a:pathLst>
                <a:path w="256539" h="6350">
                  <a:moveTo>
                    <a:pt x="90170" y="0"/>
                  </a:moveTo>
                  <a:lnTo>
                    <a:pt x="0" y="0"/>
                  </a:lnTo>
                  <a:lnTo>
                    <a:pt x="0" y="6350"/>
                  </a:lnTo>
                  <a:lnTo>
                    <a:pt x="90170" y="6350"/>
                  </a:lnTo>
                  <a:lnTo>
                    <a:pt x="90170" y="0"/>
                  </a:lnTo>
                  <a:close/>
                </a:path>
                <a:path w="256539" h="6350">
                  <a:moveTo>
                    <a:pt x="256540" y="0"/>
                  </a:moveTo>
                  <a:lnTo>
                    <a:pt x="127000" y="0"/>
                  </a:lnTo>
                  <a:lnTo>
                    <a:pt x="127000" y="6350"/>
                  </a:lnTo>
                  <a:lnTo>
                    <a:pt x="256540" y="6350"/>
                  </a:lnTo>
                  <a:lnTo>
                    <a:pt x="256540" y="0"/>
                  </a:lnTo>
                  <a:close/>
                </a:path>
              </a:pathLst>
            </a:custGeom>
            <a:solidFill>
              <a:srgbClr val="001963"/>
            </a:solidFill>
          </p:spPr>
          <p:txBody>
            <a:bodyPr wrap="square" lIns="0" tIns="0" rIns="0" bIns="0" rtlCol="0"/>
            <a:lstStyle/>
            <a:p/>
          </p:txBody>
        </p:sp>
        <p:sp>
          <p:nvSpPr>
            <p:cNvPr id="1765" name="object 1765"/>
            <p:cNvSpPr/>
            <p:nvPr/>
          </p:nvSpPr>
          <p:spPr>
            <a:xfrm>
              <a:off x="5355590" y="1268729"/>
              <a:ext cx="256540" cy="15240"/>
            </a:xfrm>
            <a:custGeom>
              <a:avLst/>
              <a:gdLst/>
              <a:ahLst/>
              <a:cxnLst/>
              <a:rect l="l" t="t" r="r" b="b"/>
              <a:pathLst>
                <a:path w="256539" h="15240">
                  <a:moveTo>
                    <a:pt x="91440" y="10160"/>
                  </a:moveTo>
                  <a:lnTo>
                    <a:pt x="90170" y="10160"/>
                  </a:lnTo>
                  <a:lnTo>
                    <a:pt x="90170" y="7620"/>
                  </a:lnTo>
                  <a:lnTo>
                    <a:pt x="90170" y="0"/>
                  </a:lnTo>
                  <a:lnTo>
                    <a:pt x="0" y="0"/>
                  </a:lnTo>
                  <a:lnTo>
                    <a:pt x="0" y="7620"/>
                  </a:lnTo>
                  <a:lnTo>
                    <a:pt x="0" y="10160"/>
                  </a:lnTo>
                  <a:lnTo>
                    <a:pt x="0" y="15240"/>
                  </a:lnTo>
                  <a:lnTo>
                    <a:pt x="91440" y="15240"/>
                  </a:lnTo>
                  <a:lnTo>
                    <a:pt x="91440" y="10160"/>
                  </a:lnTo>
                  <a:close/>
                </a:path>
                <a:path w="256539" h="15240">
                  <a:moveTo>
                    <a:pt x="256540" y="0"/>
                  </a:moveTo>
                  <a:lnTo>
                    <a:pt x="127000" y="0"/>
                  </a:lnTo>
                  <a:lnTo>
                    <a:pt x="127000" y="7620"/>
                  </a:lnTo>
                  <a:lnTo>
                    <a:pt x="127000" y="15240"/>
                  </a:lnTo>
                  <a:lnTo>
                    <a:pt x="256540" y="15240"/>
                  </a:lnTo>
                  <a:lnTo>
                    <a:pt x="256540" y="7620"/>
                  </a:lnTo>
                  <a:lnTo>
                    <a:pt x="256540" y="0"/>
                  </a:lnTo>
                  <a:close/>
                </a:path>
              </a:pathLst>
            </a:custGeom>
            <a:solidFill>
              <a:srgbClr val="001966"/>
            </a:solidFill>
          </p:spPr>
          <p:txBody>
            <a:bodyPr wrap="square" lIns="0" tIns="0" rIns="0" bIns="0" rtlCol="0"/>
            <a:lstStyle/>
            <a:p/>
          </p:txBody>
        </p:sp>
        <p:sp>
          <p:nvSpPr>
            <p:cNvPr id="1766" name="object 1766"/>
            <p:cNvSpPr/>
            <p:nvPr/>
          </p:nvSpPr>
          <p:spPr>
            <a:xfrm>
              <a:off x="5355590" y="128396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001868"/>
            </a:solidFill>
          </p:spPr>
          <p:txBody>
            <a:bodyPr wrap="square" lIns="0" tIns="0" rIns="0" bIns="0" rtlCol="0"/>
            <a:lstStyle/>
            <a:p/>
          </p:txBody>
        </p:sp>
        <p:sp>
          <p:nvSpPr>
            <p:cNvPr id="1767" name="object 1767"/>
            <p:cNvSpPr/>
            <p:nvPr/>
          </p:nvSpPr>
          <p:spPr>
            <a:xfrm>
              <a:off x="5355590" y="129158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00186A"/>
            </a:solidFill>
          </p:spPr>
          <p:txBody>
            <a:bodyPr wrap="square" lIns="0" tIns="0" rIns="0" bIns="0" rtlCol="0"/>
            <a:lstStyle/>
            <a:p/>
          </p:txBody>
        </p:sp>
        <p:sp>
          <p:nvSpPr>
            <p:cNvPr id="1768" name="object 1768"/>
            <p:cNvSpPr/>
            <p:nvPr/>
          </p:nvSpPr>
          <p:spPr>
            <a:xfrm>
              <a:off x="5355590" y="129793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00176B"/>
            </a:solidFill>
          </p:spPr>
          <p:txBody>
            <a:bodyPr wrap="square" lIns="0" tIns="0" rIns="0" bIns="0" rtlCol="0"/>
            <a:lstStyle/>
            <a:p/>
          </p:txBody>
        </p:sp>
        <p:sp>
          <p:nvSpPr>
            <p:cNvPr id="1769" name="object 1769"/>
            <p:cNvSpPr/>
            <p:nvPr/>
          </p:nvSpPr>
          <p:spPr>
            <a:xfrm>
              <a:off x="5355590" y="130555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00176D"/>
            </a:solidFill>
          </p:spPr>
          <p:txBody>
            <a:bodyPr wrap="square" lIns="0" tIns="0" rIns="0" bIns="0" rtlCol="0"/>
            <a:lstStyle/>
            <a:p/>
          </p:txBody>
        </p:sp>
        <p:sp>
          <p:nvSpPr>
            <p:cNvPr id="1770" name="object 1770"/>
            <p:cNvSpPr/>
            <p:nvPr/>
          </p:nvSpPr>
          <p:spPr>
            <a:xfrm>
              <a:off x="5356860" y="1313179"/>
              <a:ext cx="255270" cy="6350"/>
            </a:xfrm>
            <a:custGeom>
              <a:avLst/>
              <a:gdLst/>
              <a:ahLst/>
              <a:cxnLst/>
              <a:rect l="l" t="t" r="r" b="b"/>
              <a:pathLst>
                <a:path w="255270" h="6350">
                  <a:moveTo>
                    <a:pt x="90170" y="0"/>
                  </a:moveTo>
                  <a:lnTo>
                    <a:pt x="0" y="0"/>
                  </a:lnTo>
                  <a:lnTo>
                    <a:pt x="0" y="6350"/>
                  </a:lnTo>
                  <a:lnTo>
                    <a:pt x="90170" y="6350"/>
                  </a:lnTo>
                  <a:lnTo>
                    <a:pt x="90170" y="0"/>
                  </a:lnTo>
                  <a:close/>
                </a:path>
                <a:path w="255270" h="6350">
                  <a:moveTo>
                    <a:pt x="255270" y="0"/>
                  </a:moveTo>
                  <a:lnTo>
                    <a:pt x="125730" y="0"/>
                  </a:lnTo>
                  <a:lnTo>
                    <a:pt x="125730" y="6350"/>
                  </a:lnTo>
                  <a:lnTo>
                    <a:pt x="255270" y="6350"/>
                  </a:lnTo>
                  <a:lnTo>
                    <a:pt x="255270" y="0"/>
                  </a:lnTo>
                  <a:close/>
                </a:path>
              </a:pathLst>
            </a:custGeom>
            <a:solidFill>
              <a:srgbClr val="00166F"/>
            </a:solidFill>
          </p:spPr>
          <p:txBody>
            <a:bodyPr wrap="square" lIns="0" tIns="0" rIns="0" bIns="0" rtlCol="0"/>
            <a:lstStyle/>
            <a:p/>
          </p:txBody>
        </p:sp>
        <p:sp>
          <p:nvSpPr>
            <p:cNvPr id="1771" name="object 1771"/>
            <p:cNvSpPr/>
            <p:nvPr/>
          </p:nvSpPr>
          <p:spPr>
            <a:xfrm>
              <a:off x="5356860" y="1319529"/>
              <a:ext cx="255270" cy="7620"/>
            </a:xfrm>
            <a:custGeom>
              <a:avLst/>
              <a:gdLst/>
              <a:ahLst/>
              <a:cxnLst/>
              <a:rect l="l" t="t" r="r" b="b"/>
              <a:pathLst>
                <a:path w="255270" h="7619">
                  <a:moveTo>
                    <a:pt x="90170" y="0"/>
                  </a:moveTo>
                  <a:lnTo>
                    <a:pt x="0" y="0"/>
                  </a:lnTo>
                  <a:lnTo>
                    <a:pt x="0" y="7620"/>
                  </a:lnTo>
                  <a:lnTo>
                    <a:pt x="90170" y="7620"/>
                  </a:lnTo>
                  <a:lnTo>
                    <a:pt x="90170" y="0"/>
                  </a:lnTo>
                  <a:close/>
                </a:path>
                <a:path w="255270" h="7619">
                  <a:moveTo>
                    <a:pt x="255270" y="0"/>
                  </a:moveTo>
                  <a:lnTo>
                    <a:pt x="125730" y="0"/>
                  </a:lnTo>
                  <a:lnTo>
                    <a:pt x="125730" y="7620"/>
                  </a:lnTo>
                  <a:lnTo>
                    <a:pt x="255270" y="7620"/>
                  </a:lnTo>
                  <a:lnTo>
                    <a:pt x="255270" y="0"/>
                  </a:lnTo>
                  <a:close/>
                </a:path>
              </a:pathLst>
            </a:custGeom>
            <a:solidFill>
              <a:srgbClr val="001671"/>
            </a:solidFill>
          </p:spPr>
          <p:txBody>
            <a:bodyPr wrap="square" lIns="0" tIns="0" rIns="0" bIns="0" rtlCol="0"/>
            <a:lstStyle/>
            <a:p/>
          </p:txBody>
        </p:sp>
        <p:sp>
          <p:nvSpPr>
            <p:cNvPr id="1772" name="object 1772"/>
            <p:cNvSpPr/>
            <p:nvPr/>
          </p:nvSpPr>
          <p:spPr>
            <a:xfrm>
              <a:off x="5356860" y="1327149"/>
              <a:ext cx="255270" cy="7620"/>
            </a:xfrm>
            <a:custGeom>
              <a:avLst/>
              <a:gdLst/>
              <a:ahLst/>
              <a:cxnLst/>
              <a:rect l="l" t="t" r="r" b="b"/>
              <a:pathLst>
                <a:path w="255270" h="7619">
                  <a:moveTo>
                    <a:pt x="91440" y="3810"/>
                  </a:moveTo>
                  <a:lnTo>
                    <a:pt x="90170" y="3810"/>
                  </a:lnTo>
                  <a:lnTo>
                    <a:pt x="90170" y="0"/>
                  </a:lnTo>
                  <a:lnTo>
                    <a:pt x="0" y="0"/>
                  </a:lnTo>
                  <a:lnTo>
                    <a:pt x="0" y="3810"/>
                  </a:lnTo>
                  <a:lnTo>
                    <a:pt x="0" y="7620"/>
                  </a:lnTo>
                  <a:lnTo>
                    <a:pt x="91440" y="7620"/>
                  </a:lnTo>
                  <a:lnTo>
                    <a:pt x="91440" y="3810"/>
                  </a:lnTo>
                  <a:close/>
                </a:path>
                <a:path w="255270" h="7619">
                  <a:moveTo>
                    <a:pt x="255270" y="0"/>
                  </a:moveTo>
                  <a:lnTo>
                    <a:pt x="125730" y="0"/>
                  </a:lnTo>
                  <a:lnTo>
                    <a:pt x="125730" y="7620"/>
                  </a:lnTo>
                  <a:lnTo>
                    <a:pt x="255270" y="7620"/>
                  </a:lnTo>
                  <a:lnTo>
                    <a:pt x="255270" y="0"/>
                  </a:lnTo>
                  <a:close/>
                </a:path>
              </a:pathLst>
            </a:custGeom>
            <a:solidFill>
              <a:srgbClr val="001672"/>
            </a:solidFill>
          </p:spPr>
          <p:txBody>
            <a:bodyPr wrap="square" lIns="0" tIns="0" rIns="0" bIns="0" rtlCol="0"/>
            <a:lstStyle/>
            <a:p/>
          </p:txBody>
        </p:sp>
        <p:sp>
          <p:nvSpPr>
            <p:cNvPr id="1773" name="object 1773"/>
            <p:cNvSpPr/>
            <p:nvPr/>
          </p:nvSpPr>
          <p:spPr>
            <a:xfrm>
              <a:off x="5356860" y="1334769"/>
              <a:ext cx="255270" cy="7620"/>
            </a:xfrm>
            <a:custGeom>
              <a:avLst/>
              <a:gdLst/>
              <a:ahLst/>
              <a:cxnLst/>
              <a:rect l="l" t="t" r="r" b="b"/>
              <a:pathLst>
                <a:path w="255270" h="7619">
                  <a:moveTo>
                    <a:pt x="91440" y="0"/>
                  </a:moveTo>
                  <a:lnTo>
                    <a:pt x="0" y="0"/>
                  </a:lnTo>
                  <a:lnTo>
                    <a:pt x="0" y="7620"/>
                  </a:lnTo>
                  <a:lnTo>
                    <a:pt x="91440" y="7620"/>
                  </a:lnTo>
                  <a:lnTo>
                    <a:pt x="91440" y="0"/>
                  </a:lnTo>
                  <a:close/>
                </a:path>
                <a:path w="255270" h="7619">
                  <a:moveTo>
                    <a:pt x="255270" y="0"/>
                  </a:moveTo>
                  <a:lnTo>
                    <a:pt x="125730" y="0"/>
                  </a:lnTo>
                  <a:lnTo>
                    <a:pt x="125730" y="7620"/>
                  </a:lnTo>
                  <a:lnTo>
                    <a:pt x="255270" y="7620"/>
                  </a:lnTo>
                  <a:lnTo>
                    <a:pt x="255270" y="0"/>
                  </a:lnTo>
                  <a:close/>
                </a:path>
              </a:pathLst>
            </a:custGeom>
            <a:solidFill>
              <a:srgbClr val="001574"/>
            </a:solidFill>
          </p:spPr>
          <p:txBody>
            <a:bodyPr wrap="square" lIns="0" tIns="0" rIns="0" bIns="0" rtlCol="0"/>
            <a:lstStyle/>
            <a:p/>
          </p:txBody>
        </p:sp>
        <p:sp>
          <p:nvSpPr>
            <p:cNvPr id="1774" name="object 1774"/>
            <p:cNvSpPr/>
            <p:nvPr/>
          </p:nvSpPr>
          <p:spPr>
            <a:xfrm>
              <a:off x="5356860" y="1342389"/>
              <a:ext cx="255270" cy="6350"/>
            </a:xfrm>
            <a:custGeom>
              <a:avLst/>
              <a:gdLst/>
              <a:ahLst/>
              <a:cxnLst/>
              <a:rect l="l" t="t" r="r" b="b"/>
              <a:pathLst>
                <a:path w="255270" h="6350">
                  <a:moveTo>
                    <a:pt x="91440" y="0"/>
                  </a:moveTo>
                  <a:lnTo>
                    <a:pt x="0" y="0"/>
                  </a:lnTo>
                  <a:lnTo>
                    <a:pt x="0" y="1270"/>
                  </a:lnTo>
                  <a:lnTo>
                    <a:pt x="1270" y="1270"/>
                  </a:lnTo>
                  <a:lnTo>
                    <a:pt x="1270" y="6350"/>
                  </a:lnTo>
                  <a:lnTo>
                    <a:pt x="91440" y="6350"/>
                  </a:lnTo>
                  <a:lnTo>
                    <a:pt x="91440" y="1270"/>
                  </a:lnTo>
                  <a:lnTo>
                    <a:pt x="91440" y="0"/>
                  </a:lnTo>
                  <a:close/>
                </a:path>
                <a:path w="255270" h="6350">
                  <a:moveTo>
                    <a:pt x="255270" y="0"/>
                  </a:moveTo>
                  <a:lnTo>
                    <a:pt x="125730" y="0"/>
                  </a:lnTo>
                  <a:lnTo>
                    <a:pt x="125730" y="6350"/>
                  </a:lnTo>
                  <a:lnTo>
                    <a:pt x="255270" y="6350"/>
                  </a:lnTo>
                  <a:lnTo>
                    <a:pt x="255270" y="0"/>
                  </a:lnTo>
                  <a:close/>
                </a:path>
              </a:pathLst>
            </a:custGeom>
            <a:solidFill>
              <a:srgbClr val="001576"/>
            </a:solidFill>
          </p:spPr>
          <p:txBody>
            <a:bodyPr wrap="square" lIns="0" tIns="0" rIns="0" bIns="0" rtlCol="0"/>
            <a:lstStyle/>
            <a:p/>
          </p:txBody>
        </p:sp>
        <p:sp>
          <p:nvSpPr>
            <p:cNvPr id="1775" name="object 1775"/>
            <p:cNvSpPr/>
            <p:nvPr/>
          </p:nvSpPr>
          <p:spPr>
            <a:xfrm>
              <a:off x="5358130" y="1348739"/>
              <a:ext cx="254000" cy="7620"/>
            </a:xfrm>
            <a:custGeom>
              <a:avLst/>
              <a:gdLst/>
              <a:ahLst/>
              <a:cxnLst/>
              <a:rect l="l" t="t" r="r" b="b"/>
              <a:pathLst>
                <a:path w="254000" h="7619">
                  <a:moveTo>
                    <a:pt x="91427" y="5080"/>
                  </a:moveTo>
                  <a:lnTo>
                    <a:pt x="90170" y="5080"/>
                  </a:lnTo>
                  <a:lnTo>
                    <a:pt x="90170" y="0"/>
                  </a:lnTo>
                  <a:lnTo>
                    <a:pt x="0" y="0"/>
                  </a:lnTo>
                  <a:lnTo>
                    <a:pt x="0" y="5080"/>
                  </a:lnTo>
                  <a:lnTo>
                    <a:pt x="0" y="7620"/>
                  </a:lnTo>
                  <a:lnTo>
                    <a:pt x="91427" y="7620"/>
                  </a:lnTo>
                  <a:lnTo>
                    <a:pt x="91427" y="5080"/>
                  </a:lnTo>
                  <a:close/>
                </a:path>
                <a:path w="254000" h="7619">
                  <a:moveTo>
                    <a:pt x="254000" y="0"/>
                  </a:moveTo>
                  <a:lnTo>
                    <a:pt x="124460" y="0"/>
                  </a:lnTo>
                  <a:lnTo>
                    <a:pt x="124460" y="7620"/>
                  </a:lnTo>
                  <a:lnTo>
                    <a:pt x="254000" y="7620"/>
                  </a:lnTo>
                  <a:lnTo>
                    <a:pt x="254000" y="0"/>
                  </a:lnTo>
                  <a:close/>
                </a:path>
              </a:pathLst>
            </a:custGeom>
            <a:solidFill>
              <a:srgbClr val="001478"/>
            </a:solidFill>
          </p:spPr>
          <p:txBody>
            <a:bodyPr wrap="square" lIns="0" tIns="0" rIns="0" bIns="0" rtlCol="0"/>
            <a:lstStyle/>
            <a:p/>
          </p:txBody>
        </p:sp>
        <p:sp>
          <p:nvSpPr>
            <p:cNvPr id="1776" name="object 1776"/>
            <p:cNvSpPr/>
            <p:nvPr/>
          </p:nvSpPr>
          <p:spPr>
            <a:xfrm>
              <a:off x="5358130" y="1356359"/>
              <a:ext cx="254000" cy="7620"/>
            </a:xfrm>
            <a:custGeom>
              <a:avLst/>
              <a:gdLst/>
              <a:ahLst/>
              <a:cxnLst/>
              <a:rect l="l" t="t" r="r" b="b"/>
              <a:pathLst>
                <a:path w="254000" h="7619">
                  <a:moveTo>
                    <a:pt x="91440" y="7620"/>
                  </a:moveTo>
                  <a:lnTo>
                    <a:pt x="91427" y="0"/>
                  </a:lnTo>
                  <a:lnTo>
                    <a:pt x="0" y="0"/>
                  </a:lnTo>
                  <a:lnTo>
                    <a:pt x="0" y="7620"/>
                  </a:lnTo>
                  <a:lnTo>
                    <a:pt x="91440" y="7620"/>
                  </a:lnTo>
                  <a:close/>
                </a:path>
                <a:path w="254000" h="7619">
                  <a:moveTo>
                    <a:pt x="254000" y="0"/>
                  </a:moveTo>
                  <a:lnTo>
                    <a:pt x="124460" y="0"/>
                  </a:lnTo>
                  <a:lnTo>
                    <a:pt x="124460" y="7620"/>
                  </a:lnTo>
                  <a:lnTo>
                    <a:pt x="254000" y="7620"/>
                  </a:lnTo>
                  <a:lnTo>
                    <a:pt x="254000" y="0"/>
                  </a:lnTo>
                  <a:close/>
                </a:path>
              </a:pathLst>
            </a:custGeom>
            <a:solidFill>
              <a:srgbClr val="001479"/>
            </a:solidFill>
          </p:spPr>
          <p:txBody>
            <a:bodyPr wrap="square" lIns="0" tIns="0" rIns="0" bIns="0" rtlCol="0"/>
            <a:lstStyle/>
            <a:p/>
          </p:txBody>
        </p:sp>
        <p:sp>
          <p:nvSpPr>
            <p:cNvPr id="1777" name="object 1777"/>
            <p:cNvSpPr/>
            <p:nvPr/>
          </p:nvSpPr>
          <p:spPr>
            <a:xfrm>
              <a:off x="5358130" y="1363979"/>
              <a:ext cx="254000" cy="6350"/>
            </a:xfrm>
            <a:custGeom>
              <a:avLst/>
              <a:gdLst/>
              <a:ahLst/>
              <a:cxnLst/>
              <a:rect l="l" t="t" r="r" b="b"/>
              <a:pathLst>
                <a:path w="254000" h="6350">
                  <a:moveTo>
                    <a:pt x="91440" y="0"/>
                  </a:moveTo>
                  <a:lnTo>
                    <a:pt x="0" y="0"/>
                  </a:lnTo>
                  <a:lnTo>
                    <a:pt x="0" y="6350"/>
                  </a:lnTo>
                  <a:lnTo>
                    <a:pt x="91440" y="6350"/>
                  </a:lnTo>
                  <a:lnTo>
                    <a:pt x="91440" y="0"/>
                  </a:lnTo>
                  <a:close/>
                </a:path>
                <a:path w="254000" h="6350">
                  <a:moveTo>
                    <a:pt x="254000" y="0"/>
                  </a:moveTo>
                  <a:lnTo>
                    <a:pt x="124460" y="0"/>
                  </a:lnTo>
                  <a:lnTo>
                    <a:pt x="124460" y="6350"/>
                  </a:lnTo>
                  <a:lnTo>
                    <a:pt x="254000" y="6350"/>
                  </a:lnTo>
                  <a:lnTo>
                    <a:pt x="254000" y="0"/>
                  </a:lnTo>
                  <a:close/>
                </a:path>
              </a:pathLst>
            </a:custGeom>
            <a:solidFill>
              <a:srgbClr val="00137B"/>
            </a:solidFill>
          </p:spPr>
          <p:txBody>
            <a:bodyPr wrap="square" lIns="0" tIns="0" rIns="0" bIns="0" rtlCol="0"/>
            <a:lstStyle/>
            <a:p/>
          </p:txBody>
        </p:sp>
        <p:sp>
          <p:nvSpPr>
            <p:cNvPr id="1778" name="object 1778"/>
            <p:cNvSpPr/>
            <p:nvPr/>
          </p:nvSpPr>
          <p:spPr>
            <a:xfrm>
              <a:off x="5358130" y="1370329"/>
              <a:ext cx="254000" cy="7620"/>
            </a:xfrm>
            <a:custGeom>
              <a:avLst/>
              <a:gdLst/>
              <a:ahLst/>
              <a:cxnLst/>
              <a:rect l="l" t="t" r="r" b="b"/>
              <a:pathLst>
                <a:path w="254000" h="7619">
                  <a:moveTo>
                    <a:pt x="92710" y="3810"/>
                  </a:moveTo>
                  <a:lnTo>
                    <a:pt x="91440" y="3810"/>
                  </a:lnTo>
                  <a:lnTo>
                    <a:pt x="91440" y="2540"/>
                  </a:lnTo>
                  <a:lnTo>
                    <a:pt x="91440" y="0"/>
                  </a:lnTo>
                  <a:lnTo>
                    <a:pt x="0" y="0"/>
                  </a:lnTo>
                  <a:lnTo>
                    <a:pt x="0" y="2540"/>
                  </a:lnTo>
                  <a:lnTo>
                    <a:pt x="1270" y="2540"/>
                  </a:lnTo>
                  <a:lnTo>
                    <a:pt x="1270" y="3810"/>
                  </a:lnTo>
                  <a:lnTo>
                    <a:pt x="1270" y="7620"/>
                  </a:lnTo>
                  <a:lnTo>
                    <a:pt x="92710" y="7620"/>
                  </a:lnTo>
                  <a:lnTo>
                    <a:pt x="92710" y="3810"/>
                  </a:lnTo>
                  <a:close/>
                </a:path>
                <a:path w="254000" h="7619">
                  <a:moveTo>
                    <a:pt x="254000" y="0"/>
                  </a:moveTo>
                  <a:lnTo>
                    <a:pt x="124460" y="0"/>
                  </a:lnTo>
                  <a:lnTo>
                    <a:pt x="124460" y="7620"/>
                  </a:lnTo>
                  <a:lnTo>
                    <a:pt x="254000" y="7620"/>
                  </a:lnTo>
                  <a:lnTo>
                    <a:pt x="254000" y="0"/>
                  </a:lnTo>
                  <a:close/>
                </a:path>
              </a:pathLst>
            </a:custGeom>
            <a:solidFill>
              <a:srgbClr val="00137D"/>
            </a:solidFill>
          </p:spPr>
          <p:txBody>
            <a:bodyPr wrap="square" lIns="0" tIns="0" rIns="0" bIns="0" rtlCol="0"/>
            <a:lstStyle/>
            <a:p/>
          </p:txBody>
        </p:sp>
        <p:sp>
          <p:nvSpPr>
            <p:cNvPr id="1779" name="object 1779"/>
            <p:cNvSpPr/>
            <p:nvPr/>
          </p:nvSpPr>
          <p:spPr>
            <a:xfrm>
              <a:off x="5359400" y="1377949"/>
              <a:ext cx="252729" cy="7620"/>
            </a:xfrm>
            <a:custGeom>
              <a:avLst/>
              <a:gdLst/>
              <a:ahLst/>
              <a:cxnLst/>
              <a:rect l="l" t="t" r="r" b="b"/>
              <a:pathLst>
                <a:path w="252729" h="7619">
                  <a:moveTo>
                    <a:pt x="91440" y="0"/>
                  </a:moveTo>
                  <a:lnTo>
                    <a:pt x="0" y="0"/>
                  </a:lnTo>
                  <a:lnTo>
                    <a:pt x="0" y="7620"/>
                  </a:lnTo>
                  <a:lnTo>
                    <a:pt x="91440" y="7620"/>
                  </a:lnTo>
                  <a:lnTo>
                    <a:pt x="91440" y="0"/>
                  </a:lnTo>
                  <a:close/>
                </a:path>
                <a:path w="252729" h="7619">
                  <a:moveTo>
                    <a:pt x="252730" y="0"/>
                  </a:moveTo>
                  <a:lnTo>
                    <a:pt x="123190" y="0"/>
                  </a:lnTo>
                  <a:lnTo>
                    <a:pt x="123190" y="7620"/>
                  </a:lnTo>
                  <a:lnTo>
                    <a:pt x="252730" y="7620"/>
                  </a:lnTo>
                  <a:lnTo>
                    <a:pt x="252730" y="0"/>
                  </a:lnTo>
                  <a:close/>
                </a:path>
              </a:pathLst>
            </a:custGeom>
            <a:solidFill>
              <a:srgbClr val="00137E"/>
            </a:solidFill>
          </p:spPr>
          <p:txBody>
            <a:bodyPr wrap="square" lIns="0" tIns="0" rIns="0" bIns="0" rtlCol="0"/>
            <a:lstStyle/>
            <a:p/>
          </p:txBody>
        </p:sp>
        <p:sp>
          <p:nvSpPr>
            <p:cNvPr id="1780" name="object 1780"/>
            <p:cNvSpPr/>
            <p:nvPr/>
          </p:nvSpPr>
          <p:spPr>
            <a:xfrm>
              <a:off x="5359400" y="1385569"/>
              <a:ext cx="252729" cy="7620"/>
            </a:xfrm>
            <a:custGeom>
              <a:avLst/>
              <a:gdLst/>
              <a:ahLst/>
              <a:cxnLst/>
              <a:rect l="l" t="t" r="r" b="b"/>
              <a:pathLst>
                <a:path w="252729" h="7619">
                  <a:moveTo>
                    <a:pt x="92710" y="3810"/>
                  </a:moveTo>
                  <a:lnTo>
                    <a:pt x="91440" y="3810"/>
                  </a:lnTo>
                  <a:lnTo>
                    <a:pt x="91440" y="0"/>
                  </a:lnTo>
                  <a:lnTo>
                    <a:pt x="0" y="0"/>
                  </a:lnTo>
                  <a:lnTo>
                    <a:pt x="0" y="3810"/>
                  </a:lnTo>
                  <a:lnTo>
                    <a:pt x="0" y="7620"/>
                  </a:lnTo>
                  <a:lnTo>
                    <a:pt x="92710" y="7620"/>
                  </a:lnTo>
                  <a:lnTo>
                    <a:pt x="92710" y="3810"/>
                  </a:lnTo>
                  <a:close/>
                </a:path>
                <a:path w="252729" h="7619">
                  <a:moveTo>
                    <a:pt x="252730" y="0"/>
                  </a:moveTo>
                  <a:lnTo>
                    <a:pt x="123190" y="0"/>
                  </a:lnTo>
                  <a:lnTo>
                    <a:pt x="123190" y="7620"/>
                  </a:lnTo>
                  <a:lnTo>
                    <a:pt x="252730" y="7620"/>
                  </a:lnTo>
                  <a:lnTo>
                    <a:pt x="252730" y="0"/>
                  </a:lnTo>
                  <a:close/>
                </a:path>
              </a:pathLst>
            </a:custGeom>
            <a:solidFill>
              <a:srgbClr val="001280"/>
            </a:solidFill>
          </p:spPr>
          <p:txBody>
            <a:bodyPr wrap="square" lIns="0" tIns="0" rIns="0" bIns="0" rtlCol="0"/>
            <a:lstStyle/>
            <a:p/>
          </p:txBody>
        </p:sp>
        <p:sp>
          <p:nvSpPr>
            <p:cNvPr id="1781" name="object 1781"/>
            <p:cNvSpPr/>
            <p:nvPr/>
          </p:nvSpPr>
          <p:spPr>
            <a:xfrm>
              <a:off x="5360670" y="1393189"/>
              <a:ext cx="251460" cy="6350"/>
            </a:xfrm>
            <a:custGeom>
              <a:avLst/>
              <a:gdLst/>
              <a:ahLst/>
              <a:cxnLst/>
              <a:rect l="l" t="t" r="r" b="b"/>
              <a:pathLst>
                <a:path w="251460" h="6350">
                  <a:moveTo>
                    <a:pt x="92710" y="5080"/>
                  </a:moveTo>
                  <a:lnTo>
                    <a:pt x="91440" y="5080"/>
                  </a:lnTo>
                  <a:lnTo>
                    <a:pt x="91440" y="0"/>
                  </a:lnTo>
                  <a:lnTo>
                    <a:pt x="0" y="0"/>
                  </a:lnTo>
                  <a:lnTo>
                    <a:pt x="0" y="5080"/>
                  </a:lnTo>
                  <a:lnTo>
                    <a:pt x="0" y="6350"/>
                  </a:lnTo>
                  <a:lnTo>
                    <a:pt x="92710" y="6350"/>
                  </a:lnTo>
                  <a:lnTo>
                    <a:pt x="92710" y="5080"/>
                  </a:lnTo>
                  <a:close/>
                </a:path>
                <a:path w="251460" h="6350">
                  <a:moveTo>
                    <a:pt x="251460" y="0"/>
                  </a:moveTo>
                  <a:lnTo>
                    <a:pt x="121920" y="0"/>
                  </a:lnTo>
                  <a:lnTo>
                    <a:pt x="121920" y="5080"/>
                  </a:lnTo>
                  <a:lnTo>
                    <a:pt x="170180" y="5080"/>
                  </a:lnTo>
                  <a:lnTo>
                    <a:pt x="170180" y="6350"/>
                  </a:lnTo>
                  <a:lnTo>
                    <a:pt x="251460" y="6350"/>
                  </a:lnTo>
                  <a:lnTo>
                    <a:pt x="251460" y="5080"/>
                  </a:lnTo>
                  <a:lnTo>
                    <a:pt x="251460" y="0"/>
                  </a:lnTo>
                  <a:close/>
                </a:path>
              </a:pathLst>
            </a:custGeom>
            <a:solidFill>
              <a:srgbClr val="001282"/>
            </a:solidFill>
          </p:spPr>
          <p:txBody>
            <a:bodyPr wrap="square" lIns="0" tIns="0" rIns="0" bIns="0" rtlCol="0"/>
            <a:lstStyle/>
            <a:p/>
          </p:txBody>
        </p:sp>
        <p:sp>
          <p:nvSpPr>
            <p:cNvPr id="1782" name="object 1782"/>
            <p:cNvSpPr/>
            <p:nvPr/>
          </p:nvSpPr>
          <p:spPr>
            <a:xfrm>
              <a:off x="5360670" y="1399539"/>
              <a:ext cx="251460" cy="7620"/>
            </a:xfrm>
            <a:custGeom>
              <a:avLst/>
              <a:gdLst/>
              <a:ahLst/>
              <a:cxnLst/>
              <a:rect l="l" t="t" r="r" b="b"/>
              <a:pathLst>
                <a:path w="251460" h="7619">
                  <a:moveTo>
                    <a:pt x="92710" y="0"/>
                  </a:moveTo>
                  <a:lnTo>
                    <a:pt x="0" y="0"/>
                  </a:lnTo>
                  <a:lnTo>
                    <a:pt x="0" y="5080"/>
                  </a:lnTo>
                  <a:lnTo>
                    <a:pt x="92710" y="5080"/>
                  </a:lnTo>
                  <a:lnTo>
                    <a:pt x="92710" y="0"/>
                  </a:lnTo>
                  <a:close/>
                </a:path>
                <a:path w="251460" h="7619">
                  <a:moveTo>
                    <a:pt x="93980" y="5080"/>
                  </a:moveTo>
                  <a:lnTo>
                    <a:pt x="92710" y="5080"/>
                  </a:lnTo>
                  <a:lnTo>
                    <a:pt x="92710" y="6350"/>
                  </a:lnTo>
                  <a:lnTo>
                    <a:pt x="0" y="6350"/>
                  </a:lnTo>
                  <a:lnTo>
                    <a:pt x="0" y="7620"/>
                  </a:lnTo>
                  <a:lnTo>
                    <a:pt x="93980" y="7620"/>
                  </a:lnTo>
                  <a:lnTo>
                    <a:pt x="93980" y="6350"/>
                  </a:lnTo>
                  <a:lnTo>
                    <a:pt x="93980" y="5080"/>
                  </a:lnTo>
                  <a:close/>
                </a:path>
                <a:path w="251460" h="7619">
                  <a:moveTo>
                    <a:pt x="251460" y="6350"/>
                  </a:moveTo>
                  <a:lnTo>
                    <a:pt x="170180" y="6350"/>
                  </a:lnTo>
                  <a:lnTo>
                    <a:pt x="170180" y="7620"/>
                  </a:lnTo>
                  <a:lnTo>
                    <a:pt x="251460" y="7620"/>
                  </a:lnTo>
                  <a:lnTo>
                    <a:pt x="251460" y="6350"/>
                  </a:lnTo>
                  <a:close/>
                </a:path>
                <a:path w="251460" h="7619">
                  <a:moveTo>
                    <a:pt x="251460" y="0"/>
                  </a:moveTo>
                  <a:lnTo>
                    <a:pt x="170180" y="0"/>
                  </a:lnTo>
                  <a:lnTo>
                    <a:pt x="170180" y="5080"/>
                  </a:lnTo>
                  <a:lnTo>
                    <a:pt x="251460" y="5080"/>
                  </a:lnTo>
                  <a:lnTo>
                    <a:pt x="251460" y="0"/>
                  </a:lnTo>
                  <a:close/>
                </a:path>
              </a:pathLst>
            </a:custGeom>
            <a:solidFill>
              <a:srgbClr val="001184"/>
            </a:solidFill>
          </p:spPr>
          <p:txBody>
            <a:bodyPr wrap="square" lIns="0" tIns="0" rIns="0" bIns="0" rtlCol="0"/>
            <a:lstStyle/>
            <a:p/>
          </p:txBody>
        </p:sp>
        <p:sp>
          <p:nvSpPr>
            <p:cNvPr id="1783" name="object 1783"/>
            <p:cNvSpPr/>
            <p:nvPr/>
          </p:nvSpPr>
          <p:spPr>
            <a:xfrm>
              <a:off x="5361940" y="1407159"/>
              <a:ext cx="250190" cy="7620"/>
            </a:xfrm>
            <a:custGeom>
              <a:avLst/>
              <a:gdLst/>
              <a:ahLst/>
              <a:cxnLst/>
              <a:rect l="l" t="t" r="r" b="b"/>
              <a:pathLst>
                <a:path w="250189" h="7619">
                  <a:moveTo>
                    <a:pt x="93967" y="6350"/>
                  </a:moveTo>
                  <a:lnTo>
                    <a:pt x="92710" y="6350"/>
                  </a:lnTo>
                  <a:lnTo>
                    <a:pt x="92710" y="0"/>
                  </a:lnTo>
                  <a:lnTo>
                    <a:pt x="0" y="0"/>
                  </a:lnTo>
                  <a:lnTo>
                    <a:pt x="0" y="6350"/>
                  </a:lnTo>
                  <a:lnTo>
                    <a:pt x="0" y="7620"/>
                  </a:lnTo>
                  <a:lnTo>
                    <a:pt x="93967" y="7620"/>
                  </a:lnTo>
                  <a:lnTo>
                    <a:pt x="93967" y="6350"/>
                  </a:lnTo>
                  <a:close/>
                </a:path>
                <a:path w="250189" h="7619">
                  <a:moveTo>
                    <a:pt x="250190" y="0"/>
                  </a:moveTo>
                  <a:lnTo>
                    <a:pt x="168910" y="0"/>
                  </a:lnTo>
                  <a:lnTo>
                    <a:pt x="168910" y="7620"/>
                  </a:lnTo>
                  <a:lnTo>
                    <a:pt x="250190" y="7620"/>
                  </a:lnTo>
                  <a:lnTo>
                    <a:pt x="250190" y="0"/>
                  </a:lnTo>
                  <a:close/>
                </a:path>
              </a:pathLst>
            </a:custGeom>
            <a:solidFill>
              <a:srgbClr val="001185"/>
            </a:solidFill>
          </p:spPr>
          <p:txBody>
            <a:bodyPr wrap="square" lIns="0" tIns="0" rIns="0" bIns="0" rtlCol="0"/>
            <a:lstStyle/>
            <a:p/>
          </p:txBody>
        </p:sp>
        <p:sp>
          <p:nvSpPr>
            <p:cNvPr id="1784" name="object 1784"/>
            <p:cNvSpPr/>
            <p:nvPr/>
          </p:nvSpPr>
          <p:spPr>
            <a:xfrm>
              <a:off x="5361940" y="1414779"/>
              <a:ext cx="250190" cy="6350"/>
            </a:xfrm>
            <a:custGeom>
              <a:avLst/>
              <a:gdLst/>
              <a:ahLst/>
              <a:cxnLst/>
              <a:rect l="l" t="t" r="r" b="b"/>
              <a:pathLst>
                <a:path w="250189" h="6350">
                  <a:moveTo>
                    <a:pt x="95250" y="5080"/>
                  </a:moveTo>
                  <a:lnTo>
                    <a:pt x="93967" y="5080"/>
                  </a:lnTo>
                  <a:lnTo>
                    <a:pt x="93967" y="0"/>
                  </a:lnTo>
                  <a:lnTo>
                    <a:pt x="0" y="0"/>
                  </a:lnTo>
                  <a:lnTo>
                    <a:pt x="0" y="5080"/>
                  </a:lnTo>
                  <a:lnTo>
                    <a:pt x="0" y="6350"/>
                  </a:lnTo>
                  <a:lnTo>
                    <a:pt x="95250" y="6350"/>
                  </a:lnTo>
                  <a:lnTo>
                    <a:pt x="95250" y="5080"/>
                  </a:lnTo>
                  <a:close/>
                </a:path>
                <a:path w="250189" h="6350">
                  <a:moveTo>
                    <a:pt x="250190" y="0"/>
                  </a:moveTo>
                  <a:lnTo>
                    <a:pt x="168910" y="0"/>
                  </a:lnTo>
                  <a:lnTo>
                    <a:pt x="168910" y="6350"/>
                  </a:lnTo>
                  <a:lnTo>
                    <a:pt x="250190" y="6350"/>
                  </a:lnTo>
                  <a:lnTo>
                    <a:pt x="250190" y="0"/>
                  </a:lnTo>
                  <a:close/>
                </a:path>
              </a:pathLst>
            </a:custGeom>
            <a:solidFill>
              <a:srgbClr val="001087"/>
            </a:solidFill>
          </p:spPr>
          <p:txBody>
            <a:bodyPr wrap="square" lIns="0" tIns="0" rIns="0" bIns="0" rtlCol="0"/>
            <a:lstStyle/>
            <a:p/>
          </p:txBody>
        </p:sp>
        <p:sp>
          <p:nvSpPr>
            <p:cNvPr id="1785" name="object 1785"/>
            <p:cNvSpPr/>
            <p:nvPr/>
          </p:nvSpPr>
          <p:spPr>
            <a:xfrm>
              <a:off x="5363210" y="1421129"/>
              <a:ext cx="248920" cy="7620"/>
            </a:xfrm>
            <a:custGeom>
              <a:avLst/>
              <a:gdLst/>
              <a:ahLst/>
              <a:cxnLst/>
              <a:rect l="l" t="t" r="r" b="b"/>
              <a:pathLst>
                <a:path w="248920" h="7619">
                  <a:moveTo>
                    <a:pt x="95250" y="6350"/>
                  </a:moveTo>
                  <a:lnTo>
                    <a:pt x="93980" y="6350"/>
                  </a:lnTo>
                  <a:lnTo>
                    <a:pt x="93980" y="0"/>
                  </a:lnTo>
                  <a:lnTo>
                    <a:pt x="0" y="0"/>
                  </a:lnTo>
                  <a:lnTo>
                    <a:pt x="0" y="6350"/>
                  </a:lnTo>
                  <a:lnTo>
                    <a:pt x="0" y="7620"/>
                  </a:lnTo>
                  <a:lnTo>
                    <a:pt x="95250" y="7620"/>
                  </a:lnTo>
                  <a:lnTo>
                    <a:pt x="95250" y="6350"/>
                  </a:lnTo>
                  <a:close/>
                </a:path>
                <a:path w="248920" h="7619">
                  <a:moveTo>
                    <a:pt x="248920" y="0"/>
                  </a:moveTo>
                  <a:lnTo>
                    <a:pt x="167640" y="0"/>
                  </a:lnTo>
                  <a:lnTo>
                    <a:pt x="167640" y="7620"/>
                  </a:lnTo>
                  <a:lnTo>
                    <a:pt x="248920" y="7620"/>
                  </a:lnTo>
                  <a:lnTo>
                    <a:pt x="248920" y="0"/>
                  </a:lnTo>
                  <a:close/>
                </a:path>
              </a:pathLst>
            </a:custGeom>
            <a:solidFill>
              <a:srgbClr val="001089"/>
            </a:solidFill>
          </p:spPr>
          <p:txBody>
            <a:bodyPr wrap="square" lIns="0" tIns="0" rIns="0" bIns="0" rtlCol="0"/>
            <a:lstStyle/>
            <a:p/>
          </p:txBody>
        </p:sp>
        <p:sp>
          <p:nvSpPr>
            <p:cNvPr id="1786" name="object 1786"/>
            <p:cNvSpPr/>
            <p:nvPr/>
          </p:nvSpPr>
          <p:spPr>
            <a:xfrm>
              <a:off x="5363210" y="1428749"/>
              <a:ext cx="248920" cy="7620"/>
            </a:xfrm>
            <a:custGeom>
              <a:avLst/>
              <a:gdLst/>
              <a:ahLst/>
              <a:cxnLst/>
              <a:rect l="l" t="t" r="r" b="b"/>
              <a:pathLst>
                <a:path w="248920" h="7619">
                  <a:moveTo>
                    <a:pt x="96520" y="3810"/>
                  </a:moveTo>
                  <a:lnTo>
                    <a:pt x="95250" y="3810"/>
                  </a:lnTo>
                  <a:lnTo>
                    <a:pt x="95250" y="0"/>
                  </a:lnTo>
                  <a:lnTo>
                    <a:pt x="0" y="0"/>
                  </a:lnTo>
                  <a:lnTo>
                    <a:pt x="0" y="3810"/>
                  </a:lnTo>
                  <a:lnTo>
                    <a:pt x="0" y="5080"/>
                  </a:lnTo>
                  <a:lnTo>
                    <a:pt x="1270" y="5080"/>
                  </a:lnTo>
                  <a:lnTo>
                    <a:pt x="1270" y="7620"/>
                  </a:lnTo>
                  <a:lnTo>
                    <a:pt x="96520" y="7620"/>
                  </a:lnTo>
                  <a:lnTo>
                    <a:pt x="96520" y="5080"/>
                  </a:lnTo>
                  <a:lnTo>
                    <a:pt x="96520" y="3810"/>
                  </a:lnTo>
                  <a:close/>
                </a:path>
                <a:path w="248920" h="7619">
                  <a:moveTo>
                    <a:pt x="248920" y="0"/>
                  </a:moveTo>
                  <a:lnTo>
                    <a:pt x="167640" y="0"/>
                  </a:lnTo>
                  <a:lnTo>
                    <a:pt x="167627" y="7620"/>
                  </a:lnTo>
                  <a:lnTo>
                    <a:pt x="248920" y="7620"/>
                  </a:lnTo>
                  <a:lnTo>
                    <a:pt x="248920" y="0"/>
                  </a:lnTo>
                  <a:close/>
                </a:path>
              </a:pathLst>
            </a:custGeom>
            <a:solidFill>
              <a:srgbClr val="000F8B"/>
            </a:solidFill>
          </p:spPr>
          <p:txBody>
            <a:bodyPr wrap="square" lIns="0" tIns="0" rIns="0" bIns="0" rtlCol="0"/>
            <a:lstStyle/>
            <a:p/>
          </p:txBody>
        </p:sp>
        <p:sp>
          <p:nvSpPr>
            <p:cNvPr id="1787" name="object 1787"/>
            <p:cNvSpPr/>
            <p:nvPr/>
          </p:nvSpPr>
          <p:spPr>
            <a:xfrm>
              <a:off x="5364480" y="1436369"/>
              <a:ext cx="247650" cy="7620"/>
            </a:xfrm>
            <a:custGeom>
              <a:avLst/>
              <a:gdLst/>
              <a:ahLst/>
              <a:cxnLst/>
              <a:rect l="l" t="t" r="r" b="b"/>
              <a:pathLst>
                <a:path w="247650" h="7619">
                  <a:moveTo>
                    <a:pt x="99060" y="6350"/>
                  </a:moveTo>
                  <a:lnTo>
                    <a:pt x="97777" y="6350"/>
                  </a:lnTo>
                  <a:lnTo>
                    <a:pt x="97777" y="2540"/>
                  </a:lnTo>
                  <a:lnTo>
                    <a:pt x="96520" y="2540"/>
                  </a:lnTo>
                  <a:lnTo>
                    <a:pt x="96520" y="1270"/>
                  </a:lnTo>
                  <a:lnTo>
                    <a:pt x="0" y="1270"/>
                  </a:lnTo>
                  <a:lnTo>
                    <a:pt x="0" y="2540"/>
                  </a:lnTo>
                  <a:lnTo>
                    <a:pt x="0" y="6350"/>
                  </a:lnTo>
                  <a:lnTo>
                    <a:pt x="0" y="7620"/>
                  </a:lnTo>
                  <a:lnTo>
                    <a:pt x="99060" y="7620"/>
                  </a:lnTo>
                  <a:lnTo>
                    <a:pt x="99060" y="6350"/>
                  </a:lnTo>
                  <a:close/>
                </a:path>
                <a:path w="247650" h="7619">
                  <a:moveTo>
                    <a:pt x="247650" y="1270"/>
                  </a:moveTo>
                  <a:lnTo>
                    <a:pt x="166370" y="1270"/>
                  </a:lnTo>
                  <a:lnTo>
                    <a:pt x="166370" y="0"/>
                  </a:lnTo>
                  <a:lnTo>
                    <a:pt x="165100" y="0"/>
                  </a:lnTo>
                  <a:lnTo>
                    <a:pt x="165100" y="1270"/>
                  </a:lnTo>
                  <a:lnTo>
                    <a:pt x="165100" y="3810"/>
                  </a:lnTo>
                  <a:lnTo>
                    <a:pt x="163830" y="3810"/>
                  </a:lnTo>
                  <a:lnTo>
                    <a:pt x="163830" y="6350"/>
                  </a:lnTo>
                  <a:lnTo>
                    <a:pt x="162560" y="6350"/>
                  </a:lnTo>
                  <a:lnTo>
                    <a:pt x="162560" y="7620"/>
                  </a:lnTo>
                  <a:lnTo>
                    <a:pt x="247650" y="7620"/>
                  </a:lnTo>
                  <a:lnTo>
                    <a:pt x="247650" y="6350"/>
                  </a:lnTo>
                  <a:lnTo>
                    <a:pt x="247650" y="3810"/>
                  </a:lnTo>
                  <a:lnTo>
                    <a:pt x="247650" y="1270"/>
                  </a:lnTo>
                  <a:close/>
                </a:path>
              </a:pathLst>
            </a:custGeom>
            <a:solidFill>
              <a:srgbClr val="000F8C"/>
            </a:solidFill>
          </p:spPr>
          <p:txBody>
            <a:bodyPr wrap="square" lIns="0" tIns="0" rIns="0" bIns="0" rtlCol="0"/>
            <a:lstStyle/>
            <a:p/>
          </p:txBody>
        </p:sp>
        <p:sp>
          <p:nvSpPr>
            <p:cNvPr id="1788" name="object 1788"/>
            <p:cNvSpPr/>
            <p:nvPr/>
          </p:nvSpPr>
          <p:spPr>
            <a:xfrm>
              <a:off x="5364480" y="1443989"/>
              <a:ext cx="247650" cy="6350"/>
            </a:xfrm>
            <a:custGeom>
              <a:avLst/>
              <a:gdLst/>
              <a:ahLst/>
              <a:cxnLst/>
              <a:rect l="l" t="t" r="r" b="b"/>
              <a:pathLst>
                <a:path w="247650" h="6350">
                  <a:moveTo>
                    <a:pt x="99060" y="0"/>
                  </a:moveTo>
                  <a:lnTo>
                    <a:pt x="0" y="0"/>
                  </a:lnTo>
                  <a:lnTo>
                    <a:pt x="0" y="1270"/>
                  </a:lnTo>
                  <a:lnTo>
                    <a:pt x="99060" y="1270"/>
                  </a:lnTo>
                  <a:lnTo>
                    <a:pt x="99060" y="0"/>
                  </a:lnTo>
                  <a:close/>
                </a:path>
                <a:path w="247650" h="6350">
                  <a:moveTo>
                    <a:pt x="100330" y="2540"/>
                  </a:moveTo>
                  <a:lnTo>
                    <a:pt x="1270" y="2540"/>
                  </a:lnTo>
                  <a:lnTo>
                    <a:pt x="1270" y="5080"/>
                  </a:lnTo>
                  <a:lnTo>
                    <a:pt x="100330" y="5080"/>
                  </a:lnTo>
                  <a:lnTo>
                    <a:pt x="100330" y="2540"/>
                  </a:lnTo>
                  <a:close/>
                </a:path>
                <a:path w="247650" h="6350">
                  <a:moveTo>
                    <a:pt x="101600" y="5080"/>
                  </a:moveTo>
                  <a:lnTo>
                    <a:pt x="100330" y="5080"/>
                  </a:lnTo>
                  <a:lnTo>
                    <a:pt x="100330" y="6350"/>
                  </a:lnTo>
                  <a:lnTo>
                    <a:pt x="101600" y="6350"/>
                  </a:lnTo>
                  <a:lnTo>
                    <a:pt x="101600" y="5080"/>
                  </a:lnTo>
                  <a:close/>
                </a:path>
                <a:path w="247650" h="6350">
                  <a:moveTo>
                    <a:pt x="247650" y="2540"/>
                  </a:moveTo>
                  <a:lnTo>
                    <a:pt x="161290" y="2540"/>
                  </a:lnTo>
                  <a:lnTo>
                    <a:pt x="161290" y="1270"/>
                  </a:lnTo>
                  <a:lnTo>
                    <a:pt x="160020" y="1270"/>
                  </a:lnTo>
                  <a:lnTo>
                    <a:pt x="160020" y="2540"/>
                  </a:lnTo>
                  <a:lnTo>
                    <a:pt x="160020" y="5080"/>
                  </a:lnTo>
                  <a:lnTo>
                    <a:pt x="247650" y="5080"/>
                  </a:lnTo>
                  <a:lnTo>
                    <a:pt x="247650" y="2540"/>
                  </a:lnTo>
                  <a:close/>
                </a:path>
                <a:path w="247650" h="6350">
                  <a:moveTo>
                    <a:pt x="247650" y="0"/>
                  </a:moveTo>
                  <a:lnTo>
                    <a:pt x="162560" y="0"/>
                  </a:lnTo>
                  <a:lnTo>
                    <a:pt x="162560" y="1270"/>
                  </a:lnTo>
                  <a:lnTo>
                    <a:pt x="247650" y="1270"/>
                  </a:lnTo>
                  <a:lnTo>
                    <a:pt x="247650" y="0"/>
                  </a:lnTo>
                  <a:close/>
                </a:path>
              </a:pathLst>
            </a:custGeom>
            <a:solidFill>
              <a:srgbClr val="000F8E"/>
            </a:solidFill>
          </p:spPr>
          <p:txBody>
            <a:bodyPr wrap="square" lIns="0" tIns="0" rIns="0" bIns="0" rtlCol="0"/>
            <a:lstStyle/>
            <a:p/>
          </p:txBody>
        </p:sp>
        <p:sp>
          <p:nvSpPr>
            <p:cNvPr id="1789" name="object 1789"/>
            <p:cNvSpPr/>
            <p:nvPr/>
          </p:nvSpPr>
          <p:spPr>
            <a:xfrm>
              <a:off x="5365750" y="1450339"/>
              <a:ext cx="246379" cy="7620"/>
            </a:xfrm>
            <a:custGeom>
              <a:avLst/>
              <a:gdLst/>
              <a:ahLst/>
              <a:cxnLst/>
              <a:rect l="l" t="t" r="r" b="b"/>
              <a:pathLst>
                <a:path w="246379" h="7619">
                  <a:moveTo>
                    <a:pt x="100330" y="0"/>
                  </a:moveTo>
                  <a:lnTo>
                    <a:pt x="0" y="0"/>
                  </a:lnTo>
                  <a:lnTo>
                    <a:pt x="0" y="1270"/>
                  </a:lnTo>
                  <a:lnTo>
                    <a:pt x="100330" y="1270"/>
                  </a:lnTo>
                  <a:lnTo>
                    <a:pt x="100330" y="0"/>
                  </a:lnTo>
                  <a:close/>
                </a:path>
                <a:path w="246379" h="7619">
                  <a:moveTo>
                    <a:pt x="101600" y="1270"/>
                  </a:moveTo>
                  <a:lnTo>
                    <a:pt x="100330" y="1270"/>
                  </a:lnTo>
                  <a:lnTo>
                    <a:pt x="100330" y="2540"/>
                  </a:lnTo>
                  <a:lnTo>
                    <a:pt x="0" y="2540"/>
                  </a:lnTo>
                  <a:lnTo>
                    <a:pt x="0" y="5080"/>
                  </a:lnTo>
                  <a:lnTo>
                    <a:pt x="101600" y="5080"/>
                  </a:lnTo>
                  <a:lnTo>
                    <a:pt x="101600" y="2540"/>
                  </a:lnTo>
                  <a:lnTo>
                    <a:pt x="101600" y="1270"/>
                  </a:lnTo>
                  <a:close/>
                </a:path>
                <a:path w="246379" h="7619">
                  <a:moveTo>
                    <a:pt x="102870" y="6350"/>
                  </a:moveTo>
                  <a:lnTo>
                    <a:pt x="0" y="6350"/>
                  </a:lnTo>
                  <a:lnTo>
                    <a:pt x="0" y="7620"/>
                  </a:lnTo>
                  <a:lnTo>
                    <a:pt x="102870" y="7620"/>
                  </a:lnTo>
                  <a:lnTo>
                    <a:pt x="102870" y="6350"/>
                  </a:lnTo>
                  <a:close/>
                </a:path>
                <a:path w="246379" h="7619">
                  <a:moveTo>
                    <a:pt x="246380" y="6350"/>
                  </a:moveTo>
                  <a:lnTo>
                    <a:pt x="154940" y="6350"/>
                  </a:lnTo>
                  <a:lnTo>
                    <a:pt x="154940" y="5080"/>
                  </a:lnTo>
                  <a:lnTo>
                    <a:pt x="153670" y="5080"/>
                  </a:lnTo>
                  <a:lnTo>
                    <a:pt x="153670" y="6350"/>
                  </a:lnTo>
                  <a:lnTo>
                    <a:pt x="153670" y="7620"/>
                  </a:lnTo>
                  <a:lnTo>
                    <a:pt x="246380" y="7620"/>
                  </a:lnTo>
                  <a:lnTo>
                    <a:pt x="246380" y="6350"/>
                  </a:lnTo>
                  <a:close/>
                </a:path>
                <a:path w="246379" h="7619">
                  <a:moveTo>
                    <a:pt x="246380" y="2540"/>
                  </a:moveTo>
                  <a:lnTo>
                    <a:pt x="154940" y="2540"/>
                  </a:lnTo>
                  <a:lnTo>
                    <a:pt x="154940" y="5080"/>
                  </a:lnTo>
                  <a:lnTo>
                    <a:pt x="246380" y="5080"/>
                  </a:lnTo>
                  <a:lnTo>
                    <a:pt x="246380" y="2540"/>
                  </a:lnTo>
                  <a:close/>
                </a:path>
                <a:path w="246379" h="7619">
                  <a:moveTo>
                    <a:pt x="246380" y="0"/>
                  </a:moveTo>
                  <a:lnTo>
                    <a:pt x="157480" y="0"/>
                  </a:lnTo>
                  <a:lnTo>
                    <a:pt x="157480" y="1270"/>
                  </a:lnTo>
                  <a:lnTo>
                    <a:pt x="246380" y="1270"/>
                  </a:lnTo>
                  <a:lnTo>
                    <a:pt x="246380" y="0"/>
                  </a:lnTo>
                  <a:close/>
                </a:path>
              </a:pathLst>
            </a:custGeom>
            <a:solidFill>
              <a:srgbClr val="000E90"/>
            </a:solidFill>
          </p:spPr>
          <p:txBody>
            <a:bodyPr wrap="square" lIns="0" tIns="0" rIns="0" bIns="0" rtlCol="0"/>
            <a:lstStyle/>
            <a:p/>
          </p:txBody>
        </p:sp>
        <p:sp>
          <p:nvSpPr>
            <p:cNvPr id="1790" name="object 1790"/>
            <p:cNvSpPr/>
            <p:nvPr/>
          </p:nvSpPr>
          <p:spPr>
            <a:xfrm>
              <a:off x="5367020" y="1457959"/>
              <a:ext cx="245110" cy="7620"/>
            </a:xfrm>
            <a:custGeom>
              <a:avLst/>
              <a:gdLst/>
              <a:ahLst/>
              <a:cxnLst/>
              <a:rect l="l" t="t" r="r" b="b"/>
              <a:pathLst>
                <a:path w="245110" h="7619">
                  <a:moveTo>
                    <a:pt x="104140" y="1270"/>
                  </a:moveTo>
                  <a:lnTo>
                    <a:pt x="0" y="1270"/>
                  </a:lnTo>
                  <a:lnTo>
                    <a:pt x="0" y="3810"/>
                  </a:lnTo>
                  <a:lnTo>
                    <a:pt x="104140" y="3810"/>
                  </a:lnTo>
                  <a:lnTo>
                    <a:pt x="104140" y="1270"/>
                  </a:lnTo>
                  <a:close/>
                </a:path>
                <a:path w="245110" h="7619">
                  <a:moveTo>
                    <a:pt x="105410" y="5080"/>
                  </a:moveTo>
                  <a:lnTo>
                    <a:pt x="0" y="5080"/>
                  </a:lnTo>
                  <a:lnTo>
                    <a:pt x="0" y="6350"/>
                  </a:lnTo>
                  <a:lnTo>
                    <a:pt x="105410" y="6350"/>
                  </a:lnTo>
                  <a:lnTo>
                    <a:pt x="105410" y="5080"/>
                  </a:lnTo>
                  <a:close/>
                </a:path>
                <a:path w="245110" h="7619">
                  <a:moveTo>
                    <a:pt x="107950" y="6350"/>
                  </a:moveTo>
                  <a:lnTo>
                    <a:pt x="106680" y="6350"/>
                  </a:lnTo>
                  <a:lnTo>
                    <a:pt x="106680" y="7620"/>
                  </a:lnTo>
                  <a:lnTo>
                    <a:pt x="107950" y="7620"/>
                  </a:lnTo>
                  <a:lnTo>
                    <a:pt x="107950" y="6350"/>
                  </a:lnTo>
                  <a:close/>
                </a:path>
                <a:path w="245110" h="7619">
                  <a:moveTo>
                    <a:pt x="146050" y="6350"/>
                  </a:moveTo>
                  <a:lnTo>
                    <a:pt x="144780" y="6350"/>
                  </a:lnTo>
                  <a:lnTo>
                    <a:pt x="144780" y="7620"/>
                  </a:lnTo>
                  <a:lnTo>
                    <a:pt x="146050" y="7620"/>
                  </a:lnTo>
                  <a:lnTo>
                    <a:pt x="146050" y="6350"/>
                  </a:lnTo>
                  <a:close/>
                </a:path>
                <a:path w="245110" h="7619">
                  <a:moveTo>
                    <a:pt x="245110" y="5080"/>
                  </a:moveTo>
                  <a:lnTo>
                    <a:pt x="147320" y="5080"/>
                  </a:lnTo>
                  <a:lnTo>
                    <a:pt x="147320" y="3810"/>
                  </a:lnTo>
                  <a:lnTo>
                    <a:pt x="146050" y="3810"/>
                  </a:lnTo>
                  <a:lnTo>
                    <a:pt x="146050" y="5080"/>
                  </a:lnTo>
                  <a:lnTo>
                    <a:pt x="146050" y="6350"/>
                  </a:lnTo>
                  <a:lnTo>
                    <a:pt x="245110" y="6350"/>
                  </a:lnTo>
                  <a:lnTo>
                    <a:pt x="245110" y="5080"/>
                  </a:lnTo>
                  <a:close/>
                </a:path>
                <a:path w="245110" h="7619">
                  <a:moveTo>
                    <a:pt x="245110" y="1270"/>
                  </a:moveTo>
                  <a:lnTo>
                    <a:pt x="151130" y="1270"/>
                  </a:lnTo>
                  <a:lnTo>
                    <a:pt x="151130" y="0"/>
                  </a:lnTo>
                  <a:lnTo>
                    <a:pt x="149860" y="0"/>
                  </a:lnTo>
                  <a:lnTo>
                    <a:pt x="149860" y="1270"/>
                  </a:lnTo>
                  <a:lnTo>
                    <a:pt x="148590" y="1270"/>
                  </a:lnTo>
                  <a:lnTo>
                    <a:pt x="148590" y="3810"/>
                  </a:lnTo>
                  <a:lnTo>
                    <a:pt x="245110" y="3810"/>
                  </a:lnTo>
                  <a:lnTo>
                    <a:pt x="245110" y="1270"/>
                  </a:lnTo>
                  <a:close/>
                </a:path>
              </a:pathLst>
            </a:custGeom>
            <a:solidFill>
              <a:srgbClr val="000E91"/>
            </a:solidFill>
          </p:spPr>
          <p:txBody>
            <a:bodyPr wrap="square" lIns="0" tIns="0" rIns="0" bIns="0" rtlCol="0"/>
            <a:lstStyle/>
            <a:p/>
          </p:txBody>
        </p:sp>
        <p:sp>
          <p:nvSpPr>
            <p:cNvPr id="1791" name="object 1791"/>
            <p:cNvSpPr/>
            <p:nvPr/>
          </p:nvSpPr>
          <p:spPr>
            <a:xfrm>
              <a:off x="5367020" y="1465579"/>
              <a:ext cx="245110" cy="6350"/>
            </a:xfrm>
            <a:custGeom>
              <a:avLst/>
              <a:gdLst/>
              <a:ahLst/>
              <a:cxnLst/>
              <a:rect l="l" t="t" r="r" b="b"/>
              <a:pathLst>
                <a:path w="245110" h="6350">
                  <a:moveTo>
                    <a:pt x="107950" y="0"/>
                  </a:moveTo>
                  <a:lnTo>
                    <a:pt x="0" y="0"/>
                  </a:lnTo>
                  <a:lnTo>
                    <a:pt x="0" y="2540"/>
                  </a:lnTo>
                  <a:lnTo>
                    <a:pt x="107950" y="2540"/>
                  </a:lnTo>
                  <a:lnTo>
                    <a:pt x="107950" y="0"/>
                  </a:lnTo>
                  <a:close/>
                </a:path>
                <a:path w="245110" h="6350">
                  <a:moveTo>
                    <a:pt x="111760" y="2540"/>
                  </a:moveTo>
                  <a:lnTo>
                    <a:pt x="110490" y="2540"/>
                  </a:lnTo>
                  <a:lnTo>
                    <a:pt x="110490" y="3810"/>
                  </a:lnTo>
                  <a:lnTo>
                    <a:pt x="0" y="3810"/>
                  </a:lnTo>
                  <a:lnTo>
                    <a:pt x="0" y="5080"/>
                  </a:lnTo>
                  <a:lnTo>
                    <a:pt x="111760" y="5080"/>
                  </a:lnTo>
                  <a:lnTo>
                    <a:pt x="111760" y="3810"/>
                  </a:lnTo>
                  <a:lnTo>
                    <a:pt x="111760" y="2540"/>
                  </a:lnTo>
                  <a:close/>
                </a:path>
                <a:path w="245110" h="6350">
                  <a:moveTo>
                    <a:pt x="114287" y="5080"/>
                  </a:moveTo>
                  <a:lnTo>
                    <a:pt x="113030" y="5080"/>
                  </a:lnTo>
                  <a:lnTo>
                    <a:pt x="113030" y="6350"/>
                  </a:lnTo>
                  <a:lnTo>
                    <a:pt x="114287" y="6350"/>
                  </a:lnTo>
                  <a:lnTo>
                    <a:pt x="114287" y="5080"/>
                  </a:lnTo>
                  <a:close/>
                </a:path>
                <a:path w="245110" h="6350">
                  <a:moveTo>
                    <a:pt x="137160" y="5080"/>
                  </a:moveTo>
                  <a:lnTo>
                    <a:pt x="135890" y="5080"/>
                  </a:lnTo>
                  <a:lnTo>
                    <a:pt x="135890" y="6350"/>
                  </a:lnTo>
                  <a:lnTo>
                    <a:pt x="137160" y="6350"/>
                  </a:lnTo>
                  <a:lnTo>
                    <a:pt x="137160" y="5080"/>
                  </a:lnTo>
                  <a:close/>
                </a:path>
                <a:path w="245110" h="6350">
                  <a:moveTo>
                    <a:pt x="245110" y="3810"/>
                  </a:moveTo>
                  <a:lnTo>
                    <a:pt x="142240" y="3810"/>
                  </a:lnTo>
                  <a:lnTo>
                    <a:pt x="142240" y="2540"/>
                  </a:lnTo>
                  <a:lnTo>
                    <a:pt x="139700" y="2540"/>
                  </a:lnTo>
                  <a:lnTo>
                    <a:pt x="139700" y="3810"/>
                  </a:lnTo>
                  <a:lnTo>
                    <a:pt x="139700" y="5080"/>
                  </a:lnTo>
                  <a:lnTo>
                    <a:pt x="245110" y="5080"/>
                  </a:lnTo>
                  <a:lnTo>
                    <a:pt x="245110" y="3810"/>
                  </a:lnTo>
                  <a:close/>
                </a:path>
                <a:path w="245110" h="6350">
                  <a:moveTo>
                    <a:pt x="245110" y="0"/>
                  </a:moveTo>
                  <a:lnTo>
                    <a:pt x="143510" y="0"/>
                  </a:lnTo>
                  <a:lnTo>
                    <a:pt x="143510" y="2540"/>
                  </a:lnTo>
                  <a:lnTo>
                    <a:pt x="245110" y="2540"/>
                  </a:lnTo>
                  <a:lnTo>
                    <a:pt x="245110" y="0"/>
                  </a:lnTo>
                  <a:close/>
                </a:path>
              </a:pathLst>
            </a:custGeom>
            <a:solidFill>
              <a:srgbClr val="000D93"/>
            </a:solidFill>
          </p:spPr>
          <p:txBody>
            <a:bodyPr wrap="square" lIns="0" tIns="0" rIns="0" bIns="0" rtlCol="0"/>
            <a:lstStyle/>
            <a:p/>
          </p:txBody>
        </p:sp>
        <p:sp>
          <p:nvSpPr>
            <p:cNvPr id="1792" name="object 1792"/>
            <p:cNvSpPr/>
            <p:nvPr/>
          </p:nvSpPr>
          <p:spPr>
            <a:xfrm>
              <a:off x="5368290" y="1471929"/>
              <a:ext cx="243840" cy="7620"/>
            </a:xfrm>
            <a:custGeom>
              <a:avLst/>
              <a:gdLst/>
              <a:ahLst/>
              <a:cxnLst/>
              <a:rect l="l" t="t" r="r" b="b"/>
              <a:pathLst>
                <a:path w="243839" h="7619">
                  <a:moveTo>
                    <a:pt x="114300" y="0"/>
                  </a:moveTo>
                  <a:lnTo>
                    <a:pt x="0" y="0"/>
                  </a:lnTo>
                  <a:lnTo>
                    <a:pt x="0" y="2540"/>
                  </a:lnTo>
                  <a:lnTo>
                    <a:pt x="114300" y="2540"/>
                  </a:lnTo>
                  <a:lnTo>
                    <a:pt x="114300" y="0"/>
                  </a:lnTo>
                  <a:close/>
                </a:path>
                <a:path w="243839" h="7619">
                  <a:moveTo>
                    <a:pt x="243840" y="3810"/>
                  </a:moveTo>
                  <a:lnTo>
                    <a:pt x="128270" y="3810"/>
                  </a:lnTo>
                  <a:lnTo>
                    <a:pt x="128270" y="2540"/>
                  </a:lnTo>
                  <a:lnTo>
                    <a:pt x="125730" y="2540"/>
                  </a:lnTo>
                  <a:lnTo>
                    <a:pt x="125730" y="3810"/>
                  </a:lnTo>
                  <a:lnTo>
                    <a:pt x="125730" y="5080"/>
                  </a:lnTo>
                  <a:lnTo>
                    <a:pt x="121920" y="5080"/>
                  </a:lnTo>
                  <a:lnTo>
                    <a:pt x="121920" y="3810"/>
                  </a:lnTo>
                  <a:lnTo>
                    <a:pt x="121920" y="2540"/>
                  </a:lnTo>
                  <a:lnTo>
                    <a:pt x="119367" y="2540"/>
                  </a:lnTo>
                  <a:lnTo>
                    <a:pt x="119367" y="3810"/>
                  </a:lnTo>
                  <a:lnTo>
                    <a:pt x="0" y="3810"/>
                  </a:lnTo>
                  <a:lnTo>
                    <a:pt x="0" y="5080"/>
                  </a:lnTo>
                  <a:lnTo>
                    <a:pt x="0" y="6350"/>
                  </a:lnTo>
                  <a:lnTo>
                    <a:pt x="1270" y="6350"/>
                  </a:lnTo>
                  <a:lnTo>
                    <a:pt x="1270" y="7620"/>
                  </a:lnTo>
                  <a:lnTo>
                    <a:pt x="243840" y="7620"/>
                  </a:lnTo>
                  <a:lnTo>
                    <a:pt x="243840" y="6350"/>
                  </a:lnTo>
                  <a:lnTo>
                    <a:pt x="243840" y="5080"/>
                  </a:lnTo>
                  <a:lnTo>
                    <a:pt x="243840" y="3810"/>
                  </a:lnTo>
                  <a:close/>
                </a:path>
                <a:path w="243839" h="7619">
                  <a:moveTo>
                    <a:pt x="243840" y="0"/>
                  </a:moveTo>
                  <a:lnTo>
                    <a:pt x="130810" y="0"/>
                  </a:lnTo>
                  <a:lnTo>
                    <a:pt x="130810" y="2540"/>
                  </a:lnTo>
                  <a:lnTo>
                    <a:pt x="243840" y="2540"/>
                  </a:lnTo>
                  <a:lnTo>
                    <a:pt x="243840" y="0"/>
                  </a:lnTo>
                  <a:close/>
                </a:path>
              </a:pathLst>
            </a:custGeom>
            <a:solidFill>
              <a:srgbClr val="000D95"/>
            </a:solidFill>
          </p:spPr>
          <p:txBody>
            <a:bodyPr wrap="square" lIns="0" tIns="0" rIns="0" bIns="0" rtlCol="0"/>
            <a:lstStyle/>
            <a:p/>
          </p:txBody>
        </p:sp>
        <p:sp>
          <p:nvSpPr>
            <p:cNvPr id="1793" name="object 1793"/>
            <p:cNvSpPr/>
            <p:nvPr/>
          </p:nvSpPr>
          <p:spPr>
            <a:xfrm>
              <a:off x="5369560" y="1479550"/>
              <a:ext cx="242570" cy="7620"/>
            </a:xfrm>
            <a:custGeom>
              <a:avLst/>
              <a:gdLst/>
              <a:ahLst/>
              <a:cxnLst/>
              <a:rect l="l" t="t" r="r" b="b"/>
              <a:pathLst>
                <a:path w="242570" h="7619">
                  <a:moveTo>
                    <a:pt x="0" y="7620"/>
                  </a:moveTo>
                  <a:lnTo>
                    <a:pt x="0" y="0"/>
                  </a:lnTo>
                  <a:lnTo>
                    <a:pt x="242569" y="0"/>
                  </a:lnTo>
                  <a:lnTo>
                    <a:pt x="242569" y="7620"/>
                  </a:lnTo>
                  <a:lnTo>
                    <a:pt x="0" y="7620"/>
                  </a:lnTo>
                  <a:close/>
                </a:path>
              </a:pathLst>
            </a:custGeom>
            <a:solidFill>
              <a:srgbClr val="000C97"/>
            </a:solidFill>
          </p:spPr>
          <p:txBody>
            <a:bodyPr wrap="square" lIns="0" tIns="0" rIns="0" bIns="0" rtlCol="0"/>
            <a:lstStyle/>
            <a:p/>
          </p:txBody>
        </p:sp>
        <p:sp>
          <p:nvSpPr>
            <p:cNvPr id="1794" name="object 1794"/>
            <p:cNvSpPr/>
            <p:nvPr/>
          </p:nvSpPr>
          <p:spPr>
            <a:xfrm>
              <a:off x="5370830" y="1487170"/>
              <a:ext cx="241300" cy="7620"/>
            </a:xfrm>
            <a:custGeom>
              <a:avLst/>
              <a:gdLst/>
              <a:ahLst/>
              <a:cxnLst/>
              <a:rect l="l" t="t" r="r" b="b"/>
              <a:pathLst>
                <a:path w="241300" h="7619">
                  <a:moveTo>
                    <a:pt x="241300" y="0"/>
                  </a:moveTo>
                  <a:lnTo>
                    <a:pt x="0" y="0"/>
                  </a:lnTo>
                  <a:lnTo>
                    <a:pt x="0" y="7619"/>
                  </a:lnTo>
                  <a:lnTo>
                    <a:pt x="241300" y="7619"/>
                  </a:lnTo>
                  <a:lnTo>
                    <a:pt x="241300" y="0"/>
                  </a:lnTo>
                  <a:close/>
                </a:path>
              </a:pathLst>
            </a:custGeom>
            <a:solidFill>
              <a:srgbClr val="000C98"/>
            </a:solidFill>
          </p:spPr>
          <p:txBody>
            <a:bodyPr wrap="square" lIns="0" tIns="0" rIns="0" bIns="0" rtlCol="0"/>
            <a:lstStyle/>
            <a:p/>
          </p:txBody>
        </p:sp>
        <p:sp>
          <p:nvSpPr>
            <p:cNvPr id="1795" name="object 1795"/>
            <p:cNvSpPr/>
            <p:nvPr/>
          </p:nvSpPr>
          <p:spPr>
            <a:xfrm>
              <a:off x="5370830" y="1494789"/>
              <a:ext cx="241300" cy="6350"/>
            </a:xfrm>
            <a:custGeom>
              <a:avLst/>
              <a:gdLst/>
              <a:ahLst/>
              <a:cxnLst/>
              <a:rect l="l" t="t" r="r" b="b"/>
              <a:pathLst>
                <a:path w="241300" h="6350">
                  <a:moveTo>
                    <a:pt x="241300" y="0"/>
                  </a:moveTo>
                  <a:lnTo>
                    <a:pt x="0" y="0"/>
                  </a:lnTo>
                  <a:lnTo>
                    <a:pt x="0" y="1270"/>
                  </a:lnTo>
                  <a:lnTo>
                    <a:pt x="1270" y="1270"/>
                  </a:lnTo>
                  <a:lnTo>
                    <a:pt x="1270" y="6350"/>
                  </a:lnTo>
                  <a:lnTo>
                    <a:pt x="241300" y="6350"/>
                  </a:lnTo>
                  <a:lnTo>
                    <a:pt x="241300" y="1270"/>
                  </a:lnTo>
                  <a:lnTo>
                    <a:pt x="241300" y="0"/>
                  </a:lnTo>
                  <a:close/>
                </a:path>
              </a:pathLst>
            </a:custGeom>
            <a:solidFill>
              <a:srgbClr val="000C9A"/>
            </a:solidFill>
          </p:spPr>
          <p:txBody>
            <a:bodyPr wrap="square" lIns="0" tIns="0" rIns="0" bIns="0" rtlCol="0"/>
            <a:lstStyle/>
            <a:p/>
          </p:txBody>
        </p:sp>
        <p:sp>
          <p:nvSpPr>
            <p:cNvPr id="1796" name="object 1796"/>
            <p:cNvSpPr/>
            <p:nvPr/>
          </p:nvSpPr>
          <p:spPr>
            <a:xfrm>
              <a:off x="5372100" y="1501139"/>
              <a:ext cx="240029" cy="7620"/>
            </a:xfrm>
            <a:custGeom>
              <a:avLst/>
              <a:gdLst/>
              <a:ahLst/>
              <a:cxnLst/>
              <a:rect l="l" t="t" r="r" b="b"/>
              <a:pathLst>
                <a:path w="240029" h="7619">
                  <a:moveTo>
                    <a:pt x="240030" y="2540"/>
                  </a:moveTo>
                  <a:lnTo>
                    <a:pt x="1270" y="2540"/>
                  </a:lnTo>
                  <a:lnTo>
                    <a:pt x="1270" y="7620"/>
                  </a:lnTo>
                  <a:lnTo>
                    <a:pt x="240030" y="7620"/>
                  </a:lnTo>
                  <a:lnTo>
                    <a:pt x="240030" y="2540"/>
                  </a:lnTo>
                  <a:close/>
                </a:path>
                <a:path w="240029" h="7619">
                  <a:moveTo>
                    <a:pt x="240030" y="0"/>
                  </a:moveTo>
                  <a:lnTo>
                    <a:pt x="0" y="0"/>
                  </a:lnTo>
                  <a:lnTo>
                    <a:pt x="0" y="1270"/>
                  </a:lnTo>
                  <a:lnTo>
                    <a:pt x="0" y="2540"/>
                  </a:lnTo>
                  <a:lnTo>
                    <a:pt x="1270" y="2540"/>
                  </a:lnTo>
                  <a:lnTo>
                    <a:pt x="1270" y="1270"/>
                  </a:lnTo>
                  <a:lnTo>
                    <a:pt x="240030" y="1270"/>
                  </a:lnTo>
                  <a:lnTo>
                    <a:pt x="240030" y="0"/>
                  </a:lnTo>
                  <a:close/>
                </a:path>
              </a:pathLst>
            </a:custGeom>
            <a:solidFill>
              <a:srgbClr val="000B9C"/>
            </a:solidFill>
          </p:spPr>
          <p:txBody>
            <a:bodyPr wrap="square" lIns="0" tIns="0" rIns="0" bIns="0" rtlCol="0"/>
            <a:lstStyle/>
            <a:p/>
          </p:txBody>
        </p:sp>
        <p:sp>
          <p:nvSpPr>
            <p:cNvPr id="1797" name="object 1797"/>
            <p:cNvSpPr/>
            <p:nvPr/>
          </p:nvSpPr>
          <p:spPr>
            <a:xfrm>
              <a:off x="5373370" y="1508759"/>
              <a:ext cx="238760" cy="7620"/>
            </a:xfrm>
            <a:custGeom>
              <a:avLst/>
              <a:gdLst/>
              <a:ahLst/>
              <a:cxnLst/>
              <a:rect l="l" t="t" r="r" b="b"/>
              <a:pathLst>
                <a:path w="238760" h="7619">
                  <a:moveTo>
                    <a:pt x="238760" y="0"/>
                  </a:moveTo>
                  <a:lnTo>
                    <a:pt x="0" y="0"/>
                  </a:lnTo>
                  <a:lnTo>
                    <a:pt x="0" y="1270"/>
                  </a:lnTo>
                  <a:lnTo>
                    <a:pt x="1270" y="1270"/>
                  </a:lnTo>
                  <a:lnTo>
                    <a:pt x="1270" y="7620"/>
                  </a:lnTo>
                  <a:lnTo>
                    <a:pt x="238760" y="7620"/>
                  </a:lnTo>
                  <a:lnTo>
                    <a:pt x="238760" y="1270"/>
                  </a:lnTo>
                  <a:lnTo>
                    <a:pt x="238760" y="0"/>
                  </a:lnTo>
                  <a:close/>
                </a:path>
              </a:pathLst>
            </a:custGeom>
            <a:solidFill>
              <a:srgbClr val="000B9E"/>
            </a:solidFill>
          </p:spPr>
          <p:txBody>
            <a:bodyPr wrap="square" lIns="0" tIns="0" rIns="0" bIns="0" rtlCol="0"/>
            <a:lstStyle/>
            <a:p/>
          </p:txBody>
        </p:sp>
        <p:sp>
          <p:nvSpPr>
            <p:cNvPr id="1798" name="object 1798"/>
            <p:cNvSpPr/>
            <p:nvPr/>
          </p:nvSpPr>
          <p:spPr>
            <a:xfrm>
              <a:off x="5375910" y="1516379"/>
              <a:ext cx="236220" cy="6350"/>
            </a:xfrm>
            <a:custGeom>
              <a:avLst/>
              <a:gdLst/>
              <a:ahLst/>
              <a:cxnLst/>
              <a:rect l="l" t="t" r="r" b="b"/>
              <a:pathLst>
                <a:path w="236220" h="6350">
                  <a:moveTo>
                    <a:pt x="236220" y="0"/>
                  </a:moveTo>
                  <a:lnTo>
                    <a:pt x="0" y="0"/>
                  </a:lnTo>
                  <a:lnTo>
                    <a:pt x="0" y="5080"/>
                  </a:lnTo>
                  <a:lnTo>
                    <a:pt x="1270" y="5080"/>
                  </a:lnTo>
                  <a:lnTo>
                    <a:pt x="1270" y="6350"/>
                  </a:lnTo>
                  <a:lnTo>
                    <a:pt x="236220" y="6350"/>
                  </a:lnTo>
                  <a:lnTo>
                    <a:pt x="236220" y="5080"/>
                  </a:lnTo>
                  <a:lnTo>
                    <a:pt x="236220" y="0"/>
                  </a:lnTo>
                  <a:close/>
                </a:path>
              </a:pathLst>
            </a:custGeom>
            <a:solidFill>
              <a:srgbClr val="000A9F"/>
            </a:solidFill>
          </p:spPr>
          <p:txBody>
            <a:bodyPr wrap="square" lIns="0" tIns="0" rIns="0" bIns="0" rtlCol="0"/>
            <a:lstStyle/>
            <a:p/>
          </p:txBody>
        </p:sp>
        <p:sp>
          <p:nvSpPr>
            <p:cNvPr id="1799" name="object 1799"/>
            <p:cNvSpPr/>
            <p:nvPr/>
          </p:nvSpPr>
          <p:spPr>
            <a:xfrm>
              <a:off x="5377180" y="1522729"/>
              <a:ext cx="234950" cy="7620"/>
            </a:xfrm>
            <a:custGeom>
              <a:avLst/>
              <a:gdLst/>
              <a:ahLst/>
              <a:cxnLst/>
              <a:rect l="l" t="t" r="r" b="b"/>
              <a:pathLst>
                <a:path w="234950" h="7619">
                  <a:moveTo>
                    <a:pt x="234950" y="0"/>
                  </a:moveTo>
                  <a:lnTo>
                    <a:pt x="0" y="0"/>
                  </a:lnTo>
                  <a:lnTo>
                    <a:pt x="0" y="5080"/>
                  </a:lnTo>
                  <a:lnTo>
                    <a:pt x="1270" y="5080"/>
                  </a:lnTo>
                  <a:lnTo>
                    <a:pt x="1270" y="7620"/>
                  </a:lnTo>
                  <a:lnTo>
                    <a:pt x="234950" y="7620"/>
                  </a:lnTo>
                  <a:lnTo>
                    <a:pt x="234950" y="5080"/>
                  </a:lnTo>
                  <a:lnTo>
                    <a:pt x="234950" y="0"/>
                  </a:lnTo>
                  <a:close/>
                </a:path>
              </a:pathLst>
            </a:custGeom>
            <a:solidFill>
              <a:srgbClr val="000AA1"/>
            </a:solidFill>
          </p:spPr>
          <p:txBody>
            <a:bodyPr wrap="square" lIns="0" tIns="0" rIns="0" bIns="0" rtlCol="0"/>
            <a:lstStyle/>
            <a:p/>
          </p:txBody>
        </p:sp>
        <p:sp>
          <p:nvSpPr>
            <p:cNvPr id="1800" name="object 1800"/>
            <p:cNvSpPr/>
            <p:nvPr/>
          </p:nvSpPr>
          <p:spPr>
            <a:xfrm>
              <a:off x="5378450" y="1530349"/>
              <a:ext cx="233679" cy="7620"/>
            </a:xfrm>
            <a:custGeom>
              <a:avLst/>
              <a:gdLst/>
              <a:ahLst/>
              <a:cxnLst/>
              <a:rect l="l" t="t" r="r" b="b"/>
              <a:pathLst>
                <a:path w="233679" h="7619">
                  <a:moveTo>
                    <a:pt x="233680" y="0"/>
                  </a:moveTo>
                  <a:lnTo>
                    <a:pt x="0" y="0"/>
                  </a:lnTo>
                  <a:lnTo>
                    <a:pt x="0" y="2540"/>
                  </a:lnTo>
                  <a:lnTo>
                    <a:pt x="1270" y="2540"/>
                  </a:lnTo>
                  <a:lnTo>
                    <a:pt x="1270" y="7620"/>
                  </a:lnTo>
                  <a:lnTo>
                    <a:pt x="233680" y="7620"/>
                  </a:lnTo>
                  <a:lnTo>
                    <a:pt x="233680" y="2540"/>
                  </a:lnTo>
                  <a:lnTo>
                    <a:pt x="233680" y="0"/>
                  </a:lnTo>
                  <a:close/>
                </a:path>
              </a:pathLst>
            </a:custGeom>
            <a:solidFill>
              <a:srgbClr val="0009A3"/>
            </a:solidFill>
          </p:spPr>
          <p:txBody>
            <a:bodyPr wrap="square" lIns="0" tIns="0" rIns="0" bIns="0" rtlCol="0"/>
            <a:lstStyle/>
            <a:p/>
          </p:txBody>
        </p:sp>
        <p:sp>
          <p:nvSpPr>
            <p:cNvPr id="1801" name="object 1801"/>
            <p:cNvSpPr/>
            <p:nvPr/>
          </p:nvSpPr>
          <p:spPr>
            <a:xfrm>
              <a:off x="5379720" y="1537969"/>
              <a:ext cx="232410" cy="7620"/>
            </a:xfrm>
            <a:custGeom>
              <a:avLst/>
              <a:gdLst/>
              <a:ahLst/>
              <a:cxnLst/>
              <a:rect l="l" t="t" r="r" b="b"/>
              <a:pathLst>
                <a:path w="232410" h="7619">
                  <a:moveTo>
                    <a:pt x="232410" y="0"/>
                  </a:moveTo>
                  <a:lnTo>
                    <a:pt x="0" y="0"/>
                  </a:lnTo>
                  <a:lnTo>
                    <a:pt x="0" y="1270"/>
                  </a:lnTo>
                  <a:lnTo>
                    <a:pt x="1270" y="1270"/>
                  </a:lnTo>
                  <a:lnTo>
                    <a:pt x="1270" y="7620"/>
                  </a:lnTo>
                  <a:lnTo>
                    <a:pt x="232410" y="7620"/>
                  </a:lnTo>
                  <a:lnTo>
                    <a:pt x="232410" y="1270"/>
                  </a:lnTo>
                  <a:lnTo>
                    <a:pt x="232410" y="0"/>
                  </a:lnTo>
                  <a:close/>
                </a:path>
              </a:pathLst>
            </a:custGeom>
            <a:solidFill>
              <a:srgbClr val="0009A4"/>
            </a:solidFill>
          </p:spPr>
          <p:txBody>
            <a:bodyPr wrap="square" lIns="0" tIns="0" rIns="0" bIns="0" rtlCol="0"/>
            <a:lstStyle/>
            <a:p/>
          </p:txBody>
        </p:sp>
        <p:sp>
          <p:nvSpPr>
            <p:cNvPr id="1802" name="object 1802"/>
            <p:cNvSpPr/>
            <p:nvPr/>
          </p:nvSpPr>
          <p:spPr>
            <a:xfrm>
              <a:off x="5380990" y="1545589"/>
              <a:ext cx="231140" cy="6350"/>
            </a:xfrm>
            <a:custGeom>
              <a:avLst/>
              <a:gdLst/>
              <a:ahLst/>
              <a:cxnLst/>
              <a:rect l="l" t="t" r="r" b="b"/>
              <a:pathLst>
                <a:path w="231139" h="6350">
                  <a:moveTo>
                    <a:pt x="231140" y="0"/>
                  </a:moveTo>
                  <a:lnTo>
                    <a:pt x="0" y="0"/>
                  </a:lnTo>
                  <a:lnTo>
                    <a:pt x="0" y="1270"/>
                  </a:lnTo>
                  <a:lnTo>
                    <a:pt x="1270" y="1270"/>
                  </a:lnTo>
                  <a:lnTo>
                    <a:pt x="1270" y="6350"/>
                  </a:lnTo>
                  <a:lnTo>
                    <a:pt x="231140" y="6350"/>
                  </a:lnTo>
                  <a:lnTo>
                    <a:pt x="231140" y="1270"/>
                  </a:lnTo>
                  <a:lnTo>
                    <a:pt x="231140" y="0"/>
                  </a:lnTo>
                  <a:close/>
                </a:path>
              </a:pathLst>
            </a:custGeom>
            <a:solidFill>
              <a:srgbClr val="0009A6"/>
            </a:solidFill>
          </p:spPr>
          <p:txBody>
            <a:bodyPr wrap="square" lIns="0" tIns="0" rIns="0" bIns="0" rtlCol="0"/>
            <a:lstStyle/>
            <a:p/>
          </p:txBody>
        </p:sp>
        <p:sp>
          <p:nvSpPr>
            <p:cNvPr id="1803" name="object 1803"/>
            <p:cNvSpPr/>
            <p:nvPr/>
          </p:nvSpPr>
          <p:spPr>
            <a:xfrm>
              <a:off x="5382260" y="1551939"/>
              <a:ext cx="229870" cy="7620"/>
            </a:xfrm>
            <a:custGeom>
              <a:avLst/>
              <a:gdLst/>
              <a:ahLst/>
              <a:cxnLst/>
              <a:rect l="l" t="t" r="r" b="b"/>
              <a:pathLst>
                <a:path w="229870" h="7619">
                  <a:moveTo>
                    <a:pt x="229870" y="0"/>
                  </a:moveTo>
                  <a:lnTo>
                    <a:pt x="0" y="0"/>
                  </a:lnTo>
                  <a:lnTo>
                    <a:pt x="0" y="1270"/>
                  </a:lnTo>
                  <a:lnTo>
                    <a:pt x="1270" y="1270"/>
                  </a:lnTo>
                  <a:lnTo>
                    <a:pt x="1270" y="6350"/>
                  </a:lnTo>
                  <a:lnTo>
                    <a:pt x="2540" y="6350"/>
                  </a:lnTo>
                  <a:lnTo>
                    <a:pt x="2540" y="7620"/>
                  </a:lnTo>
                  <a:lnTo>
                    <a:pt x="228600" y="7620"/>
                  </a:lnTo>
                  <a:lnTo>
                    <a:pt x="228600" y="6350"/>
                  </a:lnTo>
                  <a:lnTo>
                    <a:pt x="229870" y="6350"/>
                  </a:lnTo>
                  <a:lnTo>
                    <a:pt x="229870" y="1270"/>
                  </a:lnTo>
                  <a:lnTo>
                    <a:pt x="229870" y="0"/>
                  </a:lnTo>
                  <a:close/>
                </a:path>
              </a:pathLst>
            </a:custGeom>
            <a:solidFill>
              <a:srgbClr val="0008A8"/>
            </a:solidFill>
          </p:spPr>
          <p:txBody>
            <a:bodyPr wrap="square" lIns="0" tIns="0" rIns="0" bIns="0" rtlCol="0"/>
            <a:lstStyle/>
            <a:p/>
          </p:txBody>
        </p:sp>
        <p:sp>
          <p:nvSpPr>
            <p:cNvPr id="1804" name="object 1804"/>
            <p:cNvSpPr/>
            <p:nvPr/>
          </p:nvSpPr>
          <p:spPr>
            <a:xfrm>
              <a:off x="5384800" y="1559559"/>
              <a:ext cx="226060" cy="7620"/>
            </a:xfrm>
            <a:custGeom>
              <a:avLst/>
              <a:gdLst/>
              <a:ahLst/>
              <a:cxnLst/>
              <a:rect l="l" t="t" r="r" b="b"/>
              <a:pathLst>
                <a:path w="226060" h="7619">
                  <a:moveTo>
                    <a:pt x="226060" y="0"/>
                  </a:moveTo>
                  <a:lnTo>
                    <a:pt x="0" y="0"/>
                  </a:lnTo>
                  <a:lnTo>
                    <a:pt x="0" y="1270"/>
                  </a:lnTo>
                  <a:lnTo>
                    <a:pt x="0" y="2540"/>
                  </a:lnTo>
                  <a:lnTo>
                    <a:pt x="1270" y="2540"/>
                  </a:lnTo>
                  <a:lnTo>
                    <a:pt x="1270" y="3810"/>
                  </a:lnTo>
                  <a:lnTo>
                    <a:pt x="1270" y="6350"/>
                  </a:lnTo>
                  <a:lnTo>
                    <a:pt x="1270" y="7620"/>
                  </a:lnTo>
                  <a:lnTo>
                    <a:pt x="222250" y="7620"/>
                  </a:lnTo>
                  <a:lnTo>
                    <a:pt x="222250" y="6350"/>
                  </a:lnTo>
                  <a:lnTo>
                    <a:pt x="223520" y="6350"/>
                  </a:lnTo>
                  <a:lnTo>
                    <a:pt x="223520" y="3810"/>
                  </a:lnTo>
                  <a:lnTo>
                    <a:pt x="224790" y="3810"/>
                  </a:lnTo>
                  <a:lnTo>
                    <a:pt x="224790" y="2540"/>
                  </a:lnTo>
                  <a:lnTo>
                    <a:pt x="224790" y="1270"/>
                  </a:lnTo>
                  <a:lnTo>
                    <a:pt x="226060" y="1270"/>
                  </a:lnTo>
                  <a:lnTo>
                    <a:pt x="226060" y="0"/>
                  </a:lnTo>
                  <a:close/>
                </a:path>
              </a:pathLst>
            </a:custGeom>
            <a:solidFill>
              <a:srgbClr val="0008AA"/>
            </a:solidFill>
          </p:spPr>
          <p:txBody>
            <a:bodyPr wrap="square" lIns="0" tIns="0" rIns="0" bIns="0" rtlCol="0"/>
            <a:lstStyle/>
            <a:p/>
          </p:txBody>
        </p:sp>
        <p:sp>
          <p:nvSpPr>
            <p:cNvPr id="1805" name="object 1805"/>
            <p:cNvSpPr/>
            <p:nvPr/>
          </p:nvSpPr>
          <p:spPr>
            <a:xfrm>
              <a:off x="5387340" y="1567179"/>
              <a:ext cx="219710" cy="6350"/>
            </a:xfrm>
            <a:custGeom>
              <a:avLst/>
              <a:gdLst/>
              <a:ahLst/>
              <a:cxnLst/>
              <a:rect l="l" t="t" r="r" b="b"/>
              <a:pathLst>
                <a:path w="219710" h="6350">
                  <a:moveTo>
                    <a:pt x="219710" y="0"/>
                  </a:moveTo>
                  <a:lnTo>
                    <a:pt x="0" y="0"/>
                  </a:lnTo>
                  <a:lnTo>
                    <a:pt x="0" y="1270"/>
                  </a:lnTo>
                  <a:lnTo>
                    <a:pt x="0" y="3810"/>
                  </a:lnTo>
                  <a:lnTo>
                    <a:pt x="1270" y="3810"/>
                  </a:lnTo>
                  <a:lnTo>
                    <a:pt x="1270" y="6350"/>
                  </a:lnTo>
                  <a:lnTo>
                    <a:pt x="217170" y="6350"/>
                  </a:lnTo>
                  <a:lnTo>
                    <a:pt x="217170" y="3810"/>
                  </a:lnTo>
                  <a:lnTo>
                    <a:pt x="218440" y="3810"/>
                  </a:lnTo>
                  <a:lnTo>
                    <a:pt x="218440" y="1270"/>
                  </a:lnTo>
                  <a:lnTo>
                    <a:pt x="219710" y="1270"/>
                  </a:lnTo>
                  <a:lnTo>
                    <a:pt x="219710" y="0"/>
                  </a:lnTo>
                  <a:close/>
                </a:path>
              </a:pathLst>
            </a:custGeom>
            <a:solidFill>
              <a:srgbClr val="0007AB"/>
            </a:solidFill>
          </p:spPr>
          <p:txBody>
            <a:bodyPr wrap="square" lIns="0" tIns="0" rIns="0" bIns="0" rtlCol="0"/>
            <a:lstStyle/>
            <a:p/>
          </p:txBody>
        </p:sp>
        <p:sp>
          <p:nvSpPr>
            <p:cNvPr id="1806" name="object 1806"/>
            <p:cNvSpPr/>
            <p:nvPr/>
          </p:nvSpPr>
          <p:spPr>
            <a:xfrm>
              <a:off x="5388610" y="1573529"/>
              <a:ext cx="214629" cy="7620"/>
            </a:xfrm>
            <a:custGeom>
              <a:avLst/>
              <a:gdLst/>
              <a:ahLst/>
              <a:cxnLst/>
              <a:rect l="l" t="t" r="r" b="b"/>
              <a:pathLst>
                <a:path w="214629" h="7619">
                  <a:moveTo>
                    <a:pt x="214630" y="0"/>
                  </a:moveTo>
                  <a:lnTo>
                    <a:pt x="0" y="0"/>
                  </a:lnTo>
                  <a:lnTo>
                    <a:pt x="0" y="1270"/>
                  </a:lnTo>
                  <a:lnTo>
                    <a:pt x="1270" y="1270"/>
                  </a:lnTo>
                  <a:lnTo>
                    <a:pt x="1270" y="2540"/>
                  </a:lnTo>
                  <a:lnTo>
                    <a:pt x="1270" y="5080"/>
                  </a:lnTo>
                  <a:lnTo>
                    <a:pt x="2540" y="5080"/>
                  </a:lnTo>
                  <a:lnTo>
                    <a:pt x="2540" y="7620"/>
                  </a:lnTo>
                  <a:lnTo>
                    <a:pt x="212090" y="7620"/>
                  </a:lnTo>
                  <a:lnTo>
                    <a:pt x="212090" y="5080"/>
                  </a:lnTo>
                  <a:lnTo>
                    <a:pt x="213347" y="5080"/>
                  </a:lnTo>
                  <a:lnTo>
                    <a:pt x="213347" y="2540"/>
                  </a:lnTo>
                  <a:lnTo>
                    <a:pt x="214630" y="2540"/>
                  </a:lnTo>
                  <a:lnTo>
                    <a:pt x="214630" y="1270"/>
                  </a:lnTo>
                  <a:lnTo>
                    <a:pt x="214630" y="0"/>
                  </a:lnTo>
                  <a:close/>
                </a:path>
              </a:pathLst>
            </a:custGeom>
            <a:solidFill>
              <a:srgbClr val="0007AD"/>
            </a:solidFill>
          </p:spPr>
          <p:txBody>
            <a:bodyPr wrap="square" lIns="0" tIns="0" rIns="0" bIns="0" rtlCol="0"/>
            <a:lstStyle/>
            <a:p/>
          </p:txBody>
        </p:sp>
        <p:sp>
          <p:nvSpPr>
            <p:cNvPr id="1807" name="object 1807"/>
            <p:cNvSpPr/>
            <p:nvPr/>
          </p:nvSpPr>
          <p:spPr>
            <a:xfrm>
              <a:off x="5391150" y="1581149"/>
              <a:ext cx="208279" cy="7620"/>
            </a:xfrm>
            <a:custGeom>
              <a:avLst/>
              <a:gdLst/>
              <a:ahLst/>
              <a:cxnLst/>
              <a:rect l="l" t="t" r="r" b="b"/>
              <a:pathLst>
                <a:path w="208279" h="7619">
                  <a:moveTo>
                    <a:pt x="208280" y="0"/>
                  </a:moveTo>
                  <a:lnTo>
                    <a:pt x="0" y="0"/>
                  </a:lnTo>
                  <a:lnTo>
                    <a:pt x="0" y="2540"/>
                  </a:lnTo>
                  <a:lnTo>
                    <a:pt x="1270" y="2540"/>
                  </a:lnTo>
                  <a:lnTo>
                    <a:pt x="1270" y="5080"/>
                  </a:lnTo>
                  <a:lnTo>
                    <a:pt x="1270" y="6350"/>
                  </a:lnTo>
                  <a:lnTo>
                    <a:pt x="2540" y="6350"/>
                  </a:lnTo>
                  <a:lnTo>
                    <a:pt x="2540" y="7620"/>
                  </a:lnTo>
                  <a:lnTo>
                    <a:pt x="205740" y="7620"/>
                  </a:lnTo>
                  <a:lnTo>
                    <a:pt x="205740" y="6350"/>
                  </a:lnTo>
                  <a:lnTo>
                    <a:pt x="205740" y="5080"/>
                  </a:lnTo>
                  <a:lnTo>
                    <a:pt x="207010" y="5080"/>
                  </a:lnTo>
                  <a:lnTo>
                    <a:pt x="207010" y="2540"/>
                  </a:lnTo>
                  <a:lnTo>
                    <a:pt x="208280" y="2540"/>
                  </a:lnTo>
                  <a:lnTo>
                    <a:pt x="208280" y="0"/>
                  </a:lnTo>
                  <a:close/>
                </a:path>
              </a:pathLst>
            </a:custGeom>
            <a:solidFill>
              <a:srgbClr val="0006AF"/>
            </a:solidFill>
          </p:spPr>
          <p:txBody>
            <a:bodyPr wrap="square" lIns="0" tIns="0" rIns="0" bIns="0" rtlCol="0"/>
            <a:lstStyle/>
            <a:p/>
          </p:txBody>
        </p:sp>
        <p:sp>
          <p:nvSpPr>
            <p:cNvPr id="1808" name="object 1808"/>
            <p:cNvSpPr/>
            <p:nvPr/>
          </p:nvSpPr>
          <p:spPr>
            <a:xfrm>
              <a:off x="5393690" y="1588769"/>
              <a:ext cx="201930" cy="7620"/>
            </a:xfrm>
            <a:custGeom>
              <a:avLst/>
              <a:gdLst/>
              <a:ahLst/>
              <a:cxnLst/>
              <a:rect l="l" t="t" r="r" b="b"/>
              <a:pathLst>
                <a:path w="201929" h="7619">
                  <a:moveTo>
                    <a:pt x="201917" y="0"/>
                  </a:moveTo>
                  <a:lnTo>
                    <a:pt x="0" y="0"/>
                  </a:lnTo>
                  <a:lnTo>
                    <a:pt x="0" y="3810"/>
                  </a:lnTo>
                  <a:lnTo>
                    <a:pt x="1270" y="3810"/>
                  </a:lnTo>
                  <a:lnTo>
                    <a:pt x="1270" y="6350"/>
                  </a:lnTo>
                  <a:lnTo>
                    <a:pt x="1270" y="7620"/>
                  </a:lnTo>
                  <a:lnTo>
                    <a:pt x="199390" y="7620"/>
                  </a:lnTo>
                  <a:lnTo>
                    <a:pt x="199390" y="6350"/>
                  </a:lnTo>
                  <a:lnTo>
                    <a:pt x="200660" y="6350"/>
                  </a:lnTo>
                  <a:lnTo>
                    <a:pt x="200660" y="3810"/>
                  </a:lnTo>
                  <a:lnTo>
                    <a:pt x="201917" y="3810"/>
                  </a:lnTo>
                  <a:lnTo>
                    <a:pt x="201917" y="0"/>
                  </a:lnTo>
                  <a:close/>
                </a:path>
              </a:pathLst>
            </a:custGeom>
            <a:solidFill>
              <a:srgbClr val="0006B1"/>
            </a:solidFill>
          </p:spPr>
          <p:txBody>
            <a:bodyPr wrap="square" lIns="0" tIns="0" rIns="0" bIns="0" rtlCol="0"/>
            <a:lstStyle/>
            <a:p/>
          </p:txBody>
        </p:sp>
        <p:sp>
          <p:nvSpPr>
            <p:cNvPr id="1809" name="object 1809"/>
            <p:cNvSpPr/>
            <p:nvPr/>
          </p:nvSpPr>
          <p:spPr>
            <a:xfrm>
              <a:off x="5396230" y="1596389"/>
              <a:ext cx="196850" cy="6350"/>
            </a:xfrm>
            <a:custGeom>
              <a:avLst/>
              <a:gdLst/>
              <a:ahLst/>
              <a:cxnLst/>
              <a:rect l="l" t="t" r="r" b="b"/>
              <a:pathLst>
                <a:path w="196850" h="6350">
                  <a:moveTo>
                    <a:pt x="196850" y="0"/>
                  </a:moveTo>
                  <a:lnTo>
                    <a:pt x="0" y="0"/>
                  </a:lnTo>
                  <a:lnTo>
                    <a:pt x="0" y="1270"/>
                  </a:lnTo>
                  <a:lnTo>
                    <a:pt x="0" y="2540"/>
                  </a:lnTo>
                  <a:lnTo>
                    <a:pt x="1270" y="2540"/>
                  </a:lnTo>
                  <a:lnTo>
                    <a:pt x="1270" y="3810"/>
                  </a:lnTo>
                  <a:lnTo>
                    <a:pt x="1270" y="6350"/>
                  </a:lnTo>
                  <a:lnTo>
                    <a:pt x="194310" y="6350"/>
                  </a:lnTo>
                  <a:lnTo>
                    <a:pt x="194310" y="3810"/>
                  </a:lnTo>
                  <a:lnTo>
                    <a:pt x="195580" y="3810"/>
                  </a:lnTo>
                  <a:lnTo>
                    <a:pt x="195580" y="2540"/>
                  </a:lnTo>
                  <a:lnTo>
                    <a:pt x="195567" y="1270"/>
                  </a:lnTo>
                  <a:lnTo>
                    <a:pt x="196850" y="1270"/>
                  </a:lnTo>
                  <a:lnTo>
                    <a:pt x="196850" y="0"/>
                  </a:lnTo>
                  <a:close/>
                </a:path>
              </a:pathLst>
            </a:custGeom>
            <a:solidFill>
              <a:srgbClr val="0006B2"/>
            </a:solidFill>
          </p:spPr>
          <p:txBody>
            <a:bodyPr wrap="square" lIns="0" tIns="0" rIns="0" bIns="0" rtlCol="0"/>
            <a:lstStyle/>
            <a:p/>
          </p:txBody>
        </p:sp>
        <p:sp>
          <p:nvSpPr>
            <p:cNvPr id="1810" name="object 1810"/>
            <p:cNvSpPr/>
            <p:nvPr/>
          </p:nvSpPr>
          <p:spPr>
            <a:xfrm>
              <a:off x="5398770" y="1602739"/>
              <a:ext cx="190500" cy="7620"/>
            </a:xfrm>
            <a:custGeom>
              <a:avLst/>
              <a:gdLst/>
              <a:ahLst/>
              <a:cxnLst/>
              <a:rect l="l" t="t" r="r" b="b"/>
              <a:pathLst>
                <a:path w="190500" h="7619">
                  <a:moveTo>
                    <a:pt x="189230" y="2552"/>
                  </a:moveTo>
                  <a:lnTo>
                    <a:pt x="1270" y="2552"/>
                  </a:lnTo>
                  <a:lnTo>
                    <a:pt x="1270" y="5080"/>
                  </a:lnTo>
                  <a:lnTo>
                    <a:pt x="2540" y="5080"/>
                  </a:lnTo>
                  <a:lnTo>
                    <a:pt x="2540" y="7620"/>
                  </a:lnTo>
                  <a:lnTo>
                    <a:pt x="187960" y="7620"/>
                  </a:lnTo>
                  <a:lnTo>
                    <a:pt x="187960" y="5080"/>
                  </a:lnTo>
                  <a:lnTo>
                    <a:pt x="189230" y="5080"/>
                  </a:lnTo>
                  <a:lnTo>
                    <a:pt x="189230" y="2552"/>
                  </a:lnTo>
                  <a:close/>
                </a:path>
                <a:path w="190500" h="7619">
                  <a:moveTo>
                    <a:pt x="190500" y="0"/>
                  </a:moveTo>
                  <a:lnTo>
                    <a:pt x="0" y="0"/>
                  </a:lnTo>
                  <a:lnTo>
                    <a:pt x="0" y="2540"/>
                  </a:lnTo>
                  <a:lnTo>
                    <a:pt x="190500" y="2540"/>
                  </a:lnTo>
                  <a:lnTo>
                    <a:pt x="190500" y="0"/>
                  </a:lnTo>
                  <a:close/>
                </a:path>
              </a:pathLst>
            </a:custGeom>
            <a:solidFill>
              <a:srgbClr val="0005B4"/>
            </a:solidFill>
          </p:spPr>
          <p:txBody>
            <a:bodyPr wrap="square" lIns="0" tIns="0" rIns="0" bIns="0" rtlCol="0"/>
            <a:lstStyle/>
            <a:p/>
          </p:txBody>
        </p:sp>
        <p:sp>
          <p:nvSpPr>
            <p:cNvPr id="1811" name="object 1811"/>
            <p:cNvSpPr/>
            <p:nvPr/>
          </p:nvSpPr>
          <p:spPr>
            <a:xfrm>
              <a:off x="5401310" y="1610359"/>
              <a:ext cx="184150" cy="7620"/>
            </a:xfrm>
            <a:custGeom>
              <a:avLst/>
              <a:gdLst/>
              <a:ahLst/>
              <a:cxnLst/>
              <a:rect l="l" t="t" r="r" b="b"/>
              <a:pathLst>
                <a:path w="184150" h="7619">
                  <a:moveTo>
                    <a:pt x="182880" y="1282"/>
                  </a:moveTo>
                  <a:lnTo>
                    <a:pt x="1270" y="1282"/>
                  </a:lnTo>
                  <a:lnTo>
                    <a:pt x="1270" y="3810"/>
                  </a:lnTo>
                  <a:lnTo>
                    <a:pt x="2540" y="3810"/>
                  </a:lnTo>
                  <a:lnTo>
                    <a:pt x="2540" y="6350"/>
                  </a:lnTo>
                  <a:lnTo>
                    <a:pt x="2540" y="7620"/>
                  </a:lnTo>
                  <a:lnTo>
                    <a:pt x="180340" y="7620"/>
                  </a:lnTo>
                  <a:lnTo>
                    <a:pt x="180340" y="6350"/>
                  </a:lnTo>
                  <a:lnTo>
                    <a:pt x="181610" y="6350"/>
                  </a:lnTo>
                  <a:lnTo>
                    <a:pt x="181610" y="3810"/>
                  </a:lnTo>
                  <a:lnTo>
                    <a:pt x="182880" y="3810"/>
                  </a:lnTo>
                  <a:lnTo>
                    <a:pt x="182880" y="1282"/>
                  </a:lnTo>
                  <a:close/>
                </a:path>
                <a:path w="184150" h="7619">
                  <a:moveTo>
                    <a:pt x="184150" y="0"/>
                  </a:moveTo>
                  <a:lnTo>
                    <a:pt x="0" y="0"/>
                  </a:lnTo>
                  <a:lnTo>
                    <a:pt x="0" y="1270"/>
                  </a:lnTo>
                  <a:lnTo>
                    <a:pt x="184150" y="1270"/>
                  </a:lnTo>
                  <a:lnTo>
                    <a:pt x="184150" y="0"/>
                  </a:lnTo>
                  <a:close/>
                </a:path>
              </a:pathLst>
            </a:custGeom>
            <a:solidFill>
              <a:srgbClr val="0005B6"/>
            </a:solidFill>
          </p:spPr>
          <p:txBody>
            <a:bodyPr wrap="square" lIns="0" tIns="0" rIns="0" bIns="0" rtlCol="0"/>
            <a:lstStyle/>
            <a:p/>
          </p:txBody>
        </p:sp>
        <p:sp>
          <p:nvSpPr>
            <p:cNvPr id="1812" name="object 1812"/>
            <p:cNvSpPr/>
            <p:nvPr/>
          </p:nvSpPr>
          <p:spPr>
            <a:xfrm>
              <a:off x="5405120" y="1618106"/>
              <a:ext cx="175260" cy="6350"/>
            </a:xfrm>
            <a:custGeom>
              <a:avLst/>
              <a:gdLst/>
              <a:ahLst/>
              <a:cxnLst/>
              <a:rect l="l" t="t" r="r" b="b"/>
              <a:pathLst>
                <a:path w="175260" h="6350">
                  <a:moveTo>
                    <a:pt x="175260" y="0"/>
                  </a:moveTo>
                  <a:lnTo>
                    <a:pt x="0" y="0"/>
                  </a:lnTo>
                  <a:lnTo>
                    <a:pt x="0" y="2413"/>
                  </a:lnTo>
                  <a:lnTo>
                    <a:pt x="1270" y="2413"/>
                  </a:lnTo>
                  <a:lnTo>
                    <a:pt x="1270" y="3683"/>
                  </a:lnTo>
                  <a:lnTo>
                    <a:pt x="1270" y="4953"/>
                  </a:lnTo>
                  <a:lnTo>
                    <a:pt x="2540" y="4953"/>
                  </a:lnTo>
                  <a:lnTo>
                    <a:pt x="2540" y="6223"/>
                  </a:lnTo>
                  <a:lnTo>
                    <a:pt x="172720" y="6223"/>
                  </a:lnTo>
                  <a:lnTo>
                    <a:pt x="172720" y="4953"/>
                  </a:lnTo>
                  <a:lnTo>
                    <a:pt x="172720" y="3683"/>
                  </a:lnTo>
                  <a:lnTo>
                    <a:pt x="173990" y="3683"/>
                  </a:lnTo>
                  <a:lnTo>
                    <a:pt x="173990" y="2413"/>
                  </a:lnTo>
                  <a:lnTo>
                    <a:pt x="175260" y="2413"/>
                  </a:lnTo>
                  <a:lnTo>
                    <a:pt x="175260" y="0"/>
                  </a:lnTo>
                  <a:close/>
                </a:path>
              </a:pathLst>
            </a:custGeom>
            <a:solidFill>
              <a:srgbClr val="0004B7"/>
            </a:solidFill>
          </p:spPr>
          <p:txBody>
            <a:bodyPr wrap="square" lIns="0" tIns="0" rIns="0" bIns="0" rtlCol="0"/>
            <a:lstStyle/>
            <a:p/>
          </p:txBody>
        </p:sp>
        <p:sp>
          <p:nvSpPr>
            <p:cNvPr id="1813" name="object 1813"/>
            <p:cNvSpPr/>
            <p:nvPr/>
          </p:nvSpPr>
          <p:spPr>
            <a:xfrm>
              <a:off x="5407660" y="1624329"/>
              <a:ext cx="168910" cy="7620"/>
            </a:xfrm>
            <a:custGeom>
              <a:avLst/>
              <a:gdLst/>
              <a:ahLst/>
              <a:cxnLst/>
              <a:rect l="l" t="t" r="r" b="b"/>
              <a:pathLst>
                <a:path w="168910" h="7619">
                  <a:moveTo>
                    <a:pt x="1689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66370" y="7620"/>
                  </a:lnTo>
                  <a:lnTo>
                    <a:pt x="166370" y="6350"/>
                  </a:lnTo>
                  <a:lnTo>
                    <a:pt x="166370" y="5080"/>
                  </a:lnTo>
                  <a:lnTo>
                    <a:pt x="167640" y="5080"/>
                  </a:lnTo>
                  <a:lnTo>
                    <a:pt x="167640" y="3810"/>
                  </a:lnTo>
                  <a:lnTo>
                    <a:pt x="167640" y="2540"/>
                  </a:lnTo>
                  <a:lnTo>
                    <a:pt x="168897" y="2540"/>
                  </a:lnTo>
                  <a:lnTo>
                    <a:pt x="168897" y="1270"/>
                  </a:lnTo>
                  <a:lnTo>
                    <a:pt x="168910" y="0"/>
                  </a:lnTo>
                  <a:close/>
                </a:path>
              </a:pathLst>
            </a:custGeom>
            <a:solidFill>
              <a:srgbClr val="0004B9"/>
            </a:solidFill>
          </p:spPr>
          <p:txBody>
            <a:bodyPr wrap="square" lIns="0" tIns="0" rIns="0" bIns="0" rtlCol="0"/>
            <a:lstStyle/>
            <a:p/>
          </p:txBody>
        </p:sp>
        <p:sp>
          <p:nvSpPr>
            <p:cNvPr id="1814" name="object 1814"/>
            <p:cNvSpPr/>
            <p:nvPr/>
          </p:nvSpPr>
          <p:spPr>
            <a:xfrm>
              <a:off x="5411470" y="1631949"/>
              <a:ext cx="161290" cy="7620"/>
            </a:xfrm>
            <a:custGeom>
              <a:avLst/>
              <a:gdLst/>
              <a:ahLst/>
              <a:cxnLst/>
              <a:rect l="l" t="t" r="r" b="b"/>
              <a:pathLst>
                <a:path w="161289" h="7619">
                  <a:moveTo>
                    <a:pt x="16129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57480" y="7620"/>
                  </a:lnTo>
                  <a:lnTo>
                    <a:pt x="157480" y="6350"/>
                  </a:lnTo>
                  <a:lnTo>
                    <a:pt x="157480" y="5080"/>
                  </a:lnTo>
                  <a:lnTo>
                    <a:pt x="158750" y="5080"/>
                  </a:lnTo>
                  <a:lnTo>
                    <a:pt x="158750" y="3810"/>
                  </a:lnTo>
                  <a:lnTo>
                    <a:pt x="160020" y="3810"/>
                  </a:lnTo>
                  <a:lnTo>
                    <a:pt x="160020" y="2540"/>
                  </a:lnTo>
                  <a:lnTo>
                    <a:pt x="161290" y="2540"/>
                  </a:lnTo>
                  <a:lnTo>
                    <a:pt x="161290" y="1270"/>
                  </a:lnTo>
                  <a:lnTo>
                    <a:pt x="161290" y="0"/>
                  </a:lnTo>
                  <a:close/>
                </a:path>
              </a:pathLst>
            </a:custGeom>
            <a:solidFill>
              <a:srgbClr val="0003BB"/>
            </a:solidFill>
          </p:spPr>
          <p:txBody>
            <a:bodyPr wrap="square" lIns="0" tIns="0" rIns="0" bIns="0" rtlCol="0"/>
            <a:lstStyle/>
            <a:p/>
          </p:txBody>
        </p:sp>
        <p:sp>
          <p:nvSpPr>
            <p:cNvPr id="1815" name="object 1815"/>
            <p:cNvSpPr/>
            <p:nvPr/>
          </p:nvSpPr>
          <p:spPr>
            <a:xfrm>
              <a:off x="5416550" y="1639569"/>
              <a:ext cx="151130" cy="7620"/>
            </a:xfrm>
            <a:custGeom>
              <a:avLst/>
              <a:gdLst/>
              <a:ahLst/>
              <a:cxnLst/>
              <a:rect l="l" t="t" r="r" b="b"/>
              <a:pathLst>
                <a:path w="151129" h="7619">
                  <a:moveTo>
                    <a:pt x="151130" y="0"/>
                  </a:moveTo>
                  <a:lnTo>
                    <a:pt x="0" y="0"/>
                  </a:lnTo>
                  <a:lnTo>
                    <a:pt x="0" y="1270"/>
                  </a:lnTo>
                  <a:lnTo>
                    <a:pt x="0" y="2540"/>
                  </a:lnTo>
                  <a:lnTo>
                    <a:pt x="1270" y="2540"/>
                  </a:lnTo>
                  <a:lnTo>
                    <a:pt x="1270" y="5080"/>
                  </a:lnTo>
                  <a:lnTo>
                    <a:pt x="2540" y="5080"/>
                  </a:lnTo>
                  <a:lnTo>
                    <a:pt x="2540" y="6350"/>
                  </a:lnTo>
                  <a:lnTo>
                    <a:pt x="2540" y="7620"/>
                  </a:lnTo>
                  <a:lnTo>
                    <a:pt x="146050" y="7620"/>
                  </a:lnTo>
                  <a:lnTo>
                    <a:pt x="146050" y="6350"/>
                  </a:lnTo>
                  <a:lnTo>
                    <a:pt x="147307" y="6350"/>
                  </a:lnTo>
                  <a:lnTo>
                    <a:pt x="147307" y="5080"/>
                  </a:lnTo>
                  <a:lnTo>
                    <a:pt x="148590" y="5080"/>
                  </a:lnTo>
                  <a:lnTo>
                    <a:pt x="148590" y="2540"/>
                  </a:lnTo>
                  <a:lnTo>
                    <a:pt x="149860" y="2540"/>
                  </a:lnTo>
                  <a:lnTo>
                    <a:pt x="149860" y="1270"/>
                  </a:lnTo>
                  <a:lnTo>
                    <a:pt x="151130" y="1270"/>
                  </a:lnTo>
                  <a:lnTo>
                    <a:pt x="151130" y="0"/>
                  </a:lnTo>
                  <a:close/>
                </a:path>
              </a:pathLst>
            </a:custGeom>
            <a:solidFill>
              <a:srgbClr val="0003BD"/>
            </a:solidFill>
          </p:spPr>
          <p:txBody>
            <a:bodyPr wrap="square" lIns="0" tIns="0" rIns="0" bIns="0" rtlCol="0"/>
            <a:lstStyle/>
            <a:p/>
          </p:txBody>
        </p:sp>
        <p:sp>
          <p:nvSpPr>
            <p:cNvPr id="1816" name="object 1816"/>
            <p:cNvSpPr/>
            <p:nvPr/>
          </p:nvSpPr>
          <p:spPr>
            <a:xfrm>
              <a:off x="5420360" y="1647189"/>
              <a:ext cx="142240" cy="6985"/>
            </a:xfrm>
            <a:custGeom>
              <a:avLst/>
              <a:gdLst/>
              <a:ahLst/>
              <a:cxnLst/>
              <a:rect l="l" t="t" r="r" b="b"/>
              <a:pathLst>
                <a:path w="142239" h="6985">
                  <a:moveTo>
                    <a:pt x="139687" y="2552"/>
                  </a:moveTo>
                  <a:lnTo>
                    <a:pt x="1270" y="2552"/>
                  </a:lnTo>
                  <a:lnTo>
                    <a:pt x="1270" y="3810"/>
                  </a:lnTo>
                  <a:lnTo>
                    <a:pt x="2540" y="3810"/>
                  </a:lnTo>
                  <a:lnTo>
                    <a:pt x="2540" y="6362"/>
                  </a:lnTo>
                  <a:lnTo>
                    <a:pt x="138430" y="6362"/>
                  </a:lnTo>
                  <a:lnTo>
                    <a:pt x="138430" y="3810"/>
                  </a:lnTo>
                  <a:lnTo>
                    <a:pt x="139687" y="3810"/>
                  </a:lnTo>
                  <a:lnTo>
                    <a:pt x="139687" y="2552"/>
                  </a:lnTo>
                  <a:close/>
                </a:path>
                <a:path w="142239" h="6985">
                  <a:moveTo>
                    <a:pt x="142240" y="0"/>
                  </a:moveTo>
                  <a:lnTo>
                    <a:pt x="0" y="0"/>
                  </a:lnTo>
                  <a:lnTo>
                    <a:pt x="0" y="1270"/>
                  </a:lnTo>
                  <a:lnTo>
                    <a:pt x="0" y="2540"/>
                  </a:lnTo>
                  <a:lnTo>
                    <a:pt x="140970" y="2540"/>
                  </a:lnTo>
                  <a:lnTo>
                    <a:pt x="140970" y="1270"/>
                  </a:lnTo>
                  <a:lnTo>
                    <a:pt x="142240" y="1270"/>
                  </a:lnTo>
                  <a:lnTo>
                    <a:pt x="142240" y="0"/>
                  </a:lnTo>
                  <a:close/>
                </a:path>
              </a:pathLst>
            </a:custGeom>
            <a:solidFill>
              <a:srgbClr val="0003BE"/>
            </a:solidFill>
          </p:spPr>
          <p:txBody>
            <a:bodyPr wrap="square" lIns="0" tIns="0" rIns="0" bIns="0" rtlCol="0"/>
            <a:lstStyle/>
            <a:p/>
          </p:txBody>
        </p:sp>
        <p:sp>
          <p:nvSpPr>
            <p:cNvPr id="1817" name="object 1817"/>
            <p:cNvSpPr/>
            <p:nvPr/>
          </p:nvSpPr>
          <p:spPr>
            <a:xfrm>
              <a:off x="5424170" y="1653552"/>
              <a:ext cx="133350" cy="7620"/>
            </a:xfrm>
            <a:custGeom>
              <a:avLst/>
              <a:gdLst/>
              <a:ahLst/>
              <a:cxnLst/>
              <a:rect l="l" t="t" r="r" b="b"/>
              <a:pathLst>
                <a:path w="133350" h="7619">
                  <a:moveTo>
                    <a:pt x="133350" y="0"/>
                  </a:moveTo>
                  <a:lnTo>
                    <a:pt x="0" y="0"/>
                  </a:lnTo>
                  <a:lnTo>
                    <a:pt x="0" y="1257"/>
                  </a:lnTo>
                  <a:lnTo>
                    <a:pt x="1270" y="1257"/>
                  </a:lnTo>
                  <a:lnTo>
                    <a:pt x="1270" y="2527"/>
                  </a:lnTo>
                  <a:lnTo>
                    <a:pt x="1270" y="3797"/>
                  </a:lnTo>
                  <a:lnTo>
                    <a:pt x="2540" y="3797"/>
                  </a:lnTo>
                  <a:lnTo>
                    <a:pt x="2540" y="5067"/>
                  </a:lnTo>
                  <a:lnTo>
                    <a:pt x="3810" y="5067"/>
                  </a:lnTo>
                  <a:lnTo>
                    <a:pt x="3810" y="6337"/>
                  </a:lnTo>
                  <a:lnTo>
                    <a:pt x="3810" y="7607"/>
                  </a:lnTo>
                  <a:lnTo>
                    <a:pt x="128270" y="7607"/>
                  </a:lnTo>
                  <a:lnTo>
                    <a:pt x="128270" y="6337"/>
                  </a:lnTo>
                  <a:lnTo>
                    <a:pt x="129527" y="6337"/>
                  </a:lnTo>
                  <a:lnTo>
                    <a:pt x="129527" y="5067"/>
                  </a:lnTo>
                  <a:lnTo>
                    <a:pt x="129540" y="3797"/>
                  </a:lnTo>
                  <a:lnTo>
                    <a:pt x="130810" y="3797"/>
                  </a:lnTo>
                  <a:lnTo>
                    <a:pt x="130810" y="2527"/>
                  </a:lnTo>
                  <a:lnTo>
                    <a:pt x="132080" y="2527"/>
                  </a:lnTo>
                  <a:lnTo>
                    <a:pt x="132080" y="1257"/>
                  </a:lnTo>
                  <a:lnTo>
                    <a:pt x="133350" y="1257"/>
                  </a:lnTo>
                  <a:lnTo>
                    <a:pt x="133350" y="0"/>
                  </a:lnTo>
                  <a:close/>
                </a:path>
              </a:pathLst>
            </a:custGeom>
            <a:solidFill>
              <a:srgbClr val="0002C0"/>
            </a:solidFill>
          </p:spPr>
          <p:txBody>
            <a:bodyPr wrap="square" lIns="0" tIns="0" rIns="0" bIns="0" rtlCol="0"/>
            <a:lstStyle/>
            <a:p/>
          </p:txBody>
        </p:sp>
        <p:sp>
          <p:nvSpPr>
            <p:cNvPr id="1818" name="object 1818"/>
            <p:cNvSpPr/>
            <p:nvPr/>
          </p:nvSpPr>
          <p:spPr>
            <a:xfrm>
              <a:off x="5429250" y="1661159"/>
              <a:ext cx="121920" cy="8255"/>
            </a:xfrm>
            <a:custGeom>
              <a:avLst/>
              <a:gdLst/>
              <a:ahLst/>
              <a:cxnLst/>
              <a:rect l="l" t="t" r="r" b="b"/>
              <a:pathLst>
                <a:path w="121920" h="8255">
                  <a:moveTo>
                    <a:pt x="121920" y="0"/>
                  </a:moveTo>
                  <a:lnTo>
                    <a:pt x="0" y="0"/>
                  </a:lnTo>
                  <a:lnTo>
                    <a:pt x="0" y="1282"/>
                  </a:lnTo>
                  <a:lnTo>
                    <a:pt x="1270" y="1282"/>
                  </a:lnTo>
                  <a:lnTo>
                    <a:pt x="1270" y="2540"/>
                  </a:lnTo>
                  <a:lnTo>
                    <a:pt x="2540" y="2540"/>
                  </a:lnTo>
                  <a:lnTo>
                    <a:pt x="2540" y="3810"/>
                  </a:lnTo>
                  <a:lnTo>
                    <a:pt x="5080" y="3810"/>
                  </a:lnTo>
                  <a:lnTo>
                    <a:pt x="5080" y="5092"/>
                  </a:lnTo>
                  <a:lnTo>
                    <a:pt x="6350" y="5092"/>
                  </a:lnTo>
                  <a:lnTo>
                    <a:pt x="6350" y="6350"/>
                  </a:lnTo>
                  <a:lnTo>
                    <a:pt x="7620" y="6350"/>
                  </a:lnTo>
                  <a:lnTo>
                    <a:pt x="7620" y="7632"/>
                  </a:lnTo>
                  <a:lnTo>
                    <a:pt x="114300" y="7632"/>
                  </a:lnTo>
                  <a:lnTo>
                    <a:pt x="114300" y="6350"/>
                  </a:lnTo>
                  <a:lnTo>
                    <a:pt x="115570" y="6350"/>
                  </a:lnTo>
                  <a:lnTo>
                    <a:pt x="115570" y="5092"/>
                  </a:lnTo>
                  <a:lnTo>
                    <a:pt x="118097" y="5092"/>
                  </a:lnTo>
                  <a:lnTo>
                    <a:pt x="118097" y="3810"/>
                  </a:lnTo>
                  <a:lnTo>
                    <a:pt x="119380" y="3810"/>
                  </a:lnTo>
                  <a:lnTo>
                    <a:pt x="119380" y="2540"/>
                  </a:lnTo>
                  <a:lnTo>
                    <a:pt x="120650" y="2540"/>
                  </a:lnTo>
                  <a:lnTo>
                    <a:pt x="120650" y="1282"/>
                  </a:lnTo>
                  <a:lnTo>
                    <a:pt x="121920" y="1282"/>
                  </a:lnTo>
                  <a:lnTo>
                    <a:pt x="121920" y="0"/>
                  </a:lnTo>
                  <a:close/>
                </a:path>
              </a:pathLst>
            </a:custGeom>
            <a:solidFill>
              <a:srgbClr val="0002C2"/>
            </a:solidFill>
          </p:spPr>
          <p:txBody>
            <a:bodyPr wrap="square" lIns="0" tIns="0" rIns="0" bIns="0" rtlCol="0"/>
            <a:lstStyle/>
            <a:p/>
          </p:txBody>
        </p:sp>
        <p:sp>
          <p:nvSpPr>
            <p:cNvPr id="1819" name="object 1819"/>
            <p:cNvSpPr/>
            <p:nvPr/>
          </p:nvSpPr>
          <p:spPr>
            <a:xfrm>
              <a:off x="5438140" y="1668792"/>
              <a:ext cx="104139" cy="6350"/>
            </a:xfrm>
            <a:custGeom>
              <a:avLst/>
              <a:gdLst/>
              <a:ahLst/>
              <a:cxnLst/>
              <a:rect l="l" t="t" r="r" b="b"/>
              <a:pathLst>
                <a:path w="104139" h="6350">
                  <a:moveTo>
                    <a:pt x="104140" y="0"/>
                  </a:moveTo>
                  <a:lnTo>
                    <a:pt x="0" y="0"/>
                  </a:lnTo>
                  <a:lnTo>
                    <a:pt x="0" y="1257"/>
                  </a:lnTo>
                  <a:lnTo>
                    <a:pt x="1270" y="1257"/>
                  </a:lnTo>
                  <a:lnTo>
                    <a:pt x="1270" y="2527"/>
                  </a:lnTo>
                  <a:lnTo>
                    <a:pt x="2540" y="2527"/>
                  </a:lnTo>
                  <a:lnTo>
                    <a:pt x="2540" y="3810"/>
                  </a:lnTo>
                  <a:lnTo>
                    <a:pt x="5080" y="3810"/>
                  </a:lnTo>
                  <a:lnTo>
                    <a:pt x="5080" y="5067"/>
                  </a:lnTo>
                  <a:lnTo>
                    <a:pt x="6350" y="5067"/>
                  </a:lnTo>
                  <a:lnTo>
                    <a:pt x="6350" y="6350"/>
                  </a:lnTo>
                  <a:lnTo>
                    <a:pt x="99060" y="6350"/>
                  </a:lnTo>
                  <a:lnTo>
                    <a:pt x="99060" y="5067"/>
                  </a:lnTo>
                  <a:lnTo>
                    <a:pt x="100330" y="5067"/>
                  </a:lnTo>
                  <a:lnTo>
                    <a:pt x="100330" y="3810"/>
                  </a:lnTo>
                  <a:lnTo>
                    <a:pt x="101600" y="3810"/>
                  </a:lnTo>
                  <a:lnTo>
                    <a:pt x="101600" y="2527"/>
                  </a:lnTo>
                  <a:lnTo>
                    <a:pt x="102870" y="2527"/>
                  </a:lnTo>
                  <a:lnTo>
                    <a:pt x="102870" y="1257"/>
                  </a:lnTo>
                  <a:lnTo>
                    <a:pt x="104140" y="1257"/>
                  </a:lnTo>
                  <a:lnTo>
                    <a:pt x="104140" y="0"/>
                  </a:lnTo>
                  <a:close/>
                </a:path>
              </a:pathLst>
            </a:custGeom>
            <a:solidFill>
              <a:srgbClr val="0001C4"/>
            </a:solidFill>
          </p:spPr>
          <p:txBody>
            <a:bodyPr wrap="square" lIns="0" tIns="0" rIns="0" bIns="0" rtlCol="0"/>
            <a:lstStyle/>
            <a:p/>
          </p:txBody>
        </p:sp>
        <p:sp>
          <p:nvSpPr>
            <p:cNvPr id="1820" name="object 1820"/>
            <p:cNvSpPr/>
            <p:nvPr/>
          </p:nvSpPr>
          <p:spPr>
            <a:xfrm>
              <a:off x="5445760" y="1675142"/>
              <a:ext cx="90170" cy="7620"/>
            </a:xfrm>
            <a:custGeom>
              <a:avLst/>
              <a:gdLst/>
              <a:ahLst/>
              <a:cxnLst/>
              <a:rect l="l" t="t" r="r" b="b"/>
              <a:pathLst>
                <a:path w="90170" h="7619">
                  <a:moveTo>
                    <a:pt x="90170" y="0"/>
                  </a:moveTo>
                  <a:lnTo>
                    <a:pt x="0" y="0"/>
                  </a:lnTo>
                  <a:lnTo>
                    <a:pt x="0" y="1257"/>
                  </a:lnTo>
                  <a:lnTo>
                    <a:pt x="1270" y="1257"/>
                  </a:lnTo>
                  <a:lnTo>
                    <a:pt x="1270" y="2527"/>
                  </a:lnTo>
                  <a:lnTo>
                    <a:pt x="3810" y="2527"/>
                  </a:lnTo>
                  <a:lnTo>
                    <a:pt x="3810" y="3810"/>
                  </a:lnTo>
                  <a:lnTo>
                    <a:pt x="5080" y="3810"/>
                  </a:lnTo>
                  <a:lnTo>
                    <a:pt x="5080" y="5067"/>
                  </a:lnTo>
                  <a:lnTo>
                    <a:pt x="6350" y="5067"/>
                  </a:lnTo>
                  <a:lnTo>
                    <a:pt x="6350" y="6350"/>
                  </a:lnTo>
                  <a:lnTo>
                    <a:pt x="8890" y="6350"/>
                  </a:lnTo>
                  <a:lnTo>
                    <a:pt x="8890" y="7607"/>
                  </a:lnTo>
                  <a:lnTo>
                    <a:pt x="78740" y="7607"/>
                  </a:lnTo>
                  <a:lnTo>
                    <a:pt x="78740" y="6350"/>
                  </a:lnTo>
                  <a:lnTo>
                    <a:pt x="80010" y="6350"/>
                  </a:lnTo>
                  <a:lnTo>
                    <a:pt x="80010" y="5067"/>
                  </a:lnTo>
                  <a:lnTo>
                    <a:pt x="82550" y="5067"/>
                  </a:lnTo>
                  <a:lnTo>
                    <a:pt x="82550" y="3810"/>
                  </a:lnTo>
                  <a:lnTo>
                    <a:pt x="83820" y="3810"/>
                  </a:lnTo>
                  <a:lnTo>
                    <a:pt x="83820" y="2527"/>
                  </a:lnTo>
                  <a:lnTo>
                    <a:pt x="87630" y="2527"/>
                  </a:lnTo>
                  <a:lnTo>
                    <a:pt x="87630" y="1257"/>
                  </a:lnTo>
                  <a:lnTo>
                    <a:pt x="90170" y="1257"/>
                  </a:lnTo>
                  <a:lnTo>
                    <a:pt x="90170" y="0"/>
                  </a:lnTo>
                  <a:close/>
                </a:path>
              </a:pathLst>
            </a:custGeom>
            <a:solidFill>
              <a:srgbClr val="0001C5"/>
            </a:solidFill>
          </p:spPr>
          <p:txBody>
            <a:bodyPr wrap="square" lIns="0" tIns="0" rIns="0" bIns="0" rtlCol="0"/>
            <a:lstStyle/>
            <a:p/>
          </p:txBody>
        </p:sp>
        <p:sp>
          <p:nvSpPr>
            <p:cNvPr id="1821" name="object 1821"/>
            <p:cNvSpPr/>
            <p:nvPr/>
          </p:nvSpPr>
          <p:spPr>
            <a:xfrm>
              <a:off x="5455920" y="1682750"/>
              <a:ext cx="66040" cy="7620"/>
            </a:xfrm>
            <a:custGeom>
              <a:avLst/>
              <a:gdLst/>
              <a:ahLst/>
              <a:cxnLst/>
              <a:rect l="l" t="t" r="r" b="b"/>
              <a:pathLst>
                <a:path w="66039" h="7619">
                  <a:moveTo>
                    <a:pt x="33020" y="6350"/>
                  </a:moveTo>
                  <a:lnTo>
                    <a:pt x="31750" y="6350"/>
                  </a:lnTo>
                  <a:lnTo>
                    <a:pt x="31750" y="7620"/>
                  </a:lnTo>
                  <a:lnTo>
                    <a:pt x="33020" y="7620"/>
                  </a:lnTo>
                  <a:lnTo>
                    <a:pt x="33020" y="6350"/>
                  </a:lnTo>
                  <a:close/>
                </a:path>
                <a:path w="66039" h="7619">
                  <a:moveTo>
                    <a:pt x="41910" y="5080"/>
                  </a:moveTo>
                  <a:lnTo>
                    <a:pt x="21589" y="5080"/>
                  </a:lnTo>
                  <a:lnTo>
                    <a:pt x="21589" y="6350"/>
                  </a:lnTo>
                  <a:lnTo>
                    <a:pt x="41910" y="6350"/>
                  </a:lnTo>
                  <a:lnTo>
                    <a:pt x="41910" y="5080"/>
                  </a:lnTo>
                  <a:close/>
                </a:path>
                <a:path w="66039" h="7619">
                  <a:moveTo>
                    <a:pt x="55879" y="3810"/>
                  </a:moveTo>
                  <a:lnTo>
                    <a:pt x="17779" y="3810"/>
                  </a:lnTo>
                  <a:lnTo>
                    <a:pt x="17779" y="5080"/>
                  </a:lnTo>
                  <a:lnTo>
                    <a:pt x="55879" y="5080"/>
                  </a:lnTo>
                  <a:lnTo>
                    <a:pt x="55879" y="3810"/>
                  </a:lnTo>
                  <a:close/>
                </a:path>
                <a:path w="66039" h="7619">
                  <a:moveTo>
                    <a:pt x="58419" y="2540"/>
                  </a:moveTo>
                  <a:lnTo>
                    <a:pt x="10159" y="2540"/>
                  </a:lnTo>
                  <a:lnTo>
                    <a:pt x="10159" y="3810"/>
                  </a:lnTo>
                  <a:lnTo>
                    <a:pt x="58419" y="3810"/>
                  </a:lnTo>
                  <a:lnTo>
                    <a:pt x="58419" y="2540"/>
                  </a:lnTo>
                  <a:close/>
                </a:path>
                <a:path w="66039" h="7619">
                  <a:moveTo>
                    <a:pt x="63499" y="1270"/>
                  </a:moveTo>
                  <a:lnTo>
                    <a:pt x="7619" y="1270"/>
                  </a:lnTo>
                  <a:lnTo>
                    <a:pt x="7619" y="2540"/>
                  </a:lnTo>
                  <a:lnTo>
                    <a:pt x="63499" y="2540"/>
                  </a:lnTo>
                  <a:lnTo>
                    <a:pt x="63499" y="1270"/>
                  </a:lnTo>
                  <a:close/>
                </a:path>
                <a:path w="66039" h="7619">
                  <a:moveTo>
                    <a:pt x="66039" y="0"/>
                  </a:moveTo>
                  <a:lnTo>
                    <a:pt x="0" y="0"/>
                  </a:lnTo>
                  <a:lnTo>
                    <a:pt x="0" y="1270"/>
                  </a:lnTo>
                  <a:lnTo>
                    <a:pt x="66039" y="1270"/>
                  </a:lnTo>
                  <a:lnTo>
                    <a:pt x="66039" y="0"/>
                  </a:lnTo>
                  <a:close/>
                </a:path>
              </a:pathLst>
            </a:custGeom>
            <a:solidFill>
              <a:srgbClr val="0000C7"/>
            </a:solidFill>
          </p:spPr>
          <p:txBody>
            <a:bodyPr wrap="square" lIns="0" tIns="0" rIns="0" bIns="0" rtlCol="0"/>
            <a:lstStyle/>
            <a:p/>
          </p:txBody>
        </p:sp>
      </p:grpSp>
      <p:grpSp>
        <p:nvGrpSpPr>
          <p:cNvPr id="1822" name="object 1822"/>
          <p:cNvGrpSpPr/>
          <p:nvPr/>
        </p:nvGrpSpPr>
        <p:grpSpPr>
          <a:xfrm>
            <a:off x="5713729" y="1056639"/>
            <a:ext cx="212090" cy="633730"/>
            <a:chOff x="5713729" y="1056639"/>
            <a:chExt cx="212090" cy="633730"/>
          </a:xfrm>
        </p:grpSpPr>
        <p:sp>
          <p:nvSpPr>
            <p:cNvPr id="1823" name="object 1823"/>
            <p:cNvSpPr/>
            <p:nvPr/>
          </p:nvSpPr>
          <p:spPr>
            <a:xfrm>
              <a:off x="5797549"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3179" y="3810"/>
                  </a:moveTo>
                  <a:lnTo>
                    <a:pt x="2539" y="3810"/>
                  </a:lnTo>
                  <a:lnTo>
                    <a:pt x="2539" y="5080"/>
                  </a:lnTo>
                  <a:lnTo>
                    <a:pt x="43179" y="5080"/>
                  </a:lnTo>
                  <a:lnTo>
                    <a:pt x="43179" y="3810"/>
                  </a:lnTo>
                  <a:close/>
                </a:path>
                <a:path w="44450" h="6350">
                  <a:moveTo>
                    <a:pt x="38100" y="2539"/>
                  </a:moveTo>
                  <a:lnTo>
                    <a:pt x="6350" y="2539"/>
                  </a:lnTo>
                  <a:lnTo>
                    <a:pt x="6350" y="3810"/>
                  </a:lnTo>
                  <a:lnTo>
                    <a:pt x="38100" y="3810"/>
                  </a:lnTo>
                  <a:lnTo>
                    <a:pt x="38100" y="2539"/>
                  </a:lnTo>
                  <a:close/>
                </a:path>
                <a:path w="44450" h="6350">
                  <a:moveTo>
                    <a:pt x="35560" y="1270"/>
                  </a:moveTo>
                  <a:lnTo>
                    <a:pt x="10160" y="1270"/>
                  </a:lnTo>
                  <a:lnTo>
                    <a:pt x="10160" y="2539"/>
                  </a:lnTo>
                  <a:lnTo>
                    <a:pt x="35560" y="2539"/>
                  </a:lnTo>
                  <a:lnTo>
                    <a:pt x="35560" y="1270"/>
                  </a:lnTo>
                  <a:close/>
                </a:path>
                <a:path w="44450" h="6350">
                  <a:moveTo>
                    <a:pt x="22860" y="0"/>
                  </a:moveTo>
                  <a:lnTo>
                    <a:pt x="21589" y="0"/>
                  </a:lnTo>
                  <a:lnTo>
                    <a:pt x="21589" y="1270"/>
                  </a:lnTo>
                  <a:lnTo>
                    <a:pt x="22860" y="1270"/>
                  </a:lnTo>
                  <a:lnTo>
                    <a:pt x="22860" y="0"/>
                  </a:lnTo>
                  <a:close/>
                </a:path>
              </a:pathLst>
            </a:custGeom>
            <a:solidFill>
              <a:srgbClr val="003300"/>
            </a:solidFill>
          </p:spPr>
          <p:txBody>
            <a:bodyPr wrap="square" lIns="0" tIns="0" rIns="0" bIns="0" rtlCol="0"/>
            <a:lstStyle/>
            <a:p/>
          </p:txBody>
        </p:sp>
        <p:sp>
          <p:nvSpPr>
            <p:cNvPr id="1824" name="object 1824"/>
            <p:cNvSpPr/>
            <p:nvPr/>
          </p:nvSpPr>
          <p:spPr>
            <a:xfrm>
              <a:off x="5784849" y="1062989"/>
              <a:ext cx="69850" cy="7620"/>
            </a:xfrm>
            <a:custGeom>
              <a:avLst/>
              <a:gdLst/>
              <a:ahLst/>
              <a:cxnLst/>
              <a:rect l="l" t="t" r="r" b="b"/>
              <a:pathLst>
                <a:path w="69850" h="7619">
                  <a:moveTo>
                    <a:pt x="69850" y="6350"/>
                  </a:moveTo>
                  <a:lnTo>
                    <a:pt x="0" y="6350"/>
                  </a:lnTo>
                  <a:lnTo>
                    <a:pt x="0" y="7620"/>
                  </a:lnTo>
                  <a:lnTo>
                    <a:pt x="69850" y="7620"/>
                  </a:lnTo>
                  <a:lnTo>
                    <a:pt x="69850" y="6350"/>
                  </a:lnTo>
                  <a:close/>
                </a:path>
                <a:path w="69850" h="7619">
                  <a:moveTo>
                    <a:pt x="68580" y="5080"/>
                  </a:moveTo>
                  <a:lnTo>
                    <a:pt x="1270" y="5080"/>
                  </a:lnTo>
                  <a:lnTo>
                    <a:pt x="1270" y="6350"/>
                  </a:lnTo>
                  <a:lnTo>
                    <a:pt x="68580" y="6350"/>
                  </a:lnTo>
                  <a:lnTo>
                    <a:pt x="68580" y="5080"/>
                  </a:lnTo>
                  <a:close/>
                </a:path>
                <a:path w="69850" h="7619">
                  <a:moveTo>
                    <a:pt x="67310" y="3810"/>
                  </a:moveTo>
                  <a:lnTo>
                    <a:pt x="3810" y="3810"/>
                  </a:lnTo>
                  <a:lnTo>
                    <a:pt x="3810" y="5080"/>
                  </a:lnTo>
                  <a:lnTo>
                    <a:pt x="67310" y="5080"/>
                  </a:lnTo>
                  <a:lnTo>
                    <a:pt x="67310" y="3810"/>
                  </a:lnTo>
                  <a:close/>
                </a:path>
                <a:path w="69850" h="7619">
                  <a:moveTo>
                    <a:pt x="64770" y="2539"/>
                  </a:moveTo>
                  <a:lnTo>
                    <a:pt x="6350" y="2539"/>
                  </a:lnTo>
                  <a:lnTo>
                    <a:pt x="6350" y="3810"/>
                  </a:lnTo>
                  <a:lnTo>
                    <a:pt x="64770" y="3810"/>
                  </a:lnTo>
                  <a:lnTo>
                    <a:pt x="64770" y="2539"/>
                  </a:lnTo>
                  <a:close/>
                </a:path>
                <a:path w="69850" h="7619">
                  <a:moveTo>
                    <a:pt x="62230" y="1270"/>
                  </a:moveTo>
                  <a:lnTo>
                    <a:pt x="7620" y="1270"/>
                  </a:lnTo>
                  <a:lnTo>
                    <a:pt x="7620" y="2539"/>
                  </a:lnTo>
                  <a:lnTo>
                    <a:pt x="62230" y="2539"/>
                  </a:lnTo>
                  <a:lnTo>
                    <a:pt x="62230" y="1270"/>
                  </a:lnTo>
                  <a:close/>
                </a:path>
                <a:path w="69850" h="7619">
                  <a:moveTo>
                    <a:pt x="60960" y="0"/>
                  </a:moveTo>
                  <a:lnTo>
                    <a:pt x="10160" y="0"/>
                  </a:lnTo>
                  <a:lnTo>
                    <a:pt x="10160" y="1270"/>
                  </a:lnTo>
                  <a:lnTo>
                    <a:pt x="60960" y="1270"/>
                  </a:lnTo>
                  <a:lnTo>
                    <a:pt x="60960" y="0"/>
                  </a:lnTo>
                  <a:close/>
                </a:path>
              </a:pathLst>
            </a:custGeom>
            <a:solidFill>
              <a:srgbClr val="003301"/>
            </a:solidFill>
          </p:spPr>
          <p:txBody>
            <a:bodyPr wrap="square" lIns="0" tIns="0" rIns="0" bIns="0" rtlCol="0"/>
            <a:lstStyle/>
            <a:p/>
          </p:txBody>
        </p:sp>
        <p:sp>
          <p:nvSpPr>
            <p:cNvPr id="1825" name="object 1825"/>
            <p:cNvSpPr/>
            <p:nvPr/>
          </p:nvSpPr>
          <p:spPr>
            <a:xfrm>
              <a:off x="5778499" y="1070609"/>
              <a:ext cx="83820" cy="6350"/>
            </a:xfrm>
            <a:custGeom>
              <a:avLst/>
              <a:gdLst/>
              <a:ahLst/>
              <a:cxnLst/>
              <a:rect l="l" t="t" r="r" b="b"/>
              <a:pathLst>
                <a:path w="83820" h="6350">
                  <a:moveTo>
                    <a:pt x="83820" y="5079"/>
                  </a:moveTo>
                  <a:lnTo>
                    <a:pt x="0" y="5079"/>
                  </a:lnTo>
                  <a:lnTo>
                    <a:pt x="0" y="6350"/>
                  </a:lnTo>
                  <a:lnTo>
                    <a:pt x="83820" y="6350"/>
                  </a:lnTo>
                  <a:lnTo>
                    <a:pt x="83820" y="5079"/>
                  </a:lnTo>
                  <a:close/>
                </a:path>
                <a:path w="83820" h="6350">
                  <a:moveTo>
                    <a:pt x="81280" y="3810"/>
                  </a:moveTo>
                  <a:lnTo>
                    <a:pt x="1270" y="3810"/>
                  </a:lnTo>
                  <a:lnTo>
                    <a:pt x="1270" y="5079"/>
                  </a:lnTo>
                  <a:lnTo>
                    <a:pt x="81280" y="5079"/>
                  </a:lnTo>
                  <a:lnTo>
                    <a:pt x="81280" y="3810"/>
                  </a:lnTo>
                  <a:close/>
                </a:path>
                <a:path w="83820" h="6350">
                  <a:moveTo>
                    <a:pt x="80010" y="2539"/>
                  </a:moveTo>
                  <a:lnTo>
                    <a:pt x="2539" y="2539"/>
                  </a:lnTo>
                  <a:lnTo>
                    <a:pt x="2539" y="3810"/>
                  </a:lnTo>
                  <a:lnTo>
                    <a:pt x="80010" y="3810"/>
                  </a:lnTo>
                  <a:lnTo>
                    <a:pt x="80010" y="2539"/>
                  </a:lnTo>
                  <a:close/>
                </a:path>
                <a:path w="83820" h="6350">
                  <a:moveTo>
                    <a:pt x="78739" y="1269"/>
                  </a:moveTo>
                  <a:lnTo>
                    <a:pt x="3810" y="1269"/>
                  </a:lnTo>
                  <a:lnTo>
                    <a:pt x="3810" y="2539"/>
                  </a:lnTo>
                  <a:lnTo>
                    <a:pt x="78739" y="2539"/>
                  </a:lnTo>
                  <a:lnTo>
                    <a:pt x="78739" y="1269"/>
                  </a:lnTo>
                  <a:close/>
                </a:path>
                <a:path w="83820" h="6350">
                  <a:moveTo>
                    <a:pt x="77469" y="0"/>
                  </a:moveTo>
                  <a:lnTo>
                    <a:pt x="5079" y="0"/>
                  </a:lnTo>
                  <a:lnTo>
                    <a:pt x="5079" y="1269"/>
                  </a:lnTo>
                  <a:lnTo>
                    <a:pt x="77469" y="1269"/>
                  </a:lnTo>
                  <a:lnTo>
                    <a:pt x="77469" y="0"/>
                  </a:lnTo>
                  <a:close/>
                </a:path>
              </a:pathLst>
            </a:custGeom>
            <a:solidFill>
              <a:srgbClr val="003103"/>
            </a:solidFill>
          </p:spPr>
          <p:txBody>
            <a:bodyPr wrap="square" lIns="0" tIns="0" rIns="0" bIns="0" rtlCol="0"/>
            <a:lstStyle/>
            <a:p/>
          </p:txBody>
        </p:sp>
        <p:sp>
          <p:nvSpPr>
            <p:cNvPr id="1826" name="object 1826"/>
            <p:cNvSpPr/>
            <p:nvPr/>
          </p:nvSpPr>
          <p:spPr>
            <a:xfrm>
              <a:off x="5772150" y="1076959"/>
              <a:ext cx="96520" cy="7620"/>
            </a:xfrm>
            <a:custGeom>
              <a:avLst/>
              <a:gdLst/>
              <a:ahLst/>
              <a:cxnLst/>
              <a:rect l="l" t="t" r="r" b="b"/>
              <a:pathLst>
                <a:path w="96520" h="7619">
                  <a:moveTo>
                    <a:pt x="96520" y="6350"/>
                  </a:moveTo>
                  <a:lnTo>
                    <a:pt x="95250" y="6350"/>
                  </a:lnTo>
                  <a:lnTo>
                    <a:pt x="95250" y="5080"/>
                  </a:lnTo>
                  <a:lnTo>
                    <a:pt x="93980" y="5080"/>
                  </a:lnTo>
                  <a:lnTo>
                    <a:pt x="93980" y="3810"/>
                  </a:lnTo>
                  <a:lnTo>
                    <a:pt x="93980" y="2540"/>
                  </a:lnTo>
                  <a:lnTo>
                    <a:pt x="92697" y="2540"/>
                  </a:lnTo>
                  <a:lnTo>
                    <a:pt x="92697"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03105"/>
            </a:solidFill>
          </p:spPr>
          <p:txBody>
            <a:bodyPr wrap="square" lIns="0" tIns="0" rIns="0" bIns="0" rtlCol="0"/>
            <a:lstStyle/>
            <a:p/>
          </p:txBody>
        </p:sp>
        <p:sp>
          <p:nvSpPr>
            <p:cNvPr id="1827" name="object 1827"/>
            <p:cNvSpPr/>
            <p:nvPr/>
          </p:nvSpPr>
          <p:spPr>
            <a:xfrm>
              <a:off x="5767070" y="1084579"/>
              <a:ext cx="106680" cy="7620"/>
            </a:xfrm>
            <a:custGeom>
              <a:avLst/>
              <a:gdLst/>
              <a:ahLst/>
              <a:cxnLst/>
              <a:rect l="l" t="t" r="r" b="b"/>
              <a:pathLst>
                <a:path w="106679" h="7619">
                  <a:moveTo>
                    <a:pt x="106680" y="6350"/>
                  </a:moveTo>
                  <a:lnTo>
                    <a:pt x="105410" y="6350"/>
                  </a:lnTo>
                  <a:lnTo>
                    <a:pt x="105410" y="5080"/>
                  </a:lnTo>
                  <a:lnTo>
                    <a:pt x="105410" y="3810"/>
                  </a:lnTo>
                  <a:lnTo>
                    <a:pt x="104140" y="3810"/>
                  </a:lnTo>
                  <a:lnTo>
                    <a:pt x="104140" y="2540"/>
                  </a:lnTo>
                  <a:lnTo>
                    <a:pt x="102870" y="2540"/>
                  </a:lnTo>
                  <a:lnTo>
                    <a:pt x="102870"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80" y="7620"/>
                  </a:lnTo>
                  <a:lnTo>
                    <a:pt x="106680" y="6350"/>
                  </a:lnTo>
                  <a:close/>
                </a:path>
              </a:pathLst>
            </a:custGeom>
            <a:solidFill>
              <a:srgbClr val="003008"/>
            </a:solidFill>
          </p:spPr>
          <p:txBody>
            <a:bodyPr wrap="square" lIns="0" tIns="0" rIns="0" bIns="0" rtlCol="0"/>
            <a:lstStyle/>
            <a:p/>
          </p:txBody>
        </p:sp>
        <p:sp>
          <p:nvSpPr>
            <p:cNvPr id="1828" name="object 1828"/>
            <p:cNvSpPr/>
            <p:nvPr/>
          </p:nvSpPr>
          <p:spPr>
            <a:xfrm>
              <a:off x="5763260" y="1092199"/>
              <a:ext cx="114300" cy="6350"/>
            </a:xfrm>
            <a:custGeom>
              <a:avLst/>
              <a:gdLst/>
              <a:ahLst/>
              <a:cxnLst/>
              <a:rect l="l" t="t" r="r" b="b"/>
              <a:pathLst>
                <a:path w="114300" h="6350">
                  <a:moveTo>
                    <a:pt x="114300" y="5080"/>
                  </a:moveTo>
                  <a:lnTo>
                    <a:pt x="114287" y="3810"/>
                  </a:ln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close/>
                </a:path>
              </a:pathLst>
            </a:custGeom>
            <a:solidFill>
              <a:srgbClr val="00300A"/>
            </a:solidFill>
          </p:spPr>
          <p:txBody>
            <a:bodyPr wrap="square" lIns="0" tIns="0" rIns="0" bIns="0" rtlCol="0"/>
            <a:lstStyle/>
            <a:p/>
          </p:txBody>
        </p:sp>
        <p:sp>
          <p:nvSpPr>
            <p:cNvPr id="1829" name="object 1829"/>
            <p:cNvSpPr/>
            <p:nvPr/>
          </p:nvSpPr>
          <p:spPr>
            <a:xfrm>
              <a:off x="5758180" y="1098549"/>
              <a:ext cx="124460" cy="7620"/>
            </a:xfrm>
            <a:custGeom>
              <a:avLst/>
              <a:gdLst/>
              <a:ahLst/>
              <a:cxnLst/>
              <a:rect l="l" t="t" r="r" b="b"/>
              <a:pathLst>
                <a:path w="124460" h="7619">
                  <a:moveTo>
                    <a:pt x="124460" y="6350"/>
                  </a:moveTo>
                  <a:lnTo>
                    <a:pt x="123190" y="6350"/>
                  </a:lnTo>
                  <a:lnTo>
                    <a:pt x="123190" y="5080"/>
                  </a:lnTo>
                  <a:lnTo>
                    <a:pt x="123190" y="3810"/>
                  </a:lnTo>
                  <a:lnTo>
                    <a:pt x="121920" y="3810"/>
                  </a:lnTo>
                  <a:lnTo>
                    <a:pt x="121920"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02F0C"/>
            </a:solidFill>
          </p:spPr>
          <p:txBody>
            <a:bodyPr wrap="square" lIns="0" tIns="0" rIns="0" bIns="0" rtlCol="0"/>
            <a:lstStyle/>
            <a:p/>
          </p:txBody>
        </p:sp>
        <p:sp>
          <p:nvSpPr>
            <p:cNvPr id="1830" name="object 1830"/>
            <p:cNvSpPr/>
            <p:nvPr/>
          </p:nvSpPr>
          <p:spPr>
            <a:xfrm>
              <a:off x="5754370" y="1106169"/>
              <a:ext cx="132080" cy="7620"/>
            </a:xfrm>
            <a:custGeom>
              <a:avLst/>
              <a:gdLst/>
              <a:ahLst/>
              <a:cxnLst/>
              <a:rect l="l" t="t" r="r" b="b"/>
              <a:pathLst>
                <a:path w="132079" h="7619">
                  <a:moveTo>
                    <a:pt x="129540" y="1270"/>
                  </a:moveTo>
                  <a:lnTo>
                    <a:pt x="128270" y="1270"/>
                  </a:lnTo>
                  <a:lnTo>
                    <a:pt x="128270" y="0"/>
                  </a:lnTo>
                  <a:lnTo>
                    <a:pt x="3810" y="0"/>
                  </a:lnTo>
                  <a:lnTo>
                    <a:pt x="3810" y="1270"/>
                  </a:lnTo>
                  <a:lnTo>
                    <a:pt x="2540" y="1270"/>
                  </a:lnTo>
                  <a:lnTo>
                    <a:pt x="2540" y="3810"/>
                  </a:lnTo>
                  <a:lnTo>
                    <a:pt x="129540" y="3810"/>
                  </a:lnTo>
                  <a:lnTo>
                    <a:pt x="129540" y="1270"/>
                  </a:lnTo>
                  <a:close/>
                </a:path>
                <a:path w="132079" h="7619">
                  <a:moveTo>
                    <a:pt x="132080" y="6350"/>
                  </a:moveTo>
                  <a:lnTo>
                    <a:pt x="130810" y="6350"/>
                  </a:lnTo>
                  <a:lnTo>
                    <a:pt x="130810" y="3822"/>
                  </a:lnTo>
                  <a:lnTo>
                    <a:pt x="1270" y="3822"/>
                  </a:lnTo>
                  <a:lnTo>
                    <a:pt x="1270" y="6350"/>
                  </a:lnTo>
                  <a:lnTo>
                    <a:pt x="0" y="6350"/>
                  </a:lnTo>
                  <a:lnTo>
                    <a:pt x="0" y="7620"/>
                  </a:lnTo>
                  <a:lnTo>
                    <a:pt x="132080" y="7620"/>
                  </a:lnTo>
                  <a:lnTo>
                    <a:pt x="132080" y="6350"/>
                  </a:lnTo>
                  <a:close/>
                </a:path>
              </a:pathLst>
            </a:custGeom>
            <a:solidFill>
              <a:srgbClr val="002E0F"/>
            </a:solidFill>
          </p:spPr>
          <p:txBody>
            <a:bodyPr wrap="square" lIns="0" tIns="0" rIns="0" bIns="0" rtlCol="0"/>
            <a:lstStyle/>
            <a:p/>
          </p:txBody>
        </p:sp>
        <p:sp>
          <p:nvSpPr>
            <p:cNvPr id="1831" name="object 1831"/>
            <p:cNvSpPr/>
            <p:nvPr/>
          </p:nvSpPr>
          <p:spPr>
            <a:xfrm>
              <a:off x="5751830" y="1113789"/>
              <a:ext cx="137160" cy="6350"/>
            </a:xfrm>
            <a:custGeom>
              <a:avLst/>
              <a:gdLst/>
              <a:ahLst/>
              <a:cxnLst/>
              <a:rect l="l" t="t" r="r" b="b"/>
              <a:pathLst>
                <a:path w="137160" h="6350">
                  <a:moveTo>
                    <a:pt x="134620" y="0"/>
                  </a:moveTo>
                  <a:lnTo>
                    <a:pt x="2540" y="0"/>
                  </a:lnTo>
                  <a:lnTo>
                    <a:pt x="2540" y="1270"/>
                  </a:lnTo>
                  <a:lnTo>
                    <a:pt x="1270" y="1270"/>
                  </a:lnTo>
                  <a:lnTo>
                    <a:pt x="1270" y="2540"/>
                  </a:lnTo>
                  <a:lnTo>
                    <a:pt x="134620" y="2540"/>
                  </a:lnTo>
                  <a:lnTo>
                    <a:pt x="134620" y="1270"/>
                  </a:lnTo>
                  <a:lnTo>
                    <a:pt x="134620" y="0"/>
                  </a:lnTo>
                  <a:close/>
                </a:path>
                <a:path w="137160" h="6350">
                  <a:moveTo>
                    <a:pt x="137160" y="5080"/>
                  </a:moveTo>
                  <a:lnTo>
                    <a:pt x="135890" y="5080"/>
                  </a:lnTo>
                  <a:lnTo>
                    <a:pt x="135890" y="2552"/>
                  </a:lnTo>
                  <a:lnTo>
                    <a:pt x="1270" y="2552"/>
                  </a:lnTo>
                  <a:lnTo>
                    <a:pt x="1270" y="5080"/>
                  </a:lnTo>
                  <a:lnTo>
                    <a:pt x="0" y="5080"/>
                  </a:lnTo>
                  <a:lnTo>
                    <a:pt x="0" y="6350"/>
                  </a:lnTo>
                  <a:lnTo>
                    <a:pt x="137160" y="6350"/>
                  </a:lnTo>
                  <a:lnTo>
                    <a:pt x="137160" y="5080"/>
                  </a:lnTo>
                  <a:close/>
                </a:path>
              </a:pathLst>
            </a:custGeom>
            <a:solidFill>
              <a:srgbClr val="002E11"/>
            </a:solidFill>
          </p:spPr>
          <p:txBody>
            <a:bodyPr wrap="square" lIns="0" tIns="0" rIns="0" bIns="0" rtlCol="0"/>
            <a:lstStyle/>
            <a:p/>
          </p:txBody>
        </p:sp>
        <p:sp>
          <p:nvSpPr>
            <p:cNvPr id="1832" name="object 1832"/>
            <p:cNvSpPr/>
            <p:nvPr/>
          </p:nvSpPr>
          <p:spPr>
            <a:xfrm>
              <a:off x="5749290" y="1120139"/>
              <a:ext cx="143510" cy="7620"/>
            </a:xfrm>
            <a:custGeom>
              <a:avLst/>
              <a:gdLst/>
              <a:ahLst/>
              <a:cxnLst/>
              <a:rect l="l" t="t" r="r" b="b"/>
              <a:pathLst>
                <a:path w="143510" h="7619">
                  <a:moveTo>
                    <a:pt x="143510" y="6350"/>
                  </a:moveTo>
                  <a:lnTo>
                    <a:pt x="142240" y="6350"/>
                  </a:lnTo>
                  <a:lnTo>
                    <a:pt x="142240" y="3810"/>
                  </a:lnTo>
                  <a:lnTo>
                    <a:pt x="140970" y="3810"/>
                  </a:lnTo>
                  <a:lnTo>
                    <a:pt x="140970" y="1270"/>
                  </a:lnTo>
                  <a:lnTo>
                    <a:pt x="139700" y="1270"/>
                  </a:lnTo>
                  <a:lnTo>
                    <a:pt x="139700" y="0"/>
                  </a:lnTo>
                  <a:lnTo>
                    <a:pt x="2540" y="0"/>
                  </a:lnTo>
                  <a:lnTo>
                    <a:pt x="2540" y="1270"/>
                  </a:lnTo>
                  <a:lnTo>
                    <a:pt x="1270" y="1270"/>
                  </a:lnTo>
                  <a:lnTo>
                    <a:pt x="1270" y="3810"/>
                  </a:lnTo>
                  <a:lnTo>
                    <a:pt x="0" y="3810"/>
                  </a:lnTo>
                  <a:lnTo>
                    <a:pt x="0" y="6350"/>
                  </a:lnTo>
                  <a:lnTo>
                    <a:pt x="0" y="7620"/>
                  </a:lnTo>
                  <a:lnTo>
                    <a:pt x="143510" y="7620"/>
                  </a:lnTo>
                  <a:lnTo>
                    <a:pt x="143510" y="6350"/>
                  </a:lnTo>
                  <a:close/>
                </a:path>
              </a:pathLst>
            </a:custGeom>
            <a:solidFill>
              <a:srgbClr val="002D13"/>
            </a:solidFill>
          </p:spPr>
          <p:txBody>
            <a:bodyPr wrap="square" lIns="0" tIns="0" rIns="0" bIns="0" rtlCol="0"/>
            <a:lstStyle/>
            <a:p/>
          </p:txBody>
        </p:sp>
        <p:sp>
          <p:nvSpPr>
            <p:cNvPr id="1833" name="object 1833"/>
            <p:cNvSpPr/>
            <p:nvPr/>
          </p:nvSpPr>
          <p:spPr>
            <a:xfrm>
              <a:off x="574675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02D15"/>
            </a:solidFill>
          </p:spPr>
          <p:txBody>
            <a:bodyPr wrap="square" lIns="0" tIns="0" rIns="0" bIns="0" rtlCol="0"/>
            <a:lstStyle/>
            <a:p/>
          </p:txBody>
        </p:sp>
        <p:sp>
          <p:nvSpPr>
            <p:cNvPr id="1834" name="object 1834"/>
            <p:cNvSpPr/>
            <p:nvPr/>
          </p:nvSpPr>
          <p:spPr>
            <a:xfrm>
              <a:off x="5744210" y="1135379"/>
              <a:ext cx="152400" cy="6350"/>
            </a:xfrm>
            <a:custGeom>
              <a:avLst/>
              <a:gdLst/>
              <a:ahLst/>
              <a:cxnLst/>
              <a:rect l="l" t="t" r="r" b="b"/>
              <a:pathLst>
                <a:path w="152400" h="6350">
                  <a:moveTo>
                    <a:pt x="152400" y="3810"/>
                  </a:moveTo>
                  <a:lnTo>
                    <a:pt x="152387" y="2540"/>
                  </a:lnTo>
                  <a:lnTo>
                    <a:pt x="151130" y="2540"/>
                  </a:lnTo>
                  <a:lnTo>
                    <a:pt x="151130" y="0"/>
                  </a:lnTo>
                  <a:lnTo>
                    <a:pt x="1270" y="0"/>
                  </a:lnTo>
                  <a:lnTo>
                    <a:pt x="1270" y="2540"/>
                  </a:lnTo>
                  <a:lnTo>
                    <a:pt x="1270" y="3810"/>
                  </a:lnTo>
                  <a:lnTo>
                    <a:pt x="0" y="3810"/>
                  </a:lnTo>
                  <a:lnTo>
                    <a:pt x="0" y="6350"/>
                  </a:lnTo>
                  <a:lnTo>
                    <a:pt x="152400" y="6350"/>
                  </a:lnTo>
                  <a:lnTo>
                    <a:pt x="152400" y="3810"/>
                  </a:lnTo>
                  <a:close/>
                </a:path>
              </a:pathLst>
            </a:custGeom>
            <a:solidFill>
              <a:srgbClr val="002C18"/>
            </a:solidFill>
          </p:spPr>
          <p:txBody>
            <a:bodyPr wrap="square" lIns="0" tIns="0" rIns="0" bIns="0" rtlCol="0"/>
            <a:lstStyle/>
            <a:p/>
          </p:txBody>
        </p:sp>
        <p:sp>
          <p:nvSpPr>
            <p:cNvPr id="1835" name="object 1835"/>
            <p:cNvSpPr/>
            <p:nvPr/>
          </p:nvSpPr>
          <p:spPr>
            <a:xfrm>
              <a:off x="5741670" y="1141729"/>
              <a:ext cx="157480" cy="7620"/>
            </a:xfrm>
            <a:custGeom>
              <a:avLst/>
              <a:gdLst/>
              <a:ahLst/>
              <a:cxnLst/>
              <a:rect l="l" t="t" r="r" b="b"/>
              <a:pathLst>
                <a:path w="157479" h="7619">
                  <a:moveTo>
                    <a:pt x="157480" y="3810"/>
                  </a:moveTo>
                  <a:lnTo>
                    <a:pt x="156210" y="3810"/>
                  </a:lnTo>
                  <a:lnTo>
                    <a:pt x="156210" y="1270"/>
                  </a:lnTo>
                  <a:lnTo>
                    <a:pt x="156210"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002C1A"/>
            </a:solidFill>
          </p:spPr>
          <p:txBody>
            <a:bodyPr wrap="square" lIns="0" tIns="0" rIns="0" bIns="0" rtlCol="0"/>
            <a:lstStyle/>
            <a:p/>
          </p:txBody>
        </p:sp>
        <p:sp>
          <p:nvSpPr>
            <p:cNvPr id="1836" name="object 1836"/>
            <p:cNvSpPr/>
            <p:nvPr/>
          </p:nvSpPr>
          <p:spPr>
            <a:xfrm>
              <a:off x="573913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02B1C"/>
            </a:solidFill>
          </p:spPr>
          <p:txBody>
            <a:bodyPr wrap="square" lIns="0" tIns="0" rIns="0" bIns="0" rtlCol="0"/>
            <a:lstStyle/>
            <a:p/>
          </p:txBody>
        </p:sp>
        <p:sp>
          <p:nvSpPr>
            <p:cNvPr id="1837" name="object 1837"/>
            <p:cNvSpPr/>
            <p:nvPr/>
          </p:nvSpPr>
          <p:spPr>
            <a:xfrm>
              <a:off x="5737860" y="1156969"/>
              <a:ext cx="166370" cy="6350"/>
            </a:xfrm>
            <a:custGeom>
              <a:avLst/>
              <a:gdLst/>
              <a:ahLst/>
              <a:cxnLst/>
              <a:rect l="l" t="t" r="r" b="b"/>
              <a:pathLst>
                <a:path w="166370" h="6350">
                  <a:moveTo>
                    <a:pt x="166370" y="5080"/>
                  </a:moveTo>
                  <a:lnTo>
                    <a:pt x="165100" y="5080"/>
                  </a:lnTo>
                  <a:lnTo>
                    <a:pt x="165100" y="2540"/>
                  </a:lnTo>
                  <a:lnTo>
                    <a:pt x="165087" y="0"/>
                  </a:lnTo>
                  <a:lnTo>
                    <a:pt x="1270" y="0"/>
                  </a:lnTo>
                  <a:lnTo>
                    <a:pt x="1270" y="2540"/>
                  </a:lnTo>
                  <a:lnTo>
                    <a:pt x="0" y="2540"/>
                  </a:lnTo>
                  <a:lnTo>
                    <a:pt x="0" y="5080"/>
                  </a:lnTo>
                  <a:lnTo>
                    <a:pt x="0" y="6350"/>
                  </a:lnTo>
                  <a:lnTo>
                    <a:pt x="166370" y="6350"/>
                  </a:lnTo>
                  <a:lnTo>
                    <a:pt x="166370" y="5080"/>
                  </a:lnTo>
                  <a:close/>
                </a:path>
              </a:pathLst>
            </a:custGeom>
            <a:solidFill>
              <a:srgbClr val="002A1F"/>
            </a:solidFill>
          </p:spPr>
          <p:txBody>
            <a:bodyPr wrap="square" lIns="0" tIns="0" rIns="0" bIns="0" rtlCol="0"/>
            <a:lstStyle/>
            <a:p/>
          </p:txBody>
        </p:sp>
        <p:sp>
          <p:nvSpPr>
            <p:cNvPr id="1838" name="object 1838"/>
            <p:cNvSpPr/>
            <p:nvPr/>
          </p:nvSpPr>
          <p:spPr>
            <a:xfrm>
              <a:off x="5735320" y="1163319"/>
              <a:ext cx="170180" cy="7620"/>
            </a:xfrm>
            <a:custGeom>
              <a:avLst/>
              <a:gdLst/>
              <a:ahLst/>
              <a:cxnLst/>
              <a:rect l="l" t="t" r="r" b="b"/>
              <a:pathLst>
                <a:path w="170179" h="7619">
                  <a:moveTo>
                    <a:pt x="170180" y="3810"/>
                  </a:moveTo>
                  <a:lnTo>
                    <a:pt x="168910" y="3810"/>
                  </a:lnTo>
                  <a:lnTo>
                    <a:pt x="168910" y="1270"/>
                  </a:lnTo>
                  <a:lnTo>
                    <a:pt x="168910"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002A21"/>
            </a:solidFill>
          </p:spPr>
          <p:txBody>
            <a:bodyPr wrap="square" lIns="0" tIns="0" rIns="0" bIns="0" rtlCol="0"/>
            <a:lstStyle/>
            <a:p/>
          </p:txBody>
        </p:sp>
        <p:sp>
          <p:nvSpPr>
            <p:cNvPr id="1839" name="object 1839"/>
            <p:cNvSpPr/>
            <p:nvPr/>
          </p:nvSpPr>
          <p:spPr>
            <a:xfrm>
              <a:off x="5734050" y="1170939"/>
              <a:ext cx="173990" cy="7620"/>
            </a:xfrm>
            <a:custGeom>
              <a:avLst/>
              <a:gdLst/>
              <a:ahLst/>
              <a:cxnLst/>
              <a:rect l="l" t="t" r="r" b="b"/>
              <a:pathLst>
                <a:path w="173989" h="7619">
                  <a:moveTo>
                    <a:pt x="173990" y="6350"/>
                  </a:moveTo>
                  <a:lnTo>
                    <a:pt x="172720" y="6350"/>
                  </a:lnTo>
                  <a:lnTo>
                    <a:pt x="172720" y="2540"/>
                  </a:lnTo>
                  <a:lnTo>
                    <a:pt x="172720" y="1270"/>
                  </a:lnTo>
                  <a:lnTo>
                    <a:pt x="171450" y="1270"/>
                  </a:lnTo>
                  <a:lnTo>
                    <a:pt x="171450" y="0"/>
                  </a:lnTo>
                  <a:lnTo>
                    <a:pt x="1270" y="0"/>
                  </a:lnTo>
                  <a:lnTo>
                    <a:pt x="1270" y="1270"/>
                  </a:lnTo>
                  <a:lnTo>
                    <a:pt x="1270" y="2540"/>
                  </a:lnTo>
                  <a:lnTo>
                    <a:pt x="0" y="2540"/>
                  </a:lnTo>
                  <a:lnTo>
                    <a:pt x="0" y="6350"/>
                  </a:lnTo>
                  <a:lnTo>
                    <a:pt x="0" y="7620"/>
                  </a:lnTo>
                  <a:lnTo>
                    <a:pt x="173990" y="7620"/>
                  </a:lnTo>
                  <a:lnTo>
                    <a:pt x="173990" y="6350"/>
                  </a:lnTo>
                  <a:close/>
                </a:path>
              </a:pathLst>
            </a:custGeom>
            <a:solidFill>
              <a:srgbClr val="002923"/>
            </a:solidFill>
          </p:spPr>
          <p:txBody>
            <a:bodyPr wrap="square" lIns="0" tIns="0" rIns="0" bIns="0" rtlCol="0"/>
            <a:lstStyle/>
            <a:p/>
          </p:txBody>
        </p:sp>
        <p:sp>
          <p:nvSpPr>
            <p:cNvPr id="1840" name="object 1840"/>
            <p:cNvSpPr/>
            <p:nvPr/>
          </p:nvSpPr>
          <p:spPr>
            <a:xfrm>
              <a:off x="5731510" y="1178559"/>
              <a:ext cx="177800" cy="6350"/>
            </a:xfrm>
            <a:custGeom>
              <a:avLst/>
              <a:gdLst/>
              <a:ahLst/>
              <a:cxnLst/>
              <a:rect l="l" t="t" r="r" b="b"/>
              <a:pathLst>
                <a:path w="177800" h="6350">
                  <a:moveTo>
                    <a:pt x="177787" y="3810"/>
                  </a:moveTo>
                  <a:lnTo>
                    <a:pt x="176530" y="3810"/>
                  </a:lnTo>
                  <a:lnTo>
                    <a:pt x="176530" y="0"/>
                  </a:lnTo>
                  <a:lnTo>
                    <a:pt x="1270" y="0"/>
                  </a:lnTo>
                  <a:lnTo>
                    <a:pt x="1270" y="3810"/>
                  </a:lnTo>
                  <a:lnTo>
                    <a:pt x="1270" y="5080"/>
                  </a:lnTo>
                  <a:lnTo>
                    <a:pt x="177787" y="5080"/>
                  </a:lnTo>
                  <a:lnTo>
                    <a:pt x="177787" y="3810"/>
                  </a:lnTo>
                  <a:close/>
                </a:path>
                <a:path w="177800" h="6350">
                  <a:moveTo>
                    <a:pt x="177800" y="5092"/>
                  </a:moveTo>
                  <a:lnTo>
                    <a:pt x="0" y="5092"/>
                  </a:lnTo>
                  <a:lnTo>
                    <a:pt x="0" y="6350"/>
                  </a:lnTo>
                  <a:lnTo>
                    <a:pt x="177800" y="6350"/>
                  </a:lnTo>
                  <a:lnTo>
                    <a:pt x="177800" y="5092"/>
                  </a:lnTo>
                  <a:close/>
                </a:path>
              </a:pathLst>
            </a:custGeom>
            <a:solidFill>
              <a:srgbClr val="002925"/>
            </a:solidFill>
          </p:spPr>
          <p:txBody>
            <a:bodyPr wrap="square" lIns="0" tIns="0" rIns="0" bIns="0" rtlCol="0"/>
            <a:lstStyle/>
            <a:p/>
          </p:txBody>
        </p:sp>
        <p:sp>
          <p:nvSpPr>
            <p:cNvPr id="1841" name="object 1841"/>
            <p:cNvSpPr/>
            <p:nvPr/>
          </p:nvSpPr>
          <p:spPr>
            <a:xfrm>
              <a:off x="5730240" y="1184909"/>
              <a:ext cx="180340" cy="7620"/>
            </a:xfrm>
            <a:custGeom>
              <a:avLst/>
              <a:gdLst/>
              <a:ahLst/>
              <a:cxnLst/>
              <a:rect l="l" t="t" r="r" b="b"/>
              <a:pathLst>
                <a:path w="180339" h="7619">
                  <a:moveTo>
                    <a:pt x="180340" y="3810"/>
                  </a:moveTo>
                  <a:lnTo>
                    <a:pt x="179070" y="3810"/>
                  </a:lnTo>
                  <a:lnTo>
                    <a:pt x="179070" y="0"/>
                  </a:lnTo>
                  <a:lnTo>
                    <a:pt x="1270" y="0"/>
                  </a:lnTo>
                  <a:lnTo>
                    <a:pt x="1270" y="3810"/>
                  </a:lnTo>
                  <a:lnTo>
                    <a:pt x="0" y="3810"/>
                  </a:lnTo>
                  <a:lnTo>
                    <a:pt x="0" y="7620"/>
                  </a:lnTo>
                  <a:lnTo>
                    <a:pt x="180340" y="7620"/>
                  </a:lnTo>
                  <a:lnTo>
                    <a:pt x="180340" y="3810"/>
                  </a:lnTo>
                  <a:close/>
                </a:path>
              </a:pathLst>
            </a:custGeom>
            <a:solidFill>
              <a:srgbClr val="002828"/>
            </a:solidFill>
          </p:spPr>
          <p:txBody>
            <a:bodyPr wrap="square" lIns="0" tIns="0" rIns="0" bIns="0" rtlCol="0"/>
            <a:lstStyle/>
            <a:p/>
          </p:txBody>
        </p:sp>
        <p:sp>
          <p:nvSpPr>
            <p:cNvPr id="1842" name="object 1842"/>
            <p:cNvSpPr/>
            <p:nvPr/>
          </p:nvSpPr>
          <p:spPr>
            <a:xfrm>
              <a:off x="5727700" y="1192529"/>
              <a:ext cx="184150" cy="7620"/>
            </a:xfrm>
            <a:custGeom>
              <a:avLst/>
              <a:gdLst/>
              <a:ahLst/>
              <a:cxnLst/>
              <a:rect l="l" t="t" r="r" b="b"/>
              <a:pathLst>
                <a:path w="184150" h="7619">
                  <a:moveTo>
                    <a:pt x="184150" y="2540"/>
                  </a:moveTo>
                  <a:lnTo>
                    <a:pt x="182880" y="2540"/>
                  </a:lnTo>
                  <a:lnTo>
                    <a:pt x="182880" y="1270"/>
                  </a:lnTo>
                  <a:lnTo>
                    <a:pt x="182880" y="0"/>
                  </a:lnTo>
                  <a:lnTo>
                    <a:pt x="2540" y="0"/>
                  </a:lnTo>
                  <a:lnTo>
                    <a:pt x="2540" y="1270"/>
                  </a:lnTo>
                  <a:lnTo>
                    <a:pt x="1270" y="1270"/>
                  </a:lnTo>
                  <a:lnTo>
                    <a:pt x="1270" y="2540"/>
                  </a:lnTo>
                  <a:lnTo>
                    <a:pt x="1270" y="6350"/>
                  </a:lnTo>
                  <a:lnTo>
                    <a:pt x="0" y="6350"/>
                  </a:lnTo>
                  <a:lnTo>
                    <a:pt x="0" y="7620"/>
                  </a:lnTo>
                  <a:lnTo>
                    <a:pt x="184150" y="7620"/>
                  </a:lnTo>
                  <a:lnTo>
                    <a:pt x="184150" y="6350"/>
                  </a:lnTo>
                  <a:lnTo>
                    <a:pt x="184150" y="2540"/>
                  </a:lnTo>
                  <a:close/>
                </a:path>
              </a:pathLst>
            </a:custGeom>
            <a:solidFill>
              <a:srgbClr val="00282A"/>
            </a:solidFill>
          </p:spPr>
          <p:txBody>
            <a:bodyPr wrap="square" lIns="0" tIns="0" rIns="0" bIns="0" rtlCol="0"/>
            <a:lstStyle/>
            <a:p/>
          </p:txBody>
        </p:sp>
        <p:sp>
          <p:nvSpPr>
            <p:cNvPr id="1843" name="object 1843"/>
            <p:cNvSpPr/>
            <p:nvPr/>
          </p:nvSpPr>
          <p:spPr>
            <a:xfrm>
              <a:off x="5726430" y="1200149"/>
              <a:ext cx="186690" cy="6350"/>
            </a:xfrm>
            <a:custGeom>
              <a:avLst/>
              <a:gdLst/>
              <a:ahLst/>
              <a:cxnLst/>
              <a:rect l="l" t="t" r="r" b="b"/>
              <a:pathLst>
                <a:path w="186689" h="6350">
                  <a:moveTo>
                    <a:pt x="186690" y="0"/>
                  </a:moveTo>
                  <a:lnTo>
                    <a:pt x="1270" y="0"/>
                  </a:lnTo>
                  <a:lnTo>
                    <a:pt x="1270" y="5080"/>
                  </a:lnTo>
                  <a:lnTo>
                    <a:pt x="0" y="5080"/>
                  </a:lnTo>
                  <a:lnTo>
                    <a:pt x="0" y="6350"/>
                  </a:lnTo>
                  <a:lnTo>
                    <a:pt x="186677" y="6350"/>
                  </a:lnTo>
                  <a:lnTo>
                    <a:pt x="186677" y="5080"/>
                  </a:lnTo>
                  <a:lnTo>
                    <a:pt x="186690" y="0"/>
                  </a:lnTo>
                  <a:close/>
                </a:path>
              </a:pathLst>
            </a:custGeom>
            <a:solidFill>
              <a:srgbClr val="00272C"/>
            </a:solidFill>
          </p:spPr>
          <p:txBody>
            <a:bodyPr wrap="square" lIns="0" tIns="0" rIns="0" bIns="0" rtlCol="0"/>
            <a:lstStyle/>
            <a:p/>
          </p:txBody>
        </p:sp>
        <p:sp>
          <p:nvSpPr>
            <p:cNvPr id="1844" name="object 1844"/>
            <p:cNvSpPr/>
            <p:nvPr/>
          </p:nvSpPr>
          <p:spPr>
            <a:xfrm>
              <a:off x="5725160" y="1206499"/>
              <a:ext cx="189230" cy="7620"/>
            </a:xfrm>
            <a:custGeom>
              <a:avLst/>
              <a:gdLst/>
              <a:ahLst/>
              <a:cxnLst/>
              <a:rect l="l" t="t" r="r" b="b"/>
              <a:pathLst>
                <a:path w="189229" h="7619">
                  <a:moveTo>
                    <a:pt x="189230" y="0"/>
                  </a:moveTo>
                  <a:lnTo>
                    <a:pt x="1270" y="0"/>
                  </a:lnTo>
                  <a:lnTo>
                    <a:pt x="1270" y="6350"/>
                  </a:lnTo>
                  <a:lnTo>
                    <a:pt x="0" y="6350"/>
                  </a:lnTo>
                  <a:lnTo>
                    <a:pt x="0" y="7620"/>
                  </a:lnTo>
                  <a:lnTo>
                    <a:pt x="189230" y="7620"/>
                  </a:lnTo>
                  <a:lnTo>
                    <a:pt x="189230" y="6350"/>
                  </a:lnTo>
                  <a:lnTo>
                    <a:pt x="189230" y="0"/>
                  </a:lnTo>
                  <a:close/>
                </a:path>
              </a:pathLst>
            </a:custGeom>
            <a:solidFill>
              <a:srgbClr val="00262F"/>
            </a:solidFill>
          </p:spPr>
          <p:txBody>
            <a:bodyPr wrap="square" lIns="0" tIns="0" rIns="0" bIns="0" rtlCol="0"/>
            <a:lstStyle/>
            <a:p/>
          </p:txBody>
        </p:sp>
        <p:sp>
          <p:nvSpPr>
            <p:cNvPr id="1845" name="object 1845"/>
            <p:cNvSpPr/>
            <p:nvPr/>
          </p:nvSpPr>
          <p:spPr>
            <a:xfrm>
              <a:off x="5723890" y="1214119"/>
              <a:ext cx="191770" cy="7620"/>
            </a:xfrm>
            <a:custGeom>
              <a:avLst/>
              <a:gdLst/>
              <a:ahLst/>
              <a:cxnLst/>
              <a:rect l="l" t="t" r="r" b="b"/>
              <a:pathLst>
                <a:path w="191770" h="7619">
                  <a:moveTo>
                    <a:pt x="191770" y="0"/>
                  </a:moveTo>
                  <a:lnTo>
                    <a:pt x="1270" y="0"/>
                  </a:lnTo>
                  <a:lnTo>
                    <a:pt x="1270" y="5080"/>
                  </a:lnTo>
                  <a:lnTo>
                    <a:pt x="0" y="5080"/>
                  </a:lnTo>
                  <a:lnTo>
                    <a:pt x="0" y="7620"/>
                  </a:lnTo>
                  <a:lnTo>
                    <a:pt x="191770" y="7620"/>
                  </a:lnTo>
                  <a:lnTo>
                    <a:pt x="191770" y="5080"/>
                  </a:lnTo>
                  <a:lnTo>
                    <a:pt x="191770" y="0"/>
                  </a:lnTo>
                  <a:close/>
                </a:path>
              </a:pathLst>
            </a:custGeom>
            <a:solidFill>
              <a:srgbClr val="002631"/>
            </a:solidFill>
          </p:spPr>
          <p:txBody>
            <a:bodyPr wrap="square" lIns="0" tIns="0" rIns="0" bIns="0" rtlCol="0"/>
            <a:lstStyle/>
            <a:p/>
          </p:txBody>
        </p:sp>
        <p:sp>
          <p:nvSpPr>
            <p:cNvPr id="1846" name="object 1846"/>
            <p:cNvSpPr/>
            <p:nvPr/>
          </p:nvSpPr>
          <p:spPr>
            <a:xfrm>
              <a:off x="5722620" y="1221739"/>
              <a:ext cx="194310" cy="6350"/>
            </a:xfrm>
            <a:custGeom>
              <a:avLst/>
              <a:gdLst/>
              <a:ahLst/>
              <a:cxnLst/>
              <a:rect l="l" t="t" r="r" b="b"/>
              <a:pathLst>
                <a:path w="194310" h="6350">
                  <a:moveTo>
                    <a:pt x="194310" y="0"/>
                  </a:moveTo>
                  <a:lnTo>
                    <a:pt x="1270" y="0"/>
                  </a:lnTo>
                  <a:lnTo>
                    <a:pt x="1270" y="5080"/>
                  </a:lnTo>
                  <a:lnTo>
                    <a:pt x="0" y="5080"/>
                  </a:lnTo>
                  <a:lnTo>
                    <a:pt x="0" y="6350"/>
                  </a:lnTo>
                  <a:lnTo>
                    <a:pt x="194310" y="6350"/>
                  </a:lnTo>
                  <a:lnTo>
                    <a:pt x="194310" y="5080"/>
                  </a:lnTo>
                  <a:lnTo>
                    <a:pt x="194310" y="0"/>
                  </a:lnTo>
                  <a:close/>
                </a:path>
              </a:pathLst>
            </a:custGeom>
            <a:solidFill>
              <a:srgbClr val="002533"/>
            </a:solidFill>
          </p:spPr>
          <p:txBody>
            <a:bodyPr wrap="square" lIns="0" tIns="0" rIns="0" bIns="0" rtlCol="0"/>
            <a:lstStyle/>
            <a:p/>
          </p:txBody>
        </p:sp>
        <p:sp>
          <p:nvSpPr>
            <p:cNvPr id="1847" name="object 1847"/>
            <p:cNvSpPr/>
            <p:nvPr/>
          </p:nvSpPr>
          <p:spPr>
            <a:xfrm>
              <a:off x="5722620" y="1228089"/>
              <a:ext cx="195580" cy="7620"/>
            </a:xfrm>
            <a:custGeom>
              <a:avLst/>
              <a:gdLst/>
              <a:ahLst/>
              <a:cxnLst/>
              <a:rect l="l" t="t" r="r" b="b"/>
              <a:pathLst>
                <a:path w="195579" h="7619">
                  <a:moveTo>
                    <a:pt x="195580" y="1270"/>
                  </a:moveTo>
                  <a:lnTo>
                    <a:pt x="194310" y="1270"/>
                  </a:lnTo>
                  <a:lnTo>
                    <a:pt x="194310" y="0"/>
                  </a:lnTo>
                  <a:lnTo>
                    <a:pt x="0" y="0"/>
                  </a:lnTo>
                  <a:lnTo>
                    <a:pt x="0" y="1270"/>
                  </a:lnTo>
                  <a:lnTo>
                    <a:pt x="0" y="7620"/>
                  </a:lnTo>
                  <a:lnTo>
                    <a:pt x="195580" y="7620"/>
                  </a:lnTo>
                  <a:lnTo>
                    <a:pt x="195580" y="1270"/>
                  </a:lnTo>
                  <a:close/>
                </a:path>
              </a:pathLst>
            </a:custGeom>
            <a:solidFill>
              <a:srgbClr val="002536"/>
            </a:solidFill>
          </p:spPr>
          <p:txBody>
            <a:bodyPr wrap="square" lIns="0" tIns="0" rIns="0" bIns="0" rtlCol="0"/>
            <a:lstStyle/>
            <a:p/>
          </p:txBody>
        </p:sp>
        <p:sp>
          <p:nvSpPr>
            <p:cNvPr id="1848" name="object 1848"/>
            <p:cNvSpPr/>
            <p:nvPr/>
          </p:nvSpPr>
          <p:spPr>
            <a:xfrm>
              <a:off x="5721350" y="1235709"/>
              <a:ext cx="198120" cy="7620"/>
            </a:xfrm>
            <a:custGeom>
              <a:avLst/>
              <a:gdLst/>
              <a:ahLst/>
              <a:cxnLst/>
              <a:rect l="l" t="t" r="r" b="b"/>
              <a:pathLst>
                <a:path w="198120" h="7619">
                  <a:moveTo>
                    <a:pt x="198120" y="2540"/>
                  </a:moveTo>
                  <a:lnTo>
                    <a:pt x="196850" y="2540"/>
                  </a:lnTo>
                  <a:lnTo>
                    <a:pt x="196850" y="1270"/>
                  </a:lnTo>
                  <a:lnTo>
                    <a:pt x="196850" y="0"/>
                  </a:lnTo>
                  <a:lnTo>
                    <a:pt x="1270" y="0"/>
                  </a:lnTo>
                  <a:lnTo>
                    <a:pt x="1270" y="1270"/>
                  </a:lnTo>
                  <a:lnTo>
                    <a:pt x="0" y="1270"/>
                  </a:lnTo>
                  <a:lnTo>
                    <a:pt x="0" y="2540"/>
                  </a:lnTo>
                  <a:lnTo>
                    <a:pt x="0" y="7620"/>
                  </a:lnTo>
                  <a:lnTo>
                    <a:pt x="198120" y="7620"/>
                  </a:lnTo>
                  <a:lnTo>
                    <a:pt x="198120" y="2540"/>
                  </a:lnTo>
                  <a:close/>
                </a:path>
              </a:pathLst>
            </a:custGeom>
            <a:solidFill>
              <a:srgbClr val="002438"/>
            </a:solidFill>
          </p:spPr>
          <p:txBody>
            <a:bodyPr wrap="square" lIns="0" tIns="0" rIns="0" bIns="0" rtlCol="0"/>
            <a:lstStyle/>
            <a:p/>
          </p:txBody>
        </p:sp>
        <p:sp>
          <p:nvSpPr>
            <p:cNvPr id="1849" name="object 1849"/>
            <p:cNvSpPr/>
            <p:nvPr/>
          </p:nvSpPr>
          <p:spPr>
            <a:xfrm>
              <a:off x="5720080" y="1243329"/>
              <a:ext cx="200660" cy="6350"/>
            </a:xfrm>
            <a:custGeom>
              <a:avLst/>
              <a:gdLst/>
              <a:ahLst/>
              <a:cxnLst/>
              <a:rect l="l" t="t" r="r" b="b"/>
              <a:pathLst>
                <a:path w="200660" h="6350">
                  <a:moveTo>
                    <a:pt x="200660" y="2540"/>
                  </a:moveTo>
                  <a:lnTo>
                    <a:pt x="199390" y="2540"/>
                  </a:lnTo>
                  <a:lnTo>
                    <a:pt x="199390" y="0"/>
                  </a:lnTo>
                  <a:lnTo>
                    <a:pt x="1270" y="0"/>
                  </a:lnTo>
                  <a:lnTo>
                    <a:pt x="1270" y="2540"/>
                  </a:lnTo>
                  <a:lnTo>
                    <a:pt x="0" y="2540"/>
                  </a:lnTo>
                  <a:lnTo>
                    <a:pt x="0" y="6350"/>
                  </a:lnTo>
                  <a:lnTo>
                    <a:pt x="200660" y="6350"/>
                  </a:lnTo>
                  <a:lnTo>
                    <a:pt x="200660" y="2540"/>
                  </a:lnTo>
                  <a:close/>
                </a:path>
              </a:pathLst>
            </a:custGeom>
            <a:solidFill>
              <a:srgbClr val="00243A"/>
            </a:solidFill>
          </p:spPr>
          <p:txBody>
            <a:bodyPr wrap="square" lIns="0" tIns="0" rIns="0" bIns="0" rtlCol="0"/>
            <a:lstStyle/>
            <a:p/>
          </p:txBody>
        </p:sp>
        <p:sp>
          <p:nvSpPr>
            <p:cNvPr id="1850" name="object 1850"/>
            <p:cNvSpPr/>
            <p:nvPr/>
          </p:nvSpPr>
          <p:spPr>
            <a:xfrm>
              <a:off x="5718809" y="1249679"/>
              <a:ext cx="203200" cy="7620"/>
            </a:xfrm>
            <a:custGeom>
              <a:avLst/>
              <a:gdLst/>
              <a:ahLst/>
              <a:cxnLst/>
              <a:rect l="l" t="t" r="r" b="b"/>
              <a:pathLst>
                <a:path w="203200" h="7619">
                  <a:moveTo>
                    <a:pt x="1269" y="7524"/>
                  </a:moveTo>
                  <a:lnTo>
                    <a:pt x="0" y="7620"/>
                  </a:lnTo>
                  <a:lnTo>
                    <a:pt x="1269" y="7620"/>
                  </a:lnTo>
                  <a:close/>
                </a:path>
                <a:path w="203200" h="7619">
                  <a:moveTo>
                    <a:pt x="95249" y="4051"/>
                  </a:moveTo>
                  <a:lnTo>
                    <a:pt x="1269" y="7620"/>
                  </a:lnTo>
                  <a:lnTo>
                    <a:pt x="92710" y="7620"/>
                  </a:lnTo>
                  <a:lnTo>
                    <a:pt x="92709" y="6350"/>
                  </a:lnTo>
                  <a:lnTo>
                    <a:pt x="93979" y="6350"/>
                  </a:lnTo>
                  <a:lnTo>
                    <a:pt x="93979" y="5080"/>
                  </a:lnTo>
                  <a:lnTo>
                    <a:pt x="95249" y="5080"/>
                  </a:lnTo>
                  <a:lnTo>
                    <a:pt x="95249" y="4051"/>
                  </a:lnTo>
                  <a:close/>
                </a:path>
                <a:path w="203200" h="7619">
                  <a:moveTo>
                    <a:pt x="203200" y="5080"/>
                  </a:moveTo>
                  <a:lnTo>
                    <a:pt x="107950" y="5080"/>
                  </a:lnTo>
                  <a:lnTo>
                    <a:pt x="107950" y="6350"/>
                  </a:lnTo>
                  <a:lnTo>
                    <a:pt x="109219" y="6350"/>
                  </a:lnTo>
                  <a:lnTo>
                    <a:pt x="109219" y="7620"/>
                  </a:lnTo>
                  <a:lnTo>
                    <a:pt x="203200" y="7620"/>
                  </a:lnTo>
                  <a:lnTo>
                    <a:pt x="203200" y="5080"/>
                  </a:lnTo>
                  <a:close/>
                </a:path>
                <a:path w="203200" h="7619">
                  <a:moveTo>
                    <a:pt x="101599" y="0"/>
                  </a:moveTo>
                  <a:lnTo>
                    <a:pt x="1269" y="0"/>
                  </a:lnTo>
                  <a:lnTo>
                    <a:pt x="1269" y="7524"/>
                  </a:lnTo>
                  <a:lnTo>
                    <a:pt x="101599" y="0"/>
                  </a:lnTo>
                  <a:close/>
                </a:path>
                <a:path w="203200" h="7619">
                  <a:moveTo>
                    <a:pt x="201929" y="0"/>
                  </a:moveTo>
                  <a:lnTo>
                    <a:pt x="105410" y="3665"/>
                  </a:lnTo>
                  <a:lnTo>
                    <a:pt x="105410" y="3810"/>
                  </a:lnTo>
                  <a:lnTo>
                    <a:pt x="106679" y="3810"/>
                  </a:lnTo>
                  <a:lnTo>
                    <a:pt x="106679" y="5080"/>
                  </a:lnTo>
                  <a:lnTo>
                    <a:pt x="201929" y="5080"/>
                  </a:lnTo>
                  <a:lnTo>
                    <a:pt x="201929" y="0"/>
                  </a:lnTo>
                  <a:close/>
                </a:path>
                <a:path w="203200" h="7619">
                  <a:moveTo>
                    <a:pt x="105410" y="2540"/>
                  </a:moveTo>
                  <a:lnTo>
                    <a:pt x="96519" y="2540"/>
                  </a:lnTo>
                  <a:lnTo>
                    <a:pt x="96519" y="3810"/>
                  </a:lnTo>
                  <a:lnTo>
                    <a:pt x="95249" y="3810"/>
                  </a:lnTo>
                  <a:lnTo>
                    <a:pt x="95249" y="4051"/>
                  </a:lnTo>
                  <a:lnTo>
                    <a:pt x="105410" y="3665"/>
                  </a:lnTo>
                  <a:lnTo>
                    <a:pt x="105410" y="2540"/>
                  </a:lnTo>
                  <a:close/>
                </a:path>
                <a:path w="203200" h="7619">
                  <a:moveTo>
                    <a:pt x="102869" y="0"/>
                  </a:moveTo>
                  <a:lnTo>
                    <a:pt x="101599" y="0"/>
                  </a:lnTo>
                  <a:lnTo>
                    <a:pt x="101599" y="1270"/>
                  </a:lnTo>
                  <a:lnTo>
                    <a:pt x="99059" y="1270"/>
                  </a:lnTo>
                  <a:lnTo>
                    <a:pt x="99059" y="2540"/>
                  </a:lnTo>
                  <a:lnTo>
                    <a:pt x="102869" y="2540"/>
                  </a:lnTo>
                  <a:lnTo>
                    <a:pt x="102869" y="0"/>
                  </a:lnTo>
                  <a:close/>
                </a:path>
              </a:pathLst>
            </a:custGeom>
            <a:solidFill>
              <a:srgbClr val="00233C"/>
            </a:solidFill>
          </p:spPr>
          <p:txBody>
            <a:bodyPr wrap="square" lIns="0" tIns="0" rIns="0" bIns="0" rtlCol="0"/>
            <a:lstStyle/>
            <a:p/>
          </p:txBody>
        </p:sp>
        <p:sp>
          <p:nvSpPr>
            <p:cNvPr id="1851" name="object 1851"/>
            <p:cNvSpPr/>
            <p:nvPr/>
          </p:nvSpPr>
          <p:spPr>
            <a:xfrm>
              <a:off x="5718810" y="1257299"/>
              <a:ext cx="203200" cy="7620"/>
            </a:xfrm>
            <a:custGeom>
              <a:avLst/>
              <a:gdLst/>
              <a:ahLst/>
              <a:cxnLst/>
              <a:rect l="l" t="t" r="r" b="b"/>
              <a:pathLst>
                <a:path w="203200" h="7619">
                  <a:moveTo>
                    <a:pt x="92697" y="0"/>
                  </a:moveTo>
                  <a:lnTo>
                    <a:pt x="0" y="0"/>
                  </a:lnTo>
                  <a:lnTo>
                    <a:pt x="0" y="1270"/>
                  </a:lnTo>
                  <a:lnTo>
                    <a:pt x="0" y="2540"/>
                  </a:lnTo>
                  <a:lnTo>
                    <a:pt x="0" y="7620"/>
                  </a:lnTo>
                  <a:lnTo>
                    <a:pt x="90170" y="7620"/>
                  </a:lnTo>
                  <a:lnTo>
                    <a:pt x="90170" y="2540"/>
                  </a:lnTo>
                  <a:lnTo>
                    <a:pt x="91440" y="2540"/>
                  </a:lnTo>
                  <a:lnTo>
                    <a:pt x="91440" y="1270"/>
                  </a:lnTo>
                  <a:lnTo>
                    <a:pt x="92697" y="1270"/>
                  </a:lnTo>
                  <a:lnTo>
                    <a:pt x="92697" y="0"/>
                  </a:lnTo>
                  <a:close/>
                </a:path>
                <a:path w="203200" h="7619">
                  <a:moveTo>
                    <a:pt x="203200" y="0"/>
                  </a:moveTo>
                  <a:lnTo>
                    <a:pt x="110490" y="0"/>
                  </a:lnTo>
                  <a:lnTo>
                    <a:pt x="110490" y="3810"/>
                  </a:lnTo>
                  <a:lnTo>
                    <a:pt x="111760" y="3810"/>
                  </a:lnTo>
                  <a:lnTo>
                    <a:pt x="111760" y="6350"/>
                  </a:lnTo>
                  <a:lnTo>
                    <a:pt x="113030" y="6350"/>
                  </a:lnTo>
                  <a:lnTo>
                    <a:pt x="113030" y="7620"/>
                  </a:lnTo>
                  <a:lnTo>
                    <a:pt x="203200" y="7620"/>
                  </a:lnTo>
                  <a:lnTo>
                    <a:pt x="203200" y="6350"/>
                  </a:lnTo>
                  <a:lnTo>
                    <a:pt x="203200" y="3810"/>
                  </a:lnTo>
                  <a:lnTo>
                    <a:pt x="203200" y="0"/>
                  </a:lnTo>
                  <a:close/>
                </a:path>
              </a:pathLst>
            </a:custGeom>
            <a:solidFill>
              <a:srgbClr val="00223F"/>
            </a:solidFill>
          </p:spPr>
          <p:txBody>
            <a:bodyPr wrap="square" lIns="0" tIns="0" rIns="0" bIns="0" rtlCol="0"/>
            <a:lstStyle/>
            <a:p/>
          </p:txBody>
        </p:sp>
        <p:sp>
          <p:nvSpPr>
            <p:cNvPr id="1852" name="object 1852"/>
            <p:cNvSpPr/>
            <p:nvPr/>
          </p:nvSpPr>
          <p:spPr>
            <a:xfrm>
              <a:off x="5718810" y="1264919"/>
              <a:ext cx="203200" cy="6350"/>
            </a:xfrm>
            <a:custGeom>
              <a:avLst/>
              <a:gdLst/>
              <a:ahLst/>
              <a:cxnLst/>
              <a:rect l="l" t="t" r="r" b="b"/>
              <a:pathLst>
                <a:path w="203200" h="6350">
                  <a:moveTo>
                    <a:pt x="87630" y="3822"/>
                  </a:moveTo>
                  <a:lnTo>
                    <a:pt x="0" y="3822"/>
                  </a:lnTo>
                  <a:lnTo>
                    <a:pt x="0" y="6350"/>
                  </a:lnTo>
                  <a:lnTo>
                    <a:pt x="87630" y="6350"/>
                  </a:lnTo>
                  <a:lnTo>
                    <a:pt x="87630" y="3822"/>
                  </a:lnTo>
                  <a:close/>
                </a:path>
                <a:path w="203200" h="6350">
                  <a:moveTo>
                    <a:pt x="88900" y="0"/>
                  </a:moveTo>
                  <a:lnTo>
                    <a:pt x="0" y="0"/>
                  </a:lnTo>
                  <a:lnTo>
                    <a:pt x="0" y="3810"/>
                  </a:lnTo>
                  <a:lnTo>
                    <a:pt x="88900" y="3810"/>
                  </a:lnTo>
                  <a:lnTo>
                    <a:pt x="88900" y="0"/>
                  </a:lnTo>
                  <a:close/>
                </a:path>
                <a:path w="203200" h="6350">
                  <a:moveTo>
                    <a:pt x="203200" y="3822"/>
                  </a:moveTo>
                  <a:lnTo>
                    <a:pt x="114300" y="3822"/>
                  </a:lnTo>
                  <a:lnTo>
                    <a:pt x="114300" y="6350"/>
                  </a:lnTo>
                  <a:lnTo>
                    <a:pt x="203187" y="6350"/>
                  </a:lnTo>
                  <a:lnTo>
                    <a:pt x="203200" y="3822"/>
                  </a:lnTo>
                  <a:close/>
                </a:path>
                <a:path w="203200" h="6350">
                  <a:moveTo>
                    <a:pt x="203200" y="0"/>
                  </a:moveTo>
                  <a:lnTo>
                    <a:pt x="113030" y="0"/>
                  </a:lnTo>
                  <a:lnTo>
                    <a:pt x="113030" y="3810"/>
                  </a:lnTo>
                  <a:lnTo>
                    <a:pt x="203200" y="3810"/>
                  </a:lnTo>
                  <a:lnTo>
                    <a:pt x="203200" y="0"/>
                  </a:lnTo>
                  <a:close/>
                </a:path>
              </a:pathLst>
            </a:custGeom>
            <a:solidFill>
              <a:srgbClr val="002241"/>
            </a:solidFill>
          </p:spPr>
          <p:txBody>
            <a:bodyPr wrap="square" lIns="0" tIns="0" rIns="0" bIns="0" rtlCol="0"/>
            <a:lstStyle/>
            <a:p/>
          </p:txBody>
        </p:sp>
        <p:sp>
          <p:nvSpPr>
            <p:cNvPr id="1853" name="object 1853"/>
            <p:cNvSpPr/>
            <p:nvPr/>
          </p:nvSpPr>
          <p:spPr>
            <a:xfrm>
              <a:off x="5717540" y="1271269"/>
              <a:ext cx="205740" cy="7620"/>
            </a:xfrm>
            <a:custGeom>
              <a:avLst/>
              <a:gdLst/>
              <a:ahLst/>
              <a:cxnLst/>
              <a:rect l="l" t="t" r="r" b="b"/>
              <a:pathLst>
                <a:path w="205739" h="7619">
                  <a:moveTo>
                    <a:pt x="88900" y="0"/>
                  </a:moveTo>
                  <a:lnTo>
                    <a:pt x="1270" y="0"/>
                  </a:lnTo>
                  <a:lnTo>
                    <a:pt x="1270" y="1270"/>
                  </a:lnTo>
                  <a:lnTo>
                    <a:pt x="0" y="1270"/>
                  </a:lnTo>
                  <a:lnTo>
                    <a:pt x="0" y="2540"/>
                  </a:lnTo>
                  <a:lnTo>
                    <a:pt x="0" y="6350"/>
                  </a:lnTo>
                  <a:lnTo>
                    <a:pt x="0" y="7620"/>
                  </a:lnTo>
                  <a:lnTo>
                    <a:pt x="86360" y="7620"/>
                  </a:lnTo>
                  <a:lnTo>
                    <a:pt x="86360" y="6350"/>
                  </a:lnTo>
                  <a:lnTo>
                    <a:pt x="87617" y="6350"/>
                  </a:lnTo>
                  <a:lnTo>
                    <a:pt x="87617" y="2540"/>
                  </a:lnTo>
                  <a:lnTo>
                    <a:pt x="88900" y="2540"/>
                  </a:lnTo>
                  <a:lnTo>
                    <a:pt x="88900" y="1270"/>
                  </a:lnTo>
                  <a:lnTo>
                    <a:pt x="88900" y="0"/>
                  </a:lnTo>
                  <a:close/>
                </a:path>
                <a:path w="205739" h="7619">
                  <a:moveTo>
                    <a:pt x="205740" y="1270"/>
                  </a:moveTo>
                  <a:lnTo>
                    <a:pt x="204457" y="1270"/>
                  </a:lnTo>
                  <a:lnTo>
                    <a:pt x="204457" y="0"/>
                  </a:lnTo>
                  <a:lnTo>
                    <a:pt x="116840" y="0"/>
                  </a:lnTo>
                  <a:lnTo>
                    <a:pt x="116840" y="1270"/>
                  </a:lnTo>
                  <a:lnTo>
                    <a:pt x="116840" y="2540"/>
                  </a:lnTo>
                  <a:lnTo>
                    <a:pt x="118110" y="2540"/>
                  </a:lnTo>
                  <a:lnTo>
                    <a:pt x="118110" y="5080"/>
                  </a:lnTo>
                  <a:lnTo>
                    <a:pt x="119380" y="5080"/>
                  </a:lnTo>
                  <a:lnTo>
                    <a:pt x="119380" y="7620"/>
                  </a:lnTo>
                  <a:lnTo>
                    <a:pt x="205740" y="7620"/>
                  </a:lnTo>
                  <a:lnTo>
                    <a:pt x="205740" y="5080"/>
                  </a:lnTo>
                  <a:lnTo>
                    <a:pt x="205740" y="2540"/>
                  </a:lnTo>
                  <a:lnTo>
                    <a:pt x="205740" y="1270"/>
                  </a:lnTo>
                  <a:close/>
                </a:path>
              </a:pathLst>
            </a:custGeom>
            <a:solidFill>
              <a:srgbClr val="002143"/>
            </a:solidFill>
          </p:spPr>
          <p:txBody>
            <a:bodyPr wrap="square" lIns="0" tIns="0" rIns="0" bIns="0" rtlCol="0"/>
            <a:lstStyle/>
            <a:p/>
          </p:txBody>
        </p:sp>
        <p:sp>
          <p:nvSpPr>
            <p:cNvPr id="1854" name="object 1854"/>
            <p:cNvSpPr/>
            <p:nvPr/>
          </p:nvSpPr>
          <p:spPr>
            <a:xfrm>
              <a:off x="5717539" y="1278889"/>
              <a:ext cx="205740" cy="7620"/>
            </a:xfrm>
            <a:custGeom>
              <a:avLst/>
              <a:gdLst/>
              <a:ahLst/>
              <a:cxnLst/>
              <a:rect l="l" t="t" r="r" b="b"/>
              <a:pathLst>
                <a:path w="205739" h="7619">
                  <a:moveTo>
                    <a:pt x="86360" y="0"/>
                  </a:moveTo>
                  <a:lnTo>
                    <a:pt x="0" y="0"/>
                  </a:lnTo>
                  <a:lnTo>
                    <a:pt x="0" y="2539"/>
                  </a:lnTo>
                  <a:lnTo>
                    <a:pt x="86360" y="2539"/>
                  </a:lnTo>
                  <a:lnTo>
                    <a:pt x="86360" y="0"/>
                  </a:lnTo>
                  <a:close/>
                </a:path>
                <a:path w="205739" h="7619">
                  <a:moveTo>
                    <a:pt x="205740" y="0"/>
                  </a:moveTo>
                  <a:lnTo>
                    <a:pt x="119380" y="0"/>
                  </a:lnTo>
                  <a:lnTo>
                    <a:pt x="119380" y="2539"/>
                  </a:lnTo>
                  <a:lnTo>
                    <a:pt x="205740" y="2539"/>
                  </a:lnTo>
                  <a:lnTo>
                    <a:pt x="205740" y="0"/>
                  </a:lnTo>
                  <a:close/>
                </a:path>
                <a:path w="205739" h="7619">
                  <a:moveTo>
                    <a:pt x="85089" y="2540"/>
                  </a:moveTo>
                  <a:lnTo>
                    <a:pt x="0" y="2540"/>
                  </a:lnTo>
                  <a:lnTo>
                    <a:pt x="0" y="7620"/>
                  </a:lnTo>
                  <a:lnTo>
                    <a:pt x="85090" y="7620"/>
                  </a:lnTo>
                  <a:lnTo>
                    <a:pt x="85089" y="2540"/>
                  </a:lnTo>
                  <a:close/>
                </a:path>
                <a:path w="205739" h="7619">
                  <a:moveTo>
                    <a:pt x="205740" y="2540"/>
                  </a:moveTo>
                  <a:lnTo>
                    <a:pt x="119380" y="2540"/>
                  </a:lnTo>
                  <a:lnTo>
                    <a:pt x="119380" y="5080"/>
                  </a:lnTo>
                  <a:lnTo>
                    <a:pt x="120650" y="5080"/>
                  </a:lnTo>
                  <a:lnTo>
                    <a:pt x="120650" y="7620"/>
                  </a:lnTo>
                  <a:lnTo>
                    <a:pt x="205740" y="7620"/>
                  </a:lnTo>
                  <a:lnTo>
                    <a:pt x="205740" y="2540"/>
                  </a:lnTo>
                  <a:close/>
                </a:path>
              </a:pathLst>
            </a:custGeom>
            <a:solidFill>
              <a:srgbClr val="002146"/>
            </a:solidFill>
          </p:spPr>
          <p:txBody>
            <a:bodyPr wrap="square" lIns="0" tIns="0" rIns="0" bIns="0" rtlCol="0"/>
            <a:lstStyle/>
            <a:p/>
          </p:txBody>
        </p:sp>
        <p:sp>
          <p:nvSpPr>
            <p:cNvPr id="1855" name="object 1855"/>
            <p:cNvSpPr/>
            <p:nvPr/>
          </p:nvSpPr>
          <p:spPr>
            <a:xfrm>
              <a:off x="5716269" y="1286509"/>
              <a:ext cx="207010" cy="6350"/>
            </a:xfrm>
            <a:custGeom>
              <a:avLst/>
              <a:gdLst/>
              <a:ahLst/>
              <a:cxnLst/>
              <a:rect l="l" t="t" r="r" b="b"/>
              <a:pathLst>
                <a:path w="207010" h="6350">
                  <a:moveTo>
                    <a:pt x="86360" y="0"/>
                  </a:moveTo>
                  <a:lnTo>
                    <a:pt x="1269" y="0"/>
                  </a:lnTo>
                  <a:lnTo>
                    <a:pt x="1269" y="1269"/>
                  </a:lnTo>
                  <a:lnTo>
                    <a:pt x="0" y="1269"/>
                  </a:lnTo>
                  <a:lnTo>
                    <a:pt x="0" y="6350"/>
                  </a:lnTo>
                  <a:lnTo>
                    <a:pt x="85089" y="6350"/>
                  </a:lnTo>
                  <a:lnTo>
                    <a:pt x="85089" y="2539"/>
                  </a:lnTo>
                  <a:lnTo>
                    <a:pt x="86360" y="2539"/>
                  </a:lnTo>
                  <a:lnTo>
                    <a:pt x="86360" y="0"/>
                  </a:lnTo>
                  <a:close/>
                </a:path>
                <a:path w="207010" h="6350">
                  <a:moveTo>
                    <a:pt x="207010" y="0"/>
                  </a:moveTo>
                  <a:lnTo>
                    <a:pt x="121919" y="0"/>
                  </a:lnTo>
                  <a:lnTo>
                    <a:pt x="121919" y="2539"/>
                  </a:lnTo>
                  <a:lnTo>
                    <a:pt x="123189" y="2539"/>
                  </a:lnTo>
                  <a:lnTo>
                    <a:pt x="123189" y="6350"/>
                  </a:lnTo>
                  <a:lnTo>
                    <a:pt x="207010" y="6350"/>
                  </a:lnTo>
                  <a:lnTo>
                    <a:pt x="207010" y="0"/>
                  </a:lnTo>
                  <a:close/>
                </a:path>
              </a:pathLst>
            </a:custGeom>
            <a:solidFill>
              <a:srgbClr val="002048"/>
            </a:solidFill>
          </p:spPr>
          <p:txBody>
            <a:bodyPr wrap="square" lIns="0" tIns="0" rIns="0" bIns="0" rtlCol="0"/>
            <a:lstStyle/>
            <a:p/>
          </p:txBody>
        </p:sp>
        <p:sp>
          <p:nvSpPr>
            <p:cNvPr id="1856" name="object 1856"/>
            <p:cNvSpPr/>
            <p:nvPr/>
          </p:nvSpPr>
          <p:spPr>
            <a:xfrm>
              <a:off x="5716269" y="1292859"/>
              <a:ext cx="208279" cy="7620"/>
            </a:xfrm>
            <a:custGeom>
              <a:avLst/>
              <a:gdLst/>
              <a:ahLst/>
              <a:cxnLst/>
              <a:rect l="l" t="t" r="r" b="b"/>
              <a:pathLst>
                <a:path w="208279" h="7619">
                  <a:moveTo>
                    <a:pt x="85089" y="0"/>
                  </a:moveTo>
                  <a:lnTo>
                    <a:pt x="0" y="0"/>
                  </a:lnTo>
                  <a:lnTo>
                    <a:pt x="0" y="7619"/>
                  </a:lnTo>
                  <a:lnTo>
                    <a:pt x="83820" y="7619"/>
                  </a:lnTo>
                  <a:lnTo>
                    <a:pt x="83820" y="5079"/>
                  </a:lnTo>
                  <a:lnTo>
                    <a:pt x="85089" y="5079"/>
                  </a:lnTo>
                  <a:lnTo>
                    <a:pt x="85089" y="0"/>
                  </a:lnTo>
                  <a:close/>
                </a:path>
                <a:path w="208279" h="7619">
                  <a:moveTo>
                    <a:pt x="208279" y="0"/>
                  </a:moveTo>
                  <a:lnTo>
                    <a:pt x="123189" y="0"/>
                  </a:lnTo>
                  <a:lnTo>
                    <a:pt x="123189" y="7619"/>
                  </a:lnTo>
                  <a:lnTo>
                    <a:pt x="208279" y="7619"/>
                  </a:lnTo>
                  <a:lnTo>
                    <a:pt x="208279" y="0"/>
                  </a:lnTo>
                  <a:close/>
                </a:path>
              </a:pathLst>
            </a:custGeom>
            <a:solidFill>
              <a:srgbClr val="00204A"/>
            </a:solidFill>
          </p:spPr>
          <p:txBody>
            <a:bodyPr wrap="square" lIns="0" tIns="0" rIns="0" bIns="0" rtlCol="0"/>
            <a:lstStyle/>
            <a:p/>
          </p:txBody>
        </p:sp>
        <p:sp>
          <p:nvSpPr>
            <p:cNvPr id="1857" name="object 1857"/>
            <p:cNvSpPr/>
            <p:nvPr/>
          </p:nvSpPr>
          <p:spPr>
            <a:xfrm>
              <a:off x="5714999" y="1300479"/>
              <a:ext cx="210820" cy="7620"/>
            </a:xfrm>
            <a:custGeom>
              <a:avLst/>
              <a:gdLst/>
              <a:ahLst/>
              <a:cxnLst/>
              <a:rect l="l" t="t" r="r" b="b"/>
              <a:pathLst>
                <a:path w="210820" h="7619">
                  <a:moveTo>
                    <a:pt x="209550" y="0"/>
                  </a:moveTo>
                  <a:lnTo>
                    <a:pt x="125729" y="0"/>
                  </a:lnTo>
                  <a:lnTo>
                    <a:pt x="125729" y="7620"/>
                  </a:lnTo>
                  <a:lnTo>
                    <a:pt x="210820" y="7620"/>
                  </a:lnTo>
                  <a:lnTo>
                    <a:pt x="210820" y="6350"/>
                  </a:lnTo>
                  <a:lnTo>
                    <a:pt x="209550" y="6350"/>
                  </a:lnTo>
                  <a:lnTo>
                    <a:pt x="209550" y="0"/>
                  </a:lnTo>
                  <a:close/>
                </a:path>
                <a:path w="210820" h="7619">
                  <a:moveTo>
                    <a:pt x="83820" y="2540"/>
                  </a:moveTo>
                  <a:lnTo>
                    <a:pt x="0" y="2540"/>
                  </a:lnTo>
                  <a:lnTo>
                    <a:pt x="0" y="7620"/>
                  </a:lnTo>
                  <a:lnTo>
                    <a:pt x="83820" y="7620"/>
                  </a:lnTo>
                  <a:lnTo>
                    <a:pt x="83820" y="2540"/>
                  </a:lnTo>
                  <a:close/>
                </a:path>
                <a:path w="210820" h="7619">
                  <a:moveTo>
                    <a:pt x="85090" y="0"/>
                  </a:moveTo>
                  <a:lnTo>
                    <a:pt x="1270" y="0"/>
                  </a:lnTo>
                  <a:lnTo>
                    <a:pt x="1270" y="2540"/>
                  </a:lnTo>
                  <a:lnTo>
                    <a:pt x="85090" y="2540"/>
                  </a:lnTo>
                  <a:lnTo>
                    <a:pt x="85090" y="0"/>
                  </a:lnTo>
                  <a:close/>
                </a:path>
              </a:pathLst>
            </a:custGeom>
            <a:solidFill>
              <a:srgbClr val="001F4C"/>
            </a:solidFill>
          </p:spPr>
          <p:txBody>
            <a:bodyPr wrap="square" lIns="0" tIns="0" rIns="0" bIns="0" rtlCol="0"/>
            <a:lstStyle/>
            <a:p/>
          </p:txBody>
        </p:sp>
        <p:sp>
          <p:nvSpPr>
            <p:cNvPr id="1858" name="object 1858"/>
            <p:cNvSpPr/>
            <p:nvPr/>
          </p:nvSpPr>
          <p:spPr>
            <a:xfrm>
              <a:off x="5714999" y="1308099"/>
              <a:ext cx="210820" cy="6350"/>
            </a:xfrm>
            <a:custGeom>
              <a:avLst/>
              <a:gdLst/>
              <a:ahLst/>
              <a:cxnLst/>
              <a:rect l="l" t="t" r="r" b="b"/>
              <a:pathLst>
                <a:path w="210820" h="6350">
                  <a:moveTo>
                    <a:pt x="83820" y="0"/>
                  </a:moveTo>
                  <a:lnTo>
                    <a:pt x="0" y="0"/>
                  </a:lnTo>
                  <a:lnTo>
                    <a:pt x="0" y="6350"/>
                  </a:lnTo>
                  <a:lnTo>
                    <a:pt x="83820" y="6350"/>
                  </a:lnTo>
                  <a:lnTo>
                    <a:pt x="83820" y="0"/>
                  </a:lnTo>
                  <a:close/>
                </a:path>
                <a:path w="210820" h="6350">
                  <a:moveTo>
                    <a:pt x="210819" y="0"/>
                  </a:moveTo>
                  <a:lnTo>
                    <a:pt x="125729" y="0"/>
                  </a:lnTo>
                  <a:lnTo>
                    <a:pt x="125729" y="2539"/>
                  </a:lnTo>
                  <a:lnTo>
                    <a:pt x="127000" y="2539"/>
                  </a:lnTo>
                  <a:lnTo>
                    <a:pt x="127000" y="6350"/>
                  </a:lnTo>
                  <a:lnTo>
                    <a:pt x="210820" y="6350"/>
                  </a:lnTo>
                  <a:lnTo>
                    <a:pt x="210819" y="0"/>
                  </a:lnTo>
                  <a:close/>
                </a:path>
              </a:pathLst>
            </a:custGeom>
            <a:solidFill>
              <a:srgbClr val="001E4F"/>
            </a:solidFill>
          </p:spPr>
          <p:txBody>
            <a:bodyPr wrap="square" lIns="0" tIns="0" rIns="0" bIns="0" rtlCol="0"/>
            <a:lstStyle/>
            <a:p/>
          </p:txBody>
        </p:sp>
        <p:sp>
          <p:nvSpPr>
            <p:cNvPr id="1859" name="object 1859"/>
            <p:cNvSpPr/>
            <p:nvPr/>
          </p:nvSpPr>
          <p:spPr>
            <a:xfrm>
              <a:off x="571500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7620"/>
                  </a:moveTo>
                  <a:lnTo>
                    <a:pt x="210807" y="0"/>
                  </a:lnTo>
                  <a:lnTo>
                    <a:pt x="127000" y="0"/>
                  </a:lnTo>
                  <a:lnTo>
                    <a:pt x="127000" y="7620"/>
                  </a:lnTo>
                  <a:lnTo>
                    <a:pt x="210820" y="7620"/>
                  </a:lnTo>
                  <a:close/>
                </a:path>
              </a:pathLst>
            </a:custGeom>
            <a:solidFill>
              <a:srgbClr val="001E51"/>
            </a:solidFill>
          </p:spPr>
          <p:txBody>
            <a:bodyPr wrap="square" lIns="0" tIns="0" rIns="0" bIns="0" rtlCol="0"/>
            <a:lstStyle/>
            <a:p/>
          </p:txBody>
        </p:sp>
        <p:sp>
          <p:nvSpPr>
            <p:cNvPr id="1860" name="object 1860"/>
            <p:cNvSpPr/>
            <p:nvPr/>
          </p:nvSpPr>
          <p:spPr>
            <a:xfrm>
              <a:off x="5713729"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90" y="0"/>
                  </a:moveTo>
                  <a:lnTo>
                    <a:pt x="128270" y="0"/>
                  </a:lnTo>
                  <a:lnTo>
                    <a:pt x="128270" y="7619"/>
                  </a:lnTo>
                  <a:lnTo>
                    <a:pt x="212090" y="7619"/>
                  </a:lnTo>
                  <a:lnTo>
                    <a:pt x="212090" y="0"/>
                  </a:lnTo>
                  <a:close/>
                </a:path>
              </a:pathLst>
            </a:custGeom>
            <a:solidFill>
              <a:srgbClr val="001D53"/>
            </a:solidFill>
          </p:spPr>
          <p:txBody>
            <a:bodyPr wrap="square" lIns="0" tIns="0" rIns="0" bIns="0" rtlCol="0"/>
            <a:lstStyle/>
            <a:p/>
          </p:txBody>
        </p:sp>
        <p:sp>
          <p:nvSpPr>
            <p:cNvPr id="1861" name="object 1861"/>
            <p:cNvSpPr/>
            <p:nvPr/>
          </p:nvSpPr>
          <p:spPr>
            <a:xfrm>
              <a:off x="5713729" y="1329689"/>
              <a:ext cx="212090" cy="7620"/>
            </a:xfrm>
            <a:custGeom>
              <a:avLst/>
              <a:gdLst/>
              <a:ahLst/>
              <a:cxnLst/>
              <a:rect l="l" t="t" r="r" b="b"/>
              <a:pathLst>
                <a:path w="212089" h="7619">
                  <a:moveTo>
                    <a:pt x="83820" y="0"/>
                  </a:moveTo>
                  <a:lnTo>
                    <a:pt x="0" y="0"/>
                  </a:lnTo>
                  <a:lnTo>
                    <a:pt x="0" y="7620"/>
                  </a:lnTo>
                  <a:lnTo>
                    <a:pt x="82550" y="7620"/>
                  </a:lnTo>
                  <a:lnTo>
                    <a:pt x="82550" y="6350"/>
                  </a:lnTo>
                  <a:lnTo>
                    <a:pt x="83820" y="6350"/>
                  </a:lnTo>
                  <a:lnTo>
                    <a:pt x="83820" y="0"/>
                  </a:lnTo>
                  <a:close/>
                </a:path>
                <a:path w="212089" h="7619">
                  <a:moveTo>
                    <a:pt x="212090" y="0"/>
                  </a:moveTo>
                  <a:lnTo>
                    <a:pt x="128270" y="0"/>
                  </a:lnTo>
                  <a:lnTo>
                    <a:pt x="128270" y="6350"/>
                  </a:lnTo>
                  <a:lnTo>
                    <a:pt x="129540" y="6350"/>
                  </a:lnTo>
                  <a:lnTo>
                    <a:pt x="129540" y="7620"/>
                  </a:lnTo>
                  <a:lnTo>
                    <a:pt x="212090" y="7620"/>
                  </a:lnTo>
                  <a:lnTo>
                    <a:pt x="212090" y="0"/>
                  </a:lnTo>
                  <a:close/>
                </a:path>
              </a:pathLst>
            </a:custGeom>
            <a:solidFill>
              <a:srgbClr val="001D56"/>
            </a:solidFill>
          </p:spPr>
          <p:txBody>
            <a:bodyPr wrap="square" lIns="0" tIns="0" rIns="0" bIns="0" rtlCol="0"/>
            <a:lstStyle/>
            <a:p/>
          </p:txBody>
        </p:sp>
        <p:sp>
          <p:nvSpPr>
            <p:cNvPr id="1862" name="object 1862"/>
            <p:cNvSpPr/>
            <p:nvPr/>
          </p:nvSpPr>
          <p:spPr>
            <a:xfrm>
              <a:off x="5713730" y="133730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001C58"/>
            </a:solidFill>
          </p:spPr>
          <p:txBody>
            <a:bodyPr wrap="square" lIns="0" tIns="0" rIns="0" bIns="0" rtlCol="0"/>
            <a:lstStyle/>
            <a:p/>
          </p:txBody>
        </p:sp>
        <p:sp>
          <p:nvSpPr>
            <p:cNvPr id="1863" name="object 1863"/>
            <p:cNvSpPr/>
            <p:nvPr/>
          </p:nvSpPr>
          <p:spPr>
            <a:xfrm>
              <a:off x="5713730" y="13436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C5A"/>
            </a:solidFill>
          </p:spPr>
          <p:txBody>
            <a:bodyPr wrap="square" lIns="0" tIns="0" rIns="0" bIns="0" rtlCol="0"/>
            <a:lstStyle/>
            <a:p/>
          </p:txBody>
        </p:sp>
        <p:sp>
          <p:nvSpPr>
            <p:cNvPr id="1864" name="object 1864"/>
            <p:cNvSpPr/>
            <p:nvPr/>
          </p:nvSpPr>
          <p:spPr>
            <a:xfrm>
              <a:off x="5713730" y="135127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B5C"/>
            </a:solidFill>
          </p:spPr>
          <p:txBody>
            <a:bodyPr wrap="square" lIns="0" tIns="0" rIns="0" bIns="0" rtlCol="0"/>
            <a:lstStyle/>
            <a:p/>
          </p:txBody>
        </p:sp>
        <p:sp>
          <p:nvSpPr>
            <p:cNvPr id="1865" name="object 1865"/>
            <p:cNvSpPr/>
            <p:nvPr/>
          </p:nvSpPr>
          <p:spPr>
            <a:xfrm>
              <a:off x="5713730" y="135889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001A5F"/>
            </a:solidFill>
          </p:spPr>
          <p:txBody>
            <a:bodyPr wrap="square" lIns="0" tIns="0" rIns="0" bIns="0" rtlCol="0"/>
            <a:lstStyle/>
            <a:p/>
          </p:txBody>
        </p:sp>
        <p:sp>
          <p:nvSpPr>
            <p:cNvPr id="1866" name="object 1866"/>
            <p:cNvSpPr/>
            <p:nvPr/>
          </p:nvSpPr>
          <p:spPr>
            <a:xfrm>
              <a:off x="5713730" y="136524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A61"/>
            </a:solidFill>
          </p:spPr>
          <p:txBody>
            <a:bodyPr wrap="square" lIns="0" tIns="0" rIns="0" bIns="0" rtlCol="0"/>
            <a:lstStyle/>
            <a:p/>
          </p:txBody>
        </p:sp>
        <p:sp>
          <p:nvSpPr>
            <p:cNvPr id="1867" name="object 1867"/>
            <p:cNvSpPr/>
            <p:nvPr/>
          </p:nvSpPr>
          <p:spPr>
            <a:xfrm>
              <a:off x="5713730" y="137286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963"/>
            </a:solidFill>
          </p:spPr>
          <p:txBody>
            <a:bodyPr wrap="square" lIns="0" tIns="0" rIns="0" bIns="0" rtlCol="0"/>
            <a:lstStyle/>
            <a:p/>
          </p:txBody>
        </p:sp>
        <p:sp>
          <p:nvSpPr>
            <p:cNvPr id="1868" name="object 1868"/>
            <p:cNvSpPr/>
            <p:nvPr/>
          </p:nvSpPr>
          <p:spPr>
            <a:xfrm>
              <a:off x="5713730" y="138048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001966"/>
            </a:solidFill>
          </p:spPr>
          <p:txBody>
            <a:bodyPr wrap="square" lIns="0" tIns="0" rIns="0" bIns="0" rtlCol="0"/>
            <a:lstStyle/>
            <a:p/>
          </p:txBody>
        </p:sp>
        <p:sp>
          <p:nvSpPr>
            <p:cNvPr id="1869" name="object 1869"/>
            <p:cNvSpPr/>
            <p:nvPr/>
          </p:nvSpPr>
          <p:spPr>
            <a:xfrm>
              <a:off x="5713730" y="138683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868"/>
            </a:solidFill>
          </p:spPr>
          <p:txBody>
            <a:bodyPr wrap="square" lIns="0" tIns="0" rIns="0" bIns="0" rtlCol="0"/>
            <a:lstStyle/>
            <a:p/>
          </p:txBody>
        </p:sp>
        <p:sp>
          <p:nvSpPr>
            <p:cNvPr id="1870" name="object 1870"/>
            <p:cNvSpPr/>
            <p:nvPr/>
          </p:nvSpPr>
          <p:spPr>
            <a:xfrm>
              <a:off x="5713730" y="13944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00186A"/>
            </a:solidFill>
          </p:spPr>
          <p:txBody>
            <a:bodyPr wrap="square" lIns="0" tIns="0" rIns="0" bIns="0" rtlCol="0"/>
            <a:lstStyle/>
            <a:p/>
          </p:txBody>
        </p:sp>
        <p:sp>
          <p:nvSpPr>
            <p:cNvPr id="1871" name="object 1871"/>
            <p:cNvSpPr/>
            <p:nvPr/>
          </p:nvSpPr>
          <p:spPr>
            <a:xfrm>
              <a:off x="5713730" y="140207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00176D"/>
            </a:solidFill>
          </p:spPr>
          <p:txBody>
            <a:bodyPr wrap="square" lIns="0" tIns="0" rIns="0" bIns="0" rtlCol="0"/>
            <a:lstStyle/>
            <a:p/>
          </p:txBody>
        </p:sp>
        <p:sp>
          <p:nvSpPr>
            <p:cNvPr id="1872" name="object 1872"/>
            <p:cNvSpPr/>
            <p:nvPr/>
          </p:nvSpPr>
          <p:spPr>
            <a:xfrm>
              <a:off x="5713729" y="1408429"/>
              <a:ext cx="212090" cy="7620"/>
            </a:xfrm>
            <a:custGeom>
              <a:avLst/>
              <a:gdLst/>
              <a:ahLst/>
              <a:cxnLst/>
              <a:rect l="l" t="t" r="r" b="b"/>
              <a:pathLst>
                <a:path w="212089" h="7619">
                  <a:moveTo>
                    <a:pt x="82550" y="0"/>
                  </a:moveTo>
                  <a:lnTo>
                    <a:pt x="0" y="0"/>
                  </a:lnTo>
                  <a:lnTo>
                    <a:pt x="0" y="7620"/>
                  </a:lnTo>
                  <a:lnTo>
                    <a:pt x="83820" y="7620"/>
                  </a:lnTo>
                  <a:lnTo>
                    <a:pt x="83820" y="5080"/>
                  </a:lnTo>
                  <a:lnTo>
                    <a:pt x="82550" y="5080"/>
                  </a:lnTo>
                  <a:lnTo>
                    <a:pt x="82550" y="0"/>
                  </a:lnTo>
                  <a:close/>
                </a:path>
                <a:path w="212089" h="7619">
                  <a:moveTo>
                    <a:pt x="212090" y="0"/>
                  </a:moveTo>
                  <a:lnTo>
                    <a:pt x="129540" y="0"/>
                  </a:lnTo>
                  <a:lnTo>
                    <a:pt x="129540" y="3810"/>
                  </a:lnTo>
                  <a:lnTo>
                    <a:pt x="128270" y="3810"/>
                  </a:lnTo>
                  <a:lnTo>
                    <a:pt x="128270" y="7620"/>
                  </a:lnTo>
                  <a:lnTo>
                    <a:pt x="212090" y="7620"/>
                  </a:lnTo>
                  <a:lnTo>
                    <a:pt x="212090" y="0"/>
                  </a:lnTo>
                  <a:close/>
                </a:path>
              </a:pathLst>
            </a:custGeom>
            <a:solidFill>
              <a:srgbClr val="00166F"/>
            </a:solidFill>
          </p:spPr>
          <p:txBody>
            <a:bodyPr wrap="square" lIns="0" tIns="0" rIns="0" bIns="0" rtlCol="0"/>
            <a:lstStyle/>
            <a:p/>
          </p:txBody>
        </p:sp>
        <p:sp>
          <p:nvSpPr>
            <p:cNvPr id="1873" name="object 1873"/>
            <p:cNvSpPr/>
            <p:nvPr/>
          </p:nvSpPr>
          <p:spPr>
            <a:xfrm>
              <a:off x="5713730" y="14160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8270" y="0"/>
                  </a:lnTo>
                  <a:lnTo>
                    <a:pt x="128270" y="7620"/>
                  </a:lnTo>
                  <a:lnTo>
                    <a:pt x="212090" y="7620"/>
                  </a:lnTo>
                  <a:lnTo>
                    <a:pt x="212090" y="0"/>
                  </a:lnTo>
                  <a:close/>
                </a:path>
              </a:pathLst>
            </a:custGeom>
            <a:solidFill>
              <a:srgbClr val="001671"/>
            </a:solidFill>
          </p:spPr>
          <p:txBody>
            <a:bodyPr wrap="square" lIns="0" tIns="0" rIns="0" bIns="0" rtlCol="0"/>
            <a:lstStyle/>
            <a:p/>
          </p:txBody>
        </p:sp>
        <p:sp>
          <p:nvSpPr>
            <p:cNvPr id="1874" name="object 1874"/>
            <p:cNvSpPr/>
            <p:nvPr/>
          </p:nvSpPr>
          <p:spPr>
            <a:xfrm>
              <a:off x="5713729" y="1423669"/>
              <a:ext cx="212090" cy="6350"/>
            </a:xfrm>
            <a:custGeom>
              <a:avLst/>
              <a:gdLst/>
              <a:ahLst/>
              <a:cxnLst/>
              <a:rect l="l" t="t" r="r" b="b"/>
              <a:pathLst>
                <a:path w="212089" h="6350">
                  <a:moveTo>
                    <a:pt x="83820" y="0"/>
                  </a:moveTo>
                  <a:lnTo>
                    <a:pt x="0" y="0"/>
                  </a:lnTo>
                  <a:lnTo>
                    <a:pt x="0" y="5079"/>
                  </a:lnTo>
                  <a:lnTo>
                    <a:pt x="1270" y="5079"/>
                  </a:lnTo>
                  <a:lnTo>
                    <a:pt x="1270" y="6350"/>
                  </a:lnTo>
                  <a:lnTo>
                    <a:pt x="85089" y="6350"/>
                  </a:lnTo>
                  <a:lnTo>
                    <a:pt x="85089" y="2539"/>
                  </a:lnTo>
                  <a:lnTo>
                    <a:pt x="83820" y="2539"/>
                  </a:lnTo>
                  <a:lnTo>
                    <a:pt x="83820" y="0"/>
                  </a:lnTo>
                  <a:close/>
                </a:path>
                <a:path w="212089" h="6350">
                  <a:moveTo>
                    <a:pt x="212090" y="0"/>
                  </a:moveTo>
                  <a:lnTo>
                    <a:pt x="128270" y="0"/>
                  </a:lnTo>
                  <a:lnTo>
                    <a:pt x="128270" y="6350"/>
                  </a:lnTo>
                  <a:lnTo>
                    <a:pt x="212090" y="6350"/>
                  </a:lnTo>
                  <a:lnTo>
                    <a:pt x="212090" y="0"/>
                  </a:lnTo>
                  <a:close/>
                </a:path>
              </a:pathLst>
            </a:custGeom>
            <a:solidFill>
              <a:srgbClr val="001573"/>
            </a:solidFill>
          </p:spPr>
          <p:txBody>
            <a:bodyPr wrap="square" lIns="0" tIns="0" rIns="0" bIns="0" rtlCol="0"/>
            <a:lstStyle/>
            <a:p/>
          </p:txBody>
        </p:sp>
        <p:sp>
          <p:nvSpPr>
            <p:cNvPr id="1875" name="object 1875"/>
            <p:cNvSpPr/>
            <p:nvPr/>
          </p:nvSpPr>
          <p:spPr>
            <a:xfrm>
              <a:off x="5715000" y="1430019"/>
              <a:ext cx="209550" cy="7620"/>
            </a:xfrm>
            <a:custGeom>
              <a:avLst/>
              <a:gdLst/>
              <a:ahLst/>
              <a:cxnLst/>
              <a:rect l="l" t="t" r="r" b="b"/>
              <a:pathLst>
                <a:path w="209550" h="7619">
                  <a:moveTo>
                    <a:pt x="83820" y="7620"/>
                  </a:moveTo>
                  <a:lnTo>
                    <a:pt x="83807" y="0"/>
                  </a:lnTo>
                  <a:lnTo>
                    <a:pt x="0" y="0"/>
                  </a:lnTo>
                  <a:lnTo>
                    <a:pt x="0" y="7620"/>
                  </a:lnTo>
                  <a:lnTo>
                    <a:pt x="83820" y="7620"/>
                  </a:lnTo>
                  <a:close/>
                </a:path>
                <a:path w="209550" h="7619">
                  <a:moveTo>
                    <a:pt x="209550" y="0"/>
                  </a:moveTo>
                  <a:lnTo>
                    <a:pt x="127000" y="0"/>
                  </a:lnTo>
                  <a:lnTo>
                    <a:pt x="127000" y="7620"/>
                  </a:lnTo>
                  <a:lnTo>
                    <a:pt x="209550" y="7620"/>
                  </a:lnTo>
                  <a:lnTo>
                    <a:pt x="209550" y="0"/>
                  </a:lnTo>
                  <a:close/>
                </a:path>
              </a:pathLst>
            </a:custGeom>
            <a:solidFill>
              <a:srgbClr val="001576"/>
            </a:solidFill>
          </p:spPr>
          <p:txBody>
            <a:bodyPr wrap="square" lIns="0" tIns="0" rIns="0" bIns="0" rtlCol="0"/>
            <a:lstStyle/>
            <a:p/>
          </p:txBody>
        </p:sp>
        <p:sp>
          <p:nvSpPr>
            <p:cNvPr id="1876" name="object 1876"/>
            <p:cNvSpPr/>
            <p:nvPr/>
          </p:nvSpPr>
          <p:spPr>
            <a:xfrm>
              <a:off x="5714999" y="1437639"/>
              <a:ext cx="209550" cy="7620"/>
            </a:xfrm>
            <a:custGeom>
              <a:avLst/>
              <a:gdLst/>
              <a:ahLst/>
              <a:cxnLst/>
              <a:rect l="l" t="t" r="r" b="b"/>
              <a:pathLst>
                <a:path w="209550" h="7619">
                  <a:moveTo>
                    <a:pt x="83820" y="0"/>
                  </a:moveTo>
                  <a:lnTo>
                    <a:pt x="0" y="0"/>
                  </a:lnTo>
                  <a:lnTo>
                    <a:pt x="0" y="7620"/>
                  </a:lnTo>
                  <a:lnTo>
                    <a:pt x="83820" y="7620"/>
                  </a:lnTo>
                  <a:lnTo>
                    <a:pt x="83820" y="0"/>
                  </a:lnTo>
                  <a:close/>
                </a:path>
                <a:path w="209550" h="7619">
                  <a:moveTo>
                    <a:pt x="209550" y="0"/>
                  </a:moveTo>
                  <a:lnTo>
                    <a:pt x="127000" y="0"/>
                  </a:lnTo>
                  <a:lnTo>
                    <a:pt x="127000" y="1270"/>
                  </a:lnTo>
                  <a:lnTo>
                    <a:pt x="125729" y="1270"/>
                  </a:lnTo>
                  <a:lnTo>
                    <a:pt x="125729" y="7620"/>
                  </a:lnTo>
                  <a:lnTo>
                    <a:pt x="209550" y="7620"/>
                  </a:lnTo>
                  <a:lnTo>
                    <a:pt x="209550" y="0"/>
                  </a:lnTo>
                  <a:close/>
                </a:path>
              </a:pathLst>
            </a:custGeom>
            <a:solidFill>
              <a:srgbClr val="001478"/>
            </a:solidFill>
          </p:spPr>
          <p:txBody>
            <a:bodyPr wrap="square" lIns="0" tIns="0" rIns="0" bIns="0" rtlCol="0"/>
            <a:lstStyle/>
            <a:p/>
          </p:txBody>
        </p:sp>
        <p:sp>
          <p:nvSpPr>
            <p:cNvPr id="1877" name="object 1877"/>
            <p:cNvSpPr/>
            <p:nvPr/>
          </p:nvSpPr>
          <p:spPr>
            <a:xfrm>
              <a:off x="5714999" y="1445259"/>
              <a:ext cx="209550" cy="6350"/>
            </a:xfrm>
            <a:custGeom>
              <a:avLst/>
              <a:gdLst/>
              <a:ahLst/>
              <a:cxnLst/>
              <a:rect l="l" t="t" r="r" b="b"/>
              <a:pathLst>
                <a:path w="209550" h="6350">
                  <a:moveTo>
                    <a:pt x="83820" y="0"/>
                  </a:moveTo>
                  <a:lnTo>
                    <a:pt x="0" y="0"/>
                  </a:lnTo>
                  <a:lnTo>
                    <a:pt x="0" y="6350"/>
                  </a:lnTo>
                  <a:lnTo>
                    <a:pt x="85089" y="6350"/>
                  </a:lnTo>
                  <a:lnTo>
                    <a:pt x="85089" y="3810"/>
                  </a:lnTo>
                  <a:lnTo>
                    <a:pt x="83820" y="3810"/>
                  </a:lnTo>
                  <a:lnTo>
                    <a:pt x="83820" y="0"/>
                  </a:lnTo>
                  <a:close/>
                </a:path>
                <a:path w="209550" h="6350">
                  <a:moveTo>
                    <a:pt x="209550" y="0"/>
                  </a:moveTo>
                  <a:lnTo>
                    <a:pt x="125729" y="0"/>
                  </a:lnTo>
                  <a:lnTo>
                    <a:pt x="125729" y="5079"/>
                  </a:lnTo>
                  <a:lnTo>
                    <a:pt x="124460" y="5079"/>
                  </a:lnTo>
                  <a:lnTo>
                    <a:pt x="124460" y="6350"/>
                  </a:lnTo>
                  <a:lnTo>
                    <a:pt x="209550" y="6350"/>
                  </a:lnTo>
                  <a:lnTo>
                    <a:pt x="209550" y="0"/>
                  </a:lnTo>
                  <a:close/>
                </a:path>
              </a:pathLst>
            </a:custGeom>
            <a:solidFill>
              <a:srgbClr val="00147A"/>
            </a:solidFill>
          </p:spPr>
          <p:txBody>
            <a:bodyPr wrap="square" lIns="0" tIns="0" rIns="0" bIns="0" rtlCol="0"/>
            <a:lstStyle/>
            <a:p/>
          </p:txBody>
        </p:sp>
        <p:sp>
          <p:nvSpPr>
            <p:cNvPr id="1878" name="object 1878"/>
            <p:cNvSpPr/>
            <p:nvPr/>
          </p:nvSpPr>
          <p:spPr>
            <a:xfrm>
              <a:off x="5714999" y="1451609"/>
              <a:ext cx="209550" cy="7620"/>
            </a:xfrm>
            <a:custGeom>
              <a:avLst/>
              <a:gdLst/>
              <a:ahLst/>
              <a:cxnLst/>
              <a:rect l="l" t="t" r="r" b="b"/>
              <a:pathLst>
                <a:path w="209550" h="7619">
                  <a:moveTo>
                    <a:pt x="85089" y="0"/>
                  </a:moveTo>
                  <a:lnTo>
                    <a:pt x="0" y="0"/>
                  </a:lnTo>
                  <a:lnTo>
                    <a:pt x="0" y="2539"/>
                  </a:lnTo>
                  <a:lnTo>
                    <a:pt x="1270" y="2539"/>
                  </a:lnTo>
                  <a:lnTo>
                    <a:pt x="1270" y="5079"/>
                  </a:lnTo>
                  <a:lnTo>
                    <a:pt x="85090" y="5079"/>
                  </a:lnTo>
                  <a:lnTo>
                    <a:pt x="85089" y="0"/>
                  </a:lnTo>
                  <a:close/>
                </a:path>
                <a:path w="209550" h="7619">
                  <a:moveTo>
                    <a:pt x="209550" y="0"/>
                  </a:moveTo>
                  <a:lnTo>
                    <a:pt x="124460" y="0"/>
                  </a:lnTo>
                  <a:lnTo>
                    <a:pt x="124460" y="5079"/>
                  </a:lnTo>
                  <a:lnTo>
                    <a:pt x="208280" y="5079"/>
                  </a:lnTo>
                  <a:lnTo>
                    <a:pt x="208280" y="1269"/>
                  </a:lnTo>
                  <a:lnTo>
                    <a:pt x="209550" y="1269"/>
                  </a:lnTo>
                  <a:lnTo>
                    <a:pt x="209550" y="0"/>
                  </a:lnTo>
                  <a:close/>
                </a:path>
                <a:path w="209550" h="7619">
                  <a:moveTo>
                    <a:pt x="208280" y="5080"/>
                  </a:moveTo>
                  <a:lnTo>
                    <a:pt x="124460" y="5080"/>
                  </a:lnTo>
                  <a:lnTo>
                    <a:pt x="124460" y="7619"/>
                  </a:lnTo>
                  <a:lnTo>
                    <a:pt x="208280" y="7619"/>
                  </a:lnTo>
                  <a:lnTo>
                    <a:pt x="208280" y="5080"/>
                  </a:lnTo>
                  <a:close/>
                </a:path>
                <a:path w="209550" h="7619">
                  <a:moveTo>
                    <a:pt x="86360" y="5080"/>
                  </a:moveTo>
                  <a:lnTo>
                    <a:pt x="1270" y="5080"/>
                  </a:lnTo>
                  <a:lnTo>
                    <a:pt x="1270" y="7619"/>
                  </a:lnTo>
                  <a:lnTo>
                    <a:pt x="86360" y="7619"/>
                  </a:lnTo>
                  <a:lnTo>
                    <a:pt x="86360" y="5080"/>
                  </a:lnTo>
                  <a:close/>
                </a:path>
              </a:pathLst>
            </a:custGeom>
            <a:solidFill>
              <a:srgbClr val="00137D"/>
            </a:solidFill>
          </p:spPr>
          <p:txBody>
            <a:bodyPr wrap="square" lIns="0" tIns="0" rIns="0" bIns="0" rtlCol="0"/>
            <a:lstStyle/>
            <a:p/>
          </p:txBody>
        </p:sp>
        <p:sp>
          <p:nvSpPr>
            <p:cNvPr id="1879" name="object 1879"/>
            <p:cNvSpPr/>
            <p:nvPr/>
          </p:nvSpPr>
          <p:spPr>
            <a:xfrm>
              <a:off x="5716269" y="1459229"/>
              <a:ext cx="207010" cy="7620"/>
            </a:xfrm>
            <a:custGeom>
              <a:avLst/>
              <a:gdLst/>
              <a:ahLst/>
              <a:cxnLst/>
              <a:rect l="l" t="t" r="r" b="b"/>
              <a:pathLst>
                <a:path w="207010" h="7619">
                  <a:moveTo>
                    <a:pt x="207010" y="0"/>
                  </a:moveTo>
                  <a:lnTo>
                    <a:pt x="123189" y="0"/>
                  </a:lnTo>
                  <a:lnTo>
                    <a:pt x="123189" y="2540"/>
                  </a:lnTo>
                  <a:lnTo>
                    <a:pt x="121919" y="2540"/>
                  </a:lnTo>
                  <a:lnTo>
                    <a:pt x="121919" y="6350"/>
                  </a:lnTo>
                  <a:lnTo>
                    <a:pt x="120650" y="6350"/>
                  </a:lnTo>
                  <a:lnTo>
                    <a:pt x="120650" y="7620"/>
                  </a:lnTo>
                  <a:lnTo>
                    <a:pt x="207010" y="7620"/>
                  </a:lnTo>
                  <a:lnTo>
                    <a:pt x="207010" y="0"/>
                  </a:lnTo>
                  <a:close/>
                </a:path>
                <a:path w="207010" h="7619">
                  <a:moveTo>
                    <a:pt x="85089" y="0"/>
                  </a:moveTo>
                  <a:lnTo>
                    <a:pt x="0" y="0"/>
                  </a:lnTo>
                  <a:lnTo>
                    <a:pt x="0" y="7620"/>
                  </a:lnTo>
                  <a:lnTo>
                    <a:pt x="86360" y="7620"/>
                  </a:lnTo>
                  <a:lnTo>
                    <a:pt x="86360" y="6350"/>
                  </a:lnTo>
                  <a:lnTo>
                    <a:pt x="85089" y="6350"/>
                  </a:lnTo>
                  <a:lnTo>
                    <a:pt x="85089" y="0"/>
                  </a:lnTo>
                  <a:close/>
                </a:path>
              </a:pathLst>
            </a:custGeom>
            <a:solidFill>
              <a:srgbClr val="00127F"/>
            </a:solidFill>
          </p:spPr>
          <p:txBody>
            <a:bodyPr wrap="square" lIns="0" tIns="0" rIns="0" bIns="0" rtlCol="0"/>
            <a:lstStyle/>
            <a:p/>
          </p:txBody>
        </p:sp>
        <p:sp>
          <p:nvSpPr>
            <p:cNvPr id="1880" name="object 1880"/>
            <p:cNvSpPr/>
            <p:nvPr/>
          </p:nvSpPr>
          <p:spPr>
            <a:xfrm>
              <a:off x="5716270" y="1466849"/>
              <a:ext cx="207010" cy="7620"/>
            </a:xfrm>
            <a:custGeom>
              <a:avLst/>
              <a:gdLst/>
              <a:ahLst/>
              <a:cxnLst/>
              <a:rect l="l" t="t" r="r" b="b"/>
              <a:pathLst>
                <a:path w="207010" h="7619">
                  <a:moveTo>
                    <a:pt x="87630" y="2540"/>
                  </a:moveTo>
                  <a:lnTo>
                    <a:pt x="86360" y="2540"/>
                  </a:lnTo>
                  <a:lnTo>
                    <a:pt x="86360" y="0"/>
                  </a:lnTo>
                  <a:lnTo>
                    <a:pt x="0" y="0"/>
                  </a:lnTo>
                  <a:lnTo>
                    <a:pt x="0" y="2540"/>
                  </a:lnTo>
                  <a:lnTo>
                    <a:pt x="1270" y="2540"/>
                  </a:lnTo>
                  <a:lnTo>
                    <a:pt x="1270" y="7620"/>
                  </a:lnTo>
                  <a:lnTo>
                    <a:pt x="87630" y="7620"/>
                  </a:lnTo>
                  <a:lnTo>
                    <a:pt x="87630" y="2540"/>
                  </a:lnTo>
                  <a:close/>
                </a:path>
                <a:path w="207010" h="7619">
                  <a:moveTo>
                    <a:pt x="207010" y="0"/>
                  </a:moveTo>
                  <a:lnTo>
                    <a:pt x="120650" y="0"/>
                  </a:lnTo>
                  <a:lnTo>
                    <a:pt x="120650" y="6350"/>
                  </a:lnTo>
                  <a:lnTo>
                    <a:pt x="119380" y="6350"/>
                  </a:lnTo>
                  <a:lnTo>
                    <a:pt x="119380" y="7620"/>
                  </a:lnTo>
                  <a:lnTo>
                    <a:pt x="205740" y="7620"/>
                  </a:lnTo>
                  <a:lnTo>
                    <a:pt x="205740" y="6350"/>
                  </a:lnTo>
                  <a:lnTo>
                    <a:pt x="207010" y="6350"/>
                  </a:lnTo>
                  <a:lnTo>
                    <a:pt x="207010" y="0"/>
                  </a:lnTo>
                  <a:close/>
                </a:path>
              </a:pathLst>
            </a:custGeom>
            <a:solidFill>
              <a:srgbClr val="001281"/>
            </a:solidFill>
          </p:spPr>
          <p:txBody>
            <a:bodyPr wrap="square" lIns="0" tIns="0" rIns="0" bIns="0" rtlCol="0"/>
            <a:lstStyle/>
            <a:p/>
          </p:txBody>
        </p:sp>
        <p:sp>
          <p:nvSpPr>
            <p:cNvPr id="1881" name="object 1881"/>
            <p:cNvSpPr/>
            <p:nvPr/>
          </p:nvSpPr>
          <p:spPr>
            <a:xfrm>
              <a:off x="5717540" y="1474469"/>
              <a:ext cx="204470" cy="6350"/>
            </a:xfrm>
            <a:custGeom>
              <a:avLst/>
              <a:gdLst/>
              <a:ahLst/>
              <a:cxnLst/>
              <a:rect l="l" t="t" r="r" b="b"/>
              <a:pathLst>
                <a:path w="204470" h="6350">
                  <a:moveTo>
                    <a:pt x="88900" y="5080"/>
                  </a:moveTo>
                  <a:lnTo>
                    <a:pt x="87617" y="5080"/>
                  </a:lnTo>
                  <a:lnTo>
                    <a:pt x="87617" y="0"/>
                  </a:lnTo>
                  <a:lnTo>
                    <a:pt x="0" y="0"/>
                  </a:lnTo>
                  <a:lnTo>
                    <a:pt x="0" y="5080"/>
                  </a:lnTo>
                  <a:lnTo>
                    <a:pt x="0" y="6350"/>
                  </a:lnTo>
                  <a:lnTo>
                    <a:pt x="88900" y="6350"/>
                  </a:lnTo>
                  <a:lnTo>
                    <a:pt x="88900" y="5080"/>
                  </a:lnTo>
                  <a:close/>
                </a:path>
                <a:path w="204470" h="6350">
                  <a:moveTo>
                    <a:pt x="204470" y="0"/>
                  </a:moveTo>
                  <a:lnTo>
                    <a:pt x="118110" y="0"/>
                  </a:lnTo>
                  <a:lnTo>
                    <a:pt x="118110" y="1270"/>
                  </a:lnTo>
                  <a:lnTo>
                    <a:pt x="116840" y="1270"/>
                  </a:lnTo>
                  <a:lnTo>
                    <a:pt x="116840" y="5080"/>
                  </a:lnTo>
                  <a:lnTo>
                    <a:pt x="115570" y="5080"/>
                  </a:lnTo>
                  <a:lnTo>
                    <a:pt x="115570" y="6350"/>
                  </a:lnTo>
                  <a:lnTo>
                    <a:pt x="204470" y="6350"/>
                  </a:lnTo>
                  <a:lnTo>
                    <a:pt x="204470" y="5080"/>
                  </a:lnTo>
                  <a:lnTo>
                    <a:pt x="204470" y="1270"/>
                  </a:lnTo>
                  <a:lnTo>
                    <a:pt x="204470" y="0"/>
                  </a:lnTo>
                  <a:close/>
                </a:path>
              </a:pathLst>
            </a:custGeom>
            <a:solidFill>
              <a:srgbClr val="001183"/>
            </a:solidFill>
          </p:spPr>
          <p:txBody>
            <a:bodyPr wrap="square" lIns="0" tIns="0" rIns="0" bIns="0" rtlCol="0"/>
            <a:lstStyle/>
            <a:p/>
          </p:txBody>
        </p:sp>
        <p:sp>
          <p:nvSpPr>
            <p:cNvPr id="1882" name="object 1882"/>
            <p:cNvSpPr/>
            <p:nvPr/>
          </p:nvSpPr>
          <p:spPr>
            <a:xfrm>
              <a:off x="5717540" y="1480819"/>
              <a:ext cx="204470" cy="7620"/>
            </a:xfrm>
            <a:custGeom>
              <a:avLst/>
              <a:gdLst/>
              <a:ahLst/>
              <a:cxnLst/>
              <a:rect l="l" t="t" r="r" b="b"/>
              <a:pathLst>
                <a:path w="204470"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4470" h="7619">
                  <a:moveTo>
                    <a:pt x="204470" y="0"/>
                  </a:moveTo>
                  <a:lnTo>
                    <a:pt x="115570" y="0"/>
                  </a:lnTo>
                  <a:lnTo>
                    <a:pt x="115570" y="1270"/>
                  </a:lnTo>
                  <a:lnTo>
                    <a:pt x="114300" y="1270"/>
                  </a:lnTo>
                  <a:lnTo>
                    <a:pt x="114300" y="2540"/>
                  </a:lnTo>
                  <a:lnTo>
                    <a:pt x="114300" y="7620"/>
                  </a:lnTo>
                  <a:lnTo>
                    <a:pt x="203200" y="7620"/>
                  </a:lnTo>
                  <a:lnTo>
                    <a:pt x="203200" y="2540"/>
                  </a:lnTo>
                  <a:lnTo>
                    <a:pt x="204470" y="2540"/>
                  </a:lnTo>
                  <a:lnTo>
                    <a:pt x="204470" y="1270"/>
                  </a:lnTo>
                  <a:lnTo>
                    <a:pt x="204470" y="0"/>
                  </a:lnTo>
                  <a:close/>
                </a:path>
              </a:pathLst>
            </a:custGeom>
            <a:solidFill>
              <a:srgbClr val="001186"/>
            </a:solidFill>
          </p:spPr>
          <p:txBody>
            <a:bodyPr wrap="square" lIns="0" tIns="0" rIns="0" bIns="0" rtlCol="0"/>
            <a:lstStyle/>
            <a:p/>
          </p:txBody>
        </p:sp>
        <p:sp>
          <p:nvSpPr>
            <p:cNvPr id="1883" name="object 1883"/>
            <p:cNvSpPr/>
            <p:nvPr/>
          </p:nvSpPr>
          <p:spPr>
            <a:xfrm>
              <a:off x="5718810" y="1488439"/>
              <a:ext cx="201930" cy="7620"/>
            </a:xfrm>
            <a:custGeom>
              <a:avLst/>
              <a:gdLst/>
              <a:ahLst/>
              <a:cxnLst/>
              <a:rect l="l" t="t" r="r" b="b"/>
              <a:pathLst>
                <a:path w="201929" h="7619">
                  <a:moveTo>
                    <a:pt x="96520" y="6350"/>
                  </a:moveTo>
                  <a:lnTo>
                    <a:pt x="93980" y="6350"/>
                  </a:lnTo>
                  <a:lnTo>
                    <a:pt x="93980" y="3810"/>
                  </a:lnTo>
                  <a:lnTo>
                    <a:pt x="92697" y="3810"/>
                  </a:lnTo>
                  <a:lnTo>
                    <a:pt x="92697" y="2540"/>
                  </a:lnTo>
                  <a:lnTo>
                    <a:pt x="91440" y="2540"/>
                  </a:lnTo>
                  <a:lnTo>
                    <a:pt x="91440" y="1270"/>
                  </a:lnTo>
                  <a:lnTo>
                    <a:pt x="91440" y="0"/>
                  </a:lnTo>
                  <a:lnTo>
                    <a:pt x="0" y="0"/>
                  </a:lnTo>
                  <a:lnTo>
                    <a:pt x="0" y="1270"/>
                  </a:lnTo>
                  <a:lnTo>
                    <a:pt x="1270" y="1270"/>
                  </a:lnTo>
                  <a:lnTo>
                    <a:pt x="1270" y="2540"/>
                  </a:lnTo>
                  <a:lnTo>
                    <a:pt x="1270" y="3810"/>
                  </a:lnTo>
                  <a:lnTo>
                    <a:pt x="1270" y="6350"/>
                  </a:lnTo>
                  <a:lnTo>
                    <a:pt x="1270" y="7620"/>
                  </a:lnTo>
                  <a:lnTo>
                    <a:pt x="96520" y="7620"/>
                  </a:lnTo>
                  <a:lnTo>
                    <a:pt x="96520" y="6350"/>
                  </a:lnTo>
                  <a:close/>
                </a:path>
                <a:path w="201929" h="7619">
                  <a:moveTo>
                    <a:pt x="201930" y="0"/>
                  </a:moveTo>
                  <a:lnTo>
                    <a:pt x="111760" y="0"/>
                  </a:lnTo>
                  <a:lnTo>
                    <a:pt x="111760" y="1270"/>
                  </a:lnTo>
                  <a:lnTo>
                    <a:pt x="110490" y="1270"/>
                  </a:lnTo>
                  <a:lnTo>
                    <a:pt x="110490" y="2540"/>
                  </a:lnTo>
                  <a:lnTo>
                    <a:pt x="109220" y="2540"/>
                  </a:lnTo>
                  <a:lnTo>
                    <a:pt x="109220" y="5080"/>
                  </a:lnTo>
                  <a:lnTo>
                    <a:pt x="107950" y="5080"/>
                  </a:lnTo>
                  <a:lnTo>
                    <a:pt x="107950" y="7620"/>
                  </a:lnTo>
                  <a:lnTo>
                    <a:pt x="200660" y="7620"/>
                  </a:lnTo>
                  <a:lnTo>
                    <a:pt x="200660" y="5080"/>
                  </a:lnTo>
                  <a:lnTo>
                    <a:pt x="201930" y="5080"/>
                  </a:lnTo>
                  <a:lnTo>
                    <a:pt x="201930" y="2540"/>
                  </a:lnTo>
                  <a:lnTo>
                    <a:pt x="201930" y="1270"/>
                  </a:lnTo>
                  <a:lnTo>
                    <a:pt x="201930" y="0"/>
                  </a:lnTo>
                  <a:close/>
                </a:path>
              </a:pathLst>
            </a:custGeom>
            <a:solidFill>
              <a:srgbClr val="001088"/>
            </a:solidFill>
          </p:spPr>
          <p:txBody>
            <a:bodyPr wrap="square" lIns="0" tIns="0" rIns="0" bIns="0" rtlCol="0"/>
            <a:lstStyle/>
            <a:p/>
          </p:txBody>
        </p:sp>
        <p:sp>
          <p:nvSpPr>
            <p:cNvPr id="1884" name="object 1884"/>
            <p:cNvSpPr/>
            <p:nvPr/>
          </p:nvSpPr>
          <p:spPr>
            <a:xfrm>
              <a:off x="572008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99060" y="3810"/>
                  </a:lnTo>
                  <a:lnTo>
                    <a:pt x="99060" y="2540"/>
                  </a:lnTo>
                  <a:lnTo>
                    <a:pt x="97777" y="2540"/>
                  </a:lnTo>
                  <a:lnTo>
                    <a:pt x="97777" y="1270"/>
                  </a:lnTo>
                  <a:lnTo>
                    <a:pt x="95250" y="1270"/>
                  </a:lnTo>
                  <a:lnTo>
                    <a:pt x="95250" y="0"/>
                  </a:lnTo>
                  <a:lnTo>
                    <a:pt x="0" y="0"/>
                  </a:lnTo>
                  <a:lnTo>
                    <a:pt x="0" y="1270"/>
                  </a:lnTo>
                  <a:lnTo>
                    <a:pt x="0" y="2540"/>
                  </a:lnTo>
                  <a:lnTo>
                    <a:pt x="0" y="3810"/>
                  </a:lnTo>
                  <a:lnTo>
                    <a:pt x="0" y="6350"/>
                  </a:lnTo>
                  <a:lnTo>
                    <a:pt x="199377" y="6350"/>
                  </a:lnTo>
                  <a:lnTo>
                    <a:pt x="199377" y="3810"/>
                  </a:lnTo>
                  <a:lnTo>
                    <a:pt x="199377" y="2540"/>
                  </a:lnTo>
                  <a:lnTo>
                    <a:pt x="199390" y="1270"/>
                  </a:lnTo>
                  <a:lnTo>
                    <a:pt x="199390" y="0"/>
                  </a:lnTo>
                  <a:close/>
                </a:path>
              </a:pathLst>
            </a:custGeom>
            <a:solidFill>
              <a:srgbClr val="00108A"/>
            </a:solidFill>
          </p:spPr>
          <p:txBody>
            <a:bodyPr wrap="square" lIns="0" tIns="0" rIns="0" bIns="0" rtlCol="0"/>
            <a:lstStyle/>
            <a:p/>
          </p:txBody>
        </p:sp>
        <p:sp>
          <p:nvSpPr>
            <p:cNvPr id="1885" name="object 1885"/>
            <p:cNvSpPr/>
            <p:nvPr/>
          </p:nvSpPr>
          <p:spPr>
            <a:xfrm>
              <a:off x="5721349"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000F8D"/>
            </a:solidFill>
          </p:spPr>
          <p:txBody>
            <a:bodyPr wrap="square" lIns="0" tIns="0" rIns="0" bIns="0" rtlCol="0"/>
            <a:lstStyle/>
            <a:p/>
          </p:txBody>
        </p:sp>
        <p:sp>
          <p:nvSpPr>
            <p:cNvPr id="1886" name="object 1886"/>
            <p:cNvSpPr/>
            <p:nvPr/>
          </p:nvSpPr>
          <p:spPr>
            <a:xfrm>
              <a:off x="572135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000E8F"/>
            </a:solidFill>
          </p:spPr>
          <p:txBody>
            <a:bodyPr wrap="square" lIns="0" tIns="0" rIns="0" bIns="0" rtlCol="0"/>
            <a:lstStyle/>
            <a:p/>
          </p:txBody>
        </p:sp>
        <p:sp>
          <p:nvSpPr>
            <p:cNvPr id="1887" name="object 1887"/>
            <p:cNvSpPr/>
            <p:nvPr/>
          </p:nvSpPr>
          <p:spPr>
            <a:xfrm>
              <a:off x="572262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000E91"/>
            </a:solidFill>
          </p:spPr>
          <p:txBody>
            <a:bodyPr wrap="square" lIns="0" tIns="0" rIns="0" bIns="0" rtlCol="0"/>
            <a:lstStyle/>
            <a:p/>
          </p:txBody>
        </p:sp>
        <p:sp>
          <p:nvSpPr>
            <p:cNvPr id="1888" name="object 1888"/>
            <p:cNvSpPr/>
            <p:nvPr/>
          </p:nvSpPr>
          <p:spPr>
            <a:xfrm>
              <a:off x="5723890" y="1523999"/>
              <a:ext cx="191770" cy="7620"/>
            </a:xfrm>
            <a:custGeom>
              <a:avLst/>
              <a:gdLst/>
              <a:ahLst/>
              <a:cxnLst/>
              <a:rect l="l" t="t" r="r" b="b"/>
              <a:pathLst>
                <a:path w="191770" h="7619">
                  <a:moveTo>
                    <a:pt x="190500" y="5092"/>
                  </a:moveTo>
                  <a:lnTo>
                    <a:pt x="1270" y="5092"/>
                  </a:lnTo>
                  <a:lnTo>
                    <a:pt x="1270" y="7620"/>
                  </a:lnTo>
                  <a:lnTo>
                    <a:pt x="190500" y="7620"/>
                  </a:lnTo>
                  <a:lnTo>
                    <a:pt x="190500"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000D93"/>
            </a:solidFill>
          </p:spPr>
          <p:txBody>
            <a:bodyPr wrap="square" lIns="0" tIns="0" rIns="0" bIns="0" rtlCol="0"/>
            <a:lstStyle/>
            <a:p/>
          </p:txBody>
        </p:sp>
        <p:sp>
          <p:nvSpPr>
            <p:cNvPr id="1889" name="object 1889"/>
            <p:cNvSpPr/>
            <p:nvPr/>
          </p:nvSpPr>
          <p:spPr>
            <a:xfrm>
              <a:off x="5725160" y="1531619"/>
              <a:ext cx="189230" cy="7620"/>
            </a:xfrm>
            <a:custGeom>
              <a:avLst/>
              <a:gdLst/>
              <a:ahLst/>
              <a:cxnLst/>
              <a:rect l="l" t="t" r="r" b="b"/>
              <a:pathLst>
                <a:path w="189229" h="7619">
                  <a:moveTo>
                    <a:pt x="187960" y="7620"/>
                  </a:moveTo>
                  <a:lnTo>
                    <a:pt x="187947" y="3822"/>
                  </a:lnTo>
                  <a:lnTo>
                    <a:pt x="1270" y="3822"/>
                  </a:lnTo>
                  <a:lnTo>
                    <a:pt x="1270" y="7620"/>
                  </a:lnTo>
                  <a:lnTo>
                    <a:pt x="187960" y="7620"/>
                  </a:lnTo>
                  <a:close/>
                </a:path>
                <a:path w="189229" h="7619">
                  <a:moveTo>
                    <a:pt x="189230" y="0"/>
                  </a:moveTo>
                  <a:lnTo>
                    <a:pt x="0" y="0"/>
                  </a:lnTo>
                  <a:lnTo>
                    <a:pt x="0" y="2540"/>
                  </a:lnTo>
                  <a:lnTo>
                    <a:pt x="1270" y="2540"/>
                  </a:lnTo>
                  <a:lnTo>
                    <a:pt x="1270" y="3810"/>
                  </a:lnTo>
                  <a:lnTo>
                    <a:pt x="189230" y="3810"/>
                  </a:lnTo>
                  <a:lnTo>
                    <a:pt x="189230" y="2540"/>
                  </a:lnTo>
                  <a:lnTo>
                    <a:pt x="189230" y="0"/>
                  </a:lnTo>
                  <a:close/>
                </a:path>
              </a:pathLst>
            </a:custGeom>
            <a:solidFill>
              <a:srgbClr val="000D96"/>
            </a:solidFill>
          </p:spPr>
          <p:txBody>
            <a:bodyPr wrap="square" lIns="0" tIns="0" rIns="0" bIns="0" rtlCol="0"/>
            <a:lstStyle/>
            <a:p/>
          </p:txBody>
        </p:sp>
        <p:sp>
          <p:nvSpPr>
            <p:cNvPr id="1890" name="object 1890"/>
            <p:cNvSpPr/>
            <p:nvPr/>
          </p:nvSpPr>
          <p:spPr>
            <a:xfrm>
              <a:off x="572643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000C98"/>
            </a:solidFill>
          </p:spPr>
          <p:txBody>
            <a:bodyPr wrap="square" lIns="0" tIns="0" rIns="0" bIns="0" rtlCol="0"/>
            <a:lstStyle/>
            <a:p/>
          </p:txBody>
        </p:sp>
        <p:sp>
          <p:nvSpPr>
            <p:cNvPr id="1891" name="object 1891"/>
            <p:cNvSpPr/>
            <p:nvPr/>
          </p:nvSpPr>
          <p:spPr>
            <a:xfrm>
              <a:off x="572770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50" y="3810"/>
                  </a:lnTo>
                  <a:lnTo>
                    <a:pt x="184150" y="2540"/>
                  </a:lnTo>
                  <a:lnTo>
                    <a:pt x="184150" y="0"/>
                  </a:lnTo>
                  <a:close/>
                </a:path>
              </a:pathLst>
            </a:custGeom>
            <a:solidFill>
              <a:srgbClr val="000C9A"/>
            </a:solidFill>
          </p:spPr>
          <p:txBody>
            <a:bodyPr wrap="square" lIns="0" tIns="0" rIns="0" bIns="0" rtlCol="0"/>
            <a:lstStyle/>
            <a:p/>
          </p:txBody>
        </p:sp>
        <p:sp>
          <p:nvSpPr>
            <p:cNvPr id="1892" name="object 1892"/>
            <p:cNvSpPr/>
            <p:nvPr/>
          </p:nvSpPr>
          <p:spPr>
            <a:xfrm>
              <a:off x="5728970" y="1553209"/>
              <a:ext cx="181610" cy="7620"/>
            </a:xfrm>
            <a:custGeom>
              <a:avLst/>
              <a:gdLst/>
              <a:ahLst/>
              <a:cxnLst/>
              <a:rect l="l" t="t" r="r" b="b"/>
              <a:pathLst>
                <a:path w="181610" h="7619">
                  <a:moveTo>
                    <a:pt x="181610" y="0"/>
                  </a:moveTo>
                  <a:lnTo>
                    <a:pt x="0" y="0"/>
                  </a:lnTo>
                  <a:lnTo>
                    <a:pt x="0" y="1270"/>
                  </a:lnTo>
                  <a:lnTo>
                    <a:pt x="1270" y="1270"/>
                  </a:lnTo>
                  <a:lnTo>
                    <a:pt x="1270" y="2540"/>
                  </a:lnTo>
                  <a:lnTo>
                    <a:pt x="1270" y="7620"/>
                  </a:lnTo>
                  <a:lnTo>
                    <a:pt x="180340" y="7620"/>
                  </a:lnTo>
                  <a:lnTo>
                    <a:pt x="180340" y="2540"/>
                  </a:lnTo>
                  <a:lnTo>
                    <a:pt x="181610" y="2540"/>
                  </a:lnTo>
                  <a:lnTo>
                    <a:pt x="181610" y="1270"/>
                  </a:lnTo>
                  <a:lnTo>
                    <a:pt x="181610" y="0"/>
                  </a:lnTo>
                  <a:close/>
                </a:path>
              </a:pathLst>
            </a:custGeom>
            <a:solidFill>
              <a:srgbClr val="000B9D"/>
            </a:solidFill>
          </p:spPr>
          <p:txBody>
            <a:bodyPr wrap="square" lIns="0" tIns="0" rIns="0" bIns="0" rtlCol="0"/>
            <a:lstStyle/>
            <a:p/>
          </p:txBody>
        </p:sp>
        <p:sp>
          <p:nvSpPr>
            <p:cNvPr id="1893" name="object 1893"/>
            <p:cNvSpPr/>
            <p:nvPr/>
          </p:nvSpPr>
          <p:spPr>
            <a:xfrm>
              <a:off x="5730240" y="1560829"/>
              <a:ext cx="179070" cy="6350"/>
            </a:xfrm>
            <a:custGeom>
              <a:avLst/>
              <a:gdLst/>
              <a:ahLst/>
              <a:cxnLst/>
              <a:rect l="l" t="t" r="r" b="b"/>
              <a:pathLst>
                <a:path w="179070" h="6350">
                  <a:moveTo>
                    <a:pt x="179070" y="0"/>
                  </a:moveTo>
                  <a:lnTo>
                    <a:pt x="0" y="0"/>
                  </a:lnTo>
                  <a:lnTo>
                    <a:pt x="0" y="1270"/>
                  </a:lnTo>
                  <a:lnTo>
                    <a:pt x="1270" y="1270"/>
                  </a:lnTo>
                  <a:lnTo>
                    <a:pt x="1270" y="6350"/>
                  </a:lnTo>
                  <a:lnTo>
                    <a:pt x="177800" y="6350"/>
                  </a:lnTo>
                  <a:lnTo>
                    <a:pt x="177800" y="1270"/>
                  </a:lnTo>
                  <a:lnTo>
                    <a:pt x="179070" y="1270"/>
                  </a:lnTo>
                  <a:lnTo>
                    <a:pt x="179070" y="0"/>
                  </a:lnTo>
                  <a:close/>
                </a:path>
              </a:pathLst>
            </a:custGeom>
            <a:solidFill>
              <a:srgbClr val="000A9F"/>
            </a:solidFill>
          </p:spPr>
          <p:txBody>
            <a:bodyPr wrap="square" lIns="0" tIns="0" rIns="0" bIns="0" rtlCol="0"/>
            <a:lstStyle/>
            <a:p/>
          </p:txBody>
        </p:sp>
        <p:sp>
          <p:nvSpPr>
            <p:cNvPr id="1894" name="object 1894"/>
            <p:cNvSpPr/>
            <p:nvPr/>
          </p:nvSpPr>
          <p:spPr>
            <a:xfrm>
              <a:off x="5732780" y="1567179"/>
              <a:ext cx="173990" cy="7620"/>
            </a:xfrm>
            <a:custGeom>
              <a:avLst/>
              <a:gdLst/>
              <a:ahLst/>
              <a:cxnLst/>
              <a:rect l="l" t="t" r="r" b="b"/>
              <a:pathLst>
                <a:path w="173989" h="7619">
                  <a:moveTo>
                    <a:pt x="172720" y="6362"/>
                  </a:moveTo>
                  <a:lnTo>
                    <a:pt x="1270" y="6362"/>
                  </a:lnTo>
                  <a:lnTo>
                    <a:pt x="1270" y="7620"/>
                  </a:lnTo>
                  <a:lnTo>
                    <a:pt x="172720" y="7620"/>
                  </a:lnTo>
                  <a:lnTo>
                    <a:pt x="172720" y="6362"/>
                  </a:lnTo>
                  <a:close/>
                </a:path>
                <a:path w="173989" h="7619">
                  <a:moveTo>
                    <a:pt x="173990" y="5080"/>
                  </a:moveTo>
                  <a:lnTo>
                    <a:pt x="173977" y="0"/>
                  </a:lnTo>
                  <a:lnTo>
                    <a:pt x="0" y="0"/>
                  </a:lnTo>
                  <a:lnTo>
                    <a:pt x="0" y="5080"/>
                  </a:lnTo>
                  <a:lnTo>
                    <a:pt x="1270" y="5080"/>
                  </a:lnTo>
                  <a:lnTo>
                    <a:pt x="1270" y="6350"/>
                  </a:lnTo>
                  <a:lnTo>
                    <a:pt x="173990" y="6350"/>
                  </a:lnTo>
                  <a:lnTo>
                    <a:pt x="173990" y="5080"/>
                  </a:lnTo>
                  <a:close/>
                </a:path>
              </a:pathLst>
            </a:custGeom>
            <a:solidFill>
              <a:srgbClr val="000AA1"/>
            </a:solidFill>
          </p:spPr>
          <p:txBody>
            <a:bodyPr wrap="square" lIns="0" tIns="0" rIns="0" bIns="0" rtlCol="0"/>
            <a:lstStyle/>
            <a:p/>
          </p:txBody>
        </p:sp>
        <p:sp>
          <p:nvSpPr>
            <p:cNvPr id="1895" name="object 1895"/>
            <p:cNvSpPr/>
            <p:nvPr/>
          </p:nvSpPr>
          <p:spPr>
            <a:xfrm>
              <a:off x="5734050" y="1574799"/>
              <a:ext cx="171450" cy="7620"/>
            </a:xfrm>
            <a:custGeom>
              <a:avLst/>
              <a:gdLst/>
              <a:ahLst/>
              <a:cxnLst/>
              <a:rect l="l" t="t" r="r" b="b"/>
              <a:pathLst>
                <a:path w="171450" h="7619">
                  <a:moveTo>
                    <a:pt x="170180" y="5092"/>
                  </a:moveTo>
                  <a:lnTo>
                    <a:pt x="2540" y="5092"/>
                  </a:lnTo>
                  <a:lnTo>
                    <a:pt x="2540" y="7620"/>
                  </a:lnTo>
                  <a:lnTo>
                    <a:pt x="170180" y="7620"/>
                  </a:lnTo>
                  <a:lnTo>
                    <a:pt x="170180" y="5092"/>
                  </a:lnTo>
                  <a:close/>
                </a:path>
                <a:path w="171450" h="7619">
                  <a:moveTo>
                    <a:pt x="171450" y="0"/>
                  </a:moveTo>
                  <a:lnTo>
                    <a:pt x="0" y="0"/>
                  </a:lnTo>
                  <a:lnTo>
                    <a:pt x="0" y="1270"/>
                  </a:lnTo>
                  <a:lnTo>
                    <a:pt x="1270" y="1270"/>
                  </a:lnTo>
                  <a:lnTo>
                    <a:pt x="1270" y="3810"/>
                  </a:lnTo>
                  <a:lnTo>
                    <a:pt x="1270" y="5080"/>
                  </a:lnTo>
                  <a:lnTo>
                    <a:pt x="170180" y="5080"/>
                  </a:lnTo>
                  <a:lnTo>
                    <a:pt x="170180" y="3810"/>
                  </a:lnTo>
                  <a:lnTo>
                    <a:pt x="171450" y="3810"/>
                  </a:lnTo>
                  <a:lnTo>
                    <a:pt x="171450" y="1270"/>
                  </a:lnTo>
                  <a:lnTo>
                    <a:pt x="171450" y="0"/>
                  </a:lnTo>
                  <a:close/>
                </a:path>
              </a:pathLst>
            </a:custGeom>
            <a:solidFill>
              <a:srgbClr val="0009A4"/>
            </a:solidFill>
          </p:spPr>
          <p:txBody>
            <a:bodyPr wrap="square" lIns="0" tIns="0" rIns="0" bIns="0" rtlCol="0"/>
            <a:lstStyle/>
            <a:p/>
          </p:txBody>
        </p:sp>
        <p:sp>
          <p:nvSpPr>
            <p:cNvPr id="1896" name="object 1896"/>
            <p:cNvSpPr/>
            <p:nvPr/>
          </p:nvSpPr>
          <p:spPr>
            <a:xfrm>
              <a:off x="5736590" y="1582419"/>
              <a:ext cx="166370" cy="6350"/>
            </a:xfrm>
            <a:custGeom>
              <a:avLst/>
              <a:gdLst/>
              <a:ahLst/>
              <a:cxnLst/>
              <a:rect l="l" t="t" r="r" b="b"/>
              <a:pathLst>
                <a:path w="166370" h="6350">
                  <a:moveTo>
                    <a:pt x="165100" y="3937"/>
                  </a:moveTo>
                  <a:lnTo>
                    <a:pt x="1270" y="3937"/>
                  </a:lnTo>
                  <a:lnTo>
                    <a:pt x="1270" y="6350"/>
                  </a:lnTo>
                  <a:lnTo>
                    <a:pt x="165100" y="6350"/>
                  </a:lnTo>
                  <a:lnTo>
                    <a:pt x="165100" y="3937"/>
                  </a:lnTo>
                  <a:close/>
                </a:path>
                <a:path w="166370" h="6350">
                  <a:moveTo>
                    <a:pt x="166370" y="0"/>
                  </a:moveTo>
                  <a:lnTo>
                    <a:pt x="0" y="0"/>
                  </a:lnTo>
                  <a:lnTo>
                    <a:pt x="0" y="2540"/>
                  </a:lnTo>
                  <a:lnTo>
                    <a:pt x="1270" y="2540"/>
                  </a:lnTo>
                  <a:lnTo>
                    <a:pt x="1270" y="3810"/>
                  </a:lnTo>
                  <a:lnTo>
                    <a:pt x="166370" y="3810"/>
                  </a:lnTo>
                  <a:lnTo>
                    <a:pt x="166370" y="2540"/>
                  </a:lnTo>
                  <a:lnTo>
                    <a:pt x="166370" y="0"/>
                  </a:lnTo>
                  <a:close/>
                </a:path>
              </a:pathLst>
            </a:custGeom>
            <a:solidFill>
              <a:srgbClr val="0009A6"/>
            </a:solidFill>
          </p:spPr>
          <p:txBody>
            <a:bodyPr wrap="square" lIns="0" tIns="0" rIns="0" bIns="0" rtlCol="0"/>
            <a:lstStyle/>
            <a:p/>
          </p:txBody>
        </p:sp>
        <p:sp>
          <p:nvSpPr>
            <p:cNvPr id="1897" name="object 1897"/>
            <p:cNvSpPr/>
            <p:nvPr/>
          </p:nvSpPr>
          <p:spPr>
            <a:xfrm>
              <a:off x="5739130" y="158876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77" y="1270"/>
                  </a:lnTo>
                  <a:lnTo>
                    <a:pt x="162560" y="1270"/>
                  </a:lnTo>
                  <a:lnTo>
                    <a:pt x="162560" y="0"/>
                  </a:lnTo>
                  <a:close/>
                </a:path>
              </a:pathLst>
            </a:custGeom>
            <a:solidFill>
              <a:srgbClr val="0008A8"/>
            </a:solidFill>
          </p:spPr>
          <p:txBody>
            <a:bodyPr wrap="square" lIns="0" tIns="0" rIns="0" bIns="0" rtlCol="0"/>
            <a:lstStyle/>
            <a:p/>
          </p:txBody>
        </p:sp>
        <p:sp>
          <p:nvSpPr>
            <p:cNvPr id="1898" name="object 1898"/>
            <p:cNvSpPr/>
            <p:nvPr/>
          </p:nvSpPr>
          <p:spPr>
            <a:xfrm>
              <a:off x="5741670" y="1596389"/>
              <a:ext cx="157480" cy="7620"/>
            </a:xfrm>
            <a:custGeom>
              <a:avLst/>
              <a:gdLst/>
              <a:ahLst/>
              <a:cxnLst/>
              <a:rect l="l" t="t" r="r" b="b"/>
              <a:pathLst>
                <a:path w="157479" h="7619">
                  <a:moveTo>
                    <a:pt x="157480" y="0"/>
                  </a:moveTo>
                  <a:lnTo>
                    <a:pt x="0" y="0"/>
                  </a:lnTo>
                  <a:lnTo>
                    <a:pt x="0" y="1270"/>
                  </a:lnTo>
                  <a:lnTo>
                    <a:pt x="0" y="3810"/>
                  </a:lnTo>
                  <a:lnTo>
                    <a:pt x="1270" y="3810"/>
                  </a:lnTo>
                  <a:lnTo>
                    <a:pt x="1270" y="6350"/>
                  </a:lnTo>
                  <a:lnTo>
                    <a:pt x="1270" y="7620"/>
                  </a:lnTo>
                  <a:lnTo>
                    <a:pt x="154940" y="7620"/>
                  </a:lnTo>
                  <a:lnTo>
                    <a:pt x="154940" y="6350"/>
                  </a:lnTo>
                  <a:lnTo>
                    <a:pt x="156210" y="6350"/>
                  </a:lnTo>
                  <a:lnTo>
                    <a:pt x="156210" y="3810"/>
                  </a:lnTo>
                  <a:lnTo>
                    <a:pt x="156210" y="1270"/>
                  </a:lnTo>
                  <a:lnTo>
                    <a:pt x="157480" y="1270"/>
                  </a:lnTo>
                  <a:lnTo>
                    <a:pt x="157480" y="0"/>
                  </a:lnTo>
                  <a:close/>
                </a:path>
              </a:pathLst>
            </a:custGeom>
            <a:solidFill>
              <a:srgbClr val="0008AA"/>
            </a:solidFill>
          </p:spPr>
          <p:txBody>
            <a:bodyPr wrap="square" lIns="0" tIns="0" rIns="0" bIns="0" rtlCol="0"/>
            <a:lstStyle/>
            <a:p/>
          </p:txBody>
        </p:sp>
        <p:sp>
          <p:nvSpPr>
            <p:cNvPr id="1899" name="object 1899"/>
            <p:cNvSpPr/>
            <p:nvPr/>
          </p:nvSpPr>
          <p:spPr>
            <a:xfrm>
              <a:off x="5744210" y="1604009"/>
              <a:ext cx="152400" cy="6350"/>
            </a:xfrm>
            <a:custGeom>
              <a:avLst/>
              <a:gdLst/>
              <a:ahLst/>
              <a:cxnLst/>
              <a:rect l="l" t="t" r="r" b="b"/>
              <a:pathLst>
                <a:path w="152400" h="6350">
                  <a:moveTo>
                    <a:pt x="152400" y="0"/>
                  </a:moveTo>
                  <a:lnTo>
                    <a:pt x="0" y="0"/>
                  </a:lnTo>
                  <a:lnTo>
                    <a:pt x="0" y="3810"/>
                  </a:lnTo>
                  <a:lnTo>
                    <a:pt x="0" y="5080"/>
                  </a:lnTo>
                  <a:lnTo>
                    <a:pt x="1270" y="5080"/>
                  </a:lnTo>
                  <a:lnTo>
                    <a:pt x="1270" y="6350"/>
                  </a:lnTo>
                  <a:lnTo>
                    <a:pt x="151130" y="6350"/>
                  </a:lnTo>
                  <a:lnTo>
                    <a:pt x="151130" y="5080"/>
                  </a:lnTo>
                  <a:lnTo>
                    <a:pt x="151130" y="3810"/>
                  </a:lnTo>
                  <a:lnTo>
                    <a:pt x="152400" y="3810"/>
                  </a:lnTo>
                  <a:lnTo>
                    <a:pt x="152400" y="0"/>
                  </a:lnTo>
                  <a:close/>
                </a:path>
              </a:pathLst>
            </a:custGeom>
            <a:solidFill>
              <a:srgbClr val="0007AD"/>
            </a:solidFill>
          </p:spPr>
          <p:txBody>
            <a:bodyPr wrap="square" lIns="0" tIns="0" rIns="0" bIns="0" rtlCol="0"/>
            <a:lstStyle/>
            <a:p/>
          </p:txBody>
        </p:sp>
        <p:sp>
          <p:nvSpPr>
            <p:cNvPr id="1900" name="object 1900"/>
            <p:cNvSpPr/>
            <p:nvPr/>
          </p:nvSpPr>
          <p:spPr>
            <a:xfrm>
              <a:off x="574548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0006AF"/>
            </a:solidFill>
          </p:spPr>
          <p:txBody>
            <a:bodyPr wrap="square" lIns="0" tIns="0" rIns="0" bIns="0" rtlCol="0"/>
            <a:lstStyle/>
            <a:p/>
          </p:txBody>
        </p:sp>
        <p:sp>
          <p:nvSpPr>
            <p:cNvPr id="1901" name="object 1901"/>
            <p:cNvSpPr/>
            <p:nvPr/>
          </p:nvSpPr>
          <p:spPr>
            <a:xfrm>
              <a:off x="5748020" y="1617979"/>
              <a:ext cx="144780" cy="7620"/>
            </a:xfrm>
            <a:custGeom>
              <a:avLst/>
              <a:gdLst/>
              <a:ahLst/>
              <a:cxnLst/>
              <a:rect l="l" t="t" r="r" b="b"/>
              <a:pathLst>
                <a:path w="144779" h="7619">
                  <a:moveTo>
                    <a:pt x="144780" y="0"/>
                  </a:moveTo>
                  <a:lnTo>
                    <a:pt x="0" y="0"/>
                  </a:lnTo>
                  <a:lnTo>
                    <a:pt x="0" y="1270"/>
                  </a:lnTo>
                  <a:lnTo>
                    <a:pt x="1270" y="1270"/>
                  </a:lnTo>
                  <a:lnTo>
                    <a:pt x="1270" y="3822"/>
                  </a:lnTo>
                  <a:lnTo>
                    <a:pt x="2540" y="3822"/>
                  </a:lnTo>
                  <a:lnTo>
                    <a:pt x="2540" y="6350"/>
                  </a:lnTo>
                  <a:lnTo>
                    <a:pt x="2540" y="7620"/>
                  </a:lnTo>
                  <a:lnTo>
                    <a:pt x="140970" y="7620"/>
                  </a:lnTo>
                  <a:lnTo>
                    <a:pt x="140970" y="6350"/>
                  </a:lnTo>
                  <a:lnTo>
                    <a:pt x="142240" y="6350"/>
                  </a:lnTo>
                  <a:lnTo>
                    <a:pt x="142240" y="3822"/>
                  </a:lnTo>
                  <a:lnTo>
                    <a:pt x="143510" y="3822"/>
                  </a:lnTo>
                  <a:lnTo>
                    <a:pt x="143510" y="1270"/>
                  </a:lnTo>
                  <a:lnTo>
                    <a:pt x="144780" y="1270"/>
                  </a:lnTo>
                  <a:lnTo>
                    <a:pt x="144780" y="0"/>
                  </a:lnTo>
                  <a:close/>
                </a:path>
              </a:pathLst>
            </a:custGeom>
            <a:solidFill>
              <a:srgbClr val="0006B1"/>
            </a:solidFill>
          </p:spPr>
          <p:txBody>
            <a:bodyPr wrap="square" lIns="0" tIns="0" rIns="0" bIns="0" rtlCol="0"/>
            <a:lstStyle/>
            <a:p/>
          </p:txBody>
        </p:sp>
        <p:sp>
          <p:nvSpPr>
            <p:cNvPr id="1902" name="object 1902"/>
            <p:cNvSpPr/>
            <p:nvPr/>
          </p:nvSpPr>
          <p:spPr>
            <a:xfrm>
              <a:off x="5751829" y="1625599"/>
              <a:ext cx="137160" cy="6350"/>
            </a:xfrm>
            <a:custGeom>
              <a:avLst/>
              <a:gdLst/>
              <a:ahLst/>
              <a:cxnLst/>
              <a:rect l="l" t="t" r="r" b="b"/>
              <a:pathLst>
                <a:path w="137160" h="6350">
                  <a:moveTo>
                    <a:pt x="137160" y="0"/>
                  </a:moveTo>
                  <a:lnTo>
                    <a:pt x="0" y="0"/>
                  </a:lnTo>
                  <a:lnTo>
                    <a:pt x="0" y="2540"/>
                  </a:lnTo>
                  <a:lnTo>
                    <a:pt x="1269" y="2540"/>
                  </a:lnTo>
                  <a:lnTo>
                    <a:pt x="1270" y="5080"/>
                  </a:lnTo>
                  <a:lnTo>
                    <a:pt x="2540" y="5080"/>
                  </a:lnTo>
                  <a:lnTo>
                    <a:pt x="2540" y="6350"/>
                  </a:lnTo>
                  <a:lnTo>
                    <a:pt x="134620" y="6350"/>
                  </a:lnTo>
                  <a:lnTo>
                    <a:pt x="134620" y="3810"/>
                  </a:lnTo>
                  <a:lnTo>
                    <a:pt x="135890" y="3810"/>
                  </a:lnTo>
                  <a:lnTo>
                    <a:pt x="135889" y="1270"/>
                  </a:lnTo>
                  <a:lnTo>
                    <a:pt x="137160" y="1270"/>
                  </a:lnTo>
                  <a:lnTo>
                    <a:pt x="137160" y="0"/>
                  </a:lnTo>
                  <a:close/>
                </a:path>
              </a:pathLst>
            </a:custGeom>
            <a:solidFill>
              <a:srgbClr val="0005B4"/>
            </a:solidFill>
          </p:spPr>
          <p:txBody>
            <a:bodyPr wrap="square" lIns="0" tIns="0" rIns="0" bIns="0" rtlCol="0"/>
            <a:lstStyle/>
            <a:p/>
          </p:txBody>
        </p:sp>
        <p:sp>
          <p:nvSpPr>
            <p:cNvPr id="1903" name="object 1903"/>
            <p:cNvSpPr/>
            <p:nvPr/>
          </p:nvSpPr>
          <p:spPr>
            <a:xfrm>
              <a:off x="5754370" y="1631949"/>
              <a:ext cx="130810" cy="7620"/>
            </a:xfrm>
            <a:custGeom>
              <a:avLst/>
              <a:gdLst/>
              <a:ahLst/>
              <a:cxnLst/>
              <a:rect l="l" t="t" r="r" b="b"/>
              <a:pathLst>
                <a:path w="130810" h="7619">
                  <a:moveTo>
                    <a:pt x="1308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8270" y="7620"/>
                  </a:lnTo>
                  <a:lnTo>
                    <a:pt x="128270" y="6350"/>
                  </a:lnTo>
                  <a:lnTo>
                    <a:pt x="128270" y="5080"/>
                  </a:lnTo>
                  <a:lnTo>
                    <a:pt x="129540" y="5080"/>
                  </a:lnTo>
                  <a:lnTo>
                    <a:pt x="129540" y="3810"/>
                  </a:lnTo>
                  <a:lnTo>
                    <a:pt x="129540" y="2540"/>
                  </a:lnTo>
                  <a:lnTo>
                    <a:pt x="130810" y="2540"/>
                  </a:lnTo>
                  <a:lnTo>
                    <a:pt x="130810" y="1270"/>
                  </a:lnTo>
                  <a:lnTo>
                    <a:pt x="130810" y="0"/>
                  </a:lnTo>
                  <a:close/>
                </a:path>
              </a:pathLst>
            </a:custGeom>
            <a:solidFill>
              <a:srgbClr val="0005B6"/>
            </a:solidFill>
          </p:spPr>
          <p:txBody>
            <a:bodyPr wrap="square" lIns="0" tIns="0" rIns="0" bIns="0" rtlCol="0"/>
            <a:lstStyle/>
            <a:p/>
          </p:txBody>
        </p:sp>
        <p:sp>
          <p:nvSpPr>
            <p:cNvPr id="1904" name="object 1904"/>
            <p:cNvSpPr/>
            <p:nvPr/>
          </p:nvSpPr>
          <p:spPr>
            <a:xfrm>
              <a:off x="575818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77" y="1270"/>
                  </a:lnTo>
                  <a:lnTo>
                    <a:pt x="124460" y="1270"/>
                  </a:lnTo>
                  <a:lnTo>
                    <a:pt x="124460" y="0"/>
                  </a:lnTo>
                  <a:close/>
                </a:path>
              </a:pathLst>
            </a:custGeom>
            <a:solidFill>
              <a:srgbClr val="0004B8"/>
            </a:solidFill>
          </p:spPr>
          <p:txBody>
            <a:bodyPr wrap="square" lIns="0" tIns="0" rIns="0" bIns="0" rtlCol="0"/>
            <a:lstStyle/>
            <a:p/>
          </p:txBody>
        </p:sp>
        <p:sp>
          <p:nvSpPr>
            <p:cNvPr id="1905" name="object 1905"/>
            <p:cNvSpPr/>
            <p:nvPr/>
          </p:nvSpPr>
          <p:spPr>
            <a:xfrm>
              <a:off x="5761990" y="1647189"/>
              <a:ext cx="116839" cy="6350"/>
            </a:xfrm>
            <a:custGeom>
              <a:avLst/>
              <a:gdLst/>
              <a:ahLst/>
              <a:cxnLst/>
              <a:rect l="l" t="t" r="r" b="b"/>
              <a:pathLst>
                <a:path w="116839" h="6350">
                  <a:moveTo>
                    <a:pt x="116840" y="0"/>
                  </a:moveTo>
                  <a:lnTo>
                    <a:pt x="0" y="0"/>
                  </a:lnTo>
                  <a:lnTo>
                    <a:pt x="0" y="1270"/>
                  </a:lnTo>
                  <a:lnTo>
                    <a:pt x="1270" y="1270"/>
                  </a:lnTo>
                  <a:lnTo>
                    <a:pt x="1270" y="2540"/>
                  </a:lnTo>
                  <a:lnTo>
                    <a:pt x="1270" y="3810"/>
                  </a:lnTo>
                  <a:lnTo>
                    <a:pt x="2540" y="3810"/>
                  </a:lnTo>
                  <a:lnTo>
                    <a:pt x="2540" y="5080"/>
                  </a:lnTo>
                  <a:lnTo>
                    <a:pt x="2540" y="6350"/>
                  </a:lnTo>
                  <a:lnTo>
                    <a:pt x="113017" y="6350"/>
                  </a:lnTo>
                  <a:lnTo>
                    <a:pt x="113017" y="5080"/>
                  </a:lnTo>
                  <a:lnTo>
                    <a:pt x="114300" y="5080"/>
                  </a:lnTo>
                  <a:lnTo>
                    <a:pt x="114300" y="3810"/>
                  </a:lnTo>
                  <a:lnTo>
                    <a:pt x="114300" y="2540"/>
                  </a:lnTo>
                  <a:lnTo>
                    <a:pt x="115570" y="2540"/>
                  </a:lnTo>
                  <a:lnTo>
                    <a:pt x="115570" y="1270"/>
                  </a:lnTo>
                  <a:lnTo>
                    <a:pt x="116840" y="1270"/>
                  </a:lnTo>
                  <a:lnTo>
                    <a:pt x="116840" y="0"/>
                  </a:lnTo>
                  <a:close/>
                </a:path>
              </a:pathLst>
            </a:custGeom>
            <a:solidFill>
              <a:srgbClr val="0004BA"/>
            </a:solidFill>
          </p:spPr>
          <p:txBody>
            <a:bodyPr wrap="square" lIns="0" tIns="0" rIns="0" bIns="0" rtlCol="0"/>
            <a:lstStyle/>
            <a:p/>
          </p:txBody>
        </p:sp>
        <p:sp>
          <p:nvSpPr>
            <p:cNvPr id="1906" name="object 1906"/>
            <p:cNvSpPr/>
            <p:nvPr/>
          </p:nvSpPr>
          <p:spPr>
            <a:xfrm>
              <a:off x="5765800" y="1653552"/>
              <a:ext cx="107950" cy="7620"/>
            </a:xfrm>
            <a:custGeom>
              <a:avLst/>
              <a:gdLst/>
              <a:ahLst/>
              <a:cxnLst/>
              <a:rect l="l" t="t" r="r" b="b"/>
              <a:pathLst>
                <a:path w="107950" h="7619">
                  <a:moveTo>
                    <a:pt x="107950" y="0"/>
                  </a:moveTo>
                  <a:lnTo>
                    <a:pt x="0" y="0"/>
                  </a:lnTo>
                  <a:lnTo>
                    <a:pt x="0" y="1257"/>
                  </a:lnTo>
                  <a:lnTo>
                    <a:pt x="1270" y="1257"/>
                  </a:lnTo>
                  <a:lnTo>
                    <a:pt x="1270" y="3797"/>
                  </a:lnTo>
                  <a:lnTo>
                    <a:pt x="2540" y="3797"/>
                  </a:lnTo>
                  <a:lnTo>
                    <a:pt x="2540" y="6350"/>
                  </a:lnTo>
                  <a:lnTo>
                    <a:pt x="3810" y="6350"/>
                  </a:lnTo>
                  <a:lnTo>
                    <a:pt x="3810" y="7607"/>
                  </a:lnTo>
                  <a:lnTo>
                    <a:pt x="104140" y="7607"/>
                  </a:lnTo>
                  <a:lnTo>
                    <a:pt x="104140" y="6350"/>
                  </a:lnTo>
                  <a:lnTo>
                    <a:pt x="105410" y="6350"/>
                  </a:lnTo>
                  <a:lnTo>
                    <a:pt x="105410" y="3797"/>
                  </a:lnTo>
                  <a:lnTo>
                    <a:pt x="106680" y="3797"/>
                  </a:lnTo>
                  <a:lnTo>
                    <a:pt x="106680" y="1257"/>
                  </a:lnTo>
                  <a:lnTo>
                    <a:pt x="107950" y="1257"/>
                  </a:lnTo>
                  <a:lnTo>
                    <a:pt x="107950" y="0"/>
                  </a:lnTo>
                  <a:close/>
                </a:path>
              </a:pathLst>
            </a:custGeom>
            <a:solidFill>
              <a:srgbClr val="0003BD"/>
            </a:solidFill>
          </p:spPr>
          <p:txBody>
            <a:bodyPr wrap="square" lIns="0" tIns="0" rIns="0" bIns="0" rtlCol="0"/>
            <a:lstStyle/>
            <a:p/>
          </p:txBody>
        </p:sp>
        <p:sp>
          <p:nvSpPr>
            <p:cNvPr id="1907" name="object 1907"/>
            <p:cNvSpPr/>
            <p:nvPr/>
          </p:nvSpPr>
          <p:spPr>
            <a:xfrm>
              <a:off x="5770880" y="1661159"/>
              <a:ext cx="99060" cy="8255"/>
            </a:xfrm>
            <a:custGeom>
              <a:avLst/>
              <a:gdLst/>
              <a:ahLst/>
              <a:cxnLst/>
              <a:rect l="l" t="t" r="r" b="b"/>
              <a:pathLst>
                <a:path w="99060" h="8255">
                  <a:moveTo>
                    <a:pt x="99060" y="0"/>
                  </a:moveTo>
                  <a:lnTo>
                    <a:pt x="0" y="0"/>
                  </a:lnTo>
                  <a:lnTo>
                    <a:pt x="0" y="1270"/>
                  </a:lnTo>
                  <a:lnTo>
                    <a:pt x="0" y="2540"/>
                  </a:lnTo>
                  <a:lnTo>
                    <a:pt x="1270" y="2540"/>
                  </a:lnTo>
                  <a:lnTo>
                    <a:pt x="1270" y="3810"/>
                  </a:lnTo>
                  <a:lnTo>
                    <a:pt x="2540" y="3810"/>
                  </a:lnTo>
                  <a:lnTo>
                    <a:pt x="2540" y="5092"/>
                  </a:lnTo>
                  <a:lnTo>
                    <a:pt x="3810" y="5092"/>
                  </a:lnTo>
                  <a:lnTo>
                    <a:pt x="3810" y="6350"/>
                  </a:lnTo>
                  <a:lnTo>
                    <a:pt x="5080" y="6350"/>
                  </a:lnTo>
                  <a:lnTo>
                    <a:pt x="5080" y="7632"/>
                  </a:lnTo>
                  <a:lnTo>
                    <a:pt x="92710" y="7632"/>
                  </a:lnTo>
                  <a:lnTo>
                    <a:pt x="92710" y="6350"/>
                  </a:lnTo>
                  <a:lnTo>
                    <a:pt x="93980" y="6350"/>
                  </a:lnTo>
                  <a:lnTo>
                    <a:pt x="93980" y="5092"/>
                  </a:lnTo>
                  <a:lnTo>
                    <a:pt x="95250" y="5092"/>
                  </a:lnTo>
                  <a:lnTo>
                    <a:pt x="95250" y="3810"/>
                  </a:lnTo>
                  <a:lnTo>
                    <a:pt x="96520" y="3810"/>
                  </a:lnTo>
                  <a:lnTo>
                    <a:pt x="96520" y="2540"/>
                  </a:lnTo>
                  <a:lnTo>
                    <a:pt x="97777" y="2540"/>
                  </a:lnTo>
                  <a:lnTo>
                    <a:pt x="97777" y="1270"/>
                  </a:lnTo>
                  <a:lnTo>
                    <a:pt x="99060" y="1270"/>
                  </a:lnTo>
                  <a:lnTo>
                    <a:pt x="99060" y="0"/>
                  </a:lnTo>
                  <a:close/>
                </a:path>
              </a:pathLst>
            </a:custGeom>
            <a:solidFill>
              <a:srgbClr val="0002BF"/>
            </a:solidFill>
          </p:spPr>
          <p:txBody>
            <a:bodyPr wrap="square" lIns="0" tIns="0" rIns="0" bIns="0" rtlCol="0"/>
            <a:lstStyle/>
            <a:p/>
          </p:txBody>
        </p:sp>
        <p:sp>
          <p:nvSpPr>
            <p:cNvPr id="1908" name="object 1908"/>
            <p:cNvSpPr/>
            <p:nvPr/>
          </p:nvSpPr>
          <p:spPr>
            <a:xfrm>
              <a:off x="5777229"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80" y="3810"/>
                  </a:moveTo>
                  <a:lnTo>
                    <a:pt x="5080" y="3810"/>
                  </a:lnTo>
                  <a:lnTo>
                    <a:pt x="5080" y="5079"/>
                  </a:lnTo>
                  <a:lnTo>
                    <a:pt x="81280" y="5079"/>
                  </a:lnTo>
                  <a:lnTo>
                    <a:pt x="81280"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0002C1"/>
            </a:solidFill>
          </p:spPr>
          <p:txBody>
            <a:bodyPr wrap="square" lIns="0" tIns="0" rIns="0" bIns="0" rtlCol="0"/>
            <a:lstStyle/>
            <a:p/>
          </p:txBody>
        </p:sp>
        <p:sp>
          <p:nvSpPr>
            <p:cNvPr id="1909" name="object 1909"/>
            <p:cNvSpPr/>
            <p:nvPr/>
          </p:nvSpPr>
          <p:spPr>
            <a:xfrm>
              <a:off x="5784849" y="1675129"/>
              <a:ext cx="71120" cy="7620"/>
            </a:xfrm>
            <a:custGeom>
              <a:avLst/>
              <a:gdLst/>
              <a:ahLst/>
              <a:cxnLst/>
              <a:rect l="l" t="t" r="r" b="b"/>
              <a:pathLst>
                <a:path w="71120" h="7619">
                  <a:moveTo>
                    <a:pt x="63500" y="6350"/>
                  </a:moveTo>
                  <a:lnTo>
                    <a:pt x="7620" y="6350"/>
                  </a:lnTo>
                  <a:lnTo>
                    <a:pt x="7620"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10" y="3810"/>
                  </a:moveTo>
                  <a:lnTo>
                    <a:pt x="3810" y="3810"/>
                  </a:lnTo>
                  <a:lnTo>
                    <a:pt x="3810" y="5079"/>
                  </a:lnTo>
                  <a:lnTo>
                    <a:pt x="67310" y="5079"/>
                  </a:lnTo>
                  <a:lnTo>
                    <a:pt x="67310" y="3810"/>
                  </a:lnTo>
                  <a:close/>
                </a:path>
                <a:path w="71120" h="7619">
                  <a:moveTo>
                    <a:pt x="68579" y="2539"/>
                  </a:moveTo>
                  <a:lnTo>
                    <a:pt x="2539" y="2539"/>
                  </a:lnTo>
                  <a:lnTo>
                    <a:pt x="2539" y="3810"/>
                  </a:lnTo>
                  <a:lnTo>
                    <a:pt x="68579" y="3810"/>
                  </a:lnTo>
                  <a:lnTo>
                    <a:pt x="68579" y="2539"/>
                  </a:lnTo>
                  <a:close/>
                </a:path>
                <a:path w="71120" h="7619">
                  <a:moveTo>
                    <a:pt x="69850" y="1269"/>
                  </a:moveTo>
                  <a:lnTo>
                    <a:pt x="1270" y="1269"/>
                  </a:lnTo>
                  <a:lnTo>
                    <a:pt x="1270" y="2539"/>
                  </a:lnTo>
                  <a:lnTo>
                    <a:pt x="69850" y="2539"/>
                  </a:lnTo>
                  <a:lnTo>
                    <a:pt x="69850" y="1269"/>
                  </a:lnTo>
                  <a:close/>
                </a:path>
                <a:path w="71120" h="7619">
                  <a:moveTo>
                    <a:pt x="71120" y="0"/>
                  </a:moveTo>
                  <a:lnTo>
                    <a:pt x="0" y="0"/>
                  </a:lnTo>
                  <a:lnTo>
                    <a:pt x="0" y="1269"/>
                  </a:lnTo>
                  <a:lnTo>
                    <a:pt x="71120" y="1269"/>
                  </a:lnTo>
                  <a:lnTo>
                    <a:pt x="71120" y="0"/>
                  </a:lnTo>
                  <a:close/>
                </a:path>
              </a:pathLst>
            </a:custGeom>
            <a:solidFill>
              <a:srgbClr val="0001C4"/>
            </a:solidFill>
          </p:spPr>
          <p:txBody>
            <a:bodyPr wrap="square" lIns="0" tIns="0" rIns="0" bIns="0" rtlCol="0"/>
            <a:lstStyle/>
            <a:p/>
          </p:txBody>
        </p:sp>
        <p:sp>
          <p:nvSpPr>
            <p:cNvPr id="1910" name="object 1910"/>
            <p:cNvSpPr/>
            <p:nvPr/>
          </p:nvSpPr>
          <p:spPr>
            <a:xfrm>
              <a:off x="5793739" y="1682749"/>
              <a:ext cx="50800" cy="7620"/>
            </a:xfrm>
            <a:custGeom>
              <a:avLst/>
              <a:gdLst/>
              <a:ahLst/>
              <a:cxnLst/>
              <a:rect l="l" t="t" r="r" b="b"/>
              <a:pathLst>
                <a:path w="50800" h="7619">
                  <a:moveTo>
                    <a:pt x="26670" y="6350"/>
                  </a:moveTo>
                  <a:lnTo>
                    <a:pt x="25400" y="6350"/>
                  </a:lnTo>
                  <a:lnTo>
                    <a:pt x="25400" y="7620"/>
                  </a:lnTo>
                  <a:lnTo>
                    <a:pt x="26670" y="7620"/>
                  </a:lnTo>
                  <a:lnTo>
                    <a:pt x="26670" y="6350"/>
                  </a:lnTo>
                  <a:close/>
                </a:path>
                <a:path w="50800" h="7619">
                  <a:moveTo>
                    <a:pt x="39370" y="5080"/>
                  </a:moveTo>
                  <a:lnTo>
                    <a:pt x="13970" y="5080"/>
                  </a:lnTo>
                  <a:lnTo>
                    <a:pt x="13970" y="6350"/>
                  </a:lnTo>
                  <a:lnTo>
                    <a:pt x="39370" y="6350"/>
                  </a:lnTo>
                  <a:lnTo>
                    <a:pt x="39370" y="5080"/>
                  </a:lnTo>
                  <a:close/>
                </a:path>
                <a:path w="50800" h="7619">
                  <a:moveTo>
                    <a:pt x="43180" y="3810"/>
                  </a:moveTo>
                  <a:lnTo>
                    <a:pt x="11430" y="3810"/>
                  </a:lnTo>
                  <a:lnTo>
                    <a:pt x="11430" y="5080"/>
                  </a:lnTo>
                  <a:lnTo>
                    <a:pt x="43180" y="5080"/>
                  </a:lnTo>
                  <a:lnTo>
                    <a:pt x="43180" y="3810"/>
                  </a:lnTo>
                  <a:close/>
                </a:path>
                <a:path w="50800" h="7619">
                  <a:moveTo>
                    <a:pt x="45720" y="2540"/>
                  </a:moveTo>
                  <a:lnTo>
                    <a:pt x="3810" y="2540"/>
                  </a:lnTo>
                  <a:lnTo>
                    <a:pt x="3810" y="3810"/>
                  </a:lnTo>
                  <a:lnTo>
                    <a:pt x="45720" y="3810"/>
                  </a:lnTo>
                  <a:lnTo>
                    <a:pt x="45720" y="2540"/>
                  </a:lnTo>
                  <a:close/>
                </a:path>
                <a:path w="50800" h="7619">
                  <a:moveTo>
                    <a:pt x="48260" y="1270"/>
                  </a:moveTo>
                  <a:lnTo>
                    <a:pt x="2539" y="1270"/>
                  </a:lnTo>
                  <a:lnTo>
                    <a:pt x="2539" y="2540"/>
                  </a:lnTo>
                  <a:lnTo>
                    <a:pt x="48260" y="2540"/>
                  </a:lnTo>
                  <a:lnTo>
                    <a:pt x="48260" y="1270"/>
                  </a:lnTo>
                  <a:close/>
                </a:path>
                <a:path w="50800" h="7619">
                  <a:moveTo>
                    <a:pt x="50800" y="0"/>
                  </a:moveTo>
                  <a:lnTo>
                    <a:pt x="0" y="0"/>
                  </a:lnTo>
                  <a:lnTo>
                    <a:pt x="0" y="1270"/>
                  </a:lnTo>
                  <a:lnTo>
                    <a:pt x="50800" y="1270"/>
                  </a:lnTo>
                  <a:lnTo>
                    <a:pt x="50800" y="0"/>
                  </a:lnTo>
                  <a:close/>
                </a:path>
              </a:pathLst>
            </a:custGeom>
            <a:solidFill>
              <a:srgbClr val="0001C6"/>
            </a:solidFill>
          </p:spPr>
          <p:txBody>
            <a:bodyPr wrap="square" lIns="0" tIns="0" rIns="0" bIns="0" rtlCol="0"/>
            <a:lstStyle/>
            <a:p/>
          </p:txBody>
        </p:sp>
      </p:grpSp>
      <p:grpSp>
        <p:nvGrpSpPr>
          <p:cNvPr id="1911" name="object 1911"/>
          <p:cNvGrpSpPr/>
          <p:nvPr/>
        </p:nvGrpSpPr>
        <p:grpSpPr>
          <a:xfrm>
            <a:off x="6007100" y="1056639"/>
            <a:ext cx="212090" cy="633730"/>
            <a:chOff x="6007100" y="1056639"/>
            <a:chExt cx="212090" cy="633730"/>
          </a:xfrm>
        </p:grpSpPr>
        <p:sp>
          <p:nvSpPr>
            <p:cNvPr id="1912" name="object 1912"/>
            <p:cNvSpPr/>
            <p:nvPr/>
          </p:nvSpPr>
          <p:spPr>
            <a:xfrm>
              <a:off x="6092189"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1910" y="3810"/>
                  </a:moveTo>
                  <a:lnTo>
                    <a:pt x="2539" y="3810"/>
                  </a:lnTo>
                  <a:lnTo>
                    <a:pt x="2539" y="5080"/>
                  </a:lnTo>
                  <a:lnTo>
                    <a:pt x="41910" y="5080"/>
                  </a:lnTo>
                  <a:lnTo>
                    <a:pt x="41910" y="3810"/>
                  </a:lnTo>
                  <a:close/>
                </a:path>
                <a:path w="44450" h="6350">
                  <a:moveTo>
                    <a:pt x="38100" y="2539"/>
                  </a:moveTo>
                  <a:lnTo>
                    <a:pt x="5080" y="2539"/>
                  </a:lnTo>
                  <a:lnTo>
                    <a:pt x="5080" y="3810"/>
                  </a:lnTo>
                  <a:lnTo>
                    <a:pt x="38100" y="3810"/>
                  </a:lnTo>
                  <a:lnTo>
                    <a:pt x="38100" y="2539"/>
                  </a:lnTo>
                  <a:close/>
                </a:path>
                <a:path w="44450" h="6350">
                  <a:moveTo>
                    <a:pt x="35560" y="1270"/>
                  </a:moveTo>
                  <a:lnTo>
                    <a:pt x="8889" y="1270"/>
                  </a:lnTo>
                  <a:lnTo>
                    <a:pt x="8889" y="2539"/>
                  </a:lnTo>
                  <a:lnTo>
                    <a:pt x="35560" y="2539"/>
                  </a:lnTo>
                  <a:lnTo>
                    <a:pt x="35560" y="1270"/>
                  </a:lnTo>
                  <a:close/>
                </a:path>
                <a:path w="44450" h="6350">
                  <a:moveTo>
                    <a:pt x="21590" y="0"/>
                  </a:moveTo>
                  <a:lnTo>
                    <a:pt x="20320" y="0"/>
                  </a:lnTo>
                  <a:lnTo>
                    <a:pt x="20320" y="1270"/>
                  </a:lnTo>
                  <a:lnTo>
                    <a:pt x="21590" y="1270"/>
                  </a:lnTo>
                  <a:lnTo>
                    <a:pt x="21590" y="0"/>
                  </a:lnTo>
                  <a:close/>
                </a:path>
              </a:pathLst>
            </a:custGeom>
            <a:solidFill>
              <a:srgbClr val="003300"/>
            </a:solidFill>
          </p:spPr>
          <p:txBody>
            <a:bodyPr wrap="square" lIns="0" tIns="0" rIns="0" bIns="0" rtlCol="0"/>
            <a:lstStyle/>
            <a:p/>
          </p:txBody>
        </p:sp>
        <p:sp>
          <p:nvSpPr>
            <p:cNvPr id="1913" name="object 1913"/>
            <p:cNvSpPr/>
            <p:nvPr/>
          </p:nvSpPr>
          <p:spPr>
            <a:xfrm>
              <a:off x="6079489" y="1062989"/>
              <a:ext cx="68580" cy="7620"/>
            </a:xfrm>
            <a:custGeom>
              <a:avLst/>
              <a:gdLst/>
              <a:ahLst/>
              <a:cxnLst/>
              <a:rect l="l" t="t" r="r" b="b"/>
              <a:pathLst>
                <a:path w="68579" h="7619">
                  <a:moveTo>
                    <a:pt x="68579" y="6350"/>
                  </a:moveTo>
                  <a:lnTo>
                    <a:pt x="0" y="6350"/>
                  </a:lnTo>
                  <a:lnTo>
                    <a:pt x="0" y="7620"/>
                  </a:lnTo>
                  <a:lnTo>
                    <a:pt x="68579" y="7620"/>
                  </a:lnTo>
                  <a:lnTo>
                    <a:pt x="68579" y="6350"/>
                  </a:lnTo>
                  <a:close/>
                </a:path>
                <a:path w="68579" h="7619">
                  <a:moveTo>
                    <a:pt x="67310" y="5080"/>
                  </a:moveTo>
                  <a:lnTo>
                    <a:pt x="1270" y="5080"/>
                  </a:lnTo>
                  <a:lnTo>
                    <a:pt x="1270" y="6350"/>
                  </a:lnTo>
                  <a:lnTo>
                    <a:pt x="67310" y="6350"/>
                  </a:lnTo>
                  <a:lnTo>
                    <a:pt x="67310" y="5080"/>
                  </a:lnTo>
                  <a:close/>
                </a:path>
                <a:path w="68579" h="7619">
                  <a:moveTo>
                    <a:pt x="66039" y="3810"/>
                  </a:moveTo>
                  <a:lnTo>
                    <a:pt x="2539" y="3810"/>
                  </a:lnTo>
                  <a:lnTo>
                    <a:pt x="2539" y="5080"/>
                  </a:lnTo>
                  <a:lnTo>
                    <a:pt x="66039" y="5080"/>
                  </a:lnTo>
                  <a:lnTo>
                    <a:pt x="66039" y="3810"/>
                  </a:lnTo>
                  <a:close/>
                </a:path>
                <a:path w="68579" h="7619">
                  <a:moveTo>
                    <a:pt x="63500" y="2539"/>
                  </a:moveTo>
                  <a:lnTo>
                    <a:pt x="5080" y="2539"/>
                  </a:lnTo>
                  <a:lnTo>
                    <a:pt x="5080" y="3810"/>
                  </a:lnTo>
                  <a:lnTo>
                    <a:pt x="63500" y="3810"/>
                  </a:lnTo>
                  <a:lnTo>
                    <a:pt x="63500" y="2539"/>
                  </a:lnTo>
                  <a:close/>
                </a:path>
                <a:path w="68579" h="7619">
                  <a:moveTo>
                    <a:pt x="62229" y="1270"/>
                  </a:moveTo>
                  <a:lnTo>
                    <a:pt x="6350" y="1270"/>
                  </a:lnTo>
                  <a:lnTo>
                    <a:pt x="6350" y="2539"/>
                  </a:lnTo>
                  <a:lnTo>
                    <a:pt x="62229" y="2539"/>
                  </a:lnTo>
                  <a:lnTo>
                    <a:pt x="62229" y="1270"/>
                  </a:lnTo>
                  <a:close/>
                </a:path>
                <a:path w="68579" h="7619">
                  <a:moveTo>
                    <a:pt x="60960" y="0"/>
                  </a:moveTo>
                  <a:lnTo>
                    <a:pt x="10160" y="0"/>
                  </a:lnTo>
                  <a:lnTo>
                    <a:pt x="10160" y="1270"/>
                  </a:lnTo>
                  <a:lnTo>
                    <a:pt x="60960" y="1270"/>
                  </a:lnTo>
                  <a:lnTo>
                    <a:pt x="60960" y="0"/>
                  </a:lnTo>
                  <a:close/>
                </a:path>
              </a:pathLst>
            </a:custGeom>
            <a:solidFill>
              <a:srgbClr val="003301"/>
            </a:solidFill>
          </p:spPr>
          <p:txBody>
            <a:bodyPr wrap="square" lIns="0" tIns="0" rIns="0" bIns="0" rtlCol="0"/>
            <a:lstStyle/>
            <a:p/>
          </p:txBody>
        </p:sp>
        <p:sp>
          <p:nvSpPr>
            <p:cNvPr id="1914" name="object 1914"/>
            <p:cNvSpPr/>
            <p:nvPr/>
          </p:nvSpPr>
          <p:spPr>
            <a:xfrm>
              <a:off x="6073139"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70" y="3810"/>
                  </a:lnTo>
                  <a:lnTo>
                    <a:pt x="1270" y="5079"/>
                  </a:lnTo>
                  <a:lnTo>
                    <a:pt x="81280" y="5079"/>
                  </a:lnTo>
                  <a:lnTo>
                    <a:pt x="81280" y="3810"/>
                  </a:lnTo>
                  <a:close/>
                </a:path>
                <a:path w="82550" h="6350">
                  <a:moveTo>
                    <a:pt x="80010" y="2539"/>
                  </a:moveTo>
                  <a:lnTo>
                    <a:pt x="2539" y="2539"/>
                  </a:lnTo>
                  <a:lnTo>
                    <a:pt x="2539" y="3810"/>
                  </a:lnTo>
                  <a:lnTo>
                    <a:pt x="80010" y="3810"/>
                  </a:lnTo>
                  <a:lnTo>
                    <a:pt x="80010" y="2539"/>
                  </a:lnTo>
                  <a:close/>
                </a:path>
                <a:path w="82550" h="6350">
                  <a:moveTo>
                    <a:pt x="78739" y="1269"/>
                  </a:moveTo>
                  <a:lnTo>
                    <a:pt x="3810" y="1269"/>
                  </a:lnTo>
                  <a:lnTo>
                    <a:pt x="3810" y="2539"/>
                  </a:lnTo>
                  <a:lnTo>
                    <a:pt x="78739" y="2539"/>
                  </a:lnTo>
                  <a:lnTo>
                    <a:pt x="78739" y="1269"/>
                  </a:lnTo>
                  <a:close/>
                </a:path>
                <a:path w="82550" h="6350">
                  <a:moveTo>
                    <a:pt x="77470" y="0"/>
                  </a:moveTo>
                  <a:lnTo>
                    <a:pt x="5080" y="0"/>
                  </a:lnTo>
                  <a:lnTo>
                    <a:pt x="5080" y="1269"/>
                  </a:lnTo>
                  <a:lnTo>
                    <a:pt x="77470" y="1269"/>
                  </a:lnTo>
                  <a:lnTo>
                    <a:pt x="77470" y="0"/>
                  </a:lnTo>
                  <a:close/>
                </a:path>
              </a:pathLst>
            </a:custGeom>
            <a:solidFill>
              <a:srgbClr val="003103"/>
            </a:solidFill>
          </p:spPr>
          <p:txBody>
            <a:bodyPr wrap="square" lIns="0" tIns="0" rIns="0" bIns="0" rtlCol="0"/>
            <a:lstStyle/>
            <a:p/>
          </p:txBody>
        </p:sp>
        <p:sp>
          <p:nvSpPr>
            <p:cNvPr id="1915" name="object 1915"/>
            <p:cNvSpPr/>
            <p:nvPr/>
          </p:nvSpPr>
          <p:spPr>
            <a:xfrm>
              <a:off x="6065520" y="1076959"/>
              <a:ext cx="96520" cy="7620"/>
            </a:xfrm>
            <a:custGeom>
              <a:avLst/>
              <a:gdLst/>
              <a:ahLst/>
              <a:cxnLst/>
              <a:rect l="l" t="t" r="r" b="b"/>
              <a:pathLst>
                <a:path w="96520" h="7619">
                  <a:moveTo>
                    <a:pt x="96520" y="6350"/>
                  </a:moveTo>
                  <a:lnTo>
                    <a:pt x="95237" y="6350"/>
                  </a:lnTo>
                  <a:lnTo>
                    <a:pt x="95237" y="5080"/>
                  </a:lnTo>
                  <a:lnTo>
                    <a:pt x="93980" y="5080"/>
                  </a:lnTo>
                  <a:lnTo>
                    <a:pt x="93980" y="3810"/>
                  </a:lnTo>
                  <a:lnTo>
                    <a:pt x="93980"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03105"/>
            </a:solidFill>
          </p:spPr>
          <p:txBody>
            <a:bodyPr wrap="square" lIns="0" tIns="0" rIns="0" bIns="0" rtlCol="0"/>
            <a:lstStyle/>
            <a:p/>
          </p:txBody>
        </p:sp>
        <p:sp>
          <p:nvSpPr>
            <p:cNvPr id="1916" name="object 1916"/>
            <p:cNvSpPr/>
            <p:nvPr/>
          </p:nvSpPr>
          <p:spPr>
            <a:xfrm>
              <a:off x="6060440" y="1084579"/>
              <a:ext cx="106680" cy="7620"/>
            </a:xfrm>
            <a:custGeom>
              <a:avLst/>
              <a:gdLst/>
              <a:ahLst/>
              <a:cxnLst/>
              <a:rect l="l" t="t" r="r" b="b"/>
              <a:pathLst>
                <a:path w="106679" h="7619">
                  <a:moveTo>
                    <a:pt x="106667" y="6350"/>
                  </a:moveTo>
                  <a:lnTo>
                    <a:pt x="105410" y="6350"/>
                  </a:lnTo>
                  <a:lnTo>
                    <a:pt x="105410" y="5080"/>
                  </a:lnTo>
                  <a:lnTo>
                    <a:pt x="105410" y="3810"/>
                  </a:lnTo>
                  <a:lnTo>
                    <a:pt x="104140" y="3810"/>
                  </a:lnTo>
                  <a:lnTo>
                    <a:pt x="104140" y="2540"/>
                  </a:lnTo>
                  <a:lnTo>
                    <a:pt x="102857" y="2540"/>
                  </a:lnTo>
                  <a:lnTo>
                    <a:pt x="102857"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67" y="7620"/>
                  </a:lnTo>
                  <a:lnTo>
                    <a:pt x="106667" y="6350"/>
                  </a:lnTo>
                  <a:close/>
                </a:path>
              </a:pathLst>
            </a:custGeom>
            <a:solidFill>
              <a:srgbClr val="003008"/>
            </a:solidFill>
          </p:spPr>
          <p:txBody>
            <a:bodyPr wrap="square" lIns="0" tIns="0" rIns="0" bIns="0" rtlCol="0"/>
            <a:lstStyle/>
            <a:p/>
          </p:txBody>
        </p:sp>
        <p:sp>
          <p:nvSpPr>
            <p:cNvPr id="1917" name="object 1917"/>
            <p:cNvSpPr/>
            <p:nvPr/>
          </p:nvSpPr>
          <p:spPr>
            <a:xfrm>
              <a:off x="6056630" y="1092199"/>
              <a:ext cx="114300" cy="6350"/>
            </a:xfrm>
            <a:custGeom>
              <a:avLst/>
              <a:gdLst/>
              <a:ahLst/>
              <a:cxnLst/>
              <a:rect l="l" t="t" r="r" b="b"/>
              <a:pathLst>
                <a:path w="114300" h="6350">
                  <a:moveTo>
                    <a:pt x="114300" y="3810"/>
                  </a:move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lnTo>
                    <a:pt x="114300" y="3810"/>
                  </a:lnTo>
                  <a:close/>
                </a:path>
              </a:pathLst>
            </a:custGeom>
            <a:solidFill>
              <a:srgbClr val="00300A"/>
            </a:solidFill>
          </p:spPr>
          <p:txBody>
            <a:bodyPr wrap="square" lIns="0" tIns="0" rIns="0" bIns="0" rtlCol="0"/>
            <a:lstStyle/>
            <a:p/>
          </p:txBody>
        </p:sp>
        <p:sp>
          <p:nvSpPr>
            <p:cNvPr id="1918" name="object 1918"/>
            <p:cNvSpPr/>
            <p:nvPr/>
          </p:nvSpPr>
          <p:spPr>
            <a:xfrm>
              <a:off x="6051550" y="1098549"/>
              <a:ext cx="124460" cy="7620"/>
            </a:xfrm>
            <a:custGeom>
              <a:avLst/>
              <a:gdLst/>
              <a:ahLst/>
              <a:cxnLst/>
              <a:rect l="l" t="t" r="r" b="b"/>
              <a:pathLst>
                <a:path w="124460" h="7619">
                  <a:moveTo>
                    <a:pt x="124460" y="6350"/>
                  </a:moveTo>
                  <a:lnTo>
                    <a:pt x="123190" y="6350"/>
                  </a:lnTo>
                  <a:lnTo>
                    <a:pt x="123190" y="5080"/>
                  </a:lnTo>
                  <a:lnTo>
                    <a:pt x="123190" y="3810"/>
                  </a:lnTo>
                  <a:lnTo>
                    <a:pt x="121907" y="3810"/>
                  </a:lnTo>
                  <a:lnTo>
                    <a:pt x="121907"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02F0C"/>
            </a:solidFill>
          </p:spPr>
          <p:txBody>
            <a:bodyPr wrap="square" lIns="0" tIns="0" rIns="0" bIns="0" rtlCol="0"/>
            <a:lstStyle/>
            <a:p/>
          </p:txBody>
        </p:sp>
        <p:sp>
          <p:nvSpPr>
            <p:cNvPr id="1919" name="object 1919"/>
            <p:cNvSpPr/>
            <p:nvPr/>
          </p:nvSpPr>
          <p:spPr>
            <a:xfrm>
              <a:off x="6047740" y="1106169"/>
              <a:ext cx="132080" cy="7620"/>
            </a:xfrm>
            <a:custGeom>
              <a:avLst/>
              <a:gdLst/>
              <a:ahLst/>
              <a:cxnLst/>
              <a:rect l="l" t="t" r="r" b="b"/>
              <a:pathLst>
                <a:path w="132079" h="7619">
                  <a:moveTo>
                    <a:pt x="132080" y="5080"/>
                  </a:moveTo>
                  <a:lnTo>
                    <a:pt x="130810" y="5080"/>
                  </a:lnTo>
                  <a:lnTo>
                    <a:pt x="130810" y="3810"/>
                  </a:lnTo>
                  <a:lnTo>
                    <a:pt x="130810" y="2540"/>
                  </a:lnTo>
                  <a:lnTo>
                    <a:pt x="129540" y="2540"/>
                  </a:lnTo>
                  <a:lnTo>
                    <a:pt x="129540" y="1270"/>
                  </a:lnTo>
                  <a:lnTo>
                    <a:pt x="128270" y="1270"/>
                  </a:lnTo>
                  <a:lnTo>
                    <a:pt x="12827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32067" y="7620"/>
                  </a:lnTo>
                  <a:lnTo>
                    <a:pt x="132067" y="6350"/>
                  </a:lnTo>
                  <a:lnTo>
                    <a:pt x="132080" y="5080"/>
                  </a:lnTo>
                  <a:close/>
                </a:path>
              </a:pathLst>
            </a:custGeom>
            <a:solidFill>
              <a:srgbClr val="002E0F"/>
            </a:solidFill>
          </p:spPr>
          <p:txBody>
            <a:bodyPr wrap="square" lIns="0" tIns="0" rIns="0" bIns="0" rtlCol="0"/>
            <a:lstStyle/>
            <a:p/>
          </p:txBody>
        </p:sp>
        <p:sp>
          <p:nvSpPr>
            <p:cNvPr id="1920" name="object 1920"/>
            <p:cNvSpPr/>
            <p:nvPr/>
          </p:nvSpPr>
          <p:spPr>
            <a:xfrm>
              <a:off x="6045200" y="1113789"/>
              <a:ext cx="137160" cy="6350"/>
            </a:xfrm>
            <a:custGeom>
              <a:avLst/>
              <a:gdLst/>
              <a:ahLst/>
              <a:cxnLst/>
              <a:rect l="l" t="t" r="r" b="b"/>
              <a:pathLst>
                <a:path w="137160" h="6350">
                  <a:moveTo>
                    <a:pt x="137160" y="2540"/>
                  </a:moveTo>
                  <a:lnTo>
                    <a:pt x="135890" y="2540"/>
                  </a:lnTo>
                  <a:lnTo>
                    <a:pt x="135890" y="1270"/>
                  </a:lnTo>
                  <a:lnTo>
                    <a:pt x="135890" y="0"/>
                  </a:lnTo>
                  <a:lnTo>
                    <a:pt x="2540" y="0"/>
                  </a:lnTo>
                  <a:lnTo>
                    <a:pt x="2540" y="1270"/>
                  </a:lnTo>
                  <a:lnTo>
                    <a:pt x="1270" y="1270"/>
                  </a:lnTo>
                  <a:lnTo>
                    <a:pt x="1270" y="2540"/>
                  </a:lnTo>
                  <a:lnTo>
                    <a:pt x="1270" y="5080"/>
                  </a:lnTo>
                  <a:lnTo>
                    <a:pt x="0" y="5080"/>
                  </a:lnTo>
                  <a:lnTo>
                    <a:pt x="0" y="6350"/>
                  </a:lnTo>
                  <a:lnTo>
                    <a:pt x="137160" y="6350"/>
                  </a:lnTo>
                  <a:lnTo>
                    <a:pt x="137160" y="5080"/>
                  </a:lnTo>
                  <a:lnTo>
                    <a:pt x="137160" y="2540"/>
                  </a:lnTo>
                  <a:close/>
                </a:path>
              </a:pathLst>
            </a:custGeom>
            <a:solidFill>
              <a:srgbClr val="002E11"/>
            </a:solidFill>
          </p:spPr>
          <p:txBody>
            <a:bodyPr wrap="square" lIns="0" tIns="0" rIns="0" bIns="0" rtlCol="0"/>
            <a:lstStyle/>
            <a:p/>
          </p:txBody>
        </p:sp>
        <p:sp>
          <p:nvSpPr>
            <p:cNvPr id="1921" name="object 1921"/>
            <p:cNvSpPr/>
            <p:nvPr/>
          </p:nvSpPr>
          <p:spPr>
            <a:xfrm>
              <a:off x="6042660" y="1120139"/>
              <a:ext cx="143510" cy="7620"/>
            </a:xfrm>
            <a:custGeom>
              <a:avLst/>
              <a:gdLst/>
              <a:ahLst/>
              <a:cxnLst/>
              <a:rect l="l" t="t" r="r" b="b"/>
              <a:pathLst>
                <a:path w="143510" h="7619">
                  <a:moveTo>
                    <a:pt x="143510" y="6350"/>
                  </a:moveTo>
                  <a:lnTo>
                    <a:pt x="142240" y="6350"/>
                  </a:lnTo>
                  <a:lnTo>
                    <a:pt x="142240" y="3810"/>
                  </a:lnTo>
                  <a:lnTo>
                    <a:pt x="142240"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02D13"/>
            </a:solidFill>
          </p:spPr>
          <p:txBody>
            <a:bodyPr wrap="square" lIns="0" tIns="0" rIns="0" bIns="0" rtlCol="0"/>
            <a:lstStyle/>
            <a:p/>
          </p:txBody>
        </p:sp>
        <p:sp>
          <p:nvSpPr>
            <p:cNvPr id="1922" name="object 1922"/>
            <p:cNvSpPr/>
            <p:nvPr/>
          </p:nvSpPr>
          <p:spPr>
            <a:xfrm>
              <a:off x="604012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02D15"/>
            </a:solidFill>
          </p:spPr>
          <p:txBody>
            <a:bodyPr wrap="square" lIns="0" tIns="0" rIns="0" bIns="0" rtlCol="0"/>
            <a:lstStyle/>
            <a:p/>
          </p:txBody>
        </p:sp>
        <p:sp>
          <p:nvSpPr>
            <p:cNvPr id="1923" name="object 1923"/>
            <p:cNvSpPr/>
            <p:nvPr/>
          </p:nvSpPr>
          <p:spPr>
            <a:xfrm>
              <a:off x="603758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02C18"/>
            </a:solidFill>
          </p:spPr>
          <p:txBody>
            <a:bodyPr wrap="square" lIns="0" tIns="0" rIns="0" bIns="0" rtlCol="0"/>
            <a:lstStyle/>
            <a:p/>
          </p:txBody>
        </p:sp>
        <p:sp>
          <p:nvSpPr>
            <p:cNvPr id="1924" name="object 1924"/>
            <p:cNvSpPr/>
            <p:nvPr/>
          </p:nvSpPr>
          <p:spPr>
            <a:xfrm>
              <a:off x="6035040" y="1141729"/>
              <a:ext cx="157480" cy="7620"/>
            </a:xfrm>
            <a:custGeom>
              <a:avLst/>
              <a:gdLst/>
              <a:ahLst/>
              <a:cxnLst/>
              <a:rect l="l" t="t" r="r" b="b"/>
              <a:pathLst>
                <a:path w="157479" h="7619">
                  <a:moveTo>
                    <a:pt x="157467" y="3810"/>
                  </a:moveTo>
                  <a:lnTo>
                    <a:pt x="156210" y="3810"/>
                  </a:lnTo>
                  <a:lnTo>
                    <a:pt x="156210" y="1270"/>
                  </a:lnTo>
                  <a:lnTo>
                    <a:pt x="156210" y="0"/>
                  </a:lnTo>
                  <a:lnTo>
                    <a:pt x="2540" y="0"/>
                  </a:lnTo>
                  <a:lnTo>
                    <a:pt x="2540" y="1270"/>
                  </a:lnTo>
                  <a:lnTo>
                    <a:pt x="1270" y="1270"/>
                  </a:lnTo>
                  <a:lnTo>
                    <a:pt x="1270" y="3810"/>
                  </a:lnTo>
                  <a:lnTo>
                    <a:pt x="0" y="3810"/>
                  </a:lnTo>
                  <a:lnTo>
                    <a:pt x="0" y="7620"/>
                  </a:lnTo>
                  <a:lnTo>
                    <a:pt x="157467" y="7620"/>
                  </a:lnTo>
                  <a:lnTo>
                    <a:pt x="157467" y="3810"/>
                  </a:lnTo>
                  <a:close/>
                </a:path>
              </a:pathLst>
            </a:custGeom>
            <a:solidFill>
              <a:srgbClr val="002C1A"/>
            </a:solidFill>
          </p:spPr>
          <p:txBody>
            <a:bodyPr wrap="square" lIns="0" tIns="0" rIns="0" bIns="0" rtlCol="0"/>
            <a:lstStyle/>
            <a:p/>
          </p:txBody>
        </p:sp>
        <p:sp>
          <p:nvSpPr>
            <p:cNvPr id="1925" name="object 1925"/>
            <p:cNvSpPr/>
            <p:nvPr/>
          </p:nvSpPr>
          <p:spPr>
            <a:xfrm>
              <a:off x="603250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02B1C"/>
            </a:solidFill>
          </p:spPr>
          <p:txBody>
            <a:bodyPr wrap="square" lIns="0" tIns="0" rIns="0" bIns="0" rtlCol="0"/>
            <a:lstStyle/>
            <a:p/>
          </p:txBody>
        </p:sp>
        <p:sp>
          <p:nvSpPr>
            <p:cNvPr id="1926" name="object 1926"/>
            <p:cNvSpPr/>
            <p:nvPr/>
          </p:nvSpPr>
          <p:spPr>
            <a:xfrm>
              <a:off x="6031230" y="1156969"/>
              <a:ext cx="166370" cy="6350"/>
            </a:xfrm>
            <a:custGeom>
              <a:avLst/>
              <a:gdLst/>
              <a:ahLst/>
              <a:cxnLst/>
              <a:rect l="l" t="t" r="r" b="b"/>
              <a:pathLst>
                <a:path w="166370" h="6350">
                  <a:moveTo>
                    <a:pt x="166370" y="5080"/>
                  </a:moveTo>
                  <a:lnTo>
                    <a:pt x="165100" y="5080"/>
                  </a:lnTo>
                  <a:lnTo>
                    <a:pt x="165100" y="2540"/>
                  </a:lnTo>
                  <a:lnTo>
                    <a:pt x="165100" y="0"/>
                  </a:lnTo>
                  <a:lnTo>
                    <a:pt x="1270" y="0"/>
                  </a:lnTo>
                  <a:lnTo>
                    <a:pt x="1270" y="2540"/>
                  </a:lnTo>
                  <a:lnTo>
                    <a:pt x="0" y="2540"/>
                  </a:lnTo>
                  <a:lnTo>
                    <a:pt x="0" y="5080"/>
                  </a:lnTo>
                  <a:lnTo>
                    <a:pt x="0" y="6350"/>
                  </a:lnTo>
                  <a:lnTo>
                    <a:pt x="166370" y="6350"/>
                  </a:lnTo>
                  <a:lnTo>
                    <a:pt x="166370" y="5080"/>
                  </a:lnTo>
                  <a:close/>
                </a:path>
              </a:pathLst>
            </a:custGeom>
            <a:solidFill>
              <a:srgbClr val="002A1F"/>
            </a:solidFill>
          </p:spPr>
          <p:txBody>
            <a:bodyPr wrap="square" lIns="0" tIns="0" rIns="0" bIns="0" rtlCol="0"/>
            <a:lstStyle/>
            <a:p/>
          </p:txBody>
        </p:sp>
        <p:sp>
          <p:nvSpPr>
            <p:cNvPr id="1927" name="object 1927"/>
            <p:cNvSpPr/>
            <p:nvPr/>
          </p:nvSpPr>
          <p:spPr>
            <a:xfrm>
              <a:off x="6028690" y="1163319"/>
              <a:ext cx="170180" cy="7620"/>
            </a:xfrm>
            <a:custGeom>
              <a:avLst/>
              <a:gdLst/>
              <a:ahLst/>
              <a:cxnLst/>
              <a:rect l="l" t="t" r="r" b="b"/>
              <a:pathLst>
                <a:path w="170179" h="7619">
                  <a:moveTo>
                    <a:pt x="170180" y="2540"/>
                  </a:moveTo>
                  <a:lnTo>
                    <a:pt x="168910" y="2540"/>
                  </a:lnTo>
                  <a:lnTo>
                    <a:pt x="168910" y="1270"/>
                  </a:lnTo>
                  <a:lnTo>
                    <a:pt x="168910" y="0"/>
                  </a:lnTo>
                  <a:lnTo>
                    <a:pt x="2540" y="0"/>
                  </a:lnTo>
                  <a:lnTo>
                    <a:pt x="2540" y="1270"/>
                  </a:lnTo>
                  <a:lnTo>
                    <a:pt x="1270" y="1270"/>
                  </a:lnTo>
                  <a:lnTo>
                    <a:pt x="1270" y="2540"/>
                  </a:lnTo>
                  <a:lnTo>
                    <a:pt x="1270" y="6350"/>
                  </a:lnTo>
                  <a:lnTo>
                    <a:pt x="0" y="6350"/>
                  </a:lnTo>
                  <a:lnTo>
                    <a:pt x="0" y="7620"/>
                  </a:lnTo>
                  <a:lnTo>
                    <a:pt x="170167" y="7620"/>
                  </a:lnTo>
                  <a:lnTo>
                    <a:pt x="170167" y="6350"/>
                  </a:lnTo>
                  <a:lnTo>
                    <a:pt x="170180" y="2540"/>
                  </a:lnTo>
                  <a:close/>
                </a:path>
              </a:pathLst>
            </a:custGeom>
            <a:solidFill>
              <a:srgbClr val="002A21"/>
            </a:solidFill>
          </p:spPr>
          <p:txBody>
            <a:bodyPr wrap="square" lIns="0" tIns="0" rIns="0" bIns="0" rtlCol="0"/>
            <a:lstStyle/>
            <a:p/>
          </p:txBody>
        </p:sp>
        <p:sp>
          <p:nvSpPr>
            <p:cNvPr id="1928" name="object 1928"/>
            <p:cNvSpPr/>
            <p:nvPr/>
          </p:nvSpPr>
          <p:spPr>
            <a:xfrm>
              <a:off x="6027420" y="1170939"/>
              <a:ext cx="173990" cy="7620"/>
            </a:xfrm>
            <a:custGeom>
              <a:avLst/>
              <a:gdLst/>
              <a:ahLst/>
              <a:cxnLst/>
              <a:rect l="l" t="t" r="r" b="b"/>
              <a:pathLst>
                <a:path w="173989" h="7619">
                  <a:moveTo>
                    <a:pt x="173990" y="3810"/>
                  </a:moveTo>
                  <a:lnTo>
                    <a:pt x="172720" y="3810"/>
                  </a:lnTo>
                  <a:lnTo>
                    <a:pt x="172720" y="0"/>
                  </a:lnTo>
                  <a:lnTo>
                    <a:pt x="1270" y="0"/>
                  </a:lnTo>
                  <a:lnTo>
                    <a:pt x="1270" y="3810"/>
                  </a:lnTo>
                  <a:lnTo>
                    <a:pt x="0" y="3810"/>
                  </a:lnTo>
                  <a:lnTo>
                    <a:pt x="0" y="7620"/>
                  </a:lnTo>
                  <a:lnTo>
                    <a:pt x="173990" y="7620"/>
                  </a:lnTo>
                  <a:lnTo>
                    <a:pt x="173990" y="3810"/>
                  </a:lnTo>
                  <a:close/>
                </a:path>
              </a:pathLst>
            </a:custGeom>
            <a:solidFill>
              <a:srgbClr val="002923"/>
            </a:solidFill>
          </p:spPr>
          <p:txBody>
            <a:bodyPr wrap="square" lIns="0" tIns="0" rIns="0" bIns="0" rtlCol="0"/>
            <a:lstStyle/>
            <a:p/>
          </p:txBody>
        </p:sp>
        <p:sp>
          <p:nvSpPr>
            <p:cNvPr id="1929" name="object 1929"/>
            <p:cNvSpPr/>
            <p:nvPr/>
          </p:nvSpPr>
          <p:spPr>
            <a:xfrm>
              <a:off x="6026150" y="1178559"/>
              <a:ext cx="177800" cy="6350"/>
            </a:xfrm>
            <a:custGeom>
              <a:avLst/>
              <a:gdLst/>
              <a:ahLst/>
              <a:cxnLst/>
              <a:rect l="l" t="t" r="r" b="b"/>
              <a:pathLst>
                <a:path w="177800" h="6350">
                  <a:moveTo>
                    <a:pt x="177800" y="5080"/>
                  </a:moveTo>
                  <a:lnTo>
                    <a:pt x="176530" y="5080"/>
                  </a:lnTo>
                  <a:lnTo>
                    <a:pt x="176530" y="2540"/>
                  </a:lnTo>
                  <a:lnTo>
                    <a:pt x="176530" y="0"/>
                  </a:lnTo>
                  <a:lnTo>
                    <a:pt x="1270" y="0"/>
                  </a:lnTo>
                  <a:lnTo>
                    <a:pt x="1270" y="2540"/>
                  </a:lnTo>
                  <a:lnTo>
                    <a:pt x="0" y="2540"/>
                  </a:lnTo>
                  <a:lnTo>
                    <a:pt x="0" y="5080"/>
                  </a:lnTo>
                  <a:lnTo>
                    <a:pt x="0" y="6350"/>
                  </a:lnTo>
                  <a:lnTo>
                    <a:pt x="177800" y="6350"/>
                  </a:lnTo>
                  <a:lnTo>
                    <a:pt x="177800" y="5080"/>
                  </a:lnTo>
                  <a:close/>
                </a:path>
              </a:pathLst>
            </a:custGeom>
            <a:solidFill>
              <a:srgbClr val="002925"/>
            </a:solidFill>
          </p:spPr>
          <p:txBody>
            <a:bodyPr wrap="square" lIns="0" tIns="0" rIns="0" bIns="0" rtlCol="0"/>
            <a:lstStyle/>
            <a:p/>
          </p:txBody>
        </p:sp>
        <p:sp>
          <p:nvSpPr>
            <p:cNvPr id="1930" name="object 1930"/>
            <p:cNvSpPr/>
            <p:nvPr/>
          </p:nvSpPr>
          <p:spPr>
            <a:xfrm>
              <a:off x="6024880" y="1184909"/>
              <a:ext cx="180340" cy="7620"/>
            </a:xfrm>
            <a:custGeom>
              <a:avLst/>
              <a:gdLst/>
              <a:ahLst/>
              <a:cxnLst/>
              <a:rect l="l" t="t" r="r" b="b"/>
              <a:pathLst>
                <a:path w="180339" h="7619">
                  <a:moveTo>
                    <a:pt x="180327" y="5080"/>
                  </a:moveTo>
                  <a:lnTo>
                    <a:pt x="179070" y="5080"/>
                  </a:lnTo>
                  <a:lnTo>
                    <a:pt x="179070" y="1270"/>
                  </a:lnTo>
                  <a:lnTo>
                    <a:pt x="179070" y="0"/>
                  </a:lnTo>
                  <a:lnTo>
                    <a:pt x="1270" y="0"/>
                  </a:lnTo>
                  <a:lnTo>
                    <a:pt x="1270" y="1270"/>
                  </a:lnTo>
                  <a:lnTo>
                    <a:pt x="0" y="1270"/>
                  </a:lnTo>
                  <a:lnTo>
                    <a:pt x="0" y="5080"/>
                  </a:lnTo>
                  <a:lnTo>
                    <a:pt x="0" y="7620"/>
                  </a:lnTo>
                  <a:lnTo>
                    <a:pt x="180327" y="7620"/>
                  </a:lnTo>
                  <a:lnTo>
                    <a:pt x="180327" y="5080"/>
                  </a:lnTo>
                  <a:close/>
                </a:path>
              </a:pathLst>
            </a:custGeom>
            <a:solidFill>
              <a:srgbClr val="002828"/>
            </a:solidFill>
          </p:spPr>
          <p:txBody>
            <a:bodyPr wrap="square" lIns="0" tIns="0" rIns="0" bIns="0" rtlCol="0"/>
            <a:lstStyle/>
            <a:p/>
          </p:txBody>
        </p:sp>
        <p:sp>
          <p:nvSpPr>
            <p:cNvPr id="1931" name="object 1931"/>
            <p:cNvSpPr/>
            <p:nvPr/>
          </p:nvSpPr>
          <p:spPr>
            <a:xfrm>
              <a:off x="6022340" y="1192529"/>
              <a:ext cx="184150" cy="7620"/>
            </a:xfrm>
            <a:custGeom>
              <a:avLst/>
              <a:gdLst/>
              <a:ahLst/>
              <a:cxnLst/>
              <a:rect l="l" t="t" r="r" b="b"/>
              <a:pathLst>
                <a:path w="184150" h="7619">
                  <a:moveTo>
                    <a:pt x="184150" y="5080"/>
                  </a:moveTo>
                  <a:lnTo>
                    <a:pt x="182880" y="5080"/>
                  </a:lnTo>
                  <a:lnTo>
                    <a:pt x="182880" y="0"/>
                  </a:lnTo>
                  <a:lnTo>
                    <a:pt x="1270" y="0"/>
                  </a:lnTo>
                  <a:lnTo>
                    <a:pt x="1270" y="5080"/>
                  </a:lnTo>
                  <a:lnTo>
                    <a:pt x="1270" y="6350"/>
                  </a:lnTo>
                  <a:lnTo>
                    <a:pt x="0" y="6350"/>
                  </a:lnTo>
                  <a:lnTo>
                    <a:pt x="0" y="7620"/>
                  </a:lnTo>
                  <a:lnTo>
                    <a:pt x="184150" y="7620"/>
                  </a:lnTo>
                  <a:lnTo>
                    <a:pt x="184150" y="6350"/>
                  </a:lnTo>
                  <a:lnTo>
                    <a:pt x="184150" y="5080"/>
                  </a:lnTo>
                  <a:close/>
                </a:path>
              </a:pathLst>
            </a:custGeom>
            <a:solidFill>
              <a:srgbClr val="00282A"/>
            </a:solidFill>
          </p:spPr>
          <p:txBody>
            <a:bodyPr wrap="square" lIns="0" tIns="0" rIns="0" bIns="0" rtlCol="0"/>
            <a:lstStyle/>
            <a:p/>
          </p:txBody>
        </p:sp>
        <p:sp>
          <p:nvSpPr>
            <p:cNvPr id="1932" name="object 1932"/>
            <p:cNvSpPr/>
            <p:nvPr/>
          </p:nvSpPr>
          <p:spPr>
            <a:xfrm>
              <a:off x="6021070" y="1200149"/>
              <a:ext cx="186690" cy="6350"/>
            </a:xfrm>
            <a:custGeom>
              <a:avLst/>
              <a:gdLst/>
              <a:ahLst/>
              <a:cxnLst/>
              <a:rect l="l" t="t" r="r" b="b"/>
              <a:pathLst>
                <a:path w="186689" h="6350">
                  <a:moveTo>
                    <a:pt x="186690" y="5080"/>
                  </a:moveTo>
                  <a:lnTo>
                    <a:pt x="185420" y="5080"/>
                  </a:lnTo>
                  <a:lnTo>
                    <a:pt x="185420" y="0"/>
                  </a:lnTo>
                  <a:lnTo>
                    <a:pt x="1270" y="0"/>
                  </a:lnTo>
                  <a:lnTo>
                    <a:pt x="1270" y="5080"/>
                  </a:lnTo>
                  <a:lnTo>
                    <a:pt x="0" y="5080"/>
                  </a:lnTo>
                  <a:lnTo>
                    <a:pt x="0" y="6350"/>
                  </a:lnTo>
                  <a:lnTo>
                    <a:pt x="186690" y="6350"/>
                  </a:lnTo>
                  <a:lnTo>
                    <a:pt x="186690" y="5080"/>
                  </a:lnTo>
                  <a:close/>
                </a:path>
              </a:pathLst>
            </a:custGeom>
            <a:solidFill>
              <a:srgbClr val="00272C"/>
            </a:solidFill>
          </p:spPr>
          <p:txBody>
            <a:bodyPr wrap="square" lIns="0" tIns="0" rIns="0" bIns="0" rtlCol="0"/>
            <a:lstStyle/>
            <a:p/>
          </p:txBody>
        </p:sp>
        <p:sp>
          <p:nvSpPr>
            <p:cNvPr id="1933" name="object 1933"/>
            <p:cNvSpPr/>
            <p:nvPr/>
          </p:nvSpPr>
          <p:spPr>
            <a:xfrm>
              <a:off x="601980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00262F"/>
            </a:solidFill>
          </p:spPr>
          <p:txBody>
            <a:bodyPr wrap="square" lIns="0" tIns="0" rIns="0" bIns="0" rtlCol="0"/>
            <a:lstStyle/>
            <a:p/>
          </p:txBody>
        </p:sp>
        <p:sp>
          <p:nvSpPr>
            <p:cNvPr id="1934" name="object 1934"/>
            <p:cNvSpPr/>
            <p:nvPr/>
          </p:nvSpPr>
          <p:spPr>
            <a:xfrm>
              <a:off x="601853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002631"/>
            </a:solidFill>
          </p:spPr>
          <p:txBody>
            <a:bodyPr wrap="square" lIns="0" tIns="0" rIns="0" bIns="0" rtlCol="0"/>
            <a:lstStyle/>
            <a:p/>
          </p:txBody>
        </p:sp>
        <p:sp>
          <p:nvSpPr>
            <p:cNvPr id="1935" name="object 1935"/>
            <p:cNvSpPr/>
            <p:nvPr/>
          </p:nvSpPr>
          <p:spPr>
            <a:xfrm>
              <a:off x="6017260" y="1221739"/>
              <a:ext cx="193040" cy="6350"/>
            </a:xfrm>
            <a:custGeom>
              <a:avLst/>
              <a:gdLst/>
              <a:ahLst/>
              <a:cxnLst/>
              <a:rect l="l" t="t" r="r" b="b"/>
              <a:pathLst>
                <a:path w="193039" h="6350">
                  <a:moveTo>
                    <a:pt x="193040" y="0"/>
                  </a:moveTo>
                  <a:lnTo>
                    <a:pt x="1270" y="0"/>
                  </a:lnTo>
                  <a:lnTo>
                    <a:pt x="1270" y="5080"/>
                  </a:lnTo>
                  <a:lnTo>
                    <a:pt x="0" y="5080"/>
                  </a:lnTo>
                  <a:lnTo>
                    <a:pt x="0" y="6350"/>
                  </a:lnTo>
                  <a:lnTo>
                    <a:pt x="193040" y="6350"/>
                  </a:lnTo>
                  <a:lnTo>
                    <a:pt x="193040" y="5080"/>
                  </a:lnTo>
                  <a:lnTo>
                    <a:pt x="193040" y="0"/>
                  </a:lnTo>
                  <a:close/>
                </a:path>
              </a:pathLst>
            </a:custGeom>
            <a:solidFill>
              <a:srgbClr val="002533"/>
            </a:solidFill>
          </p:spPr>
          <p:txBody>
            <a:bodyPr wrap="square" lIns="0" tIns="0" rIns="0" bIns="0" rtlCol="0"/>
            <a:lstStyle/>
            <a:p/>
          </p:txBody>
        </p:sp>
        <p:sp>
          <p:nvSpPr>
            <p:cNvPr id="1936" name="object 1936"/>
            <p:cNvSpPr/>
            <p:nvPr/>
          </p:nvSpPr>
          <p:spPr>
            <a:xfrm>
              <a:off x="6017260" y="1228089"/>
              <a:ext cx="194310" cy="7620"/>
            </a:xfrm>
            <a:custGeom>
              <a:avLst/>
              <a:gdLst/>
              <a:ahLst/>
              <a:cxnLst/>
              <a:rect l="l" t="t" r="r" b="b"/>
              <a:pathLst>
                <a:path w="194310" h="7619">
                  <a:moveTo>
                    <a:pt x="194310" y="1270"/>
                  </a:moveTo>
                  <a:lnTo>
                    <a:pt x="193040" y="1270"/>
                  </a:lnTo>
                  <a:lnTo>
                    <a:pt x="193040" y="0"/>
                  </a:lnTo>
                  <a:lnTo>
                    <a:pt x="0" y="0"/>
                  </a:lnTo>
                  <a:lnTo>
                    <a:pt x="0" y="1270"/>
                  </a:lnTo>
                  <a:lnTo>
                    <a:pt x="0" y="7620"/>
                  </a:lnTo>
                  <a:lnTo>
                    <a:pt x="194310" y="7620"/>
                  </a:lnTo>
                  <a:lnTo>
                    <a:pt x="194310" y="1270"/>
                  </a:lnTo>
                  <a:close/>
                </a:path>
              </a:pathLst>
            </a:custGeom>
            <a:solidFill>
              <a:srgbClr val="002536"/>
            </a:solidFill>
          </p:spPr>
          <p:txBody>
            <a:bodyPr wrap="square" lIns="0" tIns="0" rIns="0" bIns="0" rtlCol="0"/>
            <a:lstStyle/>
            <a:p/>
          </p:txBody>
        </p:sp>
        <p:sp>
          <p:nvSpPr>
            <p:cNvPr id="1937" name="object 1937"/>
            <p:cNvSpPr/>
            <p:nvPr/>
          </p:nvSpPr>
          <p:spPr>
            <a:xfrm>
              <a:off x="6015990" y="1235709"/>
              <a:ext cx="196850" cy="7620"/>
            </a:xfrm>
            <a:custGeom>
              <a:avLst/>
              <a:gdLst/>
              <a:ahLst/>
              <a:cxnLst/>
              <a:rect l="l" t="t" r="r" b="b"/>
              <a:pathLst>
                <a:path w="196850" h="7619">
                  <a:moveTo>
                    <a:pt x="196850" y="2540"/>
                  </a:moveTo>
                  <a:lnTo>
                    <a:pt x="195567" y="2540"/>
                  </a:lnTo>
                  <a:lnTo>
                    <a:pt x="195567" y="1270"/>
                  </a:lnTo>
                  <a:lnTo>
                    <a:pt x="195567" y="0"/>
                  </a:lnTo>
                  <a:lnTo>
                    <a:pt x="1270" y="0"/>
                  </a:lnTo>
                  <a:lnTo>
                    <a:pt x="1270" y="1270"/>
                  </a:lnTo>
                  <a:lnTo>
                    <a:pt x="0" y="1270"/>
                  </a:lnTo>
                  <a:lnTo>
                    <a:pt x="0" y="2540"/>
                  </a:lnTo>
                  <a:lnTo>
                    <a:pt x="0" y="7620"/>
                  </a:lnTo>
                  <a:lnTo>
                    <a:pt x="196850" y="7620"/>
                  </a:lnTo>
                  <a:lnTo>
                    <a:pt x="196850" y="2540"/>
                  </a:lnTo>
                  <a:close/>
                </a:path>
              </a:pathLst>
            </a:custGeom>
            <a:solidFill>
              <a:srgbClr val="002438"/>
            </a:solidFill>
          </p:spPr>
          <p:txBody>
            <a:bodyPr wrap="square" lIns="0" tIns="0" rIns="0" bIns="0" rtlCol="0"/>
            <a:lstStyle/>
            <a:p/>
          </p:txBody>
        </p:sp>
        <p:sp>
          <p:nvSpPr>
            <p:cNvPr id="1938" name="object 1938"/>
            <p:cNvSpPr/>
            <p:nvPr/>
          </p:nvSpPr>
          <p:spPr>
            <a:xfrm>
              <a:off x="601472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00243A"/>
            </a:solidFill>
          </p:spPr>
          <p:txBody>
            <a:bodyPr wrap="square" lIns="0" tIns="0" rIns="0" bIns="0" rtlCol="0"/>
            <a:lstStyle/>
            <a:p/>
          </p:txBody>
        </p:sp>
        <p:sp>
          <p:nvSpPr>
            <p:cNvPr id="1939" name="object 1939"/>
            <p:cNvSpPr/>
            <p:nvPr/>
          </p:nvSpPr>
          <p:spPr>
            <a:xfrm>
              <a:off x="6013450" y="1249679"/>
              <a:ext cx="201930" cy="7620"/>
            </a:xfrm>
            <a:custGeom>
              <a:avLst/>
              <a:gdLst/>
              <a:ahLst/>
              <a:cxnLst/>
              <a:rect l="l" t="t" r="r" b="b"/>
              <a:pathLst>
                <a:path w="201929" h="7619">
                  <a:moveTo>
                    <a:pt x="100330" y="0"/>
                  </a:moveTo>
                  <a:lnTo>
                    <a:pt x="1270" y="0"/>
                  </a:lnTo>
                  <a:lnTo>
                    <a:pt x="1270" y="1270"/>
                  </a:lnTo>
                  <a:lnTo>
                    <a:pt x="1270" y="2540"/>
                  </a:lnTo>
                  <a:lnTo>
                    <a:pt x="1270" y="3810"/>
                  </a:lnTo>
                  <a:lnTo>
                    <a:pt x="1270" y="5080"/>
                  </a:lnTo>
                  <a:lnTo>
                    <a:pt x="0" y="508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29" h="7619">
                  <a:moveTo>
                    <a:pt x="201930" y="5080"/>
                  </a:moveTo>
                  <a:lnTo>
                    <a:pt x="200660" y="5080"/>
                  </a:lnTo>
                  <a:lnTo>
                    <a:pt x="200660" y="3810"/>
                  </a:lnTo>
                  <a:lnTo>
                    <a:pt x="200660" y="2540"/>
                  </a:lnTo>
                  <a:lnTo>
                    <a:pt x="200660" y="0"/>
                  </a:lnTo>
                  <a:lnTo>
                    <a:pt x="101600" y="0"/>
                  </a:lnTo>
                  <a:lnTo>
                    <a:pt x="10160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00233C"/>
            </a:solidFill>
          </p:spPr>
          <p:txBody>
            <a:bodyPr wrap="square" lIns="0" tIns="0" rIns="0" bIns="0" rtlCol="0"/>
            <a:lstStyle/>
            <a:p/>
          </p:txBody>
        </p:sp>
        <p:sp>
          <p:nvSpPr>
            <p:cNvPr id="1940" name="object 1940"/>
            <p:cNvSpPr/>
            <p:nvPr/>
          </p:nvSpPr>
          <p:spPr>
            <a:xfrm>
              <a:off x="6013450" y="1257299"/>
              <a:ext cx="201930" cy="7620"/>
            </a:xfrm>
            <a:custGeom>
              <a:avLst/>
              <a:gdLst/>
              <a:ahLst/>
              <a:cxnLst/>
              <a:rect l="l" t="t" r="r" b="b"/>
              <a:pathLst>
                <a:path w="201929" h="7619">
                  <a:moveTo>
                    <a:pt x="91440" y="0"/>
                  </a:moveTo>
                  <a:lnTo>
                    <a:pt x="0" y="0"/>
                  </a:lnTo>
                  <a:lnTo>
                    <a:pt x="0" y="2540"/>
                  </a:lnTo>
                  <a:lnTo>
                    <a:pt x="0" y="3810"/>
                  </a:lnTo>
                  <a:lnTo>
                    <a:pt x="0" y="5080"/>
                  </a:lnTo>
                  <a:lnTo>
                    <a:pt x="0" y="7620"/>
                  </a:lnTo>
                  <a:lnTo>
                    <a:pt x="88900" y="7620"/>
                  </a:lnTo>
                  <a:lnTo>
                    <a:pt x="88900" y="5080"/>
                  </a:lnTo>
                  <a:lnTo>
                    <a:pt x="90170" y="5080"/>
                  </a:lnTo>
                  <a:lnTo>
                    <a:pt x="90170" y="3810"/>
                  </a:lnTo>
                  <a:lnTo>
                    <a:pt x="90170" y="2540"/>
                  </a:lnTo>
                  <a:lnTo>
                    <a:pt x="91440" y="2540"/>
                  </a:lnTo>
                  <a:lnTo>
                    <a:pt x="91440" y="0"/>
                  </a:lnTo>
                  <a:close/>
                </a:path>
                <a:path w="201929" h="7619">
                  <a:moveTo>
                    <a:pt x="201930" y="0"/>
                  </a:moveTo>
                  <a:lnTo>
                    <a:pt x="109220" y="0"/>
                  </a:lnTo>
                  <a:lnTo>
                    <a:pt x="109220" y="3810"/>
                  </a:lnTo>
                  <a:lnTo>
                    <a:pt x="110490" y="3810"/>
                  </a:lnTo>
                  <a:lnTo>
                    <a:pt x="110490" y="6350"/>
                  </a:lnTo>
                  <a:lnTo>
                    <a:pt x="111760" y="6350"/>
                  </a:lnTo>
                  <a:lnTo>
                    <a:pt x="111760" y="7620"/>
                  </a:lnTo>
                  <a:lnTo>
                    <a:pt x="201930" y="7620"/>
                  </a:lnTo>
                  <a:lnTo>
                    <a:pt x="201930" y="6350"/>
                  </a:lnTo>
                  <a:lnTo>
                    <a:pt x="201930" y="3810"/>
                  </a:lnTo>
                  <a:lnTo>
                    <a:pt x="201930" y="0"/>
                  </a:lnTo>
                  <a:close/>
                </a:path>
              </a:pathLst>
            </a:custGeom>
            <a:solidFill>
              <a:srgbClr val="00223F"/>
            </a:solidFill>
          </p:spPr>
          <p:txBody>
            <a:bodyPr wrap="square" lIns="0" tIns="0" rIns="0" bIns="0" rtlCol="0"/>
            <a:lstStyle/>
            <a:p/>
          </p:txBody>
        </p:sp>
        <p:sp>
          <p:nvSpPr>
            <p:cNvPr id="1941" name="object 1941"/>
            <p:cNvSpPr/>
            <p:nvPr/>
          </p:nvSpPr>
          <p:spPr>
            <a:xfrm>
              <a:off x="6012180" y="1264919"/>
              <a:ext cx="204470" cy="6350"/>
            </a:xfrm>
            <a:custGeom>
              <a:avLst/>
              <a:gdLst/>
              <a:ahLst/>
              <a:cxnLst/>
              <a:rect l="l" t="t" r="r" b="b"/>
              <a:pathLst>
                <a:path w="204470" h="6350">
                  <a:moveTo>
                    <a:pt x="90170" y="0"/>
                  </a:moveTo>
                  <a:lnTo>
                    <a:pt x="88900" y="0"/>
                  </a:lnTo>
                  <a:lnTo>
                    <a:pt x="0" y="0"/>
                  </a:lnTo>
                  <a:lnTo>
                    <a:pt x="0" y="3810"/>
                  </a:lnTo>
                  <a:lnTo>
                    <a:pt x="0" y="6350"/>
                  </a:lnTo>
                  <a:lnTo>
                    <a:pt x="87617" y="6350"/>
                  </a:lnTo>
                  <a:lnTo>
                    <a:pt x="87617" y="3810"/>
                  </a:lnTo>
                  <a:lnTo>
                    <a:pt x="88900" y="3810"/>
                  </a:lnTo>
                  <a:lnTo>
                    <a:pt x="88900" y="127"/>
                  </a:lnTo>
                  <a:lnTo>
                    <a:pt x="90170" y="127"/>
                  </a:lnTo>
                  <a:lnTo>
                    <a:pt x="90170" y="0"/>
                  </a:lnTo>
                  <a:close/>
                </a:path>
                <a:path w="204470" h="6350">
                  <a:moveTo>
                    <a:pt x="204470" y="1270"/>
                  </a:moveTo>
                  <a:lnTo>
                    <a:pt x="203200" y="1270"/>
                  </a:lnTo>
                  <a:lnTo>
                    <a:pt x="203200" y="127"/>
                  </a:lnTo>
                  <a:lnTo>
                    <a:pt x="113030" y="127"/>
                  </a:lnTo>
                  <a:lnTo>
                    <a:pt x="113030" y="1397"/>
                  </a:lnTo>
                  <a:lnTo>
                    <a:pt x="114300" y="1397"/>
                  </a:lnTo>
                  <a:lnTo>
                    <a:pt x="114300" y="5080"/>
                  </a:lnTo>
                  <a:lnTo>
                    <a:pt x="115570" y="5080"/>
                  </a:lnTo>
                  <a:lnTo>
                    <a:pt x="115570" y="6350"/>
                  </a:lnTo>
                  <a:lnTo>
                    <a:pt x="204470" y="6350"/>
                  </a:lnTo>
                  <a:lnTo>
                    <a:pt x="204470" y="5080"/>
                  </a:lnTo>
                  <a:lnTo>
                    <a:pt x="204470" y="1270"/>
                  </a:lnTo>
                  <a:close/>
                </a:path>
              </a:pathLst>
            </a:custGeom>
            <a:solidFill>
              <a:srgbClr val="002241"/>
            </a:solidFill>
          </p:spPr>
          <p:txBody>
            <a:bodyPr wrap="square" lIns="0" tIns="0" rIns="0" bIns="0" rtlCol="0"/>
            <a:lstStyle/>
            <a:p/>
          </p:txBody>
        </p:sp>
        <p:sp>
          <p:nvSpPr>
            <p:cNvPr id="1942" name="object 1942"/>
            <p:cNvSpPr/>
            <p:nvPr/>
          </p:nvSpPr>
          <p:spPr>
            <a:xfrm>
              <a:off x="6010910" y="1271269"/>
              <a:ext cx="205740" cy="7620"/>
            </a:xfrm>
            <a:custGeom>
              <a:avLst/>
              <a:gdLst/>
              <a:ahLst/>
              <a:cxnLst/>
              <a:rect l="l" t="t" r="r" b="b"/>
              <a:pathLst>
                <a:path w="205739" h="7619">
                  <a:moveTo>
                    <a:pt x="86360" y="6476"/>
                  </a:moveTo>
                  <a:lnTo>
                    <a:pt x="0" y="6476"/>
                  </a:lnTo>
                  <a:lnTo>
                    <a:pt x="0" y="7619"/>
                  </a:lnTo>
                  <a:lnTo>
                    <a:pt x="86360" y="7619"/>
                  </a:lnTo>
                  <a:lnTo>
                    <a:pt x="86360" y="6476"/>
                  </a:lnTo>
                  <a:close/>
                </a:path>
                <a:path w="205739" h="7619">
                  <a:moveTo>
                    <a:pt x="87629" y="2666"/>
                  </a:moveTo>
                  <a:lnTo>
                    <a:pt x="1269" y="2666"/>
                  </a:lnTo>
                  <a:lnTo>
                    <a:pt x="1269" y="3809"/>
                  </a:lnTo>
                  <a:lnTo>
                    <a:pt x="0" y="3809"/>
                  </a:lnTo>
                  <a:lnTo>
                    <a:pt x="0" y="6349"/>
                  </a:lnTo>
                  <a:lnTo>
                    <a:pt x="86360" y="6349"/>
                  </a:lnTo>
                  <a:lnTo>
                    <a:pt x="87629" y="6476"/>
                  </a:lnTo>
                  <a:lnTo>
                    <a:pt x="87629" y="2666"/>
                  </a:lnTo>
                  <a:close/>
                </a:path>
                <a:path w="205739" h="7619">
                  <a:moveTo>
                    <a:pt x="88899" y="0"/>
                  </a:moveTo>
                  <a:lnTo>
                    <a:pt x="1269" y="0"/>
                  </a:lnTo>
                  <a:lnTo>
                    <a:pt x="1269" y="2539"/>
                  </a:lnTo>
                  <a:lnTo>
                    <a:pt x="87629" y="2539"/>
                  </a:lnTo>
                  <a:lnTo>
                    <a:pt x="87629" y="2666"/>
                  </a:lnTo>
                  <a:lnTo>
                    <a:pt x="88899" y="2666"/>
                  </a:lnTo>
                  <a:lnTo>
                    <a:pt x="88899" y="0"/>
                  </a:lnTo>
                  <a:close/>
                </a:path>
                <a:path w="205739" h="7619">
                  <a:moveTo>
                    <a:pt x="205739" y="6476"/>
                  </a:moveTo>
                  <a:lnTo>
                    <a:pt x="119379" y="6476"/>
                  </a:lnTo>
                  <a:lnTo>
                    <a:pt x="119379" y="7619"/>
                  </a:lnTo>
                  <a:lnTo>
                    <a:pt x="205739" y="7619"/>
                  </a:lnTo>
                  <a:lnTo>
                    <a:pt x="205739" y="6476"/>
                  </a:lnTo>
                  <a:close/>
                </a:path>
                <a:path w="205739" h="7619">
                  <a:moveTo>
                    <a:pt x="205739" y="2666"/>
                  </a:moveTo>
                  <a:lnTo>
                    <a:pt x="118110" y="2666"/>
                  </a:lnTo>
                  <a:lnTo>
                    <a:pt x="118110" y="5206"/>
                  </a:lnTo>
                  <a:lnTo>
                    <a:pt x="119379" y="5206"/>
                  </a:lnTo>
                  <a:lnTo>
                    <a:pt x="119379" y="6349"/>
                  </a:lnTo>
                  <a:lnTo>
                    <a:pt x="205739" y="6349"/>
                  </a:lnTo>
                  <a:lnTo>
                    <a:pt x="205739" y="2666"/>
                  </a:lnTo>
                  <a:close/>
                </a:path>
                <a:path w="205739" h="7619">
                  <a:moveTo>
                    <a:pt x="205739" y="0"/>
                  </a:moveTo>
                  <a:lnTo>
                    <a:pt x="116839" y="0"/>
                  </a:lnTo>
                  <a:lnTo>
                    <a:pt x="116839" y="2666"/>
                  </a:lnTo>
                  <a:lnTo>
                    <a:pt x="118110" y="2666"/>
                  </a:lnTo>
                  <a:lnTo>
                    <a:pt x="118110" y="2539"/>
                  </a:lnTo>
                  <a:lnTo>
                    <a:pt x="205739" y="2539"/>
                  </a:lnTo>
                  <a:lnTo>
                    <a:pt x="205739" y="0"/>
                  </a:lnTo>
                  <a:close/>
                </a:path>
              </a:pathLst>
            </a:custGeom>
            <a:solidFill>
              <a:srgbClr val="002143"/>
            </a:solidFill>
          </p:spPr>
          <p:txBody>
            <a:bodyPr wrap="square" lIns="0" tIns="0" rIns="0" bIns="0" rtlCol="0"/>
            <a:lstStyle/>
            <a:p/>
          </p:txBody>
        </p:sp>
        <p:sp>
          <p:nvSpPr>
            <p:cNvPr id="1943" name="object 1943"/>
            <p:cNvSpPr/>
            <p:nvPr/>
          </p:nvSpPr>
          <p:spPr>
            <a:xfrm>
              <a:off x="6010910" y="1278889"/>
              <a:ext cx="207010" cy="7620"/>
            </a:xfrm>
            <a:custGeom>
              <a:avLst/>
              <a:gdLst/>
              <a:ahLst/>
              <a:cxnLst/>
              <a:rect l="l" t="t" r="r" b="b"/>
              <a:pathLst>
                <a:path w="207010" h="7619">
                  <a:moveTo>
                    <a:pt x="86360" y="0"/>
                  </a:moveTo>
                  <a:lnTo>
                    <a:pt x="0" y="0"/>
                  </a:lnTo>
                  <a:lnTo>
                    <a:pt x="0" y="7620"/>
                  </a:lnTo>
                  <a:lnTo>
                    <a:pt x="85089" y="7620"/>
                  </a:lnTo>
                  <a:lnTo>
                    <a:pt x="85089" y="6476"/>
                  </a:lnTo>
                  <a:lnTo>
                    <a:pt x="86360" y="6476"/>
                  </a:lnTo>
                  <a:lnTo>
                    <a:pt x="86360" y="0"/>
                  </a:lnTo>
                  <a:close/>
                </a:path>
                <a:path w="207010" h="7619">
                  <a:moveTo>
                    <a:pt x="205739" y="0"/>
                  </a:moveTo>
                  <a:lnTo>
                    <a:pt x="119379" y="0"/>
                  </a:lnTo>
                  <a:lnTo>
                    <a:pt x="119379" y="1397"/>
                  </a:lnTo>
                  <a:lnTo>
                    <a:pt x="120650" y="1397"/>
                  </a:lnTo>
                  <a:lnTo>
                    <a:pt x="120650" y="7620"/>
                  </a:lnTo>
                  <a:lnTo>
                    <a:pt x="207009" y="7620"/>
                  </a:lnTo>
                  <a:lnTo>
                    <a:pt x="207009" y="126"/>
                  </a:lnTo>
                  <a:lnTo>
                    <a:pt x="205739" y="126"/>
                  </a:lnTo>
                  <a:close/>
                </a:path>
              </a:pathLst>
            </a:custGeom>
            <a:solidFill>
              <a:srgbClr val="002146"/>
            </a:solidFill>
          </p:spPr>
          <p:txBody>
            <a:bodyPr wrap="square" lIns="0" tIns="0" rIns="0" bIns="0" rtlCol="0"/>
            <a:lstStyle/>
            <a:p/>
          </p:txBody>
        </p:sp>
        <p:sp>
          <p:nvSpPr>
            <p:cNvPr id="1944" name="object 1944"/>
            <p:cNvSpPr/>
            <p:nvPr/>
          </p:nvSpPr>
          <p:spPr>
            <a:xfrm>
              <a:off x="6009640" y="1286509"/>
              <a:ext cx="208279" cy="6350"/>
            </a:xfrm>
            <a:custGeom>
              <a:avLst/>
              <a:gdLst/>
              <a:ahLst/>
              <a:cxnLst/>
              <a:rect l="l" t="t" r="r" b="b"/>
              <a:pathLst>
                <a:path w="208279" h="6350">
                  <a:moveTo>
                    <a:pt x="86360" y="0"/>
                  </a:moveTo>
                  <a:lnTo>
                    <a:pt x="1270" y="0"/>
                  </a:lnTo>
                  <a:lnTo>
                    <a:pt x="1270" y="1269"/>
                  </a:lnTo>
                  <a:lnTo>
                    <a:pt x="0" y="1269"/>
                  </a:lnTo>
                  <a:lnTo>
                    <a:pt x="0" y="6350"/>
                  </a:lnTo>
                  <a:lnTo>
                    <a:pt x="85089" y="6350"/>
                  </a:lnTo>
                  <a:lnTo>
                    <a:pt x="85089" y="2666"/>
                  </a:lnTo>
                  <a:lnTo>
                    <a:pt x="86360" y="2666"/>
                  </a:lnTo>
                  <a:lnTo>
                    <a:pt x="86360" y="0"/>
                  </a:lnTo>
                  <a:close/>
                </a:path>
                <a:path w="208279" h="6350">
                  <a:moveTo>
                    <a:pt x="208279" y="0"/>
                  </a:moveTo>
                  <a:lnTo>
                    <a:pt x="121920" y="0"/>
                  </a:lnTo>
                  <a:lnTo>
                    <a:pt x="121920" y="2666"/>
                  </a:lnTo>
                  <a:lnTo>
                    <a:pt x="123189" y="2666"/>
                  </a:lnTo>
                  <a:lnTo>
                    <a:pt x="123189" y="6350"/>
                  </a:lnTo>
                  <a:lnTo>
                    <a:pt x="208279" y="6350"/>
                  </a:lnTo>
                  <a:lnTo>
                    <a:pt x="208279" y="0"/>
                  </a:lnTo>
                  <a:close/>
                </a:path>
              </a:pathLst>
            </a:custGeom>
            <a:solidFill>
              <a:srgbClr val="002048"/>
            </a:solidFill>
          </p:spPr>
          <p:txBody>
            <a:bodyPr wrap="square" lIns="0" tIns="0" rIns="0" bIns="0" rtlCol="0"/>
            <a:lstStyle/>
            <a:p/>
          </p:txBody>
        </p:sp>
        <p:sp>
          <p:nvSpPr>
            <p:cNvPr id="1945" name="object 1945"/>
            <p:cNvSpPr/>
            <p:nvPr/>
          </p:nvSpPr>
          <p:spPr>
            <a:xfrm>
              <a:off x="6009640" y="1292859"/>
              <a:ext cx="209550" cy="7620"/>
            </a:xfrm>
            <a:custGeom>
              <a:avLst/>
              <a:gdLst/>
              <a:ahLst/>
              <a:cxnLst/>
              <a:rect l="l" t="t" r="r" b="b"/>
              <a:pathLst>
                <a:path w="209550" h="7619">
                  <a:moveTo>
                    <a:pt x="85089" y="6476"/>
                  </a:moveTo>
                  <a:lnTo>
                    <a:pt x="0" y="6476"/>
                  </a:lnTo>
                  <a:lnTo>
                    <a:pt x="0" y="7619"/>
                  </a:lnTo>
                  <a:lnTo>
                    <a:pt x="85089" y="7619"/>
                  </a:lnTo>
                  <a:lnTo>
                    <a:pt x="85089" y="6476"/>
                  </a:lnTo>
                  <a:close/>
                </a:path>
                <a:path w="209550" h="7619">
                  <a:moveTo>
                    <a:pt x="209550" y="6349"/>
                  </a:moveTo>
                  <a:lnTo>
                    <a:pt x="208279" y="6349"/>
                  </a:lnTo>
                  <a:lnTo>
                    <a:pt x="208279" y="6476"/>
                  </a:lnTo>
                  <a:lnTo>
                    <a:pt x="123189" y="6476"/>
                  </a:lnTo>
                  <a:lnTo>
                    <a:pt x="123189" y="7619"/>
                  </a:lnTo>
                  <a:lnTo>
                    <a:pt x="209550" y="7619"/>
                  </a:lnTo>
                  <a:lnTo>
                    <a:pt x="209550" y="6349"/>
                  </a:lnTo>
                  <a:close/>
                </a:path>
                <a:path w="209550" h="7619">
                  <a:moveTo>
                    <a:pt x="208279" y="0"/>
                  </a:moveTo>
                  <a:lnTo>
                    <a:pt x="123189" y="0"/>
                  </a:lnTo>
                  <a:lnTo>
                    <a:pt x="123189" y="6349"/>
                  </a:lnTo>
                  <a:lnTo>
                    <a:pt x="208279" y="6349"/>
                  </a:lnTo>
                  <a:lnTo>
                    <a:pt x="208279" y="0"/>
                  </a:lnTo>
                  <a:close/>
                </a:path>
                <a:path w="209550" h="7619">
                  <a:moveTo>
                    <a:pt x="85089" y="0"/>
                  </a:moveTo>
                  <a:lnTo>
                    <a:pt x="0" y="0"/>
                  </a:lnTo>
                  <a:lnTo>
                    <a:pt x="0" y="6349"/>
                  </a:lnTo>
                  <a:lnTo>
                    <a:pt x="85089" y="6349"/>
                  </a:lnTo>
                  <a:lnTo>
                    <a:pt x="85089" y="0"/>
                  </a:lnTo>
                  <a:close/>
                </a:path>
              </a:pathLst>
            </a:custGeom>
            <a:solidFill>
              <a:srgbClr val="00204A"/>
            </a:solidFill>
          </p:spPr>
          <p:txBody>
            <a:bodyPr wrap="square" lIns="0" tIns="0" rIns="0" bIns="0" rtlCol="0"/>
            <a:lstStyle/>
            <a:p/>
          </p:txBody>
        </p:sp>
        <p:sp>
          <p:nvSpPr>
            <p:cNvPr id="1946" name="object 1946"/>
            <p:cNvSpPr/>
            <p:nvPr/>
          </p:nvSpPr>
          <p:spPr>
            <a:xfrm>
              <a:off x="6008370" y="1300479"/>
              <a:ext cx="210820" cy="7620"/>
            </a:xfrm>
            <a:custGeom>
              <a:avLst/>
              <a:gdLst/>
              <a:ahLst/>
              <a:cxnLst/>
              <a:rect l="l" t="t" r="r" b="b"/>
              <a:pathLst>
                <a:path w="210820" h="7619">
                  <a:moveTo>
                    <a:pt x="85089" y="0"/>
                  </a:moveTo>
                  <a:lnTo>
                    <a:pt x="1269" y="0"/>
                  </a:lnTo>
                  <a:lnTo>
                    <a:pt x="1269" y="2540"/>
                  </a:lnTo>
                  <a:lnTo>
                    <a:pt x="0" y="2540"/>
                  </a:lnTo>
                  <a:lnTo>
                    <a:pt x="0" y="7620"/>
                  </a:lnTo>
                  <a:lnTo>
                    <a:pt x="85089" y="7620"/>
                  </a:lnTo>
                  <a:lnTo>
                    <a:pt x="85089" y="0"/>
                  </a:lnTo>
                  <a:close/>
                </a:path>
                <a:path w="210820" h="7619">
                  <a:moveTo>
                    <a:pt x="210819" y="0"/>
                  </a:moveTo>
                  <a:lnTo>
                    <a:pt x="125729" y="0"/>
                  </a:lnTo>
                  <a:lnTo>
                    <a:pt x="125729" y="7620"/>
                  </a:lnTo>
                  <a:lnTo>
                    <a:pt x="210819" y="7620"/>
                  </a:lnTo>
                  <a:lnTo>
                    <a:pt x="210819" y="0"/>
                  </a:lnTo>
                  <a:close/>
                </a:path>
              </a:pathLst>
            </a:custGeom>
            <a:solidFill>
              <a:srgbClr val="001F4C"/>
            </a:solidFill>
          </p:spPr>
          <p:txBody>
            <a:bodyPr wrap="square" lIns="0" tIns="0" rIns="0" bIns="0" rtlCol="0"/>
            <a:lstStyle/>
            <a:p/>
          </p:txBody>
        </p:sp>
        <p:sp>
          <p:nvSpPr>
            <p:cNvPr id="1947" name="object 1947"/>
            <p:cNvSpPr/>
            <p:nvPr/>
          </p:nvSpPr>
          <p:spPr>
            <a:xfrm>
              <a:off x="6008370" y="1308099"/>
              <a:ext cx="210820" cy="6350"/>
            </a:xfrm>
            <a:custGeom>
              <a:avLst/>
              <a:gdLst/>
              <a:ahLst/>
              <a:cxnLst/>
              <a:rect l="l" t="t" r="r" b="b"/>
              <a:pathLst>
                <a:path w="210820" h="6350">
                  <a:moveTo>
                    <a:pt x="85089" y="0"/>
                  </a:moveTo>
                  <a:lnTo>
                    <a:pt x="0" y="0"/>
                  </a:lnTo>
                  <a:lnTo>
                    <a:pt x="0" y="6350"/>
                  </a:lnTo>
                  <a:lnTo>
                    <a:pt x="83820" y="6350"/>
                  </a:lnTo>
                  <a:lnTo>
                    <a:pt x="83820" y="3810"/>
                  </a:lnTo>
                  <a:lnTo>
                    <a:pt x="85089" y="3810"/>
                  </a:lnTo>
                  <a:lnTo>
                    <a:pt x="85089" y="0"/>
                  </a:lnTo>
                  <a:close/>
                </a:path>
                <a:path w="210820" h="6350">
                  <a:moveTo>
                    <a:pt x="210819" y="0"/>
                  </a:moveTo>
                  <a:lnTo>
                    <a:pt x="125729" y="0"/>
                  </a:lnTo>
                  <a:lnTo>
                    <a:pt x="125729" y="2539"/>
                  </a:lnTo>
                  <a:lnTo>
                    <a:pt x="127000" y="2539"/>
                  </a:lnTo>
                  <a:lnTo>
                    <a:pt x="127000" y="6350"/>
                  </a:lnTo>
                  <a:lnTo>
                    <a:pt x="210819" y="6350"/>
                  </a:lnTo>
                  <a:lnTo>
                    <a:pt x="210819" y="0"/>
                  </a:lnTo>
                  <a:close/>
                </a:path>
              </a:pathLst>
            </a:custGeom>
            <a:solidFill>
              <a:srgbClr val="001E4F"/>
            </a:solidFill>
          </p:spPr>
          <p:txBody>
            <a:bodyPr wrap="square" lIns="0" tIns="0" rIns="0" bIns="0" rtlCol="0"/>
            <a:lstStyle/>
            <a:p/>
          </p:txBody>
        </p:sp>
        <p:sp>
          <p:nvSpPr>
            <p:cNvPr id="1948" name="object 1948"/>
            <p:cNvSpPr/>
            <p:nvPr/>
          </p:nvSpPr>
          <p:spPr>
            <a:xfrm>
              <a:off x="600837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001E51"/>
            </a:solidFill>
          </p:spPr>
          <p:txBody>
            <a:bodyPr wrap="square" lIns="0" tIns="0" rIns="0" bIns="0" rtlCol="0"/>
            <a:lstStyle/>
            <a:p/>
          </p:txBody>
        </p:sp>
        <p:sp>
          <p:nvSpPr>
            <p:cNvPr id="1949" name="object 1949"/>
            <p:cNvSpPr/>
            <p:nvPr/>
          </p:nvSpPr>
          <p:spPr>
            <a:xfrm>
              <a:off x="6007100"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89" y="0"/>
                  </a:moveTo>
                  <a:lnTo>
                    <a:pt x="128270" y="0"/>
                  </a:lnTo>
                  <a:lnTo>
                    <a:pt x="128270" y="1269"/>
                  </a:lnTo>
                  <a:lnTo>
                    <a:pt x="129539" y="1269"/>
                  </a:lnTo>
                  <a:lnTo>
                    <a:pt x="129539" y="7619"/>
                  </a:lnTo>
                  <a:lnTo>
                    <a:pt x="212089" y="7619"/>
                  </a:lnTo>
                  <a:lnTo>
                    <a:pt x="212089" y="0"/>
                  </a:lnTo>
                  <a:close/>
                </a:path>
              </a:pathLst>
            </a:custGeom>
            <a:solidFill>
              <a:srgbClr val="001D53"/>
            </a:solidFill>
          </p:spPr>
          <p:txBody>
            <a:bodyPr wrap="square" lIns="0" tIns="0" rIns="0" bIns="0" rtlCol="0"/>
            <a:lstStyle/>
            <a:p/>
          </p:txBody>
        </p:sp>
        <p:sp>
          <p:nvSpPr>
            <p:cNvPr id="1950" name="object 1950"/>
            <p:cNvSpPr/>
            <p:nvPr/>
          </p:nvSpPr>
          <p:spPr>
            <a:xfrm>
              <a:off x="6007100" y="132968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D56"/>
            </a:solidFill>
          </p:spPr>
          <p:txBody>
            <a:bodyPr wrap="square" lIns="0" tIns="0" rIns="0" bIns="0" rtlCol="0"/>
            <a:lstStyle/>
            <a:p/>
          </p:txBody>
        </p:sp>
        <p:sp>
          <p:nvSpPr>
            <p:cNvPr id="1951" name="object 1951"/>
            <p:cNvSpPr/>
            <p:nvPr/>
          </p:nvSpPr>
          <p:spPr>
            <a:xfrm>
              <a:off x="6007100" y="133730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001C58"/>
            </a:solidFill>
          </p:spPr>
          <p:txBody>
            <a:bodyPr wrap="square" lIns="0" tIns="0" rIns="0" bIns="0" rtlCol="0"/>
            <a:lstStyle/>
            <a:p/>
          </p:txBody>
        </p:sp>
        <p:sp>
          <p:nvSpPr>
            <p:cNvPr id="1952" name="object 1952"/>
            <p:cNvSpPr/>
            <p:nvPr/>
          </p:nvSpPr>
          <p:spPr>
            <a:xfrm>
              <a:off x="6007100" y="13436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C5A"/>
            </a:solidFill>
          </p:spPr>
          <p:txBody>
            <a:bodyPr wrap="square" lIns="0" tIns="0" rIns="0" bIns="0" rtlCol="0"/>
            <a:lstStyle/>
            <a:p/>
          </p:txBody>
        </p:sp>
        <p:sp>
          <p:nvSpPr>
            <p:cNvPr id="1953" name="object 1953"/>
            <p:cNvSpPr/>
            <p:nvPr/>
          </p:nvSpPr>
          <p:spPr>
            <a:xfrm>
              <a:off x="6007100" y="135127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B5C"/>
            </a:solidFill>
          </p:spPr>
          <p:txBody>
            <a:bodyPr wrap="square" lIns="0" tIns="0" rIns="0" bIns="0" rtlCol="0"/>
            <a:lstStyle/>
            <a:p/>
          </p:txBody>
        </p:sp>
        <p:sp>
          <p:nvSpPr>
            <p:cNvPr id="1954" name="object 1954"/>
            <p:cNvSpPr/>
            <p:nvPr/>
          </p:nvSpPr>
          <p:spPr>
            <a:xfrm>
              <a:off x="6007100" y="135889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001A5F"/>
            </a:solidFill>
          </p:spPr>
          <p:txBody>
            <a:bodyPr wrap="square" lIns="0" tIns="0" rIns="0" bIns="0" rtlCol="0"/>
            <a:lstStyle/>
            <a:p/>
          </p:txBody>
        </p:sp>
        <p:sp>
          <p:nvSpPr>
            <p:cNvPr id="1955" name="object 1955"/>
            <p:cNvSpPr/>
            <p:nvPr/>
          </p:nvSpPr>
          <p:spPr>
            <a:xfrm>
              <a:off x="6007100" y="13652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A61"/>
            </a:solidFill>
          </p:spPr>
          <p:txBody>
            <a:bodyPr wrap="square" lIns="0" tIns="0" rIns="0" bIns="0" rtlCol="0"/>
            <a:lstStyle/>
            <a:p/>
          </p:txBody>
        </p:sp>
        <p:sp>
          <p:nvSpPr>
            <p:cNvPr id="1956" name="object 1956"/>
            <p:cNvSpPr/>
            <p:nvPr/>
          </p:nvSpPr>
          <p:spPr>
            <a:xfrm>
              <a:off x="6007100" y="137286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963"/>
            </a:solidFill>
          </p:spPr>
          <p:txBody>
            <a:bodyPr wrap="square" lIns="0" tIns="0" rIns="0" bIns="0" rtlCol="0"/>
            <a:lstStyle/>
            <a:p/>
          </p:txBody>
        </p:sp>
        <p:sp>
          <p:nvSpPr>
            <p:cNvPr id="1957" name="object 1957"/>
            <p:cNvSpPr/>
            <p:nvPr/>
          </p:nvSpPr>
          <p:spPr>
            <a:xfrm>
              <a:off x="6007100" y="138048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001966"/>
            </a:solidFill>
          </p:spPr>
          <p:txBody>
            <a:bodyPr wrap="square" lIns="0" tIns="0" rIns="0" bIns="0" rtlCol="0"/>
            <a:lstStyle/>
            <a:p/>
          </p:txBody>
        </p:sp>
        <p:sp>
          <p:nvSpPr>
            <p:cNvPr id="1958" name="object 1958"/>
            <p:cNvSpPr/>
            <p:nvPr/>
          </p:nvSpPr>
          <p:spPr>
            <a:xfrm>
              <a:off x="6007100" y="138683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868"/>
            </a:solidFill>
          </p:spPr>
          <p:txBody>
            <a:bodyPr wrap="square" lIns="0" tIns="0" rIns="0" bIns="0" rtlCol="0"/>
            <a:lstStyle/>
            <a:p/>
          </p:txBody>
        </p:sp>
        <p:sp>
          <p:nvSpPr>
            <p:cNvPr id="1959" name="object 1959"/>
            <p:cNvSpPr/>
            <p:nvPr/>
          </p:nvSpPr>
          <p:spPr>
            <a:xfrm>
              <a:off x="6007100" y="13944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86A"/>
            </a:solidFill>
          </p:spPr>
          <p:txBody>
            <a:bodyPr wrap="square" lIns="0" tIns="0" rIns="0" bIns="0" rtlCol="0"/>
            <a:lstStyle/>
            <a:p/>
          </p:txBody>
        </p:sp>
        <p:sp>
          <p:nvSpPr>
            <p:cNvPr id="1960" name="object 1960"/>
            <p:cNvSpPr/>
            <p:nvPr/>
          </p:nvSpPr>
          <p:spPr>
            <a:xfrm>
              <a:off x="6007100" y="140207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00176D"/>
            </a:solidFill>
          </p:spPr>
          <p:txBody>
            <a:bodyPr wrap="square" lIns="0" tIns="0" rIns="0" bIns="0" rtlCol="0"/>
            <a:lstStyle/>
            <a:p/>
          </p:txBody>
        </p:sp>
        <p:sp>
          <p:nvSpPr>
            <p:cNvPr id="1961" name="object 1961"/>
            <p:cNvSpPr/>
            <p:nvPr/>
          </p:nvSpPr>
          <p:spPr>
            <a:xfrm>
              <a:off x="6007100" y="140842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00166F"/>
            </a:solidFill>
          </p:spPr>
          <p:txBody>
            <a:bodyPr wrap="square" lIns="0" tIns="0" rIns="0" bIns="0" rtlCol="0"/>
            <a:lstStyle/>
            <a:p/>
          </p:txBody>
        </p:sp>
        <p:sp>
          <p:nvSpPr>
            <p:cNvPr id="1962" name="object 1962"/>
            <p:cNvSpPr/>
            <p:nvPr/>
          </p:nvSpPr>
          <p:spPr>
            <a:xfrm>
              <a:off x="6007100" y="1416049"/>
              <a:ext cx="212090" cy="7620"/>
            </a:xfrm>
            <a:custGeom>
              <a:avLst/>
              <a:gdLst/>
              <a:ahLst/>
              <a:cxnLst/>
              <a:rect l="l" t="t" r="r" b="b"/>
              <a:pathLst>
                <a:path w="212089" h="7619">
                  <a:moveTo>
                    <a:pt x="83820" y="0"/>
                  </a:moveTo>
                  <a:lnTo>
                    <a:pt x="0" y="0"/>
                  </a:lnTo>
                  <a:lnTo>
                    <a:pt x="0" y="3810"/>
                  </a:lnTo>
                  <a:lnTo>
                    <a:pt x="1270" y="3810"/>
                  </a:lnTo>
                  <a:lnTo>
                    <a:pt x="1270" y="5079"/>
                  </a:lnTo>
                  <a:lnTo>
                    <a:pt x="83820" y="5079"/>
                  </a:lnTo>
                  <a:lnTo>
                    <a:pt x="83820" y="0"/>
                  </a:lnTo>
                  <a:close/>
                </a:path>
                <a:path w="212089" h="7619">
                  <a:moveTo>
                    <a:pt x="212089" y="0"/>
                  </a:moveTo>
                  <a:lnTo>
                    <a:pt x="129539" y="0"/>
                  </a:lnTo>
                  <a:lnTo>
                    <a:pt x="129539" y="5079"/>
                  </a:lnTo>
                  <a:lnTo>
                    <a:pt x="212089" y="5079"/>
                  </a:lnTo>
                  <a:lnTo>
                    <a:pt x="212089" y="0"/>
                  </a:lnTo>
                  <a:close/>
                </a:path>
                <a:path w="212089" h="7619">
                  <a:moveTo>
                    <a:pt x="83820" y="5080"/>
                  </a:moveTo>
                  <a:lnTo>
                    <a:pt x="1270" y="5080"/>
                  </a:lnTo>
                  <a:lnTo>
                    <a:pt x="1270" y="7620"/>
                  </a:lnTo>
                  <a:lnTo>
                    <a:pt x="83820" y="7620"/>
                  </a:lnTo>
                  <a:lnTo>
                    <a:pt x="83820" y="5080"/>
                  </a:lnTo>
                  <a:close/>
                </a:path>
                <a:path w="212089" h="7619">
                  <a:moveTo>
                    <a:pt x="212089" y="5080"/>
                  </a:moveTo>
                  <a:lnTo>
                    <a:pt x="129539" y="5080"/>
                  </a:lnTo>
                  <a:lnTo>
                    <a:pt x="129539" y="7620"/>
                  </a:lnTo>
                  <a:lnTo>
                    <a:pt x="212089" y="7620"/>
                  </a:lnTo>
                  <a:lnTo>
                    <a:pt x="212089" y="5080"/>
                  </a:lnTo>
                  <a:close/>
                </a:path>
              </a:pathLst>
            </a:custGeom>
            <a:solidFill>
              <a:srgbClr val="001671"/>
            </a:solidFill>
          </p:spPr>
          <p:txBody>
            <a:bodyPr wrap="square" lIns="0" tIns="0" rIns="0" bIns="0" rtlCol="0"/>
            <a:lstStyle/>
            <a:p/>
          </p:txBody>
        </p:sp>
        <p:sp>
          <p:nvSpPr>
            <p:cNvPr id="1963" name="object 1963"/>
            <p:cNvSpPr/>
            <p:nvPr/>
          </p:nvSpPr>
          <p:spPr>
            <a:xfrm>
              <a:off x="6008370" y="1423669"/>
              <a:ext cx="210820" cy="6350"/>
            </a:xfrm>
            <a:custGeom>
              <a:avLst/>
              <a:gdLst/>
              <a:ahLst/>
              <a:cxnLst/>
              <a:rect l="l" t="t" r="r" b="b"/>
              <a:pathLst>
                <a:path w="210820" h="6350">
                  <a:moveTo>
                    <a:pt x="82550" y="0"/>
                  </a:moveTo>
                  <a:lnTo>
                    <a:pt x="0" y="0"/>
                  </a:lnTo>
                  <a:lnTo>
                    <a:pt x="0" y="6350"/>
                  </a:lnTo>
                  <a:lnTo>
                    <a:pt x="83820" y="6350"/>
                  </a:lnTo>
                  <a:lnTo>
                    <a:pt x="83820" y="2539"/>
                  </a:lnTo>
                  <a:lnTo>
                    <a:pt x="82550" y="2539"/>
                  </a:lnTo>
                  <a:lnTo>
                    <a:pt x="82550" y="0"/>
                  </a:lnTo>
                  <a:close/>
                </a:path>
                <a:path w="210820" h="6350">
                  <a:moveTo>
                    <a:pt x="210819" y="0"/>
                  </a:moveTo>
                  <a:lnTo>
                    <a:pt x="128269" y="0"/>
                  </a:lnTo>
                  <a:lnTo>
                    <a:pt x="128269" y="2539"/>
                  </a:lnTo>
                  <a:lnTo>
                    <a:pt x="127000" y="2539"/>
                  </a:lnTo>
                  <a:lnTo>
                    <a:pt x="127000" y="6350"/>
                  </a:lnTo>
                  <a:lnTo>
                    <a:pt x="210819" y="6350"/>
                  </a:lnTo>
                  <a:lnTo>
                    <a:pt x="210819" y="0"/>
                  </a:lnTo>
                  <a:close/>
                </a:path>
              </a:pathLst>
            </a:custGeom>
            <a:solidFill>
              <a:srgbClr val="001573"/>
            </a:solidFill>
          </p:spPr>
          <p:txBody>
            <a:bodyPr wrap="square" lIns="0" tIns="0" rIns="0" bIns="0" rtlCol="0"/>
            <a:lstStyle/>
            <a:p/>
          </p:txBody>
        </p:sp>
        <p:sp>
          <p:nvSpPr>
            <p:cNvPr id="1964" name="object 1964"/>
            <p:cNvSpPr/>
            <p:nvPr/>
          </p:nvSpPr>
          <p:spPr>
            <a:xfrm>
              <a:off x="6008370" y="143001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001576"/>
            </a:solidFill>
          </p:spPr>
          <p:txBody>
            <a:bodyPr wrap="square" lIns="0" tIns="0" rIns="0" bIns="0" rtlCol="0"/>
            <a:lstStyle/>
            <a:p/>
          </p:txBody>
        </p:sp>
        <p:sp>
          <p:nvSpPr>
            <p:cNvPr id="1965" name="object 1965"/>
            <p:cNvSpPr/>
            <p:nvPr/>
          </p:nvSpPr>
          <p:spPr>
            <a:xfrm>
              <a:off x="6009640" y="1437639"/>
              <a:ext cx="209550" cy="7620"/>
            </a:xfrm>
            <a:custGeom>
              <a:avLst/>
              <a:gdLst/>
              <a:ahLst/>
              <a:cxnLst/>
              <a:rect l="l" t="t" r="r" b="b"/>
              <a:pathLst>
                <a:path w="209550" h="7619">
                  <a:moveTo>
                    <a:pt x="82550" y="0"/>
                  </a:moveTo>
                  <a:lnTo>
                    <a:pt x="0" y="0"/>
                  </a:lnTo>
                  <a:lnTo>
                    <a:pt x="0" y="7620"/>
                  </a:lnTo>
                  <a:lnTo>
                    <a:pt x="83820" y="7620"/>
                  </a:lnTo>
                  <a:lnTo>
                    <a:pt x="83820" y="1270"/>
                  </a:lnTo>
                  <a:lnTo>
                    <a:pt x="82550" y="1270"/>
                  </a:lnTo>
                  <a:lnTo>
                    <a:pt x="82550" y="0"/>
                  </a:lnTo>
                  <a:close/>
                </a:path>
                <a:path w="209550" h="7619">
                  <a:moveTo>
                    <a:pt x="209550" y="0"/>
                  </a:moveTo>
                  <a:lnTo>
                    <a:pt x="125730" y="0"/>
                  </a:lnTo>
                  <a:lnTo>
                    <a:pt x="125730" y="1270"/>
                  </a:lnTo>
                  <a:lnTo>
                    <a:pt x="124460" y="1270"/>
                  </a:lnTo>
                  <a:lnTo>
                    <a:pt x="124460" y="7620"/>
                  </a:lnTo>
                  <a:lnTo>
                    <a:pt x="209550" y="7620"/>
                  </a:lnTo>
                  <a:lnTo>
                    <a:pt x="209550" y="0"/>
                  </a:lnTo>
                  <a:close/>
                </a:path>
              </a:pathLst>
            </a:custGeom>
            <a:solidFill>
              <a:srgbClr val="001478"/>
            </a:solidFill>
          </p:spPr>
          <p:txBody>
            <a:bodyPr wrap="square" lIns="0" tIns="0" rIns="0" bIns="0" rtlCol="0"/>
            <a:lstStyle/>
            <a:p/>
          </p:txBody>
        </p:sp>
        <p:sp>
          <p:nvSpPr>
            <p:cNvPr id="1966" name="object 1966"/>
            <p:cNvSpPr/>
            <p:nvPr/>
          </p:nvSpPr>
          <p:spPr>
            <a:xfrm>
              <a:off x="6009640" y="1445259"/>
              <a:ext cx="208279" cy="6350"/>
            </a:xfrm>
            <a:custGeom>
              <a:avLst/>
              <a:gdLst/>
              <a:ahLst/>
              <a:cxnLst/>
              <a:rect l="l" t="t" r="r" b="b"/>
              <a:pathLst>
                <a:path w="208279" h="6350">
                  <a:moveTo>
                    <a:pt x="83820" y="0"/>
                  </a:moveTo>
                  <a:lnTo>
                    <a:pt x="0" y="0"/>
                  </a:lnTo>
                  <a:lnTo>
                    <a:pt x="0" y="6350"/>
                  </a:lnTo>
                  <a:lnTo>
                    <a:pt x="85089" y="6350"/>
                  </a:lnTo>
                  <a:lnTo>
                    <a:pt x="85089" y="3810"/>
                  </a:lnTo>
                  <a:lnTo>
                    <a:pt x="83820" y="3810"/>
                  </a:lnTo>
                  <a:lnTo>
                    <a:pt x="83820" y="0"/>
                  </a:lnTo>
                  <a:close/>
                </a:path>
                <a:path w="208279" h="6350">
                  <a:moveTo>
                    <a:pt x="208280" y="0"/>
                  </a:moveTo>
                  <a:lnTo>
                    <a:pt x="124460" y="0"/>
                  </a:lnTo>
                  <a:lnTo>
                    <a:pt x="124460" y="5079"/>
                  </a:lnTo>
                  <a:lnTo>
                    <a:pt x="123189" y="5079"/>
                  </a:lnTo>
                  <a:lnTo>
                    <a:pt x="123189" y="6350"/>
                  </a:lnTo>
                  <a:lnTo>
                    <a:pt x="208280" y="6350"/>
                  </a:lnTo>
                  <a:lnTo>
                    <a:pt x="208280" y="0"/>
                  </a:lnTo>
                  <a:close/>
                </a:path>
              </a:pathLst>
            </a:custGeom>
            <a:solidFill>
              <a:srgbClr val="00147A"/>
            </a:solidFill>
          </p:spPr>
          <p:txBody>
            <a:bodyPr wrap="square" lIns="0" tIns="0" rIns="0" bIns="0" rtlCol="0"/>
            <a:lstStyle/>
            <a:p/>
          </p:txBody>
        </p:sp>
        <p:sp>
          <p:nvSpPr>
            <p:cNvPr id="1967" name="object 1967"/>
            <p:cNvSpPr/>
            <p:nvPr/>
          </p:nvSpPr>
          <p:spPr>
            <a:xfrm>
              <a:off x="6009640" y="1451609"/>
              <a:ext cx="208279" cy="7620"/>
            </a:xfrm>
            <a:custGeom>
              <a:avLst/>
              <a:gdLst/>
              <a:ahLst/>
              <a:cxnLst/>
              <a:rect l="l" t="t" r="r" b="b"/>
              <a:pathLst>
                <a:path w="208279" h="7619">
                  <a:moveTo>
                    <a:pt x="85089" y="0"/>
                  </a:moveTo>
                  <a:lnTo>
                    <a:pt x="0" y="0"/>
                  </a:lnTo>
                  <a:lnTo>
                    <a:pt x="0" y="2539"/>
                  </a:lnTo>
                  <a:lnTo>
                    <a:pt x="1270" y="2539"/>
                  </a:lnTo>
                  <a:lnTo>
                    <a:pt x="1270" y="7619"/>
                  </a:lnTo>
                  <a:lnTo>
                    <a:pt x="85090" y="7619"/>
                  </a:lnTo>
                  <a:lnTo>
                    <a:pt x="85089" y="0"/>
                  </a:lnTo>
                  <a:close/>
                </a:path>
                <a:path w="208279" h="7619">
                  <a:moveTo>
                    <a:pt x="208280" y="0"/>
                  </a:moveTo>
                  <a:lnTo>
                    <a:pt x="123189" y="0"/>
                  </a:lnTo>
                  <a:lnTo>
                    <a:pt x="123189" y="7619"/>
                  </a:lnTo>
                  <a:lnTo>
                    <a:pt x="208279" y="7619"/>
                  </a:lnTo>
                  <a:lnTo>
                    <a:pt x="208280" y="0"/>
                  </a:lnTo>
                  <a:close/>
                </a:path>
              </a:pathLst>
            </a:custGeom>
            <a:solidFill>
              <a:srgbClr val="00137D"/>
            </a:solidFill>
          </p:spPr>
          <p:txBody>
            <a:bodyPr wrap="square" lIns="0" tIns="0" rIns="0" bIns="0" rtlCol="0"/>
            <a:lstStyle/>
            <a:p/>
          </p:txBody>
        </p:sp>
        <p:sp>
          <p:nvSpPr>
            <p:cNvPr id="1968" name="object 1968"/>
            <p:cNvSpPr/>
            <p:nvPr/>
          </p:nvSpPr>
          <p:spPr>
            <a:xfrm>
              <a:off x="6010910" y="1459229"/>
              <a:ext cx="207010" cy="7620"/>
            </a:xfrm>
            <a:custGeom>
              <a:avLst/>
              <a:gdLst/>
              <a:ahLst/>
              <a:cxnLst/>
              <a:rect l="l" t="t" r="r" b="b"/>
              <a:pathLst>
                <a:path w="207010" h="7619">
                  <a:moveTo>
                    <a:pt x="83820" y="0"/>
                  </a:moveTo>
                  <a:lnTo>
                    <a:pt x="0" y="0"/>
                  </a:lnTo>
                  <a:lnTo>
                    <a:pt x="0" y="7620"/>
                  </a:lnTo>
                  <a:lnTo>
                    <a:pt x="85089" y="7620"/>
                  </a:lnTo>
                  <a:lnTo>
                    <a:pt x="85089" y="1270"/>
                  </a:lnTo>
                  <a:lnTo>
                    <a:pt x="83820" y="1270"/>
                  </a:lnTo>
                  <a:lnTo>
                    <a:pt x="83820" y="0"/>
                  </a:lnTo>
                  <a:close/>
                </a:path>
                <a:path w="207010" h="7619">
                  <a:moveTo>
                    <a:pt x="207009" y="0"/>
                  </a:moveTo>
                  <a:lnTo>
                    <a:pt x="121919" y="0"/>
                  </a:lnTo>
                  <a:lnTo>
                    <a:pt x="121919" y="2540"/>
                  </a:lnTo>
                  <a:lnTo>
                    <a:pt x="120650" y="2540"/>
                  </a:lnTo>
                  <a:lnTo>
                    <a:pt x="120650" y="7620"/>
                  </a:lnTo>
                  <a:lnTo>
                    <a:pt x="205739" y="7620"/>
                  </a:lnTo>
                  <a:lnTo>
                    <a:pt x="205739" y="1270"/>
                  </a:lnTo>
                  <a:lnTo>
                    <a:pt x="207009" y="1270"/>
                  </a:lnTo>
                  <a:lnTo>
                    <a:pt x="207009" y="0"/>
                  </a:lnTo>
                  <a:close/>
                </a:path>
              </a:pathLst>
            </a:custGeom>
            <a:solidFill>
              <a:srgbClr val="00127F"/>
            </a:solidFill>
          </p:spPr>
          <p:txBody>
            <a:bodyPr wrap="square" lIns="0" tIns="0" rIns="0" bIns="0" rtlCol="0"/>
            <a:lstStyle/>
            <a:p/>
          </p:txBody>
        </p:sp>
        <p:sp>
          <p:nvSpPr>
            <p:cNvPr id="1969" name="object 1969"/>
            <p:cNvSpPr/>
            <p:nvPr/>
          </p:nvSpPr>
          <p:spPr>
            <a:xfrm>
              <a:off x="6010910" y="1466849"/>
              <a:ext cx="205740" cy="7620"/>
            </a:xfrm>
            <a:custGeom>
              <a:avLst/>
              <a:gdLst/>
              <a:ahLst/>
              <a:cxnLst/>
              <a:rect l="l" t="t" r="r" b="b"/>
              <a:pathLst>
                <a:path w="205739" h="7619">
                  <a:moveTo>
                    <a:pt x="86359" y="2539"/>
                  </a:moveTo>
                  <a:lnTo>
                    <a:pt x="1269" y="2539"/>
                  </a:lnTo>
                  <a:lnTo>
                    <a:pt x="1269" y="7620"/>
                  </a:lnTo>
                  <a:lnTo>
                    <a:pt x="87629" y="7620"/>
                  </a:lnTo>
                  <a:lnTo>
                    <a:pt x="87629" y="6350"/>
                  </a:lnTo>
                  <a:lnTo>
                    <a:pt x="86359" y="6350"/>
                  </a:lnTo>
                  <a:lnTo>
                    <a:pt x="86359" y="2539"/>
                  </a:lnTo>
                  <a:close/>
                </a:path>
                <a:path w="205739" h="7619">
                  <a:moveTo>
                    <a:pt x="85089" y="0"/>
                  </a:moveTo>
                  <a:lnTo>
                    <a:pt x="0" y="0"/>
                  </a:lnTo>
                  <a:lnTo>
                    <a:pt x="0" y="2539"/>
                  </a:lnTo>
                  <a:lnTo>
                    <a:pt x="85089" y="2539"/>
                  </a:lnTo>
                  <a:lnTo>
                    <a:pt x="85089" y="0"/>
                  </a:lnTo>
                  <a:close/>
                </a:path>
                <a:path w="205739" h="7619">
                  <a:moveTo>
                    <a:pt x="204470" y="6350"/>
                  </a:moveTo>
                  <a:lnTo>
                    <a:pt x="118110" y="6350"/>
                  </a:lnTo>
                  <a:lnTo>
                    <a:pt x="118110" y="7620"/>
                  </a:lnTo>
                  <a:lnTo>
                    <a:pt x="204470" y="7620"/>
                  </a:lnTo>
                  <a:lnTo>
                    <a:pt x="204470" y="6350"/>
                  </a:lnTo>
                  <a:close/>
                </a:path>
                <a:path w="205739" h="7619">
                  <a:moveTo>
                    <a:pt x="205739" y="0"/>
                  </a:moveTo>
                  <a:lnTo>
                    <a:pt x="120650" y="0"/>
                  </a:lnTo>
                  <a:lnTo>
                    <a:pt x="120650" y="2539"/>
                  </a:lnTo>
                  <a:lnTo>
                    <a:pt x="119379" y="2539"/>
                  </a:lnTo>
                  <a:lnTo>
                    <a:pt x="119379" y="6350"/>
                  </a:lnTo>
                  <a:lnTo>
                    <a:pt x="205739" y="6350"/>
                  </a:lnTo>
                  <a:lnTo>
                    <a:pt x="205739" y="0"/>
                  </a:lnTo>
                  <a:close/>
                </a:path>
              </a:pathLst>
            </a:custGeom>
            <a:solidFill>
              <a:srgbClr val="001281"/>
            </a:solidFill>
          </p:spPr>
          <p:txBody>
            <a:bodyPr wrap="square" lIns="0" tIns="0" rIns="0" bIns="0" rtlCol="0"/>
            <a:lstStyle/>
            <a:p/>
          </p:txBody>
        </p:sp>
        <p:sp>
          <p:nvSpPr>
            <p:cNvPr id="1970" name="object 1970"/>
            <p:cNvSpPr/>
            <p:nvPr/>
          </p:nvSpPr>
          <p:spPr>
            <a:xfrm>
              <a:off x="6012180" y="1474469"/>
              <a:ext cx="203200" cy="6350"/>
            </a:xfrm>
            <a:custGeom>
              <a:avLst/>
              <a:gdLst/>
              <a:ahLst/>
              <a:cxnLst/>
              <a:rect l="l" t="t" r="r" b="b"/>
              <a:pathLst>
                <a:path w="203200" h="6350">
                  <a:moveTo>
                    <a:pt x="86360" y="0"/>
                  </a:moveTo>
                  <a:lnTo>
                    <a:pt x="0" y="0"/>
                  </a:lnTo>
                  <a:lnTo>
                    <a:pt x="0" y="1270"/>
                  </a:lnTo>
                  <a:lnTo>
                    <a:pt x="86360" y="1270"/>
                  </a:lnTo>
                  <a:lnTo>
                    <a:pt x="86360" y="0"/>
                  </a:lnTo>
                  <a:close/>
                </a:path>
                <a:path w="203200" h="6350">
                  <a:moveTo>
                    <a:pt x="87617" y="1282"/>
                  </a:moveTo>
                  <a:lnTo>
                    <a:pt x="0" y="1282"/>
                  </a:lnTo>
                  <a:lnTo>
                    <a:pt x="0" y="6350"/>
                  </a:lnTo>
                  <a:lnTo>
                    <a:pt x="87617" y="6350"/>
                  </a:lnTo>
                  <a:lnTo>
                    <a:pt x="87617" y="1282"/>
                  </a:lnTo>
                  <a:close/>
                </a:path>
                <a:path w="203200" h="6350">
                  <a:moveTo>
                    <a:pt x="203200" y="1282"/>
                  </a:moveTo>
                  <a:lnTo>
                    <a:pt x="115570" y="1282"/>
                  </a:lnTo>
                  <a:lnTo>
                    <a:pt x="115570" y="6350"/>
                  </a:lnTo>
                  <a:lnTo>
                    <a:pt x="203200" y="6350"/>
                  </a:lnTo>
                  <a:lnTo>
                    <a:pt x="203200" y="1282"/>
                  </a:lnTo>
                  <a:close/>
                </a:path>
                <a:path w="203200" h="6350">
                  <a:moveTo>
                    <a:pt x="203200" y="0"/>
                  </a:moveTo>
                  <a:lnTo>
                    <a:pt x="116840" y="0"/>
                  </a:lnTo>
                  <a:lnTo>
                    <a:pt x="116840" y="1270"/>
                  </a:lnTo>
                  <a:lnTo>
                    <a:pt x="203200" y="1270"/>
                  </a:lnTo>
                  <a:lnTo>
                    <a:pt x="203200" y="0"/>
                  </a:lnTo>
                  <a:close/>
                </a:path>
              </a:pathLst>
            </a:custGeom>
            <a:solidFill>
              <a:srgbClr val="001183"/>
            </a:solidFill>
          </p:spPr>
          <p:txBody>
            <a:bodyPr wrap="square" lIns="0" tIns="0" rIns="0" bIns="0" rtlCol="0"/>
            <a:lstStyle/>
            <a:p/>
          </p:txBody>
        </p:sp>
        <p:sp>
          <p:nvSpPr>
            <p:cNvPr id="1971" name="object 1971"/>
            <p:cNvSpPr/>
            <p:nvPr/>
          </p:nvSpPr>
          <p:spPr>
            <a:xfrm>
              <a:off x="6012180" y="1480819"/>
              <a:ext cx="203200" cy="7620"/>
            </a:xfrm>
            <a:custGeom>
              <a:avLst/>
              <a:gdLst/>
              <a:ahLst/>
              <a:cxnLst/>
              <a:rect l="l" t="t" r="r" b="b"/>
              <a:pathLst>
                <a:path w="203200" h="7619">
                  <a:moveTo>
                    <a:pt x="91440" y="6350"/>
                  </a:moveTo>
                  <a:lnTo>
                    <a:pt x="90170" y="6350"/>
                  </a:lnTo>
                  <a:lnTo>
                    <a:pt x="90170" y="5080"/>
                  </a:lnTo>
                  <a:lnTo>
                    <a:pt x="90170" y="3810"/>
                  </a:lnTo>
                  <a:lnTo>
                    <a:pt x="88900" y="3810"/>
                  </a:lnTo>
                  <a:lnTo>
                    <a:pt x="88900" y="0"/>
                  </a:lnTo>
                  <a:lnTo>
                    <a:pt x="0" y="0"/>
                  </a:lnTo>
                  <a:lnTo>
                    <a:pt x="0" y="3810"/>
                  </a:lnTo>
                  <a:lnTo>
                    <a:pt x="0" y="5080"/>
                  </a:lnTo>
                  <a:lnTo>
                    <a:pt x="1270" y="5080"/>
                  </a:lnTo>
                  <a:lnTo>
                    <a:pt x="1270" y="6350"/>
                  </a:lnTo>
                  <a:lnTo>
                    <a:pt x="1270" y="7620"/>
                  </a:lnTo>
                  <a:lnTo>
                    <a:pt x="91440" y="7620"/>
                  </a:lnTo>
                  <a:lnTo>
                    <a:pt x="91440" y="6350"/>
                  </a:lnTo>
                  <a:close/>
                </a:path>
                <a:path w="203200" h="7619">
                  <a:moveTo>
                    <a:pt x="203200" y="0"/>
                  </a:moveTo>
                  <a:lnTo>
                    <a:pt x="115570" y="0"/>
                  </a:lnTo>
                  <a:lnTo>
                    <a:pt x="115570" y="1270"/>
                  </a:lnTo>
                  <a:lnTo>
                    <a:pt x="114300" y="1270"/>
                  </a:lnTo>
                  <a:lnTo>
                    <a:pt x="114300" y="2540"/>
                  </a:lnTo>
                  <a:lnTo>
                    <a:pt x="114300" y="5080"/>
                  </a:lnTo>
                  <a:lnTo>
                    <a:pt x="113030" y="5080"/>
                  </a:lnTo>
                  <a:lnTo>
                    <a:pt x="113030" y="7620"/>
                  </a:lnTo>
                  <a:lnTo>
                    <a:pt x="201917" y="7620"/>
                  </a:lnTo>
                  <a:lnTo>
                    <a:pt x="201917" y="5080"/>
                  </a:lnTo>
                  <a:lnTo>
                    <a:pt x="201917" y="2540"/>
                  </a:lnTo>
                  <a:lnTo>
                    <a:pt x="203200" y="2540"/>
                  </a:lnTo>
                  <a:lnTo>
                    <a:pt x="203200" y="1270"/>
                  </a:lnTo>
                  <a:lnTo>
                    <a:pt x="203200" y="0"/>
                  </a:lnTo>
                  <a:close/>
                </a:path>
              </a:pathLst>
            </a:custGeom>
            <a:solidFill>
              <a:srgbClr val="001186"/>
            </a:solidFill>
          </p:spPr>
          <p:txBody>
            <a:bodyPr wrap="square" lIns="0" tIns="0" rIns="0" bIns="0" rtlCol="0"/>
            <a:lstStyle/>
            <a:p/>
          </p:txBody>
        </p:sp>
        <p:sp>
          <p:nvSpPr>
            <p:cNvPr id="1972" name="object 1972"/>
            <p:cNvSpPr/>
            <p:nvPr/>
          </p:nvSpPr>
          <p:spPr>
            <a:xfrm>
              <a:off x="6013450" y="1488439"/>
              <a:ext cx="200660" cy="7620"/>
            </a:xfrm>
            <a:custGeom>
              <a:avLst/>
              <a:gdLst/>
              <a:ahLst/>
              <a:cxnLst/>
              <a:rect l="l" t="t" r="r" b="b"/>
              <a:pathLst>
                <a:path w="200660" h="7619">
                  <a:moveTo>
                    <a:pt x="95250" y="6350"/>
                  </a:moveTo>
                  <a:lnTo>
                    <a:pt x="92710" y="6350"/>
                  </a:lnTo>
                  <a:lnTo>
                    <a:pt x="92710" y="3810"/>
                  </a:lnTo>
                  <a:lnTo>
                    <a:pt x="91440" y="3810"/>
                  </a:lnTo>
                  <a:lnTo>
                    <a:pt x="91440" y="0"/>
                  </a:lnTo>
                  <a:lnTo>
                    <a:pt x="0" y="0"/>
                  </a:lnTo>
                  <a:lnTo>
                    <a:pt x="0" y="3810"/>
                  </a:lnTo>
                  <a:lnTo>
                    <a:pt x="0" y="6350"/>
                  </a:lnTo>
                  <a:lnTo>
                    <a:pt x="0" y="7620"/>
                  </a:lnTo>
                  <a:lnTo>
                    <a:pt x="95250" y="7620"/>
                  </a:lnTo>
                  <a:lnTo>
                    <a:pt x="95250" y="6350"/>
                  </a:lnTo>
                  <a:close/>
                </a:path>
                <a:path w="200660" h="7619">
                  <a:moveTo>
                    <a:pt x="200660" y="1270"/>
                  </a:moveTo>
                  <a:lnTo>
                    <a:pt x="200647" y="0"/>
                  </a:lnTo>
                  <a:lnTo>
                    <a:pt x="110490" y="0"/>
                  </a:lnTo>
                  <a:lnTo>
                    <a:pt x="110490" y="1270"/>
                  </a:lnTo>
                  <a:lnTo>
                    <a:pt x="109220" y="1270"/>
                  </a:lnTo>
                  <a:lnTo>
                    <a:pt x="109220" y="5080"/>
                  </a:lnTo>
                  <a:lnTo>
                    <a:pt x="107950" y="5080"/>
                  </a:lnTo>
                  <a:lnTo>
                    <a:pt x="107950" y="6350"/>
                  </a:lnTo>
                  <a:lnTo>
                    <a:pt x="106680" y="6350"/>
                  </a:lnTo>
                  <a:lnTo>
                    <a:pt x="106680" y="7620"/>
                  </a:lnTo>
                  <a:lnTo>
                    <a:pt x="199390" y="7620"/>
                  </a:lnTo>
                  <a:lnTo>
                    <a:pt x="199390" y="6350"/>
                  </a:lnTo>
                  <a:lnTo>
                    <a:pt x="199390" y="5080"/>
                  </a:lnTo>
                  <a:lnTo>
                    <a:pt x="200660" y="5080"/>
                  </a:lnTo>
                  <a:lnTo>
                    <a:pt x="200660" y="1270"/>
                  </a:lnTo>
                  <a:close/>
                </a:path>
              </a:pathLst>
            </a:custGeom>
            <a:solidFill>
              <a:srgbClr val="001088"/>
            </a:solidFill>
          </p:spPr>
          <p:txBody>
            <a:bodyPr wrap="square" lIns="0" tIns="0" rIns="0" bIns="0" rtlCol="0"/>
            <a:lstStyle/>
            <a:p/>
          </p:txBody>
        </p:sp>
        <p:sp>
          <p:nvSpPr>
            <p:cNvPr id="1973" name="object 1973"/>
            <p:cNvSpPr/>
            <p:nvPr/>
          </p:nvSpPr>
          <p:spPr>
            <a:xfrm>
              <a:off x="601345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00108A"/>
            </a:solidFill>
          </p:spPr>
          <p:txBody>
            <a:bodyPr wrap="square" lIns="0" tIns="0" rIns="0" bIns="0" rtlCol="0"/>
            <a:lstStyle/>
            <a:p/>
          </p:txBody>
        </p:sp>
        <p:sp>
          <p:nvSpPr>
            <p:cNvPr id="1974" name="object 1974"/>
            <p:cNvSpPr/>
            <p:nvPr/>
          </p:nvSpPr>
          <p:spPr>
            <a:xfrm>
              <a:off x="6014720"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000F8D"/>
            </a:solidFill>
          </p:spPr>
          <p:txBody>
            <a:bodyPr wrap="square" lIns="0" tIns="0" rIns="0" bIns="0" rtlCol="0"/>
            <a:lstStyle/>
            <a:p/>
          </p:txBody>
        </p:sp>
        <p:sp>
          <p:nvSpPr>
            <p:cNvPr id="1975" name="object 1975"/>
            <p:cNvSpPr/>
            <p:nvPr/>
          </p:nvSpPr>
          <p:spPr>
            <a:xfrm>
              <a:off x="601472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000E8F"/>
            </a:solidFill>
          </p:spPr>
          <p:txBody>
            <a:bodyPr wrap="square" lIns="0" tIns="0" rIns="0" bIns="0" rtlCol="0"/>
            <a:lstStyle/>
            <a:p/>
          </p:txBody>
        </p:sp>
        <p:sp>
          <p:nvSpPr>
            <p:cNvPr id="1976" name="object 1976"/>
            <p:cNvSpPr/>
            <p:nvPr/>
          </p:nvSpPr>
          <p:spPr>
            <a:xfrm>
              <a:off x="601599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000E91"/>
            </a:solidFill>
          </p:spPr>
          <p:txBody>
            <a:bodyPr wrap="square" lIns="0" tIns="0" rIns="0" bIns="0" rtlCol="0"/>
            <a:lstStyle/>
            <a:p/>
          </p:txBody>
        </p:sp>
        <p:sp>
          <p:nvSpPr>
            <p:cNvPr id="1977" name="object 1977"/>
            <p:cNvSpPr/>
            <p:nvPr/>
          </p:nvSpPr>
          <p:spPr>
            <a:xfrm>
              <a:off x="6017260" y="1523999"/>
              <a:ext cx="191770" cy="7620"/>
            </a:xfrm>
            <a:custGeom>
              <a:avLst/>
              <a:gdLst/>
              <a:ahLst/>
              <a:cxnLst/>
              <a:rect l="l" t="t" r="r" b="b"/>
              <a:pathLst>
                <a:path w="191770" h="7619">
                  <a:moveTo>
                    <a:pt x="190487" y="5092"/>
                  </a:moveTo>
                  <a:lnTo>
                    <a:pt x="1270" y="5092"/>
                  </a:lnTo>
                  <a:lnTo>
                    <a:pt x="1270" y="7620"/>
                  </a:lnTo>
                  <a:lnTo>
                    <a:pt x="190487" y="7620"/>
                  </a:lnTo>
                  <a:lnTo>
                    <a:pt x="190487"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000D93"/>
            </a:solidFill>
          </p:spPr>
          <p:txBody>
            <a:bodyPr wrap="square" lIns="0" tIns="0" rIns="0" bIns="0" rtlCol="0"/>
            <a:lstStyle/>
            <a:p/>
          </p:txBody>
        </p:sp>
        <p:sp>
          <p:nvSpPr>
            <p:cNvPr id="1978" name="object 1978"/>
            <p:cNvSpPr/>
            <p:nvPr/>
          </p:nvSpPr>
          <p:spPr>
            <a:xfrm>
              <a:off x="6018530" y="1531619"/>
              <a:ext cx="189230" cy="7620"/>
            </a:xfrm>
            <a:custGeom>
              <a:avLst/>
              <a:gdLst/>
              <a:ahLst/>
              <a:cxnLst/>
              <a:rect l="l" t="t" r="r" b="b"/>
              <a:pathLst>
                <a:path w="189229" h="7619">
                  <a:moveTo>
                    <a:pt x="187960" y="5080"/>
                  </a:moveTo>
                  <a:lnTo>
                    <a:pt x="1270" y="5080"/>
                  </a:lnTo>
                  <a:lnTo>
                    <a:pt x="1270" y="7620"/>
                  </a:lnTo>
                  <a:lnTo>
                    <a:pt x="187960" y="7620"/>
                  </a:lnTo>
                  <a:lnTo>
                    <a:pt x="187960" y="5080"/>
                  </a:lnTo>
                  <a:close/>
                </a:path>
                <a:path w="189229" h="7619">
                  <a:moveTo>
                    <a:pt x="189230" y="2540"/>
                  </a:moveTo>
                  <a:lnTo>
                    <a:pt x="189217" y="0"/>
                  </a:lnTo>
                  <a:lnTo>
                    <a:pt x="0" y="0"/>
                  </a:lnTo>
                  <a:lnTo>
                    <a:pt x="0" y="2540"/>
                  </a:lnTo>
                  <a:lnTo>
                    <a:pt x="1270" y="2540"/>
                  </a:lnTo>
                  <a:lnTo>
                    <a:pt x="1270" y="3810"/>
                  </a:lnTo>
                  <a:lnTo>
                    <a:pt x="189230" y="3810"/>
                  </a:lnTo>
                  <a:lnTo>
                    <a:pt x="189230" y="2540"/>
                  </a:lnTo>
                  <a:close/>
                </a:path>
              </a:pathLst>
            </a:custGeom>
            <a:solidFill>
              <a:srgbClr val="000D96"/>
            </a:solidFill>
          </p:spPr>
          <p:txBody>
            <a:bodyPr wrap="square" lIns="0" tIns="0" rIns="0" bIns="0" rtlCol="0"/>
            <a:lstStyle/>
            <a:p/>
          </p:txBody>
        </p:sp>
        <p:sp>
          <p:nvSpPr>
            <p:cNvPr id="1979" name="object 1979"/>
            <p:cNvSpPr/>
            <p:nvPr/>
          </p:nvSpPr>
          <p:spPr>
            <a:xfrm>
              <a:off x="601980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000C98"/>
            </a:solidFill>
          </p:spPr>
          <p:txBody>
            <a:bodyPr wrap="square" lIns="0" tIns="0" rIns="0" bIns="0" rtlCol="0"/>
            <a:lstStyle/>
            <a:p/>
          </p:txBody>
        </p:sp>
        <p:sp>
          <p:nvSpPr>
            <p:cNvPr id="1980" name="object 1980"/>
            <p:cNvSpPr/>
            <p:nvPr/>
          </p:nvSpPr>
          <p:spPr>
            <a:xfrm>
              <a:off x="602107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37" y="3810"/>
                  </a:lnTo>
                  <a:lnTo>
                    <a:pt x="184137" y="2540"/>
                  </a:lnTo>
                  <a:lnTo>
                    <a:pt x="184150" y="0"/>
                  </a:lnTo>
                  <a:close/>
                </a:path>
              </a:pathLst>
            </a:custGeom>
            <a:solidFill>
              <a:srgbClr val="000C9A"/>
            </a:solidFill>
          </p:spPr>
          <p:txBody>
            <a:bodyPr wrap="square" lIns="0" tIns="0" rIns="0" bIns="0" rtlCol="0"/>
            <a:lstStyle/>
            <a:p/>
          </p:txBody>
        </p:sp>
        <p:sp>
          <p:nvSpPr>
            <p:cNvPr id="1981" name="object 1981"/>
            <p:cNvSpPr/>
            <p:nvPr/>
          </p:nvSpPr>
          <p:spPr>
            <a:xfrm>
              <a:off x="6023610" y="1553209"/>
              <a:ext cx="180340" cy="7620"/>
            </a:xfrm>
            <a:custGeom>
              <a:avLst/>
              <a:gdLst/>
              <a:ahLst/>
              <a:cxnLst/>
              <a:rect l="l" t="t" r="r" b="b"/>
              <a:pathLst>
                <a:path w="180339" h="7619">
                  <a:moveTo>
                    <a:pt x="180340" y="0"/>
                  </a:moveTo>
                  <a:lnTo>
                    <a:pt x="0" y="0"/>
                  </a:lnTo>
                  <a:lnTo>
                    <a:pt x="0" y="2540"/>
                  </a:lnTo>
                  <a:lnTo>
                    <a:pt x="0" y="5080"/>
                  </a:lnTo>
                  <a:lnTo>
                    <a:pt x="1270" y="5080"/>
                  </a:lnTo>
                  <a:lnTo>
                    <a:pt x="1270" y="7620"/>
                  </a:lnTo>
                  <a:lnTo>
                    <a:pt x="179070" y="7620"/>
                  </a:lnTo>
                  <a:lnTo>
                    <a:pt x="179070" y="5080"/>
                  </a:lnTo>
                  <a:lnTo>
                    <a:pt x="179070" y="2540"/>
                  </a:lnTo>
                  <a:lnTo>
                    <a:pt x="180340" y="2540"/>
                  </a:lnTo>
                  <a:lnTo>
                    <a:pt x="180340" y="0"/>
                  </a:lnTo>
                  <a:close/>
                </a:path>
              </a:pathLst>
            </a:custGeom>
            <a:solidFill>
              <a:srgbClr val="000B9D"/>
            </a:solidFill>
          </p:spPr>
          <p:txBody>
            <a:bodyPr wrap="square" lIns="0" tIns="0" rIns="0" bIns="0" rtlCol="0"/>
            <a:lstStyle/>
            <a:p/>
          </p:txBody>
        </p:sp>
        <p:sp>
          <p:nvSpPr>
            <p:cNvPr id="1982" name="object 1982"/>
            <p:cNvSpPr/>
            <p:nvPr/>
          </p:nvSpPr>
          <p:spPr>
            <a:xfrm>
              <a:off x="6024880" y="1560829"/>
              <a:ext cx="177800" cy="6350"/>
            </a:xfrm>
            <a:custGeom>
              <a:avLst/>
              <a:gdLst/>
              <a:ahLst/>
              <a:cxnLst/>
              <a:rect l="l" t="t" r="r" b="b"/>
              <a:pathLst>
                <a:path w="177800" h="6350">
                  <a:moveTo>
                    <a:pt x="177800" y="0"/>
                  </a:moveTo>
                  <a:lnTo>
                    <a:pt x="0" y="0"/>
                  </a:lnTo>
                  <a:lnTo>
                    <a:pt x="0" y="1270"/>
                  </a:lnTo>
                  <a:lnTo>
                    <a:pt x="0" y="2540"/>
                  </a:lnTo>
                  <a:lnTo>
                    <a:pt x="1270" y="2540"/>
                  </a:lnTo>
                  <a:lnTo>
                    <a:pt x="1270" y="6350"/>
                  </a:lnTo>
                  <a:lnTo>
                    <a:pt x="176530" y="6350"/>
                  </a:lnTo>
                  <a:lnTo>
                    <a:pt x="176530" y="2540"/>
                  </a:lnTo>
                  <a:lnTo>
                    <a:pt x="176517" y="1270"/>
                  </a:lnTo>
                  <a:lnTo>
                    <a:pt x="177800" y="1270"/>
                  </a:lnTo>
                  <a:lnTo>
                    <a:pt x="177800" y="0"/>
                  </a:lnTo>
                  <a:close/>
                </a:path>
              </a:pathLst>
            </a:custGeom>
            <a:solidFill>
              <a:srgbClr val="000A9F"/>
            </a:solidFill>
          </p:spPr>
          <p:txBody>
            <a:bodyPr wrap="square" lIns="0" tIns="0" rIns="0" bIns="0" rtlCol="0"/>
            <a:lstStyle/>
            <a:p/>
          </p:txBody>
        </p:sp>
        <p:sp>
          <p:nvSpPr>
            <p:cNvPr id="1983" name="object 1983"/>
            <p:cNvSpPr/>
            <p:nvPr/>
          </p:nvSpPr>
          <p:spPr>
            <a:xfrm>
              <a:off x="6026150" y="1567179"/>
              <a:ext cx="173990" cy="7620"/>
            </a:xfrm>
            <a:custGeom>
              <a:avLst/>
              <a:gdLst/>
              <a:ahLst/>
              <a:cxnLst/>
              <a:rect l="l" t="t" r="r" b="b"/>
              <a:pathLst>
                <a:path w="173989" h="7619">
                  <a:moveTo>
                    <a:pt x="173990" y="0"/>
                  </a:moveTo>
                  <a:lnTo>
                    <a:pt x="0" y="0"/>
                  </a:lnTo>
                  <a:lnTo>
                    <a:pt x="0" y="1270"/>
                  </a:lnTo>
                  <a:lnTo>
                    <a:pt x="1270" y="1270"/>
                  </a:lnTo>
                  <a:lnTo>
                    <a:pt x="1270" y="6350"/>
                  </a:lnTo>
                  <a:lnTo>
                    <a:pt x="1270" y="7620"/>
                  </a:lnTo>
                  <a:lnTo>
                    <a:pt x="172720" y="7620"/>
                  </a:lnTo>
                  <a:lnTo>
                    <a:pt x="172720" y="6350"/>
                  </a:lnTo>
                  <a:lnTo>
                    <a:pt x="173990" y="6350"/>
                  </a:lnTo>
                  <a:lnTo>
                    <a:pt x="173990" y="1270"/>
                  </a:lnTo>
                  <a:lnTo>
                    <a:pt x="173990" y="0"/>
                  </a:lnTo>
                  <a:close/>
                </a:path>
              </a:pathLst>
            </a:custGeom>
            <a:solidFill>
              <a:srgbClr val="000AA1"/>
            </a:solidFill>
          </p:spPr>
          <p:txBody>
            <a:bodyPr wrap="square" lIns="0" tIns="0" rIns="0" bIns="0" rtlCol="0"/>
            <a:lstStyle/>
            <a:p/>
          </p:txBody>
        </p:sp>
        <p:sp>
          <p:nvSpPr>
            <p:cNvPr id="1984" name="object 1984"/>
            <p:cNvSpPr/>
            <p:nvPr/>
          </p:nvSpPr>
          <p:spPr>
            <a:xfrm>
              <a:off x="6028690" y="1574799"/>
              <a:ext cx="170180" cy="7620"/>
            </a:xfrm>
            <a:custGeom>
              <a:avLst/>
              <a:gdLst/>
              <a:ahLst/>
              <a:cxnLst/>
              <a:rect l="l" t="t" r="r" b="b"/>
              <a:pathLst>
                <a:path w="170179" h="7619">
                  <a:moveTo>
                    <a:pt x="170180" y="0"/>
                  </a:moveTo>
                  <a:lnTo>
                    <a:pt x="0" y="0"/>
                  </a:lnTo>
                  <a:lnTo>
                    <a:pt x="0" y="3810"/>
                  </a:lnTo>
                  <a:lnTo>
                    <a:pt x="0" y="5080"/>
                  </a:lnTo>
                  <a:lnTo>
                    <a:pt x="1270" y="5080"/>
                  </a:lnTo>
                  <a:lnTo>
                    <a:pt x="1270" y="7620"/>
                  </a:lnTo>
                  <a:lnTo>
                    <a:pt x="168910" y="7620"/>
                  </a:lnTo>
                  <a:lnTo>
                    <a:pt x="168910" y="5080"/>
                  </a:lnTo>
                  <a:lnTo>
                    <a:pt x="168910" y="3810"/>
                  </a:lnTo>
                  <a:lnTo>
                    <a:pt x="170180" y="3810"/>
                  </a:lnTo>
                  <a:lnTo>
                    <a:pt x="170180" y="0"/>
                  </a:lnTo>
                  <a:close/>
                </a:path>
              </a:pathLst>
            </a:custGeom>
            <a:solidFill>
              <a:srgbClr val="0009A4"/>
            </a:solidFill>
          </p:spPr>
          <p:txBody>
            <a:bodyPr wrap="square" lIns="0" tIns="0" rIns="0" bIns="0" rtlCol="0"/>
            <a:lstStyle/>
            <a:p/>
          </p:txBody>
        </p:sp>
        <p:sp>
          <p:nvSpPr>
            <p:cNvPr id="1985" name="object 1985"/>
            <p:cNvSpPr/>
            <p:nvPr/>
          </p:nvSpPr>
          <p:spPr>
            <a:xfrm>
              <a:off x="6029960" y="1582419"/>
              <a:ext cx="167640" cy="6350"/>
            </a:xfrm>
            <a:custGeom>
              <a:avLst/>
              <a:gdLst/>
              <a:ahLst/>
              <a:cxnLst/>
              <a:rect l="l" t="t" r="r" b="b"/>
              <a:pathLst>
                <a:path w="167639" h="6350">
                  <a:moveTo>
                    <a:pt x="167640" y="0"/>
                  </a:moveTo>
                  <a:lnTo>
                    <a:pt x="0" y="0"/>
                  </a:lnTo>
                  <a:lnTo>
                    <a:pt x="0" y="1270"/>
                  </a:lnTo>
                  <a:lnTo>
                    <a:pt x="0" y="2540"/>
                  </a:lnTo>
                  <a:lnTo>
                    <a:pt x="1270" y="2540"/>
                  </a:lnTo>
                  <a:lnTo>
                    <a:pt x="1270" y="5080"/>
                  </a:lnTo>
                  <a:lnTo>
                    <a:pt x="1270" y="6350"/>
                  </a:lnTo>
                  <a:lnTo>
                    <a:pt x="165087" y="6350"/>
                  </a:lnTo>
                  <a:lnTo>
                    <a:pt x="165087" y="5080"/>
                  </a:lnTo>
                  <a:lnTo>
                    <a:pt x="166370" y="5080"/>
                  </a:lnTo>
                  <a:lnTo>
                    <a:pt x="166370" y="2540"/>
                  </a:lnTo>
                  <a:lnTo>
                    <a:pt x="166370" y="1270"/>
                  </a:lnTo>
                  <a:lnTo>
                    <a:pt x="167640" y="1270"/>
                  </a:lnTo>
                  <a:lnTo>
                    <a:pt x="167640" y="0"/>
                  </a:lnTo>
                  <a:close/>
                </a:path>
              </a:pathLst>
            </a:custGeom>
            <a:solidFill>
              <a:srgbClr val="0009A6"/>
            </a:solidFill>
          </p:spPr>
          <p:txBody>
            <a:bodyPr wrap="square" lIns="0" tIns="0" rIns="0" bIns="0" rtlCol="0"/>
            <a:lstStyle/>
            <a:p/>
          </p:txBody>
        </p:sp>
        <p:sp>
          <p:nvSpPr>
            <p:cNvPr id="1986" name="object 1986"/>
            <p:cNvSpPr/>
            <p:nvPr/>
          </p:nvSpPr>
          <p:spPr>
            <a:xfrm>
              <a:off x="6032487" y="1588769"/>
              <a:ext cx="163195" cy="7620"/>
            </a:xfrm>
            <a:custGeom>
              <a:avLst/>
              <a:gdLst/>
              <a:ahLst/>
              <a:cxnLst/>
              <a:rect l="l" t="t" r="r" b="b"/>
              <a:pathLst>
                <a:path w="163195" h="7619">
                  <a:moveTo>
                    <a:pt x="162572" y="3822"/>
                  </a:moveTo>
                  <a:lnTo>
                    <a:pt x="162560" y="0"/>
                  </a:lnTo>
                  <a:lnTo>
                    <a:pt x="0" y="0"/>
                  </a:lnTo>
                  <a:lnTo>
                    <a:pt x="12" y="3822"/>
                  </a:lnTo>
                  <a:lnTo>
                    <a:pt x="1282" y="3822"/>
                  </a:lnTo>
                  <a:lnTo>
                    <a:pt x="1282" y="7620"/>
                  </a:lnTo>
                  <a:lnTo>
                    <a:pt x="161302" y="7620"/>
                  </a:lnTo>
                  <a:lnTo>
                    <a:pt x="161302" y="3822"/>
                  </a:lnTo>
                  <a:lnTo>
                    <a:pt x="162572" y="3822"/>
                  </a:lnTo>
                  <a:close/>
                </a:path>
              </a:pathLst>
            </a:custGeom>
            <a:solidFill>
              <a:srgbClr val="0008A8"/>
            </a:solidFill>
          </p:spPr>
          <p:txBody>
            <a:bodyPr wrap="square" lIns="0" tIns="0" rIns="0" bIns="0" rtlCol="0"/>
            <a:lstStyle/>
            <a:p/>
          </p:txBody>
        </p:sp>
        <p:sp>
          <p:nvSpPr>
            <p:cNvPr id="1987" name="object 1987"/>
            <p:cNvSpPr/>
            <p:nvPr/>
          </p:nvSpPr>
          <p:spPr>
            <a:xfrm>
              <a:off x="603504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210" y="7620"/>
                  </a:lnTo>
                  <a:lnTo>
                    <a:pt x="156210" y="5080"/>
                  </a:lnTo>
                  <a:lnTo>
                    <a:pt x="157480" y="5080"/>
                  </a:lnTo>
                  <a:lnTo>
                    <a:pt x="157480" y="3810"/>
                  </a:lnTo>
                  <a:lnTo>
                    <a:pt x="157467" y="1270"/>
                  </a:lnTo>
                  <a:lnTo>
                    <a:pt x="158750" y="1270"/>
                  </a:lnTo>
                  <a:lnTo>
                    <a:pt x="158750" y="0"/>
                  </a:lnTo>
                  <a:close/>
                </a:path>
              </a:pathLst>
            </a:custGeom>
            <a:solidFill>
              <a:srgbClr val="0008AA"/>
            </a:solidFill>
          </p:spPr>
          <p:txBody>
            <a:bodyPr wrap="square" lIns="0" tIns="0" rIns="0" bIns="0" rtlCol="0"/>
            <a:lstStyle/>
            <a:p/>
          </p:txBody>
        </p:sp>
        <p:sp>
          <p:nvSpPr>
            <p:cNvPr id="1988" name="object 1988"/>
            <p:cNvSpPr/>
            <p:nvPr/>
          </p:nvSpPr>
          <p:spPr>
            <a:xfrm>
              <a:off x="6037580" y="1604009"/>
              <a:ext cx="153670" cy="6350"/>
            </a:xfrm>
            <a:custGeom>
              <a:avLst/>
              <a:gdLst/>
              <a:ahLst/>
              <a:cxnLst/>
              <a:rect l="l" t="t" r="r" b="b"/>
              <a:pathLst>
                <a:path w="153670" h="6350">
                  <a:moveTo>
                    <a:pt x="151130" y="5092"/>
                  </a:moveTo>
                  <a:lnTo>
                    <a:pt x="1270" y="5092"/>
                  </a:lnTo>
                  <a:lnTo>
                    <a:pt x="1270" y="6350"/>
                  </a:lnTo>
                  <a:lnTo>
                    <a:pt x="151130" y="6350"/>
                  </a:lnTo>
                  <a:lnTo>
                    <a:pt x="151130" y="5092"/>
                  </a:lnTo>
                  <a:close/>
                </a:path>
                <a:path w="153670" h="6350">
                  <a:moveTo>
                    <a:pt x="153670" y="0"/>
                  </a:moveTo>
                  <a:lnTo>
                    <a:pt x="0" y="0"/>
                  </a:lnTo>
                  <a:lnTo>
                    <a:pt x="0" y="1270"/>
                  </a:lnTo>
                  <a:lnTo>
                    <a:pt x="0" y="5080"/>
                  </a:lnTo>
                  <a:lnTo>
                    <a:pt x="152400" y="5080"/>
                  </a:lnTo>
                  <a:lnTo>
                    <a:pt x="152400" y="1270"/>
                  </a:lnTo>
                  <a:lnTo>
                    <a:pt x="153670" y="1270"/>
                  </a:lnTo>
                  <a:lnTo>
                    <a:pt x="153670" y="0"/>
                  </a:lnTo>
                  <a:close/>
                </a:path>
              </a:pathLst>
            </a:custGeom>
            <a:solidFill>
              <a:srgbClr val="0007AD"/>
            </a:solidFill>
          </p:spPr>
          <p:txBody>
            <a:bodyPr wrap="square" lIns="0" tIns="0" rIns="0" bIns="0" rtlCol="0"/>
            <a:lstStyle/>
            <a:p/>
          </p:txBody>
        </p:sp>
        <p:sp>
          <p:nvSpPr>
            <p:cNvPr id="1989" name="object 1989"/>
            <p:cNvSpPr/>
            <p:nvPr/>
          </p:nvSpPr>
          <p:spPr>
            <a:xfrm>
              <a:off x="603885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07" y="7620"/>
                  </a:lnTo>
                  <a:lnTo>
                    <a:pt x="147307" y="6350"/>
                  </a:lnTo>
                  <a:lnTo>
                    <a:pt x="147320" y="5080"/>
                  </a:lnTo>
                  <a:lnTo>
                    <a:pt x="148590" y="5080"/>
                  </a:lnTo>
                  <a:lnTo>
                    <a:pt x="148590" y="2540"/>
                  </a:lnTo>
                  <a:lnTo>
                    <a:pt x="149860" y="2540"/>
                  </a:lnTo>
                  <a:lnTo>
                    <a:pt x="149860" y="0"/>
                  </a:lnTo>
                  <a:close/>
                </a:path>
              </a:pathLst>
            </a:custGeom>
            <a:solidFill>
              <a:srgbClr val="0006AF"/>
            </a:solidFill>
          </p:spPr>
          <p:txBody>
            <a:bodyPr wrap="square" lIns="0" tIns="0" rIns="0" bIns="0" rtlCol="0"/>
            <a:lstStyle/>
            <a:p/>
          </p:txBody>
        </p:sp>
        <p:sp>
          <p:nvSpPr>
            <p:cNvPr id="1990" name="object 1990"/>
            <p:cNvSpPr/>
            <p:nvPr/>
          </p:nvSpPr>
          <p:spPr>
            <a:xfrm>
              <a:off x="6041390" y="1617979"/>
              <a:ext cx="144780" cy="7620"/>
            </a:xfrm>
            <a:custGeom>
              <a:avLst/>
              <a:gdLst/>
              <a:ahLst/>
              <a:cxnLst/>
              <a:rect l="l" t="t" r="r" b="b"/>
              <a:pathLst>
                <a:path w="144779" h="7619">
                  <a:moveTo>
                    <a:pt x="144767" y="0"/>
                  </a:moveTo>
                  <a:lnTo>
                    <a:pt x="0" y="0"/>
                  </a:lnTo>
                  <a:lnTo>
                    <a:pt x="0" y="1270"/>
                  </a:lnTo>
                  <a:lnTo>
                    <a:pt x="1270" y="1270"/>
                  </a:lnTo>
                  <a:lnTo>
                    <a:pt x="1270" y="3810"/>
                  </a:lnTo>
                  <a:lnTo>
                    <a:pt x="2540" y="3810"/>
                  </a:lnTo>
                  <a:lnTo>
                    <a:pt x="2540" y="5080"/>
                  </a:lnTo>
                  <a:lnTo>
                    <a:pt x="2540" y="7620"/>
                  </a:lnTo>
                  <a:lnTo>
                    <a:pt x="142240" y="7620"/>
                  </a:lnTo>
                  <a:lnTo>
                    <a:pt x="142240" y="5080"/>
                  </a:lnTo>
                  <a:lnTo>
                    <a:pt x="143510" y="5080"/>
                  </a:lnTo>
                  <a:lnTo>
                    <a:pt x="143510" y="3810"/>
                  </a:lnTo>
                  <a:lnTo>
                    <a:pt x="143510" y="1270"/>
                  </a:lnTo>
                  <a:lnTo>
                    <a:pt x="144767" y="1270"/>
                  </a:lnTo>
                  <a:lnTo>
                    <a:pt x="144767" y="0"/>
                  </a:lnTo>
                  <a:close/>
                </a:path>
              </a:pathLst>
            </a:custGeom>
            <a:solidFill>
              <a:srgbClr val="0006B1"/>
            </a:solidFill>
          </p:spPr>
          <p:txBody>
            <a:bodyPr wrap="square" lIns="0" tIns="0" rIns="0" bIns="0" rtlCol="0"/>
            <a:lstStyle/>
            <a:p/>
          </p:txBody>
        </p:sp>
        <p:sp>
          <p:nvSpPr>
            <p:cNvPr id="1991" name="object 1991"/>
            <p:cNvSpPr/>
            <p:nvPr/>
          </p:nvSpPr>
          <p:spPr>
            <a:xfrm>
              <a:off x="6045200" y="1625599"/>
              <a:ext cx="137160" cy="6350"/>
            </a:xfrm>
            <a:custGeom>
              <a:avLst/>
              <a:gdLst/>
              <a:ahLst/>
              <a:cxnLst/>
              <a:rect l="l" t="t" r="r" b="b"/>
              <a:pathLst>
                <a:path w="137160" h="6350">
                  <a:moveTo>
                    <a:pt x="137160" y="0"/>
                  </a:moveTo>
                  <a:lnTo>
                    <a:pt x="0" y="0"/>
                  </a:lnTo>
                  <a:lnTo>
                    <a:pt x="0" y="2552"/>
                  </a:lnTo>
                  <a:lnTo>
                    <a:pt x="1270" y="2552"/>
                  </a:lnTo>
                  <a:lnTo>
                    <a:pt x="1270" y="5080"/>
                  </a:lnTo>
                  <a:lnTo>
                    <a:pt x="2540" y="5080"/>
                  </a:lnTo>
                  <a:lnTo>
                    <a:pt x="2540" y="6350"/>
                  </a:lnTo>
                  <a:lnTo>
                    <a:pt x="135890" y="6350"/>
                  </a:lnTo>
                  <a:lnTo>
                    <a:pt x="135890" y="5080"/>
                  </a:lnTo>
                  <a:lnTo>
                    <a:pt x="135890" y="2552"/>
                  </a:lnTo>
                  <a:lnTo>
                    <a:pt x="137160" y="2552"/>
                  </a:lnTo>
                  <a:lnTo>
                    <a:pt x="137160" y="0"/>
                  </a:lnTo>
                  <a:close/>
                </a:path>
              </a:pathLst>
            </a:custGeom>
            <a:solidFill>
              <a:srgbClr val="0005B4"/>
            </a:solidFill>
          </p:spPr>
          <p:txBody>
            <a:bodyPr wrap="square" lIns="0" tIns="0" rIns="0" bIns="0" rtlCol="0"/>
            <a:lstStyle/>
            <a:p/>
          </p:txBody>
        </p:sp>
        <p:sp>
          <p:nvSpPr>
            <p:cNvPr id="1992" name="object 1992"/>
            <p:cNvSpPr/>
            <p:nvPr/>
          </p:nvSpPr>
          <p:spPr>
            <a:xfrm>
              <a:off x="6047740" y="1631949"/>
              <a:ext cx="132080" cy="7620"/>
            </a:xfrm>
            <a:custGeom>
              <a:avLst/>
              <a:gdLst/>
              <a:ahLst/>
              <a:cxnLst/>
              <a:rect l="l" t="t" r="r" b="b"/>
              <a:pathLst>
                <a:path w="132079" h="7619">
                  <a:moveTo>
                    <a:pt x="132080" y="1270"/>
                  </a:moveTo>
                  <a:lnTo>
                    <a:pt x="132067" y="0"/>
                  </a:ln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9540" y="7620"/>
                  </a:lnTo>
                  <a:lnTo>
                    <a:pt x="129540" y="6350"/>
                  </a:lnTo>
                  <a:lnTo>
                    <a:pt x="129540" y="5080"/>
                  </a:lnTo>
                  <a:lnTo>
                    <a:pt x="130810" y="5080"/>
                  </a:lnTo>
                  <a:lnTo>
                    <a:pt x="130810" y="3810"/>
                  </a:lnTo>
                  <a:lnTo>
                    <a:pt x="130810" y="2540"/>
                  </a:lnTo>
                  <a:lnTo>
                    <a:pt x="132080" y="2540"/>
                  </a:lnTo>
                  <a:lnTo>
                    <a:pt x="132080" y="1270"/>
                  </a:lnTo>
                  <a:close/>
                </a:path>
              </a:pathLst>
            </a:custGeom>
            <a:solidFill>
              <a:srgbClr val="0005B6"/>
            </a:solidFill>
          </p:spPr>
          <p:txBody>
            <a:bodyPr wrap="square" lIns="0" tIns="0" rIns="0" bIns="0" rtlCol="0"/>
            <a:lstStyle/>
            <a:p/>
          </p:txBody>
        </p:sp>
        <p:sp>
          <p:nvSpPr>
            <p:cNvPr id="1993" name="object 1993"/>
            <p:cNvSpPr/>
            <p:nvPr/>
          </p:nvSpPr>
          <p:spPr>
            <a:xfrm>
              <a:off x="6051550" y="1639569"/>
              <a:ext cx="124460" cy="8255"/>
            </a:xfrm>
            <a:custGeom>
              <a:avLst/>
              <a:gdLst/>
              <a:ahLst/>
              <a:cxnLst/>
              <a:rect l="l" t="t" r="r" b="b"/>
              <a:pathLst>
                <a:path w="124460" h="8255">
                  <a:moveTo>
                    <a:pt x="124460" y="0"/>
                  </a:moveTo>
                  <a:lnTo>
                    <a:pt x="0" y="0"/>
                  </a:lnTo>
                  <a:lnTo>
                    <a:pt x="0" y="2540"/>
                  </a:lnTo>
                  <a:lnTo>
                    <a:pt x="1270" y="2540"/>
                  </a:lnTo>
                  <a:lnTo>
                    <a:pt x="1270" y="5080"/>
                  </a:lnTo>
                  <a:lnTo>
                    <a:pt x="2540" y="5080"/>
                  </a:lnTo>
                  <a:lnTo>
                    <a:pt x="2540" y="7632"/>
                  </a:lnTo>
                  <a:lnTo>
                    <a:pt x="121907" y="7632"/>
                  </a:lnTo>
                  <a:lnTo>
                    <a:pt x="121907" y="5080"/>
                  </a:lnTo>
                  <a:lnTo>
                    <a:pt x="123190" y="5080"/>
                  </a:lnTo>
                  <a:lnTo>
                    <a:pt x="123190" y="2540"/>
                  </a:lnTo>
                  <a:lnTo>
                    <a:pt x="124460" y="2540"/>
                  </a:lnTo>
                  <a:lnTo>
                    <a:pt x="124460" y="0"/>
                  </a:lnTo>
                  <a:close/>
                </a:path>
              </a:pathLst>
            </a:custGeom>
            <a:solidFill>
              <a:srgbClr val="0004B8"/>
            </a:solidFill>
          </p:spPr>
          <p:txBody>
            <a:bodyPr wrap="square" lIns="0" tIns="0" rIns="0" bIns="0" rtlCol="0"/>
            <a:lstStyle/>
            <a:p/>
          </p:txBody>
        </p:sp>
        <p:sp>
          <p:nvSpPr>
            <p:cNvPr id="1994" name="object 1994"/>
            <p:cNvSpPr/>
            <p:nvPr/>
          </p:nvSpPr>
          <p:spPr>
            <a:xfrm>
              <a:off x="6055360" y="1647202"/>
              <a:ext cx="116839" cy="6350"/>
            </a:xfrm>
            <a:custGeom>
              <a:avLst/>
              <a:gdLst/>
              <a:ahLst/>
              <a:cxnLst/>
              <a:rect l="l" t="t" r="r" b="b"/>
              <a:pathLst>
                <a:path w="116839" h="6350">
                  <a:moveTo>
                    <a:pt x="116840" y="0"/>
                  </a:moveTo>
                  <a:lnTo>
                    <a:pt x="0" y="0"/>
                  </a:lnTo>
                  <a:lnTo>
                    <a:pt x="0" y="1257"/>
                  </a:lnTo>
                  <a:lnTo>
                    <a:pt x="1270" y="1257"/>
                  </a:lnTo>
                  <a:lnTo>
                    <a:pt x="1270" y="3797"/>
                  </a:lnTo>
                  <a:lnTo>
                    <a:pt x="2540" y="3797"/>
                  </a:lnTo>
                  <a:lnTo>
                    <a:pt x="2540" y="6350"/>
                  </a:lnTo>
                  <a:lnTo>
                    <a:pt x="114300" y="6350"/>
                  </a:lnTo>
                  <a:lnTo>
                    <a:pt x="114300" y="3797"/>
                  </a:lnTo>
                  <a:lnTo>
                    <a:pt x="115570" y="3797"/>
                  </a:lnTo>
                  <a:lnTo>
                    <a:pt x="115570" y="1257"/>
                  </a:lnTo>
                  <a:lnTo>
                    <a:pt x="116840" y="1257"/>
                  </a:lnTo>
                  <a:lnTo>
                    <a:pt x="116840" y="0"/>
                  </a:lnTo>
                  <a:close/>
                </a:path>
              </a:pathLst>
            </a:custGeom>
            <a:solidFill>
              <a:srgbClr val="0004BA"/>
            </a:solidFill>
          </p:spPr>
          <p:txBody>
            <a:bodyPr wrap="square" lIns="0" tIns="0" rIns="0" bIns="0" rtlCol="0"/>
            <a:lstStyle/>
            <a:p/>
          </p:txBody>
        </p:sp>
        <p:sp>
          <p:nvSpPr>
            <p:cNvPr id="1995" name="object 1995"/>
            <p:cNvSpPr/>
            <p:nvPr/>
          </p:nvSpPr>
          <p:spPr>
            <a:xfrm>
              <a:off x="6059170" y="1653552"/>
              <a:ext cx="109220" cy="7620"/>
            </a:xfrm>
            <a:custGeom>
              <a:avLst/>
              <a:gdLst/>
              <a:ahLst/>
              <a:cxnLst/>
              <a:rect l="l" t="t" r="r" b="b"/>
              <a:pathLst>
                <a:path w="109220" h="7619">
                  <a:moveTo>
                    <a:pt x="109220" y="0"/>
                  </a:moveTo>
                  <a:lnTo>
                    <a:pt x="0" y="0"/>
                  </a:lnTo>
                  <a:lnTo>
                    <a:pt x="0" y="1257"/>
                  </a:lnTo>
                  <a:lnTo>
                    <a:pt x="1270" y="1257"/>
                  </a:lnTo>
                  <a:lnTo>
                    <a:pt x="1270" y="2527"/>
                  </a:lnTo>
                  <a:lnTo>
                    <a:pt x="2540" y="2527"/>
                  </a:lnTo>
                  <a:lnTo>
                    <a:pt x="2540" y="3797"/>
                  </a:lnTo>
                  <a:lnTo>
                    <a:pt x="2540" y="5067"/>
                  </a:lnTo>
                  <a:lnTo>
                    <a:pt x="3810" y="5067"/>
                  </a:lnTo>
                  <a:lnTo>
                    <a:pt x="3810" y="6337"/>
                  </a:lnTo>
                  <a:lnTo>
                    <a:pt x="5080" y="6337"/>
                  </a:lnTo>
                  <a:lnTo>
                    <a:pt x="5080" y="7607"/>
                  </a:lnTo>
                  <a:lnTo>
                    <a:pt x="105410" y="7607"/>
                  </a:lnTo>
                  <a:lnTo>
                    <a:pt x="105410" y="6337"/>
                  </a:lnTo>
                  <a:lnTo>
                    <a:pt x="105410" y="5067"/>
                  </a:lnTo>
                  <a:lnTo>
                    <a:pt x="106680" y="5067"/>
                  </a:lnTo>
                  <a:lnTo>
                    <a:pt x="106680" y="3797"/>
                  </a:lnTo>
                  <a:lnTo>
                    <a:pt x="107950" y="3797"/>
                  </a:lnTo>
                  <a:lnTo>
                    <a:pt x="107950" y="2527"/>
                  </a:lnTo>
                  <a:lnTo>
                    <a:pt x="107937" y="1257"/>
                  </a:lnTo>
                  <a:lnTo>
                    <a:pt x="109220" y="1257"/>
                  </a:lnTo>
                  <a:lnTo>
                    <a:pt x="109220" y="0"/>
                  </a:lnTo>
                  <a:close/>
                </a:path>
              </a:pathLst>
            </a:custGeom>
            <a:solidFill>
              <a:srgbClr val="0003BD"/>
            </a:solidFill>
          </p:spPr>
          <p:txBody>
            <a:bodyPr wrap="square" lIns="0" tIns="0" rIns="0" bIns="0" rtlCol="0"/>
            <a:lstStyle/>
            <a:p/>
          </p:txBody>
        </p:sp>
        <p:sp>
          <p:nvSpPr>
            <p:cNvPr id="1996" name="object 1996"/>
            <p:cNvSpPr/>
            <p:nvPr/>
          </p:nvSpPr>
          <p:spPr>
            <a:xfrm>
              <a:off x="606552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92"/>
                  </a:lnTo>
                  <a:lnTo>
                    <a:pt x="3810" y="5092"/>
                  </a:lnTo>
                  <a:lnTo>
                    <a:pt x="3810" y="6350"/>
                  </a:lnTo>
                  <a:lnTo>
                    <a:pt x="3810" y="7620"/>
                  </a:lnTo>
                  <a:lnTo>
                    <a:pt x="91427" y="7620"/>
                  </a:lnTo>
                  <a:lnTo>
                    <a:pt x="91427" y="6350"/>
                  </a:lnTo>
                  <a:lnTo>
                    <a:pt x="92710" y="6350"/>
                  </a:lnTo>
                  <a:lnTo>
                    <a:pt x="92710" y="5092"/>
                  </a:lnTo>
                  <a:lnTo>
                    <a:pt x="93980" y="5092"/>
                  </a:lnTo>
                  <a:lnTo>
                    <a:pt x="93980" y="3810"/>
                  </a:lnTo>
                  <a:lnTo>
                    <a:pt x="95237" y="3810"/>
                  </a:lnTo>
                  <a:lnTo>
                    <a:pt x="95237" y="2540"/>
                  </a:lnTo>
                  <a:lnTo>
                    <a:pt x="96520" y="2540"/>
                  </a:lnTo>
                  <a:lnTo>
                    <a:pt x="96520" y="1270"/>
                  </a:lnTo>
                  <a:lnTo>
                    <a:pt x="97790" y="1270"/>
                  </a:lnTo>
                  <a:lnTo>
                    <a:pt x="97790" y="0"/>
                  </a:lnTo>
                  <a:close/>
                </a:path>
              </a:pathLst>
            </a:custGeom>
            <a:solidFill>
              <a:srgbClr val="0002BF"/>
            </a:solidFill>
          </p:spPr>
          <p:txBody>
            <a:bodyPr wrap="square" lIns="0" tIns="0" rIns="0" bIns="0" rtlCol="0"/>
            <a:lstStyle/>
            <a:p/>
          </p:txBody>
        </p:sp>
        <p:sp>
          <p:nvSpPr>
            <p:cNvPr id="1997" name="object 1997"/>
            <p:cNvSpPr/>
            <p:nvPr/>
          </p:nvSpPr>
          <p:spPr>
            <a:xfrm>
              <a:off x="6070600"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79" y="3810"/>
                  </a:moveTo>
                  <a:lnTo>
                    <a:pt x="5079" y="3810"/>
                  </a:lnTo>
                  <a:lnTo>
                    <a:pt x="5079" y="5079"/>
                  </a:lnTo>
                  <a:lnTo>
                    <a:pt x="81279" y="5079"/>
                  </a:lnTo>
                  <a:lnTo>
                    <a:pt x="81279"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0002C1"/>
            </a:solidFill>
          </p:spPr>
          <p:txBody>
            <a:bodyPr wrap="square" lIns="0" tIns="0" rIns="0" bIns="0" rtlCol="0"/>
            <a:lstStyle/>
            <a:p/>
          </p:txBody>
        </p:sp>
        <p:sp>
          <p:nvSpPr>
            <p:cNvPr id="1998" name="object 1998"/>
            <p:cNvSpPr/>
            <p:nvPr/>
          </p:nvSpPr>
          <p:spPr>
            <a:xfrm>
              <a:off x="6078219" y="1675129"/>
              <a:ext cx="71120" cy="7620"/>
            </a:xfrm>
            <a:custGeom>
              <a:avLst/>
              <a:gdLst/>
              <a:ahLst/>
              <a:cxnLst/>
              <a:rect l="l" t="t" r="r" b="b"/>
              <a:pathLst>
                <a:path w="71120" h="7619">
                  <a:moveTo>
                    <a:pt x="63500" y="6350"/>
                  </a:moveTo>
                  <a:lnTo>
                    <a:pt x="8889" y="6350"/>
                  </a:lnTo>
                  <a:lnTo>
                    <a:pt x="8889"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09" y="3810"/>
                  </a:moveTo>
                  <a:lnTo>
                    <a:pt x="3809" y="3810"/>
                  </a:lnTo>
                  <a:lnTo>
                    <a:pt x="3809" y="5079"/>
                  </a:lnTo>
                  <a:lnTo>
                    <a:pt x="67309" y="5079"/>
                  </a:lnTo>
                  <a:lnTo>
                    <a:pt x="67309" y="3810"/>
                  </a:lnTo>
                  <a:close/>
                </a:path>
                <a:path w="71120" h="7619">
                  <a:moveTo>
                    <a:pt x="68579" y="2539"/>
                  </a:moveTo>
                  <a:lnTo>
                    <a:pt x="2539" y="2539"/>
                  </a:lnTo>
                  <a:lnTo>
                    <a:pt x="2539" y="3810"/>
                  </a:lnTo>
                  <a:lnTo>
                    <a:pt x="68579" y="3810"/>
                  </a:lnTo>
                  <a:lnTo>
                    <a:pt x="68579" y="2539"/>
                  </a:lnTo>
                  <a:close/>
                </a:path>
                <a:path w="71120" h="7619">
                  <a:moveTo>
                    <a:pt x="69849" y="1269"/>
                  </a:moveTo>
                  <a:lnTo>
                    <a:pt x="1269" y="1269"/>
                  </a:lnTo>
                  <a:lnTo>
                    <a:pt x="1269" y="2539"/>
                  </a:lnTo>
                  <a:lnTo>
                    <a:pt x="69849" y="2539"/>
                  </a:lnTo>
                  <a:lnTo>
                    <a:pt x="69849" y="1269"/>
                  </a:lnTo>
                  <a:close/>
                </a:path>
                <a:path w="71120" h="7619">
                  <a:moveTo>
                    <a:pt x="71120" y="0"/>
                  </a:moveTo>
                  <a:lnTo>
                    <a:pt x="0" y="0"/>
                  </a:lnTo>
                  <a:lnTo>
                    <a:pt x="0" y="1269"/>
                  </a:lnTo>
                  <a:lnTo>
                    <a:pt x="71120" y="1269"/>
                  </a:lnTo>
                  <a:lnTo>
                    <a:pt x="71120" y="0"/>
                  </a:lnTo>
                  <a:close/>
                </a:path>
              </a:pathLst>
            </a:custGeom>
            <a:solidFill>
              <a:srgbClr val="0001C4"/>
            </a:solidFill>
          </p:spPr>
          <p:txBody>
            <a:bodyPr wrap="square" lIns="0" tIns="0" rIns="0" bIns="0" rtlCol="0"/>
            <a:lstStyle/>
            <a:p/>
          </p:txBody>
        </p:sp>
        <p:sp>
          <p:nvSpPr>
            <p:cNvPr id="1999" name="object 1999"/>
            <p:cNvSpPr/>
            <p:nvPr/>
          </p:nvSpPr>
          <p:spPr>
            <a:xfrm>
              <a:off x="6088380" y="1682749"/>
              <a:ext cx="49530" cy="7620"/>
            </a:xfrm>
            <a:custGeom>
              <a:avLst/>
              <a:gdLst/>
              <a:ahLst/>
              <a:cxnLst/>
              <a:rect l="l" t="t" r="r" b="b"/>
              <a:pathLst>
                <a:path w="49529" h="7619">
                  <a:moveTo>
                    <a:pt x="25400" y="6350"/>
                  </a:moveTo>
                  <a:lnTo>
                    <a:pt x="24130" y="6350"/>
                  </a:lnTo>
                  <a:lnTo>
                    <a:pt x="24130" y="7620"/>
                  </a:lnTo>
                  <a:lnTo>
                    <a:pt x="25400" y="7620"/>
                  </a:lnTo>
                  <a:lnTo>
                    <a:pt x="25400" y="6350"/>
                  </a:lnTo>
                  <a:close/>
                </a:path>
                <a:path w="49529" h="7619">
                  <a:moveTo>
                    <a:pt x="38100" y="5080"/>
                  </a:moveTo>
                  <a:lnTo>
                    <a:pt x="13970" y="5080"/>
                  </a:lnTo>
                  <a:lnTo>
                    <a:pt x="13970" y="6350"/>
                  </a:lnTo>
                  <a:lnTo>
                    <a:pt x="38100" y="6350"/>
                  </a:lnTo>
                  <a:lnTo>
                    <a:pt x="38100" y="5080"/>
                  </a:lnTo>
                  <a:close/>
                </a:path>
                <a:path w="49529" h="7619">
                  <a:moveTo>
                    <a:pt x="41910" y="3810"/>
                  </a:moveTo>
                  <a:lnTo>
                    <a:pt x="11430" y="3810"/>
                  </a:lnTo>
                  <a:lnTo>
                    <a:pt x="11430" y="5080"/>
                  </a:lnTo>
                  <a:lnTo>
                    <a:pt x="41910" y="5080"/>
                  </a:lnTo>
                  <a:lnTo>
                    <a:pt x="41910" y="3810"/>
                  </a:lnTo>
                  <a:close/>
                </a:path>
                <a:path w="49529" h="7619">
                  <a:moveTo>
                    <a:pt x="44450" y="2540"/>
                  </a:moveTo>
                  <a:lnTo>
                    <a:pt x="3810" y="2540"/>
                  </a:lnTo>
                  <a:lnTo>
                    <a:pt x="3810" y="3810"/>
                  </a:lnTo>
                  <a:lnTo>
                    <a:pt x="44450" y="3810"/>
                  </a:lnTo>
                  <a:lnTo>
                    <a:pt x="44450" y="2540"/>
                  </a:lnTo>
                  <a:close/>
                </a:path>
                <a:path w="49529" h="7619">
                  <a:moveTo>
                    <a:pt x="46990" y="1270"/>
                  </a:moveTo>
                  <a:lnTo>
                    <a:pt x="2540" y="1270"/>
                  </a:lnTo>
                  <a:lnTo>
                    <a:pt x="2540" y="2540"/>
                  </a:lnTo>
                  <a:lnTo>
                    <a:pt x="46990" y="2540"/>
                  </a:lnTo>
                  <a:lnTo>
                    <a:pt x="46990" y="1270"/>
                  </a:lnTo>
                  <a:close/>
                </a:path>
                <a:path w="49529" h="7619">
                  <a:moveTo>
                    <a:pt x="49529" y="0"/>
                  </a:moveTo>
                  <a:lnTo>
                    <a:pt x="0" y="0"/>
                  </a:lnTo>
                  <a:lnTo>
                    <a:pt x="0" y="1270"/>
                  </a:lnTo>
                  <a:lnTo>
                    <a:pt x="49529" y="1270"/>
                  </a:lnTo>
                  <a:lnTo>
                    <a:pt x="49529" y="0"/>
                  </a:lnTo>
                  <a:close/>
                </a:path>
              </a:pathLst>
            </a:custGeom>
            <a:solidFill>
              <a:srgbClr val="0001C6"/>
            </a:solidFill>
          </p:spPr>
          <p:txBody>
            <a:bodyPr wrap="square" lIns="0" tIns="0" rIns="0" bIns="0" rtlCol="0"/>
            <a:lstStyle/>
            <a:p/>
          </p:txBody>
        </p:sp>
      </p:grpSp>
      <p:grpSp>
        <p:nvGrpSpPr>
          <p:cNvPr id="2000" name="object 2000"/>
          <p:cNvGrpSpPr/>
          <p:nvPr/>
        </p:nvGrpSpPr>
        <p:grpSpPr>
          <a:xfrm>
            <a:off x="6422390" y="855980"/>
            <a:ext cx="82550" cy="200660"/>
            <a:chOff x="6422390" y="855980"/>
            <a:chExt cx="82550" cy="200660"/>
          </a:xfrm>
        </p:grpSpPr>
        <p:sp>
          <p:nvSpPr>
            <p:cNvPr id="2001" name="object 2001"/>
            <p:cNvSpPr/>
            <p:nvPr/>
          </p:nvSpPr>
          <p:spPr>
            <a:xfrm>
              <a:off x="6422390" y="855979"/>
              <a:ext cx="82550" cy="12700"/>
            </a:xfrm>
            <a:custGeom>
              <a:avLst/>
              <a:gdLst/>
              <a:ahLst/>
              <a:cxnLst/>
              <a:rect l="l" t="t" r="r" b="b"/>
              <a:pathLst>
                <a:path w="82550" h="12700">
                  <a:moveTo>
                    <a:pt x="82550" y="0"/>
                  </a:moveTo>
                  <a:lnTo>
                    <a:pt x="0" y="0"/>
                  </a:lnTo>
                  <a:lnTo>
                    <a:pt x="0" y="6350"/>
                  </a:lnTo>
                  <a:lnTo>
                    <a:pt x="0" y="12700"/>
                  </a:lnTo>
                  <a:lnTo>
                    <a:pt x="82550" y="12700"/>
                  </a:lnTo>
                  <a:lnTo>
                    <a:pt x="82550" y="6350"/>
                  </a:lnTo>
                  <a:lnTo>
                    <a:pt x="82550" y="0"/>
                  </a:lnTo>
                  <a:close/>
                </a:path>
              </a:pathLst>
            </a:custGeom>
            <a:solidFill>
              <a:srgbClr val="003300"/>
            </a:solidFill>
          </p:spPr>
          <p:txBody>
            <a:bodyPr wrap="square" lIns="0" tIns="0" rIns="0" bIns="0" rtlCol="0"/>
            <a:lstStyle/>
            <a:p/>
          </p:txBody>
        </p:sp>
        <p:sp>
          <p:nvSpPr>
            <p:cNvPr id="2002" name="object 2002"/>
            <p:cNvSpPr/>
            <p:nvPr/>
          </p:nvSpPr>
          <p:spPr>
            <a:xfrm>
              <a:off x="6422390" y="868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3302"/>
            </a:solidFill>
          </p:spPr>
          <p:txBody>
            <a:bodyPr wrap="square" lIns="0" tIns="0" rIns="0" bIns="0" rtlCol="0"/>
            <a:lstStyle/>
            <a:p/>
          </p:txBody>
        </p:sp>
        <p:sp>
          <p:nvSpPr>
            <p:cNvPr id="2003" name="object 2003"/>
            <p:cNvSpPr/>
            <p:nvPr/>
          </p:nvSpPr>
          <p:spPr>
            <a:xfrm>
              <a:off x="6422390" y="876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3104"/>
            </a:solidFill>
          </p:spPr>
          <p:txBody>
            <a:bodyPr wrap="square" lIns="0" tIns="0" rIns="0" bIns="0" rtlCol="0"/>
            <a:lstStyle/>
            <a:p/>
          </p:txBody>
        </p:sp>
        <p:sp>
          <p:nvSpPr>
            <p:cNvPr id="2004" name="object 2004"/>
            <p:cNvSpPr/>
            <p:nvPr/>
          </p:nvSpPr>
          <p:spPr>
            <a:xfrm>
              <a:off x="6422390" y="883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3105"/>
            </a:solidFill>
          </p:spPr>
          <p:txBody>
            <a:bodyPr wrap="square" lIns="0" tIns="0" rIns="0" bIns="0" rtlCol="0"/>
            <a:lstStyle/>
            <a:p/>
          </p:txBody>
        </p:sp>
        <p:sp>
          <p:nvSpPr>
            <p:cNvPr id="2005" name="object 2005"/>
            <p:cNvSpPr/>
            <p:nvPr/>
          </p:nvSpPr>
          <p:spPr>
            <a:xfrm>
              <a:off x="6422390" y="890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3007"/>
            </a:solidFill>
          </p:spPr>
          <p:txBody>
            <a:bodyPr wrap="square" lIns="0" tIns="0" rIns="0" bIns="0" rtlCol="0"/>
            <a:lstStyle/>
            <a:p/>
          </p:txBody>
        </p:sp>
        <p:sp>
          <p:nvSpPr>
            <p:cNvPr id="2006" name="object 2006"/>
            <p:cNvSpPr/>
            <p:nvPr/>
          </p:nvSpPr>
          <p:spPr>
            <a:xfrm>
              <a:off x="6422390" y="897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3009"/>
            </a:solidFill>
          </p:spPr>
          <p:txBody>
            <a:bodyPr wrap="square" lIns="0" tIns="0" rIns="0" bIns="0" rtlCol="0"/>
            <a:lstStyle/>
            <a:p/>
          </p:txBody>
        </p:sp>
        <p:sp>
          <p:nvSpPr>
            <p:cNvPr id="2007" name="object 2007"/>
            <p:cNvSpPr/>
            <p:nvPr/>
          </p:nvSpPr>
          <p:spPr>
            <a:xfrm>
              <a:off x="6422390" y="905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F0B"/>
            </a:solidFill>
          </p:spPr>
          <p:txBody>
            <a:bodyPr wrap="square" lIns="0" tIns="0" rIns="0" bIns="0" rtlCol="0"/>
            <a:lstStyle/>
            <a:p/>
          </p:txBody>
        </p:sp>
        <p:sp>
          <p:nvSpPr>
            <p:cNvPr id="2008" name="object 2008"/>
            <p:cNvSpPr/>
            <p:nvPr/>
          </p:nvSpPr>
          <p:spPr>
            <a:xfrm>
              <a:off x="6422390" y="911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F0C"/>
            </a:solidFill>
          </p:spPr>
          <p:txBody>
            <a:bodyPr wrap="square" lIns="0" tIns="0" rIns="0" bIns="0" rtlCol="0"/>
            <a:lstStyle/>
            <a:p/>
          </p:txBody>
        </p:sp>
        <p:sp>
          <p:nvSpPr>
            <p:cNvPr id="2009" name="object 2009"/>
            <p:cNvSpPr/>
            <p:nvPr/>
          </p:nvSpPr>
          <p:spPr>
            <a:xfrm>
              <a:off x="6422390" y="919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F0E"/>
            </a:solidFill>
          </p:spPr>
          <p:txBody>
            <a:bodyPr wrap="square" lIns="0" tIns="0" rIns="0" bIns="0" rtlCol="0"/>
            <a:lstStyle/>
            <a:p/>
          </p:txBody>
        </p:sp>
        <p:sp>
          <p:nvSpPr>
            <p:cNvPr id="2010" name="object 2010"/>
            <p:cNvSpPr/>
            <p:nvPr/>
          </p:nvSpPr>
          <p:spPr>
            <a:xfrm>
              <a:off x="6422390" y="927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E10"/>
            </a:solidFill>
          </p:spPr>
          <p:txBody>
            <a:bodyPr wrap="square" lIns="0" tIns="0" rIns="0" bIns="0" rtlCol="0"/>
            <a:lstStyle/>
            <a:p/>
          </p:txBody>
        </p:sp>
        <p:sp>
          <p:nvSpPr>
            <p:cNvPr id="2011" name="object 2011"/>
            <p:cNvSpPr/>
            <p:nvPr/>
          </p:nvSpPr>
          <p:spPr>
            <a:xfrm>
              <a:off x="6422390" y="933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E12"/>
            </a:solidFill>
          </p:spPr>
          <p:txBody>
            <a:bodyPr wrap="square" lIns="0" tIns="0" rIns="0" bIns="0" rtlCol="0"/>
            <a:lstStyle/>
            <a:p/>
          </p:txBody>
        </p:sp>
        <p:sp>
          <p:nvSpPr>
            <p:cNvPr id="2012" name="object 2012"/>
            <p:cNvSpPr/>
            <p:nvPr/>
          </p:nvSpPr>
          <p:spPr>
            <a:xfrm>
              <a:off x="6422390" y="941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D13"/>
            </a:solidFill>
          </p:spPr>
          <p:txBody>
            <a:bodyPr wrap="square" lIns="0" tIns="0" rIns="0" bIns="0" rtlCol="0"/>
            <a:lstStyle/>
            <a:p/>
          </p:txBody>
        </p:sp>
        <p:sp>
          <p:nvSpPr>
            <p:cNvPr id="2013" name="object 2013"/>
            <p:cNvSpPr/>
            <p:nvPr/>
          </p:nvSpPr>
          <p:spPr>
            <a:xfrm>
              <a:off x="6422390" y="9486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D15"/>
            </a:solidFill>
          </p:spPr>
          <p:txBody>
            <a:bodyPr wrap="square" lIns="0" tIns="0" rIns="0" bIns="0" rtlCol="0"/>
            <a:lstStyle/>
            <a:p/>
          </p:txBody>
        </p:sp>
        <p:sp>
          <p:nvSpPr>
            <p:cNvPr id="2014" name="object 2014"/>
            <p:cNvSpPr/>
            <p:nvPr/>
          </p:nvSpPr>
          <p:spPr>
            <a:xfrm>
              <a:off x="6422390" y="9550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C17"/>
            </a:solidFill>
          </p:spPr>
          <p:txBody>
            <a:bodyPr wrap="square" lIns="0" tIns="0" rIns="0" bIns="0" rtlCol="0"/>
            <a:lstStyle/>
            <a:p/>
          </p:txBody>
        </p:sp>
        <p:sp>
          <p:nvSpPr>
            <p:cNvPr id="2015" name="object 2015"/>
            <p:cNvSpPr/>
            <p:nvPr/>
          </p:nvSpPr>
          <p:spPr>
            <a:xfrm>
              <a:off x="6422390" y="962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C19"/>
            </a:solidFill>
          </p:spPr>
          <p:txBody>
            <a:bodyPr wrap="square" lIns="0" tIns="0" rIns="0" bIns="0" rtlCol="0"/>
            <a:lstStyle/>
            <a:p/>
          </p:txBody>
        </p:sp>
        <p:sp>
          <p:nvSpPr>
            <p:cNvPr id="2016" name="object 2016"/>
            <p:cNvSpPr/>
            <p:nvPr/>
          </p:nvSpPr>
          <p:spPr>
            <a:xfrm>
              <a:off x="6422390" y="9702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C1A"/>
            </a:solidFill>
          </p:spPr>
          <p:txBody>
            <a:bodyPr wrap="square" lIns="0" tIns="0" rIns="0" bIns="0" rtlCol="0"/>
            <a:lstStyle/>
            <a:p/>
          </p:txBody>
        </p:sp>
        <p:sp>
          <p:nvSpPr>
            <p:cNvPr id="2017" name="object 2017"/>
            <p:cNvSpPr/>
            <p:nvPr/>
          </p:nvSpPr>
          <p:spPr>
            <a:xfrm>
              <a:off x="6422390" y="976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B1C"/>
            </a:solidFill>
          </p:spPr>
          <p:txBody>
            <a:bodyPr wrap="square" lIns="0" tIns="0" rIns="0" bIns="0" rtlCol="0"/>
            <a:lstStyle/>
            <a:p/>
          </p:txBody>
        </p:sp>
        <p:sp>
          <p:nvSpPr>
            <p:cNvPr id="2018" name="object 2018"/>
            <p:cNvSpPr/>
            <p:nvPr/>
          </p:nvSpPr>
          <p:spPr>
            <a:xfrm>
              <a:off x="6422390" y="984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B1E"/>
            </a:solidFill>
          </p:spPr>
          <p:txBody>
            <a:bodyPr wrap="square" lIns="0" tIns="0" rIns="0" bIns="0" rtlCol="0"/>
            <a:lstStyle/>
            <a:p/>
          </p:txBody>
        </p:sp>
        <p:sp>
          <p:nvSpPr>
            <p:cNvPr id="2019" name="object 2019"/>
            <p:cNvSpPr/>
            <p:nvPr/>
          </p:nvSpPr>
          <p:spPr>
            <a:xfrm>
              <a:off x="6422390" y="9918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A20"/>
            </a:solidFill>
          </p:spPr>
          <p:txBody>
            <a:bodyPr wrap="square" lIns="0" tIns="0" rIns="0" bIns="0" rtlCol="0"/>
            <a:lstStyle/>
            <a:p/>
          </p:txBody>
        </p:sp>
        <p:sp>
          <p:nvSpPr>
            <p:cNvPr id="2020" name="object 2020"/>
            <p:cNvSpPr/>
            <p:nvPr/>
          </p:nvSpPr>
          <p:spPr>
            <a:xfrm>
              <a:off x="6422390" y="9982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A21"/>
            </a:solidFill>
          </p:spPr>
          <p:txBody>
            <a:bodyPr wrap="square" lIns="0" tIns="0" rIns="0" bIns="0" rtlCol="0"/>
            <a:lstStyle/>
            <a:p/>
          </p:txBody>
        </p:sp>
        <p:sp>
          <p:nvSpPr>
            <p:cNvPr id="2021" name="object 2021"/>
            <p:cNvSpPr/>
            <p:nvPr/>
          </p:nvSpPr>
          <p:spPr>
            <a:xfrm>
              <a:off x="6422390" y="1005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923"/>
            </a:solidFill>
          </p:spPr>
          <p:txBody>
            <a:bodyPr wrap="square" lIns="0" tIns="0" rIns="0" bIns="0" rtlCol="0"/>
            <a:lstStyle/>
            <a:p/>
          </p:txBody>
        </p:sp>
        <p:sp>
          <p:nvSpPr>
            <p:cNvPr id="2022" name="object 2022"/>
            <p:cNvSpPr/>
            <p:nvPr/>
          </p:nvSpPr>
          <p:spPr>
            <a:xfrm>
              <a:off x="6422390" y="10134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925"/>
            </a:solidFill>
          </p:spPr>
          <p:txBody>
            <a:bodyPr wrap="square" lIns="0" tIns="0" rIns="0" bIns="0" rtlCol="0"/>
            <a:lstStyle/>
            <a:p/>
          </p:txBody>
        </p:sp>
        <p:sp>
          <p:nvSpPr>
            <p:cNvPr id="2023" name="object 2023"/>
            <p:cNvSpPr/>
            <p:nvPr/>
          </p:nvSpPr>
          <p:spPr>
            <a:xfrm>
              <a:off x="6422390" y="1019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827"/>
            </a:solidFill>
          </p:spPr>
          <p:txBody>
            <a:bodyPr wrap="square" lIns="0" tIns="0" rIns="0" bIns="0" rtlCol="0"/>
            <a:lstStyle/>
            <a:p/>
          </p:txBody>
        </p:sp>
        <p:sp>
          <p:nvSpPr>
            <p:cNvPr id="2024" name="object 2024"/>
            <p:cNvSpPr/>
            <p:nvPr/>
          </p:nvSpPr>
          <p:spPr>
            <a:xfrm>
              <a:off x="6422390" y="1027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828"/>
            </a:solidFill>
          </p:spPr>
          <p:txBody>
            <a:bodyPr wrap="square" lIns="0" tIns="0" rIns="0" bIns="0" rtlCol="0"/>
            <a:lstStyle/>
            <a:p/>
          </p:txBody>
        </p:sp>
        <p:sp>
          <p:nvSpPr>
            <p:cNvPr id="2025" name="object 2025"/>
            <p:cNvSpPr/>
            <p:nvPr/>
          </p:nvSpPr>
          <p:spPr>
            <a:xfrm>
              <a:off x="6422390" y="103505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0282A"/>
            </a:solidFill>
          </p:spPr>
          <p:txBody>
            <a:bodyPr wrap="square" lIns="0" tIns="0" rIns="0" bIns="0" rtlCol="0"/>
            <a:lstStyle/>
            <a:p/>
          </p:txBody>
        </p:sp>
        <p:sp>
          <p:nvSpPr>
            <p:cNvPr id="2026" name="object 2026"/>
            <p:cNvSpPr/>
            <p:nvPr/>
          </p:nvSpPr>
          <p:spPr>
            <a:xfrm>
              <a:off x="6422390" y="10414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0272C"/>
            </a:solidFill>
          </p:spPr>
          <p:txBody>
            <a:bodyPr wrap="square" lIns="0" tIns="0" rIns="0" bIns="0" rtlCol="0"/>
            <a:lstStyle/>
            <a:p/>
          </p:txBody>
        </p:sp>
        <p:sp>
          <p:nvSpPr>
            <p:cNvPr id="2027" name="object 2027"/>
            <p:cNvSpPr/>
            <p:nvPr/>
          </p:nvSpPr>
          <p:spPr>
            <a:xfrm>
              <a:off x="6422390" y="10490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272E"/>
            </a:solidFill>
          </p:spPr>
          <p:txBody>
            <a:bodyPr wrap="square" lIns="0" tIns="0" rIns="0" bIns="0" rtlCol="0"/>
            <a:lstStyle/>
            <a:p/>
          </p:txBody>
        </p:sp>
      </p:grpSp>
      <p:grpSp>
        <p:nvGrpSpPr>
          <p:cNvPr id="2028" name="object 2028"/>
          <p:cNvGrpSpPr/>
          <p:nvPr/>
        </p:nvGrpSpPr>
        <p:grpSpPr>
          <a:xfrm>
            <a:off x="6300470" y="1056639"/>
            <a:ext cx="204470" cy="633730"/>
            <a:chOff x="6300470" y="1056639"/>
            <a:chExt cx="204470" cy="633730"/>
          </a:xfrm>
        </p:grpSpPr>
        <p:sp>
          <p:nvSpPr>
            <p:cNvPr id="2029" name="object 2029"/>
            <p:cNvSpPr/>
            <p:nvPr/>
          </p:nvSpPr>
          <p:spPr>
            <a:xfrm>
              <a:off x="6363970" y="1056639"/>
              <a:ext cx="140970" cy="6350"/>
            </a:xfrm>
            <a:custGeom>
              <a:avLst/>
              <a:gdLst/>
              <a:ahLst/>
              <a:cxnLst/>
              <a:rect l="l" t="t" r="r" b="b"/>
              <a:pathLst>
                <a:path w="140970" h="6350">
                  <a:moveTo>
                    <a:pt x="1270" y="5080"/>
                  </a:moveTo>
                  <a:lnTo>
                    <a:pt x="0" y="5080"/>
                  </a:lnTo>
                  <a:lnTo>
                    <a:pt x="0" y="6350"/>
                  </a:lnTo>
                  <a:lnTo>
                    <a:pt x="1270" y="6350"/>
                  </a:lnTo>
                  <a:lnTo>
                    <a:pt x="1270" y="5080"/>
                  </a:lnTo>
                  <a:close/>
                </a:path>
                <a:path w="140970" h="6350">
                  <a:moveTo>
                    <a:pt x="30480" y="2540"/>
                  </a:moveTo>
                  <a:lnTo>
                    <a:pt x="26670" y="2540"/>
                  </a:lnTo>
                  <a:lnTo>
                    <a:pt x="26670" y="1270"/>
                  </a:lnTo>
                  <a:lnTo>
                    <a:pt x="21590" y="1270"/>
                  </a:lnTo>
                  <a:lnTo>
                    <a:pt x="21590" y="2540"/>
                  </a:lnTo>
                  <a:lnTo>
                    <a:pt x="12700" y="2540"/>
                  </a:lnTo>
                  <a:lnTo>
                    <a:pt x="12700" y="1270"/>
                  </a:lnTo>
                  <a:lnTo>
                    <a:pt x="7620" y="1270"/>
                  </a:lnTo>
                  <a:lnTo>
                    <a:pt x="7620" y="2540"/>
                  </a:lnTo>
                  <a:lnTo>
                    <a:pt x="3810" y="2540"/>
                  </a:lnTo>
                  <a:lnTo>
                    <a:pt x="3810" y="5080"/>
                  </a:lnTo>
                  <a:lnTo>
                    <a:pt x="30480" y="5080"/>
                  </a:lnTo>
                  <a:lnTo>
                    <a:pt x="30480" y="2540"/>
                  </a:lnTo>
                  <a:close/>
                </a:path>
                <a:path w="140970" h="6350">
                  <a:moveTo>
                    <a:pt x="35560" y="5080"/>
                  </a:moveTo>
                  <a:lnTo>
                    <a:pt x="34290" y="5080"/>
                  </a:lnTo>
                  <a:lnTo>
                    <a:pt x="34290" y="6350"/>
                  </a:lnTo>
                  <a:lnTo>
                    <a:pt x="35560" y="6350"/>
                  </a:lnTo>
                  <a:lnTo>
                    <a:pt x="35560" y="5080"/>
                  </a:lnTo>
                  <a:close/>
                </a:path>
                <a:path w="140970" h="6350">
                  <a:moveTo>
                    <a:pt x="140970" y="2540"/>
                  </a:moveTo>
                  <a:lnTo>
                    <a:pt x="58420" y="2540"/>
                  </a:lnTo>
                  <a:lnTo>
                    <a:pt x="58420" y="5080"/>
                  </a:lnTo>
                  <a:lnTo>
                    <a:pt x="140970" y="5080"/>
                  </a:lnTo>
                  <a:lnTo>
                    <a:pt x="140970" y="2540"/>
                  </a:lnTo>
                  <a:close/>
                </a:path>
                <a:path w="140970" h="6350">
                  <a:moveTo>
                    <a:pt x="140970" y="0"/>
                  </a:moveTo>
                  <a:lnTo>
                    <a:pt x="58420" y="0"/>
                  </a:lnTo>
                  <a:lnTo>
                    <a:pt x="58420" y="1270"/>
                  </a:lnTo>
                  <a:lnTo>
                    <a:pt x="140970" y="1270"/>
                  </a:lnTo>
                  <a:lnTo>
                    <a:pt x="140970" y="0"/>
                  </a:lnTo>
                  <a:close/>
                </a:path>
              </a:pathLst>
            </a:custGeom>
            <a:solidFill>
              <a:srgbClr val="00262F"/>
            </a:solidFill>
          </p:spPr>
          <p:txBody>
            <a:bodyPr wrap="square" lIns="0" tIns="0" rIns="0" bIns="0" rtlCol="0"/>
            <a:lstStyle/>
            <a:p/>
          </p:txBody>
        </p:sp>
        <p:sp>
          <p:nvSpPr>
            <p:cNvPr id="2030" name="object 2030"/>
            <p:cNvSpPr/>
            <p:nvPr/>
          </p:nvSpPr>
          <p:spPr>
            <a:xfrm>
              <a:off x="6356350" y="1062989"/>
              <a:ext cx="148590" cy="7620"/>
            </a:xfrm>
            <a:custGeom>
              <a:avLst/>
              <a:gdLst/>
              <a:ahLst/>
              <a:cxnLst/>
              <a:rect l="l" t="t" r="r" b="b"/>
              <a:pathLst>
                <a:path w="148590" h="7619">
                  <a:moveTo>
                    <a:pt x="1270" y="5079"/>
                  </a:moveTo>
                  <a:lnTo>
                    <a:pt x="0" y="5079"/>
                  </a:lnTo>
                  <a:lnTo>
                    <a:pt x="0" y="7620"/>
                  </a:lnTo>
                  <a:lnTo>
                    <a:pt x="50800" y="7620"/>
                  </a:lnTo>
                  <a:lnTo>
                    <a:pt x="50800" y="6350"/>
                  </a:lnTo>
                  <a:lnTo>
                    <a:pt x="1270" y="6350"/>
                  </a:lnTo>
                  <a:lnTo>
                    <a:pt x="1270" y="5079"/>
                  </a:lnTo>
                  <a:close/>
                </a:path>
                <a:path w="148590" h="7619">
                  <a:moveTo>
                    <a:pt x="50800" y="5079"/>
                  </a:moveTo>
                  <a:lnTo>
                    <a:pt x="49530" y="5079"/>
                  </a:lnTo>
                  <a:lnTo>
                    <a:pt x="49530" y="6350"/>
                  </a:lnTo>
                  <a:lnTo>
                    <a:pt x="50800" y="6350"/>
                  </a:lnTo>
                  <a:lnTo>
                    <a:pt x="50800" y="5079"/>
                  </a:lnTo>
                  <a:close/>
                </a:path>
                <a:path w="148590" h="7619">
                  <a:moveTo>
                    <a:pt x="48260" y="2539"/>
                  </a:moveTo>
                  <a:lnTo>
                    <a:pt x="2539" y="2539"/>
                  </a:lnTo>
                  <a:lnTo>
                    <a:pt x="2539" y="5079"/>
                  </a:lnTo>
                  <a:lnTo>
                    <a:pt x="48260" y="5079"/>
                  </a:lnTo>
                  <a:lnTo>
                    <a:pt x="48260" y="2539"/>
                  </a:lnTo>
                  <a:close/>
                </a:path>
                <a:path w="148590" h="7619">
                  <a:moveTo>
                    <a:pt x="5079" y="1269"/>
                  </a:moveTo>
                  <a:lnTo>
                    <a:pt x="3810" y="1269"/>
                  </a:lnTo>
                  <a:lnTo>
                    <a:pt x="3810" y="2539"/>
                  </a:lnTo>
                  <a:lnTo>
                    <a:pt x="5079" y="2539"/>
                  </a:lnTo>
                  <a:lnTo>
                    <a:pt x="5079" y="1269"/>
                  </a:lnTo>
                  <a:close/>
                </a:path>
                <a:path w="148590" h="7619">
                  <a:moveTo>
                    <a:pt x="46989" y="1269"/>
                  </a:moveTo>
                  <a:lnTo>
                    <a:pt x="45719" y="1269"/>
                  </a:lnTo>
                  <a:lnTo>
                    <a:pt x="45719" y="2539"/>
                  </a:lnTo>
                  <a:lnTo>
                    <a:pt x="46989" y="2539"/>
                  </a:lnTo>
                  <a:lnTo>
                    <a:pt x="46989" y="1269"/>
                  </a:lnTo>
                  <a:close/>
                </a:path>
                <a:path w="148590" h="7619">
                  <a:moveTo>
                    <a:pt x="43180" y="0"/>
                  </a:moveTo>
                  <a:lnTo>
                    <a:pt x="7620" y="0"/>
                  </a:lnTo>
                  <a:lnTo>
                    <a:pt x="7620" y="1269"/>
                  </a:lnTo>
                  <a:lnTo>
                    <a:pt x="43180" y="1269"/>
                  </a:lnTo>
                  <a:lnTo>
                    <a:pt x="43180" y="0"/>
                  </a:lnTo>
                  <a:close/>
                </a:path>
                <a:path w="148590" h="7619">
                  <a:moveTo>
                    <a:pt x="148590" y="6350"/>
                  </a:moveTo>
                  <a:lnTo>
                    <a:pt x="66039" y="6350"/>
                  </a:lnTo>
                  <a:lnTo>
                    <a:pt x="66039" y="7620"/>
                  </a:lnTo>
                  <a:lnTo>
                    <a:pt x="148590" y="7620"/>
                  </a:lnTo>
                  <a:lnTo>
                    <a:pt x="148590" y="6350"/>
                  </a:lnTo>
                  <a:close/>
                </a:path>
                <a:path w="148590" h="7619">
                  <a:moveTo>
                    <a:pt x="148590" y="2539"/>
                  </a:moveTo>
                  <a:lnTo>
                    <a:pt x="66039" y="2539"/>
                  </a:lnTo>
                  <a:lnTo>
                    <a:pt x="66039" y="5079"/>
                  </a:lnTo>
                  <a:lnTo>
                    <a:pt x="148590" y="5079"/>
                  </a:lnTo>
                  <a:lnTo>
                    <a:pt x="148590" y="2539"/>
                  </a:lnTo>
                  <a:close/>
                </a:path>
                <a:path w="148590" h="7619">
                  <a:moveTo>
                    <a:pt x="148590" y="0"/>
                  </a:moveTo>
                  <a:lnTo>
                    <a:pt x="66039" y="0"/>
                  </a:lnTo>
                  <a:lnTo>
                    <a:pt x="66039" y="1269"/>
                  </a:lnTo>
                  <a:lnTo>
                    <a:pt x="148590" y="1269"/>
                  </a:lnTo>
                  <a:lnTo>
                    <a:pt x="148590" y="0"/>
                  </a:lnTo>
                  <a:close/>
                </a:path>
              </a:pathLst>
            </a:custGeom>
            <a:solidFill>
              <a:srgbClr val="002631"/>
            </a:solidFill>
          </p:spPr>
          <p:txBody>
            <a:bodyPr wrap="square" lIns="0" tIns="0" rIns="0" bIns="0" rtlCol="0"/>
            <a:lstStyle/>
            <a:p/>
          </p:txBody>
        </p:sp>
        <p:sp>
          <p:nvSpPr>
            <p:cNvPr id="2031" name="object 2031"/>
            <p:cNvSpPr/>
            <p:nvPr/>
          </p:nvSpPr>
          <p:spPr>
            <a:xfrm>
              <a:off x="6348730" y="1070609"/>
              <a:ext cx="156210" cy="7620"/>
            </a:xfrm>
            <a:custGeom>
              <a:avLst/>
              <a:gdLst/>
              <a:ahLst/>
              <a:cxnLst/>
              <a:rect l="l" t="t" r="r" b="b"/>
              <a:pathLst>
                <a:path w="156209" h="7619">
                  <a:moveTo>
                    <a:pt x="1270" y="6349"/>
                  </a:moveTo>
                  <a:lnTo>
                    <a:pt x="0" y="6349"/>
                  </a:lnTo>
                  <a:lnTo>
                    <a:pt x="0" y="7619"/>
                  </a:lnTo>
                  <a:lnTo>
                    <a:pt x="1270" y="7619"/>
                  </a:lnTo>
                  <a:lnTo>
                    <a:pt x="1270" y="6349"/>
                  </a:lnTo>
                  <a:close/>
                </a:path>
                <a:path w="156209" h="7619">
                  <a:moveTo>
                    <a:pt x="66039" y="6349"/>
                  </a:moveTo>
                  <a:lnTo>
                    <a:pt x="64770" y="6349"/>
                  </a:lnTo>
                  <a:lnTo>
                    <a:pt x="64770" y="7619"/>
                  </a:lnTo>
                  <a:lnTo>
                    <a:pt x="66039" y="7619"/>
                  </a:lnTo>
                  <a:lnTo>
                    <a:pt x="66039" y="6349"/>
                  </a:lnTo>
                  <a:close/>
                </a:path>
                <a:path w="156209" h="7619">
                  <a:moveTo>
                    <a:pt x="63500" y="3809"/>
                  </a:moveTo>
                  <a:lnTo>
                    <a:pt x="62230" y="3809"/>
                  </a:lnTo>
                  <a:lnTo>
                    <a:pt x="62230" y="5079"/>
                  </a:lnTo>
                  <a:lnTo>
                    <a:pt x="2540" y="5079"/>
                  </a:lnTo>
                  <a:lnTo>
                    <a:pt x="2540" y="6349"/>
                  </a:lnTo>
                  <a:lnTo>
                    <a:pt x="63500" y="6349"/>
                  </a:lnTo>
                  <a:lnTo>
                    <a:pt x="63500" y="3809"/>
                  </a:lnTo>
                  <a:close/>
                </a:path>
                <a:path w="156209" h="7619">
                  <a:moveTo>
                    <a:pt x="60960" y="1269"/>
                  </a:moveTo>
                  <a:lnTo>
                    <a:pt x="3810" y="1269"/>
                  </a:lnTo>
                  <a:lnTo>
                    <a:pt x="3810" y="3809"/>
                  </a:lnTo>
                  <a:lnTo>
                    <a:pt x="60960" y="3809"/>
                  </a:lnTo>
                  <a:lnTo>
                    <a:pt x="60960" y="1269"/>
                  </a:lnTo>
                  <a:close/>
                </a:path>
                <a:path w="156209" h="7619">
                  <a:moveTo>
                    <a:pt x="6350" y="0"/>
                  </a:moveTo>
                  <a:lnTo>
                    <a:pt x="5080" y="0"/>
                  </a:lnTo>
                  <a:lnTo>
                    <a:pt x="5080" y="1269"/>
                  </a:lnTo>
                  <a:lnTo>
                    <a:pt x="6350" y="1269"/>
                  </a:lnTo>
                  <a:lnTo>
                    <a:pt x="6350" y="0"/>
                  </a:lnTo>
                  <a:close/>
                </a:path>
                <a:path w="156209" h="7619">
                  <a:moveTo>
                    <a:pt x="156210" y="5079"/>
                  </a:moveTo>
                  <a:lnTo>
                    <a:pt x="73660" y="5079"/>
                  </a:lnTo>
                  <a:lnTo>
                    <a:pt x="73660" y="6349"/>
                  </a:lnTo>
                  <a:lnTo>
                    <a:pt x="156210" y="6349"/>
                  </a:lnTo>
                  <a:lnTo>
                    <a:pt x="156210" y="5079"/>
                  </a:lnTo>
                  <a:close/>
                </a:path>
                <a:path w="156209" h="7619">
                  <a:moveTo>
                    <a:pt x="156210" y="1269"/>
                  </a:moveTo>
                  <a:lnTo>
                    <a:pt x="73660" y="1269"/>
                  </a:lnTo>
                  <a:lnTo>
                    <a:pt x="73660" y="3809"/>
                  </a:lnTo>
                  <a:lnTo>
                    <a:pt x="156210" y="3809"/>
                  </a:lnTo>
                  <a:lnTo>
                    <a:pt x="156210" y="1269"/>
                  </a:lnTo>
                  <a:close/>
                </a:path>
              </a:pathLst>
            </a:custGeom>
            <a:solidFill>
              <a:srgbClr val="002533"/>
            </a:solidFill>
          </p:spPr>
          <p:txBody>
            <a:bodyPr wrap="square" lIns="0" tIns="0" rIns="0" bIns="0" rtlCol="0"/>
            <a:lstStyle/>
            <a:p/>
          </p:txBody>
        </p:sp>
        <p:sp>
          <p:nvSpPr>
            <p:cNvPr id="2032" name="object 2032"/>
            <p:cNvSpPr/>
            <p:nvPr/>
          </p:nvSpPr>
          <p:spPr>
            <a:xfrm>
              <a:off x="6346190" y="1078229"/>
              <a:ext cx="158750" cy="6350"/>
            </a:xfrm>
            <a:custGeom>
              <a:avLst/>
              <a:gdLst/>
              <a:ahLst/>
              <a:cxnLst/>
              <a:rect l="l" t="t" r="r" b="b"/>
              <a:pathLst>
                <a:path w="158750" h="6350">
                  <a:moveTo>
                    <a:pt x="73660" y="5079"/>
                  </a:moveTo>
                  <a:lnTo>
                    <a:pt x="72390" y="5079"/>
                  </a:lnTo>
                  <a:lnTo>
                    <a:pt x="72390" y="6350"/>
                  </a:lnTo>
                  <a:lnTo>
                    <a:pt x="73660" y="6350"/>
                  </a:lnTo>
                  <a:lnTo>
                    <a:pt x="73660" y="5079"/>
                  </a:lnTo>
                  <a:close/>
                </a:path>
                <a:path w="158750" h="6350">
                  <a:moveTo>
                    <a:pt x="1270" y="2539"/>
                  </a:moveTo>
                  <a:lnTo>
                    <a:pt x="0" y="2539"/>
                  </a:lnTo>
                  <a:lnTo>
                    <a:pt x="0" y="5079"/>
                  </a:lnTo>
                  <a:lnTo>
                    <a:pt x="71120" y="5079"/>
                  </a:lnTo>
                  <a:lnTo>
                    <a:pt x="71120" y="3810"/>
                  </a:lnTo>
                  <a:lnTo>
                    <a:pt x="1270" y="3810"/>
                  </a:lnTo>
                  <a:lnTo>
                    <a:pt x="1270" y="2539"/>
                  </a:lnTo>
                  <a:close/>
                </a:path>
                <a:path w="158750" h="6350">
                  <a:moveTo>
                    <a:pt x="71120" y="2539"/>
                  </a:moveTo>
                  <a:lnTo>
                    <a:pt x="69850" y="2539"/>
                  </a:lnTo>
                  <a:lnTo>
                    <a:pt x="69850" y="3810"/>
                  </a:lnTo>
                  <a:lnTo>
                    <a:pt x="71120" y="3810"/>
                  </a:lnTo>
                  <a:lnTo>
                    <a:pt x="71120" y="2539"/>
                  </a:lnTo>
                  <a:close/>
                </a:path>
                <a:path w="158750" h="6350">
                  <a:moveTo>
                    <a:pt x="68579" y="0"/>
                  </a:moveTo>
                  <a:lnTo>
                    <a:pt x="1270" y="0"/>
                  </a:lnTo>
                  <a:lnTo>
                    <a:pt x="1270" y="2539"/>
                  </a:lnTo>
                  <a:lnTo>
                    <a:pt x="68580" y="2539"/>
                  </a:lnTo>
                  <a:lnTo>
                    <a:pt x="68579" y="0"/>
                  </a:lnTo>
                  <a:close/>
                </a:path>
                <a:path w="158750" h="6350">
                  <a:moveTo>
                    <a:pt x="158750" y="3810"/>
                  </a:moveTo>
                  <a:lnTo>
                    <a:pt x="76200" y="3810"/>
                  </a:lnTo>
                  <a:lnTo>
                    <a:pt x="76200" y="5079"/>
                  </a:lnTo>
                  <a:lnTo>
                    <a:pt x="158750" y="5079"/>
                  </a:lnTo>
                  <a:lnTo>
                    <a:pt x="158750" y="3810"/>
                  </a:lnTo>
                  <a:close/>
                </a:path>
                <a:path w="158750" h="6350">
                  <a:moveTo>
                    <a:pt x="158750" y="0"/>
                  </a:moveTo>
                  <a:lnTo>
                    <a:pt x="76200" y="0"/>
                  </a:lnTo>
                  <a:lnTo>
                    <a:pt x="76200" y="2539"/>
                  </a:lnTo>
                  <a:lnTo>
                    <a:pt x="158750" y="2539"/>
                  </a:lnTo>
                  <a:lnTo>
                    <a:pt x="158750" y="0"/>
                  </a:lnTo>
                  <a:close/>
                </a:path>
              </a:pathLst>
            </a:custGeom>
            <a:solidFill>
              <a:srgbClr val="002535"/>
            </a:solidFill>
          </p:spPr>
          <p:txBody>
            <a:bodyPr wrap="square" lIns="0" tIns="0" rIns="0" bIns="0" rtlCol="0"/>
            <a:lstStyle/>
            <a:p/>
          </p:txBody>
        </p:sp>
        <p:sp>
          <p:nvSpPr>
            <p:cNvPr id="2033" name="object 2033"/>
            <p:cNvSpPr/>
            <p:nvPr/>
          </p:nvSpPr>
          <p:spPr>
            <a:xfrm>
              <a:off x="6341110" y="1084579"/>
              <a:ext cx="163830" cy="7620"/>
            </a:xfrm>
            <a:custGeom>
              <a:avLst/>
              <a:gdLst/>
              <a:ahLst/>
              <a:cxnLst/>
              <a:rect l="l" t="t" r="r" b="b"/>
              <a:pathLst>
                <a:path w="163829" h="7619">
                  <a:moveTo>
                    <a:pt x="163830" y="0"/>
                  </a:moveTo>
                  <a:lnTo>
                    <a:pt x="81280" y="0"/>
                  </a:lnTo>
                  <a:lnTo>
                    <a:pt x="81280" y="2540"/>
                  </a:lnTo>
                  <a:lnTo>
                    <a:pt x="80010" y="2540"/>
                  </a:lnTo>
                  <a:lnTo>
                    <a:pt x="80010" y="0"/>
                  </a:lnTo>
                  <a:lnTo>
                    <a:pt x="2540" y="0"/>
                  </a:lnTo>
                  <a:lnTo>
                    <a:pt x="2540" y="2540"/>
                  </a:lnTo>
                  <a:lnTo>
                    <a:pt x="2540" y="3810"/>
                  </a:lnTo>
                  <a:lnTo>
                    <a:pt x="1270" y="3810"/>
                  </a:lnTo>
                  <a:lnTo>
                    <a:pt x="1270" y="6350"/>
                  </a:lnTo>
                  <a:lnTo>
                    <a:pt x="0" y="6350"/>
                  </a:lnTo>
                  <a:lnTo>
                    <a:pt x="0" y="7620"/>
                  </a:lnTo>
                  <a:lnTo>
                    <a:pt x="163830" y="7620"/>
                  </a:lnTo>
                  <a:lnTo>
                    <a:pt x="163830" y="6350"/>
                  </a:lnTo>
                  <a:lnTo>
                    <a:pt x="163830" y="3810"/>
                  </a:lnTo>
                  <a:lnTo>
                    <a:pt x="163830" y="2540"/>
                  </a:lnTo>
                  <a:lnTo>
                    <a:pt x="163830" y="0"/>
                  </a:lnTo>
                  <a:close/>
                </a:path>
              </a:pathLst>
            </a:custGeom>
            <a:solidFill>
              <a:srgbClr val="002536"/>
            </a:solidFill>
          </p:spPr>
          <p:txBody>
            <a:bodyPr wrap="square" lIns="0" tIns="0" rIns="0" bIns="0" rtlCol="0"/>
            <a:lstStyle/>
            <a:p/>
          </p:txBody>
        </p:sp>
        <p:sp>
          <p:nvSpPr>
            <p:cNvPr id="2034" name="object 2034"/>
            <p:cNvSpPr/>
            <p:nvPr/>
          </p:nvSpPr>
          <p:spPr>
            <a:xfrm>
              <a:off x="6337300" y="1092199"/>
              <a:ext cx="167640" cy="7620"/>
            </a:xfrm>
            <a:custGeom>
              <a:avLst/>
              <a:gdLst/>
              <a:ahLst/>
              <a:cxnLst/>
              <a:rect l="l" t="t" r="r" b="b"/>
              <a:pathLst>
                <a:path w="167640" h="7619">
                  <a:moveTo>
                    <a:pt x="167640" y="5092"/>
                  </a:moveTo>
                  <a:lnTo>
                    <a:pt x="0" y="5092"/>
                  </a:lnTo>
                  <a:lnTo>
                    <a:pt x="0" y="7620"/>
                  </a:lnTo>
                  <a:lnTo>
                    <a:pt x="167640" y="7620"/>
                  </a:lnTo>
                  <a:lnTo>
                    <a:pt x="167640" y="5092"/>
                  </a:lnTo>
                  <a:close/>
                </a:path>
                <a:path w="167640" h="7619">
                  <a:moveTo>
                    <a:pt x="167640" y="0"/>
                  </a:moveTo>
                  <a:lnTo>
                    <a:pt x="3810" y="0"/>
                  </a:lnTo>
                  <a:lnTo>
                    <a:pt x="3810" y="1270"/>
                  </a:lnTo>
                  <a:lnTo>
                    <a:pt x="2540" y="1270"/>
                  </a:lnTo>
                  <a:lnTo>
                    <a:pt x="2540" y="3810"/>
                  </a:lnTo>
                  <a:lnTo>
                    <a:pt x="1270" y="3810"/>
                  </a:lnTo>
                  <a:lnTo>
                    <a:pt x="1270" y="5080"/>
                  </a:lnTo>
                  <a:lnTo>
                    <a:pt x="167640" y="5080"/>
                  </a:lnTo>
                  <a:lnTo>
                    <a:pt x="167640" y="3810"/>
                  </a:lnTo>
                  <a:lnTo>
                    <a:pt x="167640" y="1270"/>
                  </a:lnTo>
                  <a:lnTo>
                    <a:pt x="167640" y="0"/>
                  </a:lnTo>
                  <a:close/>
                </a:path>
              </a:pathLst>
            </a:custGeom>
            <a:solidFill>
              <a:srgbClr val="002438"/>
            </a:solidFill>
          </p:spPr>
          <p:txBody>
            <a:bodyPr wrap="square" lIns="0" tIns="0" rIns="0" bIns="0" rtlCol="0"/>
            <a:lstStyle/>
            <a:p/>
          </p:txBody>
        </p:sp>
        <p:sp>
          <p:nvSpPr>
            <p:cNvPr id="2035" name="object 2035"/>
            <p:cNvSpPr/>
            <p:nvPr/>
          </p:nvSpPr>
          <p:spPr>
            <a:xfrm>
              <a:off x="6333490" y="1099819"/>
              <a:ext cx="171450" cy="6350"/>
            </a:xfrm>
            <a:custGeom>
              <a:avLst/>
              <a:gdLst/>
              <a:ahLst/>
              <a:cxnLst/>
              <a:rect l="l" t="t" r="r" b="b"/>
              <a:pathLst>
                <a:path w="171450" h="6350">
                  <a:moveTo>
                    <a:pt x="171450" y="0"/>
                  </a:moveTo>
                  <a:lnTo>
                    <a:pt x="2540" y="0"/>
                  </a:lnTo>
                  <a:lnTo>
                    <a:pt x="2540" y="2540"/>
                  </a:lnTo>
                  <a:lnTo>
                    <a:pt x="1270" y="2540"/>
                  </a:lnTo>
                  <a:lnTo>
                    <a:pt x="1270" y="5080"/>
                  </a:lnTo>
                  <a:lnTo>
                    <a:pt x="0" y="5080"/>
                  </a:lnTo>
                  <a:lnTo>
                    <a:pt x="0" y="6350"/>
                  </a:lnTo>
                  <a:lnTo>
                    <a:pt x="171450" y="6350"/>
                  </a:lnTo>
                  <a:lnTo>
                    <a:pt x="171450" y="5080"/>
                  </a:lnTo>
                  <a:lnTo>
                    <a:pt x="171450" y="2540"/>
                  </a:lnTo>
                  <a:lnTo>
                    <a:pt x="171450" y="0"/>
                  </a:lnTo>
                  <a:close/>
                </a:path>
              </a:pathLst>
            </a:custGeom>
            <a:solidFill>
              <a:srgbClr val="00243A"/>
            </a:solidFill>
          </p:spPr>
          <p:txBody>
            <a:bodyPr wrap="square" lIns="0" tIns="0" rIns="0" bIns="0" rtlCol="0"/>
            <a:lstStyle/>
            <a:p/>
          </p:txBody>
        </p:sp>
        <p:sp>
          <p:nvSpPr>
            <p:cNvPr id="2036" name="object 2036"/>
            <p:cNvSpPr/>
            <p:nvPr/>
          </p:nvSpPr>
          <p:spPr>
            <a:xfrm>
              <a:off x="6330950" y="1106169"/>
              <a:ext cx="173990" cy="7620"/>
            </a:xfrm>
            <a:custGeom>
              <a:avLst/>
              <a:gdLst/>
              <a:ahLst/>
              <a:cxnLst/>
              <a:rect l="l" t="t" r="r" b="b"/>
              <a:pathLst>
                <a:path w="173990" h="7619">
                  <a:moveTo>
                    <a:pt x="173990" y="0"/>
                  </a:moveTo>
                  <a:lnTo>
                    <a:pt x="2540" y="0"/>
                  </a:lnTo>
                  <a:lnTo>
                    <a:pt x="2540" y="2540"/>
                  </a:lnTo>
                  <a:lnTo>
                    <a:pt x="1270" y="2540"/>
                  </a:lnTo>
                  <a:lnTo>
                    <a:pt x="1270" y="6350"/>
                  </a:lnTo>
                  <a:lnTo>
                    <a:pt x="0" y="6350"/>
                  </a:lnTo>
                  <a:lnTo>
                    <a:pt x="0" y="7620"/>
                  </a:lnTo>
                  <a:lnTo>
                    <a:pt x="173990" y="7620"/>
                  </a:lnTo>
                  <a:lnTo>
                    <a:pt x="173990" y="6350"/>
                  </a:lnTo>
                  <a:lnTo>
                    <a:pt x="173990" y="2540"/>
                  </a:lnTo>
                  <a:lnTo>
                    <a:pt x="173990" y="0"/>
                  </a:lnTo>
                  <a:close/>
                </a:path>
              </a:pathLst>
            </a:custGeom>
            <a:solidFill>
              <a:srgbClr val="00233C"/>
            </a:solidFill>
          </p:spPr>
          <p:txBody>
            <a:bodyPr wrap="square" lIns="0" tIns="0" rIns="0" bIns="0" rtlCol="0"/>
            <a:lstStyle/>
            <a:p/>
          </p:txBody>
        </p:sp>
        <p:sp>
          <p:nvSpPr>
            <p:cNvPr id="2037" name="object 2037"/>
            <p:cNvSpPr/>
            <p:nvPr/>
          </p:nvSpPr>
          <p:spPr>
            <a:xfrm>
              <a:off x="6328410" y="1113789"/>
              <a:ext cx="176530" cy="7620"/>
            </a:xfrm>
            <a:custGeom>
              <a:avLst/>
              <a:gdLst/>
              <a:ahLst/>
              <a:cxnLst/>
              <a:rect l="l" t="t" r="r" b="b"/>
              <a:pathLst>
                <a:path w="176529" h="7619">
                  <a:moveTo>
                    <a:pt x="176530" y="0"/>
                  </a:moveTo>
                  <a:lnTo>
                    <a:pt x="2540" y="0"/>
                  </a:lnTo>
                  <a:lnTo>
                    <a:pt x="2540" y="1270"/>
                  </a:lnTo>
                  <a:lnTo>
                    <a:pt x="1270" y="1270"/>
                  </a:lnTo>
                  <a:lnTo>
                    <a:pt x="1270" y="3810"/>
                  </a:lnTo>
                  <a:lnTo>
                    <a:pt x="0" y="3810"/>
                  </a:lnTo>
                  <a:lnTo>
                    <a:pt x="0" y="7620"/>
                  </a:lnTo>
                  <a:lnTo>
                    <a:pt x="176530" y="7620"/>
                  </a:lnTo>
                  <a:lnTo>
                    <a:pt x="176530" y="3810"/>
                  </a:lnTo>
                  <a:lnTo>
                    <a:pt x="176530" y="1270"/>
                  </a:lnTo>
                  <a:lnTo>
                    <a:pt x="176530" y="0"/>
                  </a:lnTo>
                  <a:close/>
                </a:path>
              </a:pathLst>
            </a:custGeom>
            <a:solidFill>
              <a:srgbClr val="00233D"/>
            </a:solidFill>
          </p:spPr>
          <p:txBody>
            <a:bodyPr wrap="square" lIns="0" tIns="0" rIns="0" bIns="0" rtlCol="0"/>
            <a:lstStyle/>
            <a:p/>
          </p:txBody>
        </p:sp>
        <p:sp>
          <p:nvSpPr>
            <p:cNvPr id="2038" name="object 2038"/>
            <p:cNvSpPr/>
            <p:nvPr/>
          </p:nvSpPr>
          <p:spPr>
            <a:xfrm>
              <a:off x="6325870" y="1121409"/>
              <a:ext cx="179070" cy="6350"/>
            </a:xfrm>
            <a:custGeom>
              <a:avLst/>
              <a:gdLst/>
              <a:ahLst/>
              <a:cxnLst/>
              <a:rect l="l" t="t" r="r" b="b"/>
              <a:pathLst>
                <a:path w="179070" h="6350">
                  <a:moveTo>
                    <a:pt x="179070" y="5092"/>
                  </a:moveTo>
                  <a:lnTo>
                    <a:pt x="0" y="5092"/>
                  </a:lnTo>
                  <a:lnTo>
                    <a:pt x="0" y="6350"/>
                  </a:lnTo>
                  <a:lnTo>
                    <a:pt x="179070" y="6350"/>
                  </a:lnTo>
                  <a:lnTo>
                    <a:pt x="179070" y="5092"/>
                  </a:lnTo>
                  <a:close/>
                </a:path>
                <a:path w="179070" h="6350">
                  <a:moveTo>
                    <a:pt x="179070" y="0"/>
                  </a:moveTo>
                  <a:lnTo>
                    <a:pt x="1270" y="0"/>
                  </a:lnTo>
                  <a:lnTo>
                    <a:pt x="1270" y="5080"/>
                  </a:lnTo>
                  <a:lnTo>
                    <a:pt x="179070" y="5080"/>
                  </a:lnTo>
                  <a:lnTo>
                    <a:pt x="179070" y="0"/>
                  </a:lnTo>
                  <a:close/>
                </a:path>
              </a:pathLst>
            </a:custGeom>
            <a:solidFill>
              <a:srgbClr val="00223F"/>
            </a:solidFill>
          </p:spPr>
          <p:txBody>
            <a:bodyPr wrap="square" lIns="0" tIns="0" rIns="0" bIns="0" rtlCol="0"/>
            <a:lstStyle/>
            <a:p/>
          </p:txBody>
        </p:sp>
        <p:sp>
          <p:nvSpPr>
            <p:cNvPr id="2039" name="object 2039"/>
            <p:cNvSpPr/>
            <p:nvPr/>
          </p:nvSpPr>
          <p:spPr>
            <a:xfrm>
              <a:off x="6324600" y="1127759"/>
              <a:ext cx="180340" cy="7620"/>
            </a:xfrm>
            <a:custGeom>
              <a:avLst/>
              <a:gdLst/>
              <a:ahLst/>
              <a:cxnLst/>
              <a:rect l="l" t="t" r="r" b="b"/>
              <a:pathLst>
                <a:path w="180340" h="7619">
                  <a:moveTo>
                    <a:pt x="180340" y="0"/>
                  </a:moveTo>
                  <a:lnTo>
                    <a:pt x="1270" y="0"/>
                  </a:lnTo>
                  <a:lnTo>
                    <a:pt x="1270" y="3810"/>
                  </a:lnTo>
                  <a:lnTo>
                    <a:pt x="0" y="3810"/>
                  </a:lnTo>
                  <a:lnTo>
                    <a:pt x="0" y="7620"/>
                  </a:lnTo>
                  <a:lnTo>
                    <a:pt x="180340" y="7620"/>
                  </a:lnTo>
                  <a:lnTo>
                    <a:pt x="180340" y="3810"/>
                  </a:lnTo>
                  <a:lnTo>
                    <a:pt x="180340" y="0"/>
                  </a:lnTo>
                  <a:close/>
                </a:path>
              </a:pathLst>
            </a:custGeom>
            <a:solidFill>
              <a:srgbClr val="002241"/>
            </a:solidFill>
          </p:spPr>
          <p:txBody>
            <a:bodyPr wrap="square" lIns="0" tIns="0" rIns="0" bIns="0" rtlCol="0"/>
            <a:lstStyle/>
            <a:p/>
          </p:txBody>
        </p:sp>
        <p:sp>
          <p:nvSpPr>
            <p:cNvPr id="2040" name="object 2040"/>
            <p:cNvSpPr/>
            <p:nvPr/>
          </p:nvSpPr>
          <p:spPr>
            <a:xfrm>
              <a:off x="6322060" y="1135379"/>
              <a:ext cx="182880" cy="7620"/>
            </a:xfrm>
            <a:custGeom>
              <a:avLst/>
              <a:gdLst/>
              <a:ahLst/>
              <a:cxnLst/>
              <a:rect l="l" t="t" r="r" b="b"/>
              <a:pathLst>
                <a:path w="182879" h="7619">
                  <a:moveTo>
                    <a:pt x="182880" y="6362"/>
                  </a:moveTo>
                  <a:lnTo>
                    <a:pt x="0" y="6362"/>
                  </a:lnTo>
                  <a:lnTo>
                    <a:pt x="0" y="7620"/>
                  </a:lnTo>
                  <a:lnTo>
                    <a:pt x="182880" y="7620"/>
                  </a:lnTo>
                  <a:lnTo>
                    <a:pt x="182880" y="6362"/>
                  </a:lnTo>
                  <a:close/>
                </a:path>
                <a:path w="182879" h="7619">
                  <a:moveTo>
                    <a:pt x="182880" y="0"/>
                  </a:moveTo>
                  <a:lnTo>
                    <a:pt x="2540" y="0"/>
                  </a:lnTo>
                  <a:lnTo>
                    <a:pt x="2540" y="1270"/>
                  </a:lnTo>
                  <a:lnTo>
                    <a:pt x="1270" y="1270"/>
                  </a:lnTo>
                  <a:lnTo>
                    <a:pt x="1270" y="6350"/>
                  </a:lnTo>
                  <a:lnTo>
                    <a:pt x="182880" y="6350"/>
                  </a:lnTo>
                  <a:lnTo>
                    <a:pt x="182880" y="1270"/>
                  </a:lnTo>
                  <a:lnTo>
                    <a:pt x="182880" y="0"/>
                  </a:lnTo>
                  <a:close/>
                </a:path>
              </a:pathLst>
            </a:custGeom>
            <a:solidFill>
              <a:srgbClr val="002143"/>
            </a:solidFill>
          </p:spPr>
          <p:txBody>
            <a:bodyPr wrap="square" lIns="0" tIns="0" rIns="0" bIns="0" rtlCol="0"/>
            <a:lstStyle/>
            <a:p/>
          </p:txBody>
        </p:sp>
        <p:sp>
          <p:nvSpPr>
            <p:cNvPr id="2041" name="object 2041"/>
            <p:cNvSpPr/>
            <p:nvPr/>
          </p:nvSpPr>
          <p:spPr>
            <a:xfrm>
              <a:off x="6320790" y="1142999"/>
              <a:ext cx="184150" cy="6350"/>
            </a:xfrm>
            <a:custGeom>
              <a:avLst/>
              <a:gdLst/>
              <a:ahLst/>
              <a:cxnLst/>
              <a:rect l="l" t="t" r="r" b="b"/>
              <a:pathLst>
                <a:path w="184150" h="6350">
                  <a:moveTo>
                    <a:pt x="184150" y="0"/>
                  </a:moveTo>
                  <a:lnTo>
                    <a:pt x="1270" y="0"/>
                  </a:lnTo>
                  <a:lnTo>
                    <a:pt x="1270" y="3810"/>
                  </a:lnTo>
                  <a:lnTo>
                    <a:pt x="0" y="3810"/>
                  </a:lnTo>
                  <a:lnTo>
                    <a:pt x="0" y="6350"/>
                  </a:lnTo>
                  <a:lnTo>
                    <a:pt x="184150" y="6350"/>
                  </a:lnTo>
                  <a:lnTo>
                    <a:pt x="184150" y="3810"/>
                  </a:lnTo>
                  <a:lnTo>
                    <a:pt x="184150" y="0"/>
                  </a:lnTo>
                  <a:close/>
                </a:path>
              </a:pathLst>
            </a:custGeom>
            <a:solidFill>
              <a:srgbClr val="002144"/>
            </a:solidFill>
          </p:spPr>
          <p:txBody>
            <a:bodyPr wrap="square" lIns="0" tIns="0" rIns="0" bIns="0" rtlCol="0"/>
            <a:lstStyle/>
            <a:p/>
          </p:txBody>
        </p:sp>
        <p:sp>
          <p:nvSpPr>
            <p:cNvPr id="2042" name="object 2042"/>
            <p:cNvSpPr/>
            <p:nvPr/>
          </p:nvSpPr>
          <p:spPr>
            <a:xfrm>
              <a:off x="6319520" y="1149349"/>
              <a:ext cx="185420" cy="7620"/>
            </a:xfrm>
            <a:custGeom>
              <a:avLst/>
              <a:gdLst/>
              <a:ahLst/>
              <a:cxnLst/>
              <a:rect l="l" t="t" r="r" b="b"/>
              <a:pathLst>
                <a:path w="185420" h="7619">
                  <a:moveTo>
                    <a:pt x="185420" y="2552"/>
                  </a:moveTo>
                  <a:lnTo>
                    <a:pt x="0" y="2552"/>
                  </a:lnTo>
                  <a:lnTo>
                    <a:pt x="0" y="7620"/>
                  </a:lnTo>
                  <a:lnTo>
                    <a:pt x="185420" y="7620"/>
                  </a:lnTo>
                  <a:lnTo>
                    <a:pt x="185420" y="2552"/>
                  </a:lnTo>
                  <a:close/>
                </a:path>
                <a:path w="185420" h="7619">
                  <a:moveTo>
                    <a:pt x="185420" y="0"/>
                  </a:moveTo>
                  <a:lnTo>
                    <a:pt x="1270" y="0"/>
                  </a:lnTo>
                  <a:lnTo>
                    <a:pt x="1270" y="2540"/>
                  </a:lnTo>
                  <a:lnTo>
                    <a:pt x="185420" y="2540"/>
                  </a:lnTo>
                  <a:lnTo>
                    <a:pt x="185420" y="0"/>
                  </a:lnTo>
                  <a:close/>
                </a:path>
              </a:pathLst>
            </a:custGeom>
            <a:solidFill>
              <a:srgbClr val="002146"/>
            </a:solidFill>
          </p:spPr>
          <p:txBody>
            <a:bodyPr wrap="square" lIns="0" tIns="0" rIns="0" bIns="0" rtlCol="0"/>
            <a:lstStyle/>
            <a:p/>
          </p:txBody>
        </p:sp>
        <p:sp>
          <p:nvSpPr>
            <p:cNvPr id="2043" name="object 2043"/>
            <p:cNvSpPr/>
            <p:nvPr/>
          </p:nvSpPr>
          <p:spPr>
            <a:xfrm>
              <a:off x="6316980" y="1156969"/>
              <a:ext cx="187960" cy="7620"/>
            </a:xfrm>
            <a:custGeom>
              <a:avLst/>
              <a:gdLst/>
              <a:ahLst/>
              <a:cxnLst/>
              <a:rect l="l" t="t" r="r" b="b"/>
              <a:pathLst>
                <a:path w="187959"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002048"/>
            </a:solidFill>
          </p:spPr>
          <p:txBody>
            <a:bodyPr wrap="square" lIns="0" tIns="0" rIns="0" bIns="0" rtlCol="0"/>
            <a:lstStyle/>
            <a:p/>
          </p:txBody>
        </p:sp>
        <p:sp>
          <p:nvSpPr>
            <p:cNvPr id="2044" name="object 2044"/>
            <p:cNvSpPr/>
            <p:nvPr/>
          </p:nvSpPr>
          <p:spPr>
            <a:xfrm>
              <a:off x="6315710" y="1164589"/>
              <a:ext cx="189230" cy="6350"/>
            </a:xfrm>
            <a:custGeom>
              <a:avLst/>
              <a:gdLst/>
              <a:ahLst/>
              <a:cxnLst/>
              <a:rect l="l" t="t" r="r" b="b"/>
              <a:pathLst>
                <a:path w="189229" h="6350">
                  <a:moveTo>
                    <a:pt x="189230" y="0"/>
                  </a:moveTo>
                  <a:lnTo>
                    <a:pt x="1270" y="0"/>
                  </a:lnTo>
                  <a:lnTo>
                    <a:pt x="1270" y="3810"/>
                  </a:lnTo>
                  <a:lnTo>
                    <a:pt x="0" y="3810"/>
                  </a:lnTo>
                  <a:lnTo>
                    <a:pt x="0" y="6350"/>
                  </a:lnTo>
                  <a:lnTo>
                    <a:pt x="189230" y="6350"/>
                  </a:lnTo>
                  <a:lnTo>
                    <a:pt x="189230" y="3810"/>
                  </a:lnTo>
                  <a:lnTo>
                    <a:pt x="189230" y="0"/>
                  </a:lnTo>
                  <a:close/>
                </a:path>
              </a:pathLst>
            </a:custGeom>
            <a:solidFill>
              <a:srgbClr val="002049"/>
            </a:solidFill>
          </p:spPr>
          <p:txBody>
            <a:bodyPr wrap="square" lIns="0" tIns="0" rIns="0" bIns="0" rtlCol="0"/>
            <a:lstStyle/>
            <a:p/>
          </p:txBody>
        </p:sp>
        <p:sp>
          <p:nvSpPr>
            <p:cNvPr id="2045" name="object 2045"/>
            <p:cNvSpPr/>
            <p:nvPr/>
          </p:nvSpPr>
          <p:spPr>
            <a:xfrm>
              <a:off x="6314440" y="1170939"/>
              <a:ext cx="190500" cy="7620"/>
            </a:xfrm>
            <a:custGeom>
              <a:avLst/>
              <a:gdLst/>
              <a:ahLst/>
              <a:cxnLst/>
              <a:rect l="l" t="t" r="r" b="b"/>
              <a:pathLst>
                <a:path w="190500" h="7619">
                  <a:moveTo>
                    <a:pt x="190500" y="0"/>
                  </a:moveTo>
                  <a:lnTo>
                    <a:pt x="1270" y="0"/>
                  </a:lnTo>
                  <a:lnTo>
                    <a:pt x="1270" y="3810"/>
                  </a:lnTo>
                  <a:lnTo>
                    <a:pt x="0" y="3810"/>
                  </a:lnTo>
                  <a:lnTo>
                    <a:pt x="0" y="7620"/>
                  </a:lnTo>
                  <a:lnTo>
                    <a:pt x="190500" y="7620"/>
                  </a:lnTo>
                  <a:lnTo>
                    <a:pt x="190500" y="3810"/>
                  </a:lnTo>
                  <a:lnTo>
                    <a:pt x="190500" y="0"/>
                  </a:lnTo>
                  <a:close/>
                </a:path>
              </a:pathLst>
            </a:custGeom>
            <a:solidFill>
              <a:srgbClr val="001F4B"/>
            </a:solidFill>
          </p:spPr>
          <p:txBody>
            <a:bodyPr wrap="square" lIns="0" tIns="0" rIns="0" bIns="0" rtlCol="0"/>
            <a:lstStyle/>
            <a:p/>
          </p:txBody>
        </p:sp>
        <p:sp>
          <p:nvSpPr>
            <p:cNvPr id="2046" name="object 2046"/>
            <p:cNvSpPr/>
            <p:nvPr/>
          </p:nvSpPr>
          <p:spPr>
            <a:xfrm>
              <a:off x="6313170" y="1178559"/>
              <a:ext cx="191770" cy="7620"/>
            </a:xfrm>
            <a:custGeom>
              <a:avLst/>
              <a:gdLst/>
              <a:ahLst/>
              <a:cxnLst/>
              <a:rect l="l" t="t" r="r" b="b"/>
              <a:pathLst>
                <a:path w="191770" h="7619">
                  <a:moveTo>
                    <a:pt x="191770" y="0"/>
                  </a:moveTo>
                  <a:lnTo>
                    <a:pt x="1270" y="0"/>
                  </a:lnTo>
                  <a:lnTo>
                    <a:pt x="1270" y="1270"/>
                  </a:lnTo>
                  <a:lnTo>
                    <a:pt x="0" y="1270"/>
                  </a:lnTo>
                  <a:lnTo>
                    <a:pt x="0" y="7620"/>
                  </a:lnTo>
                  <a:lnTo>
                    <a:pt x="191770" y="7620"/>
                  </a:lnTo>
                  <a:lnTo>
                    <a:pt x="191770" y="1270"/>
                  </a:lnTo>
                  <a:lnTo>
                    <a:pt x="191770" y="0"/>
                  </a:lnTo>
                  <a:close/>
                </a:path>
              </a:pathLst>
            </a:custGeom>
            <a:solidFill>
              <a:srgbClr val="001F4D"/>
            </a:solidFill>
          </p:spPr>
          <p:txBody>
            <a:bodyPr wrap="square" lIns="0" tIns="0" rIns="0" bIns="0" rtlCol="0"/>
            <a:lstStyle/>
            <a:p/>
          </p:txBody>
        </p:sp>
        <p:sp>
          <p:nvSpPr>
            <p:cNvPr id="2047" name="object 2047"/>
            <p:cNvSpPr/>
            <p:nvPr/>
          </p:nvSpPr>
          <p:spPr>
            <a:xfrm>
              <a:off x="6311900" y="1186179"/>
              <a:ext cx="193040" cy="6350"/>
            </a:xfrm>
            <a:custGeom>
              <a:avLst/>
              <a:gdLst/>
              <a:ahLst/>
              <a:cxnLst/>
              <a:rect l="l" t="t" r="r" b="b"/>
              <a:pathLst>
                <a:path w="193040" h="6350">
                  <a:moveTo>
                    <a:pt x="193040" y="0"/>
                  </a:moveTo>
                  <a:lnTo>
                    <a:pt x="1270" y="0"/>
                  </a:lnTo>
                  <a:lnTo>
                    <a:pt x="1270" y="1270"/>
                  </a:lnTo>
                  <a:lnTo>
                    <a:pt x="0" y="1270"/>
                  </a:lnTo>
                  <a:lnTo>
                    <a:pt x="0" y="6350"/>
                  </a:lnTo>
                  <a:lnTo>
                    <a:pt x="193040" y="6350"/>
                  </a:lnTo>
                  <a:lnTo>
                    <a:pt x="193040" y="1270"/>
                  </a:lnTo>
                  <a:lnTo>
                    <a:pt x="193040" y="0"/>
                  </a:lnTo>
                  <a:close/>
                </a:path>
              </a:pathLst>
            </a:custGeom>
            <a:solidFill>
              <a:srgbClr val="001E4F"/>
            </a:solidFill>
          </p:spPr>
          <p:txBody>
            <a:bodyPr wrap="square" lIns="0" tIns="0" rIns="0" bIns="0" rtlCol="0"/>
            <a:lstStyle/>
            <a:p/>
          </p:txBody>
        </p:sp>
        <p:sp>
          <p:nvSpPr>
            <p:cNvPr id="2048" name="object 2048"/>
            <p:cNvSpPr/>
            <p:nvPr/>
          </p:nvSpPr>
          <p:spPr>
            <a:xfrm>
              <a:off x="6310630" y="1192529"/>
              <a:ext cx="194310" cy="7620"/>
            </a:xfrm>
            <a:custGeom>
              <a:avLst/>
              <a:gdLst/>
              <a:ahLst/>
              <a:cxnLst/>
              <a:rect l="l" t="t" r="r" b="b"/>
              <a:pathLst>
                <a:path w="194309" h="7619">
                  <a:moveTo>
                    <a:pt x="194310" y="0"/>
                  </a:moveTo>
                  <a:lnTo>
                    <a:pt x="1270" y="0"/>
                  </a:lnTo>
                  <a:lnTo>
                    <a:pt x="1270" y="3810"/>
                  </a:lnTo>
                  <a:lnTo>
                    <a:pt x="0" y="3810"/>
                  </a:lnTo>
                  <a:lnTo>
                    <a:pt x="0" y="7620"/>
                  </a:lnTo>
                  <a:lnTo>
                    <a:pt x="194310" y="7620"/>
                  </a:lnTo>
                  <a:lnTo>
                    <a:pt x="194310" y="3810"/>
                  </a:lnTo>
                  <a:lnTo>
                    <a:pt x="194310" y="0"/>
                  </a:lnTo>
                  <a:close/>
                </a:path>
              </a:pathLst>
            </a:custGeom>
            <a:solidFill>
              <a:srgbClr val="001E50"/>
            </a:solidFill>
          </p:spPr>
          <p:txBody>
            <a:bodyPr wrap="square" lIns="0" tIns="0" rIns="0" bIns="0" rtlCol="0"/>
            <a:lstStyle/>
            <a:p/>
          </p:txBody>
        </p:sp>
        <p:sp>
          <p:nvSpPr>
            <p:cNvPr id="2049" name="object 2049"/>
            <p:cNvSpPr/>
            <p:nvPr/>
          </p:nvSpPr>
          <p:spPr>
            <a:xfrm>
              <a:off x="6309360" y="1200149"/>
              <a:ext cx="195580" cy="7620"/>
            </a:xfrm>
            <a:custGeom>
              <a:avLst/>
              <a:gdLst/>
              <a:ahLst/>
              <a:cxnLst/>
              <a:rect l="l" t="t" r="r" b="b"/>
              <a:pathLst>
                <a:path w="195579" h="7619">
                  <a:moveTo>
                    <a:pt x="195580" y="5092"/>
                  </a:moveTo>
                  <a:lnTo>
                    <a:pt x="0" y="5092"/>
                  </a:lnTo>
                  <a:lnTo>
                    <a:pt x="0" y="7620"/>
                  </a:lnTo>
                  <a:lnTo>
                    <a:pt x="195580" y="7620"/>
                  </a:lnTo>
                  <a:lnTo>
                    <a:pt x="195580" y="5092"/>
                  </a:lnTo>
                  <a:close/>
                </a:path>
                <a:path w="195579" h="7619">
                  <a:moveTo>
                    <a:pt x="195580" y="0"/>
                  </a:moveTo>
                  <a:lnTo>
                    <a:pt x="1270" y="0"/>
                  </a:lnTo>
                  <a:lnTo>
                    <a:pt x="1270" y="5080"/>
                  </a:lnTo>
                  <a:lnTo>
                    <a:pt x="195580" y="5080"/>
                  </a:lnTo>
                  <a:lnTo>
                    <a:pt x="195580" y="0"/>
                  </a:lnTo>
                  <a:close/>
                </a:path>
              </a:pathLst>
            </a:custGeom>
            <a:solidFill>
              <a:srgbClr val="001E52"/>
            </a:solidFill>
          </p:spPr>
          <p:txBody>
            <a:bodyPr wrap="square" lIns="0" tIns="0" rIns="0" bIns="0" rtlCol="0"/>
            <a:lstStyle/>
            <a:p/>
          </p:txBody>
        </p:sp>
        <p:sp>
          <p:nvSpPr>
            <p:cNvPr id="2050" name="object 2050"/>
            <p:cNvSpPr/>
            <p:nvPr/>
          </p:nvSpPr>
          <p:spPr>
            <a:xfrm>
              <a:off x="6309360" y="1207769"/>
              <a:ext cx="195580" cy="6350"/>
            </a:xfrm>
            <a:custGeom>
              <a:avLst/>
              <a:gdLst/>
              <a:ahLst/>
              <a:cxnLst/>
              <a:rect l="l" t="t" r="r" b="b"/>
              <a:pathLst>
                <a:path w="195579" h="6350">
                  <a:moveTo>
                    <a:pt x="195580" y="0"/>
                  </a:moveTo>
                  <a:lnTo>
                    <a:pt x="0" y="0"/>
                  </a:lnTo>
                  <a:lnTo>
                    <a:pt x="0" y="6350"/>
                  </a:lnTo>
                  <a:lnTo>
                    <a:pt x="195580" y="6350"/>
                  </a:lnTo>
                  <a:lnTo>
                    <a:pt x="195580" y="0"/>
                  </a:lnTo>
                  <a:close/>
                </a:path>
              </a:pathLst>
            </a:custGeom>
            <a:solidFill>
              <a:srgbClr val="001D54"/>
            </a:solidFill>
          </p:spPr>
          <p:txBody>
            <a:bodyPr wrap="square" lIns="0" tIns="0" rIns="0" bIns="0" rtlCol="0"/>
            <a:lstStyle/>
            <a:p/>
          </p:txBody>
        </p:sp>
        <p:sp>
          <p:nvSpPr>
            <p:cNvPr id="2051" name="object 2051"/>
            <p:cNvSpPr/>
            <p:nvPr/>
          </p:nvSpPr>
          <p:spPr>
            <a:xfrm>
              <a:off x="6308090" y="121411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001D56"/>
            </a:solidFill>
          </p:spPr>
          <p:txBody>
            <a:bodyPr wrap="square" lIns="0" tIns="0" rIns="0" bIns="0" rtlCol="0"/>
            <a:lstStyle/>
            <a:p/>
          </p:txBody>
        </p:sp>
        <p:sp>
          <p:nvSpPr>
            <p:cNvPr id="2052" name="object 2052"/>
            <p:cNvSpPr/>
            <p:nvPr/>
          </p:nvSpPr>
          <p:spPr>
            <a:xfrm>
              <a:off x="6306820" y="1221739"/>
              <a:ext cx="198120" cy="7620"/>
            </a:xfrm>
            <a:custGeom>
              <a:avLst/>
              <a:gdLst/>
              <a:ahLst/>
              <a:cxnLst/>
              <a:rect l="l" t="t" r="r" b="b"/>
              <a:pathLst>
                <a:path w="198120" h="7619">
                  <a:moveTo>
                    <a:pt x="198120" y="0"/>
                  </a:moveTo>
                  <a:lnTo>
                    <a:pt x="1270" y="0"/>
                  </a:lnTo>
                  <a:lnTo>
                    <a:pt x="1270" y="1270"/>
                  </a:lnTo>
                  <a:lnTo>
                    <a:pt x="0" y="1270"/>
                  </a:lnTo>
                  <a:lnTo>
                    <a:pt x="0" y="7620"/>
                  </a:lnTo>
                  <a:lnTo>
                    <a:pt x="198120" y="7620"/>
                  </a:lnTo>
                  <a:lnTo>
                    <a:pt x="198120" y="1270"/>
                  </a:lnTo>
                  <a:lnTo>
                    <a:pt x="198120" y="0"/>
                  </a:lnTo>
                  <a:close/>
                </a:path>
              </a:pathLst>
            </a:custGeom>
            <a:solidFill>
              <a:srgbClr val="001C57"/>
            </a:solidFill>
          </p:spPr>
          <p:txBody>
            <a:bodyPr wrap="square" lIns="0" tIns="0" rIns="0" bIns="0" rtlCol="0"/>
            <a:lstStyle/>
            <a:p/>
          </p:txBody>
        </p:sp>
        <p:sp>
          <p:nvSpPr>
            <p:cNvPr id="2053" name="object 2053"/>
            <p:cNvSpPr/>
            <p:nvPr/>
          </p:nvSpPr>
          <p:spPr>
            <a:xfrm>
              <a:off x="6305550" y="1229359"/>
              <a:ext cx="199390" cy="6350"/>
            </a:xfrm>
            <a:custGeom>
              <a:avLst/>
              <a:gdLst/>
              <a:ahLst/>
              <a:cxnLst/>
              <a:rect l="l" t="t" r="r" b="b"/>
              <a:pathLst>
                <a:path w="199390" h="6350">
                  <a:moveTo>
                    <a:pt x="199390" y="0"/>
                  </a:moveTo>
                  <a:lnTo>
                    <a:pt x="1270" y="0"/>
                  </a:lnTo>
                  <a:lnTo>
                    <a:pt x="1270" y="2540"/>
                  </a:lnTo>
                  <a:lnTo>
                    <a:pt x="0" y="2540"/>
                  </a:lnTo>
                  <a:lnTo>
                    <a:pt x="0" y="6350"/>
                  </a:lnTo>
                  <a:lnTo>
                    <a:pt x="199390" y="6350"/>
                  </a:lnTo>
                  <a:lnTo>
                    <a:pt x="199390" y="2540"/>
                  </a:lnTo>
                  <a:lnTo>
                    <a:pt x="199390" y="0"/>
                  </a:lnTo>
                  <a:close/>
                </a:path>
              </a:pathLst>
            </a:custGeom>
            <a:solidFill>
              <a:srgbClr val="001C59"/>
            </a:solidFill>
          </p:spPr>
          <p:txBody>
            <a:bodyPr wrap="square" lIns="0" tIns="0" rIns="0" bIns="0" rtlCol="0"/>
            <a:lstStyle/>
            <a:p/>
          </p:txBody>
        </p:sp>
        <p:sp>
          <p:nvSpPr>
            <p:cNvPr id="2054" name="object 2054"/>
            <p:cNvSpPr/>
            <p:nvPr/>
          </p:nvSpPr>
          <p:spPr>
            <a:xfrm>
              <a:off x="6305550" y="1235709"/>
              <a:ext cx="199390" cy="7620"/>
            </a:xfrm>
            <a:custGeom>
              <a:avLst/>
              <a:gdLst/>
              <a:ahLst/>
              <a:cxnLst/>
              <a:rect l="l" t="t" r="r" b="b"/>
              <a:pathLst>
                <a:path w="199390" h="7619">
                  <a:moveTo>
                    <a:pt x="0" y="7619"/>
                  </a:moveTo>
                  <a:lnTo>
                    <a:pt x="0" y="0"/>
                  </a:lnTo>
                  <a:lnTo>
                    <a:pt x="199390" y="0"/>
                  </a:lnTo>
                  <a:lnTo>
                    <a:pt x="199390" y="7619"/>
                  </a:lnTo>
                  <a:lnTo>
                    <a:pt x="0" y="7619"/>
                  </a:lnTo>
                  <a:close/>
                </a:path>
              </a:pathLst>
            </a:custGeom>
            <a:solidFill>
              <a:srgbClr val="001B5B"/>
            </a:solidFill>
          </p:spPr>
          <p:txBody>
            <a:bodyPr wrap="square" lIns="0" tIns="0" rIns="0" bIns="0" rtlCol="0"/>
            <a:lstStyle/>
            <a:p/>
          </p:txBody>
        </p:sp>
        <p:sp>
          <p:nvSpPr>
            <p:cNvPr id="2055" name="object 2055"/>
            <p:cNvSpPr/>
            <p:nvPr/>
          </p:nvSpPr>
          <p:spPr>
            <a:xfrm>
              <a:off x="6304280" y="1243329"/>
              <a:ext cx="200660" cy="7620"/>
            </a:xfrm>
            <a:custGeom>
              <a:avLst/>
              <a:gdLst/>
              <a:ahLst/>
              <a:cxnLst/>
              <a:rect l="l" t="t" r="r" b="b"/>
              <a:pathLst>
                <a:path w="200659" h="7619">
                  <a:moveTo>
                    <a:pt x="200660" y="0"/>
                  </a:moveTo>
                  <a:lnTo>
                    <a:pt x="1270" y="0"/>
                  </a:lnTo>
                  <a:lnTo>
                    <a:pt x="1270" y="1270"/>
                  </a:lnTo>
                  <a:lnTo>
                    <a:pt x="0" y="1270"/>
                  </a:lnTo>
                  <a:lnTo>
                    <a:pt x="0" y="7620"/>
                  </a:lnTo>
                  <a:lnTo>
                    <a:pt x="200660" y="7620"/>
                  </a:lnTo>
                  <a:lnTo>
                    <a:pt x="200660" y="1270"/>
                  </a:lnTo>
                  <a:lnTo>
                    <a:pt x="200660" y="0"/>
                  </a:lnTo>
                  <a:close/>
                </a:path>
              </a:pathLst>
            </a:custGeom>
            <a:solidFill>
              <a:srgbClr val="001B5D"/>
            </a:solidFill>
          </p:spPr>
          <p:txBody>
            <a:bodyPr wrap="square" lIns="0" tIns="0" rIns="0" bIns="0" rtlCol="0"/>
            <a:lstStyle/>
            <a:p/>
          </p:txBody>
        </p:sp>
        <p:sp>
          <p:nvSpPr>
            <p:cNvPr id="2056" name="object 2056"/>
            <p:cNvSpPr/>
            <p:nvPr/>
          </p:nvSpPr>
          <p:spPr>
            <a:xfrm>
              <a:off x="6304280" y="1250949"/>
              <a:ext cx="200660" cy="6350"/>
            </a:xfrm>
            <a:custGeom>
              <a:avLst/>
              <a:gdLst/>
              <a:ahLst/>
              <a:cxnLst/>
              <a:rect l="l" t="t" r="r" b="b"/>
              <a:pathLst>
                <a:path w="200659" h="6350">
                  <a:moveTo>
                    <a:pt x="0" y="6350"/>
                  </a:moveTo>
                  <a:lnTo>
                    <a:pt x="0" y="0"/>
                  </a:lnTo>
                  <a:lnTo>
                    <a:pt x="200660" y="0"/>
                  </a:lnTo>
                  <a:lnTo>
                    <a:pt x="200660" y="6350"/>
                  </a:lnTo>
                  <a:lnTo>
                    <a:pt x="0" y="6350"/>
                  </a:lnTo>
                  <a:close/>
                </a:path>
              </a:pathLst>
            </a:custGeom>
            <a:solidFill>
              <a:srgbClr val="001B5E"/>
            </a:solidFill>
          </p:spPr>
          <p:txBody>
            <a:bodyPr wrap="square" lIns="0" tIns="0" rIns="0" bIns="0" rtlCol="0"/>
            <a:lstStyle/>
            <a:p/>
          </p:txBody>
        </p:sp>
        <p:sp>
          <p:nvSpPr>
            <p:cNvPr id="2057" name="object 2057"/>
            <p:cNvSpPr/>
            <p:nvPr/>
          </p:nvSpPr>
          <p:spPr>
            <a:xfrm>
              <a:off x="6303010" y="1257299"/>
              <a:ext cx="201930" cy="7620"/>
            </a:xfrm>
            <a:custGeom>
              <a:avLst/>
              <a:gdLst/>
              <a:ahLst/>
              <a:cxnLst/>
              <a:rect l="l" t="t" r="r" b="b"/>
              <a:pathLst>
                <a:path w="201929" h="7619">
                  <a:moveTo>
                    <a:pt x="201930" y="0"/>
                  </a:moveTo>
                  <a:lnTo>
                    <a:pt x="1270" y="0"/>
                  </a:lnTo>
                  <a:lnTo>
                    <a:pt x="1270" y="2540"/>
                  </a:lnTo>
                  <a:lnTo>
                    <a:pt x="0" y="2540"/>
                  </a:lnTo>
                  <a:lnTo>
                    <a:pt x="0" y="5080"/>
                  </a:lnTo>
                  <a:lnTo>
                    <a:pt x="0" y="6350"/>
                  </a:lnTo>
                  <a:lnTo>
                    <a:pt x="0" y="7620"/>
                  </a:lnTo>
                  <a:lnTo>
                    <a:pt x="95250" y="7620"/>
                  </a:lnTo>
                  <a:lnTo>
                    <a:pt x="95250" y="6350"/>
                  </a:lnTo>
                  <a:lnTo>
                    <a:pt x="97790" y="6350"/>
                  </a:lnTo>
                  <a:lnTo>
                    <a:pt x="97790" y="5080"/>
                  </a:lnTo>
                  <a:lnTo>
                    <a:pt x="100330" y="5080"/>
                  </a:lnTo>
                  <a:lnTo>
                    <a:pt x="100330" y="6350"/>
                  </a:lnTo>
                  <a:lnTo>
                    <a:pt x="101600" y="6350"/>
                  </a:lnTo>
                  <a:lnTo>
                    <a:pt x="101600" y="7620"/>
                  </a:lnTo>
                  <a:lnTo>
                    <a:pt x="201930" y="7620"/>
                  </a:lnTo>
                  <a:lnTo>
                    <a:pt x="201930" y="6350"/>
                  </a:lnTo>
                  <a:lnTo>
                    <a:pt x="201930" y="5080"/>
                  </a:lnTo>
                  <a:lnTo>
                    <a:pt x="201930" y="2540"/>
                  </a:lnTo>
                  <a:lnTo>
                    <a:pt x="201930" y="0"/>
                  </a:lnTo>
                  <a:close/>
                </a:path>
              </a:pathLst>
            </a:custGeom>
            <a:solidFill>
              <a:srgbClr val="001A60"/>
            </a:solidFill>
          </p:spPr>
          <p:txBody>
            <a:bodyPr wrap="square" lIns="0" tIns="0" rIns="0" bIns="0" rtlCol="0"/>
            <a:lstStyle/>
            <a:p/>
          </p:txBody>
        </p:sp>
        <p:sp>
          <p:nvSpPr>
            <p:cNvPr id="2058" name="object 2058"/>
            <p:cNvSpPr/>
            <p:nvPr/>
          </p:nvSpPr>
          <p:spPr>
            <a:xfrm>
              <a:off x="6303010" y="1264919"/>
              <a:ext cx="201930" cy="7620"/>
            </a:xfrm>
            <a:custGeom>
              <a:avLst/>
              <a:gdLst/>
              <a:ahLst/>
              <a:cxnLst/>
              <a:rect l="l" t="t" r="r" b="b"/>
              <a:pathLst>
                <a:path w="201929" h="7619">
                  <a:moveTo>
                    <a:pt x="95250" y="0"/>
                  </a:moveTo>
                  <a:lnTo>
                    <a:pt x="0" y="0"/>
                  </a:lnTo>
                  <a:lnTo>
                    <a:pt x="0" y="1270"/>
                  </a:lnTo>
                  <a:lnTo>
                    <a:pt x="0" y="5080"/>
                  </a:lnTo>
                  <a:lnTo>
                    <a:pt x="0" y="6350"/>
                  </a:lnTo>
                  <a:lnTo>
                    <a:pt x="0" y="7620"/>
                  </a:lnTo>
                  <a:lnTo>
                    <a:pt x="90170" y="7620"/>
                  </a:lnTo>
                  <a:lnTo>
                    <a:pt x="90170" y="6350"/>
                  </a:lnTo>
                  <a:lnTo>
                    <a:pt x="91440" y="6350"/>
                  </a:lnTo>
                  <a:lnTo>
                    <a:pt x="91440" y="5080"/>
                  </a:lnTo>
                  <a:lnTo>
                    <a:pt x="92710" y="5080"/>
                  </a:lnTo>
                  <a:lnTo>
                    <a:pt x="92710" y="1270"/>
                  </a:lnTo>
                  <a:lnTo>
                    <a:pt x="95250" y="1270"/>
                  </a:lnTo>
                  <a:lnTo>
                    <a:pt x="95250" y="0"/>
                  </a:lnTo>
                  <a:close/>
                </a:path>
                <a:path w="201929" h="7619">
                  <a:moveTo>
                    <a:pt x="201930" y="0"/>
                  </a:moveTo>
                  <a:lnTo>
                    <a:pt x="102870" y="0"/>
                  </a:lnTo>
                  <a:lnTo>
                    <a:pt x="102870" y="1270"/>
                  </a:lnTo>
                  <a:lnTo>
                    <a:pt x="104140" y="1270"/>
                  </a:lnTo>
                  <a:lnTo>
                    <a:pt x="104140" y="2540"/>
                  </a:lnTo>
                  <a:lnTo>
                    <a:pt x="105410" y="2540"/>
                  </a:lnTo>
                  <a:lnTo>
                    <a:pt x="105410" y="3810"/>
                  </a:lnTo>
                  <a:lnTo>
                    <a:pt x="106680" y="3810"/>
                  </a:lnTo>
                  <a:lnTo>
                    <a:pt x="106680" y="6350"/>
                  </a:lnTo>
                  <a:lnTo>
                    <a:pt x="107950" y="6350"/>
                  </a:lnTo>
                  <a:lnTo>
                    <a:pt x="107950" y="7620"/>
                  </a:lnTo>
                  <a:lnTo>
                    <a:pt x="201930" y="7620"/>
                  </a:lnTo>
                  <a:lnTo>
                    <a:pt x="201930" y="6350"/>
                  </a:lnTo>
                  <a:lnTo>
                    <a:pt x="201930" y="3810"/>
                  </a:lnTo>
                  <a:lnTo>
                    <a:pt x="201930" y="2540"/>
                  </a:lnTo>
                  <a:lnTo>
                    <a:pt x="201930" y="1270"/>
                  </a:lnTo>
                  <a:lnTo>
                    <a:pt x="201930" y="0"/>
                  </a:lnTo>
                  <a:close/>
                </a:path>
              </a:pathLst>
            </a:custGeom>
            <a:solidFill>
              <a:srgbClr val="001A62"/>
            </a:solidFill>
          </p:spPr>
          <p:txBody>
            <a:bodyPr wrap="square" lIns="0" tIns="0" rIns="0" bIns="0" rtlCol="0"/>
            <a:lstStyle/>
            <a:p/>
          </p:txBody>
        </p:sp>
        <p:sp>
          <p:nvSpPr>
            <p:cNvPr id="2059" name="object 2059"/>
            <p:cNvSpPr/>
            <p:nvPr/>
          </p:nvSpPr>
          <p:spPr>
            <a:xfrm>
              <a:off x="6303010" y="1272539"/>
              <a:ext cx="201930" cy="6350"/>
            </a:xfrm>
            <a:custGeom>
              <a:avLst/>
              <a:gdLst/>
              <a:ahLst/>
              <a:cxnLst/>
              <a:rect l="l" t="t" r="r" b="b"/>
              <a:pathLst>
                <a:path w="201929" h="6350">
                  <a:moveTo>
                    <a:pt x="90170" y="0"/>
                  </a:moveTo>
                  <a:lnTo>
                    <a:pt x="0" y="0"/>
                  </a:lnTo>
                  <a:lnTo>
                    <a:pt x="0" y="2540"/>
                  </a:lnTo>
                  <a:lnTo>
                    <a:pt x="0" y="5080"/>
                  </a:lnTo>
                  <a:lnTo>
                    <a:pt x="0" y="6350"/>
                  </a:lnTo>
                  <a:lnTo>
                    <a:pt x="87630" y="6350"/>
                  </a:lnTo>
                  <a:lnTo>
                    <a:pt x="87630" y="5080"/>
                  </a:lnTo>
                  <a:lnTo>
                    <a:pt x="88900" y="5080"/>
                  </a:lnTo>
                  <a:lnTo>
                    <a:pt x="88900" y="2540"/>
                  </a:lnTo>
                  <a:lnTo>
                    <a:pt x="90170" y="2540"/>
                  </a:lnTo>
                  <a:lnTo>
                    <a:pt x="90170" y="0"/>
                  </a:lnTo>
                  <a:close/>
                </a:path>
                <a:path w="201929" h="6350">
                  <a:moveTo>
                    <a:pt x="201930" y="2552"/>
                  </a:moveTo>
                  <a:lnTo>
                    <a:pt x="109220" y="2552"/>
                  </a:lnTo>
                  <a:lnTo>
                    <a:pt x="109220" y="6350"/>
                  </a:lnTo>
                  <a:lnTo>
                    <a:pt x="201930" y="6350"/>
                  </a:lnTo>
                  <a:lnTo>
                    <a:pt x="201930" y="2552"/>
                  </a:lnTo>
                  <a:close/>
                </a:path>
                <a:path w="201929" h="6350">
                  <a:moveTo>
                    <a:pt x="201930" y="0"/>
                  </a:moveTo>
                  <a:lnTo>
                    <a:pt x="107950" y="0"/>
                  </a:lnTo>
                  <a:lnTo>
                    <a:pt x="107950" y="1270"/>
                  </a:lnTo>
                  <a:lnTo>
                    <a:pt x="109220" y="1270"/>
                  </a:lnTo>
                  <a:lnTo>
                    <a:pt x="109220" y="2540"/>
                  </a:lnTo>
                  <a:lnTo>
                    <a:pt x="201930" y="2540"/>
                  </a:lnTo>
                  <a:lnTo>
                    <a:pt x="201930" y="1270"/>
                  </a:lnTo>
                  <a:lnTo>
                    <a:pt x="201930" y="0"/>
                  </a:lnTo>
                  <a:close/>
                </a:path>
              </a:pathLst>
            </a:custGeom>
            <a:solidFill>
              <a:srgbClr val="001964"/>
            </a:solidFill>
          </p:spPr>
          <p:txBody>
            <a:bodyPr wrap="square" lIns="0" tIns="0" rIns="0" bIns="0" rtlCol="0"/>
            <a:lstStyle/>
            <a:p/>
          </p:txBody>
        </p:sp>
        <p:sp>
          <p:nvSpPr>
            <p:cNvPr id="2060" name="object 2060"/>
            <p:cNvSpPr/>
            <p:nvPr/>
          </p:nvSpPr>
          <p:spPr>
            <a:xfrm>
              <a:off x="6301740" y="1278889"/>
              <a:ext cx="203200" cy="7620"/>
            </a:xfrm>
            <a:custGeom>
              <a:avLst/>
              <a:gdLst/>
              <a:ahLst/>
              <a:cxnLst/>
              <a:rect l="l" t="t" r="r" b="b"/>
              <a:pathLst>
                <a:path w="203200" h="7619">
                  <a:moveTo>
                    <a:pt x="87617" y="6362"/>
                  </a:moveTo>
                  <a:lnTo>
                    <a:pt x="0" y="6362"/>
                  </a:lnTo>
                  <a:lnTo>
                    <a:pt x="0" y="7620"/>
                  </a:lnTo>
                  <a:lnTo>
                    <a:pt x="87617" y="7620"/>
                  </a:lnTo>
                  <a:lnTo>
                    <a:pt x="87617" y="6362"/>
                  </a:lnTo>
                  <a:close/>
                </a:path>
                <a:path w="203200" h="7619">
                  <a:moveTo>
                    <a:pt x="88900" y="0"/>
                  </a:moveTo>
                  <a:lnTo>
                    <a:pt x="1270" y="0"/>
                  </a:lnTo>
                  <a:lnTo>
                    <a:pt x="1270" y="3810"/>
                  </a:lnTo>
                  <a:lnTo>
                    <a:pt x="0" y="3810"/>
                  </a:lnTo>
                  <a:lnTo>
                    <a:pt x="0" y="6350"/>
                  </a:lnTo>
                  <a:lnTo>
                    <a:pt x="87617" y="6350"/>
                  </a:lnTo>
                  <a:lnTo>
                    <a:pt x="87617" y="3810"/>
                  </a:lnTo>
                  <a:lnTo>
                    <a:pt x="88900" y="3810"/>
                  </a:lnTo>
                  <a:lnTo>
                    <a:pt x="88900" y="0"/>
                  </a:lnTo>
                  <a:close/>
                </a:path>
                <a:path w="203200" h="7619">
                  <a:moveTo>
                    <a:pt x="203200" y="6362"/>
                  </a:moveTo>
                  <a:lnTo>
                    <a:pt x="114300" y="6362"/>
                  </a:lnTo>
                  <a:lnTo>
                    <a:pt x="114300" y="7620"/>
                  </a:lnTo>
                  <a:lnTo>
                    <a:pt x="203200" y="7620"/>
                  </a:lnTo>
                  <a:lnTo>
                    <a:pt x="203200" y="6362"/>
                  </a:lnTo>
                  <a:close/>
                </a:path>
                <a:path w="203200" h="7619">
                  <a:moveTo>
                    <a:pt x="203200" y="0"/>
                  </a:moveTo>
                  <a:lnTo>
                    <a:pt x="111760" y="0"/>
                  </a:lnTo>
                  <a:lnTo>
                    <a:pt x="111760" y="2540"/>
                  </a:lnTo>
                  <a:lnTo>
                    <a:pt x="113030" y="2540"/>
                  </a:lnTo>
                  <a:lnTo>
                    <a:pt x="113030" y="6350"/>
                  </a:lnTo>
                  <a:lnTo>
                    <a:pt x="203200" y="6350"/>
                  </a:lnTo>
                  <a:lnTo>
                    <a:pt x="203200" y="2540"/>
                  </a:lnTo>
                  <a:lnTo>
                    <a:pt x="203200" y="0"/>
                  </a:lnTo>
                  <a:close/>
                </a:path>
              </a:pathLst>
            </a:custGeom>
            <a:solidFill>
              <a:srgbClr val="001966"/>
            </a:solidFill>
          </p:spPr>
          <p:txBody>
            <a:bodyPr wrap="square" lIns="0" tIns="0" rIns="0" bIns="0" rtlCol="0"/>
            <a:lstStyle/>
            <a:p/>
          </p:txBody>
        </p:sp>
        <p:sp>
          <p:nvSpPr>
            <p:cNvPr id="2061" name="object 2061"/>
            <p:cNvSpPr/>
            <p:nvPr/>
          </p:nvSpPr>
          <p:spPr>
            <a:xfrm>
              <a:off x="6301740" y="1286509"/>
              <a:ext cx="203200" cy="7620"/>
            </a:xfrm>
            <a:custGeom>
              <a:avLst/>
              <a:gdLst/>
              <a:ahLst/>
              <a:cxnLst/>
              <a:rect l="l" t="t" r="r" b="b"/>
              <a:pathLst>
                <a:path w="203200" h="7619">
                  <a:moveTo>
                    <a:pt x="86360" y="5092"/>
                  </a:moveTo>
                  <a:lnTo>
                    <a:pt x="0" y="5092"/>
                  </a:lnTo>
                  <a:lnTo>
                    <a:pt x="0" y="7620"/>
                  </a:lnTo>
                  <a:lnTo>
                    <a:pt x="86360" y="7620"/>
                  </a:lnTo>
                  <a:lnTo>
                    <a:pt x="86360" y="5092"/>
                  </a:lnTo>
                  <a:close/>
                </a:path>
                <a:path w="203200" h="7619">
                  <a:moveTo>
                    <a:pt x="87617" y="0"/>
                  </a:moveTo>
                  <a:lnTo>
                    <a:pt x="0" y="0"/>
                  </a:lnTo>
                  <a:lnTo>
                    <a:pt x="0" y="5080"/>
                  </a:lnTo>
                  <a:lnTo>
                    <a:pt x="87617" y="5080"/>
                  </a:lnTo>
                  <a:lnTo>
                    <a:pt x="87617" y="0"/>
                  </a:lnTo>
                  <a:close/>
                </a:path>
                <a:path w="203200" h="7619">
                  <a:moveTo>
                    <a:pt x="203200" y="5092"/>
                  </a:moveTo>
                  <a:lnTo>
                    <a:pt x="115570" y="5092"/>
                  </a:lnTo>
                  <a:lnTo>
                    <a:pt x="115570" y="7620"/>
                  </a:lnTo>
                  <a:lnTo>
                    <a:pt x="203200" y="7620"/>
                  </a:lnTo>
                  <a:lnTo>
                    <a:pt x="203200" y="5092"/>
                  </a:lnTo>
                  <a:close/>
                </a:path>
                <a:path w="203200" h="7619">
                  <a:moveTo>
                    <a:pt x="203200" y="0"/>
                  </a:moveTo>
                  <a:lnTo>
                    <a:pt x="114300" y="0"/>
                  </a:lnTo>
                  <a:lnTo>
                    <a:pt x="114300" y="3810"/>
                  </a:lnTo>
                  <a:lnTo>
                    <a:pt x="115570" y="3810"/>
                  </a:lnTo>
                  <a:lnTo>
                    <a:pt x="115570" y="5080"/>
                  </a:lnTo>
                  <a:lnTo>
                    <a:pt x="203200" y="5080"/>
                  </a:lnTo>
                  <a:lnTo>
                    <a:pt x="203200" y="3810"/>
                  </a:lnTo>
                  <a:lnTo>
                    <a:pt x="203200" y="0"/>
                  </a:lnTo>
                  <a:close/>
                </a:path>
              </a:pathLst>
            </a:custGeom>
            <a:solidFill>
              <a:srgbClr val="001867"/>
            </a:solidFill>
          </p:spPr>
          <p:txBody>
            <a:bodyPr wrap="square" lIns="0" tIns="0" rIns="0" bIns="0" rtlCol="0"/>
            <a:lstStyle/>
            <a:p/>
          </p:txBody>
        </p:sp>
        <p:sp>
          <p:nvSpPr>
            <p:cNvPr id="2062" name="object 2062"/>
            <p:cNvSpPr/>
            <p:nvPr/>
          </p:nvSpPr>
          <p:spPr>
            <a:xfrm>
              <a:off x="6301740" y="1294129"/>
              <a:ext cx="203200" cy="6350"/>
            </a:xfrm>
            <a:custGeom>
              <a:avLst/>
              <a:gdLst/>
              <a:ahLst/>
              <a:cxnLst/>
              <a:rect l="l" t="t" r="r" b="b"/>
              <a:pathLst>
                <a:path w="203200" h="6350">
                  <a:moveTo>
                    <a:pt x="86360" y="0"/>
                  </a:moveTo>
                  <a:lnTo>
                    <a:pt x="0" y="0"/>
                  </a:lnTo>
                  <a:lnTo>
                    <a:pt x="0" y="6350"/>
                  </a:lnTo>
                  <a:lnTo>
                    <a:pt x="85089" y="6350"/>
                  </a:lnTo>
                  <a:lnTo>
                    <a:pt x="85089" y="3810"/>
                  </a:lnTo>
                  <a:lnTo>
                    <a:pt x="86360" y="3810"/>
                  </a:lnTo>
                  <a:lnTo>
                    <a:pt x="86360" y="0"/>
                  </a:lnTo>
                  <a:close/>
                </a:path>
                <a:path w="203200" h="6350">
                  <a:moveTo>
                    <a:pt x="203200" y="0"/>
                  </a:moveTo>
                  <a:lnTo>
                    <a:pt x="115570" y="0"/>
                  </a:lnTo>
                  <a:lnTo>
                    <a:pt x="115570" y="2540"/>
                  </a:lnTo>
                  <a:lnTo>
                    <a:pt x="116839" y="2540"/>
                  </a:lnTo>
                  <a:lnTo>
                    <a:pt x="116839" y="6350"/>
                  </a:lnTo>
                  <a:lnTo>
                    <a:pt x="203200" y="6350"/>
                  </a:lnTo>
                  <a:lnTo>
                    <a:pt x="203200" y="0"/>
                  </a:lnTo>
                  <a:close/>
                </a:path>
              </a:pathLst>
            </a:custGeom>
            <a:solidFill>
              <a:srgbClr val="001869"/>
            </a:solidFill>
          </p:spPr>
          <p:txBody>
            <a:bodyPr wrap="square" lIns="0" tIns="0" rIns="0" bIns="0" rtlCol="0"/>
            <a:lstStyle/>
            <a:p/>
          </p:txBody>
        </p:sp>
        <p:sp>
          <p:nvSpPr>
            <p:cNvPr id="2063" name="object 2063"/>
            <p:cNvSpPr/>
            <p:nvPr/>
          </p:nvSpPr>
          <p:spPr>
            <a:xfrm>
              <a:off x="6301740" y="1300479"/>
              <a:ext cx="203200" cy="7620"/>
            </a:xfrm>
            <a:custGeom>
              <a:avLst/>
              <a:gdLst/>
              <a:ahLst/>
              <a:cxnLst/>
              <a:rect l="l" t="t" r="r" b="b"/>
              <a:pathLst>
                <a:path w="203200" h="7619">
                  <a:moveTo>
                    <a:pt x="85089" y="0"/>
                  </a:moveTo>
                  <a:lnTo>
                    <a:pt x="0" y="0"/>
                  </a:lnTo>
                  <a:lnTo>
                    <a:pt x="0" y="6350"/>
                  </a:lnTo>
                  <a:lnTo>
                    <a:pt x="83820" y="6350"/>
                  </a:lnTo>
                  <a:lnTo>
                    <a:pt x="83820" y="5080"/>
                  </a:lnTo>
                  <a:lnTo>
                    <a:pt x="85089" y="5080"/>
                  </a:lnTo>
                  <a:lnTo>
                    <a:pt x="85089" y="0"/>
                  </a:lnTo>
                  <a:close/>
                </a:path>
                <a:path w="203200" h="7619">
                  <a:moveTo>
                    <a:pt x="203200" y="0"/>
                  </a:moveTo>
                  <a:lnTo>
                    <a:pt x="116839" y="0"/>
                  </a:lnTo>
                  <a:lnTo>
                    <a:pt x="116839" y="6350"/>
                  </a:lnTo>
                  <a:lnTo>
                    <a:pt x="203200" y="6350"/>
                  </a:lnTo>
                  <a:lnTo>
                    <a:pt x="203200" y="0"/>
                  </a:lnTo>
                  <a:close/>
                </a:path>
                <a:path w="203200" h="7619">
                  <a:moveTo>
                    <a:pt x="83820" y="6350"/>
                  </a:moveTo>
                  <a:lnTo>
                    <a:pt x="0" y="6350"/>
                  </a:lnTo>
                  <a:lnTo>
                    <a:pt x="0" y="7620"/>
                  </a:lnTo>
                  <a:lnTo>
                    <a:pt x="83820" y="7620"/>
                  </a:lnTo>
                  <a:lnTo>
                    <a:pt x="83820" y="6350"/>
                  </a:lnTo>
                  <a:close/>
                </a:path>
                <a:path w="203200" h="7619">
                  <a:moveTo>
                    <a:pt x="203200" y="6350"/>
                  </a:moveTo>
                  <a:lnTo>
                    <a:pt x="118110" y="6350"/>
                  </a:lnTo>
                  <a:lnTo>
                    <a:pt x="118110" y="7620"/>
                  </a:lnTo>
                  <a:lnTo>
                    <a:pt x="203200" y="7620"/>
                  </a:lnTo>
                  <a:lnTo>
                    <a:pt x="203200" y="6350"/>
                  </a:lnTo>
                  <a:close/>
                </a:path>
              </a:pathLst>
            </a:custGeom>
            <a:solidFill>
              <a:srgbClr val="00176B"/>
            </a:solidFill>
          </p:spPr>
          <p:txBody>
            <a:bodyPr wrap="square" lIns="0" tIns="0" rIns="0" bIns="0" rtlCol="0"/>
            <a:lstStyle/>
            <a:p/>
          </p:txBody>
        </p:sp>
        <p:sp>
          <p:nvSpPr>
            <p:cNvPr id="2064" name="object 2064"/>
            <p:cNvSpPr/>
            <p:nvPr/>
          </p:nvSpPr>
          <p:spPr>
            <a:xfrm>
              <a:off x="6301740" y="1308099"/>
              <a:ext cx="203200" cy="7620"/>
            </a:xfrm>
            <a:custGeom>
              <a:avLst/>
              <a:gdLst/>
              <a:ahLst/>
              <a:cxnLst/>
              <a:rect l="l" t="t" r="r" b="b"/>
              <a:pathLst>
                <a:path w="203200" h="7619">
                  <a:moveTo>
                    <a:pt x="83820" y="0"/>
                  </a:moveTo>
                  <a:lnTo>
                    <a:pt x="0" y="0"/>
                  </a:lnTo>
                  <a:lnTo>
                    <a:pt x="0" y="7620"/>
                  </a:lnTo>
                  <a:lnTo>
                    <a:pt x="83820" y="7620"/>
                  </a:lnTo>
                  <a:lnTo>
                    <a:pt x="83820" y="0"/>
                  </a:lnTo>
                  <a:close/>
                </a:path>
                <a:path w="203200" h="7619">
                  <a:moveTo>
                    <a:pt x="203200" y="0"/>
                  </a:moveTo>
                  <a:lnTo>
                    <a:pt x="118110" y="0"/>
                  </a:lnTo>
                  <a:lnTo>
                    <a:pt x="118110" y="7620"/>
                  </a:lnTo>
                  <a:lnTo>
                    <a:pt x="203200" y="7620"/>
                  </a:lnTo>
                  <a:lnTo>
                    <a:pt x="203200" y="0"/>
                  </a:lnTo>
                  <a:close/>
                </a:path>
              </a:pathLst>
            </a:custGeom>
            <a:solidFill>
              <a:srgbClr val="00176C"/>
            </a:solidFill>
          </p:spPr>
          <p:txBody>
            <a:bodyPr wrap="square" lIns="0" tIns="0" rIns="0" bIns="0" rtlCol="0"/>
            <a:lstStyle/>
            <a:p/>
          </p:txBody>
        </p:sp>
        <p:sp>
          <p:nvSpPr>
            <p:cNvPr id="2065" name="object 2065"/>
            <p:cNvSpPr/>
            <p:nvPr/>
          </p:nvSpPr>
          <p:spPr>
            <a:xfrm>
              <a:off x="6300470" y="1315719"/>
              <a:ext cx="204470" cy="6350"/>
            </a:xfrm>
            <a:custGeom>
              <a:avLst/>
              <a:gdLst/>
              <a:ahLst/>
              <a:cxnLst/>
              <a:rect l="l" t="t" r="r" b="b"/>
              <a:pathLst>
                <a:path w="204470" h="6350">
                  <a:moveTo>
                    <a:pt x="85089" y="0"/>
                  </a:moveTo>
                  <a:lnTo>
                    <a:pt x="0" y="0"/>
                  </a:lnTo>
                  <a:lnTo>
                    <a:pt x="0" y="6350"/>
                  </a:lnTo>
                  <a:lnTo>
                    <a:pt x="85089" y="6350"/>
                  </a:lnTo>
                  <a:lnTo>
                    <a:pt x="85089" y="0"/>
                  </a:lnTo>
                  <a:close/>
                </a:path>
                <a:path w="204470" h="6350">
                  <a:moveTo>
                    <a:pt x="204470" y="0"/>
                  </a:moveTo>
                  <a:lnTo>
                    <a:pt x="119379" y="0"/>
                  </a:lnTo>
                  <a:lnTo>
                    <a:pt x="119379" y="1269"/>
                  </a:lnTo>
                  <a:lnTo>
                    <a:pt x="120650" y="1269"/>
                  </a:lnTo>
                  <a:lnTo>
                    <a:pt x="120650" y="6350"/>
                  </a:lnTo>
                  <a:lnTo>
                    <a:pt x="204470" y="6350"/>
                  </a:lnTo>
                  <a:lnTo>
                    <a:pt x="204470" y="0"/>
                  </a:lnTo>
                  <a:close/>
                </a:path>
              </a:pathLst>
            </a:custGeom>
            <a:solidFill>
              <a:srgbClr val="00176E"/>
            </a:solidFill>
          </p:spPr>
          <p:txBody>
            <a:bodyPr wrap="square" lIns="0" tIns="0" rIns="0" bIns="0" rtlCol="0"/>
            <a:lstStyle/>
            <a:p/>
          </p:txBody>
        </p:sp>
        <p:sp>
          <p:nvSpPr>
            <p:cNvPr id="2066" name="object 2066"/>
            <p:cNvSpPr/>
            <p:nvPr/>
          </p:nvSpPr>
          <p:spPr>
            <a:xfrm>
              <a:off x="6300470" y="1322069"/>
              <a:ext cx="204470" cy="7620"/>
            </a:xfrm>
            <a:custGeom>
              <a:avLst/>
              <a:gdLst/>
              <a:ahLst/>
              <a:cxnLst/>
              <a:rect l="l" t="t" r="r" b="b"/>
              <a:pathLst>
                <a:path w="204470" h="7619">
                  <a:moveTo>
                    <a:pt x="85089" y="0"/>
                  </a:moveTo>
                  <a:lnTo>
                    <a:pt x="0" y="0"/>
                  </a:lnTo>
                  <a:lnTo>
                    <a:pt x="0" y="7619"/>
                  </a:lnTo>
                  <a:lnTo>
                    <a:pt x="83820" y="7619"/>
                  </a:lnTo>
                  <a:lnTo>
                    <a:pt x="83820" y="3809"/>
                  </a:lnTo>
                  <a:lnTo>
                    <a:pt x="85089" y="3809"/>
                  </a:lnTo>
                  <a:lnTo>
                    <a:pt x="85089" y="0"/>
                  </a:lnTo>
                  <a:close/>
                </a:path>
                <a:path w="204470" h="7619">
                  <a:moveTo>
                    <a:pt x="204470" y="0"/>
                  </a:moveTo>
                  <a:lnTo>
                    <a:pt x="120650" y="0"/>
                  </a:lnTo>
                  <a:lnTo>
                    <a:pt x="120650" y="7619"/>
                  </a:lnTo>
                  <a:lnTo>
                    <a:pt x="204470" y="7619"/>
                  </a:lnTo>
                  <a:lnTo>
                    <a:pt x="204470" y="0"/>
                  </a:lnTo>
                  <a:close/>
                </a:path>
              </a:pathLst>
            </a:custGeom>
            <a:solidFill>
              <a:srgbClr val="001670"/>
            </a:solidFill>
          </p:spPr>
          <p:txBody>
            <a:bodyPr wrap="square" lIns="0" tIns="0" rIns="0" bIns="0" rtlCol="0"/>
            <a:lstStyle/>
            <a:p/>
          </p:txBody>
        </p:sp>
        <p:sp>
          <p:nvSpPr>
            <p:cNvPr id="2067" name="object 2067"/>
            <p:cNvSpPr/>
            <p:nvPr/>
          </p:nvSpPr>
          <p:spPr>
            <a:xfrm>
              <a:off x="6300470" y="132968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0650" y="0"/>
                  </a:lnTo>
                  <a:lnTo>
                    <a:pt x="120650" y="7620"/>
                  </a:lnTo>
                  <a:lnTo>
                    <a:pt x="204470" y="7620"/>
                  </a:lnTo>
                  <a:lnTo>
                    <a:pt x="204470" y="0"/>
                  </a:lnTo>
                  <a:close/>
                </a:path>
              </a:pathLst>
            </a:custGeom>
            <a:solidFill>
              <a:srgbClr val="001672"/>
            </a:solidFill>
          </p:spPr>
          <p:txBody>
            <a:bodyPr wrap="square" lIns="0" tIns="0" rIns="0" bIns="0" rtlCol="0"/>
            <a:lstStyle/>
            <a:p/>
          </p:txBody>
        </p:sp>
        <p:sp>
          <p:nvSpPr>
            <p:cNvPr id="2068" name="object 2068"/>
            <p:cNvSpPr/>
            <p:nvPr/>
          </p:nvSpPr>
          <p:spPr>
            <a:xfrm>
              <a:off x="6300470" y="133730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0650" y="0"/>
                  </a:lnTo>
                  <a:lnTo>
                    <a:pt x="120650" y="1269"/>
                  </a:lnTo>
                  <a:lnTo>
                    <a:pt x="121919" y="1269"/>
                  </a:lnTo>
                  <a:lnTo>
                    <a:pt x="121919" y="6350"/>
                  </a:lnTo>
                  <a:lnTo>
                    <a:pt x="204470" y="6350"/>
                  </a:lnTo>
                  <a:lnTo>
                    <a:pt x="204470" y="0"/>
                  </a:lnTo>
                  <a:close/>
                </a:path>
              </a:pathLst>
            </a:custGeom>
            <a:solidFill>
              <a:srgbClr val="001573"/>
            </a:solidFill>
          </p:spPr>
          <p:txBody>
            <a:bodyPr wrap="square" lIns="0" tIns="0" rIns="0" bIns="0" rtlCol="0"/>
            <a:lstStyle/>
            <a:p/>
          </p:txBody>
        </p:sp>
        <p:sp>
          <p:nvSpPr>
            <p:cNvPr id="2069" name="object 2069"/>
            <p:cNvSpPr/>
            <p:nvPr/>
          </p:nvSpPr>
          <p:spPr>
            <a:xfrm>
              <a:off x="6300470" y="134365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575"/>
            </a:solidFill>
          </p:spPr>
          <p:txBody>
            <a:bodyPr wrap="square" lIns="0" tIns="0" rIns="0" bIns="0" rtlCol="0"/>
            <a:lstStyle/>
            <a:p/>
          </p:txBody>
        </p:sp>
        <p:sp>
          <p:nvSpPr>
            <p:cNvPr id="2070" name="object 2070"/>
            <p:cNvSpPr/>
            <p:nvPr/>
          </p:nvSpPr>
          <p:spPr>
            <a:xfrm>
              <a:off x="6300470" y="135127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477"/>
            </a:solidFill>
          </p:spPr>
          <p:txBody>
            <a:bodyPr wrap="square" lIns="0" tIns="0" rIns="0" bIns="0" rtlCol="0"/>
            <a:lstStyle/>
            <a:p/>
          </p:txBody>
        </p:sp>
        <p:sp>
          <p:nvSpPr>
            <p:cNvPr id="2071" name="object 2071"/>
            <p:cNvSpPr/>
            <p:nvPr/>
          </p:nvSpPr>
          <p:spPr>
            <a:xfrm>
              <a:off x="6300470" y="135889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001479"/>
            </a:solidFill>
          </p:spPr>
          <p:txBody>
            <a:bodyPr wrap="square" lIns="0" tIns="0" rIns="0" bIns="0" rtlCol="0"/>
            <a:lstStyle/>
            <a:p/>
          </p:txBody>
        </p:sp>
        <p:sp>
          <p:nvSpPr>
            <p:cNvPr id="2072" name="object 2072"/>
            <p:cNvSpPr/>
            <p:nvPr/>
          </p:nvSpPr>
          <p:spPr>
            <a:xfrm>
              <a:off x="6300470" y="136524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47A"/>
            </a:solidFill>
          </p:spPr>
          <p:txBody>
            <a:bodyPr wrap="square" lIns="0" tIns="0" rIns="0" bIns="0" rtlCol="0"/>
            <a:lstStyle/>
            <a:p/>
          </p:txBody>
        </p:sp>
        <p:sp>
          <p:nvSpPr>
            <p:cNvPr id="2073" name="object 2073"/>
            <p:cNvSpPr/>
            <p:nvPr/>
          </p:nvSpPr>
          <p:spPr>
            <a:xfrm>
              <a:off x="6300470" y="137286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37C"/>
            </a:solidFill>
          </p:spPr>
          <p:txBody>
            <a:bodyPr wrap="square" lIns="0" tIns="0" rIns="0" bIns="0" rtlCol="0"/>
            <a:lstStyle/>
            <a:p/>
          </p:txBody>
        </p:sp>
        <p:sp>
          <p:nvSpPr>
            <p:cNvPr id="2074" name="object 2074"/>
            <p:cNvSpPr/>
            <p:nvPr/>
          </p:nvSpPr>
          <p:spPr>
            <a:xfrm>
              <a:off x="6300470" y="138048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00137E"/>
            </a:solidFill>
          </p:spPr>
          <p:txBody>
            <a:bodyPr wrap="square" lIns="0" tIns="0" rIns="0" bIns="0" rtlCol="0"/>
            <a:lstStyle/>
            <a:p/>
          </p:txBody>
        </p:sp>
        <p:sp>
          <p:nvSpPr>
            <p:cNvPr id="2075" name="object 2075"/>
            <p:cNvSpPr/>
            <p:nvPr/>
          </p:nvSpPr>
          <p:spPr>
            <a:xfrm>
              <a:off x="6300470" y="138683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280"/>
            </a:solidFill>
          </p:spPr>
          <p:txBody>
            <a:bodyPr wrap="square" lIns="0" tIns="0" rIns="0" bIns="0" rtlCol="0"/>
            <a:lstStyle/>
            <a:p/>
          </p:txBody>
        </p:sp>
        <p:sp>
          <p:nvSpPr>
            <p:cNvPr id="2076" name="object 2076"/>
            <p:cNvSpPr/>
            <p:nvPr/>
          </p:nvSpPr>
          <p:spPr>
            <a:xfrm>
              <a:off x="6300470" y="139445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001281"/>
            </a:solidFill>
          </p:spPr>
          <p:txBody>
            <a:bodyPr wrap="square" lIns="0" tIns="0" rIns="0" bIns="0" rtlCol="0"/>
            <a:lstStyle/>
            <a:p/>
          </p:txBody>
        </p:sp>
        <p:sp>
          <p:nvSpPr>
            <p:cNvPr id="2077" name="object 2077"/>
            <p:cNvSpPr/>
            <p:nvPr/>
          </p:nvSpPr>
          <p:spPr>
            <a:xfrm>
              <a:off x="6300470" y="140207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001183"/>
            </a:solidFill>
          </p:spPr>
          <p:txBody>
            <a:bodyPr wrap="square" lIns="0" tIns="0" rIns="0" bIns="0" rtlCol="0"/>
            <a:lstStyle/>
            <a:p/>
          </p:txBody>
        </p:sp>
        <p:sp>
          <p:nvSpPr>
            <p:cNvPr id="2078" name="object 2078"/>
            <p:cNvSpPr/>
            <p:nvPr/>
          </p:nvSpPr>
          <p:spPr>
            <a:xfrm>
              <a:off x="6300470" y="1408429"/>
              <a:ext cx="204470" cy="7620"/>
            </a:xfrm>
            <a:custGeom>
              <a:avLst/>
              <a:gdLst/>
              <a:ahLst/>
              <a:cxnLst/>
              <a:rect l="l" t="t" r="r" b="b"/>
              <a:pathLst>
                <a:path w="204470" h="7619">
                  <a:moveTo>
                    <a:pt x="83819" y="0"/>
                  </a:moveTo>
                  <a:lnTo>
                    <a:pt x="0" y="0"/>
                  </a:lnTo>
                  <a:lnTo>
                    <a:pt x="0" y="7620"/>
                  </a:lnTo>
                  <a:lnTo>
                    <a:pt x="83819" y="7620"/>
                  </a:lnTo>
                  <a:lnTo>
                    <a:pt x="83819" y="0"/>
                  </a:lnTo>
                  <a:close/>
                </a:path>
                <a:path w="204470" h="7619">
                  <a:moveTo>
                    <a:pt x="204470" y="0"/>
                  </a:moveTo>
                  <a:lnTo>
                    <a:pt x="121919" y="0"/>
                  </a:lnTo>
                  <a:lnTo>
                    <a:pt x="121919" y="1270"/>
                  </a:lnTo>
                  <a:lnTo>
                    <a:pt x="120650" y="1270"/>
                  </a:lnTo>
                  <a:lnTo>
                    <a:pt x="120650" y="7620"/>
                  </a:lnTo>
                  <a:lnTo>
                    <a:pt x="204470" y="7620"/>
                  </a:lnTo>
                  <a:lnTo>
                    <a:pt x="204470" y="0"/>
                  </a:lnTo>
                  <a:close/>
                </a:path>
              </a:pathLst>
            </a:custGeom>
            <a:solidFill>
              <a:srgbClr val="001185"/>
            </a:solidFill>
          </p:spPr>
          <p:txBody>
            <a:bodyPr wrap="square" lIns="0" tIns="0" rIns="0" bIns="0" rtlCol="0"/>
            <a:lstStyle/>
            <a:p/>
          </p:txBody>
        </p:sp>
        <p:sp>
          <p:nvSpPr>
            <p:cNvPr id="2079" name="object 2079"/>
            <p:cNvSpPr/>
            <p:nvPr/>
          </p:nvSpPr>
          <p:spPr>
            <a:xfrm>
              <a:off x="6300470" y="1416049"/>
              <a:ext cx="204470" cy="7620"/>
            </a:xfrm>
            <a:custGeom>
              <a:avLst/>
              <a:gdLst/>
              <a:ahLst/>
              <a:cxnLst/>
              <a:rect l="l" t="t" r="r" b="b"/>
              <a:pathLst>
                <a:path w="204470" h="7619">
                  <a:moveTo>
                    <a:pt x="1269" y="115"/>
                  </a:moveTo>
                  <a:lnTo>
                    <a:pt x="1269" y="7620"/>
                  </a:lnTo>
                  <a:lnTo>
                    <a:pt x="83819" y="7620"/>
                  </a:lnTo>
                  <a:lnTo>
                    <a:pt x="1269" y="115"/>
                  </a:lnTo>
                  <a:close/>
                </a:path>
                <a:path w="204470" h="7619">
                  <a:moveTo>
                    <a:pt x="83819" y="7504"/>
                  </a:moveTo>
                  <a:lnTo>
                    <a:pt x="85089" y="7620"/>
                  </a:lnTo>
                  <a:lnTo>
                    <a:pt x="83819" y="7504"/>
                  </a:lnTo>
                  <a:close/>
                </a:path>
                <a:path w="204470" h="7619">
                  <a:moveTo>
                    <a:pt x="83819" y="0"/>
                  </a:moveTo>
                  <a:lnTo>
                    <a:pt x="1269" y="0"/>
                  </a:lnTo>
                  <a:lnTo>
                    <a:pt x="83819" y="7504"/>
                  </a:lnTo>
                  <a:lnTo>
                    <a:pt x="83819" y="0"/>
                  </a:lnTo>
                  <a:close/>
                </a:path>
                <a:path w="204470" h="7619">
                  <a:moveTo>
                    <a:pt x="1269" y="0"/>
                  </a:moveTo>
                  <a:lnTo>
                    <a:pt x="0" y="0"/>
                  </a:lnTo>
                  <a:lnTo>
                    <a:pt x="1269" y="115"/>
                  </a:lnTo>
                  <a:close/>
                </a:path>
                <a:path w="204470" h="7619">
                  <a:moveTo>
                    <a:pt x="204470" y="0"/>
                  </a:moveTo>
                  <a:lnTo>
                    <a:pt x="120650" y="0"/>
                  </a:lnTo>
                  <a:lnTo>
                    <a:pt x="120650" y="7620"/>
                  </a:lnTo>
                  <a:lnTo>
                    <a:pt x="204470" y="7620"/>
                  </a:lnTo>
                  <a:lnTo>
                    <a:pt x="204470" y="0"/>
                  </a:lnTo>
                  <a:close/>
                </a:path>
              </a:pathLst>
            </a:custGeom>
            <a:solidFill>
              <a:srgbClr val="001087"/>
            </a:solidFill>
          </p:spPr>
          <p:txBody>
            <a:bodyPr wrap="square" lIns="0" tIns="0" rIns="0" bIns="0" rtlCol="0"/>
            <a:lstStyle/>
            <a:p/>
          </p:txBody>
        </p:sp>
        <p:sp>
          <p:nvSpPr>
            <p:cNvPr id="2080" name="object 2080"/>
            <p:cNvSpPr/>
            <p:nvPr/>
          </p:nvSpPr>
          <p:spPr>
            <a:xfrm>
              <a:off x="6301740" y="1423669"/>
              <a:ext cx="203200" cy="6350"/>
            </a:xfrm>
            <a:custGeom>
              <a:avLst/>
              <a:gdLst/>
              <a:ahLst/>
              <a:cxnLst/>
              <a:rect l="l" t="t" r="r" b="b"/>
              <a:pathLst>
                <a:path w="203200" h="6350">
                  <a:moveTo>
                    <a:pt x="83820" y="0"/>
                  </a:moveTo>
                  <a:lnTo>
                    <a:pt x="0" y="0"/>
                  </a:lnTo>
                  <a:lnTo>
                    <a:pt x="0" y="6350"/>
                  </a:lnTo>
                  <a:lnTo>
                    <a:pt x="83820" y="6350"/>
                  </a:lnTo>
                  <a:lnTo>
                    <a:pt x="83820" y="0"/>
                  </a:lnTo>
                  <a:close/>
                </a:path>
                <a:path w="203200" h="6350">
                  <a:moveTo>
                    <a:pt x="203200" y="0"/>
                  </a:moveTo>
                  <a:lnTo>
                    <a:pt x="119380" y="0"/>
                  </a:lnTo>
                  <a:lnTo>
                    <a:pt x="119380" y="6350"/>
                  </a:lnTo>
                  <a:lnTo>
                    <a:pt x="203200" y="6350"/>
                  </a:lnTo>
                  <a:lnTo>
                    <a:pt x="203200" y="0"/>
                  </a:lnTo>
                  <a:close/>
                </a:path>
              </a:pathLst>
            </a:custGeom>
            <a:solidFill>
              <a:srgbClr val="001088"/>
            </a:solidFill>
          </p:spPr>
          <p:txBody>
            <a:bodyPr wrap="square" lIns="0" tIns="0" rIns="0" bIns="0" rtlCol="0"/>
            <a:lstStyle/>
            <a:p/>
          </p:txBody>
        </p:sp>
        <p:sp>
          <p:nvSpPr>
            <p:cNvPr id="2081" name="object 2081"/>
            <p:cNvSpPr/>
            <p:nvPr/>
          </p:nvSpPr>
          <p:spPr>
            <a:xfrm>
              <a:off x="6301740" y="1430019"/>
              <a:ext cx="203200" cy="7620"/>
            </a:xfrm>
            <a:custGeom>
              <a:avLst/>
              <a:gdLst/>
              <a:ahLst/>
              <a:cxnLst/>
              <a:rect l="l" t="t" r="r" b="b"/>
              <a:pathLst>
                <a:path w="203200" h="7619">
                  <a:moveTo>
                    <a:pt x="83820" y="0"/>
                  </a:moveTo>
                  <a:lnTo>
                    <a:pt x="0" y="0"/>
                  </a:lnTo>
                  <a:lnTo>
                    <a:pt x="0" y="7619"/>
                  </a:lnTo>
                  <a:lnTo>
                    <a:pt x="83820" y="7619"/>
                  </a:lnTo>
                  <a:lnTo>
                    <a:pt x="83820" y="0"/>
                  </a:lnTo>
                  <a:close/>
                </a:path>
                <a:path w="203200" h="7619">
                  <a:moveTo>
                    <a:pt x="203200" y="0"/>
                  </a:moveTo>
                  <a:lnTo>
                    <a:pt x="119380" y="0"/>
                  </a:lnTo>
                  <a:lnTo>
                    <a:pt x="119380" y="3809"/>
                  </a:lnTo>
                  <a:lnTo>
                    <a:pt x="118110" y="3809"/>
                  </a:lnTo>
                  <a:lnTo>
                    <a:pt x="118110" y="7619"/>
                  </a:lnTo>
                  <a:lnTo>
                    <a:pt x="203200" y="7619"/>
                  </a:lnTo>
                  <a:lnTo>
                    <a:pt x="203200" y="0"/>
                  </a:lnTo>
                  <a:close/>
                </a:path>
              </a:pathLst>
            </a:custGeom>
            <a:solidFill>
              <a:srgbClr val="00108A"/>
            </a:solidFill>
          </p:spPr>
          <p:txBody>
            <a:bodyPr wrap="square" lIns="0" tIns="0" rIns="0" bIns="0" rtlCol="0"/>
            <a:lstStyle/>
            <a:p/>
          </p:txBody>
        </p:sp>
        <p:sp>
          <p:nvSpPr>
            <p:cNvPr id="2082" name="object 2082"/>
            <p:cNvSpPr/>
            <p:nvPr/>
          </p:nvSpPr>
          <p:spPr>
            <a:xfrm>
              <a:off x="6301740" y="1437639"/>
              <a:ext cx="203200" cy="7620"/>
            </a:xfrm>
            <a:custGeom>
              <a:avLst/>
              <a:gdLst/>
              <a:ahLst/>
              <a:cxnLst/>
              <a:rect l="l" t="t" r="r" b="b"/>
              <a:pathLst>
                <a:path w="203200" h="7619">
                  <a:moveTo>
                    <a:pt x="83820" y="0"/>
                  </a:moveTo>
                  <a:lnTo>
                    <a:pt x="0" y="0"/>
                  </a:lnTo>
                  <a:lnTo>
                    <a:pt x="0" y="7620"/>
                  </a:lnTo>
                  <a:lnTo>
                    <a:pt x="85089" y="7620"/>
                  </a:lnTo>
                  <a:lnTo>
                    <a:pt x="85089" y="6350"/>
                  </a:lnTo>
                  <a:lnTo>
                    <a:pt x="83820" y="6350"/>
                  </a:lnTo>
                  <a:lnTo>
                    <a:pt x="83820" y="0"/>
                  </a:lnTo>
                  <a:close/>
                </a:path>
                <a:path w="203200" h="7619">
                  <a:moveTo>
                    <a:pt x="203200" y="0"/>
                  </a:moveTo>
                  <a:lnTo>
                    <a:pt x="118110" y="0"/>
                  </a:lnTo>
                  <a:lnTo>
                    <a:pt x="118110" y="6350"/>
                  </a:lnTo>
                  <a:lnTo>
                    <a:pt x="116839" y="6350"/>
                  </a:lnTo>
                  <a:lnTo>
                    <a:pt x="116839" y="7620"/>
                  </a:lnTo>
                  <a:lnTo>
                    <a:pt x="203200" y="7620"/>
                  </a:lnTo>
                  <a:lnTo>
                    <a:pt x="203200" y="0"/>
                  </a:lnTo>
                  <a:close/>
                </a:path>
              </a:pathLst>
            </a:custGeom>
            <a:solidFill>
              <a:srgbClr val="000F8C"/>
            </a:solidFill>
          </p:spPr>
          <p:txBody>
            <a:bodyPr wrap="square" lIns="0" tIns="0" rIns="0" bIns="0" rtlCol="0"/>
            <a:lstStyle/>
            <a:p/>
          </p:txBody>
        </p:sp>
        <p:sp>
          <p:nvSpPr>
            <p:cNvPr id="2083" name="object 2083"/>
            <p:cNvSpPr/>
            <p:nvPr/>
          </p:nvSpPr>
          <p:spPr>
            <a:xfrm>
              <a:off x="6301740" y="1445259"/>
              <a:ext cx="203200" cy="6350"/>
            </a:xfrm>
            <a:custGeom>
              <a:avLst/>
              <a:gdLst/>
              <a:ahLst/>
              <a:cxnLst/>
              <a:rect l="l" t="t" r="r" b="b"/>
              <a:pathLst>
                <a:path w="203200" h="6350">
                  <a:moveTo>
                    <a:pt x="85089" y="0"/>
                  </a:moveTo>
                  <a:lnTo>
                    <a:pt x="0" y="0"/>
                  </a:lnTo>
                  <a:lnTo>
                    <a:pt x="0" y="1269"/>
                  </a:lnTo>
                  <a:lnTo>
                    <a:pt x="1270" y="1269"/>
                  </a:lnTo>
                  <a:lnTo>
                    <a:pt x="1270" y="6350"/>
                  </a:lnTo>
                  <a:lnTo>
                    <a:pt x="86360" y="6350"/>
                  </a:lnTo>
                  <a:lnTo>
                    <a:pt x="86360" y="5079"/>
                  </a:lnTo>
                  <a:lnTo>
                    <a:pt x="85090" y="5079"/>
                  </a:lnTo>
                  <a:lnTo>
                    <a:pt x="85089" y="0"/>
                  </a:lnTo>
                  <a:close/>
                </a:path>
                <a:path w="203200" h="6350">
                  <a:moveTo>
                    <a:pt x="203200" y="0"/>
                  </a:moveTo>
                  <a:lnTo>
                    <a:pt x="116839" y="0"/>
                  </a:lnTo>
                  <a:lnTo>
                    <a:pt x="116839" y="6350"/>
                  </a:lnTo>
                  <a:lnTo>
                    <a:pt x="203200" y="6350"/>
                  </a:lnTo>
                  <a:lnTo>
                    <a:pt x="203200" y="0"/>
                  </a:lnTo>
                  <a:close/>
                </a:path>
              </a:pathLst>
            </a:custGeom>
            <a:solidFill>
              <a:srgbClr val="000F8D"/>
            </a:solidFill>
          </p:spPr>
          <p:txBody>
            <a:bodyPr wrap="square" lIns="0" tIns="0" rIns="0" bIns="0" rtlCol="0"/>
            <a:lstStyle/>
            <a:p/>
          </p:txBody>
        </p:sp>
        <p:sp>
          <p:nvSpPr>
            <p:cNvPr id="2084" name="object 2084"/>
            <p:cNvSpPr/>
            <p:nvPr/>
          </p:nvSpPr>
          <p:spPr>
            <a:xfrm>
              <a:off x="6303010" y="1451609"/>
              <a:ext cx="201930" cy="7620"/>
            </a:xfrm>
            <a:custGeom>
              <a:avLst/>
              <a:gdLst/>
              <a:ahLst/>
              <a:cxnLst/>
              <a:rect l="l" t="t" r="r" b="b"/>
              <a:pathLst>
                <a:path w="201929" h="7619">
                  <a:moveTo>
                    <a:pt x="85089" y="0"/>
                  </a:moveTo>
                  <a:lnTo>
                    <a:pt x="0" y="0"/>
                  </a:lnTo>
                  <a:lnTo>
                    <a:pt x="0" y="7619"/>
                  </a:lnTo>
                  <a:lnTo>
                    <a:pt x="86360" y="7619"/>
                  </a:lnTo>
                  <a:lnTo>
                    <a:pt x="86360" y="5079"/>
                  </a:lnTo>
                  <a:lnTo>
                    <a:pt x="85089" y="5079"/>
                  </a:lnTo>
                  <a:lnTo>
                    <a:pt x="85089" y="0"/>
                  </a:lnTo>
                  <a:close/>
                </a:path>
                <a:path w="201929" h="7619">
                  <a:moveTo>
                    <a:pt x="201930" y="0"/>
                  </a:moveTo>
                  <a:lnTo>
                    <a:pt x="115569" y="0"/>
                  </a:lnTo>
                  <a:lnTo>
                    <a:pt x="115569" y="2539"/>
                  </a:lnTo>
                  <a:lnTo>
                    <a:pt x="114300" y="2539"/>
                  </a:lnTo>
                  <a:lnTo>
                    <a:pt x="114300" y="7619"/>
                  </a:lnTo>
                  <a:lnTo>
                    <a:pt x="201930" y="7619"/>
                  </a:lnTo>
                  <a:lnTo>
                    <a:pt x="201930" y="0"/>
                  </a:lnTo>
                  <a:close/>
                </a:path>
              </a:pathLst>
            </a:custGeom>
            <a:solidFill>
              <a:srgbClr val="000E8F"/>
            </a:solidFill>
          </p:spPr>
          <p:txBody>
            <a:bodyPr wrap="square" lIns="0" tIns="0" rIns="0" bIns="0" rtlCol="0"/>
            <a:lstStyle/>
            <a:p/>
          </p:txBody>
        </p:sp>
        <p:sp>
          <p:nvSpPr>
            <p:cNvPr id="2085" name="object 2085"/>
            <p:cNvSpPr/>
            <p:nvPr/>
          </p:nvSpPr>
          <p:spPr>
            <a:xfrm>
              <a:off x="6303010" y="1459229"/>
              <a:ext cx="201930" cy="7620"/>
            </a:xfrm>
            <a:custGeom>
              <a:avLst/>
              <a:gdLst/>
              <a:ahLst/>
              <a:cxnLst/>
              <a:rect l="l" t="t" r="r" b="b"/>
              <a:pathLst>
                <a:path w="201929" h="7619">
                  <a:moveTo>
                    <a:pt x="86360" y="0"/>
                  </a:moveTo>
                  <a:lnTo>
                    <a:pt x="0" y="0"/>
                  </a:lnTo>
                  <a:lnTo>
                    <a:pt x="0" y="6350"/>
                  </a:lnTo>
                  <a:lnTo>
                    <a:pt x="86360" y="6350"/>
                  </a:lnTo>
                  <a:lnTo>
                    <a:pt x="86360" y="0"/>
                  </a:lnTo>
                  <a:close/>
                </a:path>
                <a:path w="201929" h="7619">
                  <a:moveTo>
                    <a:pt x="87630" y="6362"/>
                  </a:moveTo>
                  <a:lnTo>
                    <a:pt x="0" y="6362"/>
                  </a:lnTo>
                  <a:lnTo>
                    <a:pt x="0" y="7620"/>
                  </a:lnTo>
                  <a:lnTo>
                    <a:pt x="87630" y="7620"/>
                  </a:lnTo>
                  <a:lnTo>
                    <a:pt x="87630" y="6362"/>
                  </a:lnTo>
                  <a:close/>
                </a:path>
                <a:path w="201929" h="7619">
                  <a:moveTo>
                    <a:pt x="201930" y="6362"/>
                  </a:moveTo>
                  <a:lnTo>
                    <a:pt x="111760" y="6362"/>
                  </a:lnTo>
                  <a:lnTo>
                    <a:pt x="111760" y="7620"/>
                  </a:lnTo>
                  <a:lnTo>
                    <a:pt x="201930" y="7620"/>
                  </a:lnTo>
                  <a:lnTo>
                    <a:pt x="201930" y="6362"/>
                  </a:lnTo>
                  <a:close/>
                </a:path>
                <a:path w="201929" h="7619">
                  <a:moveTo>
                    <a:pt x="201930" y="0"/>
                  </a:moveTo>
                  <a:lnTo>
                    <a:pt x="114300" y="0"/>
                  </a:lnTo>
                  <a:lnTo>
                    <a:pt x="114300" y="1270"/>
                  </a:lnTo>
                  <a:lnTo>
                    <a:pt x="113030" y="1270"/>
                  </a:lnTo>
                  <a:lnTo>
                    <a:pt x="113030" y="6350"/>
                  </a:lnTo>
                  <a:lnTo>
                    <a:pt x="201930" y="6350"/>
                  </a:lnTo>
                  <a:lnTo>
                    <a:pt x="201930" y="1270"/>
                  </a:lnTo>
                  <a:lnTo>
                    <a:pt x="201930" y="0"/>
                  </a:lnTo>
                  <a:close/>
                </a:path>
              </a:pathLst>
            </a:custGeom>
            <a:solidFill>
              <a:srgbClr val="000E91"/>
            </a:solidFill>
          </p:spPr>
          <p:txBody>
            <a:bodyPr wrap="square" lIns="0" tIns="0" rIns="0" bIns="0" rtlCol="0"/>
            <a:lstStyle/>
            <a:p/>
          </p:txBody>
        </p:sp>
        <p:sp>
          <p:nvSpPr>
            <p:cNvPr id="2086" name="object 2086"/>
            <p:cNvSpPr/>
            <p:nvPr/>
          </p:nvSpPr>
          <p:spPr>
            <a:xfrm>
              <a:off x="6303010" y="1466849"/>
              <a:ext cx="201930" cy="7620"/>
            </a:xfrm>
            <a:custGeom>
              <a:avLst/>
              <a:gdLst/>
              <a:ahLst/>
              <a:cxnLst/>
              <a:rect l="l" t="t" r="r" b="b"/>
              <a:pathLst>
                <a:path w="201929" h="7619">
                  <a:moveTo>
                    <a:pt x="88887" y="2540"/>
                  </a:moveTo>
                  <a:lnTo>
                    <a:pt x="87630" y="2540"/>
                  </a:lnTo>
                  <a:lnTo>
                    <a:pt x="87630" y="1270"/>
                  </a:lnTo>
                  <a:lnTo>
                    <a:pt x="87630" y="0"/>
                  </a:lnTo>
                  <a:lnTo>
                    <a:pt x="0" y="0"/>
                  </a:lnTo>
                  <a:lnTo>
                    <a:pt x="0" y="1270"/>
                  </a:lnTo>
                  <a:lnTo>
                    <a:pt x="1270" y="1270"/>
                  </a:lnTo>
                  <a:lnTo>
                    <a:pt x="1270" y="2540"/>
                  </a:lnTo>
                  <a:lnTo>
                    <a:pt x="1270" y="5080"/>
                  </a:lnTo>
                  <a:lnTo>
                    <a:pt x="88887" y="5080"/>
                  </a:lnTo>
                  <a:lnTo>
                    <a:pt x="88887" y="2540"/>
                  </a:lnTo>
                  <a:close/>
                </a:path>
                <a:path w="201929" h="7619">
                  <a:moveTo>
                    <a:pt x="90170" y="5092"/>
                  </a:moveTo>
                  <a:lnTo>
                    <a:pt x="1270" y="5092"/>
                  </a:lnTo>
                  <a:lnTo>
                    <a:pt x="1270" y="7620"/>
                  </a:lnTo>
                  <a:lnTo>
                    <a:pt x="90170" y="7620"/>
                  </a:lnTo>
                  <a:lnTo>
                    <a:pt x="90170" y="5092"/>
                  </a:lnTo>
                  <a:close/>
                </a:path>
                <a:path w="201929" h="7619">
                  <a:moveTo>
                    <a:pt x="201930" y="5092"/>
                  </a:moveTo>
                  <a:lnTo>
                    <a:pt x="110490" y="5092"/>
                  </a:lnTo>
                  <a:lnTo>
                    <a:pt x="110490" y="7620"/>
                  </a:lnTo>
                  <a:lnTo>
                    <a:pt x="201930" y="7620"/>
                  </a:lnTo>
                  <a:lnTo>
                    <a:pt x="201930" y="5092"/>
                  </a:lnTo>
                  <a:close/>
                </a:path>
                <a:path w="201929" h="7619">
                  <a:moveTo>
                    <a:pt x="201930" y="0"/>
                  </a:moveTo>
                  <a:lnTo>
                    <a:pt x="111760" y="0"/>
                  </a:lnTo>
                  <a:lnTo>
                    <a:pt x="111760" y="3810"/>
                  </a:lnTo>
                  <a:lnTo>
                    <a:pt x="110490" y="3810"/>
                  </a:lnTo>
                  <a:lnTo>
                    <a:pt x="110490" y="5080"/>
                  </a:lnTo>
                  <a:lnTo>
                    <a:pt x="201930" y="5080"/>
                  </a:lnTo>
                  <a:lnTo>
                    <a:pt x="201930" y="3810"/>
                  </a:lnTo>
                  <a:lnTo>
                    <a:pt x="201930" y="0"/>
                  </a:lnTo>
                  <a:close/>
                </a:path>
              </a:pathLst>
            </a:custGeom>
            <a:solidFill>
              <a:srgbClr val="000D93"/>
            </a:solidFill>
          </p:spPr>
          <p:txBody>
            <a:bodyPr wrap="square" lIns="0" tIns="0" rIns="0" bIns="0" rtlCol="0"/>
            <a:lstStyle/>
            <a:p/>
          </p:txBody>
        </p:sp>
        <p:sp>
          <p:nvSpPr>
            <p:cNvPr id="2087" name="object 2087"/>
            <p:cNvSpPr/>
            <p:nvPr/>
          </p:nvSpPr>
          <p:spPr>
            <a:xfrm>
              <a:off x="6304280" y="1474469"/>
              <a:ext cx="200660" cy="6350"/>
            </a:xfrm>
            <a:custGeom>
              <a:avLst/>
              <a:gdLst/>
              <a:ahLst/>
              <a:cxnLst/>
              <a:rect l="l" t="t" r="r" b="b"/>
              <a:pathLst>
                <a:path w="200659" h="6350">
                  <a:moveTo>
                    <a:pt x="91427" y="3810"/>
                  </a:moveTo>
                  <a:lnTo>
                    <a:pt x="90170" y="3810"/>
                  </a:lnTo>
                  <a:lnTo>
                    <a:pt x="90170" y="1270"/>
                  </a:lnTo>
                  <a:lnTo>
                    <a:pt x="88900" y="1270"/>
                  </a:lnTo>
                  <a:lnTo>
                    <a:pt x="88900" y="0"/>
                  </a:lnTo>
                  <a:lnTo>
                    <a:pt x="0" y="0"/>
                  </a:lnTo>
                  <a:lnTo>
                    <a:pt x="0" y="1270"/>
                  </a:lnTo>
                  <a:lnTo>
                    <a:pt x="0" y="3810"/>
                  </a:lnTo>
                  <a:lnTo>
                    <a:pt x="0" y="6350"/>
                  </a:lnTo>
                  <a:lnTo>
                    <a:pt x="91427" y="6350"/>
                  </a:lnTo>
                  <a:lnTo>
                    <a:pt x="91427" y="3810"/>
                  </a:lnTo>
                  <a:close/>
                </a:path>
                <a:path w="200659" h="6350">
                  <a:moveTo>
                    <a:pt x="200660" y="0"/>
                  </a:moveTo>
                  <a:lnTo>
                    <a:pt x="107950" y="0"/>
                  </a:lnTo>
                  <a:lnTo>
                    <a:pt x="107950" y="2540"/>
                  </a:lnTo>
                  <a:lnTo>
                    <a:pt x="106680" y="2540"/>
                  </a:lnTo>
                  <a:lnTo>
                    <a:pt x="106680" y="5080"/>
                  </a:lnTo>
                  <a:lnTo>
                    <a:pt x="105410" y="5080"/>
                  </a:lnTo>
                  <a:lnTo>
                    <a:pt x="105410" y="6350"/>
                  </a:lnTo>
                  <a:lnTo>
                    <a:pt x="200660" y="6350"/>
                  </a:lnTo>
                  <a:lnTo>
                    <a:pt x="200660" y="5080"/>
                  </a:lnTo>
                  <a:lnTo>
                    <a:pt x="200660" y="2540"/>
                  </a:lnTo>
                  <a:lnTo>
                    <a:pt x="200660" y="0"/>
                  </a:lnTo>
                  <a:close/>
                </a:path>
              </a:pathLst>
            </a:custGeom>
            <a:solidFill>
              <a:srgbClr val="000D94"/>
            </a:solidFill>
          </p:spPr>
          <p:txBody>
            <a:bodyPr wrap="square" lIns="0" tIns="0" rIns="0" bIns="0" rtlCol="0"/>
            <a:lstStyle/>
            <a:p/>
          </p:txBody>
        </p:sp>
        <p:sp>
          <p:nvSpPr>
            <p:cNvPr id="2088" name="object 2088"/>
            <p:cNvSpPr/>
            <p:nvPr/>
          </p:nvSpPr>
          <p:spPr>
            <a:xfrm>
              <a:off x="6304280" y="1480819"/>
              <a:ext cx="200660" cy="7620"/>
            </a:xfrm>
            <a:custGeom>
              <a:avLst/>
              <a:gdLst/>
              <a:ahLst/>
              <a:cxnLst/>
              <a:rect l="l" t="t" r="r" b="b"/>
              <a:pathLst>
                <a:path w="200659" h="7619">
                  <a:moveTo>
                    <a:pt x="200660" y="0"/>
                  </a:moveTo>
                  <a:lnTo>
                    <a:pt x="105410" y="0"/>
                  </a:lnTo>
                  <a:lnTo>
                    <a:pt x="105410" y="1270"/>
                  </a:lnTo>
                  <a:lnTo>
                    <a:pt x="104140" y="1270"/>
                  </a:lnTo>
                  <a:lnTo>
                    <a:pt x="104140" y="2540"/>
                  </a:lnTo>
                  <a:lnTo>
                    <a:pt x="102870" y="2540"/>
                  </a:lnTo>
                  <a:lnTo>
                    <a:pt x="102870" y="3810"/>
                  </a:lnTo>
                  <a:lnTo>
                    <a:pt x="101600" y="3810"/>
                  </a:lnTo>
                  <a:lnTo>
                    <a:pt x="101600" y="5080"/>
                  </a:lnTo>
                  <a:lnTo>
                    <a:pt x="100330" y="5080"/>
                  </a:lnTo>
                  <a:lnTo>
                    <a:pt x="100330" y="6350"/>
                  </a:lnTo>
                  <a:lnTo>
                    <a:pt x="96520" y="6350"/>
                  </a:lnTo>
                  <a:lnTo>
                    <a:pt x="96520" y="5080"/>
                  </a:lnTo>
                  <a:lnTo>
                    <a:pt x="95250" y="5080"/>
                  </a:lnTo>
                  <a:lnTo>
                    <a:pt x="95250" y="3810"/>
                  </a:lnTo>
                  <a:lnTo>
                    <a:pt x="93980" y="3810"/>
                  </a:lnTo>
                  <a:lnTo>
                    <a:pt x="93980" y="2540"/>
                  </a:lnTo>
                  <a:lnTo>
                    <a:pt x="92710" y="2540"/>
                  </a:lnTo>
                  <a:lnTo>
                    <a:pt x="92710" y="0"/>
                  </a:lnTo>
                  <a:lnTo>
                    <a:pt x="0" y="0"/>
                  </a:lnTo>
                  <a:lnTo>
                    <a:pt x="0" y="2540"/>
                  </a:lnTo>
                  <a:lnTo>
                    <a:pt x="1270" y="2540"/>
                  </a:lnTo>
                  <a:lnTo>
                    <a:pt x="1270" y="3810"/>
                  </a:lnTo>
                  <a:lnTo>
                    <a:pt x="1270" y="5080"/>
                  </a:lnTo>
                  <a:lnTo>
                    <a:pt x="1270" y="6350"/>
                  </a:lnTo>
                  <a:lnTo>
                    <a:pt x="1270" y="7620"/>
                  </a:lnTo>
                  <a:lnTo>
                    <a:pt x="200660" y="7620"/>
                  </a:lnTo>
                  <a:lnTo>
                    <a:pt x="200660" y="1270"/>
                  </a:lnTo>
                  <a:lnTo>
                    <a:pt x="200660" y="0"/>
                  </a:lnTo>
                  <a:close/>
                </a:path>
              </a:pathLst>
            </a:custGeom>
            <a:solidFill>
              <a:srgbClr val="000D96"/>
            </a:solidFill>
          </p:spPr>
          <p:txBody>
            <a:bodyPr wrap="square" lIns="0" tIns="0" rIns="0" bIns="0" rtlCol="0"/>
            <a:lstStyle/>
            <a:p/>
          </p:txBody>
        </p:sp>
        <p:sp>
          <p:nvSpPr>
            <p:cNvPr id="2089" name="object 2089"/>
            <p:cNvSpPr/>
            <p:nvPr/>
          </p:nvSpPr>
          <p:spPr>
            <a:xfrm>
              <a:off x="6305550" y="1488439"/>
              <a:ext cx="199390" cy="7620"/>
            </a:xfrm>
            <a:custGeom>
              <a:avLst/>
              <a:gdLst/>
              <a:ahLst/>
              <a:cxnLst/>
              <a:rect l="l" t="t" r="r" b="b"/>
              <a:pathLst>
                <a:path w="199390" h="7619">
                  <a:moveTo>
                    <a:pt x="0" y="7620"/>
                  </a:moveTo>
                  <a:lnTo>
                    <a:pt x="0" y="0"/>
                  </a:lnTo>
                  <a:lnTo>
                    <a:pt x="199390" y="0"/>
                  </a:lnTo>
                  <a:lnTo>
                    <a:pt x="199390" y="7620"/>
                  </a:lnTo>
                  <a:lnTo>
                    <a:pt x="0" y="7620"/>
                  </a:lnTo>
                  <a:close/>
                </a:path>
              </a:pathLst>
            </a:custGeom>
            <a:solidFill>
              <a:srgbClr val="000C98"/>
            </a:solidFill>
          </p:spPr>
          <p:txBody>
            <a:bodyPr wrap="square" lIns="0" tIns="0" rIns="0" bIns="0" rtlCol="0"/>
            <a:lstStyle/>
            <a:p/>
          </p:txBody>
        </p:sp>
        <p:sp>
          <p:nvSpPr>
            <p:cNvPr id="2090" name="object 2090"/>
            <p:cNvSpPr/>
            <p:nvPr/>
          </p:nvSpPr>
          <p:spPr>
            <a:xfrm>
              <a:off x="6305550" y="1496059"/>
              <a:ext cx="199390" cy="6350"/>
            </a:xfrm>
            <a:custGeom>
              <a:avLst/>
              <a:gdLst/>
              <a:ahLst/>
              <a:cxnLst/>
              <a:rect l="l" t="t" r="r" b="b"/>
              <a:pathLst>
                <a:path w="199390" h="6350">
                  <a:moveTo>
                    <a:pt x="199390" y="0"/>
                  </a:moveTo>
                  <a:lnTo>
                    <a:pt x="0" y="0"/>
                  </a:lnTo>
                  <a:lnTo>
                    <a:pt x="0" y="1270"/>
                  </a:lnTo>
                  <a:lnTo>
                    <a:pt x="1270" y="1270"/>
                  </a:lnTo>
                  <a:lnTo>
                    <a:pt x="1270" y="6350"/>
                  </a:lnTo>
                  <a:lnTo>
                    <a:pt x="199390" y="6350"/>
                  </a:lnTo>
                  <a:lnTo>
                    <a:pt x="199390" y="1270"/>
                  </a:lnTo>
                  <a:lnTo>
                    <a:pt x="199390" y="0"/>
                  </a:lnTo>
                  <a:close/>
                </a:path>
              </a:pathLst>
            </a:custGeom>
            <a:solidFill>
              <a:srgbClr val="000C9A"/>
            </a:solidFill>
          </p:spPr>
          <p:txBody>
            <a:bodyPr wrap="square" lIns="0" tIns="0" rIns="0" bIns="0" rtlCol="0"/>
            <a:lstStyle/>
            <a:p/>
          </p:txBody>
        </p:sp>
        <p:sp>
          <p:nvSpPr>
            <p:cNvPr id="2091" name="object 2091"/>
            <p:cNvSpPr/>
            <p:nvPr/>
          </p:nvSpPr>
          <p:spPr>
            <a:xfrm>
              <a:off x="6306820" y="1502409"/>
              <a:ext cx="198120" cy="7620"/>
            </a:xfrm>
            <a:custGeom>
              <a:avLst/>
              <a:gdLst/>
              <a:ahLst/>
              <a:cxnLst/>
              <a:rect l="l" t="t" r="r" b="b"/>
              <a:pathLst>
                <a:path w="198120" h="7619">
                  <a:moveTo>
                    <a:pt x="0" y="7619"/>
                  </a:moveTo>
                  <a:lnTo>
                    <a:pt x="0" y="0"/>
                  </a:lnTo>
                  <a:lnTo>
                    <a:pt x="198120" y="0"/>
                  </a:lnTo>
                  <a:lnTo>
                    <a:pt x="198120" y="7619"/>
                  </a:lnTo>
                  <a:lnTo>
                    <a:pt x="0" y="7619"/>
                  </a:lnTo>
                  <a:close/>
                </a:path>
              </a:pathLst>
            </a:custGeom>
            <a:solidFill>
              <a:srgbClr val="000B9B"/>
            </a:solidFill>
          </p:spPr>
          <p:txBody>
            <a:bodyPr wrap="square" lIns="0" tIns="0" rIns="0" bIns="0" rtlCol="0"/>
            <a:lstStyle/>
            <a:p/>
          </p:txBody>
        </p:sp>
        <p:sp>
          <p:nvSpPr>
            <p:cNvPr id="2092" name="object 2092"/>
            <p:cNvSpPr/>
            <p:nvPr/>
          </p:nvSpPr>
          <p:spPr>
            <a:xfrm>
              <a:off x="6306820" y="1510029"/>
              <a:ext cx="198120" cy="7620"/>
            </a:xfrm>
            <a:custGeom>
              <a:avLst/>
              <a:gdLst/>
              <a:ahLst/>
              <a:cxnLst/>
              <a:rect l="l" t="t" r="r" b="b"/>
              <a:pathLst>
                <a:path w="198120" h="7619">
                  <a:moveTo>
                    <a:pt x="198120" y="0"/>
                  </a:moveTo>
                  <a:lnTo>
                    <a:pt x="0" y="0"/>
                  </a:lnTo>
                  <a:lnTo>
                    <a:pt x="0" y="1270"/>
                  </a:lnTo>
                  <a:lnTo>
                    <a:pt x="1270" y="1270"/>
                  </a:lnTo>
                  <a:lnTo>
                    <a:pt x="1270" y="7620"/>
                  </a:lnTo>
                  <a:lnTo>
                    <a:pt x="198120" y="7620"/>
                  </a:lnTo>
                  <a:lnTo>
                    <a:pt x="198120" y="1270"/>
                  </a:lnTo>
                  <a:lnTo>
                    <a:pt x="198120" y="0"/>
                  </a:lnTo>
                  <a:close/>
                </a:path>
              </a:pathLst>
            </a:custGeom>
            <a:solidFill>
              <a:srgbClr val="000B9D"/>
            </a:solidFill>
          </p:spPr>
          <p:txBody>
            <a:bodyPr wrap="square" lIns="0" tIns="0" rIns="0" bIns="0" rtlCol="0"/>
            <a:lstStyle/>
            <a:p/>
          </p:txBody>
        </p:sp>
        <p:sp>
          <p:nvSpPr>
            <p:cNvPr id="2093" name="object 2093"/>
            <p:cNvSpPr/>
            <p:nvPr/>
          </p:nvSpPr>
          <p:spPr>
            <a:xfrm>
              <a:off x="6308090" y="1517649"/>
              <a:ext cx="196850" cy="6350"/>
            </a:xfrm>
            <a:custGeom>
              <a:avLst/>
              <a:gdLst/>
              <a:ahLst/>
              <a:cxnLst/>
              <a:rect l="l" t="t" r="r" b="b"/>
              <a:pathLst>
                <a:path w="196850" h="6350">
                  <a:moveTo>
                    <a:pt x="196850" y="5092"/>
                  </a:moveTo>
                  <a:lnTo>
                    <a:pt x="1270" y="5092"/>
                  </a:lnTo>
                  <a:lnTo>
                    <a:pt x="1270" y="6350"/>
                  </a:lnTo>
                  <a:lnTo>
                    <a:pt x="196850" y="6350"/>
                  </a:lnTo>
                  <a:lnTo>
                    <a:pt x="196850" y="5092"/>
                  </a:lnTo>
                  <a:close/>
                </a:path>
                <a:path w="196850" h="6350">
                  <a:moveTo>
                    <a:pt x="196850" y="0"/>
                  </a:moveTo>
                  <a:lnTo>
                    <a:pt x="0" y="0"/>
                  </a:lnTo>
                  <a:lnTo>
                    <a:pt x="0" y="5080"/>
                  </a:lnTo>
                  <a:lnTo>
                    <a:pt x="196850" y="5080"/>
                  </a:lnTo>
                  <a:lnTo>
                    <a:pt x="196850" y="0"/>
                  </a:lnTo>
                  <a:close/>
                </a:path>
              </a:pathLst>
            </a:custGeom>
            <a:solidFill>
              <a:srgbClr val="000A9F"/>
            </a:solidFill>
          </p:spPr>
          <p:txBody>
            <a:bodyPr wrap="square" lIns="0" tIns="0" rIns="0" bIns="0" rtlCol="0"/>
            <a:lstStyle/>
            <a:p/>
          </p:txBody>
        </p:sp>
        <p:sp>
          <p:nvSpPr>
            <p:cNvPr id="2094" name="object 2094"/>
            <p:cNvSpPr/>
            <p:nvPr/>
          </p:nvSpPr>
          <p:spPr>
            <a:xfrm>
              <a:off x="6309360" y="1523999"/>
              <a:ext cx="195580" cy="7620"/>
            </a:xfrm>
            <a:custGeom>
              <a:avLst/>
              <a:gdLst/>
              <a:ahLst/>
              <a:cxnLst/>
              <a:rect l="l" t="t" r="r" b="b"/>
              <a:pathLst>
                <a:path w="195579" h="7619">
                  <a:moveTo>
                    <a:pt x="0" y="7620"/>
                  </a:moveTo>
                  <a:lnTo>
                    <a:pt x="0" y="0"/>
                  </a:lnTo>
                  <a:lnTo>
                    <a:pt x="195580" y="0"/>
                  </a:lnTo>
                  <a:lnTo>
                    <a:pt x="195580" y="7620"/>
                  </a:lnTo>
                  <a:lnTo>
                    <a:pt x="0" y="7620"/>
                  </a:lnTo>
                  <a:close/>
                </a:path>
              </a:pathLst>
            </a:custGeom>
            <a:solidFill>
              <a:srgbClr val="000AA1"/>
            </a:solidFill>
          </p:spPr>
          <p:txBody>
            <a:bodyPr wrap="square" lIns="0" tIns="0" rIns="0" bIns="0" rtlCol="0"/>
            <a:lstStyle/>
            <a:p/>
          </p:txBody>
        </p:sp>
        <p:sp>
          <p:nvSpPr>
            <p:cNvPr id="2095" name="object 2095"/>
            <p:cNvSpPr/>
            <p:nvPr/>
          </p:nvSpPr>
          <p:spPr>
            <a:xfrm>
              <a:off x="6310630" y="1531619"/>
              <a:ext cx="194310" cy="7620"/>
            </a:xfrm>
            <a:custGeom>
              <a:avLst/>
              <a:gdLst/>
              <a:ahLst/>
              <a:cxnLst/>
              <a:rect l="l" t="t" r="r" b="b"/>
              <a:pathLst>
                <a:path w="194309" h="7619">
                  <a:moveTo>
                    <a:pt x="194310" y="0"/>
                  </a:moveTo>
                  <a:lnTo>
                    <a:pt x="0" y="0"/>
                  </a:lnTo>
                  <a:lnTo>
                    <a:pt x="0" y="7619"/>
                  </a:lnTo>
                  <a:lnTo>
                    <a:pt x="194310" y="7619"/>
                  </a:lnTo>
                  <a:lnTo>
                    <a:pt x="194310" y="0"/>
                  </a:lnTo>
                  <a:close/>
                </a:path>
              </a:pathLst>
            </a:custGeom>
            <a:solidFill>
              <a:srgbClr val="000AA2"/>
            </a:solidFill>
          </p:spPr>
          <p:txBody>
            <a:bodyPr wrap="square" lIns="0" tIns="0" rIns="0" bIns="0" rtlCol="0"/>
            <a:lstStyle/>
            <a:p/>
          </p:txBody>
        </p:sp>
        <p:sp>
          <p:nvSpPr>
            <p:cNvPr id="2096" name="object 2096"/>
            <p:cNvSpPr/>
            <p:nvPr/>
          </p:nvSpPr>
          <p:spPr>
            <a:xfrm>
              <a:off x="6311900" y="1539239"/>
              <a:ext cx="193040" cy="6350"/>
            </a:xfrm>
            <a:custGeom>
              <a:avLst/>
              <a:gdLst/>
              <a:ahLst/>
              <a:cxnLst/>
              <a:rect l="l" t="t" r="r" b="b"/>
              <a:pathLst>
                <a:path w="193040" h="6350">
                  <a:moveTo>
                    <a:pt x="193040" y="0"/>
                  </a:moveTo>
                  <a:lnTo>
                    <a:pt x="0" y="0"/>
                  </a:lnTo>
                  <a:lnTo>
                    <a:pt x="0" y="6350"/>
                  </a:lnTo>
                  <a:lnTo>
                    <a:pt x="193040" y="6350"/>
                  </a:lnTo>
                  <a:lnTo>
                    <a:pt x="193040" y="0"/>
                  </a:lnTo>
                  <a:close/>
                </a:path>
              </a:pathLst>
            </a:custGeom>
            <a:solidFill>
              <a:srgbClr val="0009A4"/>
            </a:solidFill>
          </p:spPr>
          <p:txBody>
            <a:bodyPr wrap="square" lIns="0" tIns="0" rIns="0" bIns="0" rtlCol="0"/>
            <a:lstStyle/>
            <a:p/>
          </p:txBody>
        </p:sp>
        <p:sp>
          <p:nvSpPr>
            <p:cNvPr id="2097" name="object 2097"/>
            <p:cNvSpPr/>
            <p:nvPr/>
          </p:nvSpPr>
          <p:spPr>
            <a:xfrm>
              <a:off x="6311900" y="1545589"/>
              <a:ext cx="193040" cy="7620"/>
            </a:xfrm>
            <a:custGeom>
              <a:avLst/>
              <a:gdLst/>
              <a:ahLst/>
              <a:cxnLst/>
              <a:rect l="l" t="t" r="r" b="b"/>
              <a:pathLst>
                <a:path w="193040" h="7619">
                  <a:moveTo>
                    <a:pt x="193040" y="2552"/>
                  </a:moveTo>
                  <a:lnTo>
                    <a:pt x="1270" y="2552"/>
                  </a:lnTo>
                  <a:lnTo>
                    <a:pt x="1270" y="7620"/>
                  </a:lnTo>
                  <a:lnTo>
                    <a:pt x="193040" y="7620"/>
                  </a:lnTo>
                  <a:lnTo>
                    <a:pt x="193040" y="2552"/>
                  </a:lnTo>
                  <a:close/>
                </a:path>
                <a:path w="193040" h="7619">
                  <a:moveTo>
                    <a:pt x="193040" y="0"/>
                  </a:moveTo>
                  <a:lnTo>
                    <a:pt x="0" y="0"/>
                  </a:lnTo>
                  <a:lnTo>
                    <a:pt x="0" y="2540"/>
                  </a:lnTo>
                  <a:lnTo>
                    <a:pt x="193040" y="2540"/>
                  </a:lnTo>
                  <a:lnTo>
                    <a:pt x="193040" y="0"/>
                  </a:lnTo>
                  <a:close/>
                </a:path>
              </a:pathLst>
            </a:custGeom>
            <a:solidFill>
              <a:srgbClr val="0009A6"/>
            </a:solidFill>
          </p:spPr>
          <p:txBody>
            <a:bodyPr wrap="square" lIns="0" tIns="0" rIns="0" bIns="0" rtlCol="0"/>
            <a:lstStyle/>
            <a:p/>
          </p:txBody>
        </p:sp>
        <p:sp>
          <p:nvSpPr>
            <p:cNvPr id="2098" name="object 2098"/>
            <p:cNvSpPr/>
            <p:nvPr/>
          </p:nvSpPr>
          <p:spPr>
            <a:xfrm>
              <a:off x="6313170" y="1553209"/>
              <a:ext cx="191770" cy="7620"/>
            </a:xfrm>
            <a:custGeom>
              <a:avLst/>
              <a:gdLst/>
              <a:ahLst/>
              <a:cxnLst/>
              <a:rect l="l" t="t" r="r" b="b"/>
              <a:pathLst>
                <a:path w="191770" h="7619">
                  <a:moveTo>
                    <a:pt x="191770" y="0"/>
                  </a:moveTo>
                  <a:lnTo>
                    <a:pt x="0" y="0"/>
                  </a:lnTo>
                  <a:lnTo>
                    <a:pt x="0" y="3810"/>
                  </a:lnTo>
                  <a:lnTo>
                    <a:pt x="1270" y="3810"/>
                  </a:lnTo>
                  <a:lnTo>
                    <a:pt x="1270" y="7620"/>
                  </a:lnTo>
                  <a:lnTo>
                    <a:pt x="191770" y="7620"/>
                  </a:lnTo>
                  <a:lnTo>
                    <a:pt x="191770" y="3810"/>
                  </a:lnTo>
                  <a:lnTo>
                    <a:pt x="191770" y="0"/>
                  </a:lnTo>
                  <a:close/>
                </a:path>
              </a:pathLst>
            </a:custGeom>
            <a:solidFill>
              <a:srgbClr val="0008A8"/>
            </a:solidFill>
          </p:spPr>
          <p:txBody>
            <a:bodyPr wrap="square" lIns="0" tIns="0" rIns="0" bIns="0" rtlCol="0"/>
            <a:lstStyle/>
            <a:p/>
          </p:txBody>
        </p:sp>
        <p:sp>
          <p:nvSpPr>
            <p:cNvPr id="2099" name="object 2099"/>
            <p:cNvSpPr/>
            <p:nvPr/>
          </p:nvSpPr>
          <p:spPr>
            <a:xfrm>
              <a:off x="6314440" y="1560829"/>
              <a:ext cx="190500" cy="6350"/>
            </a:xfrm>
            <a:custGeom>
              <a:avLst/>
              <a:gdLst/>
              <a:ahLst/>
              <a:cxnLst/>
              <a:rect l="l" t="t" r="r" b="b"/>
              <a:pathLst>
                <a:path w="190500" h="6350">
                  <a:moveTo>
                    <a:pt x="190500" y="0"/>
                  </a:moveTo>
                  <a:lnTo>
                    <a:pt x="0" y="0"/>
                  </a:lnTo>
                  <a:lnTo>
                    <a:pt x="0" y="5080"/>
                  </a:lnTo>
                  <a:lnTo>
                    <a:pt x="1270" y="5080"/>
                  </a:lnTo>
                  <a:lnTo>
                    <a:pt x="1270" y="6350"/>
                  </a:lnTo>
                  <a:lnTo>
                    <a:pt x="190500" y="6350"/>
                  </a:lnTo>
                  <a:lnTo>
                    <a:pt x="190500" y="5080"/>
                  </a:lnTo>
                  <a:lnTo>
                    <a:pt x="190500" y="0"/>
                  </a:lnTo>
                  <a:close/>
                </a:path>
              </a:pathLst>
            </a:custGeom>
            <a:solidFill>
              <a:srgbClr val="0008A9"/>
            </a:solidFill>
          </p:spPr>
          <p:txBody>
            <a:bodyPr wrap="square" lIns="0" tIns="0" rIns="0" bIns="0" rtlCol="0"/>
            <a:lstStyle/>
            <a:p/>
          </p:txBody>
        </p:sp>
        <p:sp>
          <p:nvSpPr>
            <p:cNvPr id="2100" name="object 2100"/>
            <p:cNvSpPr/>
            <p:nvPr/>
          </p:nvSpPr>
          <p:spPr>
            <a:xfrm>
              <a:off x="6315710" y="1567179"/>
              <a:ext cx="189230" cy="7620"/>
            </a:xfrm>
            <a:custGeom>
              <a:avLst/>
              <a:gdLst/>
              <a:ahLst/>
              <a:cxnLst/>
              <a:rect l="l" t="t" r="r" b="b"/>
              <a:pathLst>
                <a:path w="189229" h="7619">
                  <a:moveTo>
                    <a:pt x="189230" y="0"/>
                  </a:moveTo>
                  <a:lnTo>
                    <a:pt x="0" y="0"/>
                  </a:lnTo>
                  <a:lnTo>
                    <a:pt x="0" y="6350"/>
                  </a:lnTo>
                  <a:lnTo>
                    <a:pt x="1270" y="6350"/>
                  </a:lnTo>
                  <a:lnTo>
                    <a:pt x="1270" y="7620"/>
                  </a:lnTo>
                  <a:lnTo>
                    <a:pt x="189230" y="7620"/>
                  </a:lnTo>
                  <a:lnTo>
                    <a:pt x="189230" y="6350"/>
                  </a:lnTo>
                  <a:lnTo>
                    <a:pt x="189230" y="0"/>
                  </a:lnTo>
                  <a:close/>
                </a:path>
              </a:pathLst>
            </a:custGeom>
            <a:solidFill>
              <a:srgbClr val="0007AB"/>
            </a:solidFill>
          </p:spPr>
          <p:txBody>
            <a:bodyPr wrap="square" lIns="0" tIns="0" rIns="0" bIns="0" rtlCol="0"/>
            <a:lstStyle/>
            <a:p/>
          </p:txBody>
        </p:sp>
        <p:sp>
          <p:nvSpPr>
            <p:cNvPr id="2101" name="object 2101"/>
            <p:cNvSpPr/>
            <p:nvPr/>
          </p:nvSpPr>
          <p:spPr>
            <a:xfrm>
              <a:off x="6316980" y="1574799"/>
              <a:ext cx="187960" cy="7620"/>
            </a:xfrm>
            <a:custGeom>
              <a:avLst/>
              <a:gdLst/>
              <a:ahLst/>
              <a:cxnLst/>
              <a:rect l="l" t="t" r="r" b="b"/>
              <a:pathLst>
                <a:path w="187959" h="7619">
                  <a:moveTo>
                    <a:pt x="187960" y="5092"/>
                  </a:moveTo>
                  <a:lnTo>
                    <a:pt x="1270" y="5092"/>
                  </a:lnTo>
                  <a:lnTo>
                    <a:pt x="1270" y="7620"/>
                  </a:lnTo>
                  <a:lnTo>
                    <a:pt x="187960" y="7620"/>
                  </a:lnTo>
                  <a:lnTo>
                    <a:pt x="187960" y="5092"/>
                  </a:lnTo>
                  <a:close/>
                </a:path>
                <a:path w="187959" h="7619">
                  <a:moveTo>
                    <a:pt x="187960" y="0"/>
                  </a:moveTo>
                  <a:lnTo>
                    <a:pt x="0" y="0"/>
                  </a:lnTo>
                  <a:lnTo>
                    <a:pt x="0" y="5080"/>
                  </a:lnTo>
                  <a:lnTo>
                    <a:pt x="187960" y="5080"/>
                  </a:lnTo>
                  <a:lnTo>
                    <a:pt x="187960" y="0"/>
                  </a:lnTo>
                  <a:close/>
                </a:path>
              </a:pathLst>
            </a:custGeom>
            <a:solidFill>
              <a:srgbClr val="0007AD"/>
            </a:solidFill>
          </p:spPr>
          <p:txBody>
            <a:bodyPr wrap="square" lIns="0" tIns="0" rIns="0" bIns="0" rtlCol="0"/>
            <a:lstStyle/>
            <a:p/>
          </p:txBody>
        </p:sp>
        <p:sp>
          <p:nvSpPr>
            <p:cNvPr id="2102" name="object 2102"/>
            <p:cNvSpPr/>
            <p:nvPr/>
          </p:nvSpPr>
          <p:spPr>
            <a:xfrm>
              <a:off x="6318250" y="1582419"/>
              <a:ext cx="186690" cy="6350"/>
            </a:xfrm>
            <a:custGeom>
              <a:avLst/>
              <a:gdLst/>
              <a:ahLst/>
              <a:cxnLst/>
              <a:rect l="l" t="t" r="r" b="b"/>
              <a:pathLst>
                <a:path w="186690" h="6350">
                  <a:moveTo>
                    <a:pt x="186690" y="0"/>
                  </a:moveTo>
                  <a:lnTo>
                    <a:pt x="0" y="0"/>
                  </a:lnTo>
                  <a:lnTo>
                    <a:pt x="0" y="2540"/>
                  </a:lnTo>
                  <a:lnTo>
                    <a:pt x="1270" y="2540"/>
                  </a:lnTo>
                  <a:lnTo>
                    <a:pt x="1270" y="6350"/>
                  </a:lnTo>
                  <a:lnTo>
                    <a:pt x="186690" y="6350"/>
                  </a:lnTo>
                  <a:lnTo>
                    <a:pt x="186690" y="2540"/>
                  </a:lnTo>
                  <a:lnTo>
                    <a:pt x="186690" y="0"/>
                  </a:lnTo>
                  <a:close/>
                </a:path>
              </a:pathLst>
            </a:custGeom>
            <a:solidFill>
              <a:srgbClr val="0006AF"/>
            </a:solidFill>
          </p:spPr>
          <p:txBody>
            <a:bodyPr wrap="square" lIns="0" tIns="0" rIns="0" bIns="0" rtlCol="0"/>
            <a:lstStyle/>
            <a:p/>
          </p:txBody>
        </p:sp>
        <p:sp>
          <p:nvSpPr>
            <p:cNvPr id="2103" name="object 2103"/>
            <p:cNvSpPr/>
            <p:nvPr/>
          </p:nvSpPr>
          <p:spPr>
            <a:xfrm>
              <a:off x="6319520" y="1588769"/>
              <a:ext cx="185420" cy="7620"/>
            </a:xfrm>
            <a:custGeom>
              <a:avLst/>
              <a:gdLst/>
              <a:ahLst/>
              <a:cxnLst/>
              <a:rect l="l" t="t" r="r" b="b"/>
              <a:pathLst>
                <a:path w="185420" h="7619">
                  <a:moveTo>
                    <a:pt x="185420" y="0"/>
                  </a:moveTo>
                  <a:lnTo>
                    <a:pt x="0" y="0"/>
                  </a:lnTo>
                  <a:lnTo>
                    <a:pt x="0" y="2540"/>
                  </a:lnTo>
                  <a:lnTo>
                    <a:pt x="1270" y="2540"/>
                  </a:lnTo>
                  <a:lnTo>
                    <a:pt x="1270" y="7620"/>
                  </a:lnTo>
                  <a:lnTo>
                    <a:pt x="185420" y="7620"/>
                  </a:lnTo>
                  <a:lnTo>
                    <a:pt x="185420" y="2540"/>
                  </a:lnTo>
                  <a:lnTo>
                    <a:pt x="185420" y="0"/>
                  </a:lnTo>
                  <a:close/>
                </a:path>
              </a:pathLst>
            </a:custGeom>
            <a:solidFill>
              <a:srgbClr val="0006B0"/>
            </a:solidFill>
          </p:spPr>
          <p:txBody>
            <a:bodyPr wrap="square" lIns="0" tIns="0" rIns="0" bIns="0" rtlCol="0"/>
            <a:lstStyle/>
            <a:p/>
          </p:txBody>
        </p:sp>
        <p:sp>
          <p:nvSpPr>
            <p:cNvPr id="2104" name="object 2104"/>
            <p:cNvSpPr/>
            <p:nvPr/>
          </p:nvSpPr>
          <p:spPr>
            <a:xfrm>
              <a:off x="6320790" y="1596389"/>
              <a:ext cx="184150" cy="7620"/>
            </a:xfrm>
            <a:custGeom>
              <a:avLst/>
              <a:gdLst/>
              <a:ahLst/>
              <a:cxnLst/>
              <a:rect l="l" t="t" r="r" b="b"/>
              <a:pathLst>
                <a:path w="184150" h="7619">
                  <a:moveTo>
                    <a:pt x="184150" y="6362"/>
                  </a:moveTo>
                  <a:lnTo>
                    <a:pt x="2540" y="6362"/>
                  </a:lnTo>
                  <a:lnTo>
                    <a:pt x="2540" y="7620"/>
                  </a:lnTo>
                  <a:lnTo>
                    <a:pt x="184150" y="7620"/>
                  </a:lnTo>
                  <a:lnTo>
                    <a:pt x="184150" y="6362"/>
                  </a:lnTo>
                  <a:close/>
                </a:path>
                <a:path w="184150" h="7619">
                  <a:moveTo>
                    <a:pt x="184150" y="0"/>
                  </a:moveTo>
                  <a:lnTo>
                    <a:pt x="0" y="0"/>
                  </a:lnTo>
                  <a:lnTo>
                    <a:pt x="0" y="1270"/>
                  </a:lnTo>
                  <a:lnTo>
                    <a:pt x="1270" y="1270"/>
                  </a:lnTo>
                  <a:lnTo>
                    <a:pt x="1270" y="6350"/>
                  </a:lnTo>
                  <a:lnTo>
                    <a:pt x="184150" y="6350"/>
                  </a:lnTo>
                  <a:lnTo>
                    <a:pt x="184150" y="1270"/>
                  </a:lnTo>
                  <a:lnTo>
                    <a:pt x="184150" y="0"/>
                  </a:lnTo>
                  <a:close/>
                </a:path>
              </a:pathLst>
            </a:custGeom>
            <a:solidFill>
              <a:srgbClr val="0006B2"/>
            </a:solidFill>
          </p:spPr>
          <p:txBody>
            <a:bodyPr wrap="square" lIns="0" tIns="0" rIns="0" bIns="0" rtlCol="0"/>
            <a:lstStyle/>
            <a:p/>
          </p:txBody>
        </p:sp>
        <p:sp>
          <p:nvSpPr>
            <p:cNvPr id="2105" name="object 2105"/>
            <p:cNvSpPr/>
            <p:nvPr/>
          </p:nvSpPr>
          <p:spPr>
            <a:xfrm>
              <a:off x="6323330" y="1604009"/>
              <a:ext cx="181610" cy="6350"/>
            </a:xfrm>
            <a:custGeom>
              <a:avLst/>
              <a:gdLst/>
              <a:ahLst/>
              <a:cxnLst/>
              <a:rect l="l" t="t" r="r" b="b"/>
              <a:pathLst>
                <a:path w="181609" h="6350">
                  <a:moveTo>
                    <a:pt x="181610" y="0"/>
                  </a:moveTo>
                  <a:lnTo>
                    <a:pt x="0" y="0"/>
                  </a:lnTo>
                  <a:lnTo>
                    <a:pt x="0" y="3810"/>
                  </a:lnTo>
                  <a:lnTo>
                    <a:pt x="1270" y="3810"/>
                  </a:lnTo>
                  <a:lnTo>
                    <a:pt x="1270" y="6350"/>
                  </a:lnTo>
                  <a:lnTo>
                    <a:pt x="181610" y="6350"/>
                  </a:lnTo>
                  <a:lnTo>
                    <a:pt x="181610" y="3810"/>
                  </a:lnTo>
                  <a:lnTo>
                    <a:pt x="181610" y="0"/>
                  </a:lnTo>
                  <a:close/>
                </a:path>
              </a:pathLst>
            </a:custGeom>
            <a:solidFill>
              <a:srgbClr val="0005B4"/>
            </a:solidFill>
          </p:spPr>
          <p:txBody>
            <a:bodyPr wrap="square" lIns="0" tIns="0" rIns="0" bIns="0" rtlCol="0"/>
            <a:lstStyle/>
            <a:p/>
          </p:txBody>
        </p:sp>
        <p:sp>
          <p:nvSpPr>
            <p:cNvPr id="2106" name="object 2106"/>
            <p:cNvSpPr/>
            <p:nvPr/>
          </p:nvSpPr>
          <p:spPr>
            <a:xfrm>
              <a:off x="6324600" y="1610359"/>
              <a:ext cx="180340" cy="7620"/>
            </a:xfrm>
            <a:custGeom>
              <a:avLst/>
              <a:gdLst/>
              <a:ahLst/>
              <a:cxnLst/>
              <a:rect l="l" t="t" r="r" b="b"/>
              <a:pathLst>
                <a:path w="180340" h="7619">
                  <a:moveTo>
                    <a:pt x="180340" y="0"/>
                  </a:moveTo>
                  <a:lnTo>
                    <a:pt x="0" y="0"/>
                  </a:lnTo>
                  <a:lnTo>
                    <a:pt x="0" y="2540"/>
                  </a:lnTo>
                  <a:lnTo>
                    <a:pt x="1270" y="2540"/>
                  </a:lnTo>
                  <a:lnTo>
                    <a:pt x="1270" y="7620"/>
                  </a:lnTo>
                  <a:lnTo>
                    <a:pt x="180340" y="7620"/>
                  </a:lnTo>
                  <a:lnTo>
                    <a:pt x="180340" y="2540"/>
                  </a:lnTo>
                  <a:lnTo>
                    <a:pt x="180340" y="0"/>
                  </a:lnTo>
                  <a:close/>
                </a:path>
              </a:pathLst>
            </a:custGeom>
            <a:solidFill>
              <a:srgbClr val="0005B6"/>
            </a:solidFill>
          </p:spPr>
          <p:txBody>
            <a:bodyPr wrap="square" lIns="0" tIns="0" rIns="0" bIns="0" rtlCol="0"/>
            <a:lstStyle/>
            <a:p/>
          </p:txBody>
        </p:sp>
        <p:sp>
          <p:nvSpPr>
            <p:cNvPr id="2107" name="object 2107"/>
            <p:cNvSpPr/>
            <p:nvPr/>
          </p:nvSpPr>
          <p:spPr>
            <a:xfrm>
              <a:off x="6325870" y="1617979"/>
              <a:ext cx="179070" cy="7620"/>
            </a:xfrm>
            <a:custGeom>
              <a:avLst/>
              <a:gdLst/>
              <a:ahLst/>
              <a:cxnLst/>
              <a:rect l="l" t="t" r="r" b="b"/>
              <a:pathLst>
                <a:path w="179070" h="7619">
                  <a:moveTo>
                    <a:pt x="179070" y="0"/>
                  </a:moveTo>
                  <a:lnTo>
                    <a:pt x="0" y="0"/>
                  </a:lnTo>
                  <a:lnTo>
                    <a:pt x="0" y="1270"/>
                  </a:lnTo>
                  <a:lnTo>
                    <a:pt x="1270" y="1270"/>
                  </a:lnTo>
                  <a:lnTo>
                    <a:pt x="1270" y="6350"/>
                  </a:lnTo>
                  <a:lnTo>
                    <a:pt x="2540" y="6350"/>
                  </a:lnTo>
                  <a:lnTo>
                    <a:pt x="2540" y="7620"/>
                  </a:lnTo>
                  <a:lnTo>
                    <a:pt x="179070" y="7620"/>
                  </a:lnTo>
                  <a:lnTo>
                    <a:pt x="179070" y="6350"/>
                  </a:lnTo>
                  <a:lnTo>
                    <a:pt x="179070" y="1270"/>
                  </a:lnTo>
                  <a:lnTo>
                    <a:pt x="179070" y="0"/>
                  </a:lnTo>
                  <a:close/>
                </a:path>
              </a:pathLst>
            </a:custGeom>
            <a:solidFill>
              <a:srgbClr val="0004B7"/>
            </a:solidFill>
          </p:spPr>
          <p:txBody>
            <a:bodyPr wrap="square" lIns="0" tIns="0" rIns="0" bIns="0" rtlCol="0"/>
            <a:lstStyle/>
            <a:p/>
          </p:txBody>
        </p:sp>
        <p:sp>
          <p:nvSpPr>
            <p:cNvPr id="2108" name="object 2108"/>
            <p:cNvSpPr/>
            <p:nvPr/>
          </p:nvSpPr>
          <p:spPr>
            <a:xfrm>
              <a:off x="6328410" y="1625599"/>
              <a:ext cx="176530" cy="6350"/>
            </a:xfrm>
            <a:custGeom>
              <a:avLst/>
              <a:gdLst/>
              <a:ahLst/>
              <a:cxnLst/>
              <a:rect l="l" t="t" r="r" b="b"/>
              <a:pathLst>
                <a:path w="176529" h="6350">
                  <a:moveTo>
                    <a:pt x="176530" y="0"/>
                  </a:moveTo>
                  <a:lnTo>
                    <a:pt x="0" y="0"/>
                  </a:lnTo>
                  <a:lnTo>
                    <a:pt x="0" y="2540"/>
                  </a:lnTo>
                  <a:lnTo>
                    <a:pt x="1270" y="2540"/>
                  </a:lnTo>
                  <a:lnTo>
                    <a:pt x="1270" y="6350"/>
                  </a:lnTo>
                  <a:lnTo>
                    <a:pt x="176530" y="6350"/>
                  </a:lnTo>
                  <a:lnTo>
                    <a:pt x="176530" y="2540"/>
                  </a:lnTo>
                  <a:lnTo>
                    <a:pt x="176530" y="0"/>
                  </a:lnTo>
                  <a:close/>
                </a:path>
              </a:pathLst>
            </a:custGeom>
            <a:solidFill>
              <a:srgbClr val="0004B9"/>
            </a:solidFill>
          </p:spPr>
          <p:txBody>
            <a:bodyPr wrap="square" lIns="0" tIns="0" rIns="0" bIns="0" rtlCol="0"/>
            <a:lstStyle/>
            <a:p/>
          </p:txBody>
        </p:sp>
        <p:sp>
          <p:nvSpPr>
            <p:cNvPr id="2109" name="object 2109"/>
            <p:cNvSpPr/>
            <p:nvPr/>
          </p:nvSpPr>
          <p:spPr>
            <a:xfrm>
              <a:off x="6330950" y="1631949"/>
              <a:ext cx="173990" cy="7620"/>
            </a:xfrm>
            <a:custGeom>
              <a:avLst/>
              <a:gdLst/>
              <a:ahLst/>
              <a:cxnLst/>
              <a:rect l="l" t="t" r="r" b="b"/>
              <a:pathLst>
                <a:path w="173990" h="7619">
                  <a:moveTo>
                    <a:pt x="173990" y="0"/>
                  </a:moveTo>
                  <a:lnTo>
                    <a:pt x="0" y="0"/>
                  </a:lnTo>
                  <a:lnTo>
                    <a:pt x="0" y="2540"/>
                  </a:lnTo>
                  <a:lnTo>
                    <a:pt x="1270" y="2540"/>
                  </a:lnTo>
                  <a:lnTo>
                    <a:pt x="1270" y="6350"/>
                  </a:lnTo>
                  <a:lnTo>
                    <a:pt x="2540" y="6350"/>
                  </a:lnTo>
                  <a:lnTo>
                    <a:pt x="2540" y="7620"/>
                  </a:lnTo>
                  <a:lnTo>
                    <a:pt x="173990" y="7620"/>
                  </a:lnTo>
                  <a:lnTo>
                    <a:pt x="173990" y="6350"/>
                  </a:lnTo>
                  <a:lnTo>
                    <a:pt x="173990" y="2540"/>
                  </a:lnTo>
                  <a:lnTo>
                    <a:pt x="173990" y="0"/>
                  </a:lnTo>
                  <a:close/>
                </a:path>
              </a:pathLst>
            </a:custGeom>
            <a:solidFill>
              <a:srgbClr val="0003BB"/>
            </a:solidFill>
          </p:spPr>
          <p:txBody>
            <a:bodyPr wrap="square" lIns="0" tIns="0" rIns="0" bIns="0" rtlCol="0"/>
            <a:lstStyle/>
            <a:p/>
          </p:txBody>
        </p:sp>
        <p:sp>
          <p:nvSpPr>
            <p:cNvPr id="2110" name="object 2110"/>
            <p:cNvSpPr/>
            <p:nvPr/>
          </p:nvSpPr>
          <p:spPr>
            <a:xfrm>
              <a:off x="6333490" y="1639569"/>
              <a:ext cx="171450" cy="7620"/>
            </a:xfrm>
            <a:custGeom>
              <a:avLst/>
              <a:gdLst/>
              <a:ahLst/>
              <a:cxnLst/>
              <a:rect l="l" t="t" r="r" b="b"/>
              <a:pathLst>
                <a:path w="171450" h="7619">
                  <a:moveTo>
                    <a:pt x="171450" y="0"/>
                  </a:moveTo>
                  <a:lnTo>
                    <a:pt x="0" y="0"/>
                  </a:lnTo>
                  <a:lnTo>
                    <a:pt x="0" y="3810"/>
                  </a:lnTo>
                  <a:lnTo>
                    <a:pt x="1270" y="3810"/>
                  </a:lnTo>
                  <a:lnTo>
                    <a:pt x="1270" y="6350"/>
                  </a:lnTo>
                  <a:lnTo>
                    <a:pt x="1270" y="7620"/>
                  </a:lnTo>
                  <a:lnTo>
                    <a:pt x="92710" y="7620"/>
                  </a:lnTo>
                  <a:lnTo>
                    <a:pt x="92710" y="6350"/>
                  </a:lnTo>
                  <a:lnTo>
                    <a:pt x="93980" y="6350"/>
                  </a:lnTo>
                  <a:lnTo>
                    <a:pt x="93980" y="7620"/>
                  </a:lnTo>
                  <a:lnTo>
                    <a:pt x="171450" y="7620"/>
                  </a:lnTo>
                  <a:lnTo>
                    <a:pt x="171450" y="6350"/>
                  </a:lnTo>
                  <a:lnTo>
                    <a:pt x="171450" y="3810"/>
                  </a:lnTo>
                  <a:lnTo>
                    <a:pt x="171450" y="0"/>
                  </a:lnTo>
                  <a:close/>
                </a:path>
              </a:pathLst>
            </a:custGeom>
            <a:solidFill>
              <a:srgbClr val="0003BD"/>
            </a:solidFill>
          </p:spPr>
          <p:txBody>
            <a:bodyPr wrap="square" lIns="0" tIns="0" rIns="0" bIns="0" rtlCol="0"/>
            <a:lstStyle/>
            <a:p/>
          </p:txBody>
        </p:sp>
        <p:sp>
          <p:nvSpPr>
            <p:cNvPr id="2111" name="object 2111"/>
            <p:cNvSpPr/>
            <p:nvPr/>
          </p:nvSpPr>
          <p:spPr>
            <a:xfrm>
              <a:off x="6336030" y="1647189"/>
              <a:ext cx="168910" cy="6350"/>
            </a:xfrm>
            <a:custGeom>
              <a:avLst/>
              <a:gdLst/>
              <a:ahLst/>
              <a:cxnLst/>
              <a:rect l="l" t="t" r="r" b="b"/>
              <a:pathLst>
                <a:path w="168909" h="6350">
                  <a:moveTo>
                    <a:pt x="90170" y="0"/>
                  </a:moveTo>
                  <a:lnTo>
                    <a:pt x="0" y="0"/>
                  </a:lnTo>
                  <a:lnTo>
                    <a:pt x="0" y="1270"/>
                  </a:lnTo>
                  <a:lnTo>
                    <a:pt x="0" y="2540"/>
                  </a:lnTo>
                  <a:lnTo>
                    <a:pt x="1270" y="2540"/>
                  </a:lnTo>
                  <a:lnTo>
                    <a:pt x="1270" y="3810"/>
                  </a:lnTo>
                  <a:lnTo>
                    <a:pt x="1270" y="5080"/>
                  </a:lnTo>
                  <a:lnTo>
                    <a:pt x="2540" y="5080"/>
                  </a:lnTo>
                  <a:lnTo>
                    <a:pt x="2540" y="6350"/>
                  </a:lnTo>
                  <a:lnTo>
                    <a:pt x="86360" y="6350"/>
                  </a:lnTo>
                  <a:lnTo>
                    <a:pt x="86360" y="5080"/>
                  </a:lnTo>
                  <a:lnTo>
                    <a:pt x="87630" y="5080"/>
                  </a:lnTo>
                  <a:lnTo>
                    <a:pt x="87630" y="3810"/>
                  </a:lnTo>
                  <a:lnTo>
                    <a:pt x="88900" y="3810"/>
                  </a:lnTo>
                  <a:lnTo>
                    <a:pt x="88900" y="2540"/>
                  </a:lnTo>
                  <a:lnTo>
                    <a:pt x="88900" y="1270"/>
                  </a:lnTo>
                  <a:lnTo>
                    <a:pt x="90170" y="1270"/>
                  </a:lnTo>
                  <a:lnTo>
                    <a:pt x="90170" y="0"/>
                  </a:lnTo>
                  <a:close/>
                </a:path>
                <a:path w="168909" h="6350">
                  <a:moveTo>
                    <a:pt x="168910" y="0"/>
                  </a:moveTo>
                  <a:lnTo>
                    <a:pt x="91440" y="0"/>
                  </a:lnTo>
                  <a:lnTo>
                    <a:pt x="91440" y="6350"/>
                  </a:lnTo>
                  <a:lnTo>
                    <a:pt x="168910" y="6350"/>
                  </a:lnTo>
                  <a:lnTo>
                    <a:pt x="168910" y="0"/>
                  </a:lnTo>
                  <a:close/>
                </a:path>
              </a:pathLst>
            </a:custGeom>
            <a:solidFill>
              <a:srgbClr val="0003BE"/>
            </a:solidFill>
          </p:spPr>
          <p:txBody>
            <a:bodyPr wrap="square" lIns="0" tIns="0" rIns="0" bIns="0" rtlCol="0"/>
            <a:lstStyle/>
            <a:p/>
          </p:txBody>
        </p:sp>
        <p:sp>
          <p:nvSpPr>
            <p:cNvPr id="2112" name="object 2112"/>
            <p:cNvSpPr/>
            <p:nvPr/>
          </p:nvSpPr>
          <p:spPr>
            <a:xfrm>
              <a:off x="6339840" y="1653539"/>
              <a:ext cx="165100" cy="7620"/>
            </a:xfrm>
            <a:custGeom>
              <a:avLst/>
              <a:gdLst/>
              <a:ahLst/>
              <a:cxnLst/>
              <a:rect l="l" t="t" r="r" b="b"/>
              <a:pathLst>
                <a:path w="165100" h="7619">
                  <a:moveTo>
                    <a:pt x="81279" y="0"/>
                  </a:moveTo>
                  <a:lnTo>
                    <a:pt x="0" y="0"/>
                  </a:lnTo>
                  <a:lnTo>
                    <a:pt x="0" y="2539"/>
                  </a:lnTo>
                  <a:lnTo>
                    <a:pt x="81279" y="2539"/>
                  </a:lnTo>
                  <a:lnTo>
                    <a:pt x="81279" y="0"/>
                  </a:lnTo>
                  <a:close/>
                </a:path>
                <a:path w="165100" h="7619">
                  <a:moveTo>
                    <a:pt x="165100" y="0"/>
                  </a:moveTo>
                  <a:lnTo>
                    <a:pt x="87630" y="0"/>
                  </a:lnTo>
                  <a:lnTo>
                    <a:pt x="87630" y="2539"/>
                  </a:lnTo>
                  <a:lnTo>
                    <a:pt x="165100" y="2539"/>
                  </a:lnTo>
                  <a:lnTo>
                    <a:pt x="165100" y="0"/>
                  </a:lnTo>
                  <a:close/>
                </a:path>
                <a:path w="165100" h="7619">
                  <a:moveTo>
                    <a:pt x="78739" y="5080"/>
                  </a:moveTo>
                  <a:lnTo>
                    <a:pt x="2539" y="5080"/>
                  </a:lnTo>
                  <a:lnTo>
                    <a:pt x="2539" y="6350"/>
                  </a:lnTo>
                  <a:lnTo>
                    <a:pt x="3810" y="6350"/>
                  </a:lnTo>
                  <a:lnTo>
                    <a:pt x="3810" y="7620"/>
                  </a:lnTo>
                  <a:lnTo>
                    <a:pt x="78739" y="7620"/>
                  </a:lnTo>
                  <a:lnTo>
                    <a:pt x="78739" y="5080"/>
                  </a:lnTo>
                  <a:close/>
                </a:path>
                <a:path w="165100" h="7619">
                  <a:moveTo>
                    <a:pt x="80010" y="2540"/>
                  </a:moveTo>
                  <a:lnTo>
                    <a:pt x="1270" y="2540"/>
                  </a:lnTo>
                  <a:lnTo>
                    <a:pt x="1270" y="5080"/>
                  </a:lnTo>
                  <a:lnTo>
                    <a:pt x="80010" y="5080"/>
                  </a:lnTo>
                  <a:lnTo>
                    <a:pt x="80010" y="2540"/>
                  </a:lnTo>
                  <a:close/>
                </a:path>
                <a:path w="165100" h="7619">
                  <a:moveTo>
                    <a:pt x="165100" y="2540"/>
                  </a:moveTo>
                  <a:lnTo>
                    <a:pt x="87630" y="2540"/>
                  </a:lnTo>
                  <a:lnTo>
                    <a:pt x="87630" y="7620"/>
                  </a:lnTo>
                  <a:lnTo>
                    <a:pt x="165100" y="7620"/>
                  </a:lnTo>
                  <a:lnTo>
                    <a:pt x="165100" y="2540"/>
                  </a:lnTo>
                  <a:close/>
                </a:path>
              </a:pathLst>
            </a:custGeom>
            <a:solidFill>
              <a:srgbClr val="0002C0"/>
            </a:solidFill>
          </p:spPr>
          <p:txBody>
            <a:bodyPr wrap="square" lIns="0" tIns="0" rIns="0" bIns="0" rtlCol="0"/>
            <a:lstStyle/>
            <a:p/>
          </p:txBody>
        </p:sp>
        <p:sp>
          <p:nvSpPr>
            <p:cNvPr id="2113" name="object 2113"/>
            <p:cNvSpPr/>
            <p:nvPr/>
          </p:nvSpPr>
          <p:spPr>
            <a:xfrm>
              <a:off x="6343650" y="1661159"/>
              <a:ext cx="161290" cy="7620"/>
            </a:xfrm>
            <a:custGeom>
              <a:avLst/>
              <a:gdLst/>
              <a:ahLst/>
              <a:cxnLst/>
              <a:rect l="l" t="t" r="r" b="b"/>
              <a:pathLst>
                <a:path w="161290" h="7619">
                  <a:moveTo>
                    <a:pt x="73660" y="0"/>
                  </a:moveTo>
                  <a:lnTo>
                    <a:pt x="0" y="0"/>
                  </a:lnTo>
                  <a:lnTo>
                    <a:pt x="0" y="1269"/>
                  </a:lnTo>
                  <a:lnTo>
                    <a:pt x="73660" y="1269"/>
                  </a:lnTo>
                  <a:lnTo>
                    <a:pt x="73660" y="0"/>
                  </a:lnTo>
                  <a:close/>
                </a:path>
                <a:path w="161290" h="7619">
                  <a:moveTo>
                    <a:pt x="161290" y="0"/>
                  </a:moveTo>
                  <a:lnTo>
                    <a:pt x="83820" y="0"/>
                  </a:lnTo>
                  <a:lnTo>
                    <a:pt x="83820" y="1269"/>
                  </a:lnTo>
                  <a:lnTo>
                    <a:pt x="161290" y="1269"/>
                  </a:lnTo>
                  <a:lnTo>
                    <a:pt x="161290" y="0"/>
                  </a:lnTo>
                  <a:close/>
                </a:path>
                <a:path w="161290" h="7619">
                  <a:moveTo>
                    <a:pt x="71119" y="3810"/>
                  </a:moveTo>
                  <a:lnTo>
                    <a:pt x="2539" y="3810"/>
                  </a:lnTo>
                  <a:lnTo>
                    <a:pt x="2539" y="5079"/>
                  </a:lnTo>
                  <a:lnTo>
                    <a:pt x="3810" y="5079"/>
                  </a:lnTo>
                  <a:lnTo>
                    <a:pt x="3810" y="7619"/>
                  </a:lnTo>
                  <a:lnTo>
                    <a:pt x="69850" y="7619"/>
                  </a:lnTo>
                  <a:lnTo>
                    <a:pt x="69850" y="6350"/>
                  </a:lnTo>
                  <a:lnTo>
                    <a:pt x="71120" y="6350"/>
                  </a:lnTo>
                  <a:lnTo>
                    <a:pt x="71119" y="3810"/>
                  </a:lnTo>
                  <a:close/>
                </a:path>
                <a:path w="161290" h="7619">
                  <a:moveTo>
                    <a:pt x="72390" y="1270"/>
                  </a:moveTo>
                  <a:lnTo>
                    <a:pt x="1270" y="1270"/>
                  </a:lnTo>
                  <a:lnTo>
                    <a:pt x="1270" y="3810"/>
                  </a:lnTo>
                  <a:lnTo>
                    <a:pt x="72390" y="3810"/>
                  </a:lnTo>
                  <a:lnTo>
                    <a:pt x="72390" y="1270"/>
                  </a:lnTo>
                  <a:close/>
                </a:path>
                <a:path w="161290" h="7619">
                  <a:moveTo>
                    <a:pt x="161290" y="1270"/>
                  </a:moveTo>
                  <a:lnTo>
                    <a:pt x="83820" y="1270"/>
                  </a:lnTo>
                  <a:lnTo>
                    <a:pt x="83820" y="7619"/>
                  </a:lnTo>
                  <a:lnTo>
                    <a:pt x="161290" y="7619"/>
                  </a:lnTo>
                  <a:lnTo>
                    <a:pt x="161290" y="1270"/>
                  </a:lnTo>
                  <a:close/>
                </a:path>
              </a:pathLst>
            </a:custGeom>
            <a:solidFill>
              <a:srgbClr val="0002C2"/>
            </a:solidFill>
          </p:spPr>
          <p:txBody>
            <a:bodyPr wrap="square" lIns="0" tIns="0" rIns="0" bIns="0" rtlCol="0"/>
            <a:lstStyle/>
            <a:p/>
          </p:txBody>
        </p:sp>
        <p:sp>
          <p:nvSpPr>
            <p:cNvPr id="2114" name="object 2114"/>
            <p:cNvSpPr/>
            <p:nvPr/>
          </p:nvSpPr>
          <p:spPr>
            <a:xfrm>
              <a:off x="6348730" y="1668779"/>
              <a:ext cx="156210" cy="6350"/>
            </a:xfrm>
            <a:custGeom>
              <a:avLst/>
              <a:gdLst/>
              <a:ahLst/>
              <a:cxnLst/>
              <a:rect l="l" t="t" r="r" b="b"/>
              <a:pathLst>
                <a:path w="156209" h="6350">
                  <a:moveTo>
                    <a:pt x="156210" y="0"/>
                  </a:moveTo>
                  <a:lnTo>
                    <a:pt x="78740" y="0"/>
                  </a:lnTo>
                  <a:lnTo>
                    <a:pt x="78740" y="6350"/>
                  </a:lnTo>
                  <a:lnTo>
                    <a:pt x="156210" y="6350"/>
                  </a:lnTo>
                  <a:lnTo>
                    <a:pt x="156210" y="0"/>
                  </a:lnTo>
                  <a:close/>
                </a:path>
                <a:path w="156209" h="6350">
                  <a:moveTo>
                    <a:pt x="60960" y="5080"/>
                  </a:moveTo>
                  <a:lnTo>
                    <a:pt x="3810" y="5080"/>
                  </a:lnTo>
                  <a:lnTo>
                    <a:pt x="3810" y="6350"/>
                  </a:lnTo>
                  <a:lnTo>
                    <a:pt x="60960" y="6350"/>
                  </a:lnTo>
                  <a:lnTo>
                    <a:pt x="60960" y="5080"/>
                  </a:lnTo>
                  <a:close/>
                </a:path>
                <a:path w="156209" h="6350">
                  <a:moveTo>
                    <a:pt x="62230" y="2540"/>
                  </a:moveTo>
                  <a:lnTo>
                    <a:pt x="1270" y="2540"/>
                  </a:lnTo>
                  <a:lnTo>
                    <a:pt x="1270" y="3810"/>
                  </a:lnTo>
                  <a:lnTo>
                    <a:pt x="2540" y="3810"/>
                  </a:lnTo>
                  <a:lnTo>
                    <a:pt x="2540" y="5080"/>
                  </a:lnTo>
                  <a:lnTo>
                    <a:pt x="62230" y="5080"/>
                  </a:lnTo>
                  <a:lnTo>
                    <a:pt x="62230" y="2540"/>
                  </a:lnTo>
                  <a:close/>
                </a:path>
                <a:path w="156209" h="6350">
                  <a:moveTo>
                    <a:pt x="63500" y="0"/>
                  </a:moveTo>
                  <a:lnTo>
                    <a:pt x="0" y="0"/>
                  </a:lnTo>
                  <a:lnTo>
                    <a:pt x="0" y="2540"/>
                  </a:lnTo>
                  <a:lnTo>
                    <a:pt x="63500" y="2540"/>
                  </a:lnTo>
                  <a:lnTo>
                    <a:pt x="63500" y="0"/>
                  </a:lnTo>
                  <a:close/>
                </a:path>
              </a:pathLst>
            </a:custGeom>
            <a:solidFill>
              <a:srgbClr val="0001C4"/>
            </a:solidFill>
          </p:spPr>
          <p:txBody>
            <a:bodyPr wrap="square" lIns="0" tIns="0" rIns="0" bIns="0" rtlCol="0"/>
            <a:lstStyle/>
            <a:p/>
          </p:txBody>
        </p:sp>
        <p:sp>
          <p:nvSpPr>
            <p:cNvPr id="2115" name="object 2115"/>
            <p:cNvSpPr/>
            <p:nvPr/>
          </p:nvSpPr>
          <p:spPr>
            <a:xfrm>
              <a:off x="6353810" y="1675129"/>
              <a:ext cx="151130" cy="7620"/>
            </a:xfrm>
            <a:custGeom>
              <a:avLst/>
              <a:gdLst/>
              <a:ahLst/>
              <a:cxnLst/>
              <a:rect l="l" t="t" r="r" b="b"/>
              <a:pathLst>
                <a:path w="151129" h="7619">
                  <a:moveTo>
                    <a:pt x="48260" y="5080"/>
                  </a:moveTo>
                  <a:lnTo>
                    <a:pt x="3810" y="5080"/>
                  </a:lnTo>
                  <a:lnTo>
                    <a:pt x="3810" y="6350"/>
                  </a:lnTo>
                  <a:lnTo>
                    <a:pt x="6350" y="6350"/>
                  </a:lnTo>
                  <a:lnTo>
                    <a:pt x="6350" y="7620"/>
                  </a:lnTo>
                  <a:lnTo>
                    <a:pt x="48260" y="7620"/>
                  </a:lnTo>
                  <a:lnTo>
                    <a:pt x="48260" y="5080"/>
                  </a:lnTo>
                  <a:close/>
                </a:path>
                <a:path w="151129" h="7619">
                  <a:moveTo>
                    <a:pt x="49529" y="3810"/>
                  </a:moveTo>
                  <a:lnTo>
                    <a:pt x="2539" y="3810"/>
                  </a:lnTo>
                  <a:lnTo>
                    <a:pt x="2539" y="5080"/>
                  </a:lnTo>
                  <a:lnTo>
                    <a:pt x="49529" y="5080"/>
                  </a:lnTo>
                  <a:lnTo>
                    <a:pt x="49529" y="3810"/>
                  </a:lnTo>
                  <a:close/>
                </a:path>
                <a:path w="151129" h="7619">
                  <a:moveTo>
                    <a:pt x="53339" y="1270"/>
                  </a:moveTo>
                  <a:lnTo>
                    <a:pt x="1269" y="1270"/>
                  </a:lnTo>
                  <a:lnTo>
                    <a:pt x="1269" y="3810"/>
                  </a:lnTo>
                  <a:lnTo>
                    <a:pt x="50799" y="3810"/>
                  </a:lnTo>
                  <a:lnTo>
                    <a:pt x="50799" y="2540"/>
                  </a:lnTo>
                  <a:lnTo>
                    <a:pt x="53339" y="2540"/>
                  </a:lnTo>
                  <a:lnTo>
                    <a:pt x="53339" y="1270"/>
                  </a:lnTo>
                  <a:close/>
                </a:path>
                <a:path w="151129" h="7619">
                  <a:moveTo>
                    <a:pt x="54610" y="0"/>
                  </a:moveTo>
                  <a:lnTo>
                    <a:pt x="0" y="0"/>
                  </a:lnTo>
                  <a:lnTo>
                    <a:pt x="0" y="1270"/>
                  </a:lnTo>
                  <a:lnTo>
                    <a:pt x="54610" y="1270"/>
                  </a:lnTo>
                  <a:lnTo>
                    <a:pt x="54610" y="0"/>
                  </a:lnTo>
                  <a:close/>
                </a:path>
                <a:path w="151129" h="7619">
                  <a:moveTo>
                    <a:pt x="151130" y="0"/>
                  </a:moveTo>
                  <a:lnTo>
                    <a:pt x="73660" y="0"/>
                  </a:lnTo>
                  <a:lnTo>
                    <a:pt x="73660" y="2540"/>
                  </a:lnTo>
                  <a:lnTo>
                    <a:pt x="151130" y="2540"/>
                  </a:lnTo>
                  <a:lnTo>
                    <a:pt x="151130" y="0"/>
                  </a:lnTo>
                  <a:close/>
                </a:path>
              </a:pathLst>
            </a:custGeom>
            <a:solidFill>
              <a:srgbClr val="0001C5"/>
            </a:solidFill>
          </p:spPr>
          <p:txBody>
            <a:bodyPr wrap="square" lIns="0" tIns="0" rIns="0" bIns="0" rtlCol="0"/>
            <a:lstStyle/>
            <a:p/>
          </p:txBody>
        </p:sp>
        <p:sp>
          <p:nvSpPr>
            <p:cNvPr id="2116" name="object 2116"/>
            <p:cNvSpPr/>
            <p:nvPr/>
          </p:nvSpPr>
          <p:spPr>
            <a:xfrm>
              <a:off x="6361430" y="1682749"/>
              <a:ext cx="39370" cy="7620"/>
            </a:xfrm>
            <a:custGeom>
              <a:avLst/>
              <a:gdLst/>
              <a:ahLst/>
              <a:cxnLst/>
              <a:rect l="l" t="t" r="r" b="b"/>
              <a:pathLst>
                <a:path w="39370" h="7619">
                  <a:moveTo>
                    <a:pt x="20320" y="6350"/>
                  </a:moveTo>
                  <a:lnTo>
                    <a:pt x="13970" y="6350"/>
                  </a:lnTo>
                  <a:lnTo>
                    <a:pt x="13970" y="7620"/>
                  </a:lnTo>
                  <a:lnTo>
                    <a:pt x="20320" y="7620"/>
                  </a:lnTo>
                  <a:lnTo>
                    <a:pt x="20320" y="6350"/>
                  </a:lnTo>
                  <a:close/>
                </a:path>
                <a:path w="39370" h="7619">
                  <a:moveTo>
                    <a:pt x="25400" y="5079"/>
                  </a:moveTo>
                  <a:lnTo>
                    <a:pt x="8890" y="5079"/>
                  </a:lnTo>
                  <a:lnTo>
                    <a:pt x="8890" y="6350"/>
                  </a:lnTo>
                  <a:lnTo>
                    <a:pt x="25400" y="6350"/>
                  </a:lnTo>
                  <a:lnTo>
                    <a:pt x="25400" y="5079"/>
                  </a:lnTo>
                  <a:close/>
                </a:path>
                <a:path w="39370" h="7619">
                  <a:moveTo>
                    <a:pt x="33020" y="3810"/>
                  </a:moveTo>
                  <a:lnTo>
                    <a:pt x="7620" y="3810"/>
                  </a:lnTo>
                  <a:lnTo>
                    <a:pt x="7620" y="5079"/>
                  </a:lnTo>
                  <a:lnTo>
                    <a:pt x="33020" y="5079"/>
                  </a:lnTo>
                  <a:lnTo>
                    <a:pt x="33020" y="3810"/>
                  </a:lnTo>
                  <a:close/>
                </a:path>
                <a:path w="39370" h="7619">
                  <a:moveTo>
                    <a:pt x="34290" y="2539"/>
                  </a:moveTo>
                  <a:lnTo>
                    <a:pt x="5080" y="2539"/>
                  </a:lnTo>
                  <a:lnTo>
                    <a:pt x="5080" y="3810"/>
                  </a:lnTo>
                  <a:lnTo>
                    <a:pt x="34290" y="3810"/>
                  </a:lnTo>
                  <a:lnTo>
                    <a:pt x="34290" y="2539"/>
                  </a:lnTo>
                  <a:close/>
                </a:path>
                <a:path w="39370" h="7619">
                  <a:moveTo>
                    <a:pt x="38100" y="1270"/>
                  </a:moveTo>
                  <a:lnTo>
                    <a:pt x="3810" y="1270"/>
                  </a:lnTo>
                  <a:lnTo>
                    <a:pt x="3810" y="2539"/>
                  </a:lnTo>
                  <a:lnTo>
                    <a:pt x="38100" y="2539"/>
                  </a:lnTo>
                  <a:lnTo>
                    <a:pt x="38100" y="1270"/>
                  </a:lnTo>
                  <a:close/>
                </a:path>
                <a:path w="39370" h="7619">
                  <a:moveTo>
                    <a:pt x="39370" y="0"/>
                  </a:moveTo>
                  <a:lnTo>
                    <a:pt x="0" y="0"/>
                  </a:lnTo>
                  <a:lnTo>
                    <a:pt x="0" y="1270"/>
                  </a:lnTo>
                  <a:lnTo>
                    <a:pt x="39370" y="1270"/>
                  </a:lnTo>
                  <a:lnTo>
                    <a:pt x="39370" y="0"/>
                  </a:lnTo>
                  <a:close/>
                </a:path>
              </a:pathLst>
            </a:custGeom>
            <a:solidFill>
              <a:srgbClr val="0000C7"/>
            </a:solidFill>
          </p:spPr>
          <p:txBody>
            <a:bodyPr wrap="square" lIns="0" tIns="0" rIns="0" bIns="0" rtlCol="0"/>
            <a:lstStyle/>
            <a:p/>
          </p:txBody>
        </p:sp>
      </p:grpSp>
      <p:grpSp>
        <p:nvGrpSpPr>
          <p:cNvPr id="2117" name="object 2117"/>
          <p:cNvGrpSpPr/>
          <p:nvPr/>
        </p:nvGrpSpPr>
        <p:grpSpPr>
          <a:xfrm>
            <a:off x="6774180" y="855980"/>
            <a:ext cx="203200" cy="820419"/>
            <a:chOff x="6774180" y="855980"/>
            <a:chExt cx="203200" cy="820419"/>
          </a:xfrm>
        </p:grpSpPr>
        <p:sp>
          <p:nvSpPr>
            <p:cNvPr id="2118" name="object 2118"/>
            <p:cNvSpPr/>
            <p:nvPr/>
          </p:nvSpPr>
          <p:spPr>
            <a:xfrm>
              <a:off x="6774180" y="855979"/>
              <a:ext cx="91440" cy="12700"/>
            </a:xfrm>
            <a:custGeom>
              <a:avLst/>
              <a:gdLst/>
              <a:ahLst/>
              <a:cxnLst/>
              <a:rect l="l" t="t" r="r" b="b"/>
              <a:pathLst>
                <a:path w="91440" h="12700">
                  <a:moveTo>
                    <a:pt x="91440" y="0"/>
                  </a:moveTo>
                  <a:lnTo>
                    <a:pt x="0" y="0"/>
                  </a:lnTo>
                  <a:lnTo>
                    <a:pt x="0" y="6350"/>
                  </a:lnTo>
                  <a:lnTo>
                    <a:pt x="0" y="12700"/>
                  </a:lnTo>
                  <a:lnTo>
                    <a:pt x="91440" y="12700"/>
                  </a:lnTo>
                  <a:lnTo>
                    <a:pt x="91440" y="6350"/>
                  </a:lnTo>
                  <a:lnTo>
                    <a:pt x="91440" y="0"/>
                  </a:lnTo>
                  <a:close/>
                </a:path>
              </a:pathLst>
            </a:custGeom>
            <a:solidFill>
              <a:srgbClr val="003300"/>
            </a:solidFill>
          </p:spPr>
          <p:txBody>
            <a:bodyPr wrap="square" lIns="0" tIns="0" rIns="0" bIns="0" rtlCol="0"/>
            <a:lstStyle/>
            <a:p/>
          </p:txBody>
        </p:sp>
        <p:sp>
          <p:nvSpPr>
            <p:cNvPr id="2119" name="object 2119"/>
            <p:cNvSpPr/>
            <p:nvPr/>
          </p:nvSpPr>
          <p:spPr>
            <a:xfrm>
              <a:off x="6774180" y="8686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3302"/>
            </a:solidFill>
          </p:spPr>
          <p:txBody>
            <a:bodyPr wrap="square" lIns="0" tIns="0" rIns="0" bIns="0" rtlCol="0"/>
            <a:lstStyle/>
            <a:p/>
          </p:txBody>
        </p:sp>
        <p:sp>
          <p:nvSpPr>
            <p:cNvPr id="2120" name="object 2120"/>
            <p:cNvSpPr/>
            <p:nvPr/>
          </p:nvSpPr>
          <p:spPr>
            <a:xfrm>
              <a:off x="6774180" y="8763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3104"/>
            </a:solidFill>
          </p:spPr>
          <p:txBody>
            <a:bodyPr wrap="square" lIns="0" tIns="0" rIns="0" bIns="0" rtlCol="0"/>
            <a:lstStyle/>
            <a:p/>
          </p:txBody>
        </p:sp>
        <p:sp>
          <p:nvSpPr>
            <p:cNvPr id="2121" name="object 2121"/>
            <p:cNvSpPr/>
            <p:nvPr/>
          </p:nvSpPr>
          <p:spPr>
            <a:xfrm>
              <a:off x="6774180" y="8839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3106"/>
            </a:solidFill>
          </p:spPr>
          <p:txBody>
            <a:bodyPr wrap="square" lIns="0" tIns="0" rIns="0" bIns="0" rtlCol="0"/>
            <a:lstStyle/>
            <a:p/>
          </p:txBody>
        </p:sp>
        <p:sp>
          <p:nvSpPr>
            <p:cNvPr id="2122" name="object 2122"/>
            <p:cNvSpPr/>
            <p:nvPr/>
          </p:nvSpPr>
          <p:spPr>
            <a:xfrm>
              <a:off x="6774180" y="8902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3007"/>
            </a:solidFill>
          </p:spPr>
          <p:txBody>
            <a:bodyPr wrap="square" lIns="0" tIns="0" rIns="0" bIns="0" rtlCol="0"/>
            <a:lstStyle/>
            <a:p/>
          </p:txBody>
        </p:sp>
        <p:sp>
          <p:nvSpPr>
            <p:cNvPr id="2123" name="object 2123"/>
            <p:cNvSpPr/>
            <p:nvPr/>
          </p:nvSpPr>
          <p:spPr>
            <a:xfrm>
              <a:off x="6774180" y="8978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3009"/>
            </a:solidFill>
          </p:spPr>
          <p:txBody>
            <a:bodyPr wrap="square" lIns="0" tIns="0" rIns="0" bIns="0" rtlCol="0"/>
            <a:lstStyle/>
            <a:p/>
          </p:txBody>
        </p:sp>
        <p:sp>
          <p:nvSpPr>
            <p:cNvPr id="2124" name="object 2124"/>
            <p:cNvSpPr/>
            <p:nvPr/>
          </p:nvSpPr>
          <p:spPr>
            <a:xfrm>
              <a:off x="6774180" y="9055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F0B"/>
            </a:solidFill>
          </p:spPr>
          <p:txBody>
            <a:bodyPr wrap="square" lIns="0" tIns="0" rIns="0" bIns="0" rtlCol="0"/>
            <a:lstStyle/>
            <a:p/>
          </p:txBody>
        </p:sp>
        <p:sp>
          <p:nvSpPr>
            <p:cNvPr id="2125" name="object 2125"/>
            <p:cNvSpPr/>
            <p:nvPr/>
          </p:nvSpPr>
          <p:spPr>
            <a:xfrm>
              <a:off x="6774180" y="9118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F0D"/>
            </a:solidFill>
          </p:spPr>
          <p:txBody>
            <a:bodyPr wrap="square" lIns="0" tIns="0" rIns="0" bIns="0" rtlCol="0"/>
            <a:lstStyle/>
            <a:p/>
          </p:txBody>
        </p:sp>
        <p:sp>
          <p:nvSpPr>
            <p:cNvPr id="2126" name="object 2126"/>
            <p:cNvSpPr/>
            <p:nvPr/>
          </p:nvSpPr>
          <p:spPr>
            <a:xfrm>
              <a:off x="6774180" y="9194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F0E"/>
            </a:solidFill>
          </p:spPr>
          <p:txBody>
            <a:bodyPr wrap="square" lIns="0" tIns="0" rIns="0" bIns="0" rtlCol="0"/>
            <a:lstStyle/>
            <a:p/>
          </p:txBody>
        </p:sp>
        <p:sp>
          <p:nvSpPr>
            <p:cNvPr id="2127" name="object 2127"/>
            <p:cNvSpPr/>
            <p:nvPr/>
          </p:nvSpPr>
          <p:spPr>
            <a:xfrm>
              <a:off x="6774180" y="92710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E10"/>
            </a:solidFill>
          </p:spPr>
          <p:txBody>
            <a:bodyPr wrap="square" lIns="0" tIns="0" rIns="0" bIns="0" rtlCol="0"/>
            <a:lstStyle/>
            <a:p/>
          </p:txBody>
        </p:sp>
        <p:sp>
          <p:nvSpPr>
            <p:cNvPr id="2128" name="object 2128"/>
            <p:cNvSpPr/>
            <p:nvPr/>
          </p:nvSpPr>
          <p:spPr>
            <a:xfrm>
              <a:off x="6774180" y="9334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E12"/>
            </a:solidFill>
          </p:spPr>
          <p:txBody>
            <a:bodyPr wrap="square" lIns="0" tIns="0" rIns="0" bIns="0" rtlCol="0"/>
            <a:lstStyle/>
            <a:p/>
          </p:txBody>
        </p:sp>
        <p:sp>
          <p:nvSpPr>
            <p:cNvPr id="2129" name="object 2129"/>
            <p:cNvSpPr/>
            <p:nvPr/>
          </p:nvSpPr>
          <p:spPr>
            <a:xfrm>
              <a:off x="6774180" y="9410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D14"/>
            </a:solidFill>
          </p:spPr>
          <p:txBody>
            <a:bodyPr wrap="square" lIns="0" tIns="0" rIns="0" bIns="0" rtlCol="0"/>
            <a:lstStyle/>
            <a:p/>
          </p:txBody>
        </p:sp>
        <p:sp>
          <p:nvSpPr>
            <p:cNvPr id="2130" name="object 2130"/>
            <p:cNvSpPr/>
            <p:nvPr/>
          </p:nvSpPr>
          <p:spPr>
            <a:xfrm>
              <a:off x="6774180" y="94869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D16"/>
            </a:solidFill>
          </p:spPr>
          <p:txBody>
            <a:bodyPr wrap="square" lIns="0" tIns="0" rIns="0" bIns="0" rtlCol="0"/>
            <a:lstStyle/>
            <a:p/>
          </p:txBody>
        </p:sp>
        <p:sp>
          <p:nvSpPr>
            <p:cNvPr id="2131" name="object 2131"/>
            <p:cNvSpPr/>
            <p:nvPr/>
          </p:nvSpPr>
          <p:spPr>
            <a:xfrm>
              <a:off x="6774180" y="9550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C17"/>
            </a:solidFill>
          </p:spPr>
          <p:txBody>
            <a:bodyPr wrap="square" lIns="0" tIns="0" rIns="0" bIns="0" rtlCol="0"/>
            <a:lstStyle/>
            <a:p/>
          </p:txBody>
        </p:sp>
        <p:sp>
          <p:nvSpPr>
            <p:cNvPr id="2132" name="object 2132"/>
            <p:cNvSpPr/>
            <p:nvPr/>
          </p:nvSpPr>
          <p:spPr>
            <a:xfrm>
              <a:off x="6774180" y="9626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C19"/>
            </a:solidFill>
          </p:spPr>
          <p:txBody>
            <a:bodyPr wrap="square" lIns="0" tIns="0" rIns="0" bIns="0" rtlCol="0"/>
            <a:lstStyle/>
            <a:p/>
          </p:txBody>
        </p:sp>
        <p:sp>
          <p:nvSpPr>
            <p:cNvPr id="2133" name="object 2133"/>
            <p:cNvSpPr/>
            <p:nvPr/>
          </p:nvSpPr>
          <p:spPr>
            <a:xfrm>
              <a:off x="6774180" y="9702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B1B"/>
            </a:solidFill>
          </p:spPr>
          <p:txBody>
            <a:bodyPr wrap="square" lIns="0" tIns="0" rIns="0" bIns="0" rtlCol="0"/>
            <a:lstStyle/>
            <a:p/>
          </p:txBody>
        </p:sp>
        <p:sp>
          <p:nvSpPr>
            <p:cNvPr id="2134" name="object 2134"/>
            <p:cNvSpPr/>
            <p:nvPr/>
          </p:nvSpPr>
          <p:spPr>
            <a:xfrm>
              <a:off x="6774180" y="9766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B1D"/>
            </a:solidFill>
          </p:spPr>
          <p:txBody>
            <a:bodyPr wrap="square" lIns="0" tIns="0" rIns="0" bIns="0" rtlCol="0"/>
            <a:lstStyle/>
            <a:p/>
          </p:txBody>
        </p:sp>
        <p:sp>
          <p:nvSpPr>
            <p:cNvPr id="2135" name="object 2135"/>
            <p:cNvSpPr/>
            <p:nvPr/>
          </p:nvSpPr>
          <p:spPr>
            <a:xfrm>
              <a:off x="6774180" y="9842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B1E"/>
            </a:solidFill>
          </p:spPr>
          <p:txBody>
            <a:bodyPr wrap="square" lIns="0" tIns="0" rIns="0" bIns="0" rtlCol="0"/>
            <a:lstStyle/>
            <a:p/>
          </p:txBody>
        </p:sp>
        <p:sp>
          <p:nvSpPr>
            <p:cNvPr id="2136" name="object 2136"/>
            <p:cNvSpPr/>
            <p:nvPr/>
          </p:nvSpPr>
          <p:spPr>
            <a:xfrm>
              <a:off x="6774180" y="9918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A20"/>
            </a:solidFill>
          </p:spPr>
          <p:txBody>
            <a:bodyPr wrap="square" lIns="0" tIns="0" rIns="0" bIns="0" rtlCol="0"/>
            <a:lstStyle/>
            <a:p/>
          </p:txBody>
        </p:sp>
        <p:sp>
          <p:nvSpPr>
            <p:cNvPr id="2137" name="object 2137"/>
            <p:cNvSpPr/>
            <p:nvPr/>
          </p:nvSpPr>
          <p:spPr>
            <a:xfrm>
              <a:off x="6774180" y="9982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A22"/>
            </a:solidFill>
          </p:spPr>
          <p:txBody>
            <a:bodyPr wrap="square" lIns="0" tIns="0" rIns="0" bIns="0" rtlCol="0"/>
            <a:lstStyle/>
            <a:p/>
          </p:txBody>
        </p:sp>
        <p:sp>
          <p:nvSpPr>
            <p:cNvPr id="2138" name="object 2138"/>
            <p:cNvSpPr/>
            <p:nvPr/>
          </p:nvSpPr>
          <p:spPr>
            <a:xfrm>
              <a:off x="6774180" y="10058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924"/>
            </a:solidFill>
          </p:spPr>
          <p:txBody>
            <a:bodyPr wrap="square" lIns="0" tIns="0" rIns="0" bIns="0" rtlCol="0"/>
            <a:lstStyle/>
            <a:p/>
          </p:txBody>
        </p:sp>
        <p:sp>
          <p:nvSpPr>
            <p:cNvPr id="2139" name="object 2139"/>
            <p:cNvSpPr/>
            <p:nvPr/>
          </p:nvSpPr>
          <p:spPr>
            <a:xfrm>
              <a:off x="6774180" y="10134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926"/>
            </a:solidFill>
          </p:spPr>
          <p:txBody>
            <a:bodyPr wrap="square" lIns="0" tIns="0" rIns="0" bIns="0" rtlCol="0"/>
            <a:lstStyle/>
            <a:p/>
          </p:txBody>
        </p:sp>
        <p:sp>
          <p:nvSpPr>
            <p:cNvPr id="2140" name="object 2140"/>
            <p:cNvSpPr/>
            <p:nvPr/>
          </p:nvSpPr>
          <p:spPr>
            <a:xfrm>
              <a:off x="6774180" y="10210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827"/>
            </a:solidFill>
          </p:spPr>
          <p:txBody>
            <a:bodyPr wrap="square" lIns="0" tIns="0" rIns="0" bIns="0" rtlCol="0"/>
            <a:lstStyle/>
            <a:p/>
          </p:txBody>
        </p:sp>
        <p:sp>
          <p:nvSpPr>
            <p:cNvPr id="2141" name="object 2141"/>
            <p:cNvSpPr/>
            <p:nvPr/>
          </p:nvSpPr>
          <p:spPr>
            <a:xfrm>
              <a:off x="6774180" y="10274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829"/>
            </a:solidFill>
          </p:spPr>
          <p:txBody>
            <a:bodyPr wrap="square" lIns="0" tIns="0" rIns="0" bIns="0" rtlCol="0"/>
            <a:lstStyle/>
            <a:p/>
          </p:txBody>
        </p:sp>
        <p:sp>
          <p:nvSpPr>
            <p:cNvPr id="2142" name="object 2142"/>
            <p:cNvSpPr/>
            <p:nvPr/>
          </p:nvSpPr>
          <p:spPr>
            <a:xfrm>
              <a:off x="6774180" y="10350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72B"/>
            </a:solidFill>
          </p:spPr>
          <p:txBody>
            <a:bodyPr wrap="square" lIns="0" tIns="0" rIns="0" bIns="0" rtlCol="0"/>
            <a:lstStyle/>
            <a:p/>
          </p:txBody>
        </p:sp>
        <p:sp>
          <p:nvSpPr>
            <p:cNvPr id="2143" name="object 2143"/>
            <p:cNvSpPr/>
            <p:nvPr/>
          </p:nvSpPr>
          <p:spPr>
            <a:xfrm>
              <a:off x="6774180" y="10426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72D"/>
            </a:solidFill>
          </p:spPr>
          <p:txBody>
            <a:bodyPr wrap="square" lIns="0" tIns="0" rIns="0" bIns="0" rtlCol="0"/>
            <a:lstStyle/>
            <a:p/>
          </p:txBody>
        </p:sp>
        <p:sp>
          <p:nvSpPr>
            <p:cNvPr id="2144" name="object 2144"/>
            <p:cNvSpPr/>
            <p:nvPr/>
          </p:nvSpPr>
          <p:spPr>
            <a:xfrm>
              <a:off x="6774180" y="10490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72E"/>
            </a:solidFill>
          </p:spPr>
          <p:txBody>
            <a:bodyPr wrap="square" lIns="0" tIns="0" rIns="0" bIns="0" rtlCol="0"/>
            <a:lstStyle/>
            <a:p/>
          </p:txBody>
        </p:sp>
        <p:sp>
          <p:nvSpPr>
            <p:cNvPr id="2145" name="object 2145"/>
            <p:cNvSpPr/>
            <p:nvPr/>
          </p:nvSpPr>
          <p:spPr>
            <a:xfrm>
              <a:off x="6774180" y="10566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630"/>
            </a:solidFill>
          </p:spPr>
          <p:txBody>
            <a:bodyPr wrap="square" lIns="0" tIns="0" rIns="0" bIns="0" rtlCol="0"/>
            <a:lstStyle/>
            <a:p/>
          </p:txBody>
        </p:sp>
        <p:sp>
          <p:nvSpPr>
            <p:cNvPr id="2146" name="object 2146"/>
            <p:cNvSpPr/>
            <p:nvPr/>
          </p:nvSpPr>
          <p:spPr>
            <a:xfrm>
              <a:off x="6774180" y="10642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633"/>
            </a:solidFill>
          </p:spPr>
          <p:txBody>
            <a:bodyPr wrap="square" lIns="0" tIns="0" rIns="0" bIns="0" rtlCol="0"/>
            <a:lstStyle/>
            <a:p/>
          </p:txBody>
        </p:sp>
        <p:sp>
          <p:nvSpPr>
            <p:cNvPr id="2147" name="object 2147"/>
            <p:cNvSpPr/>
            <p:nvPr/>
          </p:nvSpPr>
          <p:spPr>
            <a:xfrm>
              <a:off x="6774180" y="10706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534"/>
            </a:solidFill>
          </p:spPr>
          <p:txBody>
            <a:bodyPr wrap="square" lIns="0" tIns="0" rIns="0" bIns="0" rtlCol="0"/>
            <a:lstStyle/>
            <a:p/>
          </p:txBody>
        </p:sp>
        <p:sp>
          <p:nvSpPr>
            <p:cNvPr id="2148" name="object 2148"/>
            <p:cNvSpPr/>
            <p:nvPr/>
          </p:nvSpPr>
          <p:spPr>
            <a:xfrm>
              <a:off x="6774180" y="10782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535"/>
            </a:solidFill>
          </p:spPr>
          <p:txBody>
            <a:bodyPr wrap="square" lIns="0" tIns="0" rIns="0" bIns="0" rtlCol="0"/>
            <a:lstStyle/>
            <a:p/>
          </p:txBody>
        </p:sp>
        <p:sp>
          <p:nvSpPr>
            <p:cNvPr id="2149" name="object 2149"/>
            <p:cNvSpPr/>
            <p:nvPr/>
          </p:nvSpPr>
          <p:spPr>
            <a:xfrm>
              <a:off x="6774180" y="108585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437"/>
            </a:solidFill>
          </p:spPr>
          <p:txBody>
            <a:bodyPr wrap="square" lIns="0" tIns="0" rIns="0" bIns="0" rtlCol="0"/>
            <a:lstStyle/>
            <a:p/>
          </p:txBody>
        </p:sp>
        <p:sp>
          <p:nvSpPr>
            <p:cNvPr id="2150" name="object 2150"/>
            <p:cNvSpPr/>
            <p:nvPr/>
          </p:nvSpPr>
          <p:spPr>
            <a:xfrm>
              <a:off x="6774180" y="10922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439"/>
            </a:solidFill>
          </p:spPr>
          <p:txBody>
            <a:bodyPr wrap="square" lIns="0" tIns="0" rIns="0" bIns="0" rtlCol="0"/>
            <a:lstStyle/>
            <a:p/>
          </p:txBody>
        </p:sp>
        <p:sp>
          <p:nvSpPr>
            <p:cNvPr id="2151" name="object 2151"/>
            <p:cNvSpPr/>
            <p:nvPr/>
          </p:nvSpPr>
          <p:spPr>
            <a:xfrm>
              <a:off x="6774180" y="10998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33B"/>
            </a:solidFill>
          </p:spPr>
          <p:txBody>
            <a:bodyPr wrap="square" lIns="0" tIns="0" rIns="0" bIns="0" rtlCol="0"/>
            <a:lstStyle/>
            <a:p/>
          </p:txBody>
        </p:sp>
        <p:sp>
          <p:nvSpPr>
            <p:cNvPr id="2152" name="object 2152"/>
            <p:cNvSpPr/>
            <p:nvPr/>
          </p:nvSpPr>
          <p:spPr>
            <a:xfrm>
              <a:off x="6774180" y="110744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33D"/>
            </a:solidFill>
          </p:spPr>
          <p:txBody>
            <a:bodyPr wrap="square" lIns="0" tIns="0" rIns="0" bIns="0" rtlCol="0"/>
            <a:lstStyle/>
            <a:p/>
          </p:txBody>
        </p:sp>
        <p:sp>
          <p:nvSpPr>
            <p:cNvPr id="2153" name="object 2153"/>
            <p:cNvSpPr/>
            <p:nvPr/>
          </p:nvSpPr>
          <p:spPr>
            <a:xfrm>
              <a:off x="6774180" y="11137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33E"/>
            </a:solidFill>
          </p:spPr>
          <p:txBody>
            <a:bodyPr wrap="square" lIns="0" tIns="0" rIns="0" bIns="0" rtlCol="0"/>
            <a:lstStyle/>
            <a:p/>
          </p:txBody>
        </p:sp>
        <p:sp>
          <p:nvSpPr>
            <p:cNvPr id="2154" name="object 2154"/>
            <p:cNvSpPr/>
            <p:nvPr/>
          </p:nvSpPr>
          <p:spPr>
            <a:xfrm>
              <a:off x="6774180" y="11214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240"/>
            </a:solidFill>
          </p:spPr>
          <p:txBody>
            <a:bodyPr wrap="square" lIns="0" tIns="0" rIns="0" bIns="0" rtlCol="0"/>
            <a:lstStyle/>
            <a:p/>
          </p:txBody>
        </p:sp>
        <p:sp>
          <p:nvSpPr>
            <p:cNvPr id="2155" name="object 2155"/>
            <p:cNvSpPr/>
            <p:nvPr/>
          </p:nvSpPr>
          <p:spPr>
            <a:xfrm>
              <a:off x="6774180" y="112903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242"/>
            </a:solidFill>
          </p:spPr>
          <p:txBody>
            <a:bodyPr wrap="square" lIns="0" tIns="0" rIns="0" bIns="0" rtlCol="0"/>
            <a:lstStyle/>
            <a:p/>
          </p:txBody>
        </p:sp>
        <p:sp>
          <p:nvSpPr>
            <p:cNvPr id="2156" name="object 2156"/>
            <p:cNvSpPr/>
            <p:nvPr/>
          </p:nvSpPr>
          <p:spPr>
            <a:xfrm>
              <a:off x="6774180" y="11353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144"/>
            </a:solidFill>
          </p:spPr>
          <p:txBody>
            <a:bodyPr wrap="square" lIns="0" tIns="0" rIns="0" bIns="0" rtlCol="0"/>
            <a:lstStyle/>
            <a:p/>
          </p:txBody>
        </p:sp>
        <p:sp>
          <p:nvSpPr>
            <p:cNvPr id="2157" name="object 2157"/>
            <p:cNvSpPr/>
            <p:nvPr/>
          </p:nvSpPr>
          <p:spPr>
            <a:xfrm>
              <a:off x="6774180" y="11430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2145"/>
            </a:solidFill>
          </p:spPr>
          <p:txBody>
            <a:bodyPr wrap="square" lIns="0" tIns="0" rIns="0" bIns="0" rtlCol="0"/>
            <a:lstStyle/>
            <a:p/>
          </p:txBody>
        </p:sp>
        <p:sp>
          <p:nvSpPr>
            <p:cNvPr id="2158" name="object 2158"/>
            <p:cNvSpPr/>
            <p:nvPr/>
          </p:nvSpPr>
          <p:spPr>
            <a:xfrm>
              <a:off x="6774180" y="11506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2047"/>
            </a:solidFill>
          </p:spPr>
          <p:txBody>
            <a:bodyPr wrap="square" lIns="0" tIns="0" rIns="0" bIns="0" rtlCol="0"/>
            <a:lstStyle/>
            <a:p/>
          </p:txBody>
        </p:sp>
        <p:sp>
          <p:nvSpPr>
            <p:cNvPr id="2159" name="object 2159"/>
            <p:cNvSpPr/>
            <p:nvPr/>
          </p:nvSpPr>
          <p:spPr>
            <a:xfrm>
              <a:off x="6774180" y="11569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2049"/>
            </a:solidFill>
          </p:spPr>
          <p:txBody>
            <a:bodyPr wrap="square" lIns="0" tIns="0" rIns="0" bIns="0" rtlCol="0"/>
            <a:lstStyle/>
            <a:p/>
          </p:txBody>
        </p:sp>
        <p:sp>
          <p:nvSpPr>
            <p:cNvPr id="2160" name="object 2160"/>
            <p:cNvSpPr/>
            <p:nvPr/>
          </p:nvSpPr>
          <p:spPr>
            <a:xfrm>
              <a:off x="6774180" y="11645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F4B"/>
            </a:solidFill>
          </p:spPr>
          <p:txBody>
            <a:bodyPr wrap="square" lIns="0" tIns="0" rIns="0" bIns="0" rtlCol="0"/>
            <a:lstStyle/>
            <a:p/>
          </p:txBody>
        </p:sp>
        <p:sp>
          <p:nvSpPr>
            <p:cNvPr id="2161" name="object 2161"/>
            <p:cNvSpPr/>
            <p:nvPr/>
          </p:nvSpPr>
          <p:spPr>
            <a:xfrm>
              <a:off x="6774180" y="11722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F4D"/>
            </a:solidFill>
          </p:spPr>
          <p:txBody>
            <a:bodyPr wrap="square" lIns="0" tIns="0" rIns="0" bIns="0" rtlCol="0"/>
            <a:lstStyle/>
            <a:p/>
          </p:txBody>
        </p:sp>
        <p:sp>
          <p:nvSpPr>
            <p:cNvPr id="2162" name="object 2162"/>
            <p:cNvSpPr/>
            <p:nvPr/>
          </p:nvSpPr>
          <p:spPr>
            <a:xfrm>
              <a:off x="6774180" y="11785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F4E"/>
            </a:solidFill>
          </p:spPr>
          <p:txBody>
            <a:bodyPr wrap="square" lIns="0" tIns="0" rIns="0" bIns="0" rtlCol="0"/>
            <a:lstStyle/>
            <a:p/>
          </p:txBody>
        </p:sp>
        <p:sp>
          <p:nvSpPr>
            <p:cNvPr id="2163" name="object 2163"/>
            <p:cNvSpPr/>
            <p:nvPr/>
          </p:nvSpPr>
          <p:spPr>
            <a:xfrm>
              <a:off x="6774180" y="11861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E50"/>
            </a:solidFill>
          </p:spPr>
          <p:txBody>
            <a:bodyPr wrap="square" lIns="0" tIns="0" rIns="0" bIns="0" rtlCol="0"/>
            <a:lstStyle/>
            <a:p/>
          </p:txBody>
        </p:sp>
        <p:sp>
          <p:nvSpPr>
            <p:cNvPr id="2164" name="object 2164"/>
            <p:cNvSpPr/>
            <p:nvPr/>
          </p:nvSpPr>
          <p:spPr>
            <a:xfrm>
              <a:off x="6774180" y="11938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E52"/>
            </a:solidFill>
          </p:spPr>
          <p:txBody>
            <a:bodyPr wrap="square" lIns="0" tIns="0" rIns="0" bIns="0" rtlCol="0"/>
            <a:lstStyle/>
            <a:p/>
          </p:txBody>
        </p:sp>
        <p:sp>
          <p:nvSpPr>
            <p:cNvPr id="2165" name="object 2165"/>
            <p:cNvSpPr/>
            <p:nvPr/>
          </p:nvSpPr>
          <p:spPr>
            <a:xfrm>
              <a:off x="6774180" y="12014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D54"/>
            </a:solidFill>
          </p:spPr>
          <p:txBody>
            <a:bodyPr wrap="square" lIns="0" tIns="0" rIns="0" bIns="0" rtlCol="0"/>
            <a:lstStyle/>
            <a:p/>
          </p:txBody>
        </p:sp>
        <p:sp>
          <p:nvSpPr>
            <p:cNvPr id="2166" name="object 2166"/>
            <p:cNvSpPr/>
            <p:nvPr/>
          </p:nvSpPr>
          <p:spPr>
            <a:xfrm>
              <a:off x="6774180" y="12077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D55"/>
            </a:solidFill>
          </p:spPr>
          <p:txBody>
            <a:bodyPr wrap="square" lIns="0" tIns="0" rIns="0" bIns="0" rtlCol="0"/>
            <a:lstStyle/>
            <a:p/>
          </p:txBody>
        </p:sp>
        <p:sp>
          <p:nvSpPr>
            <p:cNvPr id="2167" name="object 2167"/>
            <p:cNvSpPr/>
            <p:nvPr/>
          </p:nvSpPr>
          <p:spPr>
            <a:xfrm>
              <a:off x="6774180" y="12153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C57"/>
            </a:solidFill>
          </p:spPr>
          <p:txBody>
            <a:bodyPr wrap="square" lIns="0" tIns="0" rIns="0" bIns="0" rtlCol="0"/>
            <a:lstStyle/>
            <a:p/>
          </p:txBody>
        </p:sp>
        <p:sp>
          <p:nvSpPr>
            <p:cNvPr id="2168" name="object 2168"/>
            <p:cNvSpPr/>
            <p:nvPr/>
          </p:nvSpPr>
          <p:spPr>
            <a:xfrm>
              <a:off x="6774180" y="12230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C59"/>
            </a:solidFill>
          </p:spPr>
          <p:txBody>
            <a:bodyPr wrap="square" lIns="0" tIns="0" rIns="0" bIns="0" rtlCol="0"/>
            <a:lstStyle/>
            <a:p/>
          </p:txBody>
        </p:sp>
        <p:sp>
          <p:nvSpPr>
            <p:cNvPr id="2169" name="object 2169"/>
            <p:cNvSpPr/>
            <p:nvPr/>
          </p:nvSpPr>
          <p:spPr>
            <a:xfrm>
              <a:off x="6774180" y="12293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B5B"/>
            </a:solidFill>
          </p:spPr>
          <p:txBody>
            <a:bodyPr wrap="square" lIns="0" tIns="0" rIns="0" bIns="0" rtlCol="0"/>
            <a:lstStyle/>
            <a:p/>
          </p:txBody>
        </p:sp>
        <p:sp>
          <p:nvSpPr>
            <p:cNvPr id="2170" name="object 2170"/>
            <p:cNvSpPr/>
            <p:nvPr/>
          </p:nvSpPr>
          <p:spPr>
            <a:xfrm>
              <a:off x="6774180" y="12369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B5D"/>
            </a:solidFill>
          </p:spPr>
          <p:txBody>
            <a:bodyPr wrap="square" lIns="0" tIns="0" rIns="0" bIns="0" rtlCol="0"/>
            <a:lstStyle/>
            <a:p/>
          </p:txBody>
        </p:sp>
        <p:sp>
          <p:nvSpPr>
            <p:cNvPr id="2171" name="object 2171"/>
            <p:cNvSpPr/>
            <p:nvPr/>
          </p:nvSpPr>
          <p:spPr>
            <a:xfrm>
              <a:off x="6774180" y="124460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B5E"/>
            </a:solidFill>
          </p:spPr>
          <p:txBody>
            <a:bodyPr wrap="square" lIns="0" tIns="0" rIns="0" bIns="0" rtlCol="0"/>
            <a:lstStyle/>
            <a:p/>
          </p:txBody>
        </p:sp>
        <p:sp>
          <p:nvSpPr>
            <p:cNvPr id="2172" name="object 2172"/>
            <p:cNvSpPr/>
            <p:nvPr/>
          </p:nvSpPr>
          <p:spPr>
            <a:xfrm>
              <a:off x="6774180" y="12509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A60"/>
            </a:solidFill>
          </p:spPr>
          <p:txBody>
            <a:bodyPr wrap="square" lIns="0" tIns="0" rIns="0" bIns="0" rtlCol="0"/>
            <a:lstStyle/>
            <a:p/>
          </p:txBody>
        </p:sp>
        <p:sp>
          <p:nvSpPr>
            <p:cNvPr id="2173" name="object 2173"/>
            <p:cNvSpPr/>
            <p:nvPr/>
          </p:nvSpPr>
          <p:spPr>
            <a:xfrm>
              <a:off x="6774180" y="12585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A62"/>
            </a:solidFill>
          </p:spPr>
          <p:txBody>
            <a:bodyPr wrap="square" lIns="0" tIns="0" rIns="0" bIns="0" rtlCol="0"/>
            <a:lstStyle/>
            <a:p/>
          </p:txBody>
        </p:sp>
        <p:sp>
          <p:nvSpPr>
            <p:cNvPr id="2174" name="object 2174"/>
            <p:cNvSpPr/>
            <p:nvPr/>
          </p:nvSpPr>
          <p:spPr>
            <a:xfrm>
              <a:off x="6774180" y="126619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964"/>
            </a:solidFill>
          </p:spPr>
          <p:txBody>
            <a:bodyPr wrap="square" lIns="0" tIns="0" rIns="0" bIns="0" rtlCol="0"/>
            <a:lstStyle/>
            <a:p/>
          </p:txBody>
        </p:sp>
        <p:sp>
          <p:nvSpPr>
            <p:cNvPr id="2175" name="object 2175"/>
            <p:cNvSpPr/>
            <p:nvPr/>
          </p:nvSpPr>
          <p:spPr>
            <a:xfrm>
              <a:off x="6774180" y="12725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966"/>
            </a:solidFill>
          </p:spPr>
          <p:txBody>
            <a:bodyPr wrap="square" lIns="0" tIns="0" rIns="0" bIns="0" rtlCol="0"/>
            <a:lstStyle/>
            <a:p/>
          </p:txBody>
        </p:sp>
        <p:sp>
          <p:nvSpPr>
            <p:cNvPr id="2176" name="object 2176"/>
            <p:cNvSpPr/>
            <p:nvPr/>
          </p:nvSpPr>
          <p:spPr>
            <a:xfrm>
              <a:off x="6774180" y="12801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867"/>
            </a:solidFill>
          </p:spPr>
          <p:txBody>
            <a:bodyPr wrap="square" lIns="0" tIns="0" rIns="0" bIns="0" rtlCol="0"/>
            <a:lstStyle/>
            <a:p/>
          </p:txBody>
        </p:sp>
        <p:sp>
          <p:nvSpPr>
            <p:cNvPr id="2177" name="object 2177"/>
            <p:cNvSpPr/>
            <p:nvPr/>
          </p:nvSpPr>
          <p:spPr>
            <a:xfrm>
              <a:off x="6774180" y="12877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869"/>
            </a:solidFill>
          </p:spPr>
          <p:txBody>
            <a:bodyPr wrap="square" lIns="0" tIns="0" rIns="0" bIns="0" rtlCol="0"/>
            <a:lstStyle/>
            <a:p/>
          </p:txBody>
        </p:sp>
        <p:sp>
          <p:nvSpPr>
            <p:cNvPr id="2178" name="object 2178"/>
            <p:cNvSpPr/>
            <p:nvPr/>
          </p:nvSpPr>
          <p:spPr>
            <a:xfrm>
              <a:off x="6774180" y="12941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76B"/>
            </a:solidFill>
          </p:spPr>
          <p:txBody>
            <a:bodyPr wrap="square" lIns="0" tIns="0" rIns="0" bIns="0" rtlCol="0"/>
            <a:lstStyle/>
            <a:p/>
          </p:txBody>
        </p:sp>
        <p:sp>
          <p:nvSpPr>
            <p:cNvPr id="2179" name="object 2179"/>
            <p:cNvSpPr/>
            <p:nvPr/>
          </p:nvSpPr>
          <p:spPr>
            <a:xfrm>
              <a:off x="6774180" y="13017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76C"/>
            </a:solidFill>
          </p:spPr>
          <p:txBody>
            <a:bodyPr wrap="square" lIns="0" tIns="0" rIns="0" bIns="0" rtlCol="0"/>
            <a:lstStyle/>
            <a:p/>
          </p:txBody>
        </p:sp>
        <p:sp>
          <p:nvSpPr>
            <p:cNvPr id="2180" name="object 2180"/>
            <p:cNvSpPr/>
            <p:nvPr/>
          </p:nvSpPr>
          <p:spPr>
            <a:xfrm>
              <a:off x="6774180" y="13093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76E"/>
            </a:solidFill>
          </p:spPr>
          <p:txBody>
            <a:bodyPr wrap="square" lIns="0" tIns="0" rIns="0" bIns="0" rtlCol="0"/>
            <a:lstStyle/>
            <a:p/>
          </p:txBody>
        </p:sp>
        <p:sp>
          <p:nvSpPr>
            <p:cNvPr id="2181" name="object 2181"/>
            <p:cNvSpPr/>
            <p:nvPr/>
          </p:nvSpPr>
          <p:spPr>
            <a:xfrm>
              <a:off x="6774180" y="13157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670"/>
            </a:solidFill>
          </p:spPr>
          <p:txBody>
            <a:bodyPr wrap="square" lIns="0" tIns="0" rIns="0" bIns="0" rtlCol="0"/>
            <a:lstStyle/>
            <a:p/>
          </p:txBody>
        </p:sp>
        <p:sp>
          <p:nvSpPr>
            <p:cNvPr id="2182" name="object 2182"/>
            <p:cNvSpPr/>
            <p:nvPr/>
          </p:nvSpPr>
          <p:spPr>
            <a:xfrm>
              <a:off x="6774180" y="13233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672"/>
            </a:solidFill>
          </p:spPr>
          <p:txBody>
            <a:bodyPr wrap="square" lIns="0" tIns="0" rIns="0" bIns="0" rtlCol="0"/>
            <a:lstStyle/>
            <a:p/>
          </p:txBody>
        </p:sp>
        <p:sp>
          <p:nvSpPr>
            <p:cNvPr id="2183" name="object 2183"/>
            <p:cNvSpPr/>
            <p:nvPr/>
          </p:nvSpPr>
          <p:spPr>
            <a:xfrm>
              <a:off x="6774180" y="13309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574"/>
            </a:solidFill>
          </p:spPr>
          <p:txBody>
            <a:bodyPr wrap="square" lIns="0" tIns="0" rIns="0" bIns="0" rtlCol="0"/>
            <a:lstStyle/>
            <a:p/>
          </p:txBody>
        </p:sp>
        <p:sp>
          <p:nvSpPr>
            <p:cNvPr id="2184" name="object 2184"/>
            <p:cNvSpPr/>
            <p:nvPr/>
          </p:nvSpPr>
          <p:spPr>
            <a:xfrm>
              <a:off x="6774180" y="13373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575"/>
            </a:solidFill>
          </p:spPr>
          <p:txBody>
            <a:bodyPr wrap="square" lIns="0" tIns="0" rIns="0" bIns="0" rtlCol="0"/>
            <a:lstStyle/>
            <a:p/>
          </p:txBody>
        </p:sp>
        <p:sp>
          <p:nvSpPr>
            <p:cNvPr id="2185" name="object 2185"/>
            <p:cNvSpPr/>
            <p:nvPr/>
          </p:nvSpPr>
          <p:spPr>
            <a:xfrm>
              <a:off x="6774180" y="13449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477"/>
            </a:solidFill>
          </p:spPr>
          <p:txBody>
            <a:bodyPr wrap="square" lIns="0" tIns="0" rIns="0" bIns="0" rtlCol="0"/>
            <a:lstStyle/>
            <a:p/>
          </p:txBody>
        </p:sp>
        <p:sp>
          <p:nvSpPr>
            <p:cNvPr id="2186" name="object 2186"/>
            <p:cNvSpPr/>
            <p:nvPr/>
          </p:nvSpPr>
          <p:spPr>
            <a:xfrm>
              <a:off x="6774180" y="13525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479"/>
            </a:solidFill>
          </p:spPr>
          <p:txBody>
            <a:bodyPr wrap="square" lIns="0" tIns="0" rIns="0" bIns="0" rtlCol="0"/>
            <a:lstStyle/>
            <a:p/>
          </p:txBody>
        </p:sp>
        <p:sp>
          <p:nvSpPr>
            <p:cNvPr id="2187" name="object 2187"/>
            <p:cNvSpPr/>
            <p:nvPr/>
          </p:nvSpPr>
          <p:spPr>
            <a:xfrm>
              <a:off x="6774180" y="13601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37B"/>
            </a:solidFill>
          </p:spPr>
          <p:txBody>
            <a:bodyPr wrap="square" lIns="0" tIns="0" rIns="0" bIns="0" rtlCol="0"/>
            <a:lstStyle/>
            <a:p/>
          </p:txBody>
        </p:sp>
        <p:sp>
          <p:nvSpPr>
            <p:cNvPr id="2188" name="object 2188"/>
            <p:cNvSpPr/>
            <p:nvPr/>
          </p:nvSpPr>
          <p:spPr>
            <a:xfrm>
              <a:off x="6774180" y="13665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37C"/>
            </a:solidFill>
          </p:spPr>
          <p:txBody>
            <a:bodyPr wrap="square" lIns="0" tIns="0" rIns="0" bIns="0" rtlCol="0"/>
            <a:lstStyle/>
            <a:p/>
          </p:txBody>
        </p:sp>
        <p:sp>
          <p:nvSpPr>
            <p:cNvPr id="2189" name="object 2189"/>
            <p:cNvSpPr/>
            <p:nvPr/>
          </p:nvSpPr>
          <p:spPr>
            <a:xfrm>
              <a:off x="6774180" y="13741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37E"/>
            </a:solidFill>
          </p:spPr>
          <p:txBody>
            <a:bodyPr wrap="square" lIns="0" tIns="0" rIns="0" bIns="0" rtlCol="0"/>
            <a:lstStyle/>
            <a:p/>
          </p:txBody>
        </p:sp>
        <p:sp>
          <p:nvSpPr>
            <p:cNvPr id="2190" name="object 2190"/>
            <p:cNvSpPr/>
            <p:nvPr/>
          </p:nvSpPr>
          <p:spPr>
            <a:xfrm>
              <a:off x="6774180" y="13817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280"/>
            </a:solidFill>
          </p:spPr>
          <p:txBody>
            <a:bodyPr wrap="square" lIns="0" tIns="0" rIns="0" bIns="0" rtlCol="0"/>
            <a:lstStyle/>
            <a:p/>
          </p:txBody>
        </p:sp>
        <p:sp>
          <p:nvSpPr>
            <p:cNvPr id="2191" name="object 2191"/>
            <p:cNvSpPr/>
            <p:nvPr/>
          </p:nvSpPr>
          <p:spPr>
            <a:xfrm>
              <a:off x="6774180" y="13881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282"/>
            </a:solidFill>
          </p:spPr>
          <p:txBody>
            <a:bodyPr wrap="square" lIns="0" tIns="0" rIns="0" bIns="0" rtlCol="0"/>
            <a:lstStyle/>
            <a:p/>
          </p:txBody>
        </p:sp>
        <p:sp>
          <p:nvSpPr>
            <p:cNvPr id="2192" name="object 2192"/>
            <p:cNvSpPr/>
            <p:nvPr/>
          </p:nvSpPr>
          <p:spPr>
            <a:xfrm>
              <a:off x="6774180" y="13957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184"/>
            </a:solidFill>
          </p:spPr>
          <p:txBody>
            <a:bodyPr wrap="square" lIns="0" tIns="0" rIns="0" bIns="0" rtlCol="0"/>
            <a:lstStyle/>
            <a:p/>
          </p:txBody>
        </p:sp>
        <p:sp>
          <p:nvSpPr>
            <p:cNvPr id="2193" name="object 2193"/>
            <p:cNvSpPr/>
            <p:nvPr/>
          </p:nvSpPr>
          <p:spPr>
            <a:xfrm>
              <a:off x="6774180" y="140335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1185"/>
            </a:solidFill>
          </p:spPr>
          <p:txBody>
            <a:bodyPr wrap="square" lIns="0" tIns="0" rIns="0" bIns="0" rtlCol="0"/>
            <a:lstStyle/>
            <a:p/>
          </p:txBody>
        </p:sp>
        <p:sp>
          <p:nvSpPr>
            <p:cNvPr id="2194" name="object 2194"/>
            <p:cNvSpPr/>
            <p:nvPr/>
          </p:nvSpPr>
          <p:spPr>
            <a:xfrm>
              <a:off x="6774180" y="14097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1087"/>
            </a:solidFill>
          </p:spPr>
          <p:txBody>
            <a:bodyPr wrap="square" lIns="0" tIns="0" rIns="0" bIns="0" rtlCol="0"/>
            <a:lstStyle/>
            <a:p/>
          </p:txBody>
        </p:sp>
        <p:sp>
          <p:nvSpPr>
            <p:cNvPr id="2195" name="object 2195"/>
            <p:cNvSpPr/>
            <p:nvPr/>
          </p:nvSpPr>
          <p:spPr>
            <a:xfrm>
              <a:off x="6774180" y="14173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01089"/>
            </a:solidFill>
          </p:spPr>
          <p:txBody>
            <a:bodyPr wrap="square" lIns="0" tIns="0" rIns="0" bIns="0" rtlCol="0"/>
            <a:lstStyle/>
            <a:p/>
          </p:txBody>
        </p:sp>
        <p:sp>
          <p:nvSpPr>
            <p:cNvPr id="2196" name="object 2196"/>
            <p:cNvSpPr/>
            <p:nvPr/>
          </p:nvSpPr>
          <p:spPr>
            <a:xfrm>
              <a:off x="6774180" y="142494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00F8B"/>
            </a:solidFill>
          </p:spPr>
          <p:txBody>
            <a:bodyPr wrap="square" lIns="0" tIns="0" rIns="0" bIns="0" rtlCol="0"/>
            <a:lstStyle/>
            <a:p/>
          </p:txBody>
        </p:sp>
        <p:sp>
          <p:nvSpPr>
            <p:cNvPr id="2197" name="object 2197"/>
            <p:cNvSpPr/>
            <p:nvPr/>
          </p:nvSpPr>
          <p:spPr>
            <a:xfrm>
              <a:off x="6774180" y="14312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00F8C"/>
            </a:solidFill>
          </p:spPr>
          <p:txBody>
            <a:bodyPr wrap="square" lIns="0" tIns="0" rIns="0" bIns="0" rtlCol="0"/>
            <a:lstStyle/>
            <a:p/>
          </p:txBody>
        </p:sp>
        <p:sp>
          <p:nvSpPr>
            <p:cNvPr id="2198" name="object 2198"/>
            <p:cNvSpPr/>
            <p:nvPr/>
          </p:nvSpPr>
          <p:spPr>
            <a:xfrm>
              <a:off x="6774180" y="1438909"/>
              <a:ext cx="203200" cy="7620"/>
            </a:xfrm>
            <a:custGeom>
              <a:avLst/>
              <a:gdLst/>
              <a:ahLst/>
              <a:cxnLst/>
              <a:rect l="l" t="t" r="r" b="b"/>
              <a:pathLst>
                <a:path w="203200" h="7619">
                  <a:moveTo>
                    <a:pt x="203200" y="2540"/>
                  </a:moveTo>
                  <a:lnTo>
                    <a:pt x="91440" y="2540"/>
                  </a:lnTo>
                  <a:lnTo>
                    <a:pt x="91440" y="0"/>
                  </a:lnTo>
                  <a:lnTo>
                    <a:pt x="0" y="0"/>
                  </a:lnTo>
                  <a:lnTo>
                    <a:pt x="0" y="2540"/>
                  </a:lnTo>
                  <a:lnTo>
                    <a:pt x="0" y="7620"/>
                  </a:lnTo>
                  <a:lnTo>
                    <a:pt x="203200" y="7620"/>
                  </a:lnTo>
                  <a:lnTo>
                    <a:pt x="203200" y="2540"/>
                  </a:lnTo>
                  <a:close/>
                </a:path>
              </a:pathLst>
            </a:custGeom>
            <a:solidFill>
              <a:srgbClr val="000F8E"/>
            </a:solidFill>
          </p:spPr>
          <p:txBody>
            <a:bodyPr wrap="square" lIns="0" tIns="0" rIns="0" bIns="0" rtlCol="0"/>
            <a:lstStyle/>
            <a:p/>
          </p:txBody>
        </p:sp>
        <p:sp>
          <p:nvSpPr>
            <p:cNvPr id="2199" name="object 2199"/>
            <p:cNvSpPr/>
            <p:nvPr/>
          </p:nvSpPr>
          <p:spPr>
            <a:xfrm>
              <a:off x="6774180" y="144653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E90"/>
            </a:solidFill>
          </p:spPr>
          <p:txBody>
            <a:bodyPr wrap="square" lIns="0" tIns="0" rIns="0" bIns="0" rtlCol="0"/>
            <a:lstStyle/>
            <a:p/>
          </p:txBody>
        </p:sp>
        <p:sp>
          <p:nvSpPr>
            <p:cNvPr id="2200" name="object 2200"/>
            <p:cNvSpPr/>
            <p:nvPr/>
          </p:nvSpPr>
          <p:spPr>
            <a:xfrm>
              <a:off x="6774180" y="14528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E92"/>
            </a:solidFill>
          </p:spPr>
          <p:txBody>
            <a:bodyPr wrap="square" lIns="0" tIns="0" rIns="0" bIns="0" rtlCol="0"/>
            <a:lstStyle/>
            <a:p/>
          </p:txBody>
        </p:sp>
        <p:sp>
          <p:nvSpPr>
            <p:cNvPr id="2201" name="object 2201"/>
            <p:cNvSpPr/>
            <p:nvPr/>
          </p:nvSpPr>
          <p:spPr>
            <a:xfrm>
              <a:off x="6774180" y="14605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D94"/>
            </a:solidFill>
          </p:spPr>
          <p:txBody>
            <a:bodyPr wrap="square" lIns="0" tIns="0" rIns="0" bIns="0" rtlCol="0"/>
            <a:lstStyle/>
            <a:p/>
          </p:txBody>
        </p:sp>
        <p:sp>
          <p:nvSpPr>
            <p:cNvPr id="2202" name="object 2202"/>
            <p:cNvSpPr/>
            <p:nvPr/>
          </p:nvSpPr>
          <p:spPr>
            <a:xfrm>
              <a:off x="6774180" y="146812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D95"/>
            </a:solidFill>
          </p:spPr>
          <p:txBody>
            <a:bodyPr wrap="square" lIns="0" tIns="0" rIns="0" bIns="0" rtlCol="0"/>
            <a:lstStyle/>
            <a:p/>
          </p:txBody>
        </p:sp>
        <p:sp>
          <p:nvSpPr>
            <p:cNvPr id="2203" name="object 2203"/>
            <p:cNvSpPr/>
            <p:nvPr/>
          </p:nvSpPr>
          <p:spPr>
            <a:xfrm>
              <a:off x="6774180" y="14744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C97"/>
            </a:solidFill>
          </p:spPr>
          <p:txBody>
            <a:bodyPr wrap="square" lIns="0" tIns="0" rIns="0" bIns="0" rtlCol="0"/>
            <a:lstStyle/>
            <a:p/>
          </p:txBody>
        </p:sp>
        <p:sp>
          <p:nvSpPr>
            <p:cNvPr id="2204" name="object 2204"/>
            <p:cNvSpPr/>
            <p:nvPr/>
          </p:nvSpPr>
          <p:spPr>
            <a:xfrm>
              <a:off x="6774180" y="14820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C99"/>
            </a:solidFill>
          </p:spPr>
          <p:txBody>
            <a:bodyPr wrap="square" lIns="0" tIns="0" rIns="0" bIns="0" rtlCol="0"/>
            <a:lstStyle/>
            <a:p/>
          </p:txBody>
        </p:sp>
        <p:sp>
          <p:nvSpPr>
            <p:cNvPr id="2205" name="object 2205"/>
            <p:cNvSpPr/>
            <p:nvPr/>
          </p:nvSpPr>
          <p:spPr>
            <a:xfrm>
              <a:off x="6774180" y="148971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B9B"/>
            </a:solidFill>
          </p:spPr>
          <p:txBody>
            <a:bodyPr wrap="square" lIns="0" tIns="0" rIns="0" bIns="0" rtlCol="0"/>
            <a:lstStyle/>
            <a:p/>
          </p:txBody>
        </p:sp>
        <p:sp>
          <p:nvSpPr>
            <p:cNvPr id="2206" name="object 2206"/>
            <p:cNvSpPr/>
            <p:nvPr/>
          </p:nvSpPr>
          <p:spPr>
            <a:xfrm>
              <a:off x="6774180" y="14960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B9C"/>
            </a:solidFill>
          </p:spPr>
          <p:txBody>
            <a:bodyPr wrap="square" lIns="0" tIns="0" rIns="0" bIns="0" rtlCol="0"/>
            <a:lstStyle/>
            <a:p/>
          </p:txBody>
        </p:sp>
        <p:sp>
          <p:nvSpPr>
            <p:cNvPr id="2207" name="object 2207"/>
            <p:cNvSpPr/>
            <p:nvPr/>
          </p:nvSpPr>
          <p:spPr>
            <a:xfrm>
              <a:off x="6774180" y="15036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B9E"/>
            </a:solidFill>
          </p:spPr>
          <p:txBody>
            <a:bodyPr wrap="square" lIns="0" tIns="0" rIns="0" bIns="0" rtlCol="0"/>
            <a:lstStyle/>
            <a:p/>
          </p:txBody>
        </p:sp>
        <p:sp>
          <p:nvSpPr>
            <p:cNvPr id="2208" name="object 2208"/>
            <p:cNvSpPr/>
            <p:nvPr/>
          </p:nvSpPr>
          <p:spPr>
            <a:xfrm>
              <a:off x="6774180" y="15113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AA0"/>
            </a:solidFill>
          </p:spPr>
          <p:txBody>
            <a:bodyPr wrap="square" lIns="0" tIns="0" rIns="0" bIns="0" rtlCol="0"/>
            <a:lstStyle/>
            <a:p/>
          </p:txBody>
        </p:sp>
        <p:sp>
          <p:nvSpPr>
            <p:cNvPr id="2209" name="object 2209"/>
            <p:cNvSpPr/>
            <p:nvPr/>
          </p:nvSpPr>
          <p:spPr>
            <a:xfrm>
              <a:off x="6774180" y="151892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AA2"/>
            </a:solidFill>
          </p:spPr>
          <p:txBody>
            <a:bodyPr wrap="square" lIns="0" tIns="0" rIns="0" bIns="0" rtlCol="0"/>
            <a:lstStyle/>
            <a:p/>
          </p:txBody>
        </p:sp>
        <p:sp>
          <p:nvSpPr>
            <p:cNvPr id="2210" name="object 2210"/>
            <p:cNvSpPr/>
            <p:nvPr/>
          </p:nvSpPr>
          <p:spPr>
            <a:xfrm>
              <a:off x="6774180" y="15252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9A3"/>
            </a:solidFill>
          </p:spPr>
          <p:txBody>
            <a:bodyPr wrap="square" lIns="0" tIns="0" rIns="0" bIns="0" rtlCol="0"/>
            <a:lstStyle/>
            <a:p/>
          </p:txBody>
        </p:sp>
        <p:sp>
          <p:nvSpPr>
            <p:cNvPr id="2211" name="object 2211"/>
            <p:cNvSpPr/>
            <p:nvPr/>
          </p:nvSpPr>
          <p:spPr>
            <a:xfrm>
              <a:off x="6774180" y="15328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9A5"/>
            </a:solidFill>
          </p:spPr>
          <p:txBody>
            <a:bodyPr wrap="square" lIns="0" tIns="0" rIns="0" bIns="0" rtlCol="0"/>
            <a:lstStyle/>
            <a:p/>
          </p:txBody>
        </p:sp>
        <p:sp>
          <p:nvSpPr>
            <p:cNvPr id="2212" name="object 2212"/>
            <p:cNvSpPr/>
            <p:nvPr/>
          </p:nvSpPr>
          <p:spPr>
            <a:xfrm>
              <a:off x="6774180" y="154051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8A7"/>
            </a:solidFill>
          </p:spPr>
          <p:txBody>
            <a:bodyPr wrap="square" lIns="0" tIns="0" rIns="0" bIns="0" rtlCol="0"/>
            <a:lstStyle/>
            <a:p/>
          </p:txBody>
        </p:sp>
        <p:sp>
          <p:nvSpPr>
            <p:cNvPr id="2213" name="object 2213"/>
            <p:cNvSpPr/>
            <p:nvPr/>
          </p:nvSpPr>
          <p:spPr>
            <a:xfrm>
              <a:off x="6774180" y="15468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8A9"/>
            </a:solidFill>
          </p:spPr>
          <p:txBody>
            <a:bodyPr wrap="square" lIns="0" tIns="0" rIns="0" bIns="0" rtlCol="0"/>
            <a:lstStyle/>
            <a:p/>
          </p:txBody>
        </p:sp>
        <p:sp>
          <p:nvSpPr>
            <p:cNvPr id="2214" name="object 2214"/>
            <p:cNvSpPr/>
            <p:nvPr/>
          </p:nvSpPr>
          <p:spPr>
            <a:xfrm>
              <a:off x="6774180" y="15544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7AB"/>
            </a:solidFill>
          </p:spPr>
          <p:txBody>
            <a:bodyPr wrap="square" lIns="0" tIns="0" rIns="0" bIns="0" rtlCol="0"/>
            <a:lstStyle/>
            <a:p/>
          </p:txBody>
        </p:sp>
        <p:sp>
          <p:nvSpPr>
            <p:cNvPr id="2215" name="object 2215"/>
            <p:cNvSpPr/>
            <p:nvPr/>
          </p:nvSpPr>
          <p:spPr>
            <a:xfrm>
              <a:off x="6774180" y="156210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7AC"/>
            </a:solidFill>
          </p:spPr>
          <p:txBody>
            <a:bodyPr wrap="square" lIns="0" tIns="0" rIns="0" bIns="0" rtlCol="0"/>
            <a:lstStyle/>
            <a:p/>
          </p:txBody>
        </p:sp>
        <p:sp>
          <p:nvSpPr>
            <p:cNvPr id="2216" name="object 2216"/>
            <p:cNvSpPr/>
            <p:nvPr/>
          </p:nvSpPr>
          <p:spPr>
            <a:xfrm>
              <a:off x="6774180" y="156845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7AE"/>
            </a:solidFill>
          </p:spPr>
          <p:txBody>
            <a:bodyPr wrap="square" lIns="0" tIns="0" rIns="0" bIns="0" rtlCol="0"/>
            <a:lstStyle/>
            <a:p/>
          </p:txBody>
        </p:sp>
        <p:sp>
          <p:nvSpPr>
            <p:cNvPr id="2217" name="object 2217"/>
            <p:cNvSpPr/>
            <p:nvPr/>
          </p:nvSpPr>
          <p:spPr>
            <a:xfrm>
              <a:off x="6774180" y="15760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6B0"/>
            </a:solidFill>
          </p:spPr>
          <p:txBody>
            <a:bodyPr wrap="square" lIns="0" tIns="0" rIns="0" bIns="0" rtlCol="0"/>
            <a:lstStyle/>
            <a:p/>
          </p:txBody>
        </p:sp>
        <p:sp>
          <p:nvSpPr>
            <p:cNvPr id="2218" name="object 2218"/>
            <p:cNvSpPr/>
            <p:nvPr/>
          </p:nvSpPr>
          <p:spPr>
            <a:xfrm>
              <a:off x="6774180" y="158369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6B2"/>
            </a:solidFill>
          </p:spPr>
          <p:txBody>
            <a:bodyPr wrap="square" lIns="0" tIns="0" rIns="0" bIns="0" rtlCol="0"/>
            <a:lstStyle/>
            <a:p/>
          </p:txBody>
        </p:sp>
        <p:sp>
          <p:nvSpPr>
            <p:cNvPr id="2219" name="object 2219"/>
            <p:cNvSpPr/>
            <p:nvPr/>
          </p:nvSpPr>
          <p:spPr>
            <a:xfrm>
              <a:off x="6774180" y="15900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5B3"/>
            </a:solidFill>
          </p:spPr>
          <p:txBody>
            <a:bodyPr wrap="square" lIns="0" tIns="0" rIns="0" bIns="0" rtlCol="0"/>
            <a:lstStyle/>
            <a:p/>
          </p:txBody>
        </p:sp>
        <p:sp>
          <p:nvSpPr>
            <p:cNvPr id="2220" name="object 2220"/>
            <p:cNvSpPr/>
            <p:nvPr/>
          </p:nvSpPr>
          <p:spPr>
            <a:xfrm>
              <a:off x="6774180" y="15976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5B5"/>
            </a:solidFill>
          </p:spPr>
          <p:txBody>
            <a:bodyPr wrap="square" lIns="0" tIns="0" rIns="0" bIns="0" rtlCol="0"/>
            <a:lstStyle/>
            <a:p/>
          </p:txBody>
        </p:sp>
        <p:sp>
          <p:nvSpPr>
            <p:cNvPr id="2221" name="object 2221"/>
            <p:cNvSpPr/>
            <p:nvPr/>
          </p:nvSpPr>
          <p:spPr>
            <a:xfrm>
              <a:off x="6774180" y="160528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4B7"/>
            </a:solidFill>
          </p:spPr>
          <p:txBody>
            <a:bodyPr wrap="square" lIns="0" tIns="0" rIns="0" bIns="0" rtlCol="0"/>
            <a:lstStyle/>
            <a:p/>
          </p:txBody>
        </p:sp>
        <p:sp>
          <p:nvSpPr>
            <p:cNvPr id="2222" name="object 2222"/>
            <p:cNvSpPr/>
            <p:nvPr/>
          </p:nvSpPr>
          <p:spPr>
            <a:xfrm>
              <a:off x="6774180" y="16116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4B9"/>
            </a:solidFill>
          </p:spPr>
          <p:txBody>
            <a:bodyPr wrap="square" lIns="0" tIns="0" rIns="0" bIns="0" rtlCol="0"/>
            <a:lstStyle/>
            <a:p/>
          </p:txBody>
        </p:sp>
        <p:sp>
          <p:nvSpPr>
            <p:cNvPr id="2223" name="object 2223"/>
            <p:cNvSpPr/>
            <p:nvPr/>
          </p:nvSpPr>
          <p:spPr>
            <a:xfrm>
              <a:off x="6774180" y="161925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3BB"/>
            </a:solidFill>
          </p:spPr>
          <p:txBody>
            <a:bodyPr wrap="square" lIns="0" tIns="0" rIns="0" bIns="0" rtlCol="0"/>
            <a:lstStyle/>
            <a:p/>
          </p:txBody>
        </p:sp>
        <p:sp>
          <p:nvSpPr>
            <p:cNvPr id="2224" name="object 2224"/>
            <p:cNvSpPr/>
            <p:nvPr/>
          </p:nvSpPr>
          <p:spPr>
            <a:xfrm>
              <a:off x="6774180" y="162687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3BC"/>
            </a:solidFill>
          </p:spPr>
          <p:txBody>
            <a:bodyPr wrap="square" lIns="0" tIns="0" rIns="0" bIns="0" rtlCol="0"/>
            <a:lstStyle/>
            <a:p/>
          </p:txBody>
        </p:sp>
        <p:sp>
          <p:nvSpPr>
            <p:cNvPr id="2225" name="object 2225"/>
            <p:cNvSpPr/>
            <p:nvPr/>
          </p:nvSpPr>
          <p:spPr>
            <a:xfrm>
              <a:off x="6774180" y="163322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3BE"/>
            </a:solidFill>
          </p:spPr>
          <p:txBody>
            <a:bodyPr wrap="square" lIns="0" tIns="0" rIns="0" bIns="0" rtlCol="0"/>
            <a:lstStyle/>
            <a:p/>
          </p:txBody>
        </p:sp>
        <p:sp>
          <p:nvSpPr>
            <p:cNvPr id="2226" name="object 2226"/>
            <p:cNvSpPr/>
            <p:nvPr/>
          </p:nvSpPr>
          <p:spPr>
            <a:xfrm>
              <a:off x="6774180" y="16408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2C0"/>
            </a:solidFill>
          </p:spPr>
          <p:txBody>
            <a:bodyPr wrap="square" lIns="0" tIns="0" rIns="0" bIns="0" rtlCol="0"/>
            <a:lstStyle/>
            <a:p/>
          </p:txBody>
        </p:sp>
        <p:sp>
          <p:nvSpPr>
            <p:cNvPr id="2227" name="object 2227"/>
            <p:cNvSpPr/>
            <p:nvPr/>
          </p:nvSpPr>
          <p:spPr>
            <a:xfrm>
              <a:off x="6774180" y="164846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2C2"/>
            </a:solidFill>
          </p:spPr>
          <p:txBody>
            <a:bodyPr wrap="square" lIns="0" tIns="0" rIns="0" bIns="0" rtlCol="0"/>
            <a:lstStyle/>
            <a:p/>
          </p:txBody>
        </p:sp>
        <p:sp>
          <p:nvSpPr>
            <p:cNvPr id="2228" name="object 2228"/>
            <p:cNvSpPr/>
            <p:nvPr/>
          </p:nvSpPr>
          <p:spPr>
            <a:xfrm>
              <a:off x="6774180" y="165481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0001C3"/>
            </a:solidFill>
          </p:spPr>
          <p:txBody>
            <a:bodyPr wrap="square" lIns="0" tIns="0" rIns="0" bIns="0" rtlCol="0"/>
            <a:lstStyle/>
            <a:p/>
          </p:txBody>
        </p:sp>
        <p:sp>
          <p:nvSpPr>
            <p:cNvPr id="2229" name="object 2229"/>
            <p:cNvSpPr/>
            <p:nvPr/>
          </p:nvSpPr>
          <p:spPr>
            <a:xfrm>
              <a:off x="6774180" y="16624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0001C5"/>
            </a:solidFill>
          </p:spPr>
          <p:txBody>
            <a:bodyPr wrap="square" lIns="0" tIns="0" rIns="0" bIns="0" rtlCol="0"/>
            <a:lstStyle/>
            <a:p/>
          </p:txBody>
        </p:sp>
        <p:sp>
          <p:nvSpPr>
            <p:cNvPr id="2230" name="object 2230"/>
            <p:cNvSpPr/>
            <p:nvPr/>
          </p:nvSpPr>
          <p:spPr>
            <a:xfrm>
              <a:off x="6774180" y="167005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0000C7"/>
            </a:solidFill>
          </p:spPr>
          <p:txBody>
            <a:bodyPr wrap="square" lIns="0" tIns="0" rIns="0" bIns="0" rtlCol="0"/>
            <a:lstStyle/>
            <a:p/>
          </p:txBody>
        </p:sp>
      </p:grpSp>
      <p:grpSp>
        <p:nvGrpSpPr>
          <p:cNvPr id="2231" name="object 2231"/>
          <p:cNvGrpSpPr/>
          <p:nvPr/>
        </p:nvGrpSpPr>
        <p:grpSpPr>
          <a:xfrm>
            <a:off x="7066280" y="855980"/>
            <a:ext cx="82550" cy="820419"/>
            <a:chOff x="7066280" y="855980"/>
            <a:chExt cx="82550" cy="820419"/>
          </a:xfrm>
        </p:grpSpPr>
        <p:sp>
          <p:nvSpPr>
            <p:cNvPr id="2232" name="object 2232"/>
            <p:cNvSpPr/>
            <p:nvPr/>
          </p:nvSpPr>
          <p:spPr>
            <a:xfrm>
              <a:off x="7066280" y="855979"/>
              <a:ext cx="82550" cy="12700"/>
            </a:xfrm>
            <a:custGeom>
              <a:avLst/>
              <a:gdLst/>
              <a:ahLst/>
              <a:cxnLst/>
              <a:rect l="l" t="t" r="r" b="b"/>
              <a:pathLst>
                <a:path w="82550" h="12700">
                  <a:moveTo>
                    <a:pt x="82550" y="0"/>
                  </a:moveTo>
                  <a:lnTo>
                    <a:pt x="0" y="0"/>
                  </a:lnTo>
                  <a:lnTo>
                    <a:pt x="0" y="6350"/>
                  </a:lnTo>
                  <a:lnTo>
                    <a:pt x="0" y="12700"/>
                  </a:lnTo>
                  <a:lnTo>
                    <a:pt x="82550" y="12700"/>
                  </a:lnTo>
                  <a:lnTo>
                    <a:pt x="82550" y="6350"/>
                  </a:lnTo>
                  <a:lnTo>
                    <a:pt x="82550" y="0"/>
                  </a:lnTo>
                  <a:close/>
                </a:path>
              </a:pathLst>
            </a:custGeom>
            <a:solidFill>
              <a:srgbClr val="003300"/>
            </a:solidFill>
          </p:spPr>
          <p:txBody>
            <a:bodyPr wrap="square" lIns="0" tIns="0" rIns="0" bIns="0" rtlCol="0"/>
            <a:lstStyle/>
            <a:p/>
          </p:txBody>
        </p:sp>
        <p:sp>
          <p:nvSpPr>
            <p:cNvPr id="2233" name="object 2233"/>
            <p:cNvSpPr/>
            <p:nvPr/>
          </p:nvSpPr>
          <p:spPr>
            <a:xfrm>
              <a:off x="7066280" y="868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3302"/>
            </a:solidFill>
          </p:spPr>
          <p:txBody>
            <a:bodyPr wrap="square" lIns="0" tIns="0" rIns="0" bIns="0" rtlCol="0"/>
            <a:lstStyle/>
            <a:p/>
          </p:txBody>
        </p:sp>
        <p:sp>
          <p:nvSpPr>
            <p:cNvPr id="2234" name="object 2234"/>
            <p:cNvSpPr/>
            <p:nvPr/>
          </p:nvSpPr>
          <p:spPr>
            <a:xfrm>
              <a:off x="7066280" y="876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3104"/>
            </a:solidFill>
          </p:spPr>
          <p:txBody>
            <a:bodyPr wrap="square" lIns="0" tIns="0" rIns="0" bIns="0" rtlCol="0"/>
            <a:lstStyle/>
            <a:p/>
          </p:txBody>
        </p:sp>
        <p:sp>
          <p:nvSpPr>
            <p:cNvPr id="2235" name="object 2235"/>
            <p:cNvSpPr/>
            <p:nvPr/>
          </p:nvSpPr>
          <p:spPr>
            <a:xfrm>
              <a:off x="7066280" y="883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3106"/>
            </a:solidFill>
          </p:spPr>
          <p:txBody>
            <a:bodyPr wrap="square" lIns="0" tIns="0" rIns="0" bIns="0" rtlCol="0"/>
            <a:lstStyle/>
            <a:p/>
          </p:txBody>
        </p:sp>
        <p:sp>
          <p:nvSpPr>
            <p:cNvPr id="2236" name="object 2236"/>
            <p:cNvSpPr/>
            <p:nvPr/>
          </p:nvSpPr>
          <p:spPr>
            <a:xfrm>
              <a:off x="7066280" y="890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3007"/>
            </a:solidFill>
          </p:spPr>
          <p:txBody>
            <a:bodyPr wrap="square" lIns="0" tIns="0" rIns="0" bIns="0" rtlCol="0"/>
            <a:lstStyle/>
            <a:p/>
          </p:txBody>
        </p:sp>
        <p:sp>
          <p:nvSpPr>
            <p:cNvPr id="2237" name="object 2237"/>
            <p:cNvSpPr/>
            <p:nvPr/>
          </p:nvSpPr>
          <p:spPr>
            <a:xfrm>
              <a:off x="7066280" y="897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3009"/>
            </a:solidFill>
          </p:spPr>
          <p:txBody>
            <a:bodyPr wrap="square" lIns="0" tIns="0" rIns="0" bIns="0" rtlCol="0"/>
            <a:lstStyle/>
            <a:p/>
          </p:txBody>
        </p:sp>
        <p:sp>
          <p:nvSpPr>
            <p:cNvPr id="2238" name="object 2238"/>
            <p:cNvSpPr/>
            <p:nvPr/>
          </p:nvSpPr>
          <p:spPr>
            <a:xfrm>
              <a:off x="7066280" y="905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F0B"/>
            </a:solidFill>
          </p:spPr>
          <p:txBody>
            <a:bodyPr wrap="square" lIns="0" tIns="0" rIns="0" bIns="0" rtlCol="0"/>
            <a:lstStyle/>
            <a:p/>
          </p:txBody>
        </p:sp>
        <p:sp>
          <p:nvSpPr>
            <p:cNvPr id="2239" name="object 2239"/>
            <p:cNvSpPr/>
            <p:nvPr/>
          </p:nvSpPr>
          <p:spPr>
            <a:xfrm>
              <a:off x="7066280" y="911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F0D"/>
            </a:solidFill>
          </p:spPr>
          <p:txBody>
            <a:bodyPr wrap="square" lIns="0" tIns="0" rIns="0" bIns="0" rtlCol="0"/>
            <a:lstStyle/>
            <a:p/>
          </p:txBody>
        </p:sp>
        <p:sp>
          <p:nvSpPr>
            <p:cNvPr id="2240" name="object 2240"/>
            <p:cNvSpPr/>
            <p:nvPr/>
          </p:nvSpPr>
          <p:spPr>
            <a:xfrm>
              <a:off x="7066280" y="919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F0E"/>
            </a:solidFill>
          </p:spPr>
          <p:txBody>
            <a:bodyPr wrap="square" lIns="0" tIns="0" rIns="0" bIns="0" rtlCol="0"/>
            <a:lstStyle/>
            <a:p/>
          </p:txBody>
        </p:sp>
        <p:sp>
          <p:nvSpPr>
            <p:cNvPr id="2241" name="object 2241"/>
            <p:cNvSpPr/>
            <p:nvPr/>
          </p:nvSpPr>
          <p:spPr>
            <a:xfrm>
              <a:off x="7066280" y="927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E10"/>
            </a:solidFill>
          </p:spPr>
          <p:txBody>
            <a:bodyPr wrap="square" lIns="0" tIns="0" rIns="0" bIns="0" rtlCol="0"/>
            <a:lstStyle/>
            <a:p/>
          </p:txBody>
        </p:sp>
        <p:sp>
          <p:nvSpPr>
            <p:cNvPr id="2242" name="object 2242"/>
            <p:cNvSpPr/>
            <p:nvPr/>
          </p:nvSpPr>
          <p:spPr>
            <a:xfrm>
              <a:off x="7066280" y="933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E12"/>
            </a:solidFill>
          </p:spPr>
          <p:txBody>
            <a:bodyPr wrap="square" lIns="0" tIns="0" rIns="0" bIns="0" rtlCol="0"/>
            <a:lstStyle/>
            <a:p/>
          </p:txBody>
        </p:sp>
        <p:sp>
          <p:nvSpPr>
            <p:cNvPr id="2243" name="object 2243"/>
            <p:cNvSpPr/>
            <p:nvPr/>
          </p:nvSpPr>
          <p:spPr>
            <a:xfrm>
              <a:off x="7066280" y="941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D14"/>
            </a:solidFill>
          </p:spPr>
          <p:txBody>
            <a:bodyPr wrap="square" lIns="0" tIns="0" rIns="0" bIns="0" rtlCol="0"/>
            <a:lstStyle/>
            <a:p/>
          </p:txBody>
        </p:sp>
        <p:sp>
          <p:nvSpPr>
            <p:cNvPr id="2244" name="object 2244"/>
            <p:cNvSpPr/>
            <p:nvPr/>
          </p:nvSpPr>
          <p:spPr>
            <a:xfrm>
              <a:off x="7066280" y="948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D16"/>
            </a:solidFill>
          </p:spPr>
          <p:txBody>
            <a:bodyPr wrap="square" lIns="0" tIns="0" rIns="0" bIns="0" rtlCol="0"/>
            <a:lstStyle/>
            <a:p/>
          </p:txBody>
        </p:sp>
        <p:sp>
          <p:nvSpPr>
            <p:cNvPr id="2245" name="object 2245"/>
            <p:cNvSpPr/>
            <p:nvPr/>
          </p:nvSpPr>
          <p:spPr>
            <a:xfrm>
              <a:off x="7066280" y="955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C17"/>
            </a:solidFill>
          </p:spPr>
          <p:txBody>
            <a:bodyPr wrap="square" lIns="0" tIns="0" rIns="0" bIns="0" rtlCol="0"/>
            <a:lstStyle/>
            <a:p/>
          </p:txBody>
        </p:sp>
        <p:sp>
          <p:nvSpPr>
            <p:cNvPr id="2246" name="object 2246"/>
            <p:cNvSpPr/>
            <p:nvPr/>
          </p:nvSpPr>
          <p:spPr>
            <a:xfrm>
              <a:off x="7066280" y="962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C19"/>
            </a:solidFill>
          </p:spPr>
          <p:txBody>
            <a:bodyPr wrap="square" lIns="0" tIns="0" rIns="0" bIns="0" rtlCol="0"/>
            <a:lstStyle/>
            <a:p/>
          </p:txBody>
        </p:sp>
        <p:sp>
          <p:nvSpPr>
            <p:cNvPr id="2247" name="object 2247"/>
            <p:cNvSpPr/>
            <p:nvPr/>
          </p:nvSpPr>
          <p:spPr>
            <a:xfrm>
              <a:off x="7066280" y="970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B1B"/>
            </a:solidFill>
          </p:spPr>
          <p:txBody>
            <a:bodyPr wrap="square" lIns="0" tIns="0" rIns="0" bIns="0" rtlCol="0"/>
            <a:lstStyle/>
            <a:p/>
          </p:txBody>
        </p:sp>
        <p:sp>
          <p:nvSpPr>
            <p:cNvPr id="2248" name="object 2248"/>
            <p:cNvSpPr/>
            <p:nvPr/>
          </p:nvSpPr>
          <p:spPr>
            <a:xfrm>
              <a:off x="7066280" y="976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B1D"/>
            </a:solidFill>
          </p:spPr>
          <p:txBody>
            <a:bodyPr wrap="square" lIns="0" tIns="0" rIns="0" bIns="0" rtlCol="0"/>
            <a:lstStyle/>
            <a:p/>
          </p:txBody>
        </p:sp>
        <p:sp>
          <p:nvSpPr>
            <p:cNvPr id="2249" name="object 2249"/>
            <p:cNvSpPr/>
            <p:nvPr/>
          </p:nvSpPr>
          <p:spPr>
            <a:xfrm>
              <a:off x="7066280" y="984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B1E"/>
            </a:solidFill>
          </p:spPr>
          <p:txBody>
            <a:bodyPr wrap="square" lIns="0" tIns="0" rIns="0" bIns="0" rtlCol="0"/>
            <a:lstStyle/>
            <a:p/>
          </p:txBody>
        </p:sp>
        <p:sp>
          <p:nvSpPr>
            <p:cNvPr id="2250" name="object 2250"/>
            <p:cNvSpPr/>
            <p:nvPr/>
          </p:nvSpPr>
          <p:spPr>
            <a:xfrm>
              <a:off x="7066280" y="991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A20"/>
            </a:solidFill>
          </p:spPr>
          <p:txBody>
            <a:bodyPr wrap="square" lIns="0" tIns="0" rIns="0" bIns="0" rtlCol="0"/>
            <a:lstStyle/>
            <a:p/>
          </p:txBody>
        </p:sp>
        <p:sp>
          <p:nvSpPr>
            <p:cNvPr id="2251" name="object 2251"/>
            <p:cNvSpPr/>
            <p:nvPr/>
          </p:nvSpPr>
          <p:spPr>
            <a:xfrm>
              <a:off x="7066280" y="998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A22"/>
            </a:solidFill>
          </p:spPr>
          <p:txBody>
            <a:bodyPr wrap="square" lIns="0" tIns="0" rIns="0" bIns="0" rtlCol="0"/>
            <a:lstStyle/>
            <a:p/>
          </p:txBody>
        </p:sp>
        <p:sp>
          <p:nvSpPr>
            <p:cNvPr id="2252" name="object 2252"/>
            <p:cNvSpPr/>
            <p:nvPr/>
          </p:nvSpPr>
          <p:spPr>
            <a:xfrm>
              <a:off x="7066280" y="1005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924"/>
            </a:solidFill>
          </p:spPr>
          <p:txBody>
            <a:bodyPr wrap="square" lIns="0" tIns="0" rIns="0" bIns="0" rtlCol="0"/>
            <a:lstStyle/>
            <a:p/>
          </p:txBody>
        </p:sp>
        <p:sp>
          <p:nvSpPr>
            <p:cNvPr id="2253" name="object 2253"/>
            <p:cNvSpPr/>
            <p:nvPr/>
          </p:nvSpPr>
          <p:spPr>
            <a:xfrm>
              <a:off x="7066280" y="10134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926"/>
            </a:solidFill>
          </p:spPr>
          <p:txBody>
            <a:bodyPr wrap="square" lIns="0" tIns="0" rIns="0" bIns="0" rtlCol="0"/>
            <a:lstStyle/>
            <a:p/>
          </p:txBody>
        </p:sp>
        <p:sp>
          <p:nvSpPr>
            <p:cNvPr id="2254" name="object 2254"/>
            <p:cNvSpPr/>
            <p:nvPr/>
          </p:nvSpPr>
          <p:spPr>
            <a:xfrm>
              <a:off x="7066280" y="10210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827"/>
            </a:solidFill>
          </p:spPr>
          <p:txBody>
            <a:bodyPr wrap="square" lIns="0" tIns="0" rIns="0" bIns="0" rtlCol="0"/>
            <a:lstStyle/>
            <a:p/>
          </p:txBody>
        </p:sp>
        <p:sp>
          <p:nvSpPr>
            <p:cNvPr id="2255" name="object 2255"/>
            <p:cNvSpPr/>
            <p:nvPr/>
          </p:nvSpPr>
          <p:spPr>
            <a:xfrm>
              <a:off x="7066280" y="1027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829"/>
            </a:solidFill>
          </p:spPr>
          <p:txBody>
            <a:bodyPr wrap="square" lIns="0" tIns="0" rIns="0" bIns="0" rtlCol="0"/>
            <a:lstStyle/>
            <a:p/>
          </p:txBody>
        </p:sp>
        <p:sp>
          <p:nvSpPr>
            <p:cNvPr id="2256" name="object 2256"/>
            <p:cNvSpPr/>
            <p:nvPr/>
          </p:nvSpPr>
          <p:spPr>
            <a:xfrm>
              <a:off x="7066280" y="10350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72B"/>
            </a:solidFill>
          </p:spPr>
          <p:txBody>
            <a:bodyPr wrap="square" lIns="0" tIns="0" rIns="0" bIns="0" rtlCol="0"/>
            <a:lstStyle/>
            <a:p/>
          </p:txBody>
        </p:sp>
        <p:sp>
          <p:nvSpPr>
            <p:cNvPr id="2257" name="object 2257"/>
            <p:cNvSpPr/>
            <p:nvPr/>
          </p:nvSpPr>
          <p:spPr>
            <a:xfrm>
              <a:off x="7066280" y="1042670"/>
              <a:ext cx="82550" cy="5080"/>
            </a:xfrm>
            <a:custGeom>
              <a:avLst/>
              <a:gdLst/>
              <a:ahLst/>
              <a:cxnLst/>
              <a:rect l="l" t="t" r="r" b="b"/>
              <a:pathLst>
                <a:path w="82550" h="5080">
                  <a:moveTo>
                    <a:pt x="0" y="0"/>
                  </a:moveTo>
                  <a:lnTo>
                    <a:pt x="82550" y="0"/>
                  </a:lnTo>
                  <a:lnTo>
                    <a:pt x="82550" y="5079"/>
                  </a:lnTo>
                  <a:lnTo>
                    <a:pt x="0" y="5079"/>
                  </a:lnTo>
                  <a:lnTo>
                    <a:pt x="0" y="0"/>
                  </a:lnTo>
                  <a:close/>
                </a:path>
              </a:pathLst>
            </a:custGeom>
            <a:solidFill>
              <a:srgbClr val="00272D"/>
            </a:solidFill>
          </p:spPr>
          <p:txBody>
            <a:bodyPr wrap="square" lIns="0" tIns="0" rIns="0" bIns="0" rtlCol="0"/>
            <a:lstStyle/>
            <a:p/>
          </p:txBody>
        </p:sp>
        <p:sp>
          <p:nvSpPr>
            <p:cNvPr id="2258" name="object 2258"/>
            <p:cNvSpPr/>
            <p:nvPr/>
          </p:nvSpPr>
          <p:spPr>
            <a:xfrm>
              <a:off x="7066280" y="1069340"/>
              <a:ext cx="82550" cy="1270"/>
            </a:xfrm>
            <a:custGeom>
              <a:avLst/>
              <a:gdLst/>
              <a:ahLst/>
              <a:cxnLst/>
              <a:rect l="l" t="t" r="r" b="b"/>
              <a:pathLst>
                <a:path w="82550" h="1269">
                  <a:moveTo>
                    <a:pt x="0" y="0"/>
                  </a:moveTo>
                  <a:lnTo>
                    <a:pt x="82550" y="0"/>
                  </a:lnTo>
                  <a:lnTo>
                    <a:pt x="82550" y="1269"/>
                  </a:lnTo>
                  <a:lnTo>
                    <a:pt x="0" y="1269"/>
                  </a:lnTo>
                  <a:lnTo>
                    <a:pt x="0" y="0"/>
                  </a:lnTo>
                  <a:close/>
                </a:path>
              </a:pathLst>
            </a:custGeom>
            <a:solidFill>
              <a:srgbClr val="002633"/>
            </a:solidFill>
          </p:spPr>
          <p:txBody>
            <a:bodyPr wrap="square" lIns="0" tIns="0" rIns="0" bIns="0" rtlCol="0"/>
            <a:lstStyle/>
            <a:p/>
          </p:txBody>
        </p:sp>
        <p:sp>
          <p:nvSpPr>
            <p:cNvPr id="2259" name="object 2259"/>
            <p:cNvSpPr/>
            <p:nvPr/>
          </p:nvSpPr>
          <p:spPr>
            <a:xfrm>
              <a:off x="7066280" y="1070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534"/>
            </a:solidFill>
          </p:spPr>
          <p:txBody>
            <a:bodyPr wrap="square" lIns="0" tIns="0" rIns="0" bIns="0" rtlCol="0"/>
            <a:lstStyle/>
            <a:p/>
          </p:txBody>
        </p:sp>
        <p:sp>
          <p:nvSpPr>
            <p:cNvPr id="2260" name="object 2260"/>
            <p:cNvSpPr/>
            <p:nvPr/>
          </p:nvSpPr>
          <p:spPr>
            <a:xfrm>
              <a:off x="7066280" y="1078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535"/>
            </a:solidFill>
          </p:spPr>
          <p:txBody>
            <a:bodyPr wrap="square" lIns="0" tIns="0" rIns="0" bIns="0" rtlCol="0"/>
            <a:lstStyle/>
            <a:p/>
          </p:txBody>
        </p:sp>
        <p:sp>
          <p:nvSpPr>
            <p:cNvPr id="2261" name="object 2261"/>
            <p:cNvSpPr/>
            <p:nvPr/>
          </p:nvSpPr>
          <p:spPr>
            <a:xfrm>
              <a:off x="7066280" y="10858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437"/>
            </a:solidFill>
          </p:spPr>
          <p:txBody>
            <a:bodyPr wrap="square" lIns="0" tIns="0" rIns="0" bIns="0" rtlCol="0"/>
            <a:lstStyle/>
            <a:p/>
          </p:txBody>
        </p:sp>
        <p:sp>
          <p:nvSpPr>
            <p:cNvPr id="2262" name="object 2262"/>
            <p:cNvSpPr/>
            <p:nvPr/>
          </p:nvSpPr>
          <p:spPr>
            <a:xfrm>
              <a:off x="7066280" y="1092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439"/>
            </a:solidFill>
          </p:spPr>
          <p:txBody>
            <a:bodyPr wrap="square" lIns="0" tIns="0" rIns="0" bIns="0" rtlCol="0"/>
            <a:lstStyle/>
            <a:p/>
          </p:txBody>
        </p:sp>
        <p:sp>
          <p:nvSpPr>
            <p:cNvPr id="2263" name="object 2263"/>
            <p:cNvSpPr/>
            <p:nvPr/>
          </p:nvSpPr>
          <p:spPr>
            <a:xfrm>
              <a:off x="7066280" y="10998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33B"/>
            </a:solidFill>
          </p:spPr>
          <p:txBody>
            <a:bodyPr wrap="square" lIns="0" tIns="0" rIns="0" bIns="0" rtlCol="0"/>
            <a:lstStyle/>
            <a:p/>
          </p:txBody>
        </p:sp>
        <p:sp>
          <p:nvSpPr>
            <p:cNvPr id="2264" name="object 2264"/>
            <p:cNvSpPr/>
            <p:nvPr/>
          </p:nvSpPr>
          <p:spPr>
            <a:xfrm>
              <a:off x="7066280" y="11074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33D"/>
            </a:solidFill>
          </p:spPr>
          <p:txBody>
            <a:bodyPr wrap="square" lIns="0" tIns="0" rIns="0" bIns="0" rtlCol="0"/>
            <a:lstStyle/>
            <a:p/>
          </p:txBody>
        </p:sp>
        <p:sp>
          <p:nvSpPr>
            <p:cNvPr id="2265" name="object 2265"/>
            <p:cNvSpPr/>
            <p:nvPr/>
          </p:nvSpPr>
          <p:spPr>
            <a:xfrm>
              <a:off x="7066280" y="11137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33E"/>
            </a:solidFill>
          </p:spPr>
          <p:txBody>
            <a:bodyPr wrap="square" lIns="0" tIns="0" rIns="0" bIns="0" rtlCol="0"/>
            <a:lstStyle/>
            <a:p/>
          </p:txBody>
        </p:sp>
        <p:sp>
          <p:nvSpPr>
            <p:cNvPr id="2266" name="object 2266"/>
            <p:cNvSpPr/>
            <p:nvPr/>
          </p:nvSpPr>
          <p:spPr>
            <a:xfrm>
              <a:off x="7066280" y="11214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240"/>
            </a:solidFill>
          </p:spPr>
          <p:txBody>
            <a:bodyPr wrap="square" lIns="0" tIns="0" rIns="0" bIns="0" rtlCol="0"/>
            <a:lstStyle/>
            <a:p/>
          </p:txBody>
        </p:sp>
        <p:sp>
          <p:nvSpPr>
            <p:cNvPr id="2267" name="object 2267"/>
            <p:cNvSpPr/>
            <p:nvPr/>
          </p:nvSpPr>
          <p:spPr>
            <a:xfrm>
              <a:off x="7066280" y="11290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242"/>
            </a:solidFill>
          </p:spPr>
          <p:txBody>
            <a:bodyPr wrap="square" lIns="0" tIns="0" rIns="0" bIns="0" rtlCol="0"/>
            <a:lstStyle/>
            <a:p/>
          </p:txBody>
        </p:sp>
        <p:sp>
          <p:nvSpPr>
            <p:cNvPr id="2268" name="object 2268"/>
            <p:cNvSpPr/>
            <p:nvPr/>
          </p:nvSpPr>
          <p:spPr>
            <a:xfrm>
              <a:off x="7066280" y="11353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144"/>
            </a:solidFill>
          </p:spPr>
          <p:txBody>
            <a:bodyPr wrap="square" lIns="0" tIns="0" rIns="0" bIns="0" rtlCol="0"/>
            <a:lstStyle/>
            <a:p/>
          </p:txBody>
        </p:sp>
        <p:sp>
          <p:nvSpPr>
            <p:cNvPr id="2269" name="object 2269"/>
            <p:cNvSpPr/>
            <p:nvPr/>
          </p:nvSpPr>
          <p:spPr>
            <a:xfrm>
              <a:off x="7066280" y="1143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2145"/>
            </a:solidFill>
          </p:spPr>
          <p:txBody>
            <a:bodyPr wrap="square" lIns="0" tIns="0" rIns="0" bIns="0" rtlCol="0"/>
            <a:lstStyle/>
            <a:p/>
          </p:txBody>
        </p:sp>
        <p:sp>
          <p:nvSpPr>
            <p:cNvPr id="2270" name="object 2270"/>
            <p:cNvSpPr/>
            <p:nvPr/>
          </p:nvSpPr>
          <p:spPr>
            <a:xfrm>
              <a:off x="7066280" y="11506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2047"/>
            </a:solidFill>
          </p:spPr>
          <p:txBody>
            <a:bodyPr wrap="square" lIns="0" tIns="0" rIns="0" bIns="0" rtlCol="0"/>
            <a:lstStyle/>
            <a:p/>
          </p:txBody>
        </p:sp>
        <p:sp>
          <p:nvSpPr>
            <p:cNvPr id="2271" name="object 2271"/>
            <p:cNvSpPr/>
            <p:nvPr/>
          </p:nvSpPr>
          <p:spPr>
            <a:xfrm>
              <a:off x="7066280" y="1156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2049"/>
            </a:solidFill>
          </p:spPr>
          <p:txBody>
            <a:bodyPr wrap="square" lIns="0" tIns="0" rIns="0" bIns="0" rtlCol="0"/>
            <a:lstStyle/>
            <a:p/>
          </p:txBody>
        </p:sp>
        <p:sp>
          <p:nvSpPr>
            <p:cNvPr id="2272" name="object 2272"/>
            <p:cNvSpPr/>
            <p:nvPr/>
          </p:nvSpPr>
          <p:spPr>
            <a:xfrm>
              <a:off x="7066280" y="11645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F4B"/>
            </a:solidFill>
          </p:spPr>
          <p:txBody>
            <a:bodyPr wrap="square" lIns="0" tIns="0" rIns="0" bIns="0" rtlCol="0"/>
            <a:lstStyle/>
            <a:p/>
          </p:txBody>
        </p:sp>
        <p:sp>
          <p:nvSpPr>
            <p:cNvPr id="2273" name="object 2273"/>
            <p:cNvSpPr/>
            <p:nvPr/>
          </p:nvSpPr>
          <p:spPr>
            <a:xfrm>
              <a:off x="7066280" y="11722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F4D"/>
            </a:solidFill>
          </p:spPr>
          <p:txBody>
            <a:bodyPr wrap="square" lIns="0" tIns="0" rIns="0" bIns="0" rtlCol="0"/>
            <a:lstStyle/>
            <a:p/>
          </p:txBody>
        </p:sp>
        <p:sp>
          <p:nvSpPr>
            <p:cNvPr id="2274" name="object 2274"/>
            <p:cNvSpPr/>
            <p:nvPr/>
          </p:nvSpPr>
          <p:spPr>
            <a:xfrm>
              <a:off x="7066280" y="11785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F4E"/>
            </a:solidFill>
          </p:spPr>
          <p:txBody>
            <a:bodyPr wrap="square" lIns="0" tIns="0" rIns="0" bIns="0" rtlCol="0"/>
            <a:lstStyle/>
            <a:p/>
          </p:txBody>
        </p:sp>
        <p:sp>
          <p:nvSpPr>
            <p:cNvPr id="2275" name="object 2275"/>
            <p:cNvSpPr/>
            <p:nvPr/>
          </p:nvSpPr>
          <p:spPr>
            <a:xfrm>
              <a:off x="7066280" y="11861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E50"/>
            </a:solidFill>
          </p:spPr>
          <p:txBody>
            <a:bodyPr wrap="square" lIns="0" tIns="0" rIns="0" bIns="0" rtlCol="0"/>
            <a:lstStyle/>
            <a:p/>
          </p:txBody>
        </p:sp>
        <p:sp>
          <p:nvSpPr>
            <p:cNvPr id="2276" name="object 2276"/>
            <p:cNvSpPr/>
            <p:nvPr/>
          </p:nvSpPr>
          <p:spPr>
            <a:xfrm>
              <a:off x="7066280" y="11938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E52"/>
            </a:solidFill>
          </p:spPr>
          <p:txBody>
            <a:bodyPr wrap="square" lIns="0" tIns="0" rIns="0" bIns="0" rtlCol="0"/>
            <a:lstStyle/>
            <a:p/>
          </p:txBody>
        </p:sp>
        <p:sp>
          <p:nvSpPr>
            <p:cNvPr id="2277" name="object 2277"/>
            <p:cNvSpPr/>
            <p:nvPr/>
          </p:nvSpPr>
          <p:spPr>
            <a:xfrm>
              <a:off x="7066280" y="12014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D54"/>
            </a:solidFill>
          </p:spPr>
          <p:txBody>
            <a:bodyPr wrap="square" lIns="0" tIns="0" rIns="0" bIns="0" rtlCol="0"/>
            <a:lstStyle/>
            <a:p/>
          </p:txBody>
        </p:sp>
        <p:sp>
          <p:nvSpPr>
            <p:cNvPr id="2278" name="object 2278"/>
            <p:cNvSpPr/>
            <p:nvPr/>
          </p:nvSpPr>
          <p:spPr>
            <a:xfrm>
              <a:off x="7066280" y="1207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D55"/>
            </a:solidFill>
          </p:spPr>
          <p:txBody>
            <a:bodyPr wrap="square" lIns="0" tIns="0" rIns="0" bIns="0" rtlCol="0"/>
            <a:lstStyle/>
            <a:p/>
          </p:txBody>
        </p:sp>
        <p:sp>
          <p:nvSpPr>
            <p:cNvPr id="2279" name="object 2279"/>
            <p:cNvSpPr/>
            <p:nvPr/>
          </p:nvSpPr>
          <p:spPr>
            <a:xfrm>
              <a:off x="7066280" y="1215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C57"/>
            </a:solidFill>
          </p:spPr>
          <p:txBody>
            <a:bodyPr wrap="square" lIns="0" tIns="0" rIns="0" bIns="0" rtlCol="0"/>
            <a:lstStyle/>
            <a:p/>
          </p:txBody>
        </p:sp>
        <p:sp>
          <p:nvSpPr>
            <p:cNvPr id="2280" name="object 2280"/>
            <p:cNvSpPr/>
            <p:nvPr/>
          </p:nvSpPr>
          <p:spPr>
            <a:xfrm>
              <a:off x="7066280" y="12230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C59"/>
            </a:solidFill>
          </p:spPr>
          <p:txBody>
            <a:bodyPr wrap="square" lIns="0" tIns="0" rIns="0" bIns="0" rtlCol="0"/>
            <a:lstStyle/>
            <a:p/>
          </p:txBody>
        </p:sp>
        <p:sp>
          <p:nvSpPr>
            <p:cNvPr id="2281" name="object 2281"/>
            <p:cNvSpPr/>
            <p:nvPr/>
          </p:nvSpPr>
          <p:spPr>
            <a:xfrm>
              <a:off x="7066280" y="1229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B5B"/>
            </a:solidFill>
          </p:spPr>
          <p:txBody>
            <a:bodyPr wrap="square" lIns="0" tIns="0" rIns="0" bIns="0" rtlCol="0"/>
            <a:lstStyle/>
            <a:p/>
          </p:txBody>
        </p:sp>
        <p:sp>
          <p:nvSpPr>
            <p:cNvPr id="2282" name="object 2282"/>
            <p:cNvSpPr/>
            <p:nvPr/>
          </p:nvSpPr>
          <p:spPr>
            <a:xfrm>
              <a:off x="7066280" y="12369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B5D"/>
            </a:solidFill>
          </p:spPr>
          <p:txBody>
            <a:bodyPr wrap="square" lIns="0" tIns="0" rIns="0" bIns="0" rtlCol="0"/>
            <a:lstStyle/>
            <a:p/>
          </p:txBody>
        </p:sp>
        <p:sp>
          <p:nvSpPr>
            <p:cNvPr id="2283" name="object 2283"/>
            <p:cNvSpPr/>
            <p:nvPr/>
          </p:nvSpPr>
          <p:spPr>
            <a:xfrm>
              <a:off x="7066280" y="12446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B5E"/>
            </a:solidFill>
          </p:spPr>
          <p:txBody>
            <a:bodyPr wrap="square" lIns="0" tIns="0" rIns="0" bIns="0" rtlCol="0"/>
            <a:lstStyle/>
            <a:p/>
          </p:txBody>
        </p:sp>
        <p:sp>
          <p:nvSpPr>
            <p:cNvPr id="2284" name="object 2284"/>
            <p:cNvSpPr/>
            <p:nvPr/>
          </p:nvSpPr>
          <p:spPr>
            <a:xfrm>
              <a:off x="7066280" y="12509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A60"/>
            </a:solidFill>
          </p:spPr>
          <p:txBody>
            <a:bodyPr wrap="square" lIns="0" tIns="0" rIns="0" bIns="0" rtlCol="0"/>
            <a:lstStyle/>
            <a:p/>
          </p:txBody>
        </p:sp>
        <p:sp>
          <p:nvSpPr>
            <p:cNvPr id="2285" name="object 2285"/>
            <p:cNvSpPr/>
            <p:nvPr/>
          </p:nvSpPr>
          <p:spPr>
            <a:xfrm>
              <a:off x="7066280" y="12585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A62"/>
            </a:solidFill>
          </p:spPr>
          <p:txBody>
            <a:bodyPr wrap="square" lIns="0" tIns="0" rIns="0" bIns="0" rtlCol="0"/>
            <a:lstStyle/>
            <a:p/>
          </p:txBody>
        </p:sp>
        <p:sp>
          <p:nvSpPr>
            <p:cNvPr id="2286" name="object 2286"/>
            <p:cNvSpPr/>
            <p:nvPr/>
          </p:nvSpPr>
          <p:spPr>
            <a:xfrm>
              <a:off x="7066280" y="12661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964"/>
            </a:solidFill>
          </p:spPr>
          <p:txBody>
            <a:bodyPr wrap="square" lIns="0" tIns="0" rIns="0" bIns="0" rtlCol="0"/>
            <a:lstStyle/>
            <a:p/>
          </p:txBody>
        </p:sp>
        <p:sp>
          <p:nvSpPr>
            <p:cNvPr id="2287" name="object 2287"/>
            <p:cNvSpPr/>
            <p:nvPr/>
          </p:nvSpPr>
          <p:spPr>
            <a:xfrm>
              <a:off x="7066280" y="12725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966"/>
            </a:solidFill>
          </p:spPr>
          <p:txBody>
            <a:bodyPr wrap="square" lIns="0" tIns="0" rIns="0" bIns="0" rtlCol="0"/>
            <a:lstStyle/>
            <a:p/>
          </p:txBody>
        </p:sp>
        <p:sp>
          <p:nvSpPr>
            <p:cNvPr id="2288" name="object 2288"/>
            <p:cNvSpPr/>
            <p:nvPr/>
          </p:nvSpPr>
          <p:spPr>
            <a:xfrm>
              <a:off x="7066280" y="1280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867"/>
            </a:solidFill>
          </p:spPr>
          <p:txBody>
            <a:bodyPr wrap="square" lIns="0" tIns="0" rIns="0" bIns="0" rtlCol="0"/>
            <a:lstStyle/>
            <a:p/>
          </p:txBody>
        </p:sp>
        <p:sp>
          <p:nvSpPr>
            <p:cNvPr id="2289" name="object 2289"/>
            <p:cNvSpPr/>
            <p:nvPr/>
          </p:nvSpPr>
          <p:spPr>
            <a:xfrm>
              <a:off x="7066280" y="12877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869"/>
            </a:solidFill>
          </p:spPr>
          <p:txBody>
            <a:bodyPr wrap="square" lIns="0" tIns="0" rIns="0" bIns="0" rtlCol="0"/>
            <a:lstStyle/>
            <a:p/>
          </p:txBody>
        </p:sp>
        <p:sp>
          <p:nvSpPr>
            <p:cNvPr id="2290" name="object 2290"/>
            <p:cNvSpPr/>
            <p:nvPr/>
          </p:nvSpPr>
          <p:spPr>
            <a:xfrm>
              <a:off x="7066280" y="1294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76B"/>
            </a:solidFill>
          </p:spPr>
          <p:txBody>
            <a:bodyPr wrap="square" lIns="0" tIns="0" rIns="0" bIns="0" rtlCol="0"/>
            <a:lstStyle/>
            <a:p/>
          </p:txBody>
        </p:sp>
        <p:sp>
          <p:nvSpPr>
            <p:cNvPr id="2291" name="object 2291"/>
            <p:cNvSpPr/>
            <p:nvPr/>
          </p:nvSpPr>
          <p:spPr>
            <a:xfrm>
              <a:off x="7066280" y="13017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76C"/>
            </a:solidFill>
          </p:spPr>
          <p:txBody>
            <a:bodyPr wrap="square" lIns="0" tIns="0" rIns="0" bIns="0" rtlCol="0"/>
            <a:lstStyle/>
            <a:p/>
          </p:txBody>
        </p:sp>
        <p:sp>
          <p:nvSpPr>
            <p:cNvPr id="2292" name="object 2292"/>
            <p:cNvSpPr/>
            <p:nvPr/>
          </p:nvSpPr>
          <p:spPr>
            <a:xfrm>
              <a:off x="7066280" y="13093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76E"/>
            </a:solidFill>
          </p:spPr>
          <p:txBody>
            <a:bodyPr wrap="square" lIns="0" tIns="0" rIns="0" bIns="0" rtlCol="0"/>
            <a:lstStyle/>
            <a:p/>
          </p:txBody>
        </p:sp>
        <p:sp>
          <p:nvSpPr>
            <p:cNvPr id="2293" name="object 2293"/>
            <p:cNvSpPr/>
            <p:nvPr/>
          </p:nvSpPr>
          <p:spPr>
            <a:xfrm>
              <a:off x="7066280" y="13157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670"/>
            </a:solidFill>
          </p:spPr>
          <p:txBody>
            <a:bodyPr wrap="square" lIns="0" tIns="0" rIns="0" bIns="0" rtlCol="0"/>
            <a:lstStyle/>
            <a:p/>
          </p:txBody>
        </p:sp>
        <p:sp>
          <p:nvSpPr>
            <p:cNvPr id="2294" name="object 2294"/>
            <p:cNvSpPr/>
            <p:nvPr/>
          </p:nvSpPr>
          <p:spPr>
            <a:xfrm>
              <a:off x="7066280" y="13233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672"/>
            </a:solidFill>
          </p:spPr>
          <p:txBody>
            <a:bodyPr wrap="square" lIns="0" tIns="0" rIns="0" bIns="0" rtlCol="0"/>
            <a:lstStyle/>
            <a:p/>
          </p:txBody>
        </p:sp>
        <p:sp>
          <p:nvSpPr>
            <p:cNvPr id="2295" name="object 2295"/>
            <p:cNvSpPr/>
            <p:nvPr/>
          </p:nvSpPr>
          <p:spPr>
            <a:xfrm>
              <a:off x="7066280" y="13309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574"/>
            </a:solidFill>
          </p:spPr>
          <p:txBody>
            <a:bodyPr wrap="square" lIns="0" tIns="0" rIns="0" bIns="0" rtlCol="0"/>
            <a:lstStyle/>
            <a:p/>
          </p:txBody>
        </p:sp>
        <p:sp>
          <p:nvSpPr>
            <p:cNvPr id="2296" name="object 2296"/>
            <p:cNvSpPr/>
            <p:nvPr/>
          </p:nvSpPr>
          <p:spPr>
            <a:xfrm>
              <a:off x="7066280" y="13373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575"/>
            </a:solidFill>
          </p:spPr>
          <p:txBody>
            <a:bodyPr wrap="square" lIns="0" tIns="0" rIns="0" bIns="0" rtlCol="0"/>
            <a:lstStyle/>
            <a:p/>
          </p:txBody>
        </p:sp>
        <p:sp>
          <p:nvSpPr>
            <p:cNvPr id="2297" name="object 2297"/>
            <p:cNvSpPr/>
            <p:nvPr/>
          </p:nvSpPr>
          <p:spPr>
            <a:xfrm>
              <a:off x="7066280" y="1344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477"/>
            </a:solidFill>
          </p:spPr>
          <p:txBody>
            <a:bodyPr wrap="square" lIns="0" tIns="0" rIns="0" bIns="0" rtlCol="0"/>
            <a:lstStyle/>
            <a:p/>
          </p:txBody>
        </p:sp>
        <p:sp>
          <p:nvSpPr>
            <p:cNvPr id="2298" name="object 2298"/>
            <p:cNvSpPr/>
            <p:nvPr/>
          </p:nvSpPr>
          <p:spPr>
            <a:xfrm>
              <a:off x="7066280" y="1352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479"/>
            </a:solidFill>
          </p:spPr>
          <p:txBody>
            <a:bodyPr wrap="square" lIns="0" tIns="0" rIns="0" bIns="0" rtlCol="0"/>
            <a:lstStyle/>
            <a:p/>
          </p:txBody>
        </p:sp>
        <p:sp>
          <p:nvSpPr>
            <p:cNvPr id="2299" name="object 2299"/>
            <p:cNvSpPr/>
            <p:nvPr/>
          </p:nvSpPr>
          <p:spPr>
            <a:xfrm>
              <a:off x="7066280" y="13601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37B"/>
            </a:solidFill>
          </p:spPr>
          <p:txBody>
            <a:bodyPr wrap="square" lIns="0" tIns="0" rIns="0" bIns="0" rtlCol="0"/>
            <a:lstStyle/>
            <a:p/>
          </p:txBody>
        </p:sp>
        <p:sp>
          <p:nvSpPr>
            <p:cNvPr id="2300" name="object 2300"/>
            <p:cNvSpPr/>
            <p:nvPr/>
          </p:nvSpPr>
          <p:spPr>
            <a:xfrm>
              <a:off x="7066280" y="1366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37C"/>
            </a:solidFill>
          </p:spPr>
          <p:txBody>
            <a:bodyPr wrap="square" lIns="0" tIns="0" rIns="0" bIns="0" rtlCol="0"/>
            <a:lstStyle/>
            <a:p/>
          </p:txBody>
        </p:sp>
        <p:sp>
          <p:nvSpPr>
            <p:cNvPr id="2301" name="object 2301"/>
            <p:cNvSpPr/>
            <p:nvPr/>
          </p:nvSpPr>
          <p:spPr>
            <a:xfrm>
              <a:off x="7066280" y="13741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37E"/>
            </a:solidFill>
          </p:spPr>
          <p:txBody>
            <a:bodyPr wrap="square" lIns="0" tIns="0" rIns="0" bIns="0" rtlCol="0"/>
            <a:lstStyle/>
            <a:p/>
          </p:txBody>
        </p:sp>
        <p:sp>
          <p:nvSpPr>
            <p:cNvPr id="2302" name="object 2302"/>
            <p:cNvSpPr/>
            <p:nvPr/>
          </p:nvSpPr>
          <p:spPr>
            <a:xfrm>
              <a:off x="7066280" y="13817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280"/>
            </a:solidFill>
          </p:spPr>
          <p:txBody>
            <a:bodyPr wrap="square" lIns="0" tIns="0" rIns="0" bIns="0" rtlCol="0"/>
            <a:lstStyle/>
            <a:p/>
          </p:txBody>
        </p:sp>
        <p:sp>
          <p:nvSpPr>
            <p:cNvPr id="2303" name="object 2303"/>
            <p:cNvSpPr/>
            <p:nvPr/>
          </p:nvSpPr>
          <p:spPr>
            <a:xfrm>
              <a:off x="7066280" y="13881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282"/>
            </a:solidFill>
          </p:spPr>
          <p:txBody>
            <a:bodyPr wrap="square" lIns="0" tIns="0" rIns="0" bIns="0" rtlCol="0"/>
            <a:lstStyle/>
            <a:p/>
          </p:txBody>
        </p:sp>
        <p:sp>
          <p:nvSpPr>
            <p:cNvPr id="2304" name="object 2304"/>
            <p:cNvSpPr/>
            <p:nvPr/>
          </p:nvSpPr>
          <p:spPr>
            <a:xfrm>
              <a:off x="7066280" y="13957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184"/>
            </a:solidFill>
          </p:spPr>
          <p:txBody>
            <a:bodyPr wrap="square" lIns="0" tIns="0" rIns="0" bIns="0" rtlCol="0"/>
            <a:lstStyle/>
            <a:p/>
          </p:txBody>
        </p:sp>
        <p:sp>
          <p:nvSpPr>
            <p:cNvPr id="2305" name="object 2305"/>
            <p:cNvSpPr/>
            <p:nvPr/>
          </p:nvSpPr>
          <p:spPr>
            <a:xfrm>
              <a:off x="7066280" y="14033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1185"/>
            </a:solidFill>
          </p:spPr>
          <p:txBody>
            <a:bodyPr wrap="square" lIns="0" tIns="0" rIns="0" bIns="0" rtlCol="0"/>
            <a:lstStyle/>
            <a:p/>
          </p:txBody>
        </p:sp>
        <p:sp>
          <p:nvSpPr>
            <p:cNvPr id="2306" name="object 2306"/>
            <p:cNvSpPr/>
            <p:nvPr/>
          </p:nvSpPr>
          <p:spPr>
            <a:xfrm>
              <a:off x="7066280" y="14097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1087"/>
            </a:solidFill>
          </p:spPr>
          <p:txBody>
            <a:bodyPr wrap="square" lIns="0" tIns="0" rIns="0" bIns="0" rtlCol="0"/>
            <a:lstStyle/>
            <a:p/>
          </p:txBody>
        </p:sp>
        <p:sp>
          <p:nvSpPr>
            <p:cNvPr id="2307" name="object 2307"/>
            <p:cNvSpPr/>
            <p:nvPr/>
          </p:nvSpPr>
          <p:spPr>
            <a:xfrm>
              <a:off x="7066280" y="1417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1089"/>
            </a:solidFill>
          </p:spPr>
          <p:txBody>
            <a:bodyPr wrap="square" lIns="0" tIns="0" rIns="0" bIns="0" rtlCol="0"/>
            <a:lstStyle/>
            <a:p/>
          </p:txBody>
        </p:sp>
        <p:sp>
          <p:nvSpPr>
            <p:cNvPr id="2308" name="object 2308"/>
            <p:cNvSpPr/>
            <p:nvPr/>
          </p:nvSpPr>
          <p:spPr>
            <a:xfrm>
              <a:off x="7066280" y="14249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F8B"/>
            </a:solidFill>
          </p:spPr>
          <p:txBody>
            <a:bodyPr wrap="square" lIns="0" tIns="0" rIns="0" bIns="0" rtlCol="0"/>
            <a:lstStyle/>
            <a:p/>
          </p:txBody>
        </p:sp>
        <p:sp>
          <p:nvSpPr>
            <p:cNvPr id="2309" name="object 2309"/>
            <p:cNvSpPr/>
            <p:nvPr/>
          </p:nvSpPr>
          <p:spPr>
            <a:xfrm>
              <a:off x="7066280" y="1431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F8C"/>
            </a:solidFill>
          </p:spPr>
          <p:txBody>
            <a:bodyPr wrap="square" lIns="0" tIns="0" rIns="0" bIns="0" rtlCol="0"/>
            <a:lstStyle/>
            <a:p/>
          </p:txBody>
        </p:sp>
        <p:sp>
          <p:nvSpPr>
            <p:cNvPr id="2310" name="object 2310"/>
            <p:cNvSpPr/>
            <p:nvPr/>
          </p:nvSpPr>
          <p:spPr>
            <a:xfrm>
              <a:off x="7066280" y="1438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F8E"/>
            </a:solidFill>
          </p:spPr>
          <p:txBody>
            <a:bodyPr wrap="square" lIns="0" tIns="0" rIns="0" bIns="0" rtlCol="0"/>
            <a:lstStyle/>
            <a:p/>
          </p:txBody>
        </p:sp>
        <p:sp>
          <p:nvSpPr>
            <p:cNvPr id="2311" name="object 2311"/>
            <p:cNvSpPr/>
            <p:nvPr/>
          </p:nvSpPr>
          <p:spPr>
            <a:xfrm>
              <a:off x="7066280" y="14465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E90"/>
            </a:solidFill>
          </p:spPr>
          <p:txBody>
            <a:bodyPr wrap="square" lIns="0" tIns="0" rIns="0" bIns="0" rtlCol="0"/>
            <a:lstStyle/>
            <a:p/>
          </p:txBody>
        </p:sp>
        <p:sp>
          <p:nvSpPr>
            <p:cNvPr id="2312" name="object 2312"/>
            <p:cNvSpPr/>
            <p:nvPr/>
          </p:nvSpPr>
          <p:spPr>
            <a:xfrm>
              <a:off x="7066280" y="14528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E92"/>
            </a:solidFill>
          </p:spPr>
          <p:txBody>
            <a:bodyPr wrap="square" lIns="0" tIns="0" rIns="0" bIns="0" rtlCol="0"/>
            <a:lstStyle/>
            <a:p/>
          </p:txBody>
        </p:sp>
        <p:sp>
          <p:nvSpPr>
            <p:cNvPr id="2313" name="object 2313"/>
            <p:cNvSpPr/>
            <p:nvPr/>
          </p:nvSpPr>
          <p:spPr>
            <a:xfrm>
              <a:off x="7066280" y="14605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D94"/>
            </a:solidFill>
          </p:spPr>
          <p:txBody>
            <a:bodyPr wrap="square" lIns="0" tIns="0" rIns="0" bIns="0" rtlCol="0"/>
            <a:lstStyle/>
            <a:p/>
          </p:txBody>
        </p:sp>
        <p:sp>
          <p:nvSpPr>
            <p:cNvPr id="2314" name="object 2314"/>
            <p:cNvSpPr/>
            <p:nvPr/>
          </p:nvSpPr>
          <p:spPr>
            <a:xfrm>
              <a:off x="7066280" y="14681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D95"/>
            </a:solidFill>
          </p:spPr>
          <p:txBody>
            <a:bodyPr wrap="square" lIns="0" tIns="0" rIns="0" bIns="0" rtlCol="0"/>
            <a:lstStyle/>
            <a:p/>
          </p:txBody>
        </p:sp>
        <p:sp>
          <p:nvSpPr>
            <p:cNvPr id="2315" name="object 2315"/>
            <p:cNvSpPr/>
            <p:nvPr/>
          </p:nvSpPr>
          <p:spPr>
            <a:xfrm>
              <a:off x="7066280" y="14744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C97"/>
            </a:solidFill>
          </p:spPr>
          <p:txBody>
            <a:bodyPr wrap="square" lIns="0" tIns="0" rIns="0" bIns="0" rtlCol="0"/>
            <a:lstStyle/>
            <a:p/>
          </p:txBody>
        </p:sp>
        <p:sp>
          <p:nvSpPr>
            <p:cNvPr id="2316" name="object 2316"/>
            <p:cNvSpPr/>
            <p:nvPr/>
          </p:nvSpPr>
          <p:spPr>
            <a:xfrm>
              <a:off x="7066280" y="14820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C99"/>
            </a:solidFill>
          </p:spPr>
          <p:txBody>
            <a:bodyPr wrap="square" lIns="0" tIns="0" rIns="0" bIns="0" rtlCol="0"/>
            <a:lstStyle/>
            <a:p/>
          </p:txBody>
        </p:sp>
        <p:sp>
          <p:nvSpPr>
            <p:cNvPr id="2317" name="object 2317"/>
            <p:cNvSpPr/>
            <p:nvPr/>
          </p:nvSpPr>
          <p:spPr>
            <a:xfrm>
              <a:off x="7066280" y="14897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B9B"/>
            </a:solidFill>
          </p:spPr>
          <p:txBody>
            <a:bodyPr wrap="square" lIns="0" tIns="0" rIns="0" bIns="0" rtlCol="0"/>
            <a:lstStyle/>
            <a:p/>
          </p:txBody>
        </p:sp>
        <p:sp>
          <p:nvSpPr>
            <p:cNvPr id="2318" name="object 2318"/>
            <p:cNvSpPr/>
            <p:nvPr/>
          </p:nvSpPr>
          <p:spPr>
            <a:xfrm>
              <a:off x="7066280" y="1496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B9C"/>
            </a:solidFill>
          </p:spPr>
          <p:txBody>
            <a:bodyPr wrap="square" lIns="0" tIns="0" rIns="0" bIns="0" rtlCol="0"/>
            <a:lstStyle/>
            <a:p/>
          </p:txBody>
        </p:sp>
        <p:sp>
          <p:nvSpPr>
            <p:cNvPr id="2319" name="object 2319"/>
            <p:cNvSpPr/>
            <p:nvPr/>
          </p:nvSpPr>
          <p:spPr>
            <a:xfrm>
              <a:off x="7066280" y="1503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B9E"/>
            </a:solidFill>
          </p:spPr>
          <p:txBody>
            <a:bodyPr wrap="square" lIns="0" tIns="0" rIns="0" bIns="0" rtlCol="0"/>
            <a:lstStyle/>
            <a:p/>
          </p:txBody>
        </p:sp>
        <p:sp>
          <p:nvSpPr>
            <p:cNvPr id="2320" name="object 2320"/>
            <p:cNvSpPr/>
            <p:nvPr/>
          </p:nvSpPr>
          <p:spPr>
            <a:xfrm>
              <a:off x="7066280" y="1511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AA0"/>
            </a:solidFill>
          </p:spPr>
          <p:txBody>
            <a:bodyPr wrap="square" lIns="0" tIns="0" rIns="0" bIns="0" rtlCol="0"/>
            <a:lstStyle/>
            <a:p/>
          </p:txBody>
        </p:sp>
        <p:sp>
          <p:nvSpPr>
            <p:cNvPr id="2321" name="object 2321"/>
            <p:cNvSpPr/>
            <p:nvPr/>
          </p:nvSpPr>
          <p:spPr>
            <a:xfrm>
              <a:off x="7066280" y="1518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AA2"/>
            </a:solidFill>
          </p:spPr>
          <p:txBody>
            <a:bodyPr wrap="square" lIns="0" tIns="0" rIns="0" bIns="0" rtlCol="0"/>
            <a:lstStyle/>
            <a:p/>
          </p:txBody>
        </p:sp>
        <p:sp>
          <p:nvSpPr>
            <p:cNvPr id="2322" name="object 2322"/>
            <p:cNvSpPr/>
            <p:nvPr/>
          </p:nvSpPr>
          <p:spPr>
            <a:xfrm>
              <a:off x="7066280" y="1525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9A3"/>
            </a:solidFill>
          </p:spPr>
          <p:txBody>
            <a:bodyPr wrap="square" lIns="0" tIns="0" rIns="0" bIns="0" rtlCol="0"/>
            <a:lstStyle/>
            <a:p/>
          </p:txBody>
        </p:sp>
        <p:sp>
          <p:nvSpPr>
            <p:cNvPr id="2323" name="object 2323"/>
            <p:cNvSpPr/>
            <p:nvPr/>
          </p:nvSpPr>
          <p:spPr>
            <a:xfrm>
              <a:off x="7066280" y="1532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9A5"/>
            </a:solidFill>
          </p:spPr>
          <p:txBody>
            <a:bodyPr wrap="square" lIns="0" tIns="0" rIns="0" bIns="0" rtlCol="0"/>
            <a:lstStyle/>
            <a:p/>
          </p:txBody>
        </p:sp>
        <p:sp>
          <p:nvSpPr>
            <p:cNvPr id="2324" name="object 2324"/>
            <p:cNvSpPr/>
            <p:nvPr/>
          </p:nvSpPr>
          <p:spPr>
            <a:xfrm>
              <a:off x="7066280" y="1540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8A7"/>
            </a:solidFill>
          </p:spPr>
          <p:txBody>
            <a:bodyPr wrap="square" lIns="0" tIns="0" rIns="0" bIns="0" rtlCol="0"/>
            <a:lstStyle/>
            <a:p/>
          </p:txBody>
        </p:sp>
        <p:sp>
          <p:nvSpPr>
            <p:cNvPr id="2325" name="object 2325"/>
            <p:cNvSpPr/>
            <p:nvPr/>
          </p:nvSpPr>
          <p:spPr>
            <a:xfrm>
              <a:off x="7066280" y="1546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8A9"/>
            </a:solidFill>
          </p:spPr>
          <p:txBody>
            <a:bodyPr wrap="square" lIns="0" tIns="0" rIns="0" bIns="0" rtlCol="0"/>
            <a:lstStyle/>
            <a:p/>
          </p:txBody>
        </p:sp>
        <p:sp>
          <p:nvSpPr>
            <p:cNvPr id="2326" name="object 2326"/>
            <p:cNvSpPr/>
            <p:nvPr/>
          </p:nvSpPr>
          <p:spPr>
            <a:xfrm>
              <a:off x="7066280" y="1554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7AB"/>
            </a:solidFill>
          </p:spPr>
          <p:txBody>
            <a:bodyPr wrap="square" lIns="0" tIns="0" rIns="0" bIns="0" rtlCol="0"/>
            <a:lstStyle/>
            <a:p/>
          </p:txBody>
        </p:sp>
        <p:sp>
          <p:nvSpPr>
            <p:cNvPr id="2327" name="object 2327"/>
            <p:cNvSpPr/>
            <p:nvPr/>
          </p:nvSpPr>
          <p:spPr>
            <a:xfrm>
              <a:off x="7066280" y="1562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7AC"/>
            </a:solidFill>
          </p:spPr>
          <p:txBody>
            <a:bodyPr wrap="square" lIns="0" tIns="0" rIns="0" bIns="0" rtlCol="0"/>
            <a:lstStyle/>
            <a:p/>
          </p:txBody>
        </p:sp>
        <p:sp>
          <p:nvSpPr>
            <p:cNvPr id="2328" name="object 2328"/>
            <p:cNvSpPr/>
            <p:nvPr/>
          </p:nvSpPr>
          <p:spPr>
            <a:xfrm>
              <a:off x="7066280" y="1568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7AE"/>
            </a:solidFill>
          </p:spPr>
          <p:txBody>
            <a:bodyPr wrap="square" lIns="0" tIns="0" rIns="0" bIns="0" rtlCol="0"/>
            <a:lstStyle/>
            <a:p/>
          </p:txBody>
        </p:sp>
        <p:sp>
          <p:nvSpPr>
            <p:cNvPr id="2329" name="object 2329"/>
            <p:cNvSpPr/>
            <p:nvPr/>
          </p:nvSpPr>
          <p:spPr>
            <a:xfrm>
              <a:off x="7066280" y="1576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6B0"/>
            </a:solidFill>
          </p:spPr>
          <p:txBody>
            <a:bodyPr wrap="square" lIns="0" tIns="0" rIns="0" bIns="0" rtlCol="0"/>
            <a:lstStyle/>
            <a:p/>
          </p:txBody>
        </p:sp>
        <p:sp>
          <p:nvSpPr>
            <p:cNvPr id="2330" name="object 2330"/>
            <p:cNvSpPr/>
            <p:nvPr/>
          </p:nvSpPr>
          <p:spPr>
            <a:xfrm>
              <a:off x="7066280" y="1583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6B2"/>
            </a:solidFill>
          </p:spPr>
          <p:txBody>
            <a:bodyPr wrap="square" lIns="0" tIns="0" rIns="0" bIns="0" rtlCol="0"/>
            <a:lstStyle/>
            <a:p/>
          </p:txBody>
        </p:sp>
        <p:sp>
          <p:nvSpPr>
            <p:cNvPr id="2331" name="object 2331"/>
            <p:cNvSpPr/>
            <p:nvPr/>
          </p:nvSpPr>
          <p:spPr>
            <a:xfrm>
              <a:off x="7066280" y="1590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5B3"/>
            </a:solidFill>
          </p:spPr>
          <p:txBody>
            <a:bodyPr wrap="square" lIns="0" tIns="0" rIns="0" bIns="0" rtlCol="0"/>
            <a:lstStyle/>
            <a:p/>
          </p:txBody>
        </p:sp>
        <p:sp>
          <p:nvSpPr>
            <p:cNvPr id="2332" name="object 2332"/>
            <p:cNvSpPr/>
            <p:nvPr/>
          </p:nvSpPr>
          <p:spPr>
            <a:xfrm>
              <a:off x="7066280" y="1597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5B5"/>
            </a:solidFill>
          </p:spPr>
          <p:txBody>
            <a:bodyPr wrap="square" lIns="0" tIns="0" rIns="0" bIns="0" rtlCol="0"/>
            <a:lstStyle/>
            <a:p/>
          </p:txBody>
        </p:sp>
        <p:sp>
          <p:nvSpPr>
            <p:cNvPr id="2333" name="object 2333"/>
            <p:cNvSpPr/>
            <p:nvPr/>
          </p:nvSpPr>
          <p:spPr>
            <a:xfrm>
              <a:off x="7066280" y="1605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4B7"/>
            </a:solidFill>
          </p:spPr>
          <p:txBody>
            <a:bodyPr wrap="square" lIns="0" tIns="0" rIns="0" bIns="0" rtlCol="0"/>
            <a:lstStyle/>
            <a:p/>
          </p:txBody>
        </p:sp>
        <p:sp>
          <p:nvSpPr>
            <p:cNvPr id="2334" name="object 2334"/>
            <p:cNvSpPr/>
            <p:nvPr/>
          </p:nvSpPr>
          <p:spPr>
            <a:xfrm>
              <a:off x="7066280" y="1611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4B9"/>
            </a:solidFill>
          </p:spPr>
          <p:txBody>
            <a:bodyPr wrap="square" lIns="0" tIns="0" rIns="0" bIns="0" rtlCol="0"/>
            <a:lstStyle/>
            <a:p/>
          </p:txBody>
        </p:sp>
        <p:sp>
          <p:nvSpPr>
            <p:cNvPr id="2335" name="object 2335"/>
            <p:cNvSpPr/>
            <p:nvPr/>
          </p:nvSpPr>
          <p:spPr>
            <a:xfrm>
              <a:off x="7066280" y="1619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3BB"/>
            </a:solidFill>
          </p:spPr>
          <p:txBody>
            <a:bodyPr wrap="square" lIns="0" tIns="0" rIns="0" bIns="0" rtlCol="0"/>
            <a:lstStyle/>
            <a:p/>
          </p:txBody>
        </p:sp>
        <p:sp>
          <p:nvSpPr>
            <p:cNvPr id="2336" name="object 2336"/>
            <p:cNvSpPr/>
            <p:nvPr/>
          </p:nvSpPr>
          <p:spPr>
            <a:xfrm>
              <a:off x="7066280" y="1626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3BC"/>
            </a:solidFill>
          </p:spPr>
          <p:txBody>
            <a:bodyPr wrap="square" lIns="0" tIns="0" rIns="0" bIns="0" rtlCol="0"/>
            <a:lstStyle/>
            <a:p/>
          </p:txBody>
        </p:sp>
        <p:sp>
          <p:nvSpPr>
            <p:cNvPr id="2337" name="object 2337"/>
            <p:cNvSpPr/>
            <p:nvPr/>
          </p:nvSpPr>
          <p:spPr>
            <a:xfrm>
              <a:off x="7066280" y="1633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3BE"/>
            </a:solidFill>
          </p:spPr>
          <p:txBody>
            <a:bodyPr wrap="square" lIns="0" tIns="0" rIns="0" bIns="0" rtlCol="0"/>
            <a:lstStyle/>
            <a:p/>
          </p:txBody>
        </p:sp>
        <p:sp>
          <p:nvSpPr>
            <p:cNvPr id="2338" name="object 2338"/>
            <p:cNvSpPr/>
            <p:nvPr/>
          </p:nvSpPr>
          <p:spPr>
            <a:xfrm>
              <a:off x="7066280" y="1640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2C0"/>
            </a:solidFill>
          </p:spPr>
          <p:txBody>
            <a:bodyPr wrap="square" lIns="0" tIns="0" rIns="0" bIns="0" rtlCol="0"/>
            <a:lstStyle/>
            <a:p/>
          </p:txBody>
        </p:sp>
        <p:sp>
          <p:nvSpPr>
            <p:cNvPr id="2339" name="object 2339"/>
            <p:cNvSpPr/>
            <p:nvPr/>
          </p:nvSpPr>
          <p:spPr>
            <a:xfrm>
              <a:off x="7066280" y="16484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2C2"/>
            </a:solidFill>
          </p:spPr>
          <p:txBody>
            <a:bodyPr wrap="square" lIns="0" tIns="0" rIns="0" bIns="0" rtlCol="0"/>
            <a:lstStyle/>
            <a:p/>
          </p:txBody>
        </p:sp>
        <p:sp>
          <p:nvSpPr>
            <p:cNvPr id="2340" name="object 2340"/>
            <p:cNvSpPr/>
            <p:nvPr/>
          </p:nvSpPr>
          <p:spPr>
            <a:xfrm>
              <a:off x="7066280" y="1654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001C3"/>
            </a:solidFill>
          </p:spPr>
          <p:txBody>
            <a:bodyPr wrap="square" lIns="0" tIns="0" rIns="0" bIns="0" rtlCol="0"/>
            <a:lstStyle/>
            <a:p/>
          </p:txBody>
        </p:sp>
        <p:sp>
          <p:nvSpPr>
            <p:cNvPr id="2341" name="object 2341"/>
            <p:cNvSpPr/>
            <p:nvPr/>
          </p:nvSpPr>
          <p:spPr>
            <a:xfrm>
              <a:off x="7066280" y="1662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001C5"/>
            </a:solidFill>
          </p:spPr>
          <p:txBody>
            <a:bodyPr wrap="square" lIns="0" tIns="0" rIns="0" bIns="0" rtlCol="0"/>
            <a:lstStyle/>
            <a:p/>
          </p:txBody>
        </p:sp>
        <p:sp>
          <p:nvSpPr>
            <p:cNvPr id="2342" name="object 2342"/>
            <p:cNvSpPr/>
            <p:nvPr/>
          </p:nvSpPr>
          <p:spPr>
            <a:xfrm>
              <a:off x="7066280" y="16700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000C7"/>
            </a:solidFill>
          </p:spPr>
          <p:txBody>
            <a:bodyPr wrap="square" lIns="0" tIns="0" rIns="0" bIns="0" rtlCol="0"/>
            <a:lstStyle/>
            <a:p/>
          </p:txBody>
        </p:sp>
      </p:grpSp>
      <p:grpSp>
        <p:nvGrpSpPr>
          <p:cNvPr id="2343" name="object 2343"/>
          <p:cNvGrpSpPr/>
          <p:nvPr/>
        </p:nvGrpSpPr>
        <p:grpSpPr>
          <a:xfrm>
            <a:off x="7218680" y="1056639"/>
            <a:ext cx="200660" cy="633730"/>
            <a:chOff x="7218680" y="1056639"/>
            <a:chExt cx="200660" cy="633730"/>
          </a:xfrm>
        </p:grpSpPr>
        <p:sp>
          <p:nvSpPr>
            <p:cNvPr id="2344" name="object 2344"/>
            <p:cNvSpPr/>
            <p:nvPr/>
          </p:nvSpPr>
          <p:spPr>
            <a:xfrm>
              <a:off x="7291070" y="1056639"/>
              <a:ext cx="58419" cy="6350"/>
            </a:xfrm>
            <a:custGeom>
              <a:avLst/>
              <a:gdLst/>
              <a:ahLst/>
              <a:cxnLst/>
              <a:rect l="l" t="t" r="r" b="b"/>
              <a:pathLst>
                <a:path w="58420" h="6350">
                  <a:moveTo>
                    <a:pt x="58420" y="5080"/>
                  </a:moveTo>
                  <a:lnTo>
                    <a:pt x="0" y="5080"/>
                  </a:lnTo>
                  <a:lnTo>
                    <a:pt x="0" y="6350"/>
                  </a:lnTo>
                  <a:lnTo>
                    <a:pt x="58420" y="6350"/>
                  </a:lnTo>
                  <a:lnTo>
                    <a:pt x="58420" y="5080"/>
                  </a:lnTo>
                  <a:close/>
                </a:path>
                <a:path w="58420" h="6350">
                  <a:moveTo>
                    <a:pt x="57149" y="3810"/>
                  </a:moveTo>
                  <a:lnTo>
                    <a:pt x="2539" y="3810"/>
                  </a:lnTo>
                  <a:lnTo>
                    <a:pt x="2539" y="5080"/>
                  </a:lnTo>
                  <a:lnTo>
                    <a:pt x="57149" y="5080"/>
                  </a:lnTo>
                  <a:lnTo>
                    <a:pt x="57149" y="3810"/>
                  </a:lnTo>
                  <a:close/>
                </a:path>
                <a:path w="58420" h="6350">
                  <a:moveTo>
                    <a:pt x="50800" y="2539"/>
                  </a:moveTo>
                  <a:lnTo>
                    <a:pt x="6350" y="2539"/>
                  </a:lnTo>
                  <a:lnTo>
                    <a:pt x="6350" y="3810"/>
                  </a:lnTo>
                  <a:lnTo>
                    <a:pt x="50800" y="3810"/>
                  </a:lnTo>
                  <a:lnTo>
                    <a:pt x="50800" y="2539"/>
                  </a:lnTo>
                  <a:close/>
                </a:path>
                <a:path w="58420" h="6350">
                  <a:moveTo>
                    <a:pt x="44450" y="1270"/>
                  </a:moveTo>
                  <a:lnTo>
                    <a:pt x="12700" y="1270"/>
                  </a:lnTo>
                  <a:lnTo>
                    <a:pt x="12700" y="2539"/>
                  </a:lnTo>
                  <a:lnTo>
                    <a:pt x="44450" y="2539"/>
                  </a:lnTo>
                  <a:lnTo>
                    <a:pt x="44450" y="1270"/>
                  </a:lnTo>
                  <a:close/>
                </a:path>
                <a:path w="58420" h="6350">
                  <a:moveTo>
                    <a:pt x="29210" y="0"/>
                  </a:moveTo>
                  <a:lnTo>
                    <a:pt x="20320" y="0"/>
                  </a:lnTo>
                  <a:lnTo>
                    <a:pt x="20320" y="1270"/>
                  </a:lnTo>
                  <a:lnTo>
                    <a:pt x="29210" y="1270"/>
                  </a:lnTo>
                  <a:lnTo>
                    <a:pt x="29210" y="0"/>
                  </a:lnTo>
                  <a:close/>
                </a:path>
              </a:pathLst>
            </a:custGeom>
            <a:solidFill>
              <a:srgbClr val="003300"/>
            </a:solidFill>
          </p:spPr>
          <p:txBody>
            <a:bodyPr wrap="square" lIns="0" tIns="0" rIns="0" bIns="0" rtlCol="0"/>
            <a:lstStyle/>
            <a:p/>
          </p:txBody>
        </p:sp>
        <p:sp>
          <p:nvSpPr>
            <p:cNvPr id="2345" name="object 2345"/>
            <p:cNvSpPr/>
            <p:nvPr/>
          </p:nvSpPr>
          <p:spPr>
            <a:xfrm>
              <a:off x="7279640" y="1062989"/>
              <a:ext cx="83820" cy="7620"/>
            </a:xfrm>
            <a:custGeom>
              <a:avLst/>
              <a:gdLst/>
              <a:ahLst/>
              <a:cxnLst/>
              <a:rect l="l" t="t" r="r" b="b"/>
              <a:pathLst>
                <a:path w="83820" h="7619">
                  <a:moveTo>
                    <a:pt x="83820" y="6350"/>
                  </a:moveTo>
                  <a:lnTo>
                    <a:pt x="0" y="6350"/>
                  </a:lnTo>
                  <a:lnTo>
                    <a:pt x="0" y="7620"/>
                  </a:lnTo>
                  <a:lnTo>
                    <a:pt x="83820" y="7620"/>
                  </a:lnTo>
                  <a:lnTo>
                    <a:pt x="83820" y="6350"/>
                  </a:lnTo>
                  <a:close/>
                </a:path>
                <a:path w="83820" h="7619">
                  <a:moveTo>
                    <a:pt x="82549" y="5080"/>
                  </a:moveTo>
                  <a:lnTo>
                    <a:pt x="1269" y="5080"/>
                  </a:lnTo>
                  <a:lnTo>
                    <a:pt x="1269" y="6350"/>
                  </a:lnTo>
                  <a:lnTo>
                    <a:pt x="82549" y="6350"/>
                  </a:lnTo>
                  <a:lnTo>
                    <a:pt x="82549" y="5080"/>
                  </a:lnTo>
                  <a:close/>
                </a:path>
                <a:path w="83820" h="7619">
                  <a:moveTo>
                    <a:pt x="81279" y="3810"/>
                  </a:moveTo>
                  <a:lnTo>
                    <a:pt x="2539" y="3810"/>
                  </a:lnTo>
                  <a:lnTo>
                    <a:pt x="2539" y="5080"/>
                  </a:lnTo>
                  <a:lnTo>
                    <a:pt x="81279" y="5080"/>
                  </a:lnTo>
                  <a:lnTo>
                    <a:pt x="81279" y="3810"/>
                  </a:lnTo>
                  <a:close/>
                </a:path>
                <a:path w="83820" h="7619">
                  <a:moveTo>
                    <a:pt x="80009" y="2539"/>
                  </a:moveTo>
                  <a:lnTo>
                    <a:pt x="5079" y="2539"/>
                  </a:lnTo>
                  <a:lnTo>
                    <a:pt x="5079" y="3810"/>
                  </a:lnTo>
                  <a:lnTo>
                    <a:pt x="80009" y="3810"/>
                  </a:lnTo>
                  <a:lnTo>
                    <a:pt x="80009" y="2539"/>
                  </a:lnTo>
                  <a:close/>
                </a:path>
                <a:path w="83820" h="7619">
                  <a:moveTo>
                    <a:pt x="76200" y="1270"/>
                  </a:moveTo>
                  <a:lnTo>
                    <a:pt x="6350" y="1270"/>
                  </a:lnTo>
                  <a:lnTo>
                    <a:pt x="6350" y="2539"/>
                  </a:lnTo>
                  <a:lnTo>
                    <a:pt x="76200" y="2539"/>
                  </a:lnTo>
                  <a:lnTo>
                    <a:pt x="76200" y="1270"/>
                  </a:lnTo>
                  <a:close/>
                </a:path>
                <a:path w="83820" h="7619">
                  <a:moveTo>
                    <a:pt x="73659" y="0"/>
                  </a:moveTo>
                  <a:lnTo>
                    <a:pt x="8889" y="0"/>
                  </a:lnTo>
                  <a:lnTo>
                    <a:pt x="8889" y="1270"/>
                  </a:lnTo>
                  <a:lnTo>
                    <a:pt x="73659" y="1270"/>
                  </a:lnTo>
                  <a:lnTo>
                    <a:pt x="73659" y="0"/>
                  </a:lnTo>
                  <a:close/>
                </a:path>
              </a:pathLst>
            </a:custGeom>
            <a:solidFill>
              <a:srgbClr val="003301"/>
            </a:solidFill>
          </p:spPr>
          <p:txBody>
            <a:bodyPr wrap="square" lIns="0" tIns="0" rIns="0" bIns="0" rtlCol="0"/>
            <a:lstStyle/>
            <a:p/>
          </p:txBody>
        </p:sp>
        <p:sp>
          <p:nvSpPr>
            <p:cNvPr id="2346" name="object 2346"/>
            <p:cNvSpPr/>
            <p:nvPr/>
          </p:nvSpPr>
          <p:spPr>
            <a:xfrm>
              <a:off x="7272020" y="1070609"/>
              <a:ext cx="97790" cy="6350"/>
            </a:xfrm>
            <a:custGeom>
              <a:avLst/>
              <a:gdLst/>
              <a:ahLst/>
              <a:cxnLst/>
              <a:rect l="l" t="t" r="r" b="b"/>
              <a:pathLst>
                <a:path w="97790" h="6350">
                  <a:moveTo>
                    <a:pt x="97790" y="5080"/>
                  </a:moveTo>
                  <a:lnTo>
                    <a:pt x="96520" y="5080"/>
                  </a:lnTo>
                  <a:lnTo>
                    <a:pt x="96520" y="3810"/>
                  </a:lnTo>
                  <a:lnTo>
                    <a:pt x="95237" y="3810"/>
                  </a:lnTo>
                  <a:lnTo>
                    <a:pt x="95237"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03103"/>
            </a:solidFill>
          </p:spPr>
          <p:txBody>
            <a:bodyPr wrap="square" lIns="0" tIns="0" rIns="0" bIns="0" rtlCol="0"/>
            <a:lstStyle/>
            <a:p/>
          </p:txBody>
        </p:sp>
        <p:sp>
          <p:nvSpPr>
            <p:cNvPr id="2347" name="object 2347"/>
            <p:cNvSpPr/>
            <p:nvPr/>
          </p:nvSpPr>
          <p:spPr>
            <a:xfrm>
              <a:off x="7265670" y="1076959"/>
              <a:ext cx="110489" cy="7620"/>
            </a:xfrm>
            <a:custGeom>
              <a:avLst/>
              <a:gdLst/>
              <a:ahLst/>
              <a:cxnLst/>
              <a:rect l="l" t="t" r="r" b="b"/>
              <a:pathLst>
                <a:path w="110490" h="7619">
                  <a:moveTo>
                    <a:pt x="110490" y="6350"/>
                  </a:moveTo>
                  <a:lnTo>
                    <a:pt x="109220" y="6350"/>
                  </a:lnTo>
                  <a:lnTo>
                    <a:pt x="109220" y="3810"/>
                  </a:lnTo>
                  <a:lnTo>
                    <a:pt x="107937" y="3810"/>
                  </a:lnTo>
                  <a:lnTo>
                    <a:pt x="107937"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03105"/>
            </a:solidFill>
          </p:spPr>
          <p:txBody>
            <a:bodyPr wrap="square" lIns="0" tIns="0" rIns="0" bIns="0" rtlCol="0"/>
            <a:lstStyle/>
            <a:p/>
          </p:txBody>
        </p:sp>
        <p:sp>
          <p:nvSpPr>
            <p:cNvPr id="2348" name="object 2348"/>
            <p:cNvSpPr/>
            <p:nvPr/>
          </p:nvSpPr>
          <p:spPr>
            <a:xfrm>
              <a:off x="7260590" y="1084579"/>
              <a:ext cx="120650" cy="7620"/>
            </a:xfrm>
            <a:custGeom>
              <a:avLst/>
              <a:gdLst/>
              <a:ahLst/>
              <a:cxnLst/>
              <a:rect l="l" t="t" r="r" b="b"/>
              <a:pathLst>
                <a:path w="120650" h="7619">
                  <a:moveTo>
                    <a:pt x="120650" y="6350"/>
                  </a:moveTo>
                  <a:lnTo>
                    <a:pt x="119367" y="6350"/>
                  </a:lnTo>
                  <a:lnTo>
                    <a:pt x="119367" y="5080"/>
                  </a:lnTo>
                  <a:lnTo>
                    <a:pt x="118110" y="5080"/>
                  </a:lnTo>
                  <a:lnTo>
                    <a:pt x="118110"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03008"/>
            </a:solidFill>
          </p:spPr>
          <p:txBody>
            <a:bodyPr wrap="square" lIns="0" tIns="0" rIns="0" bIns="0" rtlCol="0"/>
            <a:lstStyle/>
            <a:p/>
          </p:txBody>
        </p:sp>
        <p:sp>
          <p:nvSpPr>
            <p:cNvPr id="2349" name="object 2349"/>
            <p:cNvSpPr/>
            <p:nvPr/>
          </p:nvSpPr>
          <p:spPr>
            <a:xfrm>
              <a:off x="7256780" y="1092199"/>
              <a:ext cx="127000" cy="6350"/>
            </a:xfrm>
            <a:custGeom>
              <a:avLst/>
              <a:gdLst/>
              <a:ahLst/>
              <a:cxnLst/>
              <a:rect l="l" t="t" r="r" b="b"/>
              <a:pathLst>
                <a:path w="127000" h="6350">
                  <a:moveTo>
                    <a:pt x="127000" y="3810"/>
                  </a:move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6350"/>
                  </a:lnTo>
                  <a:lnTo>
                    <a:pt x="127000" y="6350"/>
                  </a:lnTo>
                  <a:lnTo>
                    <a:pt x="127000" y="3810"/>
                  </a:lnTo>
                  <a:close/>
                </a:path>
              </a:pathLst>
            </a:custGeom>
            <a:solidFill>
              <a:srgbClr val="00300A"/>
            </a:solidFill>
          </p:spPr>
          <p:txBody>
            <a:bodyPr wrap="square" lIns="0" tIns="0" rIns="0" bIns="0" rtlCol="0"/>
            <a:lstStyle/>
            <a:p/>
          </p:txBody>
        </p:sp>
        <p:sp>
          <p:nvSpPr>
            <p:cNvPr id="2350" name="object 2350"/>
            <p:cNvSpPr/>
            <p:nvPr/>
          </p:nvSpPr>
          <p:spPr>
            <a:xfrm>
              <a:off x="7252970" y="1098549"/>
              <a:ext cx="134620" cy="7620"/>
            </a:xfrm>
            <a:custGeom>
              <a:avLst/>
              <a:gdLst/>
              <a:ahLst/>
              <a:cxnLst/>
              <a:rect l="l" t="t" r="r" b="b"/>
              <a:pathLst>
                <a:path w="134620" h="7619">
                  <a:moveTo>
                    <a:pt x="133350" y="2540"/>
                  </a:moveTo>
                  <a:lnTo>
                    <a:pt x="132080" y="2540"/>
                  </a:lnTo>
                  <a:lnTo>
                    <a:pt x="132080" y="0"/>
                  </a:lnTo>
                  <a:lnTo>
                    <a:pt x="2540" y="0"/>
                  </a:lnTo>
                  <a:lnTo>
                    <a:pt x="2540" y="2540"/>
                  </a:lnTo>
                  <a:lnTo>
                    <a:pt x="1270" y="2540"/>
                  </a:lnTo>
                  <a:lnTo>
                    <a:pt x="1270" y="5080"/>
                  </a:lnTo>
                  <a:lnTo>
                    <a:pt x="133350" y="5080"/>
                  </a:lnTo>
                  <a:lnTo>
                    <a:pt x="133350" y="2540"/>
                  </a:lnTo>
                  <a:close/>
                </a:path>
                <a:path w="134620" h="7619">
                  <a:moveTo>
                    <a:pt x="134620" y="5092"/>
                  </a:moveTo>
                  <a:lnTo>
                    <a:pt x="0" y="5092"/>
                  </a:lnTo>
                  <a:lnTo>
                    <a:pt x="0" y="7620"/>
                  </a:lnTo>
                  <a:lnTo>
                    <a:pt x="134620" y="7620"/>
                  </a:lnTo>
                  <a:lnTo>
                    <a:pt x="134620" y="5092"/>
                  </a:lnTo>
                  <a:close/>
                </a:path>
              </a:pathLst>
            </a:custGeom>
            <a:solidFill>
              <a:srgbClr val="002F0C"/>
            </a:solidFill>
          </p:spPr>
          <p:txBody>
            <a:bodyPr wrap="square" lIns="0" tIns="0" rIns="0" bIns="0" rtlCol="0"/>
            <a:lstStyle/>
            <a:p/>
          </p:txBody>
        </p:sp>
        <p:sp>
          <p:nvSpPr>
            <p:cNvPr id="2351" name="object 2351"/>
            <p:cNvSpPr/>
            <p:nvPr/>
          </p:nvSpPr>
          <p:spPr>
            <a:xfrm>
              <a:off x="7250430" y="1106169"/>
              <a:ext cx="140970" cy="7620"/>
            </a:xfrm>
            <a:custGeom>
              <a:avLst/>
              <a:gdLst/>
              <a:ahLst/>
              <a:cxnLst/>
              <a:rect l="l" t="t" r="r" b="b"/>
              <a:pathLst>
                <a:path w="140970"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02E0F"/>
            </a:solidFill>
          </p:spPr>
          <p:txBody>
            <a:bodyPr wrap="square" lIns="0" tIns="0" rIns="0" bIns="0" rtlCol="0"/>
            <a:lstStyle/>
            <a:p/>
          </p:txBody>
        </p:sp>
        <p:sp>
          <p:nvSpPr>
            <p:cNvPr id="2352" name="object 2352"/>
            <p:cNvSpPr/>
            <p:nvPr/>
          </p:nvSpPr>
          <p:spPr>
            <a:xfrm>
              <a:off x="7247890" y="1113789"/>
              <a:ext cx="144780" cy="6350"/>
            </a:xfrm>
            <a:custGeom>
              <a:avLst/>
              <a:gdLst/>
              <a:ahLst/>
              <a:cxnLst/>
              <a:rect l="l" t="t" r="r" b="b"/>
              <a:pathLst>
                <a:path w="144779" h="6350">
                  <a:moveTo>
                    <a:pt x="144780" y="3810"/>
                  </a:moveTo>
                  <a:lnTo>
                    <a:pt x="144767" y="2540"/>
                  </a:lnTo>
                  <a:lnTo>
                    <a:pt x="143510" y="2540"/>
                  </a:lnTo>
                  <a:lnTo>
                    <a:pt x="143510" y="0"/>
                  </a:lnTo>
                  <a:lnTo>
                    <a:pt x="1270" y="0"/>
                  </a:lnTo>
                  <a:lnTo>
                    <a:pt x="1270" y="2540"/>
                  </a:lnTo>
                  <a:lnTo>
                    <a:pt x="1270" y="3810"/>
                  </a:lnTo>
                  <a:lnTo>
                    <a:pt x="0" y="3810"/>
                  </a:lnTo>
                  <a:lnTo>
                    <a:pt x="0" y="6350"/>
                  </a:lnTo>
                  <a:lnTo>
                    <a:pt x="144780" y="6350"/>
                  </a:lnTo>
                  <a:lnTo>
                    <a:pt x="144780" y="3810"/>
                  </a:lnTo>
                  <a:close/>
                </a:path>
              </a:pathLst>
            </a:custGeom>
            <a:solidFill>
              <a:srgbClr val="002E11"/>
            </a:solidFill>
          </p:spPr>
          <p:txBody>
            <a:bodyPr wrap="square" lIns="0" tIns="0" rIns="0" bIns="0" rtlCol="0"/>
            <a:lstStyle/>
            <a:p/>
          </p:txBody>
        </p:sp>
        <p:sp>
          <p:nvSpPr>
            <p:cNvPr id="2353" name="object 2353"/>
            <p:cNvSpPr/>
            <p:nvPr/>
          </p:nvSpPr>
          <p:spPr>
            <a:xfrm>
              <a:off x="7245350" y="1120139"/>
              <a:ext cx="149860" cy="7620"/>
            </a:xfrm>
            <a:custGeom>
              <a:avLst/>
              <a:gdLst/>
              <a:ahLst/>
              <a:cxnLst/>
              <a:rect l="l" t="t" r="r" b="b"/>
              <a:pathLst>
                <a:path w="149859"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02D13"/>
            </a:solidFill>
          </p:spPr>
          <p:txBody>
            <a:bodyPr wrap="square" lIns="0" tIns="0" rIns="0" bIns="0" rtlCol="0"/>
            <a:lstStyle/>
            <a:p/>
          </p:txBody>
        </p:sp>
        <p:sp>
          <p:nvSpPr>
            <p:cNvPr id="2354" name="object 2354"/>
            <p:cNvSpPr/>
            <p:nvPr/>
          </p:nvSpPr>
          <p:spPr>
            <a:xfrm>
              <a:off x="7241540" y="1127759"/>
              <a:ext cx="156210" cy="7620"/>
            </a:xfrm>
            <a:custGeom>
              <a:avLst/>
              <a:gdLst/>
              <a:ahLst/>
              <a:cxnLst/>
              <a:rect l="l" t="t" r="r" b="b"/>
              <a:pathLst>
                <a:path w="156209" h="7619">
                  <a:moveTo>
                    <a:pt x="153670" y="0"/>
                  </a:moveTo>
                  <a:lnTo>
                    <a:pt x="2540" y="0"/>
                  </a:lnTo>
                  <a:lnTo>
                    <a:pt x="2540" y="1270"/>
                  </a:lnTo>
                  <a:lnTo>
                    <a:pt x="153670" y="1270"/>
                  </a:lnTo>
                  <a:lnTo>
                    <a:pt x="153670" y="0"/>
                  </a:lnTo>
                  <a:close/>
                </a:path>
                <a:path w="156209" h="7619">
                  <a:moveTo>
                    <a:pt x="156210" y="3810"/>
                  </a:move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lnTo>
                    <a:pt x="156210" y="3810"/>
                  </a:lnTo>
                  <a:close/>
                </a:path>
              </a:pathLst>
            </a:custGeom>
            <a:solidFill>
              <a:srgbClr val="002D15"/>
            </a:solidFill>
          </p:spPr>
          <p:txBody>
            <a:bodyPr wrap="square" lIns="0" tIns="0" rIns="0" bIns="0" rtlCol="0"/>
            <a:lstStyle/>
            <a:p/>
          </p:txBody>
        </p:sp>
        <p:sp>
          <p:nvSpPr>
            <p:cNvPr id="2355" name="object 2355"/>
            <p:cNvSpPr/>
            <p:nvPr/>
          </p:nvSpPr>
          <p:spPr>
            <a:xfrm>
              <a:off x="7240270" y="1135379"/>
              <a:ext cx="160020" cy="6350"/>
            </a:xfrm>
            <a:custGeom>
              <a:avLst/>
              <a:gdLst/>
              <a:ahLst/>
              <a:cxnLst/>
              <a:rect l="l" t="t" r="r" b="b"/>
              <a:pathLst>
                <a:path w="160020" h="6350">
                  <a:moveTo>
                    <a:pt x="158750" y="0"/>
                  </a:moveTo>
                  <a:lnTo>
                    <a:pt x="1270" y="0"/>
                  </a:lnTo>
                  <a:lnTo>
                    <a:pt x="1270" y="3810"/>
                  </a:lnTo>
                  <a:lnTo>
                    <a:pt x="158750" y="3810"/>
                  </a:lnTo>
                  <a:lnTo>
                    <a:pt x="158750" y="0"/>
                  </a:lnTo>
                  <a:close/>
                </a:path>
                <a:path w="160020" h="6350">
                  <a:moveTo>
                    <a:pt x="160020" y="3822"/>
                  </a:moveTo>
                  <a:lnTo>
                    <a:pt x="0" y="3822"/>
                  </a:lnTo>
                  <a:lnTo>
                    <a:pt x="0" y="6350"/>
                  </a:lnTo>
                  <a:lnTo>
                    <a:pt x="160020" y="6350"/>
                  </a:lnTo>
                  <a:lnTo>
                    <a:pt x="160020" y="3822"/>
                  </a:lnTo>
                  <a:close/>
                </a:path>
              </a:pathLst>
            </a:custGeom>
            <a:solidFill>
              <a:srgbClr val="002C18"/>
            </a:solidFill>
          </p:spPr>
          <p:txBody>
            <a:bodyPr wrap="square" lIns="0" tIns="0" rIns="0" bIns="0" rtlCol="0"/>
            <a:lstStyle/>
            <a:p/>
          </p:txBody>
        </p:sp>
        <p:sp>
          <p:nvSpPr>
            <p:cNvPr id="2356" name="object 2356"/>
            <p:cNvSpPr/>
            <p:nvPr/>
          </p:nvSpPr>
          <p:spPr>
            <a:xfrm>
              <a:off x="7239000" y="1141729"/>
              <a:ext cx="162560" cy="7620"/>
            </a:xfrm>
            <a:custGeom>
              <a:avLst/>
              <a:gdLst/>
              <a:ahLst/>
              <a:cxnLst/>
              <a:rect l="l" t="t" r="r" b="b"/>
              <a:pathLst>
                <a:path w="162559"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002C1A"/>
            </a:solidFill>
          </p:spPr>
          <p:txBody>
            <a:bodyPr wrap="square" lIns="0" tIns="0" rIns="0" bIns="0" rtlCol="0"/>
            <a:lstStyle/>
            <a:p/>
          </p:txBody>
        </p:sp>
        <p:sp>
          <p:nvSpPr>
            <p:cNvPr id="2357" name="object 2357"/>
            <p:cNvSpPr/>
            <p:nvPr/>
          </p:nvSpPr>
          <p:spPr>
            <a:xfrm>
              <a:off x="7236460" y="1149349"/>
              <a:ext cx="166370" cy="7620"/>
            </a:xfrm>
            <a:custGeom>
              <a:avLst/>
              <a:gdLst/>
              <a:ahLst/>
              <a:cxnLst/>
              <a:rect l="l" t="t" r="r" b="b"/>
              <a:pathLst>
                <a:path w="166370" h="7619">
                  <a:moveTo>
                    <a:pt x="166370" y="1270"/>
                  </a:moveTo>
                  <a:lnTo>
                    <a:pt x="165100" y="1270"/>
                  </a:lnTo>
                  <a:lnTo>
                    <a:pt x="165100" y="0"/>
                  </a:lnTo>
                  <a:lnTo>
                    <a:pt x="2540" y="0"/>
                  </a:lnTo>
                  <a:lnTo>
                    <a:pt x="2540" y="1270"/>
                  </a:lnTo>
                  <a:lnTo>
                    <a:pt x="1270" y="1270"/>
                  </a:lnTo>
                  <a:lnTo>
                    <a:pt x="1270" y="6350"/>
                  </a:lnTo>
                  <a:lnTo>
                    <a:pt x="0" y="6350"/>
                  </a:lnTo>
                  <a:lnTo>
                    <a:pt x="0" y="7620"/>
                  </a:lnTo>
                  <a:lnTo>
                    <a:pt x="166370" y="7620"/>
                  </a:lnTo>
                  <a:lnTo>
                    <a:pt x="166370" y="6350"/>
                  </a:lnTo>
                  <a:lnTo>
                    <a:pt x="166370" y="1270"/>
                  </a:lnTo>
                  <a:close/>
                </a:path>
              </a:pathLst>
            </a:custGeom>
            <a:solidFill>
              <a:srgbClr val="002B1C"/>
            </a:solidFill>
          </p:spPr>
          <p:txBody>
            <a:bodyPr wrap="square" lIns="0" tIns="0" rIns="0" bIns="0" rtlCol="0"/>
            <a:lstStyle/>
            <a:p/>
          </p:txBody>
        </p:sp>
        <p:sp>
          <p:nvSpPr>
            <p:cNvPr id="2358" name="object 2358"/>
            <p:cNvSpPr/>
            <p:nvPr/>
          </p:nvSpPr>
          <p:spPr>
            <a:xfrm>
              <a:off x="7235190" y="1156969"/>
              <a:ext cx="168910" cy="6350"/>
            </a:xfrm>
            <a:custGeom>
              <a:avLst/>
              <a:gdLst/>
              <a:ahLst/>
              <a:cxnLst/>
              <a:rect l="l" t="t" r="r" b="b"/>
              <a:pathLst>
                <a:path w="168909" h="6350">
                  <a:moveTo>
                    <a:pt x="168910" y="1270"/>
                  </a:moveTo>
                  <a:lnTo>
                    <a:pt x="167640" y="1270"/>
                  </a:lnTo>
                  <a:lnTo>
                    <a:pt x="167640" y="0"/>
                  </a:lnTo>
                  <a:lnTo>
                    <a:pt x="1270" y="0"/>
                  </a:lnTo>
                  <a:lnTo>
                    <a:pt x="1270" y="1270"/>
                  </a:lnTo>
                  <a:lnTo>
                    <a:pt x="1270" y="5080"/>
                  </a:lnTo>
                  <a:lnTo>
                    <a:pt x="0" y="5080"/>
                  </a:lnTo>
                  <a:lnTo>
                    <a:pt x="0" y="6350"/>
                  </a:lnTo>
                  <a:lnTo>
                    <a:pt x="168910" y="6350"/>
                  </a:lnTo>
                  <a:lnTo>
                    <a:pt x="168910" y="5080"/>
                  </a:lnTo>
                  <a:lnTo>
                    <a:pt x="168910" y="1270"/>
                  </a:lnTo>
                  <a:close/>
                </a:path>
              </a:pathLst>
            </a:custGeom>
            <a:solidFill>
              <a:srgbClr val="002A1F"/>
            </a:solidFill>
          </p:spPr>
          <p:txBody>
            <a:bodyPr wrap="square" lIns="0" tIns="0" rIns="0" bIns="0" rtlCol="0"/>
            <a:lstStyle/>
            <a:p/>
          </p:txBody>
        </p:sp>
        <p:sp>
          <p:nvSpPr>
            <p:cNvPr id="2359" name="object 2359"/>
            <p:cNvSpPr/>
            <p:nvPr/>
          </p:nvSpPr>
          <p:spPr>
            <a:xfrm>
              <a:off x="723392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002A21"/>
            </a:solidFill>
          </p:spPr>
          <p:txBody>
            <a:bodyPr wrap="square" lIns="0" tIns="0" rIns="0" bIns="0" rtlCol="0"/>
            <a:lstStyle/>
            <a:p/>
          </p:txBody>
        </p:sp>
        <p:sp>
          <p:nvSpPr>
            <p:cNvPr id="2360" name="object 2360"/>
            <p:cNvSpPr/>
            <p:nvPr/>
          </p:nvSpPr>
          <p:spPr>
            <a:xfrm>
              <a:off x="7232650" y="1170939"/>
              <a:ext cx="173990" cy="7620"/>
            </a:xfrm>
            <a:custGeom>
              <a:avLst/>
              <a:gdLst/>
              <a:ahLst/>
              <a:cxnLst/>
              <a:rect l="l" t="t" r="r" b="b"/>
              <a:pathLst>
                <a:path w="173990"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002923"/>
            </a:solidFill>
          </p:spPr>
          <p:txBody>
            <a:bodyPr wrap="square" lIns="0" tIns="0" rIns="0" bIns="0" rtlCol="0"/>
            <a:lstStyle/>
            <a:p/>
          </p:txBody>
        </p:sp>
        <p:sp>
          <p:nvSpPr>
            <p:cNvPr id="2361" name="object 2361"/>
            <p:cNvSpPr/>
            <p:nvPr/>
          </p:nvSpPr>
          <p:spPr>
            <a:xfrm>
              <a:off x="7232650" y="1178559"/>
              <a:ext cx="175260" cy="6350"/>
            </a:xfrm>
            <a:custGeom>
              <a:avLst/>
              <a:gdLst/>
              <a:ahLst/>
              <a:cxnLst/>
              <a:rect l="l" t="t" r="r" b="b"/>
              <a:pathLst>
                <a:path w="175259"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002925"/>
            </a:solidFill>
          </p:spPr>
          <p:txBody>
            <a:bodyPr wrap="square" lIns="0" tIns="0" rIns="0" bIns="0" rtlCol="0"/>
            <a:lstStyle/>
            <a:p/>
          </p:txBody>
        </p:sp>
        <p:sp>
          <p:nvSpPr>
            <p:cNvPr id="2362" name="object 2362"/>
            <p:cNvSpPr/>
            <p:nvPr/>
          </p:nvSpPr>
          <p:spPr>
            <a:xfrm>
              <a:off x="7231380" y="1184909"/>
              <a:ext cx="177800" cy="7620"/>
            </a:xfrm>
            <a:custGeom>
              <a:avLst/>
              <a:gdLst/>
              <a:ahLst/>
              <a:cxnLst/>
              <a:rect l="l" t="t" r="r" b="b"/>
              <a:pathLst>
                <a:path w="177800" h="7619">
                  <a:moveTo>
                    <a:pt x="177800" y="2540"/>
                  </a:moveTo>
                  <a:lnTo>
                    <a:pt x="176530" y="2540"/>
                  </a:lnTo>
                  <a:lnTo>
                    <a:pt x="176530" y="1270"/>
                  </a:lnTo>
                  <a:lnTo>
                    <a:pt x="176530" y="0"/>
                  </a:lnTo>
                  <a:lnTo>
                    <a:pt x="1270" y="0"/>
                  </a:lnTo>
                  <a:lnTo>
                    <a:pt x="1270" y="1270"/>
                  </a:lnTo>
                  <a:lnTo>
                    <a:pt x="0" y="1270"/>
                  </a:lnTo>
                  <a:lnTo>
                    <a:pt x="0" y="2540"/>
                  </a:lnTo>
                  <a:lnTo>
                    <a:pt x="0" y="7620"/>
                  </a:lnTo>
                  <a:lnTo>
                    <a:pt x="177800" y="7620"/>
                  </a:lnTo>
                  <a:lnTo>
                    <a:pt x="177800" y="2540"/>
                  </a:lnTo>
                  <a:close/>
                </a:path>
              </a:pathLst>
            </a:custGeom>
            <a:solidFill>
              <a:srgbClr val="002828"/>
            </a:solidFill>
          </p:spPr>
          <p:txBody>
            <a:bodyPr wrap="square" lIns="0" tIns="0" rIns="0" bIns="0" rtlCol="0"/>
            <a:lstStyle/>
            <a:p/>
          </p:txBody>
        </p:sp>
        <p:sp>
          <p:nvSpPr>
            <p:cNvPr id="2363" name="object 2363"/>
            <p:cNvSpPr/>
            <p:nvPr/>
          </p:nvSpPr>
          <p:spPr>
            <a:xfrm>
              <a:off x="7230110" y="1192529"/>
              <a:ext cx="180340" cy="7620"/>
            </a:xfrm>
            <a:custGeom>
              <a:avLst/>
              <a:gdLst/>
              <a:ahLst/>
              <a:cxnLst/>
              <a:rect l="l" t="t" r="r" b="b"/>
              <a:pathLst>
                <a:path w="180340" h="7619">
                  <a:moveTo>
                    <a:pt x="180340" y="3810"/>
                  </a:moveTo>
                  <a:lnTo>
                    <a:pt x="179070" y="3810"/>
                  </a:lnTo>
                  <a:lnTo>
                    <a:pt x="179070" y="1270"/>
                  </a:lnTo>
                  <a:lnTo>
                    <a:pt x="179070" y="0"/>
                  </a:lnTo>
                  <a:lnTo>
                    <a:pt x="1270" y="0"/>
                  </a:lnTo>
                  <a:lnTo>
                    <a:pt x="1270" y="1270"/>
                  </a:lnTo>
                  <a:lnTo>
                    <a:pt x="0" y="1270"/>
                  </a:lnTo>
                  <a:lnTo>
                    <a:pt x="0" y="3810"/>
                  </a:lnTo>
                  <a:lnTo>
                    <a:pt x="0" y="7620"/>
                  </a:lnTo>
                  <a:lnTo>
                    <a:pt x="180340" y="7620"/>
                  </a:lnTo>
                  <a:lnTo>
                    <a:pt x="180340" y="3810"/>
                  </a:lnTo>
                  <a:close/>
                </a:path>
              </a:pathLst>
            </a:custGeom>
            <a:solidFill>
              <a:srgbClr val="00282A"/>
            </a:solidFill>
          </p:spPr>
          <p:txBody>
            <a:bodyPr wrap="square" lIns="0" tIns="0" rIns="0" bIns="0" rtlCol="0"/>
            <a:lstStyle/>
            <a:p/>
          </p:txBody>
        </p:sp>
        <p:sp>
          <p:nvSpPr>
            <p:cNvPr id="2364" name="object 2364"/>
            <p:cNvSpPr/>
            <p:nvPr/>
          </p:nvSpPr>
          <p:spPr>
            <a:xfrm>
              <a:off x="7230110" y="1200149"/>
              <a:ext cx="181610" cy="6350"/>
            </a:xfrm>
            <a:custGeom>
              <a:avLst/>
              <a:gdLst/>
              <a:ahLst/>
              <a:cxnLst/>
              <a:rect l="l" t="t" r="r" b="b"/>
              <a:pathLst>
                <a:path w="181609" h="6350">
                  <a:moveTo>
                    <a:pt x="180340" y="0"/>
                  </a:moveTo>
                  <a:lnTo>
                    <a:pt x="0" y="0"/>
                  </a:lnTo>
                  <a:lnTo>
                    <a:pt x="0" y="5080"/>
                  </a:lnTo>
                  <a:lnTo>
                    <a:pt x="180340" y="5080"/>
                  </a:lnTo>
                  <a:lnTo>
                    <a:pt x="180340" y="0"/>
                  </a:lnTo>
                  <a:close/>
                </a:path>
                <a:path w="181609" h="6350">
                  <a:moveTo>
                    <a:pt x="181597" y="5092"/>
                  </a:moveTo>
                  <a:lnTo>
                    <a:pt x="0" y="5092"/>
                  </a:lnTo>
                  <a:lnTo>
                    <a:pt x="0" y="6350"/>
                  </a:lnTo>
                  <a:lnTo>
                    <a:pt x="181597" y="6350"/>
                  </a:lnTo>
                  <a:lnTo>
                    <a:pt x="181597" y="5092"/>
                  </a:lnTo>
                  <a:close/>
                </a:path>
              </a:pathLst>
            </a:custGeom>
            <a:solidFill>
              <a:srgbClr val="00272C"/>
            </a:solidFill>
          </p:spPr>
          <p:txBody>
            <a:bodyPr wrap="square" lIns="0" tIns="0" rIns="0" bIns="0" rtlCol="0"/>
            <a:lstStyle/>
            <a:p/>
          </p:txBody>
        </p:sp>
        <p:sp>
          <p:nvSpPr>
            <p:cNvPr id="2365" name="object 2365"/>
            <p:cNvSpPr/>
            <p:nvPr/>
          </p:nvSpPr>
          <p:spPr>
            <a:xfrm>
              <a:off x="7230110" y="1206499"/>
              <a:ext cx="181610" cy="7620"/>
            </a:xfrm>
            <a:custGeom>
              <a:avLst/>
              <a:gdLst/>
              <a:ahLst/>
              <a:cxnLst/>
              <a:rect l="l" t="t" r="r" b="b"/>
              <a:pathLst>
                <a:path w="181609" h="7619">
                  <a:moveTo>
                    <a:pt x="181609" y="0"/>
                  </a:moveTo>
                  <a:lnTo>
                    <a:pt x="0" y="0"/>
                  </a:lnTo>
                  <a:lnTo>
                    <a:pt x="0" y="7620"/>
                  </a:lnTo>
                  <a:lnTo>
                    <a:pt x="181609" y="7620"/>
                  </a:lnTo>
                  <a:lnTo>
                    <a:pt x="181609" y="0"/>
                  </a:lnTo>
                  <a:close/>
                </a:path>
              </a:pathLst>
            </a:custGeom>
            <a:solidFill>
              <a:srgbClr val="00262F"/>
            </a:solidFill>
          </p:spPr>
          <p:txBody>
            <a:bodyPr wrap="square" lIns="0" tIns="0" rIns="0" bIns="0" rtlCol="0"/>
            <a:lstStyle/>
            <a:p/>
          </p:txBody>
        </p:sp>
        <p:sp>
          <p:nvSpPr>
            <p:cNvPr id="2366" name="object 2366"/>
            <p:cNvSpPr/>
            <p:nvPr/>
          </p:nvSpPr>
          <p:spPr>
            <a:xfrm>
              <a:off x="722884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6350"/>
                  </a:lnTo>
                  <a:lnTo>
                    <a:pt x="0" y="7620"/>
                  </a:lnTo>
                  <a:lnTo>
                    <a:pt x="77470" y="7620"/>
                  </a:lnTo>
                  <a:lnTo>
                    <a:pt x="77470" y="6350"/>
                  </a:lnTo>
                  <a:lnTo>
                    <a:pt x="78740" y="6350"/>
                  </a:lnTo>
                  <a:lnTo>
                    <a:pt x="78740" y="5080"/>
                  </a:lnTo>
                  <a:lnTo>
                    <a:pt x="80010" y="5080"/>
                  </a:lnTo>
                  <a:lnTo>
                    <a:pt x="80010" y="3810"/>
                  </a:lnTo>
                  <a:lnTo>
                    <a:pt x="81267" y="3810"/>
                  </a:lnTo>
                  <a:lnTo>
                    <a:pt x="81267" y="2540"/>
                  </a:lnTo>
                  <a:lnTo>
                    <a:pt x="83820" y="2540"/>
                  </a:lnTo>
                  <a:lnTo>
                    <a:pt x="83820" y="1270"/>
                  </a:lnTo>
                  <a:lnTo>
                    <a:pt x="88900" y="1270"/>
                  </a:lnTo>
                  <a:lnTo>
                    <a:pt x="88900" y="2540"/>
                  </a:lnTo>
                  <a:lnTo>
                    <a:pt x="90170" y="2540"/>
                  </a:lnTo>
                  <a:lnTo>
                    <a:pt x="90170" y="3810"/>
                  </a:lnTo>
                  <a:lnTo>
                    <a:pt x="93980" y="3810"/>
                  </a:lnTo>
                  <a:lnTo>
                    <a:pt x="93980" y="6350"/>
                  </a:lnTo>
                  <a:lnTo>
                    <a:pt x="95250" y="6350"/>
                  </a:lnTo>
                  <a:lnTo>
                    <a:pt x="95250" y="7620"/>
                  </a:lnTo>
                  <a:lnTo>
                    <a:pt x="184150" y="7620"/>
                  </a:lnTo>
                  <a:lnTo>
                    <a:pt x="184150" y="6350"/>
                  </a:lnTo>
                  <a:lnTo>
                    <a:pt x="184150" y="3810"/>
                  </a:lnTo>
                  <a:lnTo>
                    <a:pt x="184150" y="2540"/>
                  </a:lnTo>
                  <a:lnTo>
                    <a:pt x="184150" y="1270"/>
                  </a:lnTo>
                  <a:lnTo>
                    <a:pt x="184150" y="0"/>
                  </a:lnTo>
                  <a:close/>
                </a:path>
              </a:pathLst>
            </a:custGeom>
            <a:solidFill>
              <a:srgbClr val="002631"/>
            </a:solidFill>
          </p:spPr>
          <p:txBody>
            <a:bodyPr wrap="square" lIns="0" tIns="0" rIns="0" bIns="0" rtlCol="0"/>
            <a:lstStyle/>
            <a:p/>
          </p:txBody>
        </p:sp>
        <p:sp>
          <p:nvSpPr>
            <p:cNvPr id="2367" name="object 2367"/>
            <p:cNvSpPr/>
            <p:nvPr/>
          </p:nvSpPr>
          <p:spPr>
            <a:xfrm>
              <a:off x="7228840" y="1221739"/>
              <a:ext cx="185420" cy="6350"/>
            </a:xfrm>
            <a:custGeom>
              <a:avLst/>
              <a:gdLst/>
              <a:ahLst/>
              <a:cxnLst/>
              <a:rect l="l" t="t" r="r" b="b"/>
              <a:pathLst>
                <a:path w="185420" h="6350">
                  <a:moveTo>
                    <a:pt x="77470" y="0"/>
                  </a:moveTo>
                  <a:lnTo>
                    <a:pt x="0" y="0"/>
                  </a:lnTo>
                  <a:lnTo>
                    <a:pt x="0" y="2539"/>
                  </a:lnTo>
                  <a:lnTo>
                    <a:pt x="77470" y="2539"/>
                  </a:lnTo>
                  <a:lnTo>
                    <a:pt x="77470" y="0"/>
                  </a:lnTo>
                  <a:close/>
                </a:path>
                <a:path w="185420" h="6350">
                  <a:moveTo>
                    <a:pt x="184150" y="0"/>
                  </a:moveTo>
                  <a:lnTo>
                    <a:pt x="97789" y="0"/>
                  </a:lnTo>
                  <a:lnTo>
                    <a:pt x="97789" y="2539"/>
                  </a:lnTo>
                  <a:lnTo>
                    <a:pt x="184149" y="2539"/>
                  </a:lnTo>
                  <a:lnTo>
                    <a:pt x="184150" y="0"/>
                  </a:lnTo>
                  <a:close/>
                </a:path>
                <a:path w="185420" h="6350">
                  <a:moveTo>
                    <a:pt x="185419" y="2666"/>
                  </a:moveTo>
                  <a:lnTo>
                    <a:pt x="99059" y="2666"/>
                  </a:lnTo>
                  <a:lnTo>
                    <a:pt x="99059" y="5206"/>
                  </a:lnTo>
                  <a:lnTo>
                    <a:pt x="100329" y="5206"/>
                  </a:lnTo>
                  <a:lnTo>
                    <a:pt x="100329" y="6350"/>
                  </a:lnTo>
                  <a:lnTo>
                    <a:pt x="185420" y="6350"/>
                  </a:lnTo>
                  <a:lnTo>
                    <a:pt x="185419" y="2666"/>
                  </a:lnTo>
                  <a:close/>
                </a:path>
                <a:path w="185420" h="6350">
                  <a:moveTo>
                    <a:pt x="76200" y="2666"/>
                  </a:moveTo>
                  <a:lnTo>
                    <a:pt x="0" y="2666"/>
                  </a:lnTo>
                  <a:lnTo>
                    <a:pt x="0" y="6350"/>
                  </a:lnTo>
                  <a:lnTo>
                    <a:pt x="76200" y="6350"/>
                  </a:lnTo>
                  <a:lnTo>
                    <a:pt x="76200" y="2666"/>
                  </a:lnTo>
                  <a:close/>
                </a:path>
              </a:pathLst>
            </a:custGeom>
            <a:solidFill>
              <a:srgbClr val="002533"/>
            </a:solidFill>
          </p:spPr>
          <p:txBody>
            <a:bodyPr wrap="square" lIns="0" tIns="0" rIns="0" bIns="0" rtlCol="0"/>
            <a:lstStyle/>
            <a:p/>
          </p:txBody>
        </p:sp>
        <p:sp>
          <p:nvSpPr>
            <p:cNvPr id="2368" name="object 2368"/>
            <p:cNvSpPr/>
            <p:nvPr/>
          </p:nvSpPr>
          <p:spPr>
            <a:xfrm>
              <a:off x="7227570" y="1228089"/>
              <a:ext cx="187960" cy="7620"/>
            </a:xfrm>
            <a:custGeom>
              <a:avLst/>
              <a:gdLst/>
              <a:ahLst/>
              <a:cxnLst/>
              <a:rect l="l" t="t" r="r" b="b"/>
              <a:pathLst>
                <a:path w="187959" h="7619">
                  <a:moveTo>
                    <a:pt x="77470" y="1397"/>
                  </a:moveTo>
                  <a:lnTo>
                    <a:pt x="1270" y="1397"/>
                  </a:lnTo>
                  <a:lnTo>
                    <a:pt x="1270" y="3937"/>
                  </a:lnTo>
                  <a:lnTo>
                    <a:pt x="0" y="3937"/>
                  </a:lnTo>
                  <a:lnTo>
                    <a:pt x="0" y="7620"/>
                  </a:lnTo>
                  <a:lnTo>
                    <a:pt x="76200" y="7620"/>
                  </a:lnTo>
                  <a:lnTo>
                    <a:pt x="76200" y="2539"/>
                  </a:lnTo>
                  <a:lnTo>
                    <a:pt x="77470" y="2539"/>
                  </a:lnTo>
                  <a:lnTo>
                    <a:pt x="77470" y="1397"/>
                  </a:lnTo>
                  <a:close/>
                </a:path>
                <a:path w="187959" h="7619">
                  <a:moveTo>
                    <a:pt x="186690" y="1397"/>
                  </a:moveTo>
                  <a:lnTo>
                    <a:pt x="102870" y="1397"/>
                  </a:lnTo>
                  <a:lnTo>
                    <a:pt x="102870" y="7620"/>
                  </a:lnTo>
                  <a:lnTo>
                    <a:pt x="187960" y="7620"/>
                  </a:lnTo>
                  <a:lnTo>
                    <a:pt x="187960" y="6476"/>
                  </a:lnTo>
                  <a:lnTo>
                    <a:pt x="186690" y="6476"/>
                  </a:lnTo>
                  <a:lnTo>
                    <a:pt x="186690" y="1397"/>
                  </a:lnTo>
                  <a:close/>
                </a:path>
                <a:path w="187959" h="7619">
                  <a:moveTo>
                    <a:pt x="186690" y="0"/>
                  </a:moveTo>
                  <a:lnTo>
                    <a:pt x="101600" y="0"/>
                  </a:lnTo>
                  <a:lnTo>
                    <a:pt x="101600" y="1397"/>
                  </a:lnTo>
                  <a:lnTo>
                    <a:pt x="102870" y="1397"/>
                  </a:lnTo>
                  <a:lnTo>
                    <a:pt x="102870" y="1269"/>
                  </a:lnTo>
                  <a:lnTo>
                    <a:pt x="186690" y="1269"/>
                  </a:lnTo>
                  <a:lnTo>
                    <a:pt x="186690" y="0"/>
                  </a:lnTo>
                  <a:close/>
                </a:path>
                <a:path w="187959" h="7619">
                  <a:moveTo>
                    <a:pt x="77470" y="0"/>
                  </a:moveTo>
                  <a:lnTo>
                    <a:pt x="1270" y="0"/>
                  </a:lnTo>
                  <a:lnTo>
                    <a:pt x="1270" y="1269"/>
                  </a:lnTo>
                  <a:lnTo>
                    <a:pt x="77470" y="1269"/>
                  </a:lnTo>
                  <a:lnTo>
                    <a:pt x="77470" y="0"/>
                  </a:lnTo>
                  <a:close/>
                </a:path>
              </a:pathLst>
            </a:custGeom>
            <a:solidFill>
              <a:srgbClr val="002536"/>
            </a:solidFill>
          </p:spPr>
          <p:txBody>
            <a:bodyPr wrap="square" lIns="0" tIns="0" rIns="0" bIns="0" rtlCol="0"/>
            <a:lstStyle/>
            <a:p/>
          </p:txBody>
        </p:sp>
        <p:sp>
          <p:nvSpPr>
            <p:cNvPr id="2369" name="object 2369"/>
            <p:cNvSpPr/>
            <p:nvPr/>
          </p:nvSpPr>
          <p:spPr>
            <a:xfrm>
              <a:off x="7227570" y="1235709"/>
              <a:ext cx="187960" cy="7620"/>
            </a:xfrm>
            <a:custGeom>
              <a:avLst/>
              <a:gdLst/>
              <a:ahLst/>
              <a:cxnLst/>
              <a:rect l="l" t="t" r="r" b="b"/>
              <a:pathLst>
                <a:path w="187959" h="7619">
                  <a:moveTo>
                    <a:pt x="76200" y="0"/>
                  </a:moveTo>
                  <a:lnTo>
                    <a:pt x="0" y="0"/>
                  </a:lnTo>
                  <a:lnTo>
                    <a:pt x="0" y="7619"/>
                  </a:lnTo>
                  <a:lnTo>
                    <a:pt x="76200" y="7619"/>
                  </a:lnTo>
                  <a:lnTo>
                    <a:pt x="76200" y="0"/>
                  </a:lnTo>
                  <a:close/>
                </a:path>
                <a:path w="187959" h="7619">
                  <a:moveTo>
                    <a:pt x="187960" y="0"/>
                  </a:moveTo>
                  <a:lnTo>
                    <a:pt x="102870" y="0"/>
                  </a:lnTo>
                  <a:lnTo>
                    <a:pt x="104139" y="126"/>
                  </a:lnTo>
                  <a:lnTo>
                    <a:pt x="104139" y="5206"/>
                  </a:lnTo>
                  <a:lnTo>
                    <a:pt x="105409" y="5206"/>
                  </a:lnTo>
                  <a:lnTo>
                    <a:pt x="105409" y="7619"/>
                  </a:lnTo>
                  <a:lnTo>
                    <a:pt x="187959" y="7619"/>
                  </a:lnTo>
                  <a:lnTo>
                    <a:pt x="187960" y="0"/>
                  </a:lnTo>
                  <a:close/>
                </a:path>
              </a:pathLst>
            </a:custGeom>
            <a:solidFill>
              <a:srgbClr val="002438"/>
            </a:solidFill>
          </p:spPr>
          <p:txBody>
            <a:bodyPr wrap="square" lIns="0" tIns="0" rIns="0" bIns="0" rtlCol="0"/>
            <a:lstStyle/>
            <a:p/>
          </p:txBody>
        </p:sp>
        <p:sp>
          <p:nvSpPr>
            <p:cNvPr id="2370" name="object 2370"/>
            <p:cNvSpPr/>
            <p:nvPr/>
          </p:nvSpPr>
          <p:spPr>
            <a:xfrm>
              <a:off x="7227570" y="1243329"/>
              <a:ext cx="189230" cy="6350"/>
            </a:xfrm>
            <a:custGeom>
              <a:avLst/>
              <a:gdLst/>
              <a:ahLst/>
              <a:cxnLst/>
              <a:rect l="l" t="t" r="r" b="b"/>
              <a:pathLst>
                <a:path w="189229" h="6350">
                  <a:moveTo>
                    <a:pt x="189229" y="5207"/>
                  </a:moveTo>
                  <a:lnTo>
                    <a:pt x="105409" y="5207"/>
                  </a:lnTo>
                  <a:lnTo>
                    <a:pt x="105409" y="6350"/>
                  </a:lnTo>
                  <a:lnTo>
                    <a:pt x="189229" y="6350"/>
                  </a:lnTo>
                  <a:lnTo>
                    <a:pt x="189229" y="5207"/>
                  </a:lnTo>
                  <a:close/>
                </a:path>
                <a:path w="189229" h="6350">
                  <a:moveTo>
                    <a:pt x="78740" y="5079"/>
                  </a:moveTo>
                  <a:lnTo>
                    <a:pt x="77470" y="5079"/>
                  </a:lnTo>
                  <a:lnTo>
                    <a:pt x="77470" y="5207"/>
                  </a:lnTo>
                  <a:lnTo>
                    <a:pt x="0" y="5207"/>
                  </a:lnTo>
                  <a:lnTo>
                    <a:pt x="0" y="6350"/>
                  </a:lnTo>
                  <a:lnTo>
                    <a:pt x="78740" y="6350"/>
                  </a:lnTo>
                  <a:lnTo>
                    <a:pt x="78740" y="5079"/>
                  </a:lnTo>
                  <a:close/>
                </a:path>
                <a:path w="189229" h="6350">
                  <a:moveTo>
                    <a:pt x="77470" y="0"/>
                  </a:moveTo>
                  <a:lnTo>
                    <a:pt x="0" y="0"/>
                  </a:lnTo>
                  <a:lnTo>
                    <a:pt x="0" y="5079"/>
                  </a:lnTo>
                  <a:lnTo>
                    <a:pt x="77470" y="5079"/>
                  </a:lnTo>
                  <a:lnTo>
                    <a:pt x="77470" y="0"/>
                  </a:lnTo>
                  <a:close/>
                </a:path>
                <a:path w="189229" h="6350">
                  <a:moveTo>
                    <a:pt x="187959" y="0"/>
                  </a:moveTo>
                  <a:lnTo>
                    <a:pt x="105409" y="0"/>
                  </a:lnTo>
                  <a:lnTo>
                    <a:pt x="105409" y="5079"/>
                  </a:lnTo>
                  <a:lnTo>
                    <a:pt x="189229" y="5079"/>
                  </a:lnTo>
                  <a:lnTo>
                    <a:pt x="189229" y="1397"/>
                  </a:lnTo>
                  <a:lnTo>
                    <a:pt x="187959" y="1397"/>
                  </a:lnTo>
                  <a:lnTo>
                    <a:pt x="187959" y="0"/>
                  </a:lnTo>
                  <a:close/>
                </a:path>
              </a:pathLst>
            </a:custGeom>
            <a:solidFill>
              <a:srgbClr val="00243A"/>
            </a:solidFill>
          </p:spPr>
          <p:txBody>
            <a:bodyPr wrap="square" lIns="0" tIns="0" rIns="0" bIns="0" rtlCol="0"/>
            <a:lstStyle/>
            <a:p/>
          </p:txBody>
        </p:sp>
        <p:sp>
          <p:nvSpPr>
            <p:cNvPr id="2371" name="object 2371"/>
            <p:cNvSpPr/>
            <p:nvPr/>
          </p:nvSpPr>
          <p:spPr>
            <a:xfrm>
              <a:off x="7227570" y="1249679"/>
              <a:ext cx="186690" cy="7620"/>
            </a:xfrm>
            <a:custGeom>
              <a:avLst/>
              <a:gdLst/>
              <a:ahLst/>
              <a:cxnLst/>
              <a:rect l="l" t="t" r="r" b="b"/>
              <a:pathLst>
                <a:path w="186690" h="7619">
                  <a:moveTo>
                    <a:pt x="170179" y="5207"/>
                  </a:moveTo>
                  <a:lnTo>
                    <a:pt x="106679" y="5207"/>
                  </a:lnTo>
                  <a:lnTo>
                    <a:pt x="106679" y="7620"/>
                  </a:lnTo>
                  <a:lnTo>
                    <a:pt x="166370" y="7620"/>
                  </a:lnTo>
                  <a:lnTo>
                    <a:pt x="166370" y="6350"/>
                  </a:lnTo>
                  <a:lnTo>
                    <a:pt x="170179" y="6350"/>
                  </a:lnTo>
                  <a:lnTo>
                    <a:pt x="170179" y="5207"/>
                  </a:lnTo>
                  <a:close/>
                </a:path>
                <a:path w="186690" h="7619">
                  <a:moveTo>
                    <a:pt x="173989" y="3937"/>
                  </a:moveTo>
                  <a:lnTo>
                    <a:pt x="106679" y="3937"/>
                  </a:lnTo>
                  <a:lnTo>
                    <a:pt x="106679" y="5079"/>
                  </a:lnTo>
                  <a:lnTo>
                    <a:pt x="170179" y="5079"/>
                  </a:lnTo>
                  <a:lnTo>
                    <a:pt x="170179" y="5207"/>
                  </a:lnTo>
                  <a:lnTo>
                    <a:pt x="173989" y="5207"/>
                  </a:lnTo>
                  <a:lnTo>
                    <a:pt x="173989" y="3937"/>
                  </a:lnTo>
                  <a:close/>
                </a:path>
                <a:path w="186690" h="7619">
                  <a:moveTo>
                    <a:pt x="179069" y="2666"/>
                  </a:moveTo>
                  <a:lnTo>
                    <a:pt x="105409" y="2666"/>
                  </a:lnTo>
                  <a:lnTo>
                    <a:pt x="105409" y="3937"/>
                  </a:lnTo>
                  <a:lnTo>
                    <a:pt x="179069" y="3937"/>
                  </a:lnTo>
                  <a:lnTo>
                    <a:pt x="179069" y="2666"/>
                  </a:lnTo>
                  <a:close/>
                </a:path>
                <a:path w="186690" h="7619">
                  <a:moveTo>
                    <a:pt x="186689" y="0"/>
                  </a:moveTo>
                  <a:lnTo>
                    <a:pt x="105409" y="0"/>
                  </a:lnTo>
                  <a:lnTo>
                    <a:pt x="105409" y="2539"/>
                  </a:lnTo>
                  <a:lnTo>
                    <a:pt x="179069" y="2539"/>
                  </a:lnTo>
                  <a:lnTo>
                    <a:pt x="182879" y="2666"/>
                  </a:lnTo>
                  <a:lnTo>
                    <a:pt x="182879" y="1397"/>
                  </a:lnTo>
                  <a:lnTo>
                    <a:pt x="186689" y="1397"/>
                  </a:lnTo>
                  <a:lnTo>
                    <a:pt x="186689" y="0"/>
                  </a:lnTo>
                  <a:close/>
                </a:path>
                <a:path w="186690" h="7619">
                  <a:moveTo>
                    <a:pt x="85090" y="5079"/>
                  </a:moveTo>
                  <a:lnTo>
                    <a:pt x="82550" y="5079"/>
                  </a:lnTo>
                  <a:lnTo>
                    <a:pt x="82550" y="5207"/>
                  </a:lnTo>
                  <a:lnTo>
                    <a:pt x="0" y="5207"/>
                  </a:lnTo>
                  <a:lnTo>
                    <a:pt x="0" y="7620"/>
                  </a:lnTo>
                  <a:lnTo>
                    <a:pt x="86359" y="7620"/>
                  </a:lnTo>
                  <a:lnTo>
                    <a:pt x="86359" y="6350"/>
                  </a:lnTo>
                  <a:lnTo>
                    <a:pt x="85090" y="6350"/>
                  </a:lnTo>
                  <a:lnTo>
                    <a:pt x="85090" y="5079"/>
                  </a:lnTo>
                  <a:close/>
                </a:path>
                <a:path w="186690" h="7619">
                  <a:moveTo>
                    <a:pt x="81279" y="2539"/>
                  </a:moveTo>
                  <a:lnTo>
                    <a:pt x="80009" y="2539"/>
                  </a:lnTo>
                  <a:lnTo>
                    <a:pt x="0" y="2666"/>
                  </a:lnTo>
                  <a:lnTo>
                    <a:pt x="0" y="5079"/>
                  </a:lnTo>
                  <a:lnTo>
                    <a:pt x="82550" y="5079"/>
                  </a:lnTo>
                  <a:lnTo>
                    <a:pt x="82550" y="3937"/>
                  </a:lnTo>
                  <a:lnTo>
                    <a:pt x="81279" y="3937"/>
                  </a:lnTo>
                  <a:lnTo>
                    <a:pt x="81279" y="2539"/>
                  </a:lnTo>
                  <a:close/>
                </a:path>
                <a:path w="186690" h="7619">
                  <a:moveTo>
                    <a:pt x="78740" y="0"/>
                  </a:moveTo>
                  <a:lnTo>
                    <a:pt x="0" y="0"/>
                  </a:lnTo>
                  <a:lnTo>
                    <a:pt x="0" y="2539"/>
                  </a:lnTo>
                  <a:lnTo>
                    <a:pt x="80009" y="2539"/>
                  </a:lnTo>
                  <a:lnTo>
                    <a:pt x="80009" y="1397"/>
                  </a:lnTo>
                  <a:lnTo>
                    <a:pt x="78740" y="1397"/>
                  </a:lnTo>
                  <a:lnTo>
                    <a:pt x="78740" y="0"/>
                  </a:lnTo>
                  <a:close/>
                </a:path>
              </a:pathLst>
            </a:custGeom>
            <a:solidFill>
              <a:srgbClr val="00233C"/>
            </a:solidFill>
          </p:spPr>
          <p:txBody>
            <a:bodyPr wrap="square" lIns="0" tIns="0" rIns="0" bIns="0" rtlCol="0"/>
            <a:lstStyle/>
            <a:p/>
          </p:txBody>
        </p:sp>
        <p:sp>
          <p:nvSpPr>
            <p:cNvPr id="2372" name="object 2372"/>
            <p:cNvSpPr/>
            <p:nvPr/>
          </p:nvSpPr>
          <p:spPr>
            <a:xfrm>
              <a:off x="7227570" y="1257299"/>
              <a:ext cx="162560" cy="7620"/>
            </a:xfrm>
            <a:custGeom>
              <a:avLst/>
              <a:gdLst/>
              <a:ahLst/>
              <a:cxnLst/>
              <a:rect l="l" t="t" r="r" b="b"/>
              <a:pathLst>
                <a:path w="162559"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59"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00223F"/>
            </a:solidFill>
          </p:spPr>
          <p:txBody>
            <a:bodyPr wrap="square" lIns="0" tIns="0" rIns="0" bIns="0" rtlCol="0"/>
            <a:lstStyle/>
            <a:p/>
          </p:txBody>
        </p:sp>
        <p:sp>
          <p:nvSpPr>
            <p:cNvPr id="2373" name="object 2373"/>
            <p:cNvSpPr/>
            <p:nvPr/>
          </p:nvSpPr>
          <p:spPr>
            <a:xfrm>
              <a:off x="7227570" y="1264919"/>
              <a:ext cx="142240" cy="6350"/>
            </a:xfrm>
            <a:custGeom>
              <a:avLst/>
              <a:gdLst/>
              <a:ahLst/>
              <a:cxnLst/>
              <a:rect l="l" t="t" r="r" b="b"/>
              <a:pathLst>
                <a:path w="142240"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6987" y="5207"/>
                  </a:lnTo>
                  <a:lnTo>
                    <a:pt x="126987" y="3810"/>
                  </a:lnTo>
                  <a:lnTo>
                    <a:pt x="130810" y="3810"/>
                  </a:lnTo>
                  <a:lnTo>
                    <a:pt x="130810" y="2540"/>
                  </a:lnTo>
                  <a:lnTo>
                    <a:pt x="134620" y="2540"/>
                  </a:lnTo>
                  <a:lnTo>
                    <a:pt x="134620" y="1397"/>
                  </a:lnTo>
                  <a:lnTo>
                    <a:pt x="138430" y="1397"/>
                  </a:lnTo>
                  <a:lnTo>
                    <a:pt x="138430" y="127"/>
                  </a:lnTo>
                  <a:close/>
                </a:path>
                <a:path w="142240" h="6350">
                  <a:moveTo>
                    <a:pt x="142240" y="0"/>
                  </a:moveTo>
                  <a:lnTo>
                    <a:pt x="138430" y="0"/>
                  </a:lnTo>
                  <a:lnTo>
                    <a:pt x="138430" y="127"/>
                  </a:lnTo>
                  <a:lnTo>
                    <a:pt x="142240" y="127"/>
                  </a:lnTo>
                  <a:lnTo>
                    <a:pt x="142240" y="0"/>
                  </a:lnTo>
                  <a:close/>
                </a:path>
              </a:pathLst>
            </a:custGeom>
            <a:solidFill>
              <a:srgbClr val="002241"/>
            </a:solidFill>
          </p:spPr>
          <p:txBody>
            <a:bodyPr wrap="square" lIns="0" tIns="0" rIns="0" bIns="0" rtlCol="0"/>
            <a:lstStyle/>
            <a:p/>
          </p:txBody>
        </p:sp>
        <p:sp>
          <p:nvSpPr>
            <p:cNvPr id="2374" name="object 2374"/>
            <p:cNvSpPr/>
            <p:nvPr/>
          </p:nvSpPr>
          <p:spPr>
            <a:xfrm>
              <a:off x="7227570" y="1271269"/>
              <a:ext cx="128270" cy="7620"/>
            </a:xfrm>
            <a:custGeom>
              <a:avLst/>
              <a:gdLst/>
              <a:ahLst/>
              <a:cxnLst/>
              <a:rect l="l" t="t" r="r" b="b"/>
              <a:pathLst>
                <a:path w="128270" h="7619">
                  <a:moveTo>
                    <a:pt x="116840" y="0"/>
                  </a:moveTo>
                  <a:lnTo>
                    <a:pt x="114300" y="0"/>
                  </a:lnTo>
                  <a:lnTo>
                    <a:pt x="114300" y="127"/>
                  </a:lnTo>
                  <a:lnTo>
                    <a:pt x="116840" y="127"/>
                  </a:lnTo>
                  <a:lnTo>
                    <a:pt x="116840" y="0"/>
                  </a:lnTo>
                  <a:close/>
                </a:path>
                <a:path w="128270" h="7619">
                  <a:moveTo>
                    <a:pt x="123190" y="0"/>
                  </a:moveTo>
                  <a:lnTo>
                    <a:pt x="119380" y="0"/>
                  </a:lnTo>
                  <a:lnTo>
                    <a:pt x="119380" y="127"/>
                  </a:lnTo>
                  <a:lnTo>
                    <a:pt x="123190" y="127"/>
                  </a:lnTo>
                  <a:lnTo>
                    <a:pt x="123190" y="0"/>
                  </a:lnTo>
                  <a:close/>
                </a:path>
                <a:path w="128270" h="7619">
                  <a:moveTo>
                    <a:pt x="124460" y="3810"/>
                  </a:moveTo>
                  <a:lnTo>
                    <a:pt x="123190" y="3810"/>
                  </a:lnTo>
                  <a:lnTo>
                    <a:pt x="123190" y="2540"/>
                  </a:lnTo>
                  <a:lnTo>
                    <a:pt x="120650" y="2540"/>
                  </a:lnTo>
                  <a:lnTo>
                    <a:pt x="120650" y="1397"/>
                  </a:lnTo>
                  <a:lnTo>
                    <a:pt x="119380" y="1397"/>
                  </a:lnTo>
                  <a:lnTo>
                    <a:pt x="119380"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70"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002143"/>
            </a:solidFill>
          </p:spPr>
          <p:txBody>
            <a:bodyPr wrap="square" lIns="0" tIns="0" rIns="0" bIns="0" rtlCol="0"/>
            <a:lstStyle/>
            <a:p/>
          </p:txBody>
        </p:sp>
        <p:sp>
          <p:nvSpPr>
            <p:cNvPr id="2375" name="object 2375"/>
            <p:cNvSpPr/>
            <p:nvPr/>
          </p:nvSpPr>
          <p:spPr>
            <a:xfrm>
              <a:off x="7228840" y="1278889"/>
              <a:ext cx="138430" cy="7620"/>
            </a:xfrm>
            <a:custGeom>
              <a:avLst/>
              <a:gdLst/>
              <a:ahLst/>
              <a:cxnLst/>
              <a:rect l="l" t="t" r="r" b="b"/>
              <a:pathLst>
                <a:path w="138429"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40" y="1270"/>
                  </a:lnTo>
                  <a:lnTo>
                    <a:pt x="129540"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002146"/>
            </a:solidFill>
          </p:spPr>
          <p:txBody>
            <a:bodyPr wrap="square" lIns="0" tIns="0" rIns="0" bIns="0" rtlCol="0"/>
            <a:lstStyle/>
            <a:p/>
          </p:txBody>
        </p:sp>
        <p:sp>
          <p:nvSpPr>
            <p:cNvPr id="2376" name="object 2376"/>
            <p:cNvSpPr/>
            <p:nvPr/>
          </p:nvSpPr>
          <p:spPr>
            <a:xfrm>
              <a:off x="7228840" y="1286509"/>
              <a:ext cx="143510" cy="6350"/>
            </a:xfrm>
            <a:custGeom>
              <a:avLst/>
              <a:gdLst/>
              <a:ahLst/>
              <a:cxnLst/>
              <a:rect l="l" t="t" r="r" b="b"/>
              <a:pathLst>
                <a:path w="143509" h="6350">
                  <a:moveTo>
                    <a:pt x="143510" y="5080"/>
                  </a:moveTo>
                  <a:lnTo>
                    <a:pt x="142240" y="5080"/>
                  </a:lnTo>
                  <a:lnTo>
                    <a:pt x="142240" y="3810"/>
                  </a:lnTo>
                  <a:lnTo>
                    <a:pt x="140970" y="3810"/>
                  </a:lnTo>
                  <a:lnTo>
                    <a:pt x="140970" y="1270"/>
                  </a:lnTo>
                  <a:lnTo>
                    <a:pt x="139700" y="1270"/>
                  </a:lnTo>
                  <a:lnTo>
                    <a:pt x="139700" y="0"/>
                  </a:lnTo>
                  <a:lnTo>
                    <a:pt x="0" y="0"/>
                  </a:lnTo>
                  <a:lnTo>
                    <a:pt x="0" y="1270"/>
                  </a:lnTo>
                  <a:lnTo>
                    <a:pt x="0" y="3810"/>
                  </a:lnTo>
                  <a:lnTo>
                    <a:pt x="0" y="5080"/>
                  </a:lnTo>
                  <a:lnTo>
                    <a:pt x="0" y="6350"/>
                  </a:lnTo>
                  <a:lnTo>
                    <a:pt x="143510" y="6350"/>
                  </a:lnTo>
                  <a:lnTo>
                    <a:pt x="143510" y="5080"/>
                  </a:lnTo>
                  <a:close/>
                </a:path>
              </a:pathLst>
            </a:custGeom>
            <a:solidFill>
              <a:srgbClr val="002048"/>
            </a:solidFill>
          </p:spPr>
          <p:txBody>
            <a:bodyPr wrap="square" lIns="0" tIns="0" rIns="0" bIns="0" rtlCol="0"/>
            <a:lstStyle/>
            <a:p/>
          </p:txBody>
        </p:sp>
        <p:sp>
          <p:nvSpPr>
            <p:cNvPr id="2377" name="object 2377"/>
            <p:cNvSpPr/>
            <p:nvPr/>
          </p:nvSpPr>
          <p:spPr>
            <a:xfrm>
              <a:off x="7228840" y="1292859"/>
              <a:ext cx="151130" cy="7620"/>
            </a:xfrm>
            <a:custGeom>
              <a:avLst/>
              <a:gdLst/>
              <a:ahLst/>
              <a:cxnLst/>
              <a:rect l="l" t="t" r="r" b="b"/>
              <a:pathLst>
                <a:path w="151129" h="7619">
                  <a:moveTo>
                    <a:pt x="151130" y="5080"/>
                  </a:moveTo>
                  <a:lnTo>
                    <a:pt x="149860" y="5080"/>
                  </a:lnTo>
                  <a:lnTo>
                    <a:pt x="149860" y="3810"/>
                  </a:lnTo>
                  <a:lnTo>
                    <a:pt x="148590" y="3810"/>
                  </a:lnTo>
                  <a:lnTo>
                    <a:pt x="148590" y="2540"/>
                  </a:lnTo>
                  <a:lnTo>
                    <a:pt x="146050" y="2540"/>
                  </a:lnTo>
                  <a:lnTo>
                    <a:pt x="146050" y="1270"/>
                  </a:lnTo>
                  <a:lnTo>
                    <a:pt x="144780" y="1270"/>
                  </a:lnTo>
                  <a:lnTo>
                    <a:pt x="144780" y="0"/>
                  </a:lnTo>
                  <a:lnTo>
                    <a:pt x="0" y="0"/>
                  </a:lnTo>
                  <a:lnTo>
                    <a:pt x="0" y="7620"/>
                  </a:lnTo>
                  <a:lnTo>
                    <a:pt x="151130" y="7620"/>
                  </a:lnTo>
                  <a:lnTo>
                    <a:pt x="151130" y="5080"/>
                  </a:lnTo>
                  <a:close/>
                </a:path>
              </a:pathLst>
            </a:custGeom>
            <a:solidFill>
              <a:srgbClr val="00204A"/>
            </a:solidFill>
          </p:spPr>
          <p:txBody>
            <a:bodyPr wrap="square" lIns="0" tIns="0" rIns="0" bIns="0" rtlCol="0"/>
            <a:lstStyle/>
            <a:p/>
          </p:txBody>
        </p:sp>
        <p:sp>
          <p:nvSpPr>
            <p:cNvPr id="2378" name="object 2378"/>
            <p:cNvSpPr/>
            <p:nvPr/>
          </p:nvSpPr>
          <p:spPr>
            <a:xfrm>
              <a:off x="7228840" y="1300479"/>
              <a:ext cx="156210" cy="7620"/>
            </a:xfrm>
            <a:custGeom>
              <a:avLst/>
              <a:gdLst/>
              <a:ahLst/>
              <a:cxnLst/>
              <a:rect l="l" t="t" r="r" b="b"/>
              <a:pathLst>
                <a:path w="156209" h="7619">
                  <a:moveTo>
                    <a:pt x="156210" y="5080"/>
                  </a:moveTo>
                  <a:lnTo>
                    <a:pt x="154940" y="5080"/>
                  </a:lnTo>
                  <a:lnTo>
                    <a:pt x="154940" y="2540"/>
                  </a:lnTo>
                  <a:lnTo>
                    <a:pt x="153670" y="2540"/>
                  </a:lnTo>
                  <a:lnTo>
                    <a:pt x="153670" y="1270"/>
                  </a:lnTo>
                  <a:lnTo>
                    <a:pt x="152400" y="1270"/>
                  </a:lnTo>
                  <a:lnTo>
                    <a:pt x="152400" y="0"/>
                  </a:lnTo>
                  <a:lnTo>
                    <a:pt x="0" y="0"/>
                  </a:lnTo>
                  <a:lnTo>
                    <a:pt x="0" y="1270"/>
                  </a:lnTo>
                  <a:lnTo>
                    <a:pt x="0" y="2540"/>
                  </a:lnTo>
                  <a:lnTo>
                    <a:pt x="1270" y="2540"/>
                  </a:lnTo>
                  <a:lnTo>
                    <a:pt x="1270" y="5080"/>
                  </a:lnTo>
                  <a:lnTo>
                    <a:pt x="1270" y="7620"/>
                  </a:lnTo>
                  <a:lnTo>
                    <a:pt x="156210" y="7620"/>
                  </a:lnTo>
                  <a:lnTo>
                    <a:pt x="156210" y="5080"/>
                  </a:lnTo>
                  <a:close/>
                </a:path>
              </a:pathLst>
            </a:custGeom>
            <a:solidFill>
              <a:srgbClr val="001F4C"/>
            </a:solidFill>
          </p:spPr>
          <p:txBody>
            <a:bodyPr wrap="square" lIns="0" tIns="0" rIns="0" bIns="0" rtlCol="0"/>
            <a:lstStyle/>
            <a:p/>
          </p:txBody>
        </p:sp>
        <p:sp>
          <p:nvSpPr>
            <p:cNvPr id="2379" name="object 2379"/>
            <p:cNvSpPr/>
            <p:nvPr/>
          </p:nvSpPr>
          <p:spPr>
            <a:xfrm>
              <a:off x="7230110" y="1308099"/>
              <a:ext cx="160020" cy="6350"/>
            </a:xfrm>
            <a:custGeom>
              <a:avLst/>
              <a:gdLst/>
              <a:ahLst/>
              <a:cxnLst/>
              <a:rect l="l" t="t" r="r" b="b"/>
              <a:pathLst>
                <a:path w="160020" h="6350">
                  <a:moveTo>
                    <a:pt x="160020" y="5080"/>
                  </a:moveTo>
                  <a:lnTo>
                    <a:pt x="158750" y="5080"/>
                  </a:lnTo>
                  <a:lnTo>
                    <a:pt x="158750" y="2540"/>
                  </a:lnTo>
                  <a:lnTo>
                    <a:pt x="157467" y="2540"/>
                  </a:lnTo>
                  <a:lnTo>
                    <a:pt x="157467" y="1270"/>
                  </a:lnTo>
                  <a:lnTo>
                    <a:pt x="156197" y="1270"/>
                  </a:lnTo>
                  <a:lnTo>
                    <a:pt x="156197" y="0"/>
                  </a:lnTo>
                  <a:lnTo>
                    <a:pt x="0" y="0"/>
                  </a:lnTo>
                  <a:lnTo>
                    <a:pt x="0" y="1270"/>
                  </a:lnTo>
                  <a:lnTo>
                    <a:pt x="0" y="2540"/>
                  </a:lnTo>
                  <a:lnTo>
                    <a:pt x="0" y="5080"/>
                  </a:lnTo>
                  <a:lnTo>
                    <a:pt x="0" y="6350"/>
                  </a:lnTo>
                  <a:lnTo>
                    <a:pt x="160020" y="6350"/>
                  </a:lnTo>
                  <a:lnTo>
                    <a:pt x="160020" y="5080"/>
                  </a:lnTo>
                  <a:close/>
                </a:path>
              </a:pathLst>
            </a:custGeom>
            <a:solidFill>
              <a:srgbClr val="001E4F"/>
            </a:solidFill>
          </p:spPr>
          <p:txBody>
            <a:bodyPr wrap="square" lIns="0" tIns="0" rIns="0" bIns="0" rtlCol="0"/>
            <a:lstStyle/>
            <a:p/>
          </p:txBody>
        </p:sp>
        <p:sp>
          <p:nvSpPr>
            <p:cNvPr id="2380" name="object 2380"/>
            <p:cNvSpPr/>
            <p:nvPr/>
          </p:nvSpPr>
          <p:spPr>
            <a:xfrm>
              <a:off x="7230110" y="1314449"/>
              <a:ext cx="165100" cy="7620"/>
            </a:xfrm>
            <a:custGeom>
              <a:avLst/>
              <a:gdLst/>
              <a:ahLst/>
              <a:cxnLst/>
              <a:rect l="l" t="t" r="r" b="b"/>
              <a:pathLst>
                <a:path w="165100" h="7619">
                  <a:moveTo>
                    <a:pt x="165100" y="6350"/>
                  </a:moveTo>
                  <a:lnTo>
                    <a:pt x="163817" y="6350"/>
                  </a:lnTo>
                  <a:lnTo>
                    <a:pt x="163817" y="3810"/>
                  </a:lnTo>
                  <a:lnTo>
                    <a:pt x="162560" y="3810"/>
                  </a:lnTo>
                  <a:lnTo>
                    <a:pt x="162560" y="2540"/>
                  </a:lnTo>
                  <a:lnTo>
                    <a:pt x="162547" y="1270"/>
                  </a:lnTo>
                  <a:lnTo>
                    <a:pt x="161290" y="1270"/>
                  </a:lnTo>
                  <a:lnTo>
                    <a:pt x="161290"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001E51"/>
            </a:solidFill>
          </p:spPr>
          <p:txBody>
            <a:bodyPr wrap="square" lIns="0" tIns="0" rIns="0" bIns="0" rtlCol="0"/>
            <a:lstStyle/>
            <a:p/>
          </p:txBody>
        </p:sp>
        <p:sp>
          <p:nvSpPr>
            <p:cNvPr id="2381" name="object 2381"/>
            <p:cNvSpPr/>
            <p:nvPr/>
          </p:nvSpPr>
          <p:spPr>
            <a:xfrm>
              <a:off x="7231380" y="1322069"/>
              <a:ext cx="165100" cy="7620"/>
            </a:xfrm>
            <a:custGeom>
              <a:avLst/>
              <a:gdLst/>
              <a:ahLst/>
              <a:cxnLst/>
              <a:rect l="l" t="t" r="r" b="b"/>
              <a:pathLst>
                <a:path w="165100" h="7619">
                  <a:moveTo>
                    <a:pt x="165100" y="2540"/>
                  </a:moveTo>
                  <a:lnTo>
                    <a:pt x="163830" y="2540"/>
                  </a:lnTo>
                  <a:lnTo>
                    <a:pt x="163830" y="0"/>
                  </a:lnTo>
                  <a:lnTo>
                    <a:pt x="0" y="0"/>
                  </a:lnTo>
                  <a:lnTo>
                    <a:pt x="0" y="2540"/>
                  </a:lnTo>
                  <a:lnTo>
                    <a:pt x="0" y="3810"/>
                  </a:lnTo>
                  <a:lnTo>
                    <a:pt x="1270" y="3810"/>
                  </a:lnTo>
                  <a:lnTo>
                    <a:pt x="1270" y="7620"/>
                  </a:lnTo>
                  <a:lnTo>
                    <a:pt x="165100" y="7620"/>
                  </a:lnTo>
                  <a:lnTo>
                    <a:pt x="165100" y="3810"/>
                  </a:lnTo>
                  <a:lnTo>
                    <a:pt x="165100" y="2540"/>
                  </a:lnTo>
                  <a:close/>
                </a:path>
              </a:pathLst>
            </a:custGeom>
            <a:solidFill>
              <a:srgbClr val="001D53"/>
            </a:solidFill>
          </p:spPr>
          <p:txBody>
            <a:bodyPr wrap="square" lIns="0" tIns="0" rIns="0" bIns="0" rtlCol="0"/>
            <a:lstStyle/>
            <a:p/>
          </p:txBody>
        </p:sp>
        <p:sp>
          <p:nvSpPr>
            <p:cNvPr id="2382" name="object 2382"/>
            <p:cNvSpPr/>
            <p:nvPr/>
          </p:nvSpPr>
          <p:spPr>
            <a:xfrm>
              <a:off x="7232650" y="1329689"/>
              <a:ext cx="167640" cy="7620"/>
            </a:xfrm>
            <a:custGeom>
              <a:avLst/>
              <a:gdLst/>
              <a:ahLst/>
              <a:cxnLst/>
              <a:rect l="l" t="t" r="r" b="b"/>
              <a:pathLst>
                <a:path w="167640" h="7619">
                  <a:moveTo>
                    <a:pt x="167640" y="6350"/>
                  </a:moveTo>
                  <a:lnTo>
                    <a:pt x="166370" y="6350"/>
                  </a:lnTo>
                  <a:lnTo>
                    <a:pt x="166370" y="3810"/>
                  </a:lnTo>
                  <a:lnTo>
                    <a:pt x="165100" y="3810"/>
                  </a:lnTo>
                  <a:lnTo>
                    <a:pt x="165100" y="2540"/>
                  </a:lnTo>
                  <a:lnTo>
                    <a:pt x="165100" y="0"/>
                  </a:lnTo>
                  <a:lnTo>
                    <a:pt x="0" y="0"/>
                  </a:lnTo>
                  <a:lnTo>
                    <a:pt x="0" y="2540"/>
                  </a:lnTo>
                  <a:lnTo>
                    <a:pt x="1270" y="2540"/>
                  </a:lnTo>
                  <a:lnTo>
                    <a:pt x="1270" y="3810"/>
                  </a:lnTo>
                  <a:lnTo>
                    <a:pt x="1270" y="6350"/>
                  </a:lnTo>
                  <a:lnTo>
                    <a:pt x="1270" y="7620"/>
                  </a:lnTo>
                  <a:lnTo>
                    <a:pt x="167640" y="7620"/>
                  </a:lnTo>
                  <a:lnTo>
                    <a:pt x="167640" y="6350"/>
                  </a:lnTo>
                  <a:close/>
                </a:path>
              </a:pathLst>
            </a:custGeom>
            <a:solidFill>
              <a:srgbClr val="001D56"/>
            </a:solidFill>
          </p:spPr>
          <p:txBody>
            <a:bodyPr wrap="square" lIns="0" tIns="0" rIns="0" bIns="0" rtlCol="0"/>
            <a:lstStyle/>
            <a:p/>
          </p:txBody>
        </p:sp>
        <p:sp>
          <p:nvSpPr>
            <p:cNvPr id="2383" name="object 2383"/>
            <p:cNvSpPr/>
            <p:nvPr/>
          </p:nvSpPr>
          <p:spPr>
            <a:xfrm>
              <a:off x="7233920" y="1337309"/>
              <a:ext cx="168910" cy="6350"/>
            </a:xfrm>
            <a:custGeom>
              <a:avLst/>
              <a:gdLst/>
              <a:ahLst/>
              <a:cxnLst/>
              <a:rect l="l" t="t" r="r" b="b"/>
              <a:pathLst>
                <a:path w="168909"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09" h="6350">
                  <a:moveTo>
                    <a:pt x="168910" y="5092"/>
                  </a:moveTo>
                  <a:lnTo>
                    <a:pt x="1270" y="5092"/>
                  </a:lnTo>
                  <a:lnTo>
                    <a:pt x="1270" y="6350"/>
                  </a:lnTo>
                  <a:lnTo>
                    <a:pt x="168910" y="6350"/>
                  </a:lnTo>
                  <a:lnTo>
                    <a:pt x="168910" y="5092"/>
                  </a:lnTo>
                  <a:close/>
                </a:path>
              </a:pathLst>
            </a:custGeom>
            <a:solidFill>
              <a:srgbClr val="001C58"/>
            </a:solidFill>
          </p:spPr>
          <p:txBody>
            <a:bodyPr wrap="square" lIns="0" tIns="0" rIns="0" bIns="0" rtlCol="0"/>
            <a:lstStyle/>
            <a:p/>
          </p:txBody>
        </p:sp>
        <p:sp>
          <p:nvSpPr>
            <p:cNvPr id="2384" name="object 2384"/>
            <p:cNvSpPr/>
            <p:nvPr/>
          </p:nvSpPr>
          <p:spPr>
            <a:xfrm>
              <a:off x="7235190" y="1343659"/>
              <a:ext cx="168910" cy="7620"/>
            </a:xfrm>
            <a:custGeom>
              <a:avLst/>
              <a:gdLst/>
              <a:ahLst/>
              <a:cxnLst/>
              <a:rect l="l" t="t" r="r" b="b"/>
              <a:pathLst>
                <a:path w="168909" h="7619">
                  <a:moveTo>
                    <a:pt x="168910" y="3810"/>
                  </a:moveTo>
                  <a:lnTo>
                    <a:pt x="167640" y="3810"/>
                  </a:lnTo>
                  <a:lnTo>
                    <a:pt x="167640" y="0"/>
                  </a:lnTo>
                  <a:lnTo>
                    <a:pt x="0" y="0"/>
                  </a:lnTo>
                  <a:lnTo>
                    <a:pt x="0" y="3810"/>
                  </a:lnTo>
                  <a:lnTo>
                    <a:pt x="0" y="6350"/>
                  </a:lnTo>
                  <a:lnTo>
                    <a:pt x="1270" y="6350"/>
                  </a:lnTo>
                  <a:lnTo>
                    <a:pt x="1270" y="7620"/>
                  </a:lnTo>
                  <a:lnTo>
                    <a:pt x="168910" y="7620"/>
                  </a:lnTo>
                  <a:lnTo>
                    <a:pt x="168910" y="6350"/>
                  </a:lnTo>
                  <a:lnTo>
                    <a:pt x="168910" y="3810"/>
                  </a:lnTo>
                  <a:close/>
                </a:path>
              </a:pathLst>
            </a:custGeom>
            <a:solidFill>
              <a:srgbClr val="001C5A"/>
            </a:solidFill>
          </p:spPr>
          <p:txBody>
            <a:bodyPr wrap="square" lIns="0" tIns="0" rIns="0" bIns="0" rtlCol="0"/>
            <a:lstStyle/>
            <a:p/>
          </p:txBody>
        </p:sp>
        <p:sp>
          <p:nvSpPr>
            <p:cNvPr id="2385" name="object 2385"/>
            <p:cNvSpPr/>
            <p:nvPr/>
          </p:nvSpPr>
          <p:spPr>
            <a:xfrm>
              <a:off x="7236460" y="1351279"/>
              <a:ext cx="170180" cy="7620"/>
            </a:xfrm>
            <a:custGeom>
              <a:avLst/>
              <a:gdLst/>
              <a:ahLst/>
              <a:cxnLst/>
              <a:rect l="l" t="t" r="r" b="b"/>
              <a:pathLst>
                <a:path w="170179" h="7619">
                  <a:moveTo>
                    <a:pt x="170167" y="3810"/>
                  </a:moveTo>
                  <a:lnTo>
                    <a:pt x="168897" y="3810"/>
                  </a:lnTo>
                  <a:lnTo>
                    <a:pt x="168897" y="1270"/>
                  </a:lnTo>
                  <a:lnTo>
                    <a:pt x="167640" y="1270"/>
                  </a:lnTo>
                  <a:lnTo>
                    <a:pt x="167640" y="0"/>
                  </a:lnTo>
                  <a:lnTo>
                    <a:pt x="0" y="0"/>
                  </a:lnTo>
                  <a:lnTo>
                    <a:pt x="0" y="1270"/>
                  </a:lnTo>
                  <a:lnTo>
                    <a:pt x="0" y="3810"/>
                  </a:lnTo>
                  <a:lnTo>
                    <a:pt x="1270" y="3810"/>
                  </a:lnTo>
                  <a:lnTo>
                    <a:pt x="1270" y="7620"/>
                  </a:lnTo>
                  <a:lnTo>
                    <a:pt x="170167" y="7620"/>
                  </a:lnTo>
                  <a:lnTo>
                    <a:pt x="170167" y="3810"/>
                  </a:lnTo>
                  <a:close/>
                </a:path>
              </a:pathLst>
            </a:custGeom>
            <a:solidFill>
              <a:srgbClr val="001B5C"/>
            </a:solidFill>
          </p:spPr>
          <p:txBody>
            <a:bodyPr wrap="square" lIns="0" tIns="0" rIns="0" bIns="0" rtlCol="0"/>
            <a:lstStyle/>
            <a:p/>
          </p:txBody>
        </p:sp>
        <p:sp>
          <p:nvSpPr>
            <p:cNvPr id="2386" name="object 2386"/>
            <p:cNvSpPr/>
            <p:nvPr/>
          </p:nvSpPr>
          <p:spPr>
            <a:xfrm>
              <a:off x="723773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001A5F"/>
            </a:solidFill>
          </p:spPr>
          <p:txBody>
            <a:bodyPr wrap="square" lIns="0" tIns="0" rIns="0" bIns="0" rtlCol="0"/>
            <a:lstStyle/>
            <a:p/>
          </p:txBody>
        </p:sp>
        <p:sp>
          <p:nvSpPr>
            <p:cNvPr id="2387" name="object 2387"/>
            <p:cNvSpPr/>
            <p:nvPr/>
          </p:nvSpPr>
          <p:spPr>
            <a:xfrm>
              <a:off x="723900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001A61"/>
            </a:solidFill>
          </p:spPr>
          <p:txBody>
            <a:bodyPr wrap="square" lIns="0" tIns="0" rIns="0" bIns="0" rtlCol="0"/>
            <a:lstStyle/>
            <a:p/>
          </p:txBody>
        </p:sp>
        <p:sp>
          <p:nvSpPr>
            <p:cNvPr id="2388" name="object 2388"/>
            <p:cNvSpPr/>
            <p:nvPr/>
          </p:nvSpPr>
          <p:spPr>
            <a:xfrm>
              <a:off x="7241540" y="1372869"/>
              <a:ext cx="170180" cy="7620"/>
            </a:xfrm>
            <a:custGeom>
              <a:avLst/>
              <a:gdLst/>
              <a:ahLst/>
              <a:cxnLst/>
              <a:rect l="l" t="t" r="r" b="b"/>
              <a:pathLst>
                <a:path w="170179"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001963"/>
            </a:solidFill>
          </p:spPr>
          <p:txBody>
            <a:bodyPr wrap="square" lIns="0" tIns="0" rIns="0" bIns="0" rtlCol="0"/>
            <a:lstStyle/>
            <a:p/>
          </p:txBody>
        </p:sp>
        <p:sp>
          <p:nvSpPr>
            <p:cNvPr id="2389" name="object 2389"/>
            <p:cNvSpPr/>
            <p:nvPr/>
          </p:nvSpPr>
          <p:spPr>
            <a:xfrm>
              <a:off x="7245350" y="1380489"/>
              <a:ext cx="166370" cy="6350"/>
            </a:xfrm>
            <a:custGeom>
              <a:avLst/>
              <a:gdLst/>
              <a:ahLst/>
              <a:cxnLst/>
              <a:rect l="l" t="t" r="r" b="b"/>
              <a:pathLst>
                <a:path w="166370"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001966"/>
            </a:solidFill>
          </p:spPr>
          <p:txBody>
            <a:bodyPr wrap="square" lIns="0" tIns="0" rIns="0" bIns="0" rtlCol="0"/>
            <a:lstStyle/>
            <a:p/>
          </p:txBody>
        </p:sp>
        <p:sp>
          <p:nvSpPr>
            <p:cNvPr id="2390" name="object 2390"/>
            <p:cNvSpPr/>
            <p:nvPr/>
          </p:nvSpPr>
          <p:spPr>
            <a:xfrm>
              <a:off x="7246620" y="1386839"/>
              <a:ext cx="167640" cy="7620"/>
            </a:xfrm>
            <a:custGeom>
              <a:avLst/>
              <a:gdLst/>
              <a:ahLst/>
              <a:cxnLst/>
              <a:rect l="l" t="t" r="r" b="b"/>
              <a:pathLst>
                <a:path w="167640"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001868"/>
            </a:solidFill>
          </p:spPr>
          <p:txBody>
            <a:bodyPr wrap="square" lIns="0" tIns="0" rIns="0" bIns="0" rtlCol="0"/>
            <a:lstStyle/>
            <a:p/>
          </p:txBody>
        </p:sp>
        <p:sp>
          <p:nvSpPr>
            <p:cNvPr id="2391" name="object 2391"/>
            <p:cNvSpPr/>
            <p:nvPr/>
          </p:nvSpPr>
          <p:spPr>
            <a:xfrm>
              <a:off x="7249160" y="1394459"/>
              <a:ext cx="166370" cy="7620"/>
            </a:xfrm>
            <a:custGeom>
              <a:avLst/>
              <a:gdLst/>
              <a:ahLst/>
              <a:cxnLst/>
              <a:rect l="l" t="t" r="r" b="b"/>
              <a:pathLst>
                <a:path w="166370"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00186A"/>
            </a:solidFill>
          </p:spPr>
          <p:txBody>
            <a:bodyPr wrap="square" lIns="0" tIns="0" rIns="0" bIns="0" rtlCol="0"/>
            <a:lstStyle/>
            <a:p/>
          </p:txBody>
        </p:sp>
        <p:sp>
          <p:nvSpPr>
            <p:cNvPr id="2392" name="object 2392"/>
            <p:cNvSpPr/>
            <p:nvPr/>
          </p:nvSpPr>
          <p:spPr>
            <a:xfrm>
              <a:off x="7251700" y="1402079"/>
              <a:ext cx="163830" cy="6350"/>
            </a:xfrm>
            <a:custGeom>
              <a:avLst/>
              <a:gdLst/>
              <a:ahLst/>
              <a:cxnLst/>
              <a:rect l="l" t="t" r="r" b="b"/>
              <a:pathLst>
                <a:path w="163829"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00176D"/>
            </a:solidFill>
          </p:spPr>
          <p:txBody>
            <a:bodyPr wrap="square" lIns="0" tIns="0" rIns="0" bIns="0" rtlCol="0"/>
            <a:lstStyle/>
            <a:p/>
          </p:txBody>
        </p:sp>
        <p:sp>
          <p:nvSpPr>
            <p:cNvPr id="2393" name="object 2393"/>
            <p:cNvSpPr/>
            <p:nvPr/>
          </p:nvSpPr>
          <p:spPr>
            <a:xfrm>
              <a:off x="7255510" y="1408429"/>
              <a:ext cx="161290" cy="7620"/>
            </a:xfrm>
            <a:custGeom>
              <a:avLst/>
              <a:gdLst/>
              <a:ahLst/>
              <a:cxnLst/>
              <a:rect l="l" t="t" r="r" b="b"/>
              <a:pathLst>
                <a:path w="161290" h="7619">
                  <a:moveTo>
                    <a:pt x="161290" y="6477"/>
                  </a:moveTo>
                  <a:lnTo>
                    <a:pt x="3810" y="6477"/>
                  </a:lnTo>
                  <a:lnTo>
                    <a:pt x="3810" y="7620"/>
                  </a:lnTo>
                  <a:lnTo>
                    <a:pt x="161290" y="7620"/>
                  </a:lnTo>
                  <a:lnTo>
                    <a:pt x="161290" y="6477"/>
                  </a:lnTo>
                  <a:close/>
                </a:path>
                <a:path w="161290"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00166F"/>
            </a:solidFill>
          </p:spPr>
          <p:txBody>
            <a:bodyPr wrap="square" lIns="0" tIns="0" rIns="0" bIns="0" rtlCol="0"/>
            <a:lstStyle/>
            <a:p/>
          </p:txBody>
        </p:sp>
        <p:sp>
          <p:nvSpPr>
            <p:cNvPr id="2394" name="object 2394"/>
            <p:cNvSpPr/>
            <p:nvPr/>
          </p:nvSpPr>
          <p:spPr>
            <a:xfrm>
              <a:off x="7259320" y="1416049"/>
              <a:ext cx="157480" cy="7620"/>
            </a:xfrm>
            <a:custGeom>
              <a:avLst/>
              <a:gdLst/>
              <a:ahLst/>
              <a:cxnLst/>
              <a:rect l="l" t="t" r="r" b="b"/>
              <a:pathLst>
                <a:path w="157479"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80" y="5080"/>
                  </a:lnTo>
                  <a:lnTo>
                    <a:pt x="157480" y="3810"/>
                  </a:lnTo>
                  <a:lnTo>
                    <a:pt x="157480" y="1270"/>
                  </a:lnTo>
                  <a:lnTo>
                    <a:pt x="157480" y="0"/>
                  </a:lnTo>
                  <a:close/>
                </a:path>
              </a:pathLst>
            </a:custGeom>
            <a:solidFill>
              <a:srgbClr val="001671"/>
            </a:solidFill>
          </p:spPr>
          <p:txBody>
            <a:bodyPr wrap="square" lIns="0" tIns="0" rIns="0" bIns="0" rtlCol="0"/>
            <a:lstStyle/>
            <a:p/>
          </p:txBody>
        </p:sp>
        <p:sp>
          <p:nvSpPr>
            <p:cNvPr id="2395" name="object 2395"/>
            <p:cNvSpPr/>
            <p:nvPr/>
          </p:nvSpPr>
          <p:spPr>
            <a:xfrm>
              <a:off x="7264400" y="1423669"/>
              <a:ext cx="153670" cy="6350"/>
            </a:xfrm>
            <a:custGeom>
              <a:avLst/>
              <a:gdLst/>
              <a:ahLst/>
              <a:cxnLst/>
              <a:rect l="l" t="t" r="r" b="b"/>
              <a:pathLst>
                <a:path w="153670"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001573"/>
            </a:solidFill>
          </p:spPr>
          <p:txBody>
            <a:bodyPr wrap="square" lIns="0" tIns="0" rIns="0" bIns="0" rtlCol="0"/>
            <a:lstStyle/>
            <a:p/>
          </p:txBody>
        </p:sp>
        <p:sp>
          <p:nvSpPr>
            <p:cNvPr id="2396" name="object 2396"/>
            <p:cNvSpPr/>
            <p:nvPr/>
          </p:nvSpPr>
          <p:spPr>
            <a:xfrm>
              <a:off x="7270750" y="1430019"/>
              <a:ext cx="147320" cy="7620"/>
            </a:xfrm>
            <a:custGeom>
              <a:avLst/>
              <a:gdLst/>
              <a:ahLst/>
              <a:cxnLst/>
              <a:rect l="l" t="t" r="r" b="b"/>
              <a:pathLst>
                <a:path w="147320" h="7619">
                  <a:moveTo>
                    <a:pt x="147320" y="6477"/>
                  </a:moveTo>
                  <a:lnTo>
                    <a:pt x="8890" y="6477"/>
                  </a:lnTo>
                  <a:lnTo>
                    <a:pt x="8890" y="7620"/>
                  </a:lnTo>
                  <a:lnTo>
                    <a:pt x="147320" y="7620"/>
                  </a:lnTo>
                  <a:lnTo>
                    <a:pt x="147320" y="6477"/>
                  </a:lnTo>
                  <a:close/>
                </a:path>
                <a:path w="147320"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07" y="3810"/>
                  </a:lnTo>
                  <a:lnTo>
                    <a:pt x="147307" y="2540"/>
                  </a:lnTo>
                  <a:lnTo>
                    <a:pt x="147320" y="1270"/>
                  </a:lnTo>
                  <a:lnTo>
                    <a:pt x="147320" y="0"/>
                  </a:lnTo>
                  <a:close/>
                </a:path>
              </a:pathLst>
            </a:custGeom>
            <a:solidFill>
              <a:srgbClr val="001576"/>
            </a:solidFill>
          </p:spPr>
          <p:txBody>
            <a:bodyPr wrap="square" lIns="0" tIns="0" rIns="0" bIns="0" rtlCol="0"/>
            <a:lstStyle/>
            <a:p/>
          </p:txBody>
        </p:sp>
        <p:sp>
          <p:nvSpPr>
            <p:cNvPr id="2397" name="object 2397"/>
            <p:cNvSpPr/>
            <p:nvPr/>
          </p:nvSpPr>
          <p:spPr>
            <a:xfrm>
              <a:off x="7280910" y="1437639"/>
              <a:ext cx="138430" cy="7620"/>
            </a:xfrm>
            <a:custGeom>
              <a:avLst/>
              <a:gdLst/>
              <a:ahLst/>
              <a:cxnLst/>
              <a:rect l="l" t="t" r="r" b="b"/>
              <a:pathLst>
                <a:path w="138429" h="7619">
                  <a:moveTo>
                    <a:pt x="138430" y="1270"/>
                  </a:moveTo>
                  <a:lnTo>
                    <a:pt x="137147" y="1270"/>
                  </a:lnTo>
                  <a:lnTo>
                    <a:pt x="137147"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001478"/>
            </a:solidFill>
          </p:spPr>
          <p:txBody>
            <a:bodyPr wrap="square" lIns="0" tIns="0" rIns="0" bIns="0" rtlCol="0"/>
            <a:lstStyle/>
            <a:p/>
          </p:txBody>
        </p:sp>
        <p:sp>
          <p:nvSpPr>
            <p:cNvPr id="2398" name="object 2398"/>
            <p:cNvSpPr/>
            <p:nvPr/>
          </p:nvSpPr>
          <p:spPr>
            <a:xfrm>
              <a:off x="7288530" y="1445259"/>
              <a:ext cx="130810" cy="6350"/>
            </a:xfrm>
            <a:custGeom>
              <a:avLst/>
              <a:gdLst/>
              <a:ahLst/>
              <a:cxnLst/>
              <a:rect l="l" t="t" r="r" b="b"/>
              <a:pathLst>
                <a:path w="130809"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00147A"/>
            </a:solidFill>
          </p:spPr>
          <p:txBody>
            <a:bodyPr wrap="square" lIns="0" tIns="0" rIns="0" bIns="0" rtlCol="0"/>
            <a:lstStyle/>
            <a:p/>
          </p:txBody>
        </p:sp>
        <p:sp>
          <p:nvSpPr>
            <p:cNvPr id="2399" name="object 2399"/>
            <p:cNvSpPr/>
            <p:nvPr/>
          </p:nvSpPr>
          <p:spPr>
            <a:xfrm>
              <a:off x="7282180" y="1451609"/>
              <a:ext cx="137160" cy="7620"/>
            </a:xfrm>
            <a:custGeom>
              <a:avLst/>
              <a:gdLst/>
              <a:ahLst/>
              <a:cxnLst/>
              <a:rect l="l" t="t" r="r" b="b"/>
              <a:pathLst>
                <a:path w="137159" h="7619">
                  <a:moveTo>
                    <a:pt x="137160" y="6477"/>
                  </a:moveTo>
                  <a:lnTo>
                    <a:pt x="29210" y="6477"/>
                  </a:lnTo>
                  <a:lnTo>
                    <a:pt x="29210" y="7620"/>
                  </a:lnTo>
                  <a:lnTo>
                    <a:pt x="137160" y="7620"/>
                  </a:lnTo>
                  <a:lnTo>
                    <a:pt x="137160" y="6477"/>
                  </a:lnTo>
                  <a:close/>
                </a:path>
                <a:path w="137159"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50"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00137D"/>
            </a:solidFill>
          </p:spPr>
          <p:txBody>
            <a:bodyPr wrap="square" lIns="0" tIns="0" rIns="0" bIns="0" rtlCol="0"/>
            <a:lstStyle/>
            <a:p/>
          </p:txBody>
        </p:sp>
        <p:sp>
          <p:nvSpPr>
            <p:cNvPr id="2400" name="object 2400"/>
            <p:cNvSpPr/>
            <p:nvPr/>
          </p:nvSpPr>
          <p:spPr>
            <a:xfrm>
              <a:off x="7258050" y="1459229"/>
              <a:ext cx="161290" cy="7620"/>
            </a:xfrm>
            <a:custGeom>
              <a:avLst/>
              <a:gdLst/>
              <a:ahLst/>
              <a:cxnLst/>
              <a:rect l="l" t="t" r="r" b="b"/>
              <a:pathLst>
                <a:path w="161290"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50" y="5080"/>
                  </a:lnTo>
                  <a:lnTo>
                    <a:pt x="44450" y="3810"/>
                  </a:lnTo>
                  <a:lnTo>
                    <a:pt x="44450" y="2540"/>
                  </a:lnTo>
                  <a:lnTo>
                    <a:pt x="44450" y="1270"/>
                  </a:lnTo>
                  <a:lnTo>
                    <a:pt x="44450" y="0"/>
                  </a:lnTo>
                  <a:close/>
                </a:path>
                <a:path w="161290"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00127F"/>
            </a:solidFill>
          </p:spPr>
          <p:txBody>
            <a:bodyPr wrap="square" lIns="0" tIns="0" rIns="0" bIns="0" rtlCol="0"/>
            <a:lstStyle/>
            <a:p/>
          </p:txBody>
        </p:sp>
        <p:sp>
          <p:nvSpPr>
            <p:cNvPr id="2401" name="object 2401"/>
            <p:cNvSpPr/>
            <p:nvPr/>
          </p:nvSpPr>
          <p:spPr>
            <a:xfrm>
              <a:off x="7233920" y="1466849"/>
              <a:ext cx="185420" cy="7620"/>
            </a:xfrm>
            <a:custGeom>
              <a:avLst/>
              <a:gdLst/>
              <a:ahLst/>
              <a:cxnLst/>
              <a:rect l="l" t="t" r="r" b="b"/>
              <a:pathLst>
                <a:path w="185420" h="7619">
                  <a:moveTo>
                    <a:pt x="69850" y="3810"/>
                  </a:moveTo>
                  <a:lnTo>
                    <a:pt x="68580" y="3810"/>
                  </a:lnTo>
                  <a:lnTo>
                    <a:pt x="68580" y="2540"/>
                  </a:lnTo>
                  <a:lnTo>
                    <a:pt x="68580"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20" h="7619">
                  <a:moveTo>
                    <a:pt x="185420" y="1270"/>
                  </a:moveTo>
                  <a:lnTo>
                    <a:pt x="185407" y="0"/>
                  </a:ln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6350"/>
                  </a:lnTo>
                  <a:lnTo>
                    <a:pt x="185420" y="5080"/>
                  </a:lnTo>
                  <a:lnTo>
                    <a:pt x="185420" y="3810"/>
                  </a:lnTo>
                  <a:lnTo>
                    <a:pt x="185420" y="2540"/>
                  </a:lnTo>
                  <a:lnTo>
                    <a:pt x="185420" y="1270"/>
                  </a:lnTo>
                  <a:close/>
                </a:path>
              </a:pathLst>
            </a:custGeom>
            <a:solidFill>
              <a:srgbClr val="001281"/>
            </a:solidFill>
          </p:spPr>
          <p:txBody>
            <a:bodyPr wrap="square" lIns="0" tIns="0" rIns="0" bIns="0" rtlCol="0"/>
            <a:lstStyle/>
            <a:p/>
          </p:txBody>
        </p:sp>
        <p:sp>
          <p:nvSpPr>
            <p:cNvPr id="2402" name="object 2402"/>
            <p:cNvSpPr/>
            <p:nvPr/>
          </p:nvSpPr>
          <p:spPr>
            <a:xfrm>
              <a:off x="7218680" y="1474469"/>
              <a:ext cx="200660" cy="6350"/>
            </a:xfrm>
            <a:custGeom>
              <a:avLst/>
              <a:gdLst/>
              <a:ahLst/>
              <a:cxnLst/>
              <a:rect l="l" t="t" r="r" b="b"/>
              <a:pathLst>
                <a:path w="200659" h="6350">
                  <a:moveTo>
                    <a:pt x="6350" y="2539"/>
                  </a:moveTo>
                  <a:lnTo>
                    <a:pt x="2540" y="2539"/>
                  </a:lnTo>
                  <a:lnTo>
                    <a:pt x="2540" y="3809"/>
                  </a:lnTo>
                  <a:lnTo>
                    <a:pt x="85090" y="3809"/>
                  </a:lnTo>
                  <a:lnTo>
                    <a:pt x="85090" y="2666"/>
                  </a:lnTo>
                  <a:lnTo>
                    <a:pt x="6350" y="2666"/>
                  </a:lnTo>
                  <a:lnTo>
                    <a:pt x="6350" y="2539"/>
                  </a:lnTo>
                  <a:close/>
                </a:path>
                <a:path w="200659" h="6350">
                  <a:moveTo>
                    <a:pt x="15240" y="0"/>
                  </a:moveTo>
                  <a:lnTo>
                    <a:pt x="10160" y="0"/>
                  </a:lnTo>
                  <a:lnTo>
                    <a:pt x="10160" y="1396"/>
                  </a:lnTo>
                  <a:lnTo>
                    <a:pt x="6350" y="1396"/>
                  </a:lnTo>
                  <a:lnTo>
                    <a:pt x="6350" y="2539"/>
                  </a:lnTo>
                  <a:lnTo>
                    <a:pt x="85090" y="2539"/>
                  </a:lnTo>
                  <a:lnTo>
                    <a:pt x="85090" y="126"/>
                  </a:lnTo>
                  <a:lnTo>
                    <a:pt x="15240" y="126"/>
                  </a:lnTo>
                  <a:close/>
                </a:path>
                <a:path w="200659" h="6350">
                  <a:moveTo>
                    <a:pt x="200660" y="2666"/>
                  </a:moveTo>
                  <a:lnTo>
                    <a:pt x="118110" y="2666"/>
                  </a:lnTo>
                  <a:lnTo>
                    <a:pt x="118110" y="3809"/>
                  </a:lnTo>
                  <a:lnTo>
                    <a:pt x="200660" y="3809"/>
                  </a:lnTo>
                  <a:lnTo>
                    <a:pt x="200660" y="2666"/>
                  </a:lnTo>
                  <a:close/>
                </a:path>
                <a:path w="200659" h="6350">
                  <a:moveTo>
                    <a:pt x="200660" y="126"/>
                  </a:moveTo>
                  <a:lnTo>
                    <a:pt x="116840" y="126"/>
                  </a:lnTo>
                  <a:lnTo>
                    <a:pt x="116840" y="2666"/>
                  </a:lnTo>
                  <a:lnTo>
                    <a:pt x="118110" y="2666"/>
                  </a:lnTo>
                  <a:lnTo>
                    <a:pt x="118110" y="2539"/>
                  </a:lnTo>
                  <a:lnTo>
                    <a:pt x="200660" y="2539"/>
                  </a:lnTo>
                  <a:lnTo>
                    <a:pt x="200660" y="126"/>
                  </a:lnTo>
                  <a:close/>
                </a:path>
                <a:path w="200659" h="6350">
                  <a:moveTo>
                    <a:pt x="116840" y="0"/>
                  </a:moveTo>
                  <a:lnTo>
                    <a:pt x="114300" y="0"/>
                  </a:lnTo>
                  <a:lnTo>
                    <a:pt x="116840" y="126"/>
                  </a:lnTo>
                  <a:close/>
                </a:path>
                <a:path w="200659" h="6350">
                  <a:moveTo>
                    <a:pt x="85090" y="3810"/>
                  </a:moveTo>
                  <a:lnTo>
                    <a:pt x="0" y="3810"/>
                  </a:lnTo>
                  <a:lnTo>
                    <a:pt x="0" y="6350"/>
                  </a:lnTo>
                  <a:lnTo>
                    <a:pt x="85090" y="6350"/>
                  </a:lnTo>
                  <a:lnTo>
                    <a:pt x="85090" y="3810"/>
                  </a:lnTo>
                  <a:close/>
                </a:path>
                <a:path w="200659" h="6350">
                  <a:moveTo>
                    <a:pt x="200660" y="3810"/>
                  </a:moveTo>
                  <a:lnTo>
                    <a:pt x="119379" y="3810"/>
                  </a:lnTo>
                  <a:lnTo>
                    <a:pt x="119379" y="6350"/>
                  </a:lnTo>
                  <a:lnTo>
                    <a:pt x="200660" y="6350"/>
                  </a:lnTo>
                  <a:lnTo>
                    <a:pt x="200660" y="3810"/>
                  </a:lnTo>
                  <a:close/>
                </a:path>
              </a:pathLst>
            </a:custGeom>
            <a:solidFill>
              <a:srgbClr val="001183"/>
            </a:solidFill>
          </p:spPr>
          <p:txBody>
            <a:bodyPr wrap="square" lIns="0" tIns="0" rIns="0" bIns="0" rtlCol="0"/>
            <a:lstStyle/>
            <a:p/>
          </p:txBody>
        </p:sp>
        <p:sp>
          <p:nvSpPr>
            <p:cNvPr id="2403" name="object 2403"/>
            <p:cNvSpPr/>
            <p:nvPr/>
          </p:nvSpPr>
          <p:spPr>
            <a:xfrm>
              <a:off x="7218680" y="1480819"/>
              <a:ext cx="200660" cy="7620"/>
            </a:xfrm>
            <a:custGeom>
              <a:avLst/>
              <a:gdLst/>
              <a:ahLst/>
              <a:cxnLst/>
              <a:rect l="l" t="t" r="r" b="b"/>
              <a:pathLst>
                <a:path w="200659" h="7619">
                  <a:moveTo>
                    <a:pt x="86359" y="0"/>
                  </a:moveTo>
                  <a:lnTo>
                    <a:pt x="0" y="0"/>
                  </a:lnTo>
                  <a:lnTo>
                    <a:pt x="0" y="5079"/>
                  </a:lnTo>
                  <a:lnTo>
                    <a:pt x="1270" y="5079"/>
                  </a:lnTo>
                  <a:lnTo>
                    <a:pt x="1270" y="7619"/>
                  </a:lnTo>
                  <a:lnTo>
                    <a:pt x="86360" y="7619"/>
                  </a:lnTo>
                  <a:lnTo>
                    <a:pt x="86359" y="0"/>
                  </a:lnTo>
                  <a:close/>
                </a:path>
                <a:path w="200659" h="7619">
                  <a:moveTo>
                    <a:pt x="200659" y="0"/>
                  </a:moveTo>
                  <a:lnTo>
                    <a:pt x="120650" y="0"/>
                  </a:lnTo>
                  <a:lnTo>
                    <a:pt x="120650" y="3809"/>
                  </a:lnTo>
                  <a:lnTo>
                    <a:pt x="121920" y="3809"/>
                  </a:lnTo>
                  <a:lnTo>
                    <a:pt x="121920" y="7619"/>
                  </a:lnTo>
                  <a:lnTo>
                    <a:pt x="200660" y="7619"/>
                  </a:lnTo>
                  <a:lnTo>
                    <a:pt x="200659" y="0"/>
                  </a:lnTo>
                  <a:close/>
                </a:path>
              </a:pathLst>
            </a:custGeom>
            <a:solidFill>
              <a:srgbClr val="001186"/>
            </a:solidFill>
          </p:spPr>
          <p:txBody>
            <a:bodyPr wrap="square" lIns="0" tIns="0" rIns="0" bIns="0" rtlCol="0"/>
            <a:lstStyle/>
            <a:p/>
          </p:txBody>
        </p:sp>
        <p:sp>
          <p:nvSpPr>
            <p:cNvPr id="2404" name="object 2404"/>
            <p:cNvSpPr/>
            <p:nvPr/>
          </p:nvSpPr>
          <p:spPr>
            <a:xfrm>
              <a:off x="7219950" y="1488439"/>
              <a:ext cx="199390" cy="7620"/>
            </a:xfrm>
            <a:custGeom>
              <a:avLst/>
              <a:gdLst/>
              <a:ahLst/>
              <a:cxnLst/>
              <a:rect l="l" t="t" r="r" b="b"/>
              <a:pathLst>
                <a:path w="199390" h="7619">
                  <a:moveTo>
                    <a:pt x="85090" y="0"/>
                  </a:moveTo>
                  <a:lnTo>
                    <a:pt x="0" y="0"/>
                  </a:lnTo>
                  <a:lnTo>
                    <a:pt x="0" y="7620"/>
                  </a:lnTo>
                  <a:lnTo>
                    <a:pt x="86359" y="7620"/>
                  </a:lnTo>
                  <a:lnTo>
                    <a:pt x="86359" y="1270"/>
                  </a:lnTo>
                  <a:lnTo>
                    <a:pt x="85090" y="1270"/>
                  </a:lnTo>
                  <a:lnTo>
                    <a:pt x="85090" y="0"/>
                  </a:lnTo>
                  <a:close/>
                </a:path>
                <a:path w="199390" h="7619">
                  <a:moveTo>
                    <a:pt x="199389" y="0"/>
                  </a:moveTo>
                  <a:lnTo>
                    <a:pt x="121920" y="0"/>
                  </a:lnTo>
                  <a:lnTo>
                    <a:pt x="121920" y="7620"/>
                  </a:lnTo>
                  <a:lnTo>
                    <a:pt x="199390" y="7620"/>
                  </a:lnTo>
                  <a:lnTo>
                    <a:pt x="199389" y="0"/>
                  </a:lnTo>
                  <a:close/>
                </a:path>
              </a:pathLst>
            </a:custGeom>
            <a:solidFill>
              <a:srgbClr val="001088"/>
            </a:solidFill>
          </p:spPr>
          <p:txBody>
            <a:bodyPr wrap="square" lIns="0" tIns="0" rIns="0" bIns="0" rtlCol="0"/>
            <a:lstStyle/>
            <a:p/>
          </p:txBody>
        </p:sp>
        <p:sp>
          <p:nvSpPr>
            <p:cNvPr id="2405" name="object 2405"/>
            <p:cNvSpPr/>
            <p:nvPr/>
          </p:nvSpPr>
          <p:spPr>
            <a:xfrm>
              <a:off x="7219950" y="1496059"/>
              <a:ext cx="199390" cy="6350"/>
            </a:xfrm>
            <a:custGeom>
              <a:avLst/>
              <a:gdLst/>
              <a:ahLst/>
              <a:cxnLst/>
              <a:rect l="l" t="t" r="r" b="b"/>
              <a:pathLst>
                <a:path w="199390" h="6350">
                  <a:moveTo>
                    <a:pt x="86359" y="0"/>
                  </a:moveTo>
                  <a:lnTo>
                    <a:pt x="0" y="0"/>
                  </a:lnTo>
                  <a:lnTo>
                    <a:pt x="0" y="2539"/>
                  </a:lnTo>
                  <a:lnTo>
                    <a:pt x="1270" y="2539"/>
                  </a:lnTo>
                  <a:lnTo>
                    <a:pt x="1270" y="6350"/>
                  </a:lnTo>
                  <a:lnTo>
                    <a:pt x="87629" y="6350"/>
                  </a:lnTo>
                  <a:lnTo>
                    <a:pt x="87629" y="1269"/>
                  </a:lnTo>
                  <a:lnTo>
                    <a:pt x="86359" y="1269"/>
                  </a:lnTo>
                  <a:lnTo>
                    <a:pt x="86359" y="0"/>
                  </a:lnTo>
                  <a:close/>
                </a:path>
                <a:path w="199390" h="6350">
                  <a:moveTo>
                    <a:pt x="199390" y="0"/>
                  </a:moveTo>
                  <a:lnTo>
                    <a:pt x="121920" y="0"/>
                  </a:lnTo>
                  <a:lnTo>
                    <a:pt x="121920" y="6350"/>
                  </a:lnTo>
                  <a:lnTo>
                    <a:pt x="199390" y="6350"/>
                  </a:lnTo>
                  <a:lnTo>
                    <a:pt x="199390" y="0"/>
                  </a:lnTo>
                  <a:close/>
                </a:path>
              </a:pathLst>
            </a:custGeom>
            <a:solidFill>
              <a:srgbClr val="00108A"/>
            </a:solidFill>
          </p:spPr>
          <p:txBody>
            <a:bodyPr wrap="square" lIns="0" tIns="0" rIns="0" bIns="0" rtlCol="0"/>
            <a:lstStyle/>
            <a:p/>
          </p:txBody>
        </p:sp>
        <p:sp>
          <p:nvSpPr>
            <p:cNvPr id="2406" name="object 2406"/>
            <p:cNvSpPr/>
            <p:nvPr/>
          </p:nvSpPr>
          <p:spPr>
            <a:xfrm>
              <a:off x="7221220" y="1502409"/>
              <a:ext cx="198120" cy="7620"/>
            </a:xfrm>
            <a:custGeom>
              <a:avLst/>
              <a:gdLst/>
              <a:ahLst/>
              <a:cxnLst/>
              <a:rect l="l" t="t" r="r" b="b"/>
              <a:pathLst>
                <a:path w="198120" h="7619">
                  <a:moveTo>
                    <a:pt x="86359" y="0"/>
                  </a:moveTo>
                  <a:lnTo>
                    <a:pt x="0" y="0"/>
                  </a:lnTo>
                  <a:lnTo>
                    <a:pt x="0" y="7619"/>
                  </a:lnTo>
                  <a:lnTo>
                    <a:pt x="87629" y="7619"/>
                  </a:lnTo>
                  <a:lnTo>
                    <a:pt x="87629" y="1269"/>
                  </a:lnTo>
                  <a:lnTo>
                    <a:pt x="86359" y="1269"/>
                  </a:lnTo>
                  <a:lnTo>
                    <a:pt x="86359" y="0"/>
                  </a:lnTo>
                  <a:close/>
                </a:path>
                <a:path w="198120" h="7619">
                  <a:moveTo>
                    <a:pt x="198120" y="0"/>
                  </a:moveTo>
                  <a:lnTo>
                    <a:pt x="120650" y="0"/>
                  </a:lnTo>
                  <a:lnTo>
                    <a:pt x="120650" y="2539"/>
                  </a:lnTo>
                  <a:lnTo>
                    <a:pt x="119379" y="2539"/>
                  </a:lnTo>
                  <a:lnTo>
                    <a:pt x="119379" y="7619"/>
                  </a:lnTo>
                  <a:lnTo>
                    <a:pt x="196850" y="7619"/>
                  </a:lnTo>
                  <a:lnTo>
                    <a:pt x="196850" y="3810"/>
                  </a:lnTo>
                  <a:lnTo>
                    <a:pt x="198120" y="3810"/>
                  </a:lnTo>
                  <a:lnTo>
                    <a:pt x="198120" y="0"/>
                  </a:lnTo>
                  <a:close/>
                </a:path>
              </a:pathLst>
            </a:custGeom>
            <a:solidFill>
              <a:srgbClr val="000F8D"/>
            </a:solidFill>
          </p:spPr>
          <p:txBody>
            <a:bodyPr wrap="square" lIns="0" tIns="0" rIns="0" bIns="0" rtlCol="0"/>
            <a:lstStyle/>
            <a:p/>
          </p:txBody>
        </p:sp>
        <p:sp>
          <p:nvSpPr>
            <p:cNvPr id="2407" name="object 2407"/>
            <p:cNvSpPr/>
            <p:nvPr/>
          </p:nvSpPr>
          <p:spPr>
            <a:xfrm>
              <a:off x="7221220" y="1510029"/>
              <a:ext cx="196850" cy="7620"/>
            </a:xfrm>
            <a:custGeom>
              <a:avLst/>
              <a:gdLst/>
              <a:ahLst/>
              <a:cxnLst/>
              <a:rect l="l" t="t" r="r" b="b"/>
              <a:pathLst>
                <a:path w="196850" h="7619">
                  <a:moveTo>
                    <a:pt x="90170" y="3810"/>
                  </a:moveTo>
                  <a:lnTo>
                    <a:pt x="88900" y="3810"/>
                  </a:lnTo>
                  <a:lnTo>
                    <a:pt x="88900" y="2540"/>
                  </a:lnTo>
                  <a:lnTo>
                    <a:pt x="88900" y="0"/>
                  </a:lnTo>
                  <a:lnTo>
                    <a:pt x="0" y="0"/>
                  </a:lnTo>
                  <a:lnTo>
                    <a:pt x="0" y="2540"/>
                  </a:lnTo>
                  <a:lnTo>
                    <a:pt x="1270" y="2540"/>
                  </a:lnTo>
                  <a:lnTo>
                    <a:pt x="1270" y="3810"/>
                  </a:lnTo>
                  <a:lnTo>
                    <a:pt x="1270" y="7620"/>
                  </a:lnTo>
                  <a:lnTo>
                    <a:pt x="90170" y="7620"/>
                  </a:lnTo>
                  <a:lnTo>
                    <a:pt x="90170" y="381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000E8F"/>
            </a:solidFill>
          </p:spPr>
          <p:txBody>
            <a:bodyPr wrap="square" lIns="0" tIns="0" rIns="0" bIns="0" rtlCol="0"/>
            <a:lstStyle/>
            <a:p/>
          </p:txBody>
        </p:sp>
        <p:sp>
          <p:nvSpPr>
            <p:cNvPr id="2408" name="object 2408"/>
            <p:cNvSpPr/>
            <p:nvPr/>
          </p:nvSpPr>
          <p:spPr>
            <a:xfrm>
              <a:off x="7222490" y="1517649"/>
              <a:ext cx="195580" cy="6350"/>
            </a:xfrm>
            <a:custGeom>
              <a:avLst/>
              <a:gdLst/>
              <a:ahLst/>
              <a:cxnLst/>
              <a:rect l="l" t="t" r="r" b="b"/>
              <a:pathLst>
                <a:path w="195579" h="6350">
                  <a:moveTo>
                    <a:pt x="95250" y="5080"/>
                  </a:moveTo>
                  <a:lnTo>
                    <a:pt x="92710" y="5080"/>
                  </a:lnTo>
                  <a:lnTo>
                    <a:pt x="92710" y="3810"/>
                  </a:lnTo>
                  <a:lnTo>
                    <a:pt x="91440" y="3810"/>
                  </a:lnTo>
                  <a:lnTo>
                    <a:pt x="91440" y="1270"/>
                  </a:lnTo>
                  <a:lnTo>
                    <a:pt x="90170" y="1270"/>
                  </a:lnTo>
                  <a:lnTo>
                    <a:pt x="90170" y="0"/>
                  </a:lnTo>
                  <a:lnTo>
                    <a:pt x="0" y="0"/>
                  </a:lnTo>
                  <a:lnTo>
                    <a:pt x="0" y="1270"/>
                  </a:lnTo>
                  <a:lnTo>
                    <a:pt x="0" y="3810"/>
                  </a:lnTo>
                  <a:lnTo>
                    <a:pt x="0" y="5080"/>
                  </a:lnTo>
                  <a:lnTo>
                    <a:pt x="0" y="6350"/>
                  </a:lnTo>
                  <a:lnTo>
                    <a:pt x="95250" y="6350"/>
                  </a:lnTo>
                  <a:lnTo>
                    <a:pt x="95250" y="5080"/>
                  </a:lnTo>
                  <a:close/>
                </a:path>
                <a:path w="195579"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000E91"/>
            </a:solidFill>
          </p:spPr>
          <p:txBody>
            <a:bodyPr wrap="square" lIns="0" tIns="0" rIns="0" bIns="0" rtlCol="0"/>
            <a:lstStyle/>
            <a:p/>
          </p:txBody>
        </p:sp>
        <p:sp>
          <p:nvSpPr>
            <p:cNvPr id="2409" name="object 2409"/>
            <p:cNvSpPr/>
            <p:nvPr/>
          </p:nvSpPr>
          <p:spPr>
            <a:xfrm>
              <a:off x="7222490" y="1523999"/>
              <a:ext cx="194310" cy="7620"/>
            </a:xfrm>
            <a:custGeom>
              <a:avLst/>
              <a:gdLst/>
              <a:ahLst/>
              <a:cxnLst/>
              <a:rect l="l" t="t" r="r" b="b"/>
              <a:pathLst>
                <a:path w="194309" h="7619">
                  <a:moveTo>
                    <a:pt x="194310" y="0"/>
                  </a:moveTo>
                  <a:lnTo>
                    <a:pt x="107950" y="0"/>
                  </a:lnTo>
                  <a:lnTo>
                    <a:pt x="107950" y="1270"/>
                  </a:lnTo>
                  <a:lnTo>
                    <a:pt x="106680" y="1270"/>
                  </a:lnTo>
                  <a:lnTo>
                    <a:pt x="106680" y="2540"/>
                  </a:lnTo>
                  <a:lnTo>
                    <a:pt x="104140" y="2540"/>
                  </a:lnTo>
                  <a:lnTo>
                    <a:pt x="104140" y="3810"/>
                  </a:lnTo>
                  <a:lnTo>
                    <a:pt x="100317" y="3810"/>
                  </a:lnTo>
                  <a:lnTo>
                    <a:pt x="100317" y="2540"/>
                  </a:lnTo>
                  <a:lnTo>
                    <a:pt x="99060" y="2540"/>
                  </a:lnTo>
                  <a:lnTo>
                    <a:pt x="99060"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000D93"/>
            </a:solidFill>
          </p:spPr>
          <p:txBody>
            <a:bodyPr wrap="square" lIns="0" tIns="0" rIns="0" bIns="0" rtlCol="0"/>
            <a:lstStyle/>
            <a:p/>
          </p:txBody>
        </p:sp>
        <p:sp>
          <p:nvSpPr>
            <p:cNvPr id="2410" name="object 2410"/>
            <p:cNvSpPr/>
            <p:nvPr/>
          </p:nvSpPr>
          <p:spPr>
            <a:xfrm>
              <a:off x="7223760" y="1531619"/>
              <a:ext cx="193040" cy="7620"/>
            </a:xfrm>
            <a:custGeom>
              <a:avLst/>
              <a:gdLst/>
              <a:ahLst/>
              <a:cxnLst/>
              <a:rect l="l" t="t" r="r" b="b"/>
              <a:pathLst>
                <a:path w="193040" h="7619">
                  <a:moveTo>
                    <a:pt x="193040" y="0"/>
                  </a:moveTo>
                  <a:lnTo>
                    <a:pt x="0" y="0"/>
                  </a:lnTo>
                  <a:lnTo>
                    <a:pt x="0" y="1270"/>
                  </a:lnTo>
                  <a:lnTo>
                    <a:pt x="0" y="3810"/>
                  </a:lnTo>
                  <a:lnTo>
                    <a:pt x="1270" y="3810"/>
                  </a:lnTo>
                  <a:lnTo>
                    <a:pt x="1270" y="7620"/>
                  </a:lnTo>
                  <a:lnTo>
                    <a:pt x="191770" y="7620"/>
                  </a:lnTo>
                  <a:lnTo>
                    <a:pt x="191770" y="3810"/>
                  </a:lnTo>
                  <a:lnTo>
                    <a:pt x="191770" y="1270"/>
                  </a:lnTo>
                  <a:lnTo>
                    <a:pt x="193040" y="1270"/>
                  </a:lnTo>
                  <a:lnTo>
                    <a:pt x="193040" y="0"/>
                  </a:lnTo>
                  <a:close/>
                </a:path>
              </a:pathLst>
            </a:custGeom>
            <a:solidFill>
              <a:srgbClr val="000D96"/>
            </a:solidFill>
          </p:spPr>
          <p:txBody>
            <a:bodyPr wrap="square" lIns="0" tIns="0" rIns="0" bIns="0" rtlCol="0"/>
            <a:lstStyle/>
            <a:p/>
          </p:txBody>
        </p:sp>
        <p:sp>
          <p:nvSpPr>
            <p:cNvPr id="2411" name="object 2411"/>
            <p:cNvSpPr/>
            <p:nvPr/>
          </p:nvSpPr>
          <p:spPr>
            <a:xfrm>
              <a:off x="722503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000C98"/>
            </a:solidFill>
          </p:spPr>
          <p:txBody>
            <a:bodyPr wrap="square" lIns="0" tIns="0" rIns="0" bIns="0" rtlCol="0"/>
            <a:lstStyle/>
            <a:p/>
          </p:txBody>
        </p:sp>
        <p:sp>
          <p:nvSpPr>
            <p:cNvPr id="2412" name="object 2412"/>
            <p:cNvSpPr/>
            <p:nvPr/>
          </p:nvSpPr>
          <p:spPr>
            <a:xfrm>
              <a:off x="7226300" y="1545589"/>
              <a:ext cx="187960" cy="7620"/>
            </a:xfrm>
            <a:custGeom>
              <a:avLst/>
              <a:gdLst/>
              <a:ahLst/>
              <a:cxnLst/>
              <a:rect l="l" t="t" r="r" b="b"/>
              <a:pathLst>
                <a:path w="187959"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000C9A"/>
            </a:solidFill>
          </p:spPr>
          <p:txBody>
            <a:bodyPr wrap="square" lIns="0" tIns="0" rIns="0" bIns="0" rtlCol="0"/>
            <a:lstStyle/>
            <a:p/>
          </p:txBody>
        </p:sp>
        <p:sp>
          <p:nvSpPr>
            <p:cNvPr id="2413" name="object 2413"/>
            <p:cNvSpPr/>
            <p:nvPr/>
          </p:nvSpPr>
          <p:spPr>
            <a:xfrm>
              <a:off x="7227570" y="1553209"/>
              <a:ext cx="186690" cy="7620"/>
            </a:xfrm>
            <a:custGeom>
              <a:avLst/>
              <a:gdLst/>
              <a:ahLst/>
              <a:cxnLst/>
              <a:rect l="l" t="t" r="r" b="b"/>
              <a:pathLst>
                <a:path w="186690"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000B9D"/>
            </a:solidFill>
          </p:spPr>
          <p:txBody>
            <a:bodyPr wrap="square" lIns="0" tIns="0" rIns="0" bIns="0" rtlCol="0"/>
            <a:lstStyle/>
            <a:p/>
          </p:txBody>
        </p:sp>
        <p:sp>
          <p:nvSpPr>
            <p:cNvPr id="2414" name="object 2414"/>
            <p:cNvSpPr/>
            <p:nvPr/>
          </p:nvSpPr>
          <p:spPr>
            <a:xfrm>
              <a:off x="722884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000A9F"/>
            </a:solidFill>
          </p:spPr>
          <p:txBody>
            <a:bodyPr wrap="square" lIns="0" tIns="0" rIns="0" bIns="0" rtlCol="0"/>
            <a:lstStyle/>
            <a:p/>
          </p:txBody>
        </p:sp>
        <p:sp>
          <p:nvSpPr>
            <p:cNvPr id="2415" name="object 2415"/>
            <p:cNvSpPr/>
            <p:nvPr/>
          </p:nvSpPr>
          <p:spPr>
            <a:xfrm>
              <a:off x="7228840" y="1567179"/>
              <a:ext cx="182880" cy="7620"/>
            </a:xfrm>
            <a:custGeom>
              <a:avLst/>
              <a:gdLst/>
              <a:ahLst/>
              <a:cxnLst/>
              <a:rect l="l" t="t" r="r" b="b"/>
              <a:pathLst>
                <a:path w="182879" h="7619">
                  <a:moveTo>
                    <a:pt x="182880" y="0"/>
                  </a:moveTo>
                  <a:lnTo>
                    <a:pt x="0" y="0"/>
                  </a:lnTo>
                  <a:lnTo>
                    <a:pt x="0" y="1270"/>
                  </a:lnTo>
                  <a:lnTo>
                    <a:pt x="0" y="2540"/>
                  </a:lnTo>
                  <a:lnTo>
                    <a:pt x="1270" y="2540"/>
                  </a:lnTo>
                  <a:lnTo>
                    <a:pt x="1270" y="7620"/>
                  </a:lnTo>
                  <a:lnTo>
                    <a:pt x="181610" y="7620"/>
                  </a:lnTo>
                  <a:lnTo>
                    <a:pt x="181610" y="2540"/>
                  </a:lnTo>
                  <a:lnTo>
                    <a:pt x="181610" y="1270"/>
                  </a:lnTo>
                  <a:lnTo>
                    <a:pt x="182880" y="1270"/>
                  </a:lnTo>
                  <a:lnTo>
                    <a:pt x="182880" y="0"/>
                  </a:lnTo>
                  <a:close/>
                </a:path>
              </a:pathLst>
            </a:custGeom>
            <a:solidFill>
              <a:srgbClr val="000AA1"/>
            </a:solidFill>
          </p:spPr>
          <p:txBody>
            <a:bodyPr wrap="square" lIns="0" tIns="0" rIns="0" bIns="0" rtlCol="0"/>
            <a:lstStyle/>
            <a:p/>
          </p:txBody>
        </p:sp>
        <p:sp>
          <p:nvSpPr>
            <p:cNvPr id="2416" name="object 2416"/>
            <p:cNvSpPr/>
            <p:nvPr/>
          </p:nvSpPr>
          <p:spPr>
            <a:xfrm>
              <a:off x="7230110" y="1574799"/>
              <a:ext cx="179070" cy="7620"/>
            </a:xfrm>
            <a:custGeom>
              <a:avLst/>
              <a:gdLst/>
              <a:ahLst/>
              <a:cxnLst/>
              <a:rect l="l" t="t" r="r" b="b"/>
              <a:pathLst>
                <a:path w="179070" h="7619">
                  <a:moveTo>
                    <a:pt x="179070" y="0"/>
                  </a:moveTo>
                  <a:lnTo>
                    <a:pt x="0" y="0"/>
                  </a:lnTo>
                  <a:lnTo>
                    <a:pt x="0" y="2540"/>
                  </a:lnTo>
                  <a:lnTo>
                    <a:pt x="1270" y="2540"/>
                  </a:lnTo>
                  <a:lnTo>
                    <a:pt x="1270" y="6350"/>
                  </a:lnTo>
                  <a:lnTo>
                    <a:pt x="1270" y="7620"/>
                  </a:lnTo>
                  <a:lnTo>
                    <a:pt x="177800" y="7620"/>
                  </a:lnTo>
                  <a:lnTo>
                    <a:pt x="177800" y="6350"/>
                  </a:lnTo>
                  <a:lnTo>
                    <a:pt x="179070" y="6350"/>
                  </a:lnTo>
                  <a:lnTo>
                    <a:pt x="179070" y="2540"/>
                  </a:lnTo>
                  <a:lnTo>
                    <a:pt x="179070" y="0"/>
                  </a:lnTo>
                  <a:close/>
                </a:path>
              </a:pathLst>
            </a:custGeom>
            <a:solidFill>
              <a:srgbClr val="0009A4"/>
            </a:solidFill>
          </p:spPr>
          <p:txBody>
            <a:bodyPr wrap="square" lIns="0" tIns="0" rIns="0" bIns="0" rtlCol="0"/>
            <a:lstStyle/>
            <a:p/>
          </p:txBody>
        </p:sp>
        <p:sp>
          <p:nvSpPr>
            <p:cNvPr id="2417" name="object 2417"/>
            <p:cNvSpPr/>
            <p:nvPr/>
          </p:nvSpPr>
          <p:spPr>
            <a:xfrm>
              <a:off x="7232650" y="1582419"/>
              <a:ext cx="175260" cy="6350"/>
            </a:xfrm>
            <a:custGeom>
              <a:avLst/>
              <a:gdLst/>
              <a:ahLst/>
              <a:cxnLst/>
              <a:rect l="l" t="t" r="r" b="b"/>
              <a:pathLst>
                <a:path w="175259"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0009A6"/>
            </a:solidFill>
          </p:spPr>
          <p:txBody>
            <a:bodyPr wrap="square" lIns="0" tIns="0" rIns="0" bIns="0" rtlCol="0"/>
            <a:lstStyle/>
            <a:p/>
          </p:txBody>
        </p:sp>
        <p:sp>
          <p:nvSpPr>
            <p:cNvPr id="2418" name="object 2418"/>
            <p:cNvSpPr/>
            <p:nvPr/>
          </p:nvSpPr>
          <p:spPr>
            <a:xfrm>
              <a:off x="7233920" y="1588769"/>
              <a:ext cx="172720" cy="7620"/>
            </a:xfrm>
            <a:custGeom>
              <a:avLst/>
              <a:gdLst/>
              <a:ahLst/>
              <a:cxnLst/>
              <a:rect l="l" t="t" r="r" b="b"/>
              <a:pathLst>
                <a:path w="172720"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0008A8"/>
            </a:solidFill>
          </p:spPr>
          <p:txBody>
            <a:bodyPr wrap="square" lIns="0" tIns="0" rIns="0" bIns="0" rtlCol="0"/>
            <a:lstStyle/>
            <a:p/>
          </p:txBody>
        </p:sp>
        <p:sp>
          <p:nvSpPr>
            <p:cNvPr id="2419" name="object 2419"/>
            <p:cNvSpPr/>
            <p:nvPr/>
          </p:nvSpPr>
          <p:spPr>
            <a:xfrm>
              <a:off x="7235190" y="1596389"/>
              <a:ext cx="170180" cy="7620"/>
            </a:xfrm>
            <a:custGeom>
              <a:avLst/>
              <a:gdLst/>
              <a:ahLst/>
              <a:cxnLst/>
              <a:rect l="l" t="t" r="r" b="b"/>
              <a:pathLst>
                <a:path w="170179" h="7619">
                  <a:moveTo>
                    <a:pt x="168910" y="2552"/>
                  </a:moveTo>
                  <a:lnTo>
                    <a:pt x="1270" y="2552"/>
                  </a:lnTo>
                  <a:lnTo>
                    <a:pt x="1270" y="7620"/>
                  </a:lnTo>
                  <a:lnTo>
                    <a:pt x="168910" y="7620"/>
                  </a:lnTo>
                  <a:lnTo>
                    <a:pt x="168910" y="2552"/>
                  </a:lnTo>
                  <a:close/>
                </a:path>
                <a:path w="170179" h="7619">
                  <a:moveTo>
                    <a:pt x="170180" y="0"/>
                  </a:moveTo>
                  <a:lnTo>
                    <a:pt x="0" y="0"/>
                  </a:lnTo>
                  <a:lnTo>
                    <a:pt x="0" y="2540"/>
                  </a:lnTo>
                  <a:lnTo>
                    <a:pt x="170180" y="2540"/>
                  </a:lnTo>
                  <a:lnTo>
                    <a:pt x="170180" y="0"/>
                  </a:lnTo>
                  <a:close/>
                </a:path>
              </a:pathLst>
            </a:custGeom>
            <a:solidFill>
              <a:srgbClr val="0008AA"/>
            </a:solidFill>
          </p:spPr>
          <p:txBody>
            <a:bodyPr wrap="square" lIns="0" tIns="0" rIns="0" bIns="0" rtlCol="0"/>
            <a:lstStyle/>
            <a:p/>
          </p:txBody>
        </p:sp>
        <p:sp>
          <p:nvSpPr>
            <p:cNvPr id="2420" name="object 2420"/>
            <p:cNvSpPr/>
            <p:nvPr/>
          </p:nvSpPr>
          <p:spPr>
            <a:xfrm>
              <a:off x="7236460" y="1604009"/>
              <a:ext cx="166370" cy="6350"/>
            </a:xfrm>
            <a:custGeom>
              <a:avLst/>
              <a:gdLst/>
              <a:ahLst/>
              <a:cxnLst/>
              <a:rect l="l" t="t" r="r" b="b"/>
              <a:pathLst>
                <a:path w="166370" h="6350">
                  <a:moveTo>
                    <a:pt x="166370" y="0"/>
                  </a:moveTo>
                  <a:lnTo>
                    <a:pt x="0" y="0"/>
                  </a:lnTo>
                  <a:lnTo>
                    <a:pt x="0" y="1270"/>
                  </a:lnTo>
                  <a:lnTo>
                    <a:pt x="1270" y="1270"/>
                  </a:lnTo>
                  <a:lnTo>
                    <a:pt x="1270" y="3810"/>
                  </a:lnTo>
                  <a:lnTo>
                    <a:pt x="1270" y="6350"/>
                  </a:lnTo>
                  <a:lnTo>
                    <a:pt x="165100" y="6350"/>
                  </a:lnTo>
                  <a:lnTo>
                    <a:pt x="165100" y="3810"/>
                  </a:lnTo>
                  <a:lnTo>
                    <a:pt x="166370" y="3810"/>
                  </a:lnTo>
                  <a:lnTo>
                    <a:pt x="166370" y="1270"/>
                  </a:lnTo>
                  <a:lnTo>
                    <a:pt x="166370" y="0"/>
                  </a:lnTo>
                  <a:close/>
                </a:path>
              </a:pathLst>
            </a:custGeom>
            <a:solidFill>
              <a:srgbClr val="0007AD"/>
            </a:solidFill>
          </p:spPr>
          <p:txBody>
            <a:bodyPr wrap="square" lIns="0" tIns="0" rIns="0" bIns="0" rtlCol="0"/>
            <a:lstStyle/>
            <a:p/>
          </p:txBody>
        </p:sp>
        <p:sp>
          <p:nvSpPr>
            <p:cNvPr id="2421" name="object 2421"/>
            <p:cNvSpPr/>
            <p:nvPr/>
          </p:nvSpPr>
          <p:spPr>
            <a:xfrm>
              <a:off x="7239000" y="1610359"/>
              <a:ext cx="162560" cy="7620"/>
            </a:xfrm>
            <a:custGeom>
              <a:avLst/>
              <a:gdLst/>
              <a:ahLst/>
              <a:cxnLst/>
              <a:rect l="l" t="t" r="r" b="b"/>
              <a:pathLst>
                <a:path w="162559"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0006AF"/>
            </a:solidFill>
          </p:spPr>
          <p:txBody>
            <a:bodyPr wrap="square" lIns="0" tIns="0" rIns="0" bIns="0" rtlCol="0"/>
            <a:lstStyle/>
            <a:p/>
          </p:txBody>
        </p:sp>
        <p:sp>
          <p:nvSpPr>
            <p:cNvPr id="2422" name="object 2422"/>
            <p:cNvSpPr/>
            <p:nvPr/>
          </p:nvSpPr>
          <p:spPr>
            <a:xfrm>
              <a:off x="7241540" y="1617992"/>
              <a:ext cx="156210" cy="7620"/>
            </a:xfrm>
            <a:custGeom>
              <a:avLst/>
              <a:gdLst/>
              <a:ahLst/>
              <a:cxnLst/>
              <a:rect l="l" t="t" r="r" b="b"/>
              <a:pathLst>
                <a:path w="156209" h="7619">
                  <a:moveTo>
                    <a:pt x="156210" y="0"/>
                  </a:moveTo>
                  <a:lnTo>
                    <a:pt x="0" y="0"/>
                  </a:lnTo>
                  <a:lnTo>
                    <a:pt x="0" y="3810"/>
                  </a:lnTo>
                  <a:lnTo>
                    <a:pt x="1270" y="3810"/>
                  </a:lnTo>
                  <a:lnTo>
                    <a:pt x="1270" y="7607"/>
                  </a:lnTo>
                  <a:lnTo>
                    <a:pt x="154940" y="7607"/>
                  </a:lnTo>
                  <a:lnTo>
                    <a:pt x="154940" y="3810"/>
                  </a:lnTo>
                  <a:lnTo>
                    <a:pt x="156210" y="3810"/>
                  </a:lnTo>
                  <a:lnTo>
                    <a:pt x="156210" y="0"/>
                  </a:lnTo>
                  <a:close/>
                </a:path>
              </a:pathLst>
            </a:custGeom>
            <a:solidFill>
              <a:srgbClr val="0006B1"/>
            </a:solidFill>
          </p:spPr>
          <p:txBody>
            <a:bodyPr wrap="square" lIns="0" tIns="0" rIns="0" bIns="0" rtlCol="0"/>
            <a:lstStyle/>
            <a:p/>
          </p:txBody>
        </p:sp>
        <p:sp>
          <p:nvSpPr>
            <p:cNvPr id="2423" name="object 2423"/>
            <p:cNvSpPr/>
            <p:nvPr/>
          </p:nvSpPr>
          <p:spPr>
            <a:xfrm>
              <a:off x="7244080" y="1625599"/>
              <a:ext cx="151130" cy="6350"/>
            </a:xfrm>
            <a:custGeom>
              <a:avLst/>
              <a:gdLst/>
              <a:ahLst/>
              <a:cxnLst/>
              <a:rect l="l" t="t" r="r" b="b"/>
              <a:pathLst>
                <a:path w="151129" h="6350">
                  <a:moveTo>
                    <a:pt x="151130" y="0"/>
                  </a:moveTo>
                  <a:lnTo>
                    <a:pt x="0" y="0"/>
                  </a:lnTo>
                  <a:lnTo>
                    <a:pt x="0" y="2540"/>
                  </a:lnTo>
                  <a:lnTo>
                    <a:pt x="0" y="3810"/>
                  </a:lnTo>
                  <a:lnTo>
                    <a:pt x="1270" y="3810"/>
                  </a:lnTo>
                  <a:lnTo>
                    <a:pt x="1270" y="6350"/>
                  </a:lnTo>
                  <a:lnTo>
                    <a:pt x="149860" y="6350"/>
                  </a:lnTo>
                  <a:lnTo>
                    <a:pt x="149860" y="3810"/>
                  </a:lnTo>
                  <a:lnTo>
                    <a:pt x="149847" y="2540"/>
                  </a:lnTo>
                  <a:lnTo>
                    <a:pt x="151130" y="2540"/>
                  </a:lnTo>
                  <a:lnTo>
                    <a:pt x="151130" y="0"/>
                  </a:lnTo>
                  <a:close/>
                </a:path>
              </a:pathLst>
            </a:custGeom>
            <a:solidFill>
              <a:srgbClr val="0005B4"/>
            </a:solidFill>
          </p:spPr>
          <p:txBody>
            <a:bodyPr wrap="square" lIns="0" tIns="0" rIns="0" bIns="0" rtlCol="0"/>
            <a:lstStyle/>
            <a:p/>
          </p:txBody>
        </p:sp>
        <p:sp>
          <p:nvSpPr>
            <p:cNvPr id="2424" name="object 2424"/>
            <p:cNvSpPr/>
            <p:nvPr/>
          </p:nvSpPr>
          <p:spPr>
            <a:xfrm>
              <a:off x="7245350" y="1631949"/>
              <a:ext cx="147320" cy="7620"/>
            </a:xfrm>
            <a:custGeom>
              <a:avLst/>
              <a:gdLst/>
              <a:ahLst/>
              <a:cxnLst/>
              <a:rect l="l" t="t" r="r" b="b"/>
              <a:pathLst>
                <a:path w="147320" h="7619">
                  <a:moveTo>
                    <a:pt x="147320" y="0"/>
                  </a:moveTo>
                  <a:lnTo>
                    <a:pt x="0" y="0"/>
                  </a:lnTo>
                  <a:lnTo>
                    <a:pt x="0" y="1270"/>
                  </a:lnTo>
                  <a:lnTo>
                    <a:pt x="1270" y="1270"/>
                  </a:lnTo>
                  <a:lnTo>
                    <a:pt x="1270" y="3810"/>
                  </a:lnTo>
                  <a:lnTo>
                    <a:pt x="1270" y="5080"/>
                  </a:lnTo>
                  <a:lnTo>
                    <a:pt x="2540" y="5080"/>
                  </a:lnTo>
                  <a:lnTo>
                    <a:pt x="2540" y="6350"/>
                  </a:lnTo>
                  <a:lnTo>
                    <a:pt x="2540" y="7620"/>
                  </a:lnTo>
                  <a:lnTo>
                    <a:pt x="144780" y="7620"/>
                  </a:lnTo>
                  <a:lnTo>
                    <a:pt x="144780" y="6350"/>
                  </a:lnTo>
                  <a:lnTo>
                    <a:pt x="146050" y="6350"/>
                  </a:lnTo>
                  <a:lnTo>
                    <a:pt x="146050" y="5080"/>
                  </a:lnTo>
                  <a:lnTo>
                    <a:pt x="146050" y="3810"/>
                  </a:lnTo>
                  <a:lnTo>
                    <a:pt x="147320" y="3810"/>
                  </a:lnTo>
                  <a:lnTo>
                    <a:pt x="147320" y="1270"/>
                  </a:lnTo>
                  <a:lnTo>
                    <a:pt x="147320" y="0"/>
                  </a:lnTo>
                  <a:close/>
                </a:path>
              </a:pathLst>
            </a:custGeom>
            <a:solidFill>
              <a:srgbClr val="0005B6"/>
            </a:solidFill>
          </p:spPr>
          <p:txBody>
            <a:bodyPr wrap="square" lIns="0" tIns="0" rIns="0" bIns="0" rtlCol="0"/>
            <a:lstStyle/>
            <a:p/>
          </p:txBody>
        </p:sp>
        <p:sp>
          <p:nvSpPr>
            <p:cNvPr id="2425" name="object 2425"/>
            <p:cNvSpPr/>
            <p:nvPr/>
          </p:nvSpPr>
          <p:spPr>
            <a:xfrm>
              <a:off x="7249160" y="1639569"/>
              <a:ext cx="140970" cy="7620"/>
            </a:xfrm>
            <a:custGeom>
              <a:avLst/>
              <a:gdLst/>
              <a:ahLst/>
              <a:cxnLst/>
              <a:rect l="l" t="t" r="r" b="b"/>
              <a:pathLst>
                <a:path w="140970" h="7619">
                  <a:moveTo>
                    <a:pt x="140970" y="0"/>
                  </a:moveTo>
                  <a:lnTo>
                    <a:pt x="0" y="0"/>
                  </a:lnTo>
                  <a:lnTo>
                    <a:pt x="0" y="1270"/>
                  </a:lnTo>
                  <a:lnTo>
                    <a:pt x="0" y="2540"/>
                  </a:lnTo>
                  <a:lnTo>
                    <a:pt x="1270" y="2540"/>
                  </a:lnTo>
                  <a:lnTo>
                    <a:pt x="1270" y="3810"/>
                  </a:lnTo>
                  <a:lnTo>
                    <a:pt x="1270" y="5080"/>
                  </a:lnTo>
                  <a:lnTo>
                    <a:pt x="2540" y="5080"/>
                  </a:lnTo>
                  <a:lnTo>
                    <a:pt x="2540" y="6350"/>
                  </a:lnTo>
                  <a:lnTo>
                    <a:pt x="2540" y="7620"/>
                  </a:lnTo>
                  <a:lnTo>
                    <a:pt x="137160" y="7620"/>
                  </a:lnTo>
                  <a:lnTo>
                    <a:pt x="137160" y="6350"/>
                  </a:lnTo>
                  <a:lnTo>
                    <a:pt x="138430" y="6350"/>
                  </a:lnTo>
                  <a:lnTo>
                    <a:pt x="138430" y="5080"/>
                  </a:lnTo>
                  <a:lnTo>
                    <a:pt x="138417" y="3810"/>
                  </a:lnTo>
                  <a:lnTo>
                    <a:pt x="139700" y="3810"/>
                  </a:lnTo>
                  <a:lnTo>
                    <a:pt x="139700" y="2540"/>
                  </a:lnTo>
                  <a:lnTo>
                    <a:pt x="139700" y="1270"/>
                  </a:lnTo>
                  <a:lnTo>
                    <a:pt x="140970" y="1270"/>
                  </a:lnTo>
                  <a:lnTo>
                    <a:pt x="140970" y="0"/>
                  </a:lnTo>
                  <a:close/>
                </a:path>
              </a:pathLst>
            </a:custGeom>
            <a:solidFill>
              <a:srgbClr val="0004B8"/>
            </a:solidFill>
          </p:spPr>
          <p:txBody>
            <a:bodyPr wrap="square" lIns="0" tIns="0" rIns="0" bIns="0" rtlCol="0"/>
            <a:lstStyle/>
            <a:p/>
          </p:txBody>
        </p:sp>
        <p:sp>
          <p:nvSpPr>
            <p:cNvPr id="2426" name="object 2426"/>
            <p:cNvSpPr/>
            <p:nvPr/>
          </p:nvSpPr>
          <p:spPr>
            <a:xfrm>
              <a:off x="725297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810" y="5080"/>
                  </a:lnTo>
                  <a:lnTo>
                    <a:pt x="130810" y="3810"/>
                  </a:lnTo>
                  <a:lnTo>
                    <a:pt x="132080" y="3810"/>
                  </a:lnTo>
                  <a:lnTo>
                    <a:pt x="132080" y="2540"/>
                  </a:lnTo>
                  <a:lnTo>
                    <a:pt x="132080" y="1270"/>
                  </a:lnTo>
                  <a:lnTo>
                    <a:pt x="133350" y="1270"/>
                  </a:lnTo>
                  <a:lnTo>
                    <a:pt x="133350" y="0"/>
                  </a:lnTo>
                  <a:close/>
                </a:path>
              </a:pathLst>
            </a:custGeom>
            <a:solidFill>
              <a:srgbClr val="0004BA"/>
            </a:solidFill>
          </p:spPr>
          <p:txBody>
            <a:bodyPr wrap="square" lIns="0" tIns="0" rIns="0" bIns="0" rtlCol="0"/>
            <a:lstStyle/>
            <a:p/>
          </p:txBody>
        </p:sp>
        <p:sp>
          <p:nvSpPr>
            <p:cNvPr id="2427" name="object 2427"/>
            <p:cNvSpPr/>
            <p:nvPr/>
          </p:nvSpPr>
          <p:spPr>
            <a:xfrm>
              <a:off x="7256780" y="1653539"/>
              <a:ext cx="124460" cy="7620"/>
            </a:xfrm>
            <a:custGeom>
              <a:avLst/>
              <a:gdLst/>
              <a:ahLst/>
              <a:cxnLst/>
              <a:rect l="l" t="t" r="r" b="b"/>
              <a:pathLst>
                <a:path w="124459" h="7619">
                  <a:moveTo>
                    <a:pt x="119380" y="6362"/>
                  </a:moveTo>
                  <a:lnTo>
                    <a:pt x="3810" y="6362"/>
                  </a:lnTo>
                  <a:lnTo>
                    <a:pt x="3810" y="7620"/>
                  </a:lnTo>
                  <a:lnTo>
                    <a:pt x="119380" y="7620"/>
                  </a:lnTo>
                  <a:lnTo>
                    <a:pt x="119380" y="6362"/>
                  </a:lnTo>
                  <a:close/>
                </a:path>
                <a:path w="124459" h="7619">
                  <a:moveTo>
                    <a:pt x="124447" y="0"/>
                  </a:moveTo>
                  <a:lnTo>
                    <a:pt x="0" y="0"/>
                  </a:lnTo>
                  <a:lnTo>
                    <a:pt x="0" y="1270"/>
                  </a:lnTo>
                  <a:lnTo>
                    <a:pt x="0" y="2540"/>
                  </a:lnTo>
                  <a:lnTo>
                    <a:pt x="1270" y="2540"/>
                  </a:lnTo>
                  <a:lnTo>
                    <a:pt x="1270" y="3810"/>
                  </a:lnTo>
                  <a:lnTo>
                    <a:pt x="2540" y="3810"/>
                  </a:lnTo>
                  <a:lnTo>
                    <a:pt x="2540" y="5080"/>
                  </a:lnTo>
                  <a:lnTo>
                    <a:pt x="2540" y="6350"/>
                  </a:lnTo>
                  <a:lnTo>
                    <a:pt x="120650" y="6350"/>
                  </a:lnTo>
                  <a:lnTo>
                    <a:pt x="120650" y="5080"/>
                  </a:lnTo>
                  <a:lnTo>
                    <a:pt x="121920" y="5080"/>
                  </a:lnTo>
                  <a:lnTo>
                    <a:pt x="121920" y="3810"/>
                  </a:lnTo>
                  <a:lnTo>
                    <a:pt x="123190" y="3810"/>
                  </a:lnTo>
                  <a:lnTo>
                    <a:pt x="123190" y="2540"/>
                  </a:lnTo>
                  <a:lnTo>
                    <a:pt x="123190" y="1270"/>
                  </a:lnTo>
                  <a:lnTo>
                    <a:pt x="124447" y="1270"/>
                  </a:lnTo>
                  <a:lnTo>
                    <a:pt x="124447" y="0"/>
                  </a:lnTo>
                  <a:close/>
                </a:path>
              </a:pathLst>
            </a:custGeom>
            <a:solidFill>
              <a:srgbClr val="0003BD"/>
            </a:solidFill>
          </p:spPr>
          <p:txBody>
            <a:bodyPr wrap="square" lIns="0" tIns="0" rIns="0" bIns="0" rtlCol="0"/>
            <a:lstStyle/>
            <a:p/>
          </p:txBody>
        </p:sp>
        <p:sp>
          <p:nvSpPr>
            <p:cNvPr id="2428" name="object 2428"/>
            <p:cNvSpPr/>
            <p:nvPr/>
          </p:nvSpPr>
          <p:spPr>
            <a:xfrm>
              <a:off x="7261860" y="1661159"/>
              <a:ext cx="114300" cy="8255"/>
            </a:xfrm>
            <a:custGeom>
              <a:avLst/>
              <a:gdLst/>
              <a:ahLst/>
              <a:cxnLst/>
              <a:rect l="l" t="t" r="r" b="b"/>
              <a:pathLst>
                <a:path w="114300" h="8255">
                  <a:moveTo>
                    <a:pt x="110490" y="5092"/>
                  </a:moveTo>
                  <a:lnTo>
                    <a:pt x="3810" y="5092"/>
                  </a:lnTo>
                  <a:lnTo>
                    <a:pt x="3810" y="6350"/>
                  </a:lnTo>
                  <a:lnTo>
                    <a:pt x="5080" y="6350"/>
                  </a:lnTo>
                  <a:lnTo>
                    <a:pt x="5080" y="7632"/>
                  </a:lnTo>
                  <a:lnTo>
                    <a:pt x="109220" y="7632"/>
                  </a:lnTo>
                  <a:lnTo>
                    <a:pt x="109220" y="6350"/>
                  </a:lnTo>
                  <a:lnTo>
                    <a:pt x="110490" y="6350"/>
                  </a:lnTo>
                  <a:lnTo>
                    <a:pt x="110490" y="5092"/>
                  </a:lnTo>
                  <a:close/>
                </a:path>
                <a:path w="114300" h="8255">
                  <a:moveTo>
                    <a:pt x="114300" y="0"/>
                  </a:moveTo>
                  <a:lnTo>
                    <a:pt x="0" y="0"/>
                  </a:lnTo>
                  <a:lnTo>
                    <a:pt x="0" y="1282"/>
                  </a:lnTo>
                  <a:lnTo>
                    <a:pt x="1270" y="1282"/>
                  </a:lnTo>
                  <a:lnTo>
                    <a:pt x="1270" y="2540"/>
                  </a:lnTo>
                  <a:lnTo>
                    <a:pt x="1270" y="3810"/>
                  </a:lnTo>
                  <a:lnTo>
                    <a:pt x="2540" y="3810"/>
                  </a:lnTo>
                  <a:lnTo>
                    <a:pt x="2540" y="5080"/>
                  </a:lnTo>
                  <a:lnTo>
                    <a:pt x="111760" y="5080"/>
                  </a:lnTo>
                  <a:lnTo>
                    <a:pt x="111760" y="3810"/>
                  </a:lnTo>
                  <a:lnTo>
                    <a:pt x="111760" y="2540"/>
                  </a:lnTo>
                  <a:lnTo>
                    <a:pt x="113017" y="2540"/>
                  </a:lnTo>
                  <a:lnTo>
                    <a:pt x="113017" y="1282"/>
                  </a:lnTo>
                  <a:lnTo>
                    <a:pt x="114300" y="1282"/>
                  </a:lnTo>
                  <a:lnTo>
                    <a:pt x="114300" y="0"/>
                  </a:lnTo>
                  <a:close/>
                </a:path>
              </a:pathLst>
            </a:custGeom>
            <a:solidFill>
              <a:srgbClr val="0002BF"/>
            </a:solidFill>
          </p:spPr>
          <p:txBody>
            <a:bodyPr wrap="square" lIns="0" tIns="0" rIns="0" bIns="0" rtlCol="0"/>
            <a:lstStyle/>
            <a:p/>
          </p:txBody>
        </p:sp>
        <p:sp>
          <p:nvSpPr>
            <p:cNvPr id="2429" name="object 2429"/>
            <p:cNvSpPr/>
            <p:nvPr/>
          </p:nvSpPr>
          <p:spPr>
            <a:xfrm>
              <a:off x="7268210" y="1668792"/>
              <a:ext cx="101600" cy="6350"/>
            </a:xfrm>
            <a:custGeom>
              <a:avLst/>
              <a:gdLst/>
              <a:ahLst/>
              <a:cxnLst/>
              <a:rect l="l" t="t" r="r" b="b"/>
              <a:pathLst>
                <a:path w="101600" h="6350">
                  <a:moveTo>
                    <a:pt x="101600"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20" y="6350"/>
                  </a:lnTo>
                  <a:lnTo>
                    <a:pt x="96520" y="5067"/>
                  </a:lnTo>
                  <a:lnTo>
                    <a:pt x="97790" y="5067"/>
                  </a:lnTo>
                  <a:lnTo>
                    <a:pt x="97790" y="3810"/>
                  </a:lnTo>
                  <a:lnTo>
                    <a:pt x="99060" y="3810"/>
                  </a:lnTo>
                  <a:lnTo>
                    <a:pt x="99060" y="2527"/>
                  </a:lnTo>
                  <a:lnTo>
                    <a:pt x="100317" y="2527"/>
                  </a:lnTo>
                  <a:lnTo>
                    <a:pt x="100317" y="1257"/>
                  </a:lnTo>
                  <a:lnTo>
                    <a:pt x="101600" y="1257"/>
                  </a:lnTo>
                  <a:lnTo>
                    <a:pt x="101600" y="0"/>
                  </a:lnTo>
                  <a:close/>
                </a:path>
              </a:pathLst>
            </a:custGeom>
            <a:solidFill>
              <a:srgbClr val="0002C1"/>
            </a:solidFill>
          </p:spPr>
          <p:txBody>
            <a:bodyPr wrap="square" lIns="0" tIns="0" rIns="0" bIns="0" rtlCol="0"/>
            <a:lstStyle/>
            <a:p/>
          </p:txBody>
        </p:sp>
        <p:sp>
          <p:nvSpPr>
            <p:cNvPr id="2430" name="object 2430"/>
            <p:cNvSpPr/>
            <p:nvPr/>
          </p:nvSpPr>
          <p:spPr>
            <a:xfrm>
              <a:off x="7275830" y="1675129"/>
              <a:ext cx="87630" cy="7620"/>
            </a:xfrm>
            <a:custGeom>
              <a:avLst/>
              <a:gdLst/>
              <a:ahLst/>
              <a:cxnLst/>
              <a:rect l="l" t="t" r="r" b="b"/>
              <a:pathLst>
                <a:path w="87629" h="7619">
                  <a:moveTo>
                    <a:pt x="77470" y="6350"/>
                  </a:moveTo>
                  <a:lnTo>
                    <a:pt x="10160" y="6350"/>
                  </a:lnTo>
                  <a:lnTo>
                    <a:pt x="10160" y="7619"/>
                  </a:lnTo>
                  <a:lnTo>
                    <a:pt x="77470" y="7619"/>
                  </a:lnTo>
                  <a:lnTo>
                    <a:pt x="77470" y="6350"/>
                  </a:lnTo>
                  <a:close/>
                </a:path>
                <a:path w="87629" h="7619">
                  <a:moveTo>
                    <a:pt x="81279" y="5079"/>
                  </a:moveTo>
                  <a:lnTo>
                    <a:pt x="7620" y="5079"/>
                  </a:lnTo>
                  <a:lnTo>
                    <a:pt x="7620" y="6350"/>
                  </a:lnTo>
                  <a:lnTo>
                    <a:pt x="81279" y="6350"/>
                  </a:lnTo>
                  <a:lnTo>
                    <a:pt x="81279" y="5079"/>
                  </a:lnTo>
                  <a:close/>
                </a:path>
                <a:path w="87629" h="7619">
                  <a:moveTo>
                    <a:pt x="83820" y="3810"/>
                  </a:moveTo>
                  <a:lnTo>
                    <a:pt x="5079" y="3810"/>
                  </a:lnTo>
                  <a:lnTo>
                    <a:pt x="5079" y="5079"/>
                  </a:lnTo>
                  <a:lnTo>
                    <a:pt x="83820" y="5079"/>
                  </a:lnTo>
                  <a:lnTo>
                    <a:pt x="83820" y="3810"/>
                  </a:lnTo>
                  <a:close/>
                </a:path>
                <a:path w="87629" h="7619">
                  <a:moveTo>
                    <a:pt x="85090" y="2539"/>
                  </a:moveTo>
                  <a:lnTo>
                    <a:pt x="2540" y="2539"/>
                  </a:lnTo>
                  <a:lnTo>
                    <a:pt x="2540" y="3810"/>
                  </a:lnTo>
                  <a:lnTo>
                    <a:pt x="85090" y="3810"/>
                  </a:lnTo>
                  <a:lnTo>
                    <a:pt x="85090" y="2539"/>
                  </a:lnTo>
                  <a:close/>
                </a:path>
                <a:path w="87629" h="7619">
                  <a:moveTo>
                    <a:pt x="86360" y="1269"/>
                  </a:moveTo>
                  <a:lnTo>
                    <a:pt x="1270" y="1269"/>
                  </a:lnTo>
                  <a:lnTo>
                    <a:pt x="1270" y="2539"/>
                  </a:lnTo>
                  <a:lnTo>
                    <a:pt x="86360" y="2539"/>
                  </a:lnTo>
                  <a:lnTo>
                    <a:pt x="86360" y="1269"/>
                  </a:lnTo>
                  <a:close/>
                </a:path>
                <a:path w="87629" h="7619">
                  <a:moveTo>
                    <a:pt x="87629" y="0"/>
                  </a:moveTo>
                  <a:lnTo>
                    <a:pt x="0" y="0"/>
                  </a:lnTo>
                  <a:lnTo>
                    <a:pt x="0" y="1269"/>
                  </a:lnTo>
                  <a:lnTo>
                    <a:pt x="87629" y="1269"/>
                  </a:lnTo>
                  <a:lnTo>
                    <a:pt x="87629" y="0"/>
                  </a:lnTo>
                  <a:close/>
                </a:path>
              </a:pathLst>
            </a:custGeom>
            <a:solidFill>
              <a:srgbClr val="0001C4"/>
            </a:solidFill>
          </p:spPr>
          <p:txBody>
            <a:bodyPr wrap="square" lIns="0" tIns="0" rIns="0" bIns="0" rtlCol="0"/>
            <a:lstStyle/>
            <a:p/>
          </p:txBody>
        </p:sp>
        <p:sp>
          <p:nvSpPr>
            <p:cNvPr id="2431" name="object 2431"/>
            <p:cNvSpPr/>
            <p:nvPr/>
          </p:nvSpPr>
          <p:spPr>
            <a:xfrm>
              <a:off x="7287260" y="1682749"/>
              <a:ext cx="64769" cy="7620"/>
            </a:xfrm>
            <a:custGeom>
              <a:avLst/>
              <a:gdLst/>
              <a:ahLst/>
              <a:cxnLst/>
              <a:rect l="l" t="t" r="r" b="b"/>
              <a:pathLst>
                <a:path w="64770" h="7619">
                  <a:moveTo>
                    <a:pt x="34290" y="6350"/>
                  </a:moveTo>
                  <a:lnTo>
                    <a:pt x="33020" y="6350"/>
                  </a:lnTo>
                  <a:lnTo>
                    <a:pt x="33020" y="7620"/>
                  </a:lnTo>
                  <a:lnTo>
                    <a:pt x="34290" y="7620"/>
                  </a:lnTo>
                  <a:lnTo>
                    <a:pt x="34290" y="6350"/>
                  </a:lnTo>
                  <a:close/>
                </a:path>
                <a:path w="64770" h="7619">
                  <a:moveTo>
                    <a:pt x="43180" y="5080"/>
                  </a:moveTo>
                  <a:lnTo>
                    <a:pt x="21590" y="5080"/>
                  </a:lnTo>
                  <a:lnTo>
                    <a:pt x="21590" y="6350"/>
                  </a:lnTo>
                  <a:lnTo>
                    <a:pt x="43180" y="6350"/>
                  </a:lnTo>
                  <a:lnTo>
                    <a:pt x="43180" y="5080"/>
                  </a:lnTo>
                  <a:close/>
                </a:path>
                <a:path w="64770" h="7619">
                  <a:moveTo>
                    <a:pt x="57150" y="3810"/>
                  </a:moveTo>
                  <a:lnTo>
                    <a:pt x="17780" y="3810"/>
                  </a:lnTo>
                  <a:lnTo>
                    <a:pt x="17780" y="5080"/>
                  </a:lnTo>
                  <a:lnTo>
                    <a:pt x="57150" y="5080"/>
                  </a:lnTo>
                  <a:lnTo>
                    <a:pt x="57150" y="3810"/>
                  </a:lnTo>
                  <a:close/>
                </a:path>
                <a:path w="64770" h="7619">
                  <a:moveTo>
                    <a:pt x="59690" y="2540"/>
                  </a:moveTo>
                  <a:lnTo>
                    <a:pt x="10160" y="2540"/>
                  </a:lnTo>
                  <a:lnTo>
                    <a:pt x="10160" y="3810"/>
                  </a:lnTo>
                  <a:lnTo>
                    <a:pt x="59690" y="3810"/>
                  </a:lnTo>
                  <a:lnTo>
                    <a:pt x="59690" y="2540"/>
                  </a:lnTo>
                  <a:close/>
                </a:path>
                <a:path w="64770" h="7619">
                  <a:moveTo>
                    <a:pt x="62229" y="1270"/>
                  </a:moveTo>
                  <a:lnTo>
                    <a:pt x="7620" y="1270"/>
                  </a:lnTo>
                  <a:lnTo>
                    <a:pt x="7620" y="2540"/>
                  </a:lnTo>
                  <a:lnTo>
                    <a:pt x="62229" y="2540"/>
                  </a:lnTo>
                  <a:lnTo>
                    <a:pt x="62229" y="1270"/>
                  </a:lnTo>
                  <a:close/>
                </a:path>
                <a:path w="64770" h="7619">
                  <a:moveTo>
                    <a:pt x="64770" y="0"/>
                  </a:moveTo>
                  <a:lnTo>
                    <a:pt x="0" y="0"/>
                  </a:lnTo>
                  <a:lnTo>
                    <a:pt x="0" y="1270"/>
                  </a:lnTo>
                  <a:lnTo>
                    <a:pt x="64770" y="1270"/>
                  </a:lnTo>
                  <a:lnTo>
                    <a:pt x="64770" y="0"/>
                  </a:lnTo>
                  <a:close/>
                </a:path>
              </a:pathLst>
            </a:custGeom>
            <a:solidFill>
              <a:srgbClr val="0001C6"/>
            </a:solidFill>
          </p:spPr>
          <p:txBody>
            <a:bodyPr wrap="square" lIns="0" tIns="0" rIns="0" bIns="0" rtlCol="0"/>
            <a:lstStyle/>
            <a:p/>
          </p:txBody>
        </p:sp>
      </p:grpSp>
      <p:grpSp>
        <p:nvGrpSpPr>
          <p:cNvPr id="2432" name="object 2432"/>
          <p:cNvGrpSpPr/>
          <p:nvPr/>
        </p:nvGrpSpPr>
        <p:grpSpPr>
          <a:xfrm>
            <a:off x="7498080" y="839469"/>
            <a:ext cx="146050" cy="850900"/>
            <a:chOff x="7498080" y="839469"/>
            <a:chExt cx="146050" cy="850900"/>
          </a:xfrm>
        </p:grpSpPr>
        <p:sp>
          <p:nvSpPr>
            <p:cNvPr id="2433" name="object 2433"/>
            <p:cNvSpPr/>
            <p:nvPr/>
          </p:nvSpPr>
          <p:spPr>
            <a:xfrm>
              <a:off x="7598410" y="839469"/>
              <a:ext cx="7620" cy="12700"/>
            </a:xfrm>
            <a:custGeom>
              <a:avLst/>
              <a:gdLst/>
              <a:ahLst/>
              <a:cxnLst/>
              <a:rect l="l" t="t" r="r" b="b"/>
              <a:pathLst>
                <a:path w="7620" h="12700">
                  <a:moveTo>
                    <a:pt x="7620" y="0"/>
                  </a:moveTo>
                  <a:lnTo>
                    <a:pt x="6350" y="0"/>
                  </a:lnTo>
                  <a:lnTo>
                    <a:pt x="6350" y="1270"/>
                  </a:lnTo>
                  <a:lnTo>
                    <a:pt x="5080" y="1270"/>
                  </a:lnTo>
                  <a:lnTo>
                    <a:pt x="5080" y="3810"/>
                  </a:lnTo>
                  <a:lnTo>
                    <a:pt x="3810" y="3810"/>
                  </a:lnTo>
                  <a:lnTo>
                    <a:pt x="3810" y="5080"/>
                  </a:lnTo>
                  <a:lnTo>
                    <a:pt x="3810" y="6350"/>
                  </a:lnTo>
                  <a:lnTo>
                    <a:pt x="2540" y="6350"/>
                  </a:lnTo>
                  <a:lnTo>
                    <a:pt x="2540" y="7620"/>
                  </a:lnTo>
                  <a:lnTo>
                    <a:pt x="1270" y="7620"/>
                  </a:lnTo>
                  <a:lnTo>
                    <a:pt x="1270" y="10160"/>
                  </a:lnTo>
                  <a:lnTo>
                    <a:pt x="0" y="10160"/>
                  </a:lnTo>
                  <a:lnTo>
                    <a:pt x="0" y="12700"/>
                  </a:lnTo>
                  <a:lnTo>
                    <a:pt x="7620" y="12700"/>
                  </a:lnTo>
                  <a:lnTo>
                    <a:pt x="7620" y="5080"/>
                  </a:lnTo>
                  <a:lnTo>
                    <a:pt x="7620" y="0"/>
                  </a:lnTo>
                  <a:close/>
                </a:path>
              </a:pathLst>
            </a:custGeom>
            <a:solidFill>
              <a:srgbClr val="003300"/>
            </a:solidFill>
          </p:spPr>
          <p:txBody>
            <a:bodyPr wrap="square" lIns="0" tIns="0" rIns="0" bIns="0" rtlCol="0"/>
            <a:lstStyle/>
            <a:p/>
          </p:txBody>
        </p:sp>
        <p:sp>
          <p:nvSpPr>
            <p:cNvPr id="2434" name="object 2434"/>
            <p:cNvSpPr/>
            <p:nvPr/>
          </p:nvSpPr>
          <p:spPr>
            <a:xfrm>
              <a:off x="7594600" y="852169"/>
              <a:ext cx="11430" cy="6350"/>
            </a:xfrm>
            <a:custGeom>
              <a:avLst/>
              <a:gdLst/>
              <a:ahLst/>
              <a:cxnLst/>
              <a:rect l="l" t="t" r="r" b="b"/>
              <a:pathLst>
                <a:path w="11429" h="6350">
                  <a:moveTo>
                    <a:pt x="11429" y="0"/>
                  </a:moveTo>
                  <a:lnTo>
                    <a:pt x="2540" y="0"/>
                  </a:lnTo>
                  <a:lnTo>
                    <a:pt x="2540" y="1269"/>
                  </a:lnTo>
                  <a:lnTo>
                    <a:pt x="1270" y="1269"/>
                  </a:lnTo>
                  <a:lnTo>
                    <a:pt x="1270" y="3809"/>
                  </a:lnTo>
                  <a:lnTo>
                    <a:pt x="0" y="3809"/>
                  </a:lnTo>
                  <a:lnTo>
                    <a:pt x="0" y="6350"/>
                  </a:lnTo>
                  <a:lnTo>
                    <a:pt x="11429" y="6350"/>
                  </a:lnTo>
                  <a:lnTo>
                    <a:pt x="11429" y="0"/>
                  </a:lnTo>
                  <a:close/>
                </a:path>
              </a:pathLst>
            </a:custGeom>
            <a:solidFill>
              <a:srgbClr val="003302"/>
            </a:solidFill>
          </p:spPr>
          <p:txBody>
            <a:bodyPr wrap="square" lIns="0" tIns="0" rIns="0" bIns="0" rtlCol="0"/>
            <a:lstStyle/>
            <a:p/>
          </p:txBody>
        </p:sp>
        <p:sp>
          <p:nvSpPr>
            <p:cNvPr id="2435" name="object 2435"/>
            <p:cNvSpPr/>
            <p:nvPr/>
          </p:nvSpPr>
          <p:spPr>
            <a:xfrm>
              <a:off x="7589520" y="858519"/>
              <a:ext cx="16510" cy="7620"/>
            </a:xfrm>
            <a:custGeom>
              <a:avLst/>
              <a:gdLst/>
              <a:ahLst/>
              <a:cxnLst/>
              <a:rect l="l" t="t" r="r" b="b"/>
              <a:pathLst>
                <a:path w="16509" h="7619">
                  <a:moveTo>
                    <a:pt x="16509" y="0"/>
                  </a:moveTo>
                  <a:lnTo>
                    <a:pt x="3809" y="0"/>
                  </a:lnTo>
                  <a:lnTo>
                    <a:pt x="3809" y="1269"/>
                  </a:lnTo>
                  <a:lnTo>
                    <a:pt x="2539" y="1269"/>
                  </a:lnTo>
                  <a:lnTo>
                    <a:pt x="2539" y="3809"/>
                  </a:lnTo>
                  <a:lnTo>
                    <a:pt x="1270" y="3809"/>
                  </a:lnTo>
                  <a:lnTo>
                    <a:pt x="1270" y="6349"/>
                  </a:lnTo>
                  <a:lnTo>
                    <a:pt x="0" y="6349"/>
                  </a:lnTo>
                  <a:lnTo>
                    <a:pt x="0" y="7619"/>
                  </a:lnTo>
                  <a:lnTo>
                    <a:pt x="16509" y="7619"/>
                  </a:lnTo>
                  <a:lnTo>
                    <a:pt x="16509" y="0"/>
                  </a:lnTo>
                  <a:close/>
                </a:path>
              </a:pathLst>
            </a:custGeom>
            <a:solidFill>
              <a:srgbClr val="003104"/>
            </a:solidFill>
          </p:spPr>
          <p:txBody>
            <a:bodyPr wrap="square" lIns="0" tIns="0" rIns="0" bIns="0" rtlCol="0"/>
            <a:lstStyle/>
            <a:p/>
          </p:txBody>
        </p:sp>
        <p:sp>
          <p:nvSpPr>
            <p:cNvPr id="2436" name="object 2436"/>
            <p:cNvSpPr/>
            <p:nvPr/>
          </p:nvSpPr>
          <p:spPr>
            <a:xfrm>
              <a:off x="7584440" y="866139"/>
              <a:ext cx="21590" cy="7620"/>
            </a:xfrm>
            <a:custGeom>
              <a:avLst/>
              <a:gdLst/>
              <a:ahLst/>
              <a:cxnLst/>
              <a:rect l="l" t="t" r="r" b="b"/>
              <a:pathLst>
                <a:path w="21590" h="7619">
                  <a:moveTo>
                    <a:pt x="21589" y="0"/>
                  </a:moveTo>
                  <a:lnTo>
                    <a:pt x="3809" y="0"/>
                  </a:lnTo>
                  <a:lnTo>
                    <a:pt x="3809" y="2539"/>
                  </a:lnTo>
                  <a:lnTo>
                    <a:pt x="2539" y="2539"/>
                  </a:lnTo>
                  <a:lnTo>
                    <a:pt x="2539" y="5079"/>
                  </a:lnTo>
                  <a:lnTo>
                    <a:pt x="1269" y="5079"/>
                  </a:lnTo>
                  <a:lnTo>
                    <a:pt x="1269" y="6350"/>
                  </a:lnTo>
                  <a:lnTo>
                    <a:pt x="0" y="6350"/>
                  </a:lnTo>
                  <a:lnTo>
                    <a:pt x="0" y="7620"/>
                  </a:lnTo>
                  <a:lnTo>
                    <a:pt x="21589" y="7620"/>
                  </a:lnTo>
                  <a:lnTo>
                    <a:pt x="21589" y="0"/>
                  </a:lnTo>
                  <a:close/>
                </a:path>
              </a:pathLst>
            </a:custGeom>
            <a:solidFill>
              <a:srgbClr val="003105"/>
            </a:solidFill>
          </p:spPr>
          <p:txBody>
            <a:bodyPr wrap="square" lIns="0" tIns="0" rIns="0" bIns="0" rtlCol="0"/>
            <a:lstStyle/>
            <a:p/>
          </p:txBody>
        </p:sp>
        <p:sp>
          <p:nvSpPr>
            <p:cNvPr id="2437" name="object 2437"/>
            <p:cNvSpPr/>
            <p:nvPr/>
          </p:nvSpPr>
          <p:spPr>
            <a:xfrm>
              <a:off x="7581900" y="873759"/>
              <a:ext cx="24130" cy="6350"/>
            </a:xfrm>
            <a:custGeom>
              <a:avLst/>
              <a:gdLst/>
              <a:ahLst/>
              <a:cxnLst/>
              <a:rect l="l" t="t" r="r" b="b"/>
              <a:pathLst>
                <a:path w="24129" h="6350">
                  <a:moveTo>
                    <a:pt x="24129" y="0"/>
                  </a:moveTo>
                  <a:lnTo>
                    <a:pt x="2540" y="0"/>
                  </a:lnTo>
                  <a:lnTo>
                    <a:pt x="2540" y="1269"/>
                  </a:lnTo>
                  <a:lnTo>
                    <a:pt x="1270" y="1269"/>
                  </a:lnTo>
                  <a:lnTo>
                    <a:pt x="1270" y="3809"/>
                  </a:lnTo>
                  <a:lnTo>
                    <a:pt x="0" y="3809"/>
                  </a:lnTo>
                  <a:lnTo>
                    <a:pt x="0" y="6350"/>
                  </a:lnTo>
                  <a:lnTo>
                    <a:pt x="24129" y="6350"/>
                  </a:lnTo>
                  <a:lnTo>
                    <a:pt x="24129" y="0"/>
                  </a:lnTo>
                  <a:close/>
                </a:path>
              </a:pathLst>
            </a:custGeom>
            <a:solidFill>
              <a:srgbClr val="003007"/>
            </a:solidFill>
          </p:spPr>
          <p:txBody>
            <a:bodyPr wrap="square" lIns="0" tIns="0" rIns="0" bIns="0" rtlCol="0"/>
            <a:lstStyle/>
            <a:p/>
          </p:txBody>
        </p:sp>
        <p:sp>
          <p:nvSpPr>
            <p:cNvPr id="2438" name="object 2438"/>
            <p:cNvSpPr/>
            <p:nvPr/>
          </p:nvSpPr>
          <p:spPr>
            <a:xfrm>
              <a:off x="7576820" y="880109"/>
              <a:ext cx="29209" cy="7620"/>
            </a:xfrm>
            <a:custGeom>
              <a:avLst/>
              <a:gdLst/>
              <a:ahLst/>
              <a:cxnLst/>
              <a:rect l="l" t="t" r="r" b="b"/>
              <a:pathLst>
                <a:path w="29209" h="7619">
                  <a:moveTo>
                    <a:pt x="29209" y="0"/>
                  </a:moveTo>
                  <a:lnTo>
                    <a:pt x="3809" y="0"/>
                  </a:lnTo>
                  <a:lnTo>
                    <a:pt x="3809" y="1269"/>
                  </a:lnTo>
                  <a:lnTo>
                    <a:pt x="2539" y="1269"/>
                  </a:lnTo>
                  <a:lnTo>
                    <a:pt x="2539" y="3809"/>
                  </a:lnTo>
                  <a:lnTo>
                    <a:pt x="1270" y="3809"/>
                  </a:lnTo>
                  <a:lnTo>
                    <a:pt x="1270" y="6349"/>
                  </a:lnTo>
                  <a:lnTo>
                    <a:pt x="0" y="6349"/>
                  </a:lnTo>
                  <a:lnTo>
                    <a:pt x="0" y="7619"/>
                  </a:lnTo>
                  <a:lnTo>
                    <a:pt x="29209" y="7619"/>
                  </a:lnTo>
                  <a:lnTo>
                    <a:pt x="29209" y="0"/>
                  </a:lnTo>
                  <a:close/>
                </a:path>
              </a:pathLst>
            </a:custGeom>
            <a:solidFill>
              <a:srgbClr val="003009"/>
            </a:solidFill>
          </p:spPr>
          <p:txBody>
            <a:bodyPr wrap="square" lIns="0" tIns="0" rIns="0" bIns="0" rtlCol="0"/>
            <a:lstStyle/>
            <a:p/>
          </p:txBody>
        </p:sp>
        <p:sp>
          <p:nvSpPr>
            <p:cNvPr id="2439" name="object 2439"/>
            <p:cNvSpPr/>
            <p:nvPr/>
          </p:nvSpPr>
          <p:spPr>
            <a:xfrm>
              <a:off x="7571740" y="887729"/>
              <a:ext cx="34290" cy="7620"/>
            </a:xfrm>
            <a:custGeom>
              <a:avLst/>
              <a:gdLst/>
              <a:ahLst/>
              <a:cxnLst/>
              <a:rect l="l" t="t" r="r" b="b"/>
              <a:pathLst>
                <a:path w="34290" h="7619">
                  <a:moveTo>
                    <a:pt x="34289" y="0"/>
                  </a:moveTo>
                  <a:lnTo>
                    <a:pt x="3809" y="0"/>
                  </a:lnTo>
                  <a:lnTo>
                    <a:pt x="3809" y="2539"/>
                  </a:lnTo>
                  <a:lnTo>
                    <a:pt x="2539" y="2539"/>
                  </a:lnTo>
                  <a:lnTo>
                    <a:pt x="2539" y="5079"/>
                  </a:lnTo>
                  <a:lnTo>
                    <a:pt x="1269" y="5079"/>
                  </a:lnTo>
                  <a:lnTo>
                    <a:pt x="1269" y="6350"/>
                  </a:lnTo>
                  <a:lnTo>
                    <a:pt x="0" y="6350"/>
                  </a:lnTo>
                  <a:lnTo>
                    <a:pt x="0" y="7620"/>
                  </a:lnTo>
                  <a:lnTo>
                    <a:pt x="34289" y="7620"/>
                  </a:lnTo>
                  <a:lnTo>
                    <a:pt x="34289" y="0"/>
                  </a:lnTo>
                  <a:close/>
                </a:path>
              </a:pathLst>
            </a:custGeom>
            <a:solidFill>
              <a:srgbClr val="002F0B"/>
            </a:solidFill>
          </p:spPr>
          <p:txBody>
            <a:bodyPr wrap="square" lIns="0" tIns="0" rIns="0" bIns="0" rtlCol="0"/>
            <a:lstStyle/>
            <a:p/>
          </p:txBody>
        </p:sp>
        <p:sp>
          <p:nvSpPr>
            <p:cNvPr id="2440" name="object 2440"/>
            <p:cNvSpPr/>
            <p:nvPr/>
          </p:nvSpPr>
          <p:spPr>
            <a:xfrm>
              <a:off x="7567930" y="895349"/>
              <a:ext cx="38100" cy="6350"/>
            </a:xfrm>
            <a:custGeom>
              <a:avLst/>
              <a:gdLst/>
              <a:ahLst/>
              <a:cxnLst/>
              <a:rect l="l" t="t" r="r" b="b"/>
              <a:pathLst>
                <a:path w="38100" h="6350">
                  <a:moveTo>
                    <a:pt x="38100" y="0"/>
                  </a:moveTo>
                  <a:lnTo>
                    <a:pt x="3810" y="0"/>
                  </a:lnTo>
                  <a:lnTo>
                    <a:pt x="3810" y="1269"/>
                  </a:lnTo>
                  <a:lnTo>
                    <a:pt x="2540" y="1269"/>
                  </a:lnTo>
                  <a:lnTo>
                    <a:pt x="2540" y="3809"/>
                  </a:lnTo>
                  <a:lnTo>
                    <a:pt x="1270" y="3809"/>
                  </a:lnTo>
                  <a:lnTo>
                    <a:pt x="1270" y="5079"/>
                  </a:lnTo>
                  <a:lnTo>
                    <a:pt x="0" y="5079"/>
                  </a:lnTo>
                  <a:lnTo>
                    <a:pt x="0" y="6350"/>
                  </a:lnTo>
                  <a:lnTo>
                    <a:pt x="38100" y="6350"/>
                  </a:lnTo>
                  <a:lnTo>
                    <a:pt x="38100" y="0"/>
                  </a:lnTo>
                  <a:close/>
                </a:path>
              </a:pathLst>
            </a:custGeom>
            <a:solidFill>
              <a:srgbClr val="002F0C"/>
            </a:solidFill>
          </p:spPr>
          <p:txBody>
            <a:bodyPr wrap="square" lIns="0" tIns="0" rIns="0" bIns="0" rtlCol="0"/>
            <a:lstStyle/>
            <a:p/>
          </p:txBody>
        </p:sp>
        <p:sp>
          <p:nvSpPr>
            <p:cNvPr id="2441" name="object 2441"/>
            <p:cNvSpPr/>
            <p:nvPr/>
          </p:nvSpPr>
          <p:spPr>
            <a:xfrm>
              <a:off x="7564120" y="901699"/>
              <a:ext cx="41910" cy="7620"/>
            </a:xfrm>
            <a:custGeom>
              <a:avLst/>
              <a:gdLst/>
              <a:ahLst/>
              <a:cxnLst/>
              <a:rect l="l" t="t" r="r" b="b"/>
              <a:pathLst>
                <a:path w="41909" h="7619">
                  <a:moveTo>
                    <a:pt x="41909" y="0"/>
                  </a:moveTo>
                  <a:lnTo>
                    <a:pt x="3809" y="0"/>
                  </a:lnTo>
                  <a:lnTo>
                    <a:pt x="3809" y="1269"/>
                  </a:lnTo>
                  <a:lnTo>
                    <a:pt x="2539" y="1269"/>
                  </a:lnTo>
                  <a:lnTo>
                    <a:pt x="2539" y="3809"/>
                  </a:lnTo>
                  <a:lnTo>
                    <a:pt x="1270" y="3809"/>
                  </a:lnTo>
                  <a:lnTo>
                    <a:pt x="1270" y="5079"/>
                  </a:lnTo>
                  <a:lnTo>
                    <a:pt x="0" y="5079"/>
                  </a:lnTo>
                  <a:lnTo>
                    <a:pt x="0" y="7620"/>
                  </a:lnTo>
                  <a:lnTo>
                    <a:pt x="41909" y="7620"/>
                  </a:lnTo>
                  <a:lnTo>
                    <a:pt x="41909" y="0"/>
                  </a:lnTo>
                  <a:close/>
                </a:path>
              </a:pathLst>
            </a:custGeom>
            <a:solidFill>
              <a:srgbClr val="002F0E"/>
            </a:solidFill>
          </p:spPr>
          <p:txBody>
            <a:bodyPr wrap="square" lIns="0" tIns="0" rIns="0" bIns="0" rtlCol="0"/>
            <a:lstStyle/>
            <a:p/>
          </p:txBody>
        </p:sp>
        <p:sp>
          <p:nvSpPr>
            <p:cNvPr id="2442" name="object 2442"/>
            <p:cNvSpPr/>
            <p:nvPr/>
          </p:nvSpPr>
          <p:spPr>
            <a:xfrm>
              <a:off x="7559040" y="909319"/>
              <a:ext cx="46990" cy="7620"/>
            </a:xfrm>
            <a:custGeom>
              <a:avLst/>
              <a:gdLst/>
              <a:ahLst/>
              <a:cxnLst/>
              <a:rect l="l" t="t" r="r" b="b"/>
              <a:pathLst>
                <a:path w="46990" h="7619">
                  <a:moveTo>
                    <a:pt x="46989" y="0"/>
                  </a:moveTo>
                  <a:lnTo>
                    <a:pt x="3809" y="0"/>
                  </a:lnTo>
                  <a:lnTo>
                    <a:pt x="3809" y="2539"/>
                  </a:lnTo>
                  <a:lnTo>
                    <a:pt x="2539" y="2539"/>
                  </a:lnTo>
                  <a:lnTo>
                    <a:pt x="2539" y="3809"/>
                  </a:lnTo>
                  <a:lnTo>
                    <a:pt x="1269" y="3809"/>
                  </a:lnTo>
                  <a:lnTo>
                    <a:pt x="1269" y="6349"/>
                  </a:lnTo>
                  <a:lnTo>
                    <a:pt x="0" y="6349"/>
                  </a:lnTo>
                  <a:lnTo>
                    <a:pt x="0" y="7619"/>
                  </a:lnTo>
                  <a:lnTo>
                    <a:pt x="46989" y="7619"/>
                  </a:lnTo>
                  <a:lnTo>
                    <a:pt x="46989" y="0"/>
                  </a:lnTo>
                  <a:close/>
                </a:path>
              </a:pathLst>
            </a:custGeom>
            <a:solidFill>
              <a:srgbClr val="002E10"/>
            </a:solidFill>
          </p:spPr>
          <p:txBody>
            <a:bodyPr wrap="square" lIns="0" tIns="0" rIns="0" bIns="0" rtlCol="0"/>
            <a:lstStyle/>
            <a:p/>
          </p:txBody>
        </p:sp>
        <p:sp>
          <p:nvSpPr>
            <p:cNvPr id="2443" name="object 2443"/>
            <p:cNvSpPr/>
            <p:nvPr/>
          </p:nvSpPr>
          <p:spPr>
            <a:xfrm>
              <a:off x="7555230" y="916939"/>
              <a:ext cx="50800" cy="6350"/>
            </a:xfrm>
            <a:custGeom>
              <a:avLst/>
              <a:gdLst/>
              <a:ahLst/>
              <a:cxnLst/>
              <a:rect l="l" t="t" r="r" b="b"/>
              <a:pathLst>
                <a:path w="50800" h="6350">
                  <a:moveTo>
                    <a:pt x="50800" y="0"/>
                  </a:moveTo>
                  <a:lnTo>
                    <a:pt x="3810" y="0"/>
                  </a:lnTo>
                  <a:lnTo>
                    <a:pt x="3810" y="1269"/>
                  </a:lnTo>
                  <a:lnTo>
                    <a:pt x="2540" y="1269"/>
                  </a:lnTo>
                  <a:lnTo>
                    <a:pt x="2540" y="2539"/>
                  </a:lnTo>
                  <a:lnTo>
                    <a:pt x="1270" y="2539"/>
                  </a:lnTo>
                  <a:lnTo>
                    <a:pt x="1270" y="5079"/>
                  </a:lnTo>
                  <a:lnTo>
                    <a:pt x="0" y="5079"/>
                  </a:lnTo>
                  <a:lnTo>
                    <a:pt x="0" y="6350"/>
                  </a:lnTo>
                  <a:lnTo>
                    <a:pt x="50800" y="6350"/>
                  </a:lnTo>
                  <a:lnTo>
                    <a:pt x="50800" y="0"/>
                  </a:lnTo>
                  <a:close/>
                </a:path>
              </a:pathLst>
            </a:custGeom>
            <a:solidFill>
              <a:srgbClr val="002E11"/>
            </a:solidFill>
          </p:spPr>
          <p:txBody>
            <a:bodyPr wrap="square" lIns="0" tIns="0" rIns="0" bIns="0" rtlCol="0"/>
            <a:lstStyle/>
            <a:p/>
          </p:txBody>
        </p:sp>
        <p:sp>
          <p:nvSpPr>
            <p:cNvPr id="2444" name="object 2444"/>
            <p:cNvSpPr/>
            <p:nvPr/>
          </p:nvSpPr>
          <p:spPr>
            <a:xfrm>
              <a:off x="7551420" y="923289"/>
              <a:ext cx="54610" cy="7620"/>
            </a:xfrm>
            <a:custGeom>
              <a:avLst/>
              <a:gdLst/>
              <a:ahLst/>
              <a:cxnLst/>
              <a:rect l="l" t="t" r="r" b="b"/>
              <a:pathLst>
                <a:path w="54609" h="7619">
                  <a:moveTo>
                    <a:pt x="54609" y="0"/>
                  </a:moveTo>
                  <a:lnTo>
                    <a:pt x="3809" y="0"/>
                  </a:lnTo>
                  <a:lnTo>
                    <a:pt x="3809" y="1269"/>
                  </a:lnTo>
                  <a:lnTo>
                    <a:pt x="2539" y="1269"/>
                  </a:lnTo>
                  <a:lnTo>
                    <a:pt x="2539" y="2539"/>
                  </a:lnTo>
                  <a:lnTo>
                    <a:pt x="1270" y="2539"/>
                  </a:lnTo>
                  <a:lnTo>
                    <a:pt x="1270" y="5079"/>
                  </a:lnTo>
                  <a:lnTo>
                    <a:pt x="0" y="5079"/>
                  </a:lnTo>
                  <a:lnTo>
                    <a:pt x="0" y="7620"/>
                  </a:lnTo>
                  <a:lnTo>
                    <a:pt x="54609" y="7620"/>
                  </a:lnTo>
                  <a:lnTo>
                    <a:pt x="54609" y="0"/>
                  </a:lnTo>
                  <a:close/>
                </a:path>
              </a:pathLst>
            </a:custGeom>
            <a:solidFill>
              <a:srgbClr val="002D13"/>
            </a:solidFill>
          </p:spPr>
          <p:txBody>
            <a:bodyPr wrap="square" lIns="0" tIns="0" rIns="0" bIns="0" rtlCol="0"/>
            <a:lstStyle/>
            <a:p/>
          </p:txBody>
        </p:sp>
        <p:sp>
          <p:nvSpPr>
            <p:cNvPr id="2445" name="object 2445"/>
            <p:cNvSpPr/>
            <p:nvPr/>
          </p:nvSpPr>
          <p:spPr>
            <a:xfrm>
              <a:off x="7546340" y="930909"/>
              <a:ext cx="59690" cy="7620"/>
            </a:xfrm>
            <a:custGeom>
              <a:avLst/>
              <a:gdLst/>
              <a:ahLst/>
              <a:cxnLst/>
              <a:rect l="l" t="t" r="r" b="b"/>
              <a:pathLst>
                <a:path w="59690" h="7619">
                  <a:moveTo>
                    <a:pt x="59689" y="0"/>
                  </a:moveTo>
                  <a:lnTo>
                    <a:pt x="3809" y="0"/>
                  </a:lnTo>
                  <a:lnTo>
                    <a:pt x="3809" y="1269"/>
                  </a:lnTo>
                  <a:lnTo>
                    <a:pt x="2539" y="1269"/>
                  </a:lnTo>
                  <a:lnTo>
                    <a:pt x="2539" y="3809"/>
                  </a:lnTo>
                  <a:lnTo>
                    <a:pt x="1269" y="3809"/>
                  </a:lnTo>
                  <a:lnTo>
                    <a:pt x="1269" y="6349"/>
                  </a:lnTo>
                  <a:lnTo>
                    <a:pt x="0" y="6349"/>
                  </a:lnTo>
                  <a:lnTo>
                    <a:pt x="0" y="7619"/>
                  </a:lnTo>
                  <a:lnTo>
                    <a:pt x="59689" y="7619"/>
                  </a:lnTo>
                  <a:lnTo>
                    <a:pt x="59689" y="0"/>
                  </a:lnTo>
                  <a:close/>
                </a:path>
              </a:pathLst>
            </a:custGeom>
            <a:solidFill>
              <a:srgbClr val="002D15"/>
            </a:solidFill>
          </p:spPr>
          <p:txBody>
            <a:bodyPr wrap="square" lIns="0" tIns="0" rIns="0" bIns="0" rtlCol="0"/>
            <a:lstStyle/>
            <a:p/>
          </p:txBody>
        </p:sp>
        <p:sp>
          <p:nvSpPr>
            <p:cNvPr id="2446" name="object 2446"/>
            <p:cNvSpPr/>
            <p:nvPr/>
          </p:nvSpPr>
          <p:spPr>
            <a:xfrm>
              <a:off x="7541260" y="938529"/>
              <a:ext cx="64769" cy="7620"/>
            </a:xfrm>
            <a:custGeom>
              <a:avLst/>
              <a:gdLst/>
              <a:ahLst/>
              <a:cxnLst/>
              <a:rect l="l" t="t" r="r" b="b"/>
              <a:pathLst>
                <a:path w="64770" h="7619">
                  <a:moveTo>
                    <a:pt x="64770" y="0"/>
                  </a:moveTo>
                  <a:lnTo>
                    <a:pt x="3810" y="0"/>
                  </a:lnTo>
                  <a:lnTo>
                    <a:pt x="3810" y="2539"/>
                  </a:lnTo>
                  <a:lnTo>
                    <a:pt x="2540" y="2539"/>
                  </a:lnTo>
                  <a:lnTo>
                    <a:pt x="2540" y="5079"/>
                  </a:lnTo>
                  <a:lnTo>
                    <a:pt x="1270" y="5079"/>
                  </a:lnTo>
                  <a:lnTo>
                    <a:pt x="1270" y="6350"/>
                  </a:lnTo>
                  <a:lnTo>
                    <a:pt x="0" y="6350"/>
                  </a:lnTo>
                  <a:lnTo>
                    <a:pt x="0" y="7620"/>
                  </a:lnTo>
                  <a:lnTo>
                    <a:pt x="64770" y="7620"/>
                  </a:lnTo>
                  <a:lnTo>
                    <a:pt x="64770" y="0"/>
                  </a:lnTo>
                  <a:close/>
                </a:path>
              </a:pathLst>
            </a:custGeom>
            <a:solidFill>
              <a:srgbClr val="002C17"/>
            </a:solidFill>
          </p:spPr>
          <p:txBody>
            <a:bodyPr wrap="square" lIns="0" tIns="0" rIns="0" bIns="0" rtlCol="0"/>
            <a:lstStyle/>
            <a:p/>
          </p:txBody>
        </p:sp>
        <p:sp>
          <p:nvSpPr>
            <p:cNvPr id="2447" name="object 2447"/>
            <p:cNvSpPr/>
            <p:nvPr/>
          </p:nvSpPr>
          <p:spPr>
            <a:xfrm>
              <a:off x="7537450" y="946149"/>
              <a:ext cx="68580" cy="6350"/>
            </a:xfrm>
            <a:custGeom>
              <a:avLst/>
              <a:gdLst/>
              <a:ahLst/>
              <a:cxnLst/>
              <a:rect l="l" t="t" r="r" b="b"/>
              <a:pathLst>
                <a:path w="68579" h="6350">
                  <a:moveTo>
                    <a:pt x="68579" y="0"/>
                  </a:moveTo>
                  <a:lnTo>
                    <a:pt x="3809" y="0"/>
                  </a:lnTo>
                  <a:lnTo>
                    <a:pt x="3809" y="1269"/>
                  </a:lnTo>
                  <a:lnTo>
                    <a:pt x="2540" y="1269"/>
                  </a:lnTo>
                  <a:lnTo>
                    <a:pt x="2540" y="3809"/>
                  </a:lnTo>
                  <a:lnTo>
                    <a:pt x="1270" y="3809"/>
                  </a:lnTo>
                  <a:lnTo>
                    <a:pt x="1270" y="5079"/>
                  </a:lnTo>
                  <a:lnTo>
                    <a:pt x="0" y="5079"/>
                  </a:lnTo>
                  <a:lnTo>
                    <a:pt x="0" y="6350"/>
                  </a:lnTo>
                  <a:lnTo>
                    <a:pt x="68579" y="6350"/>
                  </a:lnTo>
                  <a:lnTo>
                    <a:pt x="68579" y="0"/>
                  </a:lnTo>
                  <a:close/>
                </a:path>
              </a:pathLst>
            </a:custGeom>
            <a:solidFill>
              <a:srgbClr val="002C18"/>
            </a:solidFill>
          </p:spPr>
          <p:txBody>
            <a:bodyPr wrap="square" lIns="0" tIns="0" rIns="0" bIns="0" rtlCol="0"/>
            <a:lstStyle/>
            <a:p/>
          </p:txBody>
        </p:sp>
        <p:sp>
          <p:nvSpPr>
            <p:cNvPr id="2448" name="object 2448"/>
            <p:cNvSpPr/>
            <p:nvPr/>
          </p:nvSpPr>
          <p:spPr>
            <a:xfrm>
              <a:off x="7533640" y="952499"/>
              <a:ext cx="72390" cy="7620"/>
            </a:xfrm>
            <a:custGeom>
              <a:avLst/>
              <a:gdLst/>
              <a:ahLst/>
              <a:cxnLst/>
              <a:rect l="l" t="t" r="r" b="b"/>
              <a:pathLst>
                <a:path w="72390" h="7619">
                  <a:moveTo>
                    <a:pt x="72389" y="0"/>
                  </a:moveTo>
                  <a:lnTo>
                    <a:pt x="3809" y="0"/>
                  </a:lnTo>
                  <a:lnTo>
                    <a:pt x="3809" y="1269"/>
                  </a:lnTo>
                  <a:lnTo>
                    <a:pt x="2539" y="1269"/>
                  </a:lnTo>
                  <a:lnTo>
                    <a:pt x="2539" y="3809"/>
                  </a:lnTo>
                  <a:lnTo>
                    <a:pt x="1269" y="3809"/>
                  </a:lnTo>
                  <a:lnTo>
                    <a:pt x="1269" y="5079"/>
                  </a:lnTo>
                  <a:lnTo>
                    <a:pt x="0" y="5079"/>
                  </a:lnTo>
                  <a:lnTo>
                    <a:pt x="0" y="7620"/>
                  </a:lnTo>
                  <a:lnTo>
                    <a:pt x="72389" y="7620"/>
                  </a:lnTo>
                  <a:lnTo>
                    <a:pt x="72389" y="0"/>
                  </a:lnTo>
                  <a:close/>
                </a:path>
              </a:pathLst>
            </a:custGeom>
            <a:solidFill>
              <a:srgbClr val="002C1A"/>
            </a:solidFill>
          </p:spPr>
          <p:txBody>
            <a:bodyPr wrap="square" lIns="0" tIns="0" rIns="0" bIns="0" rtlCol="0"/>
            <a:lstStyle/>
            <a:p/>
          </p:txBody>
        </p:sp>
        <p:sp>
          <p:nvSpPr>
            <p:cNvPr id="2449" name="object 2449"/>
            <p:cNvSpPr/>
            <p:nvPr/>
          </p:nvSpPr>
          <p:spPr>
            <a:xfrm>
              <a:off x="7528560" y="960119"/>
              <a:ext cx="77470" cy="7620"/>
            </a:xfrm>
            <a:custGeom>
              <a:avLst/>
              <a:gdLst/>
              <a:ahLst/>
              <a:cxnLst/>
              <a:rect l="l" t="t" r="r" b="b"/>
              <a:pathLst>
                <a:path w="77470" h="7619">
                  <a:moveTo>
                    <a:pt x="77470" y="0"/>
                  </a:moveTo>
                  <a:lnTo>
                    <a:pt x="3810" y="0"/>
                  </a:lnTo>
                  <a:lnTo>
                    <a:pt x="3810" y="2539"/>
                  </a:lnTo>
                  <a:lnTo>
                    <a:pt x="2540" y="2539"/>
                  </a:lnTo>
                  <a:lnTo>
                    <a:pt x="2540" y="3809"/>
                  </a:lnTo>
                  <a:lnTo>
                    <a:pt x="1270" y="3809"/>
                  </a:lnTo>
                  <a:lnTo>
                    <a:pt x="1270" y="6349"/>
                  </a:lnTo>
                  <a:lnTo>
                    <a:pt x="0" y="6349"/>
                  </a:lnTo>
                  <a:lnTo>
                    <a:pt x="0" y="7619"/>
                  </a:lnTo>
                  <a:lnTo>
                    <a:pt x="77470" y="7619"/>
                  </a:lnTo>
                  <a:lnTo>
                    <a:pt x="77470" y="0"/>
                  </a:lnTo>
                  <a:close/>
                </a:path>
              </a:pathLst>
            </a:custGeom>
            <a:solidFill>
              <a:srgbClr val="002B1C"/>
            </a:solidFill>
          </p:spPr>
          <p:txBody>
            <a:bodyPr wrap="square" lIns="0" tIns="0" rIns="0" bIns="0" rtlCol="0"/>
            <a:lstStyle/>
            <a:p/>
          </p:txBody>
        </p:sp>
        <p:sp>
          <p:nvSpPr>
            <p:cNvPr id="2450" name="object 2450"/>
            <p:cNvSpPr/>
            <p:nvPr/>
          </p:nvSpPr>
          <p:spPr>
            <a:xfrm>
              <a:off x="7524750" y="967739"/>
              <a:ext cx="81280" cy="6350"/>
            </a:xfrm>
            <a:custGeom>
              <a:avLst/>
              <a:gdLst/>
              <a:ahLst/>
              <a:cxnLst/>
              <a:rect l="l" t="t" r="r" b="b"/>
              <a:pathLst>
                <a:path w="81279" h="6350">
                  <a:moveTo>
                    <a:pt x="81279" y="0"/>
                  </a:moveTo>
                  <a:lnTo>
                    <a:pt x="3809" y="0"/>
                  </a:lnTo>
                  <a:lnTo>
                    <a:pt x="3809" y="1269"/>
                  </a:lnTo>
                  <a:lnTo>
                    <a:pt x="2540" y="1269"/>
                  </a:lnTo>
                  <a:lnTo>
                    <a:pt x="2540" y="2539"/>
                  </a:lnTo>
                  <a:lnTo>
                    <a:pt x="1270" y="2539"/>
                  </a:lnTo>
                  <a:lnTo>
                    <a:pt x="1270" y="5079"/>
                  </a:lnTo>
                  <a:lnTo>
                    <a:pt x="0" y="5079"/>
                  </a:lnTo>
                  <a:lnTo>
                    <a:pt x="0" y="6350"/>
                  </a:lnTo>
                  <a:lnTo>
                    <a:pt x="81279" y="6350"/>
                  </a:lnTo>
                  <a:lnTo>
                    <a:pt x="81279" y="0"/>
                  </a:lnTo>
                  <a:close/>
                </a:path>
              </a:pathLst>
            </a:custGeom>
            <a:solidFill>
              <a:srgbClr val="002B1D"/>
            </a:solidFill>
          </p:spPr>
          <p:txBody>
            <a:bodyPr wrap="square" lIns="0" tIns="0" rIns="0" bIns="0" rtlCol="0"/>
            <a:lstStyle/>
            <a:p/>
          </p:txBody>
        </p:sp>
        <p:sp>
          <p:nvSpPr>
            <p:cNvPr id="2451" name="object 2451"/>
            <p:cNvSpPr/>
            <p:nvPr/>
          </p:nvSpPr>
          <p:spPr>
            <a:xfrm>
              <a:off x="7522210" y="974089"/>
              <a:ext cx="83820" cy="7620"/>
            </a:xfrm>
            <a:custGeom>
              <a:avLst/>
              <a:gdLst/>
              <a:ahLst/>
              <a:cxnLst/>
              <a:rect l="l" t="t" r="r" b="b"/>
              <a:pathLst>
                <a:path w="83820" h="7619">
                  <a:moveTo>
                    <a:pt x="83820" y="0"/>
                  </a:moveTo>
                  <a:lnTo>
                    <a:pt x="2540" y="0"/>
                  </a:lnTo>
                  <a:lnTo>
                    <a:pt x="2540" y="1269"/>
                  </a:lnTo>
                  <a:lnTo>
                    <a:pt x="1270" y="1269"/>
                  </a:lnTo>
                  <a:lnTo>
                    <a:pt x="1270" y="2539"/>
                  </a:lnTo>
                  <a:lnTo>
                    <a:pt x="0" y="2539"/>
                  </a:lnTo>
                  <a:lnTo>
                    <a:pt x="0" y="7620"/>
                  </a:lnTo>
                  <a:lnTo>
                    <a:pt x="83820" y="7620"/>
                  </a:lnTo>
                  <a:lnTo>
                    <a:pt x="83820" y="0"/>
                  </a:lnTo>
                  <a:close/>
                </a:path>
              </a:pathLst>
            </a:custGeom>
            <a:solidFill>
              <a:srgbClr val="002A1F"/>
            </a:solidFill>
          </p:spPr>
          <p:txBody>
            <a:bodyPr wrap="square" lIns="0" tIns="0" rIns="0" bIns="0" rtlCol="0"/>
            <a:lstStyle/>
            <a:p/>
          </p:txBody>
        </p:sp>
        <p:sp>
          <p:nvSpPr>
            <p:cNvPr id="2452" name="object 2452"/>
            <p:cNvSpPr/>
            <p:nvPr/>
          </p:nvSpPr>
          <p:spPr>
            <a:xfrm>
              <a:off x="7522210" y="9817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2A21"/>
            </a:solidFill>
          </p:spPr>
          <p:txBody>
            <a:bodyPr wrap="square" lIns="0" tIns="0" rIns="0" bIns="0" rtlCol="0"/>
            <a:lstStyle/>
            <a:p/>
          </p:txBody>
        </p:sp>
        <p:sp>
          <p:nvSpPr>
            <p:cNvPr id="2453" name="object 2453"/>
            <p:cNvSpPr/>
            <p:nvPr/>
          </p:nvSpPr>
          <p:spPr>
            <a:xfrm>
              <a:off x="7522210" y="9893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2923"/>
            </a:solidFill>
          </p:spPr>
          <p:txBody>
            <a:bodyPr wrap="square" lIns="0" tIns="0" rIns="0" bIns="0" rtlCol="0"/>
            <a:lstStyle/>
            <a:p/>
          </p:txBody>
        </p:sp>
        <p:sp>
          <p:nvSpPr>
            <p:cNvPr id="2454" name="object 2454"/>
            <p:cNvSpPr/>
            <p:nvPr/>
          </p:nvSpPr>
          <p:spPr>
            <a:xfrm>
              <a:off x="7522210" y="9956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2924"/>
            </a:solidFill>
          </p:spPr>
          <p:txBody>
            <a:bodyPr wrap="square" lIns="0" tIns="0" rIns="0" bIns="0" rtlCol="0"/>
            <a:lstStyle/>
            <a:p/>
          </p:txBody>
        </p:sp>
        <p:sp>
          <p:nvSpPr>
            <p:cNvPr id="2455" name="object 2455"/>
            <p:cNvSpPr/>
            <p:nvPr/>
          </p:nvSpPr>
          <p:spPr>
            <a:xfrm>
              <a:off x="7522210" y="100329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2926"/>
            </a:solidFill>
          </p:spPr>
          <p:txBody>
            <a:bodyPr wrap="square" lIns="0" tIns="0" rIns="0" bIns="0" rtlCol="0"/>
            <a:lstStyle/>
            <a:p/>
          </p:txBody>
        </p:sp>
        <p:sp>
          <p:nvSpPr>
            <p:cNvPr id="2456" name="object 2456"/>
            <p:cNvSpPr/>
            <p:nvPr/>
          </p:nvSpPr>
          <p:spPr>
            <a:xfrm>
              <a:off x="7522210" y="101091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2828"/>
            </a:solidFill>
          </p:spPr>
          <p:txBody>
            <a:bodyPr wrap="square" lIns="0" tIns="0" rIns="0" bIns="0" rtlCol="0"/>
            <a:lstStyle/>
            <a:p/>
          </p:txBody>
        </p:sp>
        <p:sp>
          <p:nvSpPr>
            <p:cNvPr id="2457" name="object 2457"/>
            <p:cNvSpPr/>
            <p:nvPr/>
          </p:nvSpPr>
          <p:spPr>
            <a:xfrm>
              <a:off x="7522210" y="10172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2829"/>
            </a:solidFill>
          </p:spPr>
          <p:txBody>
            <a:bodyPr wrap="square" lIns="0" tIns="0" rIns="0" bIns="0" rtlCol="0"/>
            <a:lstStyle/>
            <a:p/>
          </p:txBody>
        </p:sp>
        <p:sp>
          <p:nvSpPr>
            <p:cNvPr id="2458" name="object 2458"/>
            <p:cNvSpPr/>
            <p:nvPr/>
          </p:nvSpPr>
          <p:spPr>
            <a:xfrm>
              <a:off x="7522210" y="10248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272B"/>
            </a:solidFill>
          </p:spPr>
          <p:txBody>
            <a:bodyPr wrap="square" lIns="0" tIns="0" rIns="0" bIns="0" rtlCol="0"/>
            <a:lstStyle/>
            <a:p/>
          </p:txBody>
        </p:sp>
        <p:sp>
          <p:nvSpPr>
            <p:cNvPr id="2459" name="object 2459"/>
            <p:cNvSpPr/>
            <p:nvPr/>
          </p:nvSpPr>
          <p:spPr>
            <a:xfrm>
              <a:off x="7522210" y="10325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272D"/>
            </a:solidFill>
          </p:spPr>
          <p:txBody>
            <a:bodyPr wrap="square" lIns="0" tIns="0" rIns="0" bIns="0" rtlCol="0"/>
            <a:lstStyle/>
            <a:p/>
          </p:txBody>
        </p:sp>
        <p:sp>
          <p:nvSpPr>
            <p:cNvPr id="2460" name="object 2460"/>
            <p:cNvSpPr/>
            <p:nvPr/>
          </p:nvSpPr>
          <p:spPr>
            <a:xfrm>
              <a:off x="7522210" y="10401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262F"/>
            </a:solidFill>
          </p:spPr>
          <p:txBody>
            <a:bodyPr wrap="square" lIns="0" tIns="0" rIns="0" bIns="0" rtlCol="0"/>
            <a:lstStyle/>
            <a:p/>
          </p:txBody>
        </p:sp>
        <p:sp>
          <p:nvSpPr>
            <p:cNvPr id="2461" name="object 2461"/>
            <p:cNvSpPr/>
            <p:nvPr/>
          </p:nvSpPr>
          <p:spPr>
            <a:xfrm>
              <a:off x="7522210" y="10464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2630"/>
            </a:solidFill>
          </p:spPr>
          <p:txBody>
            <a:bodyPr wrap="square" lIns="0" tIns="0" rIns="0" bIns="0" rtlCol="0"/>
            <a:lstStyle/>
            <a:p/>
          </p:txBody>
        </p:sp>
        <p:sp>
          <p:nvSpPr>
            <p:cNvPr id="2462" name="object 2462"/>
            <p:cNvSpPr/>
            <p:nvPr/>
          </p:nvSpPr>
          <p:spPr>
            <a:xfrm>
              <a:off x="7522210" y="105409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2633"/>
            </a:solidFill>
          </p:spPr>
          <p:txBody>
            <a:bodyPr wrap="square" lIns="0" tIns="0" rIns="0" bIns="0" rtlCol="0"/>
            <a:lstStyle/>
            <a:p/>
          </p:txBody>
        </p:sp>
        <p:sp>
          <p:nvSpPr>
            <p:cNvPr id="2463" name="object 2463"/>
            <p:cNvSpPr/>
            <p:nvPr/>
          </p:nvSpPr>
          <p:spPr>
            <a:xfrm>
              <a:off x="7522210" y="106171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2534"/>
            </a:solidFill>
          </p:spPr>
          <p:txBody>
            <a:bodyPr wrap="square" lIns="0" tIns="0" rIns="0" bIns="0" rtlCol="0"/>
            <a:lstStyle/>
            <a:p/>
          </p:txBody>
        </p:sp>
        <p:sp>
          <p:nvSpPr>
            <p:cNvPr id="2464" name="object 2464"/>
            <p:cNvSpPr/>
            <p:nvPr/>
          </p:nvSpPr>
          <p:spPr>
            <a:xfrm>
              <a:off x="7498080" y="1068069"/>
              <a:ext cx="143510" cy="7620"/>
            </a:xfrm>
            <a:custGeom>
              <a:avLst/>
              <a:gdLst/>
              <a:ahLst/>
              <a:cxnLst/>
              <a:rect l="l" t="t" r="r" b="b"/>
              <a:pathLst>
                <a:path w="143509" h="7619">
                  <a:moveTo>
                    <a:pt x="143497" y="3810"/>
                  </a:moveTo>
                  <a:lnTo>
                    <a:pt x="107950" y="3810"/>
                  </a:lnTo>
                  <a:lnTo>
                    <a:pt x="107950" y="2540"/>
                  </a:lnTo>
                  <a:lnTo>
                    <a:pt x="107950" y="0"/>
                  </a:lnTo>
                  <a:lnTo>
                    <a:pt x="24130" y="0"/>
                  </a:lnTo>
                  <a:lnTo>
                    <a:pt x="24130" y="2540"/>
                  </a:lnTo>
                  <a:lnTo>
                    <a:pt x="0" y="2540"/>
                  </a:lnTo>
                  <a:lnTo>
                    <a:pt x="0" y="3810"/>
                  </a:lnTo>
                  <a:lnTo>
                    <a:pt x="0" y="7620"/>
                  </a:lnTo>
                  <a:lnTo>
                    <a:pt x="143497" y="7620"/>
                  </a:lnTo>
                  <a:lnTo>
                    <a:pt x="143497" y="3810"/>
                  </a:lnTo>
                  <a:close/>
                </a:path>
              </a:pathLst>
            </a:custGeom>
            <a:solidFill>
              <a:srgbClr val="002535"/>
            </a:solidFill>
          </p:spPr>
          <p:txBody>
            <a:bodyPr wrap="square" lIns="0" tIns="0" rIns="0" bIns="0" rtlCol="0"/>
            <a:lstStyle/>
            <a:p/>
          </p:txBody>
        </p:sp>
        <p:sp>
          <p:nvSpPr>
            <p:cNvPr id="2465" name="object 2465"/>
            <p:cNvSpPr/>
            <p:nvPr/>
          </p:nvSpPr>
          <p:spPr>
            <a:xfrm>
              <a:off x="7498080" y="107568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2437"/>
            </a:solidFill>
          </p:spPr>
          <p:txBody>
            <a:bodyPr wrap="square" lIns="0" tIns="0" rIns="0" bIns="0" rtlCol="0"/>
            <a:lstStyle/>
            <a:p/>
          </p:txBody>
        </p:sp>
        <p:sp>
          <p:nvSpPr>
            <p:cNvPr id="2466" name="object 2466"/>
            <p:cNvSpPr/>
            <p:nvPr/>
          </p:nvSpPr>
          <p:spPr>
            <a:xfrm>
              <a:off x="7498080" y="108330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2439"/>
            </a:solidFill>
          </p:spPr>
          <p:txBody>
            <a:bodyPr wrap="square" lIns="0" tIns="0" rIns="0" bIns="0" rtlCol="0"/>
            <a:lstStyle/>
            <a:p/>
          </p:txBody>
        </p:sp>
        <p:sp>
          <p:nvSpPr>
            <p:cNvPr id="2467" name="object 2467"/>
            <p:cNvSpPr/>
            <p:nvPr/>
          </p:nvSpPr>
          <p:spPr>
            <a:xfrm>
              <a:off x="7498080" y="10896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233B"/>
            </a:solidFill>
          </p:spPr>
          <p:txBody>
            <a:bodyPr wrap="square" lIns="0" tIns="0" rIns="0" bIns="0" rtlCol="0"/>
            <a:lstStyle/>
            <a:p/>
          </p:txBody>
        </p:sp>
        <p:sp>
          <p:nvSpPr>
            <p:cNvPr id="2468" name="object 2468"/>
            <p:cNvSpPr/>
            <p:nvPr/>
          </p:nvSpPr>
          <p:spPr>
            <a:xfrm>
              <a:off x="7498080" y="109727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233C"/>
            </a:solidFill>
          </p:spPr>
          <p:txBody>
            <a:bodyPr wrap="square" lIns="0" tIns="0" rIns="0" bIns="0" rtlCol="0"/>
            <a:lstStyle/>
            <a:p/>
          </p:txBody>
        </p:sp>
        <p:sp>
          <p:nvSpPr>
            <p:cNvPr id="2469" name="object 2469"/>
            <p:cNvSpPr/>
            <p:nvPr/>
          </p:nvSpPr>
          <p:spPr>
            <a:xfrm>
              <a:off x="7498080" y="110489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233E"/>
            </a:solidFill>
          </p:spPr>
          <p:txBody>
            <a:bodyPr wrap="square" lIns="0" tIns="0" rIns="0" bIns="0" rtlCol="0"/>
            <a:lstStyle/>
            <a:p/>
          </p:txBody>
        </p:sp>
        <p:sp>
          <p:nvSpPr>
            <p:cNvPr id="2470" name="object 2470"/>
            <p:cNvSpPr/>
            <p:nvPr/>
          </p:nvSpPr>
          <p:spPr>
            <a:xfrm>
              <a:off x="7498080" y="11112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2240"/>
            </a:solidFill>
          </p:spPr>
          <p:txBody>
            <a:bodyPr wrap="square" lIns="0" tIns="0" rIns="0" bIns="0" rtlCol="0"/>
            <a:lstStyle/>
            <a:p/>
          </p:txBody>
        </p:sp>
        <p:sp>
          <p:nvSpPr>
            <p:cNvPr id="2471" name="object 2471"/>
            <p:cNvSpPr/>
            <p:nvPr/>
          </p:nvSpPr>
          <p:spPr>
            <a:xfrm>
              <a:off x="7498080" y="11188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2241"/>
            </a:solidFill>
          </p:spPr>
          <p:txBody>
            <a:bodyPr wrap="square" lIns="0" tIns="0" rIns="0" bIns="0" rtlCol="0"/>
            <a:lstStyle/>
            <a:p/>
          </p:txBody>
        </p:sp>
        <p:sp>
          <p:nvSpPr>
            <p:cNvPr id="2472" name="object 2472"/>
            <p:cNvSpPr/>
            <p:nvPr/>
          </p:nvSpPr>
          <p:spPr>
            <a:xfrm>
              <a:off x="7498080" y="112648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2143"/>
            </a:solidFill>
          </p:spPr>
          <p:txBody>
            <a:bodyPr wrap="square" lIns="0" tIns="0" rIns="0" bIns="0" rtlCol="0"/>
            <a:lstStyle/>
            <a:p/>
          </p:txBody>
        </p:sp>
        <p:sp>
          <p:nvSpPr>
            <p:cNvPr id="2473" name="object 2473"/>
            <p:cNvSpPr/>
            <p:nvPr/>
          </p:nvSpPr>
          <p:spPr>
            <a:xfrm>
              <a:off x="7498080" y="113410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2145"/>
            </a:solidFill>
          </p:spPr>
          <p:txBody>
            <a:bodyPr wrap="square" lIns="0" tIns="0" rIns="0" bIns="0" rtlCol="0"/>
            <a:lstStyle/>
            <a:p/>
          </p:txBody>
        </p:sp>
        <p:sp>
          <p:nvSpPr>
            <p:cNvPr id="2474" name="object 2474"/>
            <p:cNvSpPr/>
            <p:nvPr/>
          </p:nvSpPr>
          <p:spPr>
            <a:xfrm>
              <a:off x="7498080" y="11404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2047"/>
            </a:solidFill>
          </p:spPr>
          <p:txBody>
            <a:bodyPr wrap="square" lIns="0" tIns="0" rIns="0" bIns="0" rtlCol="0"/>
            <a:lstStyle/>
            <a:p/>
          </p:txBody>
        </p:sp>
        <p:sp>
          <p:nvSpPr>
            <p:cNvPr id="2475" name="object 2475"/>
            <p:cNvSpPr/>
            <p:nvPr/>
          </p:nvSpPr>
          <p:spPr>
            <a:xfrm>
              <a:off x="7498080" y="114807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2048"/>
            </a:solidFill>
          </p:spPr>
          <p:txBody>
            <a:bodyPr wrap="square" lIns="0" tIns="0" rIns="0" bIns="0" rtlCol="0"/>
            <a:lstStyle/>
            <a:p/>
          </p:txBody>
        </p:sp>
        <p:sp>
          <p:nvSpPr>
            <p:cNvPr id="2476" name="object 2476"/>
            <p:cNvSpPr/>
            <p:nvPr/>
          </p:nvSpPr>
          <p:spPr>
            <a:xfrm>
              <a:off x="7498080" y="115569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204A"/>
            </a:solidFill>
          </p:spPr>
          <p:txBody>
            <a:bodyPr wrap="square" lIns="0" tIns="0" rIns="0" bIns="0" rtlCol="0"/>
            <a:lstStyle/>
            <a:p/>
          </p:txBody>
        </p:sp>
        <p:sp>
          <p:nvSpPr>
            <p:cNvPr id="2477" name="object 2477"/>
            <p:cNvSpPr/>
            <p:nvPr/>
          </p:nvSpPr>
          <p:spPr>
            <a:xfrm>
              <a:off x="7498080" y="11620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F4C"/>
            </a:solidFill>
          </p:spPr>
          <p:txBody>
            <a:bodyPr wrap="square" lIns="0" tIns="0" rIns="0" bIns="0" rtlCol="0"/>
            <a:lstStyle/>
            <a:p/>
          </p:txBody>
        </p:sp>
        <p:sp>
          <p:nvSpPr>
            <p:cNvPr id="2478" name="object 2478"/>
            <p:cNvSpPr/>
            <p:nvPr/>
          </p:nvSpPr>
          <p:spPr>
            <a:xfrm>
              <a:off x="7498080" y="11696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1F4D"/>
            </a:solidFill>
          </p:spPr>
          <p:txBody>
            <a:bodyPr wrap="square" lIns="0" tIns="0" rIns="0" bIns="0" rtlCol="0"/>
            <a:lstStyle/>
            <a:p/>
          </p:txBody>
        </p:sp>
        <p:sp>
          <p:nvSpPr>
            <p:cNvPr id="2479" name="object 2479"/>
            <p:cNvSpPr/>
            <p:nvPr/>
          </p:nvSpPr>
          <p:spPr>
            <a:xfrm>
              <a:off x="7498080" y="117728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1E4F"/>
            </a:solidFill>
          </p:spPr>
          <p:txBody>
            <a:bodyPr wrap="square" lIns="0" tIns="0" rIns="0" bIns="0" rtlCol="0"/>
            <a:lstStyle/>
            <a:p/>
          </p:txBody>
        </p:sp>
        <p:sp>
          <p:nvSpPr>
            <p:cNvPr id="2480" name="object 2480"/>
            <p:cNvSpPr/>
            <p:nvPr/>
          </p:nvSpPr>
          <p:spPr>
            <a:xfrm>
              <a:off x="7498080" y="118363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E51"/>
            </a:solidFill>
          </p:spPr>
          <p:txBody>
            <a:bodyPr wrap="square" lIns="0" tIns="0" rIns="0" bIns="0" rtlCol="0"/>
            <a:lstStyle/>
            <a:p/>
          </p:txBody>
        </p:sp>
        <p:sp>
          <p:nvSpPr>
            <p:cNvPr id="2481" name="object 2481"/>
            <p:cNvSpPr/>
            <p:nvPr/>
          </p:nvSpPr>
          <p:spPr>
            <a:xfrm>
              <a:off x="7498080" y="11912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1D53"/>
            </a:solidFill>
          </p:spPr>
          <p:txBody>
            <a:bodyPr wrap="square" lIns="0" tIns="0" rIns="0" bIns="0" rtlCol="0"/>
            <a:lstStyle/>
            <a:p/>
          </p:txBody>
        </p:sp>
        <p:sp>
          <p:nvSpPr>
            <p:cNvPr id="2482" name="object 2482"/>
            <p:cNvSpPr/>
            <p:nvPr/>
          </p:nvSpPr>
          <p:spPr>
            <a:xfrm>
              <a:off x="7498080" y="119887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1D54"/>
            </a:solidFill>
          </p:spPr>
          <p:txBody>
            <a:bodyPr wrap="square" lIns="0" tIns="0" rIns="0" bIns="0" rtlCol="0"/>
            <a:lstStyle/>
            <a:p/>
          </p:txBody>
        </p:sp>
        <p:sp>
          <p:nvSpPr>
            <p:cNvPr id="2483" name="object 2483"/>
            <p:cNvSpPr/>
            <p:nvPr/>
          </p:nvSpPr>
          <p:spPr>
            <a:xfrm>
              <a:off x="7498080" y="120522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D56"/>
            </a:solidFill>
          </p:spPr>
          <p:txBody>
            <a:bodyPr wrap="square" lIns="0" tIns="0" rIns="0" bIns="0" rtlCol="0"/>
            <a:lstStyle/>
            <a:p/>
          </p:txBody>
        </p:sp>
        <p:sp>
          <p:nvSpPr>
            <p:cNvPr id="2484" name="object 2484"/>
            <p:cNvSpPr/>
            <p:nvPr/>
          </p:nvSpPr>
          <p:spPr>
            <a:xfrm>
              <a:off x="7498080" y="12128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C58"/>
            </a:solidFill>
          </p:spPr>
          <p:txBody>
            <a:bodyPr wrap="square" lIns="0" tIns="0" rIns="0" bIns="0" rtlCol="0"/>
            <a:lstStyle/>
            <a:p/>
          </p:txBody>
        </p:sp>
        <p:sp>
          <p:nvSpPr>
            <p:cNvPr id="2485" name="object 2485"/>
            <p:cNvSpPr/>
            <p:nvPr/>
          </p:nvSpPr>
          <p:spPr>
            <a:xfrm>
              <a:off x="7498080" y="12204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1C59"/>
            </a:solidFill>
          </p:spPr>
          <p:txBody>
            <a:bodyPr wrap="square" lIns="0" tIns="0" rIns="0" bIns="0" rtlCol="0"/>
            <a:lstStyle/>
            <a:p/>
          </p:txBody>
        </p:sp>
        <p:sp>
          <p:nvSpPr>
            <p:cNvPr id="2486" name="object 2486"/>
            <p:cNvSpPr/>
            <p:nvPr/>
          </p:nvSpPr>
          <p:spPr>
            <a:xfrm>
              <a:off x="7498080" y="122808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1B5B"/>
            </a:solidFill>
          </p:spPr>
          <p:txBody>
            <a:bodyPr wrap="square" lIns="0" tIns="0" rIns="0" bIns="0" rtlCol="0"/>
            <a:lstStyle/>
            <a:p/>
          </p:txBody>
        </p:sp>
        <p:sp>
          <p:nvSpPr>
            <p:cNvPr id="2487" name="object 2487"/>
            <p:cNvSpPr/>
            <p:nvPr/>
          </p:nvSpPr>
          <p:spPr>
            <a:xfrm>
              <a:off x="7498080" y="123443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B5D"/>
            </a:solidFill>
          </p:spPr>
          <p:txBody>
            <a:bodyPr wrap="square" lIns="0" tIns="0" rIns="0" bIns="0" rtlCol="0"/>
            <a:lstStyle/>
            <a:p/>
          </p:txBody>
        </p:sp>
        <p:sp>
          <p:nvSpPr>
            <p:cNvPr id="2488" name="object 2488"/>
            <p:cNvSpPr/>
            <p:nvPr/>
          </p:nvSpPr>
          <p:spPr>
            <a:xfrm>
              <a:off x="7498080" y="12420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001A5F"/>
            </a:solidFill>
          </p:spPr>
          <p:txBody>
            <a:bodyPr wrap="square" lIns="0" tIns="0" rIns="0" bIns="0" rtlCol="0"/>
            <a:lstStyle/>
            <a:p/>
          </p:txBody>
        </p:sp>
        <p:sp>
          <p:nvSpPr>
            <p:cNvPr id="2489" name="object 2489"/>
            <p:cNvSpPr/>
            <p:nvPr/>
          </p:nvSpPr>
          <p:spPr>
            <a:xfrm>
              <a:off x="7498080" y="124967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001A60"/>
            </a:solidFill>
          </p:spPr>
          <p:txBody>
            <a:bodyPr wrap="square" lIns="0" tIns="0" rIns="0" bIns="0" rtlCol="0"/>
            <a:lstStyle/>
            <a:p/>
          </p:txBody>
        </p:sp>
        <p:sp>
          <p:nvSpPr>
            <p:cNvPr id="2490" name="object 2490"/>
            <p:cNvSpPr/>
            <p:nvPr/>
          </p:nvSpPr>
          <p:spPr>
            <a:xfrm>
              <a:off x="7498080" y="125602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A62"/>
            </a:solidFill>
          </p:spPr>
          <p:txBody>
            <a:bodyPr wrap="square" lIns="0" tIns="0" rIns="0" bIns="0" rtlCol="0"/>
            <a:lstStyle/>
            <a:p/>
          </p:txBody>
        </p:sp>
        <p:sp>
          <p:nvSpPr>
            <p:cNvPr id="2491" name="object 2491"/>
            <p:cNvSpPr/>
            <p:nvPr/>
          </p:nvSpPr>
          <p:spPr>
            <a:xfrm>
              <a:off x="7498080" y="1263650"/>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001964"/>
            </a:solidFill>
          </p:spPr>
          <p:txBody>
            <a:bodyPr wrap="square" lIns="0" tIns="0" rIns="0" bIns="0" rtlCol="0"/>
            <a:lstStyle/>
            <a:p/>
          </p:txBody>
        </p:sp>
        <p:sp>
          <p:nvSpPr>
            <p:cNvPr id="2492" name="object 2492"/>
            <p:cNvSpPr/>
            <p:nvPr/>
          </p:nvSpPr>
          <p:spPr>
            <a:xfrm>
              <a:off x="7498080" y="1271269"/>
              <a:ext cx="143510" cy="6350"/>
            </a:xfrm>
            <a:custGeom>
              <a:avLst/>
              <a:gdLst/>
              <a:ahLst/>
              <a:cxnLst/>
              <a:rect l="l" t="t" r="r" b="b"/>
              <a:pathLst>
                <a:path w="143509" h="6350">
                  <a:moveTo>
                    <a:pt x="107950" y="1270"/>
                  </a:moveTo>
                  <a:lnTo>
                    <a:pt x="0" y="1270"/>
                  </a:lnTo>
                  <a:lnTo>
                    <a:pt x="0" y="2540"/>
                  </a:lnTo>
                  <a:lnTo>
                    <a:pt x="24130" y="2540"/>
                  </a:lnTo>
                  <a:lnTo>
                    <a:pt x="24130" y="6350"/>
                  </a:lnTo>
                  <a:lnTo>
                    <a:pt x="107950" y="6350"/>
                  </a:lnTo>
                  <a:lnTo>
                    <a:pt x="107950" y="2540"/>
                  </a:lnTo>
                  <a:lnTo>
                    <a:pt x="107950" y="1270"/>
                  </a:lnTo>
                  <a:close/>
                </a:path>
                <a:path w="143509" h="6350">
                  <a:moveTo>
                    <a:pt x="143497" y="0"/>
                  </a:moveTo>
                  <a:lnTo>
                    <a:pt x="107950" y="0"/>
                  </a:lnTo>
                  <a:lnTo>
                    <a:pt x="107950" y="1270"/>
                  </a:lnTo>
                  <a:lnTo>
                    <a:pt x="143497" y="1270"/>
                  </a:lnTo>
                  <a:lnTo>
                    <a:pt x="143497" y="0"/>
                  </a:lnTo>
                  <a:close/>
                </a:path>
              </a:pathLst>
            </a:custGeom>
            <a:solidFill>
              <a:srgbClr val="001966"/>
            </a:solidFill>
          </p:spPr>
          <p:txBody>
            <a:bodyPr wrap="square" lIns="0" tIns="0" rIns="0" bIns="0" rtlCol="0"/>
            <a:lstStyle/>
            <a:p/>
          </p:txBody>
        </p:sp>
        <p:sp>
          <p:nvSpPr>
            <p:cNvPr id="2493" name="object 2493"/>
            <p:cNvSpPr/>
            <p:nvPr/>
          </p:nvSpPr>
          <p:spPr>
            <a:xfrm>
              <a:off x="7522210" y="12776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867"/>
            </a:solidFill>
          </p:spPr>
          <p:txBody>
            <a:bodyPr wrap="square" lIns="0" tIns="0" rIns="0" bIns="0" rtlCol="0"/>
            <a:lstStyle/>
            <a:p/>
          </p:txBody>
        </p:sp>
        <p:sp>
          <p:nvSpPr>
            <p:cNvPr id="2494" name="object 2494"/>
            <p:cNvSpPr/>
            <p:nvPr/>
          </p:nvSpPr>
          <p:spPr>
            <a:xfrm>
              <a:off x="7522210" y="128523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869"/>
            </a:solidFill>
          </p:spPr>
          <p:txBody>
            <a:bodyPr wrap="square" lIns="0" tIns="0" rIns="0" bIns="0" rtlCol="0"/>
            <a:lstStyle/>
            <a:p/>
          </p:txBody>
        </p:sp>
        <p:sp>
          <p:nvSpPr>
            <p:cNvPr id="2495" name="object 2495"/>
            <p:cNvSpPr/>
            <p:nvPr/>
          </p:nvSpPr>
          <p:spPr>
            <a:xfrm>
              <a:off x="7522210" y="129285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76B"/>
            </a:solidFill>
          </p:spPr>
          <p:txBody>
            <a:bodyPr wrap="square" lIns="0" tIns="0" rIns="0" bIns="0" rtlCol="0"/>
            <a:lstStyle/>
            <a:p/>
          </p:txBody>
        </p:sp>
        <p:sp>
          <p:nvSpPr>
            <p:cNvPr id="2496" name="object 2496"/>
            <p:cNvSpPr/>
            <p:nvPr/>
          </p:nvSpPr>
          <p:spPr>
            <a:xfrm>
              <a:off x="7522210" y="12992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76C"/>
            </a:solidFill>
          </p:spPr>
          <p:txBody>
            <a:bodyPr wrap="square" lIns="0" tIns="0" rIns="0" bIns="0" rtlCol="0"/>
            <a:lstStyle/>
            <a:p/>
          </p:txBody>
        </p:sp>
        <p:sp>
          <p:nvSpPr>
            <p:cNvPr id="2497" name="object 2497"/>
            <p:cNvSpPr/>
            <p:nvPr/>
          </p:nvSpPr>
          <p:spPr>
            <a:xfrm>
              <a:off x="7522210" y="13068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76E"/>
            </a:solidFill>
          </p:spPr>
          <p:txBody>
            <a:bodyPr wrap="square" lIns="0" tIns="0" rIns="0" bIns="0" rtlCol="0"/>
            <a:lstStyle/>
            <a:p/>
          </p:txBody>
        </p:sp>
        <p:sp>
          <p:nvSpPr>
            <p:cNvPr id="2498" name="object 2498"/>
            <p:cNvSpPr/>
            <p:nvPr/>
          </p:nvSpPr>
          <p:spPr>
            <a:xfrm>
              <a:off x="7522210" y="13144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670"/>
            </a:solidFill>
          </p:spPr>
          <p:txBody>
            <a:bodyPr wrap="square" lIns="0" tIns="0" rIns="0" bIns="0" rtlCol="0"/>
            <a:lstStyle/>
            <a:p/>
          </p:txBody>
        </p:sp>
        <p:sp>
          <p:nvSpPr>
            <p:cNvPr id="2499" name="object 2499"/>
            <p:cNvSpPr/>
            <p:nvPr/>
          </p:nvSpPr>
          <p:spPr>
            <a:xfrm>
              <a:off x="7522210" y="132206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671"/>
            </a:solidFill>
          </p:spPr>
          <p:txBody>
            <a:bodyPr wrap="square" lIns="0" tIns="0" rIns="0" bIns="0" rtlCol="0"/>
            <a:lstStyle/>
            <a:p/>
          </p:txBody>
        </p:sp>
        <p:sp>
          <p:nvSpPr>
            <p:cNvPr id="2500" name="object 2500"/>
            <p:cNvSpPr/>
            <p:nvPr/>
          </p:nvSpPr>
          <p:spPr>
            <a:xfrm>
              <a:off x="7522210" y="13284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573"/>
            </a:solidFill>
          </p:spPr>
          <p:txBody>
            <a:bodyPr wrap="square" lIns="0" tIns="0" rIns="0" bIns="0" rtlCol="0"/>
            <a:lstStyle/>
            <a:p/>
          </p:txBody>
        </p:sp>
        <p:sp>
          <p:nvSpPr>
            <p:cNvPr id="2501" name="object 2501"/>
            <p:cNvSpPr/>
            <p:nvPr/>
          </p:nvSpPr>
          <p:spPr>
            <a:xfrm>
              <a:off x="7522210" y="133603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575"/>
            </a:solidFill>
          </p:spPr>
          <p:txBody>
            <a:bodyPr wrap="square" lIns="0" tIns="0" rIns="0" bIns="0" rtlCol="0"/>
            <a:lstStyle/>
            <a:p/>
          </p:txBody>
        </p:sp>
        <p:sp>
          <p:nvSpPr>
            <p:cNvPr id="2502" name="object 2502"/>
            <p:cNvSpPr/>
            <p:nvPr/>
          </p:nvSpPr>
          <p:spPr>
            <a:xfrm>
              <a:off x="7522210" y="134365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477"/>
            </a:solidFill>
          </p:spPr>
          <p:txBody>
            <a:bodyPr wrap="square" lIns="0" tIns="0" rIns="0" bIns="0" rtlCol="0"/>
            <a:lstStyle/>
            <a:p/>
          </p:txBody>
        </p:sp>
        <p:sp>
          <p:nvSpPr>
            <p:cNvPr id="2503" name="object 2503"/>
            <p:cNvSpPr/>
            <p:nvPr/>
          </p:nvSpPr>
          <p:spPr>
            <a:xfrm>
              <a:off x="7522210" y="13500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478"/>
            </a:solidFill>
          </p:spPr>
          <p:txBody>
            <a:bodyPr wrap="square" lIns="0" tIns="0" rIns="0" bIns="0" rtlCol="0"/>
            <a:lstStyle/>
            <a:p/>
          </p:txBody>
        </p:sp>
        <p:sp>
          <p:nvSpPr>
            <p:cNvPr id="2504" name="object 2504"/>
            <p:cNvSpPr/>
            <p:nvPr/>
          </p:nvSpPr>
          <p:spPr>
            <a:xfrm>
              <a:off x="7522210" y="13576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47A"/>
            </a:solidFill>
          </p:spPr>
          <p:txBody>
            <a:bodyPr wrap="square" lIns="0" tIns="0" rIns="0" bIns="0" rtlCol="0"/>
            <a:lstStyle/>
            <a:p/>
          </p:txBody>
        </p:sp>
        <p:sp>
          <p:nvSpPr>
            <p:cNvPr id="2505" name="object 2505"/>
            <p:cNvSpPr/>
            <p:nvPr/>
          </p:nvSpPr>
          <p:spPr>
            <a:xfrm>
              <a:off x="7522210" y="136525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37C"/>
            </a:solidFill>
          </p:spPr>
          <p:txBody>
            <a:bodyPr wrap="square" lIns="0" tIns="0" rIns="0" bIns="0" rtlCol="0"/>
            <a:lstStyle/>
            <a:p/>
          </p:txBody>
        </p:sp>
        <p:sp>
          <p:nvSpPr>
            <p:cNvPr id="2506" name="object 2506"/>
            <p:cNvSpPr/>
            <p:nvPr/>
          </p:nvSpPr>
          <p:spPr>
            <a:xfrm>
              <a:off x="7522210" y="13716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37D"/>
            </a:solidFill>
          </p:spPr>
          <p:txBody>
            <a:bodyPr wrap="square" lIns="0" tIns="0" rIns="0" bIns="0" rtlCol="0"/>
            <a:lstStyle/>
            <a:p/>
          </p:txBody>
        </p:sp>
        <p:sp>
          <p:nvSpPr>
            <p:cNvPr id="2507" name="object 2507"/>
            <p:cNvSpPr/>
            <p:nvPr/>
          </p:nvSpPr>
          <p:spPr>
            <a:xfrm>
              <a:off x="7522210" y="13792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27F"/>
            </a:solidFill>
          </p:spPr>
          <p:txBody>
            <a:bodyPr wrap="square" lIns="0" tIns="0" rIns="0" bIns="0" rtlCol="0"/>
            <a:lstStyle/>
            <a:p/>
          </p:txBody>
        </p:sp>
        <p:sp>
          <p:nvSpPr>
            <p:cNvPr id="2508" name="object 2508"/>
            <p:cNvSpPr/>
            <p:nvPr/>
          </p:nvSpPr>
          <p:spPr>
            <a:xfrm>
              <a:off x="7522210" y="138683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281"/>
            </a:solidFill>
          </p:spPr>
          <p:txBody>
            <a:bodyPr wrap="square" lIns="0" tIns="0" rIns="0" bIns="0" rtlCol="0"/>
            <a:lstStyle/>
            <a:p/>
          </p:txBody>
        </p:sp>
        <p:sp>
          <p:nvSpPr>
            <p:cNvPr id="2509" name="object 2509"/>
            <p:cNvSpPr/>
            <p:nvPr/>
          </p:nvSpPr>
          <p:spPr>
            <a:xfrm>
              <a:off x="7522210" y="13931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183"/>
            </a:solidFill>
          </p:spPr>
          <p:txBody>
            <a:bodyPr wrap="square" lIns="0" tIns="0" rIns="0" bIns="0" rtlCol="0"/>
            <a:lstStyle/>
            <a:p/>
          </p:txBody>
        </p:sp>
        <p:sp>
          <p:nvSpPr>
            <p:cNvPr id="2510" name="object 2510"/>
            <p:cNvSpPr/>
            <p:nvPr/>
          </p:nvSpPr>
          <p:spPr>
            <a:xfrm>
              <a:off x="7522210" y="14008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184"/>
            </a:solidFill>
          </p:spPr>
          <p:txBody>
            <a:bodyPr wrap="square" lIns="0" tIns="0" rIns="0" bIns="0" rtlCol="0"/>
            <a:lstStyle/>
            <a:p/>
          </p:txBody>
        </p:sp>
        <p:sp>
          <p:nvSpPr>
            <p:cNvPr id="2511" name="object 2511"/>
            <p:cNvSpPr/>
            <p:nvPr/>
          </p:nvSpPr>
          <p:spPr>
            <a:xfrm>
              <a:off x="7522210" y="14084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186"/>
            </a:solidFill>
          </p:spPr>
          <p:txBody>
            <a:bodyPr wrap="square" lIns="0" tIns="0" rIns="0" bIns="0" rtlCol="0"/>
            <a:lstStyle/>
            <a:p/>
          </p:txBody>
        </p:sp>
        <p:sp>
          <p:nvSpPr>
            <p:cNvPr id="2512" name="object 2512"/>
            <p:cNvSpPr/>
            <p:nvPr/>
          </p:nvSpPr>
          <p:spPr>
            <a:xfrm>
              <a:off x="7522210" y="141605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088"/>
            </a:solidFill>
          </p:spPr>
          <p:txBody>
            <a:bodyPr wrap="square" lIns="0" tIns="0" rIns="0" bIns="0" rtlCol="0"/>
            <a:lstStyle/>
            <a:p/>
          </p:txBody>
        </p:sp>
        <p:sp>
          <p:nvSpPr>
            <p:cNvPr id="2513" name="object 2513"/>
            <p:cNvSpPr/>
            <p:nvPr/>
          </p:nvSpPr>
          <p:spPr>
            <a:xfrm>
              <a:off x="7522210" y="14224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089"/>
            </a:solidFill>
          </p:spPr>
          <p:txBody>
            <a:bodyPr wrap="square" lIns="0" tIns="0" rIns="0" bIns="0" rtlCol="0"/>
            <a:lstStyle/>
            <a:p/>
          </p:txBody>
        </p:sp>
        <p:sp>
          <p:nvSpPr>
            <p:cNvPr id="2514" name="object 2514"/>
            <p:cNvSpPr/>
            <p:nvPr/>
          </p:nvSpPr>
          <p:spPr>
            <a:xfrm>
              <a:off x="7522210" y="14300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F8B"/>
            </a:solidFill>
          </p:spPr>
          <p:txBody>
            <a:bodyPr wrap="square" lIns="0" tIns="0" rIns="0" bIns="0" rtlCol="0"/>
            <a:lstStyle/>
            <a:p/>
          </p:txBody>
        </p:sp>
        <p:sp>
          <p:nvSpPr>
            <p:cNvPr id="2515" name="object 2515"/>
            <p:cNvSpPr/>
            <p:nvPr/>
          </p:nvSpPr>
          <p:spPr>
            <a:xfrm>
              <a:off x="7522210" y="143763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F8D"/>
            </a:solidFill>
          </p:spPr>
          <p:txBody>
            <a:bodyPr wrap="square" lIns="0" tIns="0" rIns="0" bIns="0" rtlCol="0"/>
            <a:lstStyle/>
            <a:p/>
          </p:txBody>
        </p:sp>
        <p:sp>
          <p:nvSpPr>
            <p:cNvPr id="2516" name="object 2516"/>
            <p:cNvSpPr/>
            <p:nvPr/>
          </p:nvSpPr>
          <p:spPr>
            <a:xfrm>
              <a:off x="7522210" y="14439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E8F"/>
            </a:solidFill>
          </p:spPr>
          <p:txBody>
            <a:bodyPr wrap="square" lIns="0" tIns="0" rIns="0" bIns="0" rtlCol="0"/>
            <a:lstStyle/>
            <a:p/>
          </p:txBody>
        </p:sp>
        <p:sp>
          <p:nvSpPr>
            <p:cNvPr id="2517" name="object 2517"/>
            <p:cNvSpPr/>
            <p:nvPr/>
          </p:nvSpPr>
          <p:spPr>
            <a:xfrm>
              <a:off x="7522210" y="14516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E90"/>
            </a:solidFill>
          </p:spPr>
          <p:txBody>
            <a:bodyPr wrap="square" lIns="0" tIns="0" rIns="0" bIns="0" rtlCol="0"/>
            <a:lstStyle/>
            <a:p/>
          </p:txBody>
        </p:sp>
        <p:sp>
          <p:nvSpPr>
            <p:cNvPr id="2518" name="object 2518"/>
            <p:cNvSpPr/>
            <p:nvPr/>
          </p:nvSpPr>
          <p:spPr>
            <a:xfrm>
              <a:off x="7522210" y="14592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E92"/>
            </a:solidFill>
          </p:spPr>
          <p:txBody>
            <a:bodyPr wrap="square" lIns="0" tIns="0" rIns="0" bIns="0" rtlCol="0"/>
            <a:lstStyle/>
            <a:p/>
          </p:txBody>
        </p:sp>
        <p:sp>
          <p:nvSpPr>
            <p:cNvPr id="2519" name="object 2519"/>
            <p:cNvSpPr/>
            <p:nvPr/>
          </p:nvSpPr>
          <p:spPr>
            <a:xfrm>
              <a:off x="7522210" y="1465579"/>
              <a:ext cx="115570" cy="7620"/>
            </a:xfrm>
            <a:custGeom>
              <a:avLst/>
              <a:gdLst/>
              <a:ahLst/>
              <a:cxnLst/>
              <a:rect l="l" t="t" r="r" b="b"/>
              <a:pathLst>
                <a:path w="115570" h="7619">
                  <a:moveTo>
                    <a:pt x="83820" y="6350"/>
                  </a:moveTo>
                  <a:lnTo>
                    <a:pt x="0" y="6350"/>
                  </a:lnTo>
                  <a:lnTo>
                    <a:pt x="0" y="7620"/>
                  </a:lnTo>
                  <a:lnTo>
                    <a:pt x="83820" y="7620"/>
                  </a:lnTo>
                  <a:lnTo>
                    <a:pt x="83820" y="6350"/>
                  </a:lnTo>
                  <a:close/>
                </a:path>
                <a:path w="115570" h="7619">
                  <a:moveTo>
                    <a:pt x="83820" y="0"/>
                  </a:moveTo>
                  <a:lnTo>
                    <a:pt x="0" y="0"/>
                  </a:lnTo>
                  <a:lnTo>
                    <a:pt x="0" y="5080"/>
                  </a:lnTo>
                  <a:lnTo>
                    <a:pt x="83820" y="5080"/>
                  </a:lnTo>
                  <a:lnTo>
                    <a:pt x="83820" y="0"/>
                  </a:lnTo>
                  <a:close/>
                </a:path>
                <a:path w="115570" h="7619">
                  <a:moveTo>
                    <a:pt x="115570" y="6350"/>
                  </a:moveTo>
                  <a:lnTo>
                    <a:pt x="114300" y="6350"/>
                  </a:lnTo>
                  <a:lnTo>
                    <a:pt x="114300" y="5080"/>
                  </a:lnTo>
                  <a:lnTo>
                    <a:pt x="113030" y="5080"/>
                  </a:lnTo>
                  <a:lnTo>
                    <a:pt x="113030" y="6350"/>
                  </a:lnTo>
                  <a:lnTo>
                    <a:pt x="111760" y="6350"/>
                  </a:lnTo>
                  <a:lnTo>
                    <a:pt x="111760" y="7620"/>
                  </a:lnTo>
                  <a:lnTo>
                    <a:pt x="115570" y="7620"/>
                  </a:lnTo>
                  <a:lnTo>
                    <a:pt x="115570" y="6350"/>
                  </a:lnTo>
                  <a:close/>
                </a:path>
              </a:pathLst>
            </a:custGeom>
            <a:solidFill>
              <a:srgbClr val="000D94"/>
            </a:solidFill>
          </p:spPr>
          <p:txBody>
            <a:bodyPr wrap="square" lIns="0" tIns="0" rIns="0" bIns="0" rtlCol="0"/>
            <a:lstStyle/>
            <a:p/>
          </p:txBody>
        </p:sp>
        <p:sp>
          <p:nvSpPr>
            <p:cNvPr id="2520" name="object 2520"/>
            <p:cNvSpPr/>
            <p:nvPr/>
          </p:nvSpPr>
          <p:spPr>
            <a:xfrm>
              <a:off x="7522210" y="1473200"/>
              <a:ext cx="115570" cy="7620"/>
            </a:xfrm>
            <a:custGeom>
              <a:avLst/>
              <a:gdLst/>
              <a:ahLst/>
              <a:cxnLst/>
              <a:rect l="l" t="t" r="r" b="b"/>
              <a:pathLst>
                <a:path w="115570" h="7619">
                  <a:moveTo>
                    <a:pt x="83820" y="5079"/>
                  </a:moveTo>
                  <a:lnTo>
                    <a:pt x="0" y="5079"/>
                  </a:lnTo>
                  <a:lnTo>
                    <a:pt x="0" y="7620"/>
                  </a:lnTo>
                  <a:lnTo>
                    <a:pt x="83820" y="7620"/>
                  </a:lnTo>
                  <a:lnTo>
                    <a:pt x="83820" y="5079"/>
                  </a:lnTo>
                  <a:close/>
                </a:path>
                <a:path w="115570" h="7619">
                  <a:moveTo>
                    <a:pt x="115570" y="5079"/>
                  </a:moveTo>
                  <a:lnTo>
                    <a:pt x="104140" y="5079"/>
                  </a:lnTo>
                  <a:lnTo>
                    <a:pt x="104140" y="7620"/>
                  </a:lnTo>
                  <a:lnTo>
                    <a:pt x="115570" y="7620"/>
                  </a:lnTo>
                  <a:lnTo>
                    <a:pt x="115570" y="5079"/>
                  </a:lnTo>
                  <a:close/>
                </a:path>
                <a:path w="115570" h="7619">
                  <a:moveTo>
                    <a:pt x="106680" y="3809"/>
                  </a:moveTo>
                  <a:lnTo>
                    <a:pt x="105410" y="3809"/>
                  </a:lnTo>
                  <a:lnTo>
                    <a:pt x="105410" y="5079"/>
                  </a:lnTo>
                  <a:lnTo>
                    <a:pt x="106680" y="5079"/>
                  </a:lnTo>
                  <a:lnTo>
                    <a:pt x="106680" y="3809"/>
                  </a:lnTo>
                  <a:close/>
                </a:path>
                <a:path w="115570" h="7619">
                  <a:moveTo>
                    <a:pt x="109220" y="1269"/>
                  </a:moveTo>
                  <a:lnTo>
                    <a:pt x="107950" y="1269"/>
                  </a:lnTo>
                  <a:lnTo>
                    <a:pt x="107950" y="3809"/>
                  </a:lnTo>
                  <a:lnTo>
                    <a:pt x="115570" y="3809"/>
                  </a:lnTo>
                  <a:lnTo>
                    <a:pt x="115570" y="2539"/>
                  </a:lnTo>
                  <a:lnTo>
                    <a:pt x="109220" y="2539"/>
                  </a:lnTo>
                  <a:lnTo>
                    <a:pt x="109220" y="1269"/>
                  </a:lnTo>
                  <a:close/>
                </a:path>
                <a:path w="115570" h="7619">
                  <a:moveTo>
                    <a:pt x="115570" y="0"/>
                  </a:moveTo>
                  <a:lnTo>
                    <a:pt x="111760" y="0"/>
                  </a:lnTo>
                  <a:lnTo>
                    <a:pt x="111760" y="1269"/>
                  </a:lnTo>
                  <a:lnTo>
                    <a:pt x="115570" y="1269"/>
                  </a:lnTo>
                  <a:lnTo>
                    <a:pt x="115570" y="0"/>
                  </a:lnTo>
                  <a:close/>
                </a:path>
                <a:path w="115570" h="7619">
                  <a:moveTo>
                    <a:pt x="83820" y="2539"/>
                  </a:moveTo>
                  <a:lnTo>
                    <a:pt x="0" y="2539"/>
                  </a:lnTo>
                  <a:lnTo>
                    <a:pt x="0" y="3809"/>
                  </a:lnTo>
                  <a:lnTo>
                    <a:pt x="83820" y="3809"/>
                  </a:lnTo>
                  <a:lnTo>
                    <a:pt x="83820" y="2539"/>
                  </a:lnTo>
                  <a:close/>
                </a:path>
                <a:path w="115570" h="7619">
                  <a:moveTo>
                    <a:pt x="83820" y="0"/>
                  </a:moveTo>
                  <a:lnTo>
                    <a:pt x="0" y="0"/>
                  </a:lnTo>
                  <a:lnTo>
                    <a:pt x="0" y="1269"/>
                  </a:lnTo>
                  <a:lnTo>
                    <a:pt x="83820" y="1269"/>
                  </a:lnTo>
                  <a:lnTo>
                    <a:pt x="83820" y="0"/>
                  </a:lnTo>
                  <a:close/>
                </a:path>
              </a:pathLst>
            </a:custGeom>
            <a:solidFill>
              <a:srgbClr val="000D95"/>
            </a:solidFill>
          </p:spPr>
          <p:txBody>
            <a:bodyPr wrap="square" lIns="0" tIns="0" rIns="0" bIns="0" rtlCol="0"/>
            <a:lstStyle/>
            <a:p/>
          </p:txBody>
        </p:sp>
        <p:sp>
          <p:nvSpPr>
            <p:cNvPr id="2521" name="object 2521"/>
            <p:cNvSpPr/>
            <p:nvPr/>
          </p:nvSpPr>
          <p:spPr>
            <a:xfrm>
              <a:off x="7522210" y="1480819"/>
              <a:ext cx="115570" cy="6350"/>
            </a:xfrm>
            <a:custGeom>
              <a:avLst/>
              <a:gdLst/>
              <a:ahLst/>
              <a:cxnLst/>
              <a:rect l="l" t="t" r="r" b="b"/>
              <a:pathLst>
                <a:path w="115570" h="6350">
                  <a:moveTo>
                    <a:pt x="83820" y="3809"/>
                  </a:moveTo>
                  <a:lnTo>
                    <a:pt x="0" y="3809"/>
                  </a:lnTo>
                  <a:lnTo>
                    <a:pt x="0" y="6349"/>
                  </a:lnTo>
                  <a:lnTo>
                    <a:pt x="83820" y="6349"/>
                  </a:lnTo>
                  <a:lnTo>
                    <a:pt x="83820" y="3809"/>
                  </a:lnTo>
                  <a:close/>
                </a:path>
                <a:path w="115570" h="6350">
                  <a:moveTo>
                    <a:pt x="115570" y="3809"/>
                  </a:moveTo>
                  <a:lnTo>
                    <a:pt x="99060" y="3809"/>
                  </a:lnTo>
                  <a:lnTo>
                    <a:pt x="99060" y="6349"/>
                  </a:lnTo>
                  <a:lnTo>
                    <a:pt x="115570" y="6349"/>
                  </a:lnTo>
                  <a:lnTo>
                    <a:pt x="115570" y="3809"/>
                  </a:lnTo>
                  <a:close/>
                </a:path>
                <a:path w="115570" h="6350">
                  <a:moveTo>
                    <a:pt x="101600" y="2539"/>
                  </a:moveTo>
                  <a:lnTo>
                    <a:pt x="100330" y="2539"/>
                  </a:lnTo>
                  <a:lnTo>
                    <a:pt x="100330" y="3809"/>
                  </a:lnTo>
                  <a:lnTo>
                    <a:pt x="101600" y="3809"/>
                  </a:lnTo>
                  <a:lnTo>
                    <a:pt x="101600" y="2539"/>
                  </a:lnTo>
                  <a:close/>
                </a:path>
                <a:path w="115570" h="6350">
                  <a:moveTo>
                    <a:pt x="115570" y="0"/>
                  </a:moveTo>
                  <a:lnTo>
                    <a:pt x="102870" y="0"/>
                  </a:lnTo>
                  <a:lnTo>
                    <a:pt x="102870" y="1269"/>
                  </a:lnTo>
                  <a:lnTo>
                    <a:pt x="101600" y="1269"/>
                  </a:lnTo>
                  <a:lnTo>
                    <a:pt x="101600" y="2539"/>
                  </a:lnTo>
                  <a:lnTo>
                    <a:pt x="115570" y="2539"/>
                  </a:lnTo>
                  <a:lnTo>
                    <a:pt x="115570" y="0"/>
                  </a:lnTo>
                  <a:close/>
                </a:path>
                <a:path w="115570" h="6350">
                  <a:moveTo>
                    <a:pt x="83820" y="0"/>
                  </a:moveTo>
                  <a:lnTo>
                    <a:pt x="0" y="0"/>
                  </a:lnTo>
                  <a:lnTo>
                    <a:pt x="0" y="2539"/>
                  </a:lnTo>
                  <a:lnTo>
                    <a:pt x="83820" y="2539"/>
                  </a:lnTo>
                  <a:lnTo>
                    <a:pt x="83820" y="0"/>
                  </a:lnTo>
                  <a:close/>
                </a:path>
              </a:pathLst>
            </a:custGeom>
            <a:solidFill>
              <a:srgbClr val="000C97"/>
            </a:solidFill>
          </p:spPr>
          <p:txBody>
            <a:bodyPr wrap="square" lIns="0" tIns="0" rIns="0" bIns="0" rtlCol="0"/>
            <a:lstStyle/>
            <a:p/>
          </p:txBody>
        </p:sp>
        <p:sp>
          <p:nvSpPr>
            <p:cNvPr id="2522" name="object 2522"/>
            <p:cNvSpPr/>
            <p:nvPr/>
          </p:nvSpPr>
          <p:spPr>
            <a:xfrm>
              <a:off x="7522210" y="1487169"/>
              <a:ext cx="116839" cy="7620"/>
            </a:xfrm>
            <a:custGeom>
              <a:avLst/>
              <a:gdLst/>
              <a:ahLst/>
              <a:cxnLst/>
              <a:rect l="l" t="t" r="r" b="b"/>
              <a:pathLst>
                <a:path w="116840" h="7619">
                  <a:moveTo>
                    <a:pt x="86359" y="3809"/>
                  </a:moveTo>
                  <a:lnTo>
                    <a:pt x="0" y="3809"/>
                  </a:lnTo>
                  <a:lnTo>
                    <a:pt x="0" y="7619"/>
                  </a:lnTo>
                  <a:lnTo>
                    <a:pt x="116840" y="7619"/>
                  </a:lnTo>
                  <a:lnTo>
                    <a:pt x="116840" y="6349"/>
                  </a:lnTo>
                  <a:lnTo>
                    <a:pt x="86359" y="6349"/>
                  </a:lnTo>
                  <a:lnTo>
                    <a:pt x="86359" y="3809"/>
                  </a:lnTo>
                  <a:close/>
                </a:path>
                <a:path w="116840" h="7619">
                  <a:moveTo>
                    <a:pt x="116840" y="3809"/>
                  </a:moveTo>
                  <a:lnTo>
                    <a:pt x="88900" y="3809"/>
                  </a:lnTo>
                  <a:lnTo>
                    <a:pt x="88900" y="6349"/>
                  </a:lnTo>
                  <a:lnTo>
                    <a:pt x="116840" y="6349"/>
                  </a:lnTo>
                  <a:lnTo>
                    <a:pt x="116840" y="3809"/>
                  </a:lnTo>
                  <a:close/>
                </a:path>
                <a:path w="116840" h="7619">
                  <a:moveTo>
                    <a:pt x="93980" y="2539"/>
                  </a:moveTo>
                  <a:lnTo>
                    <a:pt x="91440" y="2539"/>
                  </a:lnTo>
                  <a:lnTo>
                    <a:pt x="91440" y="3809"/>
                  </a:lnTo>
                  <a:lnTo>
                    <a:pt x="93980" y="3809"/>
                  </a:lnTo>
                  <a:lnTo>
                    <a:pt x="93980" y="2539"/>
                  </a:lnTo>
                  <a:close/>
                </a:path>
                <a:path w="116840" h="7619">
                  <a:moveTo>
                    <a:pt x="85090" y="0"/>
                  </a:moveTo>
                  <a:lnTo>
                    <a:pt x="83820" y="0"/>
                  </a:lnTo>
                  <a:lnTo>
                    <a:pt x="83820" y="1269"/>
                  </a:lnTo>
                  <a:lnTo>
                    <a:pt x="0" y="1269"/>
                  </a:lnTo>
                  <a:lnTo>
                    <a:pt x="0" y="2539"/>
                  </a:lnTo>
                  <a:lnTo>
                    <a:pt x="85090" y="2539"/>
                  </a:lnTo>
                  <a:lnTo>
                    <a:pt x="85090" y="0"/>
                  </a:lnTo>
                  <a:close/>
                </a:path>
                <a:path w="116840" h="7619">
                  <a:moveTo>
                    <a:pt x="97790" y="0"/>
                  </a:moveTo>
                  <a:lnTo>
                    <a:pt x="95250" y="0"/>
                  </a:lnTo>
                  <a:lnTo>
                    <a:pt x="95250" y="2539"/>
                  </a:lnTo>
                  <a:lnTo>
                    <a:pt x="116840" y="2539"/>
                  </a:lnTo>
                  <a:lnTo>
                    <a:pt x="116840" y="1269"/>
                  </a:lnTo>
                  <a:lnTo>
                    <a:pt x="97790" y="1269"/>
                  </a:lnTo>
                  <a:lnTo>
                    <a:pt x="97790" y="0"/>
                  </a:lnTo>
                  <a:close/>
                </a:path>
              </a:pathLst>
            </a:custGeom>
            <a:solidFill>
              <a:srgbClr val="000C99"/>
            </a:solidFill>
          </p:spPr>
          <p:txBody>
            <a:bodyPr wrap="square" lIns="0" tIns="0" rIns="0" bIns="0" rtlCol="0"/>
            <a:lstStyle/>
            <a:p/>
          </p:txBody>
        </p:sp>
        <p:sp>
          <p:nvSpPr>
            <p:cNvPr id="2523" name="object 2523"/>
            <p:cNvSpPr/>
            <p:nvPr/>
          </p:nvSpPr>
          <p:spPr>
            <a:xfrm>
              <a:off x="7522210" y="1494789"/>
              <a:ext cx="116839" cy="7620"/>
            </a:xfrm>
            <a:custGeom>
              <a:avLst/>
              <a:gdLst/>
              <a:ahLst/>
              <a:cxnLst/>
              <a:rect l="l" t="t" r="r" b="b"/>
              <a:pathLst>
                <a:path w="116840" h="7619">
                  <a:moveTo>
                    <a:pt x="0" y="7620"/>
                  </a:moveTo>
                  <a:lnTo>
                    <a:pt x="0" y="0"/>
                  </a:lnTo>
                  <a:lnTo>
                    <a:pt x="116840" y="0"/>
                  </a:lnTo>
                  <a:lnTo>
                    <a:pt x="116840" y="7620"/>
                  </a:lnTo>
                  <a:lnTo>
                    <a:pt x="0" y="7620"/>
                  </a:lnTo>
                  <a:close/>
                </a:path>
              </a:pathLst>
            </a:custGeom>
            <a:solidFill>
              <a:srgbClr val="000B9B"/>
            </a:solidFill>
          </p:spPr>
          <p:txBody>
            <a:bodyPr wrap="square" lIns="0" tIns="0" rIns="0" bIns="0" rtlCol="0"/>
            <a:lstStyle/>
            <a:p/>
          </p:txBody>
        </p:sp>
        <p:sp>
          <p:nvSpPr>
            <p:cNvPr id="2524" name="object 2524"/>
            <p:cNvSpPr/>
            <p:nvPr/>
          </p:nvSpPr>
          <p:spPr>
            <a:xfrm>
              <a:off x="7522210" y="1502409"/>
              <a:ext cx="116839" cy="7620"/>
            </a:xfrm>
            <a:custGeom>
              <a:avLst/>
              <a:gdLst/>
              <a:ahLst/>
              <a:cxnLst/>
              <a:rect l="l" t="t" r="r" b="b"/>
              <a:pathLst>
                <a:path w="116840" h="7619">
                  <a:moveTo>
                    <a:pt x="116840" y="0"/>
                  </a:moveTo>
                  <a:lnTo>
                    <a:pt x="0" y="0"/>
                  </a:lnTo>
                  <a:lnTo>
                    <a:pt x="0" y="3810"/>
                  </a:lnTo>
                  <a:lnTo>
                    <a:pt x="1270" y="3810"/>
                  </a:lnTo>
                  <a:lnTo>
                    <a:pt x="1270" y="7620"/>
                  </a:lnTo>
                  <a:lnTo>
                    <a:pt x="116840" y="7620"/>
                  </a:lnTo>
                  <a:lnTo>
                    <a:pt x="116840" y="3810"/>
                  </a:lnTo>
                  <a:lnTo>
                    <a:pt x="116840" y="0"/>
                  </a:lnTo>
                  <a:close/>
                </a:path>
              </a:pathLst>
            </a:custGeom>
            <a:solidFill>
              <a:srgbClr val="000B9C"/>
            </a:solidFill>
          </p:spPr>
          <p:txBody>
            <a:bodyPr wrap="square" lIns="0" tIns="0" rIns="0" bIns="0" rtlCol="0"/>
            <a:lstStyle/>
            <a:p/>
          </p:txBody>
        </p:sp>
        <p:sp>
          <p:nvSpPr>
            <p:cNvPr id="2525" name="object 2525"/>
            <p:cNvSpPr/>
            <p:nvPr/>
          </p:nvSpPr>
          <p:spPr>
            <a:xfrm>
              <a:off x="7523480" y="1510029"/>
              <a:ext cx="115570" cy="6350"/>
            </a:xfrm>
            <a:custGeom>
              <a:avLst/>
              <a:gdLst/>
              <a:ahLst/>
              <a:cxnLst/>
              <a:rect l="l" t="t" r="r" b="b"/>
              <a:pathLst>
                <a:path w="115570" h="6350">
                  <a:moveTo>
                    <a:pt x="0" y="6350"/>
                  </a:moveTo>
                  <a:lnTo>
                    <a:pt x="0" y="0"/>
                  </a:lnTo>
                  <a:lnTo>
                    <a:pt x="115570" y="0"/>
                  </a:lnTo>
                  <a:lnTo>
                    <a:pt x="115570" y="6350"/>
                  </a:lnTo>
                  <a:lnTo>
                    <a:pt x="0" y="6350"/>
                  </a:lnTo>
                  <a:close/>
                </a:path>
              </a:pathLst>
            </a:custGeom>
            <a:solidFill>
              <a:srgbClr val="000B9E"/>
            </a:solidFill>
          </p:spPr>
          <p:txBody>
            <a:bodyPr wrap="square" lIns="0" tIns="0" rIns="0" bIns="0" rtlCol="0"/>
            <a:lstStyle/>
            <a:p/>
          </p:txBody>
        </p:sp>
        <p:sp>
          <p:nvSpPr>
            <p:cNvPr id="2526" name="object 2526"/>
            <p:cNvSpPr/>
            <p:nvPr/>
          </p:nvSpPr>
          <p:spPr>
            <a:xfrm>
              <a:off x="7523480" y="1516379"/>
              <a:ext cx="116839" cy="7620"/>
            </a:xfrm>
            <a:custGeom>
              <a:avLst/>
              <a:gdLst/>
              <a:ahLst/>
              <a:cxnLst/>
              <a:rect l="l" t="t" r="r" b="b"/>
              <a:pathLst>
                <a:path w="116840" h="7619">
                  <a:moveTo>
                    <a:pt x="116840" y="3810"/>
                  </a:moveTo>
                  <a:lnTo>
                    <a:pt x="115570" y="3810"/>
                  </a:lnTo>
                  <a:lnTo>
                    <a:pt x="115570" y="0"/>
                  </a:lnTo>
                  <a:lnTo>
                    <a:pt x="0" y="0"/>
                  </a:lnTo>
                  <a:lnTo>
                    <a:pt x="0" y="3810"/>
                  </a:lnTo>
                  <a:lnTo>
                    <a:pt x="0" y="7620"/>
                  </a:lnTo>
                  <a:lnTo>
                    <a:pt x="116840" y="7620"/>
                  </a:lnTo>
                  <a:lnTo>
                    <a:pt x="116840" y="3810"/>
                  </a:lnTo>
                  <a:close/>
                </a:path>
              </a:pathLst>
            </a:custGeom>
            <a:solidFill>
              <a:srgbClr val="000AA0"/>
            </a:solidFill>
          </p:spPr>
          <p:txBody>
            <a:bodyPr wrap="square" lIns="0" tIns="0" rIns="0" bIns="0" rtlCol="0"/>
            <a:lstStyle/>
            <a:p/>
          </p:txBody>
        </p:sp>
        <p:sp>
          <p:nvSpPr>
            <p:cNvPr id="2527" name="object 2527"/>
            <p:cNvSpPr/>
            <p:nvPr/>
          </p:nvSpPr>
          <p:spPr>
            <a:xfrm>
              <a:off x="7523480" y="1524000"/>
              <a:ext cx="116839" cy="7620"/>
            </a:xfrm>
            <a:custGeom>
              <a:avLst/>
              <a:gdLst/>
              <a:ahLst/>
              <a:cxnLst/>
              <a:rect l="l" t="t" r="r" b="b"/>
              <a:pathLst>
                <a:path w="116840" h="7619">
                  <a:moveTo>
                    <a:pt x="0" y="7620"/>
                  </a:moveTo>
                  <a:lnTo>
                    <a:pt x="0" y="0"/>
                  </a:lnTo>
                  <a:lnTo>
                    <a:pt x="116840" y="0"/>
                  </a:lnTo>
                  <a:lnTo>
                    <a:pt x="116840" y="7620"/>
                  </a:lnTo>
                  <a:lnTo>
                    <a:pt x="0" y="7620"/>
                  </a:lnTo>
                  <a:close/>
                </a:path>
              </a:pathLst>
            </a:custGeom>
            <a:solidFill>
              <a:srgbClr val="000AA1"/>
            </a:solidFill>
          </p:spPr>
          <p:txBody>
            <a:bodyPr wrap="square" lIns="0" tIns="0" rIns="0" bIns="0" rtlCol="0"/>
            <a:lstStyle/>
            <a:p/>
          </p:txBody>
        </p:sp>
        <p:sp>
          <p:nvSpPr>
            <p:cNvPr id="2528" name="object 2528"/>
            <p:cNvSpPr/>
            <p:nvPr/>
          </p:nvSpPr>
          <p:spPr>
            <a:xfrm>
              <a:off x="7523480" y="1531619"/>
              <a:ext cx="116839" cy="6350"/>
            </a:xfrm>
            <a:custGeom>
              <a:avLst/>
              <a:gdLst/>
              <a:ahLst/>
              <a:cxnLst/>
              <a:rect l="l" t="t" r="r" b="b"/>
              <a:pathLst>
                <a:path w="116840" h="6350">
                  <a:moveTo>
                    <a:pt x="0" y="6350"/>
                  </a:moveTo>
                  <a:lnTo>
                    <a:pt x="0" y="0"/>
                  </a:lnTo>
                  <a:lnTo>
                    <a:pt x="116840" y="0"/>
                  </a:lnTo>
                  <a:lnTo>
                    <a:pt x="116840" y="6350"/>
                  </a:lnTo>
                  <a:lnTo>
                    <a:pt x="0" y="6350"/>
                  </a:lnTo>
                  <a:close/>
                </a:path>
              </a:pathLst>
            </a:custGeom>
            <a:solidFill>
              <a:srgbClr val="0009A3"/>
            </a:solidFill>
          </p:spPr>
          <p:txBody>
            <a:bodyPr wrap="square" lIns="0" tIns="0" rIns="0" bIns="0" rtlCol="0"/>
            <a:lstStyle/>
            <a:p/>
          </p:txBody>
        </p:sp>
        <p:sp>
          <p:nvSpPr>
            <p:cNvPr id="2529" name="object 2529"/>
            <p:cNvSpPr/>
            <p:nvPr/>
          </p:nvSpPr>
          <p:spPr>
            <a:xfrm>
              <a:off x="7523480" y="1537969"/>
              <a:ext cx="116839" cy="7620"/>
            </a:xfrm>
            <a:custGeom>
              <a:avLst/>
              <a:gdLst/>
              <a:ahLst/>
              <a:cxnLst/>
              <a:rect l="l" t="t" r="r" b="b"/>
              <a:pathLst>
                <a:path w="116840" h="7619">
                  <a:moveTo>
                    <a:pt x="116840" y="0"/>
                  </a:moveTo>
                  <a:lnTo>
                    <a:pt x="0" y="0"/>
                  </a:lnTo>
                  <a:lnTo>
                    <a:pt x="0" y="6350"/>
                  </a:lnTo>
                  <a:lnTo>
                    <a:pt x="1270" y="6350"/>
                  </a:lnTo>
                  <a:lnTo>
                    <a:pt x="1270" y="7620"/>
                  </a:lnTo>
                  <a:lnTo>
                    <a:pt x="116840" y="7620"/>
                  </a:lnTo>
                  <a:lnTo>
                    <a:pt x="116840" y="6350"/>
                  </a:lnTo>
                  <a:lnTo>
                    <a:pt x="116840" y="0"/>
                  </a:lnTo>
                  <a:close/>
                </a:path>
              </a:pathLst>
            </a:custGeom>
            <a:solidFill>
              <a:srgbClr val="0009A5"/>
            </a:solidFill>
          </p:spPr>
          <p:txBody>
            <a:bodyPr wrap="square" lIns="0" tIns="0" rIns="0" bIns="0" rtlCol="0"/>
            <a:lstStyle/>
            <a:p/>
          </p:txBody>
        </p:sp>
        <p:sp>
          <p:nvSpPr>
            <p:cNvPr id="2530" name="object 2530"/>
            <p:cNvSpPr/>
            <p:nvPr/>
          </p:nvSpPr>
          <p:spPr>
            <a:xfrm>
              <a:off x="7524750" y="1545589"/>
              <a:ext cx="115570" cy="7620"/>
            </a:xfrm>
            <a:custGeom>
              <a:avLst/>
              <a:gdLst/>
              <a:ahLst/>
              <a:cxnLst/>
              <a:rect l="l" t="t" r="r" b="b"/>
              <a:pathLst>
                <a:path w="115570" h="7619">
                  <a:moveTo>
                    <a:pt x="115570" y="0"/>
                  </a:moveTo>
                  <a:lnTo>
                    <a:pt x="0" y="0"/>
                  </a:lnTo>
                  <a:lnTo>
                    <a:pt x="0" y="7620"/>
                  </a:lnTo>
                  <a:lnTo>
                    <a:pt x="115570" y="7620"/>
                  </a:lnTo>
                  <a:lnTo>
                    <a:pt x="115570" y="0"/>
                  </a:lnTo>
                  <a:close/>
                </a:path>
              </a:pathLst>
            </a:custGeom>
            <a:solidFill>
              <a:srgbClr val="0008A7"/>
            </a:solidFill>
          </p:spPr>
          <p:txBody>
            <a:bodyPr wrap="square" lIns="0" tIns="0" rIns="0" bIns="0" rtlCol="0"/>
            <a:lstStyle/>
            <a:p/>
          </p:txBody>
        </p:sp>
        <p:sp>
          <p:nvSpPr>
            <p:cNvPr id="2531" name="object 2531"/>
            <p:cNvSpPr/>
            <p:nvPr/>
          </p:nvSpPr>
          <p:spPr>
            <a:xfrm>
              <a:off x="7524750" y="1553209"/>
              <a:ext cx="116839" cy="6350"/>
            </a:xfrm>
            <a:custGeom>
              <a:avLst/>
              <a:gdLst/>
              <a:ahLst/>
              <a:cxnLst/>
              <a:rect l="l" t="t" r="r" b="b"/>
              <a:pathLst>
                <a:path w="116840" h="6350">
                  <a:moveTo>
                    <a:pt x="0" y="6350"/>
                  </a:moveTo>
                  <a:lnTo>
                    <a:pt x="0" y="0"/>
                  </a:lnTo>
                  <a:lnTo>
                    <a:pt x="116840" y="0"/>
                  </a:lnTo>
                  <a:lnTo>
                    <a:pt x="116840" y="6350"/>
                  </a:lnTo>
                  <a:lnTo>
                    <a:pt x="0" y="6350"/>
                  </a:lnTo>
                  <a:close/>
                </a:path>
              </a:pathLst>
            </a:custGeom>
            <a:solidFill>
              <a:srgbClr val="0008A8"/>
            </a:solidFill>
          </p:spPr>
          <p:txBody>
            <a:bodyPr wrap="square" lIns="0" tIns="0" rIns="0" bIns="0" rtlCol="0"/>
            <a:lstStyle/>
            <a:p/>
          </p:txBody>
        </p:sp>
        <p:sp>
          <p:nvSpPr>
            <p:cNvPr id="2532" name="object 2532"/>
            <p:cNvSpPr/>
            <p:nvPr/>
          </p:nvSpPr>
          <p:spPr>
            <a:xfrm>
              <a:off x="7524750" y="1559559"/>
              <a:ext cx="116839" cy="7620"/>
            </a:xfrm>
            <a:custGeom>
              <a:avLst/>
              <a:gdLst/>
              <a:ahLst/>
              <a:cxnLst/>
              <a:rect l="l" t="t" r="r" b="b"/>
              <a:pathLst>
                <a:path w="116840" h="7619">
                  <a:moveTo>
                    <a:pt x="1270" y="0"/>
                  </a:moveTo>
                  <a:lnTo>
                    <a:pt x="0" y="0"/>
                  </a:lnTo>
                  <a:lnTo>
                    <a:pt x="0" y="1270"/>
                  </a:lnTo>
                  <a:lnTo>
                    <a:pt x="1270" y="1270"/>
                  </a:lnTo>
                  <a:lnTo>
                    <a:pt x="1270" y="0"/>
                  </a:lnTo>
                  <a:close/>
                </a:path>
                <a:path w="116840" h="7619">
                  <a:moveTo>
                    <a:pt x="116840" y="1270"/>
                  </a:moveTo>
                  <a:lnTo>
                    <a:pt x="1270" y="1270"/>
                  </a:lnTo>
                  <a:lnTo>
                    <a:pt x="1270" y="7620"/>
                  </a:lnTo>
                  <a:lnTo>
                    <a:pt x="116840" y="7620"/>
                  </a:lnTo>
                  <a:lnTo>
                    <a:pt x="116840" y="1270"/>
                  </a:lnTo>
                  <a:close/>
                </a:path>
              </a:pathLst>
            </a:custGeom>
            <a:solidFill>
              <a:srgbClr val="0008AA"/>
            </a:solidFill>
          </p:spPr>
          <p:txBody>
            <a:bodyPr wrap="square" lIns="0" tIns="0" rIns="0" bIns="0" rtlCol="0"/>
            <a:lstStyle/>
            <a:p/>
          </p:txBody>
        </p:sp>
        <p:sp>
          <p:nvSpPr>
            <p:cNvPr id="2533" name="object 2533"/>
            <p:cNvSpPr/>
            <p:nvPr/>
          </p:nvSpPr>
          <p:spPr>
            <a:xfrm>
              <a:off x="7526020" y="1567179"/>
              <a:ext cx="115570" cy="7620"/>
            </a:xfrm>
            <a:custGeom>
              <a:avLst/>
              <a:gdLst/>
              <a:ahLst/>
              <a:cxnLst/>
              <a:rect l="l" t="t" r="r" b="b"/>
              <a:pathLst>
                <a:path w="115570" h="7619">
                  <a:moveTo>
                    <a:pt x="115570" y="6362"/>
                  </a:moveTo>
                  <a:lnTo>
                    <a:pt x="1270" y="6362"/>
                  </a:lnTo>
                  <a:lnTo>
                    <a:pt x="1270" y="7620"/>
                  </a:lnTo>
                  <a:lnTo>
                    <a:pt x="115570" y="7620"/>
                  </a:lnTo>
                  <a:lnTo>
                    <a:pt x="115570" y="6362"/>
                  </a:lnTo>
                  <a:close/>
                </a:path>
                <a:path w="115570" h="7619">
                  <a:moveTo>
                    <a:pt x="115570" y="0"/>
                  </a:moveTo>
                  <a:lnTo>
                    <a:pt x="0" y="0"/>
                  </a:lnTo>
                  <a:lnTo>
                    <a:pt x="0" y="6350"/>
                  </a:lnTo>
                  <a:lnTo>
                    <a:pt x="115570" y="6350"/>
                  </a:lnTo>
                  <a:lnTo>
                    <a:pt x="115570" y="0"/>
                  </a:lnTo>
                  <a:close/>
                </a:path>
              </a:pathLst>
            </a:custGeom>
            <a:solidFill>
              <a:srgbClr val="0007AC"/>
            </a:solidFill>
          </p:spPr>
          <p:txBody>
            <a:bodyPr wrap="square" lIns="0" tIns="0" rIns="0" bIns="0" rtlCol="0"/>
            <a:lstStyle/>
            <a:p/>
          </p:txBody>
        </p:sp>
        <p:sp>
          <p:nvSpPr>
            <p:cNvPr id="2534" name="object 2534"/>
            <p:cNvSpPr/>
            <p:nvPr/>
          </p:nvSpPr>
          <p:spPr>
            <a:xfrm>
              <a:off x="7527290" y="1574800"/>
              <a:ext cx="114300" cy="6350"/>
            </a:xfrm>
            <a:custGeom>
              <a:avLst/>
              <a:gdLst/>
              <a:ahLst/>
              <a:cxnLst/>
              <a:rect l="l" t="t" r="r" b="b"/>
              <a:pathLst>
                <a:path w="114300" h="6350">
                  <a:moveTo>
                    <a:pt x="0" y="6350"/>
                  </a:moveTo>
                  <a:lnTo>
                    <a:pt x="0" y="0"/>
                  </a:lnTo>
                  <a:lnTo>
                    <a:pt x="114300" y="0"/>
                  </a:lnTo>
                  <a:lnTo>
                    <a:pt x="114300" y="6350"/>
                  </a:lnTo>
                  <a:lnTo>
                    <a:pt x="0" y="6350"/>
                  </a:lnTo>
                  <a:close/>
                </a:path>
              </a:pathLst>
            </a:custGeom>
            <a:solidFill>
              <a:srgbClr val="0007AD"/>
            </a:solidFill>
          </p:spPr>
          <p:txBody>
            <a:bodyPr wrap="square" lIns="0" tIns="0" rIns="0" bIns="0" rtlCol="0"/>
            <a:lstStyle/>
            <a:p/>
          </p:txBody>
        </p:sp>
        <p:sp>
          <p:nvSpPr>
            <p:cNvPr id="2535" name="object 2535"/>
            <p:cNvSpPr/>
            <p:nvPr/>
          </p:nvSpPr>
          <p:spPr>
            <a:xfrm>
              <a:off x="7527290" y="1581149"/>
              <a:ext cx="115570" cy="7620"/>
            </a:xfrm>
            <a:custGeom>
              <a:avLst/>
              <a:gdLst/>
              <a:ahLst/>
              <a:cxnLst/>
              <a:rect l="l" t="t" r="r" b="b"/>
              <a:pathLst>
                <a:path w="115570" h="7619">
                  <a:moveTo>
                    <a:pt x="115570" y="3810"/>
                  </a:moveTo>
                  <a:lnTo>
                    <a:pt x="114300" y="3810"/>
                  </a:lnTo>
                  <a:lnTo>
                    <a:pt x="114300" y="0"/>
                  </a:lnTo>
                  <a:lnTo>
                    <a:pt x="0" y="0"/>
                  </a:lnTo>
                  <a:lnTo>
                    <a:pt x="0" y="3810"/>
                  </a:lnTo>
                  <a:lnTo>
                    <a:pt x="0" y="6350"/>
                  </a:lnTo>
                  <a:lnTo>
                    <a:pt x="1270" y="6350"/>
                  </a:lnTo>
                  <a:lnTo>
                    <a:pt x="1270" y="7620"/>
                  </a:lnTo>
                  <a:lnTo>
                    <a:pt x="115570" y="7620"/>
                  </a:lnTo>
                  <a:lnTo>
                    <a:pt x="115570" y="6350"/>
                  </a:lnTo>
                  <a:lnTo>
                    <a:pt x="115570" y="3810"/>
                  </a:lnTo>
                  <a:close/>
                </a:path>
              </a:pathLst>
            </a:custGeom>
            <a:solidFill>
              <a:srgbClr val="0006AF"/>
            </a:solidFill>
          </p:spPr>
          <p:txBody>
            <a:bodyPr wrap="square" lIns="0" tIns="0" rIns="0" bIns="0" rtlCol="0"/>
            <a:lstStyle/>
            <a:p/>
          </p:txBody>
        </p:sp>
        <p:sp>
          <p:nvSpPr>
            <p:cNvPr id="2536" name="object 2536"/>
            <p:cNvSpPr/>
            <p:nvPr/>
          </p:nvSpPr>
          <p:spPr>
            <a:xfrm>
              <a:off x="7528560" y="1588769"/>
              <a:ext cx="114300" cy="7620"/>
            </a:xfrm>
            <a:custGeom>
              <a:avLst/>
              <a:gdLst/>
              <a:ahLst/>
              <a:cxnLst/>
              <a:rect l="l" t="t" r="r" b="b"/>
              <a:pathLst>
                <a:path w="114300" h="7619">
                  <a:moveTo>
                    <a:pt x="0" y="7619"/>
                  </a:moveTo>
                  <a:lnTo>
                    <a:pt x="0" y="0"/>
                  </a:lnTo>
                  <a:lnTo>
                    <a:pt x="114300" y="0"/>
                  </a:lnTo>
                  <a:lnTo>
                    <a:pt x="114300" y="7619"/>
                  </a:lnTo>
                  <a:lnTo>
                    <a:pt x="0" y="7619"/>
                  </a:lnTo>
                  <a:close/>
                </a:path>
              </a:pathLst>
            </a:custGeom>
            <a:solidFill>
              <a:srgbClr val="0006B1"/>
            </a:solidFill>
          </p:spPr>
          <p:txBody>
            <a:bodyPr wrap="square" lIns="0" tIns="0" rIns="0" bIns="0" rtlCol="0"/>
            <a:lstStyle/>
            <a:p/>
          </p:txBody>
        </p:sp>
        <p:sp>
          <p:nvSpPr>
            <p:cNvPr id="2537" name="object 2537"/>
            <p:cNvSpPr/>
            <p:nvPr/>
          </p:nvSpPr>
          <p:spPr>
            <a:xfrm>
              <a:off x="7528560" y="1596389"/>
              <a:ext cx="114300" cy="7620"/>
            </a:xfrm>
            <a:custGeom>
              <a:avLst/>
              <a:gdLst/>
              <a:ahLst/>
              <a:cxnLst/>
              <a:rect l="l" t="t" r="r" b="b"/>
              <a:pathLst>
                <a:path w="114300" h="7619">
                  <a:moveTo>
                    <a:pt x="114300" y="2552"/>
                  </a:moveTo>
                  <a:lnTo>
                    <a:pt x="1270" y="2552"/>
                  </a:lnTo>
                  <a:lnTo>
                    <a:pt x="1270" y="7620"/>
                  </a:lnTo>
                  <a:lnTo>
                    <a:pt x="114300" y="7620"/>
                  </a:lnTo>
                  <a:lnTo>
                    <a:pt x="114300" y="2552"/>
                  </a:lnTo>
                  <a:close/>
                </a:path>
                <a:path w="114300" h="7619">
                  <a:moveTo>
                    <a:pt x="114300" y="0"/>
                  </a:moveTo>
                  <a:lnTo>
                    <a:pt x="0" y="0"/>
                  </a:lnTo>
                  <a:lnTo>
                    <a:pt x="0" y="2540"/>
                  </a:lnTo>
                  <a:lnTo>
                    <a:pt x="114300" y="2540"/>
                  </a:lnTo>
                  <a:lnTo>
                    <a:pt x="114300" y="0"/>
                  </a:lnTo>
                  <a:close/>
                </a:path>
              </a:pathLst>
            </a:custGeom>
            <a:solidFill>
              <a:srgbClr val="0005B3"/>
            </a:solidFill>
          </p:spPr>
          <p:txBody>
            <a:bodyPr wrap="square" lIns="0" tIns="0" rIns="0" bIns="0" rtlCol="0"/>
            <a:lstStyle/>
            <a:p/>
          </p:txBody>
        </p:sp>
        <p:sp>
          <p:nvSpPr>
            <p:cNvPr id="2538" name="object 2538"/>
            <p:cNvSpPr/>
            <p:nvPr/>
          </p:nvSpPr>
          <p:spPr>
            <a:xfrm>
              <a:off x="7529830" y="1604009"/>
              <a:ext cx="113030" cy="6350"/>
            </a:xfrm>
            <a:custGeom>
              <a:avLst/>
              <a:gdLst/>
              <a:ahLst/>
              <a:cxnLst/>
              <a:rect l="l" t="t" r="r" b="b"/>
              <a:pathLst>
                <a:path w="113029" h="6350">
                  <a:moveTo>
                    <a:pt x="113030" y="0"/>
                  </a:moveTo>
                  <a:lnTo>
                    <a:pt x="0" y="0"/>
                  </a:lnTo>
                  <a:lnTo>
                    <a:pt x="0" y="3810"/>
                  </a:lnTo>
                  <a:lnTo>
                    <a:pt x="1270" y="3810"/>
                  </a:lnTo>
                  <a:lnTo>
                    <a:pt x="1270" y="6350"/>
                  </a:lnTo>
                  <a:lnTo>
                    <a:pt x="113030" y="6350"/>
                  </a:lnTo>
                  <a:lnTo>
                    <a:pt x="113030" y="3810"/>
                  </a:lnTo>
                  <a:lnTo>
                    <a:pt x="113030" y="0"/>
                  </a:lnTo>
                  <a:close/>
                </a:path>
              </a:pathLst>
            </a:custGeom>
            <a:solidFill>
              <a:srgbClr val="0005B4"/>
            </a:solidFill>
          </p:spPr>
          <p:txBody>
            <a:bodyPr wrap="square" lIns="0" tIns="0" rIns="0" bIns="0" rtlCol="0"/>
            <a:lstStyle/>
            <a:p/>
          </p:txBody>
        </p:sp>
        <p:sp>
          <p:nvSpPr>
            <p:cNvPr id="2539" name="object 2539"/>
            <p:cNvSpPr/>
            <p:nvPr/>
          </p:nvSpPr>
          <p:spPr>
            <a:xfrm>
              <a:off x="7531100" y="1610359"/>
              <a:ext cx="111760" cy="7620"/>
            </a:xfrm>
            <a:custGeom>
              <a:avLst/>
              <a:gdLst/>
              <a:ahLst/>
              <a:cxnLst/>
              <a:rect l="l" t="t" r="r" b="b"/>
              <a:pathLst>
                <a:path w="111759" h="7619">
                  <a:moveTo>
                    <a:pt x="111760" y="0"/>
                  </a:moveTo>
                  <a:lnTo>
                    <a:pt x="0" y="0"/>
                  </a:lnTo>
                  <a:lnTo>
                    <a:pt x="0" y="2540"/>
                  </a:lnTo>
                  <a:lnTo>
                    <a:pt x="1270" y="2540"/>
                  </a:lnTo>
                  <a:lnTo>
                    <a:pt x="1270" y="7620"/>
                  </a:lnTo>
                  <a:lnTo>
                    <a:pt x="111760" y="7620"/>
                  </a:lnTo>
                  <a:lnTo>
                    <a:pt x="111760" y="2540"/>
                  </a:lnTo>
                  <a:lnTo>
                    <a:pt x="111760" y="0"/>
                  </a:lnTo>
                  <a:close/>
                </a:path>
              </a:pathLst>
            </a:custGeom>
            <a:solidFill>
              <a:srgbClr val="0005B6"/>
            </a:solidFill>
          </p:spPr>
          <p:txBody>
            <a:bodyPr wrap="square" lIns="0" tIns="0" rIns="0" bIns="0" rtlCol="0"/>
            <a:lstStyle/>
            <a:p/>
          </p:txBody>
        </p:sp>
        <p:sp>
          <p:nvSpPr>
            <p:cNvPr id="2540" name="object 2540"/>
            <p:cNvSpPr/>
            <p:nvPr/>
          </p:nvSpPr>
          <p:spPr>
            <a:xfrm>
              <a:off x="7532370" y="1617979"/>
              <a:ext cx="111760" cy="7620"/>
            </a:xfrm>
            <a:custGeom>
              <a:avLst/>
              <a:gdLst/>
              <a:ahLst/>
              <a:cxnLst/>
              <a:rect l="l" t="t" r="r" b="b"/>
              <a:pathLst>
                <a:path w="111759" h="7619">
                  <a:moveTo>
                    <a:pt x="111760" y="0"/>
                  </a:moveTo>
                  <a:lnTo>
                    <a:pt x="0" y="0"/>
                  </a:lnTo>
                  <a:lnTo>
                    <a:pt x="0" y="3810"/>
                  </a:lnTo>
                  <a:lnTo>
                    <a:pt x="1270" y="3810"/>
                  </a:lnTo>
                  <a:lnTo>
                    <a:pt x="1270" y="7620"/>
                  </a:lnTo>
                  <a:lnTo>
                    <a:pt x="111760" y="7620"/>
                  </a:lnTo>
                  <a:lnTo>
                    <a:pt x="111760" y="3810"/>
                  </a:lnTo>
                  <a:lnTo>
                    <a:pt x="111760" y="0"/>
                  </a:lnTo>
                  <a:close/>
                </a:path>
              </a:pathLst>
            </a:custGeom>
            <a:solidFill>
              <a:srgbClr val="0004B8"/>
            </a:solidFill>
          </p:spPr>
          <p:txBody>
            <a:bodyPr wrap="square" lIns="0" tIns="0" rIns="0" bIns="0" rtlCol="0"/>
            <a:lstStyle/>
            <a:p/>
          </p:txBody>
        </p:sp>
        <p:sp>
          <p:nvSpPr>
            <p:cNvPr id="2541" name="object 2541"/>
            <p:cNvSpPr/>
            <p:nvPr/>
          </p:nvSpPr>
          <p:spPr>
            <a:xfrm>
              <a:off x="7533640" y="1625599"/>
              <a:ext cx="110489" cy="6350"/>
            </a:xfrm>
            <a:custGeom>
              <a:avLst/>
              <a:gdLst/>
              <a:ahLst/>
              <a:cxnLst/>
              <a:rect l="l" t="t" r="r" b="b"/>
              <a:pathLst>
                <a:path w="110490" h="6350">
                  <a:moveTo>
                    <a:pt x="110490" y="5092"/>
                  </a:moveTo>
                  <a:lnTo>
                    <a:pt x="2540" y="5092"/>
                  </a:lnTo>
                  <a:lnTo>
                    <a:pt x="2540" y="6350"/>
                  </a:lnTo>
                  <a:lnTo>
                    <a:pt x="110490" y="6350"/>
                  </a:lnTo>
                  <a:lnTo>
                    <a:pt x="110490" y="5092"/>
                  </a:lnTo>
                  <a:close/>
                </a:path>
                <a:path w="110490" h="6350">
                  <a:moveTo>
                    <a:pt x="110490" y="0"/>
                  </a:moveTo>
                  <a:lnTo>
                    <a:pt x="0" y="0"/>
                  </a:lnTo>
                  <a:lnTo>
                    <a:pt x="0" y="2540"/>
                  </a:lnTo>
                  <a:lnTo>
                    <a:pt x="1270" y="2540"/>
                  </a:lnTo>
                  <a:lnTo>
                    <a:pt x="1270" y="5080"/>
                  </a:lnTo>
                  <a:lnTo>
                    <a:pt x="110490" y="5080"/>
                  </a:lnTo>
                  <a:lnTo>
                    <a:pt x="110490" y="2540"/>
                  </a:lnTo>
                  <a:lnTo>
                    <a:pt x="110490" y="0"/>
                  </a:lnTo>
                  <a:close/>
                </a:path>
              </a:pathLst>
            </a:custGeom>
            <a:solidFill>
              <a:srgbClr val="0004B9"/>
            </a:solidFill>
          </p:spPr>
          <p:txBody>
            <a:bodyPr wrap="square" lIns="0" tIns="0" rIns="0" bIns="0" rtlCol="0"/>
            <a:lstStyle/>
            <a:p/>
          </p:txBody>
        </p:sp>
        <p:sp>
          <p:nvSpPr>
            <p:cNvPr id="2542" name="object 2542"/>
            <p:cNvSpPr/>
            <p:nvPr/>
          </p:nvSpPr>
          <p:spPr>
            <a:xfrm>
              <a:off x="7536180" y="1631949"/>
              <a:ext cx="107950" cy="7620"/>
            </a:xfrm>
            <a:custGeom>
              <a:avLst/>
              <a:gdLst/>
              <a:ahLst/>
              <a:cxnLst/>
              <a:rect l="l" t="t" r="r" b="b"/>
              <a:pathLst>
                <a:path w="107950" h="7619">
                  <a:moveTo>
                    <a:pt x="107950" y="5092"/>
                  </a:moveTo>
                  <a:lnTo>
                    <a:pt x="2540" y="5092"/>
                  </a:lnTo>
                  <a:lnTo>
                    <a:pt x="2540" y="7620"/>
                  </a:lnTo>
                  <a:lnTo>
                    <a:pt x="107950" y="7620"/>
                  </a:lnTo>
                  <a:lnTo>
                    <a:pt x="107950" y="5092"/>
                  </a:lnTo>
                  <a:close/>
                </a:path>
                <a:path w="107950" h="7619">
                  <a:moveTo>
                    <a:pt x="107950" y="0"/>
                  </a:moveTo>
                  <a:lnTo>
                    <a:pt x="0" y="0"/>
                  </a:lnTo>
                  <a:lnTo>
                    <a:pt x="0" y="1270"/>
                  </a:lnTo>
                  <a:lnTo>
                    <a:pt x="1270" y="1270"/>
                  </a:lnTo>
                  <a:lnTo>
                    <a:pt x="1270" y="5080"/>
                  </a:lnTo>
                  <a:lnTo>
                    <a:pt x="107950" y="5080"/>
                  </a:lnTo>
                  <a:lnTo>
                    <a:pt x="107950" y="1270"/>
                  </a:lnTo>
                  <a:lnTo>
                    <a:pt x="107950" y="0"/>
                  </a:lnTo>
                  <a:close/>
                </a:path>
              </a:pathLst>
            </a:custGeom>
            <a:solidFill>
              <a:srgbClr val="0003BB"/>
            </a:solidFill>
          </p:spPr>
          <p:txBody>
            <a:bodyPr wrap="square" lIns="0" tIns="0" rIns="0" bIns="0" rtlCol="0"/>
            <a:lstStyle/>
            <a:p/>
          </p:txBody>
        </p:sp>
        <p:sp>
          <p:nvSpPr>
            <p:cNvPr id="2543" name="object 2543"/>
            <p:cNvSpPr/>
            <p:nvPr/>
          </p:nvSpPr>
          <p:spPr>
            <a:xfrm>
              <a:off x="7538720" y="1639569"/>
              <a:ext cx="105410" cy="7620"/>
            </a:xfrm>
            <a:custGeom>
              <a:avLst/>
              <a:gdLst/>
              <a:ahLst/>
              <a:cxnLst/>
              <a:rect l="l" t="t" r="r" b="b"/>
              <a:pathLst>
                <a:path w="105409" h="7619">
                  <a:moveTo>
                    <a:pt x="105410" y="0"/>
                  </a:moveTo>
                  <a:lnTo>
                    <a:pt x="0" y="0"/>
                  </a:lnTo>
                  <a:lnTo>
                    <a:pt x="0" y="2540"/>
                  </a:lnTo>
                  <a:lnTo>
                    <a:pt x="1270" y="2540"/>
                  </a:lnTo>
                  <a:lnTo>
                    <a:pt x="1270" y="6350"/>
                  </a:lnTo>
                  <a:lnTo>
                    <a:pt x="2540" y="6350"/>
                  </a:lnTo>
                  <a:lnTo>
                    <a:pt x="2540" y="7620"/>
                  </a:lnTo>
                  <a:lnTo>
                    <a:pt x="105410" y="7620"/>
                  </a:lnTo>
                  <a:lnTo>
                    <a:pt x="105410" y="6350"/>
                  </a:lnTo>
                  <a:lnTo>
                    <a:pt x="105410" y="2540"/>
                  </a:lnTo>
                  <a:lnTo>
                    <a:pt x="105410" y="0"/>
                  </a:lnTo>
                  <a:close/>
                </a:path>
              </a:pathLst>
            </a:custGeom>
            <a:solidFill>
              <a:srgbClr val="0003BD"/>
            </a:solidFill>
          </p:spPr>
          <p:txBody>
            <a:bodyPr wrap="square" lIns="0" tIns="0" rIns="0" bIns="0" rtlCol="0"/>
            <a:lstStyle/>
            <a:p/>
          </p:txBody>
        </p:sp>
        <p:sp>
          <p:nvSpPr>
            <p:cNvPr id="2544" name="object 2544"/>
            <p:cNvSpPr/>
            <p:nvPr/>
          </p:nvSpPr>
          <p:spPr>
            <a:xfrm>
              <a:off x="7541260" y="1647189"/>
              <a:ext cx="102870" cy="6350"/>
            </a:xfrm>
            <a:custGeom>
              <a:avLst/>
              <a:gdLst/>
              <a:ahLst/>
              <a:cxnLst/>
              <a:rect l="l" t="t" r="r" b="b"/>
              <a:pathLst>
                <a:path w="102870" h="6350">
                  <a:moveTo>
                    <a:pt x="102870" y="0"/>
                  </a:moveTo>
                  <a:lnTo>
                    <a:pt x="0" y="0"/>
                  </a:lnTo>
                  <a:lnTo>
                    <a:pt x="0" y="2540"/>
                  </a:lnTo>
                  <a:lnTo>
                    <a:pt x="1270" y="2540"/>
                  </a:lnTo>
                  <a:lnTo>
                    <a:pt x="1270" y="6350"/>
                  </a:lnTo>
                  <a:lnTo>
                    <a:pt x="102870" y="6350"/>
                  </a:lnTo>
                  <a:lnTo>
                    <a:pt x="102870" y="2540"/>
                  </a:lnTo>
                  <a:lnTo>
                    <a:pt x="102870" y="0"/>
                  </a:lnTo>
                  <a:close/>
                </a:path>
              </a:pathLst>
            </a:custGeom>
            <a:solidFill>
              <a:srgbClr val="0002BF"/>
            </a:solidFill>
          </p:spPr>
          <p:txBody>
            <a:bodyPr wrap="square" lIns="0" tIns="0" rIns="0" bIns="0" rtlCol="0"/>
            <a:lstStyle/>
            <a:p/>
          </p:txBody>
        </p:sp>
        <p:sp>
          <p:nvSpPr>
            <p:cNvPr id="2545" name="object 2545"/>
            <p:cNvSpPr/>
            <p:nvPr/>
          </p:nvSpPr>
          <p:spPr>
            <a:xfrm>
              <a:off x="7543800" y="1653539"/>
              <a:ext cx="100330" cy="7620"/>
            </a:xfrm>
            <a:custGeom>
              <a:avLst/>
              <a:gdLst/>
              <a:ahLst/>
              <a:cxnLst/>
              <a:rect l="l" t="t" r="r" b="b"/>
              <a:pathLst>
                <a:path w="100329" h="7619">
                  <a:moveTo>
                    <a:pt x="100330" y="0"/>
                  </a:moveTo>
                  <a:lnTo>
                    <a:pt x="0" y="0"/>
                  </a:lnTo>
                  <a:lnTo>
                    <a:pt x="0" y="3810"/>
                  </a:lnTo>
                  <a:lnTo>
                    <a:pt x="1270" y="3810"/>
                  </a:lnTo>
                  <a:lnTo>
                    <a:pt x="1270" y="6350"/>
                  </a:lnTo>
                  <a:lnTo>
                    <a:pt x="2540" y="6350"/>
                  </a:lnTo>
                  <a:lnTo>
                    <a:pt x="2540" y="7620"/>
                  </a:lnTo>
                  <a:lnTo>
                    <a:pt x="100330" y="7620"/>
                  </a:lnTo>
                  <a:lnTo>
                    <a:pt x="100330" y="6350"/>
                  </a:lnTo>
                  <a:lnTo>
                    <a:pt x="100330" y="3810"/>
                  </a:lnTo>
                  <a:lnTo>
                    <a:pt x="100330" y="0"/>
                  </a:lnTo>
                  <a:close/>
                </a:path>
              </a:pathLst>
            </a:custGeom>
            <a:solidFill>
              <a:srgbClr val="0002C0"/>
            </a:solidFill>
          </p:spPr>
          <p:txBody>
            <a:bodyPr wrap="square" lIns="0" tIns="0" rIns="0" bIns="0" rtlCol="0"/>
            <a:lstStyle/>
            <a:p/>
          </p:txBody>
        </p:sp>
        <p:sp>
          <p:nvSpPr>
            <p:cNvPr id="2546" name="object 2546"/>
            <p:cNvSpPr/>
            <p:nvPr/>
          </p:nvSpPr>
          <p:spPr>
            <a:xfrm>
              <a:off x="7546340" y="1661159"/>
              <a:ext cx="97790" cy="7620"/>
            </a:xfrm>
            <a:custGeom>
              <a:avLst/>
              <a:gdLst/>
              <a:ahLst/>
              <a:cxnLst/>
              <a:rect l="l" t="t" r="r" b="b"/>
              <a:pathLst>
                <a:path w="97790" h="7619">
                  <a:moveTo>
                    <a:pt x="97790" y="0"/>
                  </a:moveTo>
                  <a:lnTo>
                    <a:pt x="0" y="0"/>
                  </a:lnTo>
                  <a:lnTo>
                    <a:pt x="0" y="1270"/>
                  </a:lnTo>
                  <a:lnTo>
                    <a:pt x="1270" y="1270"/>
                  </a:lnTo>
                  <a:lnTo>
                    <a:pt x="1270" y="3810"/>
                  </a:lnTo>
                  <a:lnTo>
                    <a:pt x="2540" y="3810"/>
                  </a:lnTo>
                  <a:lnTo>
                    <a:pt x="2540" y="6350"/>
                  </a:lnTo>
                  <a:lnTo>
                    <a:pt x="3810" y="6350"/>
                  </a:lnTo>
                  <a:lnTo>
                    <a:pt x="3810" y="7620"/>
                  </a:lnTo>
                  <a:lnTo>
                    <a:pt x="97790" y="7620"/>
                  </a:lnTo>
                  <a:lnTo>
                    <a:pt x="97790" y="6350"/>
                  </a:lnTo>
                  <a:lnTo>
                    <a:pt x="97790" y="3810"/>
                  </a:lnTo>
                  <a:lnTo>
                    <a:pt x="97790" y="1270"/>
                  </a:lnTo>
                  <a:lnTo>
                    <a:pt x="97790" y="0"/>
                  </a:lnTo>
                  <a:close/>
                </a:path>
              </a:pathLst>
            </a:custGeom>
            <a:solidFill>
              <a:srgbClr val="0002C2"/>
            </a:solidFill>
          </p:spPr>
          <p:txBody>
            <a:bodyPr wrap="square" lIns="0" tIns="0" rIns="0" bIns="0" rtlCol="0"/>
            <a:lstStyle/>
            <a:p/>
          </p:txBody>
        </p:sp>
        <p:sp>
          <p:nvSpPr>
            <p:cNvPr id="2547" name="object 2547"/>
            <p:cNvSpPr/>
            <p:nvPr/>
          </p:nvSpPr>
          <p:spPr>
            <a:xfrm>
              <a:off x="7551420" y="1668779"/>
              <a:ext cx="90170" cy="6350"/>
            </a:xfrm>
            <a:custGeom>
              <a:avLst/>
              <a:gdLst/>
              <a:ahLst/>
              <a:cxnLst/>
              <a:rect l="l" t="t" r="r" b="b"/>
              <a:pathLst>
                <a:path w="90170" h="6350">
                  <a:moveTo>
                    <a:pt x="90170" y="0"/>
                  </a:moveTo>
                  <a:lnTo>
                    <a:pt x="0" y="0"/>
                  </a:lnTo>
                  <a:lnTo>
                    <a:pt x="0" y="1270"/>
                  </a:lnTo>
                  <a:lnTo>
                    <a:pt x="0" y="2540"/>
                  </a:lnTo>
                  <a:lnTo>
                    <a:pt x="1270" y="2540"/>
                  </a:lnTo>
                  <a:lnTo>
                    <a:pt x="1270" y="3810"/>
                  </a:lnTo>
                  <a:lnTo>
                    <a:pt x="2540" y="3810"/>
                  </a:lnTo>
                  <a:lnTo>
                    <a:pt x="2540" y="5080"/>
                  </a:lnTo>
                  <a:lnTo>
                    <a:pt x="3810" y="5080"/>
                  </a:lnTo>
                  <a:lnTo>
                    <a:pt x="3810" y="6350"/>
                  </a:lnTo>
                  <a:lnTo>
                    <a:pt x="82550" y="6350"/>
                  </a:lnTo>
                  <a:lnTo>
                    <a:pt x="82550" y="5080"/>
                  </a:lnTo>
                  <a:lnTo>
                    <a:pt x="83807" y="5080"/>
                  </a:lnTo>
                  <a:lnTo>
                    <a:pt x="83807" y="3810"/>
                  </a:lnTo>
                  <a:lnTo>
                    <a:pt x="86360" y="3810"/>
                  </a:lnTo>
                  <a:lnTo>
                    <a:pt x="86360" y="2540"/>
                  </a:lnTo>
                  <a:lnTo>
                    <a:pt x="87630" y="2540"/>
                  </a:lnTo>
                  <a:lnTo>
                    <a:pt x="87630" y="1270"/>
                  </a:lnTo>
                  <a:lnTo>
                    <a:pt x="90170" y="1270"/>
                  </a:lnTo>
                  <a:lnTo>
                    <a:pt x="90170" y="0"/>
                  </a:lnTo>
                  <a:close/>
                </a:path>
              </a:pathLst>
            </a:custGeom>
            <a:solidFill>
              <a:srgbClr val="0001C4"/>
            </a:solidFill>
          </p:spPr>
          <p:txBody>
            <a:bodyPr wrap="square" lIns="0" tIns="0" rIns="0" bIns="0" rtlCol="0"/>
            <a:lstStyle/>
            <a:p/>
          </p:txBody>
        </p:sp>
        <p:sp>
          <p:nvSpPr>
            <p:cNvPr id="2548" name="object 2548"/>
            <p:cNvSpPr/>
            <p:nvPr/>
          </p:nvSpPr>
          <p:spPr>
            <a:xfrm>
              <a:off x="7556500" y="1675130"/>
              <a:ext cx="74930" cy="7620"/>
            </a:xfrm>
            <a:custGeom>
              <a:avLst/>
              <a:gdLst/>
              <a:ahLst/>
              <a:cxnLst/>
              <a:rect l="l" t="t" r="r" b="b"/>
              <a:pathLst>
                <a:path w="74929" h="7619">
                  <a:moveTo>
                    <a:pt x="62229" y="6350"/>
                  </a:moveTo>
                  <a:lnTo>
                    <a:pt x="7620" y="6350"/>
                  </a:lnTo>
                  <a:lnTo>
                    <a:pt x="7620" y="7620"/>
                  </a:lnTo>
                  <a:lnTo>
                    <a:pt x="62229" y="7620"/>
                  </a:lnTo>
                  <a:lnTo>
                    <a:pt x="62229" y="6350"/>
                  </a:lnTo>
                  <a:close/>
                </a:path>
                <a:path w="74929" h="7619">
                  <a:moveTo>
                    <a:pt x="64769" y="5080"/>
                  </a:moveTo>
                  <a:lnTo>
                    <a:pt x="3809" y="5080"/>
                  </a:lnTo>
                  <a:lnTo>
                    <a:pt x="3809" y="6350"/>
                  </a:lnTo>
                  <a:lnTo>
                    <a:pt x="64769" y="6350"/>
                  </a:lnTo>
                  <a:lnTo>
                    <a:pt x="64769" y="5080"/>
                  </a:lnTo>
                  <a:close/>
                </a:path>
                <a:path w="74929" h="7619">
                  <a:moveTo>
                    <a:pt x="67310" y="3810"/>
                  </a:moveTo>
                  <a:lnTo>
                    <a:pt x="2540" y="3810"/>
                  </a:lnTo>
                  <a:lnTo>
                    <a:pt x="2540" y="5080"/>
                  </a:lnTo>
                  <a:lnTo>
                    <a:pt x="67310" y="5080"/>
                  </a:lnTo>
                  <a:lnTo>
                    <a:pt x="67310" y="3810"/>
                  </a:lnTo>
                  <a:close/>
                </a:path>
                <a:path w="74929" h="7619">
                  <a:moveTo>
                    <a:pt x="72390" y="1270"/>
                  </a:moveTo>
                  <a:lnTo>
                    <a:pt x="1270" y="1270"/>
                  </a:lnTo>
                  <a:lnTo>
                    <a:pt x="1270" y="3810"/>
                  </a:lnTo>
                  <a:lnTo>
                    <a:pt x="69850" y="3810"/>
                  </a:lnTo>
                  <a:lnTo>
                    <a:pt x="69850" y="2540"/>
                  </a:lnTo>
                  <a:lnTo>
                    <a:pt x="72390" y="2540"/>
                  </a:lnTo>
                  <a:lnTo>
                    <a:pt x="72390" y="1270"/>
                  </a:lnTo>
                  <a:close/>
                </a:path>
                <a:path w="74929" h="7619">
                  <a:moveTo>
                    <a:pt x="74929" y="0"/>
                  </a:moveTo>
                  <a:lnTo>
                    <a:pt x="0" y="0"/>
                  </a:lnTo>
                  <a:lnTo>
                    <a:pt x="0" y="1270"/>
                  </a:lnTo>
                  <a:lnTo>
                    <a:pt x="74929" y="1270"/>
                  </a:lnTo>
                  <a:lnTo>
                    <a:pt x="74929" y="0"/>
                  </a:lnTo>
                  <a:close/>
                </a:path>
              </a:pathLst>
            </a:custGeom>
            <a:solidFill>
              <a:srgbClr val="0001C5"/>
            </a:solidFill>
          </p:spPr>
          <p:txBody>
            <a:bodyPr wrap="square" lIns="0" tIns="0" rIns="0" bIns="0" rtlCol="0"/>
            <a:lstStyle/>
            <a:p/>
          </p:txBody>
        </p:sp>
        <p:sp>
          <p:nvSpPr>
            <p:cNvPr id="2549" name="object 2549"/>
            <p:cNvSpPr/>
            <p:nvPr/>
          </p:nvSpPr>
          <p:spPr>
            <a:xfrm>
              <a:off x="7565390" y="1682750"/>
              <a:ext cx="49530" cy="7620"/>
            </a:xfrm>
            <a:custGeom>
              <a:avLst/>
              <a:gdLst/>
              <a:ahLst/>
              <a:cxnLst/>
              <a:rect l="l" t="t" r="r" b="b"/>
              <a:pathLst>
                <a:path w="49529" h="7619">
                  <a:moveTo>
                    <a:pt x="30479" y="6350"/>
                  </a:moveTo>
                  <a:lnTo>
                    <a:pt x="17779" y="6350"/>
                  </a:lnTo>
                  <a:lnTo>
                    <a:pt x="17779" y="7620"/>
                  </a:lnTo>
                  <a:lnTo>
                    <a:pt x="30479" y="7620"/>
                  </a:lnTo>
                  <a:lnTo>
                    <a:pt x="30479" y="6350"/>
                  </a:lnTo>
                  <a:close/>
                </a:path>
                <a:path w="49529" h="7619">
                  <a:moveTo>
                    <a:pt x="36829" y="5079"/>
                  </a:moveTo>
                  <a:lnTo>
                    <a:pt x="11429" y="5079"/>
                  </a:lnTo>
                  <a:lnTo>
                    <a:pt x="11429" y="6350"/>
                  </a:lnTo>
                  <a:lnTo>
                    <a:pt x="36829" y="6350"/>
                  </a:lnTo>
                  <a:lnTo>
                    <a:pt x="36829" y="5079"/>
                  </a:lnTo>
                  <a:close/>
                </a:path>
                <a:path w="49529" h="7619">
                  <a:moveTo>
                    <a:pt x="40639" y="3810"/>
                  </a:moveTo>
                  <a:lnTo>
                    <a:pt x="10159" y="3810"/>
                  </a:lnTo>
                  <a:lnTo>
                    <a:pt x="10159" y="5079"/>
                  </a:lnTo>
                  <a:lnTo>
                    <a:pt x="40639" y="5079"/>
                  </a:lnTo>
                  <a:lnTo>
                    <a:pt x="40639" y="3810"/>
                  </a:lnTo>
                  <a:close/>
                </a:path>
                <a:path w="49529" h="7619">
                  <a:moveTo>
                    <a:pt x="43179" y="2539"/>
                  </a:moveTo>
                  <a:lnTo>
                    <a:pt x="6350" y="2539"/>
                  </a:lnTo>
                  <a:lnTo>
                    <a:pt x="6350" y="3810"/>
                  </a:lnTo>
                  <a:lnTo>
                    <a:pt x="43179" y="3810"/>
                  </a:lnTo>
                  <a:lnTo>
                    <a:pt x="43179" y="2539"/>
                  </a:lnTo>
                  <a:close/>
                </a:path>
                <a:path w="49529" h="7619">
                  <a:moveTo>
                    <a:pt x="46989" y="1270"/>
                  </a:moveTo>
                  <a:lnTo>
                    <a:pt x="3809" y="1270"/>
                  </a:lnTo>
                  <a:lnTo>
                    <a:pt x="3809" y="2539"/>
                  </a:lnTo>
                  <a:lnTo>
                    <a:pt x="46989" y="2539"/>
                  </a:lnTo>
                  <a:lnTo>
                    <a:pt x="46989" y="1270"/>
                  </a:lnTo>
                  <a:close/>
                </a:path>
                <a:path w="49529" h="7619">
                  <a:moveTo>
                    <a:pt x="49529" y="0"/>
                  </a:moveTo>
                  <a:lnTo>
                    <a:pt x="0" y="0"/>
                  </a:lnTo>
                  <a:lnTo>
                    <a:pt x="0" y="1270"/>
                  </a:lnTo>
                  <a:lnTo>
                    <a:pt x="49529" y="1270"/>
                  </a:lnTo>
                  <a:lnTo>
                    <a:pt x="49529" y="0"/>
                  </a:lnTo>
                  <a:close/>
                </a:path>
              </a:pathLst>
            </a:custGeom>
            <a:solidFill>
              <a:srgbClr val="0000C7"/>
            </a:solidFill>
          </p:spPr>
          <p:txBody>
            <a:bodyPr wrap="square" lIns="0" tIns="0" rIns="0" bIns="0" rtlCol="0"/>
            <a:lstStyle/>
            <a:p/>
          </p:txBody>
        </p:sp>
      </p:grpSp>
      <p:grpSp>
        <p:nvGrpSpPr>
          <p:cNvPr id="2550" name="object 2550"/>
          <p:cNvGrpSpPr/>
          <p:nvPr/>
        </p:nvGrpSpPr>
        <p:grpSpPr>
          <a:xfrm>
            <a:off x="7710169" y="1056639"/>
            <a:ext cx="214629" cy="633730"/>
            <a:chOff x="7710169" y="1056639"/>
            <a:chExt cx="214629" cy="633730"/>
          </a:xfrm>
        </p:grpSpPr>
        <p:sp>
          <p:nvSpPr>
            <p:cNvPr id="2551" name="object 2551"/>
            <p:cNvSpPr/>
            <p:nvPr/>
          </p:nvSpPr>
          <p:spPr>
            <a:xfrm>
              <a:off x="7791449" y="1056639"/>
              <a:ext cx="48260" cy="6350"/>
            </a:xfrm>
            <a:custGeom>
              <a:avLst/>
              <a:gdLst/>
              <a:ahLst/>
              <a:cxnLst/>
              <a:rect l="l" t="t" r="r" b="b"/>
              <a:pathLst>
                <a:path w="48259" h="6350">
                  <a:moveTo>
                    <a:pt x="48259" y="5080"/>
                  </a:moveTo>
                  <a:lnTo>
                    <a:pt x="0" y="5080"/>
                  </a:lnTo>
                  <a:lnTo>
                    <a:pt x="0" y="6350"/>
                  </a:lnTo>
                  <a:lnTo>
                    <a:pt x="48259" y="6350"/>
                  </a:lnTo>
                  <a:lnTo>
                    <a:pt x="48259" y="5080"/>
                  </a:lnTo>
                  <a:close/>
                </a:path>
                <a:path w="48259" h="6350">
                  <a:moveTo>
                    <a:pt x="45720" y="3810"/>
                  </a:moveTo>
                  <a:lnTo>
                    <a:pt x="2540" y="3810"/>
                  </a:lnTo>
                  <a:lnTo>
                    <a:pt x="2540" y="5080"/>
                  </a:lnTo>
                  <a:lnTo>
                    <a:pt x="45720" y="5080"/>
                  </a:lnTo>
                  <a:lnTo>
                    <a:pt x="45720" y="3810"/>
                  </a:lnTo>
                  <a:close/>
                </a:path>
                <a:path w="48259" h="6350">
                  <a:moveTo>
                    <a:pt x="43179" y="2539"/>
                  </a:moveTo>
                  <a:lnTo>
                    <a:pt x="6350" y="2539"/>
                  </a:lnTo>
                  <a:lnTo>
                    <a:pt x="6350" y="3810"/>
                  </a:lnTo>
                  <a:lnTo>
                    <a:pt x="43179" y="3810"/>
                  </a:lnTo>
                  <a:lnTo>
                    <a:pt x="43179" y="2539"/>
                  </a:lnTo>
                  <a:close/>
                </a:path>
                <a:path w="48259" h="6350">
                  <a:moveTo>
                    <a:pt x="34289" y="1270"/>
                  </a:moveTo>
                  <a:lnTo>
                    <a:pt x="11429" y="1270"/>
                  </a:lnTo>
                  <a:lnTo>
                    <a:pt x="11429" y="2539"/>
                  </a:lnTo>
                  <a:lnTo>
                    <a:pt x="34289" y="2539"/>
                  </a:lnTo>
                  <a:lnTo>
                    <a:pt x="34289" y="1270"/>
                  </a:lnTo>
                  <a:close/>
                </a:path>
                <a:path w="48259" h="6350">
                  <a:moveTo>
                    <a:pt x="24129" y="0"/>
                  </a:moveTo>
                  <a:lnTo>
                    <a:pt x="22859" y="0"/>
                  </a:lnTo>
                  <a:lnTo>
                    <a:pt x="22859" y="1270"/>
                  </a:lnTo>
                  <a:lnTo>
                    <a:pt x="24129" y="1270"/>
                  </a:lnTo>
                  <a:lnTo>
                    <a:pt x="24129" y="0"/>
                  </a:lnTo>
                  <a:close/>
                </a:path>
              </a:pathLst>
            </a:custGeom>
            <a:solidFill>
              <a:srgbClr val="003300"/>
            </a:solidFill>
          </p:spPr>
          <p:txBody>
            <a:bodyPr wrap="square" lIns="0" tIns="0" rIns="0" bIns="0" rtlCol="0"/>
            <a:lstStyle/>
            <a:p/>
          </p:txBody>
        </p:sp>
        <p:sp>
          <p:nvSpPr>
            <p:cNvPr id="2552" name="object 2552"/>
            <p:cNvSpPr/>
            <p:nvPr/>
          </p:nvSpPr>
          <p:spPr>
            <a:xfrm>
              <a:off x="7781289" y="1062989"/>
              <a:ext cx="72390" cy="7620"/>
            </a:xfrm>
            <a:custGeom>
              <a:avLst/>
              <a:gdLst/>
              <a:ahLst/>
              <a:cxnLst/>
              <a:rect l="l" t="t" r="r" b="b"/>
              <a:pathLst>
                <a:path w="72390" h="7619">
                  <a:moveTo>
                    <a:pt x="72390" y="6350"/>
                  </a:moveTo>
                  <a:lnTo>
                    <a:pt x="0" y="6350"/>
                  </a:lnTo>
                  <a:lnTo>
                    <a:pt x="0" y="7620"/>
                  </a:lnTo>
                  <a:lnTo>
                    <a:pt x="72390" y="7620"/>
                  </a:lnTo>
                  <a:lnTo>
                    <a:pt x="72390" y="6350"/>
                  </a:lnTo>
                  <a:close/>
                </a:path>
                <a:path w="72390" h="7619">
                  <a:moveTo>
                    <a:pt x="71119" y="5080"/>
                  </a:moveTo>
                  <a:lnTo>
                    <a:pt x="1269" y="5080"/>
                  </a:lnTo>
                  <a:lnTo>
                    <a:pt x="1269" y="6350"/>
                  </a:lnTo>
                  <a:lnTo>
                    <a:pt x="71119" y="6350"/>
                  </a:lnTo>
                  <a:lnTo>
                    <a:pt x="71119" y="5080"/>
                  </a:lnTo>
                  <a:close/>
                </a:path>
                <a:path w="72390" h="7619">
                  <a:moveTo>
                    <a:pt x="69849" y="3810"/>
                  </a:moveTo>
                  <a:lnTo>
                    <a:pt x="2539" y="3810"/>
                  </a:lnTo>
                  <a:lnTo>
                    <a:pt x="2539" y="5080"/>
                  </a:lnTo>
                  <a:lnTo>
                    <a:pt x="69849" y="5080"/>
                  </a:lnTo>
                  <a:lnTo>
                    <a:pt x="69849" y="3810"/>
                  </a:lnTo>
                  <a:close/>
                </a:path>
                <a:path w="72390" h="7619">
                  <a:moveTo>
                    <a:pt x="66039" y="2539"/>
                  </a:moveTo>
                  <a:lnTo>
                    <a:pt x="5079" y="2539"/>
                  </a:lnTo>
                  <a:lnTo>
                    <a:pt x="5079" y="3810"/>
                  </a:lnTo>
                  <a:lnTo>
                    <a:pt x="66039" y="3810"/>
                  </a:lnTo>
                  <a:lnTo>
                    <a:pt x="66039" y="2539"/>
                  </a:lnTo>
                  <a:close/>
                </a:path>
                <a:path w="72390" h="7619">
                  <a:moveTo>
                    <a:pt x="63500" y="1270"/>
                  </a:moveTo>
                  <a:lnTo>
                    <a:pt x="6350" y="1270"/>
                  </a:lnTo>
                  <a:lnTo>
                    <a:pt x="6350" y="2539"/>
                  </a:lnTo>
                  <a:lnTo>
                    <a:pt x="63500" y="2539"/>
                  </a:lnTo>
                  <a:lnTo>
                    <a:pt x="63500" y="1270"/>
                  </a:lnTo>
                  <a:close/>
                </a:path>
                <a:path w="72390" h="7619">
                  <a:moveTo>
                    <a:pt x="62229" y="0"/>
                  </a:moveTo>
                  <a:lnTo>
                    <a:pt x="7619" y="0"/>
                  </a:lnTo>
                  <a:lnTo>
                    <a:pt x="7619" y="1270"/>
                  </a:lnTo>
                  <a:lnTo>
                    <a:pt x="62229" y="1270"/>
                  </a:lnTo>
                  <a:lnTo>
                    <a:pt x="62229" y="0"/>
                  </a:lnTo>
                  <a:close/>
                </a:path>
              </a:pathLst>
            </a:custGeom>
            <a:solidFill>
              <a:srgbClr val="003301"/>
            </a:solidFill>
          </p:spPr>
          <p:txBody>
            <a:bodyPr wrap="square" lIns="0" tIns="0" rIns="0" bIns="0" rtlCol="0"/>
            <a:lstStyle/>
            <a:p/>
          </p:txBody>
        </p:sp>
        <p:sp>
          <p:nvSpPr>
            <p:cNvPr id="2553" name="object 2553"/>
            <p:cNvSpPr/>
            <p:nvPr/>
          </p:nvSpPr>
          <p:spPr>
            <a:xfrm>
              <a:off x="7774939"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89" y="3810"/>
                  </a:moveTo>
                  <a:lnTo>
                    <a:pt x="1269" y="3810"/>
                  </a:lnTo>
                  <a:lnTo>
                    <a:pt x="1269" y="5079"/>
                  </a:lnTo>
                  <a:lnTo>
                    <a:pt x="85089" y="5079"/>
                  </a:lnTo>
                  <a:lnTo>
                    <a:pt x="85089" y="3810"/>
                  </a:lnTo>
                  <a:close/>
                </a:path>
                <a:path w="86359" h="6350">
                  <a:moveTo>
                    <a:pt x="83819" y="2539"/>
                  </a:moveTo>
                  <a:lnTo>
                    <a:pt x="2539" y="2539"/>
                  </a:lnTo>
                  <a:lnTo>
                    <a:pt x="2539" y="3810"/>
                  </a:lnTo>
                  <a:lnTo>
                    <a:pt x="83819" y="3810"/>
                  </a:lnTo>
                  <a:lnTo>
                    <a:pt x="83819"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03103"/>
            </a:solidFill>
          </p:spPr>
          <p:txBody>
            <a:bodyPr wrap="square" lIns="0" tIns="0" rIns="0" bIns="0" rtlCol="0"/>
            <a:lstStyle/>
            <a:p/>
          </p:txBody>
        </p:sp>
        <p:sp>
          <p:nvSpPr>
            <p:cNvPr id="2554" name="object 2554"/>
            <p:cNvSpPr/>
            <p:nvPr/>
          </p:nvSpPr>
          <p:spPr>
            <a:xfrm>
              <a:off x="7767320" y="1076959"/>
              <a:ext cx="102870" cy="7620"/>
            </a:xfrm>
            <a:custGeom>
              <a:avLst/>
              <a:gdLst/>
              <a:ahLst/>
              <a:cxnLst/>
              <a:rect l="l" t="t" r="r" b="b"/>
              <a:pathLst>
                <a:path w="102870" h="7619">
                  <a:moveTo>
                    <a:pt x="102870" y="6350"/>
                  </a:moveTo>
                  <a:lnTo>
                    <a:pt x="101600" y="6350"/>
                  </a:lnTo>
                  <a:lnTo>
                    <a:pt x="101600" y="5080"/>
                  </a:lnTo>
                  <a:lnTo>
                    <a:pt x="100330" y="5080"/>
                  </a:lnTo>
                  <a:lnTo>
                    <a:pt x="100330" y="3810"/>
                  </a:lnTo>
                  <a:lnTo>
                    <a:pt x="99060" y="3810"/>
                  </a:lnTo>
                  <a:lnTo>
                    <a:pt x="99060" y="2540"/>
                  </a:lnTo>
                  <a:lnTo>
                    <a:pt x="97790" y="2540"/>
                  </a:lnTo>
                  <a:lnTo>
                    <a:pt x="9779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2870" y="7620"/>
                  </a:lnTo>
                  <a:lnTo>
                    <a:pt x="102870" y="6350"/>
                  </a:lnTo>
                  <a:close/>
                </a:path>
              </a:pathLst>
            </a:custGeom>
            <a:solidFill>
              <a:srgbClr val="003105"/>
            </a:solidFill>
          </p:spPr>
          <p:txBody>
            <a:bodyPr wrap="square" lIns="0" tIns="0" rIns="0" bIns="0" rtlCol="0"/>
            <a:lstStyle/>
            <a:p/>
          </p:txBody>
        </p:sp>
        <p:sp>
          <p:nvSpPr>
            <p:cNvPr id="2555" name="object 2555"/>
            <p:cNvSpPr/>
            <p:nvPr/>
          </p:nvSpPr>
          <p:spPr>
            <a:xfrm>
              <a:off x="7762240" y="1084579"/>
              <a:ext cx="113030" cy="7620"/>
            </a:xfrm>
            <a:custGeom>
              <a:avLst/>
              <a:gdLst/>
              <a:ahLst/>
              <a:cxnLst/>
              <a:rect l="l" t="t" r="r" b="b"/>
              <a:pathLst>
                <a:path w="113029" h="7619">
                  <a:moveTo>
                    <a:pt x="111760" y="3810"/>
                  </a:moveTo>
                  <a:lnTo>
                    <a:pt x="110490" y="3810"/>
                  </a:lnTo>
                  <a:lnTo>
                    <a:pt x="110490" y="2540"/>
                  </a:lnTo>
                  <a:lnTo>
                    <a:pt x="109220" y="2540"/>
                  </a:lnTo>
                  <a:lnTo>
                    <a:pt x="109220" y="1270"/>
                  </a:lnTo>
                  <a:lnTo>
                    <a:pt x="107950" y="1270"/>
                  </a:lnTo>
                  <a:lnTo>
                    <a:pt x="107950" y="0"/>
                  </a:lnTo>
                  <a:lnTo>
                    <a:pt x="3810" y="0"/>
                  </a:lnTo>
                  <a:lnTo>
                    <a:pt x="3810" y="1270"/>
                  </a:lnTo>
                  <a:lnTo>
                    <a:pt x="2540" y="1270"/>
                  </a:lnTo>
                  <a:lnTo>
                    <a:pt x="2540" y="2540"/>
                  </a:lnTo>
                  <a:lnTo>
                    <a:pt x="2540" y="3810"/>
                  </a:lnTo>
                  <a:lnTo>
                    <a:pt x="1270" y="3810"/>
                  </a:lnTo>
                  <a:lnTo>
                    <a:pt x="1270" y="6350"/>
                  </a:lnTo>
                  <a:lnTo>
                    <a:pt x="111760" y="6350"/>
                  </a:lnTo>
                  <a:lnTo>
                    <a:pt x="111760" y="3810"/>
                  </a:lnTo>
                  <a:close/>
                </a:path>
                <a:path w="113029" h="7619">
                  <a:moveTo>
                    <a:pt x="113030" y="6362"/>
                  </a:moveTo>
                  <a:lnTo>
                    <a:pt x="0" y="6362"/>
                  </a:lnTo>
                  <a:lnTo>
                    <a:pt x="0" y="7620"/>
                  </a:lnTo>
                  <a:lnTo>
                    <a:pt x="113030" y="7620"/>
                  </a:lnTo>
                  <a:lnTo>
                    <a:pt x="113030" y="6362"/>
                  </a:lnTo>
                  <a:close/>
                </a:path>
              </a:pathLst>
            </a:custGeom>
            <a:solidFill>
              <a:srgbClr val="003008"/>
            </a:solidFill>
          </p:spPr>
          <p:txBody>
            <a:bodyPr wrap="square" lIns="0" tIns="0" rIns="0" bIns="0" rtlCol="0"/>
            <a:lstStyle/>
            <a:p/>
          </p:txBody>
        </p:sp>
        <p:sp>
          <p:nvSpPr>
            <p:cNvPr id="2556" name="object 2556"/>
            <p:cNvSpPr/>
            <p:nvPr/>
          </p:nvSpPr>
          <p:spPr>
            <a:xfrm>
              <a:off x="7759700" y="1092199"/>
              <a:ext cx="118110" cy="6350"/>
            </a:xfrm>
            <a:custGeom>
              <a:avLst/>
              <a:gdLst/>
              <a:ahLst/>
              <a:cxnLst/>
              <a:rect l="l" t="t" r="r" b="b"/>
              <a:pathLst>
                <a:path w="118109" h="6350">
                  <a:moveTo>
                    <a:pt x="118110" y="3810"/>
                  </a:moveTo>
                  <a:lnTo>
                    <a:pt x="116840" y="3810"/>
                  </a:lnTo>
                  <a:lnTo>
                    <a:pt x="116840" y="1270"/>
                  </a:lnTo>
                  <a:lnTo>
                    <a:pt x="115570" y="1270"/>
                  </a:lnTo>
                  <a:lnTo>
                    <a:pt x="115570" y="0"/>
                  </a:lnTo>
                  <a:lnTo>
                    <a:pt x="2540" y="0"/>
                  </a:lnTo>
                  <a:lnTo>
                    <a:pt x="2540" y="1270"/>
                  </a:lnTo>
                  <a:lnTo>
                    <a:pt x="1270" y="1270"/>
                  </a:lnTo>
                  <a:lnTo>
                    <a:pt x="1270" y="3810"/>
                  </a:lnTo>
                  <a:lnTo>
                    <a:pt x="0" y="3810"/>
                  </a:lnTo>
                  <a:lnTo>
                    <a:pt x="0" y="6350"/>
                  </a:lnTo>
                  <a:lnTo>
                    <a:pt x="118110" y="6350"/>
                  </a:lnTo>
                  <a:lnTo>
                    <a:pt x="118110" y="3810"/>
                  </a:lnTo>
                  <a:close/>
                </a:path>
              </a:pathLst>
            </a:custGeom>
            <a:solidFill>
              <a:srgbClr val="00300A"/>
            </a:solidFill>
          </p:spPr>
          <p:txBody>
            <a:bodyPr wrap="square" lIns="0" tIns="0" rIns="0" bIns="0" rtlCol="0"/>
            <a:lstStyle/>
            <a:p/>
          </p:txBody>
        </p:sp>
        <p:sp>
          <p:nvSpPr>
            <p:cNvPr id="2557" name="object 2557"/>
            <p:cNvSpPr/>
            <p:nvPr/>
          </p:nvSpPr>
          <p:spPr>
            <a:xfrm>
              <a:off x="775462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1270"/>
                  </a:lnTo>
                  <a:lnTo>
                    <a:pt x="12446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28270" y="7620"/>
                  </a:lnTo>
                  <a:lnTo>
                    <a:pt x="128270" y="6350"/>
                  </a:lnTo>
                  <a:close/>
                </a:path>
              </a:pathLst>
            </a:custGeom>
            <a:solidFill>
              <a:srgbClr val="002F0C"/>
            </a:solidFill>
          </p:spPr>
          <p:txBody>
            <a:bodyPr wrap="square" lIns="0" tIns="0" rIns="0" bIns="0" rtlCol="0"/>
            <a:lstStyle/>
            <a:p/>
          </p:txBody>
        </p:sp>
        <p:sp>
          <p:nvSpPr>
            <p:cNvPr id="2558" name="object 2558"/>
            <p:cNvSpPr/>
            <p:nvPr/>
          </p:nvSpPr>
          <p:spPr>
            <a:xfrm>
              <a:off x="7750810" y="1106169"/>
              <a:ext cx="135890" cy="7620"/>
            </a:xfrm>
            <a:custGeom>
              <a:avLst/>
              <a:gdLst/>
              <a:ahLst/>
              <a:cxnLst/>
              <a:rect l="l" t="t" r="r" b="b"/>
              <a:pathLst>
                <a:path w="135890" h="7619">
                  <a:moveTo>
                    <a:pt x="135890" y="6350"/>
                  </a:moveTo>
                  <a:lnTo>
                    <a:pt x="134620" y="6350"/>
                  </a:lnTo>
                  <a:lnTo>
                    <a:pt x="134620" y="5080"/>
                  </a:lnTo>
                  <a:lnTo>
                    <a:pt x="134620" y="3810"/>
                  </a:lnTo>
                  <a:lnTo>
                    <a:pt x="133350" y="3810"/>
                  </a:lnTo>
                  <a:lnTo>
                    <a:pt x="133350" y="2540"/>
                  </a:lnTo>
                  <a:lnTo>
                    <a:pt x="133350" y="1270"/>
                  </a:lnTo>
                  <a:lnTo>
                    <a:pt x="132080" y="1270"/>
                  </a:lnTo>
                  <a:lnTo>
                    <a:pt x="132080"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02E0F"/>
            </a:solidFill>
          </p:spPr>
          <p:txBody>
            <a:bodyPr wrap="square" lIns="0" tIns="0" rIns="0" bIns="0" rtlCol="0"/>
            <a:lstStyle/>
            <a:p/>
          </p:txBody>
        </p:sp>
        <p:sp>
          <p:nvSpPr>
            <p:cNvPr id="2559" name="object 2559"/>
            <p:cNvSpPr/>
            <p:nvPr/>
          </p:nvSpPr>
          <p:spPr>
            <a:xfrm>
              <a:off x="7748270" y="1113789"/>
              <a:ext cx="140970" cy="6350"/>
            </a:xfrm>
            <a:custGeom>
              <a:avLst/>
              <a:gdLst/>
              <a:ahLst/>
              <a:cxnLst/>
              <a:rect l="l" t="t" r="r" b="b"/>
              <a:pathLst>
                <a:path w="140970" h="6350">
                  <a:moveTo>
                    <a:pt x="140970" y="5080"/>
                  </a:moveTo>
                  <a:lnTo>
                    <a:pt x="139700" y="5080"/>
                  </a:lnTo>
                  <a:lnTo>
                    <a:pt x="139700" y="3810"/>
                  </a:lnTo>
                  <a:lnTo>
                    <a:pt x="139700" y="2540"/>
                  </a:lnTo>
                  <a:lnTo>
                    <a:pt x="138430" y="2540"/>
                  </a:lnTo>
                  <a:lnTo>
                    <a:pt x="138430" y="0"/>
                  </a:lnTo>
                  <a:lnTo>
                    <a:pt x="1270" y="0"/>
                  </a:lnTo>
                  <a:lnTo>
                    <a:pt x="1270" y="2540"/>
                  </a:lnTo>
                  <a:lnTo>
                    <a:pt x="1270" y="3810"/>
                  </a:lnTo>
                  <a:lnTo>
                    <a:pt x="0" y="3810"/>
                  </a:lnTo>
                  <a:lnTo>
                    <a:pt x="0" y="5080"/>
                  </a:lnTo>
                  <a:lnTo>
                    <a:pt x="0" y="6350"/>
                  </a:lnTo>
                  <a:lnTo>
                    <a:pt x="140970" y="6350"/>
                  </a:lnTo>
                  <a:lnTo>
                    <a:pt x="140970" y="5080"/>
                  </a:lnTo>
                  <a:close/>
                </a:path>
              </a:pathLst>
            </a:custGeom>
            <a:solidFill>
              <a:srgbClr val="002E11"/>
            </a:solidFill>
          </p:spPr>
          <p:txBody>
            <a:bodyPr wrap="square" lIns="0" tIns="0" rIns="0" bIns="0" rtlCol="0"/>
            <a:lstStyle/>
            <a:p/>
          </p:txBody>
        </p:sp>
        <p:sp>
          <p:nvSpPr>
            <p:cNvPr id="2560" name="object 2560"/>
            <p:cNvSpPr/>
            <p:nvPr/>
          </p:nvSpPr>
          <p:spPr>
            <a:xfrm>
              <a:off x="7745730" y="1120139"/>
              <a:ext cx="146050" cy="7620"/>
            </a:xfrm>
            <a:custGeom>
              <a:avLst/>
              <a:gdLst/>
              <a:ahLst/>
              <a:cxnLst/>
              <a:rect l="l" t="t" r="r" b="b"/>
              <a:pathLst>
                <a:path w="146050" h="7619">
                  <a:moveTo>
                    <a:pt x="146050" y="5080"/>
                  </a:moveTo>
                  <a:lnTo>
                    <a:pt x="144780" y="5080"/>
                  </a:lnTo>
                  <a:lnTo>
                    <a:pt x="144780" y="3810"/>
                  </a:lnTo>
                  <a:lnTo>
                    <a:pt x="144780" y="2540"/>
                  </a:lnTo>
                  <a:lnTo>
                    <a:pt x="143510" y="2540"/>
                  </a:lnTo>
                  <a:lnTo>
                    <a:pt x="143510" y="1270"/>
                  </a:lnTo>
                  <a:lnTo>
                    <a:pt x="143510" y="0"/>
                  </a:lnTo>
                  <a:lnTo>
                    <a:pt x="2540" y="0"/>
                  </a:lnTo>
                  <a:lnTo>
                    <a:pt x="2540" y="1270"/>
                  </a:lnTo>
                  <a:lnTo>
                    <a:pt x="1270" y="1270"/>
                  </a:lnTo>
                  <a:lnTo>
                    <a:pt x="1270" y="2540"/>
                  </a:lnTo>
                  <a:lnTo>
                    <a:pt x="1270" y="3810"/>
                  </a:lnTo>
                  <a:lnTo>
                    <a:pt x="0" y="3810"/>
                  </a:lnTo>
                  <a:lnTo>
                    <a:pt x="0" y="5080"/>
                  </a:lnTo>
                  <a:lnTo>
                    <a:pt x="0" y="7620"/>
                  </a:lnTo>
                  <a:lnTo>
                    <a:pt x="146050" y="7620"/>
                  </a:lnTo>
                  <a:lnTo>
                    <a:pt x="146050" y="5080"/>
                  </a:lnTo>
                  <a:close/>
                </a:path>
              </a:pathLst>
            </a:custGeom>
            <a:solidFill>
              <a:srgbClr val="002D13"/>
            </a:solidFill>
          </p:spPr>
          <p:txBody>
            <a:bodyPr wrap="square" lIns="0" tIns="0" rIns="0" bIns="0" rtlCol="0"/>
            <a:lstStyle/>
            <a:p/>
          </p:txBody>
        </p:sp>
        <p:sp>
          <p:nvSpPr>
            <p:cNvPr id="2561" name="object 2561"/>
            <p:cNvSpPr/>
            <p:nvPr/>
          </p:nvSpPr>
          <p:spPr>
            <a:xfrm>
              <a:off x="7741920" y="1127759"/>
              <a:ext cx="153670" cy="7620"/>
            </a:xfrm>
            <a:custGeom>
              <a:avLst/>
              <a:gdLst/>
              <a:ahLst/>
              <a:cxnLst/>
              <a:rect l="l" t="t" r="r" b="b"/>
              <a:pathLst>
                <a:path w="153670" h="7619">
                  <a:moveTo>
                    <a:pt x="153670" y="6350"/>
                  </a:moveTo>
                  <a:lnTo>
                    <a:pt x="152400" y="6350"/>
                  </a:lnTo>
                  <a:lnTo>
                    <a:pt x="152400" y="5080"/>
                  </a:lnTo>
                  <a:lnTo>
                    <a:pt x="152400" y="2540"/>
                  </a:lnTo>
                  <a:lnTo>
                    <a:pt x="151130"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02D15"/>
            </a:solidFill>
          </p:spPr>
          <p:txBody>
            <a:bodyPr wrap="square" lIns="0" tIns="0" rIns="0" bIns="0" rtlCol="0"/>
            <a:lstStyle/>
            <a:p/>
          </p:txBody>
        </p:sp>
        <p:sp>
          <p:nvSpPr>
            <p:cNvPr id="2562" name="object 2562"/>
            <p:cNvSpPr/>
            <p:nvPr/>
          </p:nvSpPr>
          <p:spPr>
            <a:xfrm>
              <a:off x="7739380" y="1135379"/>
              <a:ext cx="158750" cy="6350"/>
            </a:xfrm>
            <a:custGeom>
              <a:avLst/>
              <a:gdLst/>
              <a:ahLst/>
              <a:cxnLst/>
              <a:rect l="l" t="t" r="r" b="b"/>
              <a:pathLst>
                <a:path w="158750" h="6350">
                  <a:moveTo>
                    <a:pt x="158750" y="5080"/>
                  </a:moveTo>
                  <a:lnTo>
                    <a:pt x="157480" y="5080"/>
                  </a:lnTo>
                  <a:lnTo>
                    <a:pt x="157480" y="2540"/>
                  </a:lnTo>
                  <a:lnTo>
                    <a:pt x="156210" y="2540"/>
                  </a:lnTo>
                  <a:lnTo>
                    <a:pt x="156210" y="1270"/>
                  </a:lnTo>
                  <a:lnTo>
                    <a:pt x="156210" y="0"/>
                  </a:lnTo>
                  <a:lnTo>
                    <a:pt x="2540" y="0"/>
                  </a:lnTo>
                  <a:lnTo>
                    <a:pt x="2540" y="1270"/>
                  </a:lnTo>
                  <a:lnTo>
                    <a:pt x="1270" y="1270"/>
                  </a:lnTo>
                  <a:lnTo>
                    <a:pt x="1270" y="2540"/>
                  </a:lnTo>
                  <a:lnTo>
                    <a:pt x="1270" y="5080"/>
                  </a:lnTo>
                  <a:lnTo>
                    <a:pt x="0" y="5080"/>
                  </a:lnTo>
                  <a:lnTo>
                    <a:pt x="0" y="6350"/>
                  </a:lnTo>
                  <a:lnTo>
                    <a:pt x="158750" y="6350"/>
                  </a:lnTo>
                  <a:lnTo>
                    <a:pt x="158750" y="5080"/>
                  </a:lnTo>
                  <a:close/>
                </a:path>
              </a:pathLst>
            </a:custGeom>
            <a:solidFill>
              <a:srgbClr val="002C18"/>
            </a:solidFill>
          </p:spPr>
          <p:txBody>
            <a:bodyPr wrap="square" lIns="0" tIns="0" rIns="0" bIns="0" rtlCol="0"/>
            <a:lstStyle/>
            <a:p/>
          </p:txBody>
        </p:sp>
        <p:sp>
          <p:nvSpPr>
            <p:cNvPr id="2563" name="object 2563"/>
            <p:cNvSpPr/>
            <p:nvPr/>
          </p:nvSpPr>
          <p:spPr>
            <a:xfrm>
              <a:off x="7736840" y="1141729"/>
              <a:ext cx="163830" cy="7620"/>
            </a:xfrm>
            <a:custGeom>
              <a:avLst/>
              <a:gdLst/>
              <a:ahLst/>
              <a:cxnLst/>
              <a:rect l="l" t="t" r="r" b="b"/>
              <a:pathLst>
                <a:path w="163829" h="7619">
                  <a:moveTo>
                    <a:pt x="162560" y="2540"/>
                  </a:moveTo>
                  <a:lnTo>
                    <a:pt x="161290" y="2540"/>
                  </a:lnTo>
                  <a:lnTo>
                    <a:pt x="161290" y="0"/>
                  </a:lnTo>
                  <a:lnTo>
                    <a:pt x="2540" y="0"/>
                  </a:lnTo>
                  <a:lnTo>
                    <a:pt x="2540" y="2540"/>
                  </a:lnTo>
                  <a:lnTo>
                    <a:pt x="1270" y="2540"/>
                  </a:lnTo>
                  <a:lnTo>
                    <a:pt x="1270" y="6350"/>
                  </a:lnTo>
                  <a:lnTo>
                    <a:pt x="162560" y="6350"/>
                  </a:lnTo>
                  <a:lnTo>
                    <a:pt x="162560" y="2540"/>
                  </a:lnTo>
                  <a:close/>
                </a:path>
                <a:path w="163829" h="7619">
                  <a:moveTo>
                    <a:pt x="163830" y="6362"/>
                  </a:moveTo>
                  <a:lnTo>
                    <a:pt x="0" y="6362"/>
                  </a:lnTo>
                  <a:lnTo>
                    <a:pt x="0" y="7620"/>
                  </a:lnTo>
                  <a:lnTo>
                    <a:pt x="163830" y="7620"/>
                  </a:lnTo>
                  <a:lnTo>
                    <a:pt x="163830" y="6362"/>
                  </a:lnTo>
                  <a:close/>
                </a:path>
              </a:pathLst>
            </a:custGeom>
            <a:solidFill>
              <a:srgbClr val="002C1A"/>
            </a:solidFill>
          </p:spPr>
          <p:txBody>
            <a:bodyPr wrap="square" lIns="0" tIns="0" rIns="0" bIns="0" rtlCol="0"/>
            <a:lstStyle/>
            <a:p/>
          </p:txBody>
        </p:sp>
        <p:sp>
          <p:nvSpPr>
            <p:cNvPr id="2564" name="object 2564"/>
            <p:cNvSpPr/>
            <p:nvPr/>
          </p:nvSpPr>
          <p:spPr>
            <a:xfrm>
              <a:off x="7735570" y="1149349"/>
              <a:ext cx="166370" cy="7620"/>
            </a:xfrm>
            <a:custGeom>
              <a:avLst/>
              <a:gdLst/>
              <a:ahLst/>
              <a:cxnLst/>
              <a:rect l="l" t="t" r="r" b="b"/>
              <a:pathLst>
                <a:path w="166370" h="7619">
                  <a:moveTo>
                    <a:pt x="166370" y="3810"/>
                  </a:moveTo>
                  <a:lnTo>
                    <a:pt x="165100" y="3810"/>
                  </a:lnTo>
                  <a:lnTo>
                    <a:pt x="165100" y="0"/>
                  </a:lnTo>
                  <a:lnTo>
                    <a:pt x="1270" y="0"/>
                  </a:lnTo>
                  <a:lnTo>
                    <a:pt x="1270" y="3810"/>
                  </a:lnTo>
                  <a:lnTo>
                    <a:pt x="0" y="3810"/>
                  </a:lnTo>
                  <a:lnTo>
                    <a:pt x="0" y="7620"/>
                  </a:lnTo>
                  <a:lnTo>
                    <a:pt x="166370" y="7620"/>
                  </a:lnTo>
                  <a:lnTo>
                    <a:pt x="166370" y="3810"/>
                  </a:lnTo>
                  <a:close/>
                </a:path>
              </a:pathLst>
            </a:custGeom>
            <a:solidFill>
              <a:srgbClr val="002B1C"/>
            </a:solidFill>
          </p:spPr>
          <p:txBody>
            <a:bodyPr wrap="square" lIns="0" tIns="0" rIns="0" bIns="0" rtlCol="0"/>
            <a:lstStyle/>
            <a:p/>
          </p:txBody>
        </p:sp>
        <p:sp>
          <p:nvSpPr>
            <p:cNvPr id="2565" name="object 2565"/>
            <p:cNvSpPr/>
            <p:nvPr/>
          </p:nvSpPr>
          <p:spPr>
            <a:xfrm>
              <a:off x="7733030" y="1156969"/>
              <a:ext cx="170180" cy="6350"/>
            </a:xfrm>
            <a:custGeom>
              <a:avLst/>
              <a:gdLst/>
              <a:ahLst/>
              <a:cxnLst/>
              <a:rect l="l" t="t" r="r" b="b"/>
              <a:pathLst>
                <a:path w="170179" h="6350">
                  <a:moveTo>
                    <a:pt x="170180" y="1270"/>
                  </a:moveTo>
                  <a:lnTo>
                    <a:pt x="168910" y="1270"/>
                  </a:lnTo>
                  <a:lnTo>
                    <a:pt x="168910" y="0"/>
                  </a:lnTo>
                  <a:lnTo>
                    <a:pt x="2540" y="0"/>
                  </a:lnTo>
                  <a:lnTo>
                    <a:pt x="2540" y="1270"/>
                  </a:lnTo>
                  <a:lnTo>
                    <a:pt x="1270" y="1270"/>
                  </a:lnTo>
                  <a:lnTo>
                    <a:pt x="1270" y="5080"/>
                  </a:lnTo>
                  <a:lnTo>
                    <a:pt x="0" y="5080"/>
                  </a:lnTo>
                  <a:lnTo>
                    <a:pt x="0" y="6350"/>
                  </a:lnTo>
                  <a:lnTo>
                    <a:pt x="170180" y="6350"/>
                  </a:lnTo>
                  <a:lnTo>
                    <a:pt x="170180" y="5080"/>
                  </a:lnTo>
                  <a:lnTo>
                    <a:pt x="170180" y="1270"/>
                  </a:lnTo>
                  <a:close/>
                </a:path>
              </a:pathLst>
            </a:custGeom>
            <a:solidFill>
              <a:srgbClr val="002A1F"/>
            </a:solidFill>
          </p:spPr>
          <p:txBody>
            <a:bodyPr wrap="square" lIns="0" tIns="0" rIns="0" bIns="0" rtlCol="0"/>
            <a:lstStyle/>
            <a:p/>
          </p:txBody>
        </p:sp>
        <p:sp>
          <p:nvSpPr>
            <p:cNvPr id="2566" name="object 2566"/>
            <p:cNvSpPr/>
            <p:nvPr/>
          </p:nvSpPr>
          <p:spPr>
            <a:xfrm>
              <a:off x="7731760" y="1163319"/>
              <a:ext cx="173990" cy="7620"/>
            </a:xfrm>
            <a:custGeom>
              <a:avLst/>
              <a:gdLst/>
              <a:ahLst/>
              <a:cxnLst/>
              <a:rect l="l" t="t" r="r" b="b"/>
              <a:pathLst>
                <a:path w="173990"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002A21"/>
            </a:solidFill>
          </p:spPr>
          <p:txBody>
            <a:bodyPr wrap="square" lIns="0" tIns="0" rIns="0" bIns="0" rtlCol="0"/>
            <a:lstStyle/>
            <a:p/>
          </p:txBody>
        </p:sp>
        <p:sp>
          <p:nvSpPr>
            <p:cNvPr id="2567" name="object 2567"/>
            <p:cNvSpPr/>
            <p:nvPr/>
          </p:nvSpPr>
          <p:spPr>
            <a:xfrm>
              <a:off x="7730490" y="1170939"/>
              <a:ext cx="176530" cy="7620"/>
            </a:xfrm>
            <a:custGeom>
              <a:avLst/>
              <a:gdLst/>
              <a:ahLst/>
              <a:cxnLst/>
              <a:rect l="l" t="t" r="r" b="b"/>
              <a:pathLst>
                <a:path w="176529" h="7619">
                  <a:moveTo>
                    <a:pt x="176530" y="3810"/>
                  </a:moveTo>
                  <a:lnTo>
                    <a:pt x="175260" y="3810"/>
                  </a:lnTo>
                  <a:lnTo>
                    <a:pt x="175260" y="1270"/>
                  </a:lnTo>
                  <a:lnTo>
                    <a:pt x="175260" y="0"/>
                  </a:lnTo>
                  <a:lnTo>
                    <a:pt x="1270" y="0"/>
                  </a:lnTo>
                  <a:lnTo>
                    <a:pt x="1270" y="1270"/>
                  </a:lnTo>
                  <a:lnTo>
                    <a:pt x="0" y="1270"/>
                  </a:lnTo>
                  <a:lnTo>
                    <a:pt x="0" y="3810"/>
                  </a:lnTo>
                  <a:lnTo>
                    <a:pt x="0" y="7620"/>
                  </a:lnTo>
                  <a:lnTo>
                    <a:pt x="176530" y="7620"/>
                  </a:lnTo>
                  <a:lnTo>
                    <a:pt x="176530" y="3810"/>
                  </a:lnTo>
                  <a:close/>
                </a:path>
              </a:pathLst>
            </a:custGeom>
            <a:solidFill>
              <a:srgbClr val="002923"/>
            </a:solidFill>
          </p:spPr>
          <p:txBody>
            <a:bodyPr wrap="square" lIns="0" tIns="0" rIns="0" bIns="0" rtlCol="0"/>
            <a:lstStyle/>
            <a:p/>
          </p:txBody>
        </p:sp>
        <p:sp>
          <p:nvSpPr>
            <p:cNvPr id="2568" name="object 2568"/>
            <p:cNvSpPr/>
            <p:nvPr/>
          </p:nvSpPr>
          <p:spPr>
            <a:xfrm>
              <a:off x="7727950" y="1178559"/>
              <a:ext cx="180340" cy="6350"/>
            </a:xfrm>
            <a:custGeom>
              <a:avLst/>
              <a:gdLst/>
              <a:ahLst/>
              <a:cxnLst/>
              <a:rect l="l" t="t" r="r" b="b"/>
              <a:pathLst>
                <a:path w="180340" h="6350">
                  <a:moveTo>
                    <a:pt x="180340" y="1270"/>
                  </a:moveTo>
                  <a:lnTo>
                    <a:pt x="179070" y="1270"/>
                  </a:lnTo>
                  <a:lnTo>
                    <a:pt x="179070" y="0"/>
                  </a:lnTo>
                  <a:lnTo>
                    <a:pt x="1270" y="0"/>
                  </a:lnTo>
                  <a:lnTo>
                    <a:pt x="1270" y="1270"/>
                  </a:lnTo>
                  <a:lnTo>
                    <a:pt x="1270" y="5080"/>
                  </a:lnTo>
                  <a:lnTo>
                    <a:pt x="0" y="5080"/>
                  </a:lnTo>
                  <a:lnTo>
                    <a:pt x="0" y="6350"/>
                  </a:lnTo>
                  <a:lnTo>
                    <a:pt x="180340" y="6350"/>
                  </a:lnTo>
                  <a:lnTo>
                    <a:pt x="180340" y="5080"/>
                  </a:lnTo>
                  <a:lnTo>
                    <a:pt x="180340" y="1270"/>
                  </a:lnTo>
                  <a:close/>
                </a:path>
              </a:pathLst>
            </a:custGeom>
            <a:solidFill>
              <a:srgbClr val="002925"/>
            </a:solidFill>
          </p:spPr>
          <p:txBody>
            <a:bodyPr wrap="square" lIns="0" tIns="0" rIns="0" bIns="0" rtlCol="0"/>
            <a:lstStyle/>
            <a:p/>
          </p:txBody>
        </p:sp>
        <p:sp>
          <p:nvSpPr>
            <p:cNvPr id="2569" name="object 2569"/>
            <p:cNvSpPr/>
            <p:nvPr/>
          </p:nvSpPr>
          <p:spPr>
            <a:xfrm>
              <a:off x="7726680" y="1184909"/>
              <a:ext cx="184150" cy="7620"/>
            </a:xfrm>
            <a:custGeom>
              <a:avLst/>
              <a:gdLst/>
              <a:ahLst/>
              <a:cxnLst/>
              <a:rect l="l" t="t" r="r" b="b"/>
              <a:pathLst>
                <a:path w="184150" h="7619">
                  <a:moveTo>
                    <a:pt x="184150" y="5080"/>
                  </a:moveTo>
                  <a:lnTo>
                    <a:pt x="182880" y="5080"/>
                  </a:lnTo>
                  <a:lnTo>
                    <a:pt x="182880" y="0"/>
                  </a:lnTo>
                  <a:lnTo>
                    <a:pt x="1270" y="0"/>
                  </a:lnTo>
                  <a:lnTo>
                    <a:pt x="1270" y="5080"/>
                  </a:lnTo>
                  <a:lnTo>
                    <a:pt x="0" y="5080"/>
                  </a:lnTo>
                  <a:lnTo>
                    <a:pt x="0" y="7620"/>
                  </a:lnTo>
                  <a:lnTo>
                    <a:pt x="184150" y="7620"/>
                  </a:lnTo>
                  <a:lnTo>
                    <a:pt x="184150" y="5080"/>
                  </a:lnTo>
                  <a:close/>
                </a:path>
              </a:pathLst>
            </a:custGeom>
            <a:solidFill>
              <a:srgbClr val="002828"/>
            </a:solidFill>
          </p:spPr>
          <p:txBody>
            <a:bodyPr wrap="square" lIns="0" tIns="0" rIns="0" bIns="0" rtlCol="0"/>
            <a:lstStyle/>
            <a:p/>
          </p:txBody>
        </p:sp>
        <p:sp>
          <p:nvSpPr>
            <p:cNvPr id="2570" name="object 2570"/>
            <p:cNvSpPr/>
            <p:nvPr/>
          </p:nvSpPr>
          <p:spPr>
            <a:xfrm>
              <a:off x="7725410" y="1192529"/>
              <a:ext cx="186690" cy="7620"/>
            </a:xfrm>
            <a:custGeom>
              <a:avLst/>
              <a:gdLst/>
              <a:ahLst/>
              <a:cxnLst/>
              <a:rect l="l" t="t" r="r" b="b"/>
              <a:pathLst>
                <a:path w="186690" h="7619">
                  <a:moveTo>
                    <a:pt x="186690" y="5080"/>
                  </a:moveTo>
                  <a:lnTo>
                    <a:pt x="185420" y="5080"/>
                  </a:lnTo>
                  <a:lnTo>
                    <a:pt x="185420" y="3810"/>
                  </a:lnTo>
                  <a:lnTo>
                    <a:pt x="185420" y="0"/>
                  </a:lnTo>
                  <a:lnTo>
                    <a:pt x="1270" y="0"/>
                  </a:lnTo>
                  <a:lnTo>
                    <a:pt x="1270" y="3810"/>
                  </a:lnTo>
                  <a:lnTo>
                    <a:pt x="0" y="3810"/>
                  </a:lnTo>
                  <a:lnTo>
                    <a:pt x="0" y="5080"/>
                  </a:lnTo>
                  <a:lnTo>
                    <a:pt x="0" y="7620"/>
                  </a:lnTo>
                  <a:lnTo>
                    <a:pt x="186690" y="7620"/>
                  </a:lnTo>
                  <a:lnTo>
                    <a:pt x="186690" y="5080"/>
                  </a:lnTo>
                  <a:close/>
                </a:path>
              </a:pathLst>
            </a:custGeom>
            <a:solidFill>
              <a:srgbClr val="00282A"/>
            </a:solidFill>
          </p:spPr>
          <p:txBody>
            <a:bodyPr wrap="square" lIns="0" tIns="0" rIns="0" bIns="0" rtlCol="0"/>
            <a:lstStyle/>
            <a:p/>
          </p:txBody>
        </p:sp>
        <p:sp>
          <p:nvSpPr>
            <p:cNvPr id="2571" name="object 2571"/>
            <p:cNvSpPr/>
            <p:nvPr/>
          </p:nvSpPr>
          <p:spPr>
            <a:xfrm>
              <a:off x="7724140" y="1200149"/>
              <a:ext cx="187960" cy="6350"/>
            </a:xfrm>
            <a:custGeom>
              <a:avLst/>
              <a:gdLst/>
              <a:ahLst/>
              <a:cxnLst/>
              <a:rect l="l" t="t" r="r" b="b"/>
              <a:pathLst>
                <a:path w="187959" h="6350">
                  <a:moveTo>
                    <a:pt x="187960" y="2552"/>
                  </a:moveTo>
                  <a:lnTo>
                    <a:pt x="0" y="2552"/>
                  </a:lnTo>
                  <a:lnTo>
                    <a:pt x="0" y="6350"/>
                  </a:lnTo>
                  <a:lnTo>
                    <a:pt x="187960" y="6350"/>
                  </a:lnTo>
                  <a:lnTo>
                    <a:pt x="187960" y="2552"/>
                  </a:lnTo>
                  <a:close/>
                </a:path>
                <a:path w="187959" h="6350">
                  <a:moveTo>
                    <a:pt x="187960" y="0"/>
                  </a:moveTo>
                  <a:lnTo>
                    <a:pt x="1270" y="0"/>
                  </a:lnTo>
                  <a:lnTo>
                    <a:pt x="1270" y="2540"/>
                  </a:lnTo>
                  <a:lnTo>
                    <a:pt x="187960" y="2540"/>
                  </a:lnTo>
                  <a:lnTo>
                    <a:pt x="187960" y="0"/>
                  </a:lnTo>
                  <a:close/>
                </a:path>
              </a:pathLst>
            </a:custGeom>
            <a:solidFill>
              <a:srgbClr val="00272C"/>
            </a:solidFill>
          </p:spPr>
          <p:txBody>
            <a:bodyPr wrap="square" lIns="0" tIns="0" rIns="0" bIns="0" rtlCol="0"/>
            <a:lstStyle/>
            <a:p/>
          </p:txBody>
        </p:sp>
        <p:sp>
          <p:nvSpPr>
            <p:cNvPr id="2572" name="object 2572"/>
            <p:cNvSpPr/>
            <p:nvPr/>
          </p:nvSpPr>
          <p:spPr>
            <a:xfrm>
              <a:off x="7722870" y="1206499"/>
              <a:ext cx="190500" cy="7620"/>
            </a:xfrm>
            <a:custGeom>
              <a:avLst/>
              <a:gdLst/>
              <a:ahLst/>
              <a:cxnLst/>
              <a:rect l="l" t="t" r="r" b="b"/>
              <a:pathLst>
                <a:path w="190500" h="7619">
                  <a:moveTo>
                    <a:pt x="190500" y="1270"/>
                  </a:moveTo>
                  <a:lnTo>
                    <a:pt x="189230" y="1270"/>
                  </a:lnTo>
                  <a:lnTo>
                    <a:pt x="189230" y="0"/>
                  </a:lnTo>
                  <a:lnTo>
                    <a:pt x="1270" y="0"/>
                  </a:lnTo>
                  <a:lnTo>
                    <a:pt x="1270" y="1270"/>
                  </a:lnTo>
                  <a:lnTo>
                    <a:pt x="1270" y="3810"/>
                  </a:lnTo>
                  <a:lnTo>
                    <a:pt x="0" y="3810"/>
                  </a:lnTo>
                  <a:lnTo>
                    <a:pt x="0" y="7620"/>
                  </a:lnTo>
                  <a:lnTo>
                    <a:pt x="190500" y="7620"/>
                  </a:lnTo>
                  <a:lnTo>
                    <a:pt x="190500" y="3810"/>
                  </a:lnTo>
                  <a:lnTo>
                    <a:pt x="190500" y="1270"/>
                  </a:lnTo>
                  <a:close/>
                </a:path>
              </a:pathLst>
            </a:custGeom>
            <a:solidFill>
              <a:srgbClr val="00262F"/>
            </a:solidFill>
          </p:spPr>
          <p:txBody>
            <a:bodyPr wrap="square" lIns="0" tIns="0" rIns="0" bIns="0" rtlCol="0"/>
            <a:lstStyle/>
            <a:p/>
          </p:txBody>
        </p:sp>
        <p:sp>
          <p:nvSpPr>
            <p:cNvPr id="2573" name="object 2573"/>
            <p:cNvSpPr/>
            <p:nvPr/>
          </p:nvSpPr>
          <p:spPr>
            <a:xfrm>
              <a:off x="7721600" y="1214119"/>
              <a:ext cx="193040" cy="7620"/>
            </a:xfrm>
            <a:custGeom>
              <a:avLst/>
              <a:gdLst/>
              <a:ahLst/>
              <a:cxnLst/>
              <a:rect l="l" t="t" r="r" b="b"/>
              <a:pathLst>
                <a:path w="193040" h="7619">
                  <a:moveTo>
                    <a:pt x="193040" y="1270"/>
                  </a:moveTo>
                  <a:lnTo>
                    <a:pt x="191770" y="1270"/>
                  </a:lnTo>
                  <a:lnTo>
                    <a:pt x="191770" y="0"/>
                  </a:lnTo>
                  <a:lnTo>
                    <a:pt x="1270" y="0"/>
                  </a:lnTo>
                  <a:lnTo>
                    <a:pt x="1270" y="1270"/>
                  </a:lnTo>
                  <a:lnTo>
                    <a:pt x="1270" y="2540"/>
                  </a:lnTo>
                  <a:lnTo>
                    <a:pt x="0" y="2540"/>
                  </a:lnTo>
                  <a:lnTo>
                    <a:pt x="0" y="7620"/>
                  </a:lnTo>
                  <a:lnTo>
                    <a:pt x="193040" y="7620"/>
                  </a:lnTo>
                  <a:lnTo>
                    <a:pt x="193040" y="2540"/>
                  </a:lnTo>
                  <a:lnTo>
                    <a:pt x="193040" y="1270"/>
                  </a:lnTo>
                  <a:close/>
                </a:path>
              </a:pathLst>
            </a:custGeom>
            <a:solidFill>
              <a:srgbClr val="002631"/>
            </a:solidFill>
          </p:spPr>
          <p:txBody>
            <a:bodyPr wrap="square" lIns="0" tIns="0" rIns="0" bIns="0" rtlCol="0"/>
            <a:lstStyle/>
            <a:p/>
          </p:txBody>
        </p:sp>
        <p:sp>
          <p:nvSpPr>
            <p:cNvPr id="2574" name="object 2574"/>
            <p:cNvSpPr/>
            <p:nvPr/>
          </p:nvSpPr>
          <p:spPr>
            <a:xfrm>
              <a:off x="7720330" y="1221739"/>
              <a:ext cx="195580" cy="6350"/>
            </a:xfrm>
            <a:custGeom>
              <a:avLst/>
              <a:gdLst/>
              <a:ahLst/>
              <a:cxnLst/>
              <a:rect l="l" t="t" r="r" b="b"/>
              <a:pathLst>
                <a:path w="195579" h="6350">
                  <a:moveTo>
                    <a:pt x="195580" y="0"/>
                  </a:moveTo>
                  <a:lnTo>
                    <a:pt x="1270" y="0"/>
                  </a:lnTo>
                  <a:lnTo>
                    <a:pt x="1270" y="2540"/>
                  </a:lnTo>
                  <a:lnTo>
                    <a:pt x="0" y="2540"/>
                  </a:lnTo>
                  <a:lnTo>
                    <a:pt x="0" y="6350"/>
                  </a:lnTo>
                  <a:lnTo>
                    <a:pt x="195580" y="6350"/>
                  </a:lnTo>
                  <a:lnTo>
                    <a:pt x="195580" y="2540"/>
                  </a:lnTo>
                  <a:lnTo>
                    <a:pt x="195580" y="0"/>
                  </a:lnTo>
                  <a:close/>
                </a:path>
              </a:pathLst>
            </a:custGeom>
            <a:solidFill>
              <a:srgbClr val="002533"/>
            </a:solidFill>
          </p:spPr>
          <p:txBody>
            <a:bodyPr wrap="square" lIns="0" tIns="0" rIns="0" bIns="0" rtlCol="0"/>
            <a:lstStyle/>
            <a:p/>
          </p:txBody>
        </p:sp>
        <p:sp>
          <p:nvSpPr>
            <p:cNvPr id="2575" name="object 2575"/>
            <p:cNvSpPr/>
            <p:nvPr/>
          </p:nvSpPr>
          <p:spPr>
            <a:xfrm>
              <a:off x="771906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67" y="5080"/>
                  </a:lnTo>
                  <a:lnTo>
                    <a:pt x="93967" y="3810"/>
                  </a:lnTo>
                  <a:lnTo>
                    <a:pt x="95250" y="3810"/>
                  </a:lnTo>
                  <a:lnTo>
                    <a:pt x="95250" y="2540"/>
                  </a:lnTo>
                  <a:lnTo>
                    <a:pt x="99060" y="2540"/>
                  </a:lnTo>
                  <a:lnTo>
                    <a:pt x="99060" y="1270"/>
                  </a:lnTo>
                  <a:lnTo>
                    <a:pt x="100330" y="1270"/>
                  </a:lnTo>
                  <a:lnTo>
                    <a:pt x="10033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002536"/>
            </a:solidFill>
          </p:spPr>
          <p:txBody>
            <a:bodyPr wrap="square" lIns="0" tIns="0" rIns="0" bIns="0" rtlCol="0"/>
            <a:lstStyle/>
            <a:p/>
          </p:txBody>
        </p:sp>
        <p:sp>
          <p:nvSpPr>
            <p:cNvPr id="2576" name="object 2576"/>
            <p:cNvSpPr/>
            <p:nvPr/>
          </p:nvSpPr>
          <p:spPr>
            <a:xfrm>
              <a:off x="7719060" y="1235709"/>
              <a:ext cx="199390" cy="7620"/>
            </a:xfrm>
            <a:custGeom>
              <a:avLst/>
              <a:gdLst/>
              <a:ahLst/>
              <a:cxnLst/>
              <a:rect l="l" t="t" r="r" b="b"/>
              <a:pathLst>
                <a:path w="199390" h="7619">
                  <a:moveTo>
                    <a:pt x="91440" y="0"/>
                  </a:moveTo>
                  <a:lnTo>
                    <a:pt x="0" y="0"/>
                  </a:lnTo>
                  <a:lnTo>
                    <a:pt x="0" y="1270"/>
                  </a:lnTo>
                  <a:lnTo>
                    <a:pt x="0" y="2540"/>
                  </a:lnTo>
                  <a:lnTo>
                    <a:pt x="0" y="5080"/>
                  </a:lnTo>
                  <a:lnTo>
                    <a:pt x="0" y="7620"/>
                  </a:lnTo>
                  <a:lnTo>
                    <a:pt x="87617" y="7620"/>
                  </a:lnTo>
                  <a:lnTo>
                    <a:pt x="87617" y="5080"/>
                  </a:lnTo>
                  <a:lnTo>
                    <a:pt x="88900" y="5080"/>
                  </a:lnTo>
                  <a:lnTo>
                    <a:pt x="88900" y="2540"/>
                  </a:lnTo>
                  <a:lnTo>
                    <a:pt x="90170" y="2540"/>
                  </a:lnTo>
                  <a:lnTo>
                    <a:pt x="90170" y="1270"/>
                  </a:lnTo>
                  <a:lnTo>
                    <a:pt x="91440" y="1270"/>
                  </a:lnTo>
                  <a:lnTo>
                    <a:pt x="91440" y="0"/>
                  </a:lnTo>
                  <a:close/>
                </a:path>
                <a:path w="199390" h="7619">
                  <a:moveTo>
                    <a:pt x="199390" y="5080"/>
                  </a:moveTo>
                  <a:lnTo>
                    <a:pt x="198120" y="5080"/>
                  </a:lnTo>
                  <a:lnTo>
                    <a:pt x="198120" y="2540"/>
                  </a:lnTo>
                  <a:lnTo>
                    <a:pt x="198120" y="1270"/>
                  </a:lnTo>
                  <a:lnTo>
                    <a:pt x="198120" y="0"/>
                  </a:lnTo>
                  <a:lnTo>
                    <a:pt x="107950" y="0"/>
                  </a:lnTo>
                  <a:lnTo>
                    <a:pt x="107950" y="1270"/>
                  </a:lnTo>
                  <a:lnTo>
                    <a:pt x="109220" y="1270"/>
                  </a:lnTo>
                  <a:lnTo>
                    <a:pt x="109220" y="2540"/>
                  </a:lnTo>
                  <a:lnTo>
                    <a:pt x="110490" y="2540"/>
                  </a:lnTo>
                  <a:lnTo>
                    <a:pt x="110490" y="5080"/>
                  </a:lnTo>
                  <a:lnTo>
                    <a:pt x="111760" y="5080"/>
                  </a:lnTo>
                  <a:lnTo>
                    <a:pt x="111760" y="7620"/>
                  </a:lnTo>
                  <a:lnTo>
                    <a:pt x="199390" y="7620"/>
                  </a:lnTo>
                  <a:lnTo>
                    <a:pt x="199390" y="5080"/>
                  </a:lnTo>
                  <a:close/>
                </a:path>
              </a:pathLst>
            </a:custGeom>
            <a:solidFill>
              <a:srgbClr val="002438"/>
            </a:solidFill>
          </p:spPr>
          <p:txBody>
            <a:bodyPr wrap="square" lIns="0" tIns="0" rIns="0" bIns="0" rtlCol="0"/>
            <a:lstStyle/>
            <a:p/>
          </p:txBody>
        </p:sp>
        <p:sp>
          <p:nvSpPr>
            <p:cNvPr id="2577" name="object 2577"/>
            <p:cNvSpPr/>
            <p:nvPr/>
          </p:nvSpPr>
          <p:spPr>
            <a:xfrm>
              <a:off x="7717789" y="1243329"/>
              <a:ext cx="200660" cy="6350"/>
            </a:xfrm>
            <a:custGeom>
              <a:avLst/>
              <a:gdLst/>
              <a:ahLst/>
              <a:cxnLst/>
              <a:rect l="l" t="t" r="r" b="b"/>
              <a:pathLst>
                <a:path w="200659" h="6350">
                  <a:moveTo>
                    <a:pt x="87629" y="0"/>
                  </a:moveTo>
                  <a:lnTo>
                    <a:pt x="0" y="0"/>
                  </a:lnTo>
                  <a:lnTo>
                    <a:pt x="0" y="6350"/>
                  </a:lnTo>
                  <a:lnTo>
                    <a:pt x="86359" y="6350"/>
                  </a:lnTo>
                  <a:lnTo>
                    <a:pt x="86359" y="5080"/>
                  </a:lnTo>
                  <a:lnTo>
                    <a:pt x="87629" y="5080"/>
                  </a:lnTo>
                  <a:lnTo>
                    <a:pt x="87629" y="0"/>
                  </a:lnTo>
                  <a:close/>
                </a:path>
                <a:path w="200659" h="6350">
                  <a:moveTo>
                    <a:pt x="200659" y="0"/>
                  </a:moveTo>
                  <a:lnTo>
                    <a:pt x="114300" y="0"/>
                  </a:lnTo>
                  <a:lnTo>
                    <a:pt x="114300" y="5080"/>
                  </a:lnTo>
                  <a:lnTo>
                    <a:pt x="115569" y="5080"/>
                  </a:lnTo>
                  <a:lnTo>
                    <a:pt x="115569" y="6350"/>
                  </a:lnTo>
                  <a:lnTo>
                    <a:pt x="200659" y="6350"/>
                  </a:lnTo>
                  <a:lnTo>
                    <a:pt x="200659" y="0"/>
                  </a:lnTo>
                  <a:close/>
                </a:path>
              </a:pathLst>
            </a:custGeom>
            <a:solidFill>
              <a:srgbClr val="00243A"/>
            </a:solidFill>
          </p:spPr>
          <p:txBody>
            <a:bodyPr wrap="square" lIns="0" tIns="0" rIns="0" bIns="0" rtlCol="0"/>
            <a:lstStyle/>
            <a:p/>
          </p:txBody>
        </p:sp>
        <p:sp>
          <p:nvSpPr>
            <p:cNvPr id="2578" name="object 2578"/>
            <p:cNvSpPr/>
            <p:nvPr/>
          </p:nvSpPr>
          <p:spPr>
            <a:xfrm>
              <a:off x="7716519" y="1249679"/>
              <a:ext cx="201930" cy="7620"/>
            </a:xfrm>
            <a:custGeom>
              <a:avLst/>
              <a:gdLst/>
              <a:ahLst/>
              <a:cxnLst/>
              <a:rect l="l" t="t" r="r" b="b"/>
              <a:pathLst>
                <a:path w="201929" h="7619">
                  <a:moveTo>
                    <a:pt x="87629" y="0"/>
                  </a:moveTo>
                  <a:lnTo>
                    <a:pt x="1270" y="0"/>
                  </a:lnTo>
                  <a:lnTo>
                    <a:pt x="1270" y="2540"/>
                  </a:lnTo>
                  <a:lnTo>
                    <a:pt x="0" y="2540"/>
                  </a:lnTo>
                  <a:lnTo>
                    <a:pt x="0" y="7620"/>
                  </a:lnTo>
                  <a:lnTo>
                    <a:pt x="85090" y="7620"/>
                  </a:lnTo>
                  <a:lnTo>
                    <a:pt x="85090" y="6350"/>
                  </a:lnTo>
                  <a:lnTo>
                    <a:pt x="86359" y="6350"/>
                  </a:lnTo>
                  <a:lnTo>
                    <a:pt x="86360" y="1270"/>
                  </a:lnTo>
                  <a:lnTo>
                    <a:pt x="87629" y="1270"/>
                  </a:lnTo>
                  <a:lnTo>
                    <a:pt x="87629" y="0"/>
                  </a:lnTo>
                  <a:close/>
                </a:path>
                <a:path w="201929" h="7619">
                  <a:moveTo>
                    <a:pt x="201929" y="0"/>
                  </a:moveTo>
                  <a:lnTo>
                    <a:pt x="116839" y="0"/>
                  </a:lnTo>
                  <a:lnTo>
                    <a:pt x="116839" y="3810"/>
                  </a:lnTo>
                  <a:lnTo>
                    <a:pt x="118109" y="3810"/>
                  </a:lnTo>
                  <a:lnTo>
                    <a:pt x="118109" y="7620"/>
                  </a:lnTo>
                  <a:lnTo>
                    <a:pt x="201929" y="7620"/>
                  </a:lnTo>
                  <a:lnTo>
                    <a:pt x="201929" y="0"/>
                  </a:lnTo>
                  <a:close/>
                </a:path>
              </a:pathLst>
            </a:custGeom>
            <a:solidFill>
              <a:srgbClr val="00233C"/>
            </a:solidFill>
          </p:spPr>
          <p:txBody>
            <a:bodyPr wrap="square" lIns="0" tIns="0" rIns="0" bIns="0" rtlCol="0"/>
            <a:lstStyle/>
            <a:p/>
          </p:txBody>
        </p:sp>
        <p:sp>
          <p:nvSpPr>
            <p:cNvPr id="2579" name="object 2579"/>
            <p:cNvSpPr/>
            <p:nvPr/>
          </p:nvSpPr>
          <p:spPr>
            <a:xfrm>
              <a:off x="7715249" y="1257299"/>
              <a:ext cx="204470" cy="7620"/>
            </a:xfrm>
            <a:custGeom>
              <a:avLst/>
              <a:gdLst/>
              <a:ahLst/>
              <a:cxnLst/>
              <a:rect l="l" t="t" r="r" b="b"/>
              <a:pathLst>
                <a:path w="204470" h="7619">
                  <a:moveTo>
                    <a:pt x="86360" y="0"/>
                  </a:moveTo>
                  <a:lnTo>
                    <a:pt x="1270" y="0"/>
                  </a:lnTo>
                  <a:lnTo>
                    <a:pt x="1270" y="5079"/>
                  </a:lnTo>
                  <a:lnTo>
                    <a:pt x="0" y="5079"/>
                  </a:lnTo>
                  <a:lnTo>
                    <a:pt x="0" y="7620"/>
                  </a:lnTo>
                  <a:lnTo>
                    <a:pt x="83820" y="7620"/>
                  </a:lnTo>
                  <a:lnTo>
                    <a:pt x="83820" y="6350"/>
                  </a:lnTo>
                  <a:lnTo>
                    <a:pt x="85090" y="6350"/>
                  </a:lnTo>
                  <a:lnTo>
                    <a:pt x="85090" y="3810"/>
                  </a:lnTo>
                  <a:lnTo>
                    <a:pt x="86360" y="3810"/>
                  </a:lnTo>
                  <a:lnTo>
                    <a:pt x="86360" y="0"/>
                  </a:lnTo>
                  <a:close/>
                </a:path>
                <a:path w="204470" h="7619">
                  <a:moveTo>
                    <a:pt x="204470" y="0"/>
                  </a:moveTo>
                  <a:lnTo>
                    <a:pt x="119379" y="0"/>
                  </a:lnTo>
                  <a:lnTo>
                    <a:pt x="119379" y="1270"/>
                  </a:lnTo>
                  <a:lnTo>
                    <a:pt x="120650" y="1270"/>
                  </a:lnTo>
                  <a:lnTo>
                    <a:pt x="120650" y="6350"/>
                  </a:lnTo>
                  <a:lnTo>
                    <a:pt x="121920" y="6350"/>
                  </a:lnTo>
                  <a:lnTo>
                    <a:pt x="121920" y="7620"/>
                  </a:lnTo>
                  <a:lnTo>
                    <a:pt x="204470" y="7620"/>
                  </a:lnTo>
                  <a:lnTo>
                    <a:pt x="204470" y="0"/>
                  </a:lnTo>
                  <a:close/>
                </a:path>
              </a:pathLst>
            </a:custGeom>
            <a:solidFill>
              <a:srgbClr val="00223F"/>
            </a:solidFill>
          </p:spPr>
          <p:txBody>
            <a:bodyPr wrap="square" lIns="0" tIns="0" rIns="0" bIns="0" rtlCol="0"/>
            <a:lstStyle/>
            <a:p/>
          </p:txBody>
        </p:sp>
        <p:sp>
          <p:nvSpPr>
            <p:cNvPr id="2580" name="object 2580"/>
            <p:cNvSpPr/>
            <p:nvPr/>
          </p:nvSpPr>
          <p:spPr>
            <a:xfrm>
              <a:off x="7715249" y="1264919"/>
              <a:ext cx="205740" cy="6350"/>
            </a:xfrm>
            <a:custGeom>
              <a:avLst/>
              <a:gdLst/>
              <a:ahLst/>
              <a:cxnLst/>
              <a:rect l="l" t="t" r="r" b="b"/>
              <a:pathLst>
                <a:path w="205740" h="6350">
                  <a:moveTo>
                    <a:pt x="83820" y="0"/>
                  </a:moveTo>
                  <a:lnTo>
                    <a:pt x="0" y="0"/>
                  </a:lnTo>
                  <a:lnTo>
                    <a:pt x="0" y="6350"/>
                  </a:lnTo>
                  <a:lnTo>
                    <a:pt x="83820" y="6350"/>
                  </a:lnTo>
                  <a:lnTo>
                    <a:pt x="83820" y="0"/>
                  </a:lnTo>
                  <a:close/>
                </a:path>
                <a:path w="205740" h="6350">
                  <a:moveTo>
                    <a:pt x="204470" y="0"/>
                  </a:moveTo>
                  <a:lnTo>
                    <a:pt x="121920" y="0"/>
                  </a:lnTo>
                  <a:lnTo>
                    <a:pt x="121920" y="5079"/>
                  </a:lnTo>
                  <a:lnTo>
                    <a:pt x="123190" y="5079"/>
                  </a:lnTo>
                  <a:lnTo>
                    <a:pt x="123190" y="6350"/>
                  </a:lnTo>
                  <a:lnTo>
                    <a:pt x="205740" y="6350"/>
                  </a:lnTo>
                  <a:lnTo>
                    <a:pt x="205740" y="3809"/>
                  </a:lnTo>
                  <a:lnTo>
                    <a:pt x="204470" y="3809"/>
                  </a:lnTo>
                  <a:lnTo>
                    <a:pt x="204470" y="0"/>
                  </a:lnTo>
                  <a:close/>
                </a:path>
              </a:pathLst>
            </a:custGeom>
            <a:solidFill>
              <a:srgbClr val="002241"/>
            </a:solidFill>
          </p:spPr>
          <p:txBody>
            <a:bodyPr wrap="square" lIns="0" tIns="0" rIns="0" bIns="0" rtlCol="0"/>
            <a:lstStyle/>
            <a:p/>
          </p:txBody>
        </p:sp>
        <p:sp>
          <p:nvSpPr>
            <p:cNvPr id="2581" name="object 2581"/>
            <p:cNvSpPr/>
            <p:nvPr/>
          </p:nvSpPr>
          <p:spPr>
            <a:xfrm>
              <a:off x="7713979" y="1271269"/>
              <a:ext cx="207010" cy="7620"/>
            </a:xfrm>
            <a:custGeom>
              <a:avLst/>
              <a:gdLst/>
              <a:ahLst/>
              <a:cxnLst/>
              <a:rect l="l" t="t" r="r" b="b"/>
              <a:pathLst>
                <a:path w="207009" h="7619">
                  <a:moveTo>
                    <a:pt x="85090" y="0"/>
                  </a:moveTo>
                  <a:lnTo>
                    <a:pt x="1270" y="0"/>
                  </a:lnTo>
                  <a:lnTo>
                    <a:pt x="1270" y="1269"/>
                  </a:lnTo>
                  <a:lnTo>
                    <a:pt x="85090" y="1269"/>
                  </a:lnTo>
                  <a:lnTo>
                    <a:pt x="85090" y="0"/>
                  </a:lnTo>
                  <a:close/>
                </a:path>
                <a:path w="207009" h="7619">
                  <a:moveTo>
                    <a:pt x="207010" y="0"/>
                  </a:moveTo>
                  <a:lnTo>
                    <a:pt x="124460" y="0"/>
                  </a:lnTo>
                  <a:lnTo>
                    <a:pt x="124460" y="1269"/>
                  </a:lnTo>
                  <a:lnTo>
                    <a:pt x="207010" y="1269"/>
                  </a:lnTo>
                  <a:lnTo>
                    <a:pt x="207010" y="0"/>
                  </a:lnTo>
                  <a:close/>
                </a:path>
                <a:path w="207009" h="7619">
                  <a:moveTo>
                    <a:pt x="83820" y="1270"/>
                  </a:moveTo>
                  <a:lnTo>
                    <a:pt x="0" y="1270"/>
                  </a:lnTo>
                  <a:lnTo>
                    <a:pt x="0" y="7619"/>
                  </a:lnTo>
                  <a:lnTo>
                    <a:pt x="82550" y="7619"/>
                  </a:lnTo>
                  <a:lnTo>
                    <a:pt x="82550" y="6350"/>
                  </a:lnTo>
                  <a:lnTo>
                    <a:pt x="83820" y="6350"/>
                  </a:lnTo>
                  <a:lnTo>
                    <a:pt x="83820" y="1270"/>
                  </a:lnTo>
                  <a:close/>
                </a:path>
                <a:path w="207009" h="7619">
                  <a:moveTo>
                    <a:pt x="207010" y="1270"/>
                  </a:moveTo>
                  <a:lnTo>
                    <a:pt x="124460" y="1270"/>
                  </a:lnTo>
                  <a:lnTo>
                    <a:pt x="124460" y="7619"/>
                  </a:lnTo>
                  <a:lnTo>
                    <a:pt x="207010" y="7619"/>
                  </a:lnTo>
                  <a:lnTo>
                    <a:pt x="207010" y="1270"/>
                  </a:lnTo>
                  <a:close/>
                </a:path>
              </a:pathLst>
            </a:custGeom>
            <a:solidFill>
              <a:srgbClr val="002143"/>
            </a:solidFill>
          </p:spPr>
          <p:txBody>
            <a:bodyPr wrap="square" lIns="0" tIns="0" rIns="0" bIns="0" rtlCol="0"/>
            <a:lstStyle/>
            <a:p/>
          </p:txBody>
        </p:sp>
        <p:sp>
          <p:nvSpPr>
            <p:cNvPr id="2582" name="object 2582"/>
            <p:cNvSpPr/>
            <p:nvPr/>
          </p:nvSpPr>
          <p:spPr>
            <a:xfrm>
              <a:off x="7713979" y="1278889"/>
              <a:ext cx="208279" cy="7620"/>
            </a:xfrm>
            <a:custGeom>
              <a:avLst/>
              <a:gdLst/>
              <a:ahLst/>
              <a:cxnLst/>
              <a:rect l="l" t="t" r="r" b="b"/>
              <a:pathLst>
                <a:path w="208279" h="7619">
                  <a:moveTo>
                    <a:pt x="82550" y="0"/>
                  </a:moveTo>
                  <a:lnTo>
                    <a:pt x="0" y="0"/>
                  </a:lnTo>
                  <a:lnTo>
                    <a:pt x="0" y="6350"/>
                  </a:lnTo>
                  <a:lnTo>
                    <a:pt x="82550" y="6350"/>
                  </a:lnTo>
                  <a:lnTo>
                    <a:pt x="82550" y="0"/>
                  </a:lnTo>
                  <a:close/>
                </a:path>
                <a:path w="208279" h="7619">
                  <a:moveTo>
                    <a:pt x="207010" y="0"/>
                  </a:moveTo>
                  <a:lnTo>
                    <a:pt x="124460" y="0"/>
                  </a:lnTo>
                  <a:lnTo>
                    <a:pt x="124460" y="3810"/>
                  </a:lnTo>
                  <a:lnTo>
                    <a:pt x="125729" y="3810"/>
                  </a:lnTo>
                  <a:lnTo>
                    <a:pt x="125729" y="6350"/>
                  </a:lnTo>
                  <a:lnTo>
                    <a:pt x="207009" y="6350"/>
                  </a:lnTo>
                  <a:lnTo>
                    <a:pt x="207010" y="0"/>
                  </a:lnTo>
                  <a:close/>
                </a:path>
                <a:path w="208279" h="7619">
                  <a:moveTo>
                    <a:pt x="82550" y="6350"/>
                  </a:moveTo>
                  <a:lnTo>
                    <a:pt x="0" y="6350"/>
                  </a:lnTo>
                  <a:lnTo>
                    <a:pt x="0" y="7620"/>
                  </a:lnTo>
                  <a:lnTo>
                    <a:pt x="82550" y="7620"/>
                  </a:lnTo>
                  <a:lnTo>
                    <a:pt x="82550" y="6350"/>
                  </a:lnTo>
                  <a:close/>
                </a:path>
                <a:path w="208279" h="7619">
                  <a:moveTo>
                    <a:pt x="208279" y="6350"/>
                  </a:moveTo>
                  <a:lnTo>
                    <a:pt x="125729" y="6350"/>
                  </a:lnTo>
                  <a:lnTo>
                    <a:pt x="125729" y="7620"/>
                  </a:lnTo>
                  <a:lnTo>
                    <a:pt x="208279" y="7620"/>
                  </a:lnTo>
                  <a:lnTo>
                    <a:pt x="208279" y="6350"/>
                  </a:lnTo>
                  <a:close/>
                </a:path>
              </a:pathLst>
            </a:custGeom>
            <a:solidFill>
              <a:srgbClr val="002146"/>
            </a:solidFill>
          </p:spPr>
          <p:txBody>
            <a:bodyPr wrap="square" lIns="0" tIns="0" rIns="0" bIns="0" rtlCol="0"/>
            <a:lstStyle/>
            <a:p/>
          </p:txBody>
        </p:sp>
        <p:sp>
          <p:nvSpPr>
            <p:cNvPr id="2583" name="object 2583"/>
            <p:cNvSpPr/>
            <p:nvPr/>
          </p:nvSpPr>
          <p:spPr>
            <a:xfrm>
              <a:off x="7713979" y="1286509"/>
              <a:ext cx="208279" cy="6350"/>
            </a:xfrm>
            <a:custGeom>
              <a:avLst/>
              <a:gdLst/>
              <a:ahLst/>
              <a:cxnLst/>
              <a:rect l="l" t="t" r="r" b="b"/>
              <a:pathLst>
                <a:path w="208279" h="6350">
                  <a:moveTo>
                    <a:pt x="82550" y="0"/>
                  </a:moveTo>
                  <a:lnTo>
                    <a:pt x="0" y="0"/>
                  </a:lnTo>
                  <a:lnTo>
                    <a:pt x="0" y="6350"/>
                  </a:lnTo>
                  <a:lnTo>
                    <a:pt x="82550" y="6350"/>
                  </a:lnTo>
                  <a:lnTo>
                    <a:pt x="82550" y="0"/>
                  </a:lnTo>
                  <a:close/>
                </a:path>
                <a:path w="208279" h="6350">
                  <a:moveTo>
                    <a:pt x="208279" y="0"/>
                  </a:moveTo>
                  <a:lnTo>
                    <a:pt x="125729" y="0"/>
                  </a:lnTo>
                  <a:lnTo>
                    <a:pt x="125729" y="3810"/>
                  </a:lnTo>
                  <a:lnTo>
                    <a:pt x="127000" y="3810"/>
                  </a:lnTo>
                  <a:lnTo>
                    <a:pt x="127000" y="6350"/>
                  </a:lnTo>
                  <a:lnTo>
                    <a:pt x="208279" y="6350"/>
                  </a:lnTo>
                  <a:lnTo>
                    <a:pt x="208279" y="0"/>
                  </a:lnTo>
                  <a:close/>
                </a:path>
              </a:pathLst>
            </a:custGeom>
            <a:solidFill>
              <a:srgbClr val="002048"/>
            </a:solidFill>
          </p:spPr>
          <p:txBody>
            <a:bodyPr wrap="square" lIns="0" tIns="0" rIns="0" bIns="0" rtlCol="0"/>
            <a:lstStyle/>
            <a:p/>
          </p:txBody>
        </p:sp>
        <p:sp>
          <p:nvSpPr>
            <p:cNvPr id="2584" name="object 2584"/>
            <p:cNvSpPr/>
            <p:nvPr/>
          </p:nvSpPr>
          <p:spPr>
            <a:xfrm>
              <a:off x="7712709" y="1292859"/>
              <a:ext cx="209550" cy="7620"/>
            </a:xfrm>
            <a:custGeom>
              <a:avLst/>
              <a:gdLst/>
              <a:ahLst/>
              <a:cxnLst/>
              <a:rect l="l" t="t" r="r" b="b"/>
              <a:pathLst>
                <a:path w="209550" h="7619">
                  <a:moveTo>
                    <a:pt x="83820" y="0"/>
                  </a:moveTo>
                  <a:lnTo>
                    <a:pt x="0" y="0"/>
                  </a:lnTo>
                  <a:lnTo>
                    <a:pt x="0" y="7619"/>
                  </a:lnTo>
                  <a:lnTo>
                    <a:pt x="82550" y="7619"/>
                  </a:lnTo>
                  <a:lnTo>
                    <a:pt x="82550" y="5079"/>
                  </a:lnTo>
                  <a:lnTo>
                    <a:pt x="83820" y="5079"/>
                  </a:lnTo>
                  <a:lnTo>
                    <a:pt x="83820" y="0"/>
                  </a:lnTo>
                  <a:close/>
                </a:path>
                <a:path w="209550" h="7619">
                  <a:moveTo>
                    <a:pt x="209550" y="0"/>
                  </a:moveTo>
                  <a:lnTo>
                    <a:pt x="128270" y="0"/>
                  </a:lnTo>
                  <a:lnTo>
                    <a:pt x="128270" y="7619"/>
                  </a:lnTo>
                  <a:lnTo>
                    <a:pt x="209550" y="7619"/>
                  </a:lnTo>
                  <a:lnTo>
                    <a:pt x="209550" y="0"/>
                  </a:lnTo>
                  <a:close/>
                </a:path>
              </a:pathLst>
            </a:custGeom>
            <a:solidFill>
              <a:srgbClr val="00204A"/>
            </a:solidFill>
          </p:spPr>
          <p:txBody>
            <a:bodyPr wrap="square" lIns="0" tIns="0" rIns="0" bIns="0" rtlCol="0"/>
            <a:lstStyle/>
            <a:p/>
          </p:txBody>
        </p:sp>
        <p:sp>
          <p:nvSpPr>
            <p:cNvPr id="2585" name="object 2585"/>
            <p:cNvSpPr/>
            <p:nvPr/>
          </p:nvSpPr>
          <p:spPr>
            <a:xfrm>
              <a:off x="7712710" y="1300479"/>
              <a:ext cx="209550" cy="7620"/>
            </a:xfrm>
            <a:custGeom>
              <a:avLst/>
              <a:gdLst/>
              <a:ahLst/>
              <a:cxnLst/>
              <a:rect l="l" t="t" r="r" b="b"/>
              <a:pathLst>
                <a:path w="209550" h="7619">
                  <a:moveTo>
                    <a:pt x="209550" y="0"/>
                  </a:moveTo>
                  <a:lnTo>
                    <a:pt x="128270" y="0"/>
                  </a:lnTo>
                  <a:lnTo>
                    <a:pt x="128270" y="1270"/>
                  </a:lnTo>
                  <a:lnTo>
                    <a:pt x="82550" y="1270"/>
                  </a:lnTo>
                  <a:lnTo>
                    <a:pt x="82550" y="0"/>
                  </a:lnTo>
                  <a:lnTo>
                    <a:pt x="0" y="0"/>
                  </a:lnTo>
                  <a:lnTo>
                    <a:pt x="0" y="1270"/>
                  </a:lnTo>
                  <a:lnTo>
                    <a:pt x="0" y="7620"/>
                  </a:lnTo>
                  <a:lnTo>
                    <a:pt x="209550" y="7620"/>
                  </a:lnTo>
                  <a:lnTo>
                    <a:pt x="209550" y="1270"/>
                  </a:lnTo>
                  <a:lnTo>
                    <a:pt x="209550" y="0"/>
                  </a:lnTo>
                  <a:close/>
                </a:path>
              </a:pathLst>
            </a:custGeom>
            <a:solidFill>
              <a:srgbClr val="001F4C"/>
            </a:solidFill>
          </p:spPr>
          <p:txBody>
            <a:bodyPr wrap="square" lIns="0" tIns="0" rIns="0" bIns="0" rtlCol="0"/>
            <a:lstStyle/>
            <a:p/>
          </p:txBody>
        </p:sp>
        <p:sp>
          <p:nvSpPr>
            <p:cNvPr id="2586" name="object 2586"/>
            <p:cNvSpPr/>
            <p:nvPr/>
          </p:nvSpPr>
          <p:spPr>
            <a:xfrm>
              <a:off x="7712710" y="1308099"/>
              <a:ext cx="210820" cy="6350"/>
            </a:xfrm>
            <a:custGeom>
              <a:avLst/>
              <a:gdLst/>
              <a:ahLst/>
              <a:cxnLst/>
              <a:rect l="l" t="t" r="r" b="b"/>
              <a:pathLst>
                <a:path w="210820" h="6350">
                  <a:moveTo>
                    <a:pt x="210820" y="1270"/>
                  </a:moveTo>
                  <a:lnTo>
                    <a:pt x="209550" y="1270"/>
                  </a:lnTo>
                  <a:lnTo>
                    <a:pt x="209550" y="0"/>
                  </a:lnTo>
                  <a:lnTo>
                    <a:pt x="0" y="0"/>
                  </a:lnTo>
                  <a:lnTo>
                    <a:pt x="0" y="1270"/>
                  </a:lnTo>
                  <a:lnTo>
                    <a:pt x="0" y="6350"/>
                  </a:lnTo>
                  <a:lnTo>
                    <a:pt x="210820" y="6350"/>
                  </a:lnTo>
                  <a:lnTo>
                    <a:pt x="210820" y="1270"/>
                  </a:lnTo>
                  <a:close/>
                </a:path>
              </a:pathLst>
            </a:custGeom>
            <a:solidFill>
              <a:srgbClr val="001E4F"/>
            </a:solidFill>
          </p:spPr>
          <p:txBody>
            <a:bodyPr wrap="square" lIns="0" tIns="0" rIns="0" bIns="0" rtlCol="0"/>
            <a:lstStyle/>
            <a:p/>
          </p:txBody>
        </p:sp>
        <p:sp>
          <p:nvSpPr>
            <p:cNvPr id="2587" name="object 2587"/>
            <p:cNvSpPr/>
            <p:nvPr/>
          </p:nvSpPr>
          <p:spPr>
            <a:xfrm>
              <a:off x="7711440" y="1314449"/>
              <a:ext cx="212090" cy="7620"/>
            </a:xfrm>
            <a:custGeom>
              <a:avLst/>
              <a:gdLst/>
              <a:ahLst/>
              <a:cxnLst/>
              <a:rect l="l" t="t" r="r" b="b"/>
              <a:pathLst>
                <a:path w="212090" h="7619">
                  <a:moveTo>
                    <a:pt x="212090" y="0"/>
                  </a:moveTo>
                  <a:lnTo>
                    <a:pt x="1270" y="0"/>
                  </a:lnTo>
                  <a:lnTo>
                    <a:pt x="1270" y="1270"/>
                  </a:lnTo>
                  <a:lnTo>
                    <a:pt x="0" y="1270"/>
                  </a:lnTo>
                  <a:lnTo>
                    <a:pt x="0" y="7620"/>
                  </a:lnTo>
                  <a:lnTo>
                    <a:pt x="212090" y="7620"/>
                  </a:lnTo>
                  <a:lnTo>
                    <a:pt x="212090" y="1270"/>
                  </a:lnTo>
                  <a:lnTo>
                    <a:pt x="212090" y="0"/>
                  </a:lnTo>
                  <a:close/>
                </a:path>
              </a:pathLst>
            </a:custGeom>
            <a:solidFill>
              <a:srgbClr val="001E51"/>
            </a:solidFill>
          </p:spPr>
          <p:txBody>
            <a:bodyPr wrap="square" lIns="0" tIns="0" rIns="0" bIns="0" rtlCol="0"/>
            <a:lstStyle/>
            <a:p/>
          </p:txBody>
        </p:sp>
        <p:sp>
          <p:nvSpPr>
            <p:cNvPr id="2588" name="object 2588"/>
            <p:cNvSpPr/>
            <p:nvPr/>
          </p:nvSpPr>
          <p:spPr>
            <a:xfrm>
              <a:off x="7711439" y="1322069"/>
              <a:ext cx="212090" cy="7620"/>
            </a:xfrm>
            <a:custGeom>
              <a:avLst/>
              <a:gdLst/>
              <a:ahLst/>
              <a:cxnLst/>
              <a:rect l="l" t="t" r="r" b="b"/>
              <a:pathLst>
                <a:path w="212090" h="7619">
                  <a:moveTo>
                    <a:pt x="0" y="7619"/>
                  </a:moveTo>
                  <a:lnTo>
                    <a:pt x="0" y="0"/>
                  </a:lnTo>
                  <a:lnTo>
                    <a:pt x="212089" y="0"/>
                  </a:lnTo>
                  <a:lnTo>
                    <a:pt x="212089" y="7619"/>
                  </a:lnTo>
                  <a:lnTo>
                    <a:pt x="0" y="7619"/>
                  </a:lnTo>
                  <a:close/>
                </a:path>
              </a:pathLst>
            </a:custGeom>
            <a:solidFill>
              <a:srgbClr val="001D53"/>
            </a:solidFill>
          </p:spPr>
          <p:txBody>
            <a:bodyPr wrap="square" lIns="0" tIns="0" rIns="0" bIns="0" rtlCol="0"/>
            <a:lstStyle/>
            <a:p/>
          </p:txBody>
        </p:sp>
        <p:sp>
          <p:nvSpPr>
            <p:cNvPr id="2589" name="object 2589"/>
            <p:cNvSpPr/>
            <p:nvPr/>
          </p:nvSpPr>
          <p:spPr>
            <a:xfrm>
              <a:off x="7710170" y="1329689"/>
              <a:ext cx="214629" cy="7620"/>
            </a:xfrm>
            <a:custGeom>
              <a:avLst/>
              <a:gdLst/>
              <a:ahLst/>
              <a:cxnLst/>
              <a:rect l="l" t="t" r="r" b="b"/>
              <a:pathLst>
                <a:path w="214629" h="7619">
                  <a:moveTo>
                    <a:pt x="214630" y="5080"/>
                  </a:moveTo>
                  <a:lnTo>
                    <a:pt x="213360" y="5080"/>
                  </a:lnTo>
                  <a:lnTo>
                    <a:pt x="213360" y="1270"/>
                  </a:lnTo>
                  <a:lnTo>
                    <a:pt x="213360" y="0"/>
                  </a:lnTo>
                  <a:lnTo>
                    <a:pt x="1270" y="0"/>
                  </a:lnTo>
                  <a:lnTo>
                    <a:pt x="1270" y="1270"/>
                  </a:lnTo>
                  <a:lnTo>
                    <a:pt x="0" y="1270"/>
                  </a:lnTo>
                  <a:lnTo>
                    <a:pt x="0" y="5080"/>
                  </a:lnTo>
                  <a:lnTo>
                    <a:pt x="0" y="7620"/>
                  </a:lnTo>
                  <a:lnTo>
                    <a:pt x="214630" y="7620"/>
                  </a:lnTo>
                  <a:lnTo>
                    <a:pt x="214630" y="5080"/>
                  </a:lnTo>
                  <a:close/>
                </a:path>
              </a:pathLst>
            </a:custGeom>
            <a:solidFill>
              <a:srgbClr val="001D56"/>
            </a:solidFill>
          </p:spPr>
          <p:txBody>
            <a:bodyPr wrap="square" lIns="0" tIns="0" rIns="0" bIns="0" rtlCol="0"/>
            <a:lstStyle/>
            <a:p/>
          </p:txBody>
        </p:sp>
        <p:sp>
          <p:nvSpPr>
            <p:cNvPr id="2590" name="object 2590"/>
            <p:cNvSpPr/>
            <p:nvPr/>
          </p:nvSpPr>
          <p:spPr>
            <a:xfrm>
              <a:off x="771016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C58"/>
            </a:solidFill>
          </p:spPr>
          <p:txBody>
            <a:bodyPr wrap="square" lIns="0" tIns="0" rIns="0" bIns="0" rtlCol="0"/>
            <a:lstStyle/>
            <a:p/>
          </p:txBody>
        </p:sp>
        <p:sp>
          <p:nvSpPr>
            <p:cNvPr id="2591" name="object 2591"/>
            <p:cNvSpPr/>
            <p:nvPr/>
          </p:nvSpPr>
          <p:spPr>
            <a:xfrm>
              <a:off x="771016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C5A"/>
            </a:solidFill>
          </p:spPr>
          <p:txBody>
            <a:bodyPr wrap="square" lIns="0" tIns="0" rIns="0" bIns="0" rtlCol="0"/>
            <a:lstStyle/>
            <a:p/>
          </p:txBody>
        </p:sp>
        <p:sp>
          <p:nvSpPr>
            <p:cNvPr id="2592" name="object 2592"/>
            <p:cNvSpPr/>
            <p:nvPr/>
          </p:nvSpPr>
          <p:spPr>
            <a:xfrm>
              <a:off x="771016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B5C"/>
            </a:solidFill>
          </p:spPr>
          <p:txBody>
            <a:bodyPr wrap="square" lIns="0" tIns="0" rIns="0" bIns="0" rtlCol="0"/>
            <a:lstStyle/>
            <a:p/>
          </p:txBody>
        </p:sp>
        <p:sp>
          <p:nvSpPr>
            <p:cNvPr id="2593" name="object 2593"/>
            <p:cNvSpPr/>
            <p:nvPr/>
          </p:nvSpPr>
          <p:spPr>
            <a:xfrm>
              <a:off x="771016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A5F"/>
            </a:solidFill>
          </p:spPr>
          <p:txBody>
            <a:bodyPr wrap="square" lIns="0" tIns="0" rIns="0" bIns="0" rtlCol="0"/>
            <a:lstStyle/>
            <a:p/>
          </p:txBody>
        </p:sp>
        <p:sp>
          <p:nvSpPr>
            <p:cNvPr id="2594" name="object 2594"/>
            <p:cNvSpPr/>
            <p:nvPr/>
          </p:nvSpPr>
          <p:spPr>
            <a:xfrm>
              <a:off x="771016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A61"/>
            </a:solidFill>
          </p:spPr>
          <p:txBody>
            <a:bodyPr wrap="square" lIns="0" tIns="0" rIns="0" bIns="0" rtlCol="0"/>
            <a:lstStyle/>
            <a:p/>
          </p:txBody>
        </p:sp>
        <p:sp>
          <p:nvSpPr>
            <p:cNvPr id="2595" name="object 2595"/>
            <p:cNvSpPr/>
            <p:nvPr/>
          </p:nvSpPr>
          <p:spPr>
            <a:xfrm>
              <a:off x="771016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963"/>
            </a:solidFill>
          </p:spPr>
          <p:txBody>
            <a:bodyPr wrap="square" lIns="0" tIns="0" rIns="0" bIns="0" rtlCol="0"/>
            <a:lstStyle/>
            <a:p/>
          </p:txBody>
        </p:sp>
        <p:sp>
          <p:nvSpPr>
            <p:cNvPr id="2596" name="object 2596"/>
            <p:cNvSpPr/>
            <p:nvPr/>
          </p:nvSpPr>
          <p:spPr>
            <a:xfrm>
              <a:off x="771016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966"/>
            </a:solidFill>
          </p:spPr>
          <p:txBody>
            <a:bodyPr wrap="square" lIns="0" tIns="0" rIns="0" bIns="0" rtlCol="0"/>
            <a:lstStyle/>
            <a:p/>
          </p:txBody>
        </p:sp>
        <p:sp>
          <p:nvSpPr>
            <p:cNvPr id="2597" name="object 2597"/>
            <p:cNvSpPr/>
            <p:nvPr/>
          </p:nvSpPr>
          <p:spPr>
            <a:xfrm>
              <a:off x="771016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868"/>
            </a:solidFill>
          </p:spPr>
          <p:txBody>
            <a:bodyPr wrap="square" lIns="0" tIns="0" rIns="0" bIns="0" rtlCol="0"/>
            <a:lstStyle/>
            <a:p/>
          </p:txBody>
        </p:sp>
        <p:sp>
          <p:nvSpPr>
            <p:cNvPr id="2598" name="object 2598"/>
            <p:cNvSpPr/>
            <p:nvPr/>
          </p:nvSpPr>
          <p:spPr>
            <a:xfrm>
              <a:off x="771016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86A"/>
            </a:solidFill>
          </p:spPr>
          <p:txBody>
            <a:bodyPr wrap="square" lIns="0" tIns="0" rIns="0" bIns="0" rtlCol="0"/>
            <a:lstStyle/>
            <a:p/>
          </p:txBody>
        </p:sp>
        <p:sp>
          <p:nvSpPr>
            <p:cNvPr id="2599" name="object 2599"/>
            <p:cNvSpPr/>
            <p:nvPr/>
          </p:nvSpPr>
          <p:spPr>
            <a:xfrm>
              <a:off x="771016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76D"/>
            </a:solidFill>
          </p:spPr>
          <p:txBody>
            <a:bodyPr wrap="square" lIns="0" tIns="0" rIns="0" bIns="0" rtlCol="0"/>
            <a:lstStyle/>
            <a:p/>
          </p:txBody>
        </p:sp>
        <p:sp>
          <p:nvSpPr>
            <p:cNvPr id="2600" name="object 2600"/>
            <p:cNvSpPr/>
            <p:nvPr/>
          </p:nvSpPr>
          <p:spPr>
            <a:xfrm>
              <a:off x="7710170" y="1408429"/>
              <a:ext cx="214629" cy="7620"/>
            </a:xfrm>
            <a:custGeom>
              <a:avLst/>
              <a:gdLst/>
              <a:ahLst/>
              <a:cxnLst/>
              <a:rect l="l" t="t" r="r" b="b"/>
              <a:pathLst>
                <a:path w="214629" h="7619">
                  <a:moveTo>
                    <a:pt x="214630" y="0"/>
                  </a:moveTo>
                  <a:lnTo>
                    <a:pt x="0" y="0"/>
                  </a:lnTo>
                  <a:lnTo>
                    <a:pt x="0" y="2540"/>
                  </a:lnTo>
                  <a:lnTo>
                    <a:pt x="1270" y="2540"/>
                  </a:lnTo>
                  <a:lnTo>
                    <a:pt x="1270" y="7620"/>
                  </a:lnTo>
                  <a:lnTo>
                    <a:pt x="214630" y="7620"/>
                  </a:lnTo>
                  <a:lnTo>
                    <a:pt x="214630" y="2540"/>
                  </a:lnTo>
                  <a:lnTo>
                    <a:pt x="214630" y="0"/>
                  </a:lnTo>
                  <a:close/>
                </a:path>
              </a:pathLst>
            </a:custGeom>
            <a:solidFill>
              <a:srgbClr val="00166F"/>
            </a:solidFill>
          </p:spPr>
          <p:txBody>
            <a:bodyPr wrap="square" lIns="0" tIns="0" rIns="0" bIns="0" rtlCol="0"/>
            <a:lstStyle/>
            <a:p/>
          </p:txBody>
        </p:sp>
        <p:sp>
          <p:nvSpPr>
            <p:cNvPr id="2601" name="object 2601"/>
            <p:cNvSpPr/>
            <p:nvPr/>
          </p:nvSpPr>
          <p:spPr>
            <a:xfrm>
              <a:off x="7711439" y="141604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001671"/>
            </a:solidFill>
          </p:spPr>
          <p:txBody>
            <a:bodyPr wrap="square" lIns="0" tIns="0" rIns="0" bIns="0" rtlCol="0"/>
            <a:lstStyle/>
            <a:p/>
          </p:txBody>
        </p:sp>
        <p:sp>
          <p:nvSpPr>
            <p:cNvPr id="2602" name="object 2602"/>
            <p:cNvSpPr/>
            <p:nvPr/>
          </p:nvSpPr>
          <p:spPr>
            <a:xfrm>
              <a:off x="7711439" y="1423669"/>
              <a:ext cx="213360" cy="6350"/>
            </a:xfrm>
            <a:custGeom>
              <a:avLst/>
              <a:gdLst/>
              <a:ahLst/>
              <a:cxnLst/>
              <a:rect l="l" t="t" r="r" b="b"/>
              <a:pathLst>
                <a:path w="213359" h="6350">
                  <a:moveTo>
                    <a:pt x="0" y="6350"/>
                  </a:moveTo>
                  <a:lnTo>
                    <a:pt x="0" y="0"/>
                  </a:lnTo>
                  <a:lnTo>
                    <a:pt x="213359" y="0"/>
                  </a:lnTo>
                  <a:lnTo>
                    <a:pt x="213359" y="6350"/>
                  </a:lnTo>
                  <a:lnTo>
                    <a:pt x="0" y="6350"/>
                  </a:lnTo>
                  <a:close/>
                </a:path>
              </a:pathLst>
            </a:custGeom>
            <a:solidFill>
              <a:srgbClr val="001573"/>
            </a:solidFill>
          </p:spPr>
          <p:txBody>
            <a:bodyPr wrap="square" lIns="0" tIns="0" rIns="0" bIns="0" rtlCol="0"/>
            <a:lstStyle/>
            <a:p/>
          </p:txBody>
        </p:sp>
        <p:sp>
          <p:nvSpPr>
            <p:cNvPr id="2603" name="object 2603"/>
            <p:cNvSpPr/>
            <p:nvPr/>
          </p:nvSpPr>
          <p:spPr>
            <a:xfrm>
              <a:off x="7711440" y="1430019"/>
              <a:ext cx="213360" cy="7620"/>
            </a:xfrm>
            <a:custGeom>
              <a:avLst/>
              <a:gdLst/>
              <a:ahLst/>
              <a:cxnLst/>
              <a:rect l="l" t="t" r="r" b="b"/>
              <a:pathLst>
                <a:path w="213359" h="7619">
                  <a:moveTo>
                    <a:pt x="213360" y="3822"/>
                  </a:moveTo>
                  <a:lnTo>
                    <a:pt x="1270" y="3822"/>
                  </a:lnTo>
                  <a:lnTo>
                    <a:pt x="1270" y="7620"/>
                  </a:lnTo>
                  <a:lnTo>
                    <a:pt x="213360" y="7620"/>
                  </a:lnTo>
                  <a:lnTo>
                    <a:pt x="213360" y="3822"/>
                  </a:lnTo>
                  <a:close/>
                </a:path>
                <a:path w="213359" h="7619">
                  <a:moveTo>
                    <a:pt x="213360" y="0"/>
                  </a:moveTo>
                  <a:lnTo>
                    <a:pt x="0" y="0"/>
                  </a:lnTo>
                  <a:lnTo>
                    <a:pt x="0" y="3810"/>
                  </a:lnTo>
                  <a:lnTo>
                    <a:pt x="213360" y="3810"/>
                  </a:lnTo>
                  <a:lnTo>
                    <a:pt x="213360" y="0"/>
                  </a:lnTo>
                  <a:close/>
                </a:path>
              </a:pathLst>
            </a:custGeom>
            <a:solidFill>
              <a:srgbClr val="001576"/>
            </a:solidFill>
          </p:spPr>
          <p:txBody>
            <a:bodyPr wrap="square" lIns="0" tIns="0" rIns="0" bIns="0" rtlCol="0"/>
            <a:lstStyle/>
            <a:p/>
          </p:txBody>
        </p:sp>
        <p:sp>
          <p:nvSpPr>
            <p:cNvPr id="2604" name="object 2604"/>
            <p:cNvSpPr/>
            <p:nvPr/>
          </p:nvSpPr>
          <p:spPr>
            <a:xfrm>
              <a:off x="7712709" y="143763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001478"/>
            </a:solidFill>
          </p:spPr>
          <p:txBody>
            <a:bodyPr wrap="square" lIns="0" tIns="0" rIns="0" bIns="0" rtlCol="0"/>
            <a:lstStyle/>
            <a:p/>
          </p:txBody>
        </p:sp>
        <p:sp>
          <p:nvSpPr>
            <p:cNvPr id="2605" name="object 2605"/>
            <p:cNvSpPr/>
            <p:nvPr/>
          </p:nvSpPr>
          <p:spPr>
            <a:xfrm>
              <a:off x="7712710" y="1445259"/>
              <a:ext cx="212090" cy="6350"/>
            </a:xfrm>
            <a:custGeom>
              <a:avLst/>
              <a:gdLst/>
              <a:ahLst/>
              <a:cxnLst/>
              <a:rect l="l" t="t" r="r" b="b"/>
              <a:pathLst>
                <a:path w="212090" h="6350">
                  <a:moveTo>
                    <a:pt x="212090" y="0"/>
                  </a:moveTo>
                  <a:lnTo>
                    <a:pt x="0" y="0"/>
                  </a:lnTo>
                  <a:lnTo>
                    <a:pt x="0" y="3810"/>
                  </a:lnTo>
                  <a:lnTo>
                    <a:pt x="0" y="6350"/>
                  </a:lnTo>
                  <a:lnTo>
                    <a:pt x="82550" y="6350"/>
                  </a:lnTo>
                  <a:lnTo>
                    <a:pt x="82550" y="3810"/>
                  </a:lnTo>
                  <a:lnTo>
                    <a:pt x="212090" y="3810"/>
                  </a:lnTo>
                  <a:lnTo>
                    <a:pt x="212090" y="0"/>
                  </a:lnTo>
                  <a:close/>
                </a:path>
              </a:pathLst>
            </a:custGeom>
            <a:solidFill>
              <a:srgbClr val="00147A"/>
            </a:solidFill>
          </p:spPr>
          <p:txBody>
            <a:bodyPr wrap="square" lIns="0" tIns="0" rIns="0" bIns="0" rtlCol="0"/>
            <a:lstStyle/>
            <a:p/>
          </p:txBody>
        </p:sp>
        <p:sp>
          <p:nvSpPr>
            <p:cNvPr id="2606" name="object 2606"/>
            <p:cNvSpPr/>
            <p:nvPr/>
          </p:nvSpPr>
          <p:spPr>
            <a:xfrm>
              <a:off x="7712709" y="1451609"/>
              <a:ext cx="83820" cy="7620"/>
            </a:xfrm>
            <a:custGeom>
              <a:avLst/>
              <a:gdLst/>
              <a:ahLst/>
              <a:cxnLst/>
              <a:rect l="l" t="t" r="r" b="b"/>
              <a:pathLst>
                <a:path w="83820" h="7619">
                  <a:moveTo>
                    <a:pt x="83820" y="0"/>
                  </a:moveTo>
                  <a:lnTo>
                    <a:pt x="0" y="0"/>
                  </a:lnTo>
                  <a:lnTo>
                    <a:pt x="0" y="5079"/>
                  </a:lnTo>
                  <a:lnTo>
                    <a:pt x="1270" y="5079"/>
                  </a:lnTo>
                  <a:lnTo>
                    <a:pt x="1270" y="7619"/>
                  </a:lnTo>
                  <a:lnTo>
                    <a:pt x="83820" y="7619"/>
                  </a:lnTo>
                  <a:lnTo>
                    <a:pt x="83820" y="0"/>
                  </a:lnTo>
                  <a:close/>
                </a:path>
              </a:pathLst>
            </a:custGeom>
            <a:solidFill>
              <a:srgbClr val="00137D"/>
            </a:solidFill>
          </p:spPr>
          <p:txBody>
            <a:bodyPr wrap="square" lIns="0" tIns="0" rIns="0" bIns="0" rtlCol="0"/>
            <a:lstStyle/>
            <a:p/>
          </p:txBody>
        </p:sp>
        <p:sp>
          <p:nvSpPr>
            <p:cNvPr id="2607" name="object 2607"/>
            <p:cNvSpPr/>
            <p:nvPr/>
          </p:nvSpPr>
          <p:spPr>
            <a:xfrm>
              <a:off x="7713979" y="1459229"/>
              <a:ext cx="133350" cy="7620"/>
            </a:xfrm>
            <a:custGeom>
              <a:avLst/>
              <a:gdLst/>
              <a:ahLst/>
              <a:cxnLst/>
              <a:rect l="l" t="t" r="r" b="b"/>
              <a:pathLst>
                <a:path w="133350" h="7619">
                  <a:moveTo>
                    <a:pt x="82550" y="0"/>
                  </a:moveTo>
                  <a:lnTo>
                    <a:pt x="0" y="0"/>
                  </a:lnTo>
                  <a:lnTo>
                    <a:pt x="0" y="7620"/>
                  </a:lnTo>
                  <a:lnTo>
                    <a:pt x="82550" y="7620"/>
                  </a:lnTo>
                  <a:lnTo>
                    <a:pt x="82550" y="0"/>
                  </a:lnTo>
                  <a:close/>
                </a:path>
                <a:path w="133350" h="7619">
                  <a:moveTo>
                    <a:pt x="130810" y="5080"/>
                  </a:moveTo>
                  <a:lnTo>
                    <a:pt x="129540" y="5080"/>
                  </a:lnTo>
                  <a:lnTo>
                    <a:pt x="129540" y="7620"/>
                  </a:lnTo>
                  <a:lnTo>
                    <a:pt x="133350" y="7620"/>
                  </a:lnTo>
                  <a:lnTo>
                    <a:pt x="133350" y="6350"/>
                  </a:lnTo>
                  <a:lnTo>
                    <a:pt x="130810" y="6350"/>
                  </a:lnTo>
                  <a:lnTo>
                    <a:pt x="130810" y="5080"/>
                  </a:lnTo>
                  <a:close/>
                </a:path>
              </a:pathLst>
            </a:custGeom>
            <a:solidFill>
              <a:srgbClr val="00127F"/>
            </a:solidFill>
          </p:spPr>
          <p:txBody>
            <a:bodyPr wrap="square" lIns="0" tIns="0" rIns="0" bIns="0" rtlCol="0"/>
            <a:lstStyle/>
            <a:p/>
          </p:txBody>
        </p:sp>
        <p:sp>
          <p:nvSpPr>
            <p:cNvPr id="2608" name="object 2608"/>
            <p:cNvSpPr/>
            <p:nvPr/>
          </p:nvSpPr>
          <p:spPr>
            <a:xfrm>
              <a:off x="7713979" y="1466849"/>
              <a:ext cx="157480" cy="7620"/>
            </a:xfrm>
            <a:custGeom>
              <a:avLst/>
              <a:gdLst/>
              <a:ahLst/>
              <a:cxnLst/>
              <a:rect l="l" t="t" r="r" b="b"/>
              <a:pathLst>
                <a:path w="157479" h="7619">
                  <a:moveTo>
                    <a:pt x="83820" y="0"/>
                  </a:moveTo>
                  <a:lnTo>
                    <a:pt x="0" y="0"/>
                  </a:lnTo>
                  <a:lnTo>
                    <a:pt x="0" y="7620"/>
                  </a:lnTo>
                  <a:lnTo>
                    <a:pt x="83820" y="7620"/>
                  </a:lnTo>
                  <a:lnTo>
                    <a:pt x="83820" y="0"/>
                  </a:lnTo>
                  <a:close/>
                </a:path>
                <a:path w="157479" h="7619">
                  <a:moveTo>
                    <a:pt x="157479" y="6350"/>
                  </a:moveTo>
                  <a:lnTo>
                    <a:pt x="127000" y="6350"/>
                  </a:lnTo>
                  <a:lnTo>
                    <a:pt x="127000" y="7620"/>
                  </a:lnTo>
                  <a:lnTo>
                    <a:pt x="157479" y="7620"/>
                  </a:lnTo>
                  <a:lnTo>
                    <a:pt x="157479" y="6350"/>
                  </a:lnTo>
                  <a:close/>
                </a:path>
                <a:path w="157479" h="7619">
                  <a:moveTo>
                    <a:pt x="140970" y="1270"/>
                  </a:moveTo>
                  <a:lnTo>
                    <a:pt x="128270" y="1270"/>
                  </a:lnTo>
                  <a:lnTo>
                    <a:pt x="128270" y="6350"/>
                  </a:lnTo>
                  <a:lnTo>
                    <a:pt x="153670" y="6350"/>
                  </a:lnTo>
                  <a:lnTo>
                    <a:pt x="153670" y="5079"/>
                  </a:lnTo>
                  <a:lnTo>
                    <a:pt x="149860" y="5079"/>
                  </a:lnTo>
                  <a:lnTo>
                    <a:pt x="149860" y="3810"/>
                  </a:lnTo>
                  <a:lnTo>
                    <a:pt x="146050" y="3810"/>
                  </a:lnTo>
                  <a:lnTo>
                    <a:pt x="146050" y="2539"/>
                  </a:lnTo>
                  <a:lnTo>
                    <a:pt x="140970" y="2539"/>
                  </a:lnTo>
                  <a:lnTo>
                    <a:pt x="140970" y="1270"/>
                  </a:lnTo>
                  <a:close/>
                </a:path>
                <a:path w="157479" h="7619">
                  <a:moveTo>
                    <a:pt x="137160" y="0"/>
                  </a:moveTo>
                  <a:lnTo>
                    <a:pt x="129540" y="0"/>
                  </a:lnTo>
                  <a:lnTo>
                    <a:pt x="129540" y="1270"/>
                  </a:lnTo>
                  <a:lnTo>
                    <a:pt x="137160" y="1270"/>
                  </a:lnTo>
                  <a:lnTo>
                    <a:pt x="137160" y="0"/>
                  </a:lnTo>
                  <a:close/>
                </a:path>
              </a:pathLst>
            </a:custGeom>
            <a:solidFill>
              <a:srgbClr val="001281"/>
            </a:solidFill>
          </p:spPr>
          <p:txBody>
            <a:bodyPr wrap="square" lIns="0" tIns="0" rIns="0" bIns="0" rtlCol="0"/>
            <a:lstStyle/>
            <a:p/>
          </p:txBody>
        </p:sp>
        <p:sp>
          <p:nvSpPr>
            <p:cNvPr id="2609" name="object 2609"/>
            <p:cNvSpPr/>
            <p:nvPr/>
          </p:nvSpPr>
          <p:spPr>
            <a:xfrm>
              <a:off x="7713979" y="1474469"/>
              <a:ext cx="177800" cy="6350"/>
            </a:xfrm>
            <a:custGeom>
              <a:avLst/>
              <a:gdLst/>
              <a:ahLst/>
              <a:cxnLst/>
              <a:rect l="l" t="t" r="r" b="b"/>
              <a:pathLst>
                <a:path w="177800" h="6350">
                  <a:moveTo>
                    <a:pt x="83820" y="0"/>
                  </a:moveTo>
                  <a:lnTo>
                    <a:pt x="0" y="0"/>
                  </a:lnTo>
                  <a:lnTo>
                    <a:pt x="0" y="3809"/>
                  </a:lnTo>
                  <a:lnTo>
                    <a:pt x="1270" y="3809"/>
                  </a:lnTo>
                  <a:lnTo>
                    <a:pt x="127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001183"/>
            </a:solidFill>
          </p:spPr>
          <p:txBody>
            <a:bodyPr wrap="square" lIns="0" tIns="0" rIns="0" bIns="0" rtlCol="0"/>
            <a:lstStyle/>
            <a:p/>
          </p:txBody>
        </p:sp>
        <p:sp>
          <p:nvSpPr>
            <p:cNvPr id="2610" name="object 2610"/>
            <p:cNvSpPr/>
            <p:nvPr/>
          </p:nvSpPr>
          <p:spPr>
            <a:xfrm>
              <a:off x="7715249" y="1480819"/>
              <a:ext cx="200660" cy="7620"/>
            </a:xfrm>
            <a:custGeom>
              <a:avLst/>
              <a:gdLst/>
              <a:ahLst/>
              <a:cxnLst/>
              <a:rect l="l" t="t" r="r" b="b"/>
              <a:pathLst>
                <a:path w="200659" h="7619">
                  <a:moveTo>
                    <a:pt x="83820" y="0"/>
                  </a:moveTo>
                  <a:lnTo>
                    <a:pt x="0" y="0"/>
                  </a:lnTo>
                  <a:lnTo>
                    <a:pt x="0" y="7619"/>
                  </a:lnTo>
                  <a:lnTo>
                    <a:pt x="85090" y="7619"/>
                  </a:lnTo>
                  <a:lnTo>
                    <a:pt x="85090" y="2539"/>
                  </a:lnTo>
                  <a:lnTo>
                    <a:pt x="83820" y="2539"/>
                  </a:lnTo>
                  <a:lnTo>
                    <a:pt x="83820" y="0"/>
                  </a:lnTo>
                  <a:close/>
                </a:path>
                <a:path w="200659" h="7619">
                  <a:moveTo>
                    <a:pt x="189230" y="2539"/>
                  </a:moveTo>
                  <a:lnTo>
                    <a:pt x="123190" y="2539"/>
                  </a:lnTo>
                  <a:lnTo>
                    <a:pt x="123190" y="7619"/>
                  </a:lnTo>
                  <a:lnTo>
                    <a:pt x="200660" y="7619"/>
                  </a:lnTo>
                  <a:lnTo>
                    <a:pt x="200660" y="6350"/>
                  </a:lnTo>
                  <a:lnTo>
                    <a:pt x="196850" y="6350"/>
                  </a:lnTo>
                  <a:lnTo>
                    <a:pt x="196850" y="5079"/>
                  </a:lnTo>
                  <a:lnTo>
                    <a:pt x="193040" y="5079"/>
                  </a:lnTo>
                  <a:lnTo>
                    <a:pt x="193040" y="3809"/>
                  </a:lnTo>
                  <a:lnTo>
                    <a:pt x="189230" y="3809"/>
                  </a:lnTo>
                  <a:lnTo>
                    <a:pt x="189230" y="2539"/>
                  </a:lnTo>
                  <a:close/>
                </a:path>
                <a:path w="200659" h="7619">
                  <a:moveTo>
                    <a:pt x="180339" y="0"/>
                  </a:moveTo>
                  <a:lnTo>
                    <a:pt x="124459" y="0"/>
                  </a:lnTo>
                  <a:lnTo>
                    <a:pt x="124459" y="2539"/>
                  </a:lnTo>
                  <a:lnTo>
                    <a:pt x="185419" y="2539"/>
                  </a:lnTo>
                  <a:lnTo>
                    <a:pt x="185419" y="1269"/>
                  </a:lnTo>
                  <a:lnTo>
                    <a:pt x="180339" y="1269"/>
                  </a:lnTo>
                  <a:lnTo>
                    <a:pt x="180339" y="0"/>
                  </a:lnTo>
                  <a:close/>
                </a:path>
              </a:pathLst>
            </a:custGeom>
            <a:solidFill>
              <a:srgbClr val="001186"/>
            </a:solidFill>
          </p:spPr>
          <p:txBody>
            <a:bodyPr wrap="square" lIns="0" tIns="0" rIns="0" bIns="0" rtlCol="0"/>
            <a:lstStyle/>
            <a:p/>
          </p:txBody>
        </p:sp>
        <p:sp>
          <p:nvSpPr>
            <p:cNvPr id="2611" name="object 2611"/>
            <p:cNvSpPr/>
            <p:nvPr/>
          </p:nvSpPr>
          <p:spPr>
            <a:xfrm>
              <a:off x="7715249" y="1488439"/>
              <a:ext cx="209550" cy="7620"/>
            </a:xfrm>
            <a:custGeom>
              <a:avLst/>
              <a:gdLst/>
              <a:ahLst/>
              <a:cxnLst/>
              <a:rect l="l" t="t" r="r" b="b"/>
              <a:pathLst>
                <a:path w="209550" h="7619">
                  <a:moveTo>
                    <a:pt x="86359" y="0"/>
                  </a:moveTo>
                  <a:lnTo>
                    <a:pt x="0" y="0"/>
                  </a:lnTo>
                  <a:lnTo>
                    <a:pt x="0" y="5080"/>
                  </a:lnTo>
                  <a:lnTo>
                    <a:pt x="1270" y="5080"/>
                  </a:lnTo>
                  <a:lnTo>
                    <a:pt x="1270" y="6350"/>
                  </a:lnTo>
                  <a:lnTo>
                    <a:pt x="87629" y="6350"/>
                  </a:lnTo>
                  <a:lnTo>
                    <a:pt x="87629" y="3810"/>
                  </a:lnTo>
                  <a:lnTo>
                    <a:pt x="86359" y="3810"/>
                  </a:lnTo>
                  <a:lnTo>
                    <a:pt x="86359" y="0"/>
                  </a:lnTo>
                  <a:close/>
                </a:path>
                <a:path w="209550" h="7619">
                  <a:moveTo>
                    <a:pt x="209550" y="1270"/>
                  </a:moveTo>
                  <a:lnTo>
                    <a:pt x="121920" y="1270"/>
                  </a:lnTo>
                  <a:lnTo>
                    <a:pt x="121920" y="6350"/>
                  </a:lnTo>
                  <a:lnTo>
                    <a:pt x="209550" y="6350"/>
                  </a:lnTo>
                  <a:lnTo>
                    <a:pt x="209550" y="1270"/>
                  </a:lnTo>
                  <a:close/>
                </a:path>
                <a:path w="209550" h="7619">
                  <a:moveTo>
                    <a:pt x="205740" y="0"/>
                  </a:moveTo>
                  <a:lnTo>
                    <a:pt x="123190" y="0"/>
                  </a:lnTo>
                  <a:lnTo>
                    <a:pt x="123190" y="1270"/>
                  </a:lnTo>
                  <a:lnTo>
                    <a:pt x="205740" y="1270"/>
                  </a:lnTo>
                  <a:lnTo>
                    <a:pt x="205740" y="0"/>
                  </a:lnTo>
                  <a:close/>
                </a:path>
                <a:path w="209550" h="7619">
                  <a:moveTo>
                    <a:pt x="88900" y="6350"/>
                  </a:moveTo>
                  <a:lnTo>
                    <a:pt x="1270" y="6350"/>
                  </a:lnTo>
                  <a:lnTo>
                    <a:pt x="1270" y="7620"/>
                  </a:lnTo>
                  <a:lnTo>
                    <a:pt x="88900" y="7620"/>
                  </a:lnTo>
                  <a:lnTo>
                    <a:pt x="88900" y="6350"/>
                  </a:lnTo>
                  <a:close/>
                </a:path>
                <a:path w="209550" h="7619">
                  <a:moveTo>
                    <a:pt x="209550" y="6350"/>
                  </a:moveTo>
                  <a:lnTo>
                    <a:pt x="120650" y="6350"/>
                  </a:lnTo>
                  <a:lnTo>
                    <a:pt x="120650" y="7620"/>
                  </a:lnTo>
                  <a:lnTo>
                    <a:pt x="209550" y="7620"/>
                  </a:lnTo>
                  <a:lnTo>
                    <a:pt x="209550" y="6350"/>
                  </a:lnTo>
                  <a:close/>
                </a:path>
              </a:pathLst>
            </a:custGeom>
            <a:solidFill>
              <a:srgbClr val="001088"/>
            </a:solidFill>
          </p:spPr>
          <p:txBody>
            <a:bodyPr wrap="square" lIns="0" tIns="0" rIns="0" bIns="0" rtlCol="0"/>
            <a:lstStyle/>
            <a:p/>
          </p:txBody>
        </p:sp>
        <p:sp>
          <p:nvSpPr>
            <p:cNvPr id="2612" name="object 2612"/>
            <p:cNvSpPr/>
            <p:nvPr/>
          </p:nvSpPr>
          <p:spPr>
            <a:xfrm>
              <a:off x="7716520" y="1496059"/>
              <a:ext cx="208279" cy="6350"/>
            </a:xfrm>
            <a:custGeom>
              <a:avLst/>
              <a:gdLst/>
              <a:ahLst/>
              <a:cxnLst/>
              <a:rect l="l" t="t" r="r" b="b"/>
              <a:pathLst>
                <a:path w="208279" h="6350">
                  <a:moveTo>
                    <a:pt x="88900" y="5080"/>
                  </a:moveTo>
                  <a:lnTo>
                    <a:pt x="87630" y="5080"/>
                  </a:lnTo>
                  <a:lnTo>
                    <a:pt x="87630" y="0"/>
                  </a:lnTo>
                  <a:lnTo>
                    <a:pt x="0" y="0"/>
                  </a:lnTo>
                  <a:lnTo>
                    <a:pt x="0" y="5080"/>
                  </a:lnTo>
                  <a:lnTo>
                    <a:pt x="0" y="6350"/>
                  </a:lnTo>
                  <a:lnTo>
                    <a:pt x="88900" y="6350"/>
                  </a:lnTo>
                  <a:lnTo>
                    <a:pt x="88900" y="5080"/>
                  </a:lnTo>
                  <a:close/>
                </a:path>
                <a:path w="208279" h="6350">
                  <a:moveTo>
                    <a:pt x="208280" y="0"/>
                  </a:moveTo>
                  <a:lnTo>
                    <a:pt x="119380" y="0"/>
                  </a:lnTo>
                  <a:lnTo>
                    <a:pt x="119380" y="3810"/>
                  </a:lnTo>
                  <a:lnTo>
                    <a:pt x="118110" y="3810"/>
                  </a:lnTo>
                  <a:lnTo>
                    <a:pt x="118110" y="5080"/>
                  </a:lnTo>
                  <a:lnTo>
                    <a:pt x="118110" y="6350"/>
                  </a:lnTo>
                  <a:lnTo>
                    <a:pt x="207010" y="6350"/>
                  </a:lnTo>
                  <a:lnTo>
                    <a:pt x="207010" y="5080"/>
                  </a:lnTo>
                  <a:lnTo>
                    <a:pt x="208280" y="5080"/>
                  </a:lnTo>
                  <a:lnTo>
                    <a:pt x="208280" y="3810"/>
                  </a:lnTo>
                  <a:lnTo>
                    <a:pt x="208280" y="0"/>
                  </a:lnTo>
                  <a:close/>
                </a:path>
              </a:pathLst>
            </a:custGeom>
            <a:solidFill>
              <a:srgbClr val="00108A"/>
            </a:solidFill>
          </p:spPr>
          <p:txBody>
            <a:bodyPr wrap="square" lIns="0" tIns="0" rIns="0" bIns="0" rtlCol="0"/>
            <a:lstStyle/>
            <a:p/>
          </p:txBody>
        </p:sp>
        <p:sp>
          <p:nvSpPr>
            <p:cNvPr id="2613" name="object 2613"/>
            <p:cNvSpPr/>
            <p:nvPr/>
          </p:nvSpPr>
          <p:spPr>
            <a:xfrm>
              <a:off x="7716520" y="1502409"/>
              <a:ext cx="207010" cy="7620"/>
            </a:xfrm>
            <a:custGeom>
              <a:avLst/>
              <a:gdLst/>
              <a:ahLst/>
              <a:cxnLst/>
              <a:rect l="l" t="t" r="r" b="b"/>
              <a:pathLst>
                <a:path w="207009"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7009" h="7619">
                  <a:moveTo>
                    <a:pt x="207010" y="0"/>
                  </a:moveTo>
                  <a:lnTo>
                    <a:pt x="118110" y="0"/>
                  </a:lnTo>
                  <a:lnTo>
                    <a:pt x="118110" y="1270"/>
                  </a:lnTo>
                  <a:lnTo>
                    <a:pt x="116840" y="1270"/>
                  </a:lnTo>
                  <a:lnTo>
                    <a:pt x="116840" y="3810"/>
                  </a:lnTo>
                  <a:lnTo>
                    <a:pt x="115570" y="3810"/>
                  </a:lnTo>
                  <a:lnTo>
                    <a:pt x="115570" y="5080"/>
                  </a:lnTo>
                  <a:lnTo>
                    <a:pt x="115570" y="6350"/>
                  </a:lnTo>
                  <a:lnTo>
                    <a:pt x="114300" y="6350"/>
                  </a:lnTo>
                  <a:lnTo>
                    <a:pt x="114300" y="7620"/>
                  </a:lnTo>
                  <a:lnTo>
                    <a:pt x="205740" y="7620"/>
                  </a:lnTo>
                  <a:lnTo>
                    <a:pt x="205740" y="6350"/>
                  </a:lnTo>
                  <a:lnTo>
                    <a:pt x="205740" y="5080"/>
                  </a:lnTo>
                  <a:lnTo>
                    <a:pt x="207010" y="5080"/>
                  </a:lnTo>
                  <a:lnTo>
                    <a:pt x="207010" y="3810"/>
                  </a:lnTo>
                  <a:lnTo>
                    <a:pt x="207010" y="1270"/>
                  </a:lnTo>
                  <a:lnTo>
                    <a:pt x="207010" y="0"/>
                  </a:lnTo>
                  <a:close/>
                </a:path>
              </a:pathLst>
            </a:custGeom>
            <a:solidFill>
              <a:srgbClr val="000F8D"/>
            </a:solidFill>
          </p:spPr>
          <p:txBody>
            <a:bodyPr wrap="square" lIns="0" tIns="0" rIns="0" bIns="0" rtlCol="0"/>
            <a:lstStyle/>
            <a:p/>
          </p:txBody>
        </p:sp>
        <p:sp>
          <p:nvSpPr>
            <p:cNvPr id="2614" name="object 2614"/>
            <p:cNvSpPr/>
            <p:nvPr/>
          </p:nvSpPr>
          <p:spPr>
            <a:xfrm>
              <a:off x="7717790" y="1510029"/>
              <a:ext cx="204470" cy="7620"/>
            </a:xfrm>
            <a:custGeom>
              <a:avLst/>
              <a:gdLst/>
              <a:ahLst/>
              <a:cxnLst/>
              <a:rect l="l" t="t" r="r" b="b"/>
              <a:pathLst>
                <a:path w="204470" h="7619">
                  <a:moveTo>
                    <a:pt x="97790" y="6350"/>
                  </a:moveTo>
                  <a:lnTo>
                    <a:pt x="95237" y="6350"/>
                  </a:lnTo>
                  <a:lnTo>
                    <a:pt x="95237" y="5080"/>
                  </a:lnTo>
                  <a:lnTo>
                    <a:pt x="93967" y="5080"/>
                  </a:lnTo>
                  <a:lnTo>
                    <a:pt x="93967" y="3810"/>
                  </a:lnTo>
                  <a:lnTo>
                    <a:pt x="92710" y="3810"/>
                  </a:lnTo>
                  <a:lnTo>
                    <a:pt x="92710" y="2540"/>
                  </a:lnTo>
                  <a:lnTo>
                    <a:pt x="92710" y="0"/>
                  </a:lnTo>
                  <a:lnTo>
                    <a:pt x="0" y="0"/>
                  </a:lnTo>
                  <a:lnTo>
                    <a:pt x="0" y="2540"/>
                  </a:lnTo>
                  <a:lnTo>
                    <a:pt x="1270" y="2540"/>
                  </a:lnTo>
                  <a:lnTo>
                    <a:pt x="1270" y="3810"/>
                  </a:lnTo>
                  <a:lnTo>
                    <a:pt x="1270" y="5080"/>
                  </a:lnTo>
                  <a:lnTo>
                    <a:pt x="1270" y="6350"/>
                  </a:lnTo>
                  <a:lnTo>
                    <a:pt x="1270" y="7620"/>
                  </a:lnTo>
                  <a:lnTo>
                    <a:pt x="97790" y="7620"/>
                  </a:lnTo>
                  <a:lnTo>
                    <a:pt x="97790" y="6350"/>
                  </a:lnTo>
                  <a:close/>
                </a:path>
                <a:path w="204470" h="7619">
                  <a:moveTo>
                    <a:pt x="204470" y="0"/>
                  </a:moveTo>
                  <a:lnTo>
                    <a:pt x="111760" y="0"/>
                  </a:lnTo>
                  <a:lnTo>
                    <a:pt x="111760" y="1270"/>
                  </a:lnTo>
                  <a:lnTo>
                    <a:pt x="110490" y="1270"/>
                  </a:lnTo>
                  <a:lnTo>
                    <a:pt x="110490" y="2540"/>
                  </a:lnTo>
                  <a:lnTo>
                    <a:pt x="109220" y="2540"/>
                  </a:lnTo>
                  <a:lnTo>
                    <a:pt x="109220" y="5080"/>
                  </a:lnTo>
                  <a:lnTo>
                    <a:pt x="106680" y="5080"/>
                  </a:lnTo>
                  <a:lnTo>
                    <a:pt x="106680" y="6350"/>
                  </a:lnTo>
                  <a:lnTo>
                    <a:pt x="104140" y="6350"/>
                  </a:lnTo>
                  <a:lnTo>
                    <a:pt x="104140" y="7620"/>
                  </a:lnTo>
                  <a:lnTo>
                    <a:pt x="203187" y="7620"/>
                  </a:lnTo>
                  <a:lnTo>
                    <a:pt x="203187" y="6350"/>
                  </a:lnTo>
                  <a:lnTo>
                    <a:pt x="203200" y="5080"/>
                  </a:lnTo>
                  <a:lnTo>
                    <a:pt x="204470" y="5080"/>
                  </a:lnTo>
                  <a:lnTo>
                    <a:pt x="204470" y="2540"/>
                  </a:lnTo>
                  <a:lnTo>
                    <a:pt x="204470" y="1270"/>
                  </a:lnTo>
                  <a:lnTo>
                    <a:pt x="204470" y="0"/>
                  </a:lnTo>
                  <a:close/>
                </a:path>
              </a:pathLst>
            </a:custGeom>
            <a:solidFill>
              <a:srgbClr val="000E8F"/>
            </a:solidFill>
          </p:spPr>
          <p:txBody>
            <a:bodyPr wrap="square" lIns="0" tIns="0" rIns="0" bIns="0" rtlCol="0"/>
            <a:lstStyle/>
            <a:p/>
          </p:txBody>
        </p:sp>
        <p:sp>
          <p:nvSpPr>
            <p:cNvPr id="2615" name="object 2615"/>
            <p:cNvSpPr/>
            <p:nvPr/>
          </p:nvSpPr>
          <p:spPr>
            <a:xfrm>
              <a:off x="7719060" y="1517649"/>
              <a:ext cx="201930" cy="6350"/>
            </a:xfrm>
            <a:custGeom>
              <a:avLst/>
              <a:gdLst/>
              <a:ahLst/>
              <a:cxnLst/>
              <a:rect l="l" t="t" r="r" b="b"/>
              <a:pathLst>
                <a:path w="201929" h="6350">
                  <a:moveTo>
                    <a:pt x="200660" y="5092"/>
                  </a:moveTo>
                  <a:lnTo>
                    <a:pt x="1270" y="5092"/>
                  </a:lnTo>
                  <a:lnTo>
                    <a:pt x="1270" y="6350"/>
                  </a:lnTo>
                  <a:lnTo>
                    <a:pt x="200660" y="6350"/>
                  </a:lnTo>
                  <a:lnTo>
                    <a:pt x="200660" y="5092"/>
                  </a:lnTo>
                  <a:close/>
                </a:path>
                <a:path w="201929" h="6350">
                  <a:moveTo>
                    <a:pt x="201917" y="0"/>
                  </a:moveTo>
                  <a:lnTo>
                    <a:pt x="101600" y="0"/>
                  </a:lnTo>
                  <a:lnTo>
                    <a:pt x="101600" y="1270"/>
                  </a:lnTo>
                  <a:lnTo>
                    <a:pt x="97790" y="1270"/>
                  </a:lnTo>
                  <a:lnTo>
                    <a:pt x="97790" y="0"/>
                  </a:lnTo>
                  <a:lnTo>
                    <a:pt x="0" y="0"/>
                  </a:lnTo>
                  <a:lnTo>
                    <a:pt x="0" y="1270"/>
                  </a:lnTo>
                  <a:lnTo>
                    <a:pt x="0" y="3810"/>
                  </a:lnTo>
                  <a:lnTo>
                    <a:pt x="0" y="5080"/>
                  </a:lnTo>
                  <a:lnTo>
                    <a:pt x="200647" y="5080"/>
                  </a:lnTo>
                  <a:lnTo>
                    <a:pt x="200647" y="3810"/>
                  </a:lnTo>
                  <a:lnTo>
                    <a:pt x="201917" y="3810"/>
                  </a:lnTo>
                  <a:lnTo>
                    <a:pt x="201917" y="1270"/>
                  </a:lnTo>
                  <a:lnTo>
                    <a:pt x="201917" y="0"/>
                  </a:lnTo>
                  <a:close/>
                </a:path>
              </a:pathLst>
            </a:custGeom>
            <a:solidFill>
              <a:srgbClr val="000E91"/>
            </a:solidFill>
          </p:spPr>
          <p:txBody>
            <a:bodyPr wrap="square" lIns="0" tIns="0" rIns="0" bIns="0" rtlCol="0"/>
            <a:lstStyle/>
            <a:p/>
          </p:txBody>
        </p:sp>
        <p:sp>
          <p:nvSpPr>
            <p:cNvPr id="2616" name="object 2616"/>
            <p:cNvSpPr/>
            <p:nvPr/>
          </p:nvSpPr>
          <p:spPr>
            <a:xfrm>
              <a:off x="7720330" y="1523999"/>
              <a:ext cx="199390" cy="7620"/>
            </a:xfrm>
            <a:custGeom>
              <a:avLst/>
              <a:gdLst/>
              <a:ahLst/>
              <a:cxnLst/>
              <a:rect l="l" t="t" r="r" b="b"/>
              <a:pathLst>
                <a:path w="199390" h="7619">
                  <a:moveTo>
                    <a:pt x="199390" y="0"/>
                  </a:moveTo>
                  <a:lnTo>
                    <a:pt x="0" y="0"/>
                  </a:lnTo>
                  <a:lnTo>
                    <a:pt x="0" y="3810"/>
                  </a:lnTo>
                  <a:lnTo>
                    <a:pt x="0" y="6350"/>
                  </a:lnTo>
                  <a:lnTo>
                    <a:pt x="1270" y="6350"/>
                  </a:lnTo>
                  <a:lnTo>
                    <a:pt x="1270" y="7620"/>
                  </a:lnTo>
                  <a:lnTo>
                    <a:pt x="198120" y="7620"/>
                  </a:lnTo>
                  <a:lnTo>
                    <a:pt x="198120" y="6350"/>
                  </a:lnTo>
                  <a:lnTo>
                    <a:pt x="198120" y="3810"/>
                  </a:lnTo>
                  <a:lnTo>
                    <a:pt x="199390" y="3810"/>
                  </a:lnTo>
                  <a:lnTo>
                    <a:pt x="199390" y="0"/>
                  </a:lnTo>
                  <a:close/>
                </a:path>
              </a:pathLst>
            </a:custGeom>
            <a:solidFill>
              <a:srgbClr val="000D93"/>
            </a:solidFill>
          </p:spPr>
          <p:txBody>
            <a:bodyPr wrap="square" lIns="0" tIns="0" rIns="0" bIns="0" rtlCol="0"/>
            <a:lstStyle/>
            <a:p/>
          </p:txBody>
        </p:sp>
        <p:sp>
          <p:nvSpPr>
            <p:cNvPr id="2617" name="object 2617"/>
            <p:cNvSpPr/>
            <p:nvPr/>
          </p:nvSpPr>
          <p:spPr>
            <a:xfrm>
              <a:off x="7721600" y="1531619"/>
              <a:ext cx="196850" cy="7620"/>
            </a:xfrm>
            <a:custGeom>
              <a:avLst/>
              <a:gdLst/>
              <a:ahLst/>
              <a:cxnLst/>
              <a:rect l="l" t="t" r="r" b="b"/>
              <a:pathLst>
                <a:path w="196850" h="7619">
                  <a:moveTo>
                    <a:pt x="196850" y="0"/>
                  </a:moveTo>
                  <a:lnTo>
                    <a:pt x="0" y="0"/>
                  </a:lnTo>
                  <a:lnTo>
                    <a:pt x="0" y="3810"/>
                  </a:lnTo>
                  <a:lnTo>
                    <a:pt x="0" y="5080"/>
                  </a:lnTo>
                  <a:lnTo>
                    <a:pt x="1270" y="5080"/>
                  </a:lnTo>
                  <a:lnTo>
                    <a:pt x="1270" y="7620"/>
                  </a:lnTo>
                  <a:lnTo>
                    <a:pt x="195580" y="7620"/>
                  </a:lnTo>
                  <a:lnTo>
                    <a:pt x="195580" y="5080"/>
                  </a:lnTo>
                  <a:lnTo>
                    <a:pt x="195580" y="3810"/>
                  </a:lnTo>
                  <a:lnTo>
                    <a:pt x="196850" y="3810"/>
                  </a:lnTo>
                  <a:lnTo>
                    <a:pt x="196850" y="0"/>
                  </a:lnTo>
                  <a:close/>
                </a:path>
              </a:pathLst>
            </a:custGeom>
            <a:solidFill>
              <a:srgbClr val="000D96"/>
            </a:solidFill>
          </p:spPr>
          <p:txBody>
            <a:bodyPr wrap="square" lIns="0" tIns="0" rIns="0" bIns="0" rtlCol="0"/>
            <a:lstStyle/>
            <a:p/>
          </p:txBody>
        </p:sp>
        <p:sp>
          <p:nvSpPr>
            <p:cNvPr id="2618" name="object 2618"/>
            <p:cNvSpPr/>
            <p:nvPr/>
          </p:nvSpPr>
          <p:spPr>
            <a:xfrm>
              <a:off x="7722870" y="1539239"/>
              <a:ext cx="194310" cy="6350"/>
            </a:xfrm>
            <a:custGeom>
              <a:avLst/>
              <a:gdLst/>
              <a:ahLst/>
              <a:cxnLst/>
              <a:rect l="l" t="t" r="r" b="b"/>
              <a:pathLst>
                <a:path w="194309" h="6350">
                  <a:moveTo>
                    <a:pt x="194310" y="0"/>
                  </a:moveTo>
                  <a:lnTo>
                    <a:pt x="0" y="0"/>
                  </a:lnTo>
                  <a:lnTo>
                    <a:pt x="0" y="2540"/>
                  </a:lnTo>
                  <a:lnTo>
                    <a:pt x="0" y="3810"/>
                  </a:lnTo>
                  <a:lnTo>
                    <a:pt x="1270" y="3810"/>
                  </a:lnTo>
                  <a:lnTo>
                    <a:pt x="1270" y="6350"/>
                  </a:lnTo>
                  <a:lnTo>
                    <a:pt x="193040" y="6350"/>
                  </a:lnTo>
                  <a:lnTo>
                    <a:pt x="193040" y="3810"/>
                  </a:lnTo>
                  <a:lnTo>
                    <a:pt x="193040" y="2540"/>
                  </a:lnTo>
                  <a:lnTo>
                    <a:pt x="194310" y="2540"/>
                  </a:lnTo>
                  <a:lnTo>
                    <a:pt x="194310" y="0"/>
                  </a:lnTo>
                  <a:close/>
                </a:path>
              </a:pathLst>
            </a:custGeom>
            <a:solidFill>
              <a:srgbClr val="000C98"/>
            </a:solidFill>
          </p:spPr>
          <p:txBody>
            <a:bodyPr wrap="square" lIns="0" tIns="0" rIns="0" bIns="0" rtlCol="0"/>
            <a:lstStyle/>
            <a:p/>
          </p:txBody>
        </p:sp>
        <p:sp>
          <p:nvSpPr>
            <p:cNvPr id="2619" name="object 2619"/>
            <p:cNvSpPr/>
            <p:nvPr/>
          </p:nvSpPr>
          <p:spPr>
            <a:xfrm>
              <a:off x="7724140" y="1545589"/>
              <a:ext cx="191770" cy="7620"/>
            </a:xfrm>
            <a:custGeom>
              <a:avLst/>
              <a:gdLst/>
              <a:ahLst/>
              <a:cxnLst/>
              <a:rect l="l" t="t" r="r" b="b"/>
              <a:pathLst>
                <a:path w="191770" h="7619">
                  <a:moveTo>
                    <a:pt x="191770" y="0"/>
                  </a:moveTo>
                  <a:lnTo>
                    <a:pt x="0" y="0"/>
                  </a:lnTo>
                  <a:lnTo>
                    <a:pt x="0" y="1270"/>
                  </a:lnTo>
                  <a:lnTo>
                    <a:pt x="0" y="3810"/>
                  </a:lnTo>
                  <a:lnTo>
                    <a:pt x="1270" y="3810"/>
                  </a:lnTo>
                  <a:lnTo>
                    <a:pt x="1270" y="6350"/>
                  </a:lnTo>
                  <a:lnTo>
                    <a:pt x="1270" y="7620"/>
                  </a:lnTo>
                  <a:lnTo>
                    <a:pt x="189217" y="7620"/>
                  </a:lnTo>
                  <a:lnTo>
                    <a:pt x="189217" y="6350"/>
                  </a:lnTo>
                  <a:lnTo>
                    <a:pt x="190487" y="6350"/>
                  </a:lnTo>
                  <a:lnTo>
                    <a:pt x="190487" y="3810"/>
                  </a:lnTo>
                  <a:lnTo>
                    <a:pt x="190500" y="1270"/>
                  </a:lnTo>
                  <a:lnTo>
                    <a:pt x="191770" y="1270"/>
                  </a:lnTo>
                  <a:lnTo>
                    <a:pt x="191770" y="0"/>
                  </a:lnTo>
                  <a:close/>
                </a:path>
              </a:pathLst>
            </a:custGeom>
            <a:solidFill>
              <a:srgbClr val="000C9A"/>
            </a:solidFill>
          </p:spPr>
          <p:txBody>
            <a:bodyPr wrap="square" lIns="0" tIns="0" rIns="0" bIns="0" rtlCol="0"/>
            <a:lstStyle/>
            <a:p/>
          </p:txBody>
        </p:sp>
        <p:sp>
          <p:nvSpPr>
            <p:cNvPr id="2620" name="object 2620"/>
            <p:cNvSpPr/>
            <p:nvPr/>
          </p:nvSpPr>
          <p:spPr>
            <a:xfrm>
              <a:off x="7725410" y="1553209"/>
              <a:ext cx="187960" cy="7620"/>
            </a:xfrm>
            <a:custGeom>
              <a:avLst/>
              <a:gdLst/>
              <a:ahLst/>
              <a:cxnLst/>
              <a:rect l="l" t="t" r="r" b="b"/>
              <a:pathLst>
                <a:path w="187959" h="7619">
                  <a:moveTo>
                    <a:pt x="187947" y="0"/>
                  </a:moveTo>
                  <a:lnTo>
                    <a:pt x="0" y="0"/>
                  </a:lnTo>
                  <a:lnTo>
                    <a:pt x="0" y="2540"/>
                  </a:lnTo>
                  <a:lnTo>
                    <a:pt x="1270" y="2540"/>
                  </a:lnTo>
                  <a:lnTo>
                    <a:pt x="1270" y="7620"/>
                  </a:lnTo>
                  <a:lnTo>
                    <a:pt x="186690" y="7620"/>
                  </a:lnTo>
                  <a:lnTo>
                    <a:pt x="186690" y="2540"/>
                  </a:lnTo>
                  <a:lnTo>
                    <a:pt x="187947" y="2540"/>
                  </a:lnTo>
                  <a:lnTo>
                    <a:pt x="187947" y="0"/>
                  </a:lnTo>
                  <a:close/>
                </a:path>
              </a:pathLst>
            </a:custGeom>
            <a:solidFill>
              <a:srgbClr val="000B9D"/>
            </a:solidFill>
          </p:spPr>
          <p:txBody>
            <a:bodyPr wrap="square" lIns="0" tIns="0" rIns="0" bIns="0" rtlCol="0"/>
            <a:lstStyle/>
            <a:p/>
          </p:txBody>
        </p:sp>
        <p:sp>
          <p:nvSpPr>
            <p:cNvPr id="2621" name="object 2621"/>
            <p:cNvSpPr/>
            <p:nvPr/>
          </p:nvSpPr>
          <p:spPr>
            <a:xfrm>
              <a:off x="7727950" y="1560829"/>
              <a:ext cx="182880" cy="6350"/>
            </a:xfrm>
            <a:custGeom>
              <a:avLst/>
              <a:gdLst/>
              <a:ahLst/>
              <a:cxnLst/>
              <a:rect l="l" t="t" r="r" b="b"/>
              <a:pathLst>
                <a:path w="182879" h="6350">
                  <a:moveTo>
                    <a:pt x="182880" y="0"/>
                  </a:moveTo>
                  <a:lnTo>
                    <a:pt x="0" y="0"/>
                  </a:lnTo>
                  <a:lnTo>
                    <a:pt x="0" y="5080"/>
                  </a:lnTo>
                  <a:lnTo>
                    <a:pt x="0" y="6350"/>
                  </a:lnTo>
                  <a:lnTo>
                    <a:pt x="181610" y="6350"/>
                  </a:lnTo>
                  <a:lnTo>
                    <a:pt x="181610" y="5080"/>
                  </a:lnTo>
                  <a:lnTo>
                    <a:pt x="182880" y="5080"/>
                  </a:lnTo>
                  <a:lnTo>
                    <a:pt x="182880" y="0"/>
                  </a:lnTo>
                  <a:close/>
                </a:path>
              </a:pathLst>
            </a:custGeom>
            <a:solidFill>
              <a:srgbClr val="000A9F"/>
            </a:solidFill>
          </p:spPr>
          <p:txBody>
            <a:bodyPr wrap="square" lIns="0" tIns="0" rIns="0" bIns="0" rtlCol="0"/>
            <a:lstStyle/>
            <a:p/>
          </p:txBody>
        </p:sp>
        <p:sp>
          <p:nvSpPr>
            <p:cNvPr id="2622" name="object 2622"/>
            <p:cNvSpPr/>
            <p:nvPr/>
          </p:nvSpPr>
          <p:spPr>
            <a:xfrm>
              <a:off x="7729220" y="1567179"/>
              <a:ext cx="180340" cy="7620"/>
            </a:xfrm>
            <a:custGeom>
              <a:avLst/>
              <a:gdLst/>
              <a:ahLst/>
              <a:cxnLst/>
              <a:rect l="l" t="t" r="r" b="b"/>
              <a:pathLst>
                <a:path w="180340" h="7619">
                  <a:moveTo>
                    <a:pt x="180340" y="0"/>
                  </a:moveTo>
                  <a:lnTo>
                    <a:pt x="0" y="0"/>
                  </a:lnTo>
                  <a:lnTo>
                    <a:pt x="0" y="3810"/>
                  </a:lnTo>
                  <a:lnTo>
                    <a:pt x="0" y="5080"/>
                  </a:lnTo>
                  <a:lnTo>
                    <a:pt x="1270" y="5080"/>
                  </a:lnTo>
                  <a:lnTo>
                    <a:pt x="1270" y="7620"/>
                  </a:lnTo>
                  <a:lnTo>
                    <a:pt x="179070" y="7620"/>
                  </a:lnTo>
                  <a:lnTo>
                    <a:pt x="179070" y="5080"/>
                  </a:lnTo>
                  <a:lnTo>
                    <a:pt x="179070" y="3810"/>
                  </a:lnTo>
                  <a:lnTo>
                    <a:pt x="180340" y="3810"/>
                  </a:lnTo>
                  <a:lnTo>
                    <a:pt x="180340" y="0"/>
                  </a:lnTo>
                  <a:close/>
                </a:path>
              </a:pathLst>
            </a:custGeom>
            <a:solidFill>
              <a:srgbClr val="000AA1"/>
            </a:solidFill>
          </p:spPr>
          <p:txBody>
            <a:bodyPr wrap="square" lIns="0" tIns="0" rIns="0" bIns="0" rtlCol="0"/>
            <a:lstStyle/>
            <a:p/>
          </p:txBody>
        </p:sp>
        <p:sp>
          <p:nvSpPr>
            <p:cNvPr id="2623" name="object 2623"/>
            <p:cNvSpPr/>
            <p:nvPr/>
          </p:nvSpPr>
          <p:spPr>
            <a:xfrm>
              <a:off x="7730490" y="1574799"/>
              <a:ext cx="177800" cy="7620"/>
            </a:xfrm>
            <a:custGeom>
              <a:avLst/>
              <a:gdLst/>
              <a:ahLst/>
              <a:cxnLst/>
              <a:rect l="l" t="t" r="r" b="b"/>
              <a:pathLst>
                <a:path w="177800" h="7619">
                  <a:moveTo>
                    <a:pt x="177800" y="0"/>
                  </a:moveTo>
                  <a:lnTo>
                    <a:pt x="0" y="0"/>
                  </a:lnTo>
                  <a:lnTo>
                    <a:pt x="0" y="1270"/>
                  </a:lnTo>
                  <a:lnTo>
                    <a:pt x="0" y="2540"/>
                  </a:lnTo>
                  <a:lnTo>
                    <a:pt x="1270" y="2540"/>
                  </a:lnTo>
                  <a:lnTo>
                    <a:pt x="1270" y="6350"/>
                  </a:lnTo>
                  <a:lnTo>
                    <a:pt x="1270" y="7620"/>
                  </a:lnTo>
                  <a:lnTo>
                    <a:pt x="175260" y="7620"/>
                  </a:lnTo>
                  <a:lnTo>
                    <a:pt x="175260" y="6350"/>
                  </a:lnTo>
                  <a:lnTo>
                    <a:pt x="176517" y="6350"/>
                  </a:lnTo>
                  <a:lnTo>
                    <a:pt x="176517" y="2540"/>
                  </a:lnTo>
                  <a:lnTo>
                    <a:pt x="176530" y="1270"/>
                  </a:lnTo>
                  <a:lnTo>
                    <a:pt x="177800" y="1270"/>
                  </a:lnTo>
                  <a:lnTo>
                    <a:pt x="177800" y="0"/>
                  </a:lnTo>
                  <a:close/>
                </a:path>
              </a:pathLst>
            </a:custGeom>
            <a:solidFill>
              <a:srgbClr val="0009A4"/>
            </a:solidFill>
          </p:spPr>
          <p:txBody>
            <a:bodyPr wrap="square" lIns="0" tIns="0" rIns="0" bIns="0" rtlCol="0"/>
            <a:lstStyle/>
            <a:p/>
          </p:txBody>
        </p:sp>
        <p:sp>
          <p:nvSpPr>
            <p:cNvPr id="2624" name="object 2624"/>
            <p:cNvSpPr/>
            <p:nvPr/>
          </p:nvSpPr>
          <p:spPr>
            <a:xfrm>
              <a:off x="773176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1270"/>
                  </a:lnTo>
                  <a:lnTo>
                    <a:pt x="1270" y="1270"/>
                  </a:lnTo>
                  <a:lnTo>
                    <a:pt x="1270" y="3810"/>
                  </a:lnTo>
                  <a:lnTo>
                    <a:pt x="173990" y="3810"/>
                  </a:lnTo>
                  <a:lnTo>
                    <a:pt x="173990" y="1270"/>
                  </a:lnTo>
                  <a:lnTo>
                    <a:pt x="173990" y="0"/>
                  </a:lnTo>
                  <a:close/>
                </a:path>
              </a:pathLst>
            </a:custGeom>
            <a:solidFill>
              <a:srgbClr val="0009A6"/>
            </a:solidFill>
          </p:spPr>
          <p:txBody>
            <a:bodyPr wrap="square" lIns="0" tIns="0" rIns="0" bIns="0" rtlCol="0"/>
            <a:lstStyle/>
            <a:p/>
          </p:txBody>
        </p:sp>
        <p:sp>
          <p:nvSpPr>
            <p:cNvPr id="2625" name="object 2625"/>
            <p:cNvSpPr/>
            <p:nvPr/>
          </p:nvSpPr>
          <p:spPr>
            <a:xfrm>
              <a:off x="7734300" y="1588769"/>
              <a:ext cx="170180" cy="7620"/>
            </a:xfrm>
            <a:custGeom>
              <a:avLst/>
              <a:gdLst/>
              <a:ahLst/>
              <a:cxnLst/>
              <a:rect l="l" t="t" r="r" b="b"/>
              <a:pathLst>
                <a:path w="170179" h="7619">
                  <a:moveTo>
                    <a:pt x="170180" y="0"/>
                  </a:moveTo>
                  <a:lnTo>
                    <a:pt x="0" y="0"/>
                  </a:lnTo>
                  <a:lnTo>
                    <a:pt x="0" y="2540"/>
                  </a:lnTo>
                  <a:lnTo>
                    <a:pt x="0" y="5080"/>
                  </a:lnTo>
                  <a:lnTo>
                    <a:pt x="1270" y="5080"/>
                  </a:lnTo>
                  <a:lnTo>
                    <a:pt x="1270" y="7620"/>
                  </a:lnTo>
                  <a:lnTo>
                    <a:pt x="168910" y="7620"/>
                  </a:lnTo>
                  <a:lnTo>
                    <a:pt x="168910" y="5080"/>
                  </a:lnTo>
                  <a:lnTo>
                    <a:pt x="168910" y="2540"/>
                  </a:lnTo>
                  <a:lnTo>
                    <a:pt x="170180" y="2540"/>
                  </a:lnTo>
                  <a:lnTo>
                    <a:pt x="170180" y="0"/>
                  </a:lnTo>
                  <a:close/>
                </a:path>
              </a:pathLst>
            </a:custGeom>
            <a:solidFill>
              <a:srgbClr val="0008A8"/>
            </a:solidFill>
          </p:spPr>
          <p:txBody>
            <a:bodyPr wrap="square" lIns="0" tIns="0" rIns="0" bIns="0" rtlCol="0"/>
            <a:lstStyle/>
            <a:p/>
          </p:txBody>
        </p:sp>
        <p:sp>
          <p:nvSpPr>
            <p:cNvPr id="2626" name="object 2626"/>
            <p:cNvSpPr/>
            <p:nvPr/>
          </p:nvSpPr>
          <p:spPr>
            <a:xfrm>
              <a:off x="773557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0008AA"/>
            </a:solidFill>
          </p:spPr>
          <p:txBody>
            <a:bodyPr wrap="square" lIns="0" tIns="0" rIns="0" bIns="0" rtlCol="0"/>
            <a:lstStyle/>
            <a:p/>
          </p:txBody>
        </p:sp>
        <p:sp>
          <p:nvSpPr>
            <p:cNvPr id="2627" name="object 2627"/>
            <p:cNvSpPr/>
            <p:nvPr/>
          </p:nvSpPr>
          <p:spPr>
            <a:xfrm>
              <a:off x="7738110" y="1604009"/>
              <a:ext cx="162560" cy="6350"/>
            </a:xfrm>
            <a:custGeom>
              <a:avLst/>
              <a:gdLst/>
              <a:ahLst/>
              <a:cxnLst/>
              <a:rect l="l" t="t" r="r" b="b"/>
              <a:pathLst>
                <a:path w="162559" h="6350">
                  <a:moveTo>
                    <a:pt x="162547"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47" y="1270"/>
                  </a:lnTo>
                  <a:lnTo>
                    <a:pt x="162547" y="0"/>
                  </a:lnTo>
                  <a:close/>
                </a:path>
              </a:pathLst>
            </a:custGeom>
            <a:solidFill>
              <a:srgbClr val="0007AD"/>
            </a:solidFill>
          </p:spPr>
          <p:txBody>
            <a:bodyPr wrap="square" lIns="0" tIns="0" rIns="0" bIns="0" rtlCol="0"/>
            <a:lstStyle/>
            <a:p/>
          </p:txBody>
        </p:sp>
        <p:sp>
          <p:nvSpPr>
            <p:cNvPr id="2628" name="object 2628"/>
            <p:cNvSpPr/>
            <p:nvPr/>
          </p:nvSpPr>
          <p:spPr>
            <a:xfrm>
              <a:off x="7739380" y="1610359"/>
              <a:ext cx="158750" cy="7620"/>
            </a:xfrm>
            <a:custGeom>
              <a:avLst/>
              <a:gdLst/>
              <a:ahLst/>
              <a:cxnLst/>
              <a:rect l="l" t="t" r="r" b="b"/>
              <a:pathLst>
                <a:path w="158750" h="7619">
                  <a:moveTo>
                    <a:pt x="158750" y="0"/>
                  </a:moveTo>
                  <a:lnTo>
                    <a:pt x="0" y="0"/>
                  </a:lnTo>
                  <a:lnTo>
                    <a:pt x="0" y="1270"/>
                  </a:lnTo>
                  <a:lnTo>
                    <a:pt x="1270" y="1270"/>
                  </a:lnTo>
                  <a:lnTo>
                    <a:pt x="1270" y="2540"/>
                  </a:lnTo>
                  <a:lnTo>
                    <a:pt x="1270" y="5080"/>
                  </a:lnTo>
                  <a:lnTo>
                    <a:pt x="2540" y="5080"/>
                  </a:lnTo>
                  <a:lnTo>
                    <a:pt x="2540" y="7620"/>
                  </a:lnTo>
                  <a:lnTo>
                    <a:pt x="157480" y="7620"/>
                  </a:lnTo>
                  <a:lnTo>
                    <a:pt x="157480" y="5080"/>
                  </a:lnTo>
                  <a:lnTo>
                    <a:pt x="157480" y="2540"/>
                  </a:lnTo>
                  <a:lnTo>
                    <a:pt x="158750" y="2540"/>
                  </a:lnTo>
                  <a:lnTo>
                    <a:pt x="158750" y="1270"/>
                  </a:lnTo>
                  <a:lnTo>
                    <a:pt x="158750" y="0"/>
                  </a:lnTo>
                  <a:close/>
                </a:path>
              </a:pathLst>
            </a:custGeom>
            <a:solidFill>
              <a:srgbClr val="0006AF"/>
            </a:solidFill>
          </p:spPr>
          <p:txBody>
            <a:bodyPr wrap="square" lIns="0" tIns="0" rIns="0" bIns="0" rtlCol="0"/>
            <a:lstStyle/>
            <a:p/>
          </p:txBody>
        </p:sp>
        <p:sp>
          <p:nvSpPr>
            <p:cNvPr id="2629" name="object 2629"/>
            <p:cNvSpPr/>
            <p:nvPr/>
          </p:nvSpPr>
          <p:spPr>
            <a:xfrm>
              <a:off x="7743190" y="1617979"/>
              <a:ext cx="152400" cy="7620"/>
            </a:xfrm>
            <a:custGeom>
              <a:avLst/>
              <a:gdLst/>
              <a:ahLst/>
              <a:cxnLst/>
              <a:rect l="l" t="t" r="r" b="b"/>
              <a:pathLst>
                <a:path w="152400" h="7619">
                  <a:moveTo>
                    <a:pt x="152400" y="0"/>
                  </a:moveTo>
                  <a:lnTo>
                    <a:pt x="0" y="0"/>
                  </a:lnTo>
                  <a:lnTo>
                    <a:pt x="0" y="3810"/>
                  </a:lnTo>
                  <a:lnTo>
                    <a:pt x="1270" y="3810"/>
                  </a:lnTo>
                  <a:lnTo>
                    <a:pt x="1270" y="7620"/>
                  </a:lnTo>
                  <a:lnTo>
                    <a:pt x="151117" y="7620"/>
                  </a:lnTo>
                  <a:lnTo>
                    <a:pt x="151117" y="3810"/>
                  </a:lnTo>
                  <a:lnTo>
                    <a:pt x="152400" y="3810"/>
                  </a:lnTo>
                  <a:lnTo>
                    <a:pt x="152400" y="0"/>
                  </a:lnTo>
                  <a:close/>
                </a:path>
              </a:pathLst>
            </a:custGeom>
            <a:solidFill>
              <a:srgbClr val="0006B1"/>
            </a:solidFill>
          </p:spPr>
          <p:txBody>
            <a:bodyPr wrap="square" lIns="0" tIns="0" rIns="0" bIns="0" rtlCol="0"/>
            <a:lstStyle/>
            <a:p/>
          </p:txBody>
        </p:sp>
        <p:sp>
          <p:nvSpPr>
            <p:cNvPr id="2630" name="object 2630"/>
            <p:cNvSpPr/>
            <p:nvPr/>
          </p:nvSpPr>
          <p:spPr>
            <a:xfrm>
              <a:off x="7745730" y="1625599"/>
              <a:ext cx="147320" cy="6350"/>
            </a:xfrm>
            <a:custGeom>
              <a:avLst/>
              <a:gdLst/>
              <a:ahLst/>
              <a:cxnLst/>
              <a:rect l="l" t="t" r="r" b="b"/>
              <a:pathLst>
                <a:path w="147320" h="6350">
                  <a:moveTo>
                    <a:pt x="144780" y="5092"/>
                  </a:moveTo>
                  <a:lnTo>
                    <a:pt x="2540" y="5092"/>
                  </a:lnTo>
                  <a:lnTo>
                    <a:pt x="2540" y="6350"/>
                  </a:lnTo>
                  <a:lnTo>
                    <a:pt x="144780" y="6350"/>
                  </a:lnTo>
                  <a:lnTo>
                    <a:pt x="144780" y="5092"/>
                  </a:lnTo>
                  <a:close/>
                </a:path>
                <a:path w="147320" h="6350">
                  <a:moveTo>
                    <a:pt x="147320" y="0"/>
                  </a:moveTo>
                  <a:lnTo>
                    <a:pt x="0" y="0"/>
                  </a:lnTo>
                  <a:lnTo>
                    <a:pt x="0" y="2540"/>
                  </a:lnTo>
                  <a:lnTo>
                    <a:pt x="1270" y="2540"/>
                  </a:lnTo>
                  <a:lnTo>
                    <a:pt x="1270" y="5080"/>
                  </a:lnTo>
                  <a:lnTo>
                    <a:pt x="146050" y="5080"/>
                  </a:lnTo>
                  <a:lnTo>
                    <a:pt x="146050" y="2540"/>
                  </a:lnTo>
                  <a:lnTo>
                    <a:pt x="147320" y="2540"/>
                  </a:lnTo>
                  <a:lnTo>
                    <a:pt x="147320" y="0"/>
                  </a:lnTo>
                  <a:close/>
                </a:path>
              </a:pathLst>
            </a:custGeom>
            <a:solidFill>
              <a:srgbClr val="0005B4"/>
            </a:solidFill>
          </p:spPr>
          <p:txBody>
            <a:bodyPr wrap="square" lIns="0" tIns="0" rIns="0" bIns="0" rtlCol="0"/>
            <a:lstStyle/>
            <a:p/>
          </p:txBody>
        </p:sp>
        <p:sp>
          <p:nvSpPr>
            <p:cNvPr id="2631" name="object 2631"/>
            <p:cNvSpPr/>
            <p:nvPr/>
          </p:nvSpPr>
          <p:spPr>
            <a:xfrm>
              <a:off x="7748270" y="1631949"/>
              <a:ext cx="142240" cy="7620"/>
            </a:xfrm>
            <a:custGeom>
              <a:avLst/>
              <a:gdLst/>
              <a:ahLst/>
              <a:cxnLst/>
              <a:rect l="l" t="t" r="r" b="b"/>
              <a:pathLst>
                <a:path w="142240" h="7619">
                  <a:moveTo>
                    <a:pt x="139687" y="5092"/>
                  </a:moveTo>
                  <a:lnTo>
                    <a:pt x="2540" y="5092"/>
                  </a:lnTo>
                  <a:lnTo>
                    <a:pt x="2540" y="7620"/>
                  </a:lnTo>
                  <a:lnTo>
                    <a:pt x="139687" y="7620"/>
                  </a:lnTo>
                  <a:lnTo>
                    <a:pt x="139687" y="5092"/>
                  </a:lnTo>
                  <a:close/>
                </a:path>
                <a:path w="142240" h="7619">
                  <a:moveTo>
                    <a:pt x="142240" y="0"/>
                  </a:moveTo>
                  <a:lnTo>
                    <a:pt x="0" y="0"/>
                  </a:lnTo>
                  <a:lnTo>
                    <a:pt x="0" y="1270"/>
                  </a:lnTo>
                  <a:lnTo>
                    <a:pt x="1270" y="1270"/>
                  </a:lnTo>
                  <a:lnTo>
                    <a:pt x="1270" y="3810"/>
                  </a:lnTo>
                  <a:lnTo>
                    <a:pt x="1270" y="5080"/>
                  </a:lnTo>
                  <a:lnTo>
                    <a:pt x="139700" y="5080"/>
                  </a:lnTo>
                  <a:lnTo>
                    <a:pt x="139700" y="3810"/>
                  </a:lnTo>
                  <a:lnTo>
                    <a:pt x="140970" y="3810"/>
                  </a:lnTo>
                  <a:lnTo>
                    <a:pt x="140970" y="1270"/>
                  </a:lnTo>
                  <a:lnTo>
                    <a:pt x="142240" y="1270"/>
                  </a:lnTo>
                  <a:lnTo>
                    <a:pt x="142240" y="0"/>
                  </a:lnTo>
                  <a:close/>
                </a:path>
              </a:pathLst>
            </a:custGeom>
            <a:solidFill>
              <a:srgbClr val="0005B6"/>
            </a:solidFill>
          </p:spPr>
          <p:txBody>
            <a:bodyPr wrap="square" lIns="0" tIns="0" rIns="0" bIns="0" rtlCol="0"/>
            <a:lstStyle/>
            <a:p/>
          </p:txBody>
        </p:sp>
        <p:sp>
          <p:nvSpPr>
            <p:cNvPr id="2632" name="object 2632"/>
            <p:cNvSpPr/>
            <p:nvPr/>
          </p:nvSpPr>
          <p:spPr>
            <a:xfrm>
              <a:off x="7752080" y="1639569"/>
              <a:ext cx="134620" cy="7620"/>
            </a:xfrm>
            <a:custGeom>
              <a:avLst/>
              <a:gdLst/>
              <a:ahLst/>
              <a:cxnLst/>
              <a:rect l="l" t="t" r="r" b="b"/>
              <a:pathLst>
                <a:path w="134620" h="7619">
                  <a:moveTo>
                    <a:pt x="134620" y="0"/>
                  </a:moveTo>
                  <a:lnTo>
                    <a:pt x="0" y="0"/>
                  </a:lnTo>
                  <a:lnTo>
                    <a:pt x="0" y="2540"/>
                  </a:lnTo>
                  <a:lnTo>
                    <a:pt x="1270" y="2540"/>
                  </a:lnTo>
                  <a:lnTo>
                    <a:pt x="1270" y="5080"/>
                  </a:lnTo>
                  <a:lnTo>
                    <a:pt x="2540" y="5080"/>
                  </a:lnTo>
                  <a:lnTo>
                    <a:pt x="2540" y="7620"/>
                  </a:lnTo>
                  <a:lnTo>
                    <a:pt x="132080" y="7620"/>
                  </a:lnTo>
                  <a:lnTo>
                    <a:pt x="132080" y="5080"/>
                  </a:lnTo>
                  <a:lnTo>
                    <a:pt x="133350" y="5080"/>
                  </a:lnTo>
                  <a:lnTo>
                    <a:pt x="133350" y="2540"/>
                  </a:lnTo>
                  <a:lnTo>
                    <a:pt x="134620" y="2540"/>
                  </a:lnTo>
                  <a:lnTo>
                    <a:pt x="134620" y="0"/>
                  </a:lnTo>
                  <a:close/>
                </a:path>
              </a:pathLst>
            </a:custGeom>
            <a:solidFill>
              <a:srgbClr val="0004B8"/>
            </a:solidFill>
          </p:spPr>
          <p:txBody>
            <a:bodyPr wrap="square" lIns="0" tIns="0" rIns="0" bIns="0" rtlCol="0"/>
            <a:lstStyle/>
            <a:p/>
          </p:txBody>
        </p:sp>
        <p:sp>
          <p:nvSpPr>
            <p:cNvPr id="2633" name="object 2633"/>
            <p:cNvSpPr/>
            <p:nvPr/>
          </p:nvSpPr>
          <p:spPr>
            <a:xfrm>
              <a:off x="7755890" y="1647189"/>
              <a:ext cx="127000" cy="6350"/>
            </a:xfrm>
            <a:custGeom>
              <a:avLst/>
              <a:gdLst/>
              <a:ahLst/>
              <a:cxnLst/>
              <a:rect l="l" t="t" r="r" b="b"/>
              <a:pathLst>
                <a:path w="127000" h="6350">
                  <a:moveTo>
                    <a:pt x="125717" y="2552"/>
                  </a:moveTo>
                  <a:lnTo>
                    <a:pt x="1270" y="2552"/>
                  </a:lnTo>
                  <a:lnTo>
                    <a:pt x="1270" y="5080"/>
                  </a:lnTo>
                  <a:lnTo>
                    <a:pt x="2540" y="5080"/>
                  </a:lnTo>
                  <a:lnTo>
                    <a:pt x="2540" y="6350"/>
                  </a:lnTo>
                  <a:lnTo>
                    <a:pt x="124460" y="6350"/>
                  </a:lnTo>
                  <a:lnTo>
                    <a:pt x="124460" y="5080"/>
                  </a:lnTo>
                  <a:lnTo>
                    <a:pt x="125717" y="5080"/>
                  </a:lnTo>
                  <a:lnTo>
                    <a:pt x="125717" y="2552"/>
                  </a:lnTo>
                  <a:close/>
                </a:path>
                <a:path w="127000" h="6350">
                  <a:moveTo>
                    <a:pt x="127000" y="0"/>
                  </a:moveTo>
                  <a:lnTo>
                    <a:pt x="0" y="0"/>
                  </a:lnTo>
                  <a:lnTo>
                    <a:pt x="0" y="2540"/>
                  </a:lnTo>
                  <a:lnTo>
                    <a:pt x="127000" y="2540"/>
                  </a:lnTo>
                  <a:lnTo>
                    <a:pt x="127000" y="0"/>
                  </a:lnTo>
                  <a:close/>
                </a:path>
              </a:pathLst>
            </a:custGeom>
            <a:solidFill>
              <a:srgbClr val="0004BA"/>
            </a:solidFill>
          </p:spPr>
          <p:txBody>
            <a:bodyPr wrap="square" lIns="0" tIns="0" rIns="0" bIns="0" rtlCol="0"/>
            <a:lstStyle/>
            <a:p/>
          </p:txBody>
        </p:sp>
        <p:sp>
          <p:nvSpPr>
            <p:cNvPr id="2634" name="object 2634"/>
            <p:cNvSpPr/>
            <p:nvPr/>
          </p:nvSpPr>
          <p:spPr>
            <a:xfrm>
              <a:off x="7758430" y="1653539"/>
              <a:ext cx="120650" cy="7620"/>
            </a:xfrm>
            <a:custGeom>
              <a:avLst/>
              <a:gdLst/>
              <a:ahLst/>
              <a:cxnLst/>
              <a:rect l="l" t="t" r="r" b="b"/>
              <a:pathLst>
                <a:path w="120650" h="7619">
                  <a:moveTo>
                    <a:pt x="119380" y="2552"/>
                  </a:moveTo>
                  <a:lnTo>
                    <a:pt x="2540" y="2552"/>
                  </a:lnTo>
                  <a:lnTo>
                    <a:pt x="2540" y="5080"/>
                  </a:lnTo>
                  <a:lnTo>
                    <a:pt x="3810" y="5080"/>
                  </a:lnTo>
                  <a:lnTo>
                    <a:pt x="3810" y="6350"/>
                  </a:lnTo>
                  <a:lnTo>
                    <a:pt x="5080" y="6350"/>
                  </a:lnTo>
                  <a:lnTo>
                    <a:pt x="5080" y="7620"/>
                  </a:lnTo>
                  <a:lnTo>
                    <a:pt x="116827" y="7620"/>
                  </a:lnTo>
                  <a:lnTo>
                    <a:pt x="116827" y="6350"/>
                  </a:lnTo>
                  <a:lnTo>
                    <a:pt x="118110" y="6350"/>
                  </a:lnTo>
                  <a:lnTo>
                    <a:pt x="118110" y="5080"/>
                  </a:lnTo>
                  <a:lnTo>
                    <a:pt x="119380" y="5080"/>
                  </a:lnTo>
                  <a:lnTo>
                    <a:pt x="119380" y="2552"/>
                  </a:lnTo>
                  <a:close/>
                </a:path>
                <a:path w="120650" h="7619">
                  <a:moveTo>
                    <a:pt x="120650" y="0"/>
                  </a:moveTo>
                  <a:lnTo>
                    <a:pt x="0" y="0"/>
                  </a:lnTo>
                  <a:lnTo>
                    <a:pt x="0" y="1270"/>
                  </a:lnTo>
                  <a:lnTo>
                    <a:pt x="1270" y="1270"/>
                  </a:lnTo>
                  <a:lnTo>
                    <a:pt x="1270" y="2540"/>
                  </a:lnTo>
                  <a:lnTo>
                    <a:pt x="120650" y="2540"/>
                  </a:lnTo>
                  <a:lnTo>
                    <a:pt x="120650" y="1270"/>
                  </a:lnTo>
                  <a:lnTo>
                    <a:pt x="120650" y="0"/>
                  </a:lnTo>
                  <a:close/>
                </a:path>
              </a:pathLst>
            </a:custGeom>
            <a:solidFill>
              <a:srgbClr val="0003BD"/>
            </a:solidFill>
          </p:spPr>
          <p:txBody>
            <a:bodyPr wrap="square" lIns="0" tIns="0" rIns="0" bIns="0" rtlCol="0"/>
            <a:lstStyle/>
            <a:p/>
          </p:txBody>
        </p:sp>
        <p:sp>
          <p:nvSpPr>
            <p:cNvPr id="2635" name="object 2635"/>
            <p:cNvSpPr/>
            <p:nvPr/>
          </p:nvSpPr>
          <p:spPr>
            <a:xfrm>
              <a:off x="7763510" y="1661159"/>
              <a:ext cx="110489" cy="7620"/>
            </a:xfrm>
            <a:custGeom>
              <a:avLst/>
              <a:gdLst/>
              <a:ahLst/>
              <a:cxnLst/>
              <a:rect l="l" t="t" r="r" b="b"/>
              <a:pathLst>
                <a:path w="110490"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5410" y="7620"/>
                  </a:lnTo>
                  <a:lnTo>
                    <a:pt x="105410" y="6350"/>
                  </a:lnTo>
                  <a:lnTo>
                    <a:pt x="106680" y="6350"/>
                  </a:lnTo>
                  <a:lnTo>
                    <a:pt x="106680" y="5080"/>
                  </a:lnTo>
                  <a:lnTo>
                    <a:pt x="107950" y="5080"/>
                  </a:lnTo>
                  <a:lnTo>
                    <a:pt x="107950" y="3810"/>
                  </a:lnTo>
                  <a:lnTo>
                    <a:pt x="109220" y="3810"/>
                  </a:lnTo>
                  <a:lnTo>
                    <a:pt x="109220" y="2540"/>
                  </a:lnTo>
                  <a:lnTo>
                    <a:pt x="109220" y="1270"/>
                  </a:lnTo>
                  <a:lnTo>
                    <a:pt x="110490" y="1270"/>
                  </a:lnTo>
                  <a:lnTo>
                    <a:pt x="110490" y="0"/>
                  </a:lnTo>
                  <a:close/>
                </a:path>
              </a:pathLst>
            </a:custGeom>
            <a:solidFill>
              <a:srgbClr val="0002BF"/>
            </a:solidFill>
          </p:spPr>
          <p:txBody>
            <a:bodyPr wrap="square" lIns="0" tIns="0" rIns="0" bIns="0" rtlCol="0"/>
            <a:lstStyle/>
            <a:p/>
          </p:txBody>
        </p:sp>
        <p:sp>
          <p:nvSpPr>
            <p:cNvPr id="2636" name="object 2636"/>
            <p:cNvSpPr/>
            <p:nvPr/>
          </p:nvSpPr>
          <p:spPr>
            <a:xfrm>
              <a:off x="776986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91440" y="6350"/>
                  </a:lnTo>
                  <a:lnTo>
                    <a:pt x="91440" y="5080"/>
                  </a:lnTo>
                  <a:lnTo>
                    <a:pt x="92710" y="5080"/>
                  </a:lnTo>
                  <a:lnTo>
                    <a:pt x="92710" y="3810"/>
                  </a:lnTo>
                  <a:lnTo>
                    <a:pt x="93980" y="3810"/>
                  </a:lnTo>
                  <a:lnTo>
                    <a:pt x="93980" y="2540"/>
                  </a:lnTo>
                  <a:lnTo>
                    <a:pt x="96520" y="2540"/>
                  </a:lnTo>
                  <a:lnTo>
                    <a:pt x="96520" y="1270"/>
                  </a:lnTo>
                  <a:lnTo>
                    <a:pt x="97790" y="1270"/>
                  </a:lnTo>
                  <a:lnTo>
                    <a:pt x="97790" y="0"/>
                  </a:lnTo>
                  <a:close/>
                </a:path>
              </a:pathLst>
            </a:custGeom>
            <a:solidFill>
              <a:srgbClr val="0002C1"/>
            </a:solidFill>
          </p:spPr>
          <p:txBody>
            <a:bodyPr wrap="square" lIns="0" tIns="0" rIns="0" bIns="0" rtlCol="0"/>
            <a:lstStyle/>
            <a:p/>
          </p:txBody>
        </p:sp>
        <p:sp>
          <p:nvSpPr>
            <p:cNvPr id="2637" name="object 2637"/>
            <p:cNvSpPr/>
            <p:nvPr/>
          </p:nvSpPr>
          <p:spPr>
            <a:xfrm>
              <a:off x="7776209" y="1675129"/>
              <a:ext cx="83820" cy="7620"/>
            </a:xfrm>
            <a:custGeom>
              <a:avLst/>
              <a:gdLst/>
              <a:ahLst/>
              <a:cxnLst/>
              <a:rect l="l" t="t" r="r" b="b"/>
              <a:pathLst>
                <a:path w="83820" h="7619">
                  <a:moveTo>
                    <a:pt x="74930" y="6350"/>
                  </a:moveTo>
                  <a:lnTo>
                    <a:pt x="11430" y="6350"/>
                  </a:lnTo>
                  <a:lnTo>
                    <a:pt x="11430" y="7620"/>
                  </a:lnTo>
                  <a:lnTo>
                    <a:pt x="74930" y="7620"/>
                  </a:lnTo>
                  <a:lnTo>
                    <a:pt x="74930" y="6350"/>
                  </a:lnTo>
                  <a:close/>
                </a:path>
                <a:path w="83820" h="7619">
                  <a:moveTo>
                    <a:pt x="77470" y="5080"/>
                  </a:moveTo>
                  <a:lnTo>
                    <a:pt x="8890" y="5080"/>
                  </a:lnTo>
                  <a:lnTo>
                    <a:pt x="8890" y="6350"/>
                  </a:lnTo>
                  <a:lnTo>
                    <a:pt x="77470" y="6350"/>
                  </a:lnTo>
                  <a:lnTo>
                    <a:pt x="77470" y="5080"/>
                  </a:lnTo>
                  <a:close/>
                </a:path>
                <a:path w="83820" h="7619">
                  <a:moveTo>
                    <a:pt x="78740" y="3810"/>
                  </a:moveTo>
                  <a:lnTo>
                    <a:pt x="7620" y="3810"/>
                  </a:lnTo>
                  <a:lnTo>
                    <a:pt x="7620" y="5080"/>
                  </a:lnTo>
                  <a:lnTo>
                    <a:pt x="78740" y="5080"/>
                  </a:lnTo>
                  <a:lnTo>
                    <a:pt x="78740" y="3810"/>
                  </a:lnTo>
                  <a:close/>
                </a:path>
                <a:path w="83820" h="7619">
                  <a:moveTo>
                    <a:pt x="80010" y="2540"/>
                  </a:moveTo>
                  <a:lnTo>
                    <a:pt x="5080" y="2540"/>
                  </a:lnTo>
                  <a:lnTo>
                    <a:pt x="5080" y="3810"/>
                  </a:lnTo>
                  <a:lnTo>
                    <a:pt x="80010" y="3810"/>
                  </a:lnTo>
                  <a:lnTo>
                    <a:pt x="80010"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0001C4"/>
            </a:solidFill>
          </p:spPr>
          <p:txBody>
            <a:bodyPr wrap="square" lIns="0" tIns="0" rIns="0" bIns="0" rtlCol="0"/>
            <a:lstStyle/>
            <a:p/>
          </p:txBody>
        </p:sp>
        <p:sp>
          <p:nvSpPr>
            <p:cNvPr id="2638" name="object 2638"/>
            <p:cNvSpPr/>
            <p:nvPr/>
          </p:nvSpPr>
          <p:spPr>
            <a:xfrm>
              <a:off x="7790179" y="1682749"/>
              <a:ext cx="57150" cy="7620"/>
            </a:xfrm>
            <a:custGeom>
              <a:avLst/>
              <a:gdLst/>
              <a:ahLst/>
              <a:cxnLst/>
              <a:rect l="l" t="t" r="r" b="b"/>
              <a:pathLst>
                <a:path w="57150" h="7619">
                  <a:moveTo>
                    <a:pt x="27940" y="6350"/>
                  </a:moveTo>
                  <a:lnTo>
                    <a:pt x="26670" y="6350"/>
                  </a:lnTo>
                  <a:lnTo>
                    <a:pt x="26670" y="7620"/>
                  </a:lnTo>
                  <a:lnTo>
                    <a:pt x="27940" y="7620"/>
                  </a:lnTo>
                  <a:lnTo>
                    <a:pt x="27940" y="6350"/>
                  </a:lnTo>
                  <a:close/>
                </a:path>
                <a:path w="57150" h="7619">
                  <a:moveTo>
                    <a:pt x="38100" y="5079"/>
                  </a:moveTo>
                  <a:lnTo>
                    <a:pt x="10160" y="5079"/>
                  </a:lnTo>
                  <a:lnTo>
                    <a:pt x="10160" y="6350"/>
                  </a:lnTo>
                  <a:lnTo>
                    <a:pt x="38100" y="6350"/>
                  </a:lnTo>
                  <a:lnTo>
                    <a:pt x="38100" y="5079"/>
                  </a:lnTo>
                  <a:close/>
                </a:path>
                <a:path w="57150" h="7619">
                  <a:moveTo>
                    <a:pt x="46990" y="3810"/>
                  </a:moveTo>
                  <a:lnTo>
                    <a:pt x="7620" y="3810"/>
                  </a:lnTo>
                  <a:lnTo>
                    <a:pt x="7620" y="5079"/>
                  </a:lnTo>
                  <a:lnTo>
                    <a:pt x="46990" y="5079"/>
                  </a:lnTo>
                  <a:lnTo>
                    <a:pt x="46990" y="3810"/>
                  </a:lnTo>
                  <a:close/>
                </a:path>
                <a:path w="57150" h="7619">
                  <a:moveTo>
                    <a:pt x="52070" y="2539"/>
                  </a:moveTo>
                  <a:lnTo>
                    <a:pt x="5079" y="2539"/>
                  </a:lnTo>
                  <a:lnTo>
                    <a:pt x="5079" y="3810"/>
                  </a:lnTo>
                  <a:lnTo>
                    <a:pt x="52070" y="3810"/>
                  </a:lnTo>
                  <a:lnTo>
                    <a:pt x="52070" y="2539"/>
                  </a:lnTo>
                  <a:close/>
                </a:path>
                <a:path w="57150" h="7619">
                  <a:moveTo>
                    <a:pt x="54610" y="1270"/>
                  </a:moveTo>
                  <a:lnTo>
                    <a:pt x="1270" y="1270"/>
                  </a:lnTo>
                  <a:lnTo>
                    <a:pt x="1270" y="2539"/>
                  </a:lnTo>
                  <a:lnTo>
                    <a:pt x="54610" y="2539"/>
                  </a:lnTo>
                  <a:lnTo>
                    <a:pt x="54610" y="1270"/>
                  </a:lnTo>
                  <a:close/>
                </a:path>
                <a:path w="57150" h="7619">
                  <a:moveTo>
                    <a:pt x="57150" y="0"/>
                  </a:moveTo>
                  <a:lnTo>
                    <a:pt x="0" y="0"/>
                  </a:lnTo>
                  <a:lnTo>
                    <a:pt x="0" y="1270"/>
                  </a:lnTo>
                  <a:lnTo>
                    <a:pt x="57150" y="1270"/>
                  </a:lnTo>
                  <a:lnTo>
                    <a:pt x="57150" y="0"/>
                  </a:lnTo>
                  <a:close/>
                </a:path>
              </a:pathLst>
            </a:custGeom>
            <a:solidFill>
              <a:srgbClr val="0001C6"/>
            </a:solidFill>
          </p:spPr>
          <p:txBody>
            <a:bodyPr wrap="square" lIns="0" tIns="0" rIns="0" bIns="0" rtlCol="0"/>
            <a:lstStyle/>
            <a:p/>
          </p:txBody>
        </p:sp>
      </p:grpSp>
      <p:grpSp>
        <p:nvGrpSpPr>
          <p:cNvPr id="2639" name="object 2639"/>
          <p:cNvGrpSpPr/>
          <p:nvPr/>
        </p:nvGrpSpPr>
        <p:grpSpPr>
          <a:xfrm>
            <a:off x="8012430" y="1056639"/>
            <a:ext cx="196850" cy="621030"/>
            <a:chOff x="8012430" y="1056639"/>
            <a:chExt cx="196850" cy="621030"/>
          </a:xfrm>
        </p:grpSpPr>
        <p:sp>
          <p:nvSpPr>
            <p:cNvPr id="2640" name="object 2640"/>
            <p:cNvSpPr/>
            <p:nvPr/>
          </p:nvSpPr>
          <p:spPr>
            <a:xfrm>
              <a:off x="8124190" y="1056639"/>
              <a:ext cx="36830" cy="6350"/>
            </a:xfrm>
            <a:custGeom>
              <a:avLst/>
              <a:gdLst/>
              <a:ahLst/>
              <a:cxnLst/>
              <a:rect l="l" t="t" r="r" b="b"/>
              <a:pathLst>
                <a:path w="36829" h="6350">
                  <a:moveTo>
                    <a:pt x="36829" y="5080"/>
                  </a:moveTo>
                  <a:lnTo>
                    <a:pt x="0" y="5080"/>
                  </a:lnTo>
                  <a:lnTo>
                    <a:pt x="0" y="6350"/>
                  </a:lnTo>
                  <a:lnTo>
                    <a:pt x="36829" y="6350"/>
                  </a:lnTo>
                  <a:lnTo>
                    <a:pt x="36829" y="5080"/>
                  </a:lnTo>
                  <a:close/>
                </a:path>
                <a:path w="36829" h="6350">
                  <a:moveTo>
                    <a:pt x="35559" y="3810"/>
                  </a:moveTo>
                  <a:lnTo>
                    <a:pt x="2539" y="3810"/>
                  </a:lnTo>
                  <a:lnTo>
                    <a:pt x="2539" y="5080"/>
                  </a:lnTo>
                  <a:lnTo>
                    <a:pt x="35559" y="5080"/>
                  </a:lnTo>
                  <a:lnTo>
                    <a:pt x="35559" y="3810"/>
                  </a:lnTo>
                  <a:close/>
                </a:path>
                <a:path w="36829" h="6350">
                  <a:moveTo>
                    <a:pt x="33019" y="2539"/>
                  </a:moveTo>
                  <a:lnTo>
                    <a:pt x="3809" y="2539"/>
                  </a:lnTo>
                  <a:lnTo>
                    <a:pt x="3809" y="3810"/>
                  </a:lnTo>
                  <a:lnTo>
                    <a:pt x="33019" y="3810"/>
                  </a:lnTo>
                  <a:lnTo>
                    <a:pt x="33019" y="2539"/>
                  </a:lnTo>
                  <a:close/>
                </a:path>
                <a:path w="36829" h="6350">
                  <a:moveTo>
                    <a:pt x="27939" y="1270"/>
                  </a:moveTo>
                  <a:lnTo>
                    <a:pt x="7619" y="1270"/>
                  </a:lnTo>
                  <a:lnTo>
                    <a:pt x="7619" y="2539"/>
                  </a:lnTo>
                  <a:lnTo>
                    <a:pt x="27939" y="2539"/>
                  </a:lnTo>
                  <a:lnTo>
                    <a:pt x="27939" y="1270"/>
                  </a:lnTo>
                  <a:close/>
                </a:path>
                <a:path w="36829" h="6350">
                  <a:moveTo>
                    <a:pt x="20320" y="0"/>
                  </a:moveTo>
                  <a:lnTo>
                    <a:pt x="12700" y="0"/>
                  </a:lnTo>
                  <a:lnTo>
                    <a:pt x="12700" y="1270"/>
                  </a:lnTo>
                  <a:lnTo>
                    <a:pt x="20320" y="1270"/>
                  </a:lnTo>
                  <a:lnTo>
                    <a:pt x="20320" y="0"/>
                  </a:lnTo>
                  <a:close/>
                </a:path>
              </a:pathLst>
            </a:custGeom>
            <a:solidFill>
              <a:srgbClr val="003300"/>
            </a:solidFill>
          </p:spPr>
          <p:txBody>
            <a:bodyPr wrap="square" lIns="0" tIns="0" rIns="0" bIns="0" rtlCol="0"/>
            <a:lstStyle/>
            <a:p/>
          </p:txBody>
        </p:sp>
        <p:sp>
          <p:nvSpPr>
            <p:cNvPr id="2641" name="object 2641"/>
            <p:cNvSpPr/>
            <p:nvPr/>
          </p:nvSpPr>
          <p:spPr>
            <a:xfrm>
              <a:off x="8012430" y="1062989"/>
              <a:ext cx="157480" cy="7620"/>
            </a:xfrm>
            <a:custGeom>
              <a:avLst/>
              <a:gdLst/>
              <a:ahLst/>
              <a:cxnLst/>
              <a:rect l="l" t="t" r="r" b="b"/>
              <a:pathLst>
                <a:path w="157479" h="7619">
                  <a:moveTo>
                    <a:pt x="78740" y="6350"/>
                  </a:moveTo>
                  <a:lnTo>
                    <a:pt x="0" y="6350"/>
                  </a:lnTo>
                  <a:lnTo>
                    <a:pt x="0" y="7620"/>
                  </a:lnTo>
                  <a:lnTo>
                    <a:pt x="78740" y="7620"/>
                  </a:lnTo>
                  <a:lnTo>
                    <a:pt x="78740" y="6350"/>
                  </a:lnTo>
                  <a:close/>
                </a:path>
                <a:path w="157479" h="7619">
                  <a:moveTo>
                    <a:pt x="157480" y="6350"/>
                  </a:moveTo>
                  <a:lnTo>
                    <a:pt x="156210" y="6350"/>
                  </a:lnTo>
                  <a:lnTo>
                    <a:pt x="156210" y="5080"/>
                  </a:lnTo>
                  <a:lnTo>
                    <a:pt x="154940" y="5080"/>
                  </a:lnTo>
                  <a:lnTo>
                    <a:pt x="154940" y="3810"/>
                  </a:lnTo>
                  <a:lnTo>
                    <a:pt x="153670" y="3810"/>
                  </a:lnTo>
                  <a:lnTo>
                    <a:pt x="153670" y="2540"/>
                  </a:lnTo>
                  <a:lnTo>
                    <a:pt x="151130" y="2540"/>
                  </a:lnTo>
                  <a:lnTo>
                    <a:pt x="151130" y="1270"/>
                  </a:lnTo>
                  <a:lnTo>
                    <a:pt x="149860" y="1270"/>
                  </a:lnTo>
                  <a:lnTo>
                    <a:pt x="149860" y="0"/>
                  </a:lnTo>
                  <a:lnTo>
                    <a:pt x="110490" y="0"/>
                  </a:lnTo>
                  <a:lnTo>
                    <a:pt x="110490" y="1270"/>
                  </a:lnTo>
                  <a:lnTo>
                    <a:pt x="107950" y="1270"/>
                  </a:lnTo>
                  <a:lnTo>
                    <a:pt x="107950" y="2540"/>
                  </a:lnTo>
                  <a:lnTo>
                    <a:pt x="106680" y="2540"/>
                  </a:lnTo>
                  <a:lnTo>
                    <a:pt x="106680" y="3810"/>
                  </a:lnTo>
                  <a:lnTo>
                    <a:pt x="105410" y="3810"/>
                  </a:lnTo>
                  <a:lnTo>
                    <a:pt x="105410" y="5080"/>
                  </a:lnTo>
                  <a:lnTo>
                    <a:pt x="104140" y="5080"/>
                  </a:lnTo>
                  <a:lnTo>
                    <a:pt x="104140" y="6350"/>
                  </a:lnTo>
                  <a:lnTo>
                    <a:pt x="102870" y="6350"/>
                  </a:lnTo>
                  <a:lnTo>
                    <a:pt x="102870" y="7620"/>
                  </a:lnTo>
                  <a:lnTo>
                    <a:pt x="157480" y="7620"/>
                  </a:lnTo>
                  <a:lnTo>
                    <a:pt x="157480" y="6350"/>
                  </a:lnTo>
                  <a:close/>
                </a:path>
              </a:pathLst>
            </a:custGeom>
            <a:solidFill>
              <a:srgbClr val="003301"/>
            </a:solidFill>
          </p:spPr>
          <p:txBody>
            <a:bodyPr wrap="square" lIns="0" tIns="0" rIns="0" bIns="0" rtlCol="0"/>
            <a:lstStyle/>
            <a:p/>
          </p:txBody>
        </p:sp>
        <p:sp>
          <p:nvSpPr>
            <p:cNvPr id="2642" name="object 2642"/>
            <p:cNvSpPr/>
            <p:nvPr/>
          </p:nvSpPr>
          <p:spPr>
            <a:xfrm>
              <a:off x="8012430" y="1070609"/>
              <a:ext cx="162560" cy="6350"/>
            </a:xfrm>
            <a:custGeom>
              <a:avLst/>
              <a:gdLst/>
              <a:ahLst/>
              <a:cxnLst/>
              <a:rect l="l" t="t" r="r" b="b"/>
              <a:pathLst>
                <a:path w="162559" h="6350">
                  <a:moveTo>
                    <a:pt x="78740" y="0"/>
                  </a:moveTo>
                  <a:lnTo>
                    <a:pt x="0" y="0"/>
                  </a:lnTo>
                  <a:lnTo>
                    <a:pt x="0" y="6350"/>
                  </a:lnTo>
                  <a:lnTo>
                    <a:pt x="78740" y="6350"/>
                  </a:lnTo>
                  <a:lnTo>
                    <a:pt x="78740" y="0"/>
                  </a:lnTo>
                  <a:close/>
                </a:path>
                <a:path w="162559" h="6350">
                  <a:moveTo>
                    <a:pt x="162560" y="5080"/>
                  </a:moveTo>
                  <a:lnTo>
                    <a:pt x="161290" y="5080"/>
                  </a:lnTo>
                  <a:lnTo>
                    <a:pt x="161290" y="2540"/>
                  </a:lnTo>
                  <a:lnTo>
                    <a:pt x="160020" y="2540"/>
                  </a:lnTo>
                  <a:lnTo>
                    <a:pt x="160020" y="1270"/>
                  </a:lnTo>
                  <a:lnTo>
                    <a:pt x="158750" y="1270"/>
                  </a:lnTo>
                  <a:lnTo>
                    <a:pt x="158750" y="0"/>
                  </a:lnTo>
                  <a:lnTo>
                    <a:pt x="101600" y="0"/>
                  </a:lnTo>
                  <a:lnTo>
                    <a:pt x="101600" y="1270"/>
                  </a:lnTo>
                  <a:lnTo>
                    <a:pt x="100330" y="1270"/>
                  </a:lnTo>
                  <a:lnTo>
                    <a:pt x="100330" y="2540"/>
                  </a:lnTo>
                  <a:lnTo>
                    <a:pt x="99060" y="2540"/>
                  </a:lnTo>
                  <a:lnTo>
                    <a:pt x="99060" y="5080"/>
                  </a:lnTo>
                  <a:lnTo>
                    <a:pt x="97790" y="5080"/>
                  </a:lnTo>
                  <a:lnTo>
                    <a:pt x="97790" y="6350"/>
                  </a:lnTo>
                  <a:lnTo>
                    <a:pt x="162560" y="6350"/>
                  </a:lnTo>
                  <a:lnTo>
                    <a:pt x="162560" y="5080"/>
                  </a:lnTo>
                  <a:close/>
                </a:path>
              </a:pathLst>
            </a:custGeom>
            <a:solidFill>
              <a:srgbClr val="003103"/>
            </a:solidFill>
          </p:spPr>
          <p:txBody>
            <a:bodyPr wrap="square" lIns="0" tIns="0" rIns="0" bIns="0" rtlCol="0"/>
            <a:lstStyle/>
            <a:p/>
          </p:txBody>
        </p:sp>
        <p:sp>
          <p:nvSpPr>
            <p:cNvPr id="2643" name="object 2643"/>
            <p:cNvSpPr/>
            <p:nvPr/>
          </p:nvSpPr>
          <p:spPr>
            <a:xfrm>
              <a:off x="8012430" y="1076959"/>
              <a:ext cx="167640" cy="7620"/>
            </a:xfrm>
            <a:custGeom>
              <a:avLst/>
              <a:gdLst/>
              <a:ahLst/>
              <a:cxnLst/>
              <a:rect l="l" t="t" r="r" b="b"/>
              <a:pathLst>
                <a:path w="167640" h="7619">
                  <a:moveTo>
                    <a:pt x="166370" y="3810"/>
                  </a:moveTo>
                  <a:lnTo>
                    <a:pt x="93979" y="3810"/>
                  </a:lnTo>
                  <a:lnTo>
                    <a:pt x="93979" y="6350"/>
                  </a:lnTo>
                  <a:lnTo>
                    <a:pt x="92710" y="6350"/>
                  </a:lnTo>
                  <a:lnTo>
                    <a:pt x="92710" y="7619"/>
                  </a:lnTo>
                  <a:lnTo>
                    <a:pt x="167640" y="7619"/>
                  </a:lnTo>
                  <a:lnTo>
                    <a:pt x="167639" y="5079"/>
                  </a:lnTo>
                  <a:lnTo>
                    <a:pt x="166370" y="5079"/>
                  </a:lnTo>
                  <a:lnTo>
                    <a:pt x="166370" y="3810"/>
                  </a:lnTo>
                  <a:close/>
                </a:path>
                <a:path w="167640" h="7619">
                  <a:moveTo>
                    <a:pt x="163829" y="0"/>
                  </a:moveTo>
                  <a:lnTo>
                    <a:pt x="96520" y="0"/>
                  </a:lnTo>
                  <a:lnTo>
                    <a:pt x="96520" y="1269"/>
                  </a:lnTo>
                  <a:lnTo>
                    <a:pt x="95250" y="1269"/>
                  </a:lnTo>
                  <a:lnTo>
                    <a:pt x="95250" y="3810"/>
                  </a:lnTo>
                  <a:lnTo>
                    <a:pt x="165100" y="3810"/>
                  </a:lnTo>
                  <a:lnTo>
                    <a:pt x="165100" y="2539"/>
                  </a:lnTo>
                  <a:lnTo>
                    <a:pt x="163829" y="2539"/>
                  </a:lnTo>
                  <a:lnTo>
                    <a:pt x="163829" y="0"/>
                  </a:lnTo>
                  <a:close/>
                </a:path>
                <a:path w="167640" h="7619">
                  <a:moveTo>
                    <a:pt x="78740" y="0"/>
                  </a:moveTo>
                  <a:lnTo>
                    <a:pt x="0" y="0"/>
                  </a:lnTo>
                  <a:lnTo>
                    <a:pt x="0" y="7619"/>
                  </a:lnTo>
                  <a:lnTo>
                    <a:pt x="78740" y="7619"/>
                  </a:lnTo>
                  <a:lnTo>
                    <a:pt x="78740" y="0"/>
                  </a:lnTo>
                  <a:close/>
                </a:path>
              </a:pathLst>
            </a:custGeom>
            <a:solidFill>
              <a:srgbClr val="003106"/>
            </a:solidFill>
          </p:spPr>
          <p:txBody>
            <a:bodyPr wrap="square" lIns="0" tIns="0" rIns="0" bIns="0" rtlCol="0"/>
            <a:lstStyle/>
            <a:p/>
          </p:txBody>
        </p:sp>
        <p:sp>
          <p:nvSpPr>
            <p:cNvPr id="2644" name="object 2644"/>
            <p:cNvSpPr/>
            <p:nvPr/>
          </p:nvSpPr>
          <p:spPr>
            <a:xfrm>
              <a:off x="8012430" y="1084579"/>
              <a:ext cx="171450" cy="7620"/>
            </a:xfrm>
            <a:custGeom>
              <a:avLst/>
              <a:gdLst/>
              <a:ahLst/>
              <a:cxnLst/>
              <a:rect l="l" t="t" r="r" b="b"/>
              <a:pathLst>
                <a:path w="171450" h="7619">
                  <a:moveTo>
                    <a:pt x="78740" y="0"/>
                  </a:moveTo>
                  <a:lnTo>
                    <a:pt x="0" y="0"/>
                  </a:lnTo>
                  <a:lnTo>
                    <a:pt x="0" y="7620"/>
                  </a:lnTo>
                  <a:lnTo>
                    <a:pt x="78740" y="7620"/>
                  </a:lnTo>
                  <a:lnTo>
                    <a:pt x="78740" y="0"/>
                  </a:lnTo>
                  <a:close/>
                </a:path>
                <a:path w="171450" h="7619">
                  <a:moveTo>
                    <a:pt x="171450" y="5080"/>
                  </a:moveTo>
                  <a:lnTo>
                    <a:pt x="170180" y="5080"/>
                  </a:lnTo>
                  <a:lnTo>
                    <a:pt x="170180" y="2540"/>
                  </a:lnTo>
                  <a:lnTo>
                    <a:pt x="168910" y="2540"/>
                  </a:lnTo>
                  <a:lnTo>
                    <a:pt x="168910" y="12"/>
                  </a:lnTo>
                  <a:lnTo>
                    <a:pt x="91440" y="12"/>
                  </a:lnTo>
                  <a:lnTo>
                    <a:pt x="91440" y="2540"/>
                  </a:lnTo>
                  <a:lnTo>
                    <a:pt x="90170" y="2540"/>
                  </a:lnTo>
                  <a:lnTo>
                    <a:pt x="90170" y="5080"/>
                  </a:lnTo>
                  <a:lnTo>
                    <a:pt x="88900" y="5080"/>
                  </a:lnTo>
                  <a:lnTo>
                    <a:pt x="88900" y="7620"/>
                  </a:lnTo>
                  <a:lnTo>
                    <a:pt x="171450" y="7620"/>
                  </a:lnTo>
                  <a:lnTo>
                    <a:pt x="171450" y="5080"/>
                  </a:lnTo>
                  <a:close/>
                </a:path>
              </a:pathLst>
            </a:custGeom>
            <a:solidFill>
              <a:srgbClr val="003008"/>
            </a:solidFill>
          </p:spPr>
          <p:txBody>
            <a:bodyPr wrap="square" lIns="0" tIns="0" rIns="0" bIns="0" rtlCol="0"/>
            <a:lstStyle/>
            <a:p/>
          </p:txBody>
        </p:sp>
        <p:sp>
          <p:nvSpPr>
            <p:cNvPr id="2645" name="object 2645"/>
            <p:cNvSpPr/>
            <p:nvPr/>
          </p:nvSpPr>
          <p:spPr>
            <a:xfrm>
              <a:off x="8012430" y="1092199"/>
              <a:ext cx="173990" cy="6350"/>
            </a:xfrm>
            <a:custGeom>
              <a:avLst/>
              <a:gdLst/>
              <a:ahLst/>
              <a:cxnLst/>
              <a:rect l="l" t="t" r="r" b="b"/>
              <a:pathLst>
                <a:path w="173990" h="6350">
                  <a:moveTo>
                    <a:pt x="78740" y="0"/>
                  </a:moveTo>
                  <a:lnTo>
                    <a:pt x="0" y="0"/>
                  </a:lnTo>
                  <a:lnTo>
                    <a:pt x="0" y="6350"/>
                  </a:lnTo>
                  <a:lnTo>
                    <a:pt x="78740" y="6350"/>
                  </a:lnTo>
                  <a:lnTo>
                    <a:pt x="78740" y="0"/>
                  </a:lnTo>
                  <a:close/>
                </a:path>
                <a:path w="173990" h="6350">
                  <a:moveTo>
                    <a:pt x="173990" y="2540"/>
                  </a:moveTo>
                  <a:lnTo>
                    <a:pt x="172720" y="2540"/>
                  </a:lnTo>
                  <a:lnTo>
                    <a:pt x="172720" y="0"/>
                  </a:lnTo>
                  <a:lnTo>
                    <a:pt x="87630" y="0"/>
                  </a:lnTo>
                  <a:lnTo>
                    <a:pt x="87630" y="2540"/>
                  </a:lnTo>
                  <a:lnTo>
                    <a:pt x="86360" y="2540"/>
                  </a:lnTo>
                  <a:lnTo>
                    <a:pt x="86360" y="3810"/>
                  </a:lnTo>
                  <a:lnTo>
                    <a:pt x="85090" y="3810"/>
                  </a:lnTo>
                  <a:lnTo>
                    <a:pt x="85090" y="6350"/>
                  </a:lnTo>
                  <a:lnTo>
                    <a:pt x="173990" y="6350"/>
                  </a:lnTo>
                  <a:lnTo>
                    <a:pt x="173990" y="3810"/>
                  </a:lnTo>
                  <a:lnTo>
                    <a:pt x="173990" y="2540"/>
                  </a:lnTo>
                  <a:close/>
                </a:path>
              </a:pathLst>
            </a:custGeom>
            <a:solidFill>
              <a:srgbClr val="00300A"/>
            </a:solidFill>
          </p:spPr>
          <p:txBody>
            <a:bodyPr wrap="square" lIns="0" tIns="0" rIns="0" bIns="0" rtlCol="0"/>
            <a:lstStyle/>
            <a:p/>
          </p:txBody>
        </p:sp>
        <p:sp>
          <p:nvSpPr>
            <p:cNvPr id="2646" name="object 2646"/>
            <p:cNvSpPr/>
            <p:nvPr/>
          </p:nvSpPr>
          <p:spPr>
            <a:xfrm>
              <a:off x="8012430" y="1098549"/>
              <a:ext cx="177800" cy="7620"/>
            </a:xfrm>
            <a:custGeom>
              <a:avLst/>
              <a:gdLst/>
              <a:ahLst/>
              <a:cxnLst/>
              <a:rect l="l" t="t" r="r" b="b"/>
              <a:pathLst>
                <a:path w="177800" h="7619">
                  <a:moveTo>
                    <a:pt x="78740" y="0"/>
                  </a:moveTo>
                  <a:lnTo>
                    <a:pt x="0" y="0"/>
                  </a:lnTo>
                  <a:lnTo>
                    <a:pt x="0" y="7620"/>
                  </a:lnTo>
                  <a:lnTo>
                    <a:pt x="78740" y="7620"/>
                  </a:lnTo>
                  <a:lnTo>
                    <a:pt x="78740" y="0"/>
                  </a:lnTo>
                  <a:close/>
                </a:path>
                <a:path w="177800" h="7619">
                  <a:moveTo>
                    <a:pt x="177800" y="6350"/>
                  </a:moveTo>
                  <a:lnTo>
                    <a:pt x="176530" y="6350"/>
                  </a:lnTo>
                  <a:lnTo>
                    <a:pt x="176530" y="5080"/>
                  </a:lnTo>
                  <a:lnTo>
                    <a:pt x="176530" y="2540"/>
                  </a:lnTo>
                  <a:lnTo>
                    <a:pt x="175260" y="2540"/>
                  </a:lnTo>
                  <a:lnTo>
                    <a:pt x="175260" y="0"/>
                  </a:lnTo>
                  <a:lnTo>
                    <a:pt x="83820" y="0"/>
                  </a:lnTo>
                  <a:lnTo>
                    <a:pt x="83820" y="2540"/>
                  </a:lnTo>
                  <a:lnTo>
                    <a:pt x="82550" y="2540"/>
                  </a:lnTo>
                  <a:lnTo>
                    <a:pt x="82550" y="5080"/>
                  </a:lnTo>
                  <a:lnTo>
                    <a:pt x="81280" y="5080"/>
                  </a:lnTo>
                  <a:lnTo>
                    <a:pt x="81280" y="6350"/>
                  </a:lnTo>
                  <a:lnTo>
                    <a:pt x="80010" y="6350"/>
                  </a:lnTo>
                  <a:lnTo>
                    <a:pt x="80010" y="7620"/>
                  </a:lnTo>
                  <a:lnTo>
                    <a:pt x="177800" y="7620"/>
                  </a:lnTo>
                  <a:lnTo>
                    <a:pt x="177800" y="6350"/>
                  </a:lnTo>
                  <a:close/>
                </a:path>
              </a:pathLst>
            </a:custGeom>
            <a:solidFill>
              <a:srgbClr val="002F0D"/>
            </a:solidFill>
          </p:spPr>
          <p:txBody>
            <a:bodyPr wrap="square" lIns="0" tIns="0" rIns="0" bIns="0" rtlCol="0"/>
            <a:lstStyle/>
            <a:p/>
          </p:txBody>
        </p:sp>
        <p:sp>
          <p:nvSpPr>
            <p:cNvPr id="2647" name="object 2647"/>
            <p:cNvSpPr/>
            <p:nvPr/>
          </p:nvSpPr>
          <p:spPr>
            <a:xfrm>
              <a:off x="8012430" y="1106169"/>
              <a:ext cx="179070" cy="7620"/>
            </a:xfrm>
            <a:custGeom>
              <a:avLst/>
              <a:gdLst/>
              <a:ahLst/>
              <a:cxnLst/>
              <a:rect l="l" t="t" r="r" b="b"/>
              <a:pathLst>
                <a:path w="179070" h="7619">
                  <a:moveTo>
                    <a:pt x="179070" y="1270"/>
                  </a:moveTo>
                  <a:lnTo>
                    <a:pt x="177800" y="1270"/>
                  </a:lnTo>
                  <a:lnTo>
                    <a:pt x="177800" y="0"/>
                  </a:lnTo>
                  <a:lnTo>
                    <a:pt x="0" y="0"/>
                  </a:lnTo>
                  <a:lnTo>
                    <a:pt x="0" y="1270"/>
                  </a:lnTo>
                  <a:lnTo>
                    <a:pt x="0" y="7620"/>
                  </a:lnTo>
                  <a:lnTo>
                    <a:pt x="179070" y="7620"/>
                  </a:lnTo>
                  <a:lnTo>
                    <a:pt x="179070" y="1270"/>
                  </a:lnTo>
                  <a:close/>
                </a:path>
              </a:pathLst>
            </a:custGeom>
            <a:solidFill>
              <a:srgbClr val="002E0F"/>
            </a:solidFill>
          </p:spPr>
          <p:txBody>
            <a:bodyPr wrap="square" lIns="0" tIns="0" rIns="0" bIns="0" rtlCol="0"/>
            <a:lstStyle/>
            <a:p/>
          </p:txBody>
        </p:sp>
        <p:sp>
          <p:nvSpPr>
            <p:cNvPr id="2648" name="object 2648"/>
            <p:cNvSpPr/>
            <p:nvPr/>
          </p:nvSpPr>
          <p:spPr>
            <a:xfrm>
              <a:off x="8012430" y="1113789"/>
              <a:ext cx="180340" cy="6350"/>
            </a:xfrm>
            <a:custGeom>
              <a:avLst/>
              <a:gdLst/>
              <a:ahLst/>
              <a:cxnLst/>
              <a:rect l="l" t="t" r="r" b="b"/>
              <a:pathLst>
                <a:path w="180340" h="6350">
                  <a:moveTo>
                    <a:pt x="180340" y="0"/>
                  </a:moveTo>
                  <a:lnTo>
                    <a:pt x="0" y="0"/>
                  </a:lnTo>
                  <a:lnTo>
                    <a:pt x="0" y="6350"/>
                  </a:lnTo>
                  <a:lnTo>
                    <a:pt x="180340" y="6350"/>
                  </a:lnTo>
                  <a:lnTo>
                    <a:pt x="180340" y="0"/>
                  </a:lnTo>
                  <a:close/>
                </a:path>
              </a:pathLst>
            </a:custGeom>
            <a:solidFill>
              <a:srgbClr val="002E11"/>
            </a:solidFill>
          </p:spPr>
          <p:txBody>
            <a:bodyPr wrap="square" lIns="0" tIns="0" rIns="0" bIns="0" rtlCol="0"/>
            <a:lstStyle/>
            <a:p/>
          </p:txBody>
        </p:sp>
        <p:sp>
          <p:nvSpPr>
            <p:cNvPr id="2649" name="object 2649"/>
            <p:cNvSpPr/>
            <p:nvPr/>
          </p:nvSpPr>
          <p:spPr>
            <a:xfrm>
              <a:off x="8012430" y="1120139"/>
              <a:ext cx="182880" cy="7620"/>
            </a:xfrm>
            <a:custGeom>
              <a:avLst/>
              <a:gdLst/>
              <a:ahLst/>
              <a:cxnLst/>
              <a:rect l="l" t="t" r="r" b="b"/>
              <a:pathLst>
                <a:path w="182879" h="7619">
                  <a:moveTo>
                    <a:pt x="182880" y="3810"/>
                  </a:moveTo>
                  <a:lnTo>
                    <a:pt x="181597" y="3810"/>
                  </a:lnTo>
                  <a:lnTo>
                    <a:pt x="181597" y="0"/>
                  </a:lnTo>
                  <a:lnTo>
                    <a:pt x="0" y="0"/>
                  </a:lnTo>
                  <a:lnTo>
                    <a:pt x="0" y="3810"/>
                  </a:lnTo>
                  <a:lnTo>
                    <a:pt x="0" y="7620"/>
                  </a:lnTo>
                  <a:lnTo>
                    <a:pt x="182880" y="7620"/>
                  </a:lnTo>
                  <a:lnTo>
                    <a:pt x="182880" y="3810"/>
                  </a:lnTo>
                  <a:close/>
                </a:path>
              </a:pathLst>
            </a:custGeom>
            <a:solidFill>
              <a:srgbClr val="002D14"/>
            </a:solidFill>
          </p:spPr>
          <p:txBody>
            <a:bodyPr wrap="square" lIns="0" tIns="0" rIns="0" bIns="0" rtlCol="0"/>
            <a:lstStyle/>
            <a:p/>
          </p:txBody>
        </p:sp>
        <p:sp>
          <p:nvSpPr>
            <p:cNvPr id="2650" name="object 2650"/>
            <p:cNvSpPr/>
            <p:nvPr/>
          </p:nvSpPr>
          <p:spPr>
            <a:xfrm>
              <a:off x="801243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02D16"/>
            </a:solidFill>
          </p:spPr>
          <p:txBody>
            <a:bodyPr wrap="square" lIns="0" tIns="0" rIns="0" bIns="0" rtlCol="0"/>
            <a:lstStyle/>
            <a:p/>
          </p:txBody>
        </p:sp>
        <p:sp>
          <p:nvSpPr>
            <p:cNvPr id="2651" name="object 2651"/>
            <p:cNvSpPr/>
            <p:nvPr/>
          </p:nvSpPr>
          <p:spPr>
            <a:xfrm>
              <a:off x="8012430" y="1135379"/>
              <a:ext cx="186690" cy="6350"/>
            </a:xfrm>
            <a:custGeom>
              <a:avLst/>
              <a:gdLst/>
              <a:ahLst/>
              <a:cxnLst/>
              <a:rect l="l" t="t" r="r" b="b"/>
              <a:pathLst>
                <a:path w="186690" h="6350">
                  <a:moveTo>
                    <a:pt x="186690" y="5080"/>
                  </a:moveTo>
                  <a:lnTo>
                    <a:pt x="185420" y="5080"/>
                  </a:lnTo>
                  <a:lnTo>
                    <a:pt x="185420" y="1270"/>
                  </a:lnTo>
                  <a:lnTo>
                    <a:pt x="184150" y="1270"/>
                  </a:lnTo>
                  <a:lnTo>
                    <a:pt x="184150" y="0"/>
                  </a:lnTo>
                  <a:lnTo>
                    <a:pt x="0" y="0"/>
                  </a:lnTo>
                  <a:lnTo>
                    <a:pt x="0" y="1270"/>
                  </a:lnTo>
                  <a:lnTo>
                    <a:pt x="0" y="5080"/>
                  </a:lnTo>
                  <a:lnTo>
                    <a:pt x="0" y="6350"/>
                  </a:lnTo>
                  <a:lnTo>
                    <a:pt x="186690" y="6350"/>
                  </a:lnTo>
                  <a:lnTo>
                    <a:pt x="186690" y="5080"/>
                  </a:lnTo>
                  <a:close/>
                </a:path>
              </a:pathLst>
            </a:custGeom>
            <a:solidFill>
              <a:srgbClr val="002C18"/>
            </a:solidFill>
          </p:spPr>
          <p:txBody>
            <a:bodyPr wrap="square" lIns="0" tIns="0" rIns="0" bIns="0" rtlCol="0"/>
            <a:lstStyle/>
            <a:p/>
          </p:txBody>
        </p:sp>
        <p:sp>
          <p:nvSpPr>
            <p:cNvPr id="2652" name="object 2652"/>
            <p:cNvSpPr/>
            <p:nvPr/>
          </p:nvSpPr>
          <p:spPr>
            <a:xfrm>
              <a:off x="8012430" y="1141729"/>
              <a:ext cx="187960" cy="7620"/>
            </a:xfrm>
            <a:custGeom>
              <a:avLst/>
              <a:gdLst/>
              <a:ahLst/>
              <a:cxnLst/>
              <a:rect l="l" t="t" r="r" b="b"/>
              <a:pathLst>
                <a:path w="187959" h="7619">
                  <a:moveTo>
                    <a:pt x="187947" y="5080"/>
                  </a:moveTo>
                  <a:lnTo>
                    <a:pt x="186690" y="5080"/>
                  </a:lnTo>
                  <a:lnTo>
                    <a:pt x="186690" y="0"/>
                  </a:lnTo>
                  <a:lnTo>
                    <a:pt x="0" y="0"/>
                  </a:lnTo>
                  <a:lnTo>
                    <a:pt x="0" y="5080"/>
                  </a:lnTo>
                  <a:lnTo>
                    <a:pt x="0" y="7620"/>
                  </a:lnTo>
                  <a:lnTo>
                    <a:pt x="187947" y="7620"/>
                  </a:lnTo>
                  <a:lnTo>
                    <a:pt x="187947" y="5080"/>
                  </a:lnTo>
                  <a:close/>
                </a:path>
              </a:pathLst>
            </a:custGeom>
            <a:solidFill>
              <a:srgbClr val="002B1B"/>
            </a:solidFill>
          </p:spPr>
          <p:txBody>
            <a:bodyPr wrap="square" lIns="0" tIns="0" rIns="0" bIns="0" rtlCol="0"/>
            <a:lstStyle/>
            <a:p/>
          </p:txBody>
        </p:sp>
        <p:sp>
          <p:nvSpPr>
            <p:cNvPr id="2653" name="object 2653"/>
            <p:cNvSpPr/>
            <p:nvPr/>
          </p:nvSpPr>
          <p:spPr>
            <a:xfrm>
              <a:off x="8012430" y="1149349"/>
              <a:ext cx="189230" cy="7620"/>
            </a:xfrm>
            <a:custGeom>
              <a:avLst/>
              <a:gdLst/>
              <a:ahLst/>
              <a:cxnLst/>
              <a:rect l="l" t="t" r="r" b="b"/>
              <a:pathLst>
                <a:path w="189229" h="7619">
                  <a:moveTo>
                    <a:pt x="189230" y="6350"/>
                  </a:moveTo>
                  <a:lnTo>
                    <a:pt x="187947" y="6350"/>
                  </a:lnTo>
                  <a:lnTo>
                    <a:pt x="187947" y="0"/>
                  </a:lnTo>
                  <a:lnTo>
                    <a:pt x="0" y="0"/>
                  </a:lnTo>
                  <a:lnTo>
                    <a:pt x="0" y="6350"/>
                  </a:lnTo>
                  <a:lnTo>
                    <a:pt x="0" y="7620"/>
                  </a:lnTo>
                  <a:lnTo>
                    <a:pt x="189230" y="7620"/>
                  </a:lnTo>
                  <a:lnTo>
                    <a:pt x="189230" y="6350"/>
                  </a:lnTo>
                  <a:close/>
                </a:path>
              </a:pathLst>
            </a:custGeom>
            <a:solidFill>
              <a:srgbClr val="002B1D"/>
            </a:solidFill>
          </p:spPr>
          <p:txBody>
            <a:bodyPr wrap="square" lIns="0" tIns="0" rIns="0" bIns="0" rtlCol="0"/>
            <a:lstStyle/>
            <a:p/>
          </p:txBody>
        </p:sp>
        <p:sp>
          <p:nvSpPr>
            <p:cNvPr id="2654" name="object 2654"/>
            <p:cNvSpPr/>
            <p:nvPr/>
          </p:nvSpPr>
          <p:spPr>
            <a:xfrm>
              <a:off x="8012430"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002A1F"/>
            </a:solidFill>
          </p:spPr>
          <p:txBody>
            <a:bodyPr wrap="square" lIns="0" tIns="0" rIns="0" bIns="0" rtlCol="0"/>
            <a:lstStyle/>
            <a:p/>
          </p:txBody>
        </p:sp>
        <p:sp>
          <p:nvSpPr>
            <p:cNvPr id="2655" name="object 2655"/>
            <p:cNvSpPr/>
            <p:nvPr/>
          </p:nvSpPr>
          <p:spPr>
            <a:xfrm>
              <a:off x="801243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002A22"/>
            </a:solidFill>
          </p:spPr>
          <p:txBody>
            <a:bodyPr wrap="square" lIns="0" tIns="0" rIns="0" bIns="0" rtlCol="0"/>
            <a:lstStyle/>
            <a:p/>
          </p:txBody>
        </p:sp>
        <p:sp>
          <p:nvSpPr>
            <p:cNvPr id="2656" name="object 2656"/>
            <p:cNvSpPr/>
            <p:nvPr/>
          </p:nvSpPr>
          <p:spPr>
            <a:xfrm>
              <a:off x="801243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002924"/>
            </a:solidFill>
          </p:spPr>
          <p:txBody>
            <a:bodyPr wrap="square" lIns="0" tIns="0" rIns="0" bIns="0" rtlCol="0"/>
            <a:lstStyle/>
            <a:p/>
          </p:txBody>
        </p:sp>
        <p:sp>
          <p:nvSpPr>
            <p:cNvPr id="2657" name="object 2657"/>
            <p:cNvSpPr/>
            <p:nvPr/>
          </p:nvSpPr>
          <p:spPr>
            <a:xfrm>
              <a:off x="8012430"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002926"/>
            </a:solidFill>
          </p:spPr>
          <p:txBody>
            <a:bodyPr wrap="square" lIns="0" tIns="0" rIns="0" bIns="0" rtlCol="0"/>
            <a:lstStyle/>
            <a:p/>
          </p:txBody>
        </p:sp>
        <p:sp>
          <p:nvSpPr>
            <p:cNvPr id="2658" name="object 2658"/>
            <p:cNvSpPr/>
            <p:nvPr/>
          </p:nvSpPr>
          <p:spPr>
            <a:xfrm>
              <a:off x="8012430" y="1186179"/>
              <a:ext cx="193040" cy="6350"/>
            </a:xfrm>
            <a:custGeom>
              <a:avLst/>
              <a:gdLst/>
              <a:ahLst/>
              <a:cxnLst/>
              <a:rect l="l" t="t" r="r" b="b"/>
              <a:pathLst>
                <a:path w="193040"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002829"/>
            </a:solidFill>
          </p:spPr>
          <p:txBody>
            <a:bodyPr wrap="square" lIns="0" tIns="0" rIns="0" bIns="0" rtlCol="0"/>
            <a:lstStyle/>
            <a:p/>
          </p:txBody>
        </p:sp>
        <p:sp>
          <p:nvSpPr>
            <p:cNvPr id="2659" name="object 2659"/>
            <p:cNvSpPr/>
            <p:nvPr/>
          </p:nvSpPr>
          <p:spPr>
            <a:xfrm>
              <a:off x="8012430" y="1192529"/>
              <a:ext cx="194310" cy="7620"/>
            </a:xfrm>
            <a:custGeom>
              <a:avLst/>
              <a:gdLst/>
              <a:ahLst/>
              <a:cxnLst/>
              <a:rect l="l" t="t" r="r" b="b"/>
              <a:pathLst>
                <a:path w="194309" h="7619">
                  <a:moveTo>
                    <a:pt x="193040" y="0"/>
                  </a:moveTo>
                  <a:lnTo>
                    <a:pt x="0" y="0"/>
                  </a:lnTo>
                  <a:lnTo>
                    <a:pt x="0" y="6350"/>
                  </a:lnTo>
                  <a:lnTo>
                    <a:pt x="193040" y="6350"/>
                  </a:lnTo>
                  <a:lnTo>
                    <a:pt x="193040" y="0"/>
                  </a:lnTo>
                  <a:close/>
                </a:path>
                <a:path w="194309" h="7619">
                  <a:moveTo>
                    <a:pt x="194297" y="6362"/>
                  </a:moveTo>
                  <a:lnTo>
                    <a:pt x="0" y="6362"/>
                  </a:lnTo>
                  <a:lnTo>
                    <a:pt x="0" y="7620"/>
                  </a:lnTo>
                  <a:lnTo>
                    <a:pt x="194297" y="7620"/>
                  </a:lnTo>
                  <a:lnTo>
                    <a:pt x="194297" y="6362"/>
                  </a:lnTo>
                  <a:close/>
                </a:path>
              </a:pathLst>
            </a:custGeom>
            <a:solidFill>
              <a:srgbClr val="00272B"/>
            </a:solidFill>
          </p:spPr>
          <p:txBody>
            <a:bodyPr wrap="square" lIns="0" tIns="0" rIns="0" bIns="0" rtlCol="0"/>
            <a:lstStyle/>
            <a:p/>
          </p:txBody>
        </p:sp>
        <p:sp>
          <p:nvSpPr>
            <p:cNvPr id="2660" name="object 2660"/>
            <p:cNvSpPr/>
            <p:nvPr/>
          </p:nvSpPr>
          <p:spPr>
            <a:xfrm>
              <a:off x="8012430" y="1200149"/>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00272D"/>
            </a:solidFill>
          </p:spPr>
          <p:txBody>
            <a:bodyPr wrap="square" lIns="0" tIns="0" rIns="0" bIns="0" rtlCol="0"/>
            <a:lstStyle/>
            <a:p/>
          </p:txBody>
        </p:sp>
        <p:sp>
          <p:nvSpPr>
            <p:cNvPr id="2661" name="object 2661"/>
            <p:cNvSpPr/>
            <p:nvPr/>
          </p:nvSpPr>
          <p:spPr>
            <a:xfrm>
              <a:off x="8012430" y="1207769"/>
              <a:ext cx="195580" cy="6350"/>
            </a:xfrm>
            <a:custGeom>
              <a:avLst/>
              <a:gdLst/>
              <a:ahLst/>
              <a:cxnLst/>
              <a:rect l="l" t="t" r="r" b="b"/>
              <a:pathLst>
                <a:path w="195579" h="6350">
                  <a:moveTo>
                    <a:pt x="195580" y="2540"/>
                  </a:moveTo>
                  <a:lnTo>
                    <a:pt x="194297" y="2540"/>
                  </a:lnTo>
                  <a:lnTo>
                    <a:pt x="194297" y="0"/>
                  </a:lnTo>
                  <a:lnTo>
                    <a:pt x="0" y="0"/>
                  </a:lnTo>
                  <a:lnTo>
                    <a:pt x="0" y="2540"/>
                  </a:lnTo>
                  <a:lnTo>
                    <a:pt x="0" y="6350"/>
                  </a:lnTo>
                  <a:lnTo>
                    <a:pt x="195580" y="6350"/>
                  </a:lnTo>
                  <a:lnTo>
                    <a:pt x="195580" y="2540"/>
                  </a:lnTo>
                  <a:close/>
                </a:path>
              </a:pathLst>
            </a:custGeom>
            <a:solidFill>
              <a:srgbClr val="002630"/>
            </a:solidFill>
          </p:spPr>
          <p:txBody>
            <a:bodyPr wrap="square" lIns="0" tIns="0" rIns="0" bIns="0" rtlCol="0"/>
            <a:lstStyle/>
            <a:p/>
          </p:txBody>
        </p:sp>
        <p:sp>
          <p:nvSpPr>
            <p:cNvPr id="2662" name="object 2662"/>
            <p:cNvSpPr/>
            <p:nvPr/>
          </p:nvSpPr>
          <p:spPr>
            <a:xfrm>
              <a:off x="8012430"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002633"/>
            </a:solidFill>
          </p:spPr>
          <p:txBody>
            <a:bodyPr wrap="square" lIns="0" tIns="0" rIns="0" bIns="0" rtlCol="0"/>
            <a:lstStyle/>
            <a:p/>
          </p:txBody>
        </p:sp>
        <p:sp>
          <p:nvSpPr>
            <p:cNvPr id="2663" name="object 2663"/>
            <p:cNvSpPr/>
            <p:nvPr/>
          </p:nvSpPr>
          <p:spPr>
            <a:xfrm>
              <a:off x="801243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002534"/>
            </a:solidFill>
          </p:spPr>
          <p:txBody>
            <a:bodyPr wrap="square" lIns="0" tIns="0" rIns="0" bIns="0" rtlCol="0"/>
            <a:lstStyle/>
            <a:p/>
          </p:txBody>
        </p:sp>
        <p:sp>
          <p:nvSpPr>
            <p:cNvPr id="2664" name="object 2664"/>
            <p:cNvSpPr/>
            <p:nvPr/>
          </p:nvSpPr>
          <p:spPr>
            <a:xfrm>
              <a:off x="8012430"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437"/>
            </a:solidFill>
          </p:spPr>
          <p:txBody>
            <a:bodyPr wrap="square" lIns="0" tIns="0" rIns="0" bIns="0" rtlCol="0"/>
            <a:lstStyle/>
            <a:p/>
          </p:txBody>
        </p:sp>
        <p:sp>
          <p:nvSpPr>
            <p:cNvPr id="2665" name="object 2665"/>
            <p:cNvSpPr/>
            <p:nvPr/>
          </p:nvSpPr>
          <p:spPr>
            <a:xfrm>
              <a:off x="8012430"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002439"/>
            </a:solidFill>
          </p:spPr>
          <p:txBody>
            <a:bodyPr wrap="square" lIns="0" tIns="0" rIns="0" bIns="0" rtlCol="0"/>
            <a:lstStyle/>
            <a:p/>
          </p:txBody>
        </p:sp>
        <p:sp>
          <p:nvSpPr>
            <p:cNvPr id="2666" name="object 2666"/>
            <p:cNvSpPr/>
            <p:nvPr/>
          </p:nvSpPr>
          <p:spPr>
            <a:xfrm>
              <a:off x="8012430"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00233B"/>
            </a:solidFill>
          </p:spPr>
          <p:txBody>
            <a:bodyPr wrap="square" lIns="0" tIns="0" rIns="0" bIns="0" rtlCol="0"/>
            <a:lstStyle/>
            <a:p/>
          </p:txBody>
        </p:sp>
        <p:sp>
          <p:nvSpPr>
            <p:cNvPr id="2667" name="object 2667"/>
            <p:cNvSpPr/>
            <p:nvPr/>
          </p:nvSpPr>
          <p:spPr>
            <a:xfrm>
              <a:off x="8012430"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00233E"/>
            </a:solidFill>
          </p:spPr>
          <p:txBody>
            <a:bodyPr wrap="square" lIns="0" tIns="0" rIns="0" bIns="0" rtlCol="0"/>
            <a:lstStyle/>
            <a:p/>
          </p:txBody>
        </p:sp>
        <p:sp>
          <p:nvSpPr>
            <p:cNvPr id="2668" name="object 2668"/>
            <p:cNvSpPr/>
            <p:nvPr/>
          </p:nvSpPr>
          <p:spPr>
            <a:xfrm>
              <a:off x="8012430"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002240"/>
            </a:solidFill>
          </p:spPr>
          <p:txBody>
            <a:bodyPr wrap="square" lIns="0" tIns="0" rIns="0" bIns="0" rtlCol="0"/>
            <a:lstStyle/>
            <a:p/>
          </p:txBody>
        </p:sp>
        <p:sp>
          <p:nvSpPr>
            <p:cNvPr id="2669" name="object 2669"/>
            <p:cNvSpPr/>
            <p:nvPr/>
          </p:nvSpPr>
          <p:spPr>
            <a:xfrm>
              <a:off x="801243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47" y="6350"/>
                  </a:lnTo>
                  <a:lnTo>
                    <a:pt x="99047" y="5080"/>
                  </a:lnTo>
                  <a:lnTo>
                    <a:pt x="101600" y="5080"/>
                  </a:lnTo>
                  <a:lnTo>
                    <a:pt x="101600" y="6350"/>
                  </a:lnTo>
                  <a:lnTo>
                    <a:pt x="102870" y="6350"/>
                  </a:lnTo>
                  <a:lnTo>
                    <a:pt x="102870" y="7620"/>
                  </a:lnTo>
                  <a:lnTo>
                    <a:pt x="196850" y="7620"/>
                  </a:lnTo>
                  <a:lnTo>
                    <a:pt x="196850" y="6350"/>
                  </a:lnTo>
                  <a:lnTo>
                    <a:pt x="196850" y="5080"/>
                  </a:lnTo>
                  <a:lnTo>
                    <a:pt x="196850" y="0"/>
                  </a:lnTo>
                  <a:close/>
                </a:path>
              </a:pathLst>
            </a:custGeom>
            <a:solidFill>
              <a:srgbClr val="002143"/>
            </a:solidFill>
          </p:spPr>
          <p:txBody>
            <a:bodyPr wrap="square" lIns="0" tIns="0" rIns="0" bIns="0" rtlCol="0"/>
            <a:lstStyle/>
            <a:p/>
          </p:txBody>
        </p:sp>
        <p:sp>
          <p:nvSpPr>
            <p:cNvPr id="2670" name="object 2670"/>
            <p:cNvSpPr/>
            <p:nvPr/>
          </p:nvSpPr>
          <p:spPr>
            <a:xfrm>
              <a:off x="8012430" y="1272539"/>
              <a:ext cx="196850" cy="7620"/>
            </a:xfrm>
            <a:custGeom>
              <a:avLst/>
              <a:gdLst/>
              <a:ahLst/>
              <a:cxnLst/>
              <a:rect l="l" t="t" r="r" b="b"/>
              <a:pathLst>
                <a:path w="196850" h="7619">
                  <a:moveTo>
                    <a:pt x="96520" y="0"/>
                  </a:moveTo>
                  <a:lnTo>
                    <a:pt x="0" y="0"/>
                  </a:lnTo>
                  <a:lnTo>
                    <a:pt x="0" y="1270"/>
                  </a:lnTo>
                  <a:lnTo>
                    <a:pt x="0" y="2540"/>
                  </a:lnTo>
                  <a:lnTo>
                    <a:pt x="0" y="5080"/>
                  </a:lnTo>
                  <a:lnTo>
                    <a:pt x="0" y="7620"/>
                  </a:lnTo>
                  <a:lnTo>
                    <a:pt x="92697" y="7620"/>
                  </a:lnTo>
                  <a:lnTo>
                    <a:pt x="92697" y="5080"/>
                  </a:lnTo>
                  <a:lnTo>
                    <a:pt x="93980" y="508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3810"/>
                  </a:lnTo>
                  <a:lnTo>
                    <a:pt x="107950" y="3810"/>
                  </a:lnTo>
                  <a:lnTo>
                    <a:pt x="107950" y="7620"/>
                  </a:lnTo>
                  <a:lnTo>
                    <a:pt x="196850" y="7620"/>
                  </a:lnTo>
                  <a:lnTo>
                    <a:pt x="196850" y="3810"/>
                  </a:lnTo>
                  <a:lnTo>
                    <a:pt x="196850" y="2540"/>
                  </a:lnTo>
                  <a:lnTo>
                    <a:pt x="196850" y="0"/>
                  </a:lnTo>
                  <a:close/>
                </a:path>
              </a:pathLst>
            </a:custGeom>
            <a:solidFill>
              <a:srgbClr val="002145"/>
            </a:solidFill>
          </p:spPr>
          <p:txBody>
            <a:bodyPr wrap="square" lIns="0" tIns="0" rIns="0" bIns="0" rtlCol="0"/>
            <a:lstStyle/>
            <a:p/>
          </p:txBody>
        </p:sp>
        <p:sp>
          <p:nvSpPr>
            <p:cNvPr id="2671" name="object 2671"/>
            <p:cNvSpPr/>
            <p:nvPr/>
          </p:nvSpPr>
          <p:spPr>
            <a:xfrm>
              <a:off x="8012430" y="1280159"/>
              <a:ext cx="196850" cy="6350"/>
            </a:xfrm>
            <a:custGeom>
              <a:avLst/>
              <a:gdLst/>
              <a:ahLst/>
              <a:cxnLst/>
              <a:rect l="l" t="t" r="r" b="b"/>
              <a:pathLst>
                <a:path w="196850" h="6350">
                  <a:moveTo>
                    <a:pt x="92697" y="0"/>
                  </a:moveTo>
                  <a:lnTo>
                    <a:pt x="0" y="0"/>
                  </a:lnTo>
                  <a:lnTo>
                    <a:pt x="0" y="1270"/>
                  </a:lnTo>
                  <a:lnTo>
                    <a:pt x="0" y="5080"/>
                  </a:lnTo>
                  <a:lnTo>
                    <a:pt x="0" y="6350"/>
                  </a:lnTo>
                  <a:lnTo>
                    <a:pt x="90170" y="6350"/>
                  </a:lnTo>
                  <a:lnTo>
                    <a:pt x="90170" y="5080"/>
                  </a:lnTo>
                  <a:lnTo>
                    <a:pt x="91440" y="5080"/>
                  </a:lnTo>
                  <a:lnTo>
                    <a:pt x="91440" y="1270"/>
                  </a:lnTo>
                  <a:lnTo>
                    <a:pt x="92697" y="1270"/>
                  </a:lnTo>
                  <a:lnTo>
                    <a:pt x="92697" y="0"/>
                  </a:lnTo>
                  <a:close/>
                </a:path>
                <a:path w="196850" h="6350">
                  <a:moveTo>
                    <a:pt x="196850" y="0"/>
                  </a:moveTo>
                  <a:lnTo>
                    <a:pt x="109220" y="0"/>
                  </a:lnTo>
                  <a:lnTo>
                    <a:pt x="109220" y="2540"/>
                  </a:lnTo>
                  <a:lnTo>
                    <a:pt x="110490" y="2540"/>
                  </a:lnTo>
                  <a:lnTo>
                    <a:pt x="110490" y="6350"/>
                  </a:lnTo>
                  <a:lnTo>
                    <a:pt x="196850" y="6350"/>
                  </a:lnTo>
                  <a:lnTo>
                    <a:pt x="196850" y="2540"/>
                  </a:lnTo>
                  <a:lnTo>
                    <a:pt x="196850" y="0"/>
                  </a:lnTo>
                  <a:close/>
                </a:path>
              </a:pathLst>
            </a:custGeom>
            <a:solidFill>
              <a:srgbClr val="002047"/>
            </a:solidFill>
          </p:spPr>
          <p:txBody>
            <a:bodyPr wrap="square" lIns="0" tIns="0" rIns="0" bIns="0" rtlCol="0"/>
            <a:lstStyle/>
            <a:p/>
          </p:txBody>
        </p:sp>
        <p:sp>
          <p:nvSpPr>
            <p:cNvPr id="2672" name="object 2672"/>
            <p:cNvSpPr/>
            <p:nvPr/>
          </p:nvSpPr>
          <p:spPr>
            <a:xfrm>
              <a:off x="8012430" y="1286509"/>
              <a:ext cx="196850" cy="7620"/>
            </a:xfrm>
            <a:custGeom>
              <a:avLst/>
              <a:gdLst/>
              <a:ahLst/>
              <a:cxnLst/>
              <a:rect l="l" t="t" r="r" b="b"/>
              <a:pathLst>
                <a:path w="196850" h="7619">
                  <a:moveTo>
                    <a:pt x="90170" y="0"/>
                  </a:moveTo>
                  <a:lnTo>
                    <a:pt x="0" y="0"/>
                  </a:lnTo>
                  <a:lnTo>
                    <a:pt x="0" y="3810"/>
                  </a:lnTo>
                  <a:lnTo>
                    <a:pt x="0" y="7620"/>
                  </a:lnTo>
                  <a:lnTo>
                    <a:pt x="88900" y="7620"/>
                  </a:lnTo>
                  <a:lnTo>
                    <a:pt x="88900" y="3810"/>
                  </a:lnTo>
                  <a:lnTo>
                    <a:pt x="90170" y="3810"/>
                  </a:lnTo>
                  <a:lnTo>
                    <a:pt x="9017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00204A"/>
            </a:solidFill>
          </p:spPr>
          <p:txBody>
            <a:bodyPr wrap="square" lIns="0" tIns="0" rIns="0" bIns="0" rtlCol="0"/>
            <a:lstStyle/>
            <a:p/>
          </p:txBody>
        </p:sp>
        <p:sp>
          <p:nvSpPr>
            <p:cNvPr id="2673" name="object 2673"/>
            <p:cNvSpPr/>
            <p:nvPr/>
          </p:nvSpPr>
          <p:spPr>
            <a:xfrm>
              <a:off x="8012430" y="1294129"/>
              <a:ext cx="196850" cy="7620"/>
            </a:xfrm>
            <a:custGeom>
              <a:avLst/>
              <a:gdLst/>
              <a:ahLst/>
              <a:cxnLst/>
              <a:rect l="l" t="t" r="r" b="b"/>
              <a:pathLst>
                <a:path w="196850" h="7619">
                  <a:moveTo>
                    <a:pt x="87629" y="0"/>
                  </a:moveTo>
                  <a:lnTo>
                    <a:pt x="0" y="0"/>
                  </a:lnTo>
                  <a:lnTo>
                    <a:pt x="0" y="6350"/>
                  </a:lnTo>
                  <a:lnTo>
                    <a:pt x="87629" y="6350"/>
                  </a:lnTo>
                  <a:lnTo>
                    <a:pt x="87629" y="0"/>
                  </a:lnTo>
                  <a:close/>
                </a:path>
                <a:path w="196850" h="7619">
                  <a:moveTo>
                    <a:pt x="196850" y="0"/>
                  </a:moveTo>
                  <a:lnTo>
                    <a:pt x="111760" y="0"/>
                  </a:lnTo>
                  <a:lnTo>
                    <a:pt x="111760" y="3810"/>
                  </a:lnTo>
                  <a:lnTo>
                    <a:pt x="113029" y="3810"/>
                  </a:lnTo>
                  <a:lnTo>
                    <a:pt x="113029" y="6350"/>
                  </a:lnTo>
                  <a:lnTo>
                    <a:pt x="196850" y="6350"/>
                  </a:lnTo>
                  <a:lnTo>
                    <a:pt x="196850" y="0"/>
                  </a:lnTo>
                  <a:close/>
                </a:path>
                <a:path w="196850" h="7619">
                  <a:moveTo>
                    <a:pt x="86359" y="6350"/>
                  </a:moveTo>
                  <a:lnTo>
                    <a:pt x="0" y="6350"/>
                  </a:lnTo>
                  <a:lnTo>
                    <a:pt x="0" y="7620"/>
                  </a:lnTo>
                  <a:lnTo>
                    <a:pt x="86359" y="7620"/>
                  </a:lnTo>
                  <a:lnTo>
                    <a:pt x="86359" y="6350"/>
                  </a:lnTo>
                  <a:close/>
                </a:path>
                <a:path w="196850" h="7619">
                  <a:moveTo>
                    <a:pt x="196850" y="6350"/>
                  </a:moveTo>
                  <a:lnTo>
                    <a:pt x="113029" y="6350"/>
                  </a:lnTo>
                  <a:lnTo>
                    <a:pt x="113029" y="7620"/>
                  </a:lnTo>
                  <a:lnTo>
                    <a:pt x="196850" y="7620"/>
                  </a:lnTo>
                  <a:lnTo>
                    <a:pt x="196850" y="6350"/>
                  </a:lnTo>
                  <a:close/>
                </a:path>
              </a:pathLst>
            </a:custGeom>
            <a:solidFill>
              <a:srgbClr val="001F4C"/>
            </a:solidFill>
          </p:spPr>
          <p:txBody>
            <a:bodyPr wrap="square" lIns="0" tIns="0" rIns="0" bIns="0" rtlCol="0"/>
            <a:lstStyle/>
            <a:p/>
          </p:txBody>
        </p:sp>
        <p:sp>
          <p:nvSpPr>
            <p:cNvPr id="2674" name="object 2674"/>
            <p:cNvSpPr/>
            <p:nvPr/>
          </p:nvSpPr>
          <p:spPr>
            <a:xfrm>
              <a:off x="8012430" y="1301749"/>
              <a:ext cx="196850" cy="6350"/>
            </a:xfrm>
            <a:custGeom>
              <a:avLst/>
              <a:gdLst/>
              <a:ahLst/>
              <a:cxnLst/>
              <a:rect l="l" t="t" r="r" b="b"/>
              <a:pathLst>
                <a:path w="196850" h="6350">
                  <a:moveTo>
                    <a:pt x="86347" y="0"/>
                  </a:moveTo>
                  <a:lnTo>
                    <a:pt x="0" y="0"/>
                  </a:lnTo>
                  <a:lnTo>
                    <a:pt x="0" y="6350"/>
                  </a:lnTo>
                  <a:lnTo>
                    <a:pt x="86347" y="6350"/>
                  </a:lnTo>
                  <a:lnTo>
                    <a:pt x="86347" y="0"/>
                  </a:lnTo>
                  <a:close/>
                </a:path>
                <a:path w="196850" h="6350">
                  <a:moveTo>
                    <a:pt x="196850" y="0"/>
                  </a:moveTo>
                  <a:lnTo>
                    <a:pt x="113030" y="0"/>
                  </a:lnTo>
                  <a:lnTo>
                    <a:pt x="113030" y="6350"/>
                  </a:lnTo>
                  <a:lnTo>
                    <a:pt x="196850" y="6350"/>
                  </a:lnTo>
                  <a:lnTo>
                    <a:pt x="196850" y="0"/>
                  </a:lnTo>
                  <a:close/>
                </a:path>
              </a:pathLst>
            </a:custGeom>
            <a:solidFill>
              <a:srgbClr val="001F4E"/>
            </a:solidFill>
          </p:spPr>
          <p:txBody>
            <a:bodyPr wrap="square" lIns="0" tIns="0" rIns="0" bIns="0" rtlCol="0"/>
            <a:lstStyle/>
            <a:p/>
          </p:txBody>
        </p:sp>
        <p:sp>
          <p:nvSpPr>
            <p:cNvPr id="2675" name="object 2675"/>
            <p:cNvSpPr/>
            <p:nvPr/>
          </p:nvSpPr>
          <p:spPr>
            <a:xfrm>
              <a:off x="8012430" y="1308099"/>
              <a:ext cx="196850" cy="7620"/>
            </a:xfrm>
            <a:custGeom>
              <a:avLst/>
              <a:gdLst/>
              <a:ahLst/>
              <a:cxnLst/>
              <a:rect l="l" t="t" r="r" b="b"/>
              <a:pathLst>
                <a:path w="196850" h="7619">
                  <a:moveTo>
                    <a:pt x="86359" y="0"/>
                  </a:moveTo>
                  <a:lnTo>
                    <a:pt x="0" y="0"/>
                  </a:lnTo>
                  <a:lnTo>
                    <a:pt x="0" y="7620"/>
                  </a:lnTo>
                  <a:lnTo>
                    <a:pt x="85090" y="7620"/>
                  </a:lnTo>
                  <a:lnTo>
                    <a:pt x="85090" y="3810"/>
                  </a:lnTo>
                  <a:lnTo>
                    <a:pt x="86359" y="3810"/>
                  </a:lnTo>
                  <a:lnTo>
                    <a:pt x="86359" y="0"/>
                  </a:lnTo>
                  <a:close/>
                </a:path>
                <a:path w="196850" h="7619">
                  <a:moveTo>
                    <a:pt x="196850" y="0"/>
                  </a:moveTo>
                  <a:lnTo>
                    <a:pt x="113029" y="0"/>
                  </a:lnTo>
                  <a:lnTo>
                    <a:pt x="113029" y="3810"/>
                  </a:lnTo>
                  <a:lnTo>
                    <a:pt x="114300" y="3810"/>
                  </a:lnTo>
                  <a:lnTo>
                    <a:pt x="114300" y="7620"/>
                  </a:lnTo>
                  <a:lnTo>
                    <a:pt x="196850" y="7620"/>
                  </a:lnTo>
                  <a:lnTo>
                    <a:pt x="196850" y="0"/>
                  </a:lnTo>
                  <a:close/>
                </a:path>
              </a:pathLst>
            </a:custGeom>
            <a:solidFill>
              <a:srgbClr val="001E51"/>
            </a:solidFill>
          </p:spPr>
          <p:txBody>
            <a:bodyPr wrap="square" lIns="0" tIns="0" rIns="0" bIns="0" rtlCol="0"/>
            <a:lstStyle/>
            <a:p/>
          </p:txBody>
        </p:sp>
        <p:sp>
          <p:nvSpPr>
            <p:cNvPr id="2676" name="object 2676"/>
            <p:cNvSpPr/>
            <p:nvPr/>
          </p:nvSpPr>
          <p:spPr>
            <a:xfrm>
              <a:off x="8012430" y="1315719"/>
              <a:ext cx="196850" cy="7620"/>
            </a:xfrm>
            <a:custGeom>
              <a:avLst/>
              <a:gdLst/>
              <a:ahLst/>
              <a:cxnLst/>
              <a:rect l="l" t="t" r="r" b="b"/>
              <a:pathLst>
                <a:path w="196850" h="7619">
                  <a:moveTo>
                    <a:pt x="85090" y="0"/>
                  </a:moveTo>
                  <a:lnTo>
                    <a:pt x="0" y="0"/>
                  </a:lnTo>
                  <a:lnTo>
                    <a:pt x="0" y="7619"/>
                  </a:lnTo>
                  <a:lnTo>
                    <a:pt x="83820" y="7619"/>
                  </a:lnTo>
                  <a:lnTo>
                    <a:pt x="83820" y="5079"/>
                  </a:lnTo>
                  <a:lnTo>
                    <a:pt x="85090" y="5079"/>
                  </a:lnTo>
                  <a:lnTo>
                    <a:pt x="85090" y="0"/>
                  </a:lnTo>
                  <a:close/>
                </a:path>
                <a:path w="196850" h="7619">
                  <a:moveTo>
                    <a:pt x="196850" y="0"/>
                  </a:moveTo>
                  <a:lnTo>
                    <a:pt x="114300" y="0"/>
                  </a:lnTo>
                  <a:lnTo>
                    <a:pt x="114300" y="7619"/>
                  </a:lnTo>
                  <a:lnTo>
                    <a:pt x="196850" y="7619"/>
                  </a:lnTo>
                  <a:lnTo>
                    <a:pt x="196850" y="0"/>
                  </a:lnTo>
                  <a:close/>
                </a:path>
              </a:pathLst>
            </a:custGeom>
            <a:solidFill>
              <a:srgbClr val="001D53"/>
            </a:solidFill>
          </p:spPr>
          <p:txBody>
            <a:bodyPr wrap="square" lIns="0" tIns="0" rIns="0" bIns="0" rtlCol="0"/>
            <a:lstStyle/>
            <a:p/>
          </p:txBody>
        </p:sp>
        <p:sp>
          <p:nvSpPr>
            <p:cNvPr id="2677" name="object 2677"/>
            <p:cNvSpPr/>
            <p:nvPr/>
          </p:nvSpPr>
          <p:spPr>
            <a:xfrm>
              <a:off x="801243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001D55"/>
            </a:solidFill>
          </p:spPr>
          <p:txBody>
            <a:bodyPr wrap="square" lIns="0" tIns="0" rIns="0" bIns="0" rtlCol="0"/>
            <a:lstStyle/>
            <a:p/>
          </p:txBody>
        </p:sp>
        <p:sp>
          <p:nvSpPr>
            <p:cNvPr id="2678" name="object 2678"/>
            <p:cNvSpPr/>
            <p:nvPr/>
          </p:nvSpPr>
          <p:spPr>
            <a:xfrm>
              <a:off x="801243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001C58"/>
            </a:solidFill>
          </p:spPr>
          <p:txBody>
            <a:bodyPr wrap="square" lIns="0" tIns="0" rIns="0" bIns="0" rtlCol="0"/>
            <a:lstStyle/>
            <a:p/>
          </p:txBody>
        </p:sp>
        <p:sp>
          <p:nvSpPr>
            <p:cNvPr id="2679" name="object 2679"/>
            <p:cNvSpPr/>
            <p:nvPr/>
          </p:nvSpPr>
          <p:spPr>
            <a:xfrm>
              <a:off x="801243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001C5A"/>
            </a:solidFill>
          </p:spPr>
          <p:txBody>
            <a:bodyPr wrap="square" lIns="0" tIns="0" rIns="0" bIns="0" rtlCol="0"/>
            <a:lstStyle/>
            <a:p/>
          </p:txBody>
        </p:sp>
        <p:sp>
          <p:nvSpPr>
            <p:cNvPr id="2680" name="object 2680"/>
            <p:cNvSpPr/>
            <p:nvPr/>
          </p:nvSpPr>
          <p:spPr>
            <a:xfrm>
              <a:off x="8012430"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001B5C"/>
            </a:solidFill>
          </p:spPr>
          <p:txBody>
            <a:bodyPr wrap="square" lIns="0" tIns="0" rIns="0" bIns="0" rtlCol="0"/>
            <a:lstStyle/>
            <a:p/>
          </p:txBody>
        </p:sp>
        <p:sp>
          <p:nvSpPr>
            <p:cNvPr id="2681" name="object 2681"/>
            <p:cNvSpPr/>
            <p:nvPr/>
          </p:nvSpPr>
          <p:spPr>
            <a:xfrm>
              <a:off x="801243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A5F"/>
            </a:solidFill>
          </p:spPr>
          <p:txBody>
            <a:bodyPr wrap="square" lIns="0" tIns="0" rIns="0" bIns="0" rtlCol="0"/>
            <a:lstStyle/>
            <a:p/>
          </p:txBody>
        </p:sp>
        <p:sp>
          <p:nvSpPr>
            <p:cNvPr id="2682" name="object 2682"/>
            <p:cNvSpPr/>
            <p:nvPr/>
          </p:nvSpPr>
          <p:spPr>
            <a:xfrm>
              <a:off x="801243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A61"/>
            </a:solidFill>
          </p:spPr>
          <p:txBody>
            <a:bodyPr wrap="square" lIns="0" tIns="0" rIns="0" bIns="0" rtlCol="0"/>
            <a:lstStyle/>
            <a:p/>
          </p:txBody>
        </p:sp>
        <p:sp>
          <p:nvSpPr>
            <p:cNvPr id="2683" name="object 2683"/>
            <p:cNvSpPr/>
            <p:nvPr/>
          </p:nvSpPr>
          <p:spPr>
            <a:xfrm>
              <a:off x="801243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963"/>
            </a:solidFill>
          </p:spPr>
          <p:txBody>
            <a:bodyPr wrap="square" lIns="0" tIns="0" rIns="0" bIns="0" rtlCol="0"/>
            <a:lstStyle/>
            <a:p/>
          </p:txBody>
        </p:sp>
        <p:sp>
          <p:nvSpPr>
            <p:cNvPr id="2684" name="object 2684"/>
            <p:cNvSpPr/>
            <p:nvPr/>
          </p:nvSpPr>
          <p:spPr>
            <a:xfrm>
              <a:off x="801243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966"/>
            </a:solidFill>
          </p:spPr>
          <p:txBody>
            <a:bodyPr wrap="square" lIns="0" tIns="0" rIns="0" bIns="0" rtlCol="0"/>
            <a:lstStyle/>
            <a:p/>
          </p:txBody>
        </p:sp>
        <p:sp>
          <p:nvSpPr>
            <p:cNvPr id="2685" name="object 2685"/>
            <p:cNvSpPr/>
            <p:nvPr/>
          </p:nvSpPr>
          <p:spPr>
            <a:xfrm>
              <a:off x="801243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868"/>
            </a:solidFill>
          </p:spPr>
          <p:txBody>
            <a:bodyPr wrap="square" lIns="0" tIns="0" rIns="0" bIns="0" rtlCol="0"/>
            <a:lstStyle/>
            <a:p/>
          </p:txBody>
        </p:sp>
        <p:sp>
          <p:nvSpPr>
            <p:cNvPr id="2686" name="object 2686"/>
            <p:cNvSpPr/>
            <p:nvPr/>
          </p:nvSpPr>
          <p:spPr>
            <a:xfrm>
              <a:off x="801243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86A"/>
            </a:solidFill>
          </p:spPr>
          <p:txBody>
            <a:bodyPr wrap="square" lIns="0" tIns="0" rIns="0" bIns="0" rtlCol="0"/>
            <a:lstStyle/>
            <a:p/>
          </p:txBody>
        </p:sp>
        <p:sp>
          <p:nvSpPr>
            <p:cNvPr id="2687" name="object 2687"/>
            <p:cNvSpPr/>
            <p:nvPr/>
          </p:nvSpPr>
          <p:spPr>
            <a:xfrm>
              <a:off x="801243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76D"/>
            </a:solidFill>
          </p:spPr>
          <p:txBody>
            <a:bodyPr wrap="square" lIns="0" tIns="0" rIns="0" bIns="0" rtlCol="0"/>
            <a:lstStyle/>
            <a:p/>
          </p:txBody>
        </p:sp>
        <p:sp>
          <p:nvSpPr>
            <p:cNvPr id="2688" name="object 2688"/>
            <p:cNvSpPr/>
            <p:nvPr/>
          </p:nvSpPr>
          <p:spPr>
            <a:xfrm>
              <a:off x="801243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66F"/>
            </a:solidFill>
          </p:spPr>
          <p:txBody>
            <a:bodyPr wrap="square" lIns="0" tIns="0" rIns="0" bIns="0" rtlCol="0"/>
            <a:lstStyle/>
            <a:p/>
          </p:txBody>
        </p:sp>
        <p:sp>
          <p:nvSpPr>
            <p:cNvPr id="2689" name="object 2689"/>
            <p:cNvSpPr/>
            <p:nvPr/>
          </p:nvSpPr>
          <p:spPr>
            <a:xfrm>
              <a:off x="801243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671"/>
            </a:solidFill>
          </p:spPr>
          <p:txBody>
            <a:bodyPr wrap="square" lIns="0" tIns="0" rIns="0" bIns="0" rtlCol="0"/>
            <a:lstStyle/>
            <a:p/>
          </p:txBody>
        </p:sp>
        <p:sp>
          <p:nvSpPr>
            <p:cNvPr id="2690" name="object 2690"/>
            <p:cNvSpPr/>
            <p:nvPr/>
          </p:nvSpPr>
          <p:spPr>
            <a:xfrm>
              <a:off x="801243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574"/>
            </a:solidFill>
          </p:spPr>
          <p:txBody>
            <a:bodyPr wrap="square" lIns="0" tIns="0" rIns="0" bIns="0" rtlCol="0"/>
            <a:lstStyle/>
            <a:p/>
          </p:txBody>
        </p:sp>
        <p:sp>
          <p:nvSpPr>
            <p:cNvPr id="2691" name="object 2691"/>
            <p:cNvSpPr/>
            <p:nvPr/>
          </p:nvSpPr>
          <p:spPr>
            <a:xfrm>
              <a:off x="801243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576"/>
            </a:solidFill>
          </p:spPr>
          <p:txBody>
            <a:bodyPr wrap="square" lIns="0" tIns="0" rIns="0" bIns="0" rtlCol="0"/>
            <a:lstStyle/>
            <a:p/>
          </p:txBody>
        </p:sp>
        <p:sp>
          <p:nvSpPr>
            <p:cNvPr id="2692" name="object 2692"/>
            <p:cNvSpPr/>
            <p:nvPr/>
          </p:nvSpPr>
          <p:spPr>
            <a:xfrm>
              <a:off x="801243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478"/>
            </a:solidFill>
          </p:spPr>
          <p:txBody>
            <a:bodyPr wrap="square" lIns="0" tIns="0" rIns="0" bIns="0" rtlCol="0"/>
            <a:lstStyle/>
            <a:p/>
          </p:txBody>
        </p:sp>
        <p:sp>
          <p:nvSpPr>
            <p:cNvPr id="2693" name="object 2693"/>
            <p:cNvSpPr/>
            <p:nvPr/>
          </p:nvSpPr>
          <p:spPr>
            <a:xfrm>
              <a:off x="801243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37B"/>
            </a:solidFill>
          </p:spPr>
          <p:txBody>
            <a:bodyPr wrap="square" lIns="0" tIns="0" rIns="0" bIns="0" rtlCol="0"/>
            <a:lstStyle/>
            <a:p/>
          </p:txBody>
        </p:sp>
        <p:sp>
          <p:nvSpPr>
            <p:cNvPr id="2694" name="object 2694"/>
            <p:cNvSpPr/>
            <p:nvPr/>
          </p:nvSpPr>
          <p:spPr>
            <a:xfrm>
              <a:off x="801243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37D"/>
            </a:solidFill>
          </p:spPr>
          <p:txBody>
            <a:bodyPr wrap="square" lIns="0" tIns="0" rIns="0" bIns="0" rtlCol="0"/>
            <a:lstStyle/>
            <a:p/>
          </p:txBody>
        </p:sp>
        <p:sp>
          <p:nvSpPr>
            <p:cNvPr id="2695" name="object 2695"/>
            <p:cNvSpPr/>
            <p:nvPr/>
          </p:nvSpPr>
          <p:spPr>
            <a:xfrm>
              <a:off x="801243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27F"/>
            </a:solidFill>
          </p:spPr>
          <p:txBody>
            <a:bodyPr wrap="square" lIns="0" tIns="0" rIns="0" bIns="0" rtlCol="0"/>
            <a:lstStyle/>
            <a:p/>
          </p:txBody>
        </p:sp>
        <p:sp>
          <p:nvSpPr>
            <p:cNvPr id="2696" name="object 2696"/>
            <p:cNvSpPr/>
            <p:nvPr/>
          </p:nvSpPr>
          <p:spPr>
            <a:xfrm>
              <a:off x="801243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1282"/>
            </a:solidFill>
          </p:spPr>
          <p:txBody>
            <a:bodyPr wrap="square" lIns="0" tIns="0" rIns="0" bIns="0" rtlCol="0"/>
            <a:lstStyle/>
            <a:p/>
          </p:txBody>
        </p:sp>
        <p:sp>
          <p:nvSpPr>
            <p:cNvPr id="2697" name="object 2697"/>
            <p:cNvSpPr/>
            <p:nvPr/>
          </p:nvSpPr>
          <p:spPr>
            <a:xfrm>
              <a:off x="801243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184"/>
            </a:solidFill>
          </p:spPr>
          <p:txBody>
            <a:bodyPr wrap="square" lIns="0" tIns="0" rIns="0" bIns="0" rtlCol="0"/>
            <a:lstStyle/>
            <a:p/>
          </p:txBody>
        </p:sp>
        <p:sp>
          <p:nvSpPr>
            <p:cNvPr id="2698" name="object 2698"/>
            <p:cNvSpPr/>
            <p:nvPr/>
          </p:nvSpPr>
          <p:spPr>
            <a:xfrm>
              <a:off x="801243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087"/>
            </a:solidFill>
          </p:spPr>
          <p:txBody>
            <a:bodyPr wrap="square" lIns="0" tIns="0" rIns="0" bIns="0" rtlCol="0"/>
            <a:lstStyle/>
            <a:p/>
          </p:txBody>
        </p:sp>
        <p:sp>
          <p:nvSpPr>
            <p:cNvPr id="2699" name="object 2699"/>
            <p:cNvSpPr/>
            <p:nvPr/>
          </p:nvSpPr>
          <p:spPr>
            <a:xfrm>
              <a:off x="801243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1089"/>
            </a:solidFill>
          </p:spPr>
          <p:txBody>
            <a:bodyPr wrap="square" lIns="0" tIns="0" rIns="0" bIns="0" rtlCol="0"/>
            <a:lstStyle/>
            <a:p/>
          </p:txBody>
        </p:sp>
        <p:sp>
          <p:nvSpPr>
            <p:cNvPr id="2700" name="object 2700"/>
            <p:cNvSpPr/>
            <p:nvPr/>
          </p:nvSpPr>
          <p:spPr>
            <a:xfrm>
              <a:off x="801243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F8B"/>
            </a:solidFill>
          </p:spPr>
          <p:txBody>
            <a:bodyPr wrap="square" lIns="0" tIns="0" rIns="0" bIns="0" rtlCol="0"/>
            <a:lstStyle/>
            <a:p/>
          </p:txBody>
        </p:sp>
        <p:sp>
          <p:nvSpPr>
            <p:cNvPr id="2701" name="object 2701"/>
            <p:cNvSpPr/>
            <p:nvPr/>
          </p:nvSpPr>
          <p:spPr>
            <a:xfrm>
              <a:off x="801243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F8E"/>
            </a:solidFill>
          </p:spPr>
          <p:txBody>
            <a:bodyPr wrap="square" lIns="0" tIns="0" rIns="0" bIns="0" rtlCol="0"/>
            <a:lstStyle/>
            <a:p/>
          </p:txBody>
        </p:sp>
        <p:sp>
          <p:nvSpPr>
            <p:cNvPr id="2702" name="object 2702"/>
            <p:cNvSpPr/>
            <p:nvPr/>
          </p:nvSpPr>
          <p:spPr>
            <a:xfrm>
              <a:off x="801243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E90"/>
            </a:solidFill>
          </p:spPr>
          <p:txBody>
            <a:bodyPr wrap="square" lIns="0" tIns="0" rIns="0" bIns="0" rtlCol="0"/>
            <a:lstStyle/>
            <a:p/>
          </p:txBody>
        </p:sp>
        <p:sp>
          <p:nvSpPr>
            <p:cNvPr id="2703" name="object 2703"/>
            <p:cNvSpPr/>
            <p:nvPr/>
          </p:nvSpPr>
          <p:spPr>
            <a:xfrm>
              <a:off x="801243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E92"/>
            </a:solidFill>
          </p:spPr>
          <p:txBody>
            <a:bodyPr wrap="square" lIns="0" tIns="0" rIns="0" bIns="0" rtlCol="0"/>
            <a:lstStyle/>
            <a:p/>
          </p:txBody>
        </p:sp>
        <p:sp>
          <p:nvSpPr>
            <p:cNvPr id="2704" name="object 2704"/>
            <p:cNvSpPr/>
            <p:nvPr/>
          </p:nvSpPr>
          <p:spPr>
            <a:xfrm>
              <a:off x="801243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D95"/>
            </a:solidFill>
          </p:spPr>
          <p:txBody>
            <a:bodyPr wrap="square" lIns="0" tIns="0" rIns="0" bIns="0" rtlCol="0"/>
            <a:lstStyle/>
            <a:p/>
          </p:txBody>
        </p:sp>
        <p:sp>
          <p:nvSpPr>
            <p:cNvPr id="2705" name="object 2705"/>
            <p:cNvSpPr/>
            <p:nvPr/>
          </p:nvSpPr>
          <p:spPr>
            <a:xfrm>
              <a:off x="801243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C97"/>
            </a:solidFill>
          </p:spPr>
          <p:txBody>
            <a:bodyPr wrap="square" lIns="0" tIns="0" rIns="0" bIns="0" rtlCol="0"/>
            <a:lstStyle/>
            <a:p/>
          </p:txBody>
        </p:sp>
        <p:sp>
          <p:nvSpPr>
            <p:cNvPr id="2706" name="object 2706"/>
            <p:cNvSpPr/>
            <p:nvPr/>
          </p:nvSpPr>
          <p:spPr>
            <a:xfrm>
              <a:off x="801243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C99"/>
            </a:solidFill>
          </p:spPr>
          <p:txBody>
            <a:bodyPr wrap="square" lIns="0" tIns="0" rIns="0" bIns="0" rtlCol="0"/>
            <a:lstStyle/>
            <a:p/>
          </p:txBody>
        </p:sp>
        <p:sp>
          <p:nvSpPr>
            <p:cNvPr id="2707" name="object 2707"/>
            <p:cNvSpPr/>
            <p:nvPr/>
          </p:nvSpPr>
          <p:spPr>
            <a:xfrm>
              <a:off x="801243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B9C"/>
            </a:solidFill>
          </p:spPr>
          <p:txBody>
            <a:bodyPr wrap="square" lIns="0" tIns="0" rIns="0" bIns="0" rtlCol="0"/>
            <a:lstStyle/>
            <a:p/>
          </p:txBody>
        </p:sp>
        <p:sp>
          <p:nvSpPr>
            <p:cNvPr id="2708" name="object 2708"/>
            <p:cNvSpPr/>
            <p:nvPr/>
          </p:nvSpPr>
          <p:spPr>
            <a:xfrm>
              <a:off x="801243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B9E"/>
            </a:solidFill>
          </p:spPr>
          <p:txBody>
            <a:bodyPr wrap="square" lIns="0" tIns="0" rIns="0" bIns="0" rtlCol="0"/>
            <a:lstStyle/>
            <a:p/>
          </p:txBody>
        </p:sp>
        <p:sp>
          <p:nvSpPr>
            <p:cNvPr id="2709" name="object 2709"/>
            <p:cNvSpPr/>
            <p:nvPr/>
          </p:nvSpPr>
          <p:spPr>
            <a:xfrm>
              <a:off x="801243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AA0"/>
            </a:solidFill>
          </p:spPr>
          <p:txBody>
            <a:bodyPr wrap="square" lIns="0" tIns="0" rIns="0" bIns="0" rtlCol="0"/>
            <a:lstStyle/>
            <a:p/>
          </p:txBody>
        </p:sp>
        <p:sp>
          <p:nvSpPr>
            <p:cNvPr id="2710" name="object 2710"/>
            <p:cNvSpPr/>
            <p:nvPr/>
          </p:nvSpPr>
          <p:spPr>
            <a:xfrm>
              <a:off x="801243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9A3"/>
            </a:solidFill>
          </p:spPr>
          <p:txBody>
            <a:bodyPr wrap="square" lIns="0" tIns="0" rIns="0" bIns="0" rtlCol="0"/>
            <a:lstStyle/>
            <a:p/>
          </p:txBody>
        </p:sp>
        <p:sp>
          <p:nvSpPr>
            <p:cNvPr id="2711" name="object 2711"/>
            <p:cNvSpPr/>
            <p:nvPr/>
          </p:nvSpPr>
          <p:spPr>
            <a:xfrm>
              <a:off x="801243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9A5"/>
            </a:solidFill>
          </p:spPr>
          <p:txBody>
            <a:bodyPr wrap="square" lIns="0" tIns="0" rIns="0" bIns="0" rtlCol="0"/>
            <a:lstStyle/>
            <a:p/>
          </p:txBody>
        </p:sp>
        <p:sp>
          <p:nvSpPr>
            <p:cNvPr id="2712" name="object 2712"/>
            <p:cNvSpPr/>
            <p:nvPr/>
          </p:nvSpPr>
          <p:spPr>
            <a:xfrm>
              <a:off x="801243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8A7"/>
            </a:solidFill>
          </p:spPr>
          <p:txBody>
            <a:bodyPr wrap="square" lIns="0" tIns="0" rIns="0" bIns="0" rtlCol="0"/>
            <a:lstStyle/>
            <a:p/>
          </p:txBody>
        </p:sp>
        <p:sp>
          <p:nvSpPr>
            <p:cNvPr id="2713" name="object 2713"/>
            <p:cNvSpPr/>
            <p:nvPr/>
          </p:nvSpPr>
          <p:spPr>
            <a:xfrm>
              <a:off x="801243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8AA"/>
            </a:solidFill>
          </p:spPr>
          <p:txBody>
            <a:bodyPr wrap="square" lIns="0" tIns="0" rIns="0" bIns="0" rtlCol="0"/>
            <a:lstStyle/>
            <a:p/>
          </p:txBody>
        </p:sp>
        <p:sp>
          <p:nvSpPr>
            <p:cNvPr id="2714" name="object 2714"/>
            <p:cNvSpPr/>
            <p:nvPr/>
          </p:nvSpPr>
          <p:spPr>
            <a:xfrm>
              <a:off x="801243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7AC"/>
            </a:solidFill>
          </p:spPr>
          <p:txBody>
            <a:bodyPr wrap="square" lIns="0" tIns="0" rIns="0" bIns="0" rtlCol="0"/>
            <a:lstStyle/>
            <a:p/>
          </p:txBody>
        </p:sp>
        <p:sp>
          <p:nvSpPr>
            <p:cNvPr id="2715" name="object 2715"/>
            <p:cNvSpPr/>
            <p:nvPr/>
          </p:nvSpPr>
          <p:spPr>
            <a:xfrm>
              <a:off x="801243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7AE"/>
            </a:solidFill>
          </p:spPr>
          <p:txBody>
            <a:bodyPr wrap="square" lIns="0" tIns="0" rIns="0" bIns="0" rtlCol="0"/>
            <a:lstStyle/>
            <a:p/>
          </p:txBody>
        </p:sp>
        <p:sp>
          <p:nvSpPr>
            <p:cNvPr id="2716" name="object 2716"/>
            <p:cNvSpPr/>
            <p:nvPr/>
          </p:nvSpPr>
          <p:spPr>
            <a:xfrm>
              <a:off x="801243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6B1"/>
            </a:solidFill>
          </p:spPr>
          <p:txBody>
            <a:bodyPr wrap="square" lIns="0" tIns="0" rIns="0" bIns="0" rtlCol="0"/>
            <a:lstStyle/>
            <a:p/>
          </p:txBody>
        </p:sp>
        <p:sp>
          <p:nvSpPr>
            <p:cNvPr id="2717" name="object 2717"/>
            <p:cNvSpPr/>
            <p:nvPr/>
          </p:nvSpPr>
          <p:spPr>
            <a:xfrm>
              <a:off x="801243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5B3"/>
            </a:solidFill>
          </p:spPr>
          <p:txBody>
            <a:bodyPr wrap="square" lIns="0" tIns="0" rIns="0" bIns="0" rtlCol="0"/>
            <a:lstStyle/>
            <a:p/>
          </p:txBody>
        </p:sp>
        <p:sp>
          <p:nvSpPr>
            <p:cNvPr id="2718" name="object 2718"/>
            <p:cNvSpPr/>
            <p:nvPr/>
          </p:nvSpPr>
          <p:spPr>
            <a:xfrm>
              <a:off x="801243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5B5"/>
            </a:solidFill>
          </p:spPr>
          <p:txBody>
            <a:bodyPr wrap="square" lIns="0" tIns="0" rIns="0" bIns="0" rtlCol="0"/>
            <a:lstStyle/>
            <a:p/>
          </p:txBody>
        </p:sp>
        <p:sp>
          <p:nvSpPr>
            <p:cNvPr id="2719" name="object 2719"/>
            <p:cNvSpPr/>
            <p:nvPr/>
          </p:nvSpPr>
          <p:spPr>
            <a:xfrm>
              <a:off x="801243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4B8"/>
            </a:solidFill>
          </p:spPr>
          <p:txBody>
            <a:bodyPr wrap="square" lIns="0" tIns="0" rIns="0" bIns="0" rtlCol="0"/>
            <a:lstStyle/>
            <a:p/>
          </p:txBody>
        </p:sp>
        <p:sp>
          <p:nvSpPr>
            <p:cNvPr id="2720" name="object 2720"/>
            <p:cNvSpPr/>
            <p:nvPr/>
          </p:nvSpPr>
          <p:spPr>
            <a:xfrm>
              <a:off x="801243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4BA"/>
            </a:solidFill>
          </p:spPr>
          <p:txBody>
            <a:bodyPr wrap="square" lIns="0" tIns="0" rIns="0" bIns="0" rtlCol="0"/>
            <a:lstStyle/>
            <a:p/>
          </p:txBody>
        </p:sp>
        <p:sp>
          <p:nvSpPr>
            <p:cNvPr id="2721" name="object 2721"/>
            <p:cNvSpPr/>
            <p:nvPr/>
          </p:nvSpPr>
          <p:spPr>
            <a:xfrm>
              <a:off x="801243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3BC"/>
            </a:solidFill>
          </p:spPr>
          <p:txBody>
            <a:bodyPr wrap="square" lIns="0" tIns="0" rIns="0" bIns="0" rtlCol="0"/>
            <a:lstStyle/>
            <a:p/>
          </p:txBody>
        </p:sp>
        <p:sp>
          <p:nvSpPr>
            <p:cNvPr id="2722" name="object 2722"/>
            <p:cNvSpPr/>
            <p:nvPr/>
          </p:nvSpPr>
          <p:spPr>
            <a:xfrm>
              <a:off x="801243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0002BF"/>
            </a:solidFill>
          </p:spPr>
          <p:txBody>
            <a:bodyPr wrap="square" lIns="0" tIns="0" rIns="0" bIns="0" rtlCol="0"/>
            <a:lstStyle/>
            <a:p/>
          </p:txBody>
        </p:sp>
        <p:sp>
          <p:nvSpPr>
            <p:cNvPr id="2723" name="object 2723"/>
            <p:cNvSpPr/>
            <p:nvPr/>
          </p:nvSpPr>
          <p:spPr>
            <a:xfrm>
              <a:off x="801243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2C1"/>
            </a:solidFill>
          </p:spPr>
          <p:txBody>
            <a:bodyPr wrap="square" lIns="0" tIns="0" rIns="0" bIns="0" rtlCol="0"/>
            <a:lstStyle/>
            <a:p/>
          </p:txBody>
        </p:sp>
        <p:sp>
          <p:nvSpPr>
            <p:cNvPr id="2724" name="object 2724"/>
            <p:cNvSpPr/>
            <p:nvPr/>
          </p:nvSpPr>
          <p:spPr>
            <a:xfrm>
              <a:off x="801243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1C3"/>
            </a:solidFill>
          </p:spPr>
          <p:txBody>
            <a:bodyPr wrap="square" lIns="0" tIns="0" rIns="0" bIns="0" rtlCol="0"/>
            <a:lstStyle/>
            <a:p/>
          </p:txBody>
        </p:sp>
        <p:sp>
          <p:nvSpPr>
            <p:cNvPr id="2725" name="object 2725"/>
            <p:cNvSpPr/>
            <p:nvPr/>
          </p:nvSpPr>
          <p:spPr>
            <a:xfrm>
              <a:off x="801243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0001C6"/>
            </a:solidFill>
          </p:spPr>
          <p:txBody>
            <a:bodyPr wrap="square" lIns="0" tIns="0" rIns="0" bIns="0" rtlCol="0"/>
            <a:lstStyle/>
            <a:p/>
          </p:txBody>
        </p:sp>
      </p:grpSp>
      <p:grpSp>
        <p:nvGrpSpPr>
          <p:cNvPr id="2726" name="object 2726"/>
          <p:cNvGrpSpPr/>
          <p:nvPr/>
        </p:nvGrpSpPr>
        <p:grpSpPr>
          <a:xfrm>
            <a:off x="8298180" y="1056639"/>
            <a:ext cx="214629" cy="633730"/>
            <a:chOff x="8298180" y="1056639"/>
            <a:chExt cx="214629" cy="633730"/>
          </a:xfrm>
        </p:grpSpPr>
        <p:sp>
          <p:nvSpPr>
            <p:cNvPr id="2727" name="object 2727"/>
            <p:cNvSpPr/>
            <p:nvPr/>
          </p:nvSpPr>
          <p:spPr>
            <a:xfrm>
              <a:off x="8379460" y="1056639"/>
              <a:ext cx="46990" cy="6350"/>
            </a:xfrm>
            <a:custGeom>
              <a:avLst/>
              <a:gdLst/>
              <a:ahLst/>
              <a:cxnLst/>
              <a:rect l="l" t="t" r="r" b="b"/>
              <a:pathLst>
                <a:path w="46990" h="6350">
                  <a:moveTo>
                    <a:pt x="46990" y="5080"/>
                  </a:moveTo>
                  <a:lnTo>
                    <a:pt x="0" y="5080"/>
                  </a:lnTo>
                  <a:lnTo>
                    <a:pt x="0" y="6350"/>
                  </a:lnTo>
                  <a:lnTo>
                    <a:pt x="46990" y="6350"/>
                  </a:lnTo>
                  <a:lnTo>
                    <a:pt x="46990" y="5080"/>
                  </a:lnTo>
                  <a:close/>
                </a:path>
                <a:path w="46990" h="6350">
                  <a:moveTo>
                    <a:pt x="44450" y="3810"/>
                  </a:moveTo>
                  <a:lnTo>
                    <a:pt x="2540" y="3810"/>
                  </a:lnTo>
                  <a:lnTo>
                    <a:pt x="2540" y="5080"/>
                  </a:lnTo>
                  <a:lnTo>
                    <a:pt x="44450" y="5080"/>
                  </a:lnTo>
                  <a:lnTo>
                    <a:pt x="44450" y="3810"/>
                  </a:lnTo>
                  <a:close/>
                </a:path>
                <a:path w="46990" h="6350">
                  <a:moveTo>
                    <a:pt x="43179" y="2539"/>
                  </a:moveTo>
                  <a:lnTo>
                    <a:pt x="6350" y="2539"/>
                  </a:lnTo>
                  <a:lnTo>
                    <a:pt x="6350" y="3810"/>
                  </a:lnTo>
                  <a:lnTo>
                    <a:pt x="43179" y="3810"/>
                  </a:lnTo>
                  <a:lnTo>
                    <a:pt x="43179" y="2539"/>
                  </a:lnTo>
                  <a:close/>
                </a:path>
                <a:path w="46990" h="6350">
                  <a:moveTo>
                    <a:pt x="33020" y="1270"/>
                  </a:moveTo>
                  <a:lnTo>
                    <a:pt x="11430" y="1270"/>
                  </a:lnTo>
                  <a:lnTo>
                    <a:pt x="11430" y="2539"/>
                  </a:lnTo>
                  <a:lnTo>
                    <a:pt x="33020" y="2539"/>
                  </a:lnTo>
                  <a:lnTo>
                    <a:pt x="33020" y="1270"/>
                  </a:lnTo>
                  <a:close/>
                </a:path>
                <a:path w="46990" h="6350">
                  <a:moveTo>
                    <a:pt x="24130" y="0"/>
                  </a:moveTo>
                  <a:lnTo>
                    <a:pt x="22860" y="0"/>
                  </a:lnTo>
                  <a:lnTo>
                    <a:pt x="22860" y="1270"/>
                  </a:lnTo>
                  <a:lnTo>
                    <a:pt x="24130" y="1270"/>
                  </a:lnTo>
                  <a:lnTo>
                    <a:pt x="24130" y="0"/>
                  </a:lnTo>
                  <a:close/>
                </a:path>
              </a:pathLst>
            </a:custGeom>
            <a:solidFill>
              <a:srgbClr val="003300"/>
            </a:solidFill>
          </p:spPr>
          <p:txBody>
            <a:bodyPr wrap="square" lIns="0" tIns="0" rIns="0" bIns="0" rtlCol="0"/>
            <a:lstStyle/>
            <a:p/>
          </p:txBody>
        </p:sp>
        <p:sp>
          <p:nvSpPr>
            <p:cNvPr id="2728" name="object 2728"/>
            <p:cNvSpPr/>
            <p:nvPr/>
          </p:nvSpPr>
          <p:spPr>
            <a:xfrm>
              <a:off x="8369300" y="1062989"/>
              <a:ext cx="72390" cy="7620"/>
            </a:xfrm>
            <a:custGeom>
              <a:avLst/>
              <a:gdLst/>
              <a:ahLst/>
              <a:cxnLst/>
              <a:rect l="l" t="t" r="r" b="b"/>
              <a:pathLst>
                <a:path w="72390" h="7619">
                  <a:moveTo>
                    <a:pt x="72390" y="6350"/>
                  </a:moveTo>
                  <a:lnTo>
                    <a:pt x="0" y="6350"/>
                  </a:lnTo>
                  <a:lnTo>
                    <a:pt x="0" y="7620"/>
                  </a:lnTo>
                  <a:lnTo>
                    <a:pt x="72390" y="7620"/>
                  </a:lnTo>
                  <a:lnTo>
                    <a:pt x="72390" y="6350"/>
                  </a:lnTo>
                  <a:close/>
                </a:path>
                <a:path w="72390" h="7619">
                  <a:moveTo>
                    <a:pt x="71120" y="5080"/>
                  </a:moveTo>
                  <a:lnTo>
                    <a:pt x="1270" y="5080"/>
                  </a:lnTo>
                  <a:lnTo>
                    <a:pt x="1270" y="6350"/>
                  </a:lnTo>
                  <a:lnTo>
                    <a:pt x="71120" y="6350"/>
                  </a:lnTo>
                  <a:lnTo>
                    <a:pt x="71120" y="5080"/>
                  </a:lnTo>
                  <a:close/>
                </a:path>
                <a:path w="72390" h="7619">
                  <a:moveTo>
                    <a:pt x="69850" y="3810"/>
                  </a:moveTo>
                  <a:lnTo>
                    <a:pt x="2540" y="3810"/>
                  </a:lnTo>
                  <a:lnTo>
                    <a:pt x="2540" y="5080"/>
                  </a:lnTo>
                  <a:lnTo>
                    <a:pt x="69850" y="5080"/>
                  </a:lnTo>
                  <a:lnTo>
                    <a:pt x="69850" y="3810"/>
                  </a:lnTo>
                  <a:close/>
                </a:path>
                <a:path w="72390" h="7619">
                  <a:moveTo>
                    <a:pt x="66039" y="2539"/>
                  </a:moveTo>
                  <a:lnTo>
                    <a:pt x="5079" y="2539"/>
                  </a:lnTo>
                  <a:lnTo>
                    <a:pt x="5079" y="3810"/>
                  </a:lnTo>
                  <a:lnTo>
                    <a:pt x="66039" y="3810"/>
                  </a:lnTo>
                  <a:lnTo>
                    <a:pt x="66039" y="2539"/>
                  </a:lnTo>
                  <a:close/>
                </a:path>
                <a:path w="72390" h="7619">
                  <a:moveTo>
                    <a:pt x="63500" y="1270"/>
                  </a:moveTo>
                  <a:lnTo>
                    <a:pt x="6350" y="1270"/>
                  </a:lnTo>
                  <a:lnTo>
                    <a:pt x="6350" y="2539"/>
                  </a:lnTo>
                  <a:lnTo>
                    <a:pt x="63500" y="2539"/>
                  </a:lnTo>
                  <a:lnTo>
                    <a:pt x="63500" y="1270"/>
                  </a:lnTo>
                  <a:close/>
                </a:path>
                <a:path w="72390" h="7619">
                  <a:moveTo>
                    <a:pt x="60960" y="0"/>
                  </a:moveTo>
                  <a:lnTo>
                    <a:pt x="7620" y="0"/>
                  </a:lnTo>
                  <a:lnTo>
                    <a:pt x="7620" y="1270"/>
                  </a:lnTo>
                  <a:lnTo>
                    <a:pt x="60960" y="1270"/>
                  </a:lnTo>
                  <a:lnTo>
                    <a:pt x="60960" y="0"/>
                  </a:lnTo>
                  <a:close/>
                </a:path>
              </a:pathLst>
            </a:custGeom>
            <a:solidFill>
              <a:srgbClr val="003301"/>
            </a:solidFill>
          </p:spPr>
          <p:txBody>
            <a:bodyPr wrap="square" lIns="0" tIns="0" rIns="0" bIns="0" rtlCol="0"/>
            <a:lstStyle/>
            <a:p/>
          </p:txBody>
        </p:sp>
        <p:sp>
          <p:nvSpPr>
            <p:cNvPr id="2729" name="object 2729"/>
            <p:cNvSpPr/>
            <p:nvPr/>
          </p:nvSpPr>
          <p:spPr>
            <a:xfrm>
              <a:off x="8362950"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90" y="3810"/>
                  </a:moveTo>
                  <a:lnTo>
                    <a:pt x="1270" y="3810"/>
                  </a:lnTo>
                  <a:lnTo>
                    <a:pt x="1270" y="5079"/>
                  </a:lnTo>
                  <a:lnTo>
                    <a:pt x="85090" y="5079"/>
                  </a:lnTo>
                  <a:lnTo>
                    <a:pt x="85090" y="3810"/>
                  </a:lnTo>
                  <a:close/>
                </a:path>
                <a:path w="86359" h="6350">
                  <a:moveTo>
                    <a:pt x="83820" y="2539"/>
                  </a:moveTo>
                  <a:lnTo>
                    <a:pt x="2540" y="2539"/>
                  </a:lnTo>
                  <a:lnTo>
                    <a:pt x="2540" y="3810"/>
                  </a:lnTo>
                  <a:lnTo>
                    <a:pt x="83820" y="3810"/>
                  </a:lnTo>
                  <a:lnTo>
                    <a:pt x="83820"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03103"/>
            </a:solidFill>
          </p:spPr>
          <p:txBody>
            <a:bodyPr wrap="square" lIns="0" tIns="0" rIns="0" bIns="0" rtlCol="0"/>
            <a:lstStyle/>
            <a:p/>
          </p:txBody>
        </p:sp>
        <p:sp>
          <p:nvSpPr>
            <p:cNvPr id="2730" name="object 2730"/>
            <p:cNvSpPr/>
            <p:nvPr/>
          </p:nvSpPr>
          <p:spPr>
            <a:xfrm>
              <a:off x="835533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03105"/>
            </a:solidFill>
          </p:spPr>
          <p:txBody>
            <a:bodyPr wrap="square" lIns="0" tIns="0" rIns="0" bIns="0" rtlCol="0"/>
            <a:lstStyle/>
            <a:p/>
          </p:txBody>
        </p:sp>
        <p:sp>
          <p:nvSpPr>
            <p:cNvPr id="2731" name="object 2731"/>
            <p:cNvSpPr/>
            <p:nvPr/>
          </p:nvSpPr>
          <p:spPr>
            <a:xfrm>
              <a:off x="8348980" y="1084579"/>
              <a:ext cx="113030" cy="7620"/>
            </a:xfrm>
            <a:custGeom>
              <a:avLst/>
              <a:gdLst/>
              <a:ahLst/>
              <a:cxnLst/>
              <a:rect l="l" t="t" r="r" b="b"/>
              <a:pathLst>
                <a:path w="113029" h="7619">
                  <a:moveTo>
                    <a:pt x="113030" y="6350"/>
                  </a:moveTo>
                  <a:lnTo>
                    <a:pt x="111760" y="6350"/>
                  </a:lnTo>
                  <a:lnTo>
                    <a:pt x="111760"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03008"/>
            </a:solidFill>
          </p:spPr>
          <p:txBody>
            <a:bodyPr wrap="square" lIns="0" tIns="0" rIns="0" bIns="0" rtlCol="0"/>
            <a:lstStyle/>
            <a:p/>
          </p:txBody>
        </p:sp>
        <p:sp>
          <p:nvSpPr>
            <p:cNvPr id="2732" name="object 2732"/>
            <p:cNvSpPr/>
            <p:nvPr/>
          </p:nvSpPr>
          <p:spPr>
            <a:xfrm>
              <a:off x="834644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0300A"/>
            </a:solidFill>
          </p:spPr>
          <p:txBody>
            <a:bodyPr wrap="square" lIns="0" tIns="0" rIns="0" bIns="0" rtlCol="0"/>
            <a:lstStyle/>
            <a:p/>
          </p:txBody>
        </p:sp>
        <p:sp>
          <p:nvSpPr>
            <p:cNvPr id="2733" name="object 2733"/>
            <p:cNvSpPr/>
            <p:nvPr/>
          </p:nvSpPr>
          <p:spPr>
            <a:xfrm>
              <a:off x="834263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02F0C"/>
            </a:solidFill>
          </p:spPr>
          <p:txBody>
            <a:bodyPr wrap="square" lIns="0" tIns="0" rIns="0" bIns="0" rtlCol="0"/>
            <a:lstStyle/>
            <a:p/>
          </p:txBody>
        </p:sp>
        <p:sp>
          <p:nvSpPr>
            <p:cNvPr id="2734" name="object 2734"/>
            <p:cNvSpPr/>
            <p:nvPr/>
          </p:nvSpPr>
          <p:spPr>
            <a:xfrm>
              <a:off x="8337550" y="1106169"/>
              <a:ext cx="137160" cy="7620"/>
            </a:xfrm>
            <a:custGeom>
              <a:avLst/>
              <a:gdLst/>
              <a:ahLst/>
              <a:cxnLst/>
              <a:rect l="l" t="t" r="r" b="b"/>
              <a:pathLst>
                <a:path w="137159"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59"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02E0F"/>
            </a:solidFill>
          </p:spPr>
          <p:txBody>
            <a:bodyPr wrap="square" lIns="0" tIns="0" rIns="0" bIns="0" rtlCol="0"/>
            <a:lstStyle/>
            <a:p/>
          </p:txBody>
        </p:sp>
        <p:sp>
          <p:nvSpPr>
            <p:cNvPr id="2735" name="object 2735"/>
            <p:cNvSpPr/>
            <p:nvPr/>
          </p:nvSpPr>
          <p:spPr>
            <a:xfrm>
              <a:off x="8335010" y="1113789"/>
              <a:ext cx="142240" cy="6350"/>
            </a:xfrm>
            <a:custGeom>
              <a:avLst/>
              <a:gdLst/>
              <a:ahLst/>
              <a:cxnLst/>
              <a:rect l="l" t="t" r="r" b="b"/>
              <a:pathLst>
                <a:path w="142240"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02E11"/>
            </a:solidFill>
          </p:spPr>
          <p:txBody>
            <a:bodyPr wrap="square" lIns="0" tIns="0" rIns="0" bIns="0" rtlCol="0"/>
            <a:lstStyle/>
            <a:p/>
          </p:txBody>
        </p:sp>
        <p:sp>
          <p:nvSpPr>
            <p:cNvPr id="2736" name="object 2736"/>
            <p:cNvSpPr/>
            <p:nvPr/>
          </p:nvSpPr>
          <p:spPr>
            <a:xfrm>
              <a:off x="8332470" y="1120139"/>
              <a:ext cx="147320" cy="7620"/>
            </a:xfrm>
            <a:custGeom>
              <a:avLst/>
              <a:gdLst/>
              <a:ahLst/>
              <a:cxnLst/>
              <a:rect l="l" t="t" r="r" b="b"/>
              <a:pathLst>
                <a:path w="147320" h="7619">
                  <a:moveTo>
                    <a:pt x="147320" y="5080"/>
                  </a:moveTo>
                  <a:lnTo>
                    <a:pt x="146050" y="508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5080"/>
                  </a:lnTo>
                  <a:lnTo>
                    <a:pt x="0" y="7620"/>
                  </a:lnTo>
                  <a:lnTo>
                    <a:pt x="147320" y="7620"/>
                  </a:lnTo>
                  <a:lnTo>
                    <a:pt x="147320" y="5080"/>
                  </a:lnTo>
                  <a:close/>
                </a:path>
              </a:pathLst>
            </a:custGeom>
            <a:solidFill>
              <a:srgbClr val="002D13"/>
            </a:solidFill>
          </p:spPr>
          <p:txBody>
            <a:bodyPr wrap="square" lIns="0" tIns="0" rIns="0" bIns="0" rtlCol="0"/>
            <a:lstStyle/>
            <a:p/>
          </p:txBody>
        </p:sp>
        <p:sp>
          <p:nvSpPr>
            <p:cNvPr id="2737" name="object 2737"/>
            <p:cNvSpPr/>
            <p:nvPr/>
          </p:nvSpPr>
          <p:spPr>
            <a:xfrm>
              <a:off x="8328660" y="1127759"/>
              <a:ext cx="154940" cy="7620"/>
            </a:xfrm>
            <a:custGeom>
              <a:avLst/>
              <a:gdLst/>
              <a:ahLst/>
              <a:cxnLst/>
              <a:rect l="l" t="t" r="r" b="b"/>
              <a:pathLst>
                <a:path w="154940" h="7619">
                  <a:moveTo>
                    <a:pt x="154940" y="6350"/>
                  </a:moveTo>
                  <a:lnTo>
                    <a:pt x="153670" y="6350"/>
                  </a:lnTo>
                  <a:lnTo>
                    <a:pt x="153670" y="5080"/>
                  </a:lnTo>
                  <a:lnTo>
                    <a:pt x="153670" y="2540"/>
                  </a:lnTo>
                  <a:lnTo>
                    <a:pt x="152400" y="2540"/>
                  </a:lnTo>
                  <a:lnTo>
                    <a:pt x="152400" y="0"/>
                  </a:lnTo>
                  <a:lnTo>
                    <a:pt x="2540" y="0"/>
                  </a:lnTo>
                  <a:lnTo>
                    <a:pt x="2540" y="2540"/>
                  </a:lnTo>
                  <a:lnTo>
                    <a:pt x="1270" y="2540"/>
                  </a:lnTo>
                  <a:lnTo>
                    <a:pt x="1270" y="5080"/>
                  </a:lnTo>
                  <a:lnTo>
                    <a:pt x="0" y="5080"/>
                  </a:lnTo>
                  <a:lnTo>
                    <a:pt x="0" y="6350"/>
                  </a:lnTo>
                  <a:lnTo>
                    <a:pt x="0" y="7620"/>
                  </a:lnTo>
                  <a:lnTo>
                    <a:pt x="154940" y="7620"/>
                  </a:lnTo>
                  <a:lnTo>
                    <a:pt x="154940" y="6350"/>
                  </a:lnTo>
                  <a:close/>
                </a:path>
              </a:pathLst>
            </a:custGeom>
            <a:solidFill>
              <a:srgbClr val="002D15"/>
            </a:solidFill>
          </p:spPr>
          <p:txBody>
            <a:bodyPr wrap="square" lIns="0" tIns="0" rIns="0" bIns="0" rtlCol="0"/>
            <a:lstStyle/>
            <a:p/>
          </p:txBody>
        </p:sp>
        <p:sp>
          <p:nvSpPr>
            <p:cNvPr id="2738" name="object 2738"/>
            <p:cNvSpPr/>
            <p:nvPr/>
          </p:nvSpPr>
          <p:spPr>
            <a:xfrm>
              <a:off x="8327390" y="1135379"/>
              <a:ext cx="157480" cy="6350"/>
            </a:xfrm>
            <a:custGeom>
              <a:avLst/>
              <a:gdLst/>
              <a:ahLst/>
              <a:cxnLst/>
              <a:rect l="l" t="t" r="r" b="b"/>
              <a:pathLst>
                <a:path w="157479" h="6350">
                  <a:moveTo>
                    <a:pt x="157480" y="3810"/>
                  </a:moveTo>
                  <a:lnTo>
                    <a:pt x="156210" y="3810"/>
                  </a:lnTo>
                  <a:lnTo>
                    <a:pt x="156210" y="2540"/>
                  </a:lnTo>
                  <a:lnTo>
                    <a:pt x="156210" y="0"/>
                  </a:lnTo>
                  <a:lnTo>
                    <a:pt x="1270" y="0"/>
                  </a:lnTo>
                  <a:lnTo>
                    <a:pt x="1270" y="2540"/>
                  </a:lnTo>
                  <a:lnTo>
                    <a:pt x="0" y="2540"/>
                  </a:lnTo>
                  <a:lnTo>
                    <a:pt x="0" y="3810"/>
                  </a:lnTo>
                  <a:lnTo>
                    <a:pt x="0" y="6350"/>
                  </a:lnTo>
                  <a:lnTo>
                    <a:pt x="157480" y="6350"/>
                  </a:lnTo>
                  <a:lnTo>
                    <a:pt x="157480" y="3810"/>
                  </a:lnTo>
                  <a:close/>
                </a:path>
              </a:pathLst>
            </a:custGeom>
            <a:solidFill>
              <a:srgbClr val="002C18"/>
            </a:solidFill>
          </p:spPr>
          <p:txBody>
            <a:bodyPr wrap="square" lIns="0" tIns="0" rIns="0" bIns="0" rtlCol="0"/>
            <a:lstStyle/>
            <a:p/>
          </p:txBody>
        </p:sp>
        <p:sp>
          <p:nvSpPr>
            <p:cNvPr id="2739" name="object 2739"/>
            <p:cNvSpPr/>
            <p:nvPr/>
          </p:nvSpPr>
          <p:spPr>
            <a:xfrm>
              <a:off x="8324850" y="1141729"/>
              <a:ext cx="162560" cy="7620"/>
            </a:xfrm>
            <a:custGeom>
              <a:avLst/>
              <a:gdLst/>
              <a:ahLst/>
              <a:cxnLst/>
              <a:rect l="l" t="t" r="r" b="b"/>
              <a:pathLst>
                <a:path w="162559" h="7619">
                  <a:moveTo>
                    <a:pt x="161290" y="2540"/>
                  </a:moveTo>
                  <a:lnTo>
                    <a:pt x="160020" y="2540"/>
                  </a:lnTo>
                  <a:lnTo>
                    <a:pt x="160020" y="1270"/>
                  </a:lnTo>
                  <a:lnTo>
                    <a:pt x="160020" y="0"/>
                  </a:lnTo>
                  <a:lnTo>
                    <a:pt x="2540" y="0"/>
                  </a:lnTo>
                  <a:lnTo>
                    <a:pt x="2540" y="1270"/>
                  </a:lnTo>
                  <a:lnTo>
                    <a:pt x="1270" y="1270"/>
                  </a:lnTo>
                  <a:lnTo>
                    <a:pt x="1270" y="2540"/>
                  </a:lnTo>
                  <a:lnTo>
                    <a:pt x="1270" y="6350"/>
                  </a:lnTo>
                  <a:lnTo>
                    <a:pt x="161290" y="6350"/>
                  </a:lnTo>
                  <a:lnTo>
                    <a:pt x="161290" y="2540"/>
                  </a:lnTo>
                  <a:close/>
                </a:path>
                <a:path w="162559" h="7619">
                  <a:moveTo>
                    <a:pt x="162560" y="6362"/>
                  </a:moveTo>
                  <a:lnTo>
                    <a:pt x="0" y="6362"/>
                  </a:lnTo>
                  <a:lnTo>
                    <a:pt x="0" y="7620"/>
                  </a:lnTo>
                  <a:lnTo>
                    <a:pt x="162560" y="7620"/>
                  </a:lnTo>
                  <a:lnTo>
                    <a:pt x="162560" y="6362"/>
                  </a:lnTo>
                  <a:close/>
                </a:path>
              </a:pathLst>
            </a:custGeom>
            <a:solidFill>
              <a:srgbClr val="002C1A"/>
            </a:solidFill>
          </p:spPr>
          <p:txBody>
            <a:bodyPr wrap="square" lIns="0" tIns="0" rIns="0" bIns="0" rtlCol="0"/>
            <a:lstStyle/>
            <a:p/>
          </p:txBody>
        </p:sp>
        <p:sp>
          <p:nvSpPr>
            <p:cNvPr id="2740" name="object 2740"/>
            <p:cNvSpPr/>
            <p:nvPr/>
          </p:nvSpPr>
          <p:spPr>
            <a:xfrm>
              <a:off x="8323580" y="1149349"/>
              <a:ext cx="165100" cy="7620"/>
            </a:xfrm>
            <a:custGeom>
              <a:avLst/>
              <a:gdLst/>
              <a:ahLst/>
              <a:cxnLst/>
              <a:rect l="l" t="t" r="r" b="b"/>
              <a:pathLst>
                <a:path w="165100" h="7619">
                  <a:moveTo>
                    <a:pt x="165100" y="3810"/>
                  </a:moveTo>
                  <a:lnTo>
                    <a:pt x="163830" y="3810"/>
                  </a:lnTo>
                  <a:lnTo>
                    <a:pt x="163830" y="0"/>
                  </a:lnTo>
                  <a:lnTo>
                    <a:pt x="1270" y="0"/>
                  </a:lnTo>
                  <a:lnTo>
                    <a:pt x="1270" y="3810"/>
                  </a:lnTo>
                  <a:lnTo>
                    <a:pt x="0" y="3810"/>
                  </a:lnTo>
                  <a:lnTo>
                    <a:pt x="0" y="7620"/>
                  </a:lnTo>
                  <a:lnTo>
                    <a:pt x="165100" y="7620"/>
                  </a:lnTo>
                  <a:lnTo>
                    <a:pt x="165100" y="3810"/>
                  </a:lnTo>
                  <a:close/>
                </a:path>
              </a:pathLst>
            </a:custGeom>
            <a:solidFill>
              <a:srgbClr val="002B1C"/>
            </a:solidFill>
          </p:spPr>
          <p:txBody>
            <a:bodyPr wrap="square" lIns="0" tIns="0" rIns="0" bIns="0" rtlCol="0"/>
            <a:lstStyle/>
            <a:p/>
          </p:txBody>
        </p:sp>
        <p:sp>
          <p:nvSpPr>
            <p:cNvPr id="2741" name="object 2741"/>
            <p:cNvSpPr/>
            <p:nvPr/>
          </p:nvSpPr>
          <p:spPr>
            <a:xfrm>
              <a:off x="8321040" y="1156969"/>
              <a:ext cx="168910" cy="6350"/>
            </a:xfrm>
            <a:custGeom>
              <a:avLst/>
              <a:gdLst/>
              <a:ahLst/>
              <a:cxnLst/>
              <a:rect l="l" t="t" r="r" b="b"/>
              <a:pathLst>
                <a:path w="168909" h="6350">
                  <a:moveTo>
                    <a:pt x="168910" y="1270"/>
                  </a:moveTo>
                  <a:lnTo>
                    <a:pt x="167640" y="1270"/>
                  </a:lnTo>
                  <a:lnTo>
                    <a:pt x="167640" y="0"/>
                  </a:lnTo>
                  <a:lnTo>
                    <a:pt x="2540" y="0"/>
                  </a:lnTo>
                  <a:lnTo>
                    <a:pt x="2540" y="1270"/>
                  </a:lnTo>
                  <a:lnTo>
                    <a:pt x="1270" y="1270"/>
                  </a:lnTo>
                  <a:lnTo>
                    <a:pt x="1270" y="5080"/>
                  </a:lnTo>
                  <a:lnTo>
                    <a:pt x="0" y="5080"/>
                  </a:lnTo>
                  <a:lnTo>
                    <a:pt x="0" y="6350"/>
                  </a:lnTo>
                  <a:lnTo>
                    <a:pt x="168910" y="6350"/>
                  </a:lnTo>
                  <a:lnTo>
                    <a:pt x="168910" y="5080"/>
                  </a:lnTo>
                  <a:lnTo>
                    <a:pt x="168910" y="1270"/>
                  </a:lnTo>
                  <a:close/>
                </a:path>
              </a:pathLst>
            </a:custGeom>
            <a:solidFill>
              <a:srgbClr val="002A1F"/>
            </a:solidFill>
          </p:spPr>
          <p:txBody>
            <a:bodyPr wrap="square" lIns="0" tIns="0" rIns="0" bIns="0" rtlCol="0"/>
            <a:lstStyle/>
            <a:p/>
          </p:txBody>
        </p:sp>
        <p:sp>
          <p:nvSpPr>
            <p:cNvPr id="2742" name="object 2742"/>
            <p:cNvSpPr/>
            <p:nvPr/>
          </p:nvSpPr>
          <p:spPr>
            <a:xfrm>
              <a:off x="8319770" y="1163319"/>
              <a:ext cx="172720" cy="7620"/>
            </a:xfrm>
            <a:custGeom>
              <a:avLst/>
              <a:gdLst/>
              <a:ahLst/>
              <a:cxnLst/>
              <a:rect l="l" t="t" r="r" b="b"/>
              <a:pathLst>
                <a:path w="172720" h="7619">
                  <a:moveTo>
                    <a:pt x="172720" y="6350"/>
                  </a:moveTo>
                  <a:lnTo>
                    <a:pt x="171450" y="6350"/>
                  </a:lnTo>
                  <a:lnTo>
                    <a:pt x="171450" y="3810"/>
                  </a:lnTo>
                  <a:lnTo>
                    <a:pt x="171450" y="1270"/>
                  </a:lnTo>
                  <a:lnTo>
                    <a:pt x="170180" y="1270"/>
                  </a:lnTo>
                  <a:lnTo>
                    <a:pt x="170180" y="0"/>
                  </a:lnTo>
                  <a:lnTo>
                    <a:pt x="1270" y="0"/>
                  </a:lnTo>
                  <a:lnTo>
                    <a:pt x="1270" y="1270"/>
                  </a:lnTo>
                  <a:lnTo>
                    <a:pt x="1270" y="3810"/>
                  </a:lnTo>
                  <a:lnTo>
                    <a:pt x="0" y="3810"/>
                  </a:lnTo>
                  <a:lnTo>
                    <a:pt x="0" y="6350"/>
                  </a:lnTo>
                  <a:lnTo>
                    <a:pt x="0" y="7620"/>
                  </a:lnTo>
                  <a:lnTo>
                    <a:pt x="172720" y="7620"/>
                  </a:lnTo>
                  <a:lnTo>
                    <a:pt x="172720" y="6350"/>
                  </a:lnTo>
                  <a:close/>
                </a:path>
              </a:pathLst>
            </a:custGeom>
            <a:solidFill>
              <a:srgbClr val="002A21"/>
            </a:solidFill>
          </p:spPr>
          <p:txBody>
            <a:bodyPr wrap="square" lIns="0" tIns="0" rIns="0" bIns="0" rtlCol="0"/>
            <a:lstStyle/>
            <a:p/>
          </p:txBody>
        </p:sp>
        <p:sp>
          <p:nvSpPr>
            <p:cNvPr id="2743" name="object 2743"/>
            <p:cNvSpPr/>
            <p:nvPr/>
          </p:nvSpPr>
          <p:spPr>
            <a:xfrm>
              <a:off x="8317230" y="1170939"/>
              <a:ext cx="176530" cy="7620"/>
            </a:xfrm>
            <a:custGeom>
              <a:avLst/>
              <a:gdLst/>
              <a:ahLst/>
              <a:cxnLst/>
              <a:rect l="l" t="t" r="r" b="b"/>
              <a:pathLst>
                <a:path w="176529" h="7619">
                  <a:moveTo>
                    <a:pt x="176530" y="3810"/>
                  </a:moveTo>
                  <a:lnTo>
                    <a:pt x="175260" y="3810"/>
                  </a:lnTo>
                  <a:lnTo>
                    <a:pt x="175260" y="0"/>
                  </a:lnTo>
                  <a:lnTo>
                    <a:pt x="1270" y="0"/>
                  </a:lnTo>
                  <a:lnTo>
                    <a:pt x="1270" y="3810"/>
                  </a:lnTo>
                  <a:lnTo>
                    <a:pt x="1270" y="5080"/>
                  </a:lnTo>
                  <a:lnTo>
                    <a:pt x="0" y="5080"/>
                  </a:lnTo>
                  <a:lnTo>
                    <a:pt x="0" y="7620"/>
                  </a:lnTo>
                  <a:lnTo>
                    <a:pt x="176530" y="7620"/>
                  </a:lnTo>
                  <a:lnTo>
                    <a:pt x="176530" y="5080"/>
                  </a:lnTo>
                  <a:lnTo>
                    <a:pt x="176530" y="3810"/>
                  </a:lnTo>
                  <a:close/>
                </a:path>
              </a:pathLst>
            </a:custGeom>
            <a:solidFill>
              <a:srgbClr val="002923"/>
            </a:solidFill>
          </p:spPr>
          <p:txBody>
            <a:bodyPr wrap="square" lIns="0" tIns="0" rIns="0" bIns="0" rtlCol="0"/>
            <a:lstStyle/>
            <a:p/>
          </p:txBody>
        </p:sp>
        <p:sp>
          <p:nvSpPr>
            <p:cNvPr id="2744" name="object 2744"/>
            <p:cNvSpPr/>
            <p:nvPr/>
          </p:nvSpPr>
          <p:spPr>
            <a:xfrm>
              <a:off x="831596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002925"/>
            </a:solidFill>
          </p:spPr>
          <p:txBody>
            <a:bodyPr wrap="square" lIns="0" tIns="0" rIns="0" bIns="0" rtlCol="0"/>
            <a:lstStyle/>
            <a:p/>
          </p:txBody>
        </p:sp>
        <p:sp>
          <p:nvSpPr>
            <p:cNvPr id="2745" name="object 2745"/>
            <p:cNvSpPr/>
            <p:nvPr/>
          </p:nvSpPr>
          <p:spPr>
            <a:xfrm>
              <a:off x="831342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002828"/>
            </a:solidFill>
          </p:spPr>
          <p:txBody>
            <a:bodyPr wrap="square" lIns="0" tIns="0" rIns="0" bIns="0" rtlCol="0"/>
            <a:lstStyle/>
            <a:p/>
          </p:txBody>
        </p:sp>
        <p:sp>
          <p:nvSpPr>
            <p:cNvPr id="2746" name="object 2746"/>
            <p:cNvSpPr/>
            <p:nvPr/>
          </p:nvSpPr>
          <p:spPr>
            <a:xfrm>
              <a:off x="8312150" y="1192529"/>
              <a:ext cx="186690" cy="7620"/>
            </a:xfrm>
            <a:custGeom>
              <a:avLst/>
              <a:gdLst/>
              <a:ahLst/>
              <a:cxnLst/>
              <a:rect l="l" t="t" r="r" b="b"/>
              <a:pathLst>
                <a:path w="186690" h="7619">
                  <a:moveTo>
                    <a:pt x="186690" y="3810"/>
                  </a:moveTo>
                  <a:lnTo>
                    <a:pt x="185420" y="3810"/>
                  </a:lnTo>
                  <a:lnTo>
                    <a:pt x="185420" y="0"/>
                  </a:lnTo>
                  <a:lnTo>
                    <a:pt x="1270" y="0"/>
                  </a:lnTo>
                  <a:lnTo>
                    <a:pt x="1270" y="3810"/>
                  </a:lnTo>
                  <a:lnTo>
                    <a:pt x="0" y="3810"/>
                  </a:lnTo>
                  <a:lnTo>
                    <a:pt x="0" y="7620"/>
                  </a:lnTo>
                  <a:lnTo>
                    <a:pt x="186690" y="7620"/>
                  </a:lnTo>
                  <a:lnTo>
                    <a:pt x="186690" y="3810"/>
                  </a:lnTo>
                  <a:close/>
                </a:path>
              </a:pathLst>
            </a:custGeom>
            <a:solidFill>
              <a:srgbClr val="00282A"/>
            </a:solidFill>
          </p:spPr>
          <p:txBody>
            <a:bodyPr wrap="square" lIns="0" tIns="0" rIns="0" bIns="0" rtlCol="0"/>
            <a:lstStyle/>
            <a:p/>
          </p:txBody>
        </p:sp>
        <p:sp>
          <p:nvSpPr>
            <p:cNvPr id="2747" name="object 2747"/>
            <p:cNvSpPr/>
            <p:nvPr/>
          </p:nvSpPr>
          <p:spPr>
            <a:xfrm>
              <a:off x="8310880" y="1200149"/>
              <a:ext cx="189230" cy="6350"/>
            </a:xfrm>
            <a:custGeom>
              <a:avLst/>
              <a:gdLst/>
              <a:ahLst/>
              <a:cxnLst/>
              <a:rect l="l" t="t" r="r" b="b"/>
              <a:pathLst>
                <a:path w="189229" h="6350">
                  <a:moveTo>
                    <a:pt x="189230" y="2540"/>
                  </a:moveTo>
                  <a:lnTo>
                    <a:pt x="187960" y="2540"/>
                  </a:lnTo>
                  <a:lnTo>
                    <a:pt x="187960" y="0"/>
                  </a:lnTo>
                  <a:lnTo>
                    <a:pt x="1270" y="0"/>
                  </a:lnTo>
                  <a:lnTo>
                    <a:pt x="1270" y="2540"/>
                  </a:lnTo>
                  <a:lnTo>
                    <a:pt x="0" y="2540"/>
                  </a:lnTo>
                  <a:lnTo>
                    <a:pt x="0" y="6350"/>
                  </a:lnTo>
                  <a:lnTo>
                    <a:pt x="189230" y="6350"/>
                  </a:lnTo>
                  <a:lnTo>
                    <a:pt x="189230" y="2540"/>
                  </a:lnTo>
                  <a:close/>
                </a:path>
              </a:pathLst>
            </a:custGeom>
            <a:solidFill>
              <a:srgbClr val="00272C"/>
            </a:solidFill>
          </p:spPr>
          <p:txBody>
            <a:bodyPr wrap="square" lIns="0" tIns="0" rIns="0" bIns="0" rtlCol="0"/>
            <a:lstStyle/>
            <a:p/>
          </p:txBody>
        </p:sp>
        <p:sp>
          <p:nvSpPr>
            <p:cNvPr id="2748" name="object 2748"/>
            <p:cNvSpPr/>
            <p:nvPr/>
          </p:nvSpPr>
          <p:spPr>
            <a:xfrm>
              <a:off x="8309610" y="1206499"/>
              <a:ext cx="191770" cy="7620"/>
            </a:xfrm>
            <a:custGeom>
              <a:avLst/>
              <a:gdLst/>
              <a:ahLst/>
              <a:cxnLst/>
              <a:rect l="l" t="t" r="r" b="b"/>
              <a:pathLst>
                <a:path w="191770" h="7619">
                  <a:moveTo>
                    <a:pt x="191770" y="2540"/>
                  </a:moveTo>
                  <a:lnTo>
                    <a:pt x="190500" y="2540"/>
                  </a:lnTo>
                  <a:lnTo>
                    <a:pt x="190500" y="0"/>
                  </a:lnTo>
                  <a:lnTo>
                    <a:pt x="1270" y="0"/>
                  </a:lnTo>
                  <a:lnTo>
                    <a:pt x="1270" y="2540"/>
                  </a:lnTo>
                  <a:lnTo>
                    <a:pt x="1270" y="3810"/>
                  </a:lnTo>
                  <a:lnTo>
                    <a:pt x="0" y="3810"/>
                  </a:lnTo>
                  <a:lnTo>
                    <a:pt x="0" y="7620"/>
                  </a:lnTo>
                  <a:lnTo>
                    <a:pt x="191770" y="7620"/>
                  </a:lnTo>
                  <a:lnTo>
                    <a:pt x="191770" y="3810"/>
                  </a:lnTo>
                  <a:lnTo>
                    <a:pt x="191770" y="2540"/>
                  </a:lnTo>
                  <a:close/>
                </a:path>
              </a:pathLst>
            </a:custGeom>
            <a:solidFill>
              <a:srgbClr val="00262F"/>
            </a:solidFill>
          </p:spPr>
          <p:txBody>
            <a:bodyPr wrap="square" lIns="0" tIns="0" rIns="0" bIns="0" rtlCol="0"/>
            <a:lstStyle/>
            <a:p/>
          </p:txBody>
        </p:sp>
        <p:sp>
          <p:nvSpPr>
            <p:cNvPr id="2749" name="object 2749"/>
            <p:cNvSpPr/>
            <p:nvPr/>
          </p:nvSpPr>
          <p:spPr>
            <a:xfrm>
              <a:off x="8308340" y="1214119"/>
              <a:ext cx="194310" cy="7620"/>
            </a:xfrm>
            <a:custGeom>
              <a:avLst/>
              <a:gdLst/>
              <a:ahLst/>
              <a:cxnLst/>
              <a:rect l="l" t="t" r="r" b="b"/>
              <a:pathLst>
                <a:path w="194309" h="7619">
                  <a:moveTo>
                    <a:pt x="194310" y="2540"/>
                  </a:moveTo>
                  <a:lnTo>
                    <a:pt x="193040" y="2540"/>
                  </a:lnTo>
                  <a:lnTo>
                    <a:pt x="193040" y="0"/>
                  </a:lnTo>
                  <a:lnTo>
                    <a:pt x="1270" y="0"/>
                  </a:lnTo>
                  <a:lnTo>
                    <a:pt x="1270" y="2540"/>
                  </a:lnTo>
                  <a:lnTo>
                    <a:pt x="0" y="2540"/>
                  </a:lnTo>
                  <a:lnTo>
                    <a:pt x="0" y="7620"/>
                  </a:lnTo>
                  <a:lnTo>
                    <a:pt x="194310" y="7620"/>
                  </a:lnTo>
                  <a:lnTo>
                    <a:pt x="194310" y="2540"/>
                  </a:lnTo>
                  <a:close/>
                </a:path>
              </a:pathLst>
            </a:custGeom>
            <a:solidFill>
              <a:srgbClr val="002631"/>
            </a:solidFill>
          </p:spPr>
          <p:txBody>
            <a:bodyPr wrap="square" lIns="0" tIns="0" rIns="0" bIns="0" rtlCol="0"/>
            <a:lstStyle/>
            <a:p/>
          </p:txBody>
        </p:sp>
        <p:sp>
          <p:nvSpPr>
            <p:cNvPr id="2750" name="object 2750"/>
            <p:cNvSpPr/>
            <p:nvPr/>
          </p:nvSpPr>
          <p:spPr>
            <a:xfrm>
              <a:off x="8307070" y="1221739"/>
              <a:ext cx="196850" cy="6350"/>
            </a:xfrm>
            <a:custGeom>
              <a:avLst/>
              <a:gdLst/>
              <a:ahLst/>
              <a:cxnLst/>
              <a:rect l="l" t="t" r="r" b="b"/>
              <a:pathLst>
                <a:path w="196850" h="6350">
                  <a:moveTo>
                    <a:pt x="196850" y="5080"/>
                  </a:moveTo>
                  <a:lnTo>
                    <a:pt x="195580" y="5080"/>
                  </a:lnTo>
                  <a:lnTo>
                    <a:pt x="195580" y="2540"/>
                  </a:lnTo>
                  <a:lnTo>
                    <a:pt x="195580" y="0"/>
                  </a:lnTo>
                  <a:lnTo>
                    <a:pt x="1270" y="0"/>
                  </a:lnTo>
                  <a:lnTo>
                    <a:pt x="1270" y="2540"/>
                  </a:lnTo>
                  <a:lnTo>
                    <a:pt x="0" y="2540"/>
                  </a:lnTo>
                  <a:lnTo>
                    <a:pt x="0" y="5080"/>
                  </a:lnTo>
                  <a:lnTo>
                    <a:pt x="0" y="6350"/>
                  </a:lnTo>
                  <a:lnTo>
                    <a:pt x="196850" y="6350"/>
                  </a:lnTo>
                  <a:lnTo>
                    <a:pt x="196850" y="5080"/>
                  </a:lnTo>
                  <a:close/>
                </a:path>
              </a:pathLst>
            </a:custGeom>
            <a:solidFill>
              <a:srgbClr val="002533"/>
            </a:solidFill>
          </p:spPr>
          <p:txBody>
            <a:bodyPr wrap="square" lIns="0" tIns="0" rIns="0" bIns="0" rtlCol="0"/>
            <a:lstStyle/>
            <a:p/>
          </p:txBody>
        </p:sp>
        <p:sp>
          <p:nvSpPr>
            <p:cNvPr id="2751" name="object 2751"/>
            <p:cNvSpPr/>
            <p:nvPr/>
          </p:nvSpPr>
          <p:spPr>
            <a:xfrm>
              <a:off x="830580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9060" y="2540"/>
                  </a:lnTo>
                  <a:lnTo>
                    <a:pt x="99060" y="1270"/>
                  </a:lnTo>
                  <a:lnTo>
                    <a:pt x="101600" y="1270"/>
                  </a:lnTo>
                  <a:lnTo>
                    <a:pt x="10160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002536"/>
            </a:solidFill>
          </p:spPr>
          <p:txBody>
            <a:bodyPr wrap="square" lIns="0" tIns="0" rIns="0" bIns="0" rtlCol="0"/>
            <a:lstStyle/>
            <a:p/>
          </p:txBody>
        </p:sp>
        <p:sp>
          <p:nvSpPr>
            <p:cNvPr id="2752" name="object 2752"/>
            <p:cNvSpPr/>
            <p:nvPr/>
          </p:nvSpPr>
          <p:spPr>
            <a:xfrm>
              <a:off x="8305800" y="1235709"/>
              <a:ext cx="199390" cy="7620"/>
            </a:xfrm>
            <a:custGeom>
              <a:avLst/>
              <a:gdLst/>
              <a:ahLst/>
              <a:cxnLst/>
              <a:rect l="l" t="t" r="r" b="b"/>
              <a:pathLst>
                <a:path w="199390" h="7619">
                  <a:moveTo>
                    <a:pt x="91440" y="0"/>
                  </a:moveTo>
                  <a:lnTo>
                    <a:pt x="0" y="0"/>
                  </a:lnTo>
                  <a:lnTo>
                    <a:pt x="0" y="2540"/>
                  </a:lnTo>
                  <a:lnTo>
                    <a:pt x="0" y="5080"/>
                  </a:lnTo>
                  <a:lnTo>
                    <a:pt x="0" y="7620"/>
                  </a:lnTo>
                  <a:lnTo>
                    <a:pt x="88900" y="7620"/>
                  </a:lnTo>
                  <a:lnTo>
                    <a:pt x="88900" y="5080"/>
                  </a:lnTo>
                  <a:lnTo>
                    <a:pt x="90170" y="5080"/>
                  </a:lnTo>
                  <a:lnTo>
                    <a:pt x="90170" y="2540"/>
                  </a:lnTo>
                  <a:lnTo>
                    <a:pt x="91440" y="2540"/>
                  </a:lnTo>
                  <a:lnTo>
                    <a:pt x="91440" y="0"/>
                  </a:lnTo>
                  <a:close/>
                </a:path>
                <a:path w="199390" h="7619">
                  <a:moveTo>
                    <a:pt x="199390" y="0"/>
                  </a:moveTo>
                  <a:lnTo>
                    <a:pt x="109220" y="0"/>
                  </a:lnTo>
                  <a:lnTo>
                    <a:pt x="109220" y="1270"/>
                  </a:lnTo>
                  <a:lnTo>
                    <a:pt x="110490" y="1270"/>
                  </a:lnTo>
                  <a:lnTo>
                    <a:pt x="110490" y="5080"/>
                  </a:lnTo>
                  <a:lnTo>
                    <a:pt x="111760" y="5080"/>
                  </a:lnTo>
                  <a:lnTo>
                    <a:pt x="111760" y="7620"/>
                  </a:lnTo>
                  <a:lnTo>
                    <a:pt x="199377" y="7620"/>
                  </a:lnTo>
                  <a:lnTo>
                    <a:pt x="199377" y="5080"/>
                  </a:lnTo>
                  <a:lnTo>
                    <a:pt x="199390" y="1270"/>
                  </a:lnTo>
                  <a:lnTo>
                    <a:pt x="199390" y="0"/>
                  </a:lnTo>
                  <a:close/>
                </a:path>
              </a:pathLst>
            </a:custGeom>
            <a:solidFill>
              <a:srgbClr val="002438"/>
            </a:solidFill>
          </p:spPr>
          <p:txBody>
            <a:bodyPr wrap="square" lIns="0" tIns="0" rIns="0" bIns="0" rtlCol="0"/>
            <a:lstStyle/>
            <a:p/>
          </p:txBody>
        </p:sp>
        <p:sp>
          <p:nvSpPr>
            <p:cNvPr id="2753" name="object 2753"/>
            <p:cNvSpPr/>
            <p:nvPr/>
          </p:nvSpPr>
          <p:spPr>
            <a:xfrm>
              <a:off x="8304530" y="1243329"/>
              <a:ext cx="201930" cy="6350"/>
            </a:xfrm>
            <a:custGeom>
              <a:avLst/>
              <a:gdLst/>
              <a:ahLst/>
              <a:cxnLst/>
              <a:rect l="l" t="t" r="r" b="b"/>
              <a:pathLst>
                <a:path w="201929" h="6350">
                  <a:moveTo>
                    <a:pt x="88900" y="0"/>
                  </a:moveTo>
                  <a:lnTo>
                    <a:pt x="0" y="0"/>
                  </a:lnTo>
                  <a:lnTo>
                    <a:pt x="0" y="6350"/>
                  </a:lnTo>
                  <a:lnTo>
                    <a:pt x="86359" y="6350"/>
                  </a:lnTo>
                  <a:lnTo>
                    <a:pt x="86359" y="5080"/>
                  </a:lnTo>
                  <a:lnTo>
                    <a:pt x="87629" y="5080"/>
                  </a:lnTo>
                  <a:lnTo>
                    <a:pt x="87629" y="2540"/>
                  </a:lnTo>
                  <a:lnTo>
                    <a:pt x="88900" y="2540"/>
                  </a:lnTo>
                  <a:lnTo>
                    <a:pt x="88900" y="0"/>
                  </a:lnTo>
                  <a:close/>
                </a:path>
                <a:path w="201929" h="6350">
                  <a:moveTo>
                    <a:pt x="200659" y="0"/>
                  </a:moveTo>
                  <a:lnTo>
                    <a:pt x="114300" y="0"/>
                  </a:lnTo>
                  <a:lnTo>
                    <a:pt x="114300" y="3810"/>
                  </a:lnTo>
                  <a:lnTo>
                    <a:pt x="115570" y="3810"/>
                  </a:lnTo>
                  <a:lnTo>
                    <a:pt x="115570" y="6350"/>
                  </a:lnTo>
                  <a:lnTo>
                    <a:pt x="201929" y="6350"/>
                  </a:lnTo>
                  <a:lnTo>
                    <a:pt x="201929" y="2540"/>
                  </a:lnTo>
                  <a:lnTo>
                    <a:pt x="200659" y="2540"/>
                  </a:lnTo>
                  <a:lnTo>
                    <a:pt x="200659" y="0"/>
                  </a:lnTo>
                  <a:close/>
                </a:path>
              </a:pathLst>
            </a:custGeom>
            <a:solidFill>
              <a:srgbClr val="00243A"/>
            </a:solidFill>
          </p:spPr>
          <p:txBody>
            <a:bodyPr wrap="square" lIns="0" tIns="0" rIns="0" bIns="0" rtlCol="0"/>
            <a:lstStyle/>
            <a:p/>
          </p:txBody>
        </p:sp>
        <p:sp>
          <p:nvSpPr>
            <p:cNvPr id="2754" name="object 2754"/>
            <p:cNvSpPr/>
            <p:nvPr/>
          </p:nvSpPr>
          <p:spPr>
            <a:xfrm>
              <a:off x="8303260" y="1249679"/>
              <a:ext cx="204470" cy="7620"/>
            </a:xfrm>
            <a:custGeom>
              <a:avLst/>
              <a:gdLst/>
              <a:ahLst/>
              <a:cxnLst/>
              <a:rect l="l" t="t" r="r" b="b"/>
              <a:pathLst>
                <a:path w="204470" h="7619">
                  <a:moveTo>
                    <a:pt x="86359" y="5080"/>
                  </a:moveTo>
                  <a:lnTo>
                    <a:pt x="0" y="5080"/>
                  </a:lnTo>
                  <a:lnTo>
                    <a:pt x="0" y="7620"/>
                  </a:lnTo>
                  <a:lnTo>
                    <a:pt x="86359" y="7620"/>
                  </a:lnTo>
                  <a:lnTo>
                    <a:pt x="86359" y="5080"/>
                  </a:lnTo>
                  <a:close/>
                </a:path>
                <a:path w="204470" h="7619">
                  <a:moveTo>
                    <a:pt x="87629" y="0"/>
                  </a:moveTo>
                  <a:lnTo>
                    <a:pt x="1270" y="0"/>
                  </a:lnTo>
                  <a:lnTo>
                    <a:pt x="1270" y="5080"/>
                  </a:lnTo>
                  <a:lnTo>
                    <a:pt x="87629" y="5080"/>
                  </a:lnTo>
                  <a:lnTo>
                    <a:pt x="87629" y="0"/>
                  </a:lnTo>
                  <a:close/>
                </a:path>
                <a:path w="204470" h="7619">
                  <a:moveTo>
                    <a:pt x="118110" y="112"/>
                  </a:moveTo>
                  <a:lnTo>
                    <a:pt x="118110" y="3810"/>
                  </a:lnTo>
                  <a:lnTo>
                    <a:pt x="119380" y="3810"/>
                  </a:lnTo>
                  <a:lnTo>
                    <a:pt x="119380" y="7620"/>
                  </a:lnTo>
                  <a:lnTo>
                    <a:pt x="203200" y="7620"/>
                  </a:lnTo>
                  <a:lnTo>
                    <a:pt x="118110" y="112"/>
                  </a:lnTo>
                  <a:close/>
                </a:path>
                <a:path w="204470" h="7619">
                  <a:moveTo>
                    <a:pt x="203200" y="7507"/>
                  </a:moveTo>
                  <a:lnTo>
                    <a:pt x="204470" y="7620"/>
                  </a:lnTo>
                  <a:lnTo>
                    <a:pt x="203200" y="7507"/>
                  </a:lnTo>
                  <a:close/>
                </a:path>
                <a:path w="204470" h="7619">
                  <a:moveTo>
                    <a:pt x="203200" y="0"/>
                  </a:moveTo>
                  <a:lnTo>
                    <a:pt x="118110" y="0"/>
                  </a:lnTo>
                  <a:lnTo>
                    <a:pt x="203200" y="7507"/>
                  </a:lnTo>
                  <a:lnTo>
                    <a:pt x="203200" y="0"/>
                  </a:lnTo>
                  <a:close/>
                </a:path>
                <a:path w="204470" h="7619">
                  <a:moveTo>
                    <a:pt x="118110" y="0"/>
                  </a:moveTo>
                  <a:lnTo>
                    <a:pt x="116840" y="0"/>
                  </a:lnTo>
                  <a:lnTo>
                    <a:pt x="118110" y="112"/>
                  </a:lnTo>
                  <a:close/>
                </a:path>
              </a:pathLst>
            </a:custGeom>
            <a:solidFill>
              <a:srgbClr val="00233C"/>
            </a:solidFill>
          </p:spPr>
          <p:txBody>
            <a:bodyPr wrap="square" lIns="0" tIns="0" rIns="0" bIns="0" rtlCol="0"/>
            <a:lstStyle/>
            <a:p/>
          </p:txBody>
        </p:sp>
        <p:sp>
          <p:nvSpPr>
            <p:cNvPr id="2755" name="object 2755"/>
            <p:cNvSpPr/>
            <p:nvPr/>
          </p:nvSpPr>
          <p:spPr>
            <a:xfrm>
              <a:off x="8303260" y="1257299"/>
              <a:ext cx="204470" cy="7620"/>
            </a:xfrm>
            <a:custGeom>
              <a:avLst/>
              <a:gdLst/>
              <a:ahLst/>
              <a:cxnLst/>
              <a:rect l="l" t="t" r="r" b="b"/>
              <a:pathLst>
                <a:path w="204470" h="7619">
                  <a:moveTo>
                    <a:pt x="86359" y="0"/>
                  </a:moveTo>
                  <a:lnTo>
                    <a:pt x="0" y="0"/>
                  </a:lnTo>
                  <a:lnTo>
                    <a:pt x="0" y="7620"/>
                  </a:lnTo>
                  <a:lnTo>
                    <a:pt x="83820" y="7620"/>
                  </a:lnTo>
                  <a:lnTo>
                    <a:pt x="83820" y="5079"/>
                  </a:lnTo>
                  <a:lnTo>
                    <a:pt x="85090" y="5079"/>
                  </a:lnTo>
                  <a:lnTo>
                    <a:pt x="85090" y="1270"/>
                  </a:lnTo>
                  <a:lnTo>
                    <a:pt x="86359" y="1270"/>
                  </a:lnTo>
                  <a:lnTo>
                    <a:pt x="86359" y="0"/>
                  </a:lnTo>
                  <a:close/>
                </a:path>
                <a:path w="204470" h="7619">
                  <a:moveTo>
                    <a:pt x="204470" y="0"/>
                  </a:moveTo>
                  <a:lnTo>
                    <a:pt x="119380" y="0"/>
                  </a:lnTo>
                  <a:lnTo>
                    <a:pt x="119380" y="1270"/>
                  </a:lnTo>
                  <a:lnTo>
                    <a:pt x="120650" y="1270"/>
                  </a:lnTo>
                  <a:lnTo>
                    <a:pt x="120650" y="6350"/>
                  </a:lnTo>
                  <a:lnTo>
                    <a:pt x="121920" y="6350"/>
                  </a:lnTo>
                  <a:lnTo>
                    <a:pt x="121920" y="7620"/>
                  </a:lnTo>
                  <a:lnTo>
                    <a:pt x="204470" y="7620"/>
                  </a:lnTo>
                  <a:lnTo>
                    <a:pt x="204470" y="0"/>
                  </a:lnTo>
                  <a:close/>
                </a:path>
              </a:pathLst>
            </a:custGeom>
            <a:solidFill>
              <a:srgbClr val="00223F"/>
            </a:solidFill>
          </p:spPr>
          <p:txBody>
            <a:bodyPr wrap="square" lIns="0" tIns="0" rIns="0" bIns="0" rtlCol="0"/>
            <a:lstStyle/>
            <a:p/>
          </p:txBody>
        </p:sp>
        <p:sp>
          <p:nvSpPr>
            <p:cNvPr id="2756" name="object 2756"/>
            <p:cNvSpPr/>
            <p:nvPr/>
          </p:nvSpPr>
          <p:spPr>
            <a:xfrm>
              <a:off x="8301990" y="1264919"/>
              <a:ext cx="207010" cy="6350"/>
            </a:xfrm>
            <a:custGeom>
              <a:avLst/>
              <a:gdLst/>
              <a:ahLst/>
              <a:cxnLst/>
              <a:rect l="l" t="t" r="r" b="b"/>
              <a:pathLst>
                <a:path w="207009" h="6350">
                  <a:moveTo>
                    <a:pt x="85089" y="0"/>
                  </a:moveTo>
                  <a:lnTo>
                    <a:pt x="1269" y="0"/>
                  </a:lnTo>
                  <a:lnTo>
                    <a:pt x="1269" y="5079"/>
                  </a:lnTo>
                  <a:lnTo>
                    <a:pt x="0" y="5079"/>
                  </a:lnTo>
                  <a:lnTo>
                    <a:pt x="0" y="6350"/>
                  </a:lnTo>
                  <a:lnTo>
                    <a:pt x="83819" y="6350"/>
                  </a:lnTo>
                  <a:lnTo>
                    <a:pt x="83819" y="2539"/>
                  </a:lnTo>
                  <a:lnTo>
                    <a:pt x="85089" y="2539"/>
                  </a:lnTo>
                  <a:lnTo>
                    <a:pt x="85089" y="0"/>
                  </a:lnTo>
                  <a:close/>
                </a:path>
                <a:path w="207009" h="6350">
                  <a:moveTo>
                    <a:pt x="205739" y="0"/>
                  </a:moveTo>
                  <a:lnTo>
                    <a:pt x="123189" y="0"/>
                  </a:lnTo>
                  <a:lnTo>
                    <a:pt x="123189" y="6350"/>
                  </a:lnTo>
                  <a:lnTo>
                    <a:pt x="207009" y="6350"/>
                  </a:lnTo>
                  <a:lnTo>
                    <a:pt x="207009" y="3809"/>
                  </a:lnTo>
                  <a:lnTo>
                    <a:pt x="205739" y="3809"/>
                  </a:lnTo>
                  <a:lnTo>
                    <a:pt x="205739" y="0"/>
                  </a:lnTo>
                  <a:close/>
                </a:path>
              </a:pathLst>
            </a:custGeom>
            <a:solidFill>
              <a:srgbClr val="002241"/>
            </a:solidFill>
          </p:spPr>
          <p:txBody>
            <a:bodyPr wrap="square" lIns="0" tIns="0" rIns="0" bIns="0" rtlCol="0"/>
            <a:lstStyle/>
            <a:p/>
          </p:txBody>
        </p:sp>
        <p:sp>
          <p:nvSpPr>
            <p:cNvPr id="2757" name="object 2757"/>
            <p:cNvSpPr/>
            <p:nvPr/>
          </p:nvSpPr>
          <p:spPr>
            <a:xfrm>
              <a:off x="8301990" y="1271269"/>
              <a:ext cx="207010" cy="7620"/>
            </a:xfrm>
            <a:custGeom>
              <a:avLst/>
              <a:gdLst/>
              <a:ahLst/>
              <a:cxnLst/>
              <a:rect l="l" t="t" r="r" b="b"/>
              <a:pathLst>
                <a:path w="207009" h="7619">
                  <a:moveTo>
                    <a:pt x="83819" y="0"/>
                  </a:moveTo>
                  <a:lnTo>
                    <a:pt x="0" y="0"/>
                  </a:lnTo>
                  <a:lnTo>
                    <a:pt x="0" y="7619"/>
                  </a:lnTo>
                  <a:lnTo>
                    <a:pt x="82550" y="7619"/>
                  </a:lnTo>
                  <a:lnTo>
                    <a:pt x="82550" y="6350"/>
                  </a:lnTo>
                  <a:lnTo>
                    <a:pt x="83820" y="6350"/>
                  </a:lnTo>
                  <a:lnTo>
                    <a:pt x="83819" y="0"/>
                  </a:lnTo>
                  <a:close/>
                </a:path>
                <a:path w="207009" h="7619">
                  <a:moveTo>
                    <a:pt x="207009" y="0"/>
                  </a:moveTo>
                  <a:lnTo>
                    <a:pt x="123189" y="0"/>
                  </a:lnTo>
                  <a:lnTo>
                    <a:pt x="123189" y="5079"/>
                  </a:lnTo>
                  <a:lnTo>
                    <a:pt x="124459" y="5079"/>
                  </a:lnTo>
                  <a:lnTo>
                    <a:pt x="124459" y="7619"/>
                  </a:lnTo>
                  <a:lnTo>
                    <a:pt x="207009" y="7619"/>
                  </a:lnTo>
                  <a:lnTo>
                    <a:pt x="207009" y="0"/>
                  </a:lnTo>
                  <a:close/>
                </a:path>
              </a:pathLst>
            </a:custGeom>
            <a:solidFill>
              <a:srgbClr val="002143"/>
            </a:solidFill>
          </p:spPr>
          <p:txBody>
            <a:bodyPr wrap="square" lIns="0" tIns="0" rIns="0" bIns="0" rtlCol="0"/>
            <a:lstStyle/>
            <a:p/>
          </p:txBody>
        </p:sp>
        <p:sp>
          <p:nvSpPr>
            <p:cNvPr id="2758" name="object 2758"/>
            <p:cNvSpPr/>
            <p:nvPr/>
          </p:nvSpPr>
          <p:spPr>
            <a:xfrm>
              <a:off x="8300720" y="1278889"/>
              <a:ext cx="209550" cy="7620"/>
            </a:xfrm>
            <a:custGeom>
              <a:avLst/>
              <a:gdLst/>
              <a:ahLst/>
              <a:cxnLst/>
              <a:rect l="l" t="t" r="r" b="b"/>
              <a:pathLst>
                <a:path w="209550" h="7619">
                  <a:moveTo>
                    <a:pt x="83820" y="0"/>
                  </a:moveTo>
                  <a:lnTo>
                    <a:pt x="1270" y="0"/>
                  </a:lnTo>
                  <a:lnTo>
                    <a:pt x="1270" y="6350"/>
                  </a:lnTo>
                  <a:lnTo>
                    <a:pt x="0" y="6350"/>
                  </a:lnTo>
                  <a:lnTo>
                    <a:pt x="0" y="7620"/>
                  </a:lnTo>
                  <a:lnTo>
                    <a:pt x="82550" y="7620"/>
                  </a:lnTo>
                  <a:lnTo>
                    <a:pt x="82550" y="3810"/>
                  </a:lnTo>
                  <a:lnTo>
                    <a:pt x="83820" y="3810"/>
                  </a:lnTo>
                  <a:lnTo>
                    <a:pt x="83820" y="0"/>
                  </a:lnTo>
                  <a:close/>
                </a:path>
                <a:path w="209550" h="7619">
                  <a:moveTo>
                    <a:pt x="208279" y="0"/>
                  </a:moveTo>
                  <a:lnTo>
                    <a:pt x="125729" y="0"/>
                  </a:lnTo>
                  <a:lnTo>
                    <a:pt x="125729" y="3810"/>
                  </a:lnTo>
                  <a:lnTo>
                    <a:pt x="127000" y="3810"/>
                  </a:lnTo>
                  <a:lnTo>
                    <a:pt x="127000" y="7620"/>
                  </a:lnTo>
                  <a:lnTo>
                    <a:pt x="209550" y="7620"/>
                  </a:lnTo>
                  <a:lnTo>
                    <a:pt x="209550" y="6350"/>
                  </a:lnTo>
                  <a:lnTo>
                    <a:pt x="208279" y="6350"/>
                  </a:lnTo>
                  <a:lnTo>
                    <a:pt x="208279" y="0"/>
                  </a:lnTo>
                  <a:close/>
                </a:path>
              </a:pathLst>
            </a:custGeom>
            <a:solidFill>
              <a:srgbClr val="002146"/>
            </a:solidFill>
          </p:spPr>
          <p:txBody>
            <a:bodyPr wrap="square" lIns="0" tIns="0" rIns="0" bIns="0" rtlCol="0"/>
            <a:lstStyle/>
            <a:p/>
          </p:txBody>
        </p:sp>
        <p:sp>
          <p:nvSpPr>
            <p:cNvPr id="2759" name="object 2759"/>
            <p:cNvSpPr/>
            <p:nvPr/>
          </p:nvSpPr>
          <p:spPr>
            <a:xfrm>
              <a:off x="8300720" y="1286509"/>
              <a:ext cx="209550" cy="6350"/>
            </a:xfrm>
            <a:custGeom>
              <a:avLst/>
              <a:gdLst/>
              <a:ahLst/>
              <a:cxnLst/>
              <a:rect l="l" t="t" r="r" b="b"/>
              <a:pathLst>
                <a:path w="209550" h="6350">
                  <a:moveTo>
                    <a:pt x="82550" y="0"/>
                  </a:moveTo>
                  <a:lnTo>
                    <a:pt x="0" y="0"/>
                  </a:lnTo>
                  <a:lnTo>
                    <a:pt x="0" y="6350"/>
                  </a:lnTo>
                  <a:lnTo>
                    <a:pt x="82550" y="6350"/>
                  </a:lnTo>
                  <a:lnTo>
                    <a:pt x="82550" y="0"/>
                  </a:lnTo>
                  <a:close/>
                </a:path>
                <a:path w="209550" h="6350">
                  <a:moveTo>
                    <a:pt x="209550" y="0"/>
                  </a:moveTo>
                  <a:lnTo>
                    <a:pt x="127000" y="0"/>
                  </a:lnTo>
                  <a:lnTo>
                    <a:pt x="127000" y="6350"/>
                  </a:lnTo>
                  <a:lnTo>
                    <a:pt x="209550" y="6350"/>
                  </a:lnTo>
                  <a:lnTo>
                    <a:pt x="209550" y="0"/>
                  </a:lnTo>
                  <a:close/>
                </a:path>
              </a:pathLst>
            </a:custGeom>
            <a:solidFill>
              <a:srgbClr val="002048"/>
            </a:solidFill>
          </p:spPr>
          <p:txBody>
            <a:bodyPr wrap="square" lIns="0" tIns="0" rIns="0" bIns="0" rtlCol="0"/>
            <a:lstStyle/>
            <a:p/>
          </p:txBody>
        </p:sp>
        <p:sp>
          <p:nvSpPr>
            <p:cNvPr id="2760" name="object 2760"/>
            <p:cNvSpPr/>
            <p:nvPr/>
          </p:nvSpPr>
          <p:spPr>
            <a:xfrm>
              <a:off x="830072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00204A"/>
            </a:solidFill>
          </p:spPr>
          <p:txBody>
            <a:bodyPr wrap="square" lIns="0" tIns="0" rIns="0" bIns="0" rtlCol="0"/>
            <a:lstStyle/>
            <a:p/>
          </p:txBody>
        </p:sp>
        <p:sp>
          <p:nvSpPr>
            <p:cNvPr id="2761" name="object 2761"/>
            <p:cNvSpPr/>
            <p:nvPr/>
          </p:nvSpPr>
          <p:spPr>
            <a:xfrm>
              <a:off x="829945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001F4C"/>
            </a:solidFill>
          </p:spPr>
          <p:txBody>
            <a:bodyPr wrap="square" lIns="0" tIns="0" rIns="0" bIns="0" rtlCol="0"/>
            <a:lstStyle/>
            <a:p/>
          </p:txBody>
        </p:sp>
        <p:sp>
          <p:nvSpPr>
            <p:cNvPr id="2762" name="object 2762"/>
            <p:cNvSpPr/>
            <p:nvPr/>
          </p:nvSpPr>
          <p:spPr>
            <a:xfrm>
              <a:off x="8299450" y="1308099"/>
              <a:ext cx="212090" cy="6350"/>
            </a:xfrm>
            <a:custGeom>
              <a:avLst/>
              <a:gdLst/>
              <a:ahLst/>
              <a:cxnLst/>
              <a:rect l="l" t="t" r="r" b="b"/>
              <a:pathLst>
                <a:path w="212090" h="6350">
                  <a:moveTo>
                    <a:pt x="212090" y="1270"/>
                  </a:moveTo>
                  <a:lnTo>
                    <a:pt x="210820" y="1270"/>
                  </a:lnTo>
                  <a:lnTo>
                    <a:pt x="210820" y="0"/>
                  </a:lnTo>
                  <a:lnTo>
                    <a:pt x="0" y="0"/>
                  </a:lnTo>
                  <a:lnTo>
                    <a:pt x="0" y="1270"/>
                  </a:lnTo>
                  <a:lnTo>
                    <a:pt x="0" y="6350"/>
                  </a:lnTo>
                  <a:lnTo>
                    <a:pt x="212090" y="6350"/>
                  </a:lnTo>
                  <a:lnTo>
                    <a:pt x="212090" y="1270"/>
                  </a:lnTo>
                  <a:close/>
                </a:path>
              </a:pathLst>
            </a:custGeom>
            <a:solidFill>
              <a:srgbClr val="001E4F"/>
            </a:solidFill>
          </p:spPr>
          <p:txBody>
            <a:bodyPr wrap="square" lIns="0" tIns="0" rIns="0" bIns="0" rtlCol="0"/>
            <a:lstStyle/>
            <a:p/>
          </p:txBody>
        </p:sp>
        <p:sp>
          <p:nvSpPr>
            <p:cNvPr id="2763" name="object 2763"/>
            <p:cNvSpPr/>
            <p:nvPr/>
          </p:nvSpPr>
          <p:spPr>
            <a:xfrm>
              <a:off x="8299450" y="131444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001E51"/>
            </a:solidFill>
          </p:spPr>
          <p:txBody>
            <a:bodyPr wrap="square" lIns="0" tIns="0" rIns="0" bIns="0" rtlCol="0"/>
            <a:lstStyle/>
            <a:p/>
          </p:txBody>
        </p:sp>
        <p:sp>
          <p:nvSpPr>
            <p:cNvPr id="2764" name="object 2764"/>
            <p:cNvSpPr/>
            <p:nvPr/>
          </p:nvSpPr>
          <p:spPr>
            <a:xfrm>
              <a:off x="8298180" y="1322069"/>
              <a:ext cx="213360" cy="7620"/>
            </a:xfrm>
            <a:custGeom>
              <a:avLst/>
              <a:gdLst/>
              <a:ahLst/>
              <a:cxnLst/>
              <a:rect l="l" t="t" r="r" b="b"/>
              <a:pathLst>
                <a:path w="213359" h="7619">
                  <a:moveTo>
                    <a:pt x="213347" y="1282"/>
                  </a:moveTo>
                  <a:lnTo>
                    <a:pt x="0" y="1282"/>
                  </a:lnTo>
                  <a:lnTo>
                    <a:pt x="0" y="7620"/>
                  </a:lnTo>
                  <a:lnTo>
                    <a:pt x="213347" y="7620"/>
                  </a:lnTo>
                  <a:lnTo>
                    <a:pt x="213347" y="1282"/>
                  </a:lnTo>
                  <a:close/>
                </a:path>
                <a:path w="213359" h="7619">
                  <a:moveTo>
                    <a:pt x="213360" y="0"/>
                  </a:moveTo>
                  <a:lnTo>
                    <a:pt x="1270" y="0"/>
                  </a:lnTo>
                  <a:lnTo>
                    <a:pt x="1270" y="1270"/>
                  </a:lnTo>
                  <a:lnTo>
                    <a:pt x="213360" y="1270"/>
                  </a:lnTo>
                  <a:lnTo>
                    <a:pt x="213360" y="0"/>
                  </a:lnTo>
                  <a:close/>
                </a:path>
              </a:pathLst>
            </a:custGeom>
            <a:solidFill>
              <a:srgbClr val="001D53"/>
            </a:solidFill>
          </p:spPr>
          <p:txBody>
            <a:bodyPr wrap="square" lIns="0" tIns="0" rIns="0" bIns="0" rtlCol="0"/>
            <a:lstStyle/>
            <a:p/>
          </p:txBody>
        </p:sp>
        <p:sp>
          <p:nvSpPr>
            <p:cNvPr id="2765" name="object 2765"/>
            <p:cNvSpPr/>
            <p:nvPr/>
          </p:nvSpPr>
          <p:spPr>
            <a:xfrm>
              <a:off x="8298180" y="1329689"/>
              <a:ext cx="214629" cy="7620"/>
            </a:xfrm>
            <a:custGeom>
              <a:avLst/>
              <a:gdLst/>
              <a:ahLst/>
              <a:cxnLst/>
              <a:rect l="l" t="t" r="r" b="b"/>
              <a:pathLst>
                <a:path w="214629" h="7619">
                  <a:moveTo>
                    <a:pt x="214630" y="5080"/>
                  </a:moveTo>
                  <a:lnTo>
                    <a:pt x="213347" y="5080"/>
                  </a:lnTo>
                  <a:lnTo>
                    <a:pt x="213347" y="0"/>
                  </a:lnTo>
                  <a:lnTo>
                    <a:pt x="0" y="0"/>
                  </a:lnTo>
                  <a:lnTo>
                    <a:pt x="0" y="5080"/>
                  </a:lnTo>
                  <a:lnTo>
                    <a:pt x="0" y="7620"/>
                  </a:lnTo>
                  <a:lnTo>
                    <a:pt x="214630" y="7620"/>
                  </a:lnTo>
                  <a:lnTo>
                    <a:pt x="214630" y="5080"/>
                  </a:lnTo>
                  <a:close/>
                </a:path>
              </a:pathLst>
            </a:custGeom>
            <a:solidFill>
              <a:srgbClr val="001D56"/>
            </a:solidFill>
          </p:spPr>
          <p:txBody>
            <a:bodyPr wrap="square" lIns="0" tIns="0" rIns="0" bIns="0" rtlCol="0"/>
            <a:lstStyle/>
            <a:p/>
          </p:txBody>
        </p:sp>
        <p:sp>
          <p:nvSpPr>
            <p:cNvPr id="2766" name="object 2766"/>
            <p:cNvSpPr/>
            <p:nvPr/>
          </p:nvSpPr>
          <p:spPr>
            <a:xfrm>
              <a:off x="8298180"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C58"/>
            </a:solidFill>
          </p:spPr>
          <p:txBody>
            <a:bodyPr wrap="square" lIns="0" tIns="0" rIns="0" bIns="0" rtlCol="0"/>
            <a:lstStyle/>
            <a:p/>
          </p:txBody>
        </p:sp>
        <p:sp>
          <p:nvSpPr>
            <p:cNvPr id="2767" name="object 2767"/>
            <p:cNvSpPr/>
            <p:nvPr/>
          </p:nvSpPr>
          <p:spPr>
            <a:xfrm>
              <a:off x="8298180"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C5A"/>
            </a:solidFill>
          </p:spPr>
          <p:txBody>
            <a:bodyPr wrap="square" lIns="0" tIns="0" rIns="0" bIns="0" rtlCol="0"/>
            <a:lstStyle/>
            <a:p/>
          </p:txBody>
        </p:sp>
        <p:sp>
          <p:nvSpPr>
            <p:cNvPr id="2768" name="object 2768"/>
            <p:cNvSpPr/>
            <p:nvPr/>
          </p:nvSpPr>
          <p:spPr>
            <a:xfrm>
              <a:off x="8298180"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B5C"/>
            </a:solidFill>
          </p:spPr>
          <p:txBody>
            <a:bodyPr wrap="square" lIns="0" tIns="0" rIns="0" bIns="0" rtlCol="0"/>
            <a:lstStyle/>
            <a:p/>
          </p:txBody>
        </p:sp>
        <p:sp>
          <p:nvSpPr>
            <p:cNvPr id="2769" name="object 2769"/>
            <p:cNvSpPr/>
            <p:nvPr/>
          </p:nvSpPr>
          <p:spPr>
            <a:xfrm>
              <a:off x="8298180"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A5F"/>
            </a:solidFill>
          </p:spPr>
          <p:txBody>
            <a:bodyPr wrap="square" lIns="0" tIns="0" rIns="0" bIns="0" rtlCol="0"/>
            <a:lstStyle/>
            <a:p/>
          </p:txBody>
        </p:sp>
        <p:sp>
          <p:nvSpPr>
            <p:cNvPr id="2770" name="object 2770"/>
            <p:cNvSpPr/>
            <p:nvPr/>
          </p:nvSpPr>
          <p:spPr>
            <a:xfrm>
              <a:off x="8298180"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A61"/>
            </a:solidFill>
          </p:spPr>
          <p:txBody>
            <a:bodyPr wrap="square" lIns="0" tIns="0" rIns="0" bIns="0" rtlCol="0"/>
            <a:lstStyle/>
            <a:p/>
          </p:txBody>
        </p:sp>
        <p:sp>
          <p:nvSpPr>
            <p:cNvPr id="2771" name="object 2771"/>
            <p:cNvSpPr/>
            <p:nvPr/>
          </p:nvSpPr>
          <p:spPr>
            <a:xfrm>
              <a:off x="8298180"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963"/>
            </a:solidFill>
          </p:spPr>
          <p:txBody>
            <a:bodyPr wrap="square" lIns="0" tIns="0" rIns="0" bIns="0" rtlCol="0"/>
            <a:lstStyle/>
            <a:p/>
          </p:txBody>
        </p:sp>
        <p:sp>
          <p:nvSpPr>
            <p:cNvPr id="2772" name="object 2772"/>
            <p:cNvSpPr/>
            <p:nvPr/>
          </p:nvSpPr>
          <p:spPr>
            <a:xfrm>
              <a:off x="8298180"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966"/>
            </a:solidFill>
          </p:spPr>
          <p:txBody>
            <a:bodyPr wrap="square" lIns="0" tIns="0" rIns="0" bIns="0" rtlCol="0"/>
            <a:lstStyle/>
            <a:p/>
          </p:txBody>
        </p:sp>
        <p:sp>
          <p:nvSpPr>
            <p:cNvPr id="2773" name="object 2773"/>
            <p:cNvSpPr/>
            <p:nvPr/>
          </p:nvSpPr>
          <p:spPr>
            <a:xfrm>
              <a:off x="8298180"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868"/>
            </a:solidFill>
          </p:spPr>
          <p:txBody>
            <a:bodyPr wrap="square" lIns="0" tIns="0" rIns="0" bIns="0" rtlCol="0"/>
            <a:lstStyle/>
            <a:p/>
          </p:txBody>
        </p:sp>
        <p:sp>
          <p:nvSpPr>
            <p:cNvPr id="2774" name="object 2774"/>
            <p:cNvSpPr/>
            <p:nvPr/>
          </p:nvSpPr>
          <p:spPr>
            <a:xfrm>
              <a:off x="8298180"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00186A"/>
            </a:solidFill>
          </p:spPr>
          <p:txBody>
            <a:bodyPr wrap="square" lIns="0" tIns="0" rIns="0" bIns="0" rtlCol="0"/>
            <a:lstStyle/>
            <a:p/>
          </p:txBody>
        </p:sp>
        <p:sp>
          <p:nvSpPr>
            <p:cNvPr id="2775" name="object 2775"/>
            <p:cNvSpPr/>
            <p:nvPr/>
          </p:nvSpPr>
          <p:spPr>
            <a:xfrm>
              <a:off x="8298180"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76D"/>
            </a:solidFill>
          </p:spPr>
          <p:txBody>
            <a:bodyPr wrap="square" lIns="0" tIns="0" rIns="0" bIns="0" rtlCol="0"/>
            <a:lstStyle/>
            <a:p/>
          </p:txBody>
        </p:sp>
        <p:sp>
          <p:nvSpPr>
            <p:cNvPr id="2776" name="object 2776"/>
            <p:cNvSpPr/>
            <p:nvPr/>
          </p:nvSpPr>
          <p:spPr>
            <a:xfrm>
              <a:off x="8298180"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66F"/>
            </a:solidFill>
          </p:spPr>
          <p:txBody>
            <a:bodyPr wrap="square" lIns="0" tIns="0" rIns="0" bIns="0" rtlCol="0"/>
            <a:lstStyle/>
            <a:p/>
          </p:txBody>
        </p:sp>
        <p:sp>
          <p:nvSpPr>
            <p:cNvPr id="2777" name="object 2777"/>
            <p:cNvSpPr/>
            <p:nvPr/>
          </p:nvSpPr>
          <p:spPr>
            <a:xfrm>
              <a:off x="8298180"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001671"/>
            </a:solidFill>
          </p:spPr>
          <p:txBody>
            <a:bodyPr wrap="square" lIns="0" tIns="0" rIns="0" bIns="0" rtlCol="0"/>
            <a:lstStyle/>
            <a:p/>
          </p:txBody>
        </p:sp>
        <p:sp>
          <p:nvSpPr>
            <p:cNvPr id="2778" name="object 2778"/>
            <p:cNvSpPr/>
            <p:nvPr/>
          </p:nvSpPr>
          <p:spPr>
            <a:xfrm>
              <a:off x="8298180"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001573"/>
            </a:solidFill>
          </p:spPr>
          <p:txBody>
            <a:bodyPr wrap="square" lIns="0" tIns="0" rIns="0" bIns="0" rtlCol="0"/>
            <a:lstStyle/>
            <a:p/>
          </p:txBody>
        </p:sp>
        <p:sp>
          <p:nvSpPr>
            <p:cNvPr id="2779" name="object 2779"/>
            <p:cNvSpPr/>
            <p:nvPr/>
          </p:nvSpPr>
          <p:spPr>
            <a:xfrm>
              <a:off x="829818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001576"/>
            </a:solidFill>
          </p:spPr>
          <p:txBody>
            <a:bodyPr wrap="square" lIns="0" tIns="0" rIns="0" bIns="0" rtlCol="0"/>
            <a:lstStyle/>
            <a:p/>
          </p:txBody>
        </p:sp>
        <p:sp>
          <p:nvSpPr>
            <p:cNvPr id="2780" name="object 2780"/>
            <p:cNvSpPr/>
            <p:nvPr/>
          </p:nvSpPr>
          <p:spPr>
            <a:xfrm>
              <a:off x="8299450" y="143763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001478"/>
            </a:solidFill>
          </p:spPr>
          <p:txBody>
            <a:bodyPr wrap="square" lIns="0" tIns="0" rIns="0" bIns="0" rtlCol="0"/>
            <a:lstStyle/>
            <a:p/>
          </p:txBody>
        </p:sp>
        <p:sp>
          <p:nvSpPr>
            <p:cNvPr id="2781" name="object 2781"/>
            <p:cNvSpPr/>
            <p:nvPr/>
          </p:nvSpPr>
          <p:spPr>
            <a:xfrm>
              <a:off x="8299450" y="1445259"/>
              <a:ext cx="213360" cy="6350"/>
            </a:xfrm>
            <a:custGeom>
              <a:avLst/>
              <a:gdLst/>
              <a:ahLst/>
              <a:cxnLst/>
              <a:rect l="l" t="t" r="r" b="b"/>
              <a:pathLst>
                <a:path w="213359"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00147A"/>
            </a:solidFill>
          </p:spPr>
          <p:txBody>
            <a:bodyPr wrap="square" lIns="0" tIns="0" rIns="0" bIns="0" rtlCol="0"/>
            <a:lstStyle/>
            <a:p/>
          </p:txBody>
        </p:sp>
        <p:sp>
          <p:nvSpPr>
            <p:cNvPr id="2782" name="object 2782"/>
            <p:cNvSpPr/>
            <p:nvPr/>
          </p:nvSpPr>
          <p:spPr>
            <a:xfrm>
              <a:off x="8299450"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00137D"/>
            </a:solidFill>
          </p:spPr>
          <p:txBody>
            <a:bodyPr wrap="square" lIns="0" tIns="0" rIns="0" bIns="0" rtlCol="0"/>
            <a:lstStyle/>
            <a:p/>
          </p:txBody>
        </p:sp>
        <p:sp>
          <p:nvSpPr>
            <p:cNvPr id="2783" name="object 2783"/>
            <p:cNvSpPr/>
            <p:nvPr/>
          </p:nvSpPr>
          <p:spPr>
            <a:xfrm>
              <a:off x="8300720"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79" y="5079"/>
                  </a:moveTo>
                  <a:lnTo>
                    <a:pt x="130809" y="5079"/>
                  </a:lnTo>
                  <a:lnTo>
                    <a:pt x="130809" y="7620"/>
                  </a:lnTo>
                  <a:lnTo>
                    <a:pt x="134619" y="7620"/>
                  </a:lnTo>
                  <a:lnTo>
                    <a:pt x="134619" y="6350"/>
                  </a:lnTo>
                  <a:lnTo>
                    <a:pt x="132079" y="6350"/>
                  </a:lnTo>
                  <a:lnTo>
                    <a:pt x="132079" y="5079"/>
                  </a:lnTo>
                  <a:close/>
                </a:path>
              </a:pathLst>
            </a:custGeom>
            <a:solidFill>
              <a:srgbClr val="00127F"/>
            </a:solidFill>
          </p:spPr>
          <p:txBody>
            <a:bodyPr wrap="square" lIns="0" tIns="0" rIns="0" bIns="0" rtlCol="0"/>
            <a:lstStyle/>
            <a:p/>
          </p:txBody>
        </p:sp>
        <p:sp>
          <p:nvSpPr>
            <p:cNvPr id="2784" name="object 2784"/>
            <p:cNvSpPr/>
            <p:nvPr/>
          </p:nvSpPr>
          <p:spPr>
            <a:xfrm>
              <a:off x="8300720"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90"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29" y="0"/>
                  </a:moveTo>
                  <a:lnTo>
                    <a:pt x="130809" y="0"/>
                  </a:lnTo>
                  <a:lnTo>
                    <a:pt x="130809" y="1270"/>
                  </a:lnTo>
                  <a:lnTo>
                    <a:pt x="138429" y="1270"/>
                  </a:lnTo>
                  <a:lnTo>
                    <a:pt x="138429" y="0"/>
                  </a:lnTo>
                  <a:close/>
                </a:path>
              </a:pathLst>
            </a:custGeom>
            <a:solidFill>
              <a:srgbClr val="001281"/>
            </a:solidFill>
          </p:spPr>
          <p:txBody>
            <a:bodyPr wrap="square" lIns="0" tIns="0" rIns="0" bIns="0" rtlCol="0"/>
            <a:lstStyle/>
            <a:p/>
          </p:txBody>
        </p:sp>
        <p:sp>
          <p:nvSpPr>
            <p:cNvPr id="2785" name="object 2785"/>
            <p:cNvSpPr/>
            <p:nvPr/>
          </p:nvSpPr>
          <p:spPr>
            <a:xfrm>
              <a:off x="8301990" y="1474469"/>
              <a:ext cx="177800" cy="6350"/>
            </a:xfrm>
            <a:custGeom>
              <a:avLst/>
              <a:gdLst/>
              <a:ahLst/>
              <a:cxnLst/>
              <a:rect l="l" t="t" r="r" b="b"/>
              <a:pathLst>
                <a:path w="177800" h="6350">
                  <a:moveTo>
                    <a:pt x="83820" y="0"/>
                  </a:moveTo>
                  <a:lnTo>
                    <a:pt x="0" y="0"/>
                  </a:lnTo>
                  <a:lnTo>
                    <a:pt x="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001183"/>
            </a:solidFill>
          </p:spPr>
          <p:txBody>
            <a:bodyPr wrap="square" lIns="0" tIns="0" rIns="0" bIns="0" rtlCol="0"/>
            <a:lstStyle/>
            <a:p/>
          </p:txBody>
        </p:sp>
        <p:sp>
          <p:nvSpPr>
            <p:cNvPr id="2786" name="object 2786"/>
            <p:cNvSpPr/>
            <p:nvPr/>
          </p:nvSpPr>
          <p:spPr>
            <a:xfrm>
              <a:off x="8301990" y="1480819"/>
              <a:ext cx="201930" cy="7620"/>
            </a:xfrm>
            <a:custGeom>
              <a:avLst/>
              <a:gdLst/>
              <a:ahLst/>
              <a:cxnLst/>
              <a:rect l="l" t="t" r="r" b="b"/>
              <a:pathLst>
                <a:path w="201929" h="7619">
                  <a:moveTo>
                    <a:pt x="86359" y="2539"/>
                  </a:moveTo>
                  <a:lnTo>
                    <a:pt x="1269" y="2539"/>
                  </a:lnTo>
                  <a:lnTo>
                    <a:pt x="1269" y="7619"/>
                  </a:lnTo>
                  <a:lnTo>
                    <a:pt x="86359" y="7619"/>
                  </a:lnTo>
                  <a:lnTo>
                    <a:pt x="86359" y="2539"/>
                  </a:lnTo>
                  <a:close/>
                </a:path>
                <a:path w="201929" h="7619">
                  <a:moveTo>
                    <a:pt x="85090" y="0"/>
                  </a:moveTo>
                  <a:lnTo>
                    <a:pt x="0" y="0"/>
                  </a:lnTo>
                  <a:lnTo>
                    <a:pt x="0" y="2539"/>
                  </a:lnTo>
                  <a:lnTo>
                    <a:pt x="85090" y="2539"/>
                  </a:lnTo>
                  <a:lnTo>
                    <a:pt x="85090" y="0"/>
                  </a:lnTo>
                  <a:close/>
                </a:path>
                <a:path w="201929" h="7619">
                  <a:moveTo>
                    <a:pt x="201929" y="6350"/>
                  </a:moveTo>
                  <a:lnTo>
                    <a:pt x="123189" y="6350"/>
                  </a:lnTo>
                  <a:lnTo>
                    <a:pt x="123189" y="7619"/>
                  </a:lnTo>
                  <a:lnTo>
                    <a:pt x="201929" y="7619"/>
                  </a:lnTo>
                  <a:lnTo>
                    <a:pt x="201929" y="6350"/>
                  </a:lnTo>
                  <a:close/>
                </a:path>
                <a:path w="201929" h="7619">
                  <a:moveTo>
                    <a:pt x="186689" y="1269"/>
                  </a:moveTo>
                  <a:lnTo>
                    <a:pt x="124459" y="1269"/>
                  </a:lnTo>
                  <a:lnTo>
                    <a:pt x="124459" y="6350"/>
                  </a:lnTo>
                  <a:lnTo>
                    <a:pt x="198119" y="6350"/>
                  </a:lnTo>
                  <a:lnTo>
                    <a:pt x="198119" y="5079"/>
                  </a:lnTo>
                  <a:lnTo>
                    <a:pt x="194309" y="5079"/>
                  </a:lnTo>
                  <a:lnTo>
                    <a:pt x="194309" y="3809"/>
                  </a:lnTo>
                  <a:lnTo>
                    <a:pt x="190500" y="3809"/>
                  </a:lnTo>
                  <a:lnTo>
                    <a:pt x="190500" y="2539"/>
                  </a:lnTo>
                  <a:lnTo>
                    <a:pt x="186689" y="2539"/>
                  </a:lnTo>
                  <a:lnTo>
                    <a:pt x="186689" y="1269"/>
                  </a:lnTo>
                  <a:close/>
                </a:path>
                <a:path w="201929" h="7619">
                  <a:moveTo>
                    <a:pt x="181609" y="0"/>
                  </a:moveTo>
                  <a:lnTo>
                    <a:pt x="125729" y="0"/>
                  </a:lnTo>
                  <a:lnTo>
                    <a:pt x="125729" y="1269"/>
                  </a:lnTo>
                  <a:lnTo>
                    <a:pt x="181609" y="1269"/>
                  </a:lnTo>
                  <a:lnTo>
                    <a:pt x="181609" y="0"/>
                  </a:lnTo>
                  <a:close/>
                </a:path>
              </a:pathLst>
            </a:custGeom>
            <a:solidFill>
              <a:srgbClr val="001186"/>
            </a:solidFill>
          </p:spPr>
          <p:txBody>
            <a:bodyPr wrap="square" lIns="0" tIns="0" rIns="0" bIns="0" rtlCol="0"/>
            <a:lstStyle/>
            <a:p/>
          </p:txBody>
        </p:sp>
        <p:sp>
          <p:nvSpPr>
            <p:cNvPr id="2787" name="object 2787"/>
            <p:cNvSpPr/>
            <p:nvPr/>
          </p:nvSpPr>
          <p:spPr>
            <a:xfrm>
              <a:off x="8303260" y="1488439"/>
              <a:ext cx="209550" cy="7620"/>
            </a:xfrm>
            <a:custGeom>
              <a:avLst/>
              <a:gdLst/>
              <a:ahLst/>
              <a:cxnLst/>
              <a:rect l="l" t="t" r="r" b="b"/>
              <a:pathLst>
                <a:path w="209550" h="7619">
                  <a:moveTo>
                    <a:pt x="87617" y="6350"/>
                  </a:moveTo>
                  <a:lnTo>
                    <a:pt x="86360" y="6350"/>
                  </a:lnTo>
                  <a:lnTo>
                    <a:pt x="86360" y="5080"/>
                  </a:lnTo>
                  <a:lnTo>
                    <a:pt x="86347" y="3810"/>
                  </a:lnTo>
                  <a:lnTo>
                    <a:pt x="85090" y="3810"/>
                  </a:lnTo>
                  <a:lnTo>
                    <a:pt x="85090" y="0"/>
                  </a:lnTo>
                  <a:lnTo>
                    <a:pt x="0" y="0"/>
                  </a:lnTo>
                  <a:lnTo>
                    <a:pt x="0" y="3810"/>
                  </a:lnTo>
                  <a:lnTo>
                    <a:pt x="0" y="5080"/>
                  </a:lnTo>
                  <a:lnTo>
                    <a:pt x="1270" y="5080"/>
                  </a:lnTo>
                  <a:lnTo>
                    <a:pt x="1270" y="6350"/>
                  </a:lnTo>
                  <a:lnTo>
                    <a:pt x="1270" y="7620"/>
                  </a:lnTo>
                  <a:lnTo>
                    <a:pt x="87617" y="7620"/>
                  </a:lnTo>
                  <a:lnTo>
                    <a:pt x="87617" y="6350"/>
                  </a:lnTo>
                  <a:close/>
                </a:path>
                <a:path w="209550" h="7619">
                  <a:moveTo>
                    <a:pt x="209550" y="1270"/>
                  </a:moveTo>
                  <a:lnTo>
                    <a:pt x="205740" y="1270"/>
                  </a:lnTo>
                  <a:lnTo>
                    <a:pt x="205740" y="0"/>
                  </a:lnTo>
                  <a:lnTo>
                    <a:pt x="121920" y="0"/>
                  </a:lnTo>
                  <a:lnTo>
                    <a:pt x="121920" y="1270"/>
                  </a:lnTo>
                  <a:lnTo>
                    <a:pt x="121920" y="2540"/>
                  </a:lnTo>
                  <a:lnTo>
                    <a:pt x="120650" y="2540"/>
                  </a:lnTo>
                  <a:lnTo>
                    <a:pt x="120650" y="6350"/>
                  </a:lnTo>
                  <a:lnTo>
                    <a:pt x="119380" y="6350"/>
                  </a:lnTo>
                  <a:lnTo>
                    <a:pt x="119380" y="7620"/>
                  </a:lnTo>
                  <a:lnTo>
                    <a:pt x="209550" y="7620"/>
                  </a:lnTo>
                  <a:lnTo>
                    <a:pt x="209550" y="6350"/>
                  </a:lnTo>
                  <a:lnTo>
                    <a:pt x="209550" y="2540"/>
                  </a:lnTo>
                  <a:lnTo>
                    <a:pt x="209550" y="1270"/>
                  </a:lnTo>
                  <a:close/>
                </a:path>
              </a:pathLst>
            </a:custGeom>
            <a:solidFill>
              <a:srgbClr val="001088"/>
            </a:solidFill>
          </p:spPr>
          <p:txBody>
            <a:bodyPr wrap="square" lIns="0" tIns="0" rIns="0" bIns="0" rtlCol="0"/>
            <a:lstStyle/>
            <a:p/>
          </p:txBody>
        </p:sp>
        <p:sp>
          <p:nvSpPr>
            <p:cNvPr id="2788" name="object 2788"/>
            <p:cNvSpPr/>
            <p:nvPr/>
          </p:nvSpPr>
          <p:spPr>
            <a:xfrm>
              <a:off x="8304530" y="1496059"/>
              <a:ext cx="208279" cy="6350"/>
            </a:xfrm>
            <a:custGeom>
              <a:avLst/>
              <a:gdLst/>
              <a:ahLst/>
              <a:cxnLst/>
              <a:rect l="l" t="t" r="r" b="b"/>
              <a:pathLst>
                <a:path w="208279" h="6350">
                  <a:moveTo>
                    <a:pt x="88900" y="5080"/>
                  </a:moveTo>
                  <a:lnTo>
                    <a:pt x="87630" y="5080"/>
                  </a:lnTo>
                  <a:lnTo>
                    <a:pt x="87630" y="2540"/>
                  </a:lnTo>
                  <a:lnTo>
                    <a:pt x="86347" y="2540"/>
                  </a:lnTo>
                  <a:lnTo>
                    <a:pt x="86347" y="0"/>
                  </a:lnTo>
                  <a:lnTo>
                    <a:pt x="0" y="0"/>
                  </a:lnTo>
                  <a:lnTo>
                    <a:pt x="0" y="2540"/>
                  </a:lnTo>
                  <a:lnTo>
                    <a:pt x="0" y="5080"/>
                  </a:lnTo>
                  <a:lnTo>
                    <a:pt x="0" y="6350"/>
                  </a:lnTo>
                  <a:lnTo>
                    <a:pt x="88900" y="6350"/>
                  </a:lnTo>
                  <a:lnTo>
                    <a:pt x="88900" y="5080"/>
                  </a:lnTo>
                  <a:close/>
                </a:path>
                <a:path w="208279" h="6350">
                  <a:moveTo>
                    <a:pt x="208280" y="0"/>
                  </a:moveTo>
                  <a:lnTo>
                    <a:pt x="118110" y="0"/>
                  </a:lnTo>
                  <a:lnTo>
                    <a:pt x="118110" y="3810"/>
                  </a:lnTo>
                  <a:lnTo>
                    <a:pt x="116840" y="3810"/>
                  </a:lnTo>
                  <a:lnTo>
                    <a:pt x="116840" y="5080"/>
                  </a:lnTo>
                  <a:lnTo>
                    <a:pt x="116840" y="6350"/>
                  </a:lnTo>
                  <a:lnTo>
                    <a:pt x="207010" y="6350"/>
                  </a:lnTo>
                  <a:lnTo>
                    <a:pt x="207010" y="5080"/>
                  </a:lnTo>
                  <a:lnTo>
                    <a:pt x="208280" y="5080"/>
                  </a:lnTo>
                  <a:lnTo>
                    <a:pt x="208280" y="3810"/>
                  </a:lnTo>
                  <a:lnTo>
                    <a:pt x="208280" y="0"/>
                  </a:lnTo>
                  <a:close/>
                </a:path>
              </a:pathLst>
            </a:custGeom>
            <a:solidFill>
              <a:srgbClr val="00108A"/>
            </a:solidFill>
          </p:spPr>
          <p:txBody>
            <a:bodyPr wrap="square" lIns="0" tIns="0" rIns="0" bIns="0" rtlCol="0"/>
            <a:lstStyle/>
            <a:p/>
          </p:txBody>
        </p:sp>
        <p:sp>
          <p:nvSpPr>
            <p:cNvPr id="2789" name="object 2789"/>
            <p:cNvSpPr/>
            <p:nvPr/>
          </p:nvSpPr>
          <p:spPr>
            <a:xfrm>
              <a:off x="8304530" y="1502409"/>
              <a:ext cx="207010" cy="7620"/>
            </a:xfrm>
            <a:custGeom>
              <a:avLst/>
              <a:gdLst/>
              <a:ahLst/>
              <a:cxnLst/>
              <a:rect l="l" t="t" r="r" b="b"/>
              <a:pathLst>
                <a:path w="207009" h="7619">
                  <a:moveTo>
                    <a:pt x="91440" y="6350"/>
                  </a:moveTo>
                  <a:lnTo>
                    <a:pt x="90170" y="6350"/>
                  </a:lnTo>
                  <a:lnTo>
                    <a:pt x="90170" y="3810"/>
                  </a:lnTo>
                  <a:lnTo>
                    <a:pt x="88900" y="3810"/>
                  </a:lnTo>
                  <a:lnTo>
                    <a:pt x="88900" y="1270"/>
                  </a:lnTo>
                  <a:lnTo>
                    <a:pt x="88900" y="0"/>
                  </a:lnTo>
                  <a:lnTo>
                    <a:pt x="0" y="0"/>
                  </a:lnTo>
                  <a:lnTo>
                    <a:pt x="0" y="1270"/>
                  </a:lnTo>
                  <a:lnTo>
                    <a:pt x="1270" y="1270"/>
                  </a:lnTo>
                  <a:lnTo>
                    <a:pt x="1270" y="3810"/>
                  </a:lnTo>
                  <a:lnTo>
                    <a:pt x="1270" y="6350"/>
                  </a:lnTo>
                  <a:lnTo>
                    <a:pt x="1270" y="7620"/>
                  </a:lnTo>
                  <a:lnTo>
                    <a:pt x="91440" y="7620"/>
                  </a:lnTo>
                  <a:lnTo>
                    <a:pt x="91440" y="6350"/>
                  </a:lnTo>
                  <a:close/>
                </a:path>
                <a:path w="207009" h="7619">
                  <a:moveTo>
                    <a:pt x="207010" y="1282"/>
                  </a:moveTo>
                  <a:lnTo>
                    <a:pt x="115570" y="1282"/>
                  </a:lnTo>
                  <a:lnTo>
                    <a:pt x="115570" y="5080"/>
                  </a:lnTo>
                  <a:lnTo>
                    <a:pt x="114300" y="5080"/>
                  </a:lnTo>
                  <a:lnTo>
                    <a:pt x="114300" y="6350"/>
                  </a:lnTo>
                  <a:lnTo>
                    <a:pt x="113030" y="6350"/>
                  </a:lnTo>
                  <a:lnTo>
                    <a:pt x="113030" y="7620"/>
                  </a:lnTo>
                  <a:lnTo>
                    <a:pt x="205740" y="7620"/>
                  </a:lnTo>
                  <a:lnTo>
                    <a:pt x="205740" y="6350"/>
                  </a:lnTo>
                  <a:lnTo>
                    <a:pt x="205740" y="5080"/>
                  </a:lnTo>
                  <a:lnTo>
                    <a:pt x="207010" y="5080"/>
                  </a:lnTo>
                  <a:lnTo>
                    <a:pt x="207010" y="1282"/>
                  </a:lnTo>
                  <a:close/>
                </a:path>
                <a:path w="207009" h="7619">
                  <a:moveTo>
                    <a:pt x="207010" y="0"/>
                  </a:moveTo>
                  <a:lnTo>
                    <a:pt x="116840" y="0"/>
                  </a:lnTo>
                  <a:lnTo>
                    <a:pt x="116840" y="1270"/>
                  </a:lnTo>
                  <a:lnTo>
                    <a:pt x="207010" y="1270"/>
                  </a:lnTo>
                  <a:lnTo>
                    <a:pt x="207010" y="0"/>
                  </a:lnTo>
                  <a:close/>
                </a:path>
              </a:pathLst>
            </a:custGeom>
            <a:solidFill>
              <a:srgbClr val="000F8D"/>
            </a:solidFill>
          </p:spPr>
          <p:txBody>
            <a:bodyPr wrap="square" lIns="0" tIns="0" rIns="0" bIns="0" rtlCol="0"/>
            <a:lstStyle/>
            <a:p/>
          </p:txBody>
        </p:sp>
        <p:sp>
          <p:nvSpPr>
            <p:cNvPr id="2790" name="object 2790"/>
            <p:cNvSpPr/>
            <p:nvPr/>
          </p:nvSpPr>
          <p:spPr>
            <a:xfrm>
              <a:off x="8305800" y="1510029"/>
              <a:ext cx="204470" cy="7620"/>
            </a:xfrm>
            <a:custGeom>
              <a:avLst/>
              <a:gdLst/>
              <a:ahLst/>
              <a:cxnLst/>
              <a:rect l="l" t="t" r="r" b="b"/>
              <a:pathLst>
                <a:path w="204470" h="7619">
                  <a:moveTo>
                    <a:pt x="96520" y="6350"/>
                  </a:moveTo>
                  <a:lnTo>
                    <a:pt x="95250" y="6350"/>
                  </a:lnTo>
                  <a:lnTo>
                    <a:pt x="95250" y="5080"/>
                  </a:lnTo>
                  <a:lnTo>
                    <a:pt x="93980" y="5080"/>
                  </a:lnTo>
                  <a:lnTo>
                    <a:pt x="93980" y="3810"/>
                  </a:lnTo>
                  <a:lnTo>
                    <a:pt x="92710" y="3810"/>
                  </a:lnTo>
                  <a:lnTo>
                    <a:pt x="92710" y="2540"/>
                  </a:lnTo>
                  <a:lnTo>
                    <a:pt x="92710" y="1270"/>
                  </a:lnTo>
                  <a:lnTo>
                    <a:pt x="91440" y="1270"/>
                  </a:lnTo>
                  <a:lnTo>
                    <a:pt x="91440" y="0"/>
                  </a:lnTo>
                  <a:lnTo>
                    <a:pt x="0" y="0"/>
                  </a:lnTo>
                  <a:lnTo>
                    <a:pt x="0" y="1270"/>
                  </a:lnTo>
                  <a:lnTo>
                    <a:pt x="0" y="2540"/>
                  </a:lnTo>
                  <a:lnTo>
                    <a:pt x="1270" y="2540"/>
                  </a:lnTo>
                  <a:lnTo>
                    <a:pt x="1270" y="3810"/>
                  </a:lnTo>
                  <a:lnTo>
                    <a:pt x="1270" y="5080"/>
                  </a:lnTo>
                  <a:lnTo>
                    <a:pt x="1270" y="6350"/>
                  </a:lnTo>
                  <a:lnTo>
                    <a:pt x="1270" y="7620"/>
                  </a:lnTo>
                  <a:lnTo>
                    <a:pt x="96520" y="7620"/>
                  </a:lnTo>
                  <a:lnTo>
                    <a:pt x="96520" y="6350"/>
                  </a:lnTo>
                  <a:close/>
                </a:path>
                <a:path w="204470" h="7619">
                  <a:moveTo>
                    <a:pt x="204470" y="0"/>
                  </a:moveTo>
                  <a:lnTo>
                    <a:pt x="111760" y="0"/>
                  </a:lnTo>
                  <a:lnTo>
                    <a:pt x="111760" y="1270"/>
                  </a:lnTo>
                  <a:lnTo>
                    <a:pt x="110490" y="1270"/>
                  </a:lnTo>
                  <a:lnTo>
                    <a:pt x="110490" y="2540"/>
                  </a:lnTo>
                  <a:lnTo>
                    <a:pt x="107950" y="2540"/>
                  </a:lnTo>
                  <a:lnTo>
                    <a:pt x="107950" y="5080"/>
                  </a:lnTo>
                  <a:lnTo>
                    <a:pt x="105410" y="5080"/>
                  </a:lnTo>
                  <a:lnTo>
                    <a:pt x="105410" y="6350"/>
                  </a:lnTo>
                  <a:lnTo>
                    <a:pt x="102870" y="6350"/>
                  </a:lnTo>
                  <a:lnTo>
                    <a:pt x="102870" y="7620"/>
                  </a:lnTo>
                  <a:lnTo>
                    <a:pt x="203200" y="7620"/>
                  </a:lnTo>
                  <a:lnTo>
                    <a:pt x="203200" y="6350"/>
                  </a:lnTo>
                  <a:lnTo>
                    <a:pt x="203200" y="5080"/>
                  </a:lnTo>
                  <a:lnTo>
                    <a:pt x="204470" y="5080"/>
                  </a:lnTo>
                  <a:lnTo>
                    <a:pt x="204470" y="2540"/>
                  </a:lnTo>
                  <a:lnTo>
                    <a:pt x="204470" y="1270"/>
                  </a:lnTo>
                  <a:lnTo>
                    <a:pt x="204470" y="0"/>
                  </a:lnTo>
                  <a:close/>
                </a:path>
              </a:pathLst>
            </a:custGeom>
            <a:solidFill>
              <a:srgbClr val="000E8F"/>
            </a:solidFill>
          </p:spPr>
          <p:txBody>
            <a:bodyPr wrap="square" lIns="0" tIns="0" rIns="0" bIns="0" rtlCol="0"/>
            <a:lstStyle/>
            <a:p/>
          </p:txBody>
        </p:sp>
        <p:sp>
          <p:nvSpPr>
            <p:cNvPr id="2791" name="object 2791"/>
            <p:cNvSpPr/>
            <p:nvPr/>
          </p:nvSpPr>
          <p:spPr>
            <a:xfrm>
              <a:off x="8307070" y="1517649"/>
              <a:ext cx="201930" cy="6350"/>
            </a:xfrm>
            <a:custGeom>
              <a:avLst/>
              <a:gdLst/>
              <a:ahLst/>
              <a:cxnLst/>
              <a:rect l="l" t="t" r="r" b="b"/>
              <a:pathLst>
                <a:path w="201929" h="6350">
                  <a:moveTo>
                    <a:pt x="201930" y="0"/>
                  </a:moveTo>
                  <a:lnTo>
                    <a:pt x="100330" y="0"/>
                  </a:lnTo>
                  <a:lnTo>
                    <a:pt x="100330" y="1270"/>
                  </a:lnTo>
                  <a:lnTo>
                    <a:pt x="97790" y="1270"/>
                  </a:lnTo>
                  <a:lnTo>
                    <a:pt x="97790" y="0"/>
                  </a:lnTo>
                  <a:lnTo>
                    <a:pt x="0" y="0"/>
                  </a:lnTo>
                  <a:lnTo>
                    <a:pt x="0" y="1270"/>
                  </a:lnTo>
                  <a:lnTo>
                    <a:pt x="0" y="3810"/>
                  </a:lnTo>
                  <a:lnTo>
                    <a:pt x="0" y="5080"/>
                  </a:lnTo>
                  <a:lnTo>
                    <a:pt x="1270" y="5080"/>
                  </a:lnTo>
                  <a:lnTo>
                    <a:pt x="1270" y="6350"/>
                  </a:lnTo>
                  <a:lnTo>
                    <a:pt x="200660" y="6350"/>
                  </a:lnTo>
                  <a:lnTo>
                    <a:pt x="200660" y="5080"/>
                  </a:lnTo>
                  <a:lnTo>
                    <a:pt x="200660" y="3810"/>
                  </a:lnTo>
                  <a:lnTo>
                    <a:pt x="201930" y="3810"/>
                  </a:lnTo>
                  <a:lnTo>
                    <a:pt x="201930" y="1270"/>
                  </a:lnTo>
                  <a:lnTo>
                    <a:pt x="201930" y="0"/>
                  </a:lnTo>
                  <a:close/>
                </a:path>
              </a:pathLst>
            </a:custGeom>
            <a:solidFill>
              <a:srgbClr val="000E91"/>
            </a:solidFill>
          </p:spPr>
          <p:txBody>
            <a:bodyPr wrap="square" lIns="0" tIns="0" rIns="0" bIns="0" rtlCol="0"/>
            <a:lstStyle/>
            <a:p/>
          </p:txBody>
        </p:sp>
        <p:sp>
          <p:nvSpPr>
            <p:cNvPr id="2792" name="object 2792"/>
            <p:cNvSpPr/>
            <p:nvPr/>
          </p:nvSpPr>
          <p:spPr>
            <a:xfrm>
              <a:off x="8308340" y="1523999"/>
              <a:ext cx="199390" cy="7620"/>
            </a:xfrm>
            <a:custGeom>
              <a:avLst/>
              <a:gdLst/>
              <a:ahLst/>
              <a:cxnLst/>
              <a:rect l="l" t="t" r="r" b="b"/>
              <a:pathLst>
                <a:path w="199390" h="7619">
                  <a:moveTo>
                    <a:pt x="199390" y="0"/>
                  </a:moveTo>
                  <a:lnTo>
                    <a:pt x="0" y="0"/>
                  </a:lnTo>
                  <a:lnTo>
                    <a:pt x="0" y="2540"/>
                  </a:lnTo>
                  <a:lnTo>
                    <a:pt x="0" y="6350"/>
                  </a:lnTo>
                  <a:lnTo>
                    <a:pt x="1270" y="6350"/>
                  </a:lnTo>
                  <a:lnTo>
                    <a:pt x="1270" y="7620"/>
                  </a:lnTo>
                  <a:lnTo>
                    <a:pt x="198120" y="7620"/>
                  </a:lnTo>
                  <a:lnTo>
                    <a:pt x="198120" y="6350"/>
                  </a:lnTo>
                  <a:lnTo>
                    <a:pt x="198120" y="2540"/>
                  </a:lnTo>
                  <a:lnTo>
                    <a:pt x="199390" y="2540"/>
                  </a:lnTo>
                  <a:lnTo>
                    <a:pt x="199390" y="0"/>
                  </a:lnTo>
                  <a:close/>
                </a:path>
              </a:pathLst>
            </a:custGeom>
            <a:solidFill>
              <a:srgbClr val="000D93"/>
            </a:solidFill>
          </p:spPr>
          <p:txBody>
            <a:bodyPr wrap="square" lIns="0" tIns="0" rIns="0" bIns="0" rtlCol="0"/>
            <a:lstStyle/>
            <a:p/>
          </p:txBody>
        </p:sp>
        <p:sp>
          <p:nvSpPr>
            <p:cNvPr id="2793" name="object 2793"/>
            <p:cNvSpPr/>
            <p:nvPr/>
          </p:nvSpPr>
          <p:spPr>
            <a:xfrm>
              <a:off x="8309610" y="1531619"/>
              <a:ext cx="195580" cy="7620"/>
            </a:xfrm>
            <a:custGeom>
              <a:avLst/>
              <a:gdLst/>
              <a:ahLst/>
              <a:cxnLst/>
              <a:rect l="l" t="t" r="r" b="b"/>
              <a:pathLst>
                <a:path w="195579" h="7619">
                  <a:moveTo>
                    <a:pt x="195567" y="0"/>
                  </a:moveTo>
                  <a:lnTo>
                    <a:pt x="0" y="0"/>
                  </a:lnTo>
                  <a:lnTo>
                    <a:pt x="0" y="5080"/>
                  </a:lnTo>
                  <a:lnTo>
                    <a:pt x="1270" y="5080"/>
                  </a:lnTo>
                  <a:lnTo>
                    <a:pt x="1270" y="7620"/>
                  </a:lnTo>
                  <a:lnTo>
                    <a:pt x="194310" y="7620"/>
                  </a:lnTo>
                  <a:lnTo>
                    <a:pt x="194310" y="5080"/>
                  </a:lnTo>
                  <a:lnTo>
                    <a:pt x="195567" y="5080"/>
                  </a:lnTo>
                  <a:lnTo>
                    <a:pt x="195567" y="0"/>
                  </a:lnTo>
                  <a:close/>
                </a:path>
              </a:pathLst>
            </a:custGeom>
            <a:solidFill>
              <a:srgbClr val="000D96"/>
            </a:solidFill>
          </p:spPr>
          <p:txBody>
            <a:bodyPr wrap="square" lIns="0" tIns="0" rIns="0" bIns="0" rtlCol="0"/>
            <a:lstStyle/>
            <a:p/>
          </p:txBody>
        </p:sp>
        <p:sp>
          <p:nvSpPr>
            <p:cNvPr id="2794" name="object 2794"/>
            <p:cNvSpPr/>
            <p:nvPr/>
          </p:nvSpPr>
          <p:spPr>
            <a:xfrm>
              <a:off x="8310880" y="1539239"/>
              <a:ext cx="193040" cy="6350"/>
            </a:xfrm>
            <a:custGeom>
              <a:avLst/>
              <a:gdLst/>
              <a:ahLst/>
              <a:cxnLst/>
              <a:rect l="l" t="t" r="r" b="b"/>
              <a:pathLst>
                <a:path w="193040"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000C98"/>
            </a:solidFill>
          </p:spPr>
          <p:txBody>
            <a:bodyPr wrap="square" lIns="0" tIns="0" rIns="0" bIns="0" rtlCol="0"/>
            <a:lstStyle/>
            <a:p/>
          </p:txBody>
        </p:sp>
        <p:sp>
          <p:nvSpPr>
            <p:cNvPr id="2795" name="object 2795"/>
            <p:cNvSpPr/>
            <p:nvPr/>
          </p:nvSpPr>
          <p:spPr>
            <a:xfrm>
              <a:off x="831215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30" y="2540"/>
                  </a:lnTo>
                  <a:lnTo>
                    <a:pt x="190500" y="2540"/>
                  </a:lnTo>
                  <a:lnTo>
                    <a:pt x="190500" y="0"/>
                  </a:lnTo>
                  <a:close/>
                </a:path>
              </a:pathLst>
            </a:custGeom>
            <a:solidFill>
              <a:srgbClr val="000C9A"/>
            </a:solidFill>
          </p:spPr>
          <p:txBody>
            <a:bodyPr wrap="square" lIns="0" tIns="0" rIns="0" bIns="0" rtlCol="0"/>
            <a:lstStyle/>
            <a:p/>
          </p:txBody>
        </p:sp>
        <p:sp>
          <p:nvSpPr>
            <p:cNvPr id="2796" name="object 2796"/>
            <p:cNvSpPr/>
            <p:nvPr/>
          </p:nvSpPr>
          <p:spPr>
            <a:xfrm>
              <a:off x="8313420" y="1553209"/>
              <a:ext cx="186690" cy="7620"/>
            </a:xfrm>
            <a:custGeom>
              <a:avLst/>
              <a:gdLst/>
              <a:ahLst/>
              <a:cxnLst/>
              <a:rect l="l" t="t" r="r" b="b"/>
              <a:pathLst>
                <a:path w="186690"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000B9D"/>
            </a:solidFill>
          </p:spPr>
          <p:txBody>
            <a:bodyPr wrap="square" lIns="0" tIns="0" rIns="0" bIns="0" rtlCol="0"/>
            <a:lstStyle/>
            <a:p/>
          </p:txBody>
        </p:sp>
        <p:sp>
          <p:nvSpPr>
            <p:cNvPr id="2797" name="object 2797"/>
            <p:cNvSpPr/>
            <p:nvPr/>
          </p:nvSpPr>
          <p:spPr>
            <a:xfrm>
              <a:off x="831469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000A9F"/>
            </a:solidFill>
          </p:spPr>
          <p:txBody>
            <a:bodyPr wrap="square" lIns="0" tIns="0" rIns="0" bIns="0" rtlCol="0"/>
            <a:lstStyle/>
            <a:p/>
          </p:txBody>
        </p:sp>
        <p:sp>
          <p:nvSpPr>
            <p:cNvPr id="2798" name="object 2798"/>
            <p:cNvSpPr/>
            <p:nvPr/>
          </p:nvSpPr>
          <p:spPr>
            <a:xfrm>
              <a:off x="8315960" y="1567179"/>
              <a:ext cx="181610" cy="7620"/>
            </a:xfrm>
            <a:custGeom>
              <a:avLst/>
              <a:gdLst/>
              <a:ahLst/>
              <a:cxnLst/>
              <a:rect l="l" t="t" r="r" b="b"/>
              <a:pathLst>
                <a:path w="181609"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000AA1"/>
            </a:solidFill>
          </p:spPr>
          <p:txBody>
            <a:bodyPr wrap="square" lIns="0" tIns="0" rIns="0" bIns="0" rtlCol="0"/>
            <a:lstStyle/>
            <a:p/>
          </p:txBody>
        </p:sp>
        <p:sp>
          <p:nvSpPr>
            <p:cNvPr id="2799" name="object 2799"/>
            <p:cNvSpPr/>
            <p:nvPr/>
          </p:nvSpPr>
          <p:spPr>
            <a:xfrm>
              <a:off x="831723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800" y="6350"/>
                  </a:lnTo>
                  <a:lnTo>
                    <a:pt x="177800" y="2540"/>
                  </a:lnTo>
                  <a:lnTo>
                    <a:pt x="177800" y="1270"/>
                  </a:lnTo>
                  <a:lnTo>
                    <a:pt x="179070" y="1270"/>
                  </a:lnTo>
                  <a:lnTo>
                    <a:pt x="179070" y="0"/>
                  </a:lnTo>
                  <a:close/>
                </a:path>
              </a:pathLst>
            </a:custGeom>
            <a:solidFill>
              <a:srgbClr val="0009A4"/>
            </a:solidFill>
          </p:spPr>
          <p:txBody>
            <a:bodyPr wrap="square" lIns="0" tIns="0" rIns="0" bIns="0" rtlCol="0"/>
            <a:lstStyle/>
            <a:p/>
          </p:txBody>
        </p:sp>
        <p:sp>
          <p:nvSpPr>
            <p:cNvPr id="2800" name="object 2800"/>
            <p:cNvSpPr/>
            <p:nvPr/>
          </p:nvSpPr>
          <p:spPr>
            <a:xfrm>
              <a:off x="831977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3810"/>
                  </a:lnTo>
                  <a:lnTo>
                    <a:pt x="173990" y="3810"/>
                  </a:lnTo>
                  <a:lnTo>
                    <a:pt x="173990" y="0"/>
                  </a:lnTo>
                  <a:close/>
                </a:path>
              </a:pathLst>
            </a:custGeom>
            <a:solidFill>
              <a:srgbClr val="0009A6"/>
            </a:solidFill>
          </p:spPr>
          <p:txBody>
            <a:bodyPr wrap="square" lIns="0" tIns="0" rIns="0" bIns="0" rtlCol="0"/>
            <a:lstStyle/>
            <a:p/>
          </p:txBody>
        </p:sp>
        <p:sp>
          <p:nvSpPr>
            <p:cNvPr id="2801" name="object 2801"/>
            <p:cNvSpPr/>
            <p:nvPr/>
          </p:nvSpPr>
          <p:spPr>
            <a:xfrm>
              <a:off x="832104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70180" y="7620"/>
                  </a:lnTo>
                  <a:lnTo>
                    <a:pt x="170180" y="6350"/>
                  </a:lnTo>
                  <a:lnTo>
                    <a:pt x="170167" y="2540"/>
                  </a:lnTo>
                  <a:lnTo>
                    <a:pt x="171450" y="2540"/>
                  </a:lnTo>
                  <a:lnTo>
                    <a:pt x="171450" y="0"/>
                  </a:lnTo>
                  <a:close/>
                </a:path>
              </a:pathLst>
            </a:custGeom>
            <a:solidFill>
              <a:srgbClr val="0008A8"/>
            </a:solidFill>
          </p:spPr>
          <p:txBody>
            <a:bodyPr wrap="square" lIns="0" tIns="0" rIns="0" bIns="0" rtlCol="0"/>
            <a:lstStyle/>
            <a:p/>
          </p:txBody>
        </p:sp>
        <p:sp>
          <p:nvSpPr>
            <p:cNvPr id="2802" name="object 2802"/>
            <p:cNvSpPr/>
            <p:nvPr/>
          </p:nvSpPr>
          <p:spPr>
            <a:xfrm>
              <a:off x="832358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0008AA"/>
            </a:solidFill>
          </p:spPr>
          <p:txBody>
            <a:bodyPr wrap="square" lIns="0" tIns="0" rIns="0" bIns="0" rtlCol="0"/>
            <a:lstStyle/>
            <a:p/>
          </p:txBody>
        </p:sp>
        <p:sp>
          <p:nvSpPr>
            <p:cNvPr id="2803" name="object 2803"/>
            <p:cNvSpPr/>
            <p:nvPr/>
          </p:nvSpPr>
          <p:spPr>
            <a:xfrm>
              <a:off x="8326120" y="1604009"/>
              <a:ext cx="162560" cy="6350"/>
            </a:xfrm>
            <a:custGeom>
              <a:avLst/>
              <a:gdLst/>
              <a:ahLst/>
              <a:cxnLst/>
              <a:rect l="l" t="t" r="r" b="b"/>
              <a:pathLst>
                <a:path w="162559" h="6350">
                  <a:moveTo>
                    <a:pt x="162560"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60" y="1270"/>
                  </a:lnTo>
                  <a:lnTo>
                    <a:pt x="162560" y="0"/>
                  </a:lnTo>
                  <a:close/>
                </a:path>
              </a:pathLst>
            </a:custGeom>
            <a:solidFill>
              <a:srgbClr val="0007AD"/>
            </a:solidFill>
          </p:spPr>
          <p:txBody>
            <a:bodyPr wrap="square" lIns="0" tIns="0" rIns="0" bIns="0" rtlCol="0"/>
            <a:lstStyle/>
            <a:p/>
          </p:txBody>
        </p:sp>
        <p:sp>
          <p:nvSpPr>
            <p:cNvPr id="2804" name="object 2804"/>
            <p:cNvSpPr/>
            <p:nvPr/>
          </p:nvSpPr>
          <p:spPr>
            <a:xfrm>
              <a:off x="8327390" y="1610359"/>
              <a:ext cx="158750" cy="7620"/>
            </a:xfrm>
            <a:custGeom>
              <a:avLst/>
              <a:gdLst/>
              <a:ahLst/>
              <a:cxnLst/>
              <a:rect l="l" t="t" r="r" b="b"/>
              <a:pathLst>
                <a:path w="158750" h="7619">
                  <a:moveTo>
                    <a:pt x="158750" y="0"/>
                  </a:moveTo>
                  <a:lnTo>
                    <a:pt x="0" y="0"/>
                  </a:lnTo>
                  <a:lnTo>
                    <a:pt x="0" y="1270"/>
                  </a:lnTo>
                  <a:lnTo>
                    <a:pt x="1270" y="1270"/>
                  </a:lnTo>
                  <a:lnTo>
                    <a:pt x="1270" y="5080"/>
                  </a:lnTo>
                  <a:lnTo>
                    <a:pt x="2540" y="5080"/>
                  </a:lnTo>
                  <a:lnTo>
                    <a:pt x="2540" y="7620"/>
                  </a:lnTo>
                  <a:lnTo>
                    <a:pt x="156210" y="7620"/>
                  </a:lnTo>
                  <a:lnTo>
                    <a:pt x="156210" y="5080"/>
                  </a:lnTo>
                  <a:lnTo>
                    <a:pt x="157467" y="5080"/>
                  </a:lnTo>
                  <a:lnTo>
                    <a:pt x="157467" y="1270"/>
                  </a:lnTo>
                  <a:lnTo>
                    <a:pt x="158750" y="1270"/>
                  </a:lnTo>
                  <a:lnTo>
                    <a:pt x="158750" y="0"/>
                  </a:lnTo>
                  <a:close/>
                </a:path>
              </a:pathLst>
            </a:custGeom>
            <a:solidFill>
              <a:srgbClr val="0006AF"/>
            </a:solidFill>
          </p:spPr>
          <p:txBody>
            <a:bodyPr wrap="square" lIns="0" tIns="0" rIns="0" bIns="0" rtlCol="0"/>
            <a:lstStyle/>
            <a:p/>
          </p:txBody>
        </p:sp>
        <p:sp>
          <p:nvSpPr>
            <p:cNvPr id="2805" name="object 2805"/>
            <p:cNvSpPr/>
            <p:nvPr/>
          </p:nvSpPr>
          <p:spPr>
            <a:xfrm>
              <a:off x="8331200" y="1617979"/>
              <a:ext cx="152400" cy="7620"/>
            </a:xfrm>
            <a:custGeom>
              <a:avLst/>
              <a:gdLst/>
              <a:ahLst/>
              <a:cxnLst/>
              <a:rect l="l" t="t" r="r" b="b"/>
              <a:pathLst>
                <a:path w="152400" h="7619">
                  <a:moveTo>
                    <a:pt x="152400" y="0"/>
                  </a:moveTo>
                  <a:lnTo>
                    <a:pt x="0" y="0"/>
                  </a:lnTo>
                  <a:lnTo>
                    <a:pt x="0" y="1270"/>
                  </a:lnTo>
                  <a:lnTo>
                    <a:pt x="0" y="3810"/>
                  </a:lnTo>
                  <a:lnTo>
                    <a:pt x="1270" y="3810"/>
                  </a:lnTo>
                  <a:lnTo>
                    <a:pt x="1270" y="7620"/>
                  </a:lnTo>
                  <a:lnTo>
                    <a:pt x="149860" y="7620"/>
                  </a:lnTo>
                  <a:lnTo>
                    <a:pt x="149860" y="3810"/>
                  </a:lnTo>
                  <a:lnTo>
                    <a:pt x="151130" y="3810"/>
                  </a:lnTo>
                  <a:lnTo>
                    <a:pt x="151130" y="1270"/>
                  </a:lnTo>
                  <a:lnTo>
                    <a:pt x="152400" y="1270"/>
                  </a:lnTo>
                  <a:lnTo>
                    <a:pt x="152400" y="0"/>
                  </a:lnTo>
                  <a:close/>
                </a:path>
              </a:pathLst>
            </a:custGeom>
            <a:solidFill>
              <a:srgbClr val="0006B1"/>
            </a:solidFill>
          </p:spPr>
          <p:txBody>
            <a:bodyPr wrap="square" lIns="0" tIns="0" rIns="0" bIns="0" rtlCol="0"/>
            <a:lstStyle/>
            <a:p/>
          </p:txBody>
        </p:sp>
        <p:sp>
          <p:nvSpPr>
            <p:cNvPr id="2806" name="object 2806"/>
            <p:cNvSpPr/>
            <p:nvPr/>
          </p:nvSpPr>
          <p:spPr>
            <a:xfrm>
              <a:off x="8333740" y="1625599"/>
              <a:ext cx="146050" cy="6350"/>
            </a:xfrm>
            <a:custGeom>
              <a:avLst/>
              <a:gdLst/>
              <a:ahLst/>
              <a:cxnLst/>
              <a:rect l="l" t="t" r="r" b="b"/>
              <a:pathLst>
                <a:path w="146050" h="6350">
                  <a:moveTo>
                    <a:pt x="146050" y="0"/>
                  </a:moveTo>
                  <a:lnTo>
                    <a:pt x="0" y="0"/>
                  </a:lnTo>
                  <a:lnTo>
                    <a:pt x="0" y="3810"/>
                  </a:lnTo>
                  <a:lnTo>
                    <a:pt x="1270" y="3810"/>
                  </a:lnTo>
                  <a:lnTo>
                    <a:pt x="1270" y="6350"/>
                  </a:lnTo>
                  <a:lnTo>
                    <a:pt x="144767" y="6350"/>
                  </a:lnTo>
                  <a:lnTo>
                    <a:pt x="144767" y="3810"/>
                  </a:lnTo>
                  <a:lnTo>
                    <a:pt x="146050" y="3810"/>
                  </a:lnTo>
                  <a:lnTo>
                    <a:pt x="146050" y="0"/>
                  </a:lnTo>
                  <a:close/>
                </a:path>
              </a:pathLst>
            </a:custGeom>
            <a:solidFill>
              <a:srgbClr val="0005B4"/>
            </a:solidFill>
          </p:spPr>
          <p:txBody>
            <a:bodyPr wrap="square" lIns="0" tIns="0" rIns="0" bIns="0" rtlCol="0"/>
            <a:lstStyle/>
            <a:p/>
          </p:txBody>
        </p:sp>
        <p:sp>
          <p:nvSpPr>
            <p:cNvPr id="2807" name="object 2807"/>
            <p:cNvSpPr/>
            <p:nvPr/>
          </p:nvSpPr>
          <p:spPr>
            <a:xfrm>
              <a:off x="8335010" y="1631949"/>
              <a:ext cx="142240" cy="7620"/>
            </a:xfrm>
            <a:custGeom>
              <a:avLst/>
              <a:gdLst/>
              <a:ahLst/>
              <a:cxnLst/>
              <a:rect l="l" t="t" r="r" b="b"/>
              <a:pathLst>
                <a:path w="142240" h="7619">
                  <a:moveTo>
                    <a:pt x="142240" y="0"/>
                  </a:moveTo>
                  <a:lnTo>
                    <a:pt x="0" y="0"/>
                  </a:lnTo>
                  <a:lnTo>
                    <a:pt x="0" y="1270"/>
                  </a:lnTo>
                  <a:lnTo>
                    <a:pt x="1270" y="1270"/>
                  </a:lnTo>
                  <a:lnTo>
                    <a:pt x="1270" y="3810"/>
                  </a:lnTo>
                  <a:lnTo>
                    <a:pt x="1270" y="5080"/>
                  </a:lnTo>
                  <a:lnTo>
                    <a:pt x="2540" y="5080"/>
                  </a:lnTo>
                  <a:lnTo>
                    <a:pt x="2540" y="6350"/>
                  </a:lnTo>
                  <a:lnTo>
                    <a:pt x="2540" y="7620"/>
                  </a:lnTo>
                  <a:lnTo>
                    <a:pt x="139700" y="7620"/>
                  </a:lnTo>
                  <a:lnTo>
                    <a:pt x="139700" y="6350"/>
                  </a:lnTo>
                  <a:lnTo>
                    <a:pt x="140970" y="6350"/>
                  </a:lnTo>
                  <a:lnTo>
                    <a:pt x="140970" y="5080"/>
                  </a:lnTo>
                  <a:lnTo>
                    <a:pt x="140970" y="3810"/>
                  </a:lnTo>
                  <a:lnTo>
                    <a:pt x="142240" y="3810"/>
                  </a:lnTo>
                  <a:lnTo>
                    <a:pt x="142240" y="1270"/>
                  </a:lnTo>
                  <a:lnTo>
                    <a:pt x="142240" y="0"/>
                  </a:lnTo>
                  <a:close/>
                </a:path>
              </a:pathLst>
            </a:custGeom>
            <a:solidFill>
              <a:srgbClr val="0005B6"/>
            </a:solidFill>
          </p:spPr>
          <p:txBody>
            <a:bodyPr wrap="square" lIns="0" tIns="0" rIns="0" bIns="0" rtlCol="0"/>
            <a:lstStyle/>
            <a:p/>
          </p:txBody>
        </p:sp>
        <p:sp>
          <p:nvSpPr>
            <p:cNvPr id="2808" name="object 2808"/>
            <p:cNvSpPr/>
            <p:nvPr/>
          </p:nvSpPr>
          <p:spPr>
            <a:xfrm>
              <a:off x="8338820" y="1639569"/>
              <a:ext cx="135890" cy="7620"/>
            </a:xfrm>
            <a:custGeom>
              <a:avLst/>
              <a:gdLst/>
              <a:ahLst/>
              <a:cxnLst/>
              <a:rect l="l" t="t" r="r" b="b"/>
              <a:pathLst>
                <a:path w="135890" h="7619">
                  <a:moveTo>
                    <a:pt x="135890" y="0"/>
                  </a:moveTo>
                  <a:lnTo>
                    <a:pt x="0" y="0"/>
                  </a:lnTo>
                  <a:lnTo>
                    <a:pt x="0" y="1270"/>
                  </a:lnTo>
                  <a:lnTo>
                    <a:pt x="0" y="2540"/>
                  </a:lnTo>
                  <a:lnTo>
                    <a:pt x="1270" y="2540"/>
                  </a:lnTo>
                  <a:lnTo>
                    <a:pt x="1270" y="3810"/>
                  </a:lnTo>
                  <a:lnTo>
                    <a:pt x="1270" y="5080"/>
                  </a:lnTo>
                  <a:lnTo>
                    <a:pt x="2540" y="5080"/>
                  </a:lnTo>
                  <a:lnTo>
                    <a:pt x="2540" y="7620"/>
                  </a:lnTo>
                  <a:lnTo>
                    <a:pt x="132080" y="7620"/>
                  </a:lnTo>
                  <a:lnTo>
                    <a:pt x="132080" y="5080"/>
                  </a:lnTo>
                  <a:lnTo>
                    <a:pt x="133350" y="5080"/>
                  </a:lnTo>
                  <a:lnTo>
                    <a:pt x="133350" y="3810"/>
                  </a:lnTo>
                  <a:lnTo>
                    <a:pt x="134620" y="3810"/>
                  </a:lnTo>
                  <a:lnTo>
                    <a:pt x="134620" y="2540"/>
                  </a:lnTo>
                  <a:lnTo>
                    <a:pt x="134620" y="1270"/>
                  </a:lnTo>
                  <a:lnTo>
                    <a:pt x="135890" y="1270"/>
                  </a:lnTo>
                  <a:lnTo>
                    <a:pt x="135890" y="0"/>
                  </a:lnTo>
                  <a:close/>
                </a:path>
              </a:pathLst>
            </a:custGeom>
            <a:solidFill>
              <a:srgbClr val="0004B8"/>
            </a:solidFill>
          </p:spPr>
          <p:txBody>
            <a:bodyPr wrap="square" lIns="0" tIns="0" rIns="0" bIns="0" rtlCol="0"/>
            <a:lstStyle/>
            <a:p/>
          </p:txBody>
        </p:sp>
        <p:sp>
          <p:nvSpPr>
            <p:cNvPr id="2809" name="object 2809"/>
            <p:cNvSpPr/>
            <p:nvPr/>
          </p:nvSpPr>
          <p:spPr>
            <a:xfrm>
              <a:off x="8342630" y="1647189"/>
              <a:ext cx="127000" cy="6350"/>
            </a:xfrm>
            <a:custGeom>
              <a:avLst/>
              <a:gdLst/>
              <a:ahLst/>
              <a:cxnLst/>
              <a:rect l="l" t="t" r="r" b="b"/>
              <a:pathLst>
                <a:path w="12700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7000" h="6350">
                  <a:moveTo>
                    <a:pt x="127000" y="0"/>
                  </a:moveTo>
                  <a:lnTo>
                    <a:pt x="0" y="0"/>
                  </a:lnTo>
                  <a:lnTo>
                    <a:pt x="0" y="2540"/>
                  </a:lnTo>
                  <a:lnTo>
                    <a:pt x="127000" y="2540"/>
                  </a:lnTo>
                  <a:lnTo>
                    <a:pt x="127000" y="0"/>
                  </a:lnTo>
                  <a:close/>
                </a:path>
              </a:pathLst>
            </a:custGeom>
            <a:solidFill>
              <a:srgbClr val="0004BA"/>
            </a:solidFill>
          </p:spPr>
          <p:txBody>
            <a:bodyPr wrap="square" lIns="0" tIns="0" rIns="0" bIns="0" rtlCol="0"/>
            <a:lstStyle/>
            <a:p/>
          </p:txBody>
        </p:sp>
        <p:sp>
          <p:nvSpPr>
            <p:cNvPr id="2810" name="object 2810"/>
            <p:cNvSpPr/>
            <p:nvPr/>
          </p:nvSpPr>
          <p:spPr>
            <a:xfrm>
              <a:off x="8345170" y="1653539"/>
              <a:ext cx="120650" cy="7620"/>
            </a:xfrm>
            <a:custGeom>
              <a:avLst/>
              <a:gdLst/>
              <a:ahLst/>
              <a:cxnLst/>
              <a:rect l="l" t="t" r="r" b="b"/>
              <a:pathLst>
                <a:path w="120650" h="7619">
                  <a:moveTo>
                    <a:pt x="12065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16840" y="7620"/>
                  </a:lnTo>
                  <a:lnTo>
                    <a:pt x="116840" y="6350"/>
                  </a:lnTo>
                  <a:lnTo>
                    <a:pt x="118110" y="6350"/>
                  </a:lnTo>
                  <a:lnTo>
                    <a:pt x="118110" y="5080"/>
                  </a:lnTo>
                  <a:lnTo>
                    <a:pt x="119380" y="5080"/>
                  </a:lnTo>
                  <a:lnTo>
                    <a:pt x="119380" y="3810"/>
                  </a:lnTo>
                  <a:lnTo>
                    <a:pt x="119380" y="2540"/>
                  </a:lnTo>
                  <a:lnTo>
                    <a:pt x="120650" y="2540"/>
                  </a:lnTo>
                  <a:lnTo>
                    <a:pt x="120650" y="1270"/>
                  </a:lnTo>
                  <a:lnTo>
                    <a:pt x="120650" y="0"/>
                  </a:lnTo>
                  <a:close/>
                </a:path>
              </a:pathLst>
            </a:custGeom>
            <a:solidFill>
              <a:srgbClr val="0003BD"/>
            </a:solidFill>
          </p:spPr>
          <p:txBody>
            <a:bodyPr wrap="square" lIns="0" tIns="0" rIns="0" bIns="0" rtlCol="0"/>
            <a:lstStyle/>
            <a:p/>
          </p:txBody>
        </p:sp>
        <p:sp>
          <p:nvSpPr>
            <p:cNvPr id="2811" name="object 2811"/>
            <p:cNvSpPr/>
            <p:nvPr/>
          </p:nvSpPr>
          <p:spPr>
            <a:xfrm>
              <a:off x="8351520" y="1661159"/>
              <a:ext cx="109220" cy="7620"/>
            </a:xfrm>
            <a:custGeom>
              <a:avLst/>
              <a:gdLst/>
              <a:ahLst/>
              <a:cxnLst/>
              <a:rect l="l" t="t" r="r" b="b"/>
              <a:pathLst>
                <a:path w="109220"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37" y="3810"/>
                  </a:lnTo>
                  <a:lnTo>
                    <a:pt x="107937" y="2540"/>
                  </a:lnTo>
                  <a:lnTo>
                    <a:pt x="107950" y="1270"/>
                  </a:lnTo>
                  <a:lnTo>
                    <a:pt x="109220" y="1270"/>
                  </a:lnTo>
                  <a:lnTo>
                    <a:pt x="109220" y="0"/>
                  </a:lnTo>
                  <a:close/>
                </a:path>
              </a:pathLst>
            </a:custGeom>
            <a:solidFill>
              <a:srgbClr val="0002BF"/>
            </a:solidFill>
          </p:spPr>
          <p:txBody>
            <a:bodyPr wrap="square" lIns="0" tIns="0" rIns="0" bIns="0" rtlCol="0"/>
            <a:lstStyle/>
            <a:p/>
          </p:txBody>
        </p:sp>
        <p:sp>
          <p:nvSpPr>
            <p:cNvPr id="2812" name="object 2812"/>
            <p:cNvSpPr/>
            <p:nvPr/>
          </p:nvSpPr>
          <p:spPr>
            <a:xfrm>
              <a:off x="835660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92710" y="6350"/>
                  </a:lnTo>
                  <a:lnTo>
                    <a:pt x="92710" y="5080"/>
                  </a:lnTo>
                  <a:lnTo>
                    <a:pt x="93980" y="5080"/>
                  </a:lnTo>
                  <a:lnTo>
                    <a:pt x="93980" y="3810"/>
                  </a:lnTo>
                  <a:lnTo>
                    <a:pt x="95250" y="3810"/>
                  </a:lnTo>
                  <a:lnTo>
                    <a:pt x="95250" y="2540"/>
                  </a:lnTo>
                  <a:lnTo>
                    <a:pt x="96520" y="2540"/>
                  </a:lnTo>
                  <a:lnTo>
                    <a:pt x="96520" y="1270"/>
                  </a:lnTo>
                  <a:lnTo>
                    <a:pt x="97790" y="1270"/>
                  </a:lnTo>
                  <a:lnTo>
                    <a:pt x="97790" y="0"/>
                  </a:lnTo>
                  <a:close/>
                </a:path>
              </a:pathLst>
            </a:custGeom>
            <a:solidFill>
              <a:srgbClr val="0002C1"/>
            </a:solidFill>
          </p:spPr>
          <p:txBody>
            <a:bodyPr wrap="square" lIns="0" tIns="0" rIns="0" bIns="0" rtlCol="0"/>
            <a:lstStyle/>
            <a:p/>
          </p:txBody>
        </p:sp>
        <p:sp>
          <p:nvSpPr>
            <p:cNvPr id="2813" name="object 2813"/>
            <p:cNvSpPr/>
            <p:nvPr/>
          </p:nvSpPr>
          <p:spPr>
            <a:xfrm>
              <a:off x="8364220" y="1675129"/>
              <a:ext cx="83820" cy="7620"/>
            </a:xfrm>
            <a:custGeom>
              <a:avLst/>
              <a:gdLst/>
              <a:ahLst/>
              <a:cxnLst/>
              <a:rect l="l" t="t" r="r" b="b"/>
              <a:pathLst>
                <a:path w="83820" h="7619">
                  <a:moveTo>
                    <a:pt x="73659" y="6350"/>
                  </a:moveTo>
                  <a:lnTo>
                    <a:pt x="11429" y="6350"/>
                  </a:lnTo>
                  <a:lnTo>
                    <a:pt x="11429" y="7620"/>
                  </a:lnTo>
                  <a:lnTo>
                    <a:pt x="73659" y="7620"/>
                  </a:lnTo>
                  <a:lnTo>
                    <a:pt x="73659" y="6350"/>
                  </a:lnTo>
                  <a:close/>
                </a:path>
                <a:path w="83820" h="7619">
                  <a:moveTo>
                    <a:pt x="76200" y="5080"/>
                  </a:moveTo>
                  <a:lnTo>
                    <a:pt x="7620" y="5080"/>
                  </a:lnTo>
                  <a:lnTo>
                    <a:pt x="7620" y="6350"/>
                  </a:lnTo>
                  <a:lnTo>
                    <a:pt x="76200" y="6350"/>
                  </a:lnTo>
                  <a:lnTo>
                    <a:pt x="76200" y="5080"/>
                  </a:lnTo>
                  <a:close/>
                </a:path>
                <a:path w="83820" h="7619">
                  <a:moveTo>
                    <a:pt x="78740" y="3810"/>
                  </a:moveTo>
                  <a:lnTo>
                    <a:pt x="6350" y="3810"/>
                  </a:lnTo>
                  <a:lnTo>
                    <a:pt x="6350" y="5080"/>
                  </a:lnTo>
                  <a:lnTo>
                    <a:pt x="78740" y="5080"/>
                  </a:lnTo>
                  <a:lnTo>
                    <a:pt x="78740" y="3810"/>
                  </a:lnTo>
                  <a:close/>
                </a:path>
                <a:path w="83820" h="7619">
                  <a:moveTo>
                    <a:pt x="80009" y="2540"/>
                  </a:moveTo>
                  <a:lnTo>
                    <a:pt x="3809" y="2540"/>
                  </a:lnTo>
                  <a:lnTo>
                    <a:pt x="3809" y="3810"/>
                  </a:lnTo>
                  <a:lnTo>
                    <a:pt x="80009" y="3810"/>
                  </a:lnTo>
                  <a:lnTo>
                    <a:pt x="80009"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0001C4"/>
            </a:solidFill>
          </p:spPr>
          <p:txBody>
            <a:bodyPr wrap="square" lIns="0" tIns="0" rIns="0" bIns="0" rtlCol="0"/>
            <a:lstStyle/>
            <a:p/>
          </p:txBody>
        </p:sp>
        <p:sp>
          <p:nvSpPr>
            <p:cNvPr id="2814" name="object 2814"/>
            <p:cNvSpPr/>
            <p:nvPr/>
          </p:nvSpPr>
          <p:spPr>
            <a:xfrm>
              <a:off x="8378190" y="1682749"/>
              <a:ext cx="55880" cy="7620"/>
            </a:xfrm>
            <a:custGeom>
              <a:avLst/>
              <a:gdLst/>
              <a:ahLst/>
              <a:cxnLst/>
              <a:rect l="l" t="t" r="r" b="b"/>
              <a:pathLst>
                <a:path w="55879" h="7619">
                  <a:moveTo>
                    <a:pt x="26670" y="6350"/>
                  </a:moveTo>
                  <a:lnTo>
                    <a:pt x="25400" y="6350"/>
                  </a:lnTo>
                  <a:lnTo>
                    <a:pt x="25400" y="7620"/>
                  </a:lnTo>
                  <a:lnTo>
                    <a:pt x="26670" y="7620"/>
                  </a:lnTo>
                  <a:lnTo>
                    <a:pt x="26670" y="6350"/>
                  </a:lnTo>
                  <a:close/>
                </a:path>
                <a:path w="55879" h="7619">
                  <a:moveTo>
                    <a:pt x="36829" y="5079"/>
                  </a:moveTo>
                  <a:lnTo>
                    <a:pt x="8889" y="5079"/>
                  </a:lnTo>
                  <a:lnTo>
                    <a:pt x="8889" y="6350"/>
                  </a:lnTo>
                  <a:lnTo>
                    <a:pt x="36829" y="6350"/>
                  </a:lnTo>
                  <a:lnTo>
                    <a:pt x="36829"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0001C6"/>
            </a:solidFill>
          </p:spPr>
          <p:txBody>
            <a:bodyPr wrap="square" lIns="0" tIns="0" rIns="0" bIns="0" rtlCol="0"/>
            <a:lstStyle/>
            <a:p/>
          </p:txBody>
        </p:sp>
      </p:grpSp>
      <p:grpSp>
        <p:nvGrpSpPr>
          <p:cNvPr id="2815" name="object 2815"/>
          <p:cNvGrpSpPr/>
          <p:nvPr/>
        </p:nvGrpSpPr>
        <p:grpSpPr>
          <a:xfrm>
            <a:off x="8600440" y="1057910"/>
            <a:ext cx="153670" cy="619760"/>
            <a:chOff x="8600440" y="1057910"/>
            <a:chExt cx="153670" cy="619760"/>
          </a:xfrm>
        </p:grpSpPr>
        <p:sp>
          <p:nvSpPr>
            <p:cNvPr id="2816" name="object 2816"/>
            <p:cNvSpPr/>
            <p:nvPr/>
          </p:nvSpPr>
          <p:spPr>
            <a:xfrm>
              <a:off x="8696960" y="1057910"/>
              <a:ext cx="26670" cy="5080"/>
            </a:xfrm>
            <a:custGeom>
              <a:avLst/>
              <a:gdLst/>
              <a:ahLst/>
              <a:cxnLst/>
              <a:rect l="l" t="t" r="r" b="b"/>
              <a:pathLst>
                <a:path w="26670" h="5080">
                  <a:moveTo>
                    <a:pt x="2540" y="3810"/>
                  </a:moveTo>
                  <a:lnTo>
                    <a:pt x="0" y="3810"/>
                  </a:lnTo>
                  <a:lnTo>
                    <a:pt x="0" y="5080"/>
                  </a:lnTo>
                  <a:lnTo>
                    <a:pt x="2540" y="5080"/>
                  </a:lnTo>
                  <a:lnTo>
                    <a:pt x="2540" y="3810"/>
                  </a:lnTo>
                  <a:close/>
                </a:path>
                <a:path w="26670" h="5080">
                  <a:moveTo>
                    <a:pt x="26670" y="3810"/>
                  </a:moveTo>
                  <a:lnTo>
                    <a:pt x="25400" y="3810"/>
                  </a:lnTo>
                  <a:lnTo>
                    <a:pt x="25400" y="5080"/>
                  </a:lnTo>
                  <a:lnTo>
                    <a:pt x="26670" y="5080"/>
                  </a:lnTo>
                  <a:lnTo>
                    <a:pt x="26670" y="3810"/>
                  </a:lnTo>
                  <a:close/>
                </a:path>
                <a:path w="26670" h="5080">
                  <a:moveTo>
                    <a:pt x="24130" y="1270"/>
                  </a:moveTo>
                  <a:lnTo>
                    <a:pt x="3810" y="1270"/>
                  </a:lnTo>
                  <a:lnTo>
                    <a:pt x="3810" y="3810"/>
                  </a:lnTo>
                  <a:lnTo>
                    <a:pt x="24130" y="3810"/>
                  </a:lnTo>
                  <a:lnTo>
                    <a:pt x="24130" y="1270"/>
                  </a:lnTo>
                  <a:close/>
                </a:path>
                <a:path w="26670" h="5080">
                  <a:moveTo>
                    <a:pt x="10160" y="0"/>
                  </a:moveTo>
                  <a:lnTo>
                    <a:pt x="6350" y="0"/>
                  </a:lnTo>
                  <a:lnTo>
                    <a:pt x="6350" y="1270"/>
                  </a:lnTo>
                  <a:lnTo>
                    <a:pt x="10160" y="1270"/>
                  </a:lnTo>
                  <a:lnTo>
                    <a:pt x="10160" y="0"/>
                  </a:lnTo>
                  <a:close/>
                </a:path>
                <a:path w="26670" h="5080">
                  <a:moveTo>
                    <a:pt x="20320" y="0"/>
                  </a:moveTo>
                  <a:lnTo>
                    <a:pt x="17780" y="0"/>
                  </a:lnTo>
                  <a:lnTo>
                    <a:pt x="17780" y="1270"/>
                  </a:lnTo>
                  <a:lnTo>
                    <a:pt x="20320" y="1270"/>
                  </a:lnTo>
                  <a:lnTo>
                    <a:pt x="20320" y="0"/>
                  </a:lnTo>
                  <a:close/>
                </a:path>
              </a:pathLst>
            </a:custGeom>
            <a:solidFill>
              <a:srgbClr val="003300"/>
            </a:solidFill>
          </p:spPr>
          <p:txBody>
            <a:bodyPr wrap="square" lIns="0" tIns="0" rIns="0" bIns="0" rtlCol="0"/>
            <a:lstStyle/>
            <a:p/>
          </p:txBody>
        </p:sp>
        <p:sp>
          <p:nvSpPr>
            <p:cNvPr id="2817" name="object 2817"/>
            <p:cNvSpPr/>
            <p:nvPr/>
          </p:nvSpPr>
          <p:spPr>
            <a:xfrm>
              <a:off x="8691880" y="1062990"/>
              <a:ext cx="40640" cy="7620"/>
            </a:xfrm>
            <a:custGeom>
              <a:avLst/>
              <a:gdLst/>
              <a:ahLst/>
              <a:cxnLst/>
              <a:rect l="l" t="t" r="r" b="b"/>
              <a:pathLst>
                <a:path w="40640" h="7619">
                  <a:moveTo>
                    <a:pt x="40640" y="5079"/>
                  </a:moveTo>
                  <a:lnTo>
                    <a:pt x="39370" y="5079"/>
                  </a:lnTo>
                  <a:lnTo>
                    <a:pt x="39370" y="6350"/>
                  </a:lnTo>
                  <a:lnTo>
                    <a:pt x="0" y="6350"/>
                  </a:lnTo>
                  <a:lnTo>
                    <a:pt x="0" y="7620"/>
                  </a:lnTo>
                  <a:lnTo>
                    <a:pt x="40640" y="7620"/>
                  </a:lnTo>
                  <a:lnTo>
                    <a:pt x="40640" y="5079"/>
                  </a:lnTo>
                  <a:close/>
                </a:path>
                <a:path w="40640" h="7619">
                  <a:moveTo>
                    <a:pt x="36829" y="2539"/>
                  </a:moveTo>
                  <a:lnTo>
                    <a:pt x="1270" y="2539"/>
                  </a:lnTo>
                  <a:lnTo>
                    <a:pt x="1270" y="5079"/>
                  </a:lnTo>
                  <a:lnTo>
                    <a:pt x="36829" y="5079"/>
                  </a:lnTo>
                  <a:lnTo>
                    <a:pt x="36829" y="2539"/>
                  </a:lnTo>
                  <a:close/>
                </a:path>
                <a:path w="40640" h="7619">
                  <a:moveTo>
                    <a:pt x="3810" y="1269"/>
                  </a:moveTo>
                  <a:lnTo>
                    <a:pt x="2540" y="1269"/>
                  </a:lnTo>
                  <a:lnTo>
                    <a:pt x="2540" y="2539"/>
                  </a:lnTo>
                  <a:lnTo>
                    <a:pt x="3810" y="2539"/>
                  </a:lnTo>
                  <a:lnTo>
                    <a:pt x="3810" y="1269"/>
                  </a:lnTo>
                  <a:close/>
                </a:path>
                <a:path w="40640" h="7619">
                  <a:moveTo>
                    <a:pt x="35560" y="1269"/>
                  </a:moveTo>
                  <a:lnTo>
                    <a:pt x="34290" y="1269"/>
                  </a:lnTo>
                  <a:lnTo>
                    <a:pt x="34290" y="2539"/>
                  </a:lnTo>
                  <a:lnTo>
                    <a:pt x="35560" y="2539"/>
                  </a:lnTo>
                  <a:lnTo>
                    <a:pt x="35560" y="1269"/>
                  </a:lnTo>
                  <a:close/>
                </a:path>
                <a:path w="40640" h="7619">
                  <a:moveTo>
                    <a:pt x="31750" y="0"/>
                  </a:moveTo>
                  <a:lnTo>
                    <a:pt x="5079" y="0"/>
                  </a:lnTo>
                  <a:lnTo>
                    <a:pt x="5079" y="1269"/>
                  </a:lnTo>
                  <a:lnTo>
                    <a:pt x="31750" y="1269"/>
                  </a:lnTo>
                  <a:lnTo>
                    <a:pt x="31750" y="0"/>
                  </a:lnTo>
                  <a:close/>
                </a:path>
              </a:pathLst>
            </a:custGeom>
            <a:solidFill>
              <a:srgbClr val="003301"/>
            </a:solidFill>
          </p:spPr>
          <p:txBody>
            <a:bodyPr wrap="square" lIns="0" tIns="0" rIns="0" bIns="0" rtlCol="0"/>
            <a:lstStyle/>
            <a:p/>
          </p:txBody>
        </p:sp>
        <p:sp>
          <p:nvSpPr>
            <p:cNvPr id="2818" name="object 2818"/>
            <p:cNvSpPr/>
            <p:nvPr/>
          </p:nvSpPr>
          <p:spPr>
            <a:xfrm>
              <a:off x="8600440" y="1070610"/>
              <a:ext cx="137160" cy="6350"/>
            </a:xfrm>
            <a:custGeom>
              <a:avLst/>
              <a:gdLst/>
              <a:ahLst/>
              <a:cxnLst/>
              <a:rect l="l" t="t" r="r" b="b"/>
              <a:pathLst>
                <a:path w="137159" h="6350">
                  <a:moveTo>
                    <a:pt x="78740" y="5080"/>
                  </a:moveTo>
                  <a:lnTo>
                    <a:pt x="0" y="5080"/>
                  </a:lnTo>
                  <a:lnTo>
                    <a:pt x="0" y="6350"/>
                  </a:lnTo>
                  <a:lnTo>
                    <a:pt x="78740" y="6350"/>
                  </a:lnTo>
                  <a:lnTo>
                    <a:pt x="78740" y="5080"/>
                  </a:lnTo>
                  <a:close/>
                </a:path>
                <a:path w="137159" h="6350">
                  <a:moveTo>
                    <a:pt x="137159" y="3810"/>
                  </a:moveTo>
                  <a:lnTo>
                    <a:pt x="135889" y="3810"/>
                  </a:lnTo>
                  <a:lnTo>
                    <a:pt x="135889" y="5080"/>
                  </a:lnTo>
                  <a:lnTo>
                    <a:pt x="87629" y="5080"/>
                  </a:lnTo>
                  <a:lnTo>
                    <a:pt x="87629" y="6350"/>
                  </a:lnTo>
                  <a:lnTo>
                    <a:pt x="137159" y="6350"/>
                  </a:lnTo>
                  <a:lnTo>
                    <a:pt x="137159" y="3810"/>
                  </a:lnTo>
                  <a:close/>
                </a:path>
                <a:path w="137159" h="6350">
                  <a:moveTo>
                    <a:pt x="134620" y="1270"/>
                  </a:moveTo>
                  <a:lnTo>
                    <a:pt x="88900" y="1270"/>
                  </a:lnTo>
                  <a:lnTo>
                    <a:pt x="88900" y="3810"/>
                  </a:lnTo>
                  <a:lnTo>
                    <a:pt x="134620" y="3810"/>
                  </a:lnTo>
                  <a:lnTo>
                    <a:pt x="134620" y="1270"/>
                  </a:lnTo>
                  <a:close/>
                </a:path>
                <a:path w="137159" h="6350">
                  <a:moveTo>
                    <a:pt x="133349" y="0"/>
                  </a:moveTo>
                  <a:lnTo>
                    <a:pt x="90169" y="0"/>
                  </a:lnTo>
                  <a:lnTo>
                    <a:pt x="90169" y="1270"/>
                  </a:lnTo>
                  <a:lnTo>
                    <a:pt x="133349" y="1270"/>
                  </a:lnTo>
                  <a:lnTo>
                    <a:pt x="133349" y="0"/>
                  </a:lnTo>
                  <a:close/>
                </a:path>
                <a:path w="137159" h="6350">
                  <a:moveTo>
                    <a:pt x="78740" y="0"/>
                  </a:moveTo>
                  <a:lnTo>
                    <a:pt x="0" y="0"/>
                  </a:lnTo>
                  <a:lnTo>
                    <a:pt x="0" y="3810"/>
                  </a:lnTo>
                  <a:lnTo>
                    <a:pt x="78740" y="3810"/>
                  </a:lnTo>
                  <a:lnTo>
                    <a:pt x="78740" y="0"/>
                  </a:lnTo>
                  <a:close/>
                </a:path>
              </a:pathLst>
            </a:custGeom>
            <a:solidFill>
              <a:srgbClr val="003103"/>
            </a:solidFill>
          </p:spPr>
          <p:txBody>
            <a:bodyPr wrap="square" lIns="0" tIns="0" rIns="0" bIns="0" rtlCol="0"/>
            <a:lstStyle/>
            <a:p/>
          </p:txBody>
        </p:sp>
        <p:sp>
          <p:nvSpPr>
            <p:cNvPr id="2819" name="object 2819"/>
            <p:cNvSpPr/>
            <p:nvPr/>
          </p:nvSpPr>
          <p:spPr>
            <a:xfrm>
              <a:off x="8600440" y="1076960"/>
              <a:ext cx="143510" cy="7620"/>
            </a:xfrm>
            <a:custGeom>
              <a:avLst/>
              <a:gdLst/>
              <a:ahLst/>
              <a:cxnLst/>
              <a:rect l="l" t="t" r="r" b="b"/>
              <a:pathLst>
                <a:path w="143509" h="7619">
                  <a:moveTo>
                    <a:pt x="77470" y="5079"/>
                  </a:moveTo>
                  <a:lnTo>
                    <a:pt x="0" y="5079"/>
                  </a:lnTo>
                  <a:lnTo>
                    <a:pt x="0" y="7619"/>
                  </a:lnTo>
                  <a:lnTo>
                    <a:pt x="77470" y="7619"/>
                  </a:lnTo>
                  <a:lnTo>
                    <a:pt x="77470" y="5079"/>
                  </a:lnTo>
                  <a:close/>
                </a:path>
                <a:path w="143509" h="7619">
                  <a:moveTo>
                    <a:pt x="143509" y="3809"/>
                  </a:moveTo>
                  <a:lnTo>
                    <a:pt x="142239" y="3809"/>
                  </a:lnTo>
                  <a:lnTo>
                    <a:pt x="142239" y="5079"/>
                  </a:lnTo>
                  <a:lnTo>
                    <a:pt x="83819" y="5079"/>
                  </a:lnTo>
                  <a:lnTo>
                    <a:pt x="83819" y="6349"/>
                  </a:lnTo>
                  <a:lnTo>
                    <a:pt x="82550" y="6349"/>
                  </a:lnTo>
                  <a:lnTo>
                    <a:pt x="82550" y="7619"/>
                  </a:lnTo>
                  <a:lnTo>
                    <a:pt x="143509" y="7619"/>
                  </a:lnTo>
                  <a:lnTo>
                    <a:pt x="143509" y="3809"/>
                  </a:lnTo>
                  <a:close/>
                </a:path>
                <a:path w="143509" h="7619">
                  <a:moveTo>
                    <a:pt x="86359" y="0"/>
                  </a:moveTo>
                  <a:lnTo>
                    <a:pt x="85089" y="0"/>
                  </a:lnTo>
                  <a:lnTo>
                    <a:pt x="85089" y="3809"/>
                  </a:lnTo>
                  <a:lnTo>
                    <a:pt x="140969" y="3809"/>
                  </a:lnTo>
                  <a:lnTo>
                    <a:pt x="140969" y="1269"/>
                  </a:lnTo>
                  <a:lnTo>
                    <a:pt x="86359" y="1269"/>
                  </a:lnTo>
                  <a:lnTo>
                    <a:pt x="86359" y="0"/>
                  </a:lnTo>
                  <a:close/>
                </a:path>
                <a:path w="143509" h="7619">
                  <a:moveTo>
                    <a:pt x="139699" y="0"/>
                  </a:moveTo>
                  <a:lnTo>
                    <a:pt x="138429" y="0"/>
                  </a:lnTo>
                  <a:lnTo>
                    <a:pt x="138429" y="1269"/>
                  </a:lnTo>
                  <a:lnTo>
                    <a:pt x="139699" y="1269"/>
                  </a:lnTo>
                  <a:lnTo>
                    <a:pt x="139699" y="0"/>
                  </a:lnTo>
                  <a:close/>
                </a:path>
                <a:path w="143509" h="7619">
                  <a:moveTo>
                    <a:pt x="78740" y="1269"/>
                  </a:moveTo>
                  <a:lnTo>
                    <a:pt x="0" y="1269"/>
                  </a:lnTo>
                  <a:lnTo>
                    <a:pt x="0" y="3809"/>
                  </a:lnTo>
                  <a:lnTo>
                    <a:pt x="78740" y="3809"/>
                  </a:lnTo>
                  <a:lnTo>
                    <a:pt x="78740" y="1269"/>
                  </a:lnTo>
                  <a:close/>
                </a:path>
              </a:pathLst>
            </a:custGeom>
            <a:solidFill>
              <a:srgbClr val="003106"/>
            </a:solidFill>
          </p:spPr>
          <p:txBody>
            <a:bodyPr wrap="square" lIns="0" tIns="0" rIns="0" bIns="0" rtlCol="0"/>
            <a:lstStyle/>
            <a:p/>
          </p:txBody>
        </p:sp>
        <p:sp>
          <p:nvSpPr>
            <p:cNvPr id="2820" name="object 2820"/>
            <p:cNvSpPr/>
            <p:nvPr/>
          </p:nvSpPr>
          <p:spPr>
            <a:xfrm>
              <a:off x="8600440" y="1084580"/>
              <a:ext cx="148590" cy="7620"/>
            </a:xfrm>
            <a:custGeom>
              <a:avLst/>
              <a:gdLst/>
              <a:ahLst/>
              <a:cxnLst/>
              <a:rect l="l" t="t" r="r" b="b"/>
              <a:pathLst>
                <a:path w="148590" h="7619">
                  <a:moveTo>
                    <a:pt x="77470" y="0"/>
                  </a:moveTo>
                  <a:lnTo>
                    <a:pt x="0" y="0"/>
                  </a:lnTo>
                  <a:lnTo>
                    <a:pt x="0" y="7620"/>
                  </a:lnTo>
                  <a:lnTo>
                    <a:pt x="77470" y="7620"/>
                  </a:lnTo>
                  <a:lnTo>
                    <a:pt x="77470" y="0"/>
                  </a:lnTo>
                  <a:close/>
                </a:path>
                <a:path w="148590" h="7619">
                  <a:moveTo>
                    <a:pt x="148589" y="6350"/>
                  </a:moveTo>
                  <a:lnTo>
                    <a:pt x="80009" y="6350"/>
                  </a:lnTo>
                  <a:lnTo>
                    <a:pt x="80009" y="7620"/>
                  </a:lnTo>
                  <a:lnTo>
                    <a:pt x="148589" y="7620"/>
                  </a:lnTo>
                  <a:lnTo>
                    <a:pt x="148589" y="6350"/>
                  </a:lnTo>
                  <a:close/>
                </a:path>
                <a:path w="148590" h="7619">
                  <a:moveTo>
                    <a:pt x="146050" y="2539"/>
                  </a:moveTo>
                  <a:lnTo>
                    <a:pt x="81279" y="2539"/>
                  </a:lnTo>
                  <a:lnTo>
                    <a:pt x="81279" y="6350"/>
                  </a:lnTo>
                  <a:lnTo>
                    <a:pt x="147320" y="6350"/>
                  </a:lnTo>
                  <a:lnTo>
                    <a:pt x="147320" y="5079"/>
                  </a:lnTo>
                  <a:lnTo>
                    <a:pt x="146050" y="5079"/>
                  </a:lnTo>
                  <a:lnTo>
                    <a:pt x="146050" y="2539"/>
                  </a:lnTo>
                  <a:close/>
                </a:path>
                <a:path w="148590" h="7619">
                  <a:moveTo>
                    <a:pt x="144779" y="0"/>
                  </a:moveTo>
                  <a:lnTo>
                    <a:pt x="82550" y="0"/>
                  </a:lnTo>
                  <a:lnTo>
                    <a:pt x="82550" y="2539"/>
                  </a:lnTo>
                  <a:lnTo>
                    <a:pt x="144779" y="2539"/>
                  </a:lnTo>
                  <a:lnTo>
                    <a:pt x="144779" y="0"/>
                  </a:lnTo>
                  <a:close/>
                </a:path>
              </a:pathLst>
            </a:custGeom>
            <a:solidFill>
              <a:srgbClr val="003008"/>
            </a:solidFill>
          </p:spPr>
          <p:txBody>
            <a:bodyPr wrap="square" lIns="0" tIns="0" rIns="0" bIns="0" rtlCol="0"/>
            <a:lstStyle/>
            <a:p/>
          </p:txBody>
        </p:sp>
        <p:sp>
          <p:nvSpPr>
            <p:cNvPr id="2821" name="object 2821"/>
            <p:cNvSpPr/>
            <p:nvPr/>
          </p:nvSpPr>
          <p:spPr>
            <a:xfrm>
              <a:off x="8600440" y="1092200"/>
              <a:ext cx="152400" cy="6350"/>
            </a:xfrm>
            <a:custGeom>
              <a:avLst/>
              <a:gdLst/>
              <a:ahLst/>
              <a:cxnLst/>
              <a:rect l="l" t="t" r="r" b="b"/>
              <a:pathLst>
                <a:path w="152400" h="6350">
                  <a:moveTo>
                    <a:pt x="77470" y="2539"/>
                  </a:moveTo>
                  <a:lnTo>
                    <a:pt x="0" y="2539"/>
                  </a:lnTo>
                  <a:lnTo>
                    <a:pt x="0" y="6350"/>
                  </a:lnTo>
                  <a:lnTo>
                    <a:pt x="77470" y="6350"/>
                  </a:lnTo>
                  <a:lnTo>
                    <a:pt x="77470" y="2539"/>
                  </a:lnTo>
                  <a:close/>
                </a:path>
                <a:path w="152400" h="6350">
                  <a:moveTo>
                    <a:pt x="151129" y="1269"/>
                  </a:moveTo>
                  <a:lnTo>
                    <a:pt x="149859" y="1269"/>
                  </a:lnTo>
                  <a:lnTo>
                    <a:pt x="149859" y="2539"/>
                  </a:lnTo>
                  <a:lnTo>
                    <a:pt x="80009" y="2539"/>
                  </a:lnTo>
                  <a:lnTo>
                    <a:pt x="80009" y="3809"/>
                  </a:lnTo>
                  <a:lnTo>
                    <a:pt x="78739" y="3809"/>
                  </a:lnTo>
                  <a:lnTo>
                    <a:pt x="78739" y="6350"/>
                  </a:lnTo>
                  <a:lnTo>
                    <a:pt x="152399" y="6350"/>
                  </a:lnTo>
                  <a:lnTo>
                    <a:pt x="152399" y="5079"/>
                  </a:lnTo>
                  <a:lnTo>
                    <a:pt x="151129" y="5079"/>
                  </a:lnTo>
                  <a:lnTo>
                    <a:pt x="151129" y="1269"/>
                  </a:lnTo>
                  <a:close/>
                </a:path>
                <a:path w="152400" h="6350">
                  <a:moveTo>
                    <a:pt x="148589" y="0"/>
                  </a:moveTo>
                  <a:lnTo>
                    <a:pt x="80009" y="0"/>
                  </a:lnTo>
                  <a:lnTo>
                    <a:pt x="80009" y="1269"/>
                  </a:lnTo>
                  <a:lnTo>
                    <a:pt x="148589" y="1269"/>
                  </a:lnTo>
                  <a:lnTo>
                    <a:pt x="148589" y="0"/>
                  </a:lnTo>
                  <a:close/>
                </a:path>
                <a:path w="152400" h="6350">
                  <a:moveTo>
                    <a:pt x="77470" y="0"/>
                  </a:moveTo>
                  <a:lnTo>
                    <a:pt x="0" y="0"/>
                  </a:lnTo>
                  <a:lnTo>
                    <a:pt x="0" y="1269"/>
                  </a:lnTo>
                  <a:lnTo>
                    <a:pt x="77470" y="1269"/>
                  </a:lnTo>
                  <a:lnTo>
                    <a:pt x="77470" y="0"/>
                  </a:lnTo>
                  <a:close/>
                </a:path>
              </a:pathLst>
            </a:custGeom>
            <a:solidFill>
              <a:srgbClr val="00300A"/>
            </a:solidFill>
          </p:spPr>
          <p:txBody>
            <a:bodyPr wrap="square" lIns="0" tIns="0" rIns="0" bIns="0" rtlCol="0"/>
            <a:lstStyle/>
            <a:p/>
          </p:txBody>
        </p:sp>
        <p:sp>
          <p:nvSpPr>
            <p:cNvPr id="2822" name="object 2822"/>
            <p:cNvSpPr/>
            <p:nvPr/>
          </p:nvSpPr>
          <p:spPr>
            <a:xfrm>
              <a:off x="8600440" y="1098549"/>
              <a:ext cx="153670" cy="7620"/>
            </a:xfrm>
            <a:custGeom>
              <a:avLst/>
              <a:gdLst/>
              <a:ahLst/>
              <a:cxnLst/>
              <a:rect l="l" t="t" r="r" b="b"/>
              <a:pathLst>
                <a:path w="153670" h="7619">
                  <a:moveTo>
                    <a:pt x="153670" y="1270"/>
                  </a:moveTo>
                  <a:lnTo>
                    <a:pt x="152387" y="1270"/>
                  </a:lnTo>
                  <a:lnTo>
                    <a:pt x="152387"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02F0D"/>
            </a:solidFill>
          </p:spPr>
          <p:txBody>
            <a:bodyPr wrap="square" lIns="0" tIns="0" rIns="0" bIns="0" rtlCol="0"/>
            <a:lstStyle/>
            <a:p/>
          </p:txBody>
        </p:sp>
        <p:sp>
          <p:nvSpPr>
            <p:cNvPr id="2823" name="object 2823"/>
            <p:cNvSpPr/>
            <p:nvPr/>
          </p:nvSpPr>
          <p:spPr>
            <a:xfrm>
              <a:off x="860044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02E0F"/>
            </a:solidFill>
          </p:spPr>
          <p:txBody>
            <a:bodyPr wrap="square" lIns="0" tIns="0" rIns="0" bIns="0" rtlCol="0"/>
            <a:lstStyle/>
            <a:p/>
          </p:txBody>
        </p:sp>
        <p:sp>
          <p:nvSpPr>
            <p:cNvPr id="2824" name="object 2824"/>
            <p:cNvSpPr/>
            <p:nvPr/>
          </p:nvSpPr>
          <p:spPr>
            <a:xfrm>
              <a:off x="860044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02E11"/>
            </a:solidFill>
          </p:spPr>
          <p:txBody>
            <a:bodyPr wrap="square" lIns="0" tIns="0" rIns="0" bIns="0" rtlCol="0"/>
            <a:lstStyle/>
            <a:p/>
          </p:txBody>
        </p:sp>
        <p:sp>
          <p:nvSpPr>
            <p:cNvPr id="2825" name="object 2825"/>
            <p:cNvSpPr/>
            <p:nvPr/>
          </p:nvSpPr>
          <p:spPr>
            <a:xfrm>
              <a:off x="8600440" y="1120139"/>
              <a:ext cx="151130" cy="7620"/>
            </a:xfrm>
            <a:custGeom>
              <a:avLst/>
              <a:gdLst/>
              <a:ahLst/>
              <a:cxnLst/>
              <a:rect l="l" t="t" r="r" b="b"/>
              <a:pathLst>
                <a:path w="151129"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02D14"/>
            </a:solidFill>
          </p:spPr>
          <p:txBody>
            <a:bodyPr wrap="square" lIns="0" tIns="0" rIns="0" bIns="0" rtlCol="0"/>
            <a:lstStyle/>
            <a:p/>
          </p:txBody>
        </p:sp>
        <p:sp>
          <p:nvSpPr>
            <p:cNvPr id="2826" name="object 2826"/>
            <p:cNvSpPr/>
            <p:nvPr/>
          </p:nvSpPr>
          <p:spPr>
            <a:xfrm>
              <a:off x="8600440" y="1127759"/>
              <a:ext cx="149860" cy="7620"/>
            </a:xfrm>
            <a:custGeom>
              <a:avLst/>
              <a:gdLst/>
              <a:ahLst/>
              <a:cxnLst/>
              <a:rect l="l" t="t" r="r" b="b"/>
              <a:pathLst>
                <a:path w="149859" h="7619">
                  <a:moveTo>
                    <a:pt x="149860" y="0"/>
                  </a:moveTo>
                  <a:lnTo>
                    <a:pt x="0" y="0"/>
                  </a:lnTo>
                  <a:lnTo>
                    <a:pt x="0" y="6350"/>
                  </a:lnTo>
                  <a:lnTo>
                    <a:pt x="0" y="7620"/>
                  </a:lnTo>
                  <a:lnTo>
                    <a:pt x="148590" y="7620"/>
                  </a:lnTo>
                  <a:lnTo>
                    <a:pt x="148590" y="6350"/>
                  </a:lnTo>
                  <a:lnTo>
                    <a:pt x="149860" y="6350"/>
                  </a:lnTo>
                  <a:lnTo>
                    <a:pt x="149860" y="0"/>
                  </a:lnTo>
                  <a:close/>
                </a:path>
              </a:pathLst>
            </a:custGeom>
            <a:solidFill>
              <a:srgbClr val="002D16"/>
            </a:solidFill>
          </p:spPr>
          <p:txBody>
            <a:bodyPr wrap="square" lIns="0" tIns="0" rIns="0" bIns="0" rtlCol="0"/>
            <a:lstStyle/>
            <a:p/>
          </p:txBody>
        </p:sp>
        <p:sp>
          <p:nvSpPr>
            <p:cNvPr id="2827" name="object 2827"/>
            <p:cNvSpPr/>
            <p:nvPr/>
          </p:nvSpPr>
          <p:spPr>
            <a:xfrm>
              <a:off x="8600440" y="1135380"/>
              <a:ext cx="148590" cy="6350"/>
            </a:xfrm>
            <a:custGeom>
              <a:avLst/>
              <a:gdLst/>
              <a:ahLst/>
              <a:cxnLst/>
              <a:rect l="l" t="t" r="r" b="b"/>
              <a:pathLst>
                <a:path w="148590" h="6350">
                  <a:moveTo>
                    <a:pt x="0" y="6350"/>
                  </a:moveTo>
                  <a:lnTo>
                    <a:pt x="0" y="0"/>
                  </a:lnTo>
                  <a:lnTo>
                    <a:pt x="148590" y="0"/>
                  </a:lnTo>
                  <a:lnTo>
                    <a:pt x="148590" y="6350"/>
                  </a:lnTo>
                  <a:lnTo>
                    <a:pt x="0" y="6350"/>
                  </a:lnTo>
                  <a:close/>
                </a:path>
              </a:pathLst>
            </a:custGeom>
            <a:solidFill>
              <a:srgbClr val="002C18"/>
            </a:solidFill>
          </p:spPr>
          <p:txBody>
            <a:bodyPr wrap="square" lIns="0" tIns="0" rIns="0" bIns="0" rtlCol="0"/>
            <a:lstStyle/>
            <a:p/>
          </p:txBody>
        </p:sp>
        <p:sp>
          <p:nvSpPr>
            <p:cNvPr id="2828" name="object 2828"/>
            <p:cNvSpPr/>
            <p:nvPr/>
          </p:nvSpPr>
          <p:spPr>
            <a:xfrm>
              <a:off x="8600440" y="1141729"/>
              <a:ext cx="148590" cy="7620"/>
            </a:xfrm>
            <a:custGeom>
              <a:avLst/>
              <a:gdLst/>
              <a:ahLst/>
              <a:cxnLst/>
              <a:rect l="l" t="t" r="r" b="b"/>
              <a:pathLst>
                <a:path w="148590" h="7619">
                  <a:moveTo>
                    <a:pt x="148590" y="0"/>
                  </a:moveTo>
                  <a:lnTo>
                    <a:pt x="0" y="0"/>
                  </a:lnTo>
                  <a:lnTo>
                    <a:pt x="0" y="2540"/>
                  </a:lnTo>
                  <a:lnTo>
                    <a:pt x="0" y="7620"/>
                  </a:lnTo>
                  <a:lnTo>
                    <a:pt x="147320" y="7620"/>
                  </a:lnTo>
                  <a:lnTo>
                    <a:pt x="147320" y="2540"/>
                  </a:lnTo>
                  <a:lnTo>
                    <a:pt x="148590" y="2540"/>
                  </a:lnTo>
                  <a:lnTo>
                    <a:pt x="148590" y="0"/>
                  </a:lnTo>
                  <a:close/>
                </a:path>
              </a:pathLst>
            </a:custGeom>
            <a:solidFill>
              <a:srgbClr val="002B1B"/>
            </a:solidFill>
          </p:spPr>
          <p:txBody>
            <a:bodyPr wrap="square" lIns="0" tIns="0" rIns="0" bIns="0" rtlCol="0"/>
            <a:lstStyle/>
            <a:p/>
          </p:txBody>
        </p:sp>
        <p:sp>
          <p:nvSpPr>
            <p:cNvPr id="2829" name="object 2829"/>
            <p:cNvSpPr/>
            <p:nvPr/>
          </p:nvSpPr>
          <p:spPr>
            <a:xfrm>
              <a:off x="8600440" y="1149349"/>
              <a:ext cx="147320" cy="7620"/>
            </a:xfrm>
            <a:custGeom>
              <a:avLst/>
              <a:gdLst/>
              <a:ahLst/>
              <a:cxnLst/>
              <a:rect l="l" t="t" r="r" b="b"/>
              <a:pathLst>
                <a:path w="147320"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002B1D"/>
            </a:solidFill>
          </p:spPr>
          <p:txBody>
            <a:bodyPr wrap="square" lIns="0" tIns="0" rIns="0" bIns="0" rtlCol="0"/>
            <a:lstStyle/>
            <a:p/>
          </p:txBody>
        </p:sp>
        <p:sp>
          <p:nvSpPr>
            <p:cNvPr id="2830" name="object 2830"/>
            <p:cNvSpPr/>
            <p:nvPr/>
          </p:nvSpPr>
          <p:spPr>
            <a:xfrm>
              <a:off x="860044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002A1F"/>
            </a:solidFill>
          </p:spPr>
          <p:txBody>
            <a:bodyPr wrap="square" lIns="0" tIns="0" rIns="0" bIns="0" rtlCol="0"/>
            <a:lstStyle/>
            <a:p/>
          </p:txBody>
        </p:sp>
        <p:sp>
          <p:nvSpPr>
            <p:cNvPr id="2831" name="object 2831"/>
            <p:cNvSpPr/>
            <p:nvPr/>
          </p:nvSpPr>
          <p:spPr>
            <a:xfrm>
              <a:off x="8600440" y="1164590"/>
              <a:ext cx="144780" cy="6350"/>
            </a:xfrm>
            <a:custGeom>
              <a:avLst/>
              <a:gdLst/>
              <a:ahLst/>
              <a:cxnLst/>
              <a:rect l="l" t="t" r="r" b="b"/>
              <a:pathLst>
                <a:path w="144779" h="6350">
                  <a:moveTo>
                    <a:pt x="0" y="6350"/>
                  </a:moveTo>
                  <a:lnTo>
                    <a:pt x="0" y="0"/>
                  </a:lnTo>
                  <a:lnTo>
                    <a:pt x="144779" y="0"/>
                  </a:lnTo>
                  <a:lnTo>
                    <a:pt x="144779" y="6350"/>
                  </a:lnTo>
                  <a:lnTo>
                    <a:pt x="0" y="6350"/>
                  </a:lnTo>
                  <a:close/>
                </a:path>
              </a:pathLst>
            </a:custGeom>
            <a:solidFill>
              <a:srgbClr val="002A22"/>
            </a:solidFill>
          </p:spPr>
          <p:txBody>
            <a:bodyPr wrap="square" lIns="0" tIns="0" rIns="0" bIns="0" rtlCol="0"/>
            <a:lstStyle/>
            <a:p/>
          </p:txBody>
        </p:sp>
        <p:sp>
          <p:nvSpPr>
            <p:cNvPr id="2832" name="object 2832"/>
            <p:cNvSpPr/>
            <p:nvPr/>
          </p:nvSpPr>
          <p:spPr>
            <a:xfrm>
              <a:off x="8600440" y="1170939"/>
              <a:ext cx="144780" cy="7620"/>
            </a:xfrm>
            <a:custGeom>
              <a:avLst/>
              <a:gdLst/>
              <a:ahLst/>
              <a:cxnLst/>
              <a:rect l="l" t="t" r="r" b="b"/>
              <a:pathLst>
                <a:path w="144779"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002924"/>
            </a:solidFill>
          </p:spPr>
          <p:txBody>
            <a:bodyPr wrap="square" lIns="0" tIns="0" rIns="0" bIns="0" rtlCol="0"/>
            <a:lstStyle/>
            <a:p/>
          </p:txBody>
        </p:sp>
        <p:sp>
          <p:nvSpPr>
            <p:cNvPr id="2833" name="object 2833"/>
            <p:cNvSpPr/>
            <p:nvPr/>
          </p:nvSpPr>
          <p:spPr>
            <a:xfrm>
              <a:off x="8600440" y="1178559"/>
              <a:ext cx="143510" cy="7620"/>
            </a:xfrm>
            <a:custGeom>
              <a:avLst/>
              <a:gdLst/>
              <a:ahLst/>
              <a:cxnLst/>
              <a:rect l="l" t="t" r="r" b="b"/>
              <a:pathLst>
                <a:path w="143509" h="7619">
                  <a:moveTo>
                    <a:pt x="143510" y="0"/>
                  </a:moveTo>
                  <a:lnTo>
                    <a:pt x="0" y="0"/>
                  </a:lnTo>
                  <a:lnTo>
                    <a:pt x="0" y="5080"/>
                  </a:lnTo>
                  <a:lnTo>
                    <a:pt x="0" y="7620"/>
                  </a:lnTo>
                  <a:lnTo>
                    <a:pt x="142240" y="7620"/>
                  </a:lnTo>
                  <a:lnTo>
                    <a:pt x="142240" y="5080"/>
                  </a:lnTo>
                  <a:lnTo>
                    <a:pt x="143510" y="5080"/>
                  </a:lnTo>
                  <a:lnTo>
                    <a:pt x="143510" y="0"/>
                  </a:lnTo>
                  <a:close/>
                </a:path>
              </a:pathLst>
            </a:custGeom>
            <a:solidFill>
              <a:srgbClr val="002926"/>
            </a:solidFill>
          </p:spPr>
          <p:txBody>
            <a:bodyPr wrap="square" lIns="0" tIns="0" rIns="0" bIns="0" rtlCol="0"/>
            <a:lstStyle/>
            <a:p/>
          </p:txBody>
        </p:sp>
        <p:sp>
          <p:nvSpPr>
            <p:cNvPr id="2834" name="object 2834"/>
            <p:cNvSpPr/>
            <p:nvPr/>
          </p:nvSpPr>
          <p:spPr>
            <a:xfrm>
              <a:off x="8600440" y="1186180"/>
              <a:ext cx="142240" cy="6350"/>
            </a:xfrm>
            <a:custGeom>
              <a:avLst/>
              <a:gdLst/>
              <a:ahLst/>
              <a:cxnLst/>
              <a:rect l="l" t="t" r="r" b="b"/>
              <a:pathLst>
                <a:path w="142240" h="6350">
                  <a:moveTo>
                    <a:pt x="0" y="6350"/>
                  </a:moveTo>
                  <a:lnTo>
                    <a:pt x="0" y="0"/>
                  </a:lnTo>
                  <a:lnTo>
                    <a:pt x="142240" y="0"/>
                  </a:lnTo>
                  <a:lnTo>
                    <a:pt x="142240" y="6350"/>
                  </a:lnTo>
                  <a:lnTo>
                    <a:pt x="0" y="6350"/>
                  </a:lnTo>
                  <a:close/>
                </a:path>
              </a:pathLst>
            </a:custGeom>
            <a:solidFill>
              <a:srgbClr val="002829"/>
            </a:solidFill>
          </p:spPr>
          <p:txBody>
            <a:bodyPr wrap="square" lIns="0" tIns="0" rIns="0" bIns="0" rtlCol="0"/>
            <a:lstStyle/>
            <a:p/>
          </p:txBody>
        </p:sp>
        <p:sp>
          <p:nvSpPr>
            <p:cNvPr id="2835" name="object 2835"/>
            <p:cNvSpPr/>
            <p:nvPr/>
          </p:nvSpPr>
          <p:spPr>
            <a:xfrm>
              <a:off x="8600440" y="1192530"/>
              <a:ext cx="140970" cy="7620"/>
            </a:xfrm>
            <a:custGeom>
              <a:avLst/>
              <a:gdLst/>
              <a:ahLst/>
              <a:cxnLst/>
              <a:rect l="l" t="t" r="r" b="b"/>
              <a:pathLst>
                <a:path w="140970" h="7619">
                  <a:moveTo>
                    <a:pt x="140970" y="0"/>
                  </a:moveTo>
                  <a:lnTo>
                    <a:pt x="0" y="0"/>
                  </a:lnTo>
                  <a:lnTo>
                    <a:pt x="0" y="7620"/>
                  </a:lnTo>
                  <a:lnTo>
                    <a:pt x="140970" y="7620"/>
                  </a:lnTo>
                  <a:lnTo>
                    <a:pt x="140970" y="0"/>
                  </a:lnTo>
                  <a:close/>
                </a:path>
              </a:pathLst>
            </a:custGeom>
            <a:solidFill>
              <a:srgbClr val="00272B"/>
            </a:solidFill>
          </p:spPr>
          <p:txBody>
            <a:bodyPr wrap="square" lIns="0" tIns="0" rIns="0" bIns="0" rtlCol="0"/>
            <a:lstStyle/>
            <a:p/>
          </p:txBody>
        </p:sp>
        <p:sp>
          <p:nvSpPr>
            <p:cNvPr id="2836" name="object 2836"/>
            <p:cNvSpPr/>
            <p:nvPr/>
          </p:nvSpPr>
          <p:spPr>
            <a:xfrm>
              <a:off x="8600440" y="1200149"/>
              <a:ext cx="140970" cy="7620"/>
            </a:xfrm>
            <a:custGeom>
              <a:avLst/>
              <a:gdLst/>
              <a:ahLst/>
              <a:cxnLst/>
              <a:rect l="l" t="t" r="r" b="b"/>
              <a:pathLst>
                <a:path w="140970"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00272D"/>
            </a:solidFill>
          </p:spPr>
          <p:txBody>
            <a:bodyPr wrap="square" lIns="0" tIns="0" rIns="0" bIns="0" rtlCol="0"/>
            <a:lstStyle/>
            <a:p/>
          </p:txBody>
        </p:sp>
        <p:sp>
          <p:nvSpPr>
            <p:cNvPr id="2837" name="object 2837"/>
            <p:cNvSpPr/>
            <p:nvPr/>
          </p:nvSpPr>
          <p:spPr>
            <a:xfrm>
              <a:off x="860044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002630"/>
            </a:solidFill>
          </p:spPr>
          <p:txBody>
            <a:bodyPr wrap="square" lIns="0" tIns="0" rIns="0" bIns="0" rtlCol="0"/>
            <a:lstStyle/>
            <a:p/>
          </p:txBody>
        </p:sp>
        <p:sp>
          <p:nvSpPr>
            <p:cNvPr id="2838" name="object 2838"/>
            <p:cNvSpPr/>
            <p:nvPr/>
          </p:nvSpPr>
          <p:spPr>
            <a:xfrm>
              <a:off x="8600440" y="1214119"/>
              <a:ext cx="138430" cy="7620"/>
            </a:xfrm>
            <a:custGeom>
              <a:avLst/>
              <a:gdLst/>
              <a:ahLst/>
              <a:cxnLst/>
              <a:rect l="l" t="t" r="r" b="b"/>
              <a:pathLst>
                <a:path w="138429"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002633"/>
            </a:solidFill>
          </p:spPr>
          <p:txBody>
            <a:bodyPr wrap="square" lIns="0" tIns="0" rIns="0" bIns="0" rtlCol="0"/>
            <a:lstStyle/>
            <a:p/>
          </p:txBody>
        </p:sp>
        <p:sp>
          <p:nvSpPr>
            <p:cNvPr id="2839" name="object 2839"/>
            <p:cNvSpPr/>
            <p:nvPr/>
          </p:nvSpPr>
          <p:spPr>
            <a:xfrm>
              <a:off x="8600440" y="1221740"/>
              <a:ext cx="137160" cy="7620"/>
            </a:xfrm>
            <a:custGeom>
              <a:avLst/>
              <a:gdLst/>
              <a:ahLst/>
              <a:cxnLst/>
              <a:rect l="l" t="t" r="r" b="b"/>
              <a:pathLst>
                <a:path w="137159" h="7619">
                  <a:moveTo>
                    <a:pt x="137159" y="0"/>
                  </a:moveTo>
                  <a:lnTo>
                    <a:pt x="0" y="0"/>
                  </a:lnTo>
                  <a:lnTo>
                    <a:pt x="0" y="7620"/>
                  </a:lnTo>
                  <a:lnTo>
                    <a:pt x="137159" y="7620"/>
                  </a:lnTo>
                  <a:lnTo>
                    <a:pt x="137159" y="0"/>
                  </a:lnTo>
                  <a:close/>
                </a:path>
              </a:pathLst>
            </a:custGeom>
            <a:solidFill>
              <a:srgbClr val="002534"/>
            </a:solidFill>
          </p:spPr>
          <p:txBody>
            <a:bodyPr wrap="square" lIns="0" tIns="0" rIns="0" bIns="0" rtlCol="0"/>
            <a:lstStyle/>
            <a:p/>
          </p:txBody>
        </p:sp>
        <p:sp>
          <p:nvSpPr>
            <p:cNvPr id="2840" name="object 2840"/>
            <p:cNvSpPr/>
            <p:nvPr/>
          </p:nvSpPr>
          <p:spPr>
            <a:xfrm>
              <a:off x="8600440" y="1229359"/>
              <a:ext cx="137160" cy="6350"/>
            </a:xfrm>
            <a:custGeom>
              <a:avLst/>
              <a:gdLst/>
              <a:ahLst/>
              <a:cxnLst/>
              <a:rect l="l" t="t" r="r" b="b"/>
              <a:pathLst>
                <a:path w="137159" h="6350">
                  <a:moveTo>
                    <a:pt x="135890" y="1282"/>
                  </a:moveTo>
                  <a:lnTo>
                    <a:pt x="0" y="1282"/>
                  </a:lnTo>
                  <a:lnTo>
                    <a:pt x="0" y="6350"/>
                  </a:lnTo>
                  <a:lnTo>
                    <a:pt x="135890" y="6350"/>
                  </a:lnTo>
                  <a:lnTo>
                    <a:pt x="135890" y="1282"/>
                  </a:lnTo>
                  <a:close/>
                </a:path>
                <a:path w="137159" h="6350">
                  <a:moveTo>
                    <a:pt x="137160" y="0"/>
                  </a:moveTo>
                  <a:lnTo>
                    <a:pt x="0" y="0"/>
                  </a:lnTo>
                  <a:lnTo>
                    <a:pt x="0" y="1270"/>
                  </a:lnTo>
                  <a:lnTo>
                    <a:pt x="137160" y="1270"/>
                  </a:lnTo>
                  <a:lnTo>
                    <a:pt x="137160" y="0"/>
                  </a:lnTo>
                  <a:close/>
                </a:path>
              </a:pathLst>
            </a:custGeom>
            <a:solidFill>
              <a:srgbClr val="002437"/>
            </a:solidFill>
          </p:spPr>
          <p:txBody>
            <a:bodyPr wrap="square" lIns="0" tIns="0" rIns="0" bIns="0" rtlCol="0"/>
            <a:lstStyle/>
            <a:p/>
          </p:txBody>
        </p:sp>
        <p:sp>
          <p:nvSpPr>
            <p:cNvPr id="2841" name="object 2841"/>
            <p:cNvSpPr/>
            <p:nvPr/>
          </p:nvSpPr>
          <p:spPr>
            <a:xfrm>
              <a:off x="8600440" y="1235709"/>
              <a:ext cx="135890" cy="7620"/>
            </a:xfrm>
            <a:custGeom>
              <a:avLst/>
              <a:gdLst/>
              <a:ahLst/>
              <a:cxnLst/>
              <a:rect l="l" t="t" r="r" b="b"/>
              <a:pathLst>
                <a:path w="135890" h="7619">
                  <a:moveTo>
                    <a:pt x="135890" y="0"/>
                  </a:moveTo>
                  <a:lnTo>
                    <a:pt x="0" y="0"/>
                  </a:lnTo>
                  <a:lnTo>
                    <a:pt x="0" y="3810"/>
                  </a:lnTo>
                  <a:lnTo>
                    <a:pt x="0" y="7620"/>
                  </a:lnTo>
                  <a:lnTo>
                    <a:pt x="134620" y="7620"/>
                  </a:lnTo>
                  <a:lnTo>
                    <a:pt x="134620" y="3810"/>
                  </a:lnTo>
                  <a:lnTo>
                    <a:pt x="135890" y="3810"/>
                  </a:lnTo>
                  <a:lnTo>
                    <a:pt x="135890" y="0"/>
                  </a:lnTo>
                  <a:close/>
                </a:path>
              </a:pathLst>
            </a:custGeom>
            <a:solidFill>
              <a:srgbClr val="002439"/>
            </a:solidFill>
          </p:spPr>
          <p:txBody>
            <a:bodyPr wrap="square" lIns="0" tIns="0" rIns="0" bIns="0" rtlCol="0"/>
            <a:lstStyle/>
            <a:p/>
          </p:txBody>
        </p:sp>
        <p:sp>
          <p:nvSpPr>
            <p:cNvPr id="2842" name="object 2842"/>
            <p:cNvSpPr/>
            <p:nvPr/>
          </p:nvSpPr>
          <p:spPr>
            <a:xfrm>
              <a:off x="8600440" y="1243329"/>
              <a:ext cx="134620" cy="7620"/>
            </a:xfrm>
            <a:custGeom>
              <a:avLst/>
              <a:gdLst/>
              <a:ahLst/>
              <a:cxnLst/>
              <a:rect l="l" t="t" r="r" b="b"/>
              <a:pathLst>
                <a:path w="134620"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00233B"/>
            </a:solidFill>
          </p:spPr>
          <p:txBody>
            <a:bodyPr wrap="square" lIns="0" tIns="0" rIns="0" bIns="0" rtlCol="0"/>
            <a:lstStyle/>
            <a:p/>
          </p:txBody>
        </p:sp>
        <p:sp>
          <p:nvSpPr>
            <p:cNvPr id="2843" name="object 2843"/>
            <p:cNvSpPr/>
            <p:nvPr/>
          </p:nvSpPr>
          <p:spPr>
            <a:xfrm>
              <a:off x="860044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00233E"/>
            </a:solidFill>
          </p:spPr>
          <p:txBody>
            <a:bodyPr wrap="square" lIns="0" tIns="0" rIns="0" bIns="0" rtlCol="0"/>
            <a:lstStyle/>
            <a:p/>
          </p:txBody>
        </p:sp>
        <p:sp>
          <p:nvSpPr>
            <p:cNvPr id="2844" name="object 2844"/>
            <p:cNvSpPr/>
            <p:nvPr/>
          </p:nvSpPr>
          <p:spPr>
            <a:xfrm>
              <a:off x="860044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002240"/>
            </a:solidFill>
          </p:spPr>
          <p:txBody>
            <a:bodyPr wrap="square" lIns="0" tIns="0" rIns="0" bIns="0" rtlCol="0"/>
            <a:lstStyle/>
            <a:p/>
          </p:txBody>
        </p:sp>
        <p:sp>
          <p:nvSpPr>
            <p:cNvPr id="2845" name="object 2845"/>
            <p:cNvSpPr/>
            <p:nvPr/>
          </p:nvSpPr>
          <p:spPr>
            <a:xfrm>
              <a:off x="8600440" y="1264919"/>
              <a:ext cx="132080" cy="7620"/>
            </a:xfrm>
            <a:custGeom>
              <a:avLst/>
              <a:gdLst/>
              <a:ahLst/>
              <a:cxnLst/>
              <a:rect l="l" t="t" r="r" b="b"/>
              <a:pathLst>
                <a:path w="132079"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002143"/>
            </a:solidFill>
          </p:spPr>
          <p:txBody>
            <a:bodyPr wrap="square" lIns="0" tIns="0" rIns="0" bIns="0" rtlCol="0"/>
            <a:lstStyle/>
            <a:p/>
          </p:txBody>
        </p:sp>
        <p:sp>
          <p:nvSpPr>
            <p:cNvPr id="2846" name="object 2846"/>
            <p:cNvSpPr/>
            <p:nvPr/>
          </p:nvSpPr>
          <p:spPr>
            <a:xfrm>
              <a:off x="8600440" y="1272539"/>
              <a:ext cx="130810" cy="7620"/>
            </a:xfrm>
            <a:custGeom>
              <a:avLst/>
              <a:gdLst/>
              <a:ahLst/>
              <a:cxnLst/>
              <a:rect l="l" t="t" r="r" b="b"/>
              <a:pathLst>
                <a:path w="130809"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90" y="5080"/>
                  </a:lnTo>
                  <a:lnTo>
                    <a:pt x="97790" y="2540"/>
                  </a:lnTo>
                  <a:lnTo>
                    <a:pt x="99060" y="2540"/>
                  </a:lnTo>
                  <a:lnTo>
                    <a:pt x="99060" y="1270"/>
                  </a:lnTo>
                  <a:lnTo>
                    <a:pt x="100330" y="1270"/>
                  </a:lnTo>
                  <a:lnTo>
                    <a:pt x="100330" y="0"/>
                  </a:lnTo>
                  <a:close/>
                </a:path>
                <a:path w="130809"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40" y="7620"/>
                  </a:lnTo>
                  <a:lnTo>
                    <a:pt x="129540" y="6350"/>
                  </a:lnTo>
                  <a:lnTo>
                    <a:pt x="130810" y="6350"/>
                  </a:lnTo>
                  <a:lnTo>
                    <a:pt x="130810" y="5080"/>
                  </a:lnTo>
                  <a:lnTo>
                    <a:pt x="130810" y="3810"/>
                  </a:lnTo>
                  <a:lnTo>
                    <a:pt x="130810" y="2540"/>
                  </a:lnTo>
                  <a:lnTo>
                    <a:pt x="130810" y="1270"/>
                  </a:lnTo>
                  <a:lnTo>
                    <a:pt x="130810" y="0"/>
                  </a:lnTo>
                  <a:close/>
                </a:path>
              </a:pathLst>
            </a:custGeom>
            <a:solidFill>
              <a:srgbClr val="002145"/>
            </a:solidFill>
          </p:spPr>
          <p:txBody>
            <a:bodyPr wrap="square" lIns="0" tIns="0" rIns="0" bIns="0" rtlCol="0"/>
            <a:lstStyle/>
            <a:p/>
          </p:txBody>
        </p:sp>
        <p:sp>
          <p:nvSpPr>
            <p:cNvPr id="2847" name="object 2847"/>
            <p:cNvSpPr/>
            <p:nvPr/>
          </p:nvSpPr>
          <p:spPr>
            <a:xfrm>
              <a:off x="8600440" y="1280159"/>
              <a:ext cx="129539" cy="6350"/>
            </a:xfrm>
            <a:custGeom>
              <a:avLst/>
              <a:gdLst/>
              <a:ahLst/>
              <a:cxnLst/>
              <a:rect l="l" t="t" r="r" b="b"/>
              <a:pathLst>
                <a:path w="129540" h="6350">
                  <a:moveTo>
                    <a:pt x="95250" y="0"/>
                  </a:moveTo>
                  <a:lnTo>
                    <a:pt x="0" y="0"/>
                  </a:lnTo>
                  <a:lnTo>
                    <a:pt x="0" y="3810"/>
                  </a:lnTo>
                  <a:lnTo>
                    <a:pt x="0" y="6350"/>
                  </a:lnTo>
                  <a:lnTo>
                    <a:pt x="93980" y="6350"/>
                  </a:lnTo>
                  <a:lnTo>
                    <a:pt x="93980" y="3810"/>
                  </a:lnTo>
                  <a:lnTo>
                    <a:pt x="95250" y="3810"/>
                  </a:lnTo>
                  <a:lnTo>
                    <a:pt x="95250" y="0"/>
                  </a:lnTo>
                  <a:close/>
                </a:path>
                <a:path w="129540" h="6350">
                  <a:moveTo>
                    <a:pt x="129540"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40" y="6350"/>
                  </a:lnTo>
                  <a:lnTo>
                    <a:pt x="129540" y="5080"/>
                  </a:lnTo>
                  <a:lnTo>
                    <a:pt x="129540" y="3810"/>
                  </a:lnTo>
                  <a:lnTo>
                    <a:pt x="129540" y="2540"/>
                  </a:lnTo>
                  <a:lnTo>
                    <a:pt x="129540" y="1270"/>
                  </a:lnTo>
                  <a:lnTo>
                    <a:pt x="129540" y="0"/>
                  </a:lnTo>
                  <a:close/>
                </a:path>
              </a:pathLst>
            </a:custGeom>
            <a:solidFill>
              <a:srgbClr val="002047"/>
            </a:solidFill>
          </p:spPr>
          <p:txBody>
            <a:bodyPr wrap="square" lIns="0" tIns="0" rIns="0" bIns="0" rtlCol="0"/>
            <a:lstStyle/>
            <a:p/>
          </p:txBody>
        </p:sp>
        <p:sp>
          <p:nvSpPr>
            <p:cNvPr id="2848" name="object 2848"/>
            <p:cNvSpPr/>
            <p:nvPr/>
          </p:nvSpPr>
          <p:spPr>
            <a:xfrm>
              <a:off x="8600440" y="1286509"/>
              <a:ext cx="129539" cy="7620"/>
            </a:xfrm>
            <a:custGeom>
              <a:avLst/>
              <a:gdLst/>
              <a:ahLst/>
              <a:cxnLst/>
              <a:rect l="l" t="t" r="r" b="b"/>
              <a:pathLst>
                <a:path w="129540" h="7619">
                  <a:moveTo>
                    <a:pt x="93980" y="0"/>
                  </a:moveTo>
                  <a:lnTo>
                    <a:pt x="0" y="0"/>
                  </a:lnTo>
                  <a:lnTo>
                    <a:pt x="0" y="2540"/>
                  </a:lnTo>
                  <a:lnTo>
                    <a:pt x="0" y="7620"/>
                  </a:lnTo>
                  <a:lnTo>
                    <a:pt x="92710" y="7620"/>
                  </a:lnTo>
                  <a:lnTo>
                    <a:pt x="92710" y="2540"/>
                  </a:lnTo>
                  <a:lnTo>
                    <a:pt x="93980" y="2540"/>
                  </a:lnTo>
                  <a:lnTo>
                    <a:pt x="93980" y="0"/>
                  </a:lnTo>
                  <a:close/>
                </a:path>
                <a:path w="129540" h="7619">
                  <a:moveTo>
                    <a:pt x="129540"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40" y="2540"/>
                  </a:lnTo>
                  <a:lnTo>
                    <a:pt x="129540" y="0"/>
                  </a:lnTo>
                  <a:close/>
                </a:path>
              </a:pathLst>
            </a:custGeom>
            <a:solidFill>
              <a:srgbClr val="00204A"/>
            </a:solidFill>
          </p:spPr>
          <p:txBody>
            <a:bodyPr wrap="square" lIns="0" tIns="0" rIns="0" bIns="0" rtlCol="0"/>
            <a:lstStyle/>
            <a:p/>
          </p:txBody>
        </p:sp>
        <p:sp>
          <p:nvSpPr>
            <p:cNvPr id="2849" name="object 2849"/>
            <p:cNvSpPr/>
            <p:nvPr/>
          </p:nvSpPr>
          <p:spPr>
            <a:xfrm>
              <a:off x="8600440" y="1294129"/>
              <a:ext cx="92710" cy="7620"/>
            </a:xfrm>
            <a:custGeom>
              <a:avLst/>
              <a:gdLst/>
              <a:ahLst/>
              <a:cxnLst/>
              <a:rect l="l" t="t" r="r" b="b"/>
              <a:pathLst>
                <a:path w="92709" h="7619">
                  <a:moveTo>
                    <a:pt x="92710" y="0"/>
                  </a:moveTo>
                  <a:lnTo>
                    <a:pt x="0" y="0"/>
                  </a:lnTo>
                  <a:lnTo>
                    <a:pt x="0" y="1270"/>
                  </a:lnTo>
                  <a:lnTo>
                    <a:pt x="0" y="7620"/>
                  </a:lnTo>
                  <a:lnTo>
                    <a:pt x="91440" y="7620"/>
                  </a:lnTo>
                  <a:lnTo>
                    <a:pt x="91440" y="1270"/>
                  </a:lnTo>
                  <a:lnTo>
                    <a:pt x="92710" y="1270"/>
                  </a:lnTo>
                  <a:lnTo>
                    <a:pt x="92710" y="0"/>
                  </a:lnTo>
                  <a:close/>
                </a:path>
              </a:pathLst>
            </a:custGeom>
            <a:solidFill>
              <a:srgbClr val="001F4C"/>
            </a:solidFill>
          </p:spPr>
          <p:txBody>
            <a:bodyPr wrap="square" lIns="0" tIns="0" rIns="0" bIns="0" rtlCol="0"/>
            <a:lstStyle/>
            <a:p/>
          </p:txBody>
        </p:sp>
        <p:sp>
          <p:nvSpPr>
            <p:cNvPr id="2850" name="object 2850"/>
            <p:cNvSpPr/>
            <p:nvPr/>
          </p:nvSpPr>
          <p:spPr>
            <a:xfrm>
              <a:off x="8600440" y="1301750"/>
              <a:ext cx="90170" cy="6350"/>
            </a:xfrm>
            <a:custGeom>
              <a:avLst/>
              <a:gdLst/>
              <a:ahLst/>
              <a:cxnLst/>
              <a:rect l="l" t="t" r="r" b="b"/>
              <a:pathLst>
                <a:path w="90170" h="6350">
                  <a:moveTo>
                    <a:pt x="90170" y="0"/>
                  </a:moveTo>
                  <a:lnTo>
                    <a:pt x="0" y="0"/>
                  </a:lnTo>
                  <a:lnTo>
                    <a:pt x="0" y="6350"/>
                  </a:lnTo>
                  <a:lnTo>
                    <a:pt x="90170" y="6350"/>
                  </a:lnTo>
                  <a:lnTo>
                    <a:pt x="90170" y="0"/>
                  </a:lnTo>
                  <a:close/>
                </a:path>
              </a:pathLst>
            </a:custGeom>
            <a:solidFill>
              <a:srgbClr val="001F4E"/>
            </a:solidFill>
          </p:spPr>
          <p:txBody>
            <a:bodyPr wrap="square" lIns="0" tIns="0" rIns="0" bIns="0" rtlCol="0"/>
            <a:lstStyle/>
            <a:p/>
          </p:txBody>
        </p:sp>
        <p:sp>
          <p:nvSpPr>
            <p:cNvPr id="2851" name="object 2851"/>
            <p:cNvSpPr/>
            <p:nvPr/>
          </p:nvSpPr>
          <p:spPr>
            <a:xfrm>
              <a:off x="8600440" y="1308099"/>
              <a:ext cx="90170" cy="7620"/>
            </a:xfrm>
            <a:custGeom>
              <a:avLst/>
              <a:gdLst/>
              <a:ahLst/>
              <a:cxnLst/>
              <a:rect l="l" t="t" r="r" b="b"/>
              <a:pathLst>
                <a:path w="90170" h="7619">
                  <a:moveTo>
                    <a:pt x="90170" y="0"/>
                  </a:moveTo>
                  <a:lnTo>
                    <a:pt x="0" y="0"/>
                  </a:lnTo>
                  <a:lnTo>
                    <a:pt x="0" y="3810"/>
                  </a:lnTo>
                  <a:lnTo>
                    <a:pt x="0" y="7620"/>
                  </a:lnTo>
                  <a:lnTo>
                    <a:pt x="88900" y="7620"/>
                  </a:lnTo>
                  <a:lnTo>
                    <a:pt x="88900" y="3810"/>
                  </a:lnTo>
                  <a:lnTo>
                    <a:pt x="90170" y="3810"/>
                  </a:lnTo>
                  <a:lnTo>
                    <a:pt x="90170" y="0"/>
                  </a:lnTo>
                  <a:close/>
                </a:path>
              </a:pathLst>
            </a:custGeom>
            <a:solidFill>
              <a:srgbClr val="001E51"/>
            </a:solidFill>
          </p:spPr>
          <p:txBody>
            <a:bodyPr wrap="square" lIns="0" tIns="0" rIns="0" bIns="0" rtlCol="0"/>
            <a:lstStyle/>
            <a:p/>
          </p:txBody>
        </p:sp>
        <p:sp>
          <p:nvSpPr>
            <p:cNvPr id="2852" name="object 2852"/>
            <p:cNvSpPr/>
            <p:nvPr/>
          </p:nvSpPr>
          <p:spPr>
            <a:xfrm>
              <a:off x="8600440" y="1315720"/>
              <a:ext cx="88900" cy="7620"/>
            </a:xfrm>
            <a:custGeom>
              <a:avLst/>
              <a:gdLst/>
              <a:ahLst/>
              <a:cxnLst/>
              <a:rect l="l" t="t" r="r" b="b"/>
              <a:pathLst>
                <a:path w="88900" h="7619">
                  <a:moveTo>
                    <a:pt x="0" y="7619"/>
                  </a:moveTo>
                  <a:lnTo>
                    <a:pt x="0" y="0"/>
                  </a:lnTo>
                  <a:lnTo>
                    <a:pt x="88900" y="0"/>
                  </a:lnTo>
                  <a:lnTo>
                    <a:pt x="88900" y="7619"/>
                  </a:lnTo>
                  <a:lnTo>
                    <a:pt x="0" y="7619"/>
                  </a:lnTo>
                  <a:close/>
                </a:path>
              </a:pathLst>
            </a:custGeom>
            <a:solidFill>
              <a:srgbClr val="001D53"/>
            </a:solidFill>
          </p:spPr>
          <p:txBody>
            <a:bodyPr wrap="square" lIns="0" tIns="0" rIns="0" bIns="0" rtlCol="0"/>
            <a:lstStyle/>
            <a:p/>
          </p:txBody>
        </p:sp>
        <p:sp>
          <p:nvSpPr>
            <p:cNvPr id="2853" name="object 2853"/>
            <p:cNvSpPr/>
            <p:nvPr/>
          </p:nvSpPr>
          <p:spPr>
            <a:xfrm>
              <a:off x="8600440" y="1323340"/>
              <a:ext cx="88900" cy="6350"/>
            </a:xfrm>
            <a:custGeom>
              <a:avLst/>
              <a:gdLst/>
              <a:ahLst/>
              <a:cxnLst/>
              <a:rect l="l" t="t" r="r" b="b"/>
              <a:pathLst>
                <a:path w="88900" h="6350">
                  <a:moveTo>
                    <a:pt x="88900" y="0"/>
                  </a:moveTo>
                  <a:lnTo>
                    <a:pt x="0" y="0"/>
                  </a:lnTo>
                  <a:lnTo>
                    <a:pt x="0" y="6350"/>
                  </a:lnTo>
                  <a:lnTo>
                    <a:pt x="87629" y="6350"/>
                  </a:lnTo>
                  <a:lnTo>
                    <a:pt x="87629" y="1270"/>
                  </a:lnTo>
                  <a:lnTo>
                    <a:pt x="88900" y="1270"/>
                  </a:lnTo>
                  <a:lnTo>
                    <a:pt x="88900" y="0"/>
                  </a:lnTo>
                  <a:close/>
                </a:path>
              </a:pathLst>
            </a:custGeom>
            <a:solidFill>
              <a:srgbClr val="001D55"/>
            </a:solidFill>
          </p:spPr>
          <p:txBody>
            <a:bodyPr wrap="square" lIns="0" tIns="0" rIns="0" bIns="0" rtlCol="0"/>
            <a:lstStyle/>
            <a:p/>
          </p:txBody>
        </p:sp>
        <p:sp>
          <p:nvSpPr>
            <p:cNvPr id="2854" name="object 2854"/>
            <p:cNvSpPr/>
            <p:nvPr/>
          </p:nvSpPr>
          <p:spPr>
            <a:xfrm>
              <a:off x="8600440" y="1329690"/>
              <a:ext cx="87630" cy="7620"/>
            </a:xfrm>
            <a:custGeom>
              <a:avLst/>
              <a:gdLst/>
              <a:ahLst/>
              <a:cxnLst/>
              <a:rect l="l" t="t" r="r" b="b"/>
              <a:pathLst>
                <a:path w="87629" h="7619">
                  <a:moveTo>
                    <a:pt x="87629" y="0"/>
                  </a:moveTo>
                  <a:lnTo>
                    <a:pt x="0" y="0"/>
                  </a:lnTo>
                  <a:lnTo>
                    <a:pt x="0" y="7620"/>
                  </a:lnTo>
                  <a:lnTo>
                    <a:pt x="86359" y="7620"/>
                  </a:lnTo>
                  <a:lnTo>
                    <a:pt x="86359" y="3810"/>
                  </a:lnTo>
                  <a:lnTo>
                    <a:pt x="87629" y="3810"/>
                  </a:lnTo>
                  <a:lnTo>
                    <a:pt x="87629" y="0"/>
                  </a:lnTo>
                  <a:close/>
                </a:path>
              </a:pathLst>
            </a:custGeom>
            <a:solidFill>
              <a:srgbClr val="001C58"/>
            </a:solidFill>
          </p:spPr>
          <p:txBody>
            <a:bodyPr wrap="square" lIns="0" tIns="0" rIns="0" bIns="0" rtlCol="0"/>
            <a:lstStyle/>
            <a:p/>
          </p:txBody>
        </p:sp>
        <p:sp>
          <p:nvSpPr>
            <p:cNvPr id="2855" name="object 2855"/>
            <p:cNvSpPr/>
            <p:nvPr/>
          </p:nvSpPr>
          <p:spPr>
            <a:xfrm>
              <a:off x="8600440" y="1337310"/>
              <a:ext cx="86360" cy="7620"/>
            </a:xfrm>
            <a:custGeom>
              <a:avLst/>
              <a:gdLst/>
              <a:ahLst/>
              <a:cxnLst/>
              <a:rect l="l" t="t" r="r" b="b"/>
              <a:pathLst>
                <a:path w="86359" h="7619">
                  <a:moveTo>
                    <a:pt x="0" y="7619"/>
                  </a:moveTo>
                  <a:lnTo>
                    <a:pt x="0" y="0"/>
                  </a:lnTo>
                  <a:lnTo>
                    <a:pt x="86359" y="0"/>
                  </a:lnTo>
                  <a:lnTo>
                    <a:pt x="86359" y="7619"/>
                  </a:lnTo>
                  <a:lnTo>
                    <a:pt x="0" y="7619"/>
                  </a:lnTo>
                  <a:close/>
                </a:path>
              </a:pathLst>
            </a:custGeom>
            <a:solidFill>
              <a:srgbClr val="001C5A"/>
            </a:solidFill>
          </p:spPr>
          <p:txBody>
            <a:bodyPr wrap="square" lIns="0" tIns="0" rIns="0" bIns="0" rtlCol="0"/>
            <a:lstStyle/>
            <a:p/>
          </p:txBody>
        </p:sp>
        <p:sp>
          <p:nvSpPr>
            <p:cNvPr id="2856" name="object 2856"/>
            <p:cNvSpPr/>
            <p:nvPr/>
          </p:nvSpPr>
          <p:spPr>
            <a:xfrm>
              <a:off x="8600440" y="1344930"/>
              <a:ext cx="86360" cy="6350"/>
            </a:xfrm>
            <a:custGeom>
              <a:avLst/>
              <a:gdLst/>
              <a:ahLst/>
              <a:cxnLst/>
              <a:rect l="l" t="t" r="r" b="b"/>
              <a:pathLst>
                <a:path w="86359" h="6350">
                  <a:moveTo>
                    <a:pt x="86359" y="0"/>
                  </a:moveTo>
                  <a:lnTo>
                    <a:pt x="0" y="0"/>
                  </a:lnTo>
                  <a:lnTo>
                    <a:pt x="0" y="6350"/>
                  </a:lnTo>
                  <a:lnTo>
                    <a:pt x="85090" y="6350"/>
                  </a:lnTo>
                  <a:lnTo>
                    <a:pt x="85090" y="2540"/>
                  </a:lnTo>
                  <a:lnTo>
                    <a:pt x="86359" y="2540"/>
                  </a:lnTo>
                  <a:lnTo>
                    <a:pt x="86359" y="0"/>
                  </a:lnTo>
                  <a:close/>
                </a:path>
              </a:pathLst>
            </a:custGeom>
            <a:solidFill>
              <a:srgbClr val="001B5C"/>
            </a:solidFill>
          </p:spPr>
          <p:txBody>
            <a:bodyPr wrap="square" lIns="0" tIns="0" rIns="0" bIns="0" rtlCol="0"/>
            <a:lstStyle/>
            <a:p/>
          </p:txBody>
        </p:sp>
        <p:sp>
          <p:nvSpPr>
            <p:cNvPr id="2857" name="object 2857"/>
            <p:cNvSpPr/>
            <p:nvPr/>
          </p:nvSpPr>
          <p:spPr>
            <a:xfrm>
              <a:off x="8600440" y="135128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001A5F"/>
            </a:solidFill>
          </p:spPr>
          <p:txBody>
            <a:bodyPr wrap="square" lIns="0" tIns="0" rIns="0" bIns="0" rtlCol="0"/>
            <a:lstStyle/>
            <a:p/>
          </p:txBody>
        </p:sp>
        <p:sp>
          <p:nvSpPr>
            <p:cNvPr id="2858" name="object 2858"/>
            <p:cNvSpPr/>
            <p:nvPr/>
          </p:nvSpPr>
          <p:spPr>
            <a:xfrm>
              <a:off x="8600440" y="135890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001A61"/>
            </a:solidFill>
          </p:spPr>
          <p:txBody>
            <a:bodyPr wrap="square" lIns="0" tIns="0" rIns="0" bIns="0" rtlCol="0"/>
            <a:lstStyle/>
            <a:p/>
          </p:txBody>
        </p:sp>
        <p:sp>
          <p:nvSpPr>
            <p:cNvPr id="2859" name="object 2859"/>
            <p:cNvSpPr/>
            <p:nvPr/>
          </p:nvSpPr>
          <p:spPr>
            <a:xfrm>
              <a:off x="8600440" y="1366520"/>
              <a:ext cx="85090" cy="7620"/>
            </a:xfrm>
            <a:custGeom>
              <a:avLst/>
              <a:gdLst/>
              <a:ahLst/>
              <a:cxnLst/>
              <a:rect l="l" t="t" r="r" b="b"/>
              <a:pathLst>
                <a:path w="85090" h="7619">
                  <a:moveTo>
                    <a:pt x="0" y="7619"/>
                  </a:moveTo>
                  <a:lnTo>
                    <a:pt x="0" y="0"/>
                  </a:lnTo>
                  <a:lnTo>
                    <a:pt x="85090" y="0"/>
                  </a:lnTo>
                  <a:lnTo>
                    <a:pt x="85090" y="7619"/>
                  </a:lnTo>
                  <a:lnTo>
                    <a:pt x="0" y="7619"/>
                  </a:lnTo>
                  <a:close/>
                </a:path>
              </a:pathLst>
            </a:custGeom>
            <a:solidFill>
              <a:srgbClr val="001963"/>
            </a:solidFill>
          </p:spPr>
          <p:txBody>
            <a:bodyPr wrap="square" lIns="0" tIns="0" rIns="0" bIns="0" rtlCol="0"/>
            <a:lstStyle/>
            <a:p/>
          </p:txBody>
        </p:sp>
        <p:sp>
          <p:nvSpPr>
            <p:cNvPr id="2860" name="object 2860"/>
            <p:cNvSpPr/>
            <p:nvPr/>
          </p:nvSpPr>
          <p:spPr>
            <a:xfrm>
              <a:off x="8600440" y="1374140"/>
              <a:ext cx="85090" cy="6350"/>
            </a:xfrm>
            <a:custGeom>
              <a:avLst/>
              <a:gdLst/>
              <a:ahLst/>
              <a:cxnLst/>
              <a:rect l="l" t="t" r="r" b="b"/>
              <a:pathLst>
                <a:path w="85090" h="6350">
                  <a:moveTo>
                    <a:pt x="0" y="6350"/>
                  </a:moveTo>
                  <a:lnTo>
                    <a:pt x="0" y="0"/>
                  </a:lnTo>
                  <a:lnTo>
                    <a:pt x="85090" y="0"/>
                  </a:lnTo>
                  <a:lnTo>
                    <a:pt x="85090" y="6350"/>
                  </a:lnTo>
                  <a:lnTo>
                    <a:pt x="0" y="6350"/>
                  </a:lnTo>
                  <a:close/>
                </a:path>
              </a:pathLst>
            </a:custGeom>
            <a:solidFill>
              <a:srgbClr val="001966"/>
            </a:solidFill>
          </p:spPr>
          <p:txBody>
            <a:bodyPr wrap="square" lIns="0" tIns="0" rIns="0" bIns="0" rtlCol="0"/>
            <a:lstStyle/>
            <a:p/>
          </p:txBody>
        </p:sp>
        <p:sp>
          <p:nvSpPr>
            <p:cNvPr id="2861" name="object 2861"/>
            <p:cNvSpPr/>
            <p:nvPr/>
          </p:nvSpPr>
          <p:spPr>
            <a:xfrm>
              <a:off x="8600440" y="138049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001868"/>
            </a:solidFill>
          </p:spPr>
          <p:txBody>
            <a:bodyPr wrap="square" lIns="0" tIns="0" rIns="0" bIns="0" rtlCol="0"/>
            <a:lstStyle/>
            <a:p/>
          </p:txBody>
        </p:sp>
        <p:sp>
          <p:nvSpPr>
            <p:cNvPr id="2862" name="object 2862"/>
            <p:cNvSpPr/>
            <p:nvPr/>
          </p:nvSpPr>
          <p:spPr>
            <a:xfrm>
              <a:off x="8600440" y="1388110"/>
              <a:ext cx="85090" cy="7620"/>
            </a:xfrm>
            <a:custGeom>
              <a:avLst/>
              <a:gdLst/>
              <a:ahLst/>
              <a:cxnLst/>
              <a:rect l="l" t="t" r="r" b="b"/>
              <a:pathLst>
                <a:path w="85090" h="7619">
                  <a:moveTo>
                    <a:pt x="85090" y="0"/>
                  </a:moveTo>
                  <a:lnTo>
                    <a:pt x="0" y="0"/>
                  </a:lnTo>
                  <a:lnTo>
                    <a:pt x="0" y="5079"/>
                  </a:lnTo>
                  <a:lnTo>
                    <a:pt x="85090" y="5079"/>
                  </a:lnTo>
                  <a:lnTo>
                    <a:pt x="85090" y="0"/>
                  </a:lnTo>
                  <a:close/>
                </a:path>
                <a:path w="85090" h="7619">
                  <a:moveTo>
                    <a:pt x="83820" y="5080"/>
                  </a:moveTo>
                  <a:lnTo>
                    <a:pt x="0" y="5080"/>
                  </a:lnTo>
                  <a:lnTo>
                    <a:pt x="0" y="7619"/>
                  </a:lnTo>
                  <a:lnTo>
                    <a:pt x="83820" y="7619"/>
                  </a:lnTo>
                  <a:lnTo>
                    <a:pt x="83820" y="5080"/>
                  </a:lnTo>
                  <a:close/>
                </a:path>
              </a:pathLst>
            </a:custGeom>
            <a:solidFill>
              <a:srgbClr val="00186A"/>
            </a:solidFill>
          </p:spPr>
          <p:txBody>
            <a:bodyPr wrap="square" lIns="0" tIns="0" rIns="0" bIns="0" rtlCol="0"/>
            <a:lstStyle/>
            <a:p/>
          </p:txBody>
        </p:sp>
        <p:sp>
          <p:nvSpPr>
            <p:cNvPr id="2863" name="object 2863"/>
            <p:cNvSpPr/>
            <p:nvPr/>
          </p:nvSpPr>
          <p:spPr>
            <a:xfrm>
              <a:off x="8600440" y="139573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76D"/>
            </a:solidFill>
          </p:spPr>
          <p:txBody>
            <a:bodyPr wrap="square" lIns="0" tIns="0" rIns="0" bIns="0" rtlCol="0"/>
            <a:lstStyle/>
            <a:p/>
          </p:txBody>
        </p:sp>
        <p:sp>
          <p:nvSpPr>
            <p:cNvPr id="2864" name="object 2864"/>
            <p:cNvSpPr/>
            <p:nvPr/>
          </p:nvSpPr>
          <p:spPr>
            <a:xfrm>
              <a:off x="8600440" y="14020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66F"/>
            </a:solidFill>
          </p:spPr>
          <p:txBody>
            <a:bodyPr wrap="square" lIns="0" tIns="0" rIns="0" bIns="0" rtlCol="0"/>
            <a:lstStyle/>
            <a:p/>
          </p:txBody>
        </p:sp>
        <p:sp>
          <p:nvSpPr>
            <p:cNvPr id="2865" name="object 2865"/>
            <p:cNvSpPr/>
            <p:nvPr/>
          </p:nvSpPr>
          <p:spPr>
            <a:xfrm>
              <a:off x="8600440" y="14097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671"/>
            </a:solidFill>
          </p:spPr>
          <p:txBody>
            <a:bodyPr wrap="square" lIns="0" tIns="0" rIns="0" bIns="0" rtlCol="0"/>
            <a:lstStyle/>
            <a:p/>
          </p:txBody>
        </p:sp>
        <p:sp>
          <p:nvSpPr>
            <p:cNvPr id="2866" name="object 2866"/>
            <p:cNvSpPr/>
            <p:nvPr/>
          </p:nvSpPr>
          <p:spPr>
            <a:xfrm>
              <a:off x="8600440" y="141732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574"/>
            </a:solidFill>
          </p:spPr>
          <p:txBody>
            <a:bodyPr wrap="square" lIns="0" tIns="0" rIns="0" bIns="0" rtlCol="0"/>
            <a:lstStyle/>
            <a:p/>
          </p:txBody>
        </p:sp>
        <p:sp>
          <p:nvSpPr>
            <p:cNvPr id="2867" name="object 2867"/>
            <p:cNvSpPr/>
            <p:nvPr/>
          </p:nvSpPr>
          <p:spPr>
            <a:xfrm>
              <a:off x="8600440" y="14236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576"/>
            </a:solidFill>
          </p:spPr>
          <p:txBody>
            <a:bodyPr wrap="square" lIns="0" tIns="0" rIns="0" bIns="0" rtlCol="0"/>
            <a:lstStyle/>
            <a:p/>
          </p:txBody>
        </p:sp>
        <p:sp>
          <p:nvSpPr>
            <p:cNvPr id="2868" name="object 2868"/>
            <p:cNvSpPr/>
            <p:nvPr/>
          </p:nvSpPr>
          <p:spPr>
            <a:xfrm>
              <a:off x="8600440" y="14312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478"/>
            </a:solidFill>
          </p:spPr>
          <p:txBody>
            <a:bodyPr wrap="square" lIns="0" tIns="0" rIns="0" bIns="0" rtlCol="0"/>
            <a:lstStyle/>
            <a:p/>
          </p:txBody>
        </p:sp>
        <p:sp>
          <p:nvSpPr>
            <p:cNvPr id="2869" name="object 2869"/>
            <p:cNvSpPr/>
            <p:nvPr/>
          </p:nvSpPr>
          <p:spPr>
            <a:xfrm>
              <a:off x="8600440" y="14389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37B"/>
            </a:solidFill>
          </p:spPr>
          <p:txBody>
            <a:bodyPr wrap="square" lIns="0" tIns="0" rIns="0" bIns="0" rtlCol="0"/>
            <a:lstStyle/>
            <a:p/>
          </p:txBody>
        </p:sp>
        <p:sp>
          <p:nvSpPr>
            <p:cNvPr id="2870" name="object 2870"/>
            <p:cNvSpPr/>
            <p:nvPr/>
          </p:nvSpPr>
          <p:spPr>
            <a:xfrm>
              <a:off x="8600440" y="14452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37D"/>
            </a:solidFill>
          </p:spPr>
          <p:txBody>
            <a:bodyPr wrap="square" lIns="0" tIns="0" rIns="0" bIns="0" rtlCol="0"/>
            <a:lstStyle/>
            <a:p/>
          </p:txBody>
        </p:sp>
        <p:sp>
          <p:nvSpPr>
            <p:cNvPr id="2871" name="object 2871"/>
            <p:cNvSpPr/>
            <p:nvPr/>
          </p:nvSpPr>
          <p:spPr>
            <a:xfrm>
              <a:off x="8600440" y="14528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27F"/>
            </a:solidFill>
          </p:spPr>
          <p:txBody>
            <a:bodyPr wrap="square" lIns="0" tIns="0" rIns="0" bIns="0" rtlCol="0"/>
            <a:lstStyle/>
            <a:p/>
          </p:txBody>
        </p:sp>
        <p:sp>
          <p:nvSpPr>
            <p:cNvPr id="2872" name="object 2872"/>
            <p:cNvSpPr/>
            <p:nvPr/>
          </p:nvSpPr>
          <p:spPr>
            <a:xfrm>
              <a:off x="8600440" y="14605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1282"/>
            </a:solidFill>
          </p:spPr>
          <p:txBody>
            <a:bodyPr wrap="square" lIns="0" tIns="0" rIns="0" bIns="0" rtlCol="0"/>
            <a:lstStyle/>
            <a:p/>
          </p:txBody>
        </p:sp>
        <p:sp>
          <p:nvSpPr>
            <p:cNvPr id="2873" name="object 2873"/>
            <p:cNvSpPr/>
            <p:nvPr/>
          </p:nvSpPr>
          <p:spPr>
            <a:xfrm>
              <a:off x="8600440" y="14668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184"/>
            </a:solidFill>
          </p:spPr>
          <p:txBody>
            <a:bodyPr wrap="square" lIns="0" tIns="0" rIns="0" bIns="0" rtlCol="0"/>
            <a:lstStyle/>
            <a:p/>
          </p:txBody>
        </p:sp>
        <p:sp>
          <p:nvSpPr>
            <p:cNvPr id="2874" name="object 2874"/>
            <p:cNvSpPr/>
            <p:nvPr/>
          </p:nvSpPr>
          <p:spPr>
            <a:xfrm>
              <a:off x="8600440" y="14744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1087"/>
            </a:solidFill>
          </p:spPr>
          <p:txBody>
            <a:bodyPr wrap="square" lIns="0" tIns="0" rIns="0" bIns="0" rtlCol="0"/>
            <a:lstStyle/>
            <a:p/>
          </p:txBody>
        </p:sp>
        <p:sp>
          <p:nvSpPr>
            <p:cNvPr id="2875" name="object 2875"/>
            <p:cNvSpPr/>
            <p:nvPr/>
          </p:nvSpPr>
          <p:spPr>
            <a:xfrm>
              <a:off x="8600440" y="14820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1089"/>
            </a:solidFill>
          </p:spPr>
          <p:txBody>
            <a:bodyPr wrap="square" lIns="0" tIns="0" rIns="0" bIns="0" rtlCol="0"/>
            <a:lstStyle/>
            <a:p/>
          </p:txBody>
        </p:sp>
        <p:sp>
          <p:nvSpPr>
            <p:cNvPr id="2876" name="object 2876"/>
            <p:cNvSpPr/>
            <p:nvPr/>
          </p:nvSpPr>
          <p:spPr>
            <a:xfrm>
              <a:off x="8600440" y="14897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F8B"/>
            </a:solidFill>
          </p:spPr>
          <p:txBody>
            <a:bodyPr wrap="square" lIns="0" tIns="0" rIns="0" bIns="0" rtlCol="0"/>
            <a:lstStyle/>
            <a:p/>
          </p:txBody>
        </p:sp>
        <p:sp>
          <p:nvSpPr>
            <p:cNvPr id="2877" name="object 2877"/>
            <p:cNvSpPr/>
            <p:nvPr/>
          </p:nvSpPr>
          <p:spPr>
            <a:xfrm>
              <a:off x="8600440" y="14960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F8E"/>
            </a:solidFill>
          </p:spPr>
          <p:txBody>
            <a:bodyPr wrap="square" lIns="0" tIns="0" rIns="0" bIns="0" rtlCol="0"/>
            <a:lstStyle/>
            <a:p/>
          </p:txBody>
        </p:sp>
        <p:sp>
          <p:nvSpPr>
            <p:cNvPr id="2878" name="object 2878"/>
            <p:cNvSpPr/>
            <p:nvPr/>
          </p:nvSpPr>
          <p:spPr>
            <a:xfrm>
              <a:off x="8600440" y="15036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E90"/>
            </a:solidFill>
          </p:spPr>
          <p:txBody>
            <a:bodyPr wrap="square" lIns="0" tIns="0" rIns="0" bIns="0" rtlCol="0"/>
            <a:lstStyle/>
            <a:p/>
          </p:txBody>
        </p:sp>
        <p:sp>
          <p:nvSpPr>
            <p:cNvPr id="2879" name="object 2879"/>
            <p:cNvSpPr/>
            <p:nvPr/>
          </p:nvSpPr>
          <p:spPr>
            <a:xfrm>
              <a:off x="8600440" y="15113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E92"/>
            </a:solidFill>
          </p:spPr>
          <p:txBody>
            <a:bodyPr wrap="square" lIns="0" tIns="0" rIns="0" bIns="0" rtlCol="0"/>
            <a:lstStyle/>
            <a:p/>
          </p:txBody>
        </p:sp>
        <p:sp>
          <p:nvSpPr>
            <p:cNvPr id="2880" name="object 2880"/>
            <p:cNvSpPr/>
            <p:nvPr/>
          </p:nvSpPr>
          <p:spPr>
            <a:xfrm>
              <a:off x="8600440" y="15176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D95"/>
            </a:solidFill>
          </p:spPr>
          <p:txBody>
            <a:bodyPr wrap="square" lIns="0" tIns="0" rIns="0" bIns="0" rtlCol="0"/>
            <a:lstStyle/>
            <a:p/>
          </p:txBody>
        </p:sp>
        <p:sp>
          <p:nvSpPr>
            <p:cNvPr id="2881" name="object 2881"/>
            <p:cNvSpPr/>
            <p:nvPr/>
          </p:nvSpPr>
          <p:spPr>
            <a:xfrm>
              <a:off x="8600440" y="15252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C97"/>
            </a:solidFill>
          </p:spPr>
          <p:txBody>
            <a:bodyPr wrap="square" lIns="0" tIns="0" rIns="0" bIns="0" rtlCol="0"/>
            <a:lstStyle/>
            <a:p/>
          </p:txBody>
        </p:sp>
        <p:sp>
          <p:nvSpPr>
            <p:cNvPr id="2882" name="object 2882"/>
            <p:cNvSpPr/>
            <p:nvPr/>
          </p:nvSpPr>
          <p:spPr>
            <a:xfrm>
              <a:off x="8600440" y="15328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C99"/>
            </a:solidFill>
          </p:spPr>
          <p:txBody>
            <a:bodyPr wrap="square" lIns="0" tIns="0" rIns="0" bIns="0" rtlCol="0"/>
            <a:lstStyle/>
            <a:p/>
          </p:txBody>
        </p:sp>
        <p:sp>
          <p:nvSpPr>
            <p:cNvPr id="2883" name="object 2883"/>
            <p:cNvSpPr/>
            <p:nvPr/>
          </p:nvSpPr>
          <p:spPr>
            <a:xfrm>
              <a:off x="8600440" y="15392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B9C"/>
            </a:solidFill>
          </p:spPr>
          <p:txBody>
            <a:bodyPr wrap="square" lIns="0" tIns="0" rIns="0" bIns="0" rtlCol="0"/>
            <a:lstStyle/>
            <a:p/>
          </p:txBody>
        </p:sp>
        <p:sp>
          <p:nvSpPr>
            <p:cNvPr id="2884" name="object 2884"/>
            <p:cNvSpPr/>
            <p:nvPr/>
          </p:nvSpPr>
          <p:spPr>
            <a:xfrm>
              <a:off x="8600440" y="15468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B9E"/>
            </a:solidFill>
          </p:spPr>
          <p:txBody>
            <a:bodyPr wrap="square" lIns="0" tIns="0" rIns="0" bIns="0" rtlCol="0"/>
            <a:lstStyle/>
            <a:p/>
          </p:txBody>
        </p:sp>
        <p:sp>
          <p:nvSpPr>
            <p:cNvPr id="2885" name="object 2885"/>
            <p:cNvSpPr/>
            <p:nvPr/>
          </p:nvSpPr>
          <p:spPr>
            <a:xfrm>
              <a:off x="8600440" y="15544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AA0"/>
            </a:solidFill>
          </p:spPr>
          <p:txBody>
            <a:bodyPr wrap="square" lIns="0" tIns="0" rIns="0" bIns="0" rtlCol="0"/>
            <a:lstStyle/>
            <a:p/>
          </p:txBody>
        </p:sp>
        <p:sp>
          <p:nvSpPr>
            <p:cNvPr id="2886" name="object 2886"/>
            <p:cNvSpPr/>
            <p:nvPr/>
          </p:nvSpPr>
          <p:spPr>
            <a:xfrm>
              <a:off x="8600440" y="15608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9A3"/>
            </a:solidFill>
          </p:spPr>
          <p:txBody>
            <a:bodyPr wrap="square" lIns="0" tIns="0" rIns="0" bIns="0" rtlCol="0"/>
            <a:lstStyle/>
            <a:p/>
          </p:txBody>
        </p:sp>
        <p:sp>
          <p:nvSpPr>
            <p:cNvPr id="2887" name="object 2887"/>
            <p:cNvSpPr/>
            <p:nvPr/>
          </p:nvSpPr>
          <p:spPr>
            <a:xfrm>
              <a:off x="8600440" y="15684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9A5"/>
            </a:solidFill>
          </p:spPr>
          <p:txBody>
            <a:bodyPr wrap="square" lIns="0" tIns="0" rIns="0" bIns="0" rtlCol="0"/>
            <a:lstStyle/>
            <a:p/>
          </p:txBody>
        </p:sp>
        <p:sp>
          <p:nvSpPr>
            <p:cNvPr id="2888" name="object 2888"/>
            <p:cNvSpPr/>
            <p:nvPr/>
          </p:nvSpPr>
          <p:spPr>
            <a:xfrm>
              <a:off x="8600440" y="15760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8A7"/>
            </a:solidFill>
          </p:spPr>
          <p:txBody>
            <a:bodyPr wrap="square" lIns="0" tIns="0" rIns="0" bIns="0" rtlCol="0"/>
            <a:lstStyle/>
            <a:p/>
          </p:txBody>
        </p:sp>
        <p:sp>
          <p:nvSpPr>
            <p:cNvPr id="2889" name="object 2889"/>
            <p:cNvSpPr/>
            <p:nvPr/>
          </p:nvSpPr>
          <p:spPr>
            <a:xfrm>
              <a:off x="8600440" y="15836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8AA"/>
            </a:solidFill>
          </p:spPr>
          <p:txBody>
            <a:bodyPr wrap="square" lIns="0" tIns="0" rIns="0" bIns="0" rtlCol="0"/>
            <a:lstStyle/>
            <a:p/>
          </p:txBody>
        </p:sp>
        <p:sp>
          <p:nvSpPr>
            <p:cNvPr id="2890" name="object 2890"/>
            <p:cNvSpPr/>
            <p:nvPr/>
          </p:nvSpPr>
          <p:spPr>
            <a:xfrm>
              <a:off x="8600440" y="15900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7AC"/>
            </a:solidFill>
          </p:spPr>
          <p:txBody>
            <a:bodyPr wrap="square" lIns="0" tIns="0" rIns="0" bIns="0" rtlCol="0"/>
            <a:lstStyle/>
            <a:p/>
          </p:txBody>
        </p:sp>
        <p:sp>
          <p:nvSpPr>
            <p:cNvPr id="2891" name="object 2891"/>
            <p:cNvSpPr/>
            <p:nvPr/>
          </p:nvSpPr>
          <p:spPr>
            <a:xfrm>
              <a:off x="8600440" y="15976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7AE"/>
            </a:solidFill>
          </p:spPr>
          <p:txBody>
            <a:bodyPr wrap="square" lIns="0" tIns="0" rIns="0" bIns="0" rtlCol="0"/>
            <a:lstStyle/>
            <a:p/>
          </p:txBody>
        </p:sp>
        <p:sp>
          <p:nvSpPr>
            <p:cNvPr id="2892" name="object 2892"/>
            <p:cNvSpPr/>
            <p:nvPr/>
          </p:nvSpPr>
          <p:spPr>
            <a:xfrm>
              <a:off x="8600440" y="16052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6B1"/>
            </a:solidFill>
          </p:spPr>
          <p:txBody>
            <a:bodyPr wrap="square" lIns="0" tIns="0" rIns="0" bIns="0" rtlCol="0"/>
            <a:lstStyle/>
            <a:p/>
          </p:txBody>
        </p:sp>
        <p:sp>
          <p:nvSpPr>
            <p:cNvPr id="2893" name="object 2893"/>
            <p:cNvSpPr/>
            <p:nvPr/>
          </p:nvSpPr>
          <p:spPr>
            <a:xfrm>
              <a:off x="8600440" y="16116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5B3"/>
            </a:solidFill>
          </p:spPr>
          <p:txBody>
            <a:bodyPr wrap="square" lIns="0" tIns="0" rIns="0" bIns="0" rtlCol="0"/>
            <a:lstStyle/>
            <a:p/>
          </p:txBody>
        </p:sp>
        <p:sp>
          <p:nvSpPr>
            <p:cNvPr id="2894" name="object 2894"/>
            <p:cNvSpPr/>
            <p:nvPr/>
          </p:nvSpPr>
          <p:spPr>
            <a:xfrm>
              <a:off x="8600440" y="16192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5B5"/>
            </a:solidFill>
          </p:spPr>
          <p:txBody>
            <a:bodyPr wrap="square" lIns="0" tIns="0" rIns="0" bIns="0" rtlCol="0"/>
            <a:lstStyle/>
            <a:p/>
          </p:txBody>
        </p:sp>
        <p:sp>
          <p:nvSpPr>
            <p:cNvPr id="2895" name="object 2895"/>
            <p:cNvSpPr/>
            <p:nvPr/>
          </p:nvSpPr>
          <p:spPr>
            <a:xfrm>
              <a:off x="8600440" y="162687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4B8"/>
            </a:solidFill>
          </p:spPr>
          <p:txBody>
            <a:bodyPr wrap="square" lIns="0" tIns="0" rIns="0" bIns="0" rtlCol="0"/>
            <a:lstStyle/>
            <a:p/>
          </p:txBody>
        </p:sp>
        <p:sp>
          <p:nvSpPr>
            <p:cNvPr id="2896" name="object 2896"/>
            <p:cNvSpPr/>
            <p:nvPr/>
          </p:nvSpPr>
          <p:spPr>
            <a:xfrm>
              <a:off x="8600440" y="163322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4BA"/>
            </a:solidFill>
          </p:spPr>
          <p:txBody>
            <a:bodyPr wrap="square" lIns="0" tIns="0" rIns="0" bIns="0" rtlCol="0"/>
            <a:lstStyle/>
            <a:p/>
          </p:txBody>
        </p:sp>
        <p:sp>
          <p:nvSpPr>
            <p:cNvPr id="2897" name="object 2897"/>
            <p:cNvSpPr/>
            <p:nvPr/>
          </p:nvSpPr>
          <p:spPr>
            <a:xfrm>
              <a:off x="8600440" y="16408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3BC"/>
            </a:solidFill>
          </p:spPr>
          <p:txBody>
            <a:bodyPr wrap="square" lIns="0" tIns="0" rIns="0" bIns="0" rtlCol="0"/>
            <a:lstStyle/>
            <a:p/>
          </p:txBody>
        </p:sp>
        <p:sp>
          <p:nvSpPr>
            <p:cNvPr id="2898" name="object 2898"/>
            <p:cNvSpPr/>
            <p:nvPr/>
          </p:nvSpPr>
          <p:spPr>
            <a:xfrm>
              <a:off x="8600440" y="164846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0002BF"/>
            </a:solidFill>
          </p:spPr>
          <p:txBody>
            <a:bodyPr wrap="square" lIns="0" tIns="0" rIns="0" bIns="0" rtlCol="0"/>
            <a:lstStyle/>
            <a:p/>
          </p:txBody>
        </p:sp>
        <p:sp>
          <p:nvSpPr>
            <p:cNvPr id="2899" name="object 2899"/>
            <p:cNvSpPr/>
            <p:nvPr/>
          </p:nvSpPr>
          <p:spPr>
            <a:xfrm>
              <a:off x="8600440" y="165481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0002C1"/>
            </a:solidFill>
          </p:spPr>
          <p:txBody>
            <a:bodyPr wrap="square" lIns="0" tIns="0" rIns="0" bIns="0" rtlCol="0"/>
            <a:lstStyle/>
            <a:p/>
          </p:txBody>
        </p:sp>
        <p:sp>
          <p:nvSpPr>
            <p:cNvPr id="2900" name="object 2900"/>
            <p:cNvSpPr/>
            <p:nvPr/>
          </p:nvSpPr>
          <p:spPr>
            <a:xfrm>
              <a:off x="8600440" y="16624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1C3"/>
            </a:solidFill>
          </p:spPr>
          <p:txBody>
            <a:bodyPr wrap="square" lIns="0" tIns="0" rIns="0" bIns="0" rtlCol="0"/>
            <a:lstStyle/>
            <a:p/>
          </p:txBody>
        </p:sp>
        <p:sp>
          <p:nvSpPr>
            <p:cNvPr id="2901" name="object 2901"/>
            <p:cNvSpPr/>
            <p:nvPr/>
          </p:nvSpPr>
          <p:spPr>
            <a:xfrm>
              <a:off x="8600440" y="16700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0001C6"/>
            </a:solidFill>
          </p:spPr>
          <p:txBody>
            <a:bodyPr wrap="square" lIns="0" tIns="0" rIns="0" bIns="0" rtlCol="0"/>
            <a:lstStyle/>
            <a:p/>
          </p:txBody>
        </p:sp>
      </p:grpSp>
      <p:sp>
        <p:nvSpPr>
          <p:cNvPr id="2902" name="object 2902"/>
          <p:cNvSpPr txBox="1"/>
          <p:nvPr/>
        </p:nvSpPr>
        <p:spPr>
          <a:xfrm>
            <a:off x="915669" y="2242820"/>
            <a:ext cx="7698105" cy="4001770"/>
          </a:xfrm>
          <a:prstGeom prst="rect">
            <a:avLst/>
          </a:prstGeom>
        </p:spPr>
        <p:txBody>
          <a:bodyPr vert="horz" wrap="square" lIns="0" tIns="12700" rIns="0" bIns="0" rtlCol="0">
            <a:spAutoFit/>
          </a:bodyPr>
          <a:lstStyle/>
          <a:p>
            <a:pPr marL="12700" marR="37465">
              <a:lnSpc>
                <a:spcPct val="100000"/>
              </a:lnSpc>
              <a:spcBef>
                <a:spcPts val="100"/>
              </a:spcBef>
              <a:buFont typeface="Tahoma" panose="020B0604030504040204"/>
              <a:buChar char="•"/>
              <a:tabLst>
                <a:tab pos="203200" algn="l"/>
              </a:tabLst>
            </a:pPr>
            <a:r>
              <a:rPr sz="2000" b="1" u="sng" spc="-5" dirty="0">
                <a:solidFill>
                  <a:srgbClr val="FF0000"/>
                </a:solidFill>
                <a:uFill>
                  <a:solidFill>
                    <a:srgbClr val="FF0000"/>
                  </a:solidFill>
                </a:uFill>
                <a:latin typeface="Tahoma" panose="020B0604030504040204"/>
                <a:cs typeface="Tahoma" panose="020B0604030504040204"/>
              </a:rPr>
              <a:t>Give your full attention</a:t>
            </a:r>
            <a:r>
              <a:rPr sz="2000" b="1" spc="-5" dirty="0">
                <a:solidFill>
                  <a:srgbClr val="FF0000"/>
                </a:solidFill>
                <a:latin typeface="Tahoma" panose="020B0604030504040204"/>
                <a:cs typeface="Tahoma" panose="020B0604030504040204"/>
              </a:rPr>
              <a:t> </a:t>
            </a:r>
            <a:r>
              <a:rPr sz="2000" b="1" dirty="0">
                <a:latin typeface="Tahoma" panose="020B0604030504040204"/>
                <a:cs typeface="Tahoma" panose="020B0604030504040204"/>
              </a:rPr>
              <a:t>on </a:t>
            </a:r>
            <a:r>
              <a:rPr sz="2000" b="1" spc="-5" dirty="0">
                <a:latin typeface="Tahoma" panose="020B0604030504040204"/>
                <a:cs typeface="Tahoma" panose="020B0604030504040204"/>
              </a:rPr>
              <a:t>the person </a:t>
            </a:r>
            <a:r>
              <a:rPr sz="2000" b="1" dirty="0">
                <a:latin typeface="Tahoma" panose="020B0604030504040204"/>
                <a:cs typeface="Tahoma" panose="020B0604030504040204"/>
              </a:rPr>
              <a:t>who </a:t>
            </a:r>
            <a:r>
              <a:rPr sz="2000" b="1" spc="-5" dirty="0">
                <a:latin typeface="Tahoma" panose="020B0604030504040204"/>
                <a:cs typeface="Tahoma" panose="020B0604030504040204"/>
              </a:rPr>
              <a:t>is speaking.  Don't look </a:t>
            </a:r>
            <a:r>
              <a:rPr sz="2000" b="1" dirty="0">
                <a:latin typeface="Tahoma" panose="020B0604030504040204"/>
                <a:cs typeface="Tahoma" panose="020B0604030504040204"/>
              </a:rPr>
              <a:t>out </a:t>
            </a:r>
            <a:r>
              <a:rPr sz="2000" b="1" spc="-5" dirty="0">
                <a:latin typeface="Tahoma" panose="020B0604030504040204"/>
                <a:cs typeface="Tahoma" panose="020B0604030504040204"/>
              </a:rPr>
              <a:t>the window </a:t>
            </a:r>
            <a:r>
              <a:rPr sz="2000" b="1" dirty="0">
                <a:latin typeface="Tahoma" panose="020B0604030504040204"/>
                <a:cs typeface="Tahoma" panose="020B0604030504040204"/>
              </a:rPr>
              <a:t>or at what </a:t>
            </a:r>
            <a:r>
              <a:rPr sz="2000" b="1" spc="-5" dirty="0">
                <a:latin typeface="Tahoma" panose="020B0604030504040204"/>
                <a:cs typeface="Tahoma" panose="020B0604030504040204"/>
              </a:rPr>
              <a:t>else is going on in the  room.</a:t>
            </a:r>
            <a:endParaRPr sz="2000">
              <a:latin typeface="Tahoma" panose="020B0604030504040204"/>
              <a:cs typeface="Tahoma" panose="020B0604030504040204"/>
            </a:endParaRPr>
          </a:p>
          <a:p>
            <a:pPr marL="12700" marR="107950">
              <a:lnSpc>
                <a:spcPct val="100000"/>
              </a:lnSpc>
              <a:spcBef>
                <a:spcPts val="1250"/>
              </a:spcBef>
              <a:buClr>
                <a:srgbClr val="000000"/>
              </a:buClr>
              <a:buFont typeface="Tahoma" panose="020B0604030504040204"/>
              <a:buChar char="•"/>
              <a:tabLst>
                <a:tab pos="207010" algn="l"/>
              </a:tabLst>
            </a:pPr>
            <a:r>
              <a:rPr sz="2000" b="1" u="sng" dirty="0">
                <a:solidFill>
                  <a:srgbClr val="FF0000"/>
                </a:solidFill>
                <a:uFill>
                  <a:solidFill>
                    <a:srgbClr val="FF0000"/>
                  </a:solidFill>
                </a:uFill>
                <a:latin typeface="Tahoma" panose="020B0604030504040204"/>
                <a:cs typeface="Tahoma" panose="020B0604030504040204"/>
              </a:rPr>
              <a:t>Make </a:t>
            </a:r>
            <a:r>
              <a:rPr sz="2000" b="1" u="sng" spc="-5" dirty="0">
                <a:solidFill>
                  <a:srgbClr val="FF0000"/>
                </a:solidFill>
                <a:uFill>
                  <a:solidFill>
                    <a:srgbClr val="FF0000"/>
                  </a:solidFill>
                </a:uFill>
                <a:latin typeface="Tahoma" panose="020B0604030504040204"/>
                <a:cs typeface="Tahoma" panose="020B0604030504040204"/>
              </a:rPr>
              <a:t>sure your mind is </a:t>
            </a:r>
            <a:r>
              <a:rPr sz="2000" b="1" u="sng" dirty="0">
                <a:solidFill>
                  <a:srgbClr val="FF0000"/>
                </a:solidFill>
                <a:uFill>
                  <a:solidFill>
                    <a:srgbClr val="FF0000"/>
                  </a:solidFill>
                </a:uFill>
                <a:latin typeface="Tahoma" panose="020B0604030504040204"/>
                <a:cs typeface="Tahoma" panose="020B0604030504040204"/>
              </a:rPr>
              <a:t>focused</a:t>
            </a:r>
            <a:r>
              <a:rPr sz="2000" b="1" dirty="0">
                <a:latin typeface="Tahoma" panose="020B0604030504040204"/>
                <a:cs typeface="Tahoma" panose="020B0604030504040204"/>
              </a:rPr>
              <a:t>. It can be easy </a:t>
            </a:r>
            <a:r>
              <a:rPr sz="2000" b="1" spc="-5" dirty="0">
                <a:latin typeface="Tahoma" panose="020B0604030504040204"/>
                <a:cs typeface="Tahoma" panose="020B0604030504040204"/>
              </a:rPr>
              <a:t>to let your  mind </a:t>
            </a:r>
            <a:r>
              <a:rPr sz="2000" b="1" dirty="0">
                <a:latin typeface="Tahoma" panose="020B0604030504040204"/>
                <a:cs typeface="Tahoma" panose="020B0604030504040204"/>
              </a:rPr>
              <a:t>wander </a:t>
            </a:r>
            <a:r>
              <a:rPr sz="2000" b="1" spc="-5" dirty="0">
                <a:latin typeface="Tahoma" panose="020B0604030504040204"/>
                <a:cs typeface="Tahoma" panose="020B0604030504040204"/>
              </a:rPr>
              <a:t>if you think </a:t>
            </a:r>
            <a:r>
              <a:rPr sz="2000" b="1" dirty="0">
                <a:latin typeface="Tahoma" panose="020B0604030504040204"/>
                <a:cs typeface="Tahoma" panose="020B0604030504040204"/>
              </a:rPr>
              <a:t>you know what </a:t>
            </a:r>
            <a:r>
              <a:rPr sz="2000" b="1" spc="-5" dirty="0">
                <a:latin typeface="Tahoma" panose="020B0604030504040204"/>
                <a:cs typeface="Tahoma" panose="020B0604030504040204"/>
              </a:rPr>
              <a:t>the person is  going to </a:t>
            </a:r>
            <a:r>
              <a:rPr sz="2000" b="1" dirty="0">
                <a:latin typeface="Tahoma" panose="020B0604030504040204"/>
                <a:cs typeface="Tahoma" panose="020B0604030504040204"/>
              </a:rPr>
              <a:t>say next, but </a:t>
            </a:r>
            <a:r>
              <a:rPr sz="2000" b="1" spc="-5" dirty="0">
                <a:latin typeface="Tahoma" panose="020B0604030504040204"/>
                <a:cs typeface="Tahoma" panose="020B0604030504040204"/>
              </a:rPr>
              <a:t>you might </a:t>
            </a:r>
            <a:r>
              <a:rPr sz="2000" b="1" dirty="0">
                <a:latin typeface="Tahoma" panose="020B0604030504040204"/>
                <a:cs typeface="Tahoma" panose="020B0604030504040204"/>
              </a:rPr>
              <a:t>be wrong! If </a:t>
            </a:r>
            <a:r>
              <a:rPr sz="2000" b="1" spc="-5" dirty="0">
                <a:latin typeface="Tahoma" panose="020B0604030504040204"/>
                <a:cs typeface="Tahoma" panose="020B0604030504040204"/>
              </a:rPr>
              <a:t>you feel your  mind wandering, change the position </a:t>
            </a:r>
            <a:r>
              <a:rPr sz="2000" b="1" dirty="0">
                <a:latin typeface="Tahoma" panose="020B0604030504040204"/>
                <a:cs typeface="Tahoma" panose="020B0604030504040204"/>
              </a:rPr>
              <a:t>of your body </a:t>
            </a:r>
            <a:r>
              <a:rPr sz="2000" b="1" spc="-5" dirty="0">
                <a:latin typeface="Tahoma" panose="020B0604030504040204"/>
                <a:cs typeface="Tahoma" panose="020B0604030504040204"/>
              </a:rPr>
              <a:t>and try  to concentrate </a:t>
            </a:r>
            <a:r>
              <a:rPr sz="2000" b="1" dirty="0">
                <a:latin typeface="Tahoma" panose="020B0604030504040204"/>
                <a:cs typeface="Tahoma" panose="020B0604030504040204"/>
              </a:rPr>
              <a:t>on </a:t>
            </a:r>
            <a:r>
              <a:rPr sz="2000" b="1" spc="-5" dirty="0">
                <a:latin typeface="Tahoma" panose="020B0604030504040204"/>
                <a:cs typeface="Tahoma" panose="020B0604030504040204"/>
              </a:rPr>
              <a:t>the speaker's</a:t>
            </a:r>
            <a:r>
              <a:rPr sz="2000" b="1" dirty="0">
                <a:latin typeface="Tahoma" panose="020B0604030504040204"/>
                <a:cs typeface="Tahoma" panose="020B0604030504040204"/>
              </a:rPr>
              <a:t> words.</a:t>
            </a:r>
            <a:endParaRPr sz="2000">
              <a:latin typeface="Tahoma" panose="020B0604030504040204"/>
              <a:cs typeface="Tahoma" panose="020B0604030504040204"/>
            </a:endParaRPr>
          </a:p>
          <a:p>
            <a:pPr marL="12700" marR="5080">
              <a:lnSpc>
                <a:spcPct val="100000"/>
              </a:lnSpc>
              <a:spcBef>
                <a:spcPts val="1245"/>
              </a:spcBef>
              <a:buClr>
                <a:srgbClr val="000000"/>
              </a:buClr>
              <a:buFont typeface="Tahoma" panose="020B0604030504040204"/>
              <a:buChar char="•"/>
              <a:tabLst>
                <a:tab pos="207010" algn="l"/>
              </a:tabLst>
            </a:pPr>
            <a:r>
              <a:rPr sz="2000" b="1" u="sng" spc="5" dirty="0">
                <a:solidFill>
                  <a:srgbClr val="FF0000"/>
                </a:solidFill>
                <a:uFill>
                  <a:solidFill>
                    <a:srgbClr val="FF0000"/>
                  </a:solidFill>
                </a:uFill>
                <a:latin typeface="Tahoma" panose="020B0604030504040204"/>
                <a:cs typeface="Tahoma" panose="020B0604030504040204"/>
              </a:rPr>
              <a:t>Let </a:t>
            </a:r>
            <a:r>
              <a:rPr sz="2000" b="1" u="sng" spc="-5" dirty="0">
                <a:solidFill>
                  <a:srgbClr val="FF0000"/>
                </a:solidFill>
                <a:uFill>
                  <a:solidFill>
                    <a:srgbClr val="FF0000"/>
                  </a:solidFill>
                </a:uFill>
                <a:latin typeface="Tahoma" panose="020B0604030504040204"/>
                <a:cs typeface="Tahoma" panose="020B0604030504040204"/>
              </a:rPr>
              <a:t>the </a:t>
            </a:r>
            <a:r>
              <a:rPr sz="2000" b="1" u="sng" dirty="0">
                <a:solidFill>
                  <a:srgbClr val="FF0000"/>
                </a:solidFill>
                <a:uFill>
                  <a:solidFill>
                    <a:srgbClr val="FF0000"/>
                  </a:solidFill>
                </a:uFill>
                <a:latin typeface="Tahoma" panose="020B0604030504040204"/>
                <a:cs typeface="Tahoma" panose="020B0604030504040204"/>
              </a:rPr>
              <a:t>speaker </a:t>
            </a:r>
            <a:r>
              <a:rPr sz="2000" b="1" u="sng" spc="-5" dirty="0">
                <a:solidFill>
                  <a:srgbClr val="FF0000"/>
                </a:solidFill>
                <a:uFill>
                  <a:solidFill>
                    <a:srgbClr val="FF0000"/>
                  </a:solidFill>
                </a:uFill>
                <a:latin typeface="Tahoma" panose="020B0604030504040204"/>
                <a:cs typeface="Tahoma" panose="020B0604030504040204"/>
              </a:rPr>
              <a:t>finish before you </a:t>
            </a:r>
            <a:r>
              <a:rPr sz="2000" b="1" u="sng" dirty="0">
                <a:solidFill>
                  <a:srgbClr val="FF0000"/>
                </a:solidFill>
                <a:uFill>
                  <a:solidFill>
                    <a:srgbClr val="FF0000"/>
                  </a:solidFill>
                </a:uFill>
                <a:latin typeface="Tahoma" panose="020B0604030504040204"/>
                <a:cs typeface="Tahoma" panose="020B0604030504040204"/>
              </a:rPr>
              <a:t>begin </a:t>
            </a:r>
            <a:r>
              <a:rPr sz="2000" b="1" u="sng" spc="-5" dirty="0">
                <a:solidFill>
                  <a:srgbClr val="FF0000"/>
                </a:solidFill>
                <a:uFill>
                  <a:solidFill>
                    <a:srgbClr val="FF0000"/>
                  </a:solidFill>
                </a:uFill>
                <a:latin typeface="Tahoma" panose="020B0604030504040204"/>
                <a:cs typeface="Tahoma" panose="020B0604030504040204"/>
              </a:rPr>
              <a:t>to talk</a:t>
            </a:r>
            <a:r>
              <a:rPr sz="2000" b="1" spc="-5" dirty="0">
                <a:latin typeface="Tahoma" panose="020B0604030504040204"/>
                <a:cs typeface="Tahoma" panose="020B0604030504040204"/>
              </a:rPr>
              <a:t>. Speakers  appreciate having the </a:t>
            </a:r>
            <a:r>
              <a:rPr sz="2000" b="1" dirty="0">
                <a:latin typeface="Tahoma" panose="020B0604030504040204"/>
                <a:cs typeface="Tahoma" panose="020B0604030504040204"/>
              </a:rPr>
              <a:t>chance </a:t>
            </a:r>
            <a:r>
              <a:rPr sz="2000" b="1" spc="-10" dirty="0">
                <a:latin typeface="Tahoma" panose="020B0604030504040204"/>
                <a:cs typeface="Tahoma" panose="020B0604030504040204"/>
              </a:rPr>
              <a:t>to </a:t>
            </a:r>
            <a:r>
              <a:rPr sz="2000" b="1" dirty="0">
                <a:latin typeface="Tahoma" panose="020B0604030504040204"/>
                <a:cs typeface="Tahoma" panose="020B0604030504040204"/>
              </a:rPr>
              <a:t>say </a:t>
            </a:r>
            <a:r>
              <a:rPr sz="2000" b="1" spc="-5" dirty="0">
                <a:latin typeface="Tahoma" panose="020B0604030504040204"/>
                <a:cs typeface="Tahoma" panose="020B0604030504040204"/>
              </a:rPr>
              <a:t>everything they </a:t>
            </a:r>
            <a:r>
              <a:rPr sz="2000" b="1" dirty="0">
                <a:latin typeface="Tahoma" panose="020B0604030504040204"/>
                <a:cs typeface="Tahoma" panose="020B0604030504040204"/>
              </a:rPr>
              <a:t>would  </a:t>
            </a:r>
            <a:r>
              <a:rPr sz="2000" b="1" spc="-5" dirty="0">
                <a:latin typeface="Tahoma" panose="020B0604030504040204"/>
                <a:cs typeface="Tahoma" panose="020B0604030504040204"/>
              </a:rPr>
              <a:t>like to </a:t>
            </a:r>
            <a:r>
              <a:rPr sz="2000" b="1" dirty="0">
                <a:latin typeface="Tahoma" panose="020B0604030504040204"/>
                <a:cs typeface="Tahoma" panose="020B0604030504040204"/>
              </a:rPr>
              <a:t>say </a:t>
            </a:r>
            <a:r>
              <a:rPr sz="2000" b="1" spc="-5" dirty="0">
                <a:latin typeface="Tahoma" panose="020B0604030504040204"/>
                <a:cs typeface="Tahoma" panose="020B0604030504040204"/>
              </a:rPr>
              <a:t>without being interrupted. </a:t>
            </a:r>
            <a:r>
              <a:rPr sz="2000" b="1" dirty="0">
                <a:latin typeface="Tahoma" panose="020B0604030504040204"/>
                <a:cs typeface="Tahoma" panose="020B0604030504040204"/>
              </a:rPr>
              <a:t>When </a:t>
            </a:r>
            <a:r>
              <a:rPr sz="2000" b="1" spc="-5" dirty="0">
                <a:latin typeface="Tahoma" panose="020B0604030504040204"/>
                <a:cs typeface="Tahoma" panose="020B0604030504040204"/>
              </a:rPr>
              <a:t>you interrupt, it  looks like </a:t>
            </a:r>
            <a:r>
              <a:rPr sz="2000" b="1" dirty="0">
                <a:latin typeface="Tahoma" panose="020B0604030504040204"/>
                <a:cs typeface="Tahoma" panose="020B0604030504040204"/>
              </a:rPr>
              <a:t>you </a:t>
            </a:r>
            <a:r>
              <a:rPr sz="2000" b="1" spc="-5" dirty="0">
                <a:latin typeface="Tahoma" panose="020B0604030504040204"/>
                <a:cs typeface="Tahoma" panose="020B0604030504040204"/>
              </a:rPr>
              <a:t>aren't listening, </a:t>
            </a:r>
            <a:r>
              <a:rPr sz="2000" b="1" dirty="0">
                <a:latin typeface="Tahoma" panose="020B0604030504040204"/>
                <a:cs typeface="Tahoma" panose="020B0604030504040204"/>
              </a:rPr>
              <a:t>even </a:t>
            </a:r>
            <a:r>
              <a:rPr sz="2000" b="1" spc="-5" dirty="0">
                <a:latin typeface="Tahoma" panose="020B0604030504040204"/>
                <a:cs typeface="Tahoma" panose="020B0604030504040204"/>
              </a:rPr>
              <a:t>if you really</a:t>
            </a:r>
            <a:r>
              <a:rPr sz="2000" b="1" spc="30" dirty="0">
                <a:latin typeface="Tahoma" panose="020B0604030504040204"/>
                <a:cs typeface="Tahoma" panose="020B0604030504040204"/>
              </a:rPr>
              <a:t> </a:t>
            </a:r>
            <a:r>
              <a:rPr sz="2000" b="1" dirty="0">
                <a:latin typeface="Tahoma" panose="020B0604030504040204"/>
                <a:cs typeface="Tahoma" panose="020B0604030504040204"/>
              </a:rPr>
              <a:t>are.</a:t>
            </a:r>
            <a:endParaRPr sz="20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902">
                                            <p:txEl>
                                              <p:pRg st="0" end="0"/>
                                            </p:txEl>
                                          </p:spTgt>
                                        </p:tgtEl>
                                        <p:attrNameLst>
                                          <p:attrName>style.visibility</p:attrName>
                                        </p:attrNameLst>
                                      </p:cBhvr>
                                      <p:to>
                                        <p:strVal val="visible"/>
                                      </p:to>
                                    </p:set>
                                    <p:anim calcmode="lin" valueType="num">
                                      <p:cBhvr additive="base">
                                        <p:cTn id="7" dur="500" fill="hold"/>
                                        <p:tgtEl>
                                          <p:spTgt spid="290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0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902">
                                            <p:txEl>
                                              <p:pRg st="1" end="1"/>
                                            </p:txEl>
                                          </p:spTgt>
                                        </p:tgtEl>
                                        <p:attrNameLst>
                                          <p:attrName>style.visibility</p:attrName>
                                        </p:attrNameLst>
                                      </p:cBhvr>
                                      <p:to>
                                        <p:strVal val="visible"/>
                                      </p:to>
                                    </p:set>
                                    <p:anim calcmode="lin" valueType="num">
                                      <p:cBhvr additive="base">
                                        <p:cTn id="13" dur="500" fill="hold"/>
                                        <p:tgtEl>
                                          <p:spTgt spid="2902">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90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902">
                                            <p:txEl>
                                              <p:pRg st="2" end="2"/>
                                            </p:txEl>
                                          </p:spTgt>
                                        </p:tgtEl>
                                        <p:attrNameLst>
                                          <p:attrName>style.visibility</p:attrName>
                                        </p:attrNameLst>
                                      </p:cBhvr>
                                      <p:to>
                                        <p:strVal val="visible"/>
                                      </p:to>
                                    </p:set>
                                    <p:anim calcmode="lin" valueType="num">
                                      <p:cBhvr additive="base">
                                        <p:cTn id="19" dur="500" fill="hold"/>
                                        <p:tgtEl>
                                          <p:spTgt spid="2902">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90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373" name="object 373"/>
          <p:cNvSpPr/>
          <p:nvPr/>
        </p:nvSpPr>
        <p:spPr>
          <a:xfrm>
            <a:off x="1308100" y="892810"/>
            <a:ext cx="237490" cy="821689"/>
          </a:xfrm>
          <a:prstGeom prst="rect">
            <a:avLst/>
          </a:prstGeom>
          <a:blipFill>
            <a:blip r:embed="rId3" cstate="print"/>
            <a:stretch>
              <a:fillRect/>
            </a:stretch>
          </a:blipFill>
        </p:spPr>
        <p:txBody>
          <a:bodyPr wrap="square" lIns="0" tIns="0" rIns="0" bIns="0" rtlCol="0"/>
          <a:lstStyle/>
          <a:p/>
        </p:txBody>
      </p:sp>
      <p:sp>
        <p:nvSpPr>
          <p:cNvPr id="374" name="object 374"/>
          <p:cNvSpPr/>
          <p:nvPr/>
        </p:nvSpPr>
        <p:spPr>
          <a:xfrm>
            <a:off x="1640839" y="892810"/>
            <a:ext cx="82550" cy="821689"/>
          </a:xfrm>
          <a:prstGeom prst="rect">
            <a:avLst/>
          </a:prstGeom>
          <a:blipFill>
            <a:blip r:embed="rId4" cstate="print"/>
            <a:stretch>
              <a:fillRect/>
            </a:stretch>
          </a:blipFill>
        </p:spPr>
        <p:txBody>
          <a:bodyPr wrap="square" lIns="0" tIns="0" rIns="0" bIns="0" rtlCol="0"/>
          <a:lstStyle/>
          <a:p/>
        </p:txBody>
      </p:sp>
      <p:sp>
        <p:nvSpPr>
          <p:cNvPr id="375" name="object 375"/>
          <p:cNvSpPr/>
          <p:nvPr/>
        </p:nvSpPr>
        <p:spPr>
          <a:xfrm>
            <a:off x="1805939" y="1094739"/>
            <a:ext cx="204469" cy="833119"/>
          </a:xfrm>
          <a:prstGeom prst="rect">
            <a:avLst/>
          </a:prstGeom>
          <a:blipFill>
            <a:blip r:embed="rId5" cstate="print"/>
            <a:stretch>
              <a:fillRect/>
            </a:stretch>
          </a:blipFill>
        </p:spPr>
        <p:txBody>
          <a:bodyPr wrap="square" lIns="0" tIns="0" rIns="0" bIns="0" rtlCol="0"/>
          <a:lstStyle/>
          <a:p/>
        </p:txBody>
      </p:sp>
      <p:sp>
        <p:nvSpPr>
          <p:cNvPr id="376" name="object 376"/>
          <p:cNvSpPr/>
          <p:nvPr/>
        </p:nvSpPr>
        <p:spPr>
          <a:xfrm>
            <a:off x="2086610" y="1094739"/>
            <a:ext cx="199389" cy="632460"/>
          </a:xfrm>
          <a:prstGeom prst="rect">
            <a:avLst/>
          </a:prstGeom>
          <a:blipFill>
            <a:blip r:embed="rId6" cstate="print"/>
            <a:stretch>
              <a:fillRect/>
            </a:stretch>
          </a:blipFill>
        </p:spPr>
        <p:txBody>
          <a:bodyPr wrap="square" lIns="0" tIns="0" rIns="0" bIns="0" rtlCol="0"/>
          <a:lstStyle/>
          <a:p/>
        </p:txBody>
      </p:sp>
      <p:grpSp>
        <p:nvGrpSpPr>
          <p:cNvPr id="377" name="object 377"/>
          <p:cNvGrpSpPr/>
          <p:nvPr/>
        </p:nvGrpSpPr>
        <p:grpSpPr>
          <a:xfrm>
            <a:off x="2527300" y="880110"/>
            <a:ext cx="407670" cy="847090"/>
            <a:chOff x="2527300" y="880110"/>
            <a:chExt cx="407670" cy="847090"/>
          </a:xfrm>
        </p:grpSpPr>
        <p:sp>
          <p:nvSpPr>
            <p:cNvPr id="378" name="object 378"/>
            <p:cNvSpPr/>
            <p:nvPr/>
          </p:nvSpPr>
          <p:spPr>
            <a:xfrm>
              <a:off x="2527300" y="880110"/>
              <a:ext cx="152400" cy="834389"/>
            </a:xfrm>
            <a:prstGeom prst="rect">
              <a:avLst/>
            </a:prstGeom>
            <a:blipFill>
              <a:blip r:embed="rId7" cstate="print"/>
              <a:stretch>
                <a:fillRect/>
              </a:stretch>
            </a:blipFill>
          </p:spPr>
          <p:txBody>
            <a:bodyPr wrap="square" lIns="0" tIns="0" rIns="0" bIns="0" rtlCol="0"/>
            <a:lstStyle/>
            <a:p/>
          </p:txBody>
        </p:sp>
        <p:sp>
          <p:nvSpPr>
            <p:cNvPr id="379" name="object 379"/>
            <p:cNvSpPr/>
            <p:nvPr/>
          </p:nvSpPr>
          <p:spPr>
            <a:xfrm>
              <a:off x="2721610" y="1094740"/>
              <a:ext cx="213360" cy="632460"/>
            </a:xfrm>
            <a:prstGeom prst="rect">
              <a:avLst/>
            </a:prstGeom>
            <a:blipFill>
              <a:blip r:embed="rId8" cstate="print"/>
              <a:stretch>
                <a:fillRect/>
              </a:stretch>
            </a:blipFill>
          </p:spPr>
          <p:txBody>
            <a:bodyPr wrap="square" lIns="0" tIns="0" rIns="0" bIns="0" rtlCol="0"/>
            <a:lstStyle/>
            <a:p/>
          </p:txBody>
        </p:sp>
      </p:grpSp>
      <p:sp>
        <p:nvSpPr>
          <p:cNvPr id="380" name="object 380"/>
          <p:cNvSpPr/>
          <p:nvPr/>
        </p:nvSpPr>
        <p:spPr>
          <a:xfrm>
            <a:off x="3023870" y="1094739"/>
            <a:ext cx="152400" cy="619760"/>
          </a:xfrm>
          <a:prstGeom prst="rect">
            <a:avLst/>
          </a:prstGeom>
          <a:blipFill>
            <a:blip r:embed="rId9" cstate="print"/>
            <a:stretch>
              <a:fillRect/>
            </a:stretch>
          </a:blipFill>
        </p:spPr>
        <p:txBody>
          <a:bodyPr wrap="square" lIns="0" tIns="0" rIns="0" bIns="0" rtlCol="0"/>
          <a:lstStyle/>
          <a:p/>
        </p:txBody>
      </p:sp>
      <p:sp>
        <p:nvSpPr>
          <p:cNvPr id="381" name="object 381"/>
          <p:cNvSpPr/>
          <p:nvPr/>
        </p:nvSpPr>
        <p:spPr>
          <a:xfrm>
            <a:off x="3401059" y="892810"/>
            <a:ext cx="204470" cy="834389"/>
          </a:xfrm>
          <a:prstGeom prst="rect">
            <a:avLst/>
          </a:prstGeom>
          <a:blipFill>
            <a:blip r:embed="rId10" cstate="print"/>
            <a:stretch>
              <a:fillRect/>
            </a:stretch>
          </a:blipFill>
        </p:spPr>
        <p:txBody>
          <a:bodyPr wrap="square" lIns="0" tIns="0" rIns="0" bIns="0" rtlCol="0"/>
          <a:lstStyle/>
          <a:p/>
        </p:txBody>
      </p:sp>
      <p:sp>
        <p:nvSpPr>
          <p:cNvPr id="382" name="object 382"/>
          <p:cNvSpPr/>
          <p:nvPr/>
        </p:nvSpPr>
        <p:spPr>
          <a:xfrm>
            <a:off x="3686809" y="1094739"/>
            <a:ext cx="214629" cy="632460"/>
          </a:xfrm>
          <a:prstGeom prst="rect">
            <a:avLst/>
          </a:prstGeom>
          <a:blipFill>
            <a:blip r:embed="rId11" cstate="print"/>
            <a:stretch>
              <a:fillRect/>
            </a:stretch>
          </a:blipFill>
        </p:spPr>
        <p:txBody>
          <a:bodyPr wrap="square" lIns="0" tIns="0" rIns="0" bIns="0" rtlCol="0"/>
          <a:lstStyle/>
          <a:p/>
        </p:txBody>
      </p:sp>
      <p:sp>
        <p:nvSpPr>
          <p:cNvPr id="383" name="object 383"/>
          <p:cNvSpPr/>
          <p:nvPr/>
        </p:nvSpPr>
        <p:spPr>
          <a:xfrm>
            <a:off x="3990340" y="892810"/>
            <a:ext cx="82550" cy="821689"/>
          </a:xfrm>
          <a:prstGeom prst="rect">
            <a:avLst/>
          </a:prstGeom>
          <a:blipFill>
            <a:blip r:embed="rId4" cstate="print"/>
            <a:stretch>
              <a:fillRect/>
            </a:stretch>
          </a:blipFill>
        </p:spPr>
        <p:txBody>
          <a:bodyPr wrap="square" lIns="0" tIns="0" rIns="0" bIns="0" rtlCol="0"/>
          <a:lstStyle/>
          <a:p/>
        </p:txBody>
      </p:sp>
      <p:sp>
        <p:nvSpPr>
          <p:cNvPr id="384" name="object 384"/>
          <p:cNvSpPr/>
          <p:nvPr/>
        </p:nvSpPr>
        <p:spPr>
          <a:xfrm>
            <a:off x="4156709" y="1094739"/>
            <a:ext cx="196850" cy="619760"/>
          </a:xfrm>
          <a:prstGeom prst="rect">
            <a:avLst/>
          </a:prstGeom>
          <a:blipFill>
            <a:blip r:embed="rId12" cstate="print"/>
            <a:stretch>
              <a:fillRect/>
            </a:stretch>
          </a:blipFill>
        </p:spPr>
        <p:txBody>
          <a:bodyPr wrap="square" lIns="0" tIns="0" rIns="0" bIns="0" rtlCol="0"/>
          <a:lstStyle/>
          <a:p/>
        </p:txBody>
      </p:sp>
      <p:sp>
        <p:nvSpPr>
          <p:cNvPr id="385" name="object 385"/>
          <p:cNvSpPr/>
          <p:nvPr/>
        </p:nvSpPr>
        <p:spPr>
          <a:xfrm>
            <a:off x="4441190" y="1094739"/>
            <a:ext cx="205739" cy="848360"/>
          </a:xfrm>
          <a:prstGeom prst="rect">
            <a:avLst/>
          </a:prstGeom>
          <a:blipFill>
            <a:blip r:embed="rId13" cstate="print"/>
            <a:stretch>
              <a:fillRect/>
            </a:stretch>
          </a:blipFill>
        </p:spPr>
        <p:txBody>
          <a:bodyPr wrap="square" lIns="0" tIns="0" rIns="0" bIns="0" rtlCol="0"/>
          <a:lstStyle/>
          <a:p/>
        </p:txBody>
      </p:sp>
      <p:sp>
        <p:nvSpPr>
          <p:cNvPr id="386" name="object 386"/>
          <p:cNvSpPr/>
          <p:nvPr/>
        </p:nvSpPr>
        <p:spPr>
          <a:xfrm>
            <a:off x="4903470" y="1094739"/>
            <a:ext cx="217170" cy="632460"/>
          </a:xfrm>
          <a:prstGeom prst="rect">
            <a:avLst/>
          </a:prstGeom>
          <a:blipFill>
            <a:blip r:embed="rId14" cstate="print"/>
            <a:stretch>
              <a:fillRect/>
            </a:stretch>
          </a:blipFill>
        </p:spPr>
        <p:txBody>
          <a:bodyPr wrap="square" lIns="0" tIns="0" rIns="0" bIns="0" rtlCol="0"/>
          <a:lstStyle/>
          <a:p/>
        </p:txBody>
      </p:sp>
      <p:sp>
        <p:nvSpPr>
          <p:cNvPr id="387" name="object 387"/>
          <p:cNvSpPr/>
          <p:nvPr/>
        </p:nvSpPr>
        <p:spPr>
          <a:xfrm>
            <a:off x="5368290" y="880110"/>
            <a:ext cx="256539" cy="847089"/>
          </a:xfrm>
          <a:prstGeom prst="rect">
            <a:avLst/>
          </a:prstGeom>
          <a:blipFill>
            <a:blip r:embed="rId15" cstate="print"/>
            <a:stretch>
              <a:fillRect/>
            </a:stretch>
          </a:blipFill>
        </p:spPr>
        <p:txBody>
          <a:bodyPr wrap="square" lIns="0" tIns="0" rIns="0" bIns="0" rtlCol="0"/>
          <a:lstStyle/>
          <a:p/>
        </p:txBody>
      </p:sp>
      <p:sp>
        <p:nvSpPr>
          <p:cNvPr id="388" name="object 388"/>
          <p:cNvSpPr/>
          <p:nvPr/>
        </p:nvSpPr>
        <p:spPr>
          <a:xfrm>
            <a:off x="5726429" y="1094739"/>
            <a:ext cx="213360" cy="632460"/>
          </a:xfrm>
          <a:prstGeom prst="rect">
            <a:avLst/>
          </a:prstGeom>
          <a:blipFill>
            <a:blip r:embed="rId8" cstate="print"/>
            <a:stretch>
              <a:fillRect/>
            </a:stretch>
          </a:blipFill>
        </p:spPr>
        <p:txBody>
          <a:bodyPr wrap="square" lIns="0" tIns="0" rIns="0" bIns="0" rtlCol="0"/>
          <a:lstStyle/>
          <a:p/>
        </p:txBody>
      </p:sp>
      <p:sp>
        <p:nvSpPr>
          <p:cNvPr id="389" name="object 389"/>
          <p:cNvSpPr/>
          <p:nvPr/>
        </p:nvSpPr>
        <p:spPr>
          <a:xfrm>
            <a:off x="6019800" y="1094739"/>
            <a:ext cx="212089" cy="632460"/>
          </a:xfrm>
          <a:prstGeom prst="rect">
            <a:avLst/>
          </a:prstGeom>
          <a:blipFill>
            <a:blip r:embed="rId16" cstate="print"/>
            <a:stretch>
              <a:fillRect/>
            </a:stretch>
          </a:blipFill>
        </p:spPr>
        <p:txBody>
          <a:bodyPr wrap="square" lIns="0" tIns="0" rIns="0" bIns="0" rtlCol="0"/>
          <a:lstStyle/>
          <a:p/>
        </p:txBody>
      </p:sp>
      <p:sp>
        <p:nvSpPr>
          <p:cNvPr id="390" name="object 390"/>
          <p:cNvSpPr/>
          <p:nvPr/>
        </p:nvSpPr>
        <p:spPr>
          <a:xfrm>
            <a:off x="6313170" y="892810"/>
            <a:ext cx="204470" cy="834389"/>
          </a:xfrm>
          <a:prstGeom prst="rect">
            <a:avLst/>
          </a:prstGeom>
          <a:blipFill>
            <a:blip r:embed="rId17" cstate="print"/>
            <a:stretch>
              <a:fillRect/>
            </a:stretch>
          </a:blipFill>
        </p:spPr>
        <p:txBody>
          <a:bodyPr wrap="square" lIns="0" tIns="0" rIns="0" bIns="0" rtlCol="0"/>
          <a:lstStyle/>
          <a:p/>
        </p:txBody>
      </p:sp>
      <p:sp>
        <p:nvSpPr>
          <p:cNvPr id="391" name="object 391"/>
          <p:cNvSpPr/>
          <p:nvPr/>
        </p:nvSpPr>
        <p:spPr>
          <a:xfrm>
            <a:off x="6786880" y="892810"/>
            <a:ext cx="203200" cy="821689"/>
          </a:xfrm>
          <a:prstGeom prst="rect">
            <a:avLst/>
          </a:prstGeom>
          <a:blipFill>
            <a:blip r:embed="rId18" cstate="print"/>
            <a:stretch>
              <a:fillRect/>
            </a:stretch>
          </a:blipFill>
        </p:spPr>
        <p:txBody>
          <a:bodyPr wrap="square" lIns="0" tIns="0" rIns="0" bIns="0" rtlCol="0"/>
          <a:lstStyle/>
          <a:p/>
        </p:txBody>
      </p:sp>
      <p:sp>
        <p:nvSpPr>
          <p:cNvPr id="392" name="object 392"/>
          <p:cNvSpPr/>
          <p:nvPr/>
        </p:nvSpPr>
        <p:spPr>
          <a:xfrm>
            <a:off x="7078980" y="892810"/>
            <a:ext cx="82550" cy="821689"/>
          </a:xfrm>
          <a:prstGeom prst="rect">
            <a:avLst/>
          </a:prstGeom>
          <a:blipFill>
            <a:blip r:embed="rId4" cstate="print"/>
            <a:stretch>
              <a:fillRect/>
            </a:stretch>
          </a:blipFill>
        </p:spPr>
        <p:txBody>
          <a:bodyPr wrap="square" lIns="0" tIns="0" rIns="0" bIns="0" rtlCol="0"/>
          <a:lstStyle/>
          <a:p/>
        </p:txBody>
      </p:sp>
      <p:sp>
        <p:nvSpPr>
          <p:cNvPr id="393" name="object 393"/>
          <p:cNvSpPr/>
          <p:nvPr/>
        </p:nvSpPr>
        <p:spPr>
          <a:xfrm>
            <a:off x="7231380" y="1094739"/>
            <a:ext cx="199390" cy="632460"/>
          </a:xfrm>
          <a:prstGeom prst="rect">
            <a:avLst/>
          </a:prstGeom>
          <a:blipFill>
            <a:blip r:embed="rId19" cstate="print"/>
            <a:stretch>
              <a:fillRect/>
            </a:stretch>
          </a:blipFill>
        </p:spPr>
        <p:txBody>
          <a:bodyPr wrap="square" lIns="0" tIns="0" rIns="0" bIns="0" rtlCol="0"/>
          <a:lstStyle/>
          <a:p/>
        </p:txBody>
      </p:sp>
      <p:sp>
        <p:nvSpPr>
          <p:cNvPr id="394" name="object 394"/>
          <p:cNvSpPr/>
          <p:nvPr/>
        </p:nvSpPr>
        <p:spPr>
          <a:xfrm>
            <a:off x="7510780" y="889192"/>
            <a:ext cx="146050" cy="838007"/>
          </a:xfrm>
          <a:prstGeom prst="rect">
            <a:avLst/>
          </a:prstGeom>
          <a:blipFill>
            <a:blip r:embed="rId20" cstate="print"/>
            <a:stretch>
              <a:fillRect/>
            </a:stretch>
          </a:blipFill>
        </p:spPr>
        <p:txBody>
          <a:bodyPr wrap="square" lIns="0" tIns="0" rIns="0" bIns="0" rtlCol="0"/>
          <a:lstStyle/>
          <a:p/>
        </p:txBody>
      </p:sp>
      <p:sp>
        <p:nvSpPr>
          <p:cNvPr id="395" name="object 395"/>
          <p:cNvSpPr/>
          <p:nvPr/>
        </p:nvSpPr>
        <p:spPr>
          <a:xfrm>
            <a:off x="7722869" y="1094739"/>
            <a:ext cx="214629" cy="632460"/>
          </a:xfrm>
          <a:prstGeom prst="rect">
            <a:avLst/>
          </a:prstGeom>
          <a:blipFill>
            <a:blip r:embed="rId21" cstate="print"/>
            <a:stretch>
              <a:fillRect/>
            </a:stretch>
          </a:blipFill>
        </p:spPr>
        <p:txBody>
          <a:bodyPr wrap="square" lIns="0" tIns="0" rIns="0" bIns="0" rtlCol="0"/>
          <a:lstStyle/>
          <a:p/>
        </p:txBody>
      </p:sp>
      <p:sp>
        <p:nvSpPr>
          <p:cNvPr id="396" name="object 396"/>
          <p:cNvSpPr/>
          <p:nvPr/>
        </p:nvSpPr>
        <p:spPr>
          <a:xfrm>
            <a:off x="8025130" y="1094739"/>
            <a:ext cx="196850" cy="619760"/>
          </a:xfrm>
          <a:prstGeom prst="rect">
            <a:avLst/>
          </a:prstGeom>
          <a:blipFill>
            <a:blip r:embed="rId12" cstate="print"/>
            <a:stretch>
              <a:fillRect/>
            </a:stretch>
          </a:blipFill>
        </p:spPr>
        <p:txBody>
          <a:bodyPr wrap="square" lIns="0" tIns="0" rIns="0" bIns="0" rtlCol="0"/>
          <a:lstStyle/>
          <a:p/>
        </p:txBody>
      </p:sp>
      <p:sp>
        <p:nvSpPr>
          <p:cNvPr id="397" name="object 397"/>
          <p:cNvSpPr/>
          <p:nvPr/>
        </p:nvSpPr>
        <p:spPr>
          <a:xfrm>
            <a:off x="8309609" y="1094739"/>
            <a:ext cx="214629" cy="632460"/>
          </a:xfrm>
          <a:prstGeom prst="rect">
            <a:avLst/>
          </a:prstGeom>
          <a:blipFill>
            <a:blip r:embed="rId11" cstate="print"/>
            <a:stretch>
              <a:fillRect/>
            </a:stretch>
          </a:blipFill>
        </p:spPr>
        <p:txBody>
          <a:bodyPr wrap="square" lIns="0" tIns="0" rIns="0" bIns="0" rtlCol="0"/>
          <a:lstStyle/>
          <a:p/>
        </p:txBody>
      </p:sp>
      <p:sp>
        <p:nvSpPr>
          <p:cNvPr id="398" name="object 398"/>
          <p:cNvSpPr/>
          <p:nvPr/>
        </p:nvSpPr>
        <p:spPr>
          <a:xfrm>
            <a:off x="8613140" y="1094739"/>
            <a:ext cx="152400" cy="619760"/>
          </a:xfrm>
          <a:prstGeom prst="rect">
            <a:avLst/>
          </a:prstGeom>
          <a:blipFill>
            <a:blip r:embed="rId9" cstate="print"/>
            <a:stretch>
              <a:fillRect/>
            </a:stretch>
          </a:blipFill>
        </p:spPr>
        <p:txBody>
          <a:bodyPr wrap="square" lIns="0" tIns="0" rIns="0" bIns="0" rtlCol="0"/>
          <a:lstStyle/>
          <a:p/>
        </p:txBody>
      </p:sp>
      <p:grpSp>
        <p:nvGrpSpPr>
          <p:cNvPr id="399" name="object 399"/>
          <p:cNvGrpSpPr/>
          <p:nvPr/>
        </p:nvGrpSpPr>
        <p:grpSpPr>
          <a:xfrm>
            <a:off x="1295400" y="855980"/>
            <a:ext cx="237490" cy="821690"/>
            <a:chOff x="1295400" y="855980"/>
            <a:chExt cx="237490" cy="821690"/>
          </a:xfrm>
        </p:grpSpPr>
        <p:sp>
          <p:nvSpPr>
            <p:cNvPr id="400" name="object 400"/>
            <p:cNvSpPr/>
            <p:nvPr/>
          </p:nvSpPr>
          <p:spPr>
            <a:xfrm>
              <a:off x="1295400" y="855979"/>
              <a:ext cx="237490" cy="13970"/>
            </a:xfrm>
            <a:custGeom>
              <a:avLst/>
              <a:gdLst/>
              <a:ahLst/>
              <a:cxnLst/>
              <a:rect l="l" t="t" r="r" b="b"/>
              <a:pathLst>
                <a:path w="237490" h="13969">
                  <a:moveTo>
                    <a:pt x="237490" y="0"/>
                  </a:moveTo>
                  <a:lnTo>
                    <a:pt x="0" y="0"/>
                  </a:lnTo>
                  <a:lnTo>
                    <a:pt x="0" y="6350"/>
                  </a:lnTo>
                  <a:lnTo>
                    <a:pt x="0" y="13970"/>
                  </a:lnTo>
                  <a:lnTo>
                    <a:pt x="237490" y="13970"/>
                  </a:lnTo>
                  <a:lnTo>
                    <a:pt x="237490" y="6350"/>
                  </a:lnTo>
                  <a:lnTo>
                    <a:pt x="237490" y="0"/>
                  </a:lnTo>
                  <a:close/>
                </a:path>
              </a:pathLst>
            </a:custGeom>
            <a:solidFill>
              <a:srgbClr val="009800"/>
            </a:solidFill>
          </p:spPr>
          <p:txBody>
            <a:bodyPr wrap="square" lIns="0" tIns="0" rIns="0" bIns="0" rtlCol="0"/>
            <a:lstStyle/>
            <a:p/>
          </p:txBody>
        </p:sp>
        <p:sp>
          <p:nvSpPr>
            <p:cNvPr id="401" name="object 401"/>
            <p:cNvSpPr/>
            <p:nvPr/>
          </p:nvSpPr>
          <p:spPr>
            <a:xfrm>
              <a:off x="1295400" y="86995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009700"/>
            </a:solidFill>
          </p:spPr>
          <p:txBody>
            <a:bodyPr wrap="square" lIns="0" tIns="0" rIns="0" bIns="0" rtlCol="0"/>
            <a:lstStyle/>
            <a:p/>
          </p:txBody>
        </p:sp>
        <p:sp>
          <p:nvSpPr>
            <p:cNvPr id="402" name="object 402"/>
            <p:cNvSpPr/>
            <p:nvPr/>
          </p:nvSpPr>
          <p:spPr>
            <a:xfrm>
              <a:off x="1295400" y="8788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19600"/>
            </a:solidFill>
          </p:spPr>
          <p:txBody>
            <a:bodyPr wrap="square" lIns="0" tIns="0" rIns="0" bIns="0" rtlCol="0"/>
            <a:lstStyle/>
            <a:p/>
          </p:txBody>
        </p:sp>
        <p:sp>
          <p:nvSpPr>
            <p:cNvPr id="403" name="object 403"/>
            <p:cNvSpPr/>
            <p:nvPr/>
          </p:nvSpPr>
          <p:spPr>
            <a:xfrm>
              <a:off x="1295400" y="88646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029500"/>
            </a:solidFill>
          </p:spPr>
          <p:txBody>
            <a:bodyPr wrap="square" lIns="0" tIns="0" rIns="0" bIns="0" rtlCol="0"/>
            <a:lstStyle/>
            <a:p/>
          </p:txBody>
        </p:sp>
        <p:sp>
          <p:nvSpPr>
            <p:cNvPr id="404" name="object 404"/>
            <p:cNvSpPr/>
            <p:nvPr/>
          </p:nvSpPr>
          <p:spPr>
            <a:xfrm>
              <a:off x="1295400" y="8953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39400"/>
            </a:solidFill>
          </p:spPr>
          <p:txBody>
            <a:bodyPr wrap="square" lIns="0" tIns="0" rIns="0" bIns="0" rtlCol="0"/>
            <a:lstStyle/>
            <a:p/>
          </p:txBody>
        </p:sp>
        <p:sp>
          <p:nvSpPr>
            <p:cNvPr id="405" name="object 405"/>
            <p:cNvSpPr/>
            <p:nvPr/>
          </p:nvSpPr>
          <p:spPr>
            <a:xfrm>
              <a:off x="1295400" y="9029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49300"/>
            </a:solidFill>
          </p:spPr>
          <p:txBody>
            <a:bodyPr wrap="square" lIns="0" tIns="0" rIns="0" bIns="0" rtlCol="0"/>
            <a:lstStyle/>
            <a:p/>
          </p:txBody>
        </p:sp>
        <p:sp>
          <p:nvSpPr>
            <p:cNvPr id="406" name="object 406"/>
            <p:cNvSpPr/>
            <p:nvPr/>
          </p:nvSpPr>
          <p:spPr>
            <a:xfrm>
              <a:off x="1295400" y="91059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059200"/>
            </a:solidFill>
          </p:spPr>
          <p:txBody>
            <a:bodyPr wrap="square" lIns="0" tIns="0" rIns="0" bIns="0" rtlCol="0"/>
            <a:lstStyle/>
            <a:p/>
          </p:txBody>
        </p:sp>
        <p:sp>
          <p:nvSpPr>
            <p:cNvPr id="407" name="object 407"/>
            <p:cNvSpPr/>
            <p:nvPr/>
          </p:nvSpPr>
          <p:spPr>
            <a:xfrm>
              <a:off x="1295400" y="91948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69100"/>
            </a:solidFill>
          </p:spPr>
          <p:txBody>
            <a:bodyPr wrap="square" lIns="0" tIns="0" rIns="0" bIns="0" rtlCol="0"/>
            <a:lstStyle/>
            <a:p/>
          </p:txBody>
        </p:sp>
        <p:sp>
          <p:nvSpPr>
            <p:cNvPr id="408" name="object 408"/>
            <p:cNvSpPr/>
            <p:nvPr/>
          </p:nvSpPr>
          <p:spPr>
            <a:xfrm>
              <a:off x="1295400" y="92710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79000"/>
            </a:solidFill>
          </p:spPr>
          <p:txBody>
            <a:bodyPr wrap="square" lIns="0" tIns="0" rIns="0" bIns="0" rtlCol="0"/>
            <a:lstStyle/>
            <a:p/>
          </p:txBody>
        </p:sp>
        <p:sp>
          <p:nvSpPr>
            <p:cNvPr id="409" name="object 409"/>
            <p:cNvSpPr/>
            <p:nvPr/>
          </p:nvSpPr>
          <p:spPr>
            <a:xfrm>
              <a:off x="1295400" y="93472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088F00"/>
            </a:solidFill>
          </p:spPr>
          <p:txBody>
            <a:bodyPr wrap="square" lIns="0" tIns="0" rIns="0" bIns="0" rtlCol="0"/>
            <a:lstStyle/>
            <a:p/>
          </p:txBody>
        </p:sp>
        <p:sp>
          <p:nvSpPr>
            <p:cNvPr id="410" name="object 410"/>
            <p:cNvSpPr/>
            <p:nvPr/>
          </p:nvSpPr>
          <p:spPr>
            <a:xfrm>
              <a:off x="1295400" y="94361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98E00"/>
            </a:solidFill>
          </p:spPr>
          <p:txBody>
            <a:bodyPr wrap="square" lIns="0" tIns="0" rIns="0" bIns="0" rtlCol="0"/>
            <a:lstStyle/>
            <a:p/>
          </p:txBody>
        </p:sp>
        <p:sp>
          <p:nvSpPr>
            <p:cNvPr id="411" name="object 411"/>
            <p:cNvSpPr/>
            <p:nvPr/>
          </p:nvSpPr>
          <p:spPr>
            <a:xfrm>
              <a:off x="1295400" y="9512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A8D00"/>
            </a:solidFill>
          </p:spPr>
          <p:txBody>
            <a:bodyPr wrap="square" lIns="0" tIns="0" rIns="0" bIns="0" rtlCol="0"/>
            <a:lstStyle/>
            <a:p/>
          </p:txBody>
        </p:sp>
        <p:sp>
          <p:nvSpPr>
            <p:cNvPr id="412" name="object 412"/>
            <p:cNvSpPr/>
            <p:nvPr/>
          </p:nvSpPr>
          <p:spPr>
            <a:xfrm>
              <a:off x="1295400" y="95885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0B8C00"/>
            </a:solidFill>
          </p:spPr>
          <p:txBody>
            <a:bodyPr wrap="square" lIns="0" tIns="0" rIns="0" bIns="0" rtlCol="0"/>
            <a:lstStyle/>
            <a:p/>
          </p:txBody>
        </p:sp>
        <p:sp>
          <p:nvSpPr>
            <p:cNvPr id="413" name="object 413"/>
            <p:cNvSpPr/>
            <p:nvPr/>
          </p:nvSpPr>
          <p:spPr>
            <a:xfrm>
              <a:off x="1295400" y="9677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C8B00"/>
            </a:solidFill>
          </p:spPr>
          <p:txBody>
            <a:bodyPr wrap="square" lIns="0" tIns="0" rIns="0" bIns="0" rtlCol="0"/>
            <a:lstStyle/>
            <a:p/>
          </p:txBody>
        </p:sp>
        <p:sp>
          <p:nvSpPr>
            <p:cNvPr id="414" name="object 414"/>
            <p:cNvSpPr/>
            <p:nvPr/>
          </p:nvSpPr>
          <p:spPr>
            <a:xfrm>
              <a:off x="1295400" y="9753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D8A00"/>
            </a:solidFill>
          </p:spPr>
          <p:txBody>
            <a:bodyPr wrap="square" lIns="0" tIns="0" rIns="0" bIns="0" rtlCol="0"/>
            <a:lstStyle/>
            <a:p/>
          </p:txBody>
        </p:sp>
        <p:sp>
          <p:nvSpPr>
            <p:cNvPr id="415" name="object 415"/>
            <p:cNvSpPr/>
            <p:nvPr/>
          </p:nvSpPr>
          <p:spPr>
            <a:xfrm>
              <a:off x="1295400" y="982980"/>
              <a:ext cx="237490" cy="8890"/>
            </a:xfrm>
            <a:custGeom>
              <a:avLst/>
              <a:gdLst/>
              <a:ahLst/>
              <a:cxnLst/>
              <a:rect l="l" t="t" r="r" b="b"/>
              <a:pathLst>
                <a:path w="237490" h="8890">
                  <a:moveTo>
                    <a:pt x="0" y="8890"/>
                  </a:moveTo>
                  <a:lnTo>
                    <a:pt x="0" y="0"/>
                  </a:lnTo>
                  <a:lnTo>
                    <a:pt x="237490" y="0"/>
                  </a:lnTo>
                  <a:lnTo>
                    <a:pt x="237490" y="8890"/>
                  </a:lnTo>
                  <a:lnTo>
                    <a:pt x="0" y="8890"/>
                  </a:lnTo>
                  <a:close/>
                </a:path>
              </a:pathLst>
            </a:custGeom>
            <a:solidFill>
              <a:srgbClr val="0E8900"/>
            </a:solidFill>
          </p:spPr>
          <p:txBody>
            <a:bodyPr wrap="square" lIns="0" tIns="0" rIns="0" bIns="0" rtlCol="0"/>
            <a:lstStyle/>
            <a:p/>
          </p:txBody>
        </p:sp>
        <p:sp>
          <p:nvSpPr>
            <p:cNvPr id="416" name="object 416"/>
            <p:cNvSpPr/>
            <p:nvPr/>
          </p:nvSpPr>
          <p:spPr>
            <a:xfrm>
              <a:off x="1295400" y="9918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F8800"/>
            </a:solidFill>
          </p:spPr>
          <p:txBody>
            <a:bodyPr wrap="square" lIns="0" tIns="0" rIns="0" bIns="0" rtlCol="0"/>
            <a:lstStyle/>
            <a:p/>
          </p:txBody>
        </p:sp>
        <p:sp>
          <p:nvSpPr>
            <p:cNvPr id="417" name="object 417"/>
            <p:cNvSpPr/>
            <p:nvPr/>
          </p:nvSpPr>
          <p:spPr>
            <a:xfrm>
              <a:off x="1295400" y="99949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08700"/>
            </a:solidFill>
          </p:spPr>
          <p:txBody>
            <a:bodyPr wrap="square" lIns="0" tIns="0" rIns="0" bIns="0" rtlCol="0"/>
            <a:lstStyle/>
            <a:p/>
          </p:txBody>
        </p:sp>
        <p:sp>
          <p:nvSpPr>
            <p:cNvPr id="418" name="object 418"/>
            <p:cNvSpPr/>
            <p:nvPr/>
          </p:nvSpPr>
          <p:spPr>
            <a:xfrm>
              <a:off x="1295400" y="100711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118600"/>
            </a:solidFill>
          </p:spPr>
          <p:txBody>
            <a:bodyPr wrap="square" lIns="0" tIns="0" rIns="0" bIns="0" rtlCol="0"/>
            <a:lstStyle/>
            <a:p/>
          </p:txBody>
        </p:sp>
        <p:sp>
          <p:nvSpPr>
            <p:cNvPr id="419" name="object 419"/>
            <p:cNvSpPr/>
            <p:nvPr/>
          </p:nvSpPr>
          <p:spPr>
            <a:xfrm>
              <a:off x="1295400" y="101600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28500"/>
            </a:solidFill>
          </p:spPr>
          <p:txBody>
            <a:bodyPr wrap="square" lIns="0" tIns="0" rIns="0" bIns="0" rtlCol="0"/>
            <a:lstStyle/>
            <a:p/>
          </p:txBody>
        </p:sp>
        <p:sp>
          <p:nvSpPr>
            <p:cNvPr id="420" name="object 420"/>
            <p:cNvSpPr/>
            <p:nvPr/>
          </p:nvSpPr>
          <p:spPr>
            <a:xfrm>
              <a:off x="1295400" y="102362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38400"/>
            </a:solidFill>
          </p:spPr>
          <p:txBody>
            <a:bodyPr wrap="square" lIns="0" tIns="0" rIns="0" bIns="0" rtlCol="0"/>
            <a:lstStyle/>
            <a:p/>
          </p:txBody>
        </p:sp>
        <p:sp>
          <p:nvSpPr>
            <p:cNvPr id="421" name="object 421"/>
            <p:cNvSpPr/>
            <p:nvPr/>
          </p:nvSpPr>
          <p:spPr>
            <a:xfrm>
              <a:off x="1295400" y="103124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148300"/>
            </a:solidFill>
          </p:spPr>
          <p:txBody>
            <a:bodyPr wrap="square" lIns="0" tIns="0" rIns="0" bIns="0" rtlCol="0"/>
            <a:lstStyle/>
            <a:p/>
          </p:txBody>
        </p:sp>
        <p:sp>
          <p:nvSpPr>
            <p:cNvPr id="422" name="object 422"/>
            <p:cNvSpPr/>
            <p:nvPr/>
          </p:nvSpPr>
          <p:spPr>
            <a:xfrm>
              <a:off x="1295400" y="10401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58200"/>
            </a:solidFill>
          </p:spPr>
          <p:txBody>
            <a:bodyPr wrap="square" lIns="0" tIns="0" rIns="0" bIns="0" rtlCol="0"/>
            <a:lstStyle/>
            <a:p/>
          </p:txBody>
        </p:sp>
        <p:sp>
          <p:nvSpPr>
            <p:cNvPr id="423" name="object 423"/>
            <p:cNvSpPr/>
            <p:nvPr/>
          </p:nvSpPr>
          <p:spPr>
            <a:xfrm>
              <a:off x="1295400" y="1047750"/>
              <a:ext cx="237490" cy="8890"/>
            </a:xfrm>
            <a:custGeom>
              <a:avLst/>
              <a:gdLst/>
              <a:ahLst/>
              <a:cxnLst/>
              <a:rect l="l" t="t" r="r" b="b"/>
              <a:pathLst>
                <a:path w="237490" h="8890">
                  <a:moveTo>
                    <a:pt x="0" y="8889"/>
                  </a:moveTo>
                  <a:lnTo>
                    <a:pt x="0" y="0"/>
                  </a:lnTo>
                  <a:lnTo>
                    <a:pt x="237490" y="0"/>
                  </a:lnTo>
                  <a:lnTo>
                    <a:pt x="237490" y="8889"/>
                  </a:lnTo>
                  <a:lnTo>
                    <a:pt x="0" y="8889"/>
                  </a:lnTo>
                  <a:close/>
                </a:path>
              </a:pathLst>
            </a:custGeom>
            <a:solidFill>
              <a:srgbClr val="168100"/>
            </a:solidFill>
          </p:spPr>
          <p:txBody>
            <a:bodyPr wrap="square" lIns="0" tIns="0" rIns="0" bIns="0" rtlCol="0"/>
            <a:lstStyle/>
            <a:p/>
          </p:txBody>
        </p:sp>
        <p:sp>
          <p:nvSpPr>
            <p:cNvPr id="424" name="object 424"/>
            <p:cNvSpPr/>
            <p:nvPr/>
          </p:nvSpPr>
          <p:spPr>
            <a:xfrm>
              <a:off x="1295400" y="10566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78000"/>
            </a:solidFill>
          </p:spPr>
          <p:txBody>
            <a:bodyPr wrap="square" lIns="0" tIns="0" rIns="0" bIns="0" rtlCol="0"/>
            <a:lstStyle/>
            <a:p/>
          </p:txBody>
        </p:sp>
        <p:sp>
          <p:nvSpPr>
            <p:cNvPr id="425" name="object 425"/>
            <p:cNvSpPr/>
            <p:nvPr/>
          </p:nvSpPr>
          <p:spPr>
            <a:xfrm>
              <a:off x="1295400" y="10642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87F00"/>
            </a:solidFill>
          </p:spPr>
          <p:txBody>
            <a:bodyPr wrap="square" lIns="0" tIns="0" rIns="0" bIns="0" rtlCol="0"/>
            <a:lstStyle/>
            <a:p/>
          </p:txBody>
        </p:sp>
        <p:sp>
          <p:nvSpPr>
            <p:cNvPr id="426" name="object 426"/>
            <p:cNvSpPr/>
            <p:nvPr/>
          </p:nvSpPr>
          <p:spPr>
            <a:xfrm>
              <a:off x="1295400" y="1071880"/>
              <a:ext cx="237490" cy="8890"/>
            </a:xfrm>
            <a:custGeom>
              <a:avLst/>
              <a:gdLst/>
              <a:ahLst/>
              <a:cxnLst/>
              <a:rect l="l" t="t" r="r" b="b"/>
              <a:pathLst>
                <a:path w="237490" h="8890">
                  <a:moveTo>
                    <a:pt x="0" y="8890"/>
                  </a:moveTo>
                  <a:lnTo>
                    <a:pt x="0" y="0"/>
                  </a:lnTo>
                  <a:lnTo>
                    <a:pt x="237490" y="0"/>
                  </a:lnTo>
                  <a:lnTo>
                    <a:pt x="237490" y="8890"/>
                  </a:lnTo>
                  <a:lnTo>
                    <a:pt x="0" y="8890"/>
                  </a:lnTo>
                  <a:close/>
                </a:path>
              </a:pathLst>
            </a:custGeom>
            <a:solidFill>
              <a:srgbClr val="197E00"/>
            </a:solidFill>
          </p:spPr>
          <p:txBody>
            <a:bodyPr wrap="square" lIns="0" tIns="0" rIns="0" bIns="0" rtlCol="0"/>
            <a:lstStyle/>
            <a:p/>
          </p:txBody>
        </p:sp>
        <p:sp>
          <p:nvSpPr>
            <p:cNvPr id="427" name="object 427"/>
            <p:cNvSpPr/>
            <p:nvPr/>
          </p:nvSpPr>
          <p:spPr>
            <a:xfrm>
              <a:off x="1295400" y="10807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A7D00"/>
            </a:solidFill>
          </p:spPr>
          <p:txBody>
            <a:bodyPr wrap="square" lIns="0" tIns="0" rIns="0" bIns="0" rtlCol="0"/>
            <a:lstStyle/>
            <a:p/>
          </p:txBody>
        </p:sp>
        <p:sp>
          <p:nvSpPr>
            <p:cNvPr id="428" name="object 428"/>
            <p:cNvSpPr/>
            <p:nvPr/>
          </p:nvSpPr>
          <p:spPr>
            <a:xfrm>
              <a:off x="1295400" y="1088389"/>
              <a:ext cx="237490" cy="7620"/>
            </a:xfrm>
            <a:custGeom>
              <a:avLst/>
              <a:gdLst/>
              <a:ahLst/>
              <a:cxnLst/>
              <a:rect l="l" t="t" r="r" b="b"/>
              <a:pathLst>
                <a:path w="237490" h="7619">
                  <a:moveTo>
                    <a:pt x="237490" y="0"/>
                  </a:moveTo>
                  <a:lnTo>
                    <a:pt x="0" y="0"/>
                  </a:lnTo>
                  <a:lnTo>
                    <a:pt x="0" y="3810"/>
                  </a:lnTo>
                  <a:lnTo>
                    <a:pt x="0" y="5080"/>
                  </a:lnTo>
                  <a:lnTo>
                    <a:pt x="73660" y="5080"/>
                  </a:lnTo>
                  <a:lnTo>
                    <a:pt x="73660" y="7620"/>
                  </a:lnTo>
                  <a:lnTo>
                    <a:pt x="163830" y="7620"/>
                  </a:lnTo>
                  <a:lnTo>
                    <a:pt x="163830" y="5080"/>
                  </a:lnTo>
                  <a:lnTo>
                    <a:pt x="163830" y="3810"/>
                  </a:lnTo>
                  <a:lnTo>
                    <a:pt x="237490" y="3810"/>
                  </a:lnTo>
                  <a:lnTo>
                    <a:pt x="237490" y="0"/>
                  </a:lnTo>
                  <a:close/>
                </a:path>
              </a:pathLst>
            </a:custGeom>
            <a:solidFill>
              <a:srgbClr val="1B7C00"/>
            </a:solidFill>
          </p:spPr>
          <p:txBody>
            <a:bodyPr wrap="square" lIns="0" tIns="0" rIns="0" bIns="0" rtlCol="0"/>
            <a:lstStyle/>
            <a:p/>
          </p:txBody>
        </p:sp>
        <p:sp>
          <p:nvSpPr>
            <p:cNvPr id="429" name="object 429"/>
            <p:cNvSpPr/>
            <p:nvPr/>
          </p:nvSpPr>
          <p:spPr>
            <a:xfrm>
              <a:off x="1369060" y="109601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1C7B00"/>
            </a:solidFill>
          </p:spPr>
          <p:txBody>
            <a:bodyPr wrap="square" lIns="0" tIns="0" rIns="0" bIns="0" rtlCol="0"/>
            <a:lstStyle/>
            <a:p/>
          </p:txBody>
        </p:sp>
        <p:sp>
          <p:nvSpPr>
            <p:cNvPr id="430" name="object 430"/>
            <p:cNvSpPr/>
            <p:nvPr/>
          </p:nvSpPr>
          <p:spPr>
            <a:xfrm>
              <a:off x="1369060" y="110490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1D7A00"/>
            </a:solidFill>
          </p:spPr>
          <p:txBody>
            <a:bodyPr wrap="square" lIns="0" tIns="0" rIns="0" bIns="0" rtlCol="0"/>
            <a:lstStyle/>
            <a:p/>
          </p:txBody>
        </p:sp>
        <p:sp>
          <p:nvSpPr>
            <p:cNvPr id="431" name="object 431"/>
            <p:cNvSpPr/>
            <p:nvPr/>
          </p:nvSpPr>
          <p:spPr>
            <a:xfrm>
              <a:off x="1369060" y="11125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1E7900"/>
            </a:solidFill>
          </p:spPr>
          <p:txBody>
            <a:bodyPr wrap="square" lIns="0" tIns="0" rIns="0" bIns="0" rtlCol="0"/>
            <a:lstStyle/>
            <a:p/>
          </p:txBody>
        </p:sp>
        <p:sp>
          <p:nvSpPr>
            <p:cNvPr id="432" name="object 432"/>
            <p:cNvSpPr/>
            <p:nvPr/>
          </p:nvSpPr>
          <p:spPr>
            <a:xfrm>
              <a:off x="1369060" y="112014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1F7800"/>
            </a:solidFill>
          </p:spPr>
          <p:txBody>
            <a:bodyPr wrap="square" lIns="0" tIns="0" rIns="0" bIns="0" rtlCol="0"/>
            <a:lstStyle/>
            <a:p/>
          </p:txBody>
        </p:sp>
        <p:sp>
          <p:nvSpPr>
            <p:cNvPr id="433" name="object 433"/>
            <p:cNvSpPr/>
            <p:nvPr/>
          </p:nvSpPr>
          <p:spPr>
            <a:xfrm>
              <a:off x="1369060" y="11290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07700"/>
            </a:solidFill>
          </p:spPr>
          <p:txBody>
            <a:bodyPr wrap="square" lIns="0" tIns="0" rIns="0" bIns="0" rtlCol="0"/>
            <a:lstStyle/>
            <a:p/>
          </p:txBody>
        </p:sp>
        <p:sp>
          <p:nvSpPr>
            <p:cNvPr id="434" name="object 434"/>
            <p:cNvSpPr/>
            <p:nvPr/>
          </p:nvSpPr>
          <p:spPr>
            <a:xfrm>
              <a:off x="1369060" y="11366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17600"/>
            </a:solidFill>
          </p:spPr>
          <p:txBody>
            <a:bodyPr wrap="square" lIns="0" tIns="0" rIns="0" bIns="0" rtlCol="0"/>
            <a:lstStyle/>
            <a:p/>
          </p:txBody>
        </p:sp>
        <p:sp>
          <p:nvSpPr>
            <p:cNvPr id="435" name="object 435"/>
            <p:cNvSpPr/>
            <p:nvPr/>
          </p:nvSpPr>
          <p:spPr>
            <a:xfrm>
              <a:off x="1369060" y="114427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227500"/>
            </a:solidFill>
          </p:spPr>
          <p:txBody>
            <a:bodyPr wrap="square" lIns="0" tIns="0" rIns="0" bIns="0" rtlCol="0"/>
            <a:lstStyle/>
            <a:p/>
          </p:txBody>
        </p:sp>
        <p:sp>
          <p:nvSpPr>
            <p:cNvPr id="436" name="object 436"/>
            <p:cNvSpPr/>
            <p:nvPr/>
          </p:nvSpPr>
          <p:spPr>
            <a:xfrm>
              <a:off x="1369060" y="11531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37400"/>
            </a:solidFill>
          </p:spPr>
          <p:txBody>
            <a:bodyPr wrap="square" lIns="0" tIns="0" rIns="0" bIns="0" rtlCol="0"/>
            <a:lstStyle/>
            <a:p/>
          </p:txBody>
        </p:sp>
        <p:sp>
          <p:nvSpPr>
            <p:cNvPr id="437" name="object 437"/>
            <p:cNvSpPr/>
            <p:nvPr/>
          </p:nvSpPr>
          <p:spPr>
            <a:xfrm>
              <a:off x="1369060" y="11607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47300"/>
            </a:solidFill>
          </p:spPr>
          <p:txBody>
            <a:bodyPr wrap="square" lIns="0" tIns="0" rIns="0" bIns="0" rtlCol="0"/>
            <a:lstStyle/>
            <a:p/>
          </p:txBody>
        </p:sp>
        <p:sp>
          <p:nvSpPr>
            <p:cNvPr id="438" name="object 438"/>
            <p:cNvSpPr/>
            <p:nvPr/>
          </p:nvSpPr>
          <p:spPr>
            <a:xfrm>
              <a:off x="1369060" y="116840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257200"/>
            </a:solidFill>
          </p:spPr>
          <p:txBody>
            <a:bodyPr wrap="square" lIns="0" tIns="0" rIns="0" bIns="0" rtlCol="0"/>
            <a:lstStyle/>
            <a:p/>
          </p:txBody>
        </p:sp>
        <p:sp>
          <p:nvSpPr>
            <p:cNvPr id="439" name="object 439"/>
            <p:cNvSpPr/>
            <p:nvPr/>
          </p:nvSpPr>
          <p:spPr>
            <a:xfrm>
              <a:off x="1369060" y="11772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67100"/>
            </a:solidFill>
          </p:spPr>
          <p:txBody>
            <a:bodyPr wrap="square" lIns="0" tIns="0" rIns="0" bIns="0" rtlCol="0"/>
            <a:lstStyle/>
            <a:p/>
          </p:txBody>
        </p:sp>
        <p:sp>
          <p:nvSpPr>
            <p:cNvPr id="440" name="object 440"/>
            <p:cNvSpPr/>
            <p:nvPr/>
          </p:nvSpPr>
          <p:spPr>
            <a:xfrm>
              <a:off x="1369060" y="11849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77000"/>
            </a:solidFill>
          </p:spPr>
          <p:txBody>
            <a:bodyPr wrap="square" lIns="0" tIns="0" rIns="0" bIns="0" rtlCol="0"/>
            <a:lstStyle/>
            <a:p/>
          </p:txBody>
        </p:sp>
        <p:sp>
          <p:nvSpPr>
            <p:cNvPr id="441" name="object 441"/>
            <p:cNvSpPr/>
            <p:nvPr/>
          </p:nvSpPr>
          <p:spPr>
            <a:xfrm>
              <a:off x="1369060" y="1192530"/>
              <a:ext cx="90170" cy="8890"/>
            </a:xfrm>
            <a:custGeom>
              <a:avLst/>
              <a:gdLst/>
              <a:ahLst/>
              <a:cxnLst/>
              <a:rect l="l" t="t" r="r" b="b"/>
              <a:pathLst>
                <a:path w="90169" h="8890">
                  <a:moveTo>
                    <a:pt x="0" y="8890"/>
                  </a:moveTo>
                  <a:lnTo>
                    <a:pt x="0" y="0"/>
                  </a:lnTo>
                  <a:lnTo>
                    <a:pt x="90170" y="0"/>
                  </a:lnTo>
                  <a:lnTo>
                    <a:pt x="90170" y="8890"/>
                  </a:lnTo>
                  <a:lnTo>
                    <a:pt x="0" y="8890"/>
                  </a:lnTo>
                  <a:close/>
                </a:path>
              </a:pathLst>
            </a:custGeom>
            <a:solidFill>
              <a:srgbClr val="286F00"/>
            </a:solidFill>
          </p:spPr>
          <p:txBody>
            <a:bodyPr wrap="square" lIns="0" tIns="0" rIns="0" bIns="0" rtlCol="0"/>
            <a:lstStyle/>
            <a:p/>
          </p:txBody>
        </p:sp>
        <p:sp>
          <p:nvSpPr>
            <p:cNvPr id="442" name="object 442"/>
            <p:cNvSpPr/>
            <p:nvPr/>
          </p:nvSpPr>
          <p:spPr>
            <a:xfrm>
              <a:off x="1369060" y="12014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96E00"/>
            </a:solidFill>
          </p:spPr>
          <p:txBody>
            <a:bodyPr wrap="square" lIns="0" tIns="0" rIns="0" bIns="0" rtlCol="0"/>
            <a:lstStyle/>
            <a:p/>
          </p:txBody>
        </p:sp>
        <p:sp>
          <p:nvSpPr>
            <p:cNvPr id="443" name="object 443"/>
            <p:cNvSpPr/>
            <p:nvPr/>
          </p:nvSpPr>
          <p:spPr>
            <a:xfrm>
              <a:off x="1369060" y="120904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2A6D00"/>
            </a:solidFill>
          </p:spPr>
          <p:txBody>
            <a:bodyPr wrap="square" lIns="0" tIns="0" rIns="0" bIns="0" rtlCol="0"/>
            <a:lstStyle/>
            <a:p/>
          </p:txBody>
        </p:sp>
        <p:sp>
          <p:nvSpPr>
            <p:cNvPr id="444" name="object 444"/>
            <p:cNvSpPr/>
            <p:nvPr/>
          </p:nvSpPr>
          <p:spPr>
            <a:xfrm>
              <a:off x="1369060" y="12179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B6C00"/>
            </a:solidFill>
          </p:spPr>
          <p:txBody>
            <a:bodyPr wrap="square" lIns="0" tIns="0" rIns="0" bIns="0" rtlCol="0"/>
            <a:lstStyle/>
            <a:p/>
          </p:txBody>
        </p:sp>
        <p:sp>
          <p:nvSpPr>
            <p:cNvPr id="445" name="object 445"/>
            <p:cNvSpPr/>
            <p:nvPr/>
          </p:nvSpPr>
          <p:spPr>
            <a:xfrm>
              <a:off x="1369060" y="12255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C6B00"/>
            </a:solidFill>
          </p:spPr>
          <p:txBody>
            <a:bodyPr wrap="square" lIns="0" tIns="0" rIns="0" bIns="0" rtlCol="0"/>
            <a:lstStyle/>
            <a:p/>
          </p:txBody>
        </p:sp>
        <p:sp>
          <p:nvSpPr>
            <p:cNvPr id="446" name="object 446"/>
            <p:cNvSpPr/>
            <p:nvPr/>
          </p:nvSpPr>
          <p:spPr>
            <a:xfrm>
              <a:off x="1369060" y="123317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2D6A00"/>
            </a:solidFill>
          </p:spPr>
          <p:txBody>
            <a:bodyPr wrap="square" lIns="0" tIns="0" rIns="0" bIns="0" rtlCol="0"/>
            <a:lstStyle/>
            <a:p/>
          </p:txBody>
        </p:sp>
        <p:sp>
          <p:nvSpPr>
            <p:cNvPr id="447" name="object 447"/>
            <p:cNvSpPr/>
            <p:nvPr/>
          </p:nvSpPr>
          <p:spPr>
            <a:xfrm>
              <a:off x="1369060" y="12420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E6900"/>
            </a:solidFill>
          </p:spPr>
          <p:txBody>
            <a:bodyPr wrap="square" lIns="0" tIns="0" rIns="0" bIns="0" rtlCol="0"/>
            <a:lstStyle/>
            <a:p/>
          </p:txBody>
        </p:sp>
        <p:sp>
          <p:nvSpPr>
            <p:cNvPr id="448" name="object 448"/>
            <p:cNvSpPr/>
            <p:nvPr/>
          </p:nvSpPr>
          <p:spPr>
            <a:xfrm>
              <a:off x="1369060" y="12496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F6800"/>
            </a:solidFill>
          </p:spPr>
          <p:txBody>
            <a:bodyPr wrap="square" lIns="0" tIns="0" rIns="0" bIns="0" rtlCol="0"/>
            <a:lstStyle/>
            <a:p/>
          </p:txBody>
        </p:sp>
        <p:sp>
          <p:nvSpPr>
            <p:cNvPr id="449" name="object 449"/>
            <p:cNvSpPr/>
            <p:nvPr/>
          </p:nvSpPr>
          <p:spPr>
            <a:xfrm>
              <a:off x="1369060" y="125730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306700"/>
            </a:solidFill>
          </p:spPr>
          <p:txBody>
            <a:bodyPr wrap="square" lIns="0" tIns="0" rIns="0" bIns="0" rtlCol="0"/>
            <a:lstStyle/>
            <a:p/>
          </p:txBody>
        </p:sp>
        <p:sp>
          <p:nvSpPr>
            <p:cNvPr id="450" name="object 450"/>
            <p:cNvSpPr/>
            <p:nvPr/>
          </p:nvSpPr>
          <p:spPr>
            <a:xfrm>
              <a:off x="1369060" y="12661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16600"/>
            </a:solidFill>
          </p:spPr>
          <p:txBody>
            <a:bodyPr wrap="square" lIns="0" tIns="0" rIns="0" bIns="0" rtlCol="0"/>
            <a:lstStyle/>
            <a:p/>
          </p:txBody>
        </p:sp>
        <p:sp>
          <p:nvSpPr>
            <p:cNvPr id="451" name="object 451"/>
            <p:cNvSpPr/>
            <p:nvPr/>
          </p:nvSpPr>
          <p:spPr>
            <a:xfrm>
              <a:off x="1369060" y="12738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36600"/>
            </a:solidFill>
          </p:spPr>
          <p:txBody>
            <a:bodyPr wrap="square" lIns="0" tIns="0" rIns="0" bIns="0" rtlCol="0"/>
            <a:lstStyle/>
            <a:p/>
          </p:txBody>
        </p:sp>
        <p:sp>
          <p:nvSpPr>
            <p:cNvPr id="452" name="object 452"/>
            <p:cNvSpPr/>
            <p:nvPr/>
          </p:nvSpPr>
          <p:spPr>
            <a:xfrm>
              <a:off x="1369060" y="1281430"/>
              <a:ext cx="90170" cy="8890"/>
            </a:xfrm>
            <a:custGeom>
              <a:avLst/>
              <a:gdLst/>
              <a:ahLst/>
              <a:cxnLst/>
              <a:rect l="l" t="t" r="r" b="b"/>
              <a:pathLst>
                <a:path w="90169" h="8890">
                  <a:moveTo>
                    <a:pt x="0" y="8890"/>
                  </a:moveTo>
                  <a:lnTo>
                    <a:pt x="0" y="0"/>
                  </a:lnTo>
                  <a:lnTo>
                    <a:pt x="90170" y="0"/>
                  </a:lnTo>
                  <a:lnTo>
                    <a:pt x="90170" y="8890"/>
                  </a:lnTo>
                  <a:lnTo>
                    <a:pt x="0" y="8890"/>
                  </a:lnTo>
                  <a:close/>
                </a:path>
              </a:pathLst>
            </a:custGeom>
            <a:solidFill>
              <a:srgbClr val="336400"/>
            </a:solidFill>
          </p:spPr>
          <p:txBody>
            <a:bodyPr wrap="square" lIns="0" tIns="0" rIns="0" bIns="0" rtlCol="0"/>
            <a:lstStyle/>
            <a:p/>
          </p:txBody>
        </p:sp>
        <p:sp>
          <p:nvSpPr>
            <p:cNvPr id="453" name="object 453"/>
            <p:cNvSpPr/>
            <p:nvPr/>
          </p:nvSpPr>
          <p:spPr>
            <a:xfrm>
              <a:off x="1369060" y="12903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46300"/>
            </a:solidFill>
          </p:spPr>
          <p:txBody>
            <a:bodyPr wrap="square" lIns="0" tIns="0" rIns="0" bIns="0" rtlCol="0"/>
            <a:lstStyle/>
            <a:p/>
          </p:txBody>
        </p:sp>
        <p:sp>
          <p:nvSpPr>
            <p:cNvPr id="454" name="object 454"/>
            <p:cNvSpPr/>
            <p:nvPr/>
          </p:nvSpPr>
          <p:spPr>
            <a:xfrm>
              <a:off x="1369060" y="12979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56200"/>
            </a:solidFill>
          </p:spPr>
          <p:txBody>
            <a:bodyPr wrap="square" lIns="0" tIns="0" rIns="0" bIns="0" rtlCol="0"/>
            <a:lstStyle/>
            <a:p/>
          </p:txBody>
        </p:sp>
        <p:sp>
          <p:nvSpPr>
            <p:cNvPr id="455" name="object 455"/>
            <p:cNvSpPr/>
            <p:nvPr/>
          </p:nvSpPr>
          <p:spPr>
            <a:xfrm>
              <a:off x="1369060" y="130556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366100"/>
            </a:solidFill>
          </p:spPr>
          <p:txBody>
            <a:bodyPr wrap="square" lIns="0" tIns="0" rIns="0" bIns="0" rtlCol="0"/>
            <a:lstStyle/>
            <a:p/>
          </p:txBody>
        </p:sp>
        <p:sp>
          <p:nvSpPr>
            <p:cNvPr id="456" name="object 456"/>
            <p:cNvSpPr/>
            <p:nvPr/>
          </p:nvSpPr>
          <p:spPr>
            <a:xfrm>
              <a:off x="1369060" y="13144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76000"/>
            </a:solidFill>
          </p:spPr>
          <p:txBody>
            <a:bodyPr wrap="square" lIns="0" tIns="0" rIns="0" bIns="0" rtlCol="0"/>
            <a:lstStyle/>
            <a:p/>
          </p:txBody>
        </p:sp>
        <p:sp>
          <p:nvSpPr>
            <p:cNvPr id="457" name="object 457"/>
            <p:cNvSpPr/>
            <p:nvPr/>
          </p:nvSpPr>
          <p:spPr>
            <a:xfrm>
              <a:off x="1369060" y="13220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85F00"/>
            </a:solidFill>
          </p:spPr>
          <p:txBody>
            <a:bodyPr wrap="square" lIns="0" tIns="0" rIns="0" bIns="0" rtlCol="0"/>
            <a:lstStyle/>
            <a:p/>
          </p:txBody>
        </p:sp>
        <p:sp>
          <p:nvSpPr>
            <p:cNvPr id="458" name="object 458"/>
            <p:cNvSpPr/>
            <p:nvPr/>
          </p:nvSpPr>
          <p:spPr>
            <a:xfrm>
              <a:off x="1369060" y="132969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395E00"/>
            </a:solidFill>
          </p:spPr>
          <p:txBody>
            <a:bodyPr wrap="square" lIns="0" tIns="0" rIns="0" bIns="0" rtlCol="0"/>
            <a:lstStyle/>
            <a:p/>
          </p:txBody>
        </p:sp>
        <p:sp>
          <p:nvSpPr>
            <p:cNvPr id="459" name="object 459"/>
            <p:cNvSpPr/>
            <p:nvPr/>
          </p:nvSpPr>
          <p:spPr>
            <a:xfrm>
              <a:off x="1369060" y="13385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A5D00"/>
            </a:solidFill>
          </p:spPr>
          <p:txBody>
            <a:bodyPr wrap="square" lIns="0" tIns="0" rIns="0" bIns="0" rtlCol="0"/>
            <a:lstStyle/>
            <a:p/>
          </p:txBody>
        </p:sp>
        <p:sp>
          <p:nvSpPr>
            <p:cNvPr id="460" name="object 460"/>
            <p:cNvSpPr/>
            <p:nvPr/>
          </p:nvSpPr>
          <p:spPr>
            <a:xfrm>
              <a:off x="1369060" y="134620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B5C00"/>
            </a:solidFill>
          </p:spPr>
          <p:txBody>
            <a:bodyPr wrap="square" lIns="0" tIns="0" rIns="0" bIns="0" rtlCol="0"/>
            <a:lstStyle/>
            <a:p/>
          </p:txBody>
        </p:sp>
        <p:sp>
          <p:nvSpPr>
            <p:cNvPr id="461" name="object 461"/>
            <p:cNvSpPr/>
            <p:nvPr/>
          </p:nvSpPr>
          <p:spPr>
            <a:xfrm>
              <a:off x="1369060" y="1353820"/>
              <a:ext cx="90170" cy="8890"/>
            </a:xfrm>
            <a:custGeom>
              <a:avLst/>
              <a:gdLst/>
              <a:ahLst/>
              <a:cxnLst/>
              <a:rect l="l" t="t" r="r" b="b"/>
              <a:pathLst>
                <a:path w="90169" h="8890">
                  <a:moveTo>
                    <a:pt x="0" y="8889"/>
                  </a:moveTo>
                  <a:lnTo>
                    <a:pt x="0" y="0"/>
                  </a:lnTo>
                  <a:lnTo>
                    <a:pt x="90170" y="0"/>
                  </a:lnTo>
                  <a:lnTo>
                    <a:pt x="90170" y="8889"/>
                  </a:lnTo>
                  <a:lnTo>
                    <a:pt x="0" y="8889"/>
                  </a:lnTo>
                  <a:close/>
                </a:path>
              </a:pathLst>
            </a:custGeom>
            <a:solidFill>
              <a:srgbClr val="3C5B00"/>
            </a:solidFill>
          </p:spPr>
          <p:txBody>
            <a:bodyPr wrap="square" lIns="0" tIns="0" rIns="0" bIns="0" rtlCol="0"/>
            <a:lstStyle/>
            <a:p/>
          </p:txBody>
        </p:sp>
        <p:sp>
          <p:nvSpPr>
            <p:cNvPr id="462" name="object 462"/>
            <p:cNvSpPr/>
            <p:nvPr/>
          </p:nvSpPr>
          <p:spPr>
            <a:xfrm>
              <a:off x="1369060" y="13627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D5A00"/>
            </a:solidFill>
          </p:spPr>
          <p:txBody>
            <a:bodyPr wrap="square" lIns="0" tIns="0" rIns="0" bIns="0" rtlCol="0"/>
            <a:lstStyle/>
            <a:p/>
          </p:txBody>
        </p:sp>
        <p:sp>
          <p:nvSpPr>
            <p:cNvPr id="463" name="object 463"/>
            <p:cNvSpPr/>
            <p:nvPr/>
          </p:nvSpPr>
          <p:spPr>
            <a:xfrm>
              <a:off x="1369060" y="1370330"/>
              <a:ext cx="90170" cy="8890"/>
            </a:xfrm>
            <a:custGeom>
              <a:avLst/>
              <a:gdLst/>
              <a:ahLst/>
              <a:cxnLst/>
              <a:rect l="l" t="t" r="r" b="b"/>
              <a:pathLst>
                <a:path w="90169" h="8890">
                  <a:moveTo>
                    <a:pt x="0" y="8890"/>
                  </a:moveTo>
                  <a:lnTo>
                    <a:pt x="0" y="0"/>
                  </a:lnTo>
                  <a:lnTo>
                    <a:pt x="90170" y="0"/>
                  </a:lnTo>
                  <a:lnTo>
                    <a:pt x="90170" y="8890"/>
                  </a:lnTo>
                  <a:lnTo>
                    <a:pt x="0" y="8890"/>
                  </a:lnTo>
                  <a:close/>
                </a:path>
              </a:pathLst>
            </a:custGeom>
            <a:solidFill>
              <a:srgbClr val="3E5900"/>
            </a:solidFill>
          </p:spPr>
          <p:txBody>
            <a:bodyPr wrap="square" lIns="0" tIns="0" rIns="0" bIns="0" rtlCol="0"/>
            <a:lstStyle/>
            <a:p/>
          </p:txBody>
        </p:sp>
        <p:sp>
          <p:nvSpPr>
            <p:cNvPr id="464" name="object 464"/>
            <p:cNvSpPr/>
            <p:nvPr/>
          </p:nvSpPr>
          <p:spPr>
            <a:xfrm>
              <a:off x="1369060" y="13792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F5800"/>
            </a:solidFill>
          </p:spPr>
          <p:txBody>
            <a:bodyPr wrap="square" lIns="0" tIns="0" rIns="0" bIns="0" rtlCol="0"/>
            <a:lstStyle/>
            <a:p/>
          </p:txBody>
        </p:sp>
        <p:sp>
          <p:nvSpPr>
            <p:cNvPr id="465" name="object 465"/>
            <p:cNvSpPr/>
            <p:nvPr/>
          </p:nvSpPr>
          <p:spPr>
            <a:xfrm>
              <a:off x="1369060" y="13868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05700"/>
            </a:solidFill>
          </p:spPr>
          <p:txBody>
            <a:bodyPr wrap="square" lIns="0" tIns="0" rIns="0" bIns="0" rtlCol="0"/>
            <a:lstStyle/>
            <a:p/>
          </p:txBody>
        </p:sp>
        <p:sp>
          <p:nvSpPr>
            <p:cNvPr id="466" name="object 466"/>
            <p:cNvSpPr/>
            <p:nvPr/>
          </p:nvSpPr>
          <p:spPr>
            <a:xfrm>
              <a:off x="1369060" y="1394460"/>
              <a:ext cx="90170" cy="8890"/>
            </a:xfrm>
            <a:custGeom>
              <a:avLst/>
              <a:gdLst/>
              <a:ahLst/>
              <a:cxnLst/>
              <a:rect l="l" t="t" r="r" b="b"/>
              <a:pathLst>
                <a:path w="90169" h="8890">
                  <a:moveTo>
                    <a:pt x="0" y="8889"/>
                  </a:moveTo>
                  <a:lnTo>
                    <a:pt x="0" y="0"/>
                  </a:lnTo>
                  <a:lnTo>
                    <a:pt x="90170" y="0"/>
                  </a:lnTo>
                  <a:lnTo>
                    <a:pt x="90169" y="8889"/>
                  </a:lnTo>
                  <a:lnTo>
                    <a:pt x="0" y="8889"/>
                  </a:lnTo>
                  <a:close/>
                </a:path>
              </a:pathLst>
            </a:custGeom>
            <a:solidFill>
              <a:srgbClr val="415600"/>
            </a:solidFill>
          </p:spPr>
          <p:txBody>
            <a:bodyPr wrap="square" lIns="0" tIns="0" rIns="0" bIns="0" rtlCol="0"/>
            <a:lstStyle/>
            <a:p/>
          </p:txBody>
        </p:sp>
        <p:sp>
          <p:nvSpPr>
            <p:cNvPr id="467" name="object 467"/>
            <p:cNvSpPr/>
            <p:nvPr/>
          </p:nvSpPr>
          <p:spPr>
            <a:xfrm>
              <a:off x="1369060" y="1403350"/>
              <a:ext cx="90170" cy="7620"/>
            </a:xfrm>
            <a:custGeom>
              <a:avLst/>
              <a:gdLst/>
              <a:ahLst/>
              <a:cxnLst/>
              <a:rect l="l" t="t" r="r" b="b"/>
              <a:pathLst>
                <a:path w="90169" h="7619">
                  <a:moveTo>
                    <a:pt x="0" y="7620"/>
                  </a:moveTo>
                  <a:lnTo>
                    <a:pt x="0" y="0"/>
                  </a:lnTo>
                  <a:lnTo>
                    <a:pt x="90170" y="0"/>
                  </a:lnTo>
                  <a:lnTo>
                    <a:pt x="90169" y="7620"/>
                  </a:lnTo>
                  <a:lnTo>
                    <a:pt x="0" y="7620"/>
                  </a:lnTo>
                  <a:close/>
                </a:path>
              </a:pathLst>
            </a:custGeom>
            <a:solidFill>
              <a:srgbClr val="425500"/>
            </a:solidFill>
          </p:spPr>
          <p:txBody>
            <a:bodyPr wrap="square" lIns="0" tIns="0" rIns="0" bIns="0" rtlCol="0"/>
            <a:lstStyle/>
            <a:p/>
          </p:txBody>
        </p:sp>
        <p:sp>
          <p:nvSpPr>
            <p:cNvPr id="468" name="object 468"/>
            <p:cNvSpPr/>
            <p:nvPr/>
          </p:nvSpPr>
          <p:spPr>
            <a:xfrm>
              <a:off x="1369060" y="1410970"/>
              <a:ext cx="90170" cy="7620"/>
            </a:xfrm>
            <a:custGeom>
              <a:avLst/>
              <a:gdLst/>
              <a:ahLst/>
              <a:cxnLst/>
              <a:rect l="l" t="t" r="r" b="b"/>
              <a:pathLst>
                <a:path w="90169" h="7619">
                  <a:moveTo>
                    <a:pt x="0" y="7619"/>
                  </a:moveTo>
                  <a:lnTo>
                    <a:pt x="0" y="0"/>
                  </a:lnTo>
                  <a:lnTo>
                    <a:pt x="90170" y="0"/>
                  </a:lnTo>
                  <a:lnTo>
                    <a:pt x="90169" y="7619"/>
                  </a:lnTo>
                  <a:lnTo>
                    <a:pt x="0" y="7619"/>
                  </a:lnTo>
                  <a:close/>
                </a:path>
              </a:pathLst>
            </a:custGeom>
            <a:solidFill>
              <a:srgbClr val="435400"/>
            </a:solidFill>
          </p:spPr>
          <p:txBody>
            <a:bodyPr wrap="square" lIns="0" tIns="0" rIns="0" bIns="0" rtlCol="0"/>
            <a:lstStyle/>
            <a:p/>
          </p:txBody>
        </p:sp>
        <p:sp>
          <p:nvSpPr>
            <p:cNvPr id="469" name="object 469"/>
            <p:cNvSpPr/>
            <p:nvPr/>
          </p:nvSpPr>
          <p:spPr>
            <a:xfrm>
              <a:off x="1369060" y="1418590"/>
              <a:ext cx="90170" cy="8890"/>
            </a:xfrm>
            <a:custGeom>
              <a:avLst/>
              <a:gdLst/>
              <a:ahLst/>
              <a:cxnLst/>
              <a:rect l="l" t="t" r="r" b="b"/>
              <a:pathLst>
                <a:path w="90169" h="8890">
                  <a:moveTo>
                    <a:pt x="0" y="8889"/>
                  </a:moveTo>
                  <a:lnTo>
                    <a:pt x="0" y="0"/>
                  </a:lnTo>
                  <a:lnTo>
                    <a:pt x="90170" y="0"/>
                  </a:lnTo>
                  <a:lnTo>
                    <a:pt x="90169" y="8889"/>
                  </a:lnTo>
                  <a:lnTo>
                    <a:pt x="0" y="8889"/>
                  </a:lnTo>
                  <a:close/>
                </a:path>
              </a:pathLst>
            </a:custGeom>
            <a:solidFill>
              <a:srgbClr val="445300"/>
            </a:solidFill>
          </p:spPr>
          <p:txBody>
            <a:bodyPr wrap="square" lIns="0" tIns="0" rIns="0" bIns="0" rtlCol="0"/>
            <a:lstStyle/>
            <a:p/>
          </p:txBody>
        </p:sp>
        <p:sp>
          <p:nvSpPr>
            <p:cNvPr id="470" name="object 470"/>
            <p:cNvSpPr/>
            <p:nvPr/>
          </p:nvSpPr>
          <p:spPr>
            <a:xfrm>
              <a:off x="1369060" y="14274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455200"/>
            </a:solidFill>
          </p:spPr>
          <p:txBody>
            <a:bodyPr wrap="square" lIns="0" tIns="0" rIns="0" bIns="0" rtlCol="0"/>
            <a:lstStyle/>
            <a:p/>
          </p:txBody>
        </p:sp>
        <p:sp>
          <p:nvSpPr>
            <p:cNvPr id="471" name="object 471"/>
            <p:cNvSpPr/>
            <p:nvPr/>
          </p:nvSpPr>
          <p:spPr>
            <a:xfrm>
              <a:off x="1369060" y="14351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465100"/>
            </a:solidFill>
          </p:spPr>
          <p:txBody>
            <a:bodyPr wrap="square" lIns="0" tIns="0" rIns="0" bIns="0" rtlCol="0"/>
            <a:lstStyle/>
            <a:p/>
          </p:txBody>
        </p:sp>
        <p:sp>
          <p:nvSpPr>
            <p:cNvPr id="472" name="object 472"/>
            <p:cNvSpPr/>
            <p:nvPr/>
          </p:nvSpPr>
          <p:spPr>
            <a:xfrm>
              <a:off x="1369060" y="144272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475000"/>
            </a:solidFill>
          </p:spPr>
          <p:txBody>
            <a:bodyPr wrap="square" lIns="0" tIns="0" rIns="0" bIns="0" rtlCol="0"/>
            <a:lstStyle/>
            <a:p/>
          </p:txBody>
        </p:sp>
        <p:sp>
          <p:nvSpPr>
            <p:cNvPr id="473" name="object 473"/>
            <p:cNvSpPr/>
            <p:nvPr/>
          </p:nvSpPr>
          <p:spPr>
            <a:xfrm>
              <a:off x="1369060" y="14516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484F00"/>
            </a:solidFill>
          </p:spPr>
          <p:txBody>
            <a:bodyPr wrap="square" lIns="0" tIns="0" rIns="0" bIns="0" rtlCol="0"/>
            <a:lstStyle/>
            <a:p/>
          </p:txBody>
        </p:sp>
        <p:sp>
          <p:nvSpPr>
            <p:cNvPr id="474" name="object 474"/>
            <p:cNvSpPr/>
            <p:nvPr/>
          </p:nvSpPr>
          <p:spPr>
            <a:xfrm>
              <a:off x="1369060" y="14592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494E00"/>
            </a:solidFill>
          </p:spPr>
          <p:txBody>
            <a:bodyPr wrap="square" lIns="0" tIns="0" rIns="0" bIns="0" rtlCol="0"/>
            <a:lstStyle/>
            <a:p/>
          </p:txBody>
        </p:sp>
        <p:sp>
          <p:nvSpPr>
            <p:cNvPr id="475" name="object 475"/>
            <p:cNvSpPr/>
            <p:nvPr/>
          </p:nvSpPr>
          <p:spPr>
            <a:xfrm>
              <a:off x="1369060" y="146685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4A4D00"/>
            </a:solidFill>
          </p:spPr>
          <p:txBody>
            <a:bodyPr wrap="square" lIns="0" tIns="0" rIns="0" bIns="0" rtlCol="0"/>
            <a:lstStyle/>
            <a:p/>
          </p:txBody>
        </p:sp>
        <p:sp>
          <p:nvSpPr>
            <p:cNvPr id="476" name="object 476"/>
            <p:cNvSpPr/>
            <p:nvPr/>
          </p:nvSpPr>
          <p:spPr>
            <a:xfrm>
              <a:off x="1369060" y="14757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4B4C00"/>
            </a:solidFill>
          </p:spPr>
          <p:txBody>
            <a:bodyPr wrap="square" lIns="0" tIns="0" rIns="0" bIns="0" rtlCol="0"/>
            <a:lstStyle/>
            <a:p/>
          </p:txBody>
        </p:sp>
        <p:sp>
          <p:nvSpPr>
            <p:cNvPr id="477" name="object 477"/>
            <p:cNvSpPr/>
            <p:nvPr/>
          </p:nvSpPr>
          <p:spPr>
            <a:xfrm>
              <a:off x="1369060" y="14833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4C4B00"/>
            </a:solidFill>
          </p:spPr>
          <p:txBody>
            <a:bodyPr wrap="square" lIns="0" tIns="0" rIns="0" bIns="0" rtlCol="0"/>
            <a:lstStyle/>
            <a:p/>
          </p:txBody>
        </p:sp>
        <p:sp>
          <p:nvSpPr>
            <p:cNvPr id="478" name="object 478"/>
            <p:cNvSpPr/>
            <p:nvPr/>
          </p:nvSpPr>
          <p:spPr>
            <a:xfrm>
              <a:off x="1369060" y="1490980"/>
              <a:ext cx="90170" cy="8890"/>
            </a:xfrm>
            <a:custGeom>
              <a:avLst/>
              <a:gdLst/>
              <a:ahLst/>
              <a:cxnLst/>
              <a:rect l="l" t="t" r="r" b="b"/>
              <a:pathLst>
                <a:path w="90169" h="8890">
                  <a:moveTo>
                    <a:pt x="0" y="8890"/>
                  </a:moveTo>
                  <a:lnTo>
                    <a:pt x="0" y="0"/>
                  </a:lnTo>
                  <a:lnTo>
                    <a:pt x="90169" y="0"/>
                  </a:lnTo>
                  <a:lnTo>
                    <a:pt x="90169" y="8890"/>
                  </a:lnTo>
                  <a:lnTo>
                    <a:pt x="0" y="8890"/>
                  </a:lnTo>
                  <a:close/>
                </a:path>
              </a:pathLst>
            </a:custGeom>
            <a:solidFill>
              <a:srgbClr val="4D4A00"/>
            </a:solidFill>
          </p:spPr>
          <p:txBody>
            <a:bodyPr wrap="square" lIns="0" tIns="0" rIns="0" bIns="0" rtlCol="0"/>
            <a:lstStyle/>
            <a:p/>
          </p:txBody>
        </p:sp>
        <p:sp>
          <p:nvSpPr>
            <p:cNvPr id="479" name="object 479"/>
            <p:cNvSpPr/>
            <p:nvPr/>
          </p:nvSpPr>
          <p:spPr>
            <a:xfrm>
              <a:off x="1369060" y="14998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4E4900"/>
            </a:solidFill>
          </p:spPr>
          <p:txBody>
            <a:bodyPr wrap="square" lIns="0" tIns="0" rIns="0" bIns="0" rtlCol="0"/>
            <a:lstStyle/>
            <a:p/>
          </p:txBody>
        </p:sp>
        <p:sp>
          <p:nvSpPr>
            <p:cNvPr id="480" name="object 480"/>
            <p:cNvSpPr/>
            <p:nvPr/>
          </p:nvSpPr>
          <p:spPr>
            <a:xfrm>
              <a:off x="1369060" y="15074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4F4800"/>
            </a:solidFill>
          </p:spPr>
          <p:txBody>
            <a:bodyPr wrap="square" lIns="0" tIns="0" rIns="0" bIns="0" rtlCol="0"/>
            <a:lstStyle/>
            <a:p/>
          </p:txBody>
        </p:sp>
        <p:sp>
          <p:nvSpPr>
            <p:cNvPr id="481" name="object 481"/>
            <p:cNvSpPr/>
            <p:nvPr/>
          </p:nvSpPr>
          <p:spPr>
            <a:xfrm>
              <a:off x="1369060" y="151511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504700"/>
            </a:solidFill>
          </p:spPr>
          <p:txBody>
            <a:bodyPr wrap="square" lIns="0" tIns="0" rIns="0" bIns="0" rtlCol="0"/>
            <a:lstStyle/>
            <a:p/>
          </p:txBody>
        </p:sp>
        <p:sp>
          <p:nvSpPr>
            <p:cNvPr id="482" name="object 482"/>
            <p:cNvSpPr/>
            <p:nvPr/>
          </p:nvSpPr>
          <p:spPr>
            <a:xfrm>
              <a:off x="1369060" y="15240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14600"/>
            </a:solidFill>
          </p:spPr>
          <p:txBody>
            <a:bodyPr wrap="square" lIns="0" tIns="0" rIns="0" bIns="0" rtlCol="0"/>
            <a:lstStyle/>
            <a:p/>
          </p:txBody>
        </p:sp>
        <p:sp>
          <p:nvSpPr>
            <p:cNvPr id="483" name="object 483"/>
            <p:cNvSpPr/>
            <p:nvPr/>
          </p:nvSpPr>
          <p:spPr>
            <a:xfrm>
              <a:off x="1369060" y="153162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524500"/>
            </a:solidFill>
          </p:spPr>
          <p:txBody>
            <a:bodyPr wrap="square" lIns="0" tIns="0" rIns="0" bIns="0" rtlCol="0"/>
            <a:lstStyle/>
            <a:p/>
          </p:txBody>
        </p:sp>
        <p:sp>
          <p:nvSpPr>
            <p:cNvPr id="484" name="object 484"/>
            <p:cNvSpPr/>
            <p:nvPr/>
          </p:nvSpPr>
          <p:spPr>
            <a:xfrm>
              <a:off x="1369060" y="15405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34400"/>
            </a:solidFill>
          </p:spPr>
          <p:txBody>
            <a:bodyPr wrap="square" lIns="0" tIns="0" rIns="0" bIns="0" rtlCol="0"/>
            <a:lstStyle/>
            <a:p/>
          </p:txBody>
        </p:sp>
        <p:sp>
          <p:nvSpPr>
            <p:cNvPr id="485" name="object 485"/>
            <p:cNvSpPr/>
            <p:nvPr/>
          </p:nvSpPr>
          <p:spPr>
            <a:xfrm>
              <a:off x="1369060" y="15481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44300"/>
            </a:solidFill>
          </p:spPr>
          <p:txBody>
            <a:bodyPr wrap="square" lIns="0" tIns="0" rIns="0" bIns="0" rtlCol="0"/>
            <a:lstStyle/>
            <a:p/>
          </p:txBody>
        </p:sp>
        <p:sp>
          <p:nvSpPr>
            <p:cNvPr id="486" name="object 486"/>
            <p:cNvSpPr/>
            <p:nvPr/>
          </p:nvSpPr>
          <p:spPr>
            <a:xfrm>
              <a:off x="1369060" y="155575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554200"/>
            </a:solidFill>
          </p:spPr>
          <p:txBody>
            <a:bodyPr wrap="square" lIns="0" tIns="0" rIns="0" bIns="0" rtlCol="0"/>
            <a:lstStyle/>
            <a:p/>
          </p:txBody>
        </p:sp>
        <p:sp>
          <p:nvSpPr>
            <p:cNvPr id="487" name="object 487"/>
            <p:cNvSpPr/>
            <p:nvPr/>
          </p:nvSpPr>
          <p:spPr>
            <a:xfrm>
              <a:off x="1369060" y="15646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64100"/>
            </a:solidFill>
          </p:spPr>
          <p:txBody>
            <a:bodyPr wrap="square" lIns="0" tIns="0" rIns="0" bIns="0" rtlCol="0"/>
            <a:lstStyle/>
            <a:p/>
          </p:txBody>
        </p:sp>
        <p:sp>
          <p:nvSpPr>
            <p:cNvPr id="488" name="object 488"/>
            <p:cNvSpPr/>
            <p:nvPr/>
          </p:nvSpPr>
          <p:spPr>
            <a:xfrm>
              <a:off x="1369060" y="15722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74000"/>
            </a:solidFill>
          </p:spPr>
          <p:txBody>
            <a:bodyPr wrap="square" lIns="0" tIns="0" rIns="0" bIns="0" rtlCol="0"/>
            <a:lstStyle/>
            <a:p/>
          </p:txBody>
        </p:sp>
        <p:sp>
          <p:nvSpPr>
            <p:cNvPr id="489" name="object 489"/>
            <p:cNvSpPr/>
            <p:nvPr/>
          </p:nvSpPr>
          <p:spPr>
            <a:xfrm>
              <a:off x="1369060" y="1579880"/>
              <a:ext cx="90170" cy="8890"/>
            </a:xfrm>
            <a:custGeom>
              <a:avLst/>
              <a:gdLst/>
              <a:ahLst/>
              <a:cxnLst/>
              <a:rect l="l" t="t" r="r" b="b"/>
              <a:pathLst>
                <a:path w="90169" h="8890">
                  <a:moveTo>
                    <a:pt x="0" y="8890"/>
                  </a:moveTo>
                  <a:lnTo>
                    <a:pt x="0" y="0"/>
                  </a:lnTo>
                  <a:lnTo>
                    <a:pt x="90169" y="0"/>
                  </a:lnTo>
                  <a:lnTo>
                    <a:pt x="90169" y="8890"/>
                  </a:lnTo>
                  <a:lnTo>
                    <a:pt x="0" y="8890"/>
                  </a:lnTo>
                  <a:close/>
                </a:path>
              </a:pathLst>
            </a:custGeom>
            <a:solidFill>
              <a:srgbClr val="583F00"/>
            </a:solidFill>
          </p:spPr>
          <p:txBody>
            <a:bodyPr wrap="square" lIns="0" tIns="0" rIns="0" bIns="0" rtlCol="0"/>
            <a:lstStyle/>
            <a:p/>
          </p:txBody>
        </p:sp>
        <p:sp>
          <p:nvSpPr>
            <p:cNvPr id="490" name="object 490"/>
            <p:cNvSpPr/>
            <p:nvPr/>
          </p:nvSpPr>
          <p:spPr>
            <a:xfrm>
              <a:off x="1369060" y="15887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93E00"/>
            </a:solidFill>
          </p:spPr>
          <p:txBody>
            <a:bodyPr wrap="square" lIns="0" tIns="0" rIns="0" bIns="0" rtlCol="0"/>
            <a:lstStyle/>
            <a:p/>
          </p:txBody>
        </p:sp>
        <p:sp>
          <p:nvSpPr>
            <p:cNvPr id="491" name="object 491"/>
            <p:cNvSpPr/>
            <p:nvPr/>
          </p:nvSpPr>
          <p:spPr>
            <a:xfrm>
              <a:off x="1369060" y="15963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A3D00"/>
            </a:solidFill>
          </p:spPr>
          <p:txBody>
            <a:bodyPr wrap="square" lIns="0" tIns="0" rIns="0" bIns="0" rtlCol="0"/>
            <a:lstStyle/>
            <a:p/>
          </p:txBody>
        </p:sp>
        <p:sp>
          <p:nvSpPr>
            <p:cNvPr id="492" name="object 492"/>
            <p:cNvSpPr/>
            <p:nvPr/>
          </p:nvSpPr>
          <p:spPr>
            <a:xfrm>
              <a:off x="1369060" y="1604010"/>
              <a:ext cx="90170" cy="8890"/>
            </a:xfrm>
            <a:custGeom>
              <a:avLst/>
              <a:gdLst/>
              <a:ahLst/>
              <a:cxnLst/>
              <a:rect l="l" t="t" r="r" b="b"/>
              <a:pathLst>
                <a:path w="90169" h="8890">
                  <a:moveTo>
                    <a:pt x="0" y="8889"/>
                  </a:moveTo>
                  <a:lnTo>
                    <a:pt x="0" y="0"/>
                  </a:lnTo>
                  <a:lnTo>
                    <a:pt x="90169" y="0"/>
                  </a:lnTo>
                  <a:lnTo>
                    <a:pt x="90169" y="8889"/>
                  </a:lnTo>
                  <a:lnTo>
                    <a:pt x="0" y="8889"/>
                  </a:lnTo>
                  <a:close/>
                </a:path>
              </a:pathLst>
            </a:custGeom>
            <a:solidFill>
              <a:srgbClr val="5B3C00"/>
            </a:solidFill>
          </p:spPr>
          <p:txBody>
            <a:bodyPr wrap="square" lIns="0" tIns="0" rIns="0" bIns="0" rtlCol="0"/>
            <a:lstStyle/>
            <a:p/>
          </p:txBody>
        </p:sp>
        <p:sp>
          <p:nvSpPr>
            <p:cNvPr id="493" name="object 493"/>
            <p:cNvSpPr/>
            <p:nvPr/>
          </p:nvSpPr>
          <p:spPr>
            <a:xfrm>
              <a:off x="1369060" y="16129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C3B00"/>
            </a:solidFill>
          </p:spPr>
          <p:txBody>
            <a:bodyPr wrap="square" lIns="0" tIns="0" rIns="0" bIns="0" rtlCol="0"/>
            <a:lstStyle/>
            <a:p/>
          </p:txBody>
        </p:sp>
        <p:sp>
          <p:nvSpPr>
            <p:cNvPr id="494" name="object 494"/>
            <p:cNvSpPr/>
            <p:nvPr/>
          </p:nvSpPr>
          <p:spPr>
            <a:xfrm>
              <a:off x="1369060" y="162052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D3A00"/>
            </a:solidFill>
          </p:spPr>
          <p:txBody>
            <a:bodyPr wrap="square" lIns="0" tIns="0" rIns="0" bIns="0" rtlCol="0"/>
            <a:lstStyle/>
            <a:p/>
          </p:txBody>
        </p:sp>
        <p:sp>
          <p:nvSpPr>
            <p:cNvPr id="495" name="object 495"/>
            <p:cNvSpPr/>
            <p:nvPr/>
          </p:nvSpPr>
          <p:spPr>
            <a:xfrm>
              <a:off x="1369060" y="1628140"/>
              <a:ext cx="90170" cy="8890"/>
            </a:xfrm>
            <a:custGeom>
              <a:avLst/>
              <a:gdLst/>
              <a:ahLst/>
              <a:cxnLst/>
              <a:rect l="l" t="t" r="r" b="b"/>
              <a:pathLst>
                <a:path w="90169" h="8889">
                  <a:moveTo>
                    <a:pt x="0" y="8889"/>
                  </a:moveTo>
                  <a:lnTo>
                    <a:pt x="0" y="0"/>
                  </a:lnTo>
                  <a:lnTo>
                    <a:pt x="90169" y="0"/>
                  </a:lnTo>
                  <a:lnTo>
                    <a:pt x="90169" y="8889"/>
                  </a:lnTo>
                  <a:lnTo>
                    <a:pt x="0" y="8889"/>
                  </a:lnTo>
                  <a:close/>
                </a:path>
              </a:pathLst>
            </a:custGeom>
            <a:solidFill>
              <a:srgbClr val="5E3900"/>
            </a:solidFill>
          </p:spPr>
          <p:txBody>
            <a:bodyPr wrap="square" lIns="0" tIns="0" rIns="0" bIns="0" rtlCol="0"/>
            <a:lstStyle/>
            <a:p/>
          </p:txBody>
        </p:sp>
        <p:sp>
          <p:nvSpPr>
            <p:cNvPr id="496" name="object 496"/>
            <p:cNvSpPr/>
            <p:nvPr/>
          </p:nvSpPr>
          <p:spPr>
            <a:xfrm>
              <a:off x="1369060" y="16370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F3800"/>
            </a:solidFill>
          </p:spPr>
          <p:txBody>
            <a:bodyPr wrap="square" lIns="0" tIns="0" rIns="0" bIns="0" rtlCol="0"/>
            <a:lstStyle/>
            <a:p/>
          </p:txBody>
        </p:sp>
        <p:sp>
          <p:nvSpPr>
            <p:cNvPr id="497" name="object 497"/>
            <p:cNvSpPr/>
            <p:nvPr/>
          </p:nvSpPr>
          <p:spPr>
            <a:xfrm>
              <a:off x="1369060" y="164465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03700"/>
            </a:solidFill>
          </p:spPr>
          <p:txBody>
            <a:bodyPr wrap="square" lIns="0" tIns="0" rIns="0" bIns="0" rtlCol="0"/>
            <a:lstStyle/>
            <a:p/>
          </p:txBody>
        </p:sp>
        <p:sp>
          <p:nvSpPr>
            <p:cNvPr id="498" name="object 498"/>
            <p:cNvSpPr/>
            <p:nvPr/>
          </p:nvSpPr>
          <p:spPr>
            <a:xfrm>
              <a:off x="1369060" y="1652270"/>
              <a:ext cx="90170" cy="8890"/>
            </a:xfrm>
            <a:custGeom>
              <a:avLst/>
              <a:gdLst/>
              <a:ahLst/>
              <a:cxnLst/>
              <a:rect l="l" t="t" r="r" b="b"/>
              <a:pathLst>
                <a:path w="90169" h="8889">
                  <a:moveTo>
                    <a:pt x="0" y="8889"/>
                  </a:moveTo>
                  <a:lnTo>
                    <a:pt x="0" y="0"/>
                  </a:lnTo>
                  <a:lnTo>
                    <a:pt x="90169" y="0"/>
                  </a:lnTo>
                  <a:lnTo>
                    <a:pt x="90169" y="8889"/>
                  </a:lnTo>
                  <a:lnTo>
                    <a:pt x="0" y="8889"/>
                  </a:lnTo>
                  <a:close/>
                </a:path>
              </a:pathLst>
            </a:custGeom>
            <a:solidFill>
              <a:srgbClr val="613600"/>
            </a:solidFill>
          </p:spPr>
          <p:txBody>
            <a:bodyPr wrap="square" lIns="0" tIns="0" rIns="0" bIns="0" rtlCol="0"/>
            <a:lstStyle/>
            <a:p/>
          </p:txBody>
        </p:sp>
        <p:sp>
          <p:nvSpPr>
            <p:cNvPr id="499" name="object 499"/>
            <p:cNvSpPr/>
            <p:nvPr/>
          </p:nvSpPr>
          <p:spPr>
            <a:xfrm>
              <a:off x="1369060" y="16611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623500"/>
            </a:solidFill>
          </p:spPr>
          <p:txBody>
            <a:bodyPr wrap="square" lIns="0" tIns="0" rIns="0" bIns="0" rtlCol="0"/>
            <a:lstStyle/>
            <a:p/>
          </p:txBody>
        </p:sp>
        <p:sp>
          <p:nvSpPr>
            <p:cNvPr id="500" name="object 500"/>
            <p:cNvSpPr/>
            <p:nvPr/>
          </p:nvSpPr>
          <p:spPr>
            <a:xfrm>
              <a:off x="1369060" y="1668780"/>
              <a:ext cx="90170" cy="8890"/>
            </a:xfrm>
            <a:custGeom>
              <a:avLst/>
              <a:gdLst/>
              <a:ahLst/>
              <a:cxnLst/>
              <a:rect l="l" t="t" r="r" b="b"/>
              <a:pathLst>
                <a:path w="90169" h="8889">
                  <a:moveTo>
                    <a:pt x="0" y="8890"/>
                  </a:moveTo>
                  <a:lnTo>
                    <a:pt x="0" y="0"/>
                  </a:lnTo>
                  <a:lnTo>
                    <a:pt x="90169" y="0"/>
                  </a:lnTo>
                  <a:lnTo>
                    <a:pt x="90169" y="8890"/>
                  </a:lnTo>
                  <a:lnTo>
                    <a:pt x="0" y="8890"/>
                  </a:lnTo>
                  <a:close/>
                </a:path>
              </a:pathLst>
            </a:custGeom>
            <a:solidFill>
              <a:srgbClr val="633400"/>
            </a:solidFill>
          </p:spPr>
          <p:txBody>
            <a:bodyPr wrap="square" lIns="0" tIns="0" rIns="0" bIns="0" rtlCol="0"/>
            <a:lstStyle/>
            <a:p/>
          </p:txBody>
        </p:sp>
      </p:grpSp>
      <p:grpSp>
        <p:nvGrpSpPr>
          <p:cNvPr id="501" name="object 501"/>
          <p:cNvGrpSpPr/>
          <p:nvPr/>
        </p:nvGrpSpPr>
        <p:grpSpPr>
          <a:xfrm>
            <a:off x="1628139" y="855980"/>
            <a:ext cx="82550" cy="821690"/>
            <a:chOff x="1628139" y="855980"/>
            <a:chExt cx="82550" cy="821690"/>
          </a:xfrm>
        </p:grpSpPr>
        <p:sp>
          <p:nvSpPr>
            <p:cNvPr id="502" name="object 502"/>
            <p:cNvSpPr/>
            <p:nvPr/>
          </p:nvSpPr>
          <p:spPr>
            <a:xfrm>
              <a:off x="1628139" y="855980"/>
              <a:ext cx="82550" cy="191770"/>
            </a:xfrm>
            <a:prstGeom prst="rect">
              <a:avLst/>
            </a:prstGeom>
            <a:blipFill>
              <a:blip r:embed="rId22" cstate="print"/>
              <a:stretch>
                <a:fillRect/>
              </a:stretch>
            </a:blipFill>
          </p:spPr>
          <p:txBody>
            <a:bodyPr wrap="square" lIns="0" tIns="0" rIns="0" bIns="0" rtlCol="0"/>
            <a:lstStyle/>
            <a:p/>
          </p:txBody>
        </p:sp>
        <p:sp>
          <p:nvSpPr>
            <p:cNvPr id="503" name="object 503"/>
            <p:cNvSpPr/>
            <p:nvPr/>
          </p:nvSpPr>
          <p:spPr>
            <a:xfrm>
              <a:off x="1628139" y="1069340"/>
              <a:ext cx="82550" cy="2540"/>
            </a:xfrm>
            <a:custGeom>
              <a:avLst/>
              <a:gdLst/>
              <a:ahLst/>
              <a:cxnLst/>
              <a:rect l="l" t="t" r="r" b="b"/>
              <a:pathLst>
                <a:path w="82550" h="2540">
                  <a:moveTo>
                    <a:pt x="0" y="0"/>
                  </a:moveTo>
                  <a:lnTo>
                    <a:pt x="82550" y="0"/>
                  </a:lnTo>
                  <a:lnTo>
                    <a:pt x="82550" y="2539"/>
                  </a:lnTo>
                  <a:lnTo>
                    <a:pt x="0" y="2539"/>
                  </a:lnTo>
                  <a:lnTo>
                    <a:pt x="0" y="0"/>
                  </a:lnTo>
                  <a:close/>
                </a:path>
              </a:pathLst>
            </a:custGeom>
            <a:solidFill>
              <a:srgbClr val="187F00"/>
            </a:solidFill>
          </p:spPr>
          <p:txBody>
            <a:bodyPr wrap="square" lIns="0" tIns="0" rIns="0" bIns="0" rtlCol="0"/>
            <a:lstStyle/>
            <a:p/>
          </p:txBody>
        </p:sp>
        <p:sp>
          <p:nvSpPr>
            <p:cNvPr id="504" name="object 504"/>
            <p:cNvSpPr/>
            <p:nvPr/>
          </p:nvSpPr>
          <p:spPr>
            <a:xfrm>
              <a:off x="1628139" y="10718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197E00"/>
            </a:solidFill>
          </p:spPr>
          <p:txBody>
            <a:bodyPr wrap="square" lIns="0" tIns="0" rIns="0" bIns="0" rtlCol="0"/>
            <a:lstStyle/>
            <a:p/>
          </p:txBody>
        </p:sp>
        <p:sp>
          <p:nvSpPr>
            <p:cNvPr id="505" name="object 505"/>
            <p:cNvSpPr/>
            <p:nvPr/>
          </p:nvSpPr>
          <p:spPr>
            <a:xfrm>
              <a:off x="1628139" y="1080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A7D00"/>
            </a:solidFill>
          </p:spPr>
          <p:txBody>
            <a:bodyPr wrap="square" lIns="0" tIns="0" rIns="0" bIns="0" rtlCol="0"/>
            <a:lstStyle/>
            <a:p/>
          </p:txBody>
        </p:sp>
        <p:sp>
          <p:nvSpPr>
            <p:cNvPr id="506" name="object 506"/>
            <p:cNvSpPr/>
            <p:nvPr/>
          </p:nvSpPr>
          <p:spPr>
            <a:xfrm>
              <a:off x="1628139" y="1088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B7C00"/>
            </a:solidFill>
          </p:spPr>
          <p:txBody>
            <a:bodyPr wrap="square" lIns="0" tIns="0" rIns="0" bIns="0" rtlCol="0"/>
            <a:lstStyle/>
            <a:p/>
          </p:txBody>
        </p:sp>
        <p:sp>
          <p:nvSpPr>
            <p:cNvPr id="507" name="object 507"/>
            <p:cNvSpPr/>
            <p:nvPr/>
          </p:nvSpPr>
          <p:spPr>
            <a:xfrm>
              <a:off x="1628139" y="10960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C7B00"/>
            </a:solidFill>
          </p:spPr>
          <p:txBody>
            <a:bodyPr wrap="square" lIns="0" tIns="0" rIns="0" bIns="0" rtlCol="0"/>
            <a:lstStyle/>
            <a:p/>
          </p:txBody>
        </p:sp>
        <p:sp>
          <p:nvSpPr>
            <p:cNvPr id="508" name="object 508"/>
            <p:cNvSpPr/>
            <p:nvPr/>
          </p:nvSpPr>
          <p:spPr>
            <a:xfrm>
              <a:off x="1628139" y="11049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D7A00"/>
            </a:solidFill>
          </p:spPr>
          <p:txBody>
            <a:bodyPr wrap="square" lIns="0" tIns="0" rIns="0" bIns="0" rtlCol="0"/>
            <a:lstStyle/>
            <a:p/>
          </p:txBody>
        </p:sp>
        <p:sp>
          <p:nvSpPr>
            <p:cNvPr id="509" name="object 509"/>
            <p:cNvSpPr/>
            <p:nvPr/>
          </p:nvSpPr>
          <p:spPr>
            <a:xfrm>
              <a:off x="1628139" y="1112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E7900"/>
            </a:solidFill>
          </p:spPr>
          <p:txBody>
            <a:bodyPr wrap="square" lIns="0" tIns="0" rIns="0" bIns="0" rtlCol="0"/>
            <a:lstStyle/>
            <a:p/>
          </p:txBody>
        </p:sp>
        <p:sp>
          <p:nvSpPr>
            <p:cNvPr id="510" name="object 510"/>
            <p:cNvSpPr/>
            <p:nvPr/>
          </p:nvSpPr>
          <p:spPr>
            <a:xfrm>
              <a:off x="1628139" y="112014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F7800"/>
            </a:solidFill>
          </p:spPr>
          <p:txBody>
            <a:bodyPr wrap="square" lIns="0" tIns="0" rIns="0" bIns="0" rtlCol="0"/>
            <a:lstStyle/>
            <a:p/>
          </p:txBody>
        </p:sp>
        <p:sp>
          <p:nvSpPr>
            <p:cNvPr id="511" name="object 511"/>
            <p:cNvSpPr/>
            <p:nvPr/>
          </p:nvSpPr>
          <p:spPr>
            <a:xfrm>
              <a:off x="1628139" y="11290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07700"/>
            </a:solidFill>
          </p:spPr>
          <p:txBody>
            <a:bodyPr wrap="square" lIns="0" tIns="0" rIns="0" bIns="0" rtlCol="0"/>
            <a:lstStyle/>
            <a:p/>
          </p:txBody>
        </p:sp>
        <p:sp>
          <p:nvSpPr>
            <p:cNvPr id="512" name="object 512"/>
            <p:cNvSpPr/>
            <p:nvPr/>
          </p:nvSpPr>
          <p:spPr>
            <a:xfrm>
              <a:off x="1628139" y="11366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17600"/>
            </a:solidFill>
          </p:spPr>
          <p:txBody>
            <a:bodyPr wrap="square" lIns="0" tIns="0" rIns="0" bIns="0" rtlCol="0"/>
            <a:lstStyle/>
            <a:p/>
          </p:txBody>
        </p:sp>
        <p:sp>
          <p:nvSpPr>
            <p:cNvPr id="513" name="object 513"/>
            <p:cNvSpPr/>
            <p:nvPr/>
          </p:nvSpPr>
          <p:spPr>
            <a:xfrm>
              <a:off x="1628139" y="114427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27500"/>
            </a:solidFill>
          </p:spPr>
          <p:txBody>
            <a:bodyPr wrap="square" lIns="0" tIns="0" rIns="0" bIns="0" rtlCol="0"/>
            <a:lstStyle/>
            <a:p/>
          </p:txBody>
        </p:sp>
        <p:sp>
          <p:nvSpPr>
            <p:cNvPr id="514" name="object 514"/>
            <p:cNvSpPr/>
            <p:nvPr/>
          </p:nvSpPr>
          <p:spPr>
            <a:xfrm>
              <a:off x="1628139" y="1153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37400"/>
            </a:solidFill>
          </p:spPr>
          <p:txBody>
            <a:bodyPr wrap="square" lIns="0" tIns="0" rIns="0" bIns="0" rtlCol="0"/>
            <a:lstStyle/>
            <a:p/>
          </p:txBody>
        </p:sp>
        <p:sp>
          <p:nvSpPr>
            <p:cNvPr id="515" name="object 515"/>
            <p:cNvSpPr/>
            <p:nvPr/>
          </p:nvSpPr>
          <p:spPr>
            <a:xfrm>
              <a:off x="1628139" y="11607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47300"/>
            </a:solidFill>
          </p:spPr>
          <p:txBody>
            <a:bodyPr wrap="square" lIns="0" tIns="0" rIns="0" bIns="0" rtlCol="0"/>
            <a:lstStyle/>
            <a:p/>
          </p:txBody>
        </p:sp>
        <p:sp>
          <p:nvSpPr>
            <p:cNvPr id="516" name="object 516"/>
            <p:cNvSpPr/>
            <p:nvPr/>
          </p:nvSpPr>
          <p:spPr>
            <a:xfrm>
              <a:off x="1628139" y="116840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57200"/>
            </a:solidFill>
          </p:spPr>
          <p:txBody>
            <a:bodyPr wrap="square" lIns="0" tIns="0" rIns="0" bIns="0" rtlCol="0"/>
            <a:lstStyle/>
            <a:p/>
          </p:txBody>
        </p:sp>
        <p:sp>
          <p:nvSpPr>
            <p:cNvPr id="517" name="object 517"/>
            <p:cNvSpPr/>
            <p:nvPr/>
          </p:nvSpPr>
          <p:spPr>
            <a:xfrm>
              <a:off x="1628139" y="1177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67100"/>
            </a:solidFill>
          </p:spPr>
          <p:txBody>
            <a:bodyPr wrap="square" lIns="0" tIns="0" rIns="0" bIns="0" rtlCol="0"/>
            <a:lstStyle/>
            <a:p/>
          </p:txBody>
        </p:sp>
        <p:sp>
          <p:nvSpPr>
            <p:cNvPr id="518" name="object 518"/>
            <p:cNvSpPr/>
            <p:nvPr/>
          </p:nvSpPr>
          <p:spPr>
            <a:xfrm>
              <a:off x="1628139" y="1184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77000"/>
            </a:solidFill>
          </p:spPr>
          <p:txBody>
            <a:bodyPr wrap="square" lIns="0" tIns="0" rIns="0" bIns="0" rtlCol="0"/>
            <a:lstStyle/>
            <a:p/>
          </p:txBody>
        </p:sp>
        <p:sp>
          <p:nvSpPr>
            <p:cNvPr id="519" name="object 519"/>
            <p:cNvSpPr/>
            <p:nvPr/>
          </p:nvSpPr>
          <p:spPr>
            <a:xfrm>
              <a:off x="1628139" y="11925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286F00"/>
            </a:solidFill>
          </p:spPr>
          <p:txBody>
            <a:bodyPr wrap="square" lIns="0" tIns="0" rIns="0" bIns="0" rtlCol="0"/>
            <a:lstStyle/>
            <a:p/>
          </p:txBody>
        </p:sp>
        <p:sp>
          <p:nvSpPr>
            <p:cNvPr id="520" name="object 520"/>
            <p:cNvSpPr/>
            <p:nvPr/>
          </p:nvSpPr>
          <p:spPr>
            <a:xfrm>
              <a:off x="1628139" y="12014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96E00"/>
            </a:solidFill>
          </p:spPr>
          <p:txBody>
            <a:bodyPr wrap="square" lIns="0" tIns="0" rIns="0" bIns="0" rtlCol="0"/>
            <a:lstStyle/>
            <a:p/>
          </p:txBody>
        </p:sp>
        <p:sp>
          <p:nvSpPr>
            <p:cNvPr id="521" name="object 521"/>
            <p:cNvSpPr/>
            <p:nvPr/>
          </p:nvSpPr>
          <p:spPr>
            <a:xfrm>
              <a:off x="1628139" y="120904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A6D00"/>
            </a:solidFill>
          </p:spPr>
          <p:txBody>
            <a:bodyPr wrap="square" lIns="0" tIns="0" rIns="0" bIns="0" rtlCol="0"/>
            <a:lstStyle/>
            <a:p/>
          </p:txBody>
        </p:sp>
        <p:sp>
          <p:nvSpPr>
            <p:cNvPr id="522" name="object 522"/>
            <p:cNvSpPr/>
            <p:nvPr/>
          </p:nvSpPr>
          <p:spPr>
            <a:xfrm>
              <a:off x="1628139" y="1217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B6C00"/>
            </a:solidFill>
          </p:spPr>
          <p:txBody>
            <a:bodyPr wrap="square" lIns="0" tIns="0" rIns="0" bIns="0" rtlCol="0"/>
            <a:lstStyle/>
            <a:p/>
          </p:txBody>
        </p:sp>
        <p:sp>
          <p:nvSpPr>
            <p:cNvPr id="523" name="object 523"/>
            <p:cNvSpPr/>
            <p:nvPr/>
          </p:nvSpPr>
          <p:spPr>
            <a:xfrm>
              <a:off x="1628139" y="1225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C6B00"/>
            </a:solidFill>
          </p:spPr>
          <p:txBody>
            <a:bodyPr wrap="square" lIns="0" tIns="0" rIns="0" bIns="0" rtlCol="0"/>
            <a:lstStyle/>
            <a:p/>
          </p:txBody>
        </p:sp>
        <p:sp>
          <p:nvSpPr>
            <p:cNvPr id="524" name="object 524"/>
            <p:cNvSpPr/>
            <p:nvPr/>
          </p:nvSpPr>
          <p:spPr>
            <a:xfrm>
              <a:off x="1628139" y="123317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D6A00"/>
            </a:solidFill>
          </p:spPr>
          <p:txBody>
            <a:bodyPr wrap="square" lIns="0" tIns="0" rIns="0" bIns="0" rtlCol="0"/>
            <a:lstStyle/>
            <a:p/>
          </p:txBody>
        </p:sp>
        <p:sp>
          <p:nvSpPr>
            <p:cNvPr id="525" name="object 525"/>
            <p:cNvSpPr/>
            <p:nvPr/>
          </p:nvSpPr>
          <p:spPr>
            <a:xfrm>
              <a:off x="1628139" y="1242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E6900"/>
            </a:solidFill>
          </p:spPr>
          <p:txBody>
            <a:bodyPr wrap="square" lIns="0" tIns="0" rIns="0" bIns="0" rtlCol="0"/>
            <a:lstStyle/>
            <a:p/>
          </p:txBody>
        </p:sp>
        <p:sp>
          <p:nvSpPr>
            <p:cNvPr id="526" name="object 526"/>
            <p:cNvSpPr/>
            <p:nvPr/>
          </p:nvSpPr>
          <p:spPr>
            <a:xfrm>
              <a:off x="1628139" y="1249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F6800"/>
            </a:solidFill>
          </p:spPr>
          <p:txBody>
            <a:bodyPr wrap="square" lIns="0" tIns="0" rIns="0" bIns="0" rtlCol="0"/>
            <a:lstStyle/>
            <a:p/>
          </p:txBody>
        </p:sp>
        <p:sp>
          <p:nvSpPr>
            <p:cNvPr id="527" name="object 527"/>
            <p:cNvSpPr/>
            <p:nvPr/>
          </p:nvSpPr>
          <p:spPr>
            <a:xfrm>
              <a:off x="1628139" y="125730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06700"/>
            </a:solidFill>
          </p:spPr>
          <p:txBody>
            <a:bodyPr wrap="square" lIns="0" tIns="0" rIns="0" bIns="0" rtlCol="0"/>
            <a:lstStyle/>
            <a:p/>
          </p:txBody>
        </p:sp>
        <p:sp>
          <p:nvSpPr>
            <p:cNvPr id="528" name="object 528"/>
            <p:cNvSpPr/>
            <p:nvPr/>
          </p:nvSpPr>
          <p:spPr>
            <a:xfrm>
              <a:off x="1628139" y="12661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16600"/>
            </a:solidFill>
          </p:spPr>
          <p:txBody>
            <a:bodyPr wrap="square" lIns="0" tIns="0" rIns="0" bIns="0" rtlCol="0"/>
            <a:lstStyle/>
            <a:p/>
          </p:txBody>
        </p:sp>
        <p:sp>
          <p:nvSpPr>
            <p:cNvPr id="529" name="object 529"/>
            <p:cNvSpPr/>
            <p:nvPr/>
          </p:nvSpPr>
          <p:spPr>
            <a:xfrm>
              <a:off x="1628139" y="1273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36600"/>
            </a:solidFill>
          </p:spPr>
          <p:txBody>
            <a:bodyPr wrap="square" lIns="0" tIns="0" rIns="0" bIns="0" rtlCol="0"/>
            <a:lstStyle/>
            <a:p/>
          </p:txBody>
        </p:sp>
        <p:sp>
          <p:nvSpPr>
            <p:cNvPr id="530" name="object 530"/>
            <p:cNvSpPr/>
            <p:nvPr/>
          </p:nvSpPr>
          <p:spPr>
            <a:xfrm>
              <a:off x="1628139" y="12814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336400"/>
            </a:solidFill>
          </p:spPr>
          <p:txBody>
            <a:bodyPr wrap="square" lIns="0" tIns="0" rIns="0" bIns="0" rtlCol="0"/>
            <a:lstStyle/>
            <a:p/>
          </p:txBody>
        </p:sp>
        <p:sp>
          <p:nvSpPr>
            <p:cNvPr id="531" name="object 531"/>
            <p:cNvSpPr/>
            <p:nvPr/>
          </p:nvSpPr>
          <p:spPr>
            <a:xfrm>
              <a:off x="1628139" y="1290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46300"/>
            </a:solidFill>
          </p:spPr>
          <p:txBody>
            <a:bodyPr wrap="square" lIns="0" tIns="0" rIns="0" bIns="0" rtlCol="0"/>
            <a:lstStyle/>
            <a:p/>
          </p:txBody>
        </p:sp>
        <p:sp>
          <p:nvSpPr>
            <p:cNvPr id="532" name="object 532"/>
            <p:cNvSpPr/>
            <p:nvPr/>
          </p:nvSpPr>
          <p:spPr>
            <a:xfrm>
              <a:off x="1628139" y="12979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56200"/>
            </a:solidFill>
          </p:spPr>
          <p:txBody>
            <a:bodyPr wrap="square" lIns="0" tIns="0" rIns="0" bIns="0" rtlCol="0"/>
            <a:lstStyle/>
            <a:p/>
          </p:txBody>
        </p:sp>
        <p:sp>
          <p:nvSpPr>
            <p:cNvPr id="533" name="object 533"/>
            <p:cNvSpPr/>
            <p:nvPr/>
          </p:nvSpPr>
          <p:spPr>
            <a:xfrm>
              <a:off x="1628139" y="130556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66100"/>
            </a:solidFill>
          </p:spPr>
          <p:txBody>
            <a:bodyPr wrap="square" lIns="0" tIns="0" rIns="0" bIns="0" rtlCol="0"/>
            <a:lstStyle/>
            <a:p/>
          </p:txBody>
        </p:sp>
        <p:sp>
          <p:nvSpPr>
            <p:cNvPr id="534" name="object 534"/>
            <p:cNvSpPr/>
            <p:nvPr/>
          </p:nvSpPr>
          <p:spPr>
            <a:xfrm>
              <a:off x="1628139" y="1314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76000"/>
            </a:solidFill>
          </p:spPr>
          <p:txBody>
            <a:bodyPr wrap="square" lIns="0" tIns="0" rIns="0" bIns="0" rtlCol="0"/>
            <a:lstStyle/>
            <a:p/>
          </p:txBody>
        </p:sp>
        <p:sp>
          <p:nvSpPr>
            <p:cNvPr id="535" name="object 535"/>
            <p:cNvSpPr/>
            <p:nvPr/>
          </p:nvSpPr>
          <p:spPr>
            <a:xfrm>
              <a:off x="1628139" y="1322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85F00"/>
            </a:solidFill>
          </p:spPr>
          <p:txBody>
            <a:bodyPr wrap="square" lIns="0" tIns="0" rIns="0" bIns="0" rtlCol="0"/>
            <a:lstStyle/>
            <a:p/>
          </p:txBody>
        </p:sp>
        <p:sp>
          <p:nvSpPr>
            <p:cNvPr id="536" name="object 536"/>
            <p:cNvSpPr/>
            <p:nvPr/>
          </p:nvSpPr>
          <p:spPr>
            <a:xfrm>
              <a:off x="1628139" y="132969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95E00"/>
            </a:solidFill>
          </p:spPr>
          <p:txBody>
            <a:bodyPr wrap="square" lIns="0" tIns="0" rIns="0" bIns="0" rtlCol="0"/>
            <a:lstStyle/>
            <a:p/>
          </p:txBody>
        </p:sp>
        <p:sp>
          <p:nvSpPr>
            <p:cNvPr id="537" name="object 537"/>
            <p:cNvSpPr/>
            <p:nvPr/>
          </p:nvSpPr>
          <p:spPr>
            <a:xfrm>
              <a:off x="1628139" y="13385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A5D00"/>
            </a:solidFill>
          </p:spPr>
          <p:txBody>
            <a:bodyPr wrap="square" lIns="0" tIns="0" rIns="0" bIns="0" rtlCol="0"/>
            <a:lstStyle/>
            <a:p/>
          </p:txBody>
        </p:sp>
        <p:sp>
          <p:nvSpPr>
            <p:cNvPr id="538" name="object 538"/>
            <p:cNvSpPr/>
            <p:nvPr/>
          </p:nvSpPr>
          <p:spPr>
            <a:xfrm>
              <a:off x="1628139" y="1346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B5C00"/>
            </a:solidFill>
          </p:spPr>
          <p:txBody>
            <a:bodyPr wrap="square" lIns="0" tIns="0" rIns="0" bIns="0" rtlCol="0"/>
            <a:lstStyle/>
            <a:p/>
          </p:txBody>
        </p:sp>
        <p:sp>
          <p:nvSpPr>
            <p:cNvPr id="539" name="object 539"/>
            <p:cNvSpPr/>
            <p:nvPr/>
          </p:nvSpPr>
          <p:spPr>
            <a:xfrm>
              <a:off x="1628139" y="13538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C5B00"/>
            </a:solidFill>
          </p:spPr>
          <p:txBody>
            <a:bodyPr wrap="square" lIns="0" tIns="0" rIns="0" bIns="0" rtlCol="0"/>
            <a:lstStyle/>
            <a:p/>
          </p:txBody>
        </p:sp>
        <p:sp>
          <p:nvSpPr>
            <p:cNvPr id="540" name="object 540"/>
            <p:cNvSpPr/>
            <p:nvPr/>
          </p:nvSpPr>
          <p:spPr>
            <a:xfrm>
              <a:off x="1628139" y="13627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D5A00"/>
            </a:solidFill>
          </p:spPr>
          <p:txBody>
            <a:bodyPr wrap="square" lIns="0" tIns="0" rIns="0" bIns="0" rtlCol="0"/>
            <a:lstStyle/>
            <a:p/>
          </p:txBody>
        </p:sp>
        <p:sp>
          <p:nvSpPr>
            <p:cNvPr id="541" name="object 541"/>
            <p:cNvSpPr/>
            <p:nvPr/>
          </p:nvSpPr>
          <p:spPr>
            <a:xfrm>
              <a:off x="1628139" y="13703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3E5900"/>
            </a:solidFill>
          </p:spPr>
          <p:txBody>
            <a:bodyPr wrap="square" lIns="0" tIns="0" rIns="0" bIns="0" rtlCol="0"/>
            <a:lstStyle/>
            <a:p/>
          </p:txBody>
        </p:sp>
        <p:sp>
          <p:nvSpPr>
            <p:cNvPr id="542" name="object 542"/>
            <p:cNvSpPr/>
            <p:nvPr/>
          </p:nvSpPr>
          <p:spPr>
            <a:xfrm>
              <a:off x="1628139" y="1379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F5800"/>
            </a:solidFill>
          </p:spPr>
          <p:txBody>
            <a:bodyPr wrap="square" lIns="0" tIns="0" rIns="0" bIns="0" rtlCol="0"/>
            <a:lstStyle/>
            <a:p/>
          </p:txBody>
        </p:sp>
        <p:sp>
          <p:nvSpPr>
            <p:cNvPr id="543" name="object 543"/>
            <p:cNvSpPr/>
            <p:nvPr/>
          </p:nvSpPr>
          <p:spPr>
            <a:xfrm>
              <a:off x="1628139" y="1386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05700"/>
            </a:solidFill>
          </p:spPr>
          <p:txBody>
            <a:bodyPr wrap="square" lIns="0" tIns="0" rIns="0" bIns="0" rtlCol="0"/>
            <a:lstStyle/>
            <a:p/>
          </p:txBody>
        </p:sp>
        <p:sp>
          <p:nvSpPr>
            <p:cNvPr id="544" name="object 544"/>
            <p:cNvSpPr/>
            <p:nvPr/>
          </p:nvSpPr>
          <p:spPr>
            <a:xfrm>
              <a:off x="1628139" y="139446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15600"/>
            </a:solidFill>
          </p:spPr>
          <p:txBody>
            <a:bodyPr wrap="square" lIns="0" tIns="0" rIns="0" bIns="0" rtlCol="0"/>
            <a:lstStyle/>
            <a:p/>
          </p:txBody>
        </p:sp>
        <p:sp>
          <p:nvSpPr>
            <p:cNvPr id="545" name="object 545"/>
            <p:cNvSpPr/>
            <p:nvPr/>
          </p:nvSpPr>
          <p:spPr>
            <a:xfrm>
              <a:off x="1628139" y="14033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25500"/>
            </a:solidFill>
          </p:spPr>
          <p:txBody>
            <a:bodyPr wrap="square" lIns="0" tIns="0" rIns="0" bIns="0" rtlCol="0"/>
            <a:lstStyle/>
            <a:p/>
          </p:txBody>
        </p:sp>
        <p:sp>
          <p:nvSpPr>
            <p:cNvPr id="546" name="object 546"/>
            <p:cNvSpPr/>
            <p:nvPr/>
          </p:nvSpPr>
          <p:spPr>
            <a:xfrm>
              <a:off x="1628139" y="1410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35400"/>
            </a:solidFill>
          </p:spPr>
          <p:txBody>
            <a:bodyPr wrap="square" lIns="0" tIns="0" rIns="0" bIns="0" rtlCol="0"/>
            <a:lstStyle/>
            <a:p/>
          </p:txBody>
        </p:sp>
        <p:sp>
          <p:nvSpPr>
            <p:cNvPr id="547" name="object 547"/>
            <p:cNvSpPr/>
            <p:nvPr/>
          </p:nvSpPr>
          <p:spPr>
            <a:xfrm>
              <a:off x="1628139" y="141859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45300"/>
            </a:solidFill>
          </p:spPr>
          <p:txBody>
            <a:bodyPr wrap="square" lIns="0" tIns="0" rIns="0" bIns="0" rtlCol="0"/>
            <a:lstStyle/>
            <a:p/>
          </p:txBody>
        </p:sp>
        <p:sp>
          <p:nvSpPr>
            <p:cNvPr id="548" name="object 548"/>
            <p:cNvSpPr/>
            <p:nvPr/>
          </p:nvSpPr>
          <p:spPr>
            <a:xfrm>
              <a:off x="1628139" y="1427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55200"/>
            </a:solidFill>
          </p:spPr>
          <p:txBody>
            <a:bodyPr wrap="square" lIns="0" tIns="0" rIns="0" bIns="0" rtlCol="0"/>
            <a:lstStyle/>
            <a:p/>
          </p:txBody>
        </p:sp>
        <p:sp>
          <p:nvSpPr>
            <p:cNvPr id="549" name="object 549"/>
            <p:cNvSpPr/>
            <p:nvPr/>
          </p:nvSpPr>
          <p:spPr>
            <a:xfrm>
              <a:off x="1628139" y="14351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65100"/>
            </a:solidFill>
          </p:spPr>
          <p:txBody>
            <a:bodyPr wrap="square" lIns="0" tIns="0" rIns="0" bIns="0" rtlCol="0"/>
            <a:lstStyle/>
            <a:p/>
          </p:txBody>
        </p:sp>
        <p:sp>
          <p:nvSpPr>
            <p:cNvPr id="550" name="object 550"/>
            <p:cNvSpPr/>
            <p:nvPr/>
          </p:nvSpPr>
          <p:spPr>
            <a:xfrm>
              <a:off x="1628139" y="14427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75000"/>
            </a:solidFill>
          </p:spPr>
          <p:txBody>
            <a:bodyPr wrap="square" lIns="0" tIns="0" rIns="0" bIns="0" rtlCol="0"/>
            <a:lstStyle/>
            <a:p/>
          </p:txBody>
        </p:sp>
        <p:sp>
          <p:nvSpPr>
            <p:cNvPr id="551" name="object 551"/>
            <p:cNvSpPr/>
            <p:nvPr/>
          </p:nvSpPr>
          <p:spPr>
            <a:xfrm>
              <a:off x="1628139" y="1451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84F00"/>
            </a:solidFill>
          </p:spPr>
          <p:txBody>
            <a:bodyPr wrap="square" lIns="0" tIns="0" rIns="0" bIns="0" rtlCol="0"/>
            <a:lstStyle/>
            <a:p/>
          </p:txBody>
        </p:sp>
        <p:sp>
          <p:nvSpPr>
            <p:cNvPr id="552" name="object 552"/>
            <p:cNvSpPr/>
            <p:nvPr/>
          </p:nvSpPr>
          <p:spPr>
            <a:xfrm>
              <a:off x="1628139" y="1459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94E00"/>
            </a:solidFill>
          </p:spPr>
          <p:txBody>
            <a:bodyPr wrap="square" lIns="0" tIns="0" rIns="0" bIns="0" rtlCol="0"/>
            <a:lstStyle/>
            <a:p/>
          </p:txBody>
        </p:sp>
        <p:sp>
          <p:nvSpPr>
            <p:cNvPr id="553" name="object 553"/>
            <p:cNvSpPr/>
            <p:nvPr/>
          </p:nvSpPr>
          <p:spPr>
            <a:xfrm>
              <a:off x="1628139" y="14668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A4D00"/>
            </a:solidFill>
          </p:spPr>
          <p:txBody>
            <a:bodyPr wrap="square" lIns="0" tIns="0" rIns="0" bIns="0" rtlCol="0"/>
            <a:lstStyle/>
            <a:p/>
          </p:txBody>
        </p:sp>
        <p:sp>
          <p:nvSpPr>
            <p:cNvPr id="554" name="object 554"/>
            <p:cNvSpPr/>
            <p:nvPr/>
          </p:nvSpPr>
          <p:spPr>
            <a:xfrm>
              <a:off x="1628139" y="14757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B4C00"/>
            </a:solidFill>
          </p:spPr>
          <p:txBody>
            <a:bodyPr wrap="square" lIns="0" tIns="0" rIns="0" bIns="0" rtlCol="0"/>
            <a:lstStyle/>
            <a:p/>
          </p:txBody>
        </p:sp>
        <p:sp>
          <p:nvSpPr>
            <p:cNvPr id="555" name="object 555"/>
            <p:cNvSpPr/>
            <p:nvPr/>
          </p:nvSpPr>
          <p:spPr>
            <a:xfrm>
              <a:off x="1628139" y="1483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C4B00"/>
            </a:solidFill>
          </p:spPr>
          <p:txBody>
            <a:bodyPr wrap="square" lIns="0" tIns="0" rIns="0" bIns="0" rtlCol="0"/>
            <a:lstStyle/>
            <a:p/>
          </p:txBody>
        </p:sp>
        <p:sp>
          <p:nvSpPr>
            <p:cNvPr id="556" name="object 556"/>
            <p:cNvSpPr/>
            <p:nvPr/>
          </p:nvSpPr>
          <p:spPr>
            <a:xfrm>
              <a:off x="1628139" y="14909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4D4A00"/>
            </a:solidFill>
          </p:spPr>
          <p:txBody>
            <a:bodyPr wrap="square" lIns="0" tIns="0" rIns="0" bIns="0" rtlCol="0"/>
            <a:lstStyle/>
            <a:p/>
          </p:txBody>
        </p:sp>
        <p:sp>
          <p:nvSpPr>
            <p:cNvPr id="557" name="object 557"/>
            <p:cNvSpPr/>
            <p:nvPr/>
          </p:nvSpPr>
          <p:spPr>
            <a:xfrm>
              <a:off x="1628139" y="14998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E4900"/>
            </a:solidFill>
          </p:spPr>
          <p:txBody>
            <a:bodyPr wrap="square" lIns="0" tIns="0" rIns="0" bIns="0" rtlCol="0"/>
            <a:lstStyle/>
            <a:p/>
          </p:txBody>
        </p:sp>
        <p:sp>
          <p:nvSpPr>
            <p:cNvPr id="558" name="object 558"/>
            <p:cNvSpPr/>
            <p:nvPr/>
          </p:nvSpPr>
          <p:spPr>
            <a:xfrm>
              <a:off x="1628139" y="15074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F4800"/>
            </a:solidFill>
          </p:spPr>
          <p:txBody>
            <a:bodyPr wrap="square" lIns="0" tIns="0" rIns="0" bIns="0" rtlCol="0"/>
            <a:lstStyle/>
            <a:p/>
          </p:txBody>
        </p:sp>
        <p:sp>
          <p:nvSpPr>
            <p:cNvPr id="559" name="object 559"/>
            <p:cNvSpPr/>
            <p:nvPr/>
          </p:nvSpPr>
          <p:spPr>
            <a:xfrm>
              <a:off x="1628139" y="15151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04700"/>
            </a:solidFill>
          </p:spPr>
          <p:txBody>
            <a:bodyPr wrap="square" lIns="0" tIns="0" rIns="0" bIns="0" rtlCol="0"/>
            <a:lstStyle/>
            <a:p/>
          </p:txBody>
        </p:sp>
        <p:sp>
          <p:nvSpPr>
            <p:cNvPr id="560" name="object 560"/>
            <p:cNvSpPr/>
            <p:nvPr/>
          </p:nvSpPr>
          <p:spPr>
            <a:xfrm>
              <a:off x="1628139" y="1524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14600"/>
            </a:solidFill>
          </p:spPr>
          <p:txBody>
            <a:bodyPr wrap="square" lIns="0" tIns="0" rIns="0" bIns="0" rtlCol="0"/>
            <a:lstStyle/>
            <a:p/>
          </p:txBody>
        </p:sp>
        <p:sp>
          <p:nvSpPr>
            <p:cNvPr id="561" name="object 561"/>
            <p:cNvSpPr/>
            <p:nvPr/>
          </p:nvSpPr>
          <p:spPr>
            <a:xfrm>
              <a:off x="1628139" y="15316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24500"/>
            </a:solidFill>
          </p:spPr>
          <p:txBody>
            <a:bodyPr wrap="square" lIns="0" tIns="0" rIns="0" bIns="0" rtlCol="0"/>
            <a:lstStyle/>
            <a:p/>
          </p:txBody>
        </p:sp>
        <p:sp>
          <p:nvSpPr>
            <p:cNvPr id="562" name="object 562"/>
            <p:cNvSpPr/>
            <p:nvPr/>
          </p:nvSpPr>
          <p:spPr>
            <a:xfrm>
              <a:off x="1628139" y="15405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34400"/>
            </a:solidFill>
          </p:spPr>
          <p:txBody>
            <a:bodyPr wrap="square" lIns="0" tIns="0" rIns="0" bIns="0" rtlCol="0"/>
            <a:lstStyle/>
            <a:p/>
          </p:txBody>
        </p:sp>
        <p:sp>
          <p:nvSpPr>
            <p:cNvPr id="563" name="object 563"/>
            <p:cNvSpPr/>
            <p:nvPr/>
          </p:nvSpPr>
          <p:spPr>
            <a:xfrm>
              <a:off x="1628139" y="1548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44300"/>
            </a:solidFill>
          </p:spPr>
          <p:txBody>
            <a:bodyPr wrap="square" lIns="0" tIns="0" rIns="0" bIns="0" rtlCol="0"/>
            <a:lstStyle/>
            <a:p/>
          </p:txBody>
        </p:sp>
        <p:sp>
          <p:nvSpPr>
            <p:cNvPr id="564" name="object 564"/>
            <p:cNvSpPr/>
            <p:nvPr/>
          </p:nvSpPr>
          <p:spPr>
            <a:xfrm>
              <a:off x="1628139" y="15557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54200"/>
            </a:solidFill>
          </p:spPr>
          <p:txBody>
            <a:bodyPr wrap="square" lIns="0" tIns="0" rIns="0" bIns="0" rtlCol="0"/>
            <a:lstStyle/>
            <a:p/>
          </p:txBody>
        </p:sp>
        <p:sp>
          <p:nvSpPr>
            <p:cNvPr id="565" name="object 565"/>
            <p:cNvSpPr/>
            <p:nvPr/>
          </p:nvSpPr>
          <p:spPr>
            <a:xfrm>
              <a:off x="1628139" y="15646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64100"/>
            </a:solidFill>
          </p:spPr>
          <p:txBody>
            <a:bodyPr wrap="square" lIns="0" tIns="0" rIns="0" bIns="0" rtlCol="0"/>
            <a:lstStyle/>
            <a:p/>
          </p:txBody>
        </p:sp>
        <p:sp>
          <p:nvSpPr>
            <p:cNvPr id="566" name="object 566"/>
            <p:cNvSpPr/>
            <p:nvPr/>
          </p:nvSpPr>
          <p:spPr>
            <a:xfrm>
              <a:off x="1628139" y="15722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74000"/>
            </a:solidFill>
          </p:spPr>
          <p:txBody>
            <a:bodyPr wrap="square" lIns="0" tIns="0" rIns="0" bIns="0" rtlCol="0"/>
            <a:lstStyle/>
            <a:p/>
          </p:txBody>
        </p:sp>
        <p:sp>
          <p:nvSpPr>
            <p:cNvPr id="567" name="object 567"/>
            <p:cNvSpPr/>
            <p:nvPr/>
          </p:nvSpPr>
          <p:spPr>
            <a:xfrm>
              <a:off x="1628139" y="15798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583F00"/>
            </a:solidFill>
          </p:spPr>
          <p:txBody>
            <a:bodyPr wrap="square" lIns="0" tIns="0" rIns="0" bIns="0" rtlCol="0"/>
            <a:lstStyle/>
            <a:p/>
          </p:txBody>
        </p:sp>
        <p:sp>
          <p:nvSpPr>
            <p:cNvPr id="568" name="object 568"/>
            <p:cNvSpPr/>
            <p:nvPr/>
          </p:nvSpPr>
          <p:spPr>
            <a:xfrm>
              <a:off x="1628139" y="1588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93E00"/>
            </a:solidFill>
          </p:spPr>
          <p:txBody>
            <a:bodyPr wrap="square" lIns="0" tIns="0" rIns="0" bIns="0" rtlCol="0"/>
            <a:lstStyle/>
            <a:p/>
          </p:txBody>
        </p:sp>
        <p:sp>
          <p:nvSpPr>
            <p:cNvPr id="569" name="object 569"/>
            <p:cNvSpPr/>
            <p:nvPr/>
          </p:nvSpPr>
          <p:spPr>
            <a:xfrm>
              <a:off x="1628139" y="1596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A3D00"/>
            </a:solidFill>
          </p:spPr>
          <p:txBody>
            <a:bodyPr wrap="square" lIns="0" tIns="0" rIns="0" bIns="0" rtlCol="0"/>
            <a:lstStyle/>
            <a:p/>
          </p:txBody>
        </p:sp>
        <p:sp>
          <p:nvSpPr>
            <p:cNvPr id="570" name="object 570"/>
            <p:cNvSpPr/>
            <p:nvPr/>
          </p:nvSpPr>
          <p:spPr>
            <a:xfrm>
              <a:off x="1628139" y="16040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B3C00"/>
            </a:solidFill>
          </p:spPr>
          <p:txBody>
            <a:bodyPr wrap="square" lIns="0" tIns="0" rIns="0" bIns="0" rtlCol="0"/>
            <a:lstStyle/>
            <a:p/>
          </p:txBody>
        </p:sp>
        <p:sp>
          <p:nvSpPr>
            <p:cNvPr id="571" name="object 571"/>
            <p:cNvSpPr/>
            <p:nvPr/>
          </p:nvSpPr>
          <p:spPr>
            <a:xfrm>
              <a:off x="1628139" y="16129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C3B00"/>
            </a:solidFill>
          </p:spPr>
          <p:txBody>
            <a:bodyPr wrap="square" lIns="0" tIns="0" rIns="0" bIns="0" rtlCol="0"/>
            <a:lstStyle/>
            <a:p/>
          </p:txBody>
        </p:sp>
        <p:sp>
          <p:nvSpPr>
            <p:cNvPr id="572" name="object 572"/>
            <p:cNvSpPr/>
            <p:nvPr/>
          </p:nvSpPr>
          <p:spPr>
            <a:xfrm>
              <a:off x="1628139" y="1620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D3A00"/>
            </a:solidFill>
          </p:spPr>
          <p:txBody>
            <a:bodyPr wrap="square" lIns="0" tIns="0" rIns="0" bIns="0" rtlCol="0"/>
            <a:lstStyle/>
            <a:p/>
          </p:txBody>
        </p:sp>
        <p:sp>
          <p:nvSpPr>
            <p:cNvPr id="573" name="object 573"/>
            <p:cNvSpPr/>
            <p:nvPr/>
          </p:nvSpPr>
          <p:spPr>
            <a:xfrm>
              <a:off x="1628139" y="1628140"/>
              <a:ext cx="82550" cy="8890"/>
            </a:xfrm>
            <a:custGeom>
              <a:avLst/>
              <a:gdLst/>
              <a:ahLst/>
              <a:cxnLst/>
              <a:rect l="l" t="t" r="r" b="b"/>
              <a:pathLst>
                <a:path w="82550" h="8889">
                  <a:moveTo>
                    <a:pt x="82550" y="0"/>
                  </a:moveTo>
                  <a:lnTo>
                    <a:pt x="0" y="0"/>
                  </a:lnTo>
                  <a:lnTo>
                    <a:pt x="0" y="8889"/>
                  </a:lnTo>
                  <a:lnTo>
                    <a:pt x="82550" y="8889"/>
                  </a:lnTo>
                  <a:lnTo>
                    <a:pt x="82550" y="0"/>
                  </a:lnTo>
                  <a:close/>
                </a:path>
              </a:pathLst>
            </a:custGeom>
            <a:solidFill>
              <a:srgbClr val="5E3900"/>
            </a:solidFill>
          </p:spPr>
          <p:txBody>
            <a:bodyPr wrap="square" lIns="0" tIns="0" rIns="0" bIns="0" rtlCol="0"/>
            <a:lstStyle/>
            <a:p/>
          </p:txBody>
        </p:sp>
        <p:sp>
          <p:nvSpPr>
            <p:cNvPr id="574" name="object 574"/>
            <p:cNvSpPr/>
            <p:nvPr/>
          </p:nvSpPr>
          <p:spPr>
            <a:xfrm>
              <a:off x="1628139" y="16370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F3800"/>
            </a:solidFill>
          </p:spPr>
          <p:txBody>
            <a:bodyPr wrap="square" lIns="0" tIns="0" rIns="0" bIns="0" rtlCol="0"/>
            <a:lstStyle/>
            <a:p/>
          </p:txBody>
        </p:sp>
        <p:sp>
          <p:nvSpPr>
            <p:cNvPr id="575" name="object 575"/>
            <p:cNvSpPr/>
            <p:nvPr/>
          </p:nvSpPr>
          <p:spPr>
            <a:xfrm>
              <a:off x="1628139" y="16446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03700"/>
            </a:solidFill>
          </p:spPr>
          <p:txBody>
            <a:bodyPr wrap="square" lIns="0" tIns="0" rIns="0" bIns="0" rtlCol="0"/>
            <a:lstStyle/>
            <a:p/>
          </p:txBody>
        </p:sp>
        <p:sp>
          <p:nvSpPr>
            <p:cNvPr id="576" name="object 576"/>
            <p:cNvSpPr/>
            <p:nvPr/>
          </p:nvSpPr>
          <p:spPr>
            <a:xfrm>
              <a:off x="1628139" y="1652270"/>
              <a:ext cx="82550" cy="8890"/>
            </a:xfrm>
            <a:custGeom>
              <a:avLst/>
              <a:gdLst/>
              <a:ahLst/>
              <a:cxnLst/>
              <a:rect l="l" t="t" r="r" b="b"/>
              <a:pathLst>
                <a:path w="82550" h="8889">
                  <a:moveTo>
                    <a:pt x="82550" y="0"/>
                  </a:moveTo>
                  <a:lnTo>
                    <a:pt x="0" y="0"/>
                  </a:lnTo>
                  <a:lnTo>
                    <a:pt x="0" y="8889"/>
                  </a:lnTo>
                  <a:lnTo>
                    <a:pt x="82550" y="8889"/>
                  </a:lnTo>
                  <a:lnTo>
                    <a:pt x="82550" y="0"/>
                  </a:lnTo>
                  <a:close/>
                </a:path>
              </a:pathLst>
            </a:custGeom>
            <a:solidFill>
              <a:srgbClr val="613600"/>
            </a:solidFill>
          </p:spPr>
          <p:txBody>
            <a:bodyPr wrap="square" lIns="0" tIns="0" rIns="0" bIns="0" rtlCol="0"/>
            <a:lstStyle/>
            <a:p/>
          </p:txBody>
        </p:sp>
        <p:sp>
          <p:nvSpPr>
            <p:cNvPr id="577" name="object 577"/>
            <p:cNvSpPr/>
            <p:nvPr/>
          </p:nvSpPr>
          <p:spPr>
            <a:xfrm>
              <a:off x="1628139" y="1661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23500"/>
            </a:solidFill>
          </p:spPr>
          <p:txBody>
            <a:bodyPr wrap="square" lIns="0" tIns="0" rIns="0" bIns="0" rtlCol="0"/>
            <a:lstStyle/>
            <a:p/>
          </p:txBody>
        </p:sp>
        <p:sp>
          <p:nvSpPr>
            <p:cNvPr id="578" name="object 578"/>
            <p:cNvSpPr/>
            <p:nvPr/>
          </p:nvSpPr>
          <p:spPr>
            <a:xfrm>
              <a:off x="1628139" y="1668780"/>
              <a:ext cx="82550" cy="8890"/>
            </a:xfrm>
            <a:custGeom>
              <a:avLst/>
              <a:gdLst/>
              <a:ahLst/>
              <a:cxnLst/>
              <a:rect l="l" t="t" r="r" b="b"/>
              <a:pathLst>
                <a:path w="82550" h="8889">
                  <a:moveTo>
                    <a:pt x="82550" y="0"/>
                  </a:moveTo>
                  <a:lnTo>
                    <a:pt x="0" y="0"/>
                  </a:lnTo>
                  <a:lnTo>
                    <a:pt x="0" y="8890"/>
                  </a:lnTo>
                  <a:lnTo>
                    <a:pt x="82550" y="8890"/>
                  </a:lnTo>
                  <a:lnTo>
                    <a:pt x="82550" y="0"/>
                  </a:lnTo>
                  <a:close/>
                </a:path>
              </a:pathLst>
            </a:custGeom>
            <a:solidFill>
              <a:srgbClr val="633400"/>
            </a:solidFill>
          </p:spPr>
          <p:txBody>
            <a:bodyPr wrap="square" lIns="0" tIns="0" rIns="0" bIns="0" rtlCol="0"/>
            <a:lstStyle/>
            <a:p/>
          </p:txBody>
        </p:sp>
      </p:grpSp>
      <p:grpSp>
        <p:nvGrpSpPr>
          <p:cNvPr id="579" name="object 579"/>
          <p:cNvGrpSpPr/>
          <p:nvPr/>
        </p:nvGrpSpPr>
        <p:grpSpPr>
          <a:xfrm>
            <a:off x="1794510" y="1056639"/>
            <a:ext cx="204470" cy="833119"/>
            <a:chOff x="1794510" y="1056639"/>
            <a:chExt cx="204470" cy="833119"/>
          </a:xfrm>
        </p:grpSpPr>
        <p:sp>
          <p:nvSpPr>
            <p:cNvPr id="580" name="object 580"/>
            <p:cNvSpPr/>
            <p:nvPr/>
          </p:nvSpPr>
          <p:spPr>
            <a:xfrm>
              <a:off x="1794510" y="1056639"/>
              <a:ext cx="153670" cy="15240"/>
            </a:xfrm>
            <a:custGeom>
              <a:avLst/>
              <a:gdLst/>
              <a:ahLst/>
              <a:cxnLst/>
              <a:rect l="l" t="t" r="r" b="b"/>
              <a:pathLst>
                <a:path w="153669" h="15240">
                  <a:moveTo>
                    <a:pt x="78740" y="14097"/>
                  </a:moveTo>
                  <a:lnTo>
                    <a:pt x="0" y="14097"/>
                  </a:lnTo>
                  <a:lnTo>
                    <a:pt x="0" y="15240"/>
                  </a:lnTo>
                  <a:lnTo>
                    <a:pt x="78740" y="15240"/>
                  </a:lnTo>
                  <a:lnTo>
                    <a:pt x="78740" y="14097"/>
                  </a:lnTo>
                  <a:close/>
                </a:path>
                <a:path w="153669" h="15240">
                  <a:moveTo>
                    <a:pt x="78740" y="12700"/>
                  </a:moveTo>
                  <a:lnTo>
                    <a:pt x="0" y="12700"/>
                  </a:lnTo>
                  <a:lnTo>
                    <a:pt x="0" y="13970"/>
                  </a:lnTo>
                  <a:lnTo>
                    <a:pt x="78740" y="13970"/>
                  </a:lnTo>
                  <a:lnTo>
                    <a:pt x="78740" y="12700"/>
                  </a:lnTo>
                  <a:close/>
                </a:path>
                <a:path w="153669" h="15240">
                  <a:moveTo>
                    <a:pt x="129540" y="0"/>
                  </a:moveTo>
                  <a:lnTo>
                    <a:pt x="124460" y="0"/>
                  </a:lnTo>
                  <a:lnTo>
                    <a:pt x="124460" y="1270"/>
                  </a:lnTo>
                  <a:lnTo>
                    <a:pt x="129540" y="1270"/>
                  </a:lnTo>
                  <a:lnTo>
                    <a:pt x="129540" y="0"/>
                  </a:lnTo>
                  <a:close/>
                </a:path>
                <a:path w="153669" h="15240">
                  <a:moveTo>
                    <a:pt x="138430" y="3937"/>
                  </a:moveTo>
                  <a:lnTo>
                    <a:pt x="135890" y="3937"/>
                  </a:lnTo>
                  <a:lnTo>
                    <a:pt x="135890" y="2540"/>
                  </a:lnTo>
                  <a:lnTo>
                    <a:pt x="134620" y="2540"/>
                  </a:lnTo>
                  <a:lnTo>
                    <a:pt x="134620" y="1397"/>
                  </a:lnTo>
                  <a:lnTo>
                    <a:pt x="134620" y="1270"/>
                  </a:lnTo>
                  <a:lnTo>
                    <a:pt x="129540" y="1270"/>
                  </a:lnTo>
                  <a:lnTo>
                    <a:pt x="129540" y="1397"/>
                  </a:lnTo>
                  <a:lnTo>
                    <a:pt x="124460" y="1397"/>
                  </a:lnTo>
                  <a:lnTo>
                    <a:pt x="124460" y="1270"/>
                  </a:lnTo>
                  <a:lnTo>
                    <a:pt x="114300" y="1270"/>
                  </a:lnTo>
                  <a:lnTo>
                    <a:pt x="114300" y="2540"/>
                  </a:lnTo>
                  <a:lnTo>
                    <a:pt x="110490" y="2540"/>
                  </a:lnTo>
                  <a:lnTo>
                    <a:pt x="110490" y="3937"/>
                  </a:lnTo>
                  <a:lnTo>
                    <a:pt x="109220" y="3937"/>
                  </a:lnTo>
                  <a:lnTo>
                    <a:pt x="109220" y="5080"/>
                  </a:lnTo>
                  <a:lnTo>
                    <a:pt x="138430" y="5080"/>
                  </a:lnTo>
                  <a:lnTo>
                    <a:pt x="138430" y="3937"/>
                  </a:lnTo>
                  <a:close/>
                </a:path>
                <a:path w="153669" h="15240">
                  <a:moveTo>
                    <a:pt x="143510" y="6350"/>
                  </a:moveTo>
                  <a:lnTo>
                    <a:pt x="139687" y="6350"/>
                  </a:lnTo>
                  <a:lnTo>
                    <a:pt x="139687" y="5207"/>
                  </a:lnTo>
                  <a:lnTo>
                    <a:pt x="139687" y="5080"/>
                  </a:lnTo>
                  <a:lnTo>
                    <a:pt x="138430" y="5080"/>
                  </a:lnTo>
                  <a:lnTo>
                    <a:pt x="138430" y="5207"/>
                  </a:lnTo>
                  <a:lnTo>
                    <a:pt x="109220" y="5207"/>
                  </a:lnTo>
                  <a:lnTo>
                    <a:pt x="109220" y="5080"/>
                  </a:lnTo>
                  <a:lnTo>
                    <a:pt x="106680" y="5080"/>
                  </a:lnTo>
                  <a:lnTo>
                    <a:pt x="106680" y="6350"/>
                  </a:lnTo>
                  <a:lnTo>
                    <a:pt x="105410" y="6350"/>
                  </a:lnTo>
                  <a:lnTo>
                    <a:pt x="105410" y="7620"/>
                  </a:lnTo>
                  <a:lnTo>
                    <a:pt x="143510" y="7620"/>
                  </a:lnTo>
                  <a:lnTo>
                    <a:pt x="143510" y="6350"/>
                  </a:lnTo>
                  <a:close/>
                </a:path>
                <a:path w="153669" h="15240">
                  <a:moveTo>
                    <a:pt x="148590" y="10287"/>
                  </a:moveTo>
                  <a:lnTo>
                    <a:pt x="147320" y="10287"/>
                  </a:lnTo>
                  <a:lnTo>
                    <a:pt x="147320" y="8890"/>
                  </a:lnTo>
                  <a:lnTo>
                    <a:pt x="144780" y="8890"/>
                  </a:lnTo>
                  <a:lnTo>
                    <a:pt x="144780" y="7747"/>
                  </a:lnTo>
                  <a:lnTo>
                    <a:pt x="144780" y="7620"/>
                  </a:lnTo>
                  <a:lnTo>
                    <a:pt x="143510" y="7620"/>
                  </a:lnTo>
                  <a:lnTo>
                    <a:pt x="143510" y="7747"/>
                  </a:lnTo>
                  <a:lnTo>
                    <a:pt x="105410" y="7747"/>
                  </a:lnTo>
                  <a:lnTo>
                    <a:pt x="105410" y="7620"/>
                  </a:lnTo>
                  <a:lnTo>
                    <a:pt x="104140" y="7620"/>
                  </a:lnTo>
                  <a:lnTo>
                    <a:pt x="104140" y="8890"/>
                  </a:lnTo>
                  <a:lnTo>
                    <a:pt x="102870" y="8890"/>
                  </a:lnTo>
                  <a:lnTo>
                    <a:pt x="102870" y="10287"/>
                  </a:lnTo>
                  <a:lnTo>
                    <a:pt x="101600" y="10287"/>
                  </a:lnTo>
                  <a:lnTo>
                    <a:pt x="101600" y="11430"/>
                  </a:lnTo>
                  <a:lnTo>
                    <a:pt x="148590" y="11430"/>
                  </a:lnTo>
                  <a:lnTo>
                    <a:pt x="148590" y="10287"/>
                  </a:lnTo>
                  <a:close/>
                </a:path>
                <a:path w="153669" h="15240">
                  <a:moveTo>
                    <a:pt x="152387" y="12700"/>
                  </a:moveTo>
                  <a:lnTo>
                    <a:pt x="149860" y="12700"/>
                  </a:lnTo>
                  <a:lnTo>
                    <a:pt x="149860" y="11557"/>
                  </a:lnTo>
                  <a:lnTo>
                    <a:pt x="149860" y="11430"/>
                  </a:lnTo>
                  <a:lnTo>
                    <a:pt x="148590" y="11430"/>
                  </a:lnTo>
                  <a:lnTo>
                    <a:pt x="148590" y="11557"/>
                  </a:lnTo>
                  <a:lnTo>
                    <a:pt x="101600" y="11557"/>
                  </a:lnTo>
                  <a:lnTo>
                    <a:pt x="101600" y="11430"/>
                  </a:lnTo>
                  <a:lnTo>
                    <a:pt x="100330" y="11430"/>
                  </a:lnTo>
                  <a:lnTo>
                    <a:pt x="100330" y="12700"/>
                  </a:lnTo>
                  <a:lnTo>
                    <a:pt x="99060" y="12700"/>
                  </a:lnTo>
                  <a:lnTo>
                    <a:pt x="99060" y="13970"/>
                  </a:lnTo>
                  <a:lnTo>
                    <a:pt x="152387" y="13970"/>
                  </a:lnTo>
                  <a:lnTo>
                    <a:pt x="152387" y="12700"/>
                  </a:lnTo>
                  <a:close/>
                </a:path>
                <a:path w="153669" h="15240">
                  <a:moveTo>
                    <a:pt x="153670" y="13970"/>
                  </a:moveTo>
                  <a:lnTo>
                    <a:pt x="152387" y="13970"/>
                  </a:lnTo>
                  <a:lnTo>
                    <a:pt x="152387" y="14097"/>
                  </a:lnTo>
                  <a:lnTo>
                    <a:pt x="99060" y="14097"/>
                  </a:lnTo>
                  <a:lnTo>
                    <a:pt x="99060" y="15240"/>
                  </a:lnTo>
                  <a:lnTo>
                    <a:pt x="153670" y="15240"/>
                  </a:lnTo>
                  <a:lnTo>
                    <a:pt x="153670" y="13970"/>
                  </a:lnTo>
                  <a:close/>
                </a:path>
              </a:pathLst>
            </a:custGeom>
            <a:solidFill>
              <a:srgbClr val="009800"/>
            </a:solidFill>
          </p:spPr>
          <p:txBody>
            <a:bodyPr wrap="square" lIns="0" tIns="0" rIns="0" bIns="0" rtlCol="0"/>
            <a:lstStyle/>
            <a:p/>
          </p:txBody>
        </p:sp>
        <p:sp>
          <p:nvSpPr>
            <p:cNvPr id="581" name="object 581"/>
            <p:cNvSpPr/>
            <p:nvPr/>
          </p:nvSpPr>
          <p:spPr>
            <a:xfrm>
              <a:off x="1794510" y="1071879"/>
              <a:ext cx="160020" cy="8890"/>
            </a:xfrm>
            <a:custGeom>
              <a:avLst/>
              <a:gdLst/>
              <a:ahLst/>
              <a:cxnLst/>
              <a:rect l="l" t="t" r="r" b="b"/>
              <a:pathLst>
                <a:path w="160019" h="8890">
                  <a:moveTo>
                    <a:pt x="78739" y="5207"/>
                  </a:moveTo>
                  <a:lnTo>
                    <a:pt x="0" y="5207"/>
                  </a:lnTo>
                  <a:lnTo>
                    <a:pt x="0" y="8890"/>
                  </a:lnTo>
                  <a:lnTo>
                    <a:pt x="78739" y="8890"/>
                  </a:lnTo>
                  <a:lnTo>
                    <a:pt x="78739" y="5207"/>
                  </a:lnTo>
                  <a:close/>
                </a:path>
                <a:path w="160019" h="8890">
                  <a:moveTo>
                    <a:pt x="160019" y="7747"/>
                  </a:moveTo>
                  <a:lnTo>
                    <a:pt x="90169" y="7747"/>
                  </a:lnTo>
                  <a:lnTo>
                    <a:pt x="90169" y="8890"/>
                  </a:lnTo>
                  <a:lnTo>
                    <a:pt x="160019" y="8890"/>
                  </a:lnTo>
                  <a:lnTo>
                    <a:pt x="160019" y="7747"/>
                  </a:lnTo>
                  <a:close/>
                </a:path>
                <a:path w="160019" h="8890">
                  <a:moveTo>
                    <a:pt x="158750" y="6350"/>
                  </a:moveTo>
                  <a:lnTo>
                    <a:pt x="91439" y="6350"/>
                  </a:lnTo>
                  <a:lnTo>
                    <a:pt x="91439" y="7747"/>
                  </a:lnTo>
                  <a:lnTo>
                    <a:pt x="158750" y="7747"/>
                  </a:lnTo>
                  <a:lnTo>
                    <a:pt x="158750" y="6350"/>
                  </a:lnTo>
                  <a:close/>
                </a:path>
                <a:path w="160019" h="8890">
                  <a:moveTo>
                    <a:pt x="93979" y="5080"/>
                  </a:moveTo>
                  <a:lnTo>
                    <a:pt x="92709" y="5080"/>
                  </a:lnTo>
                  <a:lnTo>
                    <a:pt x="92709" y="6350"/>
                  </a:lnTo>
                  <a:lnTo>
                    <a:pt x="157479" y="6350"/>
                  </a:lnTo>
                  <a:lnTo>
                    <a:pt x="157479" y="5207"/>
                  </a:lnTo>
                  <a:lnTo>
                    <a:pt x="93979" y="5207"/>
                  </a:lnTo>
                  <a:close/>
                </a:path>
                <a:path w="160019" h="8890">
                  <a:moveTo>
                    <a:pt x="157479" y="5080"/>
                  </a:moveTo>
                  <a:lnTo>
                    <a:pt x="156209" y="5080"/>
                  </a:lnTo>
                  <a:lnTo>
                    <a:pt x="157479" y="5207"/>
                  </a:lnTo>
                  <a:close/>
                </a:path>
                <a:path w="160019" h="8890">
                  <a:moveTo>
                    <a:pt x="156209" y="3810"/>
                  </a:moveTo>
                  <a:lnTo>
                    <a:pt x="93979" y="3810"/>
                  </a:lnTo>
                  <a:lnTo>
                    <a:pt x="93979" y="5080"/>
                  </a:lnTo>
                  <a:lnTo>
                    <a:pt x="156209" y="5080"/>
                  </a:lnTo>
                  <a:lnTo>
                    <a:pt x="156209" y="3810"/>
                  </a:lnTo>
                  <a:close/>
                </a:path>
                <a:path w="160019" h="8890">
                  <a:moveTo>
                    <a:pt x="96519" y="2539"/>
                  </a:moveTo>
                  <a:lnTo>
                    <a:pt x="95250" y="2539"/>
                  </a:lnTo>
                  <a:lnTo>
                    <a:pt x="95250" y="3810"/>
                  </a:lnTo>
                  <a:lnTo>
                    <a:pt x="154939" y="3810"/>
                  </a:lnTo>
                  <a:lnTo>
                    <a:pt x="154939" y="2667"/>
                  </a:lnTo>
                  <a:lnTo>
                    <a:pt x="96519" y="2667"/>
                  </a:lnTo>
                  <a:lnTo>
                    <a:pt x="96519" y="2539"/>
                  </a:lnTo>
                  <a:close/>
                </a:path>
                <a:path w="160019" h="8890">
                  <a:moveTo>
                    <a:pt x="154939" y="1397"/>
                  </a:moveTo>
                  <a:lnTo>
                    <a:pt x="96519" y="1397"/>
                  </a:lnTo>
                  <a:lnTo>
                    <a:pt x="96519" y="2539"/>
                  </a:lnTo>
                  <a:lnTo>
                    <a:pt x="154939" y="2539"/>
                  </a:lnTo>
                  <a:lnTo>
                    <a:pt x="154939" y="1397"/>
                  </a:lnTo>
                  <a:close/>
                </a:path>
                <a:path w="160019" h="8890">
                  <a:moveTo>
                    <a:pt x="153669" y="0"/>
                  </a:moveTo>
                  <a:lnTo>
                    <a:pt x="97789" y="0"/>
                  </a:lnTo>
                  <a:lnTo>
                    <a:pt x="97789" y="1397"/>
                  </a:lnTo>
                  <a:lnTo>
                    <a:pt x="153669" y="1397"/>
                  </a:lnTo>
                  <a:lnTo>
                    <a:pt x="153669" y="0"/>
                  </a:lnTo>
                  <a:close/>
                </a:path>
                <a:path w="160019" h="8890">
                  <a:moveTo>
                    <a:pt x="78739" y="2667"/>
                  </a:moveTo>
                  <a:lnTo>
                    <a:pt x="0" y="2667"/>
                  </a:lnTo>
                  <a:lnTo>
                    <a:pt x="0" y="5080"/>
                  </a:lnTo>
                  <a:lnTo>
                    <a:pt x="78739" y="5080"/>
                  </a:lnTo>
                  <a:lnTo>
                    <a:pt x="78739" y="2667"/>
                  </a:lnTo>
                  <a:close/>
                </a:path>
                <a:path w="160019" h="8890">
                  <a:moveTo>
                    <a:pt x="78739" y="0"/>
                  </a:moveTo>
                  <a:lnTo>
                    <a:pt x="0" y="0"/>
                  </a:lnTo>
                  <a:lnTo>
                    <a:pt x="0" y="2539"/>
                  </a:lnTo>
                  <a:lnTo>
                    <a:pt x="78739" y="2539"/>
                  </a:lnTo>
                  <a:lnTo>
                    <a:pt x="78739" y="0"/>
                  </a:lnTo>
                  <a:close/>
                </a:path>
              </a:pathLst>
            </a:custGeom>
            <a:solidFill>
              <a:srgbClr val="009700"/>
            </a:solidFill>
          </p:spPr>
          <p:txBody>
            <a:bodyPr wrap="square" lIns="0" tIns="0" rIns="0" bIns="0" rtlCol="0"/>
            <a:lstStyle/>
            <a:p/>
          </p:txBody>
        </p:sp>
        <p:sp>
          <p:nvSpPr>
            <p:cNvPr id="582" name="object 582"/>
            <p:cNvSpPr/>
            <p:nvPr/>
          </p:nvSpPr>
          <p:spPr>
            <a:xfrm>
              <a:off x="1794510" y="1080769"/>
              <a:ext cx="163830" cy="7620"/>
            </a:xfrm>
            <a:custGeom>
              <a:avLst/>
              <a:gdLst/>
              <a:ahLst/>
              <a:cxnLst/>
              <a:rect l="l" t="t" r="r" b="b"/>
              <a:pathLst>
                <a:path w="163830" h="7619">
                  <a:moveTo>
                    <a:pt x="78739" y="6476"/>
                  </a:moveTo>
                  <a:lnTo>
                    <a:pt x="0" y="6476"/>
                  </a:lnTo>
                  <a:lnTo>
                    <a:pt x="0" y="7619"/>
                  </a:lnTo>
                  <a:lnTo>
                    <a:pt x="78739" y="7619"/>
                  </a:lnTo>
                  <a:lnTo>
                    <a:pt x="78739" y="6476"/>
                  </a:lnTo>
                  <a:close/>
                </a:path>
                <a:path w="163830" h="7619">
                  <a:moveTo>
                    <a:pt x="163829" y="6349"/>
                  </a:moveTo>
                  <a:lnTo>
                    <a:pt x="162559" y="6349"/>
                  </a:lnTo>
                  <a:lnTo>
                    <a:pt x="162559" y="6476"/>
                  </a:lnTo>
                  <a:lnTo>
                    <a:pt x="86359" y="6476"/>
                  </a:lnTo>
                  <a:lnTo>
                    <a:pt x="86359" y="7619"/>
                  </a:lnTo>
                  <a:lnTo>
                    <a:pt x="163829" y="7619"/>
                  </a:lnTo>
                  <a:lnTo>
                    <a:pt x="163829" y="6349"/>
                  </a:lnTo>
                  <a:close/>
                </a:path>
                <a:path w="163830" h="7619">
                  <a:moveTo>
                    <a:pt x="162559" y="3809"/>
                  </a:moveTo>
                  <a:lnTo>
                    <a:pt x="87629" y="3809"/>
                  </a:lnTo>
                  <a:lnTo>
                    <a:pt x="87629" y="5206"/>
                  </a:lnTo>
                  <a:lnTo>
                    <a:pt x="86359" y="5206"/>
                  </a:lnTo>
                  <a:lnTo>
                    <a:pt x="86359" y="6349"/>
                  </a:lnTo>
                  <a:lnTo>
                    <a:pt x="162559" y="6349"/>
                  </a:lnTo>
                  <a:lnTo>
                    <a:pt x="162559" y="3809"/>
                  </a:lnTo>
                  <a:close/>
                </a:path>
                <a:path w="163830" h="7619">
                  <a:moveTo>
                    <a:pt x="161289" y="1269"/>
                  </a:moveTo>
                  <a:lnTo>
                    <a:pt x="88900" y="1269"/>
                  </a:lnTo>
                  <a:lnTo>
                    <a:pt x="88900" y="3809"/>
                  </a:lnTo>
                  <a:lnTo>
                    <a:pt x="161289" y="3809"/>
                  </a:lnTo>
                  <a:lnTo>
                    <a:pt x="161289" y="1269"/>
                  </a:lnTo>
                  <a:close/>
                </a:path>
                <a:path w="163830" h="7619">
                  <a:moveTo>
                    <a:pt x="160019" y="0"/>
                  </a:moveTo>
                  <a:lnTo>
                    <a:pt x="90169" y="0"/>
                  </a:lnTo>
                  <a:lnTo>
                    <a:pt x="90169" y="1269"/>
                  </a:lnTo>
                  <a:lnTo>
                    <a:pt x="160019" y="1269"/>
                  </a:lnTo>
                  <a:lnTo>
                    <a:pt x="160019" y="0"/>
                  </a:lnTo>
                  <a:close/>
                </a:path>
                <a:path w="163830" h="7619">
                  <a:moveTo>
                    <a:pt x="78739" y="0"/>
                  </a:moveTo>
                  <a:lnTo>
                    <a:pt x="0" y="0"/>
                  </a:lnTo>
                  <a:lnTo>
                    <a:pt x="0" y="6349"/>
                  </a:lnTo>
                  <a:lnTo>
                    <a:pt x="78739" y="6349"/>
                  </a:lnTo>
                  <a:lnTo>
                    <a:pt x="78739" y="0"/>
                  </a:lnTo>
                  <a:close/>
                </a:path>
              </a:pathLst>
            </a:custGeom>
            <a:solidFill>
              <a:srgbClr val="019600"/>
            </a:solidFill>
          </p:spPr>
          <p:txBody>
            <a:bodyPr wrap="square" lIns="0" tIns="0" rIns="0" bIns="0" rtlCol="0"/>
            <a:lstStyle/>
            <a:p/>
          </p:txBody>
        </p:sp>
        <p:sp>
          <p:nvSpPr>
            <p:cNvPr id="583" name="object 583"/>
            <p:cNvSpPr/>
            <p:nvPr/>
          </p:nvSpPr>
          <p:spPr>
            <a:xfrm>
              <a:off x="1794510" y="1088389"/>
              <a:ext cx="167640" cy="7620"/>
            </a:xfrm>
            <a:custGeom>
              <a:avLst/>
              <a:gdLst/>
              <a:ahLst/>
              <a:cxnLst/>
              <a:rect l="l" t="t" r="r" b="b"/>
              <a:pathLst>
                <a:path w="167639" h="7619">
                  <a:moveTo>
                    <a:pt x="83819" y="5079"/>
                  </a:moveTo>
                  <a:lnTo>
                    <a:pt x="82550" y="5079"/>
                  </a:lnTo>
                  <a:lnTo>
                    <a:pt x="82550" y="7620"/>
                  </a:lnTo>
                  <a:lnTo>
                    <a:pt x="167639" y="7620"/>
                  </a:lnTo>
                  <a:lnTo>
                    <a:pt x="167639" y="6350"/>
                  </a:lnTo>
                  <a:lnTo>
                    <a:pt x="166369" y="6350"/>
                  </a:lnTo>
                  <a:lnTo>
                    <a:pt x="166369" y="5207"/>
                  </a:lnTo>
                  <a:lnTo>
                    <a:pt x="83819" y="5207"/>
                  </a:lnTo>
                  <a:lnTo>
                    <a:pt x="83819" y="5079"/>
                  </a:lnTo>
                  <a:close/>
                </a:path>
                <a:path w="167639" h="7619">
                  <a:moveTo>
                    <a:pt x="165100" y="1270"/>
                  </a:moveTo>
                  <a:lnTo>
                    <a:pt x="163829" y="1270"/>
                  </a:lnTo>
                  <a:lnTo>
                    <a:pt x="85089" y="1397"/>
                  </a:lnTo>
                  <a:lnTo>
                    <a:pt x="85089" y="2539"/>
                  </a:lnTo>
                  <a:lnTo>
                    <a:pt x="83819" y="2539"/>
                  </a:lnTo>
                  <a:lnTo>
                    <a:pt x="83819" y="5079"/>
                  </a:lnTo>
                  <a:lnTo>
                    <a:pt x="166369" y="5079"/>
                  </a:lnTo>
                  <a:lnTo>
                    <a:pt x="166369" y="3937"/>
                  </a:lnTo>
                  <a:lnTo>
                    <a:pt x="165100" y="3937"/>
                  </a:lnTo>
                  <a:lnTo>
                    <a:pt x="165100" y="1270"/>
                  </a:lnTo>
                  <a:close/>
                </a:path>
                <a:path w="167639" h="7619">
                  <a:moveTo>
                    <a:pt x="163829" y="0"/>
                  </a:moveTo>
                  <a:lnTo>
                    <a:pt x="85089" y="0"/>
                  </a:lnTo>
                  <a:lnTo>
                    <a:pt x="85089" y="1270"/>
                  </a:lnTo>
                  <a:lnTo>
                    <a:pt x="163829" y="1270"/>
                  </a:lnTo>
                  <a:lnTo>
                    <a:pt x="163829" y="0"/>
                  </a:lnTo>
                  <a:close/>
                </a:path>
                <a:path w="167639" h="7619">
                  <a:moveTo>
                    <a:pt x="78739" y="5207"/>
                  </a:moveTo>
                  <a:lnTo>
                    <a:pt x="0" y="5207"/>
                  </a:lnTo>
                  <a:lnTo>
                    <a:pt x="0" y="7620"/>
                  </a:lnTo>
                  <a:lnTo>
                    <a:pt x="78739" y="7620"/>
                  </a:lnTo>
                  <a:lnTo>
                    <a:pt x="78739" y="5207"/>
                  </a:lnTo>
                  <a:close/>
                </a:path>
                <a:path w="167639" h="7619">
                  <a:moveTo>
                    <a:pt x="78739" y="1397"/>
                  </a:moveTo>
                  <a:lnTo>
                    <a:pt x="0" y="1397"/>
                  </a:lnTo>
                  <a:lnTo>
                    <a:pt x="0" y="5079"/>
                  </a:lnTo>
                  <a:lnTo>
                    <a:pt x="78739" y="5079"/>
                  </a:lnTo>
                  <a:lnTo>
                    <a:pt x="78739" y="1397"/>
                  </a:lnTo>
                  <a:close/>
                </a:path>
                <a:path w="167639" h="7619">
                  <a:moveTo>
                    <a:pt x="78739" y="0"/>
                  </a:moveTo>
                  <a:lnTo>
                    <a:pt x="0" y="0"/>
                  </a:lnTo>
                  <a:lnTo>
                    <a:pt x="0" y="1270"/>
                  </a:lnTo>
                  <a:lnTo>
                    <a:pt x="78739" y="1270"/>
                  </a:lnTo>
                  <a:lnTo>
                    <a:pt x="78739" y="0"/>
                  </a:lnTo>
                  <a:close/>
                </a:path>
              </a:pathLst>
            </a:custGeom>
            <a:solidFill>
              <a:srgbClr val="029500"/>
            </a:solidFill>
          </p:spPr>
          <p:txBody>
            <a:bodyPr wrap="square" lIns="0" tIns="0" rIns="0" bIns="0" rtlCol="0"/>
            <a:lstStyle/>
            <a:p/>
          </p:txBody>
        </p:sp>
        <p:sp>
          <p:nvSpPr>
            <p:cNvPr id="584" name="object 584"/>
            <p:cNvSpPr/>
            <p:nvPr/>
          </p:nvSpPr>
          <p:spPr>
            <a:xfrm>
              <a:off x="1794510" y="1096009"/>
              <a:ext cx="171450" cy="8890"/>
            </a:xfrm>
            <a:custGeom>
              <a:avLst/>
              <a:gdLst/>
              <a:ahLst/>
              <a:cxnLst/>
              <a:rect l="l" t="t" r="r" b="b"/>
              <a:pathLst>
                <a:path w="171450" h="8890">
                  <a:moveTo>
                    <a:pt x="171450" y="7620"/>
                  </a:moveTo>
                  <a:lnTo>
                    <a:pt x="170180" y="7620"/>
                  </a:lnTo>
                  <a:lnTo>
                    <a:pt x="170180" y="3810"/>
                  </a:lnTo>
                  <a:lnTo>
                    <a:pt x="168910" y="3810"/>
                  </a:lnTo>
                  <a:lnTo>
                    <a:pt x="168910" y="2667"/>
                  </a:lnTo>
                  <a:lnTo>
                    <a:pt x="168910" y="2540"/>
                  </a:lnTo>
                  <a:lnTo>
                    <a:pt x="168910" y="1270"/>
                  </a:lnTo>
                  <a:lnTo>
                    <a:pt x="167640" y="1270"/>
                  </a:lnTo>
                  <a:lnTo>
                    <a:pt x="167640" y="0"/>
                  </a:lnTo>
                  <a:lnTo>
                    <a:pt x="81280" y="0"/>
                  </a:lnTo>
                  <a:lnTo>
                    <a:pt x="81280" y="1270"/>
                  </a:lnTo>
                  <a:lnTo>
                    <a:pt x="80010" y="1270"/>
                  </a:lnTo>
                  <a:lnTo>
                    <a:pt x="80010" y="2540"/>
                  </a:lnTo>
                  <a:lnTo>
                    <a:pt x="78740" y="2540"/>
                  </a:lnTo>
                  <a:lnTo>
                    <a:pt x="78740" y="0"/>
                  </a:lnTo>
                  <a:lnTo>
                    <a:pt x="0" y="0"/>
                  </a:lnTo>
                  <a:lnTo>
                    <a:pt x="0" y="2540"/>
                  </a:lnTo>
                  <a:lnTo>
                    <a:pt x="0" y="3810"/>
                  </a:lnTo>
                  <a:lnTo>
                    <a:pt x="0" y="7620"/>
                  </a:lnTo>
                  <a:lnTo>
                    <a:pt x="0" y="8890"/>
                  </a:lnTo>
                  <a:lnTo>
                    <a:pt x="171450" y="8890"/>
                  </a:lnTo>
                  <a:lnTo>
                    <a:pt x="171450" y="7620"/>
                  </a:lnTo>
                  <a:close/>
                </a:path>
              </a:pathLst>
            </a:custGeom>
            <a:solidFill>
              <a:srgbClr val="039400"/>
            </a:solidFill>
          </p:spPr>
          <p:txBody>
            <a:bodyPr wrap="square" lIns="0" tIns="0" rIns="0" bIns="0" rtlCol="0"/>
            <a:lstStyle/>
            <a:p/>
          </p:txBody>
        </p:sp>
        <p:sp>
          <p:nvSpPr>
            <p:cNvPr id="585" name="object 585"/>
            <p:cNvSpPr/>
            <p:nvPr/>
          </p:nvSpPr>
          <p:spPr>
            <a:xfrm>
              <a:off x="1794510" y="1104899"/>
              <a:ext cx="173990" cy="7620"/>
            </a:xfrm>
            <a:custGeom>
              <a:avLst/>
              <a:gdLst/>
              <a:ahLst/>
              <a:cxnLst/>
              <a:rect l="l" t="t" r="r" b="b"/>
              <a:pathLst>
                <a:path w="173989" h="7619">
                  <a:moveTo>
                    <a:pt x="173990" y="6350"/>
                  </a:moveTo>
                  <a:lnTo>
                    <a:pt x="172720" y="6350"/>
                  </a:lnTo>
                  <a:lnTo>
                    <a:pt x="172720" y="2540"/>
                  </a:lnTo>
                  <a:lnTo>
                    <a:pt x="171450" y="2540"/>
                  </a:lnTo>
                  <a:lnTo>
                    <a:pt x="171450" y="0"/>
                  </a:lnTo>
                  <a:lnTo>
                    <a:pt x="0" y="0"/>
                  </a:lnTo>
                  <a:lnTo>
                    <a:pt x="0" y="2540"/>
                  </a:lnTo>
                  <a:lnTo>
                    <a:pt x="0" y="6350"/>
                  </a:lnTo>
                  <a:lnTo>
                    <a:pt x="0" y="7620"/>
                  </a:lnTo>
                  <a:lnTo>
                    <a:pt x="173990" y="7620"/>
                  </a:lnTo>
                  <a:lnTo>
                    <a:pt x="173990" y="6350"/>
                  </a:lnTo>
                  <a:close/>
                </a:path>
              </a:pathLst>
            </a:custGeom>
            <a:solidFill>
              <a:srgbClr val="049300"/>
            </a:solidFill>
          </p:spPr>
          <p:txBody>
            <a:bodyPr wrap="square" lIns="0" tIns="0" rIns="0" bIns="0" rtlCol="0"/>
            <a:lstStyle/>
            <a:p/>
          </p:txBody>
        </p:sp>
        <p:sp>
          <p:nvSpPr>
            <p:cNvPr id="586" name="object 586"/>
            <p:cNvSpPr/>
            <p:nvPr/>
          </p:nvSpPr>
          <p:spPr>
            <a:xfrm>
              <a:off x="1794510" y="1112519"/>
              <a:ext cx="176530" cy="8890"/>
            </a:xfrm>
            <a:custGeom>
              <a:avLst/>
              <a:gdLst/>
              <a:ahLst/>
              <a:cxnLst/>
              <a:rect l="l" t="t" r="r" b="b"/>
              <a:pathLst>
                <a:path w="176530" h="8890">
                  <a:moveTo>
                    <a:pt x="176530" y="5080"/>
                  </a:moveTo>
                  <a:lnTo>
                    <a:pt x="175260" y="5080"/>
                  </a:lnTo>
                  <a:lnTo>
                    <a:pt x="175260" y="1270"/>
                  </a:lnTo>
                  <a:lnTo>
                    <a:pt x="173990" y="1270"/>
                  </a:lnTo>
                  <a:lnTo>
                    <a:pt x="173990" y="0"/>
                  </a:lnTo>
                  <a:lnTo>
                    <a:pt x="0" y="0"/>
                  </a:lnTo>
                  <a:lnTo>
                    <a:pt x="0" y="1270"/>
                  </a:lnTo>
                  <a:lnTo>
                    <a:pt x="0" y="5080"/>
                  </a:lnTo>
                  <a:lnTo>
                    <a:pt x="0" y="8890"/>
                  </a:lnTo>
                  <a:lnTo>
                    <a:pt x="176530" y="8890"/>
                  </a:lnTo>
                  <a:lnTo>
                    <a:pt x="176530" y="5080"/>
                  </a:lnTo>
                  <a:close/>
                </a:path>
              </a:pathLst>
            </a:custGeom>
            <a:solidFill>
              <a:srgbClr val="059200"/>
            </a:solidFill>
          </p:spPr>
          <p:txBody>
            <a:bodyPr wrap="square" lIns="0" tIns="0" rIns="0" bIns="0" rtlCol="0"/>
            <a:lstStyle/>
            <a:p/>
          </p:txBody>
        </p:sp>
        <p:sp>
          <p:nvSpPr>
            <p:cNvPr id="587" name="object 587"/>
            <p:cNvSpPr/>
            <p:nvPr/>
          </p:nvSpPr>
          <p:spPr>
            <a:xfrm>
              <a:off x="1794510" y="1121409"/>
              <a:ext cx="179070" cy="7620"/>
            </a:xfrm>
            <a:custGeom>
              <a:avLst/>
              <a:gdLst/>
              <a:ahLst/>
              <a:cxnLst/>
              <a:rect l="l" t="t" r="r" b="b"/>
              <a:pathLst>
                <a:path w="179069" h="7619">
                  <a:moveTo>
                    <a:pt x="177800" y="0"/>
                  </a:moveTo>
                  <a:lnTo>
                    <a:pt x="0" y="0"/>
                  </a:lnTo>
                  <a:lnTo>
                    <a:pt x="0" y="5080"/>
                  </a:lnTo>
                  <a:lnTo>
                    <a:pt x="177800" y="5080"/>
                  </a:lnTo>
                  <a:lnTo>
                    <a:pt x="177800" y="0"/>
                  </a:lnTo>
                  <a:close/>
                </a:path>
                <a:path w="179069" h="7619">
                  <a:moveTo>
                    <a:pt x="179070" y="5092"/>
                  </a:moveTo>
                  <a:lnTo>
                    <a:pt x="0" y="5092"/>
                  </a:lnTo>
                  <a:lnTo>
                    <a:pt x="0" y="7620"/>
                  </a:lnTo>
                  <a:lnTo>
                    <a:pt x="179070" y="7620"/>
                  </a:lnTo>
                  <a:lnTo>
                    <a:pt x="179070" y="5092"/>
                  </a:lnTo>
                  <a:close/>
                </a:path>
              </a:pathLst>
            </a:custGeom>
            <a:solidFill>
              <a:srgbClr val="069100"/>
            </a:solidFill>
          </p:spPr>
          <p:txBody>
            <a:bodyPr wrap="square" lIns="0" tIns="0" rIns="0" bIns="0" rtlCol="0"/>
            <a:lstStyle/>
            <a:p/>
          </p:txBody>
        </p:sp>
        <p:sp>
          <p:nvSpPr>
            <p:cNvPr id="588" name="object 588"/>
            <p:cNvSpPr/>
            <p:nvPr/>
          </p:nvSpPr>
          <p:spPr>
            <a:xfrm>
              <a:off x="1794510" y="1129029"/>
              <a:ext cx="181610" cy="8890"/>
            </a:xfrm>
            <a:custGeom>
              <a:avLst/>
              <a:gdLst/>
              <a:ahLst/>
              <a:cxnLst/>
              <a:rect l="l" t="t" r="r" b="b"/>
              <a:pathLst>
                <a:path w="181610" h="8890">
                  <a:moveTo>
                    <a:pt x="181610" y="7620"/>
                  </a:moveTo>
                  <a:lnTo>
                    <a:pt x="180340" y="7620"/>
                  </a:lnTo>
                  <a:lnTo>
                    <a:pt x="180340" y="2540"/>
                  </a:lnTo>
                  <a:lnTo>
                    <a:pt x="179070" y="2540"/>
                  </a:lnTo>
                  <a:lnTo>
                    <a:pt x="179070" y="0"/>
                  </a:lnTo>
                  <a:lnTo>
                    <a:pt x="0" y="0"/>
                  </a:lnTo>
                  <a:lnTo>
                    <a:pt x="0" y="2540"/>
                  </a:lnTo>
                  <a:lnTo>
                    <a:pt x="0" y="7620"/>
                  </a:lnTo>
                  <a:lnTo>
                    <a:pt x="0" y="8890"/>
                  </a:lnTo>
                  <a:lnTo>
                    <a:pt x="181610" y="8890"/>
                  </a:lnTo>
                  <a:lnTo>
                    <a:pt x="181610" y="7620"/>
                  </a:lnTo>
                  <a:close/>
                </a:path>
              </a:pathLst>
            </a:custGeom>
            <a:solidFill>
              <a:srgbClr val="079000"/>
            </a:solidFill>
          </p:spPr>
          <p:txBody>
            <a:bodyPr wrap="square" lIns="0" tIns="0" rIns="0" bIns="0" rtlCol="0"/>
            <a:lstStyle/>
            <a:p/>
          </p:txBody>
        </p:sp>
        <p:sp>
          <p:nvSpPr>
            <p:cNvPr id="589" name="object 589"/>
            <p:cNvSpPr/>
            <p:nvPr/>
          </p:nvSpPr>
          <p:spPr>
            <a:xfrm>
              <a:off x="1794510" y="1137919"/>
              <a:ext cx="182880" cy="7620"/>
            </a:xfrm>
            <a:custGeom>
              <a:avLst/>
              <a:gdLst/>
              <a:ahLst/>
              <a:cxnLst/>
              <a:rect l="l" t="t" r="r" b="b"/>
              <a:pathLst>
                <a:path w="182880" h="7619">
                  <a:moveTo>
                    <a:pt x="182880" y="5080"/>
                  </a:moveTo>
                  <a:lnTo>
                    <a:pt x="181610" y="5080"/>
                  </a:lnTo>
                  <a:lnTo>
                    <a:pt x="181610" y="0"/>
                  </a:lnTo>
                  <a:lnTo>
                    <a:pt x="0" y="0"/>
                  </a:lnTo>
                  <a:lnTo>
                    <a:pt x="0" y="5080"/>
                  </a:lnTo>
                  <a:lnTo>
                    <a:pt x="0" y="7620"/>
                  </a:lnTo>
                  <a:lnTo>
                    <a:pt x="182880" y="7620"/>
                  </a:lnTo>
                  <a:lnTo>
                    <a:pt x="182880" y="5080"/>
                  </a:lnTo>
                  <a:close/>
                </a:path>
              </a:pathLst>
            </a:custGeom>
            <a:solidFill>
              <a:srgbClr val="088F00"/>
            </a:solidFill>
          </p:spPr>
          <p:txBody>
            <a:bodyPr wrap="square" lIns="0" tIns="0" rIns="0" bIns="0" rtlCol="0"/>
            <a:lstStyle/>
            <a:p/>
          </p:txBody>
        </p:sp>
        <p:sp>
          <p:nvSpPr>
            <p:cNvPr id="590" name="object 590"/>
            <p:cNvSpPr/>
            <p:nvPr/>
          </p:nvSpPr>
          <p:spPr>
            <a:xfrm>
              <a:off x="1794510" y="1145539"/>
              <a:ext cx="184150" cy="8890"/>
            </a:xfrm>
            <a:custGeom>
              <a:avLst/>
              <a:gdLst/>
              <a:ahLst/>
              <a:cxnLst/>
              <a:rect l="l" t="t" r="r" b="b"/>
              <a:pathLst>
                <a:path w="184150" h="8890">
                  <a:moveTo>
                    <a:pt x="184150" y="2540"/>
                  </a:moveTo>
                  <a:lnTo>
                    <a:pt x="182880" y="2540"/>
                  </a:lnTo>
                  <a:lnTo>
                    <a:pt x="182880" y="0"/>
                  </a:lnTo>
                  <a:lnTo>
                    <a:pt x="0" y="0"/>
                  </a:lnTo>
                  <a:lnTo>
                    <a:pt x="0" y="2540"/>
                  </a:lnTo>
                  <a:lnTo>
                    <a:pt x="0" y="8890"/>
                  </a:lnTo>
                  <a:lnTo>
                    <a:pt x="184150" y="8890"/>
                  </a:lnTo>
                  <a:lnTo>
                    <a:pt x="184150" y="2540"/>
                  </a:lnTo>
                  <a:close/>
                </a:path>
              </a:pathLst>
            </a:custGeom>
            <a:solidFill>
              <a:srgbClr val="098E00"/>
            </a:solidFill>
          </p:spPr>
          <p:txBody>
            <a:bodyPr wrap="square" lIns="0" tIns="0" rIns="0" bIns="0" rtlCol="0"/>
            <a:lstStyle/>
            <a:p/>
          </p:txBody>
        </p:sp>
        <p:sp>
          <p:nvSpPr>
            <p:cNvPr id="591" name="object 591"/>
            <p:cNvSpPr/>
            <p:nvPr/>
          </p:nvSpPr>
          <p:spPr>
            <a:xfrm>
              <a:off x="1794510" y="1154429"/>
              <a:ext cx="186690" cy="7620"/>
            </a:xfrm>
            <a:custGeom>
              <a:avLst/>
              <a:gdLst/>
              <a:ahLst/>
              <a:cxnLst/>
              <a:rect l="l" t="t" r="r" b="b"/>
              <a:pathLst>
                <a:path w="186689" h="7619">
                  <a:moveTo>
                    <a:pt x="185420" y="0"/>
                  </a:moveTo>
                  <a:lnTo>
                    <a:pt x="0" y="0"/>
                  </a:lnTo>
                  <a:lnTo>
                    <a:pt x="0" y="6350"/>
                  </a:lnTo>
                  <a:lnTo>
                    <a:pt x="185420" y="6350"/>
                  </a:lnTo>
                  <a:lnTo>
                    <a:pt x="185420" y="0"/>
                  </a:lnTo>
                  <a:close/>
                </a:path>
                <a:path w="186689" h="7619">
                  <a:moveTo>
                    <a:pt x="186690" y="6362"/>
                  </a:moveTo>
                  <a:lnTo>
                    <a:pt x="0" y="6362"/>
                  </a:lnTo>
                  <a:lnTo>
                    <a:pt x="0" y="7620"/>
                  </a:lnTo>
                  <a:lnTo>
                    <a:pt x="186690" y="7620"/>
                  </a:lnTo>
                  <a:lnTo>
                    <a:pt x="186690" y="6362"/>
                  </a:lnTo>
                  <a:close/>
                </a:path>
              </a:pathLst>
            </a:custGeom>
            <a:solidFill>
              <a:srgbClr val="0A8D00"/>
            </a:solidFill>
          </p:spPr>
          <p:txBody>
            <a:bodyPr wrap="square" lIns="0" tIns="0" rIns="0" bIns="0" rtlCol="0"/>
            <a:lstStyle/>
            <a:p/>
          </p:txBody>
        </p:sp>
        <p:sp>
          <p:nvSpPr>
            <p:cNvPr id="592" name="object 592"/>
            <p:cNvSpPr/>
            <p:nvPr/>
          </p:nvSpPr>
          <p:spPr>
            <a:xfrm>
              <a:off x="1794510" y="1162049"/>
              <a:ext cx="187960" cy="8890"/>
            </a:xfrm>
            <a:custGeom>
              <a:avLst/>
              <a:gdLst/>
              <a:ahLst/>
              <a:cxnLst/>
              <a:rect l="l" t="t" r="r" b="b"/>
              <a:pathLst>
                <a:path w="187960" h="8890">
                  <a:moveTo>
                    <a:pt x="187960" y="3810"/>
                  </a:moveTo>
                  <a:lnTo>
                    <a:pt x="186690" y="3810"/>
                  </a:lnTo>
                  <a:lnTo>
                    <a:pt x="186690" y="0"/>
                  </a:lnTo>
                  <a:lnTo>
                    <a:pt x="0" y="0"/>
                  </a:lnTo>
                  <a:lnTo>
                    <a:pt x="0" y="3810"/>
                  </a:lnTo>
                  <a:lnTo>
                    <a:pt x="0" y="8890"/>
                  </a:lnTo>
                  <a:lnTo>
                    <a:pt x="187960" y="8890"/>
                  </a:lnTo>
                  <a:lnTo>
                    <a:pt x="187960" y="3810"/>
                  </a:lnTo>
                  <a:close/>
                </a:path>
              </a:pathLst>
            </a:custGeom>
            <a:solidFill>
              <a:srgbClr val="0B8C00"/>
            </a:solidFill>
          </p:spPr>
          <p:txBody>
            <a:bodyPr wrap="square" lIns="0" tIns="0" rIns="0" bIns="0" rtlCol="0"/>
            <a:lstStyle/>
            <a:p/>
          </p:txBody>
        </p:sp>
        <p:sp>
          <p:nvSpPr>
            <p:cNvPr id="593" name="object 593"/>
            <p:cNvSpPr/>
            <p:nvPr/>
          </p:nvSpPr>
          <p:spPr>
            <a:xfrm>
              <a:off x="1794510" y="1170939"/>
              <a:ext cx="189230" cy="7620"/>
            </a:xfrm>
            <a:custGeom>
              <a:avLst/>
              <a:gdLst/>
              <a:ahLst/>
              <a:cxnLst/>
              <a:rect l="l" t="t" r="r" b="b"/>
              <a:pathLst>
                <a:path w="189230" h="7619">
                  <a:moveTo>
                    <a:pt x="189230" y="1270"/>
                  </a:moveTo>
                  <a:lnTo>
                    <a:pt x="187960" y="1270"/>
                  </a:lnTo>
                  <a:lnTo>
                    <a:pt x="187960" y="0"/>
                  </a:lnTo>
                  <a:lnTo>
                    <a:pt x="0" y="0"/>
                  </a:lnTo>
                  <a:lnTo>
                    <a:pt x="0" y="1270"/>
                  </a:lnTo>
                  <a:lnTo>
                    <a:pt x="0" y="7620"/>
                  </a:lnTo>
                  <a:lnTo>
                    <a:pt x="189230" y="7620"/>
                  </a:lnTo>
                  <a:lnTo>
                    <a:pt x="189230" y="1270"/>
                  </a:lnTo>
                  <a:close/>
                </a:path>
              </a:pathLst>
            </a:custGeom>
            <a:solidFill>
              <a:srgbClr val="0C8B00"/>
            </a:solidFill>
          </p:spPr>
          <p:txBody>
            <a:bodyPr wrap="square" lIns="0" tIns="0" rIns="0" bIns="0" rtlCol="0"/>
            <a:lstStyle/>
            <a:p/>
          </p:txBody>
        </p:sp>
        <p:sp>
          <p:nvSpPr>
            <p:cNvPr id="594" name="object 594"/>
            <p:cNvSpPr/>
            <p:nvPr/>
          </p:nvSpPr>
          <p:spPr>
            <a:xfrm>
              <a:off x="1794510" y="1178559"/>
              <a:ext cx="190500" cy="7620"/>
            </a:xfrm>
            <a:custGeom>
              <a:avLst/>
              <a:gdLst/>
              <a:ahLst/>
              <a:cxnLst/>
              <a:rect l="l" t="t" r="r" b="b"/>
              <a:pathLst>
                <a:path w="190500" h="7619">
                  <a:moveTo>
                    <a:pt x="190500" y="1270"/>
                  </a:moveTo>
                  <a:lnTo>
                    <a:pt x="189230" y="1270"/>
                  </a:lnTo>
                  <a:lnTo>
                    <a:pt x="189230" y="0"/>
                  </a:lnTo>
                  <a:lnTo>
                    <a:pt x="0" y="0"/>
                  </a:lnTo>
                  <a:lnTo>
                    <a:pt x="0" y="1270"/>
                  </a:lnTo>
                  <a:lnTo>
                    <a:pt x="0" y="7620"/>
                  </a:lnTo>
                  <a:lnTo>
                    <a:pt x="190500" y="7620"/>
                  </a:lnTo>
                  <a:lnTo>
                    <a:pt x="190500" y="1270"/>
                  </a:lnTo>
                  <a:close/>
                </a:path>
              </a:pathLst>
            </a:custGeom>
            <a:solidFill>
              <a:srgbClr val="0D8A00"/>
            </a:solidFill>
          </p:spPr>
          <p:txBody>
            <a:bodyPr wrap="square" lIns="0" tIns="0" rIns="0" bIns="0" rtlCol="0"/>
            <a:lstStyle/>
            <a:p/>
          </p:txBody>
        </p:sp>
        <p:sp>
          <p:nvSpPr>
            <p:cNvPr id="595" name="object 595"/>
            <p:cNvSpPr/>
            <p:nvPr/>
          </p:nvSpPr>
          <p:spPr>
            <a:xfrm>
              <a:off x="1794510" y="1186179"/>
              <a:ext cx="191770" cy="8890"/>
            </a:xfrm>
            <a:custGeom>
              <a:avLst/>
              <a:gdLst/>
              <a:ahLst/>
              <a:cxnLst/>
              <a:rect l="l" t="t" r="r" b="b"/>
              <a:pathLst>
                <a:path w="191769" h="8890">
                  <a:moveTo>
                    <a:pt x="191770" y="1270"/>
                  </a:moveTo>
                  <a:lnTo>
                    <a:pt x="190500" y="1270"/>
                  </a:lnTo>
                  <a:lnTo>
                    <a:pt x="190500" y="0"/>
                  </a:lnTo>
                  <a:lnTo>
                    <a:pt x="0" y="0"/>
                  </a:lnTo>
                  <a:lnTo>
                    <a:pt x="0" y="1270"/>
                  </a:lnTo>
                  <a:lnTo>
                    <a:pt x="0" y="8890"/>
                  </a:lnTo>
                  <a:lnTo>
                    <a:pt x="191770" y="8890"/>
                  </a:lnTo>
                  <a:lnTo>
                    <a:pt x="191770" y="1270"/>
                  </a:lnTo>
                  <a:close/>
                </a:path>
              </a:pathLst>
            </a:custGeom>
            <a:solidFill>
              <a:srgbClr val="0E8900"/>
            </a:solidFill>
          </p:spPr>
          <p:txBody>
            <a:bodyPr wrap="square" lIns="0" tIns="0" rIns="0" bIns="0" rtlCol="0"/>
            <a:lstStyle/>
            <a:p/>
          </p:txBody>
        </p:sp>
        <p:sp>
          <p:nvSpPr>
            <p:cNvPr id="596" name="object 596"/>
            <p:cNvSpPr/>
            <p:nvPr/>
          </p:nvSpPr>
          <p:spPr>
            <a:xfrm>
              <a:off x="1794510" y="1195069"/>
              <a:ext cx="193040" cy="7620"/>
            </a:xfrm>
            <a:custGeom>
              <a:avLst/>
              <a:gdLst/>
              <a:ahLst/>
              <a:cxnLst/>
              <a:rect l="l" t="t" r="r" b="b"/>
              <a:pathLst>
                <a:path w="193039" h="7619">
                  <a:moveTo>
                    <a:pt x="193040" y="1270"/>
                  </a:moveTo>
                  <a:lnTo>
                    <a:pt x="191770" y="1270"/>
                  </a:lnTo>
                  <a:lnTo>
                    <a:pt x="191770" y="0"/>
                  </a:lnTo>
                  <a:lnTo>
                    <a:pt x="0" y="0"/>
                  </a:lnTo>
                  <a:lnTo>
                    <a:pt x="0" y="1270"/>
                  </a:lnTo>
                  <a:lnTo>
                    <a:pt x="0" y="7620"/>
                  </a:lnTo>
                  <a:lnTo>
                    <a:pt x="193040" y="7620"/>
                  </a:lnTo>
                  <a:lnTo>
                    <a:pt x="193040" y="1270"/>
                  </a:lnTo>
                  <a:close/>
                </a:path>
              </a:pathLst>
            </a:custGeom>
            <a:solidFill>
              <a:srgbClr val="0F8800"/>
            </a:solidFill>
          </p:spPr>
          <p:txBody>
            <a:bodyPr wrap="square" lIns="0" tIns="0" rIns="0" bIns="0" rtlCol="0"/>
            <a:lstStyle/>
            <a:p/>
          </p:txBody>
        </p:sp>
        <p:sp>
          <p:nvSpPr>
            <p:cNvPr id="597" name="object 597"/>
            <p:cNvSpPr/>
            <p:nvPr/>
          </p:nvSpPr>
          <p:spPr>
            <a:xfrm>
              <a:off x="1794510" y="1202689"/>
              <a:ext cx="194310" cy="8890"/>
            </a:xfrm>
            <a:custGeom>
              <a:avLst/>
              <a:gdLst/>
              <a:ahLst/>
              <a:cxnLst/>
              <a:rect l="l" t="t" r="r" b="b"/>
              <a:pathLst>
                <a:path w="194310" h="8890">
                  <a:moveTo>
                    <a:pt x="193040" y="0"/>
                  </a:moveTo>
                  <a:lnTo>
                    <a:pt x="0" y="0"/>
                  </a:lnTo>
                  <a:lnTo>
                    <a:pt x="0" y="2540"/>
                  </a:lnTo>
                  <a:lnTo>
                    <a:pt x="193040" y="2540"/>
                  </a:lnTo>
                  <a:lnTo>
                    <a:pt x="193040" y="0"/>
                  </a:lnTo>
                  <a:close/>
                </a:path>
                <a:path w="194310" h="8890">
                  <a:moveTo>
                    <a:pt x="194310" y="2552"/>
                  </a:moveTo>
                  <a:lnTo>
                    <a:pt x="0" y="2552"/>
                  </a:lnTo>
                  <a:lnTo>
                    <a:pt x="0" y="8890"/>
                  </a:lnTo>
                  <a:lnTo>
                    <a:pt x="194310" y="8890"/>
                  </a:lnTo>
                  <a:lnTo>
                    <a:pt x="194310" y="2552"/>
                  </a:lnTo>
                  <a:close/>
                </a:path>
              </a:pathLst>
            </a:custGeom>
            <a:solidFill>
              <a:srgbClr val="108700"/>
            </a:solidFill>
          </p:spPr>
          <p:txBody>
            <a:bodyPr wrap="square" lIns="0" tIns="0" rIns="0" bIns="0" rtlCol="0"/>
            <a:lstStyle/>
            <a:p/>
          </p:txBody>
        </p:sp>
        <p:sp>
          <p:nvSpPr>
            <p:cNvPr id="598" name="object 598"/>
            <p:cNvSpPr/>
            <p:nvPr/>
          </p:nvSpPr>
          <p:spPr>
            <a:xfrm>
              <a:off x="1794510" y="1211579"/>
              <a:ext cx="195580" cy="7620"/>
            </a:xfrm>
            <a:custGeom>
              <a:avLst/>
              <a:gdLst/>
              <a:ahLst/>
              <a:cxnLst/>
              <a:rect l="l" t="t" r="r" b="b"/>
              <a:pathLst>
                <a:path w="195580" h="7619">
                  <a:moveTo>
                    <a:pt x="195580" y="2540"/>
                  </a:moveTo>
                  <a:lnTo>
                    <a:pt x="194310" y="2540"/>
                  </a:lnTo>
                  <a:lnTo>
                    <a:pt x="194310" y="0"/>
                  </a:lnTo>
                  <a:lnTo>
                    <a:pt x="0" y="0"/>
                  </a:lnTo>
                  <a:lnTo>
                    <a:pt x="0" y="2540"/>
                  </a:lnTo>
                  <a:lnTo>
                    <a:pt x="0" y="7620"/>
                  </a:lnTo>
                  <a:lnTo>
                    <a:pt x="195580" y="7620"/>
                  </a:lnTo>
                  <a:lnTo>
                    <a:pt x="195580" y="2540"/>
                  </a:lnTo>
                  <a:close/>
                </a:path>
              </a:pathLst>
            </a:custGeom>
            <a:solidFill>
              <a:srgbClr val="118600"/>
            </a:solidFill>
          </p:spPr>
          <p:txBody>
            <a:bodyPr wrap="square" lIns="0" tIns="0" rIns="0" bIns="0" rtlCol="0"/>
            <a:lstStyle/>
            <a:p/>
          </p:txBody>
        </p:sp>
        <p:sp>
          <p:nvSpPr>
            <p:cNvPr id="599" name="object 599"/>
            <p:cNvSpPr/>
            <p:nvPr/>
          </p:nvSpPr>
          <p:spPr>
            <a:xfrm>
              <a:off x="1794510" y="1219199"/>
              <a:ext cx="196850" cy="8890"/>
            </a:xfrm>
            <a:custGeom>
              <a:avLst/>
              <a:gdLst/>
              <a:ahLst/>
              <a:cxnLst/>
              <a:rect l="l" t="t" r="r" b="b"/>
              <a:pathLst>
                <a:path w="196850" h="8890">
                  <a:moveTo>
                    <a:pt x="196850" y="3810"/>
                  </a:moveTo>
                  <a:lnTo>
                    <a:pt x="195580" y="3810"/>
                  </a:lnTo>
                  <a:lnTo>
                    <a:pt x="195580" y="0"/>
                  </a:lnTo>
                  <a:lnTo>
                    <a:pt x="0" y="0"/>
                  </a:lnTo>
                  <a:lnTo>
                    <a:pt x="0" y="3810"/>
                  </a:lnTo>
                  <a:lnTo>
                    <a:pt x="0" y="8890"/>
                  </a:lnTo>
                  <a:lnTo>
                    <a:pt x="196850" y="8890"/>
                  </a:lnTo>
                  <a:lnTo>
                    <a:pt x="196850" y="3810"/>
                  </a:lnTo>
                  <a:close/>
                </a:path>
              </a:pathLst>
            </a:custGeom>
            <a:solidFill>
              <a:srgbClr val="128500"/>
            </a:solidFill>
          </p:spPr>
          <p:txBody>
            <a:bodyPr wrap="square" lIns="0" tIns="0" rIns="0" bIns="0" rtlCol="0"/>
            <a:lstStyle/>
            <a:p/>
          </p:txBody>
        </p:sp>
        <p:sp>
          <p:nvSpPr>
            <p:cNvPr id="600" name="object 600"/>
            <p:cNvSpPr/>
            <p:nvPr/>
          </p:nvSpPr>
          <p:spPr>
            <a:xfrm>
              <a:off x="1794510" y="1228089"/>
              <a:ext cx="198120" cy="7620"/>
            </a:xfrm>
            <a:custGeom>
              <a:avLst/>
              <a:gdLst/>
              <a:ahLst/>
              <a:cxnLst/>
              <a:rect l="l" t="t" r="r" b="b"/>
              <a:pathLst>
                <a:path w="198119" h="7619">
                  <a:moveTo>
                    <a:pt x="198120" y="3810"/>
                  </a:moveTo>
                  <a:lnTo>
                    <a:pt x="196850" y="3810"/>
                  </a:lnTo>
                  <a:lnTo>
                    <a:pt x="196850" y="0"/>
                  </a:lnTo>
                  <a:lnTo>
                    <a:pt x="0" y="0"/>
                  </a:lnTo>
                  <a:lnTo>
                    <a:pt x="0" y="3810"/>
                  </a:lnTo>
                  <a:lnTo>
                    <a:pt x="0" y="7620"/>
                  </a:lnTo>
                  <a:lnTo>
                    <a:pt x="198120" y="7620"/>
                  </a:lnTo>
                  <a:lnTo>
                    <a:pt x="198120" y="3810"/>
                  </a:lnTo>
                  <a:close/>
                </a:path>
              </a:pathLst>
            </a:custGeom>
            <a:solidFill>
              <a:srgbClr val="138400"/>
            </a:solidFill>
          </p:spPr>
          <p:txBody>
            <a:bodyPr wrap="square" lIns="0" tIns="0" rIns="0" bIns="0" rtlCol="0"/>
            <a:lstStyle/>
            <a:p/>
          </p:txBody>
        </p:sp>
        <p:sp>
          <p:nvSpPr>
            <p:cNvPr id="601" name="object 601"/>
            <p:cNvSpPr/>
            <p:nvPr/>
          </p:nvSpPr>
          <p:spPr>
            <a:xfrm>
              <a:off x="1794510" y="1235709"/>
              <a:ext cx="199390" cy="7620"/>
            </a:xfrm>
            <a:custGeom>
              <a:avLst/>
              <a:gdLst/>
              <a:ahLst/>
              <a:cxnLst/>
              <a:rect l="l" t="t" r="r" b="b"/>
              <a:pathLst>
                <a:path w="199389" h="7619">
                  <a:moveTo>
                    <a:pt x="199390" y="5080"/>
                  </a:moveTo>
                  <a:lnTo>
                    <a:pt x="198120" y="5080"/>
                  </a:lnTo>
                  <a:lnTo>
                    <a:pt x="198120" y="0"/>
                  </a:lnTo>
                  <a:lnTo>
                    <a:pt x="0" y="0"/>
                  </a:lnTo>
                  <a:lnTo>
                    <a:pt x="0" y="5080"/>
                  </a:lnTo>
                  <a:lnTo>
                    <a:pt x="0" y="7620"/>
                  </a:lnTo>
                  <a:lnTo>
                    <a:pt x="199390" y="7620"/>
                  </a:lnTo>
                  <a:lnTo>
                    <a:pt x="199390" y="5080"/>
                  </a:lnTo>
                  <a:close/>
                </a:path>
              </a:pathLst>
            </a:custGeom>
            <a:solidFill>
              <a:srgbClr val="148300"/>
            </a:solidFill>
          </p:spPr>
          <p:txBody>
            <a:bodyPr wrap="square" lIns="0" tIns="0" rIns="0" bIns="0" rtlCol="0"/>
            <a:lstStyle/>
            <a:p/>
          </p:txBody>
        </p:sp>
        <p:sp>
          <p:nvSpPr>
            <p:cNvPr id="602" name="object 602"/>
            <p:cNvSpPr/>
            <p:nvPr/>
          </p:nvSpPr>
          <p:spPr>
            <a:xfrm>
              <a:off x="1794510" y="1243329"/>
              <a:ext cx="200660" cy="8890"/>
            </a:xfrm>
            <a:custGeom>
              <a:avLst/>
              <a:gdLst/>
              <a:ahLst/>
              <a:cxnLst/>
              <a:rect l="l" t="t" r="r" b="b"/>
              <a:pathLst>
                <a:path w="200660" h="8890">
                  <a:moveTo>
                    <a:pt x="200660" y="7620"/>
                  </a:moveTo>
                  <a:lnTo>
                    <a:pt x="199390" y="7620"/>
                  </a:lnTo>
                  <a:lnTo>
                    <a:pt x="199390" y="0"/>
                  </a:lnTo>
                  <a:lnTo>
                    <a:pt x="0" y="0"/>
                  </a:lnTo>
                  <a:lnTo>
                    <a:pt x="0" y="7620"/>
                  </a:lnTo>
                  <a:lnTo>
                    <a:pt x="0" y="8890"/>
                  </a:lnTo>
                  <a:lnTo>
                    <a:pt x="200660" y="8890"/>
                  </a:lnTo>
                  <a:lnTo>
                    <a:pt x="200660" y="7620"/>
                  </a:lnTo>
                  <a:close/>
                </a:path>
              </a:pathLst>
            </a:custGeom>
            <a:solidFill>
              <a:srgbClr val="158200"/>
            </a:solidFill>
          </p:spPr>
          <p:txBody>
            <a:bodyPr wrap="square" lIns="0" tIns="0" rIns="0" bIns="0" rtlCol="0"/>
            <a:lstStyle/>
            <a:p/>
          </p:txBody>
        </p:sp>
        <p:sp>
          <p:nvSpPr>
            <p:cNvPr id="603" name="object 603"/>
            <p:cNvSpPr/>
            <p:nvPr/>
          </p:nvSpPr>
          <p:spPr>
            <a:xfrm>
              <a:off x="1794510" y="1252219"/>
              <a:ext cx="200660" cy="7620"/>
            </a:xfrm>
            <a:custGeom>
              <a:avLst/>
              <a:gdLst/>
              <a:ahLst/>
              <a:cxnLst/>
              <a:rect l="l" t="t" r="r" b="b"/>
              <a:pathLst>
                <a:path w="200660" h="7619">
                  <a:moveTo>
                    <a:pt x="200660" y="0"/>
                  </a:moveTo>
                  <a:lnTo>
                    <a:pt x="0" y="0"/>
                  </a:lnTo>
                  <a:lnTo>
                    <a:pt x="0" y="7619"/>
                  </a:lnTo>
                  <a:lnTo>
                    <a:pt x="200660" y="7619"/>
                  </a:lnTo>
                  <a:lnTo>
                    <a:pt x="200660" y="0"/>
                  </a:lnTo>
                  <a:close/>
                </a:path>
              </a:pathLst>
            </a:custGeom>
            <a:solidFill>
              <a:srgbClr val="168100"/>
            </a:solidFill>
          </p:spPr>
          <p:txBody>
            <a:bodyPr wrap="square" lIns="0" tIns="0" rIns="0" bIns="0" rtlCol="0"/>
            <a:lstStyle/>
            <a:p/>
          </p:txBody>
        </p:sp>
        <p:sp>
          <p:nvSpPr>
            <p:cNvPr id="604" name="object 604"/>
            <p:cNvSpPr/>
            <p:nvPr/>
          </p:nvSpPr>
          <p:spPr>
            <a:xfrm>
              <a:off x="1794510" y="1259839"/>
              <a:ext cx="200660" cy="8890"/>
            </a:xfrm>
            <a:custGeom>
              <a:avLst/>
              <a:gdLst/>
              <a:ahLst/>
              <a:cxnLst/>
              <a:rect l="l" t="t" r="r" b="b"/>
              <a:pathLst>
                <a:path w="200660" h="8890">
                  <a:moveTo>
                    <a:pt x="101600" y="0"/>
                  </a:moveTo>
                  <a:lnTo>
                    <a:pt x="0" y="0"/>
                  </a:lnTo>
                  <a:lnTo>
                    <a:pt x="0" y="1270"/>
                  </a:lnTo>
                  <a:lnTo>
                    <a:pt x="0" y="3810"/>
                  </a:lnTo>
                  <a:lnTo>
                    <a:pt x="0" y="7620"/>
                  </a:lnTo>
                  <a:lnTo>
                    <a:pt x="0" y="8890"/>
                  </a:lnTo>
                  <a:lnTo>
                    <a:pt x="95250" y="8890"/>
                  </a:lnTo>
                  <a:lnTo>
                    <a:pt x="95250" y="7620"/>
                  </a:lnTo>
                  <a:lnTo>
                    <a:pt x="96520" y="7620"/>
                  </a:lnTo>
                  <a:lnTo>
                    <a:pt x="96520" y="3810"/>
                  </a:lnTo>
                  <a:lnTo>
                    <a:pt x="99060" y="3810"/>
                  </a:lnTo>
                  <a:lnTo>
                    <a:pt x="99060" y="1270"/>
                  </a:lnTo>
                  <a:lnTo>
                    <a:pt x="101600" y="1270"/>
                  </a:lnTo>
                  <a:lnTo>
                    <a:pt x="101600" y="0"/>
                  </a:lnTo>
                  <a:close/>
                </a:path>
                <a:path w="200660" h="8890">
                  <a:moveTo>
                    <a:pt x="200660" y="0"/>
                  </a:moveTo>
                  <a:lnTo>
                    <a:pt x="105410" y="0"/>
                  </a:lnTo>
                  <a:lnTo>
                    <a:pt x="105410" y="2540"/>
                  </a:lnTo>
                  <a:lnTo>
                    <a:pt x="106680" y="2540"/>
                  </a:lnTo>
                  <a:lnTo>
                    <a:pt x="106680" y="3810"/>
                  </a:lnTo>
                  <a:lnTo>
                    <a:pt x="107950" y="3810"/>
                  </a:lnTo>
                  <a:lnTo>
                    <a:pt x="107950" y="6350"/>
                  </a:lnTo>
                  <a:lnTo>
                    <a:pt x="109220" y="6350"/>
                  </a:lnTo>
                  <a:lnTo>
                    <a:pt x="109220" y="7620"/>
                  </a:lnTo>
                  <a:lnTo>
                    <a:pt x="110490" y="7620"/>
                  </a:lnTo>
                  <a:lnTo>
                    <a:pt x="110490" y="8890"/>
                  </a:lnTo>
                  <a:lnTo>
                    <a:pt x="200660" y="8890"/>
                  </a:lnTo>
                  <a:lnTo>
                    <a:pt x="200660" y="7620"/>
                  </a:lnTo>
                  <a:lnTo>
                    <a:pt x="200660" y="6350"/>
                  </a:lnTo>
                  <a:lnTo>
                    <a:pt x="200660" y="3810"/>
                  </a:lnTo>
                  <a:lnTo>
                    <a:pt x="200660" y="2540"/>
                  </a:lnTo>
                  <a:lnTo>
                    <a:pt x="200660" y="0"/>
                  </a:lnTo>
                  <a:close/>
                </a:path>
              </a:pathLst>
            </a:custGeom>
            <a:solidFill>
              <a:srgbClr val="178000"/>
            </a:solidFill>
          </p:spPr>
          <p:txBody>
            <a:bodyPr wrap="square" lIns="0" tIns="0" rIns="0" bIns="0" rtlCol="0"/>
            <a:lstStyle/>
            <a:p/>
          </p:txBody>
        </p:sp>
        <p:sp>
          <p:nvSpPr>
            <p:cNvPr id="605" name="object 605"/>
            <p:cNvSpPr/>
            <p:nvPr/>
          </p:nvSpPr>
          <p:spPr>
            <a:xfrm>
              <a:off x="1794510" y="1268729"/>
              <a:ext cx="201930" cy="7620"/>
            </a:xfrm>
            <a:custGeom>
              <a:avLst/>
              <a:gdLst/>
              <a:ahLst/>
              <a:cxnLst/>
              <a:rect l="l" t="t" r="r" b="b"/>
              <a:pathLst>
                <a:path w="201930" h="7619">
                  <a:moveTo>
                    <a:pt x="91440" y="6362"/>
                  </a:moveTo>
                  <a:lnTo>
                    <a:pt x="0" y="6362"/>
                  </a:lnTo>
                  <a:lnTo>
                    <a:pt x="0" y="7620"/>
                  </a:lnTo>
                  <a:lnTo>
                    <a:pt x="91440" y="7620"/>
                  </a:lnTo>
                  <a:lnTo>
                    <a:pt x="91440" y="6362"/>
                  </a:lnTo>
                  <a:close/>
                </a:path>
                <a:path w="201930" h="7619">
                  <a:moveTo>
                    <a:pt x="93980" y="0"/>
                  </a:moveTo>
                  <a:lnTo>
                    <a:pt x="0" y="0"/>
                  </a:lnTo>
                  <a:lnTo>
                    <a:pt x="0" y="3810"/>
                  </a:lnTo>
                  <a:lnTo>
                    <a:pt x="0" y="6350"/>
                  </a:lnTo>
                  <a:lnTo>
                    <a:pt x="92710" y="6350"/>
                  </a:lnTo>
                  <a:lnTo>
                    <a:pt x="92710" y="3810"/>
                  </a:lnTo>
                  <a:lnTo>
                    <a:pt x="93980" y="3810"/>
                  </a:lnTo>
                  <a:lnTo>
                    <a:pt x="93980" y="0"/>
                  </a:lnTo>
                  <a:close/>
                </a:path>
                <a:path w="201930" h="7619">
                  <a:moveTo>
                    <a:pt x="201930" y="6362"/>
                  </a:moveTo>
                  <a:lnTo>
                    <a:pt x="114300" y="6362"/>
                  </a:lnTo>
                  <a:lnTo>
                    <a:pt x="114300" y="7620"/>
                  </a:lnTo>
                  <a:lnTo>
                    <a:pt x="201930" y="7620"/>
                  </a:lnTo>
                  <a:lnTo>
                    <a:pt x="201930" y="6362"/>
                  </a:lnTo>
                  <a:close/>
                </a:path>
                <a:path w="201930" h="7619">
                  <a:moveTo>
                    <a:pt x="201930" y="1270"/>
                  </a:moveTo>
                  <a:lnTo>
                    <a:pt x="200660" y="1270"/>
                  </a:lnTo>
                  <a:lnTo>
                    <a:pt x="200660" y="0"/>
                  </a:lnTo>
                  <a:lnTo>
                    <a:pt x="110490" y="0"/>
                  </a:lnTo>
                  <a:lnTo>
                    <a:pt x="110490" y="1270"/>
                  </a:lnTo>
                  <a:lnTo>
                    <a:pt x="110490" y="2540"/>
                  </a:lnTo>
                  <a:lnTo>
                    <a:pt x="111760" y="2540"/>
                  </a:lnTo>
                  <a:lnTo>
                    <a:pt x="111760" y="5080"/>
                  </a:lnTo>
                  <a:lnTo>
                    <a:pt x="113030" y="5080"/>
                  </a:lnTo>
                  <a:lnTo>
                    <a:pt x="113030" y="6350"/>
                  </a:lnTo>
                  <a:lnTo>
                    <a:pt x="201930" y="6350"/>
                  </a:lnTo>
                  <a:lnTo>
                    <a:pt x="201930" y="5080"/>
                  </a:lnTo>
                  <a:lnTo>
                    <a:pt x="201930" y="2540"/>
                  </a:lnTo>
                  <a:lnTo>
                    <a:pt x="201930" y="1270"/>
                  </a:lnTo>
                  <a:close/>
                </a:path>
              </a:pathLst>
            </a:custGeom>
            <a:solidFill>
              <a:srgbClr val="187F00"/>
            </a:solidFill>
          </p:spPr>
          <p:txBody>
            <a:bodyPr wrap="square" lIns="0" tIns="0" rIns="0" bIns="0" rtlCol="0"/>
            <a:lstStyle/>
            <a:p/>
          </p:txBody>
        </p:sp>
        <p:sp>
          <p:nvSpPr>
            <p:cNvPr id="606" name="object 606"/>
            <p:cNvSpPr/>
            <p:nvPr/>
          </p:nvSpPr>
          <p:spPr>
            <a:xfrm>
              <a:off x="1794510" y="1276349"/>
              <a:ext cx="201930" cy="8890"/>
            </a:xfrm>
            <a:custGeom>
              <a:avLst/>
              <a:gdLst/>
              <a:ahLst/>
              <a:cxnLst/>
              <a:rect l="l" t="t" r="r" b="b"/>
              <a:pathLst>
                <a:path w="201930" h="8890">
                  <a:moveTo>
                    <a:pt x="91440" y="0"/>
                  </a:moveTo>
                  <a:lnTo>
                    <a:pt x="0" y="0"/>
                  </a:lnTo>
                  <a:lnTo>
                    <a:pt x="0" y="3810"/>
                  </a:lnTo>
                  <a:lnTo>
                    <a:pt x="0" y="6350"/>
                  </a:lnTo>
                  <a:lnTo>
                    <a:pt x="0" y="8890"/>
                  </a:lnTo>
                  <a:lnTo>
                    <a:pt x="88900" y="8890"/>
                  </a:lnTo>
                  <a:lnTo>
                    <a:pt x="88900" y="6350"/>
                  </a:lnTo>
                  <a:lnTo>
                    <a:pt x="90170" y="6350"/>
                  </a:lnTo>
                  <a:lnTo>
                    <a:pt x="90170" y="3810"/>
                  </a:lnTo>
                  <a:lnTo>
                    <a:pt x="91440" y="3810"/>
                  </a:lnTo>
                  <a:lnTo>
                    <a:pt x="91440" y="0"/>
                  </a:lnTo>
                  <a:close/>
                </a:path>
                <a:path w="201930" h="8890">
                  <a:moveTo>
                    <a:pt x="201930" y="0"/>
                  </a:moveTo>
                  <a:lnTo>
                    <a:pt x="114300" y="0"/>
                  </a:lnTo>
                  <a:lnTo>
                    <a:pt x="114300" y="5080"/>
                  </a:lnTo>
                  <a:lnTo>
                    <a:pt x="115570" y="5080"/>
                  </a:lnTo>
                  <a:lnTo>
                    <a:pt x="115570" y="8890"/>
                  </a:lnTo>
                  <a:lnTo>
                    <a:pt x="201930" y="8890"/>
                  </a:lnTo>
                  <a:lnTo>
                    <a:pt x="201930" y="5080"/>
                  </a:lnTo>
                  <a:lnTo>
                    <a:pt x="201930" y="0"/>
                  </a:lnTo>
                  <a:close/>
                </a:path>
              </a:pathLst>
            </a:custGeom>
            <a:solidFill>
              <a:srgbClr val="197E00"/>
            </a:solidFill>
          </p:spPr>
          <p:txBody>
            <a:bodyPr wrap="square" lIns="0" tIns="0" rIns="0" bIns="0" rtlCol="0"/>
            <a:lstStyle/>
            <a:p/>
          </p:txBody>
        </p:sp>
        <p:sp>
          <p:nvSpPr>
            <p:cNvPr id="607" name="object 607"/>
            <p:cNvSpPr/>
            <p:nvPr/>
          </p:nvSpPr>
          <p:spPr>
            <a:xfrm>
              <a:off x="1794510" y="1285239"/>
              <a:ext cx="201930" cy="7620"/>
            </a:xfrm>
            <a:custGeom>
              <a:avLst/>
              <a:gdLst/>
              <a:ahLst/>
              <a:cxnLst/>
              <a:rect l="l" t="t" r="r" b="b"/>
              <a:pathLst>
                <a:path w="201930" h="7619">
                  <a:moveTo>
                    <a:pt x="88900" y="0"/>
                  </a:moveTo>
                  <a:lnTo>
                    <a:pt x="0" y="0"/>
                  </a:lnTo>
                  <a:lnTo>
                    <a:pt x="0" y="5080"/>
                  </a:lnTo>
                  <a:lnTo>
                    <a:pt x="0" y="7620"/>
                  </a:lnTo>
                  <a:lnTo>
                    <a:pt x="87630" y="7620"/>
                  </a:lnTo>
                  <a:lnTo>
                    <a:pt x="87630" y="5080"/>
                  </a:lnTo>
                  <a:lnTo>
                    <a:pt x="88900" y="5080"/>
                  </a:lnTo>
                  <a:lnTo>
                    <a:pt x="88900" y="0"/>
                  </a:lnTo>
                  <a:close/>
                </a:path>
                <a:path w="201930" h="7619">
                  <a:moveTo>
                    <a:pt x="201930" y="0"/>
                  </a:moveTo>
                  <a:lnTo>
                    <a:pt x="115570" y="0"/>
                  </a:lnTo>
                  <a:lnTo>
                    <a:pt x="115570" y="1270"/>
                  </a:lnTo>
                  <a:lnTo>
                    <a:pt x="116840" y="1270"/>
                  </a:lnTo>
                  <a:lnTo>
                    <a:pt x="116840" y="7620"/>
                  </a:lnTo>
                  <a:lnTo>
                    <a:pt x="201930" y="7620"/>
                  </a:lnTo>
                  <a:lnTo>
                    <a:pt x="201930" y="1270"/>
                  </a:lnTo>
                  <a:lnTo>
                    <a:pt x="201930" y="0"/>
                  </a:lnTo>
                  <a:close/>
                </a:path>
              </a:pathLst>
            </a:custGeom>
            <a:solidFill>
              <a:srgbClr val="1A7D00"/>
            </a:solidFill>
          </p:spPr>
          <p:txBody>
            <a:bodyPr wrap="square" lIns="0" tIns="0" rIns="0" bIns="0" rtlCol="0"/>
            <a:lstStyle/>
            <a:p/>
          </p:txBody>
        </p:sp>
        <p:sp>
          <p:nvSpPr>
            <p:cNvPr id="608" name="object 608"/>
            <p:cNvSpPr/>
            <p:nvPr/>
          </p:nvSpPr>
          <p:spPr>
            <a:xfrm>
              <a:off x="1794510" y="1292859"/>
              <a:ext cx="203200" cy="8890"/>
            </a:xfrm>
            <a:custGeom>
              <a:avLst/>
              <a:gdLst/>
              <a:ahLst/>
              <a:cxnLst/>
              <a:rect l="l" t="t" r="r" b="b"/>
              <a:pathLst>
                <a:path w="203200" h="8890">
                  <a:moveTo>
                    <a:pt x="87630" y="0"/>
                  </a:moveTo>
                  <a:lnTo>
                    <a:pt x="0" y="0"/>
                  </a:lnTo>
                  <a:lnTo>
                    <a:pt x="0" y="8889"/>
                  </a:lnTo>
                  <a:lnTo>
                    <a:pt x="86360" y="8889"/>
                  </a:lnTo>
                  <a:lnTo>
                    <a:pt x="86360" y="3810"/>
                  </a:lnTo>
                  <a:lnTo>
                    <a:pt x="87630" y="3810"/>
                  </a:lnTo>
                  <a:lnTo>
                    <a:pt x="87630" y="0"/>
                  </a:lnTo>
                  <a:close/>
                </a:path>
                <a:path w="203200" h="8890">
                  <a:moveTo>
                    <a:pt x="201929" y="0"/>
                  </a:moveTo>
                  <a:lnTo>
                    <a:pt x="116839" y="0"/>
                  </a:lnTo>
                  <a:lnTo>
                    <a:pt x="116839" y="2539"/>
                  </a:lnTo>
                  <a:lnTo>
                    <a:pt x="118109" y="2539"/>
                  </a:lnTo>
                  <a:lnTo>
                    <a:pt x="118109" y="8889"/>
                  </a:lnTo>
                  <a:lnTo>
                    <a:pt x="203199" y="8889"/>
                  </a:lnTo>
                  <a:lnTo>
                    <a:pt x="203199" y="6350"/>
                  </a:lnTo>
                  <a:lnTo>
                    <a:pt x="201929" y="6350"/>
                  </a:lnTo>
                  <a:lnTo>
                    <a:pt x="201929" y="0"/>
                  </a:lnTo>
                  <a:close/>
                </a:path>
              </a:pathLst>
            </a:custGeom>
            <a:solidFill>
              <a:srgbClr val="1B7C00"/>
            </a:solidFill>
          </p:spPr>
          <p:txBody>
            <a:bodyPr wrap="square" lIns="0" tIns="0" rIns="0" bIns="0" rtlCol="0"/>
            <a:lstStyle/>
            <a:p/>
          </p:txBody>
        </p:sp>
        <p:sp>
          <p:nvSpPr>
            <p:cNvPr id="609" name="object 609"/>
            <p:cNvSpPr/>
            <p:nvPr/>
          </p:nvSpPr>
          <p:spPr>
            <a:xfrm>
              <a:off x="1794510" y="1301749"/>
              <a:ext cx="203200" cy="7620"/>
            </a:xfrm>
            <a:custGeom>
              <a:avLst/>
              <a:gdLst/>
              <a:ahLst/>
              <a:cxnLst/>
              <a:rect l="l" t="t" r="r" b="b"/>
              <a:pathLst>
                <a:path w="203200" h="7619">
                  <a:moveTo>
                    <a:pt x="86360" y="0"/>
                  </a:moveTo>
                  <a:lnTo>
                    <a:pt x="0" y="0"/>
                  </a:lnTo>
                  <a:lnTo>
                    <a:pt x="0" y="7620"/>
                  </a:lnTo>
                  <a:lnTo>
                    <a:pt x="85089" y="7620"/>
                  </a:lnTo>
                  <a:lnTo>
                    <a:pt x="85089" y="1270"/>
                  </a:lnTo>
                  <a:lnTo>
                    <a:pt x="86360" y="1270"/>
                  </a:lnTo>
                  <a:lnTo>
                    <a:pt x="86360" y="0"/>
                  </a:lnTo>
                  <a:close/>
                </a:path>
                <a:path w="203200" h="7619">
                  <a:moveTo>
                    <a:pt x="203199" y="0"/>
                  </a:moveTo>
                  <a:lnTo>
                    <a:pt x="118109" y="0"/>
                  </a:lnTo>
                  <a:lnTo>
                    <a:pt x="118109" y="1270"/>
                  </a:lnTo>
                  <a:lnTo>
                    <a:pt x="119379" y="1270"/>
                  </a:lnTo>
                  <a:lnTo>
                    <a:pt x="119379" y="7620"/>
                  </a:lnTo>
                  <a:lnTo>
                    <a:pt x="203199" y="7620"/>
                  </a:lnTo>
                  <a:lnTo>
                    <a:pt x="203199" y="0"/>
                  </a:lnTo>
                  <a:close/>
                </a:path>
              </a:pathLst>
            </a:custGeom>
            <a:solidFill>
              <a:srgbClr val="1C7B00"/>
            </a:solidFill>
          </p:spPr>
          <p:txBody>
            <a:bodyPr wrap="square" lIns="0" tIns="0" rIns="0" bIns="0" rtlCol="0"/>
            <a:lstStyle/>
            <a:p/>
          </p:txBody>
        </p:sp>
        <p:sp>
          <p:nvSpPr>
            <p:cNvPr id="610" name="object 610"/>
            <p:cNvSpPr/>
            <p:nvPr/>
          </p:nvSpPr>
          <p:spPr>
            <a:xfrm>
              <a:off x="1794510" y="1309369"/>
              <a:ext cx="203200" cy="7620"/>
            </a:xfrm>
            <a:custGeom>
              <a:avLst/>
              <a:gdLst/>
              <a:ahLst/>
              <a:cxnLst/>
              <a:rect l="l" t="t" r="r" b="b"/>
              <a:pathLst>
                <a:path w="203200" h="7619">
                  <a:moveTo>
                    <a:pt x="85090" y="3822"/>
                  </a:moveTo>
                  <a:lnTo>
                    <a:pt x="0" y="3822"/>
                  </a:lnTo>
                  <a:lnTo>
                    <a:pt x="0" y="7620"/>
                  </a:lnTo>
                  <a:lnTo>
                    <a:pt x="85090" y="7620"/>
                  </a:lnTo>
                  <a:lnTo>
                    <a:pt x="85090" y="3822"/>
                  </a:lnTo>
                  <a:close/>
                </a:path>
                <a:path w="203200" h="7619">
                  <a:moveTo>
                    <a:pt x="85090" y="0"/>
                  </a:moveTo>
                  <a:lnTo>
                    <a:pt x="0" y="0"/>
                  </a:lnTo>
                  <a:lnTo>
                    <a:pt x="0" y="3810"/>
                  </a:lnTo>
                  <a:lnTo>
                    <a:pt x="85090" y="3810"/>
                  </a:lnTo>
                  <a:lnTo>
                    <a:pt x="85090" y="0"/>
                  </a:lnTo>
                  <a:close/>
                </a:path>
                <a:path w="203200" h="7619">
                  <a:moveTo>
                    <a:pt x="203187" y="0"/>
                  </a:moveTo>
                  <a:lnTo>
                    <a:pt x="119380" y="0"/>
                  </a:lnTo>
                  <a:lnTo>
                    <a:pt x="119380" y="3810"/>
                  </a:lnTo>
                  <a:lnTo>
                    <a:pt x="203187" y="3810"/>
                  </a:lnTo>
                  <a:lnTo>
                    <a:pt x="203187" y="0"/>
                  </a:lnTo>
                  <a:close/>
                </a:path>
                <a:path w="203200" h="7619">
                  <a:moveTo>
                    <a:pt x="203200" y="3822"/>
                  </a:moveTo>
                  <a:lnTo>
                    <a:pt x="120650" y="3822"/>
                  </a:lnTo>
                  <a:lnTo>
                    <a:pt x="120650" y="7620"/>
                  </a:lnTo>
                  <a:lnTo>
                    <a:pt x="203200" y="7620"/>
                  </a:lnTo>
                  <a:lnTo>
                    <a:pt x="203200" y="3822"/>
                  </a:lnTo>
                  <a:close/>
                </a:path>
              </a:pathLst>
            </a:custGeom>
            <a:solidFill>
              <a:srgbClr val="1D7A00"/>
            </a:solidFill>
          </p:spPr>
          <p:txBody>
            <a:bodyPr wrap="square" lIns="0" tIns="0" rIns="0" bIns="0" rtlCol="0"/>
            <a:lstStyle/>
            <a:p/>
          </p:txBody>
        </p:sp>
        <p:sp>
          <p:nvSpPr>
            <p:cNvPr id="611" name="object 611"/>
            <p:cNvSpPr/>
            <p:nvPr/>
          </p:nvSpPr>
          <p:spPr>
            <a:xfrm>
              <a:off x="1794510" y="1316989"/>
              <a:ext cx="203200" cy="8890"/>
            </a:xfrm>
            <a:custGeom>
              <a:avLst/>
              <a:gdLst/>
              <a:ahLst/>
              <a:cxnLst/>
              <a:rect l="l" t="t" r="r" b="b"/>
              <a:pathLst>
                <a:path w="203200" h="8890">
                  <a:moveTo>
                    <a:pt x="85089" y="0"/>
                  </a:moveTo>
                  <a:lnTo>
                    <a:pt x="0" y="0"/>
                  </a:lnTo>
                  <a:lnTo>
                    <a:pt x="0" y="8889"/>
                  </a:lnTo>
                  <a:lnTo>
                    <a:pt x="83819" y="8889"/>
                  </a:lnTo>
                  <a:lnTo>
                    <a:pt x="83819" y="7620"/>
                  </a:lnTo>
                  <a:lnTo>
                    <a:pt x="85089" y="7620"/>
                  </a:lnTo>
                  <a:lnTo>
                    <a:pt x="85089" y="0"/>
                  </a:lnTo>
                  <a:close/>
                </a:path>
                <a:path w="203200" h="8890">
                  <a:moveTo>
                    <a:pt x="203200" y="0"/>
                  </a:moveTo>
                  <a:lnTo>
                    <a:pt x="120650" y="0"/>
                  </a:lnTo>
                  <a:lnTo>
                    <a:pt x="120650" y="8889"/>
                  </a:lnTo>
                  <a:lnTo>
                    <a:pt x="203200" y="8889"/>
                  </a:lnTo>
                  <a:lnTo>
                    <a:pt x="203200" y="0"/>
                  </a:lnTo>
                  <a:close/>
                </a:path>
              </a:pathLst>
            </a:custGeom>
            <a:solidFill>
              <a:srgbClr val="1E7900"/>
            </a:solidFill>
          </p:spPr>
          <p:txBody>
            <a:bodyPr wrap="square" lIns="0" tIns="0" rIns="0" bIns="0" rtlCol="0"/>
            <a:lstStyle/>
            <a:p/>
          </p:txBody>
        </p:sp>
        <p:sp>
          <p:nvSpPr>
            <p:cNvPr id="612" name="object 612"/>
            <p:cNvSpPr/>
            <p:nvPr/>
          </p:nvSpPr>
          <p:spPr>
            <a:xfrm>
              <a:off x="1794510" y="1325879"/>
              <a:ext cx="204470" cy="7620"/>
            </a:xfrm>
            <a:custGeom>
              <a:avLst/>
              <a:gdLst/>
              <a:ahLst/>
              <a:cxnLst/>
              <a:rect l="l" t="t" r="r" b="b"/>
              <a:pathLst>
                <a:path w="204469" h="7619">
                  <a:moveTo>
                    <a:pt x="83819" y="0"/>
                  </a:moveTo>
                  <a:lnTo>
                    <a:pt x="0" y="0"/>
                  </a:lnTo>
                  <a:lnTo>
                    <a:pt x="0" y="7620"/>
                  </a:lnTo>
                  <a:lnTo>
                    <a:pt x="83819" y="7620"/>
                  </a:lnTo>
                  <a:lnTo>
                    <a:pt x="83819" y="0"/>
                  </a:lnTo>
                  <a:close/>
                </a:path>
                <a:path w="204469" h="7619">
                  <a:moveTo>
                    <a:pt x="203200" y="0"/>
                  </a:moveTo>
                  <a:lnTo>
                    <a:pt x="120650" y="0"/>
                  </a:lnTo>
                  <a:lnTo>
                    <a:pt x="120650" y="7620"/>
                  </a:lnTo>
                  <a:lnTo>
                    <a:pt x="204469" y="7620"/>
                  </a:lnTo>
                  <a:lnTo>
                    <a:pt x="204469" y="3810"/>
                  </a:lnTo>
                  <a:lnTo>
                    <a:pt x="203200" y="3810"/>
                  </a:lnTo>
                  <a:lnTo>
                    <a:pt x="203200" y="0"/>
                  </a:lnTo>
                  <a:close/>
                </a:path>
              </a:pathLst>
            </a:custGeom>
            <a:solidFill>
              <a:srgbClr val="1F7800"/>
            </a:solidFill>
          </p:spPr>
          <p:txBody>
            <a:bodyPr wrap="square" lIns="0" tIns="0" rIns="0" bIns="0" rtlCol="0"/>
            <a:lstStyle/>
            <a:p/>
          </p:txBody>
        </p:sp>
        <p:sp>
          <p:nvSpPr>
            <p:cNvPr id="613" name="object 613"/>
            <p:cNvSpPr/>
            <p:nvPr/>
          </p:nvSpPr>
          <p:spPr>
            <a:xfrm>
              <a:off x="1794510" y="1333499"/>
              <a:ext cx="204470" cy="8890"/>
            </a:xfrm>
            <a:custGeom>
              <a:avLst/>
              <a:gdLst/>
              <a:ahLst/>
              <a:cxnLst/>
              <a:rect l="l" t="t" r="r" b="b"/>
              <a:pathLst>
                <a:path w="204469" h="8890">
                  <a:moveTo>
                    <a:pt x="83819" y="0"/>
                  </a:moveTo>
                  <a:lnTo>
                    <a:pt x="0" y="0"/>
                  </a:lnTo>
                  <a:lnTo>
                    <a:pt x="0" y="8889"/>
                  </a:lnTo>
                  <a:lnTo>
                    <a:pt x="82550" y="8889"/>
                  </a:lnTo>
                  <a:lnTo>
                    <a:pt x="82550" y="3810"/>
                  </a:lnTo>
                  <a:lnTo>
                    <a:pt x="83819" y="3810"/>
                  </a:lnTo>
                  <a:lnTo>
                    <a:pt x="83819" y="0"/>
                  </a:lnTo>
                  <a:close/>
                </a:path>
                <a:path w="204469" h="8890">
                  <a:moveTo>
                    <a:pt x="204469" y="0"/>
                  </a:moveTo>
                  <a:lnTo>
                    <a:pt x="120650" y="0"/>
                  </a:lnTo>
                  <a:lnTo>
                    <a:pt x="120650" y="2539"/>
                  </a:lnTo>
                  <a:lnTo>
                    <a:pt x="121919" y="2539"/>
                  </a:lnTo>
                  <a:lnTo>
                    <a:pt x="121919" y="8889"/>
                  </a:lnTo>
                  <a:lnTo>
                    <a:pt x="204469" y="8889"/>
                  </a:lnTo>
                  <a:lnTo>
                    <a:pt x="204469" y="0"/>
                  </a:lnTo>
                  <a:close/>
                </a:path>
              </a:pathLst>
            </a:custGeom>
            <a:solidFill>
              <a:srgbClr val="207700"/>
            </a:solidFill>
          </p:spPr>
          <p:txBody>
            <a:bodyPr wrap="square" lIns="0" tIns="0" rIns="0" bIns="0" rtlCol="0"/>
            <a:lstStyle/>
            <a:p/>
          </p:txBody>
        </p:sp>
        <p:sp>
          <p:nvSpPr>
            <p:cNvPr id="614" name="object 614"/>
            <p:cNvSpPr/>
            <p:nvPr/>
          </p:nvSpPr>
          <p:spPr>
            <a:xfrm>
              <a:off x="1794510" y="134238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17600"/>
            </a:solidFill>
          </p:spPr>
          <p:txBody>
            <a:bodyPr wrap="square" lIns="0" tIns="0" rIns="0" bIns="0" rtlCol="0"/>
            <a:lstStyle/>
            <a:p/>
          </p:txBody>
        </p:sp>
        <p:sp>
          <p:nvSpPr>
            <p:cNvPr id="615" name="object 615"/>
            <p:cNvSpPr/>
            <p:nvPr/>
          </p:nvSpPr>
          <p:spPr>
            <a:xfrm>
              <a:off x="1794510" y="1350009"/>
              <a:ext cx="204470" cy="8890"/>
            </a:xfrm>
            <a:custGeom>
              <a:avLst/>
              <a:gdLst/>
              <a:ahLst/>
              <a:cxnLst/>
              <a:rect l="l" t="t" r="r" b="b"/>
              <a:pathLst>
                <a:path w="204469" h="8890">
                  <a:moveTo>
                    <a:pt x="82550" y="0"/>
                  </a:moveTo>
                  <a:lnTo>
                    <a:pt x="0" y="0"/>
                  </a:lnTo>
                  <a:lnTo>
                    <a:pt x="0" y="8890"/>
                  </a:lnTo>
                  <a:lnTo>
                    <a:pt x="82550" y="8890"/>
                  </a:lnTo>
                  <a:lnTo>
                    <a:pt x="82550" y="0"/>
                  </a:lnTo>
                  <a:close/>
                </a:path>
                <a:path w="204469" h="8890">
                  <a:moveTo>
                    <a:pt x="204470" y="0"/>
                  </a:moveTo>
                  <a:lnTo>
                    <a:pt x="121920" y="0"/>
                  </a:lnTo>
                  <a:lnTo>
                    <a:pt x="121920" y="8890"/>
                  </a:lnTo>
                  <a:lnTo>
                    <a:pt x="204470" y="8890"/>
                  </a:lnTo>
                  <a:lnTo>
                    <a:pt x="204470" y="0"/>
                  </a:lnTo>
                  <a:close/>
                </a:path>
              </a:pathLst>
            </a:custGeom>
            <a:solidFill>
              <a:srgbClr val="227500"/>
            </a:solidFill>
          </p:spPr>
          <p:txBody>
            <a:bodyPr wrap="square" lIns="0" tIns="0" rIns="0" bIns="0" rtlCol="0"/>
            <a:lstStyle/>
            <a:p/>
          </p:txBody>
        </p:sp>
        <p:sp>
          <p:nvSpPr>
            <p:cNvPr id="616" name="object 616"/>
            <p:cNvSpPr/>
            <p:nvPr/>
          </p:nvSpPr>
          <p:spPr>
            <a:xfrm>
              <a:off x="1794510" y="135889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37400"/>
            </a:solidFill>
          </p:spPr>
          <p:txBody>
            <a:bodyPr wrap="square" lIns="0" tIns="0" rIns="0" bIns="0" rtlCol="0"/>
            <a:lstStyle/>
            <a:p/>
          </p:txBody>
        </p:sp>
        <p:sp>
          <p:nvSpPr>
            <p:cNvPr id="617" name="object 617"/>
            <p:cNvSpPr/>
            <p:nvPr/>
          </p:nvSpPr>
          <p:spPr>
            <a:xfrm>
              <a:off x="1794510" y="1366519"/>
              <a:ext cx="204470" cy="8890"/>
            </a:xfrm>
            <a:custGeom>
              <a:avLst/>
              <a:gdLst/>
              <a:ahLst/>
              <a:cxnLst/>
              <a:rect l="l" t="t" r="r" b="b"/>
              <a:pathLst>
                <a:path w="204469" h="8890">
                  <a:moveTo>
                    <a:pt x="82550" y="0"/>
                  </a:moveTo>
                  <a:lnTo>
                    <a:pt x="0" y="0"/>
                  </a:lnTo>
                  <a:lnTo>
                    <a:pt x="0" y="8890"/>
                  </a:lnTo>
                  <a:lnTo>
                    <a:pt x="82550" y="8890"/>
                  </a:lnTo>
                  <a:lnTo>
                    <a:pt x="82550" y="0"/>
                  </a:lnTo>
                  <a:close/>
                </a:path>
                <a:path w="204469" h="8890">
                  <a:moveTo>
                    <a:pt x="204470" y="0"/>
                  </a:moveTo>
                  <a:lnTo>
                    <a:pt x="121920" y="0"/>
                  </a:lnTo>
                  <a:lnTo>
                    <a:pt x="121920" y="8890"/>
                  </a:lnTo>
                  <a:lnTo>
                    <a:pt x="204470" y="8890"/>
                  </a:lnTo>
                  <a:lnTo>
                    <a:pt x="204470" y="0"/>
                  </a:lnTo>
                  <a:close/>
                </a:path>
              </a:pathLst>
            </a:custGeom>
            <a:solidFill>
              <a:srgbClr val="247300"/>
            </a:solidFill>
          </p:spPr>
          <p:txBody>
            <a:bodyPr wrap="square" lIns="0" tIns="0" rIns="0" bIns="0" rtlCol="0"/>
            <a:lstStyle/>
            <a:p/>
          </p:txBody>
        </p:sp>
        <p:sp>
          <p:nvSpPr>
            <p:cNvPr id="618" name="object 618"/>
            <p:cNvSpPr/>
            <p:nvPr/>
          </p:nvSpPr>
          <p:spPr>
            <a:xfrm>
              <a:off x="1794510" y="137540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57200"/>
            </a:solidFill>
          </p:spPr>
          <p:txBody>
            <a:bodyPr wrap="square" lIns="0" tIns="0" rIns="0" bIns="0" rtlCol="0"/>
            <a:lstStyle/>
            <a:p/>
          </p:txBody>
        </p:sp>
        <p:sp>
          <p:nvSpPr>
            <p:cNvPr id="619" name="object 619"/>
            <p:cNvSpPr/>
            <p:nvPr/>
          </p:nvSpPr>
          <p:spPr>
            <a:xfrm>
              <a:off x="1794510" y="1383029"/>
              <a:ext cx="204470" cy="8890"/>
            </a:xfrm>
            <a:custGeom>
              <a:avLst/>
              <a:gdLst/>
              <a:ahLst/>
              <a:cxnLst/>
              <a:rect l="l" t="t" r="r" b="b"/>
              <a:pathLst>
                <a:path w="204469" h="8890">
                  <a:moveTo>
                    <a:pt x="82550" y="0"/>
                  </a:moveTo>
                  <a:lnTo>
                    <a:pt x="0" y="0"/>
                  </a:lnTo>
                  <a:lnTo>
                    <a:pt x="0" y="8890"/>
                  </a:lnTo>
                  <a:lnTo>
                    <a:pt x="82550" y="8890"/>
                  </a:lnTo>
                  <a:lnTo>
                    <a:pt x="82550" y="0"/>
                  </a:lnTo>
                  <a:close/>
                </a:path>
                <a:path w="204469" h="8890">
                  <a:moveTo>
                    <a:pt x="204470" y="0"/>
                  </a:moveTo>
                  <a:lnTo>
                    <a:pt x="121920" y="0"/>
                  </a:lnTo>
                  <a:lnTo>
                    <a:pt x="121920" y="8890"/>
                  </a:lnTo>
                  <a:lnTo>
                    <a:pt x="204470" y="8890"/>
                  </a:lnTo>
                  <a:lnTo>
                    <a:pt x="204470" y="0"/>
                  </a:lnTo>
                  <a:close/>
                </a:path>
              </a:pathLst>
            </a:custGeom>
            <a:solidFill>
              <a:srgbClr val="267100"/>
            </a:solidFill>
          </p:spPr>
          <p:txBody>
            <a:bodyPr wrap="square" lIns="0" tIns="0" rIns="0" bIns="0" rtlCol="0"/>
            <a:lstStyle/>
            <a:p/>
          </p:txBody>
        </p:sp>
        <p:sp>
          <p:nvSpPr>
            <p:cNvPr id="620" name="object 620"/>
            <p:cNvSpPr/>
            <p:nvPr/>
          </p:nvSpPr>
          <p:spPr>
            <a:xfrm>
              <a:off x="1794510" y="139191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77000"/>
            </a:solidFill>
          </p:spPr>
          <p:txBody>
            <a:bodyPr wrap="square" lIns="0" tIns="0" rIns="0" bIns="0" rtlCol="0"/>
            <a:lstStyle/>
            <a:p/>
          </p:txBody>
        </p:sp>
        <p:sp>
          <p:nvSpPr>
            <p:cNvPr id="621" name="object 621"/>
            <p:cNvSpPr/>
            <p:nvPr/>
          </p:nvSpPr>
          <p:spPr>
            <a:xfrm>
              <a:off x="1794510" y="139953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86F00"/>
            </a:solidFill>
          </p:spPr>
          <p:txBody>
            <a:bodyPr wrap="square" lIns="0" tIns="0" rIns="0" bIns="0" rtlCol="0"/>
            <a:lstStyle/>
            <a:p/>
          </p:txBody>
        </p:sp>
        <p:sp>
          <p:nvSpPr>
            <p:cNvPr id="622" name="object 622"/>
            <p:cNvSpPr/>
            <p:nvPr/>
          </p:nvSpPr>
          <p:spPr>
            <a:xfrm>
              <a:off x="1794510" y="1407159"/>
              <a:ext cx="204470" cy="8890"/>
            </a:xfrm>
            <a:custGeom>
              <a:avLst/>
              <a:gdLst/>
              <a:ahLst/>
              <a:cxnLst/>
              <a:rect l="l" t="t" r="r" b="b"/>
              <a:pathLst>
                <a:path w="204469" h="8890">
                  <a:moveTo>
                    <a:pt x="82550" y="0"/>
                  </a:moveTo>
                  <a:lnTo>
                    <a:pt x="0" y="0"/>
                  </a:lnTo>
                  <a:lnTo>
                    <a:pt x="0" y="1270"/>
                  </a:lnTo>
                  <a:lnTo>
                    <a:pt x="82550" y="1270"/>
                  </a:lnTo>
                  <a:lnTo>
                    <a:pt x="82550" y="0"/>
                  </a:lnTo>
                  <a:close/>
                </a:path>
                <a:path w="204469" h="8890">
                  <a:moveTo>
                    <a:pt x="83820" y="1282"/>
                  </a:moveTo>
                  <a:lnTo>
                    <a:pt x="0" y="1282"/>
                  </a:lnTo>
                  <a:lnTo>
                    <a:pt x="0" y="8890"/>
                  </a:lnTo>
                  <a:lnTo>
                    <a:pt x="83820" y="8890"/>
                  </a:lnTo>
                  <a:lnTo>
                    <a:pt x="83820" y="1282"/>
                  </a:lnTo>
                  <a:close/>
                </a:path>
                <a:path w="204469" h="8890">
                  <a:moveTo>
                    <a:pt x="204470" y="1282"/>
                  </a:moveTo>
                  <a:lnTo>
                    <a:pt x="121920" y="1282"/>
                  </a:lnTo>
                  <a:lnTo>
                    <a:pt x="121920" y="8890"/>
                  </a:lnTo>
                  <a:lnTo>
                    <a:pt x="204470" y="8890"/>
                  </a:lnTo>
                  <a:lnTo>
                    <a:pt x="204470" y="1282"/>
                  </a:lnTo>
                  <a:close/>
                </a:path>
                <a:path w="204469" h="8890">
                  <a:moveTo>
                    <a:pt x="204470" y="0"/>
                  </a:moveTo>
                  <a:lnTo>
                    <a:pt x="121920" y="0"/>
                  </a:lnTo>
                  <a:lnTo>
                    <a:pt x="121920" y="1270"/>
                  </a:lnTo>
                  <a:lnTo>
                    <a:pt x="204470" y="1270"/>
                  </a:lnTo>
                  <a:lnTo>
                    <a:pt x="204470" y="0"/>
                  </a:lnTo>
                  <a:close/>
                </a:path>
              </a:pathLst>
            </a:custGeom>
            <a:solidFill>
              <a:srgbClr val="296E00"/>
            </a:solidFill>
          </p:spPr>
          <p:txBody>
            <a:bodyPr wrap="square" lIns="0" tIns="0" rIns="0" bIns="0" rtlCol="0"/>
            <a:lstStyle/>
            <a:p/>
          </p:txBody>
        </p:sp>
        <p:sp>
          <p:nvSpPr>
            <p:cNvPr id="623" name="object 623"/>
            <p:cNvSpPr/>
            <p:nvPr/>
          </p:nvSpPr>
          <p:spPr>
            <a:xfrm>
              <a:off x="1794510" y="1416049"/>
              <a:ext cx="204470" cy="7620"/>
            </a:xfrm>
            <a:custGeom>
              <a:avLst/>
              <a:gdLst/>
              <a:ahLst/>
              <a:cxnLst/>
              <a:rect l="l" t="t" r="r" b="b"/>
              <a:pathLst>
                <a:path w="204469" h="7619">
                  <a:moveTo>
                    <a:pt x="83819" y="0"/>
                  </a:moveTo>
                  <a:lnTo>
                    <a:pt x="0" y="0"/>
                  </a:lnTo>
                  <a:lnTo>
                    <a:pt x="0" y="7620"/>
                  </a:lnTo>
                  <a:lnTo>
                    <a:pt x="85089" y="7620"/>
                  </a:lnTo>
                  <a:lnTo>
                    <a:pt x="85089" y="3810"/>
                  </a:lnTo>
                  <a:lnTo>
                    <a:pt x="83819" y="3810"/>
                  </a:lnTo>
                  <a:lnTo>
                    <a:pt x="83819" y="0"/>
                  </a:lnTo>
                  <a:close/>
                </a:path>
                <a:path w="204469" h="7619">
                  <a:moveTo>
                    <a:pt x="204469" y="0"/>
                  </a:moveTo>
                  <a:lnTo>
                    <a:pt x="121919" y="0"/>
                  </a:lnTo>
                  <a:lnTo>
                    <a:pt x="121919" y="3810"/>
                  </a:lnTo>
                  <a:lnTo>
                    <a:pt x="120650" y="3810"/>
                  </a:lnTo>
                  <a:lnTo>
                    <a:pt x="120650" y="7620"/>
                  </a:lnTo>
                  <a:lnTo>
                    <a:pt x="204469" y="7620"/>
                  </a:lnTo>
                  <a:lnTo>
                    <a:pt x="204469" y="0"/>
                  </a:lnTo>
                  <a:close/>
                </a:path>
              </a:pathLst>
            </a:custGeom>
            <a:solidFill>
              <a:srgbClr val="2A6D00"/>
            </a:solidFill>
          </p:spPr>
          <p:txBody>
            <a:bodyPr wrap="square" lIns="0" tIns="0" rIns="0" bIns="0" rtlCol="0"/>
            <a:lstStyle/>
            <a:p/>
          </p:txBody>
        </p:sp>
        <p:sp>
          <p:nvSpPr>
            <p:cNvPr id="624" name="object 624"/>
            <p:cNvSpPr/>
            <p:nvPr/>
          </p:nvSpPr>
          <p:spPr>
            <a:xfrm>
              <a:off x="1794510" y="1423669"/>
              <a:ext cx="204470" cy="8890"/>
            </a:xfrm>
            <a:custGeom>
              <a:avLst/>
              <a:gdLst/>
              <a:ahLst/>
              <a:cxnLst/>
              <a:rect l="l" t="t" r="r" b="b"/>
              <a:pathLst>
                <a:path w="204469" h="8890">
                  <a:moveTo>
                    <a:pt x="85090" y="0"/>
                  </a:moveTo>
                  <a:lnTo>
                    <a:pt x="0" y="0"/>
                  </a:lnTo>
                  <a:lnTo>
                    <a:pt x="0" y="8890"/>
                  </a:lnTo>
                  <a:lnTo>
                    <a:pt x="85090" y="8890"/>
                  </a:lnTo>
                  <a:lnTo>
                    <a:pt x="85090" y="0"/>
                  </a:lnTo>
                  <a:close/>
                </a:path>
                <a:path w="204469" h="8890">
                  <a:moveTo>
                    <a:pt x="204470" y="0"/>
                  </a:moveTo>
                  <a:lnTo>
                    <a:pt x="120650" y="0"/>
                  </a:lnTo>
                  <a:lnTo>
                    <a:pt x="120650" y="7620"/>
                  </a:lnTo>
                  <a:lnTo>
                    <a:pt x="119380" y="7620"/>
                  </a:lnTo>
                  <a:lnTo>
                    <a:pt x="119380" y="8890"/>
                  </a:lnTo>
                  <a:lnTo>
                    <a:pt x="203187" y="8890"/>
                  </a:lnTo>
                  <a:lnTo>
                    <a:pt x="203187" y="7620"/>
                  </a:lnTo>
                  <a:lnTo>
                    <a:pt x="204470" y="7620"/>
                  </a:lnTo>
                  <a:lnTo>
                    <a:pt x="204470" y="0"/>
                  </a:lnTo>
                  <a:close/>
                </a:path>
              </a:pathLst>
            </a:custGeom>
            <a:solidFill>
              <a:srgbClr val="2B6C00"/>
            </a:solidFill>
          </p:spPr>
          <p:txBody>
            <a:bodyPr wrap="square" lIns="0" tIns="0" rIns="0" bIns="0" rtlCol="0"/>
            <a:lstStyle/>
            <a:p/>
          </p:txBody>
        </p:sp>
        <p:sp>
          <p:nvSpPr>
            <p:cNvPr id="625" name="object 625"/>
            <p:cNvSpPr/>
            <p:nvPr/>
          </p:nvSpPr>
          <p:spPr>
            <a:xfrm>
              <a:off x="1794510" y="1432559"/>
              <a:ext cx="203200" cy="7620"/>
            </a:xfrm>
            <a:custGeom>
              <a:avLst/>
              <a:gdLst/>
              <a:ahLst/>
              <a:cxnLst/>
              <a:rect l="l" t="t" r="r" b="b"/>
              <a:pathLst>
                <a:path w="203200" h="7619">
                  <a:moveTo>
                    <a:pt x="85089" y="0"/>
                  </a:moveTo>
                  <a:lnTo>
                    <a:pt x="0" y="0"/>
                  </a:lnTo>
                  <a:lnTo>
                    <a:pt x="0" y="7619"/>
                  </a:lnTo>
                  <a:lnTo>
                    <a:pt x="86360" y="7619"/>
                  </a:lnTo>
                  <a:lnTo>
                    <a:pt x="86360" y="6350"/>
                  </a:lnTo>
                  <a:lnTo>
                    <a:pt x="85089" y="6350"/>
                  </a:lnTo>
                  <a:lnTo>
                    <a:pt x="85089" y="0"/>
                  </a:lnTo>
                  <a:close/>
                </a:path>
                <a:path w="203200" h="7619">
                  <a:moveTo>
                    <a:pt x="203199" y="0"/>
                  </a:moveTo>
                  <a:lnTo>
                    <a:pt x="119379" y="0"/>
                  </a:lnTo>
                  <a:lnTo>
                    <a:pt x="119379" y="7619"/>
                  </a:lnTo>
                  <a:lnTo>
                    <a:pt x="203199" y="7619"/>
                  </a:lnTo>
                  <a:lnTo>
                    <a:pt x="203199" y="0"/>
                  </a:lnTo>
                  <a:close/>
                </a:path>
              </a:pathLst>
            </a:custGeom>
            <a:solidFill>
              <a:srgbClr val="2C6B00"/>
            </a:solidFill>
          </p:spPr>
          <p:txBody>
            <a:bodyPr wrap="square" lIns="0" tIns="0" rIns="0" bIns="0" rtlCol="0"/>
            <a:lstStyle/>
            <a:p/>
          </p:txBody>
        </p:sp>
        <p:sp>
          <p:nvSpPr>
            <p:cNvPr id="626" name="object 626"/>
            <p:cNvSpPr/>
            <p:nvPr/>
          </p:nvSpPr>
          <p:spPr>
            <a:xfrm>
              <a:off x="1794510" y="1440179"/>
              <a:ext cx="203200" cy="8890"/>
            </a:xfrm>
            <a:custGeom>
              <a:avLst/>
              <a:gdLst/>
              <a:ahLst/>
              <a:cxnLst/>
              <a:rect l="l" t="t" r="r" b="b"/>
              <a:pathLst>
                <a:path w="203200" h="8890">
                  <a:moveTo>
                    <a:pt x="86360" y="0"/>
                  </a:moveTo>
                  <a:lnTo>
                    <a:pt x="0" y="0"/>
                  </a:lnTo>
                  <a:lnTo>
                    <a:pt x="0" y="8890"/>
                  </a:lnTo>
                  <a:lnTo>
                    <a:pt x="87630" y="8890"/>
                  </a:lnTo>
                  <a:lnTo>
                    <a:pt x="87630" y="5080"/>
                  </a:lnTo>
                  <a:lnTo>
                    <a:pt x="86360" y="5080"/>
                  </a:lnTo>
                  <a:lnTo>
                    <a:pt x="86360" y="0"/>
                  </a:lnTo>
                  <a:close/>
                </a:path>
                <a:path w="203200" h="8890">
                  <a:moveTo>
                    <a:pt x="203199" y="0"/>
                  </a:moveTo>
                  <a:lnTo>
                    <a:pt x="119379" y="0"/>
                  </a:lnTo>
                  <a:lnTo>
                    <a:pt x="119379" y="7620"/>
                  </a:lnTo>
                  <a:lnTo>
                    <a:pt x="118109" y="7620"/>
                  </a:lnTo>
                  <a:lnTo>
                    <a:pt x="118109" y="8890"/>
                  </a:lnTo>
                  <a:lnTo>
                    <a:pt x="203200" y="8890"/>
                  </a:lnTo>
                  <a:lnTo>
                    <a:pt x="203199" y="0"/>
                  </a:lnTo>
                  <a:close/>
                </a:path>
              </a:pathLst>
            </a:custGeom>
            <a:solidFill>
              <a:srgbClr val="2D6A00"/>
            </a:solidFill>
          </p:spPr>
          <p:txBody>
            <a:bodyPr wrap="square" lIns="0" tIns="0" rIns="0" bIns="0" rtlCol="0"/>
            <a:lstStyle/>
            <a:p/>
          </p:txBody>
        </p:sp>
        <p:sp>
          <p:nvSpPr>
            <p:cNvPr id="627" name="object 627"/>
            <p:cNvSpPr/>
            <p:nvPr/>
          </p:nvSpPr>
          <p:spPr>
            <a:xfrm>
              <a:off x="1794510" y="1449069"/>
              <a:ext cx="203200" cy="7620"/>
            </a:xfrm>
            <a:custGeom>
              <a:avLst/>
              <a:gdLst/>
              <a:ahLst/>
              <a:cxnLst/>
              <a:rect l="l" t="t" r="r" b="b"/>
              <a:pathLst>
                <a:path w="203200" h="7619">
                  <a:moveTo>
                    <a:pt x="88900" y="3810"/>
                  </a:moveTo>
                  <a:lnTo>
                    <a:pt x="87630" y="3810"/>
                  </a:lnTo>
                  <a:lnTo>
                    <a:pt x="87630" y="0"/>
                  </a:lnTo>
                  <a:lnTo>
                    <a:pt x="0" y="0"/>
                  </a:lnTo>
                  <a:lnTo>
                    <a:pt x="0" y="3810"/>
                  </a:lnTo>
                  <a:lnTo>
                    <a:pt x="0" y="7620"/>
                  </a:lnTo>
                  <a:lnTo>
                    <a:pt x="88900" y="7620"/>
                  </a:lnTo>
                  <a:lnTo>
                    <a:pt x="88900" y="3810"/>
                  </a:lnTo>
                  <a:close/>
                </a:path>
                <a:path w="203200" h="7619">
                  <a:moveTo>
                    <a:pt x="203200" y="0"/>
                  </a:moveTo>
                  <a:lnTo>
                    <a:pt x="118110" y="0"/>
                  </a:lnTo>
                  <a:lnTo>
                    <a:pt x="118110" y="5080"/>
                  </a:lnTo>
                  <a:lnTo>
                    <a:pt x="116840" y="5080"/>
                  </a:lnTo>
                  <a:lnTo>
                    <a:pt x="116840" y="7620"/>
                  </a:lnTo>
                  <a:lnTo>
                    <a:pt x="203200" y="7620"/>
                  </a:lnTo>
                  <a:lnTo>
                    <a:pt x="203200" y="5080"/>
                  </a:lnTo>
                  <a:lnTo>
                    <a:pt x="203200" y="0"/>
                  </a:lnTo>
                  <a:close/>
                </a:path>
              </a:pathLst>
            </a:custGeom>
            <a:solidFill>
              <a:srgbClr val="2E6900"/>
            </a:solidFill>
          </p:spPr>
          <p:txBody>
            <a:bodyPr wrap="square" lIns="0" tIns="0" rIns="0" bIns="0" rtlCol="0"/>
            <a:lstStyle/>
            <a:p/>
          </p:txBody>
        </p:sp>
        <p:sp>
          <p:nvSpPr>
            <p:cNvPr id="628" name="object 628"/>
            <p:cNvSpPr/>
            <p:nvPr/>
          </p:nvSpPr>
          <p:spPr>
            <a:xfrm>
              <a:off x="1794510" y="1456689"/>
              <a:ext cx="203200" cy="7620"/>
            </a:xfrm>
            <a:custGeom>
              <a:avLst/>
              <a:gdLst/>
              <a:ahLst/>
              <a:cxnLst/>
              <a:rect l="l" t="t" r="r" b="b"/>
              <a:pathLst>
                <a:path w="203200" h="7619">
                  <a:moveTo>
                    <a:pt x="91440" y="6350"/>
                  </a:moveTo>
                  <a:lnTo>
                    <a:pt x="90170" y="6350"/>
                  </a:lnTo>
                  <a:lnTo>
                    <a:pt x="90170" y="3810"/>
                  </a:lnTo>
                  <a:lnTo>
                    <a:pt x="88900" y="3810"/>
                  </a:lnTo>
                  <a:lnTo>
                    <a:pt x="88900" y="0"/>
                  </a:lnTo>
                  <a:lnTo>
                    <a:pt x="0" y="0"/>
                  </a:lnTo>
                  <a:lnTo>
                    <a:pt x="0" y="3810"/>
                  </a:lnTo>
                  <a:lnTo>
                    <a:pt x="0" y="6350"/>
                  </a:lnTo>
                  <a:lnTo>
                    <a:pt x="0" y="7620"/>
                  </a:lnTo>
                  <a:lnTo>
                    <a:pt x="91440" y="7620"/>
                  </a:lnTo>
                  <a:lnTo>
                    <a:pt x="91440" y="6350"/>
                  </a:lnTo>
                  <a:close/>
                </a:path>
                <a:path w="203200" h="7619">
                  <a:moveTo>
                    <a:pt x="203200" y="0"/>
                  </a:moveTo>
                  <a:lnTo>
                    <a:pt x="116840" y="0"/>
                  </a:lnTo>
                  <a:lnTo>
                    <a:pt x="116840" y="5080"/>
                  </a:lnTo>
                  <a:lnTo>
                    <a:pt x="115570" y="5080"/>
                  </a:lnTo>
                  <a:lnTo>
                    <a:pt x="115570" y="7620"/>
                  </a:lnTo>
                  <a:lnTo>
                    <a:pt x="203200" y="7620"/>
                  </a:lnTo>
                  <a:lnTo>
                    <a:pt x="203200" y="5080"/>
                  </a:lnTo>
                  <a:lnTo>
                    <a:pt x="203200" y="0"/>
                  </a:lnTo>
                  <a:close/>
                </a:path>
              </a:pathLst>
            </a:custGeom>
            <a:solidFill>
              <a:srgbClr val="2F6800"/>
            </a:solidFill>
          </p:spPr>
          <p:txBody>
            <a:bodyPr wrap="square" lIns="0" tIns="0" rIns="0" bIns="0" rtlCol="0"/>
            <a:lstStyle/>
            <a:p/>
          </p:txBody>
        </p:sp>
        <p:sp>
          <p:nvSpPr>
            <p:cNvPr id="629" name="object 629"/>
            <p:cNvSpPr/>
            <p:nvPr/>
          </p:nvSpPr>
          <p:spPr>
            <a:xfrm>
              <a:off x="1794510" y="1464309"/>
              <a:ext cx="201930" cy="8890"/>
            </a:xfrm>
            <a:custGeom>
              <a:avLst/>
              <a:gdLst/>
              <a:ahLst/>
              <a:cxnLst/>
              <a:rect l="l" t="t" r="r" b="b"/>
              <a:pathLst>
                <a:path w="201930" h="8890">
                  <a:moveTo>
                    <a:pt x="93980" y="7632"/>
                  </a:moveTo>
                  <a:lnTo>
                    <a:pt x="0" y="7632"/>
                  </a:lnTo>
                  <a:lnTo>
                    <a:pt x="0" y="8890"/>
                  </a:lnTo>
                  <a:lnTo>
                    <a:pt x="93980" y="8890"/>
                  </a:lnTo>
                  <a:lnTo>
                    <a:pt x="93980" y="7632"/>
                  </a:lnTo>
                  <a:close/>
                </a:path>
                <a:path w="201930" h="8890">
                  <a:moveTo>
                    <a:pt x="93980" y="6350"/>
                  </a:moveTo>
                  <a:lnTo>
                    <a:pt x="92710" y="6350"/>
                  </a:lnTo>
                  <a:lnTo>
                    <a:pt x="92710" y="2540"/>
                  </a:lnTo>
                  <a:lnTo>
                    <a:pt x="91440" y="2540"/>
                  </a:lnTo>
                  <a:lnTo>
                    <a:pt x="91440" y="0"/>
                  </a:lnTo>
                  <a:lnTo>
                    <a:pt x="0" y="0"/>
                  </a:lnTo>
                  <a:lnTo>
                    <a:pt x="0" y="2540"/>
                  </a:lnTo>
                  <a:lnTo>
                    <a:pt x="0" y="6350"/>
                  </a:lnTo>
                  <a:lnTo>
                    <a:pt x="0" y="7620"/>
                  </a:lnTo>
                  <a:lnTo>
                    <a:pt x="93980" y="7620"/>
                  </a:lnTo>
                  <a:lnTo>
                    <a:pt x="93980" y="6350"/>
                  </a:lnTo>
                  <a:close/>
                </a:path>
                <a:path w="201930" h="8890">
                  <a:moveTo>
                    <a:pt x="201930" y="7632"/>
                  </a:moveTo>
                  <a:lnTo>
                    <a:pt x="111760" y="7632"/>
                  </a:lnTo>
                  <a:lnTo>
                    <a:pt x="111760" y="8890"/>
                  </a:lnTo>
                  <a:lnTo>
                    <a:pt x="201930" y="8890"/>
                  </a:lnTo>
                  <a:lnTo>
                    <a:pt x="201930" y="7632"/>
                  </a:lnTo>
                  <a:close/>
                </a:path>
                <a:path w="201930" h="8890">
                  <a:moveTo>
                    <a:pt x="201930" y="0"/>
                  </a:moveTo>
                  <a:lnTo>
                    <a:pt x="114300" y="0"/>
                  </a:lnTo>
                  <a:lnTo>
                    <a:pt x="114300" y="3810"/>
                  </a:lnTo>
                  <a:lnTo>
                    <a:pt x="113030" y="3810"/>
                  </a:lnTo>
                  <a:lnTo>
                    <a:pt x="113030" y="7620"/>
                  </a:lnTo>
                  <a:lnTo>
                    <a:pt x="201930" y="7620"/>
                  </a:lnTo>
                  <a:lnTo>
                    <a:pt x="201930" y="3810"/>
                  </a:lnTo>
                  <a:lnTo>
                    <a:pt x="201930" y="0"/>
                  </a:lnTo>
                  <a:close/>
                </a:path>
              </a:pathLst>
            </a:custGeom>
            <a:solidFill>
              <a:srgbClr val="306700"/>
            </a:solidFill>
          </p:spPr>
          <p:txBody>
            <a:bodyPr wrap="square" lIns="0" tIns="0" rIns="0" bIns="0" rtlCol="0"/>
            <a:lstStyle/>
            <a:p/>
          </p:txBody>
        </p:sp>
        <p:sp>
          <p:nvSpPr>
            <p:cNvPr id="630" name="object 630"/>
            <p:cNvSpPr/>
            <p:nvPr/>
          </p:nvSpPr>
          <p:spPr>
            <a:xfrm>
              <a:off x="1794510" y="1473199"/>
              <a:ext cx="201930" cy="7620"/>
            </a:xfrm>
            <a:custGeom>
              <a:avLst/>
              <a:gdLst/>
              <a:ahLst/>
              <a:cxnLst/>
              <a:rect l="l" t="t" r="r" b="b"/>
              <a:pathLst>
                <a:path w="201930" h="7619">
                  <a:moveTo>
                    <a:pt x="99060" y="5080"/>
                  </a:moveTo>
                  <a:lnTo>
                    <a:pt x="96520" y="5080"/>
                  </a:lnTo>
                  <a:lnTo>
                    <a:pt x="96520" y="2540"/>
                  </a:lnTo>
                  <a:lnTo>
                    <a:pt x="95250" y="2540"/>
                  </a:lnTo>
                  <a:lnTo>
                    <a:pt x="95250" y="1270"/>
                  </a:lnTo>
                  <a:lnTo>
                    <a:pt x="93980" y="1270"/>
                  </a:lnTo>
                  <a:lnTo>
                    <a:pt x="93980" y="0"/>
                  </a:lnTo>
                  <a:lnTo>
                    <a:pt x="0" y="0"/>
                  </a:lnTo>
                  <a:lnTo>
                    <a:pt x="0" y="1270"/>
                  </a:lnTo>
                  <a:lnTo>
                    <a:pt x="0" y="2540"/>
                  </a:lnTo>
                  <a:lnTo>
                    <a:pt x="0" y="5080"/>
                  </a:lnTo>
                  <a:lnTo>
                    <a:pt x="0" y="7620"/>
                  </a:lnTo>
                  <a:lnTo>
                    <a:pt x="99060" y="7620"/>
                  </a:lnTo>
                  <a:lnTo>
                    <a:pt x="99060" y="5080"/>
                  </a:lnTo>
                  <a:close/>
                </a:path>
                <a:path w="201930" h="7619">
                  <a:moveTo>
                    <a:pt x="201930" y="0"/>
                  </a:moveTo>
                  <a:lnTo>
                    <a:pt x="111760" y="0"/>
                  </a:lnTo>
                  <a:lnTo>
                    <a:pt x="111760" y="1270"/>
                  </a:lnTo>
                  <a:lnTo>
                    <a:pt x="110490" y="1270"/>
                  </a:lnTo>
                  <a:lnTo>
                    <a:pt x="110490" y="5080"/>
                  </a:lnTo>
                  <a:lnTo>
                    <a:pt x="109220" y="5080"/>
                  </a:lnTo>
                  <a:lnTo>
                    <a:pt x="109220" y="6350"/>
                  </a:lnTo>
                  <a:lnTo>
                    <a:pt x="107950" y="6350"/>
                  </a:lnTo>
                  <a:lnTo>
                    <a:pt x="107950" y="7620"/>
                  </a:lnTo>
                  <a:lnTo>
                    <a:pt x="201930" y="7620"/>
                  </a:lnTo>
                  <a:lnTo>
                    <a:pt x="201930" y="6350"/>
                  </a:lnTo>
                  <a:lnTo>
                    <a:pt x="201930" y="5080"/>
                  </a:lnTo>
                  <a:lnTo>
                    <a:pt x="201930" y="1270"/>
                  </a:lnTo>
                  <a:lnTo>
                    <a:pt x="201930" y="0"/>
                  </a:lnTo>
                  <a:close/>
                </a:path>
              </a:pathLst>
            </a:custGeom>
            <a:solidFill>
              <a:srgbClr val="316600"/>
            </a:solidFill>
          </p:spPr>
          <p:txBody>
            <a:bodyPr wrap="square" lIns="0" tIns="0" rIns="0" bIns="0" rtlCol="0"/>
            <a:lstStyle/>
            <a:p/>
          </p:txBody>
        </p:sp>
        <p:sp>
          <p:nvSpPr>
            <p:cNvPr id="631" name="object 631"/>
            <p:cNvSpPr/>
            <p:nvPr/>
          </p:nvSpPr>
          <p:spPr>
            <a:xfrm>
              <a:off x="1794510" y="1480819"/>
              <a:ext cx="201930" cy="8890"/>
            </a:xfrm>
            <a:custGeom>
              <a:avLst/>
              <a:gdLst/>
              <a:ahLst/>
              <a:cxnLst/>
              <a:rect l="l" t="t" r="r" b="b"/>
              <a:pathLst>
                <a:path w="201930" h="8890">
                  <a:moveTo>
                    <a:pt x="201930" y="0"/>
                  </a:moveTo>
                  <a:lnTo>
                    <a:pt x="106680" y="0"/>
                  </a:lnTo>
                  <a:lnTo>
                    <a:pt x="106680" y="1270"/>
                  </a:lnTo>
                  <a:lnTo>
                    <a:pt x="105410" y="1270"/>
                  </a:lnTo>
                  <a:lnTo>
                    <a:pt x="105410" y="3810"/>
                  </a:lnTo>
                  <a:lnTo>
                    <a:pt x="101600" y="3810"/>
                  </a:lnTo>
                  <a:lnTo>
                    <a:pt x="101600" y="1270"/>
                  </a:lnTo>
                  <a:lnTo>
                    <a:pt x="100330" y="1270"/>
                  </a:lnTo>
                  <a:lnTo>
                    <a:pt x="100330" y="0"/>
                  </a:lnTo>
                  <a:lnTo>
                    <a:pt x="0" y="0"/>
                  </a:lnTo>
                  <a:lnTo>
                    <a:pt x="0" y="1270"/>
                  </a:lnTo>
                  <a:lnTo>
                    <a:pt x="0" y="3810"/>
                  </a:lnTo>
                  <a:lnTo>
                    <a:pt x="0" y="6350"/>
                  </a:lnTo>
                  <a:lnTo>
                    <a:pt x="0" y="8890"/>
                  </a:lnTo>
                  <a:lnTo>
                    <a:pt x="200660" y="8890"/>
                  </a:lnTo>
                  <a:lnTo>
                    <a:pt x="200660" y="6350"/>
                  </a:lnTo>
                  <a:lnTo>
                    <a:pt x="201930" y="6350"/>
                  </a:lnTo>
                  <a:lnTo>
                    <a:pt x="201930" y="3810"/>
                  </a:lnTo>
                  <a:lnTo>
                    <a:pt x="201930" y="1270"/>
                  </a:lnTo>
                  <a:lnTo>
                    <a:pt x="201930" y="0"/>
                  </a:lnTo>
                  <a:close/>
                </a:path>
              </a:pathLst>
            </a:custGeom>
            <a:solidFill>
              <a:srgbClr val="336600"/>
            </a:solidFill>
          </p:spPr>
          <p:txBody>
            <a:bodyPr wrap="square" lIns="0" tIns="0" rIns="0" bIns="0" rtlCol="0"/>
            <a:lstStyle/>
            <a:p/>
          </p:txBody>
        </p:sp>
        <p:sp>
          <p:nvSpPr>
            <p:cNvPr id="632" name="object 632"/>
            <p:cNvSpPr/>
            <p:nvPr/>
          </p:nvSpPr>
          <p:spPr>
            <a:xfrm>
              <a:off x="1794510" y="1489709"/>
              <a:ext cx="200660" cy="7620"/>
            </a:xfrm>
            <a:custGeom>
              <a:avLst/>
              <a:gdLst/>
              <a:ahLst/>
              <a:cxnLst/>
              <a:rect l="l" t="t" r="r" b="b"/>
              <a:pathLst>
                <a:path w="200660" h="7619">
                  <a:moveTo>
                    <a:pt x="0" y="7619"/>
                  </a:moveTo>
                  <a:lnTo>
                    <a:pt x="0" y="0"/>
                  </a:lnTo>
                  <a:lnTo>
                    <a:pt x="200660" y="0"/>
                  </a:lnTo>
                  <a:lnTo>
                    <a:pt x="200660" y="7619"/>
                  </a:lnTo>
                  <a:lnTo>
                    <a:pt x="0" y="7619"/>
                  </a:lnTo>
                  <a:close/>
                </a:path>
              </a:pathLst>
            </a:custGeom>
            <a:solidFill>
              <a:srgbClr val="336400"/>
            </a:solidFill>
          </p:spPr>
          <p:txBody>
            <a:bodyPr wrap="square" lIns="0" tIns="0" rIns="0" bIns="0" rtlCol="0"/>
            <a:lstStyle/>
            <a:p/>
          </p:txBody>
        </p:sp>
        <p:sp>
          <p:nvSpPr>
            <p:cNvPr id="633" name="object 633"/>
            <p:cNvSpPr/>
            <p:nvPr/>
          </p:nvSpPr>
          <p:spPr>
            <a:xfrm>
              <a:off x="1794510" y="1497329"/>
              <a:ext cx="200660" cy="8890"/>
            </a:xfrm>
            <a:custGeom>
              <a:avLst/>
              <a:gdLst/>
              <a:ahLst/>
              <a:cxnLst/>
              <a:rect l="l" t="t" r="r" b="b"/>
              <a:pathLst>
                <a:path w="200660" h="8890">
                  <a:moveTo>
                    <a:pt x="200660" y="0"/>
                  </a:moveTo>
                  <a:lnTo>
                    <a:pt x="0" y="0"/>
                  </a:lnTo>
                  <a:lnTo>
                    <a:pt x="0" y="5080"/>
                  </a:lnTo>
                  <a:lnTo>
                    <a:pt x="0" y="8890"/>
                  </a:lnTo>
                  <a:lnTo>
                    <a:pt x="199390" y="8890"/>
                  </a:lnTo>
                  <a:lnTo>
                    <a:pt x="199390" y="5080"/>
                  </a:lnTo>
                  <a:lnTo>
                    <a:pt x="200660" y="5080"/>
                  </a:lnTo>
                  <a:lnTo>
                    <a:pt x="200660" y="0"/>
                  </a:lnTo>
                  <a:close/>
                </a:path>
              </a:pathLst>
            </a:custGeom>
            <a:solidFill>
              <a:srgbClr val="346300"/>
            </a:solidFill>
          </p:spPr>
          <p:txBody>
            <a:bodyPr wrap="square" lIns="0" tIns="0" rIns="0" bIns="0" rtlCol="0"/>
            <a:lstStyle/>
            <a:p/>
          </p:txBody>
        </p:sp>
        <p:sp>
          <p:nvSpPr>
            <p:cNvPr id="634" name="object 634"/>
            <p:cNvSpPr/>
            <p:nvPr/>
          </p:nvSpPr>
          <p:spPr>
            <a:xfrm>
              <a:off x="1794510" y="1506219"/>
              <a:ext cx="199390" cy="7620"/>
            </a:xfrm>
            <a:custGeom>
              <a:avLst/>
              <a:gdLst/>
              <a:ahLst/>
              <a:cxnLst/>
              <a:rect l="l" t="t" r="r" b="b"/>
              <a:pathLst>
                <a:path w="199389" h="7619">
                  <a:moveTo>
                    <a:pt x="0" y="7619"/>
                  </a:moveTo>
                  <a:lnTo>
                    <a:pt x="0" y="0"/>
                  </a:lnTo>
                  <a:lnTo>
                    <a:pt x="199389" y="0"/>
                  </a:lnTo>
                  <a:lnTo>
                    <a:pt x="199389" y="7619"/>
                  </a:lnTo>
                  <a:lnTo>
                    <a:pt x="0" y="7619"/>
                  </a:lnTo>
                  <a:close/>
                </a:path>
              </a:pathLst>
            </a:custGeom>
            <a:solidFill>
              <a:srgbClr val="356200"/>
            </a:solidFill>
          </p:spPr>
          <p:txBody>
            <a:bodyPr wrap="square" lIns="0" tIns="0" rIns="0" bIns="0" rtlCol="0"/>
            <a:lstStyle/>
            <a:p/>
          </p:txBody>
        </p:sp>
        <p:sp>
          <p:nvSpPr>
            <p:cNvPr id="635" name="object 635"/>
            <p:cNvSpPr/>
            <p:nvPr/>
          </p:nvSpPr>
          <p:spPr>
            <a:xfrm>
              <a:off x="1794510" y="1513839"/>
              <a:ext cx="199390" cy="7620"/>
            </a:xfrm>
            <a:custGeom>
              <a:avLst/>
              <a:gdLst/>
              <a:ahLst/>
              <a:cxnLst/>
              <a:rect l="l" t="t" r="r" b="b"/>
              <a:pathLst>
                <a:path w="199389" h="7619">
                  <a:moveTo>
                    <a:pt x="199390" y="0"/>
                  </a:moveTo>
                  <a:lnTo>
                    <a:pt x="0" y="0"/>
                  </a:lnTo>
                  <a:lnTo>
                    <a:pt x="0" y="1270"/>
                  </a:lnTo>
                  <a:lnTo>
                    <a:pt x="0" y="7620"/>
                  </a:lnTo>
                  <a:lnTo>
                    <a:pt x="198120" y="7620"/>
                  </a:lnTo>
                  <a:lnTo>
                    <a:pt x="198120" y="1270"/>
                  </a:lnTo>
                  <a:lnTo>
                    <a:pt x="199390" y="1270"/>
                  </a:lnTo>
                  <a:lnTo>
                    <a:pt x="199390" y="0"/>
                  </a:lnTo>
                  <a:close/>
                </a:path>
              </a:pathLst>
            </a:custGeom>
            <a:solidFill>
              <a:srgbClr val="366100"/>
            </a:solidFill>
          </p:spPr>
          <p:txBody>
            <a:bodyPr wrap="square" lIns="0" tIns="0" rIns="0" bIns="0" rtlCol="0"/>
            <a:lstStyle/>
            <a:p/>
          </p:txBody>
        </p:sp>
        <p:sp>
          <p:nvSpPr>
            <p:cNvPr id="636" name="object 636"/>
            <p:cNvSpPr/>
            <p:nvPr/>
          </p:nvSpPr>
          <p:spPr>
            <a:xfrm>
              <a:off x="1794510" y="1521459"/>
              <a:ext cx="198120" cy="8890"/>
            </a:xfrm>
            <a:custGeom>
              <a:avLst/>
              <a:gdLst/>
              <a:ahLst/>
              <a:cxnLst/>
              <a:rect l="l" t="t" r="r" b="b"/>
              <a:pathLst>
                <a:path w="198119" h="8890">
                  <a:moveTo>
                    <a:pt x="198120" y="0"/>
                  </a:moveTo>
                  <a:lnTo>
                    <a:pt x="0" y="0"/>
                  </a:lnTo>
                  <a:lnTo>
                    <a:pt x="0" y="2540"/>
                  </a:lnTo>
                  <a:lnTo>
                    <a:pt x="0" y="8890"/>
                  </a:lnTo>
                  <a:lnTo>
                    <a:pt x="196850" y="8890"/>
                  </a:lnTo>
                  <a:lnTo>
                    <a:pt x="196850" y="2540"/>
                  </a:lnTo>
                  <a:lnTo>
                    <a:pt x="198120" y="2540"/>
                  </a:lnTo>
                  <a:lnTo>
                    <a:pt x="198120" y="0"/>
                  </a:lnTo>
                  <a:close/>
                </a:path>
              </a:pathLst>
            </a:custGeom>
            <a:solidFill>
              <a:srgbClr val="376000"/>
            </a:solidFill>
          </p:spPr>
          <p:txBody>
            <a:bodyPr wrap="square" lIns="0" tIns="0" rIns="0" bIns="0" rtlCol="0"/>
            <a:lstStyle/>
            <a:p/>
          </p:txBody>
        </p:sp>
        <p:sp>
          <p:nvSpPr>
            <p:cNvPr id="637" name="object 637"/>
            <p:cNvSpPr/>
            <p:nvPr/>
          </p:nvSpPr>
          <p:spPr>
            <a:xfrm>
              <a:off x="1794510" y="1530349"/>
              <a:ext cx="196850" cy="8890"/>
            </a:xfrm>
            <a:custGeom>
              <a:avLst/>
              <a:gdLst/>
              <a:ahLst/>
              <a:cxnLst/>
              <a:rect l="l" t="t" r="r" b="b"/>
              <a:pathLst>
                <a:path w="196850" h="8890">
                  <a:moveTo>
                    <a:pt x="196850" y="0"/>
                  </a:moveTo>
                  <a:lnTo>
                    <a:pt x="0" y="0"/>
                  </a:lnTo>
                  <a:lnTo>
                    <a:pt x="0" y="2540"/>
                  </a:lnTo>
                  <a:lnTo>
                    <a:pt x="0" y="8890"/>
                  </a:lnTo>
                  <a:lnTo>
                    <a:pt x="195580" y="8890"/>
                  </a:lnTo>
                  <a:lnTo>
                    <a:pt x="195580" y="2540"/>
                  </a:lnTo>
                  <a:lnTo>
                    <a:pt x="196850" y="2540"/>
                  </a:lnTo>
                  <a:lnTo>
                    <a:pt x="196850" y="0"/>
                  </a:lnTo>
                  <a:close/>
                </a:path>
              </a:pathLst>
            </a:custGeom>
            <a:solidFill>
              <a:srgbClr val="385F00"/>
            </a:solidFill>
          </p:spPr>
          <p:txBody>
            <a:bodyPr wrap="square" lIns="0" tIns="0" rIns="0" bIns="0" rtlCol="0"/>
            <a:lstStyle/>
            <a:p/>
          </p:txBody>
        </p:sp>
        <p:sp>
          <p:nvSpPr>
            <p:cNvPr id="638" name="object 638"/>
            <p:cNvSpPr/>
            <p:nvPr/>
          </p:nvSpPr>
          <p:spPr>
            <a:xfrm>
              <a:off x="1794510" y="1539239"/>
              <a:ext cx="195580" cy="7620"/>
            </a:xfrm>
            <a:custGeom>
              <a:avLst/>
              <a:gdLst/>
              <a:ahLst/>
              <a:cxnLst/>
              <a:rect l="l" t="t" r="r" b="b"/>
              <a:pathLst>
                <a:path w="195580" h="7619">
                  <a:moveTo>
                    <a:pt x="195580" y="0"/>
                  </a:moveTo>
                  <a:lnTo>
                    <a:pt x="0" y="0"/>
                  </a:lnTo>
                  <a:lnTo>
                    <a:pt x="0" y="3810"/>
                  </a:lnTo>
                  <a:lnTo>
                    <a:pt x="0" y="7620"/>
                  </a:lnTo>
                  <a:lnTo>
                    <a:pt x="194310" y="7620"/>
                  </a:lnTo>
                  <a:lnTo>
                    <a:pt x="194310" y="3810"/>
                  </a:lnTo>
                  <a:lnTo>
                    <a:pt x="195580" y="3810"/>
                  </a:lnTo>
                  <a:lnTo>
                    <a:pt x="195580" y="0"/>
                  </a:lnTo>
                  <a:close/>
                </a:path>
              </a:pathLst>
            </a:custGeom>
            <a:solidFill>
              <a:srgbClr val="395E00"/>
            </a:solidFill>
          </p:spPr>
          <p:txBody>
            <a:bodyPr wrap="square" lIns="0" tIns="0" rIns="0" bIns="0" rtlCol="0"/>
            <a:lstStyle/>
            <a:p/>
          </p:txBody>
        </p:sp>
        <p:sp>
          <p:nvSpPr>
            <p:cNvPr id="639" name="object 639"/>
            <p:cNvSpPr/>
            <p:nvPr/>
          </p:nvSpPr>
          <p:spPr>
            <a:xfrm>
              <a:off x="1794510" y="1546859"/>
              <a:ext cx="194310" cy="7620"/>
            </a:xfrm>
            <a:custGeom>
              <a:avLst/>
              <a:gdLst/>
              <a:ahLst/>
              <a:cxnLst/>
              <a:rect l="l" t="t" r="r" b="b"/>
              <a:pathLst>
                <a:path w="194310" h="7619">
                  <a:moveTo>
                    <a:pt x="0" y="7619"/>
                  </a:moveTo>
                  <a:lnTo>
                    <a:pt x="0" y="0"/>
                  </a:lnTo>
                  <a:lnTo>
                    <a:pt x="194310" y="0"/>
                  </a:lnTo>
                  <a:lnTo>
                    <a:pt x="194310" y="7619"/>
                  </a:lnTo>
                  <a:lnTo>
                    <a:pt x="0" y="7619"/>
                  </a:lnTo>
                  <a:close/>
                </a:path>
              </a:pathLst>
            </a:custGeom>
            <a:solidFill>
              <a:srgbClr val="3A5D00"/>
            </a:solidFill>
          </p:spPr>
          <p:txBody>
            <a:bodyPr wrap="square" lIns="0" tIns="0" rIns="0" bIns="0" rtlCol="0"/>
            <a:lstStyle/>
            <a:p/>
          </p:txBody>
        </p:sp>
        <p:sp>
          <p:nvSpPr>
            <p:cNvPr id="640" name="object 640"/>
            <p:cNvSpPr/>
            <p:nvPr/>
          </p:nvSpPr>
          <p:spPr>
            <a:xfrm>
              <a:off x="1794510" y="1554479"/>
              <a:ext cx="194310" cy="8890"/>
            </a:xfrm>
            <a:custGeom>
              <a:avLst/>
              <a:gdLst/>
              <a:ahLst/>
              <a:cxnLst/>
              <a:rect l="l" t="t" r="r" b="b"/>
              <a:pathLst>
                <a:path w="194310" h="8890">
                  <a:moveTo>
                    <a:pt x="194310" y="0"/>
                  </a:moveTo>
                  <a:lnTo>
                    <a:pt x="0" y="0"/>
                  </a:lnTo>
                  <a:lnTo>
                    <a:pt x="0" y="1270"/>
                  </a:lnTo>
                  <a:lnTo>
                    <a:pt x="0" y="8890"/>
                  </a:lnTo>
                  <a:lnTo>
                    <a:pt x="193040" y="8890"/>
                  </a:lnTo>
                  <a:lnTo>
                    <a:pt x="193040" y="1270"/>
                  </a:lnTo>
                  <a:lnTo>
                    <a:pt x="194310" y="1270"/>
                  </a:lnTo>
                  <a:lnTo>
                    <a:pt x="194310" y="0"/>
                  </a:lnTo>
                  <a:close/>
                </a:path>
              </a:pathLst>
            </a:custGeom>
            <a:solidFill>
              <a:srgbClr val="3B5C00"/>
            </a:solidFill>
          </p:spPr>
          <p:txBody>
            <a:bodyPr wrap="square" lIns="0" tIns="0" rIns="0" bIns="0" rtlCol="0"/>
            <a:lstStyle/>
            <a:p/>
          </p:txBody>
        </p:sp>
        <p:sp>
          <p:nvSpPr>
            <p:cNvPr id="641" name="object 641"/>
            <p:cNvSpPr/>
            <p:nvPr/>
          </p:nvSpPr>
          <p:spPr>
            <a:xfrm>
              <a:off x="1794510" y="1563369"/>
              <a:ext cx="193040" cy="7620"/>
            </a:xfrm>
            <a:custGeom>
              <a:avLst/>
              <a:gdLst/>
              <a:ahLst/>
              <a:cxnLst/>
              <a:rect l="l" t="t" r="r" b="b"/>
              <a:pathLst>
                <a:path w="193039" h="7619">
                  <a:moveTo>
                    <a:pt x="193040" y="0"/>
                  </a:moveTo>
                  <a:lnTo>
                    <a:pt x="0" y="0"/>
                  </a:lnTo>
                  <a:lnTo>
                    <a:pt x="0" y="2540"/>
                  </a:lnTo>
                  <a:lnTo>
                    <a:pt x="0" y="7620"/>
                  </a:lnTo>
                  <a:lnTo>
                    <a:pt x="191770" y="7620"/>
                  </a:lnTo>
                  <a:lnTo>
                    <a:pt x="191770" y="2540"/>
                  </a:lnTo>
                  <a:lnTo>
                    <a:pt x="193040" y="2540"/>
                  </a:lnTo>
                  <a:lnTo>
                    <a:pt x="193040" y="0"/>
                  </a:lnTo>
                  <a:close/>
                </a:path>
              </a:pathLst>
            </a:custGeom>
            <a:solidFill>
              <a:srgbClr val="3C5B00"/>
            </a:solidFill>
          </p:spPr>
          <p:txBody>
            <a:bodyPr wrap="square" lIns="0" tIns="0" rIns="0" bIns="0" rtlCol="0"/>
            <a:lstStyle/>
            <a:p/>
          </p:txBody>
        </p:sp>
        <p:sp>
          <p:nvSpPr>
            <p:cNvPr id="642" name="object 642"/>
            <p:cNvSpPr/>
            <p:nvPr/>
          </p:nvSpPr>
          <p:spPr>
            <a:xfrm>
              <a:off x="1794510" y="1570989"/>
              <a:ext cx="190500" cy="8890"/>
            </a:xfrm>
            <a:custGeom>
              <a:avLst/>
              <a:gdLst/>
              <a:ahLst/>
              <a:cxnLst/>
              <a:rect l="l" t="t" r="r" b="b"/>
              <a:pathLst>
                <a:path w="190500" h="8890">
                  <a:moveTo>
                    <a:pt x="189230" y="6362"/>
                  </a:moveTo>
                  <a:lnTo>
                    <a:pt x="0" y="6362"/>
                  </a:lnTo>
                  <a:lnTo>
                    <a:pt x="0" y="8890"/>
                  </a:lnTo>
                  <a:lnTo>
                    <a:pt x="189230" y="8890"/>
                  </a:lnTo>
                  <a:lnTo>
                    <a:pt x="189230" y="6362"/>
                  </a:lnTo>
                  <a:close/>
                </a:path>
                <a:path w="190500" h="8890">
                  <a:moveTo>
                    <a:pt x="190500" y="0"/>
                  </a:moveTo>
                  <a:lnTo>
                    <a:pt x="0" y="0"/>
                  </a:lnTo>
                  <a:lnTo>
                    <a:pt x="0" y="6350"/>
                  </a:lnTo>
                  <a:lnTo>
                    <a:pt x="190500" y="6350"/>
                  </a:lnTo>
                  <a:lnTo>
                    <a:pt x="190500" y="0"/>
                  </a:lnTo>
                  <a:close/>
                </a:path>
              </a:pathLst>
            </a:custGeom>
            <a:solidFill>
              <a:srgbClr val="3D5A00"/>
            </a:solidFill>
          </p:spPr>
          <p:txBody>
            <a:bodyPr wrap="square" lIns="0" tIns="0" rIns="0" bIns="0" rtlCol="0"/>
            <a:lstStyle/>
            <a:p/>
          </p:txBody>
        </p:sp>
        <p:sp>
          <p:nvSpPr>
            <p:cNvPr id="643" name="object 643"/>
            <p:cNvSpPr/>
            <p:nvPr/>
          </p:nvSpPr>
          <p:spPr>
            <a:xfrm>
              <a:off x="1794510" y="1579879"/>
              <a:ext cx="189230" cy="7620"/>
            </a:xfrm>
            <a:custGeom>
              <a:avLst/>
              <a:gdLst/>
              <a:ahLst/>
              <a:cxnLst/>
              <a:rect l="l" t="t" r="r" b="b"/>
              <a:pathLst>
                <a:path w="189230" h="7619">
                  <a:moveTo>
                    <a:pt x="189230" y="0"/>
                  </a:moveTo>
                  <a:lnTo>
                    <a:pt x="0" y="0"/>
                  </a:lnTo>
                  <a:lnTo>
                    <a:pt x="0" y="2540"/>
                  </a:lnTo>
                  <a:lnTo>
                    <a:pt x="0" y="7620"/>
                  </a:lnTo>
                  <a:lnTo>
                    <a:pt x="187960" y="7620"/>
                  </a:lnTo>
                  <a:lnTo>
                    <a:pt x="187960" y="2540"/>
                  </a:lnTo>
                  <a:lnTo>
                    <a:pt x="189230" y="2540"/>
                  </a:lnTo>
                  <a:lnTo>
                    <a:pt x="189230" y="0"/>
                  </a:lnTo>
                  <a:close/>
                </a:path>
              </a:pathLst>
            </a:custGeom>
            <a:solidFill>
              <a:srgbClr val="3E5900"/>
            </a:solidFill>
          </p:spPr>
          <p:txBody>
            <a:bodyPr wrap="square" lIns="0" tIns="0" rIns="0" bIns="0" rtlCol="0"/>
            <a:lstStyle/>
            <a:p/>
          </p:txBody>
        </p:sp>
        <p:sp>
          <p:nvSpPr>
            <p:cNvPr id="644" name="object 644"/>
            <p:cNvSpPr/>
            <p:nvPr/>
          </p:nvSpPr>
          <p:spPr>
            <a:xfrm>
              <a:off x="1794510" y="1587499"/>
              <a:ext cx="187960" cy="8890"/>
            </a:xfrm>
            <a:custGeom>
              <a:avLst/>
              <a:gdLst/>
              <a:ahLst/>
              <a:cxnLst/>
              <a:rect l="l" t="t" r="r" b="b"/>
              <a:pathLst>
                <a:path w="187960" h="8890">
                  <a:moveTo>
                    <a:pt x="187960" y="0"/>
                  </a:moveTo>
                  <a:lnTo>
                    <a:pt x="0" y="0"/>
                  </a:lnTo>
                  <a:lnTo>
                    <a:pt x="0" y="1270"/>
                  </a:lnTo>
                  <a:lnTo>
                    <a:pt x="0" y="6350"/>
                  </a:lnTo>
                  <a:lnTo>
                    <a:pt x="0" y="8890"/>
                  </a:lnTo>
                  <a:lnTo>
                    <a:pt x="185420" y="8890"/>
                  </a:lnTo>
                  <a:lnTo>
                    <a:pt x="185420" y="6350"/>
                  </a:lnTo>
                  <a:lnTo>
                    <a:pt x="186690" y="6350"/>
                  </a:lnTo>
                  <a:lnTo>
                    <a:pt x="186690" y="1270"/>
                  </a:lnTo>
                  <a:lnTo>
                    <a:pt x="187960" y="1270"/>
                  </a:lnTo>
                  <a:lnTo>
                    <a:pt x="187960" y="0"/>
                  </a:lnTo>
                  <a:close/>
                </a:path>
              </a:pathLst>
            </a:custGeom>
            <a:solidFill>
              <a:srgbClr val="3F5800"/>
            </a:solidFill>
          </p:spPr>
          <p:txBody>
            <a:bodyPr wrap="square" lIns="0" tIns="0" rIns="0" bIns="0" rtlCol="0"/>
            <a:lstStyle/>
            <a:p/>
          </p:txBody>
        </p:sp>
        <p:sp>
          <p:nvSpPr>
            <p:cNvPr id="645" name="object 645"/>
            <p:cNvSpPr/>
            <p:nvPr/>
          </p:nvSpPr>
          <p:spPr>
            <a:xfrm>
              <a:off x="1794510" y="1596389"/>
              <a:ext cx="185420" cy="7620"/>
            </a:xfrm>
            <a:custGeom>
              <a:avLst/>
              <a:gdLst/>
              <a:ahLst/>
              <a:cxnLst/>
              <a:rect l="l" t="t" r="r" b="b"/>
              <a:pathLst>
                <a:path w="185419" h="7619">
                  <a:moveTo>
                    <a:pt x="184150" y="2552"/>
                  </a:moveTo>
                  <a:lnTo>
                    <a:pt x="0" y="2552"/>
                  </a:lnTo>
                  <a:lnTo>
                    <a:pt x="0" y="7620"/>
                  </a:lnTo>
                  <a:lnTo>
                    <a:pt x="184150" y="7620"/>
                  </a:lnTo>
                  <a:lnTo>
                    <a:pt x="184150" y="2552"/>
                  </a:lnTo>
                  <a:close/>
                </a:path>
                <a:path w="185419" h="7619">
                  <a:moveTo>
                    <a:pt x="185420" y="0"/>
                  </a:moveTo>
                  <a:lnTo>
                    <a:pt x="0" y="0"/>
                  </a:lnTo>
                  <a:lnTo>
                    <a:pt x="0" y="2540"/>
                  </a:lnTo>
                  <a:lnTo>
                    <a:pt x="185420" y="2540"/>
                  </a:lnTo>
                  <a:lnTo>
                    <a:pt x="185420" y="0"/>
                  </a:lnTo>
                  <a:close/>
                </a:path>
              </a:pathLst>
            </a:custGeom>
            <a:solidFill>
              <a:srgbClr val="405700"/>
            </a:solidFill>
          </p:spPr>
          <p:txBody>
            <a:bodyPr wrap="square" lIns="0" tIns="0" rIns="0" bIns="0" rtlCol="0"/>
            <a:lstStyle/>
            <a:p/>
          </p:txBody>
        </p:sp>
        <p:sp>
          <p:nvSpPr>
            <p:cNvPr id="646" name="object 646"/>
            <p:cNvSpPr/>
            <p:nvPr/>
          </p:nvSpPr>
          <p:spPr>
            <a:xfrm>
              <a:off x="1794510" y="1604009"/>
              <a:ext cx="182880" cy="7620"/>
            </a:xfrm>
            <a:custGeom>
              <a:avLst/>
              <a:gdLst/>
              <a:ahLst/>
              <a:cxnLst/>
              <a:rect l="l" t="t" r="r" b="b"/>
              <a:pathLst>
                <a:path w="182880" h="7619">
                  <a:moveTo>
                    <a:pt x="182880" y="0"/>
                  </a:moveTo>
                  <a:lnTo>
                    <a:pt x="0" y="0"/>
                  </a:lnTo>
                  <a:lnTo>
                    <a:pt x="0" y="5080"/>
                  </a:lnTo>
                  <a:lnTo>
                    <a:pt x="0" y="7620"/>
                  </a:lnTo>
                  <a:lnTo>
                    <a:pt x="181610" y="7620"/>
                  </a:lnTo>
                  <a:lnTo>
                    <a:pt x="181610" y="5080"/>
                  </a:lnTo>
                  <a:lnTo>
                    <a:pt x="182880" y="5080"/>
                  </a:lnTo>
                  <a:lnTo>
                    <a:pt x="182880" y="0"/>
                  </a:lnTo>
                  <a:close/>
                </a:path>
              </a:pathLst>
            </a:custGeom>
            <a:solidFill>
              <a:srgbClr val="415600"/>
            </a:solidFill>
          </p:spPr>
          <p:txBody>
            <a:bodyPr wrap="square" lIns="0" tIns="0" rIns="0" bIns="0" rtlCol="0"/>
            <a:lstStyle/>
            <a:p/>
          </p:txBody>
        </p:sp>
        <p:sp>
          <p:nvSpPr>
            <p:cNvPr id="647" name="object 647"/>
            <p:cNvSpPr/>
            <p:nvPr/>
          </p:nvSpPr>
          <p:spPr>
            <a:xfrm>
              <a:off x="1794510" y="1611629"/>
              <a:ext cx="180340" cy="8890"/>
            </a:xfrm>
            <a:custGeom>
              <a:avLst/>
              <a:gdLst/>
              <a:ahLst/>
              <a:cxnLst/>
              <a:rect l="l" t="t" r="r" b="b"/>
              <a:pathLst>
                <a:path w="180339" h="8890">
                  <a:moveTo>
                    <a:pt x="180340" y="0"/>
                  </a:moveTo>
                  <a:lnTo>
                    <a:pt x="0" y="0"/>
                  </a:lnTo>
                  <a:lnTo>
                    <a:pt x="0" y="3810"/>
                  </a:lnTo>
                  <a:lnTo>
                    <a:pt x="0" y="7620"/>
                  </a:lnTo>
                  <a:lnTo>
                    <a:pt x="0" y="8890"/>
                  </a:lnTo>
                  <a:lnTo>
                    <a:pt x="177800" y="8890"/>
                  </a:lnTo>
                  <a:lnTo>
                    <a:pt x="177800" y="7620"/>
                  </a:lnTo>
                  <a:lnTo>
                    <a:pt x="179070" y="7620"/>
                  </a:lnTo>
                  <a:lnTo>
                    <a:pt x="179070" y="3810"/>
                  </a:lnTo>
                  <a:lnTo>
                    <a:pt x="180340" y="3810"/>
                  </a:lnTo>
                  <a:lnTo>
                    <a:pt x="180340" y="0"/>
                  </a:lnTo>
                  <a:close/>
                </a:path>
              </a:pathLst>
            </a:custGeom>
            <a:solidFill>
              <a:srgbClr val="425500"/>
            </a:solidFill>
          </p:spPr>
          <p:txBody>
            <a:bodyPr wrap="square" lIns="0" tIns="0" rIns="0" bIns="0" rtlCol="0"/>
            <a:lstStyle/>
            <a:p/>
          </p:txBody>
        </p:sp>
        <p:sp>
          <p:nvSpPr>
            <p:cNvPr id="648" name="object 648"/>
            <p:cNvSpPr/>
            <p:nvPr/>
          </p:nvSpPr>
          <p:spPr>
            <a:xfrm>
              <a:off x="1794510" y="1620519"/>
              <a:ext cx="177800" cy="7620"/>
            </a:xfrm>
            <a:custGeom>
              <a:avLst/>
              <a:gdLst/>
              <a:ahLst/>
              <a:cxnLst/>
              <a:rect l="l" t="t" r="r" b="b"/>
              <a:pathLst>
                <a:path w="177800" h="7619">
                  <a:moveTo>
                    <a:pt x="177800" y="0"/>
                  </a:moveTo>
                  <a:lnTo>
                    <a:pt x="0" y="0"/>
                  </a:lnTo>
                  <a:lnTo>
                    <a:pt x="0" y="3810"/>
                  </a:lnTo>
                  <a:lnTo>
                    <a:pt x="0" y="7620"/>
                  </a:lnTo>
                  <a:lnTo>
                    <a:pt x="176530" y="7620"/>
                  </a:lnTo>
                  <a:lnTo>
                    <a:pt x="176530" y="3810"/>
                  </a:lnTo>
                  <a:lnTo>
                    <a:pt x="177800" y="3810"/>
                  </a:lnTo>
                  <a:lnTo>
                    <a:pt x="177800" y="0"/>
                  </a:lnTo>
                  <a:close/>
                </a:path>
              </a:pathLst>
            </a:custGeom>
            <a:solidFill>
              <a:srgbClr val="435400"/>
            </a:solidFill>
          </p:spPr>
          <p:txBody>
            <a:bodyPr wrap="square" lIns="0" tIns="0" rIns="0" bIns="0" rtlCol="0"/>
            <a:lstStyle/>
            <a:p/>
          </p:txBody>
        </p:sp>
        <p:sp>
          <p:nvSpPr>
            <p:cNvPr id="649" name="object 649"/>
            <p:cNvSpPr/>
            <p:nvPr/>
          </p:nvSpPr>
          <p:spPr>
            <a:xfrm>
              <a:off x="1794510" y="1628139"/>
              <a:ext cx="175260" cy="8890"/>
            </a:xfrm>
            <a:custGeom>
              <a:avLst/>
              <a:gdLst/>
              <a:ahLst/>
              <a:cxnLst/>
              <a:rect l="l" t="t" r="r" b="b"/>
              <a:pathLst>
                <a:path w="175260" h="8889">
                  <a:moveTo>
                    <a:pt x="175260" y="0"/>
                  </a:moveTo>
                  <a:lnTo>
                    <a:pt x="0" y="0"/>
                  </a:lnTo>
                  <a:lnTo>
                    <a:pt x="0" y="5080"/>
                  </a:lnTo>
                  <a:lnTo>
                    <a:pt x="0" y="7620"/>
                  </a:lnTo>
                  <a:lnTo>
                    <a:pt x="0" y="8890"/>
                  </a:lnTo>
                  <a:lnTo>
                    <a:pt x="172720" y="8890"/>
                  </a:lnTo>
                  <a:lnTo>
                    <a:pt x="172720" y="7620"/>
                  </a:lnTo>
                  <a:lnTo>
                    <a:pt x="173990" y="7620"/>
                  </a:lnTo>
                  <a:lnTo>
                    <a:pt x="173990" y="5080"/>
                  </a:lnTo>
                  <a:lnTo>
                    <a:pt x="175260" y="5080"/>
                  </a:lnTo>
                  <a:lnTo>
                    <a:pt x="175260" y="0"/>
                  </a:lnTo>
                  <a:close/>
                </a:path>
              </a:pathLst>
            </a:custGeom>
            <a:solidFill>
              <a:srgbClr val="445300"/>
            </a:solidFill>
          </p:spPr>
          <p:txBody>
            <a:bodyPr wrap="square" lIns="0" tIns="0" rIns="0" bIns="0" rtlCol="0"/>
            <a:lstStyle/>
            <a:p/>
          </p:txBody>
        </p:sp>
        <p:sp>
          <p:nvSpPr>
            <p:cNvPr id="650" name="object 650"/>
            <p:cNvSpPr/>
            <p:nvPr/>
          </p:nvSpPr>
          <p:spPr>
            <a:xfrm>
              <a:off x="1794510" y="1637029"/>
              <a:ext cx="172720" cy="7620"/>
            </a:xfrm>
            <a:custGeom>
              <a:avLst/>
              <a:gdLst/>
              <a:ahLst/>
              <a:cxnLst/>
              <a:rect l="l" t="t" r="r" b="b"/>
              <a:pathLst>
                <a:path w="172719" h="7619">
                  <a:moveTo>
                    <a:pt x="172720" y="0"/>
                  </a:moveTo>
                  <a:lnTo>
                    <a:pt x="0" y="0"/>
                  </a:lnTo>
                  <a:lnTo>
                    <a:pt x="0" y="1270"/>
                  </a:lnTo>
                  <a:lnTo>
                    <a:pt x="0" y="3810"/>
                  </a:lnTo>
                  <a:lnTo>
                    <a:pt x="0" y="7620"/>
                  </a:lnTo>
                  <a:lnTo>
                    <a:pt x="170180" y="7620"/>
                  </a:lnTo>
                  <a:lnTo>
                    <a:pt x="170180" y="3810"/>
                  </a:lnTo>
                  <a:lnTo>
                    <a:pt x="171450" y="3810"/>
                  </a:lnTo>
                  <a:lnTo>
                    <a:pt x="171450" y="1270"/>
                  </a:lnTo>
                  <a:lnTo>
                    <a:pt x="172720" y="1270"/>
                  </a:lnTo>
                  <a:lnTo>
                    <a:pt x="172720" y="0"/>
                  </a:lnTo>
                  <a:close/>
                </a:path>
              </a:pathLst>
            </a:custGeom>
            <a:solidFill>
              <a:srgbClr val="455200"/>
            </a:solidFill>
          </p:spPr>
          <p:txBody>
            <a:bodyPr wrap="square" lIns="0" tIns="0" rIns="0" bIns="0" rtlCol="0"/>
            <a:lstStyle/>
            <a:p/>
          </p:txBody>
        </p:sp>
        <p:sp>
          <p:nvSpPr>
            <p:cNvPr id="651" name="object 651"/>
            <p:cNvSpPr/>
            <p:nvPr/>
          </p:nvSpPr>
          <p:spPr>
            <a:xfrm>
              <a:off x="1794510" y="1644649"/>
              <a:ext cx="168910" cy="8890"/>
            </a:xfrm>
            <a:custGeom>
              <a:avLst/>
              <a:gdLst/>
              <a:ahLst/>
              <a:cxnLst/>
              <a:rect l="l" t="t" r="r" b="b"/>
              <a:pathLst>
                <a:path w="168910" h="8889">
                  <a:moveTo>
                    <a:pt x="168910" y="0"/>
                  </a:moveTo>
                  <a:lnTo>
                    <a:pt x="0" y="0"/>
                  </a:lnTo>
                  <a:lnTo>
                    <a:pt x="0" y="3810"/>
                  </a:lnTo>
                  <a:lnTo>
                    <a:pt x="0" y="6350"/>
                  </a:lnTo>
                  <a:lnTo>
                    <a:pt x="0" y="8890"/>
                  </a:lnTo>
                  <a:lnTo>
                    <a:pt x="166370" y="8890"/>
                  </a:lnTo>
                  <a:lnTo>
                    <a:pt x="166370" y="6350"/>
                  </a:lnTo>
                  <a:lnTo>
                    <a:pt x="167640" y="6350"/>
                  </a:lnTo>
                  <a:lnTo>
                    <a:pt x="167640" y="3810"/>
                  </a:lnTo>
                  <a:lnTo>
                    <a:pt x="168910" y="3810"/>
                  </a:lnTo>
                  <a:lnTo>
                    <a:pt x="168910" y="0"/>
                  </a:lnTo>
                  <a:close/>
                </a:path>
              </a:pathLst>
            </a:custGeom>
            <a:solidFill>
              <a:srgbClr val="465100"/>
            </a:solidFill>
          </p:spPr>
          <p:txBody>
            <a:bodyPr wrap="square" lIns="0" tIns="0" rIns="0" bIns="0" rtlCol="0"/>
            <a:lstStyle/>
            <a:p/>
          </p:txBody>
        </p:sp>
        <p:sp>
          <p:nvSpPr>
            <p:cNvPr id="652" name="object 652"/>
            <p:cNvSpPr/>
            <p:nvPr/>
          </p:nvSpPr>
          <p:spPr>
            <a:xfrm>
              <a:off x="1794510" y="1653539"/>
              <a:ext cx="165100" cy="7620"/>
            </a:xfrm>
            <a:custGeom>
              <a:avLst/>
              <a:gdLst/>
              <a:ahLst/>
              <a:cxnLst/>
              <a:rect l="l" t="t" r="r" b="b"/>
              <a:pathLst>
                <a:path w="165100" h="7619">
                  <a:moveTo>
                    <a:pt x="165100" y="0"/>
                  </a:moveTo>
                  <a:lnTo>
                    <a:pt x="0" y="0"/>
                  </a:lnTo>
                  <a:lnTo>
                    <a:pt x="0" y="2540"/>
                  </a:lnTo>
                  <a:lnTo>
                    <a:pt x="0" y="3810"/>
                  </a:lnTo>
                  <a:lnTo>
                    <a:pt x="0" y="5080"/>
                  </a:lnTo>
                  <a:lnTo>
                    <a:pt x="0" y="7620"/>
                  </a:lnTo>
                  <a:lnTo>
                    <a:pt x="82550" y="7620"/>
                  </a:lnTo>
                  <a:lnTo>
                    <a:pt x="82550" y="5080"/>
                  </a:lnTo>
                  <a:lnTo>
                    <a:pt x="83820" y="5080"/>
                  </a:lnTo>
                  <a:lnTo>
                    <a:pt x="83820" y="6350"/>
                  </a:lnTo>
                  <a:lnTo>
                    <a:pt x="83820" y="7620"/>
                  </a:lnTo>
                  <a:lnTo>
                    <a:pt x="161290" y="7620"/>
                  </a:lnTo>
                  <a:lnTo>
                    <a:pt x="161290" y="6350"/>
                  </a:lnTo>
                  <a:lnTo>
                    <a:pt x="162560" y="6350"/>
                  </a:lnTo>
                  <a:lnTo>
                    <a:pt x="162560" y="5080"/>
                  </a:lnTo>
                  <a:lnTo>
                    <a:pt x="162560" y="3810"/>
                  </a:lnTo>
                  <a:lnTo>
                    <a:pt x="163830" y="3810"/>
                  </a:lnTo>
                  <a:lnTo>
                    <a:pt x="163830" y="2540"/>
                  </a:lnTo>
                  <a:lnTo>
                    <a:pt x="165100" y="2540"/>
                  </a:lnTo>
                  <a:lnTo>
                    <a:pt x="165100" y="0"/>
                  </a:lnTo>
                  <a:close/>
                </a:path>
              </a:pathLst>
            </a:custGeom>
            <a:solidFill>
              <a:srgbClr val="475000"/>
            </a:solidFill>
          </p:spPr>
          <p:txBody>
            <a:bodyPr wrap="square" lIns="0" tIns="0" rIns="0" bIns="0" rtlCol="0"/>
            <a:lstStyle/>
            <a:p/>
          </p:txBody>
        </p:sp>
        <p:sp>
          <p:nvSpPr>
            <p:cNvPr id="653" name="object 653"/>
            <p:cNvSpPr/>
            <p:nvPr/>
          </p:nvSpPr>
          <p:spPr>
            <a:xfrm>
              <a:off x="1794510" y="1661159"/>
              <a:ext cx="161290" cy="8890"/>
            </a:xfrm>
            <a:custGeom>
              <a:avLst/>
              <a:gdLst/>
              <a:ahLst/>
              <a:cxnLst/>
              <a:rect l="l" t="t" r="r" b="b"/>
              <a:pathLst>
                <a:path w="161289" h="8889">
                  <a:moveTo>
                    <a:pt x="82550" y="0"/>
                  </a:moveTo>
                  <a:lnTo>
                    <a:pt x="0" y="0"/>
                  </a:lnTo>
                  <a:lnTo>
                    <a:pt x="0" y="1269"/>
                  </a:lnTo>
                  <a:lnTo>
                    <a:pt x="82550" y="1269"/>
                  </a:lnTo>
                  <a:lnTo>
                    <a:pt x="82550" y="0"/>
                  </a:lnTo>
                  <a:close/>
                </a:path>
                <a:path w="161289" h="8889">
                  <a:moveTo>
                    <a:pt x="161289" y="0"/>
                  </a:moveTo>
                  <a:lnTo>
                    <a:pt x="86359" y="0"/>
                  </a:lnTo>
                  <a:lnTo>
                    <a:pt x="86359" y="1269"/>
                  </a:lnTo>
                  <a:lnTo>
                    <a:pt x="161289" y="1269"/>
                  </a:lnTo>
                  <a:lnTo>
                    <a:pt x="161289" y="0"/>
                  </a:lnTo>
                  <a:close/>
                </a:path>
                <a:path w="161289" h="8889">
                  <a:moveTo>
                    <a:pt x="82550" y="1270"/>
                  </a:moveTo>
                  <a:lnTo>
                    <a:pt x="0" y="1270"/>
                  </a:lnTo>
                  <a:lnTo>
                    <a:pt x="0" y="8889"/>
                  </a:lnTo>
                  <a:lnTo>
                    <a:pt x="82550" y="8889"/>
                  </a:lnTo>
                  <a:lnTo>
                    <a:pt x="82550" y="1270"/>
                  </a:lnTo>
                  <a:close/>
                </a:path>
                <a:path w="161289" h="8889">
                  <a:moveTo>
                    <a:pt x="157479" y="6350"/>
                  </a:moveTo>
                  <a:lnTo>
                    <a:pt x="91439" y="6350"/>
                  </a:lnTo>
                  <a:lnTo>
                    <a:pt x="91439" y="7619"/>
                  </a:lnTo>
                  <a:lnTo>
                    <a:pt x="92709" y="7619"/>
                  </a:lnTo>
                  <a:lnTo>
                    <a:pt x="92709" y="8889"/>
                  </a:lnTo>
                  <a:lnTo>
                    <a:pt x="157479" y="8889"/>
                  </a:lnTo>
                  <a:lnTo>
                    <a:pt x="157479" y="6350"/>
                  </a:lnTo>
                  <a:close/>
                </a:path>
                <a:path w="161289" h="8889">
                  <a:moveTo>
                    <a:pt x="158750" y="3810"/>
                  </a:moveTo>
                  <a:lnTo>
                    <a:pt x="88900" y="3810"/>
                  </a:lnTo>
                  <a:lnTo>
                    <a:pt x="88900" y="5079"/>
                  </a:lnTo>
                  <a:lnTo>
                    <a:pt x="90169" y="5079"/>
                  </a:lnTo>
                  <a:lnTo>
                    <a:pt x="90169" y="6350"/>
                  </a:lnTo>
                  <a:lnTo>
                    <a:pt x="158750" y="6350"/>
                  </a:lnTo>
                  <a:lnTo>
                    <a:pt x="158750" y="3810"/>
                  </a:lnTo>
                  <a:close/>
                </a:path>
                <a:path w="161289" h="8889">
                  <a:moveTo>
                    <a:pt x="160019" y="1270"/>
                  </a:moveTo>
                  <a:lnTo>
                    <a:pt x="87629" y="1270"/>
                  </a:lnTo>
                  <a:lnTo>
                    <a:pt x="87629" y="3810"/>
                  </a:lnTo>
                  <a:lnTo>
                    <a:pt x="160019" y="3810"/>
                  </a:lnTo>
                  <a:lnTo>
                    <a:pt x="160019" y="1270"/>
                  </a:lnTo>
                  <a:close/>
                </a:path>
              </a:pathLst>
            </a:custGeom>
            <a:solidFill>
              <a:srgbClr val="484F00"/>
            </a:solidFill>
          </p:spPr>
          <p:txBody>
            <a:bodyPr wrap="square" lIns="0" tIns="0" rIns="0" bIns="0" rtlCol="0"/>
            <a:lstStyle/>
            <a:p/>
          </p:txBody>
        </p:sp>
        <p:sp>
          <p:nvSpPr>
            <p:cNvPr id="654" name="object 654"/>
            <p:cNvSpPr/>
            <p:nvPr/>
          </p:nvSpPr>
          <p:spPr>
            <a:xfrm>
              <a:off x="1794510" y="1670049"/>
              <a:ext cx="156210" cy="7620"/>
            </a:xfrm>
            <a:custGeom>
              <a:avLst/>
              <a:gdLst/>
              <a:ahLst/>
              <a:cxnLst/>
              <a:rect l="l" t="t" r="r" b="b"/>
              <a:pathLst>
                <a:path w="156210" h="7619">
                  <a:moveTo>
                    <a:pt x="82550" y="0"/>
                  </a:moveTo>
                  <a:lnTo>
                    <a:pt x="0" y="0"/>
                  </a:lnTo>
                  <a:lnTo>
                    <a:pt x="0" y="7620"/>
                  </a:lnTo>
                  <a:lnTo>
                    <a:pt x="82550" y="7620"/>
                  </a:lnTo>
                  <a:lnTo>
                    <a:pt x="82550" y="0"/>
                  </a:lnTo>
                  <a:close/>
                </a:path>
                <a:path w="156210" h="7619">
                  <a:moveTo>
                    <a:pt x="151129" y="5079"/>
                  </a:moveTo>
                  <a:lnTo>
                    <a:pt x="97789" y="5079"/>
                  </a:lnTo>
                  <a:lnTo>
                    <a:pt x="97789" y="6350"/>
                  </a:lnTo>
                  <a:lnTo>
                    <a:pt x="99059" y="6350"/>
                  </a:lnTo>
                  <a:lnTo>
                    <a:pt x="99059" y="7620"/>
                  </a:lnTo>
                  <a:lnTo>
                    <a:pt x="151129" y="7620"/>
                  </a:lnTo>
                  <a:lnTo>
                    <a:pt x="151129" y="5079"/>
                  </a:lnTo>
                  <a:close/>
                </a:path>
                <a:path w="156210" h="7619">
                  <a:moveTo>
                    <a:pt x="152400" y="3810"/>
                  </a:moveTo>
                  <a:lnTo>
                    <a:pt x="95250" y="3810"/>
                  </a:lnTo>
                  <a:lnTo>
                    <a:pt x="95250" y="5079"/>
                  </a:lnTo>
                  <a:lnTo>
                    <a:pt x="152400" y="5079"/>
                  </a:lnTo>
                  <a:lnTo>
                    <a:pt x="152400" y="3810"/>
                  </a:lnTo>
                  <a:close/>
                </a:path>
                <a:path w="156210" h="7619">
                  <a:moveTo>
                    <a:pt x="154939" y="1270"/>
                  </a:moveTo>
                  <a:lnTo>
                    <a:pt x="93979" y="1270"/>
                  </a:lnTo>
                  <a:lnTo>
                    <a:pt x="93979" y="3810"/>
                  </a:lnTo>
                  <a:lnTo>
                    <a:pt x="153669" y="3810"/>
                  </a:lnTo>
                  <a:lnTo>
                    <a:pt x="153669" y="2539"/>
                  </a:lnTo>
                  <a:lnTo>
                    <a:pt x="154939" y="2539"/>
                  </a:lnTo>
                  <a:lnTo>
                    <a:pt x="154939" y="1270"/>
                  </a:lnTo>
                  <a:close/>
                </a:path>
                <a:path w="156210" h="7619">
                  <a:moveTo>
                    <a:pt x="156209" y="0"/>
                  </a:moveTo>
                  <a:lnTo>
                    <a:pt x="92709" y="0"/>
                  </a:lnTo>
                  <a:lnTo>
                    <a:pt x="92709" y="1270"/>
                  </a:lnTo>
                  <a:lnTo>
                    <a:pt x="156209" y="1270"/>
                  </a:lnTo>
                  <a:lnTo>
                    <a:pt x="156209" y="0"/>
                  </a:lnTo>
                  <a:close/>
                </a:path>
              </a:pathLst>
            </a:custGeom>
            <a:solidFill>
              <a:srgbClr val="494E00"/>
            </a:solidFill>
          </p:spPr>
          <p:txBody>
            <a:bodyPr wrap="square" lIns="0" tIns="0" rIns="0" bIns="0" rtlCol="0"/>
            <a:lstStyle/>
            <a:p/>
          </p:txBody>
        </p:sp>
        <p:sp>
          <p:nvSpPr>
            <p:cNvPr id="655" name="object 655"/>
            <p:cNvSpPr/>
            <p:nvPr/>
          </p:nvSpPr>
          <p:spPr>
            <a:xfrm>
              <a:off x="1794510" y="1677669"/>
              <a:ext cx="149860" cy="7620"/>
            </a:xfrm>
            <a:custGeom>
              <a:avLst/>
              <a:gdLst/>
              <a:ahLst/>
              <a:cxnLst/>
              <a:rect l="l" t="t" r="r" b="b"/>
              <a:pathLst>
                <a:path w="149860" h="7619">
                  <a:moveTo>
                    <a:pt x="82550" y="0"/>
                  </a:moveTo>
                  <a:lnTo>
                    <a:pt x="0" y="0"/>
                  </a:lnTo>
                  <a:lnTo>
                    <a:pt x="0" y="7619"/>
                  </a:lnTo>
                  <a:lnTo>
                    <a:pt x="82550" y="7619"/>
                  </a:lnTo>
                  <a:lnTo>
                    <a:pt x="82550" y="0"/>
                  </a:lnTo>
                  <a:close/>
                </a:path>
                <a:path w="149860" h="7619">
                  <a:moveTo>
                    <a:pt x="140969" y="6350"/>
                  </a:moveTo>
                  <a:lnTo>
                    <a:pt x="107950" y="6350"/>
                  </a:lnTo>
                  <a:lnTo>
                    <a:pt x="107950" y="7619"/>
                  </a:lnTo>
                  <a:lnTo>
                    <a:pt x="140969" y="7619"/>
                  </a:lnTo>
                  <a:lnTo>
                    <a:pt x="140969" y="6350"/>
                  </a:lnTo>
                  <a:close/>
                </a:path>
                <a:path w="149860" h="7619">
                  <a:moveTo>
                    <a:pt x="142239" y="5079"/>
                  </a:moveTo>
                  <a:lnTo>
                    <a:pt x="106679" y="5079"/>
                  </a:lnTo>
                  <a:lnTo>
                    <a:pt x="106679" y="6350"/>
                  </a:lnTo>
                  <a:lnTo>
                    <a:pt x="142239" y="6350"/>
                  </a:lnTo>
                  <a:lnTo>
                    <a:pt x="142239" y="5079"/>
                  </a:lnTo>
                  <a:close/>
                </a:path>
                <a:path w="149860" h="7619">
                  <a:moveTo>
                    <a:pt x="144780" y="3809"/>
                  </a:moveTo>
                  <a:lnTo>
                    <a:pt x="102869" y="3809"/>
                  </a:lnTo>
                  <a:lnTo>
                    <a:pt x="102869" y="5079"/>
                  </a:lnTo>
                  <a:lnTo>
                    <a:pt x="144780" y="5079"/>
                  </a:lnTo>
                  <a:lnTo>
                    <a:pt x="144780" y="3809"/>
                  </a:lnTo>
                  <a:close/>
                </a:path>
                <a:path w="149860" h="7619">
                  <a:moveTo>
                    <a:pt x="148589" y="1269"/>
                  </a:moveTo>
                  <a:lnTo>
                    <a:pt x="101600" y="1269"/>
                  </a:lnTo>
                  <a:lnTo>
                    <a:pt x="101600" y="3809"/>
                  </a:lnTo>
                  <a:lnTo>
                    <a:pt x="146050" y="3809"/>
                  </a:lnTo>
                  <a:lnTo>
                    <a:pt x="146050" y="2539"/>
                  </a:lnTo>
                  <a:lnTo>
                    <a:pt x="148589" y="2539"/>
                  </a:lnTo>
                  <a:lnTo>
                    <a:pt x="148589" y="1269"/>
                  </a:lnTo>
                  <a:close/>
                </a:path>
                <a:path w="149860" h="7619">
                  <a:moveTo>
                    <a:pt x="149859" y="0"/>
                  </a:moveTo>
                  <a:lnTo>
                    <a:pt x="100329" y="0"/>
                  </a:lnTo>
                  <a:lnTo>
                    <a:pt x="100329" y="1269"/>
                  </a:lnTo>
                  <a:lnTo>
                    <a:pt x="149859" y="1269"/>
                  </a:lnTo>
                  <a:lnTo>
                    <a:pt x="149859" y="0"/>
                  </a:lnTo>
                  <a:close/>
                </a:path>
              </a:pathLst>
            </a:custGeom>
            <a:solidFill>
              <a:srgbClr val="4A4D00"/>
            </a:solidFill>
          </p:spPr>
          <p:txBody>
            <a:bodyPr wrap="square" lIns="0" tIns="0" rIns="0" bIns="0" rtlCol="0"/>
            <a:lstStyle/>
            <a:p/>
          </p:txBody>
        </p:sp>
        <p:sp>
          <p:nvSpPr>
            <p:cNvPr id="656" name="object 656"/>
            <p:cNvSpPr/>
            <p:nvPr/>
          </p:nvSpPr>
          <p:spPr>
            <a:xfrm>
              <a:off x="1794510" y="1685289"/>
              <a:ext cx="137160" cy="8890"/>
            </a:xfrm>
            <a:custGeom>
              <a:avLst/>
              <a:gdLst/>
              <a:ahLst/>
              <a:cxnLst/>
              <a:rect l="l" t="t" r="r" b="b"/>
              <a:pathLst>
                <a:path w="137160" h="8889">
                  <a:moveTo>
                    <a:pt x="82550" y="0"/>
                  </a:moveTo>
                  <a:lnTo>
                    <a:pt x="0" y="0"/>
                  </a:lnTo>
                  <a:lnTo>
                    <a:pt x="0" y="8890"/>
                  </a:lnTo>
                  <a:lnTo>
                    <a:pt x="82550" y="8890"/>
                  </a:lnTo>
                  <a:lnTo>
                    <a:pt x="82550" y="0"/>
                  </a:lnTo>
                  <a:close/>
                </a:path>
                <a:path w="137160" h="8889">
                  <a:moveTo>
                    <a:pt x="137160" y="0"/>
                  </a:moveTo>
                  <a:lnTo>
                    <a:pt x="110490" y="0"/>
                  </a:lnTo>
                  <a:lnTo>
                    <a:pt x="110490" y="1270"/>
                  </a:lnTo>
                  <a:lnTo>
                    <a:pt x="114300" y="1270"/>
                  </a:lnTo>
                  <a:lnTo>
                    <a:pt x="114300" y="2540"/>
                  </a:lnTo>
                  <a:lnTo>
                    <a:pt x="115570" y="2540"/>
                  </a:lnTo>
                  <a:lnTo>
                    <a:pt x="115570" y="3810"/>
                  </a:lnTo>
                  <a:lnTo>
                    <a:pt x="133350" y="3810"/>
                  </a:lnTo>
                  <a:lnTo>
                    <a:pt x="133350" y="2540"/>
                  </a:lnTo>
                  <a:lnTo>
                    <a:pt x="135890" y="2540"/>
                  </a:lnTo>
                  <a:lnTo>
                    <a:pt x="135890" y="1270"/>
                  </a:lnTo>
                  <a:lnTo>
                    <a:pt x="137160" y="1270"/>
                  </a:lnTo>
                  <a:lnTo>
                    <a:pt x="137160" y="0"/>
                  </a:lnTo>
                  <a:close/>
                </a:path>
              </a:pathLst>
            </a:custGeom>
            <a:solidFill>
              <a:srgbClr val="4B4C00"/>
            </a:solidFill>
          </p:spPr>
          <p:txBody>
            <a:bodyPr wrap="square" lIns="0" tIns="0" rIns="0" bIns="0" rtlCol="0"/>
            <a:lstStyle/>
            <a:p/>
          </p:txBody>
        </p:sp>
        <p:sp>
          <p:nvSpPr>
            <p:cNvPr id="657" name="object 657"/>
            <p:cNvSpPr/>
            <p:nvPr/>
          </p:nvSpPr>
          <p:spPr>
            <a:xfrm>
              <a:off x="1794510" y="1694179"/>
              <a:ext cx="82550" cy="8890"/>
            </a:xfrm>
            <a:custGeom>
              <a:avLst/>
              <a:gdLst/>
              <a:ahLst/>
              <a:cxnLst/>
              <a:rect l="l" t="t" r="r" b="b"/>
              <a:pathLst>
                <a:path w="82550" h="8889">
                  <a:moveTo>
                    <a:pt x="0" y="8890"/>
                  </a:moveTo>
                  <a:lnTo>
                    <a:pt x="0" y="0"/>
                  </a:lnTo>
                  <a:lnTo>
                    <a:pt x="82550" y="0"/>
                  </a:lnTo>
                  <a:lnTo>
                    <a:pt x="82550" y="8890"/>
                  </a:lnTo>
                  <a:lnTo>
                    <a:pt x="0" y="8890"/>
                  </a:lnTo>
                  <a:close/>
                </a:path>
              </a:pathLst>
            </a:custGeom>
            <a:solidFill>
              <a:srgbClr val="4C4B00"/>
            </a:solidFill>
          </p:spPr>
          <p:txBody>
            <a:bodyPr wrap="square" lIns="0" tIns="0" rIns="0" bIns="0" rtlCol="0"/>
            <a:lstStyle/>
            <a:p/>
          </p:txBody>
        </p:sp>
        <p:sp>
          <p:nvSpPr>
            <p:cNvPr id="658" name="object 658"/>
            <p:cNvSpPr/>
            <p:nvPr/>
          </p:nvSpPr>
          <p:spPr>
            <a:xfrm>
              <a:off x="1794510" y="17030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D4A00"/>
            </a:solidFill>
          </p:spPr>
          <p:txBody>
            <a:bodyPr wrap="square" lIns="0" tIns="0" rIns="0" bIns="0" rtlCol="0"/>
            <a:lstStyle/>
            <a:p/>
          </p:txBody>
        </p:sp>
        <p:sp>
          <p:nvSpPr>
            <p:cNvPr id="659" name="object 659"/>
            <p:cNvSpPr/>
            <p:nvPr/>
          </p:nvSpPr>
          <p:spPr>
            <a:xfrm>
              <a:off x="1794510" y="17106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E4900"/>
            </a:solidFill>
          </p:spPr>
          <p:txBody>
            <a:bodyPr wrap="square" lIns="0" tIns="0" rIns="0" bIns="0" rtlCol="0"/>
            <a:lstStyle/>
            <a:p/>
          </p:txBody>
        </p:sp>
        <p:sp>
          <p:nvSpPr>
            <p:cNvPr id="660" name="object 660"/>
            <p:cNvSpPr/>
            <p:nvPr/>
          </p:nvSpPr>
          <p:spPr>
            <a:xfrm>
              <a:off x="1794510" y="171830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4F4800"/>
            </a:solidFill>
          </p:spPr>
          <p:txBody>
            <a:bodyPr wrap="square" lIns="0" tIns="0" rIns="0" bIns="0" rtlCol="0"/>
            <a:lstStyle/>
            <a:p/>
          </p:txBody>
        </p:sp>
        <p:sp>
          <p:nvSpPr>
            <p:cNvPr id="661" name="object 661"/>
            <p:cNvSpPr/>
            <p:nvPr/>
          </p:nvSpPr>
          <p:spPr>
            <a:xfrm>
              <a:off x="1794510" y="17271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04700"/>
            </a:solidFill>
          </p:spPr>
          <p:txBody>
            <a:bodyPr wrap="square" lIns="0" tIns="0" rIns="0" bIns="0" rtlCol="0"/>
            <a:lstStyle/>
            <a:p/>
          </p:txBody>
        </p:sp>
        <p:sp>
          <p:nvSpPr>
            <p:cNvPr id="662" name="object 662"/>
            <p:cNvSpPr/>
            <p:nvPr/>
          </p:nvSpPr>
          <p:spPr>
            <a:xfrm>
              <a:off x="1794510" y="173481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14600"/>
            </a:solidFill>
          </p:spPr>
          <p:txBody>
            <a:bodyPr wrap="square" lIns="0" tIns="0" rIns="0" bIns="0" rtlCol="0"/>
            <a:lstStyle/>
            <a:p/>
          </p:txBody>
        </p:sp>
        <p:sp>
          <p:nvSpPr>
            <p:cNvPr id="663" name="object 663"/>
            <p:cNvSpPr/>
            <p:nvPr/>
          </p:nvSpPr>
          <p:spPr>
            <a:xfrm>
              <a:off x="1794510" y="17437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24500"/>
            </a:solidFill>
          </p:spPr>
          <p:txBody>
            <a:bodyPr wrap="square" lIns="0" tIns="0" rIns="0" bIns="0" rtlCol="0"/>
            <a:lstStyle/>
            <a:p/>
          </p:txBody>
        </p:sp>
        <p:sp>
          <p:nvSpPr>
            <p:cNvPr id="664" name="object 664"/>
            <p:cNvSpPr/>
            <p:nvPr/>
          </p:nvSpPr>
          <p:spPr>
            <a:xfrm>
              <a:off x="1794510" y="1751329"/>
              <a:ext cx="82550" cy="8890"/>
            </a:xfrm>
            <a:custGeom>
              <a:avLst/>
              <a:gdLst/>
              <a:ahLst/>
              <a:cxnLst/>
              <a:rect l="l" t="t" r="r" b="b"/>
              <a:pathLst>
                <a:path w="82550" h="8889">
                  <a:moveTo>
                    <a:pt x="0" y="8890"/>
                  </a:moveTo>
                  <a:lnTo>
                    <a:pt x="0" y="0"/>
                  </a:lnTo>
                  <a:lnTo>
                    <a:pt x="82550" y="0"/>
                  </a:lnTo>
                  <a:lnTo>
                    <a:pt x="82550" y="8890"/>
                  </a:lnTo>
                  <a:lnTo>
                    <a:pt x="0" y="8890"/>
                  </a:lnTo>
                  <a:close/>
                </a:path>
              </a:pathLst>
            </a:custGeom>
            <a:solidFill>
              <a:srgbClr val="534400"/>
            </a:solidFill>
          </p:spPr>
          <p:txBody>
            <a:bodyPr wrap="square" lIns="0" tIns="0" rIns="0" bIns="0" rtlCol="0"/>
            <a:lstStyle/>
            <a:p/>
          </p:txBody>
        </p:sp>
        <p:sp>
          <p:nvSpPr>
            <p:cNvPr id="665" name="object 665"/>
            <p:cNvSpPr/>
            <p:nvPr/>
          </p:nvSpPr>
          <p:spPr>
            <a:xfrm>
              <a:off x="1794510" y="17602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44300"/>
            </a:solidFill>
          </p:spPr>
          <p:txBody>
            <a:bodyPr wrap="square" lIns="0" tIns="0" rIns="0" bIns="0" rtlCol="0"/>
            <a:lstStyle/>
            <a:p/>
          </p:txBody>
        </p:sp>
        <p:sp>
          <p:nvSpPr>
            <p:cNvPr id="666" name="object 666"/>
            <p:cNvSpPr/>
            <p:nvPr/>
          </p:nvSpPr>
          <p:spPr>
            <a:xfrm>
              <a:off x="1794510" y="176783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54200"/>
            </a:solidFill>
          </p:spPr>
          <p:txBody>
            <a:bodyPr wrap="square" lIns="0" tIns="0" rIns="0" bIns="0" rtlCol="0"/>
            <a:lstStyle/>
            <a:p/>
          </p:txBody>
        </p:sp>
        <p:sp>
          <p:nvSpPr>
            <p:cNvPr id="667" name="object 667"/>
            <p:cNvSpPr/>
            <p:nvPr/>
          </p:nvSpPr>
          <p:spPr>
            <a:xfrm>
              <a:off x="1794510" y="177545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64100"/>
            </a:solidFill>
          </p:spPr>
          <p:txBody>
            <a:bodyPr wrap="square" lIns="0" tIns="0" rIns="0" bIns="0" rtlCol="0"/>
            <a:lstStyle/>
            <a:p/>
          </p:txBody>
        </p:sp>
        <p:sp>
          <p:nvSpPr>
            <p:cNvPr id="668" name="object 668"/>
            <p:cNvSpPr/>
            <p:nvPr/>
          </p:nvSpPr>
          <p:spPr>
            <a:xfrm>
              <a:off x="1794510" y="178434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74000"/>
            </a:solidFill>
          </p:spPr>
          <p:txBody>
            <a:bodyPr wrap="square" lIns="0" tIns="0" rIns="0" bIns="0" rtlCol="0"/>
            <a:lstStyle/>
            <a:p/>
          </p:txBody>
        </p:sp>
        <p:sp>
          <p:nvSpPr>
            <p:cNvPr id="669" name="object 669"/>
            <p:cNvSpPr/>
            <p:nvPr/>
          </p:nvSpPr>
          <p:spPr>
            <a:xfrm>
              <a:off x="1794510" y="179196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83F00"/>
            </a:solidFill>
          </p:spPr>
          <p:txBody>
            <a:bodyPr wrap="square" lIns="0" tIns="0" rIns="0" bIns="0" rtlCol="0"/>
            <a:lstStyle/>
            <a:p/>
          </p:txBody>
        </p:sp>
        <p:sp>
          <p:nvSpPr>
            <p:cNvPr id="670" name="object 670"/>
            <p:cNvSpPr/>
            <p:nvPr/>
          </p:nvSpPr>
          <p:spPr>
            <a:xfrm>
              <a:off x="1794510" y="180085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93E00"/>
            </a:solidFill>
          </p:spPr>
          <p:txBody>
            <a:bodyPr wrap="square" lIns="0" tIns="0" rIns="0" bIns="0" rtlCol="0"/>
            <a:lstStyle/>
            <a:p/>
          </p:txBody>
        </p:sp>
        <p:sp>
          <p:nvSpPr>
            <p:cNvPr id="671" name="object 671"/>
            <p:cNvSpPr/>
            <p:nvPr/>
          </p:nvSpPr>
          <p:spPr>
            <a:xfrm>
              <a:off x="1794510" y="1808479"/>
              <a:ext cx="82550" cy="8890"/>
            </a:xfrm>
            <a:custGeom>
              <a:avLst/>
              <a:gdLst/>
              <a:ahLst/>
              <a:cxnLst/>
              <a:rect l="l" t="t" r="r" b="b"/>
              <a:pathLst>
                <a:path w="82550" h="8889">
                  <a:moveTo>
                    <a:pt x="0" y="8890"/>
                  </a:moveTo>
                  <a:lnTo>
                    <a:pt x="0" y="0"/>
                  </a:lnTo>
                  <a:lnTo>
                    <a:pt x="82550" y="0"/>
                  </a:lnTo>
                  <a:lnTo>
                    <a:pt x="82550" y="8890"/>
                  </a:lnTo>
                  <a:lnTo>
                    <a:pt x="0" y="8890"/>
                  </a:lnTo>
                  <a:close/>
                </a:path>
              </a:pathLst>
            </a:custGeom>
            <a:solidFill>
              <a:srgbClr val="5A3D00"/>
            </a:solidFill>
          </p:spPr>
          <p:txBody>
            <a:bodyPr wrap="square" lIns="0" tIns="0" rIns="0" bIns="0" rtlCol="0"/>
            <a:lstStyle/>
            <a:p/>
          </p:txBody>
        </p:sp>
        <p:sp>
          <p:nvSpPr>
            <p:cNvPr id="672" name="object 672"/>
            <p:cNvSpPr/>
            <p:nvPr/>
          </p:nvSpPr>
          <p:spPr>
            <a:xfrm>
              <a:off x="1794510" y="18173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B3C00"/>
            </a:solidFill>
          </p:spPr>
          <p:txBody>
            <a:bodyPr wrap="square" lIns="0" tIns="0" rIns="0" bIns="0" rtlCol="0"/>
            <a:lstStyle/>
            <a:p/>
          </p:txBody>
        </p:sp>
        <p:sp>
          <p:nvSpPr>
            <p:cNvPr id="673" name="object 673"/>
            <p:cNvSpPr/>
            <p:nvPr/>
          </p:nvSpPr>
          <p:spPr>
            <a:xfrm>
              <a:off x="1794510" y="18249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C3B00"/>
            </a:solidFill>
          </p:spPr>
          <p:txBody>
            <a:bodyPr wrap="square" lIns="0" tIns="0" rIns="0" bIns="0" rtlCol="0"/>
            <a:lstStyle/>
            <a:p/>
          </p:txBody>
        </p:sp>
        <p:sp>
          <p:nvSpPr>
            <p:cNvPr id="674" name="object 674"/>
            <p:cNvSpPr/>
            <p:nvPr/>
          </p:nvSpPr>
          <p:spPr>
            <a:xfrm>
              <a:off x="1794510" y="183260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D3A00"/>
            </a:solidFill>
          </p:spPr>
          <p:txBody>
            <a:bodyPr wrap="square" lIns="0" tIns="0" rIns="0" bIns="0" rtlCol="0"/>
            <a:lstStyle/>
            <a:p/>
          </p:txBody>
        </p:sp>
        <p:sp>
          <p:nvSpPr>
            <p:cNvPr id="675" name="object 675"/>
            <p:cNvSpPr/>
            <p:nvPr/>
          </p:nvSpPr>
          <p:spPr>
            <a:xfrm>
              <a:off x="1794510" y="18414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E3900"/>
            </a:solidFill>
          </p:spPr>
          <p:txBody>
            <a:bodyPr wrap="square" lIns="0" tIns="0" rIns="0" bIns="0" rtlCol="0"/>
            <a:lstStyle/>
            <a:p/>
          </p:txBody>
        </p:sp>
        <p:sp>
          <p:nvSpPr>
            <p:cNvPr id="676" name="object 676"/>
            <p:cNvSpPr/>
            <p:nvPr/>
          </p:nvSpPr>
          <p:spPr>
            <a:xfrm>
              <a:off x="1794510" y="1849119"/>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F3800"/>
            </a:solidFill>
          </p:spPr>
          <p:txBody>
            <a:bodyPr wrap="square" lIns="0" tIns="0" rIns="0" bIns="0" rtlCol="0"/>
            <a:lstStyle/>
            <a:p/>
          </p:txBody>
        </p:sp>
        <p:sp>
          <p:nvSpPr>
            <p:cNvPr id="677" name="object 677"/>
            <p:cNvSpPr/>
            <p:nvPr/>
          </p:nvSpPr>
          <p:spPr>
            <a:xfrm>
              <a:off x="1794510" y="18580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03700"/>
            </a:solidFill>
          </p:spPr>
          <p:txBody>
            <a:bodyPr wrap="square" lIns="0" tIns="0" rIns="0" bIns="0" rtlCol="0"/>
            <a:lstStyle/>
            <a:p/>
          </p:txBody>
        </p:sp>
        <p:sp>
          <p:nvSpPr>
            <p:cNvPr id="678" name="object 678"/>
            <p:cNvSpPr/>
            <p:nvPr/>
          </p:nvSpPr>
          <p:spPr>
            <a:xfrm>
              <a:off x="1794510" y="1865629"/>
              <a:ext cx="82550" cy="8890"/>
            </a:xfrm>
            <a:custGeom>
              <a:avLst/>
              <a:gdLst/>
              <a:ahLst/>
              <a:cxnLst/>
              <a:rect l="l" t="t" r="r" b="b"/>
              <a:pathLst>
                <a:path w="82550" h="8889">
                  <a:moveTo>
                    <a:pt x="0" y="8890"/>
                  </a:moveTo>
                  <a:lnTo>
                    <a:pt x="0" y="0"/>
                  </a:lnTo>
                  <a:lnTo>
                    <a:pt x="82550" y="0"/>
                  </a:lnTo>
                  <a:lnTo>
                    <a:pt x="82550" y="8890"/>
                  </a:lnTo>
                  <a:lnTo>
                    <a:pt x="0" y="8890"/>
                  </a:lnTo>
                  <a:close/>
                </a:path>
              </a:pathLst>
            </a:custGeom>
            <a:solidFill>
              <a:srgbClr val="613600"/>
            </a:solidFill>
          </p:spPr>
          <p:txBody>
            <a:bodyPr wrap="square" lIns="0" tIns="0" rIns="0" bIns="0" rtlCol="0"/>
            <a:lstStyle/>
            <a:p/>
          </p:txBody>
        </p:sp>
        <p:sp>
          <p:nvSpPr>
            <p:cNvPr id="679" name="object 679"/>
            <p:cNvSpPr/>
            <p:nvPr/>
          </p:nvSpPr>
          <p:spPr>
            <a:xfrm>
              <a:off x="1794510" y="18745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23500"/>
            </a:solidFill>
          </p:spPr>
          <p:txBody>
            <a:bodyPr wrap="square" lIns="0" tIns="0" rIns="0" bIns="0" rtlCol="0"/>
            <a:lstStyle/>
            <a:p/>
          </p:txBody>
        </p:sp>
        <p:sp>
          <p:nvSpPr>
            <p:cNvPr id="680" name="object 680"/>
            <p:cNvSpPr/>
            <p:nvPr/>
          </p:nvSpPr>
          <p:spPr>
            <a:xfrm>
              <a:off x="1794510" y="188213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33400"/>
            </a:solidFill>
          </p:spPr>
          <p:txBody>
            <a:bodyPr wrap="square" lIns="0" tIns="0" rIns="0" bIns="0" rtlCol="0"/>
            <a:lstStyle/>
            <a:p/>
          </p:txBody>
        </p:sp>
      </p:grpSp>
      <p:grpSp>
        <p:nvGrpSpPr>
          <p:cNvPr id="681" name="object 681"/>
          <p:cNvGrpSpPr/>
          <p:nvPr/>
        </p:nvGrpSpPr>
        <p:grpSpPr>
          <a:xfrm>
            <a:off x="2073910" y="1056639"/>
            <a:ext cx="200660" cy="633730"/>
            <a:chOff x="2073910" y="1056639"/>
            <a:chExt cx="200660" cy="633730"/>
          </a:xfrm>
        </p:grpSpPr>
        <p:sp>
          <p:nvSpPr>
            <p:cNvPr id="682" name="object 682"/>
            <p:cNvSpPr/>
            <p:nvPr/>
          </p:nvSpPr>
          <p:spPr>
            <a:xfrm>
              <a:off x="2146300" y="1056639"/>
              <a:ext cx="59690" cy="6350"/>
            </a:xfrm>
            <a:custGeom>
              <a:avLst/>
              <a:gdLst/>
              <a:ahLst/>
              <a:cxnLst/>
              <a:rect l="l" t="t" r="r" b="b"/>
              <a:pathLst>
                <a:path w="59689" h="6350">
                  <a:moveTo>
                    <a:pt x="59689" y="5080"/>
                  </a:moveTo>
                  <a:lnTo>
                    <a:pt x="0" y="5080"/>
                  </a:lnTo>
                  <a:lnTo>
                    <a:pt x="0" y="6350"/>
                  </a:lnTo>
                  <a:lnTo>
                    <a:pt x="59689" y="6350"/>
                  </a:lnTo>
                  <a:lnTo>
                    <a:pt x="59689" y="5080"/>
                  </a:lnTo>
                  <a:close/>
                </a:path>
                <a:path w="59689" h="6350">
                  <a:moveTo>
                    <a:pt x="57150" y="3810"/>
                  </a:moveTo>
                  <a:lnTo>
                    <a:pt x="2539" y="3810"/>
                  </a:lnTo>
                  <a:lnTo>
                    <a:pt x="2539" y="5080"/>
                  </a:lnTo>
                  <a:lnTo>
                    <a:pt x="57150" y="5080"/>
                  </a:lnTo>
                  <a:lnTo>
                    <a:pt x="57150" y="3810"/>
                  </a:lnTo>
                  <a:close/>
                </a:path>
                <a:path w="59689" h="6350">
                  <a:moveTo>
                    <a:pt x="50800" y="2539"/>
                  </a:moveTo>
                  <a:lnTo>
                    <a:pt x="6350" y="2539"/>
                  </a:lnTo>
                  <a:lnTo>
                    <a:pt x="6350" y="3810"/>
                  </a:lnTo>
                  <a:lnTo>
                    <a:pt x="50800" y="3810"/>
                  </a:lnTo>
                  <a:lnTo>
                    <a:pt x="50800" y="2539"/>
                  </a:lnTo>
                  <a:close/>
                </a:path>
                <a:path w="59689" h="6350">
                  <a:moveTo>
                    <a:pt x="44450" y="1270"/>
                  </a:moveTo>
                  <a:lnTo>
                    <a:pt x="13969" y="1270"/>
                  </a:lnTo>
                  <a:lnTo>
                    <a:pt x="13969" y="2539"/>
                  </a:lnTo>
                  <a:lnTo>
                    <a:pt x="44450" y="2539"/>
                  </a:lnTo>
                  <a:lnTo>
                    <a:pt x="44450" y="1270"/>
                  </a:lnTo>
                  <a:close/>
                </a:path>
                <a:path w="59689" h="6350">
                  <a:moveTo>
                    <a:pt x="29209" y="0"/>
                  </a:moveTo>
                  <a:lnTo>
                    <a:pt x="20319" y="0"/>
                  </a:lnTo>
                  <a:lnTo>
                    <a:pt x="20319" y="1270"/>
                  </a:lnTo>
                  <a:lnTo>
                    <a:pt x="29209" y="1270"/>
                  </a:lnTo>
                  <a:lnTo>
                    <a:pt x="29209" y="0"/>
                  </a:lnTo>
                  <a:close/>
                </a:path>
              </a:pathLst>
            </a:custGeom>
            <a:solidFill>
              <a:srgbClr val="009800"/>
            </a:solidFill>
          </p:spPr>
          <p:txBody>
            <a:bodyPr wrap="square" lIns="0" tIns="0" rIns="0" bIns="0" rtlCol="0"/>
            <a:lstStyle/>
            <a:p/>
          </p:txBody>
        </p:sp>
        <p:sp>
          <p:nvSpPr>
            <p:cNvPr id="683" name="object 683"/>
            <p:cNvSpPr/>
            <p:nvPr/>
          </p:nvSpPr>
          <p:spPr>
            <a:xfrm>
              <a:off x="2134870" y="1062989"/>
              <a:ext cx="83820" cy="7620"/>
            </a:xfrm>
            <a:custGeom>
              <a:avLst/>
              <a:gdLst/>
              <a:ahLst/>
              <a:cxnLst/>
              <a:rect l="l" t="t" r="r" b="b"/>
              <a:pathLst>
                <a:path w="83819" h="7619">
                  <a:moveTo>
                    <a:pt x="83819" y="6350"/>
                  </a:moveTo>
                  <a:lnTo>
                    <a:pt x="0" y="6350"/>
                  </a:lnTo>
                  <a:lnTo>
                    <a:pt x="0" y="7620"/>
                  </a:lnTo>
                  <a:lnTo>
                    <a:pt x="83819" y="7620"/>
                  </a:lnTo>
                  <a:lnTo>
                    <a:pt x="83819" y="6350"/>
                  </a:lnTo>
                  <a:close/>
                </a:path>
                <a:path w="83819" h="7619">
                  <a:moveTo>
                    <a:pt x="82550" y="5080"/>
                  </a:moveTo>
                  <a:lnTo>
                    <a:pt x="1269" y="5080"/>
                  </a:lnTo>
                  <a:lnTo>
                    <a:pt x="1269" y="6350"/>
                  </a:lnTo>
                  <a:lnTo>
                    <a:pt x="82550" y="6350"/>
                  </a:lnTo>
                  <a:lnTo>
                    <a:pt x="82550" y="5080"/>
                  </a:lnTo>
                  <a:close/>
                </a:path>
                <a:path w="83819" h="7619">
                  <a:moveTo>
                    <a:pt x="81280" y="3810"/>
                  </a:moveTo>
                  <a:lnTo>
                    <a:pt x="2540" y="3810"/>
                  </a:lnTo>
                  <a:lnTo>
                    <a:pt x="2540" y="5080"/>
                  </a:lnTo>
                  <a:lnTo>
                    <a:pt x="81280" y="5080"/>
                  </a:lnTo>
                  <a:lnTo>
                    <a:pt x="81280" y="3810"/>
                  </a:lnTo>
                  <a:close/>
                </a:path>
                <a:path w="83819" h="7619">
                  <a:moveTo>
                    <a:pt x="80010" y="2539"/>
                  </a:moveTo>
                  <a:lnTo>
                    <a:pt x="5080" y="2539"/>
                  </a:lnTo>
                  <a:lnTo>
                    <a:pt x="5080" y="3810"/>
                  </a:lnTo>
                  <a:lnTo>
                    <a:pt x="80010" y="3810"/>
                  </a:lnTo>
                  <a:lnTo>
                    <a:pt x="80010" y="2539"/>
                  </a:lnTo>
                  <a:close/>
                </a:path>
                <a:path w="83819" h="7619">
                  <a:moveTo>
                    <a:pt x="76200" y="1270"/>
                  </a:moveTo>
                  <a:lnTo>
                    <a:pt x="6350" y="1270"/>
                  </a:lnTo>
                  <a:lnTo>
                    <a:pt x="6350" y="2539"/>
                  </a:lnTo>
                  <a:lnTo>
                    <a:pt x="76200" y="2539"/>
                  </a:lnTo>
                  <a:lnTo>
                    <a:pt x="76200" y="1270"/>
                  </a:lnTo>
                  <a:close/>
                </a:path>
                <a:path w="83819" h="7619">
                  <a:moveTo>
                    <a:pt x="74930" y="0"/>
                  </a:moveTo>
                  <a:lnTo>
                    <a:pt x="8890" y="0"/>
                  </a:lnTo>
                  <a:lnTo>
                    <a:pt x="8890" y="1270"/>
                  </a:lnTo>
                  <a:lnTo>
                    <a:pt x="74930" y="1270"/>
                  </a:lnTo>
                  <a:lnTo>
                    <a:pt x="74930" y="0"/>
                  </a:lnTo>
                  <a:close/>
                </a:path>
              </a:pathLst>
            </a:custGeom>
            <a:solidFill>
              <a:srgbClr val="009700"/>
            </a:solidFill>
          </p:spPr>
          <p:txBody>
            <a:bodyPr wrap="square" lIns="0" tIns="0" rIns="0" bIns="0" rtlCol="0"/>
            <a:lstStyle/>
            <a:p/>
          </p:txBody>
        </p:sp>
        <p:sp>
          <p:nvSpPr>
            <p:cNvPr id="684" name="object 684"/>
            <p:cNvSpPr/>
            <p:nvPr/>
          </p:nvSpPr>
          <p:spPr>
            <a:xfrm>
              <a:off x="2127250" y="1070609"/>
              <a:ext cx="97790" cy="6350"/>
            </a:xfrm>
            <a:custGeom>
              <a:avLst/>
              <a:gdLst/>
              <a:ahLst/>
              <a:cxnLst/>
              <a:rect l="l" t="t" r="r" b="b"/>
              <a:pathLst>
                <a:path w="97789" h="6350">
                  <a:moveTo>
                    <a:pt x="97790" y="5080"/>
                  </a:moveTo>
                  <a:lnTo>
                    <a:pt x="96520" y="5080"/>
                  </a:lnTo>
                  <a:lnTo>
                    <a:pt x="96520" y="3810"/>
                  </a:lnTo>
                  <a:lnTo>
                    <a:pt x="95250" y="3810"/>
                  </a:lnTo>
                  <a:lnTo>
                    <a:pt x="95250"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19600"/>
            </a:solidFill>
          </p:spPr>
          <p:txBody>
            <a:bodyPr wrap="square" lIns="0" tIns="0" rIns="0" bIns="0" rtlCol="0"/>
            <a:lstStyle/>
            <a:p/>
          </p:txBody>
        </p:sp>
        <p:sp>
          <p:nvSpPr>
            <p:cNvPr id="685" name="object 685"/>
            <p:cNvSpPr/>
            <p:nvPr/>
          </p:nvSpPr>
          <p:spPr>
            <a:xfrm>
              <a:off x="2120900" y="1076959"/>
              <a:ext cx="110489" cy="7620"/>
            </a:xfrm>
            <a:custGeom>
              <a:avLst/>
              <a:gdLst/>
              <a:ahLst/>
              <a:cxnLst/>
              <a:rect l="l" t="t" r="r" b="b"/>
              <a:pathLst>
                <a:path w="110489" h="7619">
                  <a:moveTo>
                    <a:pt x="110490" y="6350"/>
                  </a:moveTo>
                  <a:lnTo>
                    <a:pt x="109220" y="6350"/>
                  </a:lnTo>
                  <a:lnTo>
                    <a:pt x="109220" y="3810"/>
                  </a:lnTo>
                  <a:lnTo>
                    <a:pt x="107950" y="3810"/>
                  </a:lnTo>
                  <a:lnTo>
                    <a:pt x="107950"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29500"/>
            </a:solidFill>
          </p:spPr>
          <p:txBody>
            <a:bodyPr wrap="square" lIns="0" tIns="0" rIns="0" bIns="0" rtlCol="0"/>
            <a:lstStyle/>
            <a:p/>
          </p:txBody>
        </p:sp>
        <p:sp>
          <p:nvSpPr>
            <p:cNvPr id="686" name="object 686"/>
            <p:cNvSpPr/>
            <p:nvPr/>
          </p:nvSpPr>
          <p:spPr>
            <a:xfrm>
              <a:off x="2115820" y="1084579"/>
              <a:ext cx="120650" cy="7620"/>
            </a:xfrm>
            <a:custGeom>
              <a:avLst/>
              <a:gdLst/>
              <a:ahLst/>
              <a:cxnLst/>
              <a:rect l="l" t="t" r="r" b="b"/>
              <a:pathLst>
                <a:path w="120650" h="7619">
                  <a:moveTo>
                    <a:pt x="120650" y="6350"/>
                  </a:moveTo>
                  <a:lnTo>
                    <a:pt x="119380" y="6350"/>
                  </a:lnTo>
                  <a:lnTo>
                    <a:pt x="119380" y="5080"/>
                  </a:lnTo>
                  <a:lnTo>
                    <a:pt x="118097" y="5080"/>
                  </a:lnTo>
                  <a:lnTo>
                    <a:pt x="118097"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39400"/>
            </a:solidFill>
          </p:spPr>
          <p:txBody>
            <a:bodyPr wrap="square" lIns="0" tIns="0" rIns="0" bIns="0" rtlCol="0"/>
            <a:lstStyle/>
            <a:p/>
          </p:txBody>
        </p:sp>
        <p:sp>
          <p:nvSpPr>
            <p:cNvPr id="687" name="object 687"/>
            <p:cNvSpPr/>
            <p:nvPr/>
          </p:nvSpPr>
          <p:spPr>
            <a:xfrm>
              <a:off x="2112010" y="1092199"/>
              <a:ext cx="128270" cy="6350"/>
            </a:xfrm>
            <a:custGeom>
              <a:avLst/>
              <a:gdLst/>
              <a:ahLst/>
              <a:cxnLst/>
              <a:rect l="l" t="t" r="r" b="b"/>
              <a:pathLst>
                <a:path w="128269" h="6350">
                  <a:moveTo>
                    <a:pt x="128270" y="5080"/>
                  </a:moveTo>
                  <a:lnTo>
                    <a:pt x="127000" y="5080"/>
                  </a:lnTo>
                  <a:lnTo>
                    <a:pt x="127000" y="3810"/>
                  </a:ln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5080"/>
                  </a:lnTo>
                  <a:lnTo>
                    <a:pt x="0" y="6350"/>
                  </a:lnTo>
                  <a:lnTo>
                    <a:pt x="128270" y="6350"/>
                  </a:lnTo>
                  <a:lnTo>
                    <a:pt x="128270" y="5080"/>
                  </a:lnTo>
                  <a:close/>
                </a:path>
              </a:pathLst>
            </a:custGeom>
            <a:solidFill>
              <a:srgbClr val="049300"/>
            </a:solidFill>
          </p:spPr>
          <p:txBody>
            <a:bodyPr wrap="square" lIns="0" tIns="0" rIns="0" bIns="0" rtlCol="0"/>
            <a:lstStyle/>
            <a:p/>
          </p:txBody>
        </p:sp>
        <p:sp>
          <p:nvSpPr>
            <p:cNvPr id="688" name="object 688"/>
            <p:cNvSpPr/>
            <p:nvPr/>
          </p:nvSpPr>
          <p:spPr>
            <a:xfrm>
              <a:off x="2108200" y="1098549"/>
              <a:ext cx="135890" cy="7620"/>
            </a:xfrm>
            <a:custGeom>
              <a:avLst/>
              <a:gdLst/>
              <a:ahLst/>
              <a:cxnLst/>
              <a:rect l="l" t="t" r="r" b="b"/>
              <a:pathLst>
                <a:path w="135889" h="7619">
                  <a:moveTo>
                    <a:pt x="135890" y="6350"/>
                  </a:moveTo>
                  <a:lnTo>
                    <a:pt x="134620" y="6350"/>
                  </a:lnTo>
                  <a:lnTo>
                    <a:pt x="134620" y="5080"/>
                  </a:lnTo>
                  <a:lnTo>
                    <a:pt x="134620" y="3810"/>
                  </a:lnTo>
                  <a:lnTo>
                    <a:pt x="133350" y="3810"/>
                  </a:lnTo>
                  <a:lnTo>
                    <a:pt x="133350" y="2540"/>
                  </a:lnTo>
                  <a:lnTo>
                    <a:pt x="133350" y="1270"/>
                  </a:lnTo>
                  <a:lnTo>
                    <a:pt x="132067" y="1270"/>
                  </a:lnTo>
                  <a:lnTo>
                    <a:pt x="132067"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59200"/>
            </a:solidFill>
          </p:spPr>
          <p:txBody>
            <a:bodyPr wrap="square" lIns="0" tIns="0" rIns="0" bIns="0" rtlCol="0"/>
            <a:lstStyle/>
            <a:p/>
          </p:txBody>
        </p:sp>
        <p:sp>
          <p:nvSpPr>
            <p:cNvPr id="689" name="object 689"/>
            <p:cNvSpPr/>
            <p:nvPr/>
          </p:nvSpPr>
          <p:spPr>
            <a:xfrm>
              <a:off x="2105660" y="1106169"/>
              <a:ext cx="140970" cy="7620"/>
            </a:xfrm>
            <a:custGeom>
              <a:avLst/>
              <a:gdLst/>
              <a:ahLst/>
              <a:cxnLst/>
              <a:rect l="l" t="t" r="r" b="b"/>
              <a:pathLst>
                <a:path w="140969"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79000"/>
            </a:solidFill>
          </p:spPr>
          <p:txBody>
            <a:bodyPr wrap="square" lIns="0" tIns="0" rIns="0" bIns="0" rtlCol="0"/>
            <a:lstStyle/>
            <a:p/>
          </p:txBody>
        </p:sp>
        <p:sp>
          <p:nvSpPr>
            <p:cNvPr id="690" name="object 690"/>
            <p:cNvSpPr/>
            <p:nvPr/>
          </p:nvSpPr>
          <p:spPr>
            <a:xfrm>
              <a:off x="2103120" y="1113789"/>
              <a:ext cx="144780" cy="6350"/>
            </a:xfrm>
            <a:custGeom>
              <a:avLst/>
              <a:gdLst/>
              <a:ahLst/>
              <a:cxnLst/>
              <a:rect l="l" t="t" r="r" b="b"/>
              <a:pathLst>
                <a:path w="144780" h="6350">
                  <a:moveTo>
                    <a:pt x="144780" y="2540"/>
                  </a:moveTo>
                  <a:lnTo>
                    <a:pt x="143510" y="2540"/>
                  </a:lnTo>
                  <a:lnTo>
                    <a:pt x="143510" y="0"/>
                  </a:lnTo>
                  <a:lnTo>
                    <a:pt x="1270" y="0"/>
                  </a:lnTo>
                  <a:lnTo>
                    <a:pt x="1270" y="2540"/>
                  </a:lnTo>
                  <a:lnTo>
                    <a:pt x="1270" y="3810"/>
                  </a:lnTo>
                  <a:lnTo>
                    <a:pt x="0" y="3810"/>
                  </a:lnTo>
                  <a:lnTo>
                    <a:pt x="0" y="6350"/>
                  </a:lnTo>
                  <a:lnTo>
                    <a:pt x="144780" y="6350"/>
                  </a:lnTo>
                  <a:lnTo>
                    <a:pt x="144780" y="3810"/>
                  </a:lnTo>
                  <a:lnTo>
                    <a:pt x="144780" y="2540"/>
                  </a:lnTo>
                  <a:close/>
                </a:path>
              </a:pathLst>
            </a:custGeom>
            <a:solidFill>
              <a:srgbClr val="088F00"/>
            </a:solidFill>
          </p:spPr>
          <p:txBody>
            <a:bodyPr wrap="square" lIns="0" tIns="0" rIns="0" bIns="0" rtlCol="0"/>
            <a:lstStyle/>
            <a:p/>
          </p:txBody>
        </p:sp>
        <p:sp>
          <p:nvSpPr>
            <p:cNvPr id="691" name="object 691"/>
            <p:cNvSpPr/>
            <p:nvPr/>
          </p:nvSpPr>
          <p:spPr>
            <a:xfrm>
              <a:off x="2100580" y="1120139"/>
              <a:ext cx="149860" cy="7620"/>
            </a:xfrm>
            <a:custGeom>
              <a:avLst/>
              <a:gdLst/>
              <a:ahLst/>
              <a:cxnLst/>
              <a:rect l="l" t="t" r="r" b="b"/>
              <a:pathLst>
                <a:path w="149860"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98E00"/>
            </a:solidFill>
          </p:spPr>
          <p:txBody>
            <a:bodyPr wrap="square" lIns="0" tIns="0" rIns="0" bIns="0" rtlCol="0"/>
            <a:lstStyle/>
            <a:p/>
          </p:txBody>
        </p:sp>
        <p:sp>
          <p:nvSpPr>
            <p:cNvPr id="692" name="object 692"/>
            <p:cNvSpPr/>
            <p:nvPr/>
          </p:nvSpPr>
          <p:spPr>
            <a:xfrm>
              <a:off x="2096770" y="1127759"/>
              <a:ext cx="156210" cy="7620"/>
            </a:xfrm>
            <a:custGeom>
              <a:avLst/>
              <a:gdLst/>
              <a:ahLst/>
              <a:cxnLst/>
              <a:rect l="l" t="t" r="r" b="b"/>
              <a:pathLst>
                <a:path w="156210" h="7619">
                  <a:moveTo>
                    <a:pt x="153670" y="0"/>
                  </a:moveTo>
                  <a:lnTo>
                    <a:pt x="2540" y="0"/>
                  </a:lnTo>
                  <a:lnTo>
                    <a:pt x="2540" y="1270"/>
                  </a:lnTo>
                  <a:lnTo>
                    <a:pt x="153670" y="1270"/>
                  </a:lnTo>
                  <a:lnTo>
                    <a:pt x="153670" y="0"/>
                  </a:lnTo>
                  <a:close/>
                </a:path>
                <a:path w="156210" h="7619">
                  <a:moveTo>
                    <a:pt x="156210" y="6350"/>
                  </a:moveTo>
                  <a:lnTo>
                    <a:pt x="156197" y="3810"/>
                  </a:ln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close/>
                </a:path>
              </a:pathLst>
            </a:custGeom>
            <a:solidFill>
              <a:srgbClr val="0A8D00"/>
            </a:solidFill>
          </p:spPr>
          <p:txBody>
            <a:bodyPr wrap="square" lIns="0" tIns="0" rIns="0" bIns="0" rtlCol="0"/>
            <a:lstStyle/>
            <a:p/>
          </p:txBody>
        </p:sp>
        <p:sp>
          <p:nvSpPr>
            <p:cNvPr id="693" name="object 693"/>
            <p:cNvSpPr/>
            <p:nvPr/>
          </p:nvSpPr>
          <p:spPr>
            <a:xfrm>
              <a:off x="2095500" y="1135379"/>
              <a:ext cx="160020" cy="6350"/>
            </a:xfrm>
            <a:custGeom>
              <a:avLst/>
              <a:gdLst/>
              <a:ahLst/>
              <a:cxnLst/>
              <a:rect l="l" t="t" r="r" b="b"/>
              <a:pathLst>
                <a:path w="160019" h="6350">
                  <a:moveTo>
                    <a:pt x="158750" y="0"/>
                  </a:moveTo>
                  <a:lnTo>
                    <a:pt x="1270" y="0"/>
                  </a:lnTo>
                  <a:lnTo>
                    <a:pt x="1270" y="3810"/>
                  </a:lnTo>
                  <a:lnTo>
                    <a:pt x="158750" y="3810"/>
                  </a:lnTo>
                  <a:lnTo>
                    <a:pt x="158750" y="0"/>
                  </a:lnTo>
                  <a:close/>
                </a:path>
                <a:path w="160019" h="6350">
                  <a:moveTo>
                    <a:pt x="160020" y="3822"/>
                  </a:moveTo>
                  <a:lnTo>
                    <a:pt x="0" y="3822"/>
                  </a:lnTo>
                  <a:lnTo>
                    <a:pt x="0" y="6350"/>
                  </a:lnTo>
                  <a:lnTo>
                    <a:pt x="160020" y="6350"/>
                  </a:lnTo>
                  <a:lnTo>
                    <a:pt x="160020" y="3822"/>
                  </a:lnTo>
                  <a:close/>
                </a:path>
              </a:pathLst>
            </a:custGeom>
            <a:solidFill>
              <a:srgbClr val="0B8C00"/>
            </a:solidFill>
          </p:spPr>
          <p:txBody>
            <a:bodyPr wrap="square" lIns="0" tIns="0" rIns="0" bIns="0" rtlCol="0"/>
            <a:lstStyle/>
            <a:p/>
          </p:txBody>
        </p:sp>
        <p:sp>
          <p:nvSpPr>
            <p:cNvPr id="694" name="object 694"/>
            <p:cNvSpPr/>
            <p:nvPr/>
          </p:nvSpPr>
          <p:spPr>
            <a:xfrm>
              <a:off x="2094230" y="1141729"/>
              <a:ext cx="162560" cy="7620"/>
            </a:xfrm>
            <a:custGeom>
              <a:avLst/>
              <a:gdLst/>
              <a:ahLst/>
              <a:cxnLst/>
              <a:rect l="l" t="t" r="r" b="b"/>
              <a:pathLst>
                <a:path w="162560"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0C8B00"/>
            </a:solidFill>
          </p:spPr>
          <p:txBody>
            <a:bodyPr wrap="square" lIns="0" tIns="0" rIns="0" bIns="0" rtlCol="0"/>
            <a:lstStyle/>
            <a:p/>
          </p:txBody>
        </p:sp>
        <p:sp>
          <p:nvSpPr>
            <p:cNvPr id="695" name="object 695"/>
            <p:cNvSpPr/>
            <p:nvPr/>
          </p:nvSpPr>
          <p:spPr>
            <a:xfrm>
              <a:off x="2091690" y="1149349"/>
              <a:ext cx="166370" cy="7620"/>
            </a:xfrm>
            <a:custGeom>
              <a:avLst/>
              <a:gdLst/>
              <a:ahLst/>
              <a:cxnLst/>
              <a:rect l="l" t="t" r="r" b="b"/>
              <a:pathLst>
                <a:path w="166369" h="7619">
                  <a:moveTo>
                    <a:pt x="166370" y="1270"/>
                  </a:moveTo>
                  <a:lnTo>
                    <a:pt x="165100" y="1270"/>
                  </a:lnTo>
                  <a:lnTo>
                    <a:pt x="165100" y="0"/>
                  </a:lnTo>
                  <a:lnTo>
                    <a:pt x="2540" y="0"/>
                  </a:lnTo>
                  <a:lnTo>
                    <a:pt x="2540" y="1270"/>
                  </a:lnTo>
                  <a:lnTo>
                    <a:pt x="1270" y="1270"/>
                  </a:lnTo>
                  <a:lnTo>
                    <a:pt x="1270" y="6350"/>
                  </a:lnTo>
                  <a:lnTo>
                    <a:pt x="0" y="6350"/>
                  </a:lnTo>
                  <a:lnTo>
                    <a:pt x="0" y="7620"/>
                  </a:lnTo>
                  <a:lnTo>
                    <a:pt x="166357" y="7620"/>
                  </a:lnTo>
                  <a:lnTo>
                    <a:pt x="166357" y="6350"/>
                  </a:lnTo>
                  <a:lnTo>
                    <a:pt x="166370" y="1270"/>
                  </a:lnTo>
                  <a:close/>
                </a:path>
              </a:pathLst>
            </a:custGeom>
            <a:solidFill>
              <a:srgbClr val="0D8A00"/>
            </a:solidFill>
          </p:spPr>
          <p:txBody>
            <a:bodyPr wrap="square" lIns="0" tIns="0" rIns="0" bIns="0" rtlCol="0"/>
            <a:lstStyle/>
            <a:p/>
          </p:txBody>
        </p:sp>
        <p:sp>
          <p:nvSpPr>
            <p:cNvPr id="696" name="object 696"/>
            <p:cNvSpPr/>
            <p:nvPr/>
          </p:nvSpPr>
          <p:spPr>
            <a:xfrm>
              <a:off x="2090420" y="1156969"/>
              <a:ext cx="168910" cy="6350"/>
            </a:xfrm>
            <a:custGeom>
              <a:avLst/>
              <a:gdLst/>
              <a:ahLst/>
              <a:cxnLst/>
              <a:rect l="l" t="t" r="r" b="b"/>
              <a:pathLst>
                <a:path w="168910" h="6350">
                  <a:moveTo>
                    <a:pt x="168910" y="5080"/>
                  </a:moveTo>
                  <a:lnTo>
                    <a:pt x="168897" y="1270"/>
                  </a:lnTo>
                  <a:lnTo>
                    <a:pt x="167627" y="1270"/>
                  </a:lnTo>
                  <a:lnTo>
                    <a:pt x="167627" y="0"/>
                  </a:lnTo>
                  <a:lnTo>
                    <a:pt x="1270" y="0"/>
                  </a:lnTo>
                  <a:lnTo>
                    <a:pt x="1270" y="1270"/>
                  </a:lnTo>
                  <a:lnTo>
                    <a:pt x="1270" y="5080"/>
                  </a:lnTo>
                  <a:lnTo>
                    <a:pt x="0" y="5080"/>
                  </a:lnTo>
                  <a:lnTo>
                    <a:pt x="0" y="6350"/>
                  </a:lnTo>
                  <a:lnTo>
                    <a:pt x="168910" y="6350"/>
                  </a:lnTo>
                  <a:lnTo>
                    <a:pt x="168910" y="5080"/>
                  </a:lnTo>
                  <a:close/>
                </a:path>
              </a:pathLst>
            </a:custGeom>
            <a:solidFill>
              <a:srgbClr val="0F8800"/>
            </a:solidFill>
          </p:spPr>
          <p:txBody>
            <a:bodyPr wrap="square" lIns="0" tIns="0" rIns="0" bIns="0" rtlCol="0"/>
            <a:lstStyle/>
            <a:p/>
          </p:txBody>
        </p:sp>
        <p:sp>
          <p:nvSpPr>
            <p:cNvPr id="697" name="object 697"/>
            <p:cNvSpPr/>
            <p:nvPr/>
          </p:nvSpPr>
          <p:spPr>
            <a:xfrm>
              <a:off x="208915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108700"/>
            </a:solidFill>
          </p:spPr>
          <p:txBody>
            <a:bodyPr wrap="square" lIns="0" tIns="0" rIns="0" bIns="0" rtlCol="0"/>
            <a:lstStyle/>
            <a:p/>
          </p:txBody>
        </p:sp>
        <p:sp>
          <p:nvSpPr>
            <p:cNvPr id="698" name="object 698"/>
            <p:cNvSpPr/>
            <p:nvPr/>
          </p:nvSpPr>
          <p:spPr>
            <a:xfrm>
              <a:off x="2087880" y="1170939"/>
              <a:ext cx="173990" cy="7620"/>
            </a:xfrm>
            <a:custGeom>
              <a:avLst/>
              <a:gdLst/>
              <a:ahLst/>
              <a:cxnLst/>
              <a:rect l="l" t="t" r="r" b="b"/>
              <a:pathLst>
                <a:path w="173989"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118600"/>
            </a:solidFill>
          </p:spPr>
          <p:txBody>
            <a:bodyPr wrap="square" lIns="0" tIns="0" rIns="0" bIns="0" rtlCol="0"/>
            <a:lstStyle/>
            <a:p/>
          </p:txBody>
        </p:sp>
        <p:sp>
          <p:nvSpPr>
            <p:cNvPr id="699" name="object 699"/>
            <p:cNvSpPr/>
            <p:nvPr/>
          </p:nvSpPr>
          <p:spPr>
            <a:xfrm>
              <a:off x="2087880" y="1178559"/>
              <a:ext cx="175260" cy="6350"/>
            </a:xfrm>
            <a:custGeom>
              <a:avLst/>
              <a:gdLst/>
              <a:ahLst/>
              <a:cxnLst/>
              <a:rect l="l" t="t" r="r" b="b"/>
              <a:pathLst>
                <a:path w="175260"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128500"/>
            </a:solidFill>
          </p:spPr>
          <p:txBody>
            <a:bodyPr wrap="square" lIns="0" tIns="0" rIns="0" bIns="0" rtlCol="0"/>
            <a:lstStyle/>
            <a:p/>
          </p:txBody>
        </p:sp>
        <p:sp>
          <p:nvSpPr>
            <p:cNvPr id="700" name="object 700"/>
            <p:cNvSpPr/>
            <p:nvPr/>
          </p:nvSpPr>
          <p:spPr>
            <a:xfrm>
              <a:off x="2086610" y="1184909"/>
              <a:ext cx="177800" cy="7620"/>
            </a:xfrm>
            <a:custGeom>
              <a:avLst/>
              <a:gdLst/>
              <a:ahLst/>
              <a:cxnLst/>
              <a:rect l="l" t="t" r="r" b="b"/>
              <a:pathLst>
                <a:path w="177800" h="7619">
                  <a:moveTo>
                    <a:pt x="177800" y="2540"/>
                  </a:moveTo>
                  <a:lnTo>
                    <a:pt x="176530" y="2540"/>
                  </a:lnTo>
                  <a:lnTo>
                    <a:pt x="176530" y="0"/>
                  </a:lnTo>
                  <a:lnTo>
                    <a:pt x="1270" y="0"/>
                  </a:lnTo>
                  <a:lnTo>
                    <a:pt x="1270" y="2540"/>
                  </a:lnTo>
                  <a:lnTo>
                    <a:pt x="1270" y="5080"/>
                  </a:lnTo>
                  <a:lnTo>
                    <a:pt x="0" y="5080"/>
                  </a:lnTo>
                  <a:lnTo>
                    <a:pt x="0" y="7620"/>
                  </a:lnTo>
                  <a:lnTo>
                    <a:pt x="177800" y="7620"/>
                  </a:lnTo>
                  <a:lnTo>
                    <a:pt x="177800" y="5080"/>
                  </a:lnTo>
                  <a:lnTo>
                    <a:pt x="177800" y="2540"/>
                  </a:lnTo>
                  <a:close/>
                </a:path>
              </a:pathLst>
            </a:custGeom>
            <a:solidFill>
              <a:srgbClr val="138400"/>
            </a:solidFill>
          </p:spPr>
          <p:txBody>
            <a:bodyPr wrap="square" lIns="0" tIns="0" rIns="0" bIns="0" rtlCol="0"/>
            <a:lstStyle/>
            <a:p/>
          </p:txBody>
        </p:sp>
        <p:sp>
          <p:nvSpPr>
            <p:cNvPr id="701" name="object 701"/>
            <p:cNvSpPr/>
            <p:nvPr/>
          </p:nvSpPr>
          <p:spPr>
            <a:xfrm>
              <a:off x="2086610" y="1192529"/>
              <a:ext cx="179070" cy="7620"/>
            </a:xfrm>
            <a:custGeom>
              <a:avLst/>
              <a:gdLst/>
              <a:ahLst/>
              <a:cxnLst/>
              <a:rect l="l" t="t" r="r" b="b"/>
              <a:pathLst>
                <a:path w="179069" h="7619">
                  <a:moveTo>
                    <a:pt x="179070" y="3810"/>
                  </a:moveTo>
                  <a:lnTo>
                    <a:pt x="177800" y="3810"/>
                  </a:lnTo>
                  <a:lnTo>
                    <a:pt x="177800" y="0"/>
                  </a:lnTo>
                  <a:lnTo>
                    <a:pt x="0" y="0"/>
                  </a:lnTo>
                  <a:lnTo>
                    <a:pt x="0" y="3810"/>
                  </a:lnTo>
                  <a:lnTo>
                    <a:pt x="0" y="7620"/>
                  </a:lnTo>
                  <a:lnTo>
                    <a:pt x="179070" y="7620"/>
                  </a:lnTo>
                  <a:lnTo>
                    <a:pt x="179070" y="3810"/>
                  </a:lnTo>
                  <a:close/>
                </a:path>
              </a:pathLst>
            </a:custGeom>
            <a:solidFill>
              <a:srgbClr val="148300"/>
            </a:solidFill>
          </p:spPr>
          <p:txBody>
            <a:bodyPr wrap="square" lIns="0" tIns="0" rIns="0" bIns="0" rtlCol="0"/>
            <a:lstStyle/>
            <a:p/>
          </p:txBody>
        </p:sp>
        <p:sp>
          <p:nvSpPr>
            <p:cNvPr id="702" name="object 702"/>
            <p:cNvSpPr/>
            <p:nvPr/>
          </p:nvSpPr>
          <p:spPr>
            <a:xfrm>
              <a:off x="2085340" y="1200149"/>
              <a:ext cx="181610" cy="6350"/>
            </a:xfrm>
            <a:custGeom>
              <a:avLst/>
              <a:gdLst/>
              <a:ahLst/>
              <a:cxnLst/>
              <a:rect l="l" t="t" r="r" b="b"/>
              <a:pathLst>
                <a:path w="181610" h="6350">
                  <a:moveTo>
                    <a:pt x="180340" y="0"/>
                  </a:moveTo>
                  <a:lnTo>
                    <a:pt x="1270" y="0"/>
                  </a:lnTo>
                  <a:lnTo>
                    <a:pt x="1270" y="3810"/>
                  </a:lnTo>
                  <a:lnTo>
                    <a:pt x="0" y="3810"/>
                  </a:lnTo>
                  <a:lnTo>
                    <a:pt x="0" y="5080"/>
                  </a:lnTo>
                  <a:lnTo>
                    <a:pt x="180327" y="5080"/>
                  </a:lnTo>
                  <a:lnTo>
                    <a:pt x="180327" y="3810"/>
                  </a:lnTo>
                  <a:lnTo>
                    <a:pt x="180340" y="0"/>
                  </a:lnTo>
                  <a:close/>
                </a:path>
                <a:path w="181610" h="6350">
                  <a:moveTo>
                    <a:pt x="181610" y="5092"/>
                  </a:moveTo>
                  <a:lnTo>
                    <a:pt x="0" y="5092"/>
                  </a:lnTo>
                  <a:lnTo>
                    <a:pt x="0" y="6350"/>
                  </a:lnTo>
                  <a:lnTo>
                    <a:pt x="181610" y="6350"/>
                  </a:lnTo>
                  <a:lnTo>
                    <a:pt x="181610" y="5092"/>
                  </a:lnTo>
                  <a:close/>
                </a:path>
              </a:pathLst>
            </a:custGeom>
            <a:solidFill>
              <a:srgbClr val="158200"/>
            </a:solidFill>
          </p:spPr>
          <p:txBody>
            <a:bodyPr wrap="square" lIns="0" tIns="0" rIns="0" bIns="0" rtlCol="0"/>
            <a:lstStyle/>
            <a:p/>
          </p:txBody>
        </p:sp>
        <p:sp>
          <p:nvSpPr>
            <p:cNvPr id="703" name="object 703"/>
            <p:cNvSpPr/>
            <p:nvPr/>
          </p:nvSpPr>
          <p:spPr>
            <a:xfrm>
              <a:off x="2085340" y="1206499"/>
              <a:ext cx="181610" cy="7620"/>
            </a:xfrm>
            <a:custGeom>
              <a:avLst/>
              <a:gdLst/>
              <a:ahLst/>
              <a:cxnLst/>
              <a:rect l="l" t="t" r="r" b="b"/>
              <a:pathLst>
                <a:path w="181610" h="7619">
                  <a:moveTo>
                    <a:pt x="181610" y="0"/>
                  </a:moveTo>
                  <a:lnTo>
                    <a:pt x="0" y="0"/>
                  </a:lnTo>
                  <a:lnTo>
                    <a:pt x="0" y="7620"/>
                  </a:lnTo>
                  <a:lnTo>
                    <a:pt x="181610" y="7620"/>
                  </a:lnTo>
                  <a:lnTo>
                    <a:pt x="181610" y="0"/>
                  </a:lnTo>
                  <a:close/>
                </a:path>
              </a:pathLst>
            </a:custGeom>
            <a:solidFill>
              <a:srgbClr val="178000"/>
            </a:solidFill>
          </p:spPr>
          <p:txBody>
            <a:bodyPr wrap="square" lIns="0" tIns="0" rIns="0" bIns="0" rtlCol="0"/>
            <a:lstStyle/>
            <a:p/>
          </p:txBody>
        </p:sp>
        <p:sp>
          <p:nvSpPr>
            <p:cNvPr id="704" name="object 704"/>
            <p:cNvSpPr/>
            <p:nvPr/>
          </p:nvSpPr>
          <p:spPr>
            <a:xfrm>
              <a:off x="208407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7620"/>
                  </a:lnTo>
                  <a:lnTo>
                    <a:pt x="78727" y="7620"/>
                  </a:lnTo>
                  <a:lnTo>
                    <a:pt x="78727" y="5080"/>
                  </a:lnTo>
                  <a:lnTo>
                    <a:pt x="80010" y="5080"/>
                  </a:lnTo>
                  <a:lnTo>
                    <a:pt x="80010" y="3810"/>
                  </a:lnTo>
                  <a:lnTo>
                    <a:pt x="81280" y="3810"/>
                  </a:lnTo>
                  <a:lnTo>
                    <a:pt x="81280" y="2540"/>
                  </a:lnTo>
                  <a:lnTo>
                    <a:pt x="83820" y="2540"/>
                  </a:lnTo>
                  <a:lnTo>
                    <a:pt x="83820" y="1270"/>
                  </a:lnTo>
                  <a:lnTo>
                    <a:pt x="88900" y="1270"/>
                  </a:lnTo>
                  <a:lnTo>
                    <a:pt x="88900" y="2540"/>
                  </a:lnTo>
                  <a:lnTo>
                    <a:pt x="91440" y="2540"/>
                  </a:lnTo>
                  <a:lnTo>
                    <a:pt x="91440" y="3810"/>
                  </a:lnTo>
                  <a:lnTo>
                    <a:pt x="93980" y="3810"/>
                  </a:lnTo>
                  <a:lnTo>
                    <a:pt x="93980" y="5080"/>
                  </a:lnTo>
                  <a:lnTo>
                    <a:pt x="95250" y="5080"/>
                  </a:lnTo>
                  <a:lnTo>
                    <a:pt x="95250" y="6350"/>
                  </a:lnTo>
                  <a:lnTo>
                    <a:pt x="96520" y="6350"/>
                  </a:lnTo>
                  <a:lnTo>
                    <a:pt x="96520" y="7620"/>
                  </a:lnTo>
                  <a:lnTo>
                    <a:pt x="184150" y="7620"/>
                  </a:lnTo>
                  <a:lnTo>
                    <a:pt x="184150" y="6350"/>
                  </a:lnTo>
                  <a:lnTo>
                    <a:pt x="184150" y="5080"/>
                  </a:lnTo>
                  <a:lnTo>
                    <a:pt x="184150" y="3810"/>
                  </a:lnTo>
                  <a:lnTo>
                    <a:pt x="184150" y="2540"/>
                  </a:lnTo>
                  <a:lnTo>
                    <a:pt x="184150" y="1270"/>
                  </a:lnTo>
                  <a:lnTo>
                    <a:pt x="184150" y="0"/>
                  </a:lnTo>
                  <a:close/>
                </a:path>
              </a:pathLst>
            </a:custGeom>
            <a:solidFill>
              <a:srgbClr val="187F00"/>
            </a:solidFill>
          </p:spPr>
          <p:txBody>
            <a:bodyPr wrap="square" lIns="0" tIns="0" rIns="0" bIns="0" rtlCol="0"/>
            <a:lstStyle/>
            <a:p/>
          </p:txBody>
        </p:sp>
        <p:sp>
          <p:nvSpPr>
            <p:cNvPr id="705" name="object 705"/>
            <p:cNvSpPr/>
            <p:nvPr/>
          </p:nvSpPr>
          <p:spPr>
            <a:xfrm>
              <a:off x="2084070" y="1221739"/>
              <a:ext cx="185420" cy="6350"/>
            </a:xfrm>
            <a:custGeom>
              <a:avLst/>
              <a:gdLst/>
              <a:ahLst/>
              <a:cxnLst/>
              <a:rect l="l" t="t" r="r" b="b"/>
              <a:pathLst>
                <a:path w="185419" h="6350">
                  <a:moveTo>
                    <a:pt x="77469" y="0"/>
                  </a:moveTo>
                  <a:lnTo>
                    <a:pt x="0" y="0"/>
                  </a:lnTo>
                  <a:lnTo>
                    <a:pt x="0" y="2539"/>
                  </a:lnTo>
                  <a:lnTo>
                    <a:pt x="77469" y="2539"/>
                  </a:lnTo>
                  <a:lnTo>
                    <a:pt x="77469" y="0"/>
                  </a:lnTo>
                  <a:close/>
                </a:path>
                <a:path w="185419" h="6350">
                  <a:moveTo>
                    <a:pt x="184150" y="0"/>
                  </a:moveTo>
                  <a:lnTo>
                    <a:pt x="97790" y="0"/>
                  </a:lnTo>
                  <a:lnTo>
                    <a:pt x="97790" y="2539"/>
                  </a:lnTo>
                  <a:lnTo>
                    <a:pt x="184150" y="2539"/>
                  </a:lnTo>
                  <a:lnTo>
                    <a:pt x="184150" y="0"/>
                  </a:lnTo>
                  <a:close/>
                </a:path>
                <a:path w="185419" h="6350">
                  <a:moveTo>
                    <a:pt x="77469" y="2666"/>
                  </a:moveTo>
                  <a:lnTo>
                    <a:pt x="0" y="2666"/>
                  </a:lnTo>
                  <a:lnTo>
                    <a:pt x="0" y="6350"/>
                  </a:lnTo>
                  <a:lnTo>
                    <a:pt x="76200" y="6350"/>
                  </a:lnTo>
                  <a:lnTo>
                    <a:pt x="76200" y="5206"/>
                  </a:lnTo>
                  <a:lnTo>
                    <a:pt x="77469" y="5206"/>
                  </a:lnTo>
                  <a:lnTo>
                    <a:pt x="77469" y="2666"/>
                  </a:lnTo>
                  <a:close/>
                </a:path>
                <a:path w="185419" h="6350">
                  <a:moveTo>
                    <a:pt x="185420" y="2666"/>
                  </a:moveTo>
                  <a:lnTo>
                    <a:pt x="99060" y="2666"/>
                  </a:lnTo>
                  <a:lnTo>
                    <a:pt x="99060" y="5206"/>
                  </a:lnTo>
                  <a:lnTo>
                    <a:pt x="100330" y="5206"/>
                  </a:lnTo>
                  <a:lnTo>
                    <a:pt x="100330" y="6350"/>
                  </a:lnTo>
                  <a:lnTo>
                    <a:pt x="185420" y="6350"/>
                  </a:lnTo>
                  <a:lnTo>
                    <a:pt x="185420" y="2666"/>
                  </a:lnTo>
                  <a:close/>
                </a:path>
              </a:pathLst>
            </a:custGeom>
            <a:solidFill>
              <a:srgbClr val="197E00"/>
            </a:solidFill>
          </p:spPr>
          <p:txBody>
            <a:bodyPr wrap="square" lIns="0" tIns="0" rIns="0" bIns="0" rtlCol="0"/>
            <a:lstStyle/>
            <a:p/>
          </p:txBody>
        </p:sp>
        <p:sp>
          <p:nvSpPr>
            <p:cNvPr id="706" name="object 706"/>
            <p:cNvSpPr/>
            <p:nvPr/>
          </p:nvSpPr>
          <p:spPr>
            <a:xfrm>
              <a:off x="2084070" y="1228089"/>
              <a:ext cx="186690" cy="7620"/>
            </a:xfrm>
            <a:custGeom>
              <a:avLst/>
              <a:gdLst/>
              <a:ahLst/>
              <a:cxnLst/>
              <a:rect l="l" t="t" r="r" b="b"/>
              <a:pathLst>
                <a:path w="186689" h="7619">
                  <a:moveTo>
                    <a:pt x="74930" y="5206"/>
                  </a:moveTo>
                  <a:lnTo>
                    <a:pt x="0" y="5206"/>
                  </a:lnTo>
                  <a:lnTo>
                    <a:pt x="0" y="7620"/>
                  </a:lnTo>
                  <a:lnTo>
                    <a:pt x="74930" y="7620"/>
                  </a:lnTo>
                  <a:lnTo>
                    <a:pt x="74930" y="5206"/>
                  </a:lnTo>
                  <a:close/>
                </a:path>
                <a:path w="186689" h="7619">
                  <a:moveTo>
                    <a:pt x="76200" y="0"/>
                  </a:moveTo>
                  <a:lnTo>
                    <a:pt x="0" y="0"/>
                  </a:lnTo>
                  <a:lnTo>
                    <a:pt x="0" y="5079"/>
                  </a:lnTo>
                  <a:lnTo>
                    <a:pt x="74930" y="5079"/>
                  </a:lnTo>
                  <a:lnTo>
                    <a:pt x="76200" y="5206"/>
                  </a:lnTo>
                  <a:lnTo>
                    <a:pt x="76200" y="0"/>
                  </a:lnTo>
                  <a:close/>
                </a:path>
                <a:path w="186689" h="7619">
                  <a:moveTo>
                    <a:pt x="185419" y="5206"/>
                  </a:moveTo>
                  <a:lnTo>
                    <a:pt x="101600" y="5206"/>
                  </a:lnTo>
                  <a:lnTo>
                    <a:pt x="101600" y="7620"/>
                  </a:lnTo>
                  <a:lnTo>
                    <a:pt x="186689" y="7620"/>
                  </a:lnTo>
                  <a:lnTo>
                    <a:pt x="186689" y="6476"/>
                  </a:lnTo>
                  <a:lnTo>
                    <a:pt x="185419" y="6476"/>
                  </a:lnTo>
                  <a:lnTo>
                    <a:pt x="185419" y="5206"/>
                  </a:lnTo>
                  <a:close/>
                </a:path>
                <a:path w="186689" h="7619">
                  <a:moveTo>
                    <a:pt x="185419" y="0"/>
                  </a:moveTo>
                  <a:lnTo>
                    <a:pt x="100330" y="0"/>
                  </a:lnTo>
                  <a:lnTo>
                    <a:pt x="100330" y="1397"/>
                  </a:lnTo>
                  <a:lnTo>
                    <a:pt x="101600" y="1397"/>
                  </a:lnTo>
                  <a:lnTo>
                    <a:pt x="101600" y="5079"/>
                  </a:lnTo>
                  <a:lnTo>
                    <a:pt x="185419" y="5079"/>
                  </a:lnTo>
                  <a:lnTo>
                    <a:pt x="185419" y="0"/>
                  </a:lnTo>
                  <a:close/>
                </a:path>
              </a:pathLst>
            </a:custGeom>
            <a:solidFill>
              <a:srgbClr val="1A7D00"/>
            </a:solidFill>
          </p:spPr>
          <p:txBody>
            <a:bodyPr wrap="square" lIns="0" tIns="0" rIns="0" bIns="0" rtlCol="0"/>
            <a:lstStyle/>
            <a:p/>
          </p:txBody>
        </p:sp>
        <p:sp>
          <p:nvSpPr>
            <p:cNvPr id="707" name="object 707"/>
            <p:cNvSpPr/>
            <p:nvPr/>
          </p:nvSpPr>
          <p:spPr>
            <a:xfrm>
              <a:off x="2084070" y="1235709"/>
              <a:ext cx="186690" cy="7620"/>
            </a:xfrm>
            <a:custGeom>
              <a:avLst/>
              <a:gdLst/>
              <a:ahLst/>
              <a:cxnLst/>
              <a:rect l="l" t="t" r="r" b="b"/>
              <a:pathLst>
                <a:path w="186689" h="7619">
                  <a:moveTo>
                    <a:pt x="74930" y="0"/>
                  </a:moveTo>
                  <a:lnTo>
                    <a:pt x="0" y="0"/>
                  </a:lnTo>
                  <a:lnTo>
                    <a:pt x="0" y="7619"/>
                  </a:lnTo>
                  <a:lnTo>
                    <a:pt x="76200" y="7619"/>
                  </a:lnTo>
                  <a:lnTo>
                    <a:pt x="76200" y="5206"/>
                  </a:lnTo>
                  <a:lnTo>
                    <a:pt x="74930" y="5206"/>
                  </a:lnTo>
                  <a:lnTo>
                    <a:pt x="74930" y="0"/>
                  </a:lnTo>
                  <a:close/>
                </a:path>
                <a:path w="186689" h="7619">
                  <a:moveTo>
                    <a:pt x="186689" y="0"/>
                  </a:moveTo>
                  <a:lnTo>
                    <a:pt x="101600" y="0"/>
                  </a:lnTo>
                  <a:lnTo>
                    <a:pt x="102869" y="126"/>
                  </a:lnTo>
                  <a:lnTo>
                    <a:pt x="102869" y="5206"/>
                  </a:lnTo>
                  <a:lnTo>
                    <a:pt x="104140" y="5206"/>
                  </a:lnTo>
                  <a:lnTo>
                    <a:pt x="104140" y="7619"/>
                  </a:lnTo>
                  <a:lnTo>
                    <a:pt x="186690" y="7619"/>
                  </a:lnTo>
                  <a:lnTo>
                    <a:pt x="186689" y="0"/>
                  </a:lnTo>
                  <a:close/>
                </a:path>
              </a:pathLst>
            </a:custGeom>
            <a:solidFill>
              <a:srgbClr val="1B7C00"/>
            </a:solidFill>
          </p:spPr>
          <p:txBody>
            <a:bodyPr wrap="square" lIns="0" tIns="0" rIns="0" bIns="0" rtlCol="0"/>
            <a:lstStyle/>
            <a:p/>
          </p:txBody>
        </p:sp>
        <p:sp>
          <p:nvSpPr>
            <p:cNvPr id="708" name="object 708"/>
            <p:cNvSpPr/>
            <p:nvPr/>
          </p:nvSpPr>
          <p:spPr>
            <a:xfrm>
              <a:off x="2082800" y="1243329"/>
              <a:ext cx="189230" cy="6350"/>
            </a:xfrm>
            <a:custGeom>
              <a:avLst/>
              <a:gdLst/>
              <a:ahLst/>
              <a:cxnLst/>
              <a:rect l="l" t="t" r="r" b="b"/>
              <a:pathLst>
                <a:path w="189230" h="6350">
                  <a:moveTo>
                    <a:pt x="189230" y="5207"/>
                  </a:moveTo>
                  <a:lnTo>
                    <a:pt x="105410" y="5207"/>
                  </a:lnTo>
                  <a:lnTo>
                    <a:pt x="105410" y="6350"/>
                  </a:lnTo>
                  <a:lnTo>
                    <a:pt x="189230" y="6350"/>
                  </a:lnTo>
                  <a:lnTo>
                    <a:pt x="189230" y="5207"/>
                  </a:lnTo>
                  <a:close/>
                </a:path>
                <a:path w="189230" h="6350">
                  <a:moveTo>
                    <a:pt x="78739" y="5079"/>
                  </a:moveTo>
                  <a:lnTo>
                    <a:pt x="77469" y="5079"/>
                  </a:lnTo>
                  <a:lnTo>
                    <a:pt x="77469" y="5207"/>
                  </a:lnTo>
                  <a:lnTo>
                    <a:pt x="0" y="5207"/>
                  </a:lnTo>
                  <a:lnTo>
                    <a:pt x="0" y="6350"/>
                  </a:lnTo>
                  <a:lnTo>
                    <a:pt x="78739" y="6350"/>
                  </a:lnTo>
                  <a:lnTo>
                    <a:pt x="78739" y="5079"/>
                  </a:lnTo>
                  <a:close/>
                </a:path>
                <a:path w="189230" h="6350">
                  <a:moveTo>
                    <a:pt x="77469" y="0"/>
                  </a:moveTo>
                  <a:lnTo>
                    <a:pt x="1269" y="0"/>
                  </a:lnTo>
                  <a:lnTo>
                    <a:pt x="1269" y="3937"/>
                  </a:lnTo>
                  <a:lnTo>
                    <a:pt x="0" y="3937"/>
                  </a:lnTo>
                  <a:lnTo>
                    <a:pt x="0" y="5079"/>
                  </a:lnTo>
                  <a:lnTo>
                    <a:pt x="77469" y="5079"/>
                  </a:lnTo>
                  <a:lnTo>
                    <a:pt x="77469" y="0"/>
                  </a:lnTo>
                  <a:close/>
                </a:path>
                <a:path w="189230" h="6350">
                  <a:moveTo>
                    <a:pt x="187960" y="0"/>
                  </a:moveTo>
                  <a:lnTo>
                    <a:pt x="105410" y="0"/>
                  </a:lnTo>
                  <a:lnTo>
                    <a:pt x="105410" y="5079"/>
                  </a:lnTo>
                  <a:lnTo>
                    <a:pt x="189230" y="5079"/>
                  </a:lnTo>
                  <a:lnTo>
                    <a:pt x="189230" y="1397"/>
                  </a:lnTo>
                  <a:lnTo>
                    <a:pt x="187960" y="1397"/>
                  </a:lnTo>
                  <a:lnTo>
                    <a:pt x="187960" y="0"/>
                  </a:lnTo>
                  <a:close/>
                </a:path>
              </a:pathLst>
            </a:custGeom>
            <a:solidFill>
              <a:srgbClr val="1C7B00"/>
            </a:solidFill>
          </p:spPr>
          <p:txBody>
            <a:bodyPr wrap="square" lIns="0" tIns="0" rIns="0" bIns="0" rtlCol="0"/>
            <a:lstStyle/>
            <a:p/>
          </p:txBody>
        </p:sp>
        <p:sp>
          <p:nvSpPr>
            <p:cNvPr id="709" name="object 709"/>
            <p:cNvSpPr/>
            <p:nvPr/>
          </p:nvSpPr>
          <p:spPr>
            <a:xfrm>
              <a:off x="2082800" y="1249679"/>
              <a:ext cx="186690" cy="7620"/>
            </a:xfrm>
            <a:custGeom>
              <a:avLst/>
              <a:gdLst/>
              <a:ahLst/>
              <a:cxnLst/>
              <a:rect l="l" t="t" r="r" b="b"/>
              <a:pathLst>
                <a:path w="186689" h="7619">
                  <a:moveTo>
                    <a:pt x="170180" y="5207"/>
                  </a:moveTo>
                  <a:lnTo>
                    <a:pt x="106680" y="5207"/>
                  </a:lnTo>
                  <a:lnTo>
                    <a:pt x="106680" y="7620"/>
                  </a:lnTo>
                  <a:lnTo>
                    <a:pt x="166369" y="7620"/>
                  </a:lnTo>
                  <a:lnTo>
                    <a:pt x="166369" y="6350"/>
                  </a:lnTo>
                  <a:lnTo>
                    <a:pt x="170180" y="6350"/>
                  </a:lnTo>
                  <a:lnTo>
                    <a:pt x="170180" y="5207"/>
                  </a:lnTo>
                  <a:close/>
                </a:path>
                <a:path w="186689" h="7619">
                  <a:moveTo>
                    <a:pt x="173990" y="3937"/>
                  </a:moveTo>
                  <a:lnTo>
                    <a:pt x="106680" y="3937"/>
                  </a:lnTo>
                  <a:lnTo>
                    <a:pt x="106680" y="5079"/>
                  </a:lnTo>
                  <a:lnTo>
                    <a:pt x="170180" y="5079"/>
                  </a:lnTo>
                  <a:lnTo>
                    <a:pt x="170180" y="5207"/>
                  </a:lnTo>
                  <a:lnTo>
                    <a:pt x="173990" y="5207"/>
                  </a:lnTo>
                  <a:lnTo>
                    <a:pt x="173990" y="3937"/>
                  </a:lnTo>
                  <a:close/>
                </a:path>
                <a:path w="186689" h="7619">
                  <a:moveTo>
                    <a:pt x="179070" y="2666"/>
                  </a:moveTo>
                  <a:lnTo>
                    <a:pt x="105410" y="2666"/>
                  </a:lnTo>
                  <a:lnTo>
                    <a:pt x="105410" y="3937"/>
                  </a:lnTo>
                  <a:lnTo>
                    <a:pt x="179070" y="3937"/>
                  </a:lnTo>
                  <a:lnTo>
                    <a:pt x="179070" y="2666"/>
                  </a:lnTo>
                  <a:close/>
                </a:path>
                <a:path w="186689" h="7619">
                  <a:moveTo>
                    <a:pt x="186690" y="0"/>
                  </a:moveTo>
                  <a:lnTo>
                    <a:pt x="105410" y="0"/>
                  </a:lnTo>
                  <a:lnTo>
                    <a:pt x="105410" y="2539"/>
                  </a:lnTo>
                  <a:lnTo>
                    <a:pt x="179070" y="2539"/>
                  </a:lnTo>
                  <a:lnTo>
                    <a:pt x="182880" y="2666"/>
                  </a:lnTo>
                  <a:lnTo>
                    <a:pt x="182880" y="1397"/>
                  </a:lnTo>
                  <a:lnTo>
                    <a:pt x="186690" y="1397"/>
                  </a:lnTo>
                  <a:lnTo>
                    <a:pt x="186690" y="0"/>
                  </a:lnTo>
                  <a:close/>
                </a:path>
                <a:path w="186689" h="7619">
                  <a:moveTo>
                    <a:pt x="85089" y="5079"/>
                  </a:moveTo>
                  <a:lnTo>
                    <a:pt x="82550" y="5079"/>
                  </a:lnTo>
                  <a:lnTo>
                    <a:pt x="82550" y="5207"/>
                  </a:lnTo>
                  <a:lnTo>
                    <a:pt x="0" y="5207"/>
                  </a:lnTo>
                  <a:lnTo>
                    <a:pt x="0" y="7620"/>
                  </a:lnTo>
                  <a:lnTo>
                    <a:pt x="86360" y="7620"/>
                  </a:lnTo>
                  <a:lnTo>
                    <a:pt x="86360" y="6350"/>
                  </a:lnTo>
                  <a:lnTo>
                    <a:pt x="85089" y="6350"/>
                  </a:lnTo>
                  <a:lnTo>
                    <a:pt x="85089" y="5079"/>
                  </a:lnTo>
                  <a:close/>
                </a:path>
                <a:path w="186689" h="7619">
                  <a:moveTo>
                    <a:pt x="81280" y="2539"/>
                  </a:moveTo>
                  <a:lnTo>
                    <a:pt x="80010" y="2539"/>
                  </a:lnTo>
                  <a:lnTo>
                    <a:pt x="0" y="2666"/>
                  </a:lnTo>
                  <a:lnTo>
                    <a:pt x="0" y="5079"/>
                  </a:lnTo>
                  <a:lnTo>
                    <a:pt x="82550" y="5079"/>
                  </a:lnTo>
                  <a:lnTo>
                    <a:pt x="82550" y="3937"/>
                  </a:lnTo>
                  <a:lnTo>
                    <a:pt x="81280" y="3937"/>
                  </a:lnTo>
                  <a:lnTo>
                    <a:pt x="81280" y="2539"/>
                  </a:lnTo>
                  <a:close/>
                </a:path>
                <a:path w="186689" h="7619">
                  <a:moveTo>
                    <a:pt x="78739" y="0"/>
                  </a:moveTo>
                  <a:lnTo>
                    <a:pt x="0" y="0"/>
                  </a:lnTo>
                  <a:lnTo>
                    <a:pt x="0" y="2539"/>
                  </a:lnTo>
                  <a:lnTo>
                    <a:pt x="80010" y="2539"/>
                  </a:lnTo>
                  <a:lnTo>
                    <a:pt x="80010" y="1397"/>
                  </a:lnTo>
                  <a:lnTo>
                    <a:pt x="78739" y="1397"/>
                  </a:lnTo>
                  <a:lnTo>
                    <a:pt x="78739" y="0"/>
                  </a:lnTo>
                  <a:close/>
                </a:path>
              </a:pathLst>
            </a:custGeom>
            <a:solidFill>
              <a:srgbClr val="1D7A00"/>
            </a:solidFill>
          </p:spPr>
          <p:txBody>
            <a:bodyPr wrap="square" lIns="0" tIns="0" rIns="0" bIns="0" rtlCol="0"/>
            <a:lstStyle/>
            <a:p/>
          </p:txBody>
        </p:sp>
        <p:sp>
          <p:nvSpPr>
            <p:cNvPr id="710" name="object 710"/>
            <p:cNvSpPr/>
            <p:nvPr/>
          </p:nvSpPr>
          <p:spPr>
            <a:xfrm>
              <a:off x="2082800" y="1257299"/>
              <a:ext cx="162560" cy="7620"/>
            </a:xfrm>
            <a:custGeom>
              <a:avLst/>
              <a:gdLst/>
              <a:ahLst/>
              <a:cxnLst/>
              <a:rect l="l" t="t" r="r" b="b"/>
              <a:pathLst>
                <a:path w="162560"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60"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1F7800"/>
            </a:solidFill>
          </p:spPr>
          <p:txBody>
            <a:bodyPr wrap="square" lIns="0" tIns="0" rIns="0" bIns="0" rtlCol="0"/>
            <a:lstStyle/>
            <a:p/>
          </p:txBody>
        </p:sp>
        <p:sp>
          <p:nvSpPr>
            <p:cNvPr id="711" name="object 711"/>
            <p:cNvSpPr/>
            <p:nvPr/>
          </p:nvSpPr>
          <p:spPr>
            <a:xfrm>
              <a:off x="2082800" y="1264919"/>
              <a:ext cx="142240" cy="6350"/>
            </a:xfrm>
            <a:custGeom>
              <a:avLst/>
              <a:gdLst/>
              <a:ahLst/>
              <a:cxnLst/>
              <a:rect l="l" t="t" r="r" b="b"/>
              <a:pathLst>
                <a:path w="142239"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7000" y="5207"/>
                  </a:lnTo>
                  <a:lnTo>
                    <a:pt x="127000" y="3810"/>
                  </a:lnTo>
                  <a:lnTo>
                    <a:pt x="130810" y="3810"/>
                  </a:lnTo>
                  <a:lnTo>
                    <a:pt x="130810" y="2540"/>
                  </a:lnTo>
                  <a:lnTo>
                    <a:pt x="134620" y="2540"/>
                  </a:lnTo>
                  <a:lnTo>
                    <a:pt x="134620" y="1397"/>
                  </a:lnTo>
                  <a:lnTo>
                    <a:pt x="138430" y="1397"/>
                  </a:lnTo>
                  <a:lnTo>
                    <a:pt x="138430" y="127"/>
                  </a:lnTo>
                  <a:close/>
                </a:path>
                <a:path w="142239" h="6350">
                  <a:moveTo>
                    <a:pt x="142240" y="0"/>
                  </a:moveTo>
                  <a:lnTo>
                    <a:pt x="138430" y="0"/>
                  </a:lnTo>
                  <a:lnTo>
                    <a:pt x="138430" y="127"/>
                  </a:lnTo>
                  <a:lnTo>
                    <a:pt x="142240" y="127"/>
                  </a:lnTo>
                  <a:lnTo>
                    <a:pt x="142240" y="0"/>
                  </a:lnTo>
                  <a:close/>
                </a:path>
              </a:pathLst>
            </a:custGeom>
            <a:solidFill>
              <a:srgbClr val="207700"/>
            </a:solidFill>
          </p:spPr>
          <p:txBody>
            <a:bodyPr wrap="square" lIns="0" tIns="0" rIns="0" bIns="0" rtlCol="0"/>
            <a:lstStyle/>
            <a:p/>
          </p:txBody>
        </p:sp>
        <p:sp>
          <p:nvSpPr>
            <p:cNvPr id="712" name="object 712"/>
            <p:cNvSpPr/>
            <p:nvPr/>
          </p:nvSpPr>
          <p:spPr>
            <a:xfrm>
              <a:off x="2082800" y="1271269"/>
              <a:ext cx="128270" cy="7620"/>
            </a:xfrm>
            <a:custGeom>
              <a:avLst/>
              <a:gdLst/>
              <a:ahLst/>
              <a:cxnLst/>
              <a:rect l="l" t="t" r="r" b="b"/>
              <a:pathLst>
                <a:path w="128269" h="7619">
                  <a:moveTo>
                    <a:pt x="116840" y="0"/>
                  </a:moveTo>
                  <a:lnTo>
                    <a:pt x="114300" y="0"/>
                  </a:lnTo>
                  <a:lnTo>
                    <a:pt x="114300" y="127"/>
                  </a:lnTo>
                  <a:lnTo>
                    <a:pt x="116840" y="127"/>
                  </a:lnTo>
                  <a:lnTo>
                    <a:pt x="116840" y="0"/>
                  </a:lnTo>
                  <a:close/>
                </a:path>
                <a:path w="128269" h="7619">
                  <a:moveTo>
                    <a:pt x="123190" y="0"/>
                  </a:moveTo>
                  <a:lnTo>
                    <a:pt x="119367" y="0"/>
                  </a:lnTo>
                  <a:lnTo>
                    <a:pt x="119367" y="127"/>
                  </a:lnTo>
                  <a:lnTo>
                    <a:pt x="123190" y="127"/>
                  </a:lnTo>
                  <a:lnTo>
                    <a:pt x="123190" y="0"/>
                  </a:lnTo>
                  <a:close/>
                </a:path>
                <a:path w="128269" h="7619">
                  <a:moveTo>
                    <a:pt x="124460" y="3810"/>
                  </a:moveTo>
                  <a:lnTo>
                    <a:pt x="123190" y="3810"/>
                  </a:lnTo>
                  <a:lnTo>
                    <a:pt x="123190" y="2540"/>
                  </a:lnTo>
                  <a:lnTo>
                    <a:pt x="120650" y="2540"/>
                  </a:lnTo>
                  <a:lnTo>
                    <a:pt x="120650" y="1397"/>
                  </a:lnTo>
                  <a:lnTo>
                    <a:pt x="119367" y="1397"/>
                  </a:lnTo>
                  <a:lnTo>
                    <a:pt x="119367"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69"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217600"/>
            </a:solidFill>
          </p:spPr>
          <p:txBody>
            <a:bodyPr wrap="square" lIns="0" tIns="0" rIns="0" bIns="0" rtlCol="0"/>
            <a:lstStyle/>
            <a:p/>
          </p:txBody>
        </p:sp>
        <p:sp>
          <p:nvSpPr>
            <p:cNvPr id="713" name="object 713"/>
            <p:cNvSpPr/>
            <p:nvPr/>
          </p:nvSpPr>
          <p:spPr>
            <a:xfrm>
              <a:off x="2084070" y="1278889"/>
              <a:ext cx="138430" cy="7620"/>
            </a:xfrm>
            <a:custGeom>
              <a:avLst/>
              <a:gdLst/>
              <a:ahLst/>
              <a:cxnLst/>
              <a:rect l="l" t="t" r="r" b="b"/>
              <a:pathLst>
                <a:path w="138430"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27" y="1270"/>
                  </a:lnTo>
                  <a:lnTo>
                    <a:pt x="129527"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227500"/>
            </a:solidFill>
          </p:spPr>
          <p:txBody>
            <a:bodyPr wrap="square" lIns="0" tIns="0" rIns="0" bIns="0" rtlCol="0"/>
            <a:lstStyle/>
            <a:p/>
          </p:txBody>
        </p:sp>
        <p:sp>
          <p:nvSpPr>
            <p:cNvPr id="714" name="object 714"/>
            <p:cNvSpPr/>
            <p:nvPr/>
          </p:nvSpPr>
          <p:spPr>
            <a:xfrm>
              <a:off x="2084070" y="1286509"/>
              <a:ext cx="144780" cy="6350"/>
            </a:xfrm>
            <a:custGeom>
              <a:avLst/>
              <a:gdLst/>
              <a:ahLst/>
              <a:cxnLst/>
              <a:rect l="l" t="t" r="r" b="b"/>
              <a:pathLst>
                <a:path w="144780" h="6350">
                  <a:moveTo>
                    <a:pt x="144780" y="5080"/>
                  </a:moveTo>
                  <a:lnTo>
                    <a:pt x="143510" y="5080"/>
                  </a:lnTo>
                  <a:lnTo>
                    <a:pt x="143510" y="3810"/>
                  </a:lnTo>
                  <a:lnTo>
                    <a:pt x="142227" y="3810"/>
                  </a:lnTo>
                  <a:lnTo>
                    <a:pt x="142227" y="2540"/>
                  </a:lnTo>
                  <a:lnTo>
                    <a:pt x="140970" y="2540"/>
                  </a:lnTo>
                  <a:lnTo>
                    <a:pt x="140970" y="1270"/>
                  </a:lnTo>
                  <a:lnTo>
                    <a:pt x="139700" y="1270"/>
                  </a:lnTo>
                  <a:lnTo>
                    <a:pt x="139700" y="0"/>
                  </a:lnTo>
                  <a:lnTo>
                    <a:pt x="0" y="0"/>
                  </a:lnTo>
                  <a:lnTo>
                    <a:pt x="0" y="6350"/>
                  </a:lnTo>
                  <a:lnTo>
                    <a:pt x="144780" y="6350"/>
                  </a:lnTo>
                  <a:lnTo>
                    <a:pt x="144780" y="5080"/>
                  </a:lnTo>
                  <a:close/>
                </a:path>
              </a:pathLst>
            </a:custGeom>
            <a:solidFill>
              <a:srgbClr val="237400"/>
            </a:solidFill>
          </p:spPr>
          <p:txBody>
            <a:bodyPr wrap="square" lIns="0" tIns="0" rIns="0" bIns="0" rtlCol="0"/>
            <a:lstStyle/>
            <a:p/>
          </p:txBody>
        </p:sp>
        <p:sp>
          <p:nvSpPr>
            <p:cNvPr id="715" name="object 715"/>
            <p:cNvSpPr/>
            <p:nvPr/>
          </p:nvSpPr>
          <p:spPr>
            <a:xfrm>
              <a:off x="2084070" y="1292859"/>
              <a:ext cx="151130" cy="7620"/>
            </a:xfrm>
            <a:custGeom>
              <a:avLst/>
              <a:gdLst/>
              <a:ahLst/>
              <a:cxnLst/>
              <a:rect l="l" t="t" r="r" b="b"/>
              <a:pathLst>
                <a:path w="151130" h="7619">
                  <a:moveTo>
                    <a:pt x="151130" y="5080"/>
                  </a:moveTo>
                  <a:lnTo>
                    <a:pt x="149860" y="5080"/>
                  </a:lnTo>
                  <a:lnTo>
                    <a:pt x="149860" y="3810"/>
                  </a:lnTo>
                  <a:lnTo>
                    <a:pt x="148577" y="3810"/>
                  </a:lnTo>
                  <a:lnTo>
                    <a:pt x="148577" y="2540"/>
                  </a:lnTo>
                  <a:lnTo>
                    <a:pt x="147320" y="2540"/>
                  </a:lnTo>
                  <a:lnTo>
                    <a:pt x="147320" y="1270"/>
                  </a:lnTo>
                  <a:lnTo>
                    <a:pt x="146050" y="1270"/>
                  </a:lnTo>
                  <a:lnTo>
                    <a:pt x="146050" y="0"/>
                  </a:lnTo>
                  <a:lnTo>
                    <a:pt x="0" y="0"/>
                  </a:lnTo>
                  <a:lnTo>
                    <a:pt x="0" y="7620"/>
                  </a:lnTo>
                  <a:lnTo>
                    <a:pt x="151130" y="7620"/>
                  </a:lnTo>
                  <a:lnTo>
                    <a:pt x="151130" y="5080"/>
                  </a:lnTo>
                  <a:close/>
                </a:path>
              </a:pathLst>
            </a:custGeom>
            <a:solidFill>
              <a:srgbClr val="247300"/>
            </a:solidFill>
          </p:spPr>
          <p:txBody>
            <a:bodyPr wrap="square" lIns="0" tIns="0" rIns="0" bIns="0" rtlCol="0"/>
            <a:lstStyle/>
            <a:p/>
          </p:txBody>
        </p:sp>
        <p:sp>
          <p:nvSpPr>
            <p:cNvPr id="716" name="object 716"/>
            <p:cNvSpPr/>
            <p:nvPr/>
          </p:nvSpPr>
          <p:spPr>
            <a:xfrm>
              <a:off x="2084070" y="1300479"/>
              <a:ext cx="157480" cy="7620"/>
            </a:xfrm>
            <a:custGeom>
              <a:avLst/>
              <a:gdLst/>
              <a:ahLst/>
              <a:cxnLst/>
              <a:rect l="l" t="t" r="r" b="b"/>
              <a:pathLst>
                <a:path w="157480" h="7619">
                  <a:moveTo>
                    <a:pt x="157480" y="6350"/>
                  </a:moveTo>
                  <a:lnTo>
                    <a:pt x="156197" y="6350"/>
                  </a:lnTo>
                  <a:lnTo>
                    <a:pt x="156197" y="3810"/>
                  </a:lnTo>
                  <a:lnTo>
                    <a:pt x="154927" y="3810"/>
                  </a:lnTo>
                  <a:lnTo>
                    <a:pt x="154927" y="2540"/>
                  </a:lnTo>
                  <a:lnTo>
                    <a:pt x="153670" y="2540"/>
                  </a:lnTo>
                  <a:lnTo>
                    <a:pt x="153670" y="1270"/>
                  </a:lnTo>
                  <a:lnTo>
                    <a:pt x="152400" y="1270"/>
                  </a:lnTo>
                  <a:lnTo>
                    <a:pt x="152400" y="0"/>
                  </a:lnTo>
                  <a:lnTo>
                    <a:pt x="0" y="0"/>
                  </a:lnTo>
                  <a:lnTo>
                    <a:pt x="0" y="1270"/>
                  </a:lnTo>
                  <a:lnTo>
                    <a:pt x="0" y="2540"/>
                  </a:lnTo>
                  <a:lnTo>
                    <a:pt x="1270" y="2540"/>
                  </a:lnTo>
                  <a:lnTo>
                    <a:pt x="1270" y="3810"/>
                  </a:lnTo>
                  <a:lnTo>
                    <a:pt x="1270" y="6350"/>
                  </a:lnTo>
                  <a:lnTo>
                    <a:pt x="1270" y="7620"/>
                  </a:lnTo>
                  <a:lnTo>
                    <a:pt x="157480" y="7620"/>
                  </a:lnTo>
                  <a:lnTo>
                    <a:pt x="157480" y="6350"/>
                  </a:lnTo>
                  <a:close/>
                </a:path>
              </a:pathLst>
            </a:custGeom>
            <a:solidFill>
              <a:srgbClr val="257200"/>
            </a:solidFill>
          </p:spPr>
          <p:txBody>
            <a:bodyPr wrap="square" lIns="0" tIns="0" rIns="0" bIns="0" rtlCol="0"/>
            <a:lstStyle/>
            <a:p/>
          </p:txBody>
        </p:sp>
        <p:sp>
          <p:nvSpPr>
            <p:cNvPr id="717" name="object 717"/>
            <p:cNvSpPr/>
            <p:nvPr/>
          </p:nvSpPr>
          <p:spPr>
            <a:xfrm>
              <a:off x="2085340" y="1308099"/>
              <a:ext cx="160020" cy="6350"/>
            </a:xfrm>
            <a:custGeom>
              <a:avLst/>
              <a:gdLst/>
              <a:ahLst/>
              <a:cxnLst/>
              <a:rect l="l" t="t" r="r" b="b"/>
              <a:pathLst>
                <a:path w="160019" h="6350">
                  <a:moveTo>
                    <a:pt x="160007" y="3810"/>
                  </a:moveTo>
                  <a:lnTo>
                    <a:pt x="158750" y="3810"/>
                  </a:lnTo>
                  <a:lnTo>
                    <a:pt x="158750" y="1270"/>
                  </a:lnTo>
                  <a:lnTo>
                    <a:pt x="157480" y="1270"/>
                  </a:lnTo>
                  <a:lnTo>
                    <a:pt x="157480" y="0"/>
                  </a:lnTo>
                  <a:lnTo>
                    <a:pt x="0" y="0"/>
                  </a:lnTo>
                  <a:lnTo>
                    <a:pt x="0" y="1270"/>
                  </a:lnTo>
                  <a:lnTo>
                    <a:pt x="0" y="3810"/>
                  </a:lnTo>
                  <a:lnTo>
                    <a:pt x="0" y="6350"/>
                  </a:lnTo>
                  <a:lnTo>
                    <a:pt x="160007" y="6350"/>
                  </a:lnTo>
                  <a:lnTo>
                    <a:pt x="160007" y="3810"/>
                  </a:lnTo>
                  <a:close/>
                </a:path>
              </a:pathLst>
            </a:custGeom>
            <a:solidFill>
              <a:srgbClr val="277000"/>
            </a:solidFill>
          </p:spPr>
          <p:txBody>
            <a:bodyPr wrap="square" lIns="0" tIns="0" rIns="0" bIns="0" rtlCol="0"/>
            <a:lstStyle/>
            <a:p/>
          </p:txBody>
        </p:sp>
        <p:sp>
          <p:nvSpPr>
            <p:cNvPr id="718" name="object 718"/>
            <p:cNvSpPr/>
            <p:nvPr/>
          </p:nvSpPr>
          <p:spPr>
            <a:xfrm>
              <a:off x="2085340" y="1314449"/>
              <a:ext cx="165100" cy="7620"/>
            </a:xfrm>
            <a:custGeom>
              <a:avLst/>
              <a:gdLst/>
              <a:ahLst/>
              <a:cxnLst/>
              <a:rect l="l" t="t" r="r" b="b"/>
              <a:pathLst>
                <a:path w="165100" h="7619">
                  <a:moveTo>
                    <a:pt x="165100" y="6350"/>
                  </a:moveTo>
                  <a:lnTo>
                    <a:pt x="163830" y="6350"/>
                  </a:lnTo>
                  <a:lnTo>
                    <a:pt x="163830" y="3810"/>
                  </a:lnTo>
                  <a:lnTo>
                    <a:pt x="162560" y="3810"/>
                  </a:lnTo>
                  <a:lnTo>
                    <a:pt x="162560" y="2540"/>
                  </a:lnTo>
                  <a:lnTo>
                    <a:pt x="162560" y="1270"/>
                  </a:lnTo>
                  <a:lnTo>
                    <a:pt x="161277" y="1270"/>
                  </a:lnTo>
                  <a:lnTo>
                    <a:pt x="161277"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286F00"/>
            </a:solidFill>
          </p:spPr>
          <p:txBody>
            <a:bodyPr wrap="square" lIns="0" tIns="0" rIns="0" bIns="0" rtlCol="0"/>
            <a:lstStyle/>
            <a:p/>
          </p:txBody>
        </p:sp>
        <p:sp>
          <p:nvSpPr>
            <p:cNvPr id="719" name="object 719"/>
            <p:cNvSpPr/>
            <p:nvPr/>
          </p:nvSpPr>
          <p:spPr>
            <a:xfrm>
              <a:off x="2086610" y="1322069"/>
              <a:ext cx="166370" cy="7620"/>
            </a:xfrm>
            <a:custGeom>
              <a:avLst/>
              <a:gdLst/>
              <a:ahLst/>
              <a:cxnLst/>
              <a:rect l="l" t="t" r="r" b="b"/>
              <a:pathLst>
                <a:path w="166369" h="7619">
                  <a:moveTo>
                    <a:pt x="166370" y="5080"/>
                  </a:moveTo>
                  <a:lnTo>
                    <a:pt x="165100" y="5080"/>
                  </a:lnTo>
                  <a:lnTo>
                    <a:pt x="165100" y="3810"/>
                  </a:lnTo>
                  <a:lnTo>
                    <a:pt x="165100" y="2540"/>
                  </a:lnTo>
                  <a:lnTo>
                    <a:pt x="163830" y="2540"/>
                  </a:lnTo>
                  <a:lnTo>
                    <a:pt x="163830" y="0"/>
                  </a:lnTo>
                  <a:lnTo>
                    <a:pt x="0" y="0"/>
                  </a:lnTo>
                  <a:lnTo>
                    <a:pt x="0" y="2540"/>
                  </a:lnTo>
                  <a:lnTo>
                    <a:pt x="0" y="3810"/>
                  </a:lnTo>
                  <a:lnTo>
                    <a:pt x="1270" y="3810"/>
                  </a:lnTo>
                  <a:lnTo>
                    <a:pt x="1270" y="5080"/>
                  </a:lnTo>
                  <a:lnTo>
                    <a:pt x="1270" y="7620"/>
                  </a:lnTo>
                  <a:lnTo>
                    <a:pt x="166370" y="7620"/>
                  </a:lnTo>
                  <a:lnTo>
                    <a:pt x="166370" y="5080"/>
                  </a:lnTo>
                  <a:close/>
                </a:path>
              </a:pathLst>
            </a:custGeom>
            <a:solidFill>
              <a:srgbClr val="296E00"/>
            </a:solidFill>
          </p:spPr>
          <p:txBody>
            <a:bodyPr wrap="square" lIns="0" tIns="0" rIns="0" bIns="0" rtlCol="0"/>
            <a:lstStyle/>
            <a:p/>
          </p:txBody>
        </p:sp>
        <p:sp>
          <p:nvSpPr>
            <p:cNvPr id="720" name="object 720"/>
            <p:cNvSpPr/>
            <p:nvPr/>
          </p:nvSpPr>
          <p:spPr>
            <a:xfrm>
              <a:off x="2087880" y="1329689"/>
              <a:ext cx="167640" cy="7620"/>
            </a:xfrm>
            <a:custGeom>
              <a:avLst/>
              <a:gdLst/>
              <a:ahLst/>
              <a:cxnLst/>
              <a:rect l="l" t="t" r="r" b="b"/>
              <a:pathLst>
                <a:path w="167639" h="7619">
                  <a:moveTo>
                    <a:pt x="167640" y="3810"/>
                  </a:moveTo>
                  <a:lnTo>
                    <a:pt x="166370" y="3810"/>
                  </a:lnTo>
                  <a:lnTo>
                    <a:pt x="166370" y="2540"/>
                  </a:lnTo>
                  <a:lnTo>
                    <a:pt x="166370" y="0"/>
                  </a:lnTo>
                  <a:lnTo>
                    <a:pt x="0" y="0"/>
                  </a:lnTo>
                  <a:lnTo>
                    <a:pt x="0" y="2540"/>
                  </a:lnTo>
                  <a:lnTo>
                    <a:pt x="1270" y="2540"/>
                  </a:lnTo>
                  <a:lnTo>
                    <a:pt x="1270" y="3810"/>
                  </a:lnTo>
                  <a:lnTo>
                    <a:pt x="1270" y="7620"/>
                  </a:lnTo>
                  <a:lnTo>
                    <a:pt x="167640" y="7620"/>
                  </a:lnTo>
                  <a:lnTo>
                    <a:pt x="167640" y="3810"/>
                  </a:lnTo>
                  <a:close/>
                </a:path>
              </a:pathLst>
            </a:custGeom>
            <a:solidFill>
              <a:srgbClr val="2A6D00"/>
            </a:solidFill>
          </p:spPr>
          <p:txBody>
            <a:bodyPr wrap="square" lIns="0" tIns="0" rIns="0" bIns="0" rtlCol="0"/>
            <a:lstStyle/>
            <a:p/>
          </p:txBody>
        </p:sp>
        <p:sp>
          <p:nvSpPr>
            <p:cNvPr id="721" name="object 721"/>
            <p:cNvSpPr/>
            <p:nvPr/>
          </p:nvSpPr>
          <p:spPr>
            <a:xfrm>
              <a:off x="2089150" y="1337309"/>
              <a:ext cx="168910" cy="6350"/>
            </a:xfrm>
            <a:custGeom>
              <a:avLst/>
              <a:gdLst/>
              <a:ahLst/>
              <a:cxnLst/>
              <a:rect l="l" t="t" r="r" b="b"/>
              <a:pathLst>
                <a:path w="168910"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10" h="6350">
                  <a:moveTo>
                    <a:pt x="168897" y="5092"/>
                  </a:moveTo>
                  <a:lnTo>
                    <a:pt x="1270" y="5092"/>
                  </a:lnTo>
                  <a:lnTo>
                    <a:pt x="1270" y="6350"/>
                  </a:lnTo>
                  <a:lnTo>
                    <a:pt x="168897" y="6350"/>
                  </a:lnTo>
                  <a:lnTo>
                    <a:pt x="168897" y="5092"/>
                  </a:lnTo>
                  <a:close/>
                </a:path>
              </a:pathLst>
            </a:custGeom>
            <a:solidFill>
              <a:srgbClr val="2B6C00"/>
            </a:solidFill>
          </p:spPr>
          <p:txBody>
            <a:bodyPr wrap="square" lIns="0" tIns="0" rIns="0" bIns="0" rtlCol="0"/>
            <a:lstStyle/>
            <a:p/>
          </p:txBody>
        </p:sp>
        <p:sp>
          <p:nvSpPr>
            <p:cNvPr id="722" name="object 722"/>
            <p:cNvSpPr/>
            <p:nvPr/>
          </p:nvSpPr>
          <p:spPr>
            <a:xfrm>
              <a:off x="2090420" y="1343659"/>
              <a:ext cx="168910" cy="7620"/>
            </a:xfrm>
            <a:custGeom>
              <a:avLst/>
              <a:gdLst/>
              <a:ahLst/>
              <a:cxnLst/>
              <a:rect l="l" t="t" r="r" b="b"/>
              <a:pathLst>
                <a:path w="168910" h="7619">
                  <a:moveTo>
                    <a:pt x="168910" y="3810"/>
                  </a:moveTo>
                  <a:lnTo>
                    <a:pt x="167627" y="3810"/>
                  </a:lnTo>
                  <a:lnTo>
                    <a:pt x="167627" y="0"/>
                  </a:lnTo>
                  <a:lnTo>
                    <a:pt x="0" y="0"/>
                  </a:lnTo>
                  <a:lnTo>
                    <a:pt x="0" y="3810"/>
                  </a:lnTo>
                  <a:lnTo>
                    <a:pt x="0" y="6350"/>
                  </a:lnTo>
                  <a:lnTo>
                    <a:pt x="1270" y="6350"/>
                  </a:lnTo>
                  <a:lnTo>
                    <a:pt x="1270" y="7620"/>
                  </a:lnTo>
                  <a:lnTo>
                    <a:pt x="168897" y="7620"/>
                  </a:lnTo>
                  <a:lnTo>
                    <a:pt x="168897" y="6350"/>
                  </a:lnTo>
                  <a:lnTo>
                    <a:pt x="168910" y="3810"/>
                  </a:lnTo>
                  <a:close/>
                </a:path>
              </a:pathLst>
            </a:custGeom>
            <a:solidFill>
              <a:srgbClr val="2C6B00"/>
            </a:solidFill>
          </p:spPr>
          <p:txBody>
            <a:bodyPr wrap="square" lIns="0" tIns="0" rIns="0" bIns="0" rtlCol="0"/>
            <a:lstStyle/>
            <a:p/>
          </p:txBody>
        </p:sp>
        <p:sp>
          <p:nvSpPr>
            <p:cNvPr id="723" name="object 723"/>
            <p:cNvSpPr/>
            <p:nvPr/>
          </p:nvSpPr>
          <p:spPr>
            <a:xfrm>
              <a:off x="2091690" y="1351279"/>
              <a:ext cx="170180" cy="7620"/>
            </a:xfrm>
            <a:custGeom>
              <a:avLst/>
              <a:gdLst/>
              <a:ahLst/>
              <a:cxnLst/>
              <a:rect l="l" t="t" r="r" b="b"/>
              <a:pathLst>
                <a:path w="170180" h="7619">
                  <a:moveTo>
                    <a:pt x="170180" y="3810"/>
                  </a:moveTo>
                  <a:lnTo>
                    <a:pt x="168910" y="3810"/>
                  </a:lnTo>
                  <a:lnTo>
                    <a:pt x="168910" y="1270"/>
                  </a:lnTo>
                  <a:lnTo>
                    <a:pt x="167627" y="1270"/>
                  </a:lnTo>
                  <a:lnTo>
                    <a:pt x="167627" y="0"/>
                  </a:lnTo>
                  <a:lnTo>
                    <a:pt x="0" y="0"/>
                  </a:lnTo>
                  <a:lnTo>
                    <a:pt x="0" y="1270"/>
                  </a:lnTo>
                  <a:lnTo>
                    <a:pt x="0" y="3810"/>
                  </a:lnTo>
                  <a:lnTo>
                    <a:pt x="1270" y="3810"/>
                  </a:lnTo>
                  <a:lnTo>
                    <a:pt x="1270" y="7620"/>
                  </a:lnTo>
                  <a:lnTo>
                    <a:pt x="170180" y="7620"/>
                  </a:lnTo>
                  <a:lnTo>
                    <a:pt x="170180" y="3810"/>
                  </a:lnTo>
                  <a:close/>
                </a:path>
              </a:pathLst>
            </a:custGeom>
            <a:solidFill>
              <a:srgbClr val="2D6A00"/>
            </a:solidFill>
          </p:spPr>
          <p:txBody>
            <a:bodyPr wrap="square" lIns="0" tIns="0" rIns="0" bIns="0" rtlCol="0"/>
            <a:lstStyle/>
            <a:p/>
          </p:txBody>
        </p:sp>
        <p:sp>
          <p:nvSpPr>
            <p:cNvPr id="724" name="object 724"/>
            <p:cNvSpPr/>
            <p:nvPr/>
          </p:nvSpPr>
          <p:spPr>
            <a:xfrm>
              <a:off x="209296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2F6800"/>
            </a:solidFill>
          </p:spPr>
          <p:txBody>
            <a:bodyPr wrap="square" lIns="0" tIns="0" rIns="0" bIns="0" rtlCol="0"/>
            <a:lstStyle/>
            <a:p/>
          </p:txBody>
        </p:sp>
        <p:sp>
          <p:nvSpPr>
            <p:cNvPr id="725" name="object 725"/>
            <p:cNvSpPr/>
            <p:nvPr/>
          </p:nvSpPr>
          <p:spPr>
            <a:xfrm>
              <a:off x="209423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306700"/>
            </a:solidFill>
          </p:spPr>
          <p:txBody>
            <a:bodyPr wrap="square" lIns="0" tIns="0" rIns="0" bIns="0" rtlCol="0"/>
            <a:lstStyle/>
            <a:p/>
          </p:txBody>
        </p:sp>
        <p:sp>
          <p:nvSpPr>
            <p:cNvPr id="726" name="object 726"/>
            <p:cNvSpPr/>
            <p:nvPr/>
          </p:nvSpPr>
          <p:spPr>
            <a:xfrm>
              <a:off x="2096770" y="1372869"/>
              <a:ext cx="170180" cy="7620"/>
            </a:xfrm>
            <a:custGeom>
              <a:avLst/>
              <a:gdLst/>
              <a:ahLst/>
              <a:cxnLst/>
              <a:rect l="l" t="t" r="r" b="b"/>
              <a:pathLst>
                <a:path w="170180"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316600"/>
            </a:solidFill>
          </p:spPr>
          <p:txBody>
            <a:bodyPr wrap="square" lIns="0" tIns="0" rIns="0" bIns="0" rtlCol="0"/>
            <a:lstStyle/>
            <a:p/>
          </p:txBody>
        </p:sp>
        <p:sp>
          <p:nvSpPr>
            <p:cNvPr id="727" name="object 727"/>
            <p:cNvSpPr/>
            <p:nvPr/>
          </p:nvSpPr>
          <p:spPr>
            <a:xfrm>
              <a:off x="2100580" y="1380489"/>
              <a:ext cx="166370" cy="6350"/>
            </a:xfrm>
            <a:custGeom>
              <a:avLst/>
              <a:gdLst/>
              <a:ahLst/>
              <a:cxnLst/>
              <a:rect l="l" t="t" r="r" b="b"/>
              <a:pathLst>
                <a:path w="166369"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336600"/>
            </a:solidFill>
          </p:spPr>
          <p:txBody>
            <a:bodyPr wrap="square" lIns="0" tIns="0" rIns="0" bIns="0" rtlCol="0"/>
            <a:lstStyle/>
            <a:p/>
          </p:txBody>
        </p:sp>
        <p:sp>
          <p:nvSpPr>
            <p:cNvPr id="728" name="object 728"/>
            <p:cNvSpPr/>
            <p:nvPr/>
          </p:nvSpPr>
          <p:spPr>
            <a:xfrm>
              <a:off x="2101850" y="1386839"/>
              <a:ext cx="167640" cy="7620"/>
            </a:xfrm>
            <a:custGeom>
              <a:avLst/>
              <a:gdLst/>
              <a:ahLst/>
              <a:cxnLst/>
              <a:rect l="l" t="t" r="r" b="b"/>
              <a:pathLst>
                <a:path w="167639"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336400"/>
            </a:solidFill>
          </p:spPr>
          <p:txBody>
            <a:bodyPr wrap="square" lIns="0" tIns="0" rIns="0" bIns="0" rtlCol="0"/>
            <a:lstStyle/>
            <a:p/>
          </p:txBody>
        </p:sp>
        <p:sp>
          <p:nvSpPr>
            <p:cNvPr id="729" name="object 729"/>
            <p:cNvSpPr/>
            <p:nvPr/>
          </p:nvSpPr>
          <p:spPr>
            <a:xfrm>
              <a:off x="2104390" y="1394459"/>
              <a:ext cx="166370" cy="7620"/>
            </a:xfrm>
            <a:custGeom>
              <a:avLst/>
              <a:gdLst/>
              <a:ahLst/>
              <a:cxnLst/>
              <a:rect l="l" t="t" r="r" b="b"/>
              <a:pathLst>
                <a:path w="166369"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346300"/>
            </a:solidFill>
          </p:spPr>
          <p:txBody>
            <a:bodyPr wrap="square" lIns="0" tIns="0" rIns="0" bIns="0" rtlCol="0"/>
            <a:lstStyle/>
            <a:p/>
          </p:txBody>
        </p:sp>
        <p:sp>
          <p:nvSpPr>
            <p:cNvPr id="730" name="object 730"/>
            <p:cNvSpPr/>
            <p:nvPr/>
          </p:nvSpPr>
          <p:spPr>
            <a:xfrm>
              <a:off x="2106930" y="1402079"/>
              <a:ext cx="163830" cy="6350"/>
            </a:xfrm>
            <a:custGeom>
              <a:avLst/>
              <a:gdLst/>
              <a:ahLst/>
              <a:cxnLst/>
              <a:rect l="l" t="t" r="r" b="b"/>
              <a:pathLst>
                <a:path w="163830"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366100"/>
            </a:solidFill>
          </p:spPr>
          <p:txBody>
            <a:bodyPr wrap="square" lIns="0" tIns="0" rIns="0" bIns="0" rtlCol="0"/>
            <a:lstStyle/>
            <a:p/>
          </p:txBody>
        </p:sp>
        <p:sp>
          <p:nvSpPr>
            <p:cNvPr id="731" name="object 731"/>
            <p:cNvSpPr/>
            <p:nvPr/>
          </p:nvSpPr>
          <p:spPr>
            <a:xfrm>
              <a:off x="2110740" y="1408429"/>
              <a:ext cx="161290" cy="7620"/>
            </a:xfrm>
            <a:custGeom>
              <a:avLst/>
              <a:gdLst/>
              <a:ahLst/>
              <a:cxnLst/>
              <a:rect l="l" t="t" r="r" b="b"/>
              <a:pathLst>
                <a:path w="161289" h="7619">
                  <a:moveTo>
                    <a:pt x="161290" y="6477"/>
                  </a:moveTo>
                  <a:lnTo>
                    <a:pt x="3810" y="6477"/>
                  </a:lnTo>
                  <a:lnTo>
                    <a:pt x="3810" y="7620"/>
                  </a:lnTo>
                  <a:lnTo>
                    <a:pt x="161290" y="7620"/>
                  </a:lnTo>
                  <a:lnTo>
                    <a:pt x="161290" y="6477"/>
                  </a:lnTo>
                  <a:close/>
                </a:path>
                <a:path w="161289"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376000"/>
            </a:solidFill>
          </p:spPr>
          <p:txBody>
            <a:bodyPr wrap="square" lIns="0" tIns="0" rIns="0" bIns="0" rtlCol="0"/>
            <a:lstStyle/>
            <a:p/>
          </p:txBody>
        </p:sp>
        <p:sp>
          <p:nvSpPr>
            <p:cNvPr id="732" name="object 732"/>
            <p:cNvSpPr/>
            <p:nvPr/>
          </p:nvSpPr>
          <p:spPr>
            <a:xfrm>
              <a:off x="2114550" y="1416049"/>
              <a:ext cx="157480" cy="7620"/>
            </a:xfrm>
            <a:custGeom>
              <a:avLst/>
              <a:gdLst/>
              <a:ahLst/>
              <a:cxnLst/>
              <a:rect l="l" t="t" r="r" b="b"/>
              <a:pathLst>
                <a:path w="157480"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67" y="5080"/>
                  </a:lnTo>
                  <a:lnTo>
                    <a:pt x="157467" y="3810"/>
                  </a:lnTo>
                  <a:lnTo>
                    <a:pt x="157480" y="1270"/>
                  </a:lnTo>
                  <a:lnTo>
                    <a:pt x="157480" y="0"/>
                  </a:lnTo>
                  <a:close/>
                </a:path>
              </a:pathLst>
            </a:custGeom>
            <a:solidFill>
              <a:srgbClr val="385F00"/>
            </a:solidFill>
          </p:spPr>
          <p:txBody>
            <a:bodyPr wrap="square" lIns="0" tIns="0" rIns="0" bIns="0" rtlCol="0"/>
            <a:lstStyle/>
            <a:p/>
          </p:txBody>
        </p:sp>
        <p:sp>
          <p:nvSpPr>
            <p:cNvPr id="733" name="object 733"/>
            <p:cNvSpPr/>
            <p:nvPr/>
          </p:nvSpPr>
          <p:spPr>
            <a:xfrm>
              <a:off x="2119630" y="1423669"/>
              <a:ext cx="153670" cy="6350"/>
            </a:xfrm>
            <a:custGeom>
              <a:avLst/>
              <a:gdLst/>
              <a:ahLst/>
              <a:cxnLst/>
              <a:rect l="l" t="t" r="r" b="b"/>
              <a:pathLst>
                <a:path w="153669"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395E00"/>
            </a:solidFill>
          </p:spPr>
          <p:txBody>
            <a:bodyPr wrap="square" lIns="0" tIns="0" rIns="0" bIns="0" rtlCol="0"/>
            <a:lstStyle/>
            <a:p/>
          </p:txBody>
        </p:sp>
        <p:sp>
          <p:nvSpPr>
            <p:cNvPr id="734" name="object 734"/>
            <p:cNvSpPr/>
            <p:nvPr/>
          </p:nvSpPr>
          <p:spPr>
            <a:xfrm>
              <a:off x="2125980" y="1430019"/>
              <a:ext cx="147320" cy="7620"/>
            </a:xfrm>
            <a:custGeom>
              <a:avLst/>
              <a:gdLst/>
              <a:ahLst/>
              <a:cxnLst/>
              <a:rect l="l" t="t" r="r" b="b"/>
              <a:pathLst>
                <a:path w="147319" h="7619">
                  <a:moveTo>
                    <a:pt x="147320" y="6477"/>
                  </a:moveTo>
                  <a:lnTo>
                    <a:pt x="8890" y="6477"/>
                  </a:lnTo>
                  <a:lnTo>
                    <a:pt x="8890" y="7620"/>
                  </a:lnTo>
                  <a:lnTo>
                    <a:pt x="147320" y="7620"/>
                  </a:lnTo>
                  <a:lnTo>
                    <a:pt x="147320" y="6477"/>
                  </a:lnTo>
                  <a:close/>
                </a:path>
                <a:path w="147319"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20" y="3810"/>
                  </a:lnTo>
                  <a:lnTo>
                    <a:pt x="147320" y="2540"/>
                  </a:lnTo>
                  <a:lnTo>
                    <a:pt x="147320" y="1270"/>
                  </a:lnTo>
                  <a:lnTo>
                    <a:pt x="147320" y="0"/>
                  </a:lnTo>
                  <a:close/>
                </a:path>
              </a:pathLst>
            </a:custGeom>
            <a:solidFill>
              <a:srgbClr val="3A5D00"/>
            </a:solidFill>
          </p:spPr>
          <p:txBody>
            <a:bodyPr wrap="square" lIns="0" tIns="0" rIns="0" bIns="0" rtlCol="0"/>
            <a:lstStyle/>
            <a:p/>
          </p:txBody>
        </p:sp>
        <p:sp>
          <p:nvSpPr>
            <p:cNvPr id="735" name="object 735"/>
            <p:cNvSpPr/>
            <p:nvPr/>
          </p:nvSpPr>
          <p:spPr>
            <a:xfrm>
              <a:off x="2136140" y="1437639"/>
              <a:ext cx="138430" cy="7620"/>
            </a:xfrm>
            <a:custGeom>
              <a:avLst/>
              <a:gdLst/>
              <a:ahLst/>
              <a:cxnLst/>
              <a:rect l="l" t="t" r="r" b="b"/>
              <a:pathLst>
                <a:path w="138430" h="7619">
                  <a:moveTo>
                    <a:pt x="138430" y="1270"/>
                  </a:moveTo>
                  <a:lnTo>
                    <a:pt x="137160" y="1270"/>
                  </a:lnTo>
                  <a:lnTo>
                    <a:pt x="13716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3B5C00"/>
            </a:solidFill>
          </p:spPr>
          <p:txBody>
            <a:bodyPr wrap="square" lIns="0" tIns="0" rIns="0" bIns="0" rtlCol="0"/>
            <a:lstStyle/>
            <a:p/>
          </p:txBody>
        </p:sp>
        <p:sp>
          <p:nvSpPr>
            <p:cNvPr id="736" name="object 736"/>
            <p:cNvSpPr/>
            <p:nvPr/>
          </p:nvSpPr>
          <p:spPr>
            <a:xfrm>
              <a:off x="2143760" y="1445259"/>
              <a:ext cx="130810" cy="6350"/>
            </a:xfrm>
            <a:custGeom>
              <a:avLst/>
              <a:gdLst/>
              <a:ahLst/>
              <a:cxnLst/>
              <a:rect l="l" t="t" r="r" b="b"/>
              <a:pathLst>
                <a:path w="130810"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3C5B00"/>
            </a:solidFill>
          </p:spPr>
          <p:txBody>
            <a:bodyPr wrap="square" lIns="0" tIns="0" rIns="0" bIns="0" rtlCol="0"/>
            <a:lstStyle/>
            <a:p/>
          </p:txBody>
        </p:sp>
        <p:sp>
          <p:nvSpPr>
            <p:cNvPr id="737" name="object 737"/>
            <p:cNvSpPr/>
            <p:nvPr/>
          </p:nvSpPr>
          <p:spPr>
            <a:xfrm>
              <a:off x="2137410" y="1451609"/>
              <a:ext cx="137160" cy="7620"/>
            </a:xfrm>
            <a:custGeom>
              <a:avLst/>
              <a:gdLst/>
              <a:ahLst/>
              <a:cxnLst/>
              <a:rect l="l" t="t" r="r" b="b"/>
              <a:pathLst>
                <a:path w="137160" h="7619">
                  <a:moveTo>
                    <a:pt x="137160" y="6477"/>
                  </a:moveTo>
                  <a:lnTo>
                    <a:pt x="29210" y="6477"/>
                  </a:lnTo>
                  <a:lnTo>
                    <a:pt x="29210" y="7620"/>
                  </a:lnTo>
                  <a:lnTo>
                    <a:pt x="137160" y="7620"/>
                  </a:lnTo>
                  <a:lnTo>
                    <a:pt x="137160" y="6477"/>
                  </a:lnTo>
                  <a:close/>
                </a:path>
                <a:path w="137160"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37"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3E5900"/>
            </a:solidFill>
          </p:spPr>
          <p:txBody>
            <a:bodyPr wrap="square" lIns="0" tIns="0" rIns="0" bIns="0" rtlCol="0"/>
            <a:lstStyle/>
            <a:p/>
          </p:txBody>
        </p:sp>
        <p:sp>
          <p:nvSpPr>
            <p:cNvPr id="738" name="object 738"/>
            <p:cNvSpPr/>
            <p:nvPr/>
          </p:nvSpPr>
          <p:spPr>
            <a:xfrm>
              <a:off x="2113280" y="1459229"/>
              <a:ext cx="161290" cy="7620"/>
            </a:xfrm>
            <a:custGeom>
              <a:avLst/>
              <a:gdLst/>
              <a:ahLst/>
              <a:cxnLst/>
              <a:rect l="l" t="t" r="r" b="b"/>
              <a:pathLst>
                <a:path w="161289"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37" y="5080"/>
                  </a:lnTo>
                  <a:lnTo>
                    <a:pt x="44450" y="3810"/>
                  </a:lnTo>
                  <a:lnTo>
                    <a:pt x="44450" y="2540"/>
                  </a:lnTo>
                  <a:lnTo>
                    <a:pt x="44450" y="1270"/>
                  </a:lnTo>
                  <a:lnTo>
                    <a:pt x="44450" y="0"/>
                  </a:lnTo>
                  <a:close/>
                </a:path>
                <a:path w="161289"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3F5800"/>
            </a:solidFill>
          </p:spPr>
          <p:txBody>
            <a:bodyPr wrap="square" lIns="0" tIns="0" rIns="0" bIns="0" rtlCol="0"/>
            <a:lstStyle/>
            <a:p/>
          </p:txBody>
        </p:sp>
        <p:sp>
          <p:nvSpPr>
            <p:cNvPr id="739" name="object 739"/>
            <p:cNvSpPr/>
            <p:nvPr/>
          </p:nvSpPr>
          <p:spPr>
            <a:xfrm>
              <a:off x="2089150" y="1466849"/>
              <a:ext cx="185420" cy="7620"/>
            </a:xfrm>
            <a:custGeom>
              <a:avLst/>
              <a:gdLst/>
              <a:ahLst/>
              <a:cxnLst/>
              <a:rect l="l" t="t" r="r" b="b"/>
              <a:pathLst>
                <a:path w="185419" h="7619">
                  <a:moveTo>
                    <a:pt x="69850" y="3810"/>
                  </a:moveTo>
                  <a:lnTo>
                    <a:pt x="68580" y="3810"/>
                  </a:lnTo>
                  <a:lnTo>
                    <a:pt x="68580" y="2540"/>
                  </a:lnTo>
                  <a:lnTo>
                    <a:pt x="68567"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19" h="7619">
                  <a:moveTo>
                    <a:pt x="185420" y="0"/>
                  </a:move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1270"/>
                  </a:lnTo>
                  <a:lnTo>
                    <a:pt x="185420" y="0"/>
                  </a:lnTo>
                  <a:close/>
                </a:path>
              </a:pathLst>
            </a:custGeom>
            <a:solidFill>
              <a:srgbClr val="405700"/>
            </a:solidFill>
          </p:spPr>
          <p:txBody>
            <a:bodyPr wrap="square" lIns="0" tIns="0" rIns="0" bIns="0" rtlCol="0"/>
            <a:lstStyle/>
            <a:p/>
          </p:txBody>
        </p:sp>
        <p:sp>
          <p:nvSpPr>
            <p:cNvPr id="740" name="object 740"/>
            <p:cNvSpPr/>
            <p:nvPr/>
          </p:nvSpPr>
          <p:spPr>
            <a:xfrm>
              <a:off x="2073910" y="1474469"/>
              <a:ext cx="200660" cy="6350"/>
            </a:xfrm>
            <a:custGeom>
              <a:avLst/>
              <a:gdLst/>
              <a:ahLst/>
              <a:cxnLst/>
              <a:rect l="l" t="t" r="r" b="b"/>
              <a:pathLst>
                <a:path w="200660" h="6350">
                  <a:moveTo>
                    <a:pt x="6350" y="2539"/>
                  </a:moveTo>
                  <a:lnTo>
                    <a:pt x="2539" y="2539"/>
                  </a:lnTo>
                  <a:lnTo>
                    <a:pt x="2539" y="3809"/>
                  </a:lnTo>
                  <a:lnTo>
                    <a:pt x="85089" y="3809"/>
                  </a:lnTo>
                  <a:lnTo>
                    <a:pt x="85089" y="2666"/>
                  </a:lnTo>
                  <a:lnTo>
                    <a:pt x="6350" y="2666"/>
                  </a:lnTo>
                  <a:lnTo>
                    <a:pt x="6350" y="2539"/>
                  </a:lnTo>
                  <a:close/>
                </a:path>
                <a:path w="200660" h="6350">
                  <a:moveTo>
                    <a:pt x="15239" y="0"/>
                  </a:moveTo>
                  <a:lnTo>
                    <a:pt x="10159" y="0"/>
                  </a:lnTo>
                  <a:lnTo>
                    <a:pt x="10159" y="1396"/>
                  </a:lnTo>
                  <a:lnTo>
                    <a:pt x="6350" y="1396"/>
                  </a:lnTo>
                  <a:lnTo>
                    <a:pt x="6350" y="2539"/>
                  </a:lnTo>
                  <a:lnTo>
                    <a:pt x="85089" y="2539"/>
                  </a:lnTo>
                  <a:lnTo>
                    <a:pt x="85089" y="126"/>
                  </a:lnTo>
                  <a:lnTo>
                    <a:pt x="15239" y="126"/>
                  </a:lnTo>
                  <a:close/>
                </a:path>
                <a:path w="200660" h="6350">
                  <a:moveTo>
                    <a:pt x="200659" y="2666"/>
                  </a:moveTo>
                  <a:lnTo>
                    <a:pt x="118109" y="2666"/>
                  </a:lnTo>
                  <a:lnTo>
                    <a:pt x="118109" y="3809"/>
                  </a:lnTo>
                  <a:lnTo>
                    <a:pt x="200659" y="3809"/>
                  </a:lnTo>
                  <a:lnTo>
                    <a:pt x="200659" y="2666"/>
                  </a:lnTo>
                  <a:close/>
                </a:path>
                <a:path w="200660" h="6350">
                  <a:moveTo>
                    <a:pt x="200659" y="126"/>
                  </a:moveTo>
                  <a:lnTo>
                    <a:pt x="116839" y="126"/>
                  </a:lnTo>
                  <a:lnTo>
                    <a:pt x="116839" y="2666"/>
                  </a:lnTo>
                  <a:lnTo>
                    <a:pt x="118109" y="2666"/>
                  </a:lnTo>
                  <a:lnTo>
                    <a:pt x="118109" y="2539"/>
                  </a:lnTo>
                  <a:lnTo>
                    <a:pt x="200659" y="2539"/>
                  </a:lnTo>
                  <a:lnTo>
                    <a:pt x="200659" y="126"/>
                  </a:lnTo>
                  <a:close/>
                </a:path>
                <a:path w="200660" h="6350">
                  <a:moveTo>
                    <a:pt x="116839" y="0"/>
                  </a:moveTo>
                  <a:lnTo>
                    <a:pt x="114300" y="0"/>
                  </a:lnTo>
                  <a:lnTo>
                    <a:pt x="116839" y="126"/>
                  </a:lnTo>
                  <a:close/>
                </a:path>
                <a:path w="200660" h="6350">
                  <a:moveTo>
                    <a:pt x="85089" y="3810"/>
                  </a:moveTo>
                  <a:lnTo>
                    <a:pt x="0" y="3810"/>
                  </a:lnTo>
                  <a:lnTo>
                    <a:pt x="0" y="6350"/>
                  </a:lnTo>
                  <a:lnTo>
                    <a:pt x="85089" y="6350"/>
                  </a:lnTo>
                  <a:lnTo>
                    <a:pt x="85089" y="3810"/>
                  </a:lnTo>
                  <a:close/>
                </a:path>
                <a:path w="200660" h="6350">
                  <a:moveTo>
                    <a:pt x="200659" y="3810"/>
                  </a:moveTo>
                  <a:lnTo>
                    <a:pt x="119379" y="3810"/>
                  </a:lnTo>
                  <a:lnTo>
                    <a:pt x="119379" y="6350"/>
                  </a:lnTo>
                  <a:lnTo>
                    <a:pt x="200659" y="6350"/>
                  </a:lnTo>
                  <a:lnTo>
                    <a:pt x="200659" y="3810"/>
                  </a:lnTo>
                  <a:close/>
                </a:path>
              </a:pathLst>
            </a:custGeom>
            <a:solidFill>
              <a:srgbClr val="415600"/>
            </a:solidFill>
          </p:spPr>
          <p:txBody>
            <a:bodyPr wrap="square" lIns="0" tIns="0" rIns="0" bIns="0" rtlCol="0"/>
            <a:lstStyle/>
            <a:p/>
          </p:txBody>
        </p:sp>
        <p:sp>
          <p:nvSpPr>
            <p:cNvPr id="741" name="object 741"/>
            <p:cNvSpPr/>
            <p:nvPr/>
          </p:nvSpPr>
          <p:spPr>
            <a:xfrm>
              <a:off x="2073910" y="1480819"/>
              <a:ext cx="200660" cy="7620"/>
            </a:xfrm>
            <a:custGeom>
              <a:avLst/>
              <a:gdLst/>
              <a:ahLst/>
              <a:cxnLst/>
              <a:rect l="l" t="t" r="r" b="b"/>
              <a:pathLst>
                <a:path w="200660" h="7619">
                  <a:moveTo>
                    <a:pt x="86360" y="0"/>
                  </a:moveTo>
                  <a:lnTo>
                    <a:pt x="0" y="0"/>
                  </a:lnTo>
                  <a:lnTo>
                    <a:pt x="0" y="5079"/>
                  </a:lnTo>
                  <a:lnTo>
                    <a:pt x="1269" y="5079"/>
                  </a:lnTo>
                  <a:lnTo>
                    <a:pt x="1269" y="7619"/>
                  </a:lnTo>
                  <a:lnTo>
                    <a:pt x="86359" y="7619"/>
                  </a:lnTo>
                  <a:lnTo>
                    <a:pt x="86360" y="0"/>
                  </a:lnTo>
                  <a:close/>
                </a:path>
                <a:path w="200660" h="7619">
                  <a:moveTo>
                    <a:pt x="200659" y="0"/>
                  </a:moveTo>
                  <a:lnTo>
                    <a:pt x="120650" y="0"/>
                  </a:lnTo>
                  <a:lnTo>
                    <a:pt x="120650" y="2539"/>
                  </a:lnTo>
                  <a:lnTo>
                    <a:pt x="121919" y="2539"/>
                  </a:lnTo>
                  <a:lnTo>
                    <a:pt x="121919" y="7619"/>
                  </a:lnTo>
                  <a:lnTo>
                    <a:pt x="200659" y="7619"/>
                  </a:lnTo>
                  <a:lnTo>
                    <a:pt x="200659" y="0"/>
                  </a:lnTo>
                  <a:close/>
                </a:path>
              </a:pathLst>
            </a:custGeom>
            <a:solidFill>
              <a:srgbClr val="425500"/>
            </a:solidFill>
          </p:spPr>
          <p:txBody>
            <a:bodyPr wrap="square" lIns="0" tIns="0" rIns="0" bIns="0" rtlCol="0"/>
            <a:lstStyle/>
            <a:p/>
          </p:txBody>
        </p:sp>
        <p:sp>
          <p:nvSpPr>
            <p:cNvPr id="742" name="object 742"/>
            <p:cNvSpPr/>
            <p:nvPr/>
          </p:nvSpPr>
          <p:spPr>
            <a:xfrm>
              <a:off x="2075180" y="1488439"/>
              <a:ext cx="199390" cy="7620"/>
            </a:xfrm>
            <a:custGeom>
              <a:avLst/>
              <a:gdLst/>
              <a:ahLst/>
              <a:cxnLst/>
              <a:rect l="l" t="t" r="r" b="b"/>
              <a:pathLst>
                <a:path w="199389" h="7619">
                  <a:moveTo>
                    <a:pt x="85089" y="0"/>
                  </a:moveTo>
                  <a:lnTo>
                    <a:pt x="0" y="0"/>
                  </a:lnTo>
                  <a:lnTo>
                    <a:pt x="0" y="7620"/>
                  </a:lnTo>
                  <a:lnTo>
                    <a:pt x="86360" y="7620"/>
                  </a:lnTo>
                  <a:lnTo>
                    <a:pt x="86360" y="1270"/>
                  </a:lnTo>
                  <a:lnTo>
                    <a:pt x="85089" y="1270"/>
                  </a:lnTo>
                  <a:lnTo>
                    <a:pt x="85089" y="0"/>
                  </a:lnTo>
                  <a:close/>
                </a:path>
                <a:path w="199389" h="7619">
                  <a:moveTo>
                    <a:pt x="199389" y="0"/>
                  </a:moveTo>
                  <a:lnTo>
                    <a:pt x="121919" y="0"/>
                  </a:lnTo>
                  <a:lnTo>
                    <a:pt x="121919" y="7620"/>
                  </a:lnTo>
                  <a:lnTo>
                    <a:pt x="199389" y="7620"/>
                  </a:lnTo>
                  <a:lnTo>
                    <a:pt x="199389" y="0"/>
                  </a:lnTo>
                  <a:close/>
                </a:path>
              </a:pathLst>
            </a:custGeom>
            <a:solidFill>
              <a:srgbClr val="435400"/>
            </a:solidFill>
          </p:spPr>
          <p:txBody>
            <a:bodyPr wrap="square" lIns="0" tIns="0" rIns="0" bIns="0" rtlCol="0"/>
            <a:lstStyle/>
            <a:p/>
          </p:txBody>
        </p:sp>
        <p:sp>
          <p:nvSpPr>
            <p:cNvPr id="743" name="object 743"/>
            <p:cNvSpPr/>
            <p:nvPr/>
          </p:nvSpPr>
          <p:spPr>
            <a:xfrm>
              <a:off x="2075180" y="1496059"/>
              <a:ext cx="199390" cy="6350"/>
            </a:xfrm>
            <a:custGeom>
              <a:avLst/>
              <a:gdLst/>
              <a:ahLst/>
              <a:cxnLst/>
              <a:rect l="l" t="t" r="r" b="b"/>
              <a:pathLst>
                <a:path w="199389" h="6350">
                  <a:moveTo>
                    <a:pt x="86360" y="0"/>
                  </a:moveTo>
                  <a:lnTo>
                    <a:pt x="0" y="0"/>
                  </a:lnTo>
                  <a:lnTo>
                    <a:pt x="0" y="2539"/>
                  </a:lnTo>
                  <a:lnTo>
                    <a:pt x="1269" y="2539"/>
                  </a:lnTo>
                  <a:lnTo>
                    <a:pt x="1269" y="6350"/>
                  </a:lnTo>
                  <a:lnTo>
                    <a:pt x="87630" y="6350"/>
                  </a:lnTo>
                  <a:lnTo>
                    <a:pt x="87630" y="1269"/>
                  </a:lnTo>
                  <a:lnTo>
                    <a:pt x="86360" y="1269"/>
                  </a:lnTo>
                  <a:lnTo>
                    <a:pt x="86360" y="0"/>
                  </a:lnTo>
                  <a:close/>
                </a:path>
                <a:path w="199389" h="6350">
                  <a:moveTo>
                    <a:pt x="199389" y="0"/>
                  </a:moveTo>
                  <a:lnTo>
                    <a:pt x="121919" y="0"/>
                  </a:lnTo>
                  <a:lnTo>
                    <a:pt x="121919" y="6350"/>
                  </a:lnTo>
                  <a:lnTo>
                    <a:pt x="199389" y="6350"/>
                  </a:lnTo>
                  <a:lnTo>
                    <a:pt x="199389" y="0"/>
                  </a:lnTo>
                  <a:close/>
                </a:path>
              </a:pathLst>
            </a:custGeom>
            <a:solidFill>
              <a:srgbClr val="445300"/>
            </a:solidFill>
          </p:spPr>
          <p:txBody>
            <a:bodyPr wrap="square" lIns="0" tIns="0" rIns="0" bIns="0" rtlCol="0"/>
            <a:lstStyle/>
            <a:p/>
          </p:txBody>
        </p:sp>
        <p:sp>
          <p:nvSpPr>
            <p:cNvPr id="744" name="object 744"/>
            <p:cNvSpPr/>
            <p:nvPr/>
          </p:nvSpPr>
          <p:spPr>
            <a:xfrm>
              <a:off x="2076450" y="1502409"/>
              <a:ext cx="198120" cy="7620"/>
            </a:xfrm>
            <a:custGeom>
              <a:avLst/>
              <a:gdLst/>
              <a:ahLst/>
              <a:cxnLst/>
              <a:rect l="l" t="t" r="r" b="b"/>
              <a:pathLst>
                <a:path w="198119" h="7619">
                  <a:moveTo>
                    <a:pt x="86360" y="0"/>
                  </a:moveTo>
                  <a:lnTo>
                    <a:pt x="0" y="0"/>
                  </a:lnTo>
                  <a:lnTo>
                    <a:pt x="0" y="5079"/>
                  </a:lnTo>
                  <a:lnTo>
                    <a:pt x="87630" y="5079"/>
                  </a:lnTo>
                  <a:lnTo>
                    <a:pt x="87630" y="1269"/>
                  </a:lnTo>
                  <a:lnTo>
                    <a:pt x="86360" y="1269"/>
                  </a:lnTo>
                  <a:lnTo>
                    <a:pt x="86360" y="0"/>
                  </a:lnTo>
                  <a:close/>
                </a:path>
                <a:path w="198119" h="7619">
                  <a:moveTo>
                    <a:pt x="198119" y="0"/>
                  </a:moveTo>
                  <a:lnTo>
                    <a:pt x="120650" y="0"/>
                  </a:lnTo>
                  <a:lnTo>
                    <a:pt x="120650" y="2539"/>
                  </a:lnTo>
                  <a:lnTo>
                    <a:pt x="119380" y="2539"/>
                  </a:lnTo>
                  <a:lnTo>
                    <a:pt x="119380" y="5079"/>
                  </a:lnTo>
                  <a:lnTo>
                    <a:pt x="196850" y="5079"/>
                  </a:lnTo>
                  <a:lnTo>
                    <a:pt x="196850" y="3810"/>
                  </a:lnTo>
                  <a:lnTo>
                    <a:pt x="198119" y="3810"/>
                  </a:lnTo>
                  <a:lnTo>
                    <a:pt x="198119" y="0"/>
                  </a:lnTo>
                  <a:close/>
                </a:path>
                <a:path w="198119" h="7619">
                  <a:moveTo>
                    <a:pt x="88900" y="5080"/>
                  </a:moveTo>
                  <a:lnTo>
                    <a:pt x="0" y="5080"/>
                  </a:lnTo>
                  <a:lnTo>
                    <a:pt x="0" y="7619"/>
                  </a:lnTo>
                  <a:lnTo>
                    <a:pt x="88900" y="7619"/>
                  </a:lnTo>
                  <a:lnTo>
                    <a:pt x="88900" y="5080"/>
                  </a:lnTo>
                  <a:close/>
                </a:path>
                <a:path w="198119" h="7619">
                  <a:moveTo>
                    <a:pt x="196850" y="5080"/>
                  </a:moveTo>
                  <a:lnTo>
                    <a:pt x="119380" y="5080"/>
                  </a:lnTo>
                  <a:lnTo>
                    <a:pt x="119380" y="7619"/>
                  </a:lnTo>
                  <a:lnTo>
                    <a:pt x="196850" y="7619"/>
                  </a:lnTo>
                  <a:lnTo>
                    <a:pt x="196850" y="5080"/>
                  </a:lnTo>
                  <a:close/>
                </a:path>
              </a:pathLst>
            </a:custGeom>
            <a:solidFill>
              <a:srgbClr val="465100"/>
            </a:solidFill>
          </p:spPr>
          <p:txBody>
            <a:bodyPr wrap="square" lIns="0" tIns="0" rIns="0" bIns="0" rtlCol="0"/>
            <a:lstStyle/>
            <a:p/>
          </p:txBody>
        </p:sp>
        <p:sp>
          <p:nvSpPr>
            <p:cNvPr id="745" name="object 745"/>
            <p:cNvSpPr/>
            <p:nvPr/>
          </p:nvSpPr>
          <p:spPr>
            <a:xfrm>
              <a:off x="2076450" y="1510029"/>
              <a:ext cx="196850" cy="7620"/>
            </a:xfrm>
            <a:custGeom>
              <a:avLst/>
              <a:gdLst/>
              <a:ahLst/>
              <a:cxnLst/>
              <a:rect l="l" t="t" r="r" b="b"/>
              <a:pathLst>
                <a:path w="196850" h="7619">
                  <a:moveTo>
                    <a:pt x="91440" y="6350"/>
                  </a:moveTo>
                  <a:lnTo>
                    <a:pt x="90170" y="6350"/>
                  </a:lnTo>
                  <a:lnTo>
                    <a:pt x="90170" y="3810"/>
                  </a:lnTo>
                  <a:lnTo>
                    <a:pt x="88900" y="3810"/>
                  </a:lnTo>
                  <a:lnTo>
                    <a:pt x="88900" y="2540"/>
                  </a:lnTo>
                  <a:lnTo>
                    <a:pt x="88900" y="0"/>
                  </a:lnTo>
                  <a:lnTo>
                    <a:pt x="0" y="0"/>
                  </a:lnTo>
                  <a:lnTo>
                    <a:pt x="0" y="2540"/>
                  </a:lnTo>
                  <a:lnTo>
                    <a:pt x="1270" y="2540"/>
                  </a:lnTo>
                  <a:lnTo>
                    <a:pt x="1270" y="3810"/>
                  </a:lnTo>
                  <a:lnTo>
                    <a:pt x="1270" y="6350"/>
                  </a:lnTo>
                  <a:lnTo>
                    <a:pt x="1270" y="7620"/>
                  </a:lnTo>
                  <a:lnTo>
                    <a:pt x="91440" y="7620"/>
                  </a:lnTo>
                  <a:lnTo>
                    <a:pt x="91440" y="635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475000"/>
            </a:solidFill>
          </p:spPr>
          <p:txBody>
            <a:bodyPr wrap="square" lIns="0" tIns="0" rIns="0" bIns="0" rtlCol="0"/>
            <a:lstStyle/>
            <a:p/>
          </p:txBody>
        </p:sp>
        <p:sp>
          <p:nvSpPr>
            <p:cNvPr id="746" name="object 746"/>
            <p:cNvSpPr/>
            <p:nvPr/>
          </p:nvSpPr>
          <p:spPr>
            <a:xfrm>
              <a:off x="2077720" y="1517649"/>
              <a:ext cx="195580" cy="6350"/>
            </a:xfrm>
            <a:custGeom>
              <a:avLst/>
              <a:gdLst/>
              <a:ahLst/>
              <a:cxnLst/>
              <a:rect l="l" t="t" r="r" b="b"/>
              <a:pathLst>
                <a:path w="195580" h="6350">
                  <a:moveTo>
                    <a:pt x="95250" y="5080"/>
                  </a:moveTo>
                  <a:lnTo>
                    <a:pt x="92710" y="5080"/>
                  </a:lnTo>
                  <a:lnTo>
                    <a:pt x="92710" y="3810"/>
                  </a:lnTo>
                  <a:lnTo>
                    <a:pt x="91427" y="3810"/>
                  </a:lnTo>
                  <a:lnTo>
                    <a:pt x="91427" y="1270"/>
                  </a:lnTo>
                  <a:lnTo>
                    <a:pt x="90170" y="1270"/>
                  </a:lnTo>
                  <a:lnTo>
                    <a:pt x="90170" y="0"/>
                  </a:lnTo>
                  <a:lnTo>
                    <a:pt x="0" y="0"/>
                  </a:lnTo>
                  <a:lnTo>
                    <a:pt x="0" y="1270"/>
                  </a:lnTo>
                  <a:lnTo>
                    <a:pt x="0" y="3810"/>
                  </a:lnTo>
                  <a:lnTo>
                    <a:pt x="0" y="5080"/>
                  </a:lnTo>
                  <a:lnTo>
                    <a:pt x="0" y="6350"/>
                  </a:lnTo>
                  <a:lnTo>
                    <a:pt x="95250" y="6350"/>
                  </a:lnTo>
                  <a:lnTo>
                    <a:pt x="95250" y="5080"/>
                  </a:lnTo>
                  <a:close/>
                </a:path>
                <a:path w="195580"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484F00"/>
            </a:solidFill>
          </p:spPr>
          <p:txBody>
            <a:bodyPr wrap="square" lIns="0" tIns="0" rIns="0" bIns="0" rtlCol="0"/>
            <a:lstStyle/>
            <a:p/>
          </p:txBody>
        </p:sp>
        <p:sp>
          <p:nvSpPr>
            <p:cNvPr id="747" name="object 747"/>
            <p:cNvSpPr/>
            <p:nvPr/>
          </p:nvSpPr>
          <p:spPr>
            <a:xfrm>
              <a:off x="2077720" y="1523999"/>
              <a:ext cx="194310" cy="7620"/>
            </a:xfrm>
            <a:custGeom>
              <a:avLst/>
              <a:gdLst/>
              <a:ahLst/>
              <a:cxnLst/>
              <a:rect l="l" t="t" r="r" b="b"/>
              <a:pathLst>
                <a:path w="194310" h="7619">
                  <a:moveTo>
                    <a:pt x="194310" y="0"/>
                  </a:moveTo>
                  <a:lnTo>
                    <a:pt x="107950" y="0"/>
                  </a:lnTo>
                  <a:lnTo>
                    <a:pt x="107950" y="1270"/>
                  </a:lnTo>
                  <a:lnTo>
                    <a:pt x="106680" y="1270"/>
                  </a:lnTo>
                  <a:lnTo>
                    <a:pt x="106680" y="2540"/>
                  </a:lnTo>
                  <a:lnTo>
                    <a:pt x="104140" y="2540"/>
                  </a:lnTo>
                  <a:lnTo>
                    <a:pt x="104140" y="3810"/>
                  </a:lnTo>
                  <a:lnTo>
                    <a:pt x="100330" y="3810"/>
                  </a:lnTo>
                  <a:lnTo>
                    <a:pt x="100330" y="2540"/>
                  </a:lnTo>
                  <a:lnTo>
                    <a:pt x="99047" y="2540"/>
                  </a:lnTo>
                  <a:lnTo>
                    <a:pt x="99047"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494E00"/>
            </a:solidFill>
          </p:spPr>
          <p:txBody>
            <a:bodyPr wrap="square" lIns="0" tIns="0" rIns="0" bIns="0" rtlCol="0"/>
            <a:lstStyle/>
            <a:p/>
          </p:txBody>
        </p:sp>
        <p:sp>
          <p:nvSpPr>
            <p:cNvPr id="748" name="object 748"/>
            <p:cNvSpPr/>
            <p:nvPr/>
          </p:nvSpPr>
          <p:spPr>
            <a:xfrm>
              <a:off x="2078990" y="1531619"/>
              <a:ext cx="193040" cy="7620"/>
            </a:xfrm>
            <a:custGeom>
              <a:avLst/>
              <a:gdLst/>
              <a:ahLst/>
              <a:cxnLst/>
              <a:rect l="l" t="t" r="r" b="b"/>
              <a:pathLst>
                <a:path w="193039" h="7619">
                  <a:moveTo>
                    <a:pt x="193027" y="0"/>
                  </a:moveTo>
                  <a:lnTo>
                    <a:pt x="0" y="0"/>
                  </a:lnTo>
                  <a:lnTo>
                    <a:pt x="0" y="1270"/>
                  </a:lnTo>
                  <a:lnTo>
                    <a:pt x="0" y="3810"/>
                  </a:lnTo>
                  <a:lnTo>
                    <a:pt x="1270" y="3810"/>
                  </a:lnTo>
                  <a:lnTo>
                    <a:pt x="1270" y="7620"/>
                  </a:lnTo>
                  <a:lnTo>
                    <a:pt x="191770" y="7620"/>
                  </a:lnTo>
                  <a:lnTo>
                    <a:pt x="191770" y="3810"/>
                  </a:lnTo>
                  <a:lnTo>
                    <a:pt x="191757" y="1270"/>
                  </a:lnTo>
                  <a:lnTo>
                    <a:pt x="193027" y="1270"/>
                  </a:lnTo>
                  <a:lnTo>
                    <a:pt x="193027" y="0"/>
                  </a:lnTo>
                  <a:close/>
                </a:path>
              </a:pathLst>
            </a:custGeom>
            <a:solidFill>
              <a:srgbClr val="4A4D00"/>
            </a:solidFill>
          </p:spPr>
          <p:txBody>
            <a:bodyPr wrap="square" lIns="0" tIns="0" rIns="0" bIns="0" rtlCol="0"/>
            <a:lstStyle/>
            <a:p/>
          </p:txBody>
        </p:sp>
        <p:sp>
          <p:nvSpPr>
            <p:cNvPr id="749" name="object 749"/>
            <p:cNvSpPr/>
            <p:nvPr/>
          </p:nvSpPr>
          <p:spPr>
            <a:xfrm>
              <a:off x="208026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4B4C00"/>
            </a:solidFill>
          </p:spPr>
          <p:txBody>
            <a:bodyPr wrap="square" lIns="0" tIns="0" rIns="0" bIns="0" rtlCol="0"/>
            <a:lstStyle/>
            <a:p/>
          </p:txBody>
        </p:sp>
        <p:sp>
          <p:nvSpPr>
            <p:cNvPr id="750" name="object 750"/>
            <p:cNvSpPr/>
            <p:nvPr/>
          </p:nvSpPr>
          <p:spPr>
            <a:xfrm>
              <a:off x="2081530" y="1545589"/>
              <a:ext cx="187960" cy="7620"/>
            </a:xfrm>
            <a:custGeom>
              <a:avLst/>
              <a:gdLst/>
              <a:ahLst/>
              <a:cxnLst/>
              <a:rect l="l" t="t" r="r" b="b"/>
              <a:pathLst>
                <a:path w="187960"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4C4B00"/>
            </a:solidFill>
          </p:spPr>
          <p:txBody>
            <a:bodyPr wrap="square" lIns="0" tIns="0" rIns="0" bIns="0" rtlCol="0"/>
            <a:lstStyle/>
            <a:p/>
          </p:txBody>
        </p:sp>
        <p:sp>
          <p:nvSpPr>
            <p:cNvPr id="751" name="object 751"/>
            <p:cNvSpPr/>
            <p:nvPr/>
          </p:nvSpPr>
          <p:spPr>
            <a:xfrm>
              <a:off x="2082800" y="1553209"/>
              <a:ext cx="186690" cy="7620"/>
            </a:xfrm>
            <a:custGeom>
              <a:avLst/>
              <a:gdLst/>
              <a:ahLst/>
              <a:cxnLst/>
              <a:rect l="l" t="t" r="r" b="b"/>
              <a:pathLst>
                <a:path w="186689"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4E4900"/>
            </a:solidFill>
          </p:spPr>
          <p:txBody>
            <a:bodyPr wrap="square" lIns="0" tIns="0" rIns="0" bIns="0" rtlCol="0"/>
            <a:lstStyle/>
            <a:p/>
          </p:txBody>
        </p:sp>
        <p:sp>
          <p:nvSpPr>
            <p:cNvPr id="752" name="object 752"/>
            <p:cNvSpPr/>
            <p:nvPr/>
          </p:nvSpPr>
          <p:spPr>
            <a:xfrm>
              <a:off x="208407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4F4800"/>
            </a:solidFill>
          </p:spPr>
          <p:txBody>
            <a:bodyPr wrap="square" lIns="0" tIns="0" rIns="0" bIns="0" rtlCol="0"/>
            <a:lstStyle/>
            <a:p/>
          </p:txBody>
        </p:sp>
        <p:sp>
          <p:nvSpPr>
            <p:cNvPr id="753" name="object 753"/>
            <p:cNvSpPr/>
            <p:nvPr/>
          </p:nvSpPr>
          <p:spPr>
            <a:xfrm>
              <a:off x="2084070" y="1567179"/>
              <a:ext cx="182880" cy="7620"/>
            </a:xfrm>
            <a:custGeom>
              <a:avLst/>
              <a:gdLst/>
              <a:ahLst/>
              <a:cxnLst/>
              <a:rect l="l" t="t" r="r" b="b"/>
              <a:pathLst>
                <a:path w="182880" h="7619">
                  <a:moveTo>
                    <a:pt x="182880" y="0"/>
                  </a:moveTo>
                  <a:lnTo>
                    <a:pt x="0" y="0"/>
                  </a:lnTo>
                  <a:lnTo>
                    <a:pt x="0" y="1270"/>
                  </a:lnTo>
                  <a:lnTo>
                    <a:pt x="0" y="2540"/>
                  </a:lnTo>
                  <a:lnTo>
                    <a:pt x="1270" y="2540"/>
                  </a:lnTo>
                  <a:lnTo>
                    <a:pt x="1270" y="7620"/>
                  </a:lnTo>
                  <a:lnTo>
                    <a:pt x="181597" y="7620"/>
                  </a:lnTo>
                  <a:lnTo>
                    <a:pt x="181597" y="2540"/>
                  </a:lnTo>
                  <a:lnTo>
                    <a:pt x="181610" y="1270"/>
                  </a:lnTo>
                  <a:lnTo>
                    <a:pt x="182880" y="1270"/>
                  </a:lnTo>
                  <a:lnTo>
                    <a:pt x="182880" y="0"/>
                  </a:lnTo>
                  <a:close/>
                </a:path>
              </a:pathLst>
            </a:custGeom>
            <a:solidFill>
              <a:srgbClr val="504700"/>
            </a:solidFill>
          </p:spPr>
          <p:txBody>
            <a:bodyPr wrap="square" lIns="0" tIns="0" rIns="0" bIns="0" rtlCol="0"/>
            <a:lstStyle/>
            <a:p/>
          </p:txBody>
        </p:sp>
        <p:sp>
          <p:nvSpPr>
            <p:cNvPr id="754" name="object 754"/>
            <p:cNvSpPr/>
            <p:nvPr/>
          </p:nvSpPr>
          <p:spPr>
            <a:xfrm>
              <a:off x="2085340" y="1574799"/>
              <a:ext cx="179070" cy="7620"/>
            </a:xfrm>
            <a:custGeom>
              <a:avLst/>
              <a:gdLst/>
              <a:ahLst/>
              <a:cxnLst/>
              <a:rect l="l" t="t" r="r" b="b"/>
              <a:pathLst>
                <a:path w="179069" h="7619">
                  <a:moveTo>
                    <a:pt x="179070" y="2540"/>
                  </a:moveTo>
                  <a:lnTo>
                    <a:pt x="179057" y="0"/>
                  </a:lnTo>
                  <a:lnTo>
                    <a:pt x="0" y="0"/>
                  </a:lnTo>
                  <a:lnTo>
                    <a:pt x="0" y="2540"/>
                  </a:lnTo>
                  <a:lnTo>
                    <a:pt x="1270" y="2540"/>
                  </a:lnTo>
                  <a:lnTo>
                    <a:pt x="1270" y="6350"/>
                  </a:lnTo>
                  <a:lnTo>
                    <a:pt x="1270" y="7620"/>
                  </a:lnTo>
                  <a:lnTo>
                    <a:pt x="177800" y="7620"/>
                  </a:lnTo>
                  <a:lnTo>
                    <a:pt x="177800" y="6350"/>
                  </a:lnTo>
                  <a:lnTo>
                    <a:pt x="179070" y="6350"/>
                  </a:lnTo>
                  <a:lnTo>
                    <a:pt x="179070" y="2540"/>
                  </a:lnTo>
                  <a:close/>
                </a:path>
              </a:pathLst>
            </a:custGeom>
            <a:solidFill>
              <a:srgbClr val="514600"/>
            </a:solidFill>
          </p:spPr>
          <p:txBody>
            <a:bodyPr wrap="square" lIns="0" tIns="0" rIns="0" bIns="0" rtlCol="0"/>
            <a:lstStyle/>
            <a:p/>
          </p:txBody>
        </p:sp>
        <p:sp>
          <p:nvSpPr>
            <p:cNvPr id="755" name="object 755"/>
            <p:cNvSpPr/>
            <p:nvPr/>
          </p:nvSpPr>
          <p:spPr>
            <a:xfrm>
              <a:off x="2087880" y="1582419"/>
              <a:ext cx="175260" cy="6350"/>
            </a:xfrm>
            <a:custGeom>
              <a:avLst/>
              <a:gdLst/>
              <a:ahLst/>
              <a:cxnLst/>
              <a:rect l="l" t="t" r="r" b="b"/>
              <a:pathLst>
                <a:path w="175260"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524500"/>
            </a:solidFill>
          </p:spPr>
          <p:txBody>
            <a:bodyPr wrap="square" lIns="0" tIns="0" rIns="0" bIns="0" rtlCol="0"/>
            <a:lstStyle/>
            <a:p/>
          </p:txBody>
        </p:sp>
        <p:sp>
          <p:nvSpPr>
            <p:cNvPr id="756" name="object 756"/>
            <p:cNvSpPr/>
            <p:nvPr/>
          </p:nvSpPr>
          <p:spPr>
            <a:xfrm>
              <a:off x="2089150" y="1588769"/>
              <a:ext cx="172720" cy="7620"/>
            </a:xfrm>
            <a:custGeom>
              <a:avLst/>
              <a:gdLst/>
              <a:ahLst/>
              <a:cxnLst/>
              <a:rect l="l" t="t" r="r" b="b"/>
              <a:pathLst>
                <a:path w="172719"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534400"/>
            </a:solidFill>
          </p:spPr>
          <p:txBody>
            <a:bodyPr wrap="square" lIns="0" tIns="0" rIns="0" bIns="0" rtlCol="0"/>
            <a:lstStyle/>
            <a:p/>
          </p:txBody>
        </p:sp>
        <p:sp>
          <p:nvSpPr>
            <p:cNvPr id="757" name="object 757"/>
            <p:cNvSpPr/>
            <p:nvPr/>
          </p:nvSpPr>
          <p:spPr>
            <a:xfrm>
              <a:off x="2090420" y="1596389"/>
              <a:ext cx="170180" cy="7620"/>
            </a:xfrm>
            <a:custGeom>
              <a:avLst/>
              <a:gdLst/>
              <a:ahLst/>
              <a:cxnLst/>
              <a:rect l="l" t="t" r="r" b="b"/>
              <a:pathLst>
                <a:path w="170180" h="7619">
                  <a:moveTo>
                    <a:pt x="168897" y="2552"/>
                  </a:moveTo>
                  <a:lnTo>
                    <a:pt x="1270" y="2552"/>
                  </a:lnTo>
                  <a:lnTo>
                    <a:pt x="1270" y="7620"/>
                  </a:lnTo>
                  <a:lnTo>
                    <a:pt x="168897" y="7620"/>
                  </a:lnTo>
                  <a:lnTo>
                    <a:pt x="168897" y="2552"/>
                  </a:lnTo>
                  <a:close/>
                </a:path>
                <a:path w="170180" h="7619">
                  <a:moveTo>
                    <a:pt x="170180" y="0"/>
                  </a:moveTo>
                  <a:lnTo>
                    <a:pt x="0" y="0"/>
                  </a:lnTo>
                  <a:lnTo>
                    <a:pt x="0" y="2540"/>
                  </a:lnTo>
                  <a:lnTo>
                    <a:pt x="170180" y="2540"/>
                  </a:lnTo>
                  <a:lnTo>
                    <a:pt x="170180" y="0"/>
                  </a:lnTo>
                  <a:close/>
                </a:path>
              </a:pathLst>
            </a:custGeom>
            <a:solidFill>
              <a:srgbClr val="544300"/>
            </a:solidFill>
          </p:spPr>
          <p:txBody>
            <a:bodyPr wrap="square" lIns="0" tIns="0" rIns="0" bIns="0" rtlCol="0"/>
            <a:lstStyle/>
            <a:p/>
          </p:txBody>
        </p:sp>
        <p:sp>
          <p:nvSpPr>
            <p:cNvPr id="758" name="object 758"/>
            <p:cNvSpPr/>
            <p:nvPr/>
          </p:nvSpPr>
          <p:spPr>
            <a:xfrm>
              <a:off x="2091690" y="1604009"/>
              <a:ext cx="166370" cy="6350"/>
            </a:xfrm>
            <a:custGeom>
              <a:avLst/>
              <a:gdLst/>
              <a:ahLst/>
              <a:cxnLst/>
              <a:rect l="l" t="t" r="r" b="b"/>
              <a:pathLst>
                <a:path w="166369" h="6350">
                  <a:moveTo>
                    <a:pt x="166370" y="1270"/>
                  </a:moveTo>
                  <a:lnTo>
                    <a:pt x="166357" y="0"/>
                  </a:lnTo>
                  <a:lnTo>
                    <a:pt x="0" y="0"/>
                  </a:lnTo>
                  <a:lnTo>
                    <a:pt x="0" y="1270"/>
                  </a:lnTo>
                  <a:lnTo>
                    <a:pt x="1270" y="1270"/>
                  </a:lnTo>
                  <a:lnTo>
                    <a:pt x="1270" y="3810"/>
                  </a:lnTo>
                  <a:lnTo>
                    <a:pt x="1270" y="6350"/>
                  </a:lnTo>
                  <a:lnTo>
                    <a:pt x="165100" y="6350"/>
                  </a:lnTo>
                  <a:lnTo>
                    <a:pt x="165100" y="3810"/>
                  </a:lnTo>
                  <a:lnTo>
                    <a:pt x="166370" y="3810"/>
                  </a:lnTo>
                  <a:lnTo>
                    <a:pt x="166370" y="1270"/>
                  </a:lnTo>
                  <a:close/>
                </a:path>
              </a:pathLst>
            </a:custGeom>
            <a:solidFill>
              <a:srgbClr val="564100"/>
            </a:solidFill>
          </p:spPr>
          <p:txBody>
            <a:bodyPr wrap="square" lIns="0" tIns="0" rIns="0" bIns="0" rtlCol="0"/>
            <a:lstStyle/>
            <a:p/>
          </p:txBody>
        </p:sp>
        <p:sp>
          <p:nvSpPr>
            <p:cNvPr id="759" name="object 759"/>
            <p:cNvSpPr/>
            <p:nvPr/>
          </p:nvSpPr>
          <p:spPr>
            <a:xfrm>
              <a:off x="2094230" y="161035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574000"/>
            </a:solidFill>
          </p:spPr>
          <p:txBody>
            <a:bodyPr wrap="square" lIns="0" tIns="0" rIns="0" bIns="0" rtlCol="0"/>
            <a:lstStyle/>
            <a:p/>
          </p:txBody>
        </p:sp>
        <p:sp>
          <p:nvSpPr>
            <p:cNvPr id="760" name="object 760"/>
            <p:cNvSpPr/>
            <p:nvPr/>
          </p:nvSpPr>
          <p:spPr>
            <a:xfrm>
              <a:off x="2096770" y="1617979"/>
              <a:ext cx="157480" cy="7620"/>
            </a:xfrm>
            <a:custGeom>
              <a:avLst/>
              <a:gdLst/>
              <a:ahLst/>
              <a:cxnLst/>
              <a:rect l="l" t="t" r="r" b="b"/>
              <a:pathLst>
                <a:path w="157480" h="7619">
                  <a:moveTo>
                    <a:pt x="157480" y="0"/>
                  </a:moveTo>
                  <a:lnTo>
                    <a:pt x="0" y="0"/>
                  </a:lnTo>
                  <a:lnTo>
                    <a:pt x="0" y="2540"/>
                  </a:lnTo>
                  <a:lnTo>
                    <a:pt x="0" y="3810"/>
                  </a:lnTo>
                  <a:lnTo>
                    <a:pt x="1270" y="3810"/>
                  </a:lnTo>
                  <a:lnTo>
                    <a:pt x="1270" y="6350"/>
                  </a:lnTo>
                  <a:lnTo>
                    <a:pt x="1270" y="7620"/>
                  </a:lnTo>
                  <a:lnTo>
                    <a:pt x="154927" y="7620"/>
                  </a:lnTo>
                  <a:lnTo>
                    <a:pt x="154927" y="6350"/>
                  </a:lnTo>
                  <a:lnTo>
                    <a:pt x="156197" y="6350"/>
                  </a:lnTo>
                  <a:lnTo>
                    <a:pt x="156197" y="3810"/>
                  </a:lnTo>
                  <a:lnTo>
                    <a:pt x="156210" y="2540"/>
                  </a:lnTo>
                  <a:lnTo>
                    <a:pt x="157480" y="2540"/>
                  </a:lnTo>
                  <a:lnTo>
                    <a:pt x="157480" y="0"/>
                  </a:lnTo>
                  <a:close/>
                </a:path>
              </a:pathLst>
            </a:custGeom>
            <a:solidFill>
              <a:srgbClr val="583F00"/>
            </a:solidFill>
          </p:spPr>
          <p:txBody>
            <a:bodyPr wrap="square" lIns="0" tIns="0" rIns="0" bIns="0" rtlCol="0"/>
            <a:lstStyle/>
            <a:p/>
          </p:txBody>
        </p:sp>
        <p:sp>
          <p:nvSpPr>
            <p:cNvPr id="761" name="object 761"/>
            <p:cNvSpPr/>
            <p:nvPr/>
          </p:nvSpPr>
          <p:spPr>
            <a:xfrm>
              <a:off x="2099310" y="1625599"/>
              <a:ext cx="152400" cy="6350"/>
            </a:xfrm>
            <a:custGeom>
              <a:avLst/>
              <a:gdLst/>
              <a:ahLst/>
              <a:cxnLst/>
              <a:rect l="l" t="t" r="r" b="b"/>
              <a:pathLst>
                <a:path w="152400" h="6350">
                  <a:moveTo>
                    <a:pt x="152400" y="0"/>
                  </a:moveTo>
                  <a:lnTo>
                    <a:pt x="0" y="0"/>
                  </a:lnTo>
                  <a:lnTo>
                    <a:pt x="0" y="1270"/>
                  </a:lnTo>
                  <a:lnTo>
                    <a:pt x="0" y="3810"/>
                  </a:lnTo>
                  <a:lnTo>
                    <a:pt x="1270" y="3810"/>
                  </a:lnTo>
                  <a:lnTo>
                    <a:pt x="1270" y="6350"/>
                  </a:lnTo>
                  <a:lnTo>
                    <a:pt x="149860" y="6350"/>
                  </a:lnTo>
                  <a:lnTo>
                    <a:pt x="149860" y="3810"/>
                  </a:lnTo>
                  <a:lnTo>
                    <a:pt x="151130" y="3810"/>
                  </a:lnTo>
                  <a:lnTo>
                    <a:pt x="151130" y="1270"/>
                  </a:lnTo>
                  <a:lnTo>
                    <a:pt x="152400" y="1270"/>
                  </a:lnTo>
                  <a:lnTo>
                    <a:pt x="152400" y="0"/>
                  </a:lnTo>
                  <a:close/>
                </a:path>
              </a:pathLst>
            </a:custGeom>
            <a:solidFill>
              <a:srgbClr val="593E00"/>
            </a:solidFill>
          </p:spPr>
          <p:txBody>
            <a:bodyPr wrap="square" lIns="0" tIns="0" rIns="0" bIns="0" rtlCol="0"/>
            <a:lstStyle/>
            <a:p/>
          </p:txBody>
        </p:sp>
        <p:sp>
          <p:nvSpPr>
            <p:cNvPr id="762" name="object 762"/>
            <p:cNvSpPr/>
            <p:nvPr/>
          </p:nvSpPr>
          <p:spPr>
            <a:xfrm>
              <a:off x="2100580" y="1631949"/>
              <a:ext cx="147320" cy="7620"/>
            </a:xfrm>
            <a:custGeom>
              <a:avLst/>
              <a:gdLst/>
              <a:ahLst/>
              <a:cxnLst/>
              <a:rect l="l" t="t" r="r" b="b"/>
              <a:pathLst>
                <a:path w="147319" h="7619">
                  <a:moveTo>
                    <a:pt x="147320" y="0"/>
                  </a:moveTo>
                  <a:lnTo>
                    <a:pt x="0" y="0"/>
                  </a:lnTo>
                  <a:lnTo>
                    <a:pt x="0" y="1270"/>
                  </a:lnTo>
                  <a:lnTo>
                    <a:pt x="1270" y="1270"/>
                  </a:lnTo>
                  <a:lnTo>
                    <a:pt x="1270" y="3810"/>
                  </a:lnTo>
                  <a:lnTo>
                    <a:pt x="1270" y="5080"/>
                  </a:lnTo>
                  <a:lnTo>
                    <a:pt x="2540" y="5080"/>
                  </a:lnTo>
                  <a:lnTo>
                    <a:pt x="2540" y="6350"/>
                  </a:lnTo>
                  <a:lnTo>
                    <a:pt x="2540" y="7620"/>
                  </a:lnTo>
                  <a:lnTo>
                    <a:pt x="144767" y="7620"/>
                  </a:lnTo>
                  <a:lnTo>
                    <a:pt x="144767" y="6350"/>
                  </a:lnTo>
                  <a:lnTo>
                    <a:pt x="146050" y="6350"/>
                  </a:lnTo>
                  <a:lnTo>
                    <a:pt x="146050" y="5080"/>
                  </a:lnTo>
                  <a:lnTo>
                    <a:pt x="146050" y="3810"/>
                  </a:lnTo>
                  <a:lnTo>
                    <a:pt x="147320" y="3810"/>
                  </a:lnTo>
                  <a:lnTo>
                    <a:pt x="147320" y="1270"/>
                  </a:lnTo>
                  <a:lnTo>
                    <a:pt x="147320" y="0"/>
                  </a:lnTo>
                  <a:close/>
                </a:path>
              </a:pathLst>
            </a:custGeom>
            <a:solidFill>
              <a:srgbClr val="5A3D00"/>
            </a:solidFill>
          </p:spPr>
          <p:txBody>
            <a:bodyPr wrap="square" lIns="0" tIns="0" rIns="0" bIns="0" rtlCol="0"/>
            <a:lstStyle/>
            <a:p/>
          </p:txBody>
        </p:sp>
        <p:sp>
          <p:nvSpPr>
            <p:cNvPr id="763" name="object 763"/>
            <p:cNvSpPr/>
            <p:nvPr/>
          </p:nvSpPr>
          <p:spPr>
            <a:xfrm>
              <a:off x="2104390" y="1639569"/>
              <a:ext cx="140970" cy="7620"/>
            </a:xfrm>
            <a:custGeom>
              <a:avLst/>
              <a:gdLst/>
              <a:ahLst/>
              <a:cxnLst/>
              <a:rect l="l" t="t" r="r" b="b"/>
              <a:pathLst>
                <a:path w="140969" h="7619">
                  <a:moveTo>
                    <a:pt x="140969" y="0"/>
                  </a:moveTo>
                  <a:lnTo>
                    <a:pt x="0" y="0"/>
                  </a:lnTo>
                  <a:lnTo>
                    <a:pt x="0" y="2539"/>
                  </a:lnTo>
                  <a:lnTo>
                    <a:pt x="1270" y="2539"/>
                  </a:lnTo>
                  <a:lnTo>
                    <a:pt x="1270" y="5079"/>
                  </a:lnTo>
                  <a:lnTo>
                    <a:pt x="2540" y="5079"/>
                  </a:lnTo>
                  <a:lnTo>
                    <a:pt x="2540" y="7619"/>
                  </a:lnTo>
                  <a:lnTo>
                    <a:pt x="137160" y="7619"/>
                  </a:lnTo>
                  <a:lnTo>
                    <a:pt x="137160" y="6350"/>
                  </a:lnTo>
                  <a:lnTo>
                    <a:pt x="138430" y="6350"/>
                  </a:lnTo>
                  <a:lnTo>
                    <a:pt x="138430" y="3810"/>
                  </a:lnTo>
                  <a:lnTo>
                    <a:pt x="139700" y="3810"/>
                  </a:lnTo>
                  <a:lnTo>
                    <a:pt x="139700" y="1270"/>
                  </a:lnTo>
                  <a:lnTo>
                    <a:pt x="140969" y="1270"/>
                  </a:lnTo>
                  <a:lnTo>
                    <a:pt x="140969" y="0"/>
                  </a:lnTo>
                  <a:close/>
                </a:path>
              </a:pathLst>
            </a:custGeom>
            <a:solidFill>
              <a:srgbClr val="5B3C00"/>
            </a:solidFill>
          </p:spPr>
          <p:txBody>
            <a:bodyPr wrap="square" lIns="0" tIns="0" rIns="0" bIns="0" rtlCol="0"/>
            <a:lstStyle/>
            <a:p/>
          </p:txBody>
        </p:sp>
        <p:sp>
          <p:nvSpPr>
            <p:cNvPr id="764" name="object 764"/>
            <p:cNvSpPr/>
            <p:nvPr/>
          </p:nvSpPr>
          <p:spPr>
            <a:xfrm>
              <a:off x="210820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797" y="5080"/>
                  </a:lnTo>
                  <a:lnTo>
                    <a:pt x="130797" y="3810"/>
                  </a:lnTo>
                  <a:lnTo>
                    <a:pt x="132080" y="3810"/>
                  </a:lnTo>
                  <a:lnTo>
                    <a:pt x="132080" y="2540"/>
                  </a:lnTo>
                  <a:lnTo>
                    <a:pt x="132080" y="1270"/>
                  </a:lnTo>
                  <a:lnTo>
                    <a:pt x="133350" y="1270"/>
                  </a:lnTo>
                  <a:lnTo>
                    <a:pt x="133350" y="0"/>
                  </a:lnTo>
                  <a:close/>
                </a:path>
              </a:pathLst>
            </a:custGeom>
            <a:solidFill>
              <a:srgbClr val="5C3B00"/>
            </a:solidFill>
          </p:spPr>
          <p:txBody>
            <a:bodyPr wrap="square" lIns="0" tIns="0" rIns="0" bIns="0" rtlCol="0"/>
            <a:lstStyle/>
            <a:p/>
          </p:txBody>
        </p:sp>
        <p:sp>
          <p:nvSpPr>
            <p:cNvPr id="765" name="object 765"/>
            <p:cNvSpPr/>
            <p:nvPr/>
          </p:nvSpPr>
          <p:spPr>
            <a:xfrm>
              <a:off x="2112010" y="1653539"/>
              <a:ext cx="125730" cy="7620"/>
            </a:xfrm>
            <a:custGeom>
              <a:avLst/>
              <a:gdLst/>
              <a:ahLst/>
              <a:cxnLst/>
              <a:rect l="l" t="t" r="r" b="b"/>
              <a:pathLst>
                <a:path w="125730" h="7619">
                  <a:moveTo>
                    <a:pt x="120637" y="6362"/>
                  </a:moveTo>
                  <a:lnTo>
                    <a:pt x="3810" y="6362"/>
                  </a:lnTo>
                  <a:lnTo>
                    <a:pt x="3810" y="7620"/>
                  </a:lnTo>
                  <a:lnTo>
                    <a:pt x="120637" y="7620"/>
                  </a:lnTo>
                  <a:lnTo>
                    <a:pt x="120637" y="6362"/>
                  </a:lnTo>
                  <a:close/>
                </a:path>
                <a:path w="125730" h="7619">
                  <a:moveTo>
                    <a:pt x="125730" y="0"/>
                  </a:moveTo>
                  <a:lnTo>
                    <a:pt x="0" y="0"/>
                  </a:lnTo>
                  <a:lnTo>
                    <a:pt x="0" y="1270"/>
                  </a:lnTo>
                  <a:lnTo>
                    <a:pt x="0" y="2540"/>
                  </a:lnTo>
                  <a:lnTo>
                    <a:pt x="1270" y="2540"/>
                  </a:lnTo>
                  <a:lnTo>
                    <a:pt x="1270" y="3810"/>
                  </a:lnTo>
                  <a:lnTo>
                    <a:pt x="2540" y="3810"/>
                  </a:lnTo>
                  <a:lnTo>
                    <a:pt x="2540" y="5080"/>
                  </a:lnTo>
                  <a:lnTo>
                    <a:pt x="2540" y="6350"/>
                  </a:lnTo>
                  <a:lnTo>
                    <a:pt x="121920" y="6350"/>
                  </a:lnTo>
                  <a:lnTo>
                    <a:pt x="121920" y="5080"/>
                  </a:lnTo>
                  <a:lnTo>
                    <a:pt x="123190" y="5080"/>
                  </a:lnTo>
                  <a:lnTo>
                    <a:pt x="123190" y="3810"/>
                  </a:lnTo>
                  <a:lnTo>
                    <a:pt x="123190" y="2540"/>
                  </a:lnTo>
                  <a:lnTo>
                    <a:pt x="124460" y="2540"/>
                  </a:lnTo>
                  <a:lnTo>
                    <a:pt x="124460" y="1270"/>
                  </a:lnTo>
                  <a:lnTo>
                    <a:pt x="125730" y="1270"/>
                  </a:lnTo>
                  <a:lnTo>
                    <a:pt x="125730" y="0"/>
                  </a:lnTo>
                  <a:close/>
                </a:path>
              </a:pathLst>
            </a:custGeom>
            <a:solidFill>
              <a:srgbClr val="5E3900"/>
            </a:solidFill>
          </p:spPr>
          <p:txBody>
            <a:bodyPr wrap="square" lIns="0" tIns="0" rIns="0" bIns="0" rtlCol="0"/>
            <a:lstStyle/>
            <a:p/>
          </p:txBody>
        </p:sp>
        <p:sp>
          <p:nvSpPr>
            <p:cNvPr id="766" name="object 766"/>
            <p:cNvSpPr/>
            <p:nvPr/>
          </p:nvSpPr>
          <p:spPr>
            <a:xfrm>
              <a:off x="2117090" y="1661159"/>
              <a:ext cx="115570" cy="8255"/>
            </a:xfrm>
            <a:custGeom>
              <a:avLst/>
              <a:gdLst/>
              <a:ahLst/>
              <a:cxnLst/>
              <a:rect l="l" t="t" r="r" b="b"/>
              <a:pathLst>
                <a:path w="115569" h="8255">
                  <a:moveTo>
                    <a:pt x="111760" y="5092"/>
                  </a:moveTo>
                  <a:lnTo>
                    <a:pt x="3810" y="5092"/>
                  </a:lnTo>
                  <a:lnTo>
                    <a:pt x="3810" y="6350"/>
                  </a:lnTo>
                  <a:lnTo>
                    <a:pt x="5080" y="6350"/>
                  </a:lnTo>
                  <a:lnTo>
                    <a:pt x="5080" y="7632"/>
                  </a:lnTo>
                  <a:lnTo>
                    <a:pt x="110490" y="7632"/>
                  </a:lnTo>
                  <a:lnTo>
                    <a:pt x="110490" y="6350"/>
                  </a:lnTo>
                  <a:lnTo>
                    <a:pt x="111760" y="6350"/>
                  </a:lnTo>
                  <a:lnTo>
                    <a:pt x="111760" y="5092"/>
                  </a:lnTo>
                  <a:close/>
                </a:path>
                <a:path w="115569" h="8255">
                  <a:moveTo>
                    <a:pt x="115557" y="0"/>
                  </a:moveTo>
                  <a:lnTo>
                    <a:pt x="0" y="0"/>
                  </a:lnTo>
                  <a:lnTo>
                    <a:pt x="0" y="1282"/>
                  </a:lnTo>
                  <a:lnTo>
                    <a:pt x="1270" y="1282"/>
                  </a:lnTo>
                  <a:lnTo>
                    <a:pt x="1270" y="2540"/>
                  </a:lnTo>
                  <a:lnTo>
                    <a:pt x="1270" y="3810"/>
                  </a:lnTo>
                  <a:lnTo>
                    <a:pt x="2540" y="3810"/>
                  </a:lnTo>
                  <a:lnTo>
                    <a:pt x="2540" y="5080"/>
                  </a:lnTo>
                  <a:lnTo>
                    <a:pt x="113030" y="5080"/>
                  </a:lnTo>
                  <a:lnTo>
                    <a:pt x="113030" y="3810"/>
                  </a:lnTo>
                  <a:lnTo>
                    <a:pt x="113030" y="2540"/>
                  </a:lnTo>
                  <a:lnTo>
                    <a:pt x="114300" y="2540"/>
                  </a:lnTo>
                  <a:lnTo>
                    <a:pt x="114300" y="1282"/>
                  </a:lnTo>
                  <a:lnTo>
                    <a:pt x="115557" y="1282"/>
                  </a:lnTo>
                  <a:lnTo>
                    <a:pt x="115557" y="0"/>
                  </a:lnTo>
                  <a:close/>
                </a:path>
              </a:pathLst>
            </a:custGeom>
            <a:solidFill>
              <a:srgbClr val="5F3800"/>
            </a:solidFill>
          </p:spPr>
          <p:txBody>
            <a:bodyPr wrap="square" lIns="0" tIns="0" rIns="0" bIns="0" rtlCol="0"/>
            <a:lstStyle/>
            <a:p/>
          </p:txBody>
        </p:sp>
        <p:sp>
          <p:nvSpPr>
            <p:cNvPr id="767" name="object 767"/>
            <p:cNvSpPr/>
            <p:nvPr/>
          </p:nvSpPr>
          <p:spPr>
            <a:xfrm>
              <a:off x="2123440" y="1668792"/>
              <a:ext cx="102870" cy="6350"/>
            </a:xfrm>
            <a:custGeom>
              <a:avLst/>
              <a:gdLst/>
              <a:ahLst/>
              <a:cxnLst/>
              <a:rect l="l" t="t" r="r" b="b"/>
              <a:pathLst>
                <a:path w="102869" h="6350">
                  <a:moveTo>
                    <a:pt x="102857"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07" y="6350"/>
                  </a:lnTo>
                  <a:lnTo>
                    <a:pt x="96507" y="5067"/>
                  </a:lnTo>
                  <a:lnTo>
                    <a:pt x="97790" y="5067"/>
                  </a:lnTo>
                  <a:lnTo>
                    <a:pt x="97790" y="3810"/>
                  </a:lnTo>
                  <a:lnTo>
                    <a:pt x="99060" y="3810"/>
                  </a:lnTo>
                  <a:lnTo>
                    <a:pt x="99060" y="2527"/>
                  </a:lnTo>
                  <a:lnTo>
                    <a:pt x="100330" y="2527"/>
                  </a:lnTo>
                  <a:lnTo>
                    <a:pt x="100330" y="1257"/>
                  </a:lnTo>
                  <a:lnTo>
                    <a:pt x="102857" y="1257"/>
                  </a:lnTo>
                  <a:lnTo>
                    <a:pt x="102857" y="0"/>
                  </a:lnTo>
                  <a:close/>
                </a:path>
              </a:pathLst>
            </a:custGeom>
            <a:solidFill>
              <a:srgbClr val="603700"/>
            </a:solidFill>
          </p:spPr>
          <p:txBody>
            <a:bodyPr wrap="square" lIns="0" tIns="0" rIns="0" bIns="0" rtlCol="0"/>
            <a:lstStyle/>
            <a:p/>
          </p:txBody>
        </p:sp>
        <p:sp>
          <p:nvSpPr>
            <p:cNvPr id="768" name="object 768"/>
            <p:cNvSpPr/>
            <p:nvPr/>
          </p:nvSpPr>
          <p:spPr>
            <a:xfrm>
              <a:off x="2131060" y="1675129"/>
              <a:ext cx="87630" cy="7620"/>
            </a:xfrm>
            <a:custGeom>
              <a:avLst/>
              <a:gdLst/>
              <a:ahLst/>
              <a:cxnLst/>
              <a:rect l="l" t="t" r="r" b="b"/>
              <a:pathLst>
                <a:path w="87630" h="7619">
                  <a:moveTo>
                    <a:pt x="77469" y="6350"/>
                  </a:moveTo>
                  <a:lnTo>
                    <a:pt x="10159" y="6350"/>
                  </a:lnTo>
                  <a:lnTo>
                    <a:pt x="10159" y="7619"/>
                  </a:lnTo>
                  <a:lnTo>
                    <a:pt x="77469" y="7619"/>
                  </a:lnTo>
                  <a:lnTo>
                    <a:pt x="77469" y="6350"/>
                  </a:lnTo>
                  <a:close/>
                </a:path>
                <a:path w="87630" h="7619">
                  <a:moveTo>
                    <a:pt x="81280" y="5079"/>
                  </a:moveTo>
                  <a:lnTo>
                    <a:pt x="7619" y="5079"/>
                  </a:lnTo>
                  <a:lnTo>
                    <a:pt x="7619" y="6350"/>
                  </a:lnTo>
                  <a:lnTo>
                    <a:pt x="81280" y="6350"/>
                  </a:lnTo>
                  <a:lnTo>
                    <a:pt x="81280" y="5079"/>
                  </a:lnTo>
                  <a:close/>
                </a:path>
                <a:path w="87630" h="7619">
                  <a:moveTo>
                    <a:pt x="83819" y="3810"/>
                  </a:moveTo>
                  <a:lnTo>
                    <a:pt x="5079" y="3810"/>
                  </a:lnTo>
                  <a:lnTo>
                    <a:pt x="5079" y="5079"/>
                  </a:lnTo>
                  <a:lnTo>
                    <a:pt x="83819" y="5079"/>
                  </a:lnTo>
                  <a:lnTo>
                    <a:pt x="83819" y="3810"/>
                  </a:lnTo>
                  <a:close/>
                </a:path>
                <a:path w="87630" h="7619">
                  <a:moveTo>
                    <a:pt x="85089" y="2539"/>
                  </a:moveTo>
                  <a:lnTo>
                    <a:pt x="2539" y="2539"/>
                  </a:lnTo>
                  <a:lnTo>
                    <a:pt x="2539" y="3810"/>
                  </a:lnTo>
                  <a:lnTo>
                    <a:pt x="85089" y="3810"/>
                  </a:lnTo>
                  <a:lnTo>
                    <a:pt x="85089" y="2539"/>
                  </a:lnTo>
                  <a:close/>
                </a:path>
                <a:path w="87630" h="7619">
                  <a:moveTo>
                    <a:pt x="86359" y="1269"/>
                  </a:moveTo>
                  <a:lnTo>
                    <a:pt x="1269" y="1269"/>
                  </a:lnTo>
                  <a:lnTo>
                    <a:pt x="1269" y="2539"/>
                  </a:lnTo>
                  <a:lnTo>
                    <a:pt x="86359" y="2539"/>
                  </a:lnTo>
                  <a:lnTo>
                    <a:pt x="86359" y="1269"/>
                  </a:lnTo>
                  <a:close/>
                </a:path>
                <a:path w="87630" h="7619">
                  <a:moveTo>
                    <a:pt x="87630" y="0"/>
                  </a:moveTo>
                  <a:lnTo>
                    <a:pt x="0" y="0"/>
                  </a:lnTo>
                  <a:lnTo>
                    <a:pt x="0" y="1269"/>
                  </a:lnTo>
                  <a:lnTo>
                    <a:pt x="87630" y="1269"/>
                  </a:lnTo>
                  <a:lnTo>
                    <a:pt x="87630" y="0"/>
                  </a:lnTo>
                  <a:close/>
                </a:path>
              </a:pathLst>
            </a:custGeom>
            <a:solidFill>
              <a:srgbClr val="613600"/>
            </a:solidFill>
          </p:spPr>
          <p:txBody>
            <a:bodyPr wrap="square" lIns="0" tIns="0" rIns="0" bIns="0" rtlCol="0"/>
            <a:lstStyle/>
            <a:p/>
          </p:txBody>
        </p:sp>
        <p:sp>
          <p:nvSpPr>
            <p:cNvPr id="769" name="object 769"/>
            <p:cNvSpPr/>
            <p:nvPr/>
          </p:nvSpPr>
          <p:spPr>
            <a:xfrm>
              <a:off x="2142490" y="1682749"/>
              <a:ext cx="64769" cy="7620"/>
            </a:xfrm>
            <a:custGeom>
              <a:avLst/>
              <a:gdLst/>
              <a:ahLst/>
              <a:cxnLst/>
              <a:rect l="l" t="t" r="r" b="b"/>
              <a:pathLst>
                <a:path w="64769" h="7619">
                  <a:moveTo>
                    <a:pt x="35560" y="6350"/>
                  </a:moveTo>
                  <a:lnTo>
                    <a:pt x="34290" y="6350"/>
                  </a:lnTo>
                  <a:lnTo>
                    <a:pt x="34290" y="7620"/>
                  </a:lnTo>
                  <a:lnTo>
                    <a:pt x="35560" y="7620"/>
                  </a:lnTo>
                  <a:lnTo>
                    <a:pt x="35560" y="6350"/>
                  </a:lnTo>
                  <a:close/>
                </a:path>
                <a:path w="64769" h="7619">
                  <a:moveTo>
                    <a:pt x="43180" y="5080"/>
                  </a:moveTo>
                  <a:lnTo>
                    <a:pt x="21590" y="5080"/>
                  </a:lnTo>
                  <a:lnTo>
                    <a:pt x="21590" y="6350"/>
                  </a:lnTo>
                  <a:lnTo>
                    <a:pt x="43180" y="6350"/>
                  </a:lnTo>
                  <a:lnTo>
                    <a:pt x="43180" y="5080"/>
                  </a:lnTo>
                  <a:close/>
                </a:path>
                <a:path w="64769" h="7619">
                  <a:moveTo>
                    <a:pt x="57150" y="3810"/>
                  </a:moveTo>
                  <a:lnTo>
                    <a:pt x="17780" y="3810"/>
                  </a:lnTo>
                  <a:lnTo>
                    <a:pt x="17780" y="5080"/>
                  </a:lnTo>
                  <a:lnTo>
                    <a:pt x="57150" y="5080"/>
                  </a:lnTo>
                  <a:lnTo>
                    <a:pt x="57150" y="3810"/>
                  </a:lnTo>
                  <a:close/>
                </a:path>
                <a:path w="64769" h="7619">
                  <a:moveTo>
                    <a:pt x="59690" y="2540"/>
                  </a:moveTo>
                  <a:lnTo>
                    <a:pt x="10160" y="2540"/>
                  </a:lnTo>
                  <a:lnTo>
                    <a:pt x="10160" y="3810"/>
                  </a:lnTo>
                  <a:lnTo>
                    <a:pt x="59690" y="3810"/>
                  </a:lnTo>
                  <a:lnTo>
                    <a:pt x="59690" y="2540"/>
                  </a:lnTo>
                  <a:close/>
                </a:path>
                <a:path w="64769" h="7619">
                  <a:moveTo>
                    <a:pt x="62230" y="1270"/>
                  </a:moveTo>
                  <a:lnTo>
                    <a:pt x="7620" y="1270"/>
                  </a:lnTo>
                  <a:lnTo>
                    <a:pt x="7620" y="2540"/>
                  </a:lnTo>
                  <a:lnTo>
                    <a:pt x="62230" y="2540"/>
                  </a:lnTo>
                  <a:lnTo>
                    <a:pt x="62230" y="1270"/>
                  </a:lnTo>
                  <a:close/>
                </a:path>
                <a:path w="64769" h="7619">
                  <a:moveTo>
                    <a:pt x="64769" y="0"/>
                  </a:moveTo>
                  <a:lnTo>
                    <a:pt x="0" y="0"/>
                  </a:lnTo>
                  <a:lnTo>
                    <a:pt x="0" y="1270"/>
                  </a:lnTo>
                  <a:lnTo>
                    <a:pt x="64769" y="1270"/>
                  </a:lnTo>
                  <a:lnTo>
                    <a:pt x="64769" y="0"/>
                  </a:lnTo>
                  <a:close/>
                </a:path>
              </a:pathLst>
            </a:custGeom>
            <a:solidFill>
              <a:srgbClr val="623500"/>
            </a:solidFill>
          </p:spPr>
          <p:txBody>
            <a:bodyPr wrap="square" lIns="0" tIns="0" rIns="0" bIns="0" rtlCol="0"/>
            <a:lstStyle/>
            <a:p/>
          </p:txBody>
        </p:sp>
      </p:grpSp>
      <p:grpSp>
        <p:nvGrpSpPr>
          <p:cNvPr id="770" name="object 770"/>
          <p:cNvGrpSpPr/>
          <p:nvPr/>
        </p:nvGrpSpPr>
        <p:grpSpPr>
          <a:xfrm>
            <a:off x="2514600" y="842010"/>
            <a:ext cx="153670" cy="835660"/>
            <a:chOff x="2514600" y="842010"/>
            <a:chExt cx="153670" cy="835660"/>
          </a:xfrm>
        </p:grpSpPr>
        <p:sp>
          <p:nvSpPr>
            <p:cNvPr id="771" name="object 771"/>
            <p:cNvSpPr/>
            <p:nvPr/>
          </p:nvSpPr>
          <p:spPr>
            <a:xfrm>
              <a:off x="2576830" y="842009"/>
              <a:ext cx="82550" cy="15240"/>
            </a:xfrm>
            <a:custGeom>
              <a:avLst/>
              <a:gdLst/>
              <a:ahLst/>
              <a:cxnLst/>
              <a:rect l="l" t="t" r="r" b="b"/>
              <a:pathLst>
                <a:path w="82550" h="15240">
                  <a:moveTo>
                    <a:pt x="82550" y="13970"/>
                  </a:moveTo>
                  <a:lnTo>
                    <a:pt x="78740" y="13970"/>
                  </a:lnTo>
                  <a:lnTo>
                    <a:pt x="78740" y="12700"/>
                  </a:lnTo>
                  <a:lnTo>
                    <a:pt x="74930" y="12700"/>
                  </a:lnTo>
                  <a:lnTo>
                    <a:pt x="74930" y="11430"/>
                  </a:lnTo>
                  <a:lnTo>
                    <a:pt x="72390" y="11430"/>
                  </a:lnTo>
                  <a:lnTo>
                    <a:pt x="72390" y="10160"/>
                  </a:lnTo>
                  <a:lnTo>
                    <a:pt x="67310" y="10160"/>
                  </a:lnTo>
                  <a:lnTo>
                    <a:pt x="67310" y="8890"/>
                  </a:lnTo>
                  <a:lnTo>
                    <a:pt x="62230" y="8890"/>
                  </a:lnTo>
                  <a:lnTo>
                    <a:pt x="62230" y="7620"/>
                  </a:lnTo>
                  <a:lnTo>
                    <a:pt x="58420" y="7620"/>
                  </a:lnTo>
                  <a:lnTo>
                    <a:pt x="58420" y="6350"/>
                  </a:lnTo>
                  <a:lnTo>
                    <a:pt x="55867" y="6350"/>
                  </a:lnTo>
                  <a:lnTo>
                    <a:pt x="55867" y="5080"/>
                  </a:lnTo>
                  <a:lnTo>
                    <a:pt x="49530" y="5080"/>
                  </a:lnTo>
                  <a:lnTo>
                    <a:pt x="49530" y="3810"/>
                  </a:lnTo>
                  <a:lnTo>
                    <a:pt x="45720" y="3810"/>
                  </a:lnTo>
                  <a:lnTo>
                    <a:pt x="45720" y="2540"/>
                  </a:lnTo>
                  <a:lnTo>
                    <a:pt x="43180" y="2540"/>
                  </a:lnTo>
                  <a:lnTo>
                    <a:pt x="43180" y="1270"/>
                  </a:lnTo>
                  <a:lnTo>
                    <a:pt x="33020" y="1270"/>
                  </a:lnTo>
                  <a:lnTo>
                    <a:pt x="33020" y="0"/>
                  </a:lnTo>
                  <a:lnTo>
                    <a:pt x="25400" y="0"/>
                  </a:lnTo>
                  <a:lnTo>
                    <a:pt x="25400" y="1270"/>
                  </a:lnTo>
                  <a:lnTo>
                    <a:pt x="20320" y="1270"/>
                  </a:lnTo>
                  <a:lnTo>
                    <a:pt x="20320" y="2540"/>
                  </a:lnTo>
                  <a:lnTo>
                    <a:pt x="15240" y="2540"/>
                  </a:lnTo>
                  <a:lnTo>
                    <a:pt x="15240" y="3810"/>
                  </a:lnTo>
                  <a:lnTo>
                    <a:pt x="11430" y="3810"/>
                  </a:lnTo>
                  <a:lnTo>
                    <a:pt x="11430" y="5080"/>
                  </a:lnTo>
                  <a:lnTo>
                    <a:pt x="10160" y="5080"/>
                  </a:lnTo>
                  <a:lnTo>
                    <a:pt x="10160" y="6350"/>
                  </a:lnTo>
                  <a:lnTo>
                    <a:pt x="7620" y="6350"/>
                  </a:lnTo>
                  <a:lnTo>
                    <a:pt x="7620" y="7620"/>
                  </a:lnTo>
                  <a:lnTo>
                    <a:pt x="6350" y="7620"/>
                  </a:lnTo>
                  <a:lnTo>
                    <a:pt x="6350" y="8890"/>
                  </a:lnTo>
                  <a:lnTo>
                    <a:pt x="2540" y="8890"/>
                  </a:lnTo>
                  <a:lnTo>
                    <a:pt x="2540" y="10160"/>
                  </a:lnTo>
                  <a:lnTo>
                    <a:pt x="1270" y="10160"/>
                  </a:lnTo>
                  <a:lnTo>
                    <a:pt x="1270" y="12700"/>
                  </a:lnTo>
                  <a:lnTo>
                    <a:pt x="0" y="12700"/>
                  </a:lnTo>
                  <a:lnTo>
                    <a:pt x="0" y="15240"/>
                  </a:lnTo>
                  <a:lnTo>
                    <a:pt x="82550" y="15240"/>
                  </a:lnTo>
                  <a:lnTo>
                    <a:pt x="82550" y="13970"/>
                  </a:lnTo>
                  <a:close/>
                </a:path>
              </a:pathLst>
            </a:custGeom>
            <a:solidFill>
              <a:srgbClr val="009800"/>
            </a:solidFill>
          </p:spPr>
          <p:txBody>
            <a:bodyPr wrap="square" lIns="0" tIns="0" rIns="0" bIns="0" rtlCol="0"/>
            <a:lstStyle/>
            <a:p/>
          </p:txBody>
        </p:sp>
        <p:sp>
          <p:nvSpPr>
            <p:cNvPr id="772" name="object 772"/>
            <p:cNvSpPr/>
            <p:nvPr/>
          </p:nvSpPr>
          <p:spPr>
            <a:xfrm>
              <a:off x="2569210" y="857249"/>
              <a:ext cx="99060" cy="8890"/>
            </a:xfrm>
            <a:custGeom>
              <a:avLst/>
              <a:gdLst/>
              <a:ahLst/>
              <a:cxnLst/>
              <a:rect l="l" t="t" r="r" b="b"/>
              <a:pathLst>
                <a:path w="99060" h="8890">
                  <a:moveTo>
                    <a:pt x="99060" y="1270"/>
                  </a:moveTo>
                  <a:lnTo>
                    <a:pt x="93980" y="1270"/>
                  </a:lnTo>
                  <a:lnTo>
                    <a:pt x="93980" y="0"/>
                  </a:lnTo>
                  <a:lnTo>
                    <a:pt x="6350" y="0"/>
                  </a:lnTo>
                  <a:lnTo>
                    <a:pt x="6350" y="1270"/>
                  </a:lnTo>
                  <a:lnTo>
                    <a:pt x="5080" y="1270"/>
                  </a:lnTo>
                  <a:lnTo>
                    <a:pt x="5080" y="2540"/>
                  </a:lnTo>
                  <a:lnTo>
                    <a:pt x="3810" y="2540"/>
                  </a:lnTo>
                  <a:lnTo>
                    <a:pt x="3810" y="3810"/>
                  </a:lnTo>
                  <a:lnTo>
                    <a:pt x="2540" y="3810"/>
                  </a:lnTo>
                  <a:lnTo>
                    <a:pt x="2540" y="5080"/>
                  </a:lnTo>
                  <a:lnTo>
                    <a:pt x="1270" y="5080"/>
                  </a:lnTo>
                  <a:lnTo>
                    <a:pt x="1270" y="7620"/>
                  </a:lnTo>
                  <a:lnTo>
                    <a:pt x="0" y="7620"/>
                  </a:lnTo>
                  <a:lnTo>
                    <a:pt x="0" y="8890"/>
                  </a:lnTo>
                  <a:lnTo>
                    <a:pt x="99060" y="8890"/>
                  </a:lnTo>
                  <a:lnTo>
                    <a:pt x="99060" y="7620"/>
                  </a:lnTo>
                  <a:lnTo>
                    <a:pt x="99060" y="5080"/>
                  </a:lnTo>
                  <a:lnTo>
                    <a:pt x="99060" y="3810"/>
                  </a:lnTo>
                  <a:lnTo>
                    <a:pt x="99060" y="2540"/>
                  </a:lnTo>
                  <a:lnTo>
                    <a:pt x="99060" y="1270"/>
                  </a:lnTo>
                  <a:close/>
                </a:path>
              </a:pathLst>
            </a:custGeom>
            <a:solidFill>
              <a:srgbClr val="009700"/>
            </a:solidFill>
          </p:spPr>
          <p:txBody>
            <a:bodyPr wrap="square" lIns="0" tIns="0" rIns="0" bIns="0" rtlCol="0"/>
            <a:lstStyle/>
            <a:p/>
          </p:txBody>
        </p:sp>
        <p:sp>
          <p:nvSpPr>
            <p:cNvPr id="773" name="object 773"/>
            <p:cNvSpPr/>
            <p:nvPr/>
          </p:nvSpPr>
          <p:spPr>
            <a:xfrm>
              <a:off x="2564130" y="866139"/>
              <a:ext cx="104139" cy="8890"/>
            </a:xfrm>
            <a:custGeom>
              <a:avLst/>
              <a:gdLst/>
              <a:ahLst/>
              <a:cxnLst/>
              <a:rect l="l" t="t" r="r" b="b"/>
              <a:pathLst>
                <a:path w="104139" h="8890">
                  <a:moveTo>
                    <a:pt x="104140" y="2552"/>
                  </a:moveTo>
                  <a:lnTo>
                    <a:pt x="2540" y="2552"/>
                  </a:lnTo>
                  <a:lnTo>
                    <a:pt x="2540" y="5080"/>
                  </a:lnTo>
                  <a:lnTo>
                    <a:pt x="1270" y="5080"/>
                  </a:lnTo>
                  <a:lnTo>
                    <a:pt x="1270" y="7620"/>
                  </a:lnTo>
                  <a:lnTo>
                    <a:pt x="0" y="7620"/>
                  </a:lnTo>
                  <a:lnTo>
                    <a:pt x="0" y="8890"/>
                  </a:lnTo>
                  <a:lnTo>
                    <a:pt x="102870" y="8890"/>
                  </a:lnTo>
                  <a:lnTo>
                    <a:pt x="102870" y="7620"/>
                  </a:lnTo>
                  <a:lnTo>
                    <a:pt x="102870" y="5080"/>
                  </a:lnTo>
                  <a:lnTo>
                    <a:pt x="104140" y="5080"/>
                  </a:lnTo>
                  <a:lnTo>
                    <a:pt x="104140" y="2552"/>
                  </a:lnTo>
                  <a:close/>
                </a:path>
                <a:path w="104139" h="8890">
                  <a:moveTo>
                    <a:pt x="104140" y="0"/>
                  </a:moveTo>
                  <a:lnTo>
                    <a:pt x="3810" y="0"/>
                  </a:lnTo>
                  <a:lnTo>
                    <a:pt x="3810" y="2540"/>
                  </a:lnTo>
                  <a:lnTo>
                    <a:pt x="104140" y="2540"/>
                  </a:lnTo>
                  <a:lnTo>
                    <a:pt x="104140" y="0"/>
                  </a:lnTo>
                  <a:close/>
                </a:path>
              </a:pathLst>
            </a:custGeom>
            <a:solidFill>
              <a:srgbClr val="019600"/>
            </a:solidFill>
          </p:spPr>
          <p:txBody>
            <a:bodyPr wrap="square" lIns="0" tIns="0" rIns="0" bIns="0" rtlCol="0"/>
            <a:lstStyle/>
            <a:p/>
          </p:txBody>
        </p:sp>
        <p:sp>
          <p:nvSpPr>
            <p:cNvPr id="774" name="object 774"/>
            <p:cNvSpPr/>
            <p:nvPr/>
          </p:nvSpPr>
          <p:spPr>
            <a:xfrm>
              <a:off x="2561590" y="875029"/>
              <a:ext cx="105410" cy="7620"/>
            </a:xfrm>
            <a:custGeom>
              <a:avLst/>
              <a:gdLst/>
              <a:ahLst/>
              <a:cxnLst/>
              <a:rect l="l" t="t" r="r" b="b"/>
              <a:pathLst>
                <a:path w="105410" h="7619">
                  <a:moveTo>
                    <a:pt x="105410" y="0"/>
                  </a:moveTo>
                  <a:lnTo>
                    <a:pt x="2540" y="0"/>
                  </a:lnTo>
                  <a:lnTo>
                    <a:pt x="2540" y="1270"/>
                  </a:lnTo>
                  <a:lnTo>
                    <a:pt x="1270" y="1270"/>
                  </a:lnTo>
                  <a:lnTo>
                    <a:pt x="1270" y="5080"/>
                  </a:lnTo>
                  <a:lnTo>
                    <a:pt x="0" y="5080"/>
                  </a:lnTo>
                  <a:lnTo>
                    <a:pt x="0" y="7620"/>
                  </a:lnTo>
                  <a:lnTo>
                    <a:pt x="105410" y="7620"/>
                  </a:lnTo>
                  <a:lnTo>
                    <a:pt x="105410" y="5080"/>
                  </a:lnTo>
                  <a:lnTo>
                    <a:pt x="105410" y="1270"/>
                  </a:lnTo>
                  <a:lnTo>
                    <a:pt x="105410" y="0"/>
                  </a:lnTo>
                  <a:close/>
                </a:path>
              </a:pathLst>
            </a:custGeom>
            <a:solidFill>
              <a:srgbClr val="029500"/>
            </a:solidFill>
          </p:spPr>
          <p:txBody>
            <a:bodyPr wrap="square" lIns="0" tIns="0" rIns="0" bIns="0" rtlCol="0"/>
            <a:lstStyle/>
            <a:p/>
          </p:txBody>
        </p:sp>
        <p:sp>
          <p:nvSpPr>
            <p:cNvPr id="775" name="object 775"/>
            <p:cNvSpPr/>
            <p:nvPr/>
          </p:nvSpPr>
          <p:spPr>
            <a:xfrm>
              <a:off x="2557780" y="882649"/>
              <a:ext cx="109220" cy="7620"/>
            </a:xfrm>
            <a:custGeom>
              <a:avLst/>
              <a:gdLst/>
              <a:ahLst/>
              <a:cxnLst/>
              <a:rect l="l" t="t" r="r" b="b"/>
              <a:pathLst>
                <a:path w="109219" h="7619">
                  <a:moveTo>
                    <a:pt x="109220" y="0"/>
                  </a:moveTo>
                  <a:lnTo>
                    <a:pt x="2540" y="0"/>
                  </a:lnTo>
                  <a:lnTo>
                    <a:pt x="2540" y="2540"/>
                  </a:lnTo>
                  <a:lnTo>
                    <a:pt x="1270" y="2540"/>
                  </a:lnTo>
                  <a:lnTo>
                    <a:pt x="1270" y="5080"/>
                  </a:lnTo>
                  <a:lnTo>
                    <a:pt x="0" y="5080"/>
                  </a:lnTo>
                  <a:lnTo>
                    <a:pt x="0" y="7620"/>
                  </a:lnTo>
                  <a:lnTo>
                    <a:pt x="109220" y="7620"/>
                  </a:lnTo>
                  <a:lnTo>
                    <a:pt x="109220" y="5080"/>
                  </a:lnTo>
                  <a:lnTo>
                    <a:pt x="109220" y="2540"/>
                  </a:lnTo>
                  <a:lnTo>
                    <a:pt x="109220" y="0"/>
                  </a:lnTo>
                  <a:close/>
                </a:path>
              </a:pathLst>
            </a:custGeom>
            <a:solidFill>
              <a:srgbClr val="039400"/>
            </a:solidFill>
          </p:spPr>
          <p:txBody>
            <a:bodyPr wrap="square" lIns="0" tIns="0" rIns="0" bIns="0" rtlCol="0"/>
            <a:lstStyle/>
            <a:p/>
          </p:txBody>
        </p:sp>
        <p:sp>
          <p:nvSpPr>
            <p:cNvPr id="776" name="object 776"/>
            <p:cNvSpPr/>
            <p:nvPr/>
          </p:nvSpPr>
          <p:spPr>
            <a:xfrm>
              <a:off x="2555240" y="890269"/>
              <a:ext cx="111760" cy="8890"/>
            </a:xfrm>
            <a:custGeom>
              <a:avLst/>
              <a:gdLst/>
              <a:ahLst/>
              <a:cxnLst/>
              <a:rect l="l" t="t" r="r" b="b"/>
              <a:pathLst>
                <a:path w="111760" h="8890">
                  <a:moveTo>
                    <a:pt x="111760" y="0"/>
                  </a:moveTo>
                  <a:lnTo>
                    <a:pt x="2540" y="0"/>
                  </a:lnTo>
                  <a:lnTo>
                    <a:pt x="2540" y="1270"/>
                  </a:lnTo>
                  <a:lnTo>
                    <a:pt x="1270" y="1270"/>
                  </a:lnTo>
                  <a:lnTo>
                    <a:pt x="1270" y="3810"/>
                  </a:lnTo>
                  <a:lnTo>
                    <a:pt x="0" y="3810"/>
                  </a:lnTo>
                  <a:lnTo>
                    <a:pt x="0" y="6350"/>
                  </a:lnTo>
                  <a:lnTo>
                    <a:pt x="0" y="8890"/>
                  </a:lnTo>
                  <a:lnTo>
                    <a:pt x="110477" y="8890"/>
                  </a:lnTo>
                  <a:lnTo>
                    <a:pt x="110477" y="6350"/>
                  </a:lnTo>
                  <a:lnTo>
                    <a:pt x="111760" y="6350"/>
                  </a:lnTo>
                  <a:lnTo>
                    <a:pt x="111760" y="3810"/>
                  </a:lnTo>
                  <a:lnTo>
                    <a:pt x="111760" y="1270"/>
                  </a:lnTo>
                  <a:lnTo>
                    <a:pt x="111760" y="0"/>
                  </a:lnTo>
                  <a:close/>
                </a:path>
              </a:pathLst>
            </a:custGeom>
            <a:solidFill>
              <a:srgbClr val="049300"/>
            </a:solidFill>
          </p:spPr>
          <p:txBody>
            <a:bodyPr wrap="square" lIns="0" tIns="0" rIns="0" bIns="0" rtlCol="0"/>
            <a:lstStyle/>
            <a:p/>
          </p:txBody>
        </p:sp>
        <p:sp>
          <p:nvSpPr>
            <p:cNvPr id="777" name="object 777"/>
            <p:cNvSpPr/>
            <p:nvPr/>
          </p:nvSpPr>
          <p:spPr>
            <a:xfrm>
              <a:off x="2552700" y="899159"/>
              <a:ext cx="113030" cy="7620"/>
            </a:xfrm>
            <a:custGeom>
              <a:avLst/>
              <a:gdLst/>
              <a:ahLst/>
              <a:cxnLst/>
              <a:rect l="l" t="t" r="r" b="b"/>
              <a:pathLst>
                <a:path w="113030" h="7619">
                  <a:moveTo>
                    <a:pt x="113030" y="1270"/>
                  </a:moveTo>
                  <a:lnTo>
                    <a:pt x="113017" y="0"/>
                  </a:lnTo>
                  <a:lnTo>
                    <a:pt x="2540" y="0"/>
                  </a:lnTo>
                  <a:lnTo>
                    <a:pt x="2540" y="1270"/>
                  </a:lnTo>
                  <a:lnTo>
                    <a:pt x="1270" y="1270"/>
                  </a:lnTo>
                  <a:lnTo>
                    <a:pt x="1270" y="6350"/>
                  </a:lnTo>
                  <a:lnTo>
                    <a:pt x="0" y="6350"/>
                  </a:lnTo>
                  <a:lnTo>
                    <a:pt x="0" y="7620"/>
                  </a:lnTo>
                  <a:lnTo>
                    <a:pt x="113030" y="7620"/>
                  </a:lnTo>
                  <a:lnTo>
                    <a:pt x="113030" y="6350"/>
                  </a:lnTo>
                  <a:lnTo>
                    <a:pt x="113030" y="1270"/>
                  </a:lnTo>
                  <a:close/>
                </a:path>
              </a:pathLst>
            </a:custGeom>
            <a:solidFill>
              <a:srgbClr val="059200"/>
            </a:solidFill>
          </p:spPr>
          <p:txBody>
            <a:bodyPr wrap="square" lIns="0" tIns="0" rIns="0" bIns="0" rtlCol="0"/>
            <a:lstStyle/>
            <a:p/>
          </p:txBody>
        </p:sp>
        <p:sp>
          <p:nvSpPr>
            <p:cNvPr id="778" name="object 778"/>
            <p:cNvSpPr/>
            <p:nvPr/>
          </p:nvSpPr>
          <p:spPr>
            <a:xfrm>
              <a:off x="2551430" y="906779"/>
              <a:ext cx="114300" cy="8890"/>
            </a:xfrm>
            <a:custGeom>
              <a:avLst/>
              <a:gdLst/>
              <a:ahLst/>
              <a:cxnLst/>
              <a:rect l="l" t="t" r="r" b="b"/>
              <a:pathLst>
                <a:path w="114300" h="8890">
                  <a:moveTo>
                    <a:pt x="114300" y="0"/>
                  </a:moveTo>
                  <a:lnTo>
                    <a:pt x="1270" y="0"/>
                  </a:lnTo>
                  <a:lnTo>
                    <a:pt x="1270" y="2540"/>
                  </a:lnTo>
                  <a:lnTo>
                    <a:pt x="0" y="2540"/>
                  </a:lnTo>
                  <a:lnTo>
                    <a:pt x="0" y="8890"/>
                  </a:lnTo>
                  <a:lnTo>
                    <a:pt x="114300" y="8890"/>
                  </a:lnTo>
                  <a:lnTo>
                    <a:pt x="114300" y="2540"/>
                  </a:lnTo>
                  <a:lnTo>
                    <a:pt x="114300" y="0"/>
                  </a:lnTo>
                  <a:close/>
                </a:path>
              </a:pathLst>
            </a:custGeom>
            <a:solidFill>
              <a:srgbClr val="069100"/>
            </a:solidFill>
          </p:spPr>
          <p:txBody>
            <a:bodyPr wrap="square" lIns="0" tIns="0" rIns="0" bIns="0" rtlCol="0"/>
            <a:lstStyle/>
            <a:p/>
          </p:txBody>
        </p:sp>
        <p:sp>
          <p:nvSpPr>
            <p:cNvPr id="779" name="object 779"/>
            <p:cNvSpPr/>
            <p:nvPr/>
          </p:nvSpPr>
          <p:spPr>
            <a:xfrm>
              <a:off x="2550160" y="915669"/>
              <a:ext cx="115570" cy="7620"/>
            </a:xfrm>
            <a:custGeom>
              <a:avLst/>
              <a:gdLst/>
              <a:ahLst/>
              <a:cxnLst/>
              <a:rect l="l" t="t" r="r" b="b"/>
              <a:pathLst>
                <a:path w="115569" h="7619">
                  <a:moveTo>
                    <a:pt x="115570" y="0"/>
                  </a:moveTo>
                  <a:lnTo>
                    <a:pt x="0" y="0"/>
                  </a:lnTo>
                  <a:lnTo>
                    <a:pt x="0" y="6350"/>
                  </a:lnTo>
                  <a:lnTo>
                    <a:pt x="0" y="7620"/>
                  </a:lnTo>
                  <a:lnTo>
                    <a:pt x="114300" y="7620"/>
                  </a:lnTo>
                  <a:lnTo>
                    <a:pt x="114300" y="6350"/>
                  </a:lnTo>
                  <a:lnTo>
                    <a:pt x="115570" y="6350"/>
                  </a:lnTo>
                  <a:lnTo>
                    <a:pt x="115570" y="0"/>
                  </a:lnTo>
                  <a:close/>
                </a:path>
              </a:pathLst>
            </a:custGeom>
            <a:solidFill>
              <a:srgbClr val="079000"/>
            </a:solidFill>
          </p:spPr>
          <p:txBody>
            <a:bodyPr wrap="square" lIns="0" tIns="0" rIns="0" bIns="0" rtlCol="0"/>
            <a:lstStyle/>
            <a:p/>
          </p:txBody>
        </p:sp>
        <p:sp>
          <p:nvSpPr>
            <p:cNvPr id="780" name="object 780"/>
            <p:cNvSpPr/>
            <p:nvPr/>
          </p:nvSpPr>
          <p:spPr>
            <a:xfrm>
              <a:off x="2547620" y="923289"/>
              <a:ext cx="116839" cy="8890"/>
            </a:xfrm>
            <a:custGeom>
              <a:avLst/>
              <a:gdLst/>
              <a:ahLst/>
              <a:cxnLst/>
              <a:rect l="l" t="t" r="r" b="b"/>
              <a:pathLst>
                <a:path w="116839" h="8890">
                  <a:moveTo>
                    <a:pt x="116827" y="6362"/>
                  </a:moveTo>
                  <a:lnTo>
                    <a:pt x="0" y="6362"/>
                  </a:lnTo>
                  <a:lnTo>
                    <a:pt x="0" y="8890"/>
                  </a:lnTo>
                  <a:lnTo>
                    <a:pt x="116827" y="8890"/>
                  </a:lnTo>
                  <a:lnTo>
                    <a:pt x="116827" y="6362"/>
                  </a:lnTo>
                  <a:close/>
                </a:path>
                <a:path w="116839" h="8890">
                  <a:moveTo>
                    <a:pt x="116840" y="0"/>
                  </a:moveTo>
                  <a:lnTo>
                    <a:pt x="1270" y="0"/>
                  </a:lnTo>
                  <a:lnTo>
                    <a:pt x="1270" y="6350"/>
                  </a:lnTo>
                  <a:lnTo>
                    <a:pt x="116827" y="6350"/>
                  </a:lnTo>
                  <a:lnTo>
                    <a:pt x="116840" y="0"/>
                  </a:lnTo>
                  <a:close/>
                </a:path>
              </a:pathLst>
            </a:custGeom>
            <a:solidFill>
              <a:srgbClr val="088F00"/>
            </a:solidFill>
          </p:spPr>
          <p:txBody>
            <a:bodyPr wrap="square" lIns="0" tIns="0" rIns="0" bIns="0" rtlCol="0"/>
            <a:lstStyle/>
            <a:p/>
          </p:txBody>
        </p:sp>
        <p:sp>
          <p:nvSpPr>
            <p:cNvPr id="781" name="object 781"/>
            <p:cNvSpPr/>
            <p:nvPr/>
          </p:nvSpPr>
          <p:spPr>
            <a:xfrm>
              <a:off x="2546350" y="932179"/>
              <a:ext cx="118110" cy="7620"/>
            </a:xfrm>
            <a:custGeom>
              <a:avLst/>
              <a:gdLst/>
              <a:ahLst/>
              <a:cxnLst/>
              <a:rect l="l" t="t" r="r" b="b"/>
              <a:pathLst>
                <a:path w="118110" h="7619">
                  <a:moveTo>
                    <a:pt x="118110" y="2540"/>
                  </a:moveTo>
                  <a:lnTo>
                    <a:pt x="118097" y="0"/>
                  </a:lnTo>
                  <a:lnTo>
                    <a:pt x="1270" y="0"/>
                  </a:lnTo>
                  <a:lnTo>
                    <a:pt x="1270" y="2540"/>
                  </a:lnTo>
                  <a:lnTo>
                    <a:pt x="0" y="2540"/>
                  </a:lnTo>
                  <a:lnTo>
                    <a:pt x="0" y="7620"/>
                  </a:lnTo>
                  <a:lnTo>
                    <a:pt x="118110" y="7620"/>
                  </a:lnTo>
                  <a:lnTo>
                    <a:pt x="118110" y="2540"/>
                  </a:lnTo>
                  <a:close/>
                </a:path>
              </a:pathLst>
            </a:custGeom>
            <a:solidFill>
              <a:srgbClr val="098E00"/>
            </a:solidFill>
          </p:spPr>
          <p:txBody>
            <a:bodyPr wrap="square" lIns="0" tIns="0" rIns="0" bIns="0" rtlCol="0"/>
            <a:lstStyle/>
            <a:p/>
          </p:txBody>
        </p:sp>
        <p:sp>
          <p:nvSpPr>
            <p:cNvPr id="782" name="object 782"/>
            <p:cNvSpPr/>
            <p:nvPr/>
          </p:nvSpPr>
          <p:spPr>
            <a:xfrm>
              <a:off x="2545080" y="939799"/>
              <a:ext cx="119380" cy="7620"/>
            </a:xfrm>
            <a:custGeom>
              <a:avLst/>
              <a:gdLst/>
              <a:ahLst/>
              <a:cxnLst/>
              <a:rect l="l" t="t" r="r" b="b"/>
              <a:pathLst>
                <a:path w="119380" h="7619">
                  <a:moveTo>
                    <a:pt x="119380" y="0"/>
                  </a:moveTo>
                  <a:lnTo>
                    <a:pt x="1270" y="0"/>
                  </a:lnTo>
                  <a:lnTo>
                    <a:pt x="1270" y="1270"/>
                  </a:lnTo>
                  <a:lnTo>
                    <a:pt x="0" y="1270"/>
                  </a:lnTo>
                  <a:lnTo>
                    <a:pt x="0" y="7620"/>
                  </a:lnTo>
                  <a:lnTo>
                    <a:pt x="119380" y="7620"/>
                  </a:lnTo>
                  <a:lnTo>
                    <a:pt x="119380" y="1270"/>
                  </a:lnTo>
                  <a:lnTo>
                    <a:pt x="119380" y="0"/>
                  </a:lnTo>
                  <a:close/>
                </a:path>
              </a:pathLst>
            </a:custGeom>
            <a:solidFill>
              <a:srgbClr val="0A8D00"/>
            </a:solidFill>
          </p:spPr>
          <p:txBody>
            <a:bodyPr wrap="square" lIns="0" tIns="0" rIns="0" bIns="0" rtlCol="0"/>
            <a:lstStyle/>
            <a:p/>
          </p:txBody>
        </p:sp>
        <p:sp>
          <p:nvSpPr>
            <p:cNvPr id="783" name="object 783"/>
            <p:cNvSpPr/>
            <p:nvPr/>
          </p:nvSpPr>
          <p:spPr>
            <a:xfrm>
              <a:off x="2545080" y="947420"/>
              <a:ext cx="118110" cy="8890"/>
            </a:xfrm>
            <a:custGeom>
              <a:avLst/>
              <a:gdLst/>
              <a:ahLst/>
              <a:cxnLst/>
              <a:rect l="l" t="t" r="r" b="b"/>
              <a:pathLst>
                <a:path w="118110" h="8890">
                  <a:moveTo>
                    <a:pt x="118110" y="0"/>
                  </a:moveTo>
                  <a:lnTo>
                    <a:pt x="0" y="0"/>
                  </a:lnTo>
                  <a:lnTo>
                    <a:pt x="0" y="8889"/>
                  </a:lnTo>
                  <a:lnTo>
                    <a:pt x="118110" y="8889"/>
                  </a:lnTo>
                  <a:lnTo>
                    <a:pt x="118110" y="0"/>
                  </a:lnTo>
                  <a:close/>
                </a:path>
              </a:pathLst>
            </a:custGeom>
            <a:solidFill>
              <a:srgbClr val="0B8C00"/>
            </a:solidFill>
          </p:spPr>
          <p:txBody>
            <a:bodyPr wrap="square" lIns="0" tIns="0" rIns="0" bIns="0" rtlCol="0"/>
            <a:lstStyle/>
            <a:p/>
          </p:txBody>
        </p:sp>
        <p:sp>
          <p:nvSpPr>
            <p:cNvPr id="784" name="object 784"/>
            <p:cNvSpPr/>
            <p:nvPr/>
          </p:nvSpPr>
          <p:spPr>
            <a:xfrm>
              <a:off x="2543810" y="956309"/>
              <a:ext cx="119380" cy="7620"/>
            </a:xfrm>
            <a:custGeom>
              <a:avLst/>
              <a:gdLst/>
              <a:ahLst/>
              <a:cxnLst/>
              <a:rect l="l" t="t" r="r" b="b"/>
              <a:pathLst>
                <a:path w="119380" h="7619">
                  <a:moveTo>
                    <a:pt x="119380" y="0"/>
                  </a:moveTo>
                  <a:lnTo>
                    <a:pt x="1270" y="0"/>
                  </a:lnTo>
                  <a:lnTo>
                    <a:pt x="1270" y="3810"/>
                  </a:lnTo>
                  <a:lnTo>
                    <a:pt x="0" y="3810"/>
                  </a:lnTo>
                  <a:lnTo>
                    <a:pt x="0" y="7620"/>
                  </a:lnTo>
                  <a:lnTo>
                    <a:pt x="119380" y="7620"/>
                  </a:lnTo>
                  <a:lnTo>
                    <a:pt x="119380" y="3810"/>
                  </a:lnTo>
                  <a:lnTo>
                    <a:pt x="119380" y="0"/>
                  </a:lnTo>
                  <a:close/>
                </a:path>
              </a:pathLst>
            </a:custGeom>
            <a:solidFill>
              <a:srgbClr val="0C8B00"/>
            </a:solidFill>
          </p:spPr>
          <p:txBody>
            <a:bodyPr wrap="square" lIns="0" tIns="0" rIns="0" bIns="0" rtlCol="0"/>
            <a:lstStyle/>
            <a:p/>
          </p:txBody>
        </p:sp>
        <p:sp>
          <p:nvSpPr>
            <p:cNvPr id="785" name="object 785"/>
            <p:cNvSpPr/>
            <p:nvPr/>
          </p:nvSpPr>
          <p:spPr>
            <a:xfrm>
              <a:off x="2542540" y="963929"/>
              <a:ext cx="120650" cy="8890"/>
            </a:xfrm>
            <a:custGeom>
              <a:avLst/>
              <a:gdLst/>
              <a:ahLst/>
              <a:cxnLst/>
              <a:rect l="l" t="t" r="r" b="b"/>
              <a:pathLst>
                <a:path w="120650" h="8890">
                  <a:moveTo>
                    <a:pt x="120650" y="6362"/>
                  </a:moveTo>
                  <a:lnTo>
                    <a:pt x="0" y="6362"/>
                  </a:lnTo>
                  <a:lnTo>
                    <a:pt x="0" y="8890"/>
                  </a:lnTo>
                  <a:lnTo>
                    <a:pt x="120650" y="8890"/>
                  </a:lnTo>
                  <a:lnTo>
                    <a:pt x="120650" y="6362"/>
                  </a:lnTo>
                  <a:close/>
                </a:path>
                <a:path w="120650" h="8890">
                  <a:moveTo>
                    <a:pt x="120650" y="0"/>
                  </a:moveTo>
                  <a:lnTo>
                    <a:pt x="1270" y="0"/>
                  </a:lnTo>
                  <a:lnTo>
                    <a:pt x="1270" y="6350"/>
                  </a:lnTo>
                  <a:lnTo>
                    <a:pt x="120650" y="6350"/>
                  </a:lnTo>
                  <a:lnTo>
                    <a:pt x="120650" y="0"/>
                  </a:lnTo>
                  <a:close/>
                </a:path>
              </a:pathLst>
            </a:custGeom>
            <a:solidFill>
              <a:srgbClr val="0D8A00"/>
            </a:solidFill>
          </p:spPr>
          <p:txBody>
            <a:bodyPr wrap="square" lIns="0" tIns="0" rIns="0" bIns="0" rtlCol="0"/>
            <a:lstStyle/>
            <a:p/>
          </p:txBody>
        </p:sp>
        <p:sp>
          <p:nvSpPr>
            <p:cNvPr id="786" name="object 786"/>
            <p:cNvSpPr/>
            <p:nvPr/>
          </p:nvSpPr>
          <p:spPr>
            <a:xfrm>
              <a:off x="2542540" y="972820"/>
              <a:ext cx="119380" cy="7620"/>
            </a:xfrm>
            <a:custGeom>
              <a:avLst/>
              <a:gdLst/>
              <a:ahLst/>
              <a:cxnLst/>
              <a:rect l="l" t="t" r="r" b="b"/>
              <a:pathLst>
                <a:path w="119380" h="7619">
                  <a:moveTo>
                    <a:pt x="119380" y="0"/>
                  </a:moveTo>
                  <a:lnTo>
                    <a:pt x="0" y="0"/>
                  </a:lnTo>
                  <a:lnTo>
                    <a:pt x="0" y="7619"/>
                  </a:lnTo>
                  <a:lnTo>
                    <a:pt x="119380" y="7619"/>
                  </a:lnTo>
                  <a:lnTo>
                    <a:pt x="119380" y="0"/>
                  </a:lnTo>
                  <a:close/>
                </a:path>
              </a:pathLst>
            </a:custGeom>
            <a:solidFill>
              <a:srgbClr val="0E8900"/>
            </a:solidFill>
          </p:spPr>
          <p:txBody>
            <a:bodyPr wrap="square" lIns="0" tIns="0" rIns="0" bIns="0" rtlCol="0"/>
            <a:lstStyle/>
            <a:p/>
          </p:txBody>
        </p:sp>
        <p:sp>
          <p:nvSpPr>
            <p:cNvPr id="787" name="object 787"/>
            <p:cNvSpPr/>
            <p:nvPr/>
          </p:nvSpPr>
          <p:spPr>
            <a:xfrm>
              <a:off x="2542540" y="980440"/>
              <a:ext cx="119380" cy="8890"/>
            </a:xfrm>
            <a:custGeom>
              <a:avLst/>
              <a:gdLst/>
              <a:ahLst/>
              <a:cxnLst/>
              <a:rect l="l" t="t" r="r" b="b"/>
              <a:pathLst>
                <a:path w="119380" h="8890">
                  <a:moveTo>
                    <a:pt x="0" y="8889"/>
                  </a:moveTo>
                  <a:lnTo>
                    <a:pt x="0" y="0"/>
                  </a:lnTo>
                  <a:lnTo>
                    <a:pt x="119380" y="0"/>
                  </a:lnTo>
                  <a:lnTo>
                    <a:pt x="119380" y="8889"/>
                  </a:lnTo>
                  <a:lnTo>
                    <a:pt x="0" y="8889"/>
                  </a:lnTo>
                  <a:close/>
                </a:path>
              </a:pathLst>
            </a:custGeom>
            <a:solidFill>
              <a:srgbClr val="0F8800"/>
            </a:solidFill>
          </p:spPr>
          <p:txBody>
            <a:bodyPr wrap="square" lIns="0" tIns="0" rIns="0" bIns="0" rtlCol="0"/>
            <a:lstStyle/>
            <a:p/>
          </p:txBody>
        </p:sp>
        <p:sp>
          <p:nvSpPr>
            <p:cNvPr id="788" name="object 788"/>
            <p:cNvSpPr/>
            <p:nvPr/>
          </p:nvSpPr>
          <p:spPr>
            <a:xfrm>
              <a:off x="2542540" y="989330"/>
              <a:ext cx="119380" cy="7620"/>
            </a:xfrm>
            <a:custGeom>
              <a:avLst/>
              <a:gdLst/>
              <a:ahLst/>
              <a:cxnLst/>
              <a:rect l="l" t="t" r="r" b="b"/>
              <a:pathLst>
                <a:path w="119380" h="7619">
                  <a:moveTo>
                    <a:pt x="119380" y="0"/>
                  </a:moveTo>
                  <a:lnTo>
                    <a:pt x="0" y="0"/>
                  </a:lnTo>
                  <a:lnTo>
                    <a:pt x="0" y="7620"/>
                  </a:lnTo>
                  <a:lnTo>
                    <a:pt x="119380" y="7620"/>
                  </a:lnTo>
                  <a:lnTo>
                    <a:pt x="119380" y="0"/>
                  </a:lnTo>
                  <a:close/>
                </a:path>
              </a:pathLst>
            </a:custGeom>
            <a:solidFill>
              <a:srgbClr val="108700"/>
            </a:solidFill>
          </p:spPr>
          <p:txBody>
            <a:bodyPr wrap="square" lIns="0" tIns="0" rIns="0" bIns="0" rtlCol="0"/>
            <a:lstStyle/>
            <a:p/>
          </p:txBody>
        </p:sp>
        <p:sp>
          <p:nvSpPr>
            <p:cNvPr id="789" name="object 789"/>
            <p:cNvSpPr/>
            <p:nvPr/>
          </p:nvSpPr>
          <p:spPr>
            <a:xfrm>
              <a:off x="2541270" y="996949"/>
              <a:ext cx="120650" cy="8890"/>
            </a:xfrm>
            <a:custGeom>
              <a:avLst/>
              <a:gdLst/>
              <a:ahLst/>
              <a:cxnLst/>
              <a:rect l="l" t="t" r="r" b="b"/>
              <a:pathLst>
                <a:path w="120650" h="8890">
                  <a:moveTo>
                    <a:pt x="120650" y="0"/>
                  </a:moveTo>
                  <a:lnTo>
                    <a:pt x="0" y="0"/>
                  </a:lnTo>
                  <a:lnTo>
                    <a:pt x="0" y="1270"/>
                  </a:lnTo>
                  <a:lnTo>
                    <a:pt x="0" y="8890"/>
                  </a:lnTo>
                  <a:lnTo>
                    <a:pt x="119380" y="8890"/>
                  </a:lnTo>
                  <a:lnTo>
                    <a:pt x="119380" y="1270"/>
                  </a:lnTo>
                  <a:lnTo>
                    <a:pt x="120650" y="1270"/>
                  </a:lnTo>
                  <a:lnTo>
                    <a:pt x="120650" y="0"/>
                  </a:lnTo>
                  <a:close/>
                </a:path>
              </a:pathLst>
            </a:custGeom>
            <a:solidFill>
              <a:srgbClr val="118600"/>
            </a:solidFill>
          </p:spPr>
          <p:txBody>
            <a:bodyPr wrap="square" lIns="0" tIns="0" rIns="0" bIns="0" rtlCol="0"/>
            <a:lstStyle/>
            <a:p/>
          </p:txBody>
        </p:sp>
        <p:sp>
          <p:nvSpPr>
            <p:cNvPr id="790" name="object 790"/>
            <p:cNvSpPr/>
            <p:nvPr/>
          </p:nvSpPr>
          <p:spPr>
            <a:xfrm>
              <a:off x="2541269" y="1005840"/>
              <a:ext cx="119380" cy="7620"/>
            </a:xfrm>
            <a:custGeom>
              <a:avLst/>
              <a:gdLst/>
              <a:ahLst/>
              <a:cxnLst/>
              <a:rect l="l" t="t" r="r" b="b"/>
              <a:pathLst>
                <a:path w="119380" h="7619">
                  <a:moveTo>
                    <a:pt x="0" y="7620"/>
                  </a:moveTo>
                  <a:lnTo>
                    <a:pt x="0" y="0"/>
                  </a:lnTo>
                  <a:lnTo>
                    <a:pt x="119380" y="0"/>
                  </a:lnTo>
                  <a:lnTo>
                    <a:pt x="119380" y="7620"/>
                  </a:lnTo>
                  <a:lnTo>
                    <a:pt x="0" y="7620"/>
                  </a:lnTo>
                  <a:close/>
                </a:path>
              </a:pathLst>
            </a:custGeom>
            <a:solidFill>
              <a:srgbClr val="128500"/>
            </a:solidFill>
          </p:spPr>
          <p:txBody>
            <a:bodyPr wrap="square" lIns="0" tIns="0" rIns="0" bIns="0" rtlCol="0"/>
            <a:lstStyle/>
            <a:p/>
          </p:txBody>
        </p:sp>
        <p:sp>
          <p:nvSpPr>
            <p:cNvPr id="791" name="object 791"/>
            <p:cNvSpPr/>
            <p:nvPr/>
          </p:nvSpPr>
          <p:spPr>
            <a:xfrm>
              <a:off x="2540000" y="1013459"/>
              <a:ext cx="120650" cy="7620"/>
            </a:xfrm>
            <a:custGeom>
              <a:avLst/>
              <a:gdLst/>
              <a:ahLst/>
              <a:cxnLst/>
              <a:rect l="l" t="t" r="r" b="b"/>
              <a:pathLst>
                <a:path w="120650" h="7619">
                  <a:moveTo>
                    <a:pt x="120650" y="5092"/>
                  </a:moveTo>
                  <a:lnTo>
                    <a:pt x="0" y="5092"/>
                  </a:lnTo>
                  <a:lnTo>
                    <a:pt x="0" y="7620"/>
                  </a:lnTo>
                  <a:lnTo>
                    <a:pt x="120650" y="7620"/>
                  </a:lnTo>
                  <a:lnTo>
                    <a:pt x="120650" y="5092"/>
                  </a:lnTo>
                  <a:close/>
                </a:path>
                <a:path w="120650" h="7619">
                  <a:moveTo>
                    <a:pt x="120650" y="0"/>
                  </a:moveTo>
                  <a:lnTo>
                    <a:pt x="1270" y="0"/>
                  </a:lnTo>
                  <a:lnTo>
                    <a:pt x="1270" y="5080"/>
                  </a:lnTo>
                  <a:lnTo>
                    <a:pt x="120650" y="5080"/>
                  </a:lnTo>
                  <a:lnTo>
                    <a:pt x="120650" y="0"/>
                  </a:lnTo>
                  <a:close/>
                </a:path>
              </a:pathLst>
            </a:custGeom>
            <a:solidFill>
              <a:srgbClr val="138400"/>
            </a:solidFill>
          </p:spPr>
          <p:txBody>
            <a:bodyPr wrap="square" lIns="0" tIns="0" rIns="0" bIns="0" rtlCol="0"/>
            <a:lstStyle/>
            <a:p/>
          </p:txBody>
        </p:sp>
        <p:sp>
          <p:nvSpPr>
            <p:cNvPr id="792" name="object 792"/>
            <p:cNvSpPr/>
            <p:nvPr/>
          </p:nvSpPr>
          <p:spPr>
            <a:xfrm>
              <a:off x="2540000" y="1021079"/>
              <a:ext cx="120650" cy="8890"/>
            </a:xfrm>
            <a:custGeom>
              <a:avLst/>
              <a:gdLst/>
              <a:ahLst/>
              <a:cxnLst/>
              <a:rect l="l" t="t" r="r" b="b"/>
              <a:pathLst>
                <a:path w="120650" h="8890">
                  <a:moveTo>
                    <a:pt x="120650" y="0"/>
                  </a:moveTo>
                  <a:lnTo>
                    <a:pt x="0" y="0"/>
                  </a:lnTo>
                  <a:lnTo>
                    <a:pt x="0" y="2540"/>
                  </a:lnTo>
                  <a:lnTo>
                    <a:pt x="0" y="3810"/>
                  </a:lnTo>
                  <a:lnTo>
                    <a:pt x="0" y="5080"/>
                  </a:lnTo>
                  <a:lnTo>
                    <a:pt x="0" y="7620"/>
                  </a:lnTo>
                  <a:lnTo>
                    <a:pt x="0" y="8890"/>
                  </a:lnTo>
                  <a:lnTo>
                    <a:pt x="86360" y="8890"/>
                  </a:lnTo>
                  <a:lnTo>
                    <a:pt x="86360" y="7620"/>
                  </a:lnTo>
                  <a:lnTo>
                    <a:pt x="87630" y="7620"/>
                  </a:lnTo>
                  <a:lnTo>
                    <a:pt x="87630" y="5080"/>
                  </a:lnTo>
                  <a:lnTo>
                    <a:pt x="88900" y="5080"/>
                  </a:lnTo>
                  <a:lnTo>
                    <a:pt x="88900" y="3810"/>
                  </a:lnTo>
                  <a:lnTo>
                    <a:pt x="96520" y="3810"/>
                  </a:lnTo>
                  <a:lnTo>
                    <a:pt x="96520" y="5080"/>
                  </a:lnTo>
                  <a:lnTo>
                    <a:pt x="100330" y="5080"/>
                  </a:lnTo>
                  <a:lnTo>
                    <a:pt x="100330" y="6350"/>
                  </a:lnTo>
                  <a:lnTo>
                    <a:pt x="101600" y="6350"/>
                  </a:lnTo>
                  <a:lnTo>
                    <a:pt x="101600" y="7620"/>
                  </a:lnTo>
                  <a:lnTo>
                    <a:pt x="105410" y="7620"/>
                  </a:lnTo>
                  <a:lnTo>
                    <a:pt x="105410" y="8890"/>
                  </a:lnTo>
                  <a:lnTo>
                    <a:pt x="119380" y="8890"/>
                  </a:lnTo>
                  <a:lnTo>
                    <a:pt x="119380" y="7620"/>
                  </a:lnTo>
                  <a:lnTo>
                    <a:pt x="119380" y="6350"/>
                  </a:lnTo>
                  <a:lnTo>
                    <a:pt x="119380" y="5080"/>
                  </a:lnTo>
                  <a:lnTo>
                    <a:pt x="119380" y="3810"/>
                  </a:lnTo>
                  <a:lnTo>
                    <a:pt x="119380" y="2540"/>
                  </a:lnTo>
                  <a:lnTo>
                    <a:pt x="120650" y="2540"/>
                  </a:lnTo>
                  <a:lnTo>
                    <a:pt x="120650" y="0"/>
                  </a:lnTo>
                  <a:close/>
                </a:path>
              </a:pathLst>
            </a:custGeom>
            <a:solidFill>
              <a:srgbClr val="148300"/>
            </a:solidFill>
          </p:spPr>
          <p:txBody>
            <a:bodyPr wrap="square" lIns="0" tIns="0" rIns="0" bIns="0" rtlCol="0"/>
            <a:lstStyle/>
            <a:p/>
          </p:txBody>
        </p:sp>
        <p:sp>
          <p:nvSpPr>
            <p:cNvPr id="793" name="object 793"/>
            <p:cNvSpPr/>
            <p:nvPr/>
          </p:nvSpPr>
          <p:spPr>
            <a:xfrm>
              <a:off x="2540000" y="1029970"/>
              <a:ext cx="119380" cy="8890"/>
            </a:xfrm>
            <a:custGeom>
              <a:avLst/>
              <a:gdLst/>
              <a:ahLst/>
              <a:cxnLst/>
              <a:rect l="l" t="t" r="r" b="b"/>
              <a:pathLst>
                <a:path w="119380" h="8890">
                  <a:moveTo>
                    <a:pt x="85089" y="0"/>
                  </a:moveTo>
                  <a:lnTo>
                    <a:pt x="0" y="0"/>
                  </a:lnTo>
                  <a:lnTo>
                    <a:pt x="0" y="8889"/>
                  </a:lnTo>
                  <a:lnTo>
                    <a:pt x="85089" y="8889"/>
                  </a:lnTo>
                  <a:lnTo>
                    <a:pt x="85089" y="0"/>
                  </a:lnTo>
                  <a:close/>
                </a:path>
                <a:path w="119380" h="8890">
                  <a:moveTo>
                    <a:pt x="119380" y="0"/>
                  </a:moveTo>
                  <a:lnTo>
                    <a:pt x="107950" y="0"/>
                  </a:lnTo>
                  <a:lnTo>
                    <a:pt x="107950" y="1269"/>
                  </a:lnTo>
                  <a:lnTo>
                    <a:pt x="109219" y="1269"/>
                  </a:lnTo>
                  <a:lnTo>
                    <a:pt x="109219" y="2539"/>
                  </a:lnTo>
                  <a:lnTo>
                    <a:pt x="113030" y="2539"/>
                  </a:lnTo>
                  <a:lnTo>
                    <a:pt x="113030" y="3809"/>
                  </a:lnTo>
                  <a:lnTo>
                    <a:pt x="115569" y="3809"/>
                  </a:lnTo>
                  <a:lnTo>
                    <a:pt x="115569" y="5079"/>
                  </a:lnTo>
                  <a:lnTo>
                    <a:pt x="118110" y="5079"/>
                  </a:lnTo>
                  <a:lnTo>
                    <a:pt x="118110" y="6350"/>
                  </a:lnTo>
                  <a:lnTo>
                    <a:pt x="119380" y="6350"/>
                  </a:lnTo>
                  <a:lnTo>
                    <a:pt x="119380" y="0"/>
                  </a:lnTo>
                  <a:close/>
                </a:path>
              </a:pathLst>
            </a:custGeom>
            <a:solidFill>
              <a:srgbClr val="158200"/>
            </a:solidFill>
          </p:spPr>
          <p:txBody>
            <a:bodyPr wrap="square" lIns="0" tIns="0" rIns="0" bIns="0" rtlCol="0"/>
            <a:lstStyle/>
            <a:p/>
          </p:txBody>
        </p:sp>
        <p:sp>
          <p:nvSpPr>
            <p:cNvPr id="794" name="object 794"/>
            <p:cNvSpPr/>
            <p:nvPr/>
          </p:nvSpPr>
          <p:spPr>
            <a:xfrm>
              <a:off x="2540000" y="1038860"/>
              <a:ext cx="85090" cy="7620"/>
            </a:xfrm>
            <a:custGeom>
              <a:avLst/>
              <a:gdLst/>
              <a:ahLst/>
              <a:cxnLst/>
              <a:rect l="l" t="t" r="r" b="b"/>
              <a:pathLst>
                <a:path w="85089" h="7619">
                  <a:moveTo>
                    <a:pt x="85089" y="0"/>
                  </a:moveTo>
                  <a:lnTo>
                    <a:pt x="0" y="0"/>
                  </a:lnTo>
                  <a:lnTo>
                    <a:pt x="0" y="1269"/>
                  </a:lnTo>
                  <a:lnTo>
                    <a:pt x="85089" y="1269"/>
                  </a:lnTo>
                  <a:lnTo>
                    <a:pt x="85089" y="0"/>
                  </a:lnTo>
                  <a:close/>
                </a:path>
                <a:path w="85089" h="7619">
                  <a:moveTo>
                    <a:pt x="83819" y="1270"/>
                  </a:moveTo>
                  <a:lnTo>
                    <a:pt x="0" y="1270"/>
                  </a:lnTo>
                  <a:lnTo>
                    <a:pt x="0" y="7619"/>
                  </a:lnTo>
                  <a:lnTo>
                    <a:pt x="83819" y="7619"/>
                  </a:lnTo>
                  <a:lnTo>
                    <a:pt x="83819" y="1270"/>
                  </a:lnTo>
                  <a:close/>
                </a:path>
              </a:pathLst>
            </a:custGeom>
            <a:solidFill>
              <a:srgbClr val="168100"/>
            </a:solidFill>
          </p:spPr>
          <p:txBody>
            <a:bodyPr wrap="square" lIns="0" tIns="0" rIns="0" bIns="0" rtlCol="0"/>
            <a:lstStyle/>
            <a:p/>
          </p:txBody>
        </p:sp>
        <p:sp>
          <p:nvSpPr>
            <p:cNvPr id="795" name="object 795"/>
            <p:cNvSpPr/>
            <p:nvPr/>
          </p:nvSpPr>
          <p:spPr>
            <a:xfrm>
              <a:off x="2540000" y="1046480"/>
              <a:ext cx="83820" cy="7620"/>
            </a:xfrm>
            <a:custGeom>
              <a:avLst/>
              <a:gdLst/>
              <a:ahLst/>
              <a:cxnLst/>
              <a:rect l="l" t="t" r="r" b="b"/>
              <a:pathLst>
                <a:path w="83819" h="7619">
                  <a:moveTo>
                    <a:pt x="83819" y="0"/>
                  </a:moveTo>
                  <a:lnTo>
                    <a:pt x="0" y="0"/>
                  </a:lnTo>
                  <a:lnTo>
                    <a:pt x="0" y="7620"/>
                  </a:lnTo>
                  <a:lnTo>
                    <a:pt x="82550" y="7620"/>
                  </a:lnTo>
                  <a:lnTo>
                    <a:pt x="82550" y="2540"/>
                  </a:lnTo>
                  <a:lnTo>
                    <a:pt x="83819" y="2540"/>
                  </a:lnTo>
                  <a:lnTo>
                    <a:pt x="83819" y="0"/>
                  </a:lnTo>
                  <a:close/>
                </a:path>
              </a:pathLst>
            </a:custGeom>
            <a:solidFill>
              <a:srgbClr val="178000"/>
            </a:solidFill>
          </p:spPr>
          <p:txBody>
            <a:bodyPr wrap="square" lIns="0" tIns="0" rIns="0" bIns="0" rtlCol="0"/>
            <a:lstStyle/>
            <a:p/>
          </p:txBody>
        </p:sp>
        <p:sp>
          <p:nvSpPr>
            <p:cNvPr id="796" name="object 796"/>
            <p:cNvSpPr/>
            <p:nvPr/>
          </p:nvSpPr>
          <p:spPr>
            <a:xfrm>
              <a:off x="2540000" y="105410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187F00"/>
            </a:solidFill>
          </p:spPr>
          <p:txBody>
            <a:bodyPr wrap="square" lIns="0" tIns="0" rIns="0" bIns="0" rtlCol="0"/>
            <a:lstStyle/>
            <a:p/>
          </p:txBody>
        </p:sp>
        <p:sp>
          <p:nvSpPr>
            <p:cNvPr id="797" name="object 797"/>
            <p:cNvSpPr/>
            <p:nvPr/>
          </p:nvSpPr>
          <p:spPr>
            <a:xfrm>
              <a:off x="2514600" y="1062989"/>
              <a:ext cx="107950" cy="7620"/>
            </a:xfrm>
            <a:custGeom>
              <a:avLst/>
              <a:gdLst/>
              <a:ahLst/>
              <a:cxnLst/>
              <a:rect l="l" t="t" r="r" b="b"/>
              <a:pathLst>
                <a:path w="107950" h="7619">
                  <a:moveTo>
                    <a:pt x="107950" y="0"/>
                  </a:moveTo>
                  <a:lnTo>
                    <a:pt x="25400" y="0"/>
                  </a:lnTo>
                  <a:lnTo>
                    <a:pt x="25400" y="6350"/>
                  </a:lnTo>
                  <a:lnTo>
                    <a:pt x="0" y="6350"/>
                  </a:lnTo>
                  <a:lnTo>
                    <a:pt x="0" y="7620"/>
                  </a:lnTo>
                  <a:lnTo>
                    <a:pt x="107950" y="7620"/>
                  </a:lnTo>
                  <a:lnTo>
                    <a:pt x="107950" y="6350"/>
                  </a:lnTo>
                  <a:lnTo>
                    <a:pt x="107950" y="0"/>
                  </a:lnTo>
                  <a:close/>
                </a:path>
              </a:pathLst>
            </a:custGeom>
            <a:solidFill>
              <a:srgbClr val="197E00"/>
            </a:solidFill>
          </p:spPr>
          <p:txBody>
            <a:bodyPr wrap="square" lIns="0" tIns="0" rIns="0" bIns="0" rtlCol="0"/>
            <a:lstStyle/>
            <a:p/>
          </p:txBody>
        </p:sp>
        <p:sp>
          <p:nvSpPr>
            <p:cNvPr id="798" name="object 798"/>
            <p:cNvSpPr/>
            <p:nvPr/>
          </p:nvSpPr>
          <p:spPr>
            <a:xfrm>
              <a:off x="2514600" y="107061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1A7D00"/>
            </a:solidFill>
          </p:spPr>
          <p:txBody>
            <a:bodyPr wrap="square" lIns="0" tIns="0" rIns="0" bIns="0" rtlCol="0"/>
            <a:lstStyle/>
            <a:p/>
          </p:txBody>
        </p:sp>
        <p:sp>
          <p:nvSpPr>
            <p:cNvPr id="799" name="object 799"/>
            <p:cNvSpPr/>
            <p:nvPr/>
          </p:nvSpPr>
          <p:spPr>
            <a:xfrm>
              <a:off x="2514600" y="107950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1B7C00"/>
            </a:solidFill>
          </p:spPr>
          <p:txBody>
            <a:bodyPr wrap="square" lIns="0" tIns="0" rIns="0" bIns="0" rtlCol="0"/>
            <a:lstStyle/>
            <a:p/>
          </p:txBody>
        </p:sp>
        <p:sp>
          <p:nvSpPr>
            <p:cNvPr id="800" name="object 800"/>
            <p:cNvSpPr/>
            <p:nvPr/>
          </p:nvSpPr>
          <p:spPr>
            <a:xfrm>
              <a:off x="2514600" y="108712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1C7B00"/>
            </a:solidFill>
          </p:spPr>
          <p:txBody>
            <a:bodyPr wrap="square" lIns="0" tIns="0" rIns="0" bIns="0" rtlCol="0"/>
            <a:lstStyle/>
            <a:p/>
          </p:txBody>
        </p:sp>
        <p:sp>
          <p:nvSpPr>
            <p:cNvPr id="801" name="object 801"/>
            <p:cNvSpPr/>
            <p:nvPr/>
          </p:nvSpPr>
          <p:spPr>
            <a:xfrm>
              <a:off x="2514600" y="109601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1D7A00"/>
            </a:solidFill>
          </p:spPr>
          <p:txBody>
            <a:bodyPr wrap="square" lIns="0" tIns="0" rIns="0" bIns="0" rtlCol="0"/>
            <a:lstStyle/>
            <a:p/>
          </p:txBody>
        </p:sp>
        <p:sp>
          <p:nvSpPr>
            <p:cNvPr id="802" name="object 802"/>
            <p:cNvSpPr/>
            <p:nvPr/>
          </p:nvSpPr>
          <p:spPr>
            <a:xfrm>
              <a:off x="2514600" y="110363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1E7900"/>
            </a:solidFill>
          </p:spPr>
          <p:txBody>
            <a:bodyPr wrap="square" lIns="0" tIns="0" rIns="0" bIns="0" rtlCol="0"/>
            <a:lstStyle/>
            <a:p/>
          </p:txBody>
        </p:sp>
        <p:sp>
          <p:nvSpPr>
            <p:cNvPr id="803" name="object 803"/>
            <p:cNvSpPr/>
            <p:nvPr/>
          </p:nvSpPr>
          <p:spPr>
            <a:xfrm>
              <a:off x="2514600" y="111125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1F7800"/>
            </a:solidFill>
          </p:spPr>
          <p:txBody>
            <a:bodyPr wrap="square" lIns="0" tIns="0" rIns="0" bIns="0" rtlCol="0"/>
            <a:lstStyle/>
            <a:p/>
          </p:txBody>
        </p:sp>
        <p:sp>
          <p:nvSpPr>
            <p:cNvPr id="804" name="object 804"/>
            <p:cNvSpPr/>
            <p:nvPr/>
          </p:nvSpPr>
          <p:spPr>
            <a:xfrm>
              <a:off x="2514600" y="11201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07700"/>
            </a:solidFill>
          </p:spPr>
          <p:txBody>
            <a:bodyPr wrap="square" lIns="0" tIns="0" rIns="0" bIns="0" rtlCol="0"/>
            <a:lstStyle/>
            <a:p/>
          </p:txBody>
        </p:sp>
        <p:sp>
          <p:nvSpPr>
            <p:cNvPr id="805" name="object 805"/>
            <p:cNvSpPr/>
            <p:nvPr/>
          </p:nvSpPr>
          <p:spPr>
            <a:xfrm>
              <a:off x="2514600" y="112776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217600"/>
            </a:solidFill>
          </p:spPr>
          <p:txBody>
            <a:bodyPr wrap="square" lIns="0" tIns="0" rIns="0" bIns="0" rtlCol="0"/>
            <a:lstStyle/>
            <a:p/>
          </p:txBody>
        </p:sp>
        <p:sp>
          <p:nvSpPr>
            <p:cNvPr id="806" name="object 806"/>
            <p:cNvSpPr/>
            <p:nvPr/>
          </p:nvSpPr>
          <p:spPr>
            <a:xfrm>
              <a:off x="2514600" y="11366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27500"/>
            </a:solidFill>
          </p:spPr>
          <p:txBody>
            <a:bodyPr wrap="square" lIns="0" tIns="0" rIns="0" bIns="0" rtlCol="0"/>
            <a:lstStyle/>
            <a:p/>
          </p:txBody>
        </p:sp>
        <p:sp>
          <p:nvSpPr>
            <p:cNvPr id="807" name="object 807"/>
            <p:cNvSpPr/>
            <p:nvPr/>
          </p:nvSpPr>
          <p:spPr>
            <a:xfrm>
              <a:off x="2514600" y="114427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237400"/>
            </a:solidFill>
          </p:spPr>
          <p:txBody>
            <a:bodyPr wrap="square" lIns="0" tIns="0" rIns="0" bIns="0" rtlCol="0"/>
            <a:lstStyle/>
            <a:p/>
          </p:txBody>
        </p:sp>
        <p:sp>
          <p:nvSpPr>
            <p:cNvPr id="808" name="object 808"/>
            <p:cNvSpPr/>
            <p:nvPr/>
          </p:nvSpPr>
          <p:spPr>
            <a:xfrm>
              <a:off x="2514600" y="115316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47300"/>
            </a:solidFill>
          </p:spPr>
          <p:txBody>
            <a:bodyPr wrap="square" lIns="0" tIns="0" rIns="0" bIns="0" rtlCol="0"/>
            <a:lstStyle/>
            <a:p/>
          </p:txBody>
        </p:sp>
        <p:sp>
          <p:nvSpPr>
            <p:cNvPr id="809" name="object 809"/>
            <p:cNvSpPr/>
            <p:nvPr/>
          </p:nvSpPr>
          <p:spPr>
            <a:xfrm>
              <a:off x="2514600" y="1160780"/>
              <a:ext cx="139700" cy="8890"/>
            </a:xfrm>
            <a:custGeom>
              <a:avLst/>
              <a:gdLst/>
              <a:ahLst/>
              <a:cxnLst/>
              <a:rect l="l" t="t" r="r" b="b"/>
              <a:pathLst>
                <a:path w="139700" h="8890">
                  <a:moveTo>
                    <a:pt x="0" y="0"/>
                  </a:moveTo>
                  <a:lnTo>
                    <a:pt x="139700" y="0"/>
                  </a:lnTo>
                  <a:lnTo>
                    <a:pt x="139700" y="8890"/>
                  </a:lnTo>
                  <a:lnTo>
                    <a:pt x="0" y="8890"/>
                  </a:lnTo>
                  <a:lnTo>
                    <a:pt x="0" y="0"/>
                  </a:lnTo>
                  <a:close/>
                </a:path>
              </a:pathLst>
            </a:custGeom>
            <a:solidFill>
              <a:srgbClr val="257200"/>
            </a:solidFill>
          </p:spPr>
          <p:txBody>
            <a:bodyPr wrap="square" lIns="0" tIns="0" rIns="0" bIns="0" rtlCol="0"/>
            <a:lstStyle/>
            <a:p/>
          </p:txBody>
        </p:sp>
        <p:sp>
          <p:nvSpPr>
            <p:cNvPr id="810" name="object 810"/>
            <p:cNvSpPr/>
            <p:nvPr/>
          </p:nvSpPr>
          <p:spPr>
            <a:xfrm>
              <a:off x="2514600" y="116967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67100"/>
            </a:solidFill>
          </p:spPr>
          <p:txBody>
            <a:bodyPr wrap="square" lIns="0" tIns="0" rIns="0" bIns="0" rtlCol="0"/>
            <a:lstStyle/>
            <a:p/>
          </p:txBody>
        </p:sp>
        <p:sp>
          <p:nvSpPr>
            <p:cNvPr id="811" name="object 811"/>
            <p:cNvSpPr/>
            <p:nvPr/>
          </p:nvSpPr>
          <p:spPr>
            <a:xfrm>
              <a:off x="2514600" y="117729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77000"/>
            </a:solidFill>
          </p:spPr>
          <p:txBody>
            <a:bodyPr wrap="square" lIns="0" tIns="0" rIns="0" bIns="0" rtlCol="0"/>
            <a:lstStyle/>
            <a:p/>
          </p:txBody>
        </p:sp>
        <p:sp>
          <p:nvSpPr>
            <p:cNvPr id="812" name="object 812"/>
            <p:cNvSpPr/>
            <p:nvPr/>
          </p:nvSpPr>
          <p:spPr>
            <a:xfrm>
              <a:off x="2514600" y="118491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286F00"/>
            </a:solidFill>
          </p:spPr>
          <p:txBody>
            <a:bodyPr wrap="square" lIns="0" tIns="0" rIns="0" bIns="0" rtlCol="0"/>
            <a:lstStyle/>
            <a:p/>
          </p:txBody>
        </p:sp>
        <p:sp>
          <p:nvSpPr>
            <p:cNvPr id="813" name="object 813"/>
            <p:cNvSpPr/>
            <p:nvPr/>
          </p:nvSpPr>
          <p:spPr>
            <a:xfrm>
              <a:off x="2514600" y="119380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96E00"/>
            </a:solidFill>
          </p:spPr>
          <p:txBody>
            <a:bodyPr wrap="square" lIns="0" tIns="0" rIns="0" bIns="0" rtlCol="0"/>
            <a:lstStyle/>
            <a:p/>
          </p:txBody>
        </p:sp>
        <p:sp>
          <p:nvSpPr>
            <p:cNvPr id="814" name="object 814"/>
            <p:cNvSpPr/>
            <p:nvPr/>
          </p:nvSpPr>
          <p:spPr>
            <a:xfrm>
              <a:off x="2514600" y="120142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2A6D00"/>
            </a:solidFill>
          </p:spPr>
          <p:txBody>
            <a:bodyPr wrap="square" lIns="0" tIns="0" rIns="0" bIns="0" rtlCol="0"/>
            <a:lstStyle/>
            <a:p/>
          </p:txBody>
        </p:sp>
        <p:sp>
          <p:nvSpPr>
            <p:cNvPr id="815" name="object 815"/>
            <p:cNvSpPr/>
            <p:nvPr/>
          </p:nvSpPr>
          <p:spPr>
            <a:xfrm>
              <a:off x="2514600" y="121031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B6C00"/>
            </a:solidFill>
          </p:spPr>
          <p:txBody>
            <a:bodyPr wrap="square" lIns="0" tIns="0" rIns="0" bIns="0" rtlCol="0"/>
            <a:lstStyle/>
            <a:p/>
          </p:txBody>
        </p:sp>
        <p:sp>
          <p:nvSpPr>
            <p:cNvPr id="816" name="object 816"/>
            <p:cNvSpPr/>
            <p:nvPr/>
          </p:nvSpPr>
          <p:spPr>
            <a:xfrm>
              <a:off x="2514600" y="1217930"/>
              <a:ext cx="139700" cy="8890"/>
            </a:xfrm>
            <a:custGeom>
              <a:avLst/>
              <a:gdLst/>
              <a:ahLst/>
              <a:cxnLst/>
              <a:rect l="l" t="t" r="r" b="b"/>
              <a:pathLst>
                <a:path w="139700" h="8890">
                  <a:moveTo>
                    <a:pt x="0" y="0"/>
                  </a:moveTo>
                  <a:lnTo>
                    <a:pt x="139700" y="0"/>
                  </a:lnTo>
                  <a:lnTo>
                    <a:pt x="139700" y="8890"/>
                  </a:lnTo>
                  <a:lnTo>
                    <a:pt x="0" y="8890"/>
                  </a:lnTo>
                  <a:lnTo>
                    <a:pt x="0" y="0"/>
                  </a:lnTo>
                  <a:close/>
                </a:path>
              </a:pathLst>
            </a:custGeom>
            <a:solidFill>
              <a:srgbClr val="2C6B00"/>
            </a:solidFill>
          </p:spPr>
          <p:txBody>
            <a:bodyPr wrap="square" lIns="0" tIns="0" rIns="0" bIns="0" rtlCol="0"/>
            <a:lstStyle/>
            <a:p/>
          </p:txBody>
        </p:sp>
        <p:sp>
          <p:nvSpPr>
            <p:cNvPr id="817" name="object 817"/>
            <p:cNvSpPr/>
            <p:nvPr/>
          </p:nvSpPr>
          <p:spPr>
            <a:xfrm>
              <a:off x="2514600" y="122682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D6A00"/>
            </a:solidFill>
          </p:spPr>
          <p:txBody>
            <a:bodyPr wrap="square" lIns="0" tIns="0" rIns="0" bIns="0" rtlCol="0"/>
            <a:lstStyle/>
            <a:p/>
          </p:txBody>
        </p:sp>
        <p:sp>
          <p:nvSpPr>
            <p:cNvPr id="818" name="object 818"/>
            <p:cNvSpPr/>
            <p:nvPr/>
          </p:nvSpPr>
          <p:spPr>
            <a:xfrm>
              <a:off x="2514600" y="123444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2E6900"/>
            </a:solidFill>
          </p:spPr>
          <p:txBody>
            <a:bodyPr wrap="square" lIns="0" tIns="0" rIns="0" bIns="0" rtlCol="0"/>
            <a:lstStyle/>
            <a:p/>
          </p:txBody>
        </p:sp>
        <p:sp>
          <p:nvSpPr>
            <p:cNvPr id="819" name="object 819"/>
            <p:cNvSpPr/>
            <p:nvPr/>
          </p:nvSpPr>
          <p:spPr>
            <a:xfrm>
              <a:off x="2514600" y="124333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F6800"/>
            </a:solidFill>
          </p:spPr>
          <p:txBody>
            <a:bodyPr wrap="square" lIns="0" tIns="0" rIns="0" bIns="0" rtlCol="0"/>
            <a:lstStyle/>
            <a:p/>
          </p:txBody>
        </p:sp>
        <p:sp>
          <p:nvSpPr>
            <p:cNvPr id="820" name="object 820"/>
            <p:cNvSpPr/>
            <p:nvPr/>
          </p:nvSpPr>
          <p:spPr>
            <a:xfrm>
              <a:off x="2514600" y="1250950"/>
              <a:ext cx="139700" cy="8890"/>
            </a:xfrm>
            <a:custGeom>
              <a:avLst/>
              <a:gdLst/>
              <a:ahLst/>
              <a:cxnLst/>
              <a:rect l="l" t="t" r="r" b="b"/>
              <a:pathLst>
                <a:path w="139700" h="8890">
                  <a:moveTo>
                    <a:pt x="0" y="0"/>
                  </a:moveTo>
                  <a:lnTo>
                    <a:pt x="139700" y="0"/>
                  </a:lnTo>
                  <a:lnTo>
                    <a:pt x="139700" y="8889"/>
                  </a:lnTo>
                  <a:lnTo>
                    <a:pt x="0" y="8889"/>
                  </a:lnTo>
                  <a:lnTo>
                    <a:pt x="0" y="0"/>
                  </a:lnTo>
                  <a:close/>
                </a:path>
              </a:pathLst>
            </a:custGeom>
            <a:solidFill>
              <a:srgbClr val="306700"/>
            </a:solidFill>
          </p:spPr>
          <p:txBody>
            <a:bodyPr wrap="square" lIns="0" tIns="0" rIns="0" bIns="0" rtlCol="0"/>
            <a:lstStyle/>
            <a:p/>
          </p:txBody>
        </p:sp>
        <p:sp>
          <p:nvSpPr>
            <p:cNvPr id="821" name="object 821"/>
            <p:cNvSpPr/>
            <p:nvPr/>
          </p:nvSpPr>
          <p:spPr>
            <a:xfrm>
              <a:off x="2514600" y="12598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316600"/>
            </a:solidFill>
          </p:spPr>
          <p:txBody>
            <a:bodyPr wrap="square" lIns="0" tIns="0" rIns="0" bIns="0" rtlCol="0"/>
            <a:lstStyle/>
            <a:p/>
          </p:txBody>
        </p:sp>
        <p:sp>
          <p:nvSpPr>
            <p:cNvPr id="822" name="object 822"/>
            <p:cNvSpPr/>
            <p:nvPr/>
          </p:nvSpPr>
          <p:spPr>
            <a:xfrm>
              <a:off x="2514600" y="1267459"/>
              <a:ext cx="139700" cy="8890"/>
            </a:xfrm>
            <a:custGeom>
              <a:avLst/>
              <a:gdLst/>
              <a:ahLst/>
              <a:cxnLst/>
              <a:rect l="l" t="t" r="r" b="b"/>
              <a:pathLst>
                <a:path w="139700" h="8890">
                  <a:moveTo>
                    <a:pt x="107950" y="5092"/>
                  </a:moveTo>
                  <a:lnTo>
                    <a:pt x="25400" y="5092"/>
                  </a:lnTo>
                  <a:lnTo>
                    <a:pt x="25400" y="8890"/>
                  </a:lnTo>
                  <a:lnTo>
                    <a:pt x="107950" y="8890"/>
                  </a:lnTo>
                  <a:lnTo>
                    <a:pt x="107950" y="5092"/>
                  </a:lnTo>
                  <a:close/>
                </a:path>
                <a:path w="139700" h="8890">
                  <a:moveTo>
                    <a:pt x="139700" y="0"/>
                  </a:moveTo>
                  <a:lnTo>
                    <a:pt x="0" y="0"/>
                  </a:lnTo>
                  <a:lnTo>
                    <a:pt x="0" y="3810"/>
                  </a:lnTo>
                  <a:lnTo>
                    <a:pt x="0" y="5080"/>
                  </a:lnTo>
                  <a:lnTo>
                    <a:pt x="107950" y="5080"/>
                  </a:lnTo>
                  <a:lnTo>
                    <a:pt x="107950" y="3810"/>
                  </a:lnTo>
                  <a:lnTo>
                    <a:pt x="139700" y="3810"/>
                  </a:lnTo>
                  <a:lnTo>
                    <a:pt x="139700" y="0"/>
                  </a:lnTo>
                  <a:close/>
                </a:path>
              </a:pathLst>
            </a:custGeom>
            <a:solidFill>
              <a:srgbClr val="336600"/>
            </a:solidFill>
          </p:spPr>
          <p:txBody>
            <a:bodyPr wrap="square" lIns="0" tIns="0" rIns="0" bIns="0" rtlCol="0"/>
            <a:lstStyle/>
            <a:p/>
          </p:txBody>
        </p:sp>
        <p:sp>
          <p:nvSpPr>
            <p:cNvPr id="823" name="object 823"/>
            <p:cNvSpPr/>
            <p:nvPr/>
          </p:nvSpPr>
          <p:spPr>
            <a:xfrm>
              <a:off x="2540000" y="12763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36400"/>
            </a:solidFill>
          </p:spPr>
          <p:txBody>
            <a:bodyPr wrap="square" lIns="0" tIns="0" rIns="0" bIns="0" rtlCol="0"/>
            <a:lstStyle/>
            <a:p/>
          </p:txBody>
        </p:sp>
        <p:sp>
          <p:nvSpPr>
            <p:cNvPr id="824" name="object 824"/>
            <p:cNvSpPr/>
            <p:nvPr/>
          </p:nvSpPr>
          <p:spPr>
            <a:xfrm>
              <a:off x="2540000" y="12839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346300"/>
            </a:solidFill>
          </p:spPr>
          <p:txBody>
            <a:bodyPr wrap="square" lIns="0" tIns="0" rIns="0" bIns="0" rtlCol="0"/>
            <a:lstStyle/>
            <a:p/>
          </p:txBody>
        </p:sp>
        <p:sp>
          <p:nvSpPr>
            <p:cNvPr id="825" name="object 825"/>
            <p:cNvSpPr/>
            <p:nvPr/>
          </p:nvSpPr>
          <p:spPr>
            <a:xfrm>
              <a:off x="2540000" y="129159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356200"/>
            </a:solidFill>
          </p:spPr>
          <p:txBody>
            <a:bodyPr wrap="square" lIns="0" tIns="0" rIns="0" bIns="0" rtlCol="0"/>
            <a:lstStyle/>
            <a:p/>
          </p:txBody>
        </p:sp>
        <p:sp>
          <p:nvSpPr>
            <p:cNvPr id="826" name="object 826"/>
            <p:cNvSpPr/>
            <p:nvPr/>
          </p:nvSpPr>
          <p:spPr>
            <a:xfrm>
              <a:off x="2540000" y="1300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66100"/>
            </a:solidFill>
          </p:spPr>
          <p:txBody>
            <a:bodyPr wrap="square" lIns="0" tIns="0" rIns="0" bIns="0" rtlCol="0"/>
            <a:lstStyle/>
            <a:p/>
          </p:txBody>
        </p:sp>
        <p:sp>
          <p:nvSpPr>
            <p:cNvPr id="827" name="object 827"/>
            <p:cNvSpPr/>
            <p:nvPr/>
          </p:nvSpPr>
          <p:spPr>
            <a:xfrm>
              <a:off x="2540000" y="130810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376000"/>
            </a:solidFill>
          </p:spPr>
          <p:txBody>
            <a:bodyPr wrap="square" lIns="0" tIns="0" rIns="0" bIns="0" rtlCol="0"/>
            <a:lstStyle/>
            <a:p/>
          </p:txBody>
        </p:sp>
        <p:sp>
          <p:nvSpPr>
            <p:cNvPr id="828" name="object 828"/>
            <p:cNvSpPr/>
            <p:nvPr/>
          </p:nvSpPr>
          <p:spPr>
            <a:xfrm>
              <a:off x="2540000" y="13169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85F00"/>
            </a:solidFill>
          </p:spPr>
          <p:txBody>
            <a:bodyPr wrap="square" lIns="0" tIns="0" rIns="0" bIns="0" rtlCol="0"/>
            <a:lstStyle/>
            <a:p/>
          </p:txBody>
        </p:sp>
        <p:sp>
          <p:nvSpPr>
            <p:cNvPr id="829" name="object 829"/>
            <p:cNvSpPr/>
            <p:nvPr/>
          </p:nvSpPr>
          <p:spPr>
            <a:xfrm>
              <a:off x="2540000" y="132461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395E00"/>
            </a:solidFill>
          </p:spPr>
          <p:txBody>
            <a:bodyPr wrap="square" lIns="0" tIns="0" rIns="0" bIns="0" rtlCol="0"/>
            <a:lstStyle/>
            <a:p/>
          </p:txBody>
        </p:sp>
        <p:sp>
          <p:nvSpPr>
            <p:cNvPr id="830" name="object 830"/>
            <p:cNvSpPr/>
            <p:nvPr/>
          </p:nvSpPr>
          <p:spPr>
            <a:xfrm>
              <a:off x="2540000" y="1333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A5D00"/>
            </a:solidFill>
          </p:spPr>
          <p:txBody>
            <a:bodyPr wrap="square" lIns="0" tIns="0" rIns="0" bIns="0" rtlCol="0"/>
            <a:lstStyle/>
            <a:p/>
          </p:txBody>
        </p:sp>
        <p:sp>
          <p:nvSpPr>
            <p:cNvPr id="831" name="object 831"/>
            <p:cNvSpPr/>
            <p:nvPr/>
          </p:nvSpPr>
          <p:spPr>
            <a:xfrm>
              <a:off x="2540000" y="13411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3B5C00"/>
            </a:solidFill>
          </p:spPr>
          <p:txBody>
            <a:bodyPr wrap="square" lIns="0" tIns="0" rIns="0" bIns="0" rtlCol="0"/>
            <a:lstStyle/>
            <a:p/>
          </p:txBody>
        </p:sp>
        <p:sp>
          <p:nvSpPr>
            <p:cNvPr id="832" name="object 832"/>
            <p:cNvSpPr/>
            <p:nvPr/>
          </p:nvSpPr>
          <p:spPr>
            <a:xfrm>
              <a:off x="2540000" y="134874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3C5B00"/>
            </a:solidFill>
          </p:spPr>
          <p:txBody>
            <a:bodyPr wrap="square" lIns="0" tIns="0" rIns="0" bIns="0" rtlCol="0"/>
            <a:lstStyle/>
            <a:p/>
          </p:txBody>
        </p:sp>
        <p:sp>
          <p:nvSpPr>
            <p:cNvPr id="833" name="object 833"/>
            <p:cNvSpPr/>
            <p:nvPr/>
          </p:nvSpPr>
          <p:spPr>
            <a:xfrm>
              <a:off x="2540000" y="1357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D5A00"/>
            </a:solidFill>
          </p:spPr>
          <p:txBody>
            <a:bodyPr wrap="square" lIns="0" tIns="0" rIns="0" bIns="0" rtlCol="0"/>
            <a:lstStyle/>
            <a:p/>
          </p:txBody>
        </p:sp>
        <p:sp>
          <p:nvSpPr>
            <p:cNvPr id="834" name="object 834"/>
            <p:cNvSpPr/>
            <p:nvPr/>
          </p:nvSpPr>
          <p:spPr>
            <a:xfrm>
              <a:off x="2540000" y="136525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3E5900"/>
            </a:solidFill>
          </p:spPr>
          <p:txBody>
            <a:bodyPr wrap="square" lIns="0" tIns="0" rIns="0" bIns="0" rtlCol="0"/>
            <a:lstStyle/>
            <a:p/>
          </p:txBody>
        </p:sp>
        <p:sp>
          <p:nvSpPr>
            <p:cNvPr id="835" name="object 835"/>
            <p:cNvSpPr/>
            <p:nvPr/>
          </p:nvSpPr>
          <p:spPr>
            <a:xfrm>
              <a:off x="2540000" y="13741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3F5800"/>
            </a:solidFill>
          </p:spPr>
          <p:txBody>
            <a:bodyPr wrap="square" lIns="0" tIns="0" rIns="0" bIns="0" rtlCol="0"/>
            <a:lstStyle/>
            <a:p/>
          </p:txBody>
        </p:sp>
        <p:sp>
          <p:nvSpPr>
            <p:cNvPr id="836" name="object 836"/>
            <p:cNvSpPr/>
            <p:nvPr/>
          </p:nvSpPr>
          <p:spPr>
            <a:xfrm>
              <a:off x="2540000" y="138176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405700"/>
            </a:solidFill>
          </p:spPr>
          <p:txBody>
            <a:bodyPr wrap="square" lIns="0" tIns="0" rIns="0" bIns="0" rtlCol="0"/>
            <a:lstStyle/>
            <a:p/>
          </p:txBody>
        </p:sp>
        <p:sp>
          <p:nvSpPr>
            <p:cNvPr id="837" name="object 837"/>
            <p:cNvSpPr/>
            <p:nvPr/>
          </p:nvSpPr>
          <p:spPr>
            <a:xfrm>
              <a:off x="2540000" y="1390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15600"/>
            </a:solidFill>
          </p:spPr>
          <p:txBody>
            <a:bodyPr wrap="square" lIns="0" tIns="0" rIns="0" bIns="0" rtlCol="0"/>
            <a:lstStyle/>
            <a:p/>
          </p:txBody>
        </p:sp>
        <p:sp>
          <p:nvSpPr>
            <p:cNvPr id="838" name="object 838"/>
            <p:cNvSpPr/>
            <p:nvPr/>
          </p:nvSpPr>
          <p:spPr>
            <a:xfrm>
              <a:off x="2540000" y="139827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425500"/>
            </a:solidFill>
          </p:spPr>
          <p:txBody>
            <a:bodyPr wrap="square" lIns="0" tIns="0" rIns="0" bIns="0" rtlCol="0"/>
            <a:lstStyle/>
            <a:p/>
          </p:txBody>
        </p:sp>
        <p:sp>
          <p:nvSpPr>
            <p:cNvPr id="839" name="object 839"/>
            <p:cNvSpPr/>
            <p:nvPr/>
          </p:nvSpPr>
          <p:spPr>
            <a:xfrm>
              <a:off x="2540000" y="14071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35400"/>
            </a:solidFill>
          </p:spPr>
          <p:txBody>
            <a:bodyPr wrap="square" lIns="0" tIns="0" rIns="0" bIns="0" rtlCol="0"/>
            <a:lstStyle/>
            <a:p/>
          </p:txBody>
        </p:sp>
        <p:sp>
          <p:nvSpPr>
            <p:cNvPr id="840" name="object 840"/>
            <p:cNvSpPr/>
            <p:nvPr/>
          </p:nvSpPr>
          <p:spPr>
            <a:xfrm>
              <a:off x="2540000" y="1414780"/>
              <a:ext cx="82550" cy="8890"/>
            </a:xfrm>
            <a:custGeom>
              <a:avLst/>
              <a:gdLst/>
              <a:ahLst/>
              <a:cxnLst/>
              <a:rect l="l" t="t" r="r" b="b"/>
              <a:pathLst>
                <a:path w="82550" h="8890">
                  <a:moveTo>
                    <a:pt x="0" y="8890"/>
                  </a:moveTo>
                  <a:lnTo>
                    <a:pt x="0" y="0"/>
                  </a:lnTo>
                  <a:lnTo>
                    <a:pt x="82550" y="0"/>
                  </a:lnTo>
                  <a:lnTo>
                    <a:pt x="82550" y="8890"/>
                  </a:lnTo>
                  <a:lnTo>
                    <a:pt x="0" y="8890"/>
                  </a:lnTo>
                  <a:close/>
                </a:path>
              </a:pathLst>
            </a:custGeom>
            <a:solidFill>
              <a:srgbClr val="445300"/>
            </a:solidFill>
          </p:spPr>
          <p:txBody>
            <a:bodyPr wrap="square" lIns="0" tIns="0" rIns="0" bIns="0" rtlCol="0"/>
            <a:lstStyle/>
            <a:p/>
          </p:txBody>
        </p:sp>
        <p:sp>
          <p:nvSpPr>
            <p:cNvPr id="841" name="object 841"/>
            <p:cNvSpPr/>
            <p:nvPr/>
          </p:nvSpPr>
          <p:spPr>
            <a:xfrm>
              <a:off x="2540000" y="14236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55200"/>
            </a:solidFill>
          </p:spPr>
          <p:txBody>
            <a:bodyPr wrap="square" lIns="0" tIns="0" rIns="0" bIns="0" rtlCol="0"/>
            <a:lstStyle/>
            <a:p/>
          </p:txBody>
        </p:sp>
        <p:sp>
          <p:nvSpPr>
            <p:cNvPr id="842" name="object 842"/>
            <p:cNvSpPr/>
            <p:nvPr/>
          </p:nvSpPr>
          <p:spPr>
            <a:xfrm>
              <a:off x="2540000" y="143129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465100"/>
            </a:solidFill>
          </p:spPr>
          <p:txBody>
            <a:bodyPr wrap="square" lIns="0" tIns="0" rIns="0" bIns="0" rtlCol="0"/>
            <a:lstStyle/>
            <a:p/>
          </p:txBody>
        </p:sp>
        <p:sp>
          <p:nvSpPr>
            <p:cNvPr id="843" name="object 843"/>
            <p:cNvSpPr/>
            <p:nvPr/>
          </p:nvSpPr>
          <p:spPr>
            <a:xfrm>
              <a:off x="2540000" y="14401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75000"/>
            </a:solidFill>
          </p:spPr>
          <p:txBody>
            <a:bodyPr wrap="square" lIns="0" tIns="0" rIns="0" bIns="0" rtlCol="0"/>
            <a:lstStyle/>
            <a:p/>
          </p:txBody>
        </p:sp>
        <p:sp>
          <p:nvSpPr>
            <p:cNvPr id="844" name="object 844"/>
            <p:cNvSpPr/>
            <p:nvPr/>
          </p:nvSpPr>
          <p:spPr>
            <a:xfrm>
              <a:off x="2540000" y="14478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84F00"/>
            </a:solidFill>
          </p:spPr>
          <p:txBody>
            <a:bodyPr wrap="square" lIns="0" tIns="0" rIns="0" bIns="0" rtlCol="0"/>
            <a:lstStyle/>
            <a:p/>
          </p:txBody>
        </p:sp>
        <p:sp>
          <p:nvSpPr>
            <p:cNvPr id="845" name="object 845"/>
            <p:cNvSpPr/>
            <p:nvPr/>
          </p:nvSpPr>
          <p:spPr>
            <a:xfrm>
              <a:off x="2540000" y="145542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494E00"/>
            </a:solidFill>
          </p:spPr>
          <p:txBody>
            <a:bodyPr wrap="square" lIns="0" tIns="0" rIns="0" bIns="0" rtlCol="0"/>
            <a:lstStyle/>
            <a:p/>
          </p:txBody>
        </p:sp>
        <p:sp>
          <p:nvSpPr>
            <p:cNvPr id="846" name="object 846"/>
            <p:cNvSpPr/>
            <p:nvPr/>
          </p:nvSpPr>
          <p:spPr>
            <a:xfrm>
              <a:off x="2540000" y="14643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A4D00"/>
            </a:solidFill>
          </p:spPr>
          <p:txBody>
            <a:bodyPr wrap="square" lIns="0" tIns="0" rIns="0" bIns="0" rtlCol="0"/>
            <a:lstStyle/>
            <a:p/>
          </p:txBody>
        </p:sp>
        <p:sp>
          <p:nvSpPr>
            <p:cNvPr id="847" name="object 847"/>
            <p:cNvSpPr/>
            <p:nvPr/>
          </p:nvSpPr>
          <p:spPr>
            <a:xfrm>
              <a:off x="2540000" y="1471930"/>
              <a:ext cx="82550" cy="8890"/>
            </a:xfrm>
            <a:custGeom>
              <a:avLst/>
              <a:gdLst/>
              <a:ahLst/>
              <a:cxnLst/>
              <a:rect l="l" t="t" r="r" b="b"/>
              <a:pathLst>
                <a:path w="82550" h="8890">
                  <a:moveTo>
                    <a:pt x="0" y="8890"/>
                  </a:moveTo>
                  <a:lnTo>
                    <a:pt x="0" y="0"/>
                  </a:lnTo>
                  <a:lnTo>
                    <a:pt x="82550" y="0"/>
                  </a:lnTo>
                  <a:lnTo>
                    <a:pt x="82550" y="8890"/>
                  </a:lnTo>
                  <a:lnTo>
                    <a:pt x="0" y="8890"/>
                  </a:lnTo>
                  <a:close/>
                </a:path>
              </a:pathLst>
            </a:custGeom>
            <a:solidFill>
              <a:srgbClr val="4B4C00"/>
            </a:solidFill>
          </p:spPr>
          <p:txBody>
            <a:bodyPr wrap="square" lIns="0" tIns="0" rIns="0" bIns="0" rtlCol="0"/>
            <a:lstStyle/>
            <a:p/>
          </p:txBody>
        </p:sp>
        <p:sp>
          <p:nvSpPr>
            <p:cNvPr id="848" name="object 848"/>
            <p:cNvSpPr/>
            <p:nvPr/>
          </p:nvSpPr>
          <p:spPr>
            <a:xfrm>
              <a:off x="2540000" y="14808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C4B00"/>
            </a:solidFill>
          </p:spPr>
          <p:txBody>
            <a:bodyPr wrap="square" lIns="0" tIns="0" rIns="0" bIns="0" rtlCol="0"/>
            <a:lstStyle/>
            <a:p/>
          </p:txBody>
        </p:sp>
        <p:sp>
          <p:nvSpPr>
            <p:cNvPr id="849" name="object 849"/>
            <p:cNvSpPr/>
            <p:nvPr/>
          </p:nvSpPr>
          <p:spPr>
            <a:xfrm>
              <a:off x="2540000" y="148844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4D4A00"/>
            </a:solidFill>
          </p:spPr>
          <p:txBody>
            <a:bodyPr wrap="square" lIns="0" tIns="0" rIns="0" bIns="0" rtlCol="0"/>
            <a:lstStyle/>
            <a:p/>
          </p:txBody>
        </p:sp>
        <p:sp>
          <p:nvSpPr>
            <p:cNvPr id="850" name="object 850"/>
            <p:cNvSpPr/>
            <p:nvPr/>
          </p:nvSpPr>
          <p:spPr>
            <a:xfrm>
              <a:off x="2540000" y="14973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E4900"/>
            </a:solidFill>
          </p:spPr>
          <p:txBody>
            <a:bodyPr wrap="square" lIns="0" tIns="0" rIns="0" bIns="0" rtlCol="0"/>
            <a:lstStyle/>
            <a:p/>
          </p:txBody>
        </p:sp>
        <p:sp>
          <p:nvSpPr>
            <p:cNvPr id="851" name="object 851"/>
            <p:cNvSpPr/>
            <p:nvPr/>
          </p:nvSpPr>
          <p:spPr>
            <a:xfrm>
              <a:off x="2540000" y="15049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F4800"/>
            </a:solidFill>
          </p:spPr>
          <p:txBody>
            <a:bodyPr wrap="square" lIns="0" tIns="0" rIns="0" bIns="0" rtlCol="0"/>
            <a:lstStyle/>
            <a:p/>
          </p:txBody>
        </p:sp>
        <p:sp>
          <p:nvSpPr>
            <p:cNvPr id="852" name="object 852"/>
            <p:cNvSpPr/>
            <p:nvPr/>
          </p:nvSpPr>
          <p:spPr>
            <a:xfrm>
              <a:off x="2540000" y="151257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504700"/>
            </a:solidFill>
          </p:spPr>
          <p:txBody>
            <a:bodyPr wrap="square" lIns="0" tIns="0" rIns="0" bIns="0" rtlCol="0"/>
            <a:lstStyle/>
            <a:p/>
          </p:txBody>
        </p:sp>
        <p:sp>
          <p:nvSpPr>
            <p:cNvPr id="853" name="object 853"/>
            <p:cNvSpPr/>
            <p:nvPr/>
          </p:nvSpPr>
          <p:spPr>
            <a:xfrm>
              <a:off x="2540000" y="15214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14600"/>
            </a:solidFill>
          </p:spPr>
          <p:txBody>
            <a:bodyPr wrap="square" lIns="0" tIns="0" rIns="0" bIns="0" rtlCol="0"/>
            <a:lstStyle/>
            <a:p/>
          </p:txBody>
        </p:sp>
        <p:sp>
          <p:nvSpPr>
            <p:cNvPr id="854" name="object 854"/>
            <p:cNvSpPr/>
            <p:nvPr/>
          </p:nvSpPr>
          <p:spPr>
            <a:xfrm>
              <a:off x="2540000" y="1529080"/>
              <a:ext cx="82550" cy="8890"/>
            </a:xfrm>
            <a:custGeom>
              <a:avLst/>
              <a:gdLst/>
              <a:ahLst/>
              <a:cxnLst/>
              <a:rect l="l" t="t" r="r" b="b"/>
              <a:pathLst>
                <a:path w="82550" h="8890">
                  <a:moveTo>
                    <a:pt x="0" y="8890"/>
                  </a:moveTo>
                  <a:lnTo>
                    <a:pt x="0" y="0"/>
                  </a:lnTo>
                  <a:lnTo>
                    <a:pt x="82550" y="0"/>
                  </a:lnTo>
                  <a:lnTo>
                    <a:pt x="82550" y="8890"/>
                  </a:lnTo>
                  <a:lnTo>
                    <a:pt x="0" y="8890"/>
                  </a:lnTo>
                  <a:close/>
                </a:path>
              </a:pathLst>
            </a:custGeom>
            <a:solidFill>
              <a:srgbClr val="524500"/>
            </a:solidFill>
          </p:spPr>
          <p:txBody>
            <a:bodyPr wrap="square" lIns="0" tIns="0" rIns="0" bIns="0" rtlCol="0"/>
            <a:lstStyle/>
            <a:p/>
          </p:txBody>
        </p:sp>
        <p:sp>
          <p:nvSpPr>
            <p:cNvPr id="855" name="object 855"/>
            <p:cNvSpPr/>
            <p:nvPr/>
          </p:nvSpPr>
          <p:spPr>
            <a:xfrm>
              <a:off x="2540000" y="15379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34400"/>
            </a:solidFill>
          </p:spPr>
          <p:txBody>
            <a:bodyPr wrap="square" lIns="0" tIns="0" rIns="0" bIns="0" rtlCol="0"/>
            <a:lstStyle/>
            <a:p/>
          </p:txBody>
        </p:sp>
        <p:sp>
          <p:nvSpPr>
            <p:cNvPr id="856" name="object 856"/>
            <p:cNvSpPr/>
            <p:nvPr/>
          </p:nvSpPr>
          <p:spPr>
            <a:xfrm>
              <a:off x="2540000" y="154559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544300"/>
            </a:solidFill>
          </p:spPr>
          <p:txBody>
            <a:bodyPr wrap="square" lIns="0" tIns="0" rIns="0" bIns="0" rtlCol="0"/>
            <a:lstStyle/>
            <a:p/>
          </p:txBody>
        </p:sp>
        <p:sp>
          <p:nvSpPr>
            <p:cNvPr id="857" name="object 857"/>
            <p:cNvSpPr/>
            <p:nvPr/>
          </p:nvSpPr>
          <p:spPr>
            <a:xfrm>
              <a:off x="2540000" y="1554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54200"/>
            </a:solidFill>
          </p:spPr>
          <p:txBody>
            <a:bodyPr wrap="square" lIns="0" tIns="0" rIns="0" bIns="0" rtlCol="0"/>
            <a:lstStyle/>
            <a:p/>
          </p:txBody>
        </p:sp>
        <p:sp>
          <p:nvSpPr>
            <p:cNvPr id="858" name="object 858"/>
            <p:cNvSpPr/>
            <p:nvPr/>
          </p:nvSpPr>
          <p:spPr>
            <a:xfrm>
              <a:off x="2540000" y="156210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564100"/>
            </a:solidFill>
          </p:spPr>
          <p:txBody>
            <a:bodyPr wrap="square" lIns="0" tIns="0" rIns="0" bIns="0" rtlCol="0"/>
            <a:lstStyle/>
            <a:p/>
          </p:txBody>
        </p:sp>
        <p:sp>
          <p:nvSpPr>
            <p:cNvPr id="859" name="object 859"/>
            <p:cNvSpPr/>
            <p:nvPr/>
          </p:nvSpPr>
          <p:spPr>
            <a:xfrm>
              <a:off x="2540000" y="15709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74000"/>
            </a:solidFill>
          </p:spPr>
          <p:txBody>
            <a:bodyPr wrap="square" lIns="0" tIns="0" rIns="0" bIns="0" rtlCol="0"/>
            <a:lstStyle/>
            <a:p/>
          </p:txBody>
        </p:sp>
        <p:sp>
          <p:nvSpPr>
            <p:cNvPr id="860" name="object 860"/>
            <p:cNvSpPr/>
            <p:nvPr/>
          </p:nvSpPr>
          <p:spPr>
            <a:xfrm>
              <a:off x="2540000" y="157861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583F00"/>
            </a:solidFill>
          </p:spPr>
          <p:txBody>
            <a:bodyPr wrap="square" lIns="0" tIns="0" rIns="0" bIns="0" rtlCol="0"/>
            <a:lstStyle/>
            <a:p/>
          </p:txBody>
        </p:sp>
        <p:sp>
          <p:nvSpPr>
            <p:cNvPr id="861" name="object 861"/>
            <p:cNvSpPr/>
            <p:nvPr/>
          </p:nvSpPr>
          <p:spPr>
            <a:xfrm>
              <a:off x="2540000" y="1587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93E00"/>
            </a:solidFill>
          </p:spPr>
          <p:txBody>
            <a:bodyPr wrap="square" lIns="0" tIns="0" rIns="0" bIns="0" rtlCol="0"/>
            <a:lstStyle/>
            <a:p/>
          </p:txBody>
        </p:sp>
        <p:sp>
          <p:nvSpPr>
            <p:cNvPr id="862" name="object 862"/>
            <p:cNvSpPr/>
            <p:nvPr/>
          </p:nvSpPr>
          <p:spPr>
            <a:xfrm>
              <a:off x="2540000" y="159512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5A3D00"/>
            </a:solidFill>
          </p:spPr>
          <p:txBody>
            <a:bodyPr wrap="square" lIns="0" tIns="0" rIns="0" bIns="0" rtlCol="0"/>
            <a:lstStyle/>
            <a:p/>
          </p:txBody>
        </p:sp>
        <p:sp>
          <p:nvSpPr>
            <p:cNvPr id="863" name="object 863"/>
            <p:cNvSpPr/>
            <p:nvPr/>
          </p:nvSpPr>
          <p:spPr>
            <a:xfrm>
              <a:off x="2540000" y="16040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B3C00"/>
            </a:solidFill>
          </p:spPr>
          <p:txBody>
            <a:bodyPr wrap="square" lIns="0" tIns="0" rIns="0" bIns="0" rtlCol="0"/>
            <a:lstStyle/>
            <a:p/>
          </p:txBody>
        </p:sp>
        <p:sp>
          <p:nvSpPr>
            <p:cNvPr id="864" name="object 864"/>
            <p:cNvSpPr/>
            <p:nvPr/>
          </p:nvSpPr>
          <p:spPr>
            <a:xfrm>
              <a:off x="2540000" y="1611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C3B00"/>
            </a:solidFill>
          </p:spPr>
          <p:txBody>
            <a:bodyPr wrap="square" lIns="0" tIns="0" rIns="0" bIns="0" rtlCol="0"/>
            <a:lstStyle/>
            <a:p/>
          </p:txBody>
        </p:sp>
        <p:sp>
          <p:nvSpPr>
            <p:cNvPr id="865" name="object 865"/>
            <p:cNvSpPr/>
            <p:nvPr/>
          </p:nvSpPr>
          <p:spPr>
            <a:xfrm>
              <a:off x="2540000" y="1619250"/>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D3A00"/>
            </a:solidFill>
          </p:spPr>
          <p:txBody>
            <a:bodyPr wrap="square" lIns="0" tIns="0" rIns="0" bIns="0" rtlCol="0"/>
            <a:lstStyle/>
            <a:p/>
          </p:txBody>
        </p:sp>
        <p:sp>
          <p:nvSpPr>
            <p:cNvPr id="866" name="object 866"/>
            <p:cNvSpPr/>
            <p:nvPr/>
          </p:nvSpPr>
          <p:spPr>
            <a:xfrm>
              <a:off x="2540000" y="16281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E3900"/>
            </a:solidFill>
          </p:spPr>
          <p:txBody>
            <a:bodyPr wrap="square" lIns="0" tIns="0" rIns="0" bIns="0" rtlCol="0"/>
            <a:lstStyle/>
            <a:p/>
          </p:txBody>
        </p:sp>
        <p:sp>
          <p:nvSpPr>
            <p:cNvPr id="867" name="object 867"/>
            <p:cNvSpPr/>
            <p:nvPr/>
          </p:nvSpPr>
          <p:spPr>
            <a:xfrm>
              <a:off x="2540000" y="1635760"/>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5F3800"/>
            </a:solidFill>
          </p:spPr>
          <p:txBody>
            <a:bodyPr wrap="square" lIns="0" tIns="0" rIns="0" bIns="0" rtlCol="0"/>
            <a:lstStyle/>
            <a:p/>
          </p:txBody>
        </p:sp>
        <p:sp>
          <p:nvSpPr>
            <p:cNvPr id="868" name="object 868"/>
            <p:cNvSpPr/>
            <p:nvPr/>
          </p:nvSpPr>
          <p:spPr>
            <a:xfrm>
              <a:off x="2540000" y="16446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03700"/>
            </a:solidFill>
          </p:spPr>
          <p:txBody>
            <a:bodyPr wrap="square" lIns="0" tIns="0" rIns="0" bIns="0" rtlCol="0"/>
            <a:lstStyle/>
            <a:p/>
          </p:txBody>
        </p:sp>
        <p:sp>
          <p:nvSpPr>
            <p:cNvPr id="869" name="object 869"/>
            <p:cNvSpPr/>
            <p:nvPr/>
          </p:nvSpPr>
          <p:spPr>
            <a:xfrm>
              <a:off x="2540000" y="1652270"/>
              <a:ext cx="82550" cy="8890"/>
            </a:xfrm>
            <a:custGeom>
              <a:avLst/>
              <a:gdLst/>
              <a:ahLst/>
              <a:cxnLst/>
              <a:rect l="l" t="t" r="r" b="b"/>
              <a:pathLst>
                <a:path w="82550" h="8889">
                  <a:moveTo>
                    <a:pt x="0" y="8889"/>
                  </a:moveTo>
                  <a:lnTo>
                    <a:pt x="0" y="0"/>
                  </a:lnTo>
                  <a:lnTo>
                    <a:pt x="82550" y="0"/>
                  </a:lnTo>
                  <a:lnTo>
                    <a:pt x="82550" y="8889"/>
                  </a:lnTo>
                  <a:lnTo>
                    <a:pt x="0" y="8889"/>
                  </a:lnTo>
                  <a:close/>
                </a:path>
              </a:pathLst>
            </a:custGeom>
            <a:solidFill>
              <a:srgbClr val="613600"/>
            </a:solidFill>
          </p:spPr>
          <p:txBody>
            <a:bodyPr wrap="square" lIns="0" tIns="0" rIns="0" bIns="0" rtlCol="0"/>
            <a:lstStyle/>
            <a:p/>
          </p:txBody>
        </p:sp>
        <p:sp>
          <p:nvSpPr>
            <p:cNvPr id="870" name="object 870"/>
            <p:cNvSpPr/>
            <p:nvPr/>
          </p:nvSpPr>
          <p:spPr>
            <a:xfrm>
              <a:off x="2540000" y="16611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23500"/>
            </a:solidFill>
          </p:spPr>
          <p:txBody>
            <a:bodyPr wrap="square" lIns="0" tIns="0" rIns="0" bIns="0" rtlCol="0"/>
            <a:lstStyle/>
            <a:p/>
          </p:txBody>
        </p:sp>
        <p:sp>
          <p:nvSpPr>
            <p:cNvPr id="871" name="object 871"/>
            <p:cNvSpPr/>
            <p:nvPr/>
          </p:nvSpPr>
          <p:spPr>
            <a:xfrm>
              <a:off x="2540000" y="1668780"/>
              <a:ext cx="82550" cy="8890"/>
            </a:xfrm>
            <a:custGeom>
              <a:avLst/>
              <a:gdLst/>
              <a:ahLst/>
              <a:cxnLst/>
              <a:rect l="l" t="t" r="r" b="b"/>
              <a:pathLst>
                <a:path w="82550" h="8889">
                  <a:moveTo>
                    <a:pt x="0" y="8890"/>
                  </a:moveTo>
                  <a:lnTo>
                    <a:pt x="0" y="0"/>
                  </a:lnTo>
                  <a:lnTo>
                    <a:pt x="82550" y="0"/>
                  </a:lnTo>
                  <a:lnTo>
                    <a:pt x="82550" y="8890"/>
                  </a:lnTo>
                  <a:lnTo>
                    <a:pt x="0" y="8890"/>
                  </a:lnTo>
                  <a:close/>
                </a:path>
              </a:pathLst>
            </a:custGeom>
            <a:solidFill>
              <a:srgbClr val="633400"/>
            </a:solidFill>
          </p:spPr>
          <p:txBody>
            <a:bodyPr wrap="square" lIns="0" tIns="0" rIns="0" bIns="0" rtlCol="0"/>
            <a:lstStyle/>
            <a:p/>
          </p:txBody>
        </p:sp>
      </p:grpSp>
      <p:grpSp>
        <p:nvGrpSpPr>
          <p:cNvPr id="872" name="object 872"/>
          <p:cNvGrpSpPr/>
          <p:nvPr/>
        </p:nvGrpSpPr>
        <p:grpSpPr>
          <a:xfrm>
            <a:off x="2708910" y="1056639"/>
            <a:ext cx="213360" cy="633730"/>
            <a:chOff x="2708910" y="1056639"/>
            <a:chExt cx="213360" cy="633730"/>
          </a:xfrm>
        </p:grpSpPr>
        <p:sp>
          <p:nvSpPr>
            <p:cNvPr id="873" name="object 873"/>
            <p:cNvSpPr/>
            <p:nvPr/>
          </p:nvSpPr>
          <p:spPr>
            <a:xfrm>
              <a:off x="2794000"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1909" y="3810"/>
                  </a:moveTo>
                  <a:lnTo>
                    <a:pt x="2539" y="3810"/>
                  </a:lnTo>
                  <a:lnTo>
                    <a:pt x="2539" y="5080"/>
                  </a:lnTo>
                  <a:lnTo>
                    <a:pt x="41909" y="5080"/>
                  </a:lnTo>
                  <a:lnTo>
                    <a:pt x="41909" y="3810"/>
                  </a:lnTo>
                  <a:close/>
                </a:path>
                <a:path w="44450" h="6350">
                  <a:moveTo>
                    <a:pt x="38100" y="2539"/>
                  </a:moveTo>
                  <a:lnTo>
                    <a:pt x="5080" y="2539"/>
                  </a:lnTo>
                  <a:lnTo>
                    <a:pt x="5080" y="3810"/>
                  </a:lnTo>
                  <a:lnTo>
                    <a:pt x="38100" y="3810"/>
                  </a:lnTo>
                  <a:lnTo>
                    <a:pt x="38100" y="2539"/>
                  </a:lnTo>
                  <a:close/>
                </a:path>
                <a:path w="44450" h="6350">
                  <a:moveTo>
                    <a:pt x="35559" y="1270"/>
                  </a:moveTo>
                  <a:lnTo>
                    <a:pt x="8889" y="1270"/>
                  </a:lnTo>
                  <a:lnTo>
                    <a:pt x="8889" y="2539"/>
                  </a:lnTo>
                  <a:lnTo>
                    <a:pt x="35559" y="2539"/>
                  </a:lnTo>
                  <a:lnTo>
                    <a:pt x="35559" y="1270"/>
                  </a:lnTo>
                  <a:close/>
                </a:path>
                <a:path w="44450" h="6350">
                  <a:moveTo>
                    <a:pt x="21589" y="0"/>
                  </a:moveTo>
                  <a:lnTo>
                    <a:pt x="20319" y="0"/>
                  </a:lnTo>
                  <a:lnTo>
                    <a:pt x="20319" y="1270"/>
                  </a:lnTo>
                  <a:lnTo>
                    <a:pt x="21589" y="1270"/>
                  </a:lnTo>
                  <a:lnTo>
                    <a:pt x="21589" y="0"/>
                  </a:lnTo>
                  <a:close/>
                </a:path>
              </a:pathLst>
            </a:custGeom>
            <a:solidFill>
              <a:srgbClr val="009800"/>
            </a:solidFill>
          </p:spPr>
          <p:txBody>
            <a:bodyPr wrap="square" lIns="0" tIns="0" rIns="0" bIns="0" rtlCol="0"/>
            <a:lstStyle/>
            <a:p/>
          </p:txBody>
        </p:sp>
        <p:sp>
          <p:nvSpPr>
            <p:cNvPr id="874" name="object 874"/>
            <p:cNvSpPr/>
            <p:nvPr/>
          </p:nvSpPr>
          <p:spPr>
            <a:xfrm>
              <a:off x="2780030" y="1062989"/>
              <a:ext cx="69850" cy="7620"/>
            </a:xfrm>
            <a:custGeom>
              <a:avLst/>
              <a:gdLst/>
              <a:ahLst/>
              <a:cxnLst/>
              <a:rect l="l" t="t" r="r" b="b"/>
              <a:pathLst>
                <a:path w="69850" h="7619">
                  <a:moveTo>
                    <a:pt x="69850" y="6350"/>
                  </a:moveTo>
                  <a:lnTo>
                    <a:pt x="0" y="6350"/>
                  </a:lnTo>
                  <a:lnTo>
                    <a:pt x="0" y="7620"/>
                  </a:lnTo>
                  <a:lnTo>
                    <a:pt x="69850" y="7620"/>
                  </a:lnTo>
                  <a:lnTo>
                    <a:pt x="69850" y="6350"/>
                  </a:lnTo>
                  <a:close/>
                </a:path>
                <a:path w="69850" h="7619">
                  <a:moveTo>
                    <a:pt x="68580" y="5080"/>
                  </a:moveTo>
                  <a:lnTo>
                    <a:pt x="1269" y="5080"/>
                  </a:lnTo>
                  <a:lnTo>
                    <a:pt x="1269" y="6350"/>
                  </a:lnTo>
                  <a:lnTo>
                    <a:pt x="68580" y="6350"/>
                  </a:lnTo>
                  <a:lnTo>
                    <a:pt x="68580" y="5080"/>
                  </a:lnTo>
                  <a:close/>
                </a:path>
                <a:path w="69850" h="7619">
                  <a:moveTo>
                    <a:pt x="67309" y="3810"/>
                  </a:moveTo>
                  <a:lnTo>
                    <a:pt x="3809" y="3810"/>
                  </a:lnTo>
                  <a:lnTo>
                    <a:pt x="3809" y="5080"/>
                  </a:lnTo>
                  <a:lnTo>
                    <a:pt x="67309" y="5080"/>
                  </a:lnTo>
                  <a:lnTo>
                    <a:pt x="67309" y="3810"/>
                  </a:lnTo>
                  <a:close/>
                </a:path>
                <a:path w="69850" h="7619">
                  <a:moveTo>
                    <a:pt x="64769" y="2539"/>
                  </a:moveTo>
                  <a:lnTo>
                    <a:pt x="6350" y="2539"/>
                  </a:lnTo>
                  <a:lnTo>
                    <a:pt x="6350" y="3810"/>
                  </a:lnTo>
                  <a:lnTo>
                    <a:pt x="64769" y="3810"/>
                  </a:lnTo>
                  <a:lnTo>
                    <a:pt x="64769" y="2539"/>
                  </a:lnTo>
                  <a:close/>
                </a:path>
                <a:path w="69850" h="7619">
                  <a:moveTo>
                    <a:pt x="63500" y="1270"/>
                  </a:moveTo>
                  <a:lnTo>
                    <a:pt x="7619" y="1270"/>
                  </a:lnTo>
                  <a:lnTo>
                    <a:pt x="7619" y="2539"/>
                  </a:lnTo>
                  <a:lnTo>
                    <a:pt x="63500" y="2539"/>
                  </a:lnTo>
                  <a:lnTo>
                    <a:pt x="63500" y="1270"/>
                  </a:lnTo>
                  <a:close/>
                </a:path>
                <a:path w="69850" h="7619">
                  <a:moveTo>
                    <a:pt x="62230" y="0"/>
                  </a:moveTo>
                  <a:lnTo>
                    <a:pt x="11430" y="0"/>
                  </a:lnTo>
                  <a:lnTo>
                    <a:pt x="11430" y="1270"/>
                  </a:lnTo>
                  <a:lnTo>
                    <a:pt x="62230" y="1270"/>
                  </a:lnTo>
                  <a:lnTo>
                    <a:pt x="62230" y="0"/>
                  </a:lnTo>
                  <a:close/>
                </a:path>
              </a:pathLst>
            </a:custGeom>
            <a:solidFill>
              <a:srgbClr val="009700"/>
            </a:solidFill>
          </p:spPr>
          <p:txBody>
            <a:bodyPr wrap="square" lIns="0" tIns="0" rIns="0" bIns="0" rtlCol="0"/>
            <a:lstStyle/>
            <a:p/>
          </p:txBody>
        </p:sp>
        <p:sp>
          <p:nvSpPr>
            <p:cNvPr id="875" name="object 875"/>
            <p:cNvSpPr/>
            <p:nvPr/>
          </p:nvSpPr>
          <p:spPr>
            <a:xfrm>
              <a:off x="2774950"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69" y="3810"/>
                  </a:lnTo>
                  <a:lnTo>
                    <a:pt x="1269" y="5079"/>
                  </a:lnTo>
                  <a:lnTo>
                    <a:pt x="81280" y="5079"/>
                  </a:lnTo>
                  <a:lnTo>
                    <a:pt x="81280" y="3810"/>
                  </a:lnTo>
                  <a:close/>
                </a:path>
                <a:path w="82550" h="6350">
                  <a:moveTo>
                    <a:pt x="80009" y="2539"/>
                  </a:moveTo>
                  <a:lnTo>
                    <a:pt x="2539" y="2539"/>
                  </a:lnTo>
                  <a:lnTo>
                    <a:pt x="2539" y="3810"/>
                  </a:lnTo>
                  <a:lnTo>
                    <a:pt x="80009" y="3810"/>
                  </a:lnTo>
                  <a:lnTo>
                    <a:pt x="80009" y="2539"/>
                  </a:lnTo>
                  <a:close/>
                </a:path>
                <a:path w="82550" h="6350">
                  <a:moveTo>
                    <a:pt x="77470" y="0"/>
                  </a:moveTo>
                  <a:lnTo>
                    <a:pt x="3810" y="0"/>
                  </a:lnTo>
                  <a:lnTo>
                    <a:pt x="3810" y="2539"/>
                  </a:lnTo>
                  <a:lnTo>
                    <a:pt x="78740" y="2539"/>
                  </a:lnTo>
                  <a:lnTo>
                    <a:pt x="78740" y="1269"/>
                  </a:lnTo>
                  <a:lnTo>
                    <a:pt x="77470" y="1269"/>
                  </a:lnTo>
                  <a:lnTo>
                    <a:pt x="77470" y="0"/>
                  </a:lnTo>
                  <a:close/>
                </a:path>
              </a:pathLst>
            </a:custGeom>
            <a:solidFill>
              <a:srgbClr val="019600"/>
            </a:solidFill>
          </p:spPr>
          <p:txBody>
            <a:bodyPr wrap="square" lIns="0" tIns="0" rIns="0" bIns="0" rtlCol="0"/>
            <a:lstStyle/>
            <a:p/>
          </p:txBody>
        </p:sp>
        <p:sp>
          <p:nvSpPr>
            <p:cNvPr id="876" name="object 876"/>
            <p:cNvSpPr/>
            <p:nvPr/>
          </p:nvSpPr>
          <p:spPr>
            <a:xfrm>
              <a:off x="2767330" y="1076959"/>
              <a:ext cx="97790" cy="7620"/>
            </a:xfrm>
            <a:custGeom>
              <a:avLst/>
              <a:gdLst/>
              <a:ahLst/>
              <a:cxnLst/>
              <a:rect l="l" t="t" r="r" b="b"/>
              <a:pathLst>
                <a:path w="97789" h="7619">
                  <a:moveTo>
                    <a:pt x="97790" y="6350"/>
                  </a:moveTo>
                  <a:lnTo>
                    <a:pt x="96520" y="6350"/>
                  </a:lnTo>
                  <a:lnTo>
                    <a:pt x="96520" y="5080"/>
                  </a:lnTo>
                  <a:lnTo>
                    <a:pt x="95250" y="5080"/>
                  </a:lnTo>
                  <a:lnTo>
                    <a:pt x="95250" y="3810"/>
                  </a:lnTo>
                  <a:lnTo>
                    <a:pt x="93967" y="3810"/>
                  </a:lnTo>
                  <a:lnTo>
                    <a:pt x="93967"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7790" y="7620"/>
                  </a:lnTo>
                  <a:lnTo>
                    <a:pt x="97790" y="6350"/>
                  </a:lnTo>
                  <a:close/>
                </a:path>
              </a:pathLst>
            </a:custGeom>
            <a:solidFill>
              <a:srgbClr val="029500"/>
            </a:solidFill>
          </p:spPr>
          <p:txBody>
            <a:bodyPr wrap="square" lIns="0" tIns="0" rIns="0" bIns="0" rtlCol="0"/>
            <a:lstStyle/>
            <a:p/>
          </p:txBody>
        </p:sp>
        <p:sp>
          <p:nvSpPr>
            <p:cNvPr id="877" name="object 877"/>
            <p:cNvSpPr/>
            <p:nvPr/>
          </p:nvSpPr>
          <p:spPr>
            <a:xfrm>
              <a:off x="2762250" y="1084579"/>
              <a:ext cx="107950" cy="7620"/>
            </a:xfrm>
            <a:custGeom>
              <a:avLst/>
              <a:gdLst/>
              <a:ahLst/>
              <a:cxnLst/>
              <a:rect l="l" t="t" r="r" b="b"/>
              <a:pathLst>
                <a:path w="107950" h="7619">
                  <a:moveTo>
                    <a:pt x="107950" y="6350"/>
                  </a:moveTo>
                  <a:lnTo>
                    <a:pt x="106680" y="6350"/>
                  </a:lnTo>
                  <a:lnTo>
                    <a:pt x="106680" y="5080"/>
                  </a:lnTo>
                  <a:lnTo>
                    <a:pt x="106680" y="3810"/>
                  </a:lnTo>
                  <a:lnTo>
                    <a:pt x="105397" y="3810"/>
                  </a:lnTo>
                  <a:lnTo>
                    <a:pt x="105397" y="2540"/>
                  </a:lnTo>
                  <a:lnTo>
                    <a:pt x="104140" y="2540"/>
                  </a:lnTo>
                  <a:lnTo>
                    <a:pt x="104140" y="1270"/>
                  </a:lnTo>
                  <a:lnTo>
                    <a:pt x="10414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7950" y="7620"/>
                  </a:lnTo>
                  <a:lnTo>
                    <a:pt x="107950" y="6350"/>
                  </a:lnTo>
                  <a:close/>
                </a:path>
              </a:pathLst>
            </a:custGeom>
            <a:solidFill>
              <a:srgbClr val="039400"/>
            </a:solidFill>
          </p:spPr>
          <p:txBody>
            <a:bodyPr wrap="square" lIns="0" tIns="0" rIns="0" bIns="0" rtlCol="0"/>
            <a:lstStyle/>
            <a:p/>
          </p:txBody>
        </p:sp>
        <p:sp>
          <p:nvSpPr>
            <p:cNvPr id="878" name="object 878"/>
            <p:cNvSpPr/>
            <p:nvPr/>
          </p:nvSpPr>
          <p:spPr>
            <a:xfrm>
              <a:off x="2758440" y="1092199"/>
              <a:ext cx="115570" cy="6350"/>
            </a:xfrm>
            <a:custGeom>
              <a:avLst/>
              <a:gdLst/>
              <a:ahLst/>
              <a:cxnLst/>
              <a:rect l="l" t="t" r="r" b="b"/>
              <a:pathLst>
                <a:path w="115569" h="6350">
                  <a:moveTo>
                    <a:pt x="115570" y="3810"/>
                  </a:moveTo>
                  <a:lnTo>
                    <a:pt x="114300" y="3810"/>
                  </a:lnTo>
                  <a:lnTo>
                    <a:pt x="114300" y="2540"/>
                  </a:lnTo>
                  <a:lnTo>
                    <a:pt x="113030" y="2540"/>
                  </a:lnTo>
                  <a:lnTo>
                    <a:pt x="113030" y="0"/>
                  </a:lnTo>
                  <a:lnTo>
                    <a:pt x="2540" y="0"/>
                  </a:lnTo>
                  <a:lnTo>
                    <a:pt x="2540" y="2540"/>
                  </a:lnTo>
                  <a:lnTo>
                    <a:pt x="1270" y="2540"/>
                  </a:lnTo>
                  <a:lnTo>
                    <a:pt x="1270" y="3810"/>
                  </a:lnTo>
                  <a:lnTo>
                    <a:pt x="1270" y="5080"/>
                  </a:lnTo>
                  <a:lnTo>
                    <a:pt x="0" y="5080"/>
                  </a:lnTo>
                  <a:lnTo>
                    <a:pt x="0" y="6350"/>
                  </a:lnTo>
                  <a:lnTo>
                    <a:pt x="115557" y="6350"/>
                  </a:lnTo>
                  <a:lnTo>
                    <a:pt x="115557" y="5080"/>
                  </a:lnTo>
                  <a:lnTo>
                    <a:pt x="115570" y="3810"/>
                  </a:lnTo>
                  <a:close/>
                </a:path>
              </a:pathLst>
            </a:custGeom>
            <a:solidFill>
              <a:srgbClr val="049300"/>
            </a:solidFill>
          </p:spPr>
          <p:txBody>
            <a:bodyPr wrap="square" lIns="0" tIns="0" rIns="0" bIns="0" rtlCol="0"/>
            <a:lstStyle/>
            <a:p/>
          </p:txBody>
        </p:sp>
        <p:sp>
          <p:nvSpPr>
            <p:cNvPr id="879" name="object 879"/>
            <p:cNvSpPr/>
            <p:nvPr/>
          </p:nvSpPr>
          <p:spPr>
            <a:xfrm>
              <a:off x="2754630" y="1098549"/>
              <a:ext cx="123189" cy="7620"/>
            </a:xfrm>
            <a:custGeom>
              <a:avLst/>
              <a:gdLst/>
              <a:ahLst/>
              <a:cxnLst/>
              <a:rect l="l" t="t" r="r" b="b"/>
              <a:pathLst>
                <a:path w="123189" h="7619">
                  <a:moveTo>
                    <a:pt x="123190" y="5080"/>
                  </a:moveTo>
                  <a:lnTo>
                    <a:pt x="121920" y="5080"/>
                  </a:lnTo>
                  <a:lnTo>
                    <a:pt x="121920" y="3810"/>
                  </a:lnTo>
                  <a:lnTo>
                    <a:pt x="121920" y="2540"/>
                  </a:lnTo>
                  <a:lnTo>
                    <a:pt x="120650" y="2540"/>
                  </a:lnTo>
                  <a:lnTo>
                    <a:pt x="120650" y="1270"/>
                  </a:lnTo>
                  <a:lnTo>
                    <a:pt x="120637"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3190" y="7620"/>
                  </a:lnTo>
                  <a:lnTo>
                    <a:pt x="123190" y="6350"/>
                  </a:lnTo>
                  <a:lnTo>
                    <a:pt x="123190" y="5080"/>
                  </a:lnTo>
                  <a:close/>
                </a:path>
              </a:pathLst>
            </a:custGeom>
            <a:solidFill>
              <a:srgbClr val="059200"/>
            </a:solidFill>
          </p:spPr>
          <p:txBody>
            <a:bodyPr wrap="square" lIns="0" tIns="0" rIns="0" bIns="0" rtlCol="0"/>
            <a:lstStyle/>
            <a:p/>
          </p:txBody>
        </p:sp>
        <p:sp>
          <p:nvSpPr>
            <p:cNvPr id="880" name="object 880"/>
            <p:cNvSpPr/>
            <p:nvPr/>
          </p:nvSpPr>
          <p:spPr>
            <a:xfrm>
              <a:off x="2750820" y="1106169"/>
              <a:ext cx="130810" cy="7620"/>
            </a:xfrm>
            <a:custGeom>
              <a:avLst/>
              <a:gdLst/>
              <a:ahLst/>
              <a:cxnLst/>
              <a:rect l="l" t="t" r="r" b="b"/>
              <a:pathLst>
                <a:path w="130810" h="7619">
                  <a:moveTo>
                    <a:pt x="130810" y="5080"/>
                  </a:moveTo>
                  <a:lnTo>
                    <a:pt x="129527" y="5080"/>
                  </a:lnTo>
                  <a:lnTo>
                    <a:pt x="129527" y="2540"/>
                  </a:lnTo>
                  <a:lnTo>
                    <a:pt x="128270" y="2540"/>
                  </a:lnTo>
                  <a:lnTo>
                    <a:pt x="128270" y="1270"/>
                  </a:lnTo>
                  <a:lnTo>
                    <a:pt x="128270" y="0"/>
                  </a:lnTo>
                  <a:lnTo>
                    <a:pt x="3810" y="0"/>
                  </a:lnTo>
                  <a:lnTo>
                    <a:pt x="3810" y="1270"/>
                  </a:lnTo>
                  <a:lnTo>
                    <a:pt x="2540" y="1270"/>
                  </a:lnTo>
                  <a:lnTo>
                    <a:pt x="2540" y="2540"/>
                  </a:lnTo>
                  <a:lnTo>
                    <a:pt x="1270" y="2540"/>
                  </a:lnTo>
                  <a:lnTo>
                    <a:pt x="1270" y="5080"/>
                  </a:lnTo>
                  <a:lnTo>
                    <a:pt x="0" y="5080"/>
                  </a:lnTo>
                  <a:lnTo>
                    <a:pt x="0" y="7620"/>
                  </a:lnTo>
                  <a:lnTo>
                    <a:pt x="130810" y="7620"/>
                  </a:lnTo>
                  <a:lnTo>
                    <a:pt x="130810" y="5080"/>
                  </a:lnTo>
                  <a:close/>
                </a:path>
              </a:pathLst>
            </a:custGeom>
            <a:solidFill>
              <a:srgbClr val="079000"/>
            </a:solidFill>
          </p:spPr>
          <p:txBody>
            <a:bodyPr wrap="square" lIns="0" tIns="0" rIns="0" bIns="0" rtlCol="0"/>
            <a:lstStyle/>
            <a:p/>
          </p:txBody>
        </p:sp>
        <p:sp>
          <p:nvSpPr>
            <p:cNvPr id="881" name="object 881"/>
            <p:cNvSpPr/>
            <p:nvPr/>
          </p:nvSpPr>
          <p:spPr>
            <a:xfrm>
              <a:off x="2747010" y="1113789"/>
              <a:ext cx="137160" cy="6350"/>
            </a:xfrm>
            <a:custGeom>
              <a:avLst/>
              <a:gdLst/>
              <a:ahLst/>
              <a:cxnLst/>
              <a:rect l="l" t="t" r="r" b="b"/>
              <a:pathLst>
                <a:path w="137160" h="6350">
                  <a:moveTo>
                    <a:pt x="137160" y="2540"/>
                  </a:moveTo>
                  <a:lnTo>
                    <a:pt x="135890" y="2540"/>
                  </a:lnTo>
                  <a:lnTo>
                    <a:pt x="135890" y="0"/>
                  </a:lnTo>
                  <a:lnTo>
                    <a:pt x="2540" y="0"/>
                  </a:lnTo>
                  <a:lnTo>
                    <a:pt x="2540" y="2540"/>
                  </a:lnTo>
                  <a:lnTo>
                    <a:pt x="1270" y="2540"/>
                  </a:lnTo>
                  <a:lnTo>
                    <a:pt x="1270" y="5080"/>
                  </a:lnTo>
                  <a:lnTo>
                    <a:pt x="0" y="5080"/>
                  </a:lnTo>
                  <a:lnTo>
                    <a:pt x="0" y="6350"/>
                  </a:lnTo>
                  <a:lnTo>
                    <a:pt x="137160" y="6350"/>
                  </a:lnTo>
                  <a:lnTo>
                    <a:pt x="137160" y="5080"/>
                  </a:lnTo>
                  <a:lnTo>
                    <a:pt x="137160" y="2540"/>
                  </a:lnTo>
                  <a:close/>
                </a:path>
              </a:pathLst>
            </a:custGeom>
            <a:solidFill>
              <a:srgbClr val="088F00"/>
            </a:solidFill>
          </p:spPr>
          <p:txBody>
            <a:bodyPr wrap="square" lIns="0" tIns="0" rIns="0" bIns="0" rtlCol="0"/>
            <a:lstStyle/>
            <a:p/>
          </p:txBody>
        </p:sp>
        <p:sp>
          <p:nvSpPr>
            <p:cNvPr id="882" name="object 882"/>
            <p:cNvSpPr/>
            <p:nvPr/>
          </p:nvSpPr>
          <p:spPr>
            <a:xfrm>
              <a:off x="2744470" y="1120139"/>
              <a:ext cx="143510" cy="7620"/>
            </a:xfrm>
            <a:custGeom>
              <a:avLst/>
              <a:gdLst/>
              <a:ahLst/>
              <a:cxnLst/>
              <a:rect l="l" t="t" r="r" b="b"/>
              <a:pathLst>
                <a:path w="143510" h="7619">
                  <a:moveTo>
                    <a:pt x="143510" y="6350"/>
                  </a:moveTo>
                  <a:lnTo>
                    <a:pt x="142227" y="6350"/>
                  </a:lnTo>
                  <a:lnTo>
                    <a:pt x="142227" y="3810"/>
                  </a:lnTo>
                  <a:lnTo>
                    <a:pt x="142227"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98E00"/>
            </a:solidFill>
          </p:spPr>
          <p:txBody>
            <a:bodyPr wrap="square" lIns="0" tIns="0" rIns="0" bIns="0" rtlCol="0"/>
            <a:lstStyle/>
            <a:p/>
          </p:txBody>
        </p:sp>
        <p:sp>
          <p:nvSpPr>
            <p:cNvPr id="883" name="object 883"/>
            <p:cNvSpPr/>
            <p:nvPr/>
          </p:nvSpPr>
          <p:spPr>
            <a:xfrm>
              <a:off x="274193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A8D00"/>
            </a:solidFill>
          </p:spPr>
          <p:txBody>
            <a:bodyPr wrap="square" lIns="0" tIns="0" rIns="0" bIns="0" rtlCol="0"/>
            <a:lstStyle/>
            <a:p/>
          </p:txBody>
        </p:sp>
        <p:sp>
          <p:nvSpPr>
            <p:cNvPr id="884" name="object 884"/>
            <p:cNvSpPr/>
            <p:nvPr/>
          </p:nvSpPr>
          <p:spPr>
            <a:xfrm>
              <a:off x="273939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B8C00"/>
            </a:solidFill>
          </p:spPr>
          <p:txBody>
            <a:bodyPr wrap="square" lIns="0" tIns="0" rIns="0" bIns="0" rtlCol="0"/>
            <a:lstStyle/>
            <a:p/>
          </p:txBody>
        </p:sp>
        <p:sp>
          <p:nvSpPr>
            <p:cNvPr id="885" name="object 885"/>
            <p:cNvSpPr/>
            <p:nvPr/>
          </p:nvSpPr>
          <p:spPr>
            <a:xfrm>
              <a:off x="2736850" y="1141729"/>
              <a:ext cx="157480" cy="7620"/>
            </a:xfrm>
            <a:custGeom>
              <a:avLst/>
              <a:gdLst/>
              <a:ahLst/>
              <a:cxnLst/>
              <a:rect l="l" t="t" r="r" b="b"/>
              <a:pathLst>
                <a:path w="157480" h="7619">
                  <a:moveTo>
                    <a:pt x="157480" y="3810"/>
                  </a:moveTo>
                  <a:lnTo>
                    <a:pt x="156197" y="3810"/>
                  </a:lnTo>
                  <a:lnTo>
                    <a:pt x="156197" y="1270"/>
                  </a:lnTo>
                  <a:lnTo>
                    <a:pt x="156197"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0C8B00"/>
            </a:solidFill>
          </p:spPr>
          <p:txBody>
            <a:bodyPr wrap="square" lIns="0" tIns="0" rIns="0" bIns="0" rtlCol="0"/>
            <a:lstStyle/>
            <a:p/>
          </p:txBody>
        </p:sp>
        <p:sp>
          <p:nvSpPr>
            <p:cNvPr id="886" name="object 886"/>
            <p:cNvSpPr/>
            <p:nvPr/>
          </p:nvSpPr>
          <p:spPr>
            <a:xfrm>
              <a:off x="273431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D8A00"/>
            </a:solidFill>
          </p:spPr>
          <p:txBody>
            <a:bodyPr wrap="square" lIns="0" tIns="0" rIns="0" bIns="0" rtlCol="0"/>
            <a:lstStyle/>
            <a:p/>
          </p:txBody>
        </p:sp>
        <p:sp>
          <p:nvSpPr>
            <p:cNvPr id="887" name="object 887"/>
            <p:cNvSpPr/>
            <p:nvPr/>
          </p:nvSpPr>
          <p:spPr>
            <a:xfrm>
              <a:off x="2733040" y="1156969"/>
              <a:ext cx="166370" cy="6350"/>
            </a:xfrm>
            <a:custGeom>
              <a:avLst/>
              <a:gdLst/>
              <a:ahLst/>
              <a:cxnLst/>
              <a:rect l="l" t="t" r="r" b="b"/>
              <a:pathLst>
                <a:path w="166369" h="6350">
                  <a:moveTo>
                    <a:pt x="166357" y="5080"/>
                  </a:moveTo>
                  <a:lnTo>
                    <a:pt x="165100" y="5080"/>
                  </a:lnTo>
                  <a:lnTo>
                    <a:pt x="165100" y="2540"/>
                  </a:lnTo>
                  <a:lnTo>
                    <a:pt x="165100" y="0"/>
                  </a:lnTo>
                  <a:lnTo>
                    <a:pt x="1270" y="0"/>
                  </a:lnTo>
                  <a:lnTo>
                    <a:pt x="1270" y="2540"/>
                  </a:lnTo>
                  <a:lnTo>
                    <a:pt x="0" y="2540"/>
                  </a:lnTo>
                  <a:lnTo>
                    <a:pt x="0" y="5080"/>
                  </a:lnTo>
                  <a:lnTo>
                    <a:pt x="0" y="6350"/>
                  </a:lnTo>
                  <a:lnTo>
                    <a:pt x="166357" y="6350"/>
                  </a:lnTo>
                  <a:lnTo>
                    <a:pt x="166357" y="5080"/>
                  </a:lnTo>
                  <a:close/>
                </a:path>
              </a:pathLst>
            </a:custGeom>
            <a:solidFill>
              <a:srgbClr val="0F8800"/>
            </a:solidFill>
          </p:spPr>
          <p:txBody>
            <a:bodyPr wrap="square" lIns="0" tIns="0" rIns="0" bIns="0" rtlCol="0"/>
            <a:lstStyle/>
            <a:p/>
          </p:txBody>
        </p:sp>
        <p:sp>
          <p:nvSpPr>
            <p:cNvPr id="888" name="object 888"/>
            <p:cNvSpPr/>
            <p:nvPr/>
          </p:nvSpPr>
          <p:spPr>
            <a:xfrm>
              <a:off x="2730500" y="1163319"/>
              <a:ext cx="170180" cy="7620"/>
            </a:xfrm>
            <a:custGeom>
              <a:avLst/>
              <a:gdLst/>
              <a:ahLst/>
              <a:cxnLst/>
              <a:rect l="l" t="t" r="r" b="b"/>
              <a:pathLst>
                <a:path w="170180" h="7619">
                  <a:moveTo>
                    <a:pt x="170180" y="3810"/>
                  </a:moveTo>
                  <a:lnTo>
                    <a:pt x="168897" y="3810"/>
                  </a:lnTo>
                  <a:lnTo>
                    <a:pt x="168897" y="1270"/>
                  </a:lnTo>
                  <a:lnTo>
                    <a:pt x="168897"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108700"/>
            </a:solidFill>
          </p:spPr>
          <p:txBody>
            <a:bodyPr wrap="square" lIns="0" tIns="0" rIns="0" bIns="0" rtlCol="0"/>
            <a:lstStyle/>
            <a:p/>
          </p:txBody>
        </p:sp>
        <p:sp>
          <p:nvSpPr>
            <p:cNvPr id="889" name="object 889"/>
            <p:cNvSpPr/>
            <p:nvPr/>
          </p:nvSpPr>
          <p:spPr>
            <a:xfrm>
              <a:off x="2729230" y="1170939"/>
              <a:ext cx="173990" cy="7620"/>
            </a:xfrm>
            <a:custGeom>
              <a:avLst/>
              <a:gdLst/>
              <a:ahLst/>
              <a:cxnLst/>
              <a:rect l="l" t="t" r="r" b="b"/>
              <a:pathLst>
                <a:path w="173989"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118600"/>
            </a:solidFill>
          </p:spPr>
          <p:txBody>
            <a:bodyPr wrap="square" lIns="0" tIns="0" rIns="0" bIns="0" rtlCol="0"/>
            <a:lstStyle/>
            <a:p/>
          </p:txBody>
        </p:sp>
        <p:sp>
          <p:nvSpPr>
            <p:cNvPr id="890" name="object 890"/>
            <p:cNvSpPr/>
            <p:nvPr/>
          </p:nvSpPr>
          <p:spPr>
            <a:xfrm>
              <a:off x="2727960" y="1178559"/>
              <a:ext cx="176530" cy="6350"/>
            </a:xfrm>
            <a:custGeom>
              <a:avLst/>
              <a:gdLst/>
              <a:ahLst/>
              <a:cxnLst/>
              <a:rect l="l" t="t" r="r" b="b"/>
              <a:pathLst>
                <a:path w="176530" h="6350">
                  <a:moveTo>
                    <a:pt x="176530" y="3810"/>
                  </a:moveTo>
                  <a:lnTo>
                    <a:pt x="175260" y="3810"/>
                  </a:lnTo>
                  <a:lnTo>
                    <a:pt x="175260" y="2540"/>
                  </a:lnTo>
                  <a:lnTo>
                    <a:pt x="175260" y="0"/>
                  </a:lnTo>
                  <a:lnTo>
                    <a:pt x="1270" y="0"/>
                  </a:lnTo>
                  <a:lnTo>
                    <a:pt x="1270" y="2540"/>
                  </a:lnTo>
                  <a:lnTo>
                    <a:pt x="0" y="2540"/>
                  </a:lnTo>
                  <a:lnTo>
                    <a:pt x="0" y="3810"/>
                  </a:lnTo>
                  <a:lnTo>
                    <a:pt x="0" y="6350"/>
                  </a:lnTo>
                  <a:lnTo>
                    <a:pt x="176530" y="6350"/>
                  </a:lnTo>
                  <a:lnTo>
                    <a:pt x="176530" y="3810"/>
                  </a:lnTo>
                  <a:close/>
                </a:path>
              </a:pathLst>
            </a:custGeom>
            <a:solidFill>
              <a:srgbClr val="128500"/>
            </a:solidFill>
          </p:spPr>
          <p:txBody>
            <a:bodyPr wrap="square" lIns="0" tIns="0" rIns="0" bIns="0" rtlCol="0"/>
            <a:lstStyle/>
            <a:p/>
          </p:txBody>
        </p:sp>
        <p:sp>
          <p:nvSpPr>
            <p:cNvPr id="891" name="object 891"/>
            <p:cNvSpPr/>
            <p:nvPr/>
          </p:nvSpPr>
          <p:spPr>
            <a:xfrm>
              <a:off x="2726690" y="1184909"/>
              <a:ext cx="179070" cy="7620"/>
            </a:xfrm>
            <a:custGeom>
              <a:avLst/>
              <a:gdLst/>
              <a:ahLst/>
              <a:cxnLst/>
              <a:rect l="l" t="t" r="r" b="b"/>
              <a:pathLst>
                <a:path w="179069" h="7619">
                  <a:moveTo>
                    <a:pt x="179057" y="3810"/>
                  </a:moveTo>
                  <a:lnTo>
                    <a:pt x="177800" y="3810"/>
                  </a:lnTo>
                  <a:lnTo>
                    <a:pt x="177800" y="1270"/>
                  </a:lnTo>
                  <a:lnTo>
                    <a:pt x="177800" y="0"/>
                  </a:lnTo>
                  <a:lnTo>
                    <a:pt x="1270" y="0"/>
                  </a:lnTo>
                  <a:lnTo>
                    <a:pt x="1270" y="1270"/>
                  </a:lnTo>
                  <a:lnTo>
                    <a:pt x="0" y="1270"/>
                  </a:lnTo>
                  <a:lnTo>
                    <a:pt x="0" y="3810"/>
                  </a:lnTo>
                  <a:lnTo>
                    <a:pt x="0" y="7620"/>
                  </a:lnTo>
                  <a:lnTo>
                    <a:pt x="179057" y="7620"/>
                  </a:lnTo>
                  <a:lnTo>
                    <a:pt x="179057" y="3810"/>
                  </a:lnTo>
                  <a:close/>
                </a:path>
              </a:pathLst>
            </a:custGeom>
            <a:solidFill>
              <a:srgbClr val="138400"/>
            </a:solidFill>
          </p:spPr>
          <p:txBody>
            <a:bodyPr wrap="square" lIns="0" tIns="0" rIns="0" bIns="0" rtlCol="0"/>
            <a:lstStyle/>
            <a:p/>
          </p:txBody>
        </p:sp>
        <p:sp>
          <p:nvSpPr>
            <p:cNvPr id="892" name="object 892"/>
            <p:cNvSpPr/>
            <p:nvPr/>
          </p:nvSpPr>
          <p:spPr>
            <a:xfrm>
              <a:off x="2724150" y="1192529"/>
              <a:ext cx="182880" cy="7620"/>
            </a:xfrm>
            <a:custGeom>
              <a:avLst/>
              <a:gdLst/>
              <a:ahLst/>
              <a:cxnLst/>
              <a:rect l="l" t="t" r="r" b="b"/>
              <a:pathLst>
                <a:path w="182880" h="7619">
                  <a:moveTo>
                    <a:pt x="182880" y="2540"/>
                  </a:moveTo>
                  <a:lnTo>
                    <a:pt x="181597" y="2540"/>
                  </a:lnTo>
                  <a:lnTo>
                    <a:pt x="181597" y="0"/>
                  </a:lnTo>
                  <a:lnTo>
                    <a:pt x="1270" y="0"/>
                  </a:lnTo>
                  <a:lnTo>
                    <a:pt x="1270" y="2540"/>
                  </a:lnTo>
                  <a:lnTo>
                    <a:pt x="1270" y="6350"/>
                  </a:lnTo>
                  <a:lnTo>
                    <a:pt x="0" y="6350"/>
                  </a:lnTo>
                  <a:lnTo>
                    <a:pt x="0" y="7620"/>
                  </a:lnTo>
                  <a:lnTo>
                    <a:pt x="182880" y="7620"/>
                  </a:lnTo>
                  <a:lnTo>
                    <a:pt x="182880" y="6350"/>
                  </a:lnTo>
                  <a:lnTo>
                    <a:pt x="182880" y="2540"/>
                  </a:lnTo>
                  <a:close/>
                </a:path>
              </a:pathLst>
            </a:custGeom>
            <a:solidFill>
              <a:srgbClr val="148300"/>
            </a:solidFill>
          </p:spPr>
          <p:txBody>
            <a:bodyPr wrap="square" lIns="0" tIns="0" rIns="0" bIns="0" rtlCol="0"/>
            <a:lstStyle/>
            <a:p/>
          </p:txBody>
        </p:sp>
        <p:sp>
          <p:nvSpPr>
            <p:cNvPr id="893" name="object 893"/>
            <p:cNvSpPr/>
            <p:nvPr/>
          </p:nvSpPr>
          <p:spPr>
            <a:xfrm>
              <a:off x="2722880" y="1200149"/>
              <a:ext cx="185420" cy="6350"/>
            </a:xfrm>
            <a:custGeom>
              <a:avLst/>
              <a:gdLst/>
              <a:ahLst/>
              <a:cxnLst/>
              <a:rect l="l" t="t" r="r" b="b"/>
              <a:pathLst>
                <a:path w="185419" h="6350">
                  <a:moveTo>
                    <a:pt x="185420" y="0"/>
                  </a:moveTo>
                  <a:lnTo>
                    <a:pt x="1270" y="0"/>
                  </a:lnTo>
                  <a:lnTo>
                    <a:pt x="1270" y="5080"/>
                  </a:lnTo>
                  <a:lnTo>
                    <a:pt x="0" y="5080"/>
                  </a:lnTo>
                  <a:lnTo>
                    <a:pt x="0" y="6350"/>
                  </a:lnTo>
                  <a:lnTo>
                    <a:pt x="185420" y="6350"/>
                  </a:lnTo>
                  <a:lnTo>
                    <a:pt x="185420" y="5080"/>
                  </a:lnTo>
                  <a:lnTo>
                    <a:pt x="185420" y="0"/>
                  </a:lnTo>
                  <a:close/>
                </a:path>
              </a:pathLst>
            </a:custGeom>
            <a:solidFill>
              <a:srgbClr val="158200"/>
            </a:solidFill>
          </p:spPr>
          <p:txBody>
            <a:bodyPr wrap="square" lIns="0" tIns="0" rIns="0" bIns="0" rtlCol="0"/>
            <a:lstStyle/>
            <a:p/>
          </p:txBody>
        </p:sp>
        <p:sp>
          <p:nvSpPr>
            <p:cNvPr id="894" name="object 894"/>
            <p:cNvSpPr/>
            <p:nvPr/>
          </p:nvSpPr>
          <p:spPr>
            <a:xfrm>
              <a:off x="272161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178000"/>
            </a:solidFill>
          </p:spPr>
          <p:txBody>
            <a:bodyPr wrap="square" lIns="0" tIns="0" rIns="0" bIns="0" rtlCol="0"/>
            <a:lstStyle/>
            <a:p/>
          </p:txBody>
        </p:sp>
        <p:sp>
          <p:nvSpPr>
            <p:cNvPr id="895" name="object 895"/>
            <p:cNvSpPr/>
            <p:nvPr/>
          </p:nvSpPr>
          <p:spPr>
            <a:xfrm>
              <a:off x="272034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187F00"/>
            </a:solidFill>
          </p:spPr>
          <p:txBody>
            <a:bodyPr wrap="square" lIns="0" tIns="0" rIns="0" bIns="0" rtlCol="0"/>
            <a:lstStyle/>
            <a:p/>
          </p:txBody>
        </p:sp>
        <p:sp>
          <p:nvSpPr>
            <p:cNvPr id="896" name="object 896"/>
            <p:cNvSpPr/>
            <p:nvPr/>
          </p:nvSpPr>
          <p:spPr>
            <a:xfrm>
              <a:off x="2719070" y="1221739"/>
              <a:ext cx="193040" cy="6350"/>
            </a:xfrm>
            <a:custGeom>
              <a:avLst/>
              <a:gdLst/>
              <a:ahLst/>
              <a:cxnLst/>
              <a:rect l="l" t="t" r="r" b="b"/>
              <a:pathLst>
                <a:path w="193039" h="6350">
                  <a:moveTo>
                    <a:pt x="193027" y="0"/>
                  </a:moveTo>
                  <a:lnTo>
                    <a:pt x="1270" y="0"/>
                  </a:lnTo>
                  <a:lnTo>
                    <a:pt x="1270" y="5080"/>
                  </a:lnTo>
                  <a:lnTo>
                    <a:pt x="0" y="5080"/>
                  </a:lnTo>
                  <a:lnTo>
                    <a:pt x="0" y="6350"/>
                  </a:lnTo>
                  <a:lnTo>
                    <a:pt x="193027" y="6350"/>
                  </a:lnTo>
                  <a:lnTo>
                    <a:pt x="193027" y="5080"/>
                  </a:lnTo>
                  <a:lnTo>
                    <a:pt x="193027" y="0"/>
                  </a:lnTo>
                  <a:close/>
                </a:path>
              </a:pathLst>
            </a:custGeom>
            <a:solidFill>
              <a:srgbClr val="197E00"/>
            </a:solidFill>
          </p:spPr>
          <p:txBody>
            <a:bodyPr wrap="square" lIns="0" tIns="0" rIns="0" bIns="0" rtlCol="0"/>
            <a:lstStyle/>
            <a:p/>
          </p:txBody>
        </p:sp>
        <p:sp>
          <p:nvSpPr>
            <p:cNvPr id="897" name="object 897"/>
            <p:cNvSpPr/>
            <p:nvPr/>
          </p:nvSpPr>
          <p:spPr>
            <a:xfrm>
              <a:off x="2719070" y="1228089"/>
              <a:ext cx="194310" cy="7620"/>
            </a:xfrm>
            <a:custGeom>
              <a:avLst/>
              <a:gdLst/>
              <a:ahLst/>
              <a:cxnLst/>
              <a:rect l="l" t="t" r="r" b="b"/>
              <a:pathLst>
                <a:path w="194310" h="7619">
                  <a:moveTo>
                    <a:pt x="194310" y="1270"/>
                  </a:moveTo>
                  <a:lnTo>
                    <a:pt x="193027" y="1270"/>
                  </a:lnTo>
                  <a:lnTo>
                    <a:pt x="193027" y="0"/>
                  </a:lnTo>
                  <a:lnTo>
                    <a:pt x="0" y="0"/>
                  </a:lnTo>
                  <a:lnTo>
                    <a:pt x="0" y="1270"/>
                  </a:lnTo>
                  <a:lnTo>
                    <a:pt x="0" y="7620"/>
                  </a:lnTo>
                  <a:lnTo>
                    <a:pt x="194310" y="7620"/>
                  </a:lnTo>
                  <a:lnTo>
                    <a:pt x="194310" y="1270"/>
                  </a:lnTo>
                  <a:close/>
                </a:path>
              </a:pathLst>
            </a:custGeom>
            <a:solidFill>
              <a:srgbClr val="1A7D00"/>
            </a:solidFill>
          </p:spPr>
          <p:txBody>
            <a:bodyPr wrap="square" lIns="0" tIns="0" rIns="0" bIns="0" rtlCol="0"/>
            <a:lstStyle/>
            <a:p/>
          </p:txBody>
        </p:sp>
        <p:sp>
          <p:nvSpPr>
            <p:cNvPr id="898" name="object 898"/>
            <p:cNvSpPr/>
            <p:nvPr/>
          </p:nvSpPr>
          <p:spPr>
            <a:xfrm>
              <a:off x="2717800" y="1235709"/>
              <a:ext cx="196850" cy="7620"/>
            </a:xfrm>
            <a:custGeom>
              <a:avLst/>
              <a:gdLst/>
              <a:ahLst/>
              <a:cxnLst/>
              <a:rect l="l" t="t" r="r" b="b"/>
              <a:pathLst>
                <a:path w="196850" h="7619">
                  <a:moveTo>
                    <a:pt x="196850" y="2540"/>
                  </a:moveTo>
                  <a:lnTo>
                    <a:pt x="195580" y="2540"/>
                  </a:lnTo>
                  <a:lnTo>
                    <a:pt x="195580" y="1270"/>
                  </a:lnTo>
                  <a:lnTo>
                    <a:pt x="195580" y="0"/>
                  </a:lnTo>
                  <a:lnTo>
                    <a:pt x="1270" y="0"/>
                  </a:lnTo>
                  <a:lnTo>
                    <a:pt x="1270" y="1270"/>
                  </a:lnTo>
                  <a:lnTo>
                    <a:pt x="0" y="1270"/>
                  </a:lnTo>
                  <a:lnTo>
                    <a:pt x="0" y="2540"/>
                  </a:lnTo>
                  <a:lnTo>
                    <a:pt x="0" y="7620"/>
                  </a:lnTo>
                  <a:lnTo>
                    <a:pt x="196850" y="7620"/>
                  </a:lnTo>
                  <a:lnTo>
                    <a:pt x="196850" y="2540"/>
                  </a:lnTo>
                  <a:close/>
                </a:path>
              </a:pathLst>
            </a:custGeom>
            <a:solidFill>
              <a:srgbClr val="1B7C00"/>
            </a:solidFill>
          </p:spPr>
          <p:txBody>
            <a:bodyPr wrap="square" lIns="0" tIns="0" rIns="0" bIns="0" rtlCol="0"/>
            <a:lstStyle/>
            <a:p/>
          </p:txBody>
        </p:sp>
        <p:sp>
          <p:nvSpPr>
            <p:cNvPr id="899" name="object 899"/>
            <p:cNvSpPr/>
            <p:nvPr/>
          </p:nvSpPr>
          <p:spPr>
            <a:xfrm>
              <a:off x="271653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1C7B00"/>
            </a:solidFill>
          </p:spPr>
          <p:txBody>
            <a:bodyPr wrap="square" lIns="0" tIns="0" rIns="0" bIns="0" rtlCol="0"/>
            <a:lstStyle/>
            <a:p/>
          </p:txBody>
        </p:sp>
        <p:sp>
          <p:nvSpPr>
            <p:cNvPr id="900" name="object 900"/>
            <p:cNvSpPr/>
            <p:nvPr/>
          </p:nvSpPr>
          <p:spPr>
            <a:xfrm>
              <a:off x="2715260" y="1249679"/>
              <a:ext cx="201930" cy="7620"/>
            </a:xfrm>
            <a:custGeom>
              <a:avLst/>
              <a:gdLst/>
              <a:ahLst/>
              <a:cxnLst/>
              <a:rect l="l" t="t" r="r" b="b"/>
              <a:pathLst>
                <a:path w="201930" h="7619">
                  <a:moveTo>
                    <a:pt x="100330" y="0"/>
                  </a:moveTo>
                  <a:lnTo>
                    <a:pt x="1270" y="0"/>
                  </a:lnTo>
                  <a:lnTo>
                    <a:pt x="1270" y="1270"/>
                  </a:lnTo>
                  <a:lnTo>
                    <a:pt x="1270" y="2540"/>
                  </a:lnTo>
                  <a:lnTo>
                    <a:pt x="1270" y="3810"/>
                  </a:lnTo>
                  <a:lnTo>
                    <a:pt x="1270" y="5080"/>
                  </a:lnTo>
                  <a:lnTo>
                    <a:pt x="0" y="5080"/>
                  </a:lnTo>
                  <a:lnTo>
                    <a:pt x="0" y="7620"/>
                  </a:lnTo>
                  <a:lnTo>
                    <a:pt x="92710" y="762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30" h="7619">
                  <a:moveTo>
                    <a:pt x="201930" y="5080"/>
                  </a:moveTo>
                  <a:lnTo>
                    <a:pt x="200660" y="5080"/>
                  </a:lnTo>
                  <a:lnTo>
                    <a:pt x="200660" y="3810"/>
                  </a:lnTo>
                  <a:lnTo>
                    <a:pt x="200660" y="2540"/>
                  </a:lnTo>
                  <a:lnTo>
                    <a:pt x="200660" y="1270"/>
                  </a:lnTo>
                  <a:lnTo>
                    <a:pt x="200660" y="0"/>
                  </a:lnTo>
                  <a:lnTo>
                    <a:pt x="101600" y="0"/>
                  </a:lnTo>
                  <a:lnTo>
                    <a:pt x="101600" y="1270"/>
                  </a:lnTo>
                  <a:lnTo>
                    <a:pt x="102870" y="1270"/>
                  </a:lnTo>
                  <a:lnTo>
                    <a:pt x="10287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1D7A00"/>
            </a:solidFill>
          </p:spPr>
          <p:txBody>
            <a:bodyPr wrap="square" lIns="0" tIns="0" rIns="0" bIns="0" rtlCol="0"/>
            <a:lstStyle/>
            <a:p/>
          </p:txBody>
        </p:sp>
        <p:sp>
          <p:nvSpPr>
            <p:cNvPr id="901" name="object 901"/>
            <p:cNvSpPr/>
            <p:nvPr/>
          </p:nvSpPr>
          <p:spPr>
            <a:xfrm>
              <a:off x="2715260" y="1257299"/>
              <a:ext cx="201930" cy="7620"/>
            </a:xfrm>
            <a:custGeom>
              <a:avLst/>
              <a:gdLst/>
              <a:ahLst/>
              <a:cxnLst/>
              <a:rect l="l" t="t" r="r" b="b"/>
              <a:pathLst>
                <a:path w="201930" h="7619">
                  <a:moveTo>
                    <a:pt x="92710" y="0"/>
                  </a:moveTo>
                  <a:lnTo>
                    <a:pt x="0" y="0"/>
                  </a:lnTo>
                  <a:lnTo>
                    <a:pt x="0" y="1270"/>
                  </a:lnTo>
                  <a:lnTo>
                    <a:pt x="0" y="5080"/>
                  </a:lnTo>
                  <a:lnTo>
                    <a:pt x="0" y="7620"/>
                  </a:lnTo>
                  <a:lnTo>
                    <a:pt x="88900" y="7620"/>
                  </a:lnTo>
                  <a:lnTo>
                    <a:pt x="88900" y="5080"/>
                  </a:lnTo>
                  <a:lnTo>
                    <a:pt x="90170" y="5080"/>
                  </a:lnTo>
                  <a:lnTo>
                    <a:pt x="90170" y="1270"/>
                  </a:lnTo>
                  <a:lnTo>
                    <a:pt x="92710" y="1270"/>
                  </a:lnTo>
                  <a:lnTo>
                    <a:pt x="92710" y="0"/>
                  </a:lnTo>
                  <a:close/>
                </a:path>
                <a:path w="201930" h="7619">
                  <a:moveTo>
                    <a:pt x="201930" y="0"/>
                  </a:moveTo>
                  <a:lnTo>
                    <a:pt x="109220" y="0"/>
                  </a:lnTo>
                  <a:lnTo>
                    <a:pt x="109220" y="1270"/>
                  </a:lnTo>
                  <a:lnTo>
                    <a:pt x="110490" y="1270"/>
                  </a:lnTo>
                  <a:lnTo>
                    <a:pt x="110490" y="6350"/>
                  </a:lnTo>
                  <a:lnTo>
                    <a:pt x="111760" y="6350"/>
                  </a:lnTo>
                  <a:lnTo>
                    <a:pt x="111760" y="7620"/>
                  </a:lnTo>
                  <a:lnTo>
                    <a:pt x="201930" y="7620"/>
                  </a:lnTo>
                  <a:lnTo>
                    <a:pt x="201930" y="6350"/>
                  </a:lnTo>
                  <a:lnTo>
                    <a:pt x="201930" y="1270"/>
                  </a:lnTo>
                  <a:lnTo>
                    <a:pt x="201930" y="0"/>
                  </a:lnTo>
                  <a:close/>
                </a:path>
              </a:pathLst>
            </a:custGeom>
            <a:solidFill>
              <a:srgbClr val="1F7800"/>
            </a:solidFill>
          </p:spPr>
          <p:txBody>
            <a:bodyPr wrap="square" lIns="0" tIns="0" rIns="0" bIns="0" rtlCol="0"/>
            <a:lstStyle/>
            <a:p/>
          </p:txBody>
        </p:sp>
        <p:sp>
          <p:nvSpPr>
            <p:cNvPr id="902" name="object 902"/>
            <p:cNvSpPr/>
            <p:nvPr/>
          </p:nvSpPr>
          <p:spPr>
            <a:xfrm>
              <a:off x="2713990" y="1264919"/>
              <a:ext cx="203200" cy="6350"/>
            </a:xfrm>
            <a:custGeom>
              <a:avLst/>
              <a:gdLst/>
              <a:ahLst/>
              <a:cxnLst/>
              <a:rect l="l" t="t" r="r" b="b"/>
              <a:pathLst>
                <a:path w="203200" h="6350">
                  <a:moveTo>
                    <a:pt x="90170" y="0"/>
                  </a:moveTo>
                  <a:lnTo>
                    <a:pt x="88900" y="0"/>
                  </a:lnTo>
                  <a:lnTo>
                    <a:pt x="0" y="0"/>
                  </a:lnTo>
                  <a:lnTo>
                    <a:pt x="0" y="3810"/>
                  </a:lnTo>
                  <a:lnTo>
                    <a:pt x="0" y="6350"/>
                  </a:lnTo>
                  <a:lnTo>
                    <a:pt x="87630" y="6350"/>
                  </a:lnTo>
                  <a:lnTo>
                    <a:pt x="87630" y="3810"/>
                  </a:lnTo>
                  <a:lnTo>
                    <a:pt x="88900" y="3810"/>
                  </a:lnTo>
                  <a:lnTo>
                    <a:pt x="88900" y="127"/>
                  </a:lnTo>
                  <a:lnTo>
                    <a:pt x="90170" y="127"/>
                  </a:lnTo>
                  <a:lnTo>
                    <a:pt x="90170" y="0"/>
                  </a:lnTo>
                  <a:close/>
                </a:path>
                <a:path w="203200" h="6350">
                  <a:moveTo>
                    <a:pt x="203200" y="0"/>
                  </a:moveTo>
                  <a:lnTo>
                    <a:pt x="113030" y="0"/>
                  </a:lnTo>
                  <a:lnTo>
                    <a:pt x="113030" y="1270"/>
                  </a:lnTo>
                  <a:lnTo>
                    <a:pt x="114300" y="1270"/>
                  </a:lnTo>
                  <a:lnTo>
                    <a:pt x="114300" y="5080"/>
                  </a:lnTo>
                  <a:lnTo>
                    <a:pt x="115570" y="5080"/>
                  </a:lnTo>
                  <a:lnTo>
                    <a:pt x="115570" y="6350"/>
                  </a:lnTo>
                  <a:lnTo>
                    <a:pt x="203200" y="6350"/>
                  </a:lnTo>
                  <a:lnTo>
                    <a:pt x="203200" y="5080"/>
                  </a:lnTo>
                  <a:lnTo>
                    <a:pt x="203200" y="1270"/>
                  </a:lnTo>
                  <a:lnTo>
                    <a:pt x="203200" y="0"/>
                  </a:lnTo>
                  <a:close/>
                </a:path>
              </a:pathLst>
            </a:custGeom>
            <a:solidFill>
              <a:srgbClr val="207700"/>
            </a:solidFill>
          </p:spPr>
          <p:txBody>
            <a:bodyPr wrap="square" lIns="0" tIns="0" rIns="0" bIns="0" rtlCol="0"/>
            <a:lstStyle/>
            <a:p/>
          </p:txBody>
        </p:sp>
        <p:sp>
          <p:nvSpPr>
            <p:cNvPr id="903" name="object 903"/>
            <p:cNvSpPr/>
            <p:nvPr/>
          </p:nvSpPr>
          <p:spPr>
            <a:xfrm>
              <a:off x="2712720" y="1271269"/>
              <a:ext cx="205740" cy="7620"/>
            </a:xfrm>
            <a:custGeom>
              <a:avLst/>
              <a:gdLst/>
              <a:ahLst/>
              <a:cxnLst/>
              <a:rect l="l" t="t" r="r" b="b"/>
              <a:pathLst>
                <a:path w="205739" h="7619">
                  <a:moveTo>
                    <a:pt x="87630" y="2666"/>
                  </a:moveTo>
                  <a:lnTo>
                    <a:pt x="1269" y="2666"/>
                  </a:lnTo>
                  <a:lnTo>
                    <a:pt x="1269" y="3809"/>
                  </a:lnTo>
                  <a:lnTo>
                    <a:pt x="0" y="3809"/>
                  </a:lnTo>
                  <a:lnTo>
                    <a:pt x="0" y="7619"/>
                  </a:lnTo>
                  <a:lnTo>
                    <a:pt x="86360" y="7619"/>
                  </a:lnTo>
                  <a:lnTo>
                    <a:pt x="86360" y="6476"/>
                  </a:lnTo>
                  <a:lnTo>
                    <a:pt x="87630" y="6476"/>
                  </a:lnTo>
                  <a:lnTo>
                    <a:pt x="87630" y="2666"/>
                  </a:lnTo>
                  <a:close/>
                </a:path>
                <a:path w="205739" h="7619">
                  <a:moveTo>
                    <a:pt x="88900" y="0"/>
                  </a:moveTo>
                  <a:lnTo>
                    <a:pt x="1269" y="0"/>
                  </a:lnTo>
                  <a:lnTo>
                    <a:pt x="1269" y="2539"/>
                  </a:lnTo>
                  <a:lnTo>
                    <a:pt x="87630" y="2539"/>
                  </a:lnTo>
                  <a:lnTo>
                    <a:pt x="87630" y="2666"/>
                  </a:lnTo>
                  <a:lnTo>
                    <a:pt x="88900" y="2666"/>
                  </a:lnTo>
                  <a:lnTo>
                    <a:pt x="88900" y="0"/>
                  </a:lnTo>
                  <a:close/>
                </a:path>
                <a:path w="205739" h="7619">
                  <a:moveTo>
                    <a:pt x="205740" y="2666"/>
                  </a:moveTo>
                  <a:lnTo>
                    <a:pt x="118110" y="2666"/>
                  </a:lnTo>
                  <a:lnTo>
                    <a:pt x="118110" y="5206"/>
                  </a:lnTo>
                  <a:lnTo>
                    <a:pt x="119380" y="5206"/>
                  </a:lnTo>
                  <a:lnTo>
                    <a:pt x="119380" y="7619"/>
                  </a:lnTo>
                  <a:lnTo>
                    <a:pt x="205740" y="7619"/>
                  </a:lnTo>
                  <a:lnTo>
                    <a:pt x="205740" y="2666"/>
                  </a:lnTo>
                  <a:close/>
                </a:path>
                <a:path w="205739" h="7619">
                  <a:moveTo>
                    <a:pt x="204470" y="0"/>
                  </a:moveTo>
                  <a:lnTo>
                    <a:pt x="116840" y="0"/>
                  </a:lnTo>
                  <a:lnTo>
                    <a:pt x="116840" y="2666"/>
                  </a:lnTo>
                  <a:lnTo>
                    <a:pt x="118110" y="2666"/>
                  </a:lnTo>
                  <a:lnTo>
                    <a:pt x="118110" y="2539"/>
                  </a:lnTo>
                  <a:lnTo>
                    <a:pt x="205740" y="2539"/>
                  </a:lnTo>
                  <a:lnTo>
                    <a:pt x="205740" y="1396"/>
                  </a:lnTo>
                  <a:lnTo>
                    <a:pt x="204470" y="1396"/>
                  </a:lnTo>
                  <a:lnTo>
                    <a:pt x="204470" y="0"/>
                  </a:lnTo>
                  <a:close/>
                </a:path>
              </a:pathLst>
            </a:custGeom>
            <a:solidFill>
              <a:srgbClr val="217600"/>
            </a:solidFill>
          </p:spPr>
          <p:txBody>
            <a:bodyPr wrap="square" lIns="0" tIns="0" rIns="0" bIns="0" rtlCol="0"/>
            <a:lstStyle/>
            <a:p/>
          </p:txBody>
        </p:sp>
        <p:sp>
          <p:nvSpPr>
            <p:cNvPr id="904" name="object 904"/>
            <p:cNvSpPr/>
            <p:nvPr/>
          </p:nvSpPr>
          <p:spPr>
            <a:xfrm>
              <a:off x="2712720" y="1278889"/>
              <a:ext cx="205740" cy="7620"/>
            </a:xfrm>
            <a:custGeom>
              <a:avLst/>
              <a:gdLst/>
              <a:ahLst/>
              <a:cxnLst/>
              <a:rect l="l" t="t" r="r" b="b"/>
              <a:pathLst>
                <a:path w="205739" h="7619">
                  <a:moveTo>
                    <a:pt x="86360" y="0"/>
                  </a:moveTo>
                  <a:lnTo>
                    <a:pt x="0" y="0"/>
                  </a:lnTo>
                  <a:lnTo>
                    <a:pt x="0" y="7620"/>
                  </a:lnTo>
                  <a:lnTo>
                    <a:pt x="85089" y="7620"/>
                  </a:lnTo>
                  <a:lnTo>
                    <a:pt x="85089" y="6476"/>
                  </a:lnTo>
                  <a:lnTo>
                    <a:pt x="86360" y="6476"/>
                  </a:lnTo>
                  <a:lnTo>
                    <a:pt x="86360" y="0"/>
                  </a:lnTo>
                  <a:close/>
                </a:path>
                <a:path w="205739" h="7619">
                  <a:moveTo>
                    <a:pt x="205740" y="0"/>
                  </a:moveTo>
                  <a:lnTo>
                    <a:pt x="119380" y="0"/>
                  </a:lnTo>
                  <a:lnTo>
                    <a:pt x="119380" y="1397"/>
                  </a:lnTo>
                  <a:lnTo>
                    <a:pt x="120650" y="1397"/>
                  </a:lnTo>
                  <a:lnTo>
                    <a:pt x="120650" y="7620"/>
                  </a:lnTo>
                  <a:lnTo>
                    <a:pt x="205739" y="7620"/>
                  </a:lnTo>
                  <a:lnTo>
                    <a:pt x="205740" y="0"/>
                  </a:lnTo>
                  <a:close/>
                </a:path>
              </a:pathLst>
            </a:custGeom>
            <a:solidFill>
              <a:srgbClr val="227500"/>
            </a:solidFill>
          </p:spPr>
          <p:txBody>
            <a:bodyPr wrap="square" lIns="0" tIns="0" rIns="0" bIns="0" rtlCol="0"/>
            <a:lstStyle/>
            <a:p/>
          </p:txBody>
        </p:sp>
        <p:sp>
          <p:nvSpPr>
            <p:cNvPr id="905" name="object 905"/>
            <p:cNvSpPr/>
            <p:nvPr/>
          </p:nvSpPr>
          <p:spPr>
            <a:xfrm>
              <a:off x="2711450" y="1286509"/>
              <a:ext cx="207010" cy="6350"/>
            </a:xfrm>
            <a:custGeom>
              <a:avLst/>
              <a:gdLst/>
              <a:ahLst/>
              <a:cxnLst/>
              <a:rect l="l" t="t" r="r" b="b"/>
              <a:pathLst>
                <a:path w="207010" h="6350">
                  <a:moveTo>
                    <a:pt x="207009" y="0"/>
                  </a:moveTo>
                  <a:lnTo>
                    <a:pt x="121919" y="0"/>
                  </a:lnTo>
                  <a:lnTo>
                    <a:pt x="121919" y="2666"/>
                  </a:lnTo>
                  <a:lnTo>
                    <a:pt x="123189" y="2666"/>
                  </a:lnTo>
                  <a:lnTo>
                    <a:pt x="123189" y="6350"/>
                  </a:lnTo>
                  <a:lnTo>
                    <a:pt x="207009" y="6350"/>
                  </a:lnTo>
                  <a:lnTo>
                    <a:pt x="207009" y="0"/>
                  </a:lnTo>
                  <a:close/>
                </a:path>
                <a:path w="207010" h="6350">
                  <a:moveTo>
                    <a:pt x="86359" y="0"/>
                  </a:moveTo>
                  <a:lnTo>
                    <a:pt x="1269" y="0"/>
                  </a:lnTo>
                  <a:lnTo>
                    <a:pt x="1269" y="1269"/>
                  </a:lnTo>
                  <a:lnTo>
                    <a:pt x="0" y="1269"/>
                  </a:lnTo>
                  <a:lnTo>
                    <a:pt x="0" y="6350"/>
                  </a:lnTo>
                  <a:lnTo>
                    <a:pt x="85089" y="6350"/>
                  </a:lnTo>
                  <a:lnTo>
                    <a:pt x="85089" y="2666"/>
                  </a:lnTo>
                  <a:lnTo>
                    <a:pt x="86360" y="2666"/>
                  </a:lnTo>
                  <a:lnTo>
                    <a:pt x="86359" y="0"/>
                  </a:lnTo>
                  <a:close/>
                </a:path>
              </a:pathLst>
            </a:custGeom>
            <a:solidFill>
              <a:srgbClr val="237400"/>
            </a:solidFill>
          </p:spPr>
          <p:txBody>
            <a:bodyPr wrap="square" lIns="0" tIns="0" rIns="0" bIns="0" rtlCol="0"/>
            <a:lstStyle/>
            <a:p/>
          </p:txBody>
        </p:sp>
        <p:sp>
          <p:nvSpPr>
            <p:cNvPr id="906" name="object 906"/>
            <p:cNvSpPr/>
            <p:nvPr/>
          </p:nvSpPr>
          <p:spPr>
            <a:xfrm>
              <a:off x="2711450" y="1292859"/>
              <a:ext cx="208279" cy="7620"/>
            </a:xfrm>
            <a:custGeom>
              <a:avLst/>
              <a:gdLst/>
              <a:ahLst/>
              <a:cxnLst/>
              <a:rect l="l" t="t" r="r" b="b"/>
              <a:pathLst>
                <a:path w="208280" h="7619">
                  <a:moveTo>
                    <a:pt x="85089" y="126"/>
                  </a:moveTo>
                  <a:lnTo>
                    <a:pt x="0" y="126"/>
                  </a:lnTo>
                  <a:lnTo>
                    <a:pt x="0" y="7619"/>
                  </a:lnTo>
                  <a:lnTo>
                    <a:pt x="85089" y="7619"/>
                  </a:lnTo>
                  <a:lnTo>
                    <a:pt x="85089" y="126"/>
                  </a:lnTo>
                  <a:close/>
                </a:path>
                <a:path w="208280" h="7619">
                  <a:moveTo>
                    <a:pt x="208279" y="0"/>
                  </a:moveTo>
                  <a:lnTo>
                    <a:pt x="207009" y="0"/>
                  </a:lnTo>
                  <a:lnTo>
                    <a:pt x="123189" y="126"/>
                  </a:lnTo>
                  <a:lnTo>
                    <a:pt x="123189" y="7619"/>
                  </a:lnTo>
                  <a:lnTo>
                    <a:pt x="208279" y="7619"/>
                  </a:lnTo>
                  <a:lnTo>
                    <a:pt x="208279" y="0"/>
                  </a:lnTo>
                  <a:close/>
                </a:path>
              </a:pathLst>
            </a:custGeom>
            <a:solidFill>
              <a:srgbClr val="247300"/>
            </a:solidFill>
          </p:spPr>
          <p:txBody>
            <a:bodyPr wrap="square" lIns="0" tIns="0" rIns="0" bIns="0" rtlCol="0"/>
            <a:lstStyle/>
            <a:p/>
          </p:txBody>
        </p:sp>
        <p:sp>
          <p:nvSpPr>
            <p:cNvPr id="907" name="object 907"/>
            <p:cNvSpPr/>
            <p:nvPr/>
          </p:nvSpPr>
          <p:spPr>
            <a:xfrm>
              <a:off x="2710180" y="1300479"/>
              <a:ext cx="210820" cy="7620"/>
            </a:xfrm>
            <a:custGeom>
              <a:avLst/>
              <a:gdLst/>
              <a:ahLst/>
              <a:cxnLst/>
              <a:rect l="l" t="t" r="r" b="b"/>
              <a:pathLst>
                <a:path w="210819" h="7619">
                  <a:moveTo>
                    <a:pt x="85089" y="0"/>
                  </a:moveTo>
                  <a:lnTo>
                    <a:pt x="1269" y="0"/>
                  </a:lnTo>
                  <a:lnTo>
                    <a:pt x="1269" y="2540"/>
                  </a:lnTo>
                  <a:lnTo>
                    <a:pt x="0" y="2540"/>
                  </a:lnTo>
                  <a:lnTo>
                    <a:pt x="0" y="7620"/>
                  </a:lnTo>
                  <a:lnTo>
                    <a:pt x="85089" y="7620"/>
                  </a:lnTo>
                  <a:lnTo>
                    <a:pt x="85089" y="0"/>
                  </a:lnTo>
                  <a:close/>
                </a:path>
                <a:path w="210819" h="7619">
                  <a:moveTo>
                    <a:pt x="209550" y="0"/>
                  </a:moveTo>
                  <a:lnTo>
                    <a:pt x="125730" y="0"/>
                  </a:lnTo>
                  <a:lnTo>
                    <a:pt x="125730" y="7620"/>
                  </a:lnTo>
                  <a:lnTo>
                    <a:pt x="210819" y="7620"/>
                  </a:lnTo>
                  <a:lnTo>
                    <a:pt x="210819" y="6350"/>
                  </a:lnTo>
                  <a:lnTo>
                    <a:pt x="209550" y="6350"/>
                  </a:lnTo>
                  <a:lnTo>
                    <a:pt x="209550" y="0"/>
                  </a:lnTo>
                  <a:close/>
                </a:path>
              </a:pathLst>
            </a:custGeom>
            <a:solidFill>
              <a:srgbClr val="257200"/>
            </a:solidFill>
          </p:spPr>
          <p:txBody>
            <a:bodyPr wrap="square" lIns="0" tIns="0" rIns="0" bIns="0" rtlCol="0"/>
            <a:lstStyle/>
            <a:p/>
          </p:txBody>
        </p:sp>
        <p:sp>
          <p:nvSpPr>
            <p:cNvPr id="908" name="object 908"/>
            <p:cNvSpPr/>
            <p:nvPr/>
          </p:nvSpPr>
          <p:spPr>
            <a:xfrm>
              <a:off x="2710180" y="1308099"/>
              <a:ext cx="210820" cy="6350"/>
            </a:xfrm>
            <a:custGeom>
              <a:avLst/>
              <a:gdLst/>
              <a:ahLst/>
              <a:cxnLst/>
              <a:rect l="l" t="t" r="r" b="b"/>
              <a:pathLst>
                <a:path w="210819" h="6350">
                  <a:moveTo>
                    <a:pt x="85089" y="0"/>
                  </a:moveTo>
                  <a:lnTo>
                    <a:pt x="0" y="0"/>
                  </a:lnTo>
                  <a:lnTo>
                    <a:pt x="0" y="6350"/>
                  </a:lnTo>
                  <a:lnTo>
                    <a:pt x="83819" y="6350"/>
                  </a:lnTo>
                  <a:lnTo>
                    <a:pt x="83819" y="3810"/>
                  </a:lnTo>
                  <a:lnTo>
                    <a:pt x="85089" y="3810"/>
                  </a:lnTo>
                  <a:lnTo>
                    <a:pt x="85089" y="0"/>
                  </a:lnTo>
                  <a:close/>
                </a:path>
                <a:path w="210819" h="6350">
                  <a:moveTo>
                    <a:pt x="210819" y="0"/>
                  </a:moveTo>
                  <a:lnTo>
                    <a:pt x="125730" y="0"/>
                  </a:lnTo>
                  <a:lnTo>
                    <a:pt x="125730" y="2539"/>
                  </a:lnTo>
                  <a:lnTo>
                    <a:pt x="127000" y="2539"/>
                  </a:lnTo>
                  <a:lnTo>
                    <a:pt x="127000" y="6350"/>
                  </a:lnTo>
                  <a:lnTo>
                    <a:pt x="210819" y="6350"/>
                  </a:lnTo>
                  <a:lnTo>
                    <a:pt x="210819" y="0"/>
                  </a:lnTo>
                  <a:close/>
                </a:path>
              </a:pathLst>
            </a:custGeom>
            <a:solidFill>
              <a:srgbClr val="277000"/>
            </a:solidFill>
          </p:spPr>
          <p:txBody>
            <a:bodyPr wrap="square" lIns="0" tIns="0" rIns="0" bIns="0" rtlCol="0"/>
            <a:lstStyle/>
            <a:p/>
          </p:txBody>
        </p:sp>
        <p:sp>
          <p:nvSpPr>
            <p:cNvPr id="909" name="object 909"/>
            <p:cNvSpPr/>
            <p:nvPr/>
          </p:nvSpPr>
          <p:spPr>
            <a:xfrm>
              <a:off x="2710180" y="131444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286F00"/>
            </a:solidFill>
          </p:spPr>
          <p:txBody>
            <a:bodyPr wrap="square" lIns="0" tIns="0" rIns="0" bIns="0" rtlCol="0"/>
            <a:lstStyle/>
            <a:p/>
          </p:txBody>
        </p:sp>
        <p:sp>
          <p:nvSpPr>
            <p:cNvPr id="910" name="object 910"/>
            <p:cNvSpPr/>
            <p:nvPr/>
          </p:nvSpPr>
          <p:spPr>
            <a:xfrm>
              <a:off x="2708910" y="1322069"/>
              <a:ext cx="213360" cy="7620"/>
            </a:xfrm>
            <a:custGeom>
              <a:avLst/>
              <a:gdLst/>
              <a:ahLst/>
              <a:cxnLst/>
              <a:rect l="l" t="t" r="r" b="b"/>
              <a:pathLst>
                <a:path w="213360" h="7619">
                  <a:moveTo>
                    <a:pt x="85089" y="0"/>
                  </a:moveTo>
                  <a:lnTo>
                    <a:pt x="1269" y="0"/>
                  </a:lnTo>
                  <a:lnTo>
                    <a:pt x="1269" y="3809"/>
                  </a:lnTo>
                  <a:lnTo>
                    <a:pt x="0" y="3809"/>
                  </a:lnTo>
                  <a:lnTo>
                    <a:pt x="0" y="7619"/>
                  </a:lnTo>
                  <a:lnTo>
                    <a:pt x="83819" y="7619"/>
                  </a:lnTo>
                  <a:lnTo>
                    <a:pt x="83819" y="1269"/>
                  </a:lnTo>
                  <a:lnTo>
                    <a:pt x="85089" y="1269"/>
                  </a:lnTo>
                  <a:lnTo>
                    <a:pt x="85089" y="0"/>
                  </a:lnTo>
                  <a:close/>
                </a:path>
                <a:path w="213360" h="7619">
                  <a:moveTo>
                    <a:pt x="212089" y="0"/>
                  </a:moveTo>
                  <a:lnTo>
                    <a:pt x="128269" y="0"/>
                  </a:lnTo>
                  <a:lnTo>
                    <a:pt x="128269" y="1269"/>
                  </a:lnTo>
                  <a:lnTo>
                    <a:pt x="129539" y="1269"/>
                  </a:lnTo>
                  <a:lnTo>
                    <a:pt x="129539" y="7619"/>
                  </a:lnTo>
                  <a:lnTo>
                    <a:pt x="213359" y="7619"/>
                  </a:lnTo>
                  <a:lnTo>
                    <a:pt x="213359" y="5079"/>
                  </a:lnTo>
                  <a:lnTo>
                    <a:pt x="212089" y="5079"/>
                  </a:lnTo>
                  <a:lnTo>
                    <a:pt x="212089" y="0"/>
                  </a:lnTo>
                  <a:close/>
                </a:path>
              </a:pathLst>
            </a:custGeom>
            <a:solidFill>
              <a:srgbClr val="296E00"/>
            </a:solidFill>
          </p:spPr>
          <p:txBody>
            <a:bodyPr wrap="square" lIns="0" tIns="0" rIns="0" bIns="0" rtlCol="0"/>
            <a:lstStyle/>
            <a:p/>
          </p:txBody>
        </p:sp>
        <p:sp>
          <p:nvSpPr>
            <p:cNvPr id="911" name="object 911"/>
            <p:cNvSpPr/>
            <p:nvPr/>
          </p:nvSpPr>
          <p:spPr>
            <a:xfrm>
              <a:off x="2708910" y="132968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2A6D00"/>
            </a:solidFill>
          </p:spPr>
          <p:txBody>
            <a:bodyPr wrap="square" lIns="0" tIns="0" rIns="0" bIns="0" rtlCol="0"/>
            <a:lstStyle/>
            <a:p/>
          </p:txBody>
        </p:sp>
        <p:sp>
          <p:nvSpPr>
            <p:cNvPr id="912" name="object 912"/>
            <p:cNvSpPr/>
            <p:nvPr/>
          </p:nvSpPr>
          <p:spPr>
            <a:xfrm>
              <a:off x="2708910" y="133730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2B6C00"/>
            </a:solidFill>
          </p:spPr>
          <p:txBody>
            <a:bodyPr wrap="square" lIns="0" tIns="0" rIns="0" bIns="0" rtlCol="0"/>
            <a:lstStyle/>
            <a:p/>
          </p:txBody>
        </p:sp>
        <p:sp>
          <p:nvSpPr>
            <p:cNvPr id="913" name="object 913"/>
            <p:cNvSpPr/>
            <p:nvPr/>
          </p:nvSpPr>
          <p:spPr>
            <a:xfrm>
              <a:off x="2708910" y="13436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2C6B00"/>
            </a:solidFill>
          </p:spPr>
          <p:txBody>
            <a:bodyPr wrap="square" lIns="0" tIns="0" rIns="0" bIns="0" rtlCol="0"/>
            <a:lstStyle/>
            <a:p/>
          </p:txBody>
        </p:sp>
        <p:sp>
          <p:nvSpPr>
            <p:cNvPr id="914" name="object 914"/>
            <p:cNvSpPr/>
            <p:nvPr/>
          </p:nvSpPr>
          <p:spPr>
            <a:xfrm>
              <a:off x="2708910" y="135127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2D6A00"/>
            </a:solidFill>
          </p:spPr>
          <p:txBody>
            <a:bodyPr wrap="square" lIns="0" tIns="0" rIns="0" bIns="0" rtlCol="0"/>
            <a:lstStyle/>
            <a:p/>
          </p:txBody>
        </p:sp>
        <p:sp>
          <p:nvSpPr>
            <p:cNvPr id="915" name="object 915"/>
            <p:cNvSpPr/>
            <p:nvPr/>
          </p:nvSpPr>
          <p:spPr>
            <a:xfrm>
              <a:off x="2708910" y="135889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2F6800"/>
            </a:solidFill>
          </p:spPr>
          <p:txBody>
            <a:bodyPr wrap="square" lIns="0" tIns="0" rIns="0" bIns="0" rtlCol="0"/>
            <a:lstStyle/>
            <a:p/>
          </p:txBody>
        </p:sp>
        <p:sp>
          <p:nvSpPr>
            <p:cNvPr id="916" name="object 916"/>
            <p:cNvSpPr/>
            <p:nvPr/>
          </p:nvSpPr>
          <p:spPr>
            <a:xfrm>
              <a:off x="2708910" y="136524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06700"/>
            </a:solidFill>
          </p:spPr>
          <p:txBody>
            <a:bodyPr wrap="square" lIns="0" tIns="0" rIns="0" bIns="0" rtlCol="0"/>
            <a:lstStyle/>
            <a:p/>
          </p:txBody>
        </p:sp>
        <p:sp>
          <p:nvSpPr>
            <p:cNvPr id="917" name="object 917"/>
            <p:cNvSpPr/>
            <p:nvPr/>
          </p:nvSpPr>
          <p:spPr>
            <a:xfrm>
              <a:off x="2708910" y="137286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16600"/>
            </a:solidFill>
          </p:spPr>
          <p:txBody>
            <a:bodyPr wrap="square" lIns="0" tIns="0" rIns="0" bIns="0" rtlCol="0"/>
            <a:lstStyle/>
            <a:p/>
          </p:txBody>
        </p:sp>
        <p:sp>
          <p:nvSpPr>
            <p:cNvPr id="918" name="object 918"/>
            <p:cNvSpPr/>
            <p:nvPr/>
          </p:nvSpPr>
          <p:spPr>
            <a:xfrm>
              <a:off x="2708910" y="138048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336600"/>
            </a:solidFill>
          </p:spPr>
          <p:txBody>
            <a:bodyPr wrap="square" lIns="0" tIns="0" rIns="0" bIns="0" rtlCol="0"/>
            <a:lstStyle/>
            <a:p/>
          </p:txBody>
        </p:sp>
        <p:sp>
          <p:nvSpPr>
            <p:cNvPr id="919" name="object 919"/>
            <p:cNvSpPr/>
            <p:nvPr/>
          </p:nvSpPr>
          <p:spPr>
            <a:xfrm>
              <a:off x="2708910" y="138683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36400"/>
            </a:solidFill>
          </p:spPr>
          <p:txBody>
            <a:bodyPr wrap="square" lIns="0" tIns="0" rIns="0" bIns="0" rtlCol="0"/>
            <a:lstStyle/>
            <a:p/>
          </p:txBody>
        </p:sp>
        <p:sp>
          <p:nvSpPr>
            <p:cNvPr id="920" name="object 920"/>
            <p:cNvSpPr/>
            <p:nvPr/>
          </p:nvSpPr>
          <p:spPr>
            <a:xfrm>
              <a:off x="2708910" y="13944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46300"/>
            </a:solidFill>
          </p:spPr>
          <p:txBody>
            <a:bodyPr wrap="square" lIns="0" tIns="0" rIns="0" bIns="0" rtlCol="0"/>
            <a:lstStyle/>
            <a:p/>
          </p:txBody>
        </p:sp>
        <p:sp>
          <p:nvSpPr>
            <p:cNvPr id="921" name="object 921"/>
            <p:cNvSpPr/>
            <p:nvPr/>
          </p:nvSpPr>
          <p:spPr>
            <a:xfrm>
              <a:off x="2708910" y="140207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366100"/>
            </a:solidFill>
          </p:spPr>
          <p:txBody>
            <a:bodyPr wrap="square" lIns="0" tIns="0" rIns="0" bIns="0" rtlCol="0"/>
            <a:lstStyle/>
            <a:p/>
          </p:txBody>
        </p:sp>
        <p:sp>
          <p:nvSpPr>
            <p:cNvPr id="922" name="object 922"/>
            <p:cNvSpPr/>
            <p:nvPr/>
          </p:nvSpPr>
          <p:spPr>
            <a:xfrm>
              <a:off x="2708910" y="140842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76000"/>
            </a:solidFill>
          </p:spPr>
          <p:txBody>
            <a:bodyPr wrap="square" lIns="0" tIns="0" rIns="0" bIns="0" rtlCol="0"/>
            <a:lstStyle/>
            <a:p/>
          </p:txBody>
        </p:sp>
        <p:sp>
          <p:nvSpPr>
            <p:cNvPr id="923" name="object 923"/>
            <p:cNvSpPr/>
            <p:nvPr/>
          </p:nvSpPr>
          <p:spPr>
            <a:xfrm>
              <a:off x="2708910" y="1416049"/>
              <a:ext cx="213360" cy="7620"/>
            </a:xfrm>
            <a:custGeom>
              <a:avLst/>
              <a:gdLst/>
              <a:ahLst/>
              <a:cxnLst/>
              <a:rect l="l" t="t" r="r" b="b"/>
              <a:pathLst>
                <a:path w="213360" h="7619">
                  <a:moveTo>
                    <a:pt x="83819" y="0"/>
                  </a:moveTo>
                  <a:lnTo>
                    <a:pt x="0" y="0"/>
                  </a:lnTo>
                  <a:lnTo>
                    <a:pt x="0" y="3810"/>
                  </a:lnTo>
                  <a:lnTo>
                    <a:pt x="1269" y="3810"/>
                  </a:lnTo>
                  <a:lnTo>
                    <a:pt x="1269" y="5079"/>
                  </a:lnTo>
                  <a:lnTo>
                    <a:pt x="83819" y="5079"/>
                  </a:lnTo>
                  <a:lnTo>
                    <a:pt x="83819" y="0"/>
                  </a:lnTo>
                  <a:close/>
                </a:path>
                <a:path w="213360" h="7619">
                  <a:moveTo>
                    <a:pt x="213359" y="0"/>
                  </a:moveTo>
                  <a:lnTo>
                    <a:pt x="129539" y="0"/>
                  </a:lnTo>
                  <a:lnTo>
                    <a:pt x="129539" y="5079"/>
                  </a:lnTo>
                  <a:lnTo>
                    <a:pt x="213359" y="5079"/>
                  </a:lnTo>
                  <a:lnTo>
                    <a:pt x="213359" y="0"/>
                  </a:lnTo>
                  <a:close/>
                </a:path>
                <a:path w="213360" h="7619">
                  <a:moveTo>
                    <a:pt x="83819" y="5206"/>
                  </a:moveTo>
                  <a:lnTo>
                    <a:pt x="1269" y="5206"/>
                  </a:lnTo>
                  <a:lnTo>
                    <a:pt x="1269" y="7620"/>
                  </a:lnTo>
                  <a:lnTo>
                    <a:pt x="83819" y="7620"/>
                  </a:lnTo>
                  <a:lnTo>
                    <a:pt x="83819" y="5206"/>
                  </a:lnTo>
                  <a:close/>
                </a:path>
                <a:path w="213360" h="7619">
                  <a:moveTo>
                    <a:pt x="212089" y="5206"/>
                  </a:moveTo>
                  <a:lnTo>
                    <a:pt x="129539" y="5206"/>
                  </a:lnTo>
                  <a:lnTo>
                    <a:pt x="129539" y="7620"/>
                  </a:lnTo>
                  <a:lnTo>
                    <a:pt x="212089" y="7620"/>
                  </a:lnTo>
                  <a:lnTo>
                    <a:pt x="212089" y="5206"/>
                  </a:lnTo>
                  <a:close/>
                </a:path>
              </a:pathLst>
            </a:custGeom>
            <a:solidFill>
              <a:srgbClr val="385F00"/>
            </a:solidFill>
          </p:spPr>
          <p:txBody>
            <a:bodyPr wrap="square" lIns="0" tIns="0" rIns="0" bIns="0" rtlCol="0"/>
            <a:lstStyle/>
            <a:p/>
          </p:txBody>
        </p:sp>
        <p:sp>
          <p:nvSpPr>
            <p:cNvPr id="924" name="object 924"/>
            <p:cNvSpPr/>
            <p:nvPr/>
          </p:nvSpPr>
          <p:spPr>
            <a:xfrm>
              <a:off x="2710180" y="1423669"/>
              <a:ext cx="210820" cy="6350"/>
            </a:xfrm>
            <a:custGeom>
              <a:avLst/>
              <a:gdLst/>
              <a:ahLst/>
              <a:cxnLst/>
              <a:rect l="l" t="t" r="r" b="b"/>
              <a:pathLst>
                <a:path w="210819" h="6350">
                  <a:moveTo>
                    <a:pt x="82550" y="0"/>
                  </a:moveTo>
                  <a:lnTo>
                    <a:pt x="0" y="0"/>
                  </a:lnTo>
                  <a:lnTo>
                    <a:pt x="0" y="6350"/>
                  </a:lnTo>
                  <a:lnTo>
                    <a:pt x="83819" y="6350"/>
                  </a:lnTo>
                  <a:lnTo>
                    <a:pt x="83819" y="2666"/>
                  </a:lnTo>
                  <a:lnTo>
                    <a:pt x="82550" y="2666"/>
                  </a:lnTo>
                  <a:lnTo>
                    <a:pt x="82550" y="0"/>
                  </a:lnTo>
                  <a:close/>
                </a:path>
                <a:path w="210819" h="6350">
                  <a:moveTo>
                    <a:pt x="210819" y="0"/>
                  </a:moveTo>
                  <a:lnTo>
                    <a:pt x="128269" y="0"/>
                  </a:lnTo>
                  <a:lnTo>
                    <a:pt x="128269" y="2666"/>
                  </a:lnTo>
                  <a:lnTo>
                    <a:pt x="127000" y="2666"/>
                  </a:lnTo>
                  <a:lnTo>
                    <a:pt x="127000" y="6350"/>
                  </a:lnTo>
                  <a:lnTo>
                    <a:pt x="210819" y="6350"/>
                  </a:lnTo>
                  <a:lnTo>
                    <a:pt x="210819" y="0"/>
                  </a:lnTo>
                  <a:close/>
                </a:path>
              </a:pathLst>
            </a:custGeom>
            <a:solidFill>
              <a:srgbClr val="395E00"/>
            </a:solidFill>
          </p:spPr>
          <p:txBody>
            <a:bodyPr wrap="square" lIns="0" tIns="0" rIns="0" bIns="0" rtlCol="0"/>
            <a:lstStyle/>
            <a:p/>
          </p:txBody>
        </p:sp>
        <p:sp>
          <p:nvSpPr>
            <p:cNvPr id="925" name="object 925"/>
            <p:cNvSpPr/>
            <p:nvPr/>
          </p:nvSpPr>
          <p:spPr>
            <a:xfrm>
              <a:off x="2710180" y="143001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3A5D00"/>
            </a:solidFill>
          </p:spPr>
          <p:txBody>
            <a:bodyPr wrap="square" lIns="0" tIns="0" rIns="0" bIns="0" rtlCol="0"/>
            <a:lstStyle/>
            <a:p/>
          </p:txBody>
        </p:sp>
        <p:sp>
          <p:nvSpPr>
            <p:cNvPr id="926" name="object 926"/>
            <p:cNvSpPr/>
            <p:nvPr/>
          </p:nvSpPr>
          <p:spPr>
            <a:xfrm>
              <a:off x="2710180" y="1437639"/>
              <a:ext cx="210820" cy="7620"/>
            </a:xfrm>
            <a:custGeom>
              <a:avLst/>
              <a:gdLst/>
              <a:ahLst/>
              <a:cxnLst/>
              <a:rect l="l" t="t" r="r" b="b"/>
              <a:pathLst>
                <a:path w="210819" h="7619">
                  <a:moveTo>
                    <a:pt x="83819" y="0"/>
                  </a:moveTo>
                  <a:lnTo>
                    <a:pt x="0" y="0"/>
                  </a:lnTo>
                  <a:lnTo>
                    <a:pt x="1269" y="126"/>
                  </a:lnTo>
                  <a:lnTo>
                    <a:pt x="1269" y="7620"/>
                  </a:lnTo>
                  <a:lnTo>
                    <a:pt x="85089" y="7620"/>
                  </a:lnTo>
                  <a:lnTo>
                    <a:pt x="85089" y="1397"/>
                  </a:lnTo>
                  <a:lnTo>
                    <a:pt x="83819" y="1397"/>
                  </a:lnTo>
                  <a:lnTo>
                    <a:pt x="83819" y="0"/>
                  </a:lnTo>
                  <a:close/>
                </a:path>
                <a:path w="210819" h="7619">
                  <a:moveTo>
                    <a:pt x="210819" y="0"/>
                  </a:moveTo>
                  <a:lnTo>
                    <a:pt x="127000" y="0"/>
                  </a:lnTo>
                  <a:lnTo>
                    <a:pt x="127000" y="1397"/>
                  </a:lnTo>
                  <a:lnTo>
                    <a:pt x="125730" y="1397"/>
                  </a:lnTo>
                  <a:lnTo>
                    <a:pt x="125730" y="7620"/>
                  </a:lnTo>
                  <a:lnTo>
                    <a:pt x="210819" y="7620"/>
                  </a:lnTo>
                  <a:lnTo>
                    <a:pt x="210819" y="0"/>
                  </a:lnTo>
                  <a:close/>
                </a:path>
              </a:pathLst>
            </a:custGeom>
            <a:solidFill>
              <a:srgbClr val="3B5C00"/>
            </a:solidFill>
          </p:spPr>
          <p:txBody>
            <a:bodyPr wrap="square" lIns="0" tIns="0" rIns="0" bIns="0" rtlCol="0"/>
            <a:lstStyle/>
            <a:p/>
          </p:txBody>
        </p:sp>
        <p:sp>
          <p:nvSpPr>
            <p:cNvPr id="927" name="object 927"/>
            <p:cNvSpPr/>
            <p:nvPr/>
          </p:nvSpPr>
          <p:spPr>
            <a:xfrm>
              <a:off x="2711450" y="1445259"/>
              <a:ext cx="209550" cy="6350"/>
            </a:xfrm>
            <a:custGeom>
              <a:avLst/>
              <a:gdLst/>
              <a:ahLst/>
              <a:cxnLst/>
              <a:rect l="l" t="t" r="r" b="b"/>
              <a:pathLst>
                <a:path w="209550" h="6350">
                  <a:moveTo>
                    <a:pt x="85089" y="3809"/>
                  </a:moveTo>
                  <a:lnTo>
                    <a:pt x="83819" y="3809"/>
                  </a:lnTo>
                  <a:lnTo>
                    <a:pt x="0" y="3936"/>
                  </a:lnTo>
                  <a:lnTo>
                    <a:pt x="0" y="6350"/>
                  </a:lnTo>
                  <a:lnTo>
                    <a:pt x="85089" y="6350"/>
                  </a:lnTo>
                  <a:lnTo>
                    <a:pt x="85089" y="3809"/>
                  </a:lnTo>
                  <a:close/>
                </a:path>
                <a:path w="209550" h="6350">
                  <a:moveTo>
                    <a:pt x="83819" y="0"/>
                  </a:moveTo>
                  <a:lnTo>
                    <a:pt x="0" y="0"/>
                  </a:lnTo>
                  <a:lnTo>
                    <a:pt x="0" y="3809"/>
                  </a:lnTo>
                  <a:lnTo>
                    <a:pt x="83819" y="3809"/>
                  </a:lnTo>
                  <a:lnTo>
                    <a:pt x="83819" y="0"/>
                  </a:lnTo>
                  <a:close/>
                </a:path>
                <a:path w="209550" h="6350">
                  <a:moveTo>
                    <a:pt x="208280" y="3936"/>
                  </a:moveTo>
                  <a:lnTo>
                    <a:pt x="124460" y="3936"/>
                  </a:lnTo>
                  <a:lnTo>
                    <a:pt x="124460" y="5206"/>
                  </a:lnTo>
                  <a:lnTo>
                    <a:pt x="123189" y="5206"/>
                  </a:lnTo>
                  <a:lnTo>
                    <a:pt x="123189" y="6350"/>
                  </a:lnTo>
                  <a:lnTo>
                    <a:pt x="208280" y="6350"/>
                  </a:lnTo>
                  <a:lnTo>
                    <a:pt x="208280" y="3936"/>
                  </a:lnTo>
                  <a:close/>
                </a:path>
                <a:path w="209550" h="6350">
                  <a:moveTo>
                    <a:pt x="209550" y="0"/>
                  </a:moveTo>
                  <a:lnTo>
                    <a:pt x="124460" y="0"/>
                  </a:lnTo>
                  <a:lnTo>
                    <a:pt x="124460" y="3809"/>
                  </a:lnTo>
                  <a:lnTo>
                    <a:pt x="208280" y="3809"/>
                  </a:lnTo>
                  <a:lnTo>
                    <a:pt x="208280" y="126"/>
                  </a:lnTo>
                  <a:lnTo>
                    <a:pt x="209550" y="126"/>
                  </a:lnTo>
                  <a:close/>
                </a:path>
              </a:pathLst>
            </a:custGeom>
            <a:solidFill>
              <a:srgbClr val="3C5B00"/>
            </a:solidFill>
          </p:spPr>
          <p:txBody>
            <a:bodyPr wrap="square" lIns="0" tIns="0" rIns="0" bIns="0" rtlCol="0"/>
            <a:lstStyle/>
            <a:p/>
          </p:txBody>
        </p:sp>
        <p:sp>
          <p:nvSpPr>
            <p:cNvPr id="928" name="object 928"/>
            <p:cNvSpPr/>
            <p:nvPr/>
          </p:nvSpPr>
          <p:spPr>
            <a:xfrm>
              <a:off x="2711450" y="1451609"/>
              <a:ext cx="208279" cy="7620"/>
            </a:xfrm>
            <a:custGeom>
              <a:avLst/>
              <a:gdLst/>
              <a:ahLst/>
              <a:cxnLst/>
              <a:rect l="l" t="t" r="r" b="b"/>
              <a:pathLst>
                <a:path w="208280" h="7619">
                  <a:moveTo>
                    <a:pt x="85089" y="0"/>
                  </a:moveTo>
                  <a:lnTo>
                    <a:pt x="0" y="0"/>
                  </a:lnTo>
                  <a:lnTo>
                    <a:pt x="0" y="2666"/>
                  </a:lnTo>
                  <a:lnTo>
                    <a:pt x="1269" y="2666"/>
                  </a:lnTo>
                  <a:lnTo>
                    <a:pt x="1269" y="7619"/>
                  </a:lnTo>
                  <a:lnTo>
                    <a:pt x="85089" y="7619"/>
                  </a:lnTo>
                  <a:lnTo>
                    <a:pt x="85089" y="0"/>
                  </a:lnTo>
                  <a:close/>
                </a:path>
                <a:path w="208280" h="7619">
                  <a:moveTo>
                    <a:pt x="208280" y="0"/>
                  </a:moveTo>
                  <a:lnTo>
                    <a:pt x="123189" y="0"/>
                  </a:lnTo>
                  <a:lnTo>
                    <a:pt x="123189" y="7619"/>
                  </a:lnTo>
                  <a:lnTo>
                    <a:pt x="208279" y="7619"/>
                  </a:lnTo>
                  <a:lnTo>
                    <a:pt x="208280" y="0"/>
                  </a:lnTo>
                  <a:close/>
                </a:path>
              </a:pathLst>
            </a:custGeom>
            <a:solidFill>
              <a:srgbClr val="3E5900"/>
            </a:solidFill>
          </p:spPr>
          <p:txBody>
            <a:bodyPr wrap="square" lIns="0" tIns="0" rIns="0" bIns="0" rtlCol="0"/>
            <a:lstStyle/>
            <a:p/>
          </p:txBody>
        </p:sp>
        <p:sp>
          <p:nvSpPr>
            <p:cNvPr id="929" name="object 929"/>
            <p:cNvSpPr/>
            <p:nvPr/>
          </p:nvSpPr>
          <p:spPr>
            <a:xfrm>
              <a:off x="2712720" y="1459229"/>
              <a:ext cx="207010" cy="7620"/>
            </a:xfrm>
            <a:custGeom>
              <a:avLst/>
              <a:gdLst/>
              <a:ahLst/>
              <a:cxnLst/>
              <a:rect l="l" t="t" r="r" b="b"/>
              <a:pathLst>
                <a:path w="207010" h="7619">
                  <a:moveTo>
                    <a:pt x="121919" y="2539"/>
                  </a:moveTo>
                  <a:lnTo>
                    <a:pt x="120650" y="2539"/>
                  </a:lnTo>
                  <a:lnTo>
                    <a:pt x="120650" y="7620"/>
                  </a:lnTo>
                  <a:lnTo>
                    <a:pt x="205739" y="7620"/>
                  </a:lnTo>
                  <a:lnTo>
                    <a:pt x="205739" y="2666"/>
                  </a:lnTo>
                  <a:lnTo>
                    <a:pt x="121919" y="2666"/>
                  </a:lnTo>
                  <a:close/>
                </a:path>
                <a:path w="207010" h="7619">
                  <a:moveTo>
                    <a:pt x="207009" y="0"/>
                  </a:moveTo>
                  <a:lnTo>
                    <a:pt x="121919" y="0"/>
                  </a:lnTo>
                  <a:lnTo>
                    <a:pt x="121919" y="2539"/>
                  </a:lnTo>
                  <a:lnTo>
                    <a:pt x="205739" y="2539"/>
                  </a:lnTo>
                  <a:lnTo>
                    <a:pt x="205739" y="1397"/>
                  </a:lnTo>
                  <a:lnTo>
                    <a:pt x="207009" y="1397"/>
                  </a:lnTo>
                  <a:lnTo>
                    <a:pt x="207009" y="0"/>
                  </a:lnTo>
                  <a:close/>
                </a:path>
                <a:path w="207010" h="7619">
                  <a:moveTo>
                    <a:pt x="85089" y="2666"/>
                  </a:moveTo>
                  <a:lnTo>
                    <a:pt x="0" y="2666"/>
                  </a:lnTo>
                  <a:lnTo>
                    <a:pt x="0" y="7620"/>
                  </a:lnTo>
                  <a:lnTo>
                    <a:pt x="85089" y="7620"/>
                  </a:lnTo>
                  <a:lnTo>
                    <a:pt x="85089" y="2666"/>
                  </a:lnTo>
                  <a:close/>
                </a:path>
                <a:path w="207010" h="7619">
                  <a:moveTo>
                    <a:pt x="83819" y="0"/>
                  </a:moveTo>
                  <a:lnTo>
                    <a:pt x="0" y="0"/>
                  </a:lnTo>
                  <a:lnTo>
                    <a:pt x="0" y="2539"/>
                  </a:lnTo>
                  <a:lnTo>
                    <a:pt x="85089" y="2539"/>
                  </a:lnTo>
                  <a:lnTo>
                    <a:pt x="85089" y="1397"/>
                  </a:lnTo>
                  <a:lnTo>
                    <a:pt x="83819" y="1397"/>
                  </a:lnTo>
                  <a:lnTo>
                    <a:pt x="83819" y="0"/>
                  </a:lnTo>
                  <a:close/>
                </a:path>
              </a:pathLst>
            </a:custGeom>
            <a:solidFill>
              <a:srgbClr val="3F5800"/>
            </a:solidFill>
          </p:spPr>
          <p:txBody>
            <a:bodyPr wrap="square" lIns="0" tIns="0" rIns="0" bIns="0" rtlCol="0"/>
            <a:lstStyle/>
            <a:p/>
          </p:txBody>
        </p:sp>
        <p:sp>
          <p:nvSpPr>
            <p:cNvPr id="930" name="object 930"/>
            <p:cNvSpPr/>
            <p:nvPr/>
          </p:nvSpPr>
          <p:spPr>
            <a:xfrm>
              <a:off x="2712720" y="1466849"/>
              <a:ext cx="205740" cy="7620"/>
            </a:xfrm>
            <a:custGeom>
              <a:avLst/>
              <a:gdLst/>
              <a:ahLst/>
              <a:cxnLst/>
              <a:rect l="l" t="t" r="r" b="b"/>
              <a:pathLst>
                <a:path w="205739" h="7619">
                  <a:moveTo>
                    <a:pt x="204470" y="6476"/>
                  </a:moveTo>
                  <a:lnTo>
                    <a:pt x="118110" y="6476"/>
                  </a:lnTo>
                  <a:lnTo>
                    <a:pt x="118110" y="7620"/>
                  </a:lnTo>
                  <a:lnTo>
                    <a:pt x="204470" y="7620"/>
                  </a:lnTo>
                  <a:lnTo>
                    <a:pt x="204470" y="6476"/>
                  </a:lnTo>
                  <a:close/>
                </a:path>
                <a:path w="205739" h="7619">
                  <a:moveTo>
                    <a:pt x="205740" y="0"/>
                  </a:moveTo>
                  <a:lnTo>
                    <a:pt x="120650" y="0"/>
                  </a:lnTo>
                  <a:lnTo>
                    <a:pt x="120650" y="2666"/>
                  </a:lnTo>
                  <a:lnTo>
                    <a:pt x="119380" y="2666"/>
                  </a:lnTo>
                  <a:lnTo>
                    <a:pt x="119380" y="6476"/>
                  </a:lnTo>
                  <a:lnTo>
                    <a:pt x="205740" y="6476"/>
                  </a:lnTo>
                  <a:lnTo>
                    <a:pt x="205740" y="0"/>
                  </a:lnTo>
                  <a:close/>
                </a:path>
                <a:path w="205739" h="7619">
                  <a:moveTo>
                    <a:pt x="86359" y="2666"/>
                  </a:moveTo>
                  <a:lnTo>
                    <a:pt x="1269" y="2666"/>
                  </a:lnTo>
                  <a:lnTo>
                    <a:pt x="1269" y="7620"/>
                  </a:lnTo>
                  <a:lnTo>
                    <a:pt x="87630" y="7620"/>
                  </a:lnTo>
                  <a:lnTo>
                    <a:pt x="87630" y="6476"/>
                  </a:lnTo>
                  <a:lnTo>
                    <a:pt x="86359" y="6476"/>
                  </a:lnTo>
                  <a:lnTo>
                    <a:pt x="86359" y="2666"/>
                  </a:lnTo>
                  <a:close/>
                </a:path>
                <a:path w="205739" h="7619">
                  <a:moveTo>
                    <a:pt x="85089" y="0"/>
                  </a:moveTo>
                  <a:lnTo>
                    <a:pt x="0" y="0"/>
                  </a:lnTo>
                  <a:lnTo>
                    <a:pt x="0" y="2666"/>
                  </a:lnTo>
                  <a:lnTo>
                    <a:pt x="85089" y="2666"/>
                  </a:lnTo>
                  <a:lnTo>
                    <a:pt x="85089" y="0"/>
                  </a:lnTo>
                  <a:close/>
                </a:path>
              </a:pathLst>
            </a:custGeom>
            <a:solidFill>
              <a:srgbClr val="405700"/>
            </a:solidFill>
          </p:spPr>
          <p:txBody>
            <a:bodyPr wrap="square" lIns="0" tIns="0" rIns="0" bIns="0" rtlCol="0"/>
            <a:lstStyle/>
            <a:p/>
          </p:txBody>
        </p:sp>
        <p:sp>
          <p:nvSpPr>
            <p:cNvPr id="931" name="object 931"/>
            <p:cNvSpPr/>
            <p:nvPr/>
          </p:nvSpPr>
          <p:spPr>
            <a:xfrm>
              <a:off x="2713990" y="1474469"/>
              <a:ext cx="203200" cy="6350"/>
            </a:xfrm>
            <a:custGeom>
              <a:avLst/>
              <a:gdLst/>
              <a:ahLst/>
              <a:cxnLst/>
              <a:rect l="l" t="t" r="r" b="b"/>
              <a:pathLst>
                <a:path w="203200" h="6350">
                  <a:moveTo>
                    <a:pt x="87630" y="1270"/>
                  </a:moveTo>
                  <a:lnTo>
                    <a:pt x="86360" y="1270"/>
                  </a:lnTo>
                  <a:lnTo>
                    <a:pt x="86360" y="0"/>
                  </a:lnTo>
                  <a:lnTo>
                    <a:pt x="0" y="0"/>
                  </a:lnTo>
                  <a:lnTo>
                    <a:pt x="0" y="1270"/>
                  </a:lnTo>
                  <a:lnTo>
                    <a:pt x="0" y="6350"/>
                  </a:lnTo>
                  <a:lnTo>
                    <a:pt x="87630" y="6350"/>
                  </a:lnTo>
                  <a:lnTo>
                    <a:pt x="87630" y="1270"/>
                  </a:lnTo>
                  <a:close/>
                </a:path>
                <a:path w="203200" h="6350">
                  <a:moveTo>
                    <a:pt x="203200" y="0"/>
                  </a:moveTo>
                  <a:lnTo>
                    <a:pt x="116840" y="0"/>
                  </a:lnTo>
                  <a:lnTo>
                    <a:pt x="116840" y="1270"/>
                  </a:lnTo>
                  <a:lnTo>
                    <a:pt x="115570" y="1270"/>
                  </a:lnTo>
                  <a:lnTo>
                    <a:pt x="115570" y="5080"/>
                  </a:lnTo>
                  <a:lnTo>
                    <a:pt x="114300" y="5080"/>
                  </a:lnTo>
                  <a:lnTo>
                    <a:pt x="114300" y="6350"/>
                  </a:lnTo>
                  <a:lnTo>
                    <a:pt x="203200" y="6350"/>
                  </a:lnTo>
                  <a:lnTo>
                    <a:pt x="203200" y="5080"/>
                  </a:lnTo>
                  <a:lnTo>
                    <a:pt x="203200" y="1270"/>
                  </a:lnTo>
                  <a:lnTo>
                    <a:pt x="203200" y="0"/>
                  </a:lnTo>
                  <a:close/>
                </a:path>
              </a:pathLst>
            </a:custGeom>
            <a:solidFill>
              <a:srgbClr val="415600"/>
            </a:solidFill>
          </p:spPr>
          <p:txBody>
            <a:bodyPr wrap="square" lIns="0" tIns="0" rIns="0" bIns="0" rtlCol="0"/>
            <a:lstStyle/>
            <a:p/>
          </p:txBody>
        </p:sp>
        <p:sp>
          <p:nvSpPr>
            <p:cNvPr id="932" name="object 932"/>
            <p:cNvSpPr/>
            <p:nvPr/>
          </p:nvSpPr>
          <p:spPr>
            <a:xfrm>
              <a:off x="2713990" y="1480819"/>
              <a:ext cx="203200" cy="7620"/>
            </a:xfrm>
            <a:custGeom>
              <a:avLst/>
              <a:gdLst/>
              <a:ahLst/>
              <a:cxnLst/>
              <a:rect l="l" t="t" r="r" b="b"/>
              <a:pathLst>
                <a:path w="203200" h="7619">
                  <a:moveTo>
                    <a:pt x="91440" y="6350"/>
                  </a:moveTo>
                  <a:lnTo>
                    <a:pt x="90170" y="6350"/>
                  </a:lnTo>
                  <a:lnTo>
                    <a:pt x="90170" y="5080"/>
                  </a:lnTo>
                  <a:lnTo>
                    <a:pt x="90157" y="3810"/>
                  </a:lnTo>
                  <a:lnTo>
                    <a:pt x="88900" y="3810"/>
                  </a:lnTo>
                  <a:lnTo>
                    <a:pt x="88900" y="2540"/>
                  </a:lnTo>
                  <a:lnTo>
                    <a:pt x="88900" y="0"/>
                  </a:lnTo>
                  <a:lnTo>
                    <a:pt x="0" y="0"/>
                  </a:lnTo>
                  <a:lnTo>
                    <a:pt x="0" y="2540"/>
                  </a:lnTo>
                  <a:lnTo>
                    <a:pt x="0" y="3810"/>
                  </a:lnTo>
                  <a:lnTo>
                    <a:pt x="0" y="5080"/>
                  </a:lnTo>
                  <a:lnTo>
                    <a:pt x="1270" y="5080"/>
                  </a:lnTo>
                  <a:lnTo>
                    <a:pt x="1270" y="6350"/>
                  </a:lnTo>
                  <a:lnTo>
                    <a:pt x="1270" y="7620"/>
                  </a:lnTo>
                  <a:lnTo>
                    <a:pt x="91440" y="7620"/>
                  </a:lnTo>
                  <a:lnTo>
                    <a:pt x="91440" y="6350"/>
                  </a:lnTo>
                  <a:close/>
                </a:path>
                <a:path w="203200" h="7619">
                  <a:moveTo>
                    <a:pt x="201930" y="6477"/>
                  </a:moveTo>
                  <a:lnTo>
                    <a:pt x="113030" y="6477"/>
                  </a:lnTo>
                  <a:lnTo>
                    <a:pt x="113030" y="7620"/>
                  </a:lnTo>
                  <a:lnTo>
                    <a:pt x="201930" y="7620"/>
                  </a:lnTo>
                  <a:lnTo>
                    <a:pt x="201930" y="6477"/>
                  </a:lnTo>
                  <a:close/>
                </a:path>
                <a:path w="203200" h="7619">
                  <a:moveTo>
                    <a:pt x="203200" y="0"/>
                  </a:moveTo>
                  <a:lnTo>
                    <a:pt x="114300" y="0"/>
                  </a:lnTo>
                  <a:lnTo>
                    <a:pt x="114300" y="2540"/>
                  </a:lnTo>
                  <a:lnTo>
                    <a:pt x="114300" y="5080"/>
                  </a:lnTo>
                  <a:lnTo>
                    <a:pt x="113030" y="5080"/>
                  </a:lnTo>
                  <a:lnTo>
                    <a:pt x="113030" y="6350"/>
                  </a:lnTo>
                  <a:lnTo>
                    <a:pt x="201930" y="6350"/>
                  </a:lnTo>
                  <a:lnTo>
                    <a:pt x="201930" y="5080"/>
                  </a:lnTo>
                  <a:lnTo>
                    <a:pt x="201930" y="2540"/>
                  </a:lnTo>
                  <a:lnTo>
                    <a:pt x="203200" y="2540"/>
                  </a:lnTo>
                  <a:lnTo>
                    <a:pt x="203200" y="0"/>
                  </a:lnTo>
                  <a:close/>
                </a:path>
              </a:pathLst>
            </a:custGeom>
            <a:solidFill>
              <a:srgbClr val="425500"/>
            </a:solidFill>
          </p:spPr>
          <p:txBody>
            <a:bodyPr wrap="square" lIns="0" tIns="0" rIns="0" bIns="0" rtlCol="0"/>
            <a:lstStyle/>
            <a:p/>
          </p:txBody>
        </p:sp>
        <p:sp>
          <p:nvSpPr>
            <p:cNvPr id="933" name="object 933"/>
            <p:cNvSpPr/>
            <p:nvPr/>
          </p:nvSpPr>
          <p:spPr>
            <a:xfrm>
              <a:off x="2715260" y="1488439"/>
              <a:ext cx="200660" cy="7620"/>
            </a:xfrm>
            <a:custGeom>
              <a:avLst/>
              <a:gdLst/>
              <a:ahLst/>
              <a:cxnLst/>
              <a:rect l="l" t="t" r="r" b="b"/>
              <a:pathLst>
                <a:path w="200660" h="7619">
                  <a:moveTo>
                    <a:pt x="95250" y="6350"/>
                  </a:moveTo>
                  <a:lnTo>
                    <a:pt x="92710" y="6350"/>
                  </a:lnTo>
                  <a:lnTo>
                    <a:pt x="92710" y="5080"/>
                  </a:lnTo>
                  <a:lnTo>
                    <a:pt x="92710" y="3810"/>
                  </a:lnTo>
                  <a:lnTo>
                    <a:pt x="91440" y="3810"/>
                  </a:lnTo>
                  <a:lnTo>
                    <a:pt x="91440" y="2540"/>
                  </a:lnTo>
                  <a:lnTo>
                    <a:pt x="90170" y="2540"/>
                  </a:lnTo>
                  <a:lnTo>
                    <a:pt x="90170" y="0"/>
                  </a:lnTo>
                  <a:lnTo>
                    <a:pt x="0" y="0"/>
                  </a:lnTo>
                  <a:lnTo>
                    <a:pt x="0" y="2540"/>
                  </a:lnTo>
                  <a:lnTo>
                    <a:pt x="0" y="3810"/>
                  </a:lnTo>
                  <a:lnTo>
                    <a:pt x="0" y="5080"/>
                  </a:lnTo>
                  <a:lnTo>
                    <a:pt x="0" y="6350"/>
                  </a:lnTo>
                  <a:lnTo>
                    <a:pt x="0" y="7620"/>
                  </a:lnTo>
                  <a:lnTo>
                    <a:pt x="95250" y="7620"/>
                  </a:lnTo>
                  <a:lnTo>
                    <a:pt x="95250" y="6350"/>
                  </a:lnTo>
                  <a:close/>
                </a:path>
                <a:path w="200660" h="7619">
                  <a:moveTo>
                    <a:pt x="200660" y="0"/>
                  </a:moveTo>
                  <a:lnTo>
                    <a:pt x="110490" y="0"/>
                  </a:lnTo>
                  <a:lnTo>
                    <a:pt x="110490" y="2540"/>
                  </a:lnTo>
                  <a:lnTo>
                    <a:pt x="107950" y="2540"/>
                  </a:lnTo>
                  <a:lnTo>
                    <a:pt x="107950" y="5080"/>
                  </a:lnTo>
                  <a:lnTo>
                    <a:pt x="107950" y="6350"/>
                  </a:lnTo>
                  <a:lnTo>
                    <a:pt x="106680" y="6350"/>
                  </a:lnTo>
                  <a:lnTo>
                    <a:pt x="106680" y="7620"/>
                  </a:lnTo>
                  <a:lnTo>
                    <a:pt x="199390" y="7620"/>
                  </a:lnTo>
                  <a:lnTo>
                    <a:pt x="199390" y="6350"/>
                  </a:lnTo>
                  <a:lnTo>
                    <a:pt x="199390" y="5080"/>
                  </a:lnTo>
                  <a:lnTo>
                    <a:pt x="200660" y="5080"/>
                  </a:lnTo>
                  <a:lnTo>
                    <a:pt x="200660" y="2540"/>
                  </a:lnTo>
                  <a:lnTo>
                    <a:pt x="200660" y="0"/>
                  </a:lnTo>
                  <a:close/>
                </a:path>
              </a:pathLst>
            </a:custGeom>
            <a:solidFill>
              <a:srgbClr val="435400"/>
            </a:solidFill>
          </p:spPr>
          <p:txBody>
            <a:bodyPr wrap="square" lIns="0" tIns="0" rIns="0" bIns="0" rtlCol="0"/>
            <a:lstStyle/>
            <a:p/>
          </p:txBody>
        </p:sp>
        <p:sp>
          <p:nvSpPr>
            <p:cNvPr id="934" name="object 934"/>
            <p:cNvSpPr/>
            <p:nvPr/>
          </p:nvSpPr>
          <p:spPr>
            <a:xfrm>
              <a:off x="271526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445300"/>
            </a:solidFill>
          </p:spPr>
          <p:txBody>
            <a:bodyPr wrap="square" lIns="0" tIns="0" rIns="0" bIns="0" rtlCol="0"/>
            <a:lstStyle/>
            <a:p/>
          </p:txBody>
        </p:sp>
        <p:sp>
          <p:nvSpPr>
            <p:cNvPr id="935" name="object 935"/>
            <p:cNvSpPr/>
            <p:nvPr/>
          </p:nvSpPr>
          <p:spPr>
            <a:xfrm>
              <a:off x="2716530" y="1502409"/>
              <a:ext cx="198120" cy="7620"/>
            </a:xfrm>
            <a:custGeom>
              <a:avLst/>
              <a:gdLst/>
              <a:ahLst/>
              <a:cxnLst/>
              <a:rect l="l" t="t" r="r" b="b"/>
              <a:pathLst>
                <a:path w="198119" h="7619">
                  <a:moveTo>
                    <a:pt x="198120" y="0"/>
                  </a:moveTo>
                  <a:lnTo>
                    <a:pt x="0" y="0"/>
                  </a:lnTo>
                  <a:lnTo>
                    <a:pt x="0" y="2540"/>
                  </a:lnTo>
                  <a:lnTo>
                    <a:pt x="0" y="7620"/>
                  </a:lnTo>
                  <a:lnTo>
                    <a:pt x="196850" y="7620"/>
                  </a:lnTo>
                  <a:lnTo>
                    <a:pt x="196850" y="2540"/>
                  </a:lnTo>
                  <a:lnTo>
                    <a:pt x="198120" y="2540"/>
                  </a:lnTo>
                  <a:lnTo>
                    <a:pt x="198120" y="0"/>
                  </a:lnTo>
                  <a:close/>
                </a:path>
              </a:pathLst>
            </a:custGeom>
            <a:solidFill>
              <a:srgbClr val="465100"/>
            </a:solidFill>
          </p:spPr>
          <p:txBody>
            <a:bodyPr wrap="square" lIns="0" tIns="0" rIns="0" bIns="0" rtlCol="0"/>
            <a:lstStyle/>
            <a:p/>
          </p:txBody>
        </p:sp>
        <p:sp>
          <p:nvSpPr>
            <p:cNvPr id="936" name="object 936"/>
            <p:cNvSpPr/>
            <p:nvPr/>
          </p:nvSpPr>
          <p:spPr>
            <a:xfrm>
              <a:off x="2716530" y="1510029"/>
              <a:ext cx="196850" cy="7620"/>
            </a:xfrm>
            <a:custGeom>
              <a:avLst/>
              <a:gdLst/>
              <a:ahLst/>
              <a:cxnLst/>
              <a:rect l="l" t="t" r="r" b="b"/>
              <a:pathLst>
                <a:path w="196850" h="7619">
                  <a:moveTo>
                    <a:pt x="196850" y="0"/>
                  </a:moveTo>
                  <a:lnTo>
                    <a:pt x="0" y="0"/>
                  </a:lnTo>
                  <a:lnTo>
                    <a:pt x="0" y="2540"/>
                  </a:lnTo>
                  <a:lnTo>
                    <a:pt x="1270" y="2540"/>
                  </a:lnTo>
                  <a:lnTo>
                    <a:pt x="1270" y="7620"/>
                  </a:lnTo>
                  <a:lnTo>
                    <a:pt x="196850" y="7620"/>
                  </a:lnTo>
                  <a:lnTo>
                    <a:pt x="196850" y="2540"/>
                  </a:lnTo>
                  <a:lnTo>
                    <a:pt x="196850" y="0"/>
                  </a:lnTo>
                  <a:close/>
                </a:path>
              </a:pathLst>
            </a:custGeom>
            <a:solidFill>
              <a:srgbClr val="475000"/>
            </a:solidFill>
          </p:spPr>
          <p:txBody>
            <a:bodyPr wrap="square" lIns="0" tIns="0" rIns="0" bIns="0" rtlCol="0"/>
            <a:lstStyle/>
            <a:p/>
          </p:txBody>
        </p:sp>
        <p:sp>
          <p:nvSpPr>
            <p:cNvPr id="937" name="object 937"/>
            <p:cNvSpPr/>
            <p:nvPr/>
          </p:nvSpPr>
          <p:spPr>
            <a:xfrm>
              <a:off x="2717800" y="1517649"/>
              <a:ext cx="195580" cy="6350"/>
            </a:xfrm>
            <a:custGeom>
              <a:avLst/>
              <a:gdLst/>
              <a:ahLst/>
              <a:cxnLst/>
              <a:rect l="l" t="t" r="r" b="b"/>
              <a:pathLst>
                <a:path w="195580" h="6350">
                  <a:moveTo>
                    <a:pt x="195580" y="0"/>
                  </a:moveTo>
                  <a:lnTo>
                    <a:pt x="0" y="0"/>
                  </a:lnTo>
                  <a:lnTo>
                    <a:pt x="0" y="1270"/>
                  </a:lnTo>
                  <a:lnTo>
                    <a:pt x="0" y="2540"/>
                  </a:lnTo>
                  <a:lnTo>
                    <a:pt x="1270" y="2540"/>
                  </a:lnTo>
                  <a:lnTo>
                    <a:pt x="1270" y="6350"/>
                  </a:lnTo>
                  <a:lnTo>
                    <a:pt x="194310" y="6350"/>
                  </a:lnTo>
                  <a:lnTo>
                    <a:pt x="194310" y="2540"/>
                  </a:lnTo>
                  <a:lnTo>
                    <a:pt x="194310" y="1270"/>
                  </a:lnTo>
                  <a:lnTo>
                    <a:pt x="195580" y="1270"/>
                  </a:lnTo>
                  <a:lnTo>
                    <a:pt x="195580" y="0"/>
                  </a:lnTo>
                  <a:close/>
                </a:path>
              </a:pathLst>
            </a:custGeom>
            <a:solidFill>
              <a:srgbClr val="484F00"/>
            </a:solidFill>
          </p:spPr>
          <p:txBody>
            <a:bodyPr wrap="square" lIns="0" tIns="0" rIns="0" bIns="0" rtlCol="0"/>
            <a:lstStyle/>
            <a:p/>
          </p:txBody>
        </p:sp>
        <p:sp>
          <p:nvSpPr>
            <p:cNvPr id="938" name="object 938"/>
            <p:cNvSpPr/>
            <p:nvPr/>
          </p:nvSpPr>
          <p:spPr>
            <a:xfrm>
              <a:off x="2719070" y="1523999"/>
              <a:ext cx="193040" cy="7620"/>
            </a:xfrm>
            <a:custGeom>
              <a:avLst/>
              <a:gdLst/>
              <a:ahLst/>
              <a:cxnLst/>
              <a:rect l="l" t="t" r="r" b="b"/>
              <a:pathLst>
                <a:path w="193039" h="7619">
                  <a:moveTo>
                    <a:pt x="191770" y="5092"/>
                  </a:moveTo>
                  <a:lnTo>
                    <a:pt x="1270" y="5092"/>
                  </a:lnTo>
                  <a:lnTo>
                    <a:pt x="1270" y="7620"/>
                  </a:lnTo>
                  <a:lnTo>
                    <a:pt x="191770" y="7620"/>
                  </a:lnTo>
                  <a:lnTo>
                    <a:pt x="191770" y="5092"/>
                  </a:lnTo>
                  <a:close/>
                </a:path>
                <a:path w="193039" h="7619">
                  <a:moveTo>
                    <a:pt x="193040" y="0"/>
                  </a:moveTo>
                  <a:lnTo>
                    <a:pt x="0" y="0"/>
                  </a:lnTo>
                  <a:lnTo>
                    <a:pt x="0" y="2540"/>
                  </a:lnTo>
                  <a:lnTo>
                    <a:pt x="1270" y="2540"/>
                  </a:lnTo>
                  <a:lnTo>
                    <a:pt x="1270" y="5080"/>
                  </a:lnTo>
                  <a:lnTo>
                    <a:pt x="193027" y="5080"/>
                  </a:lnTo>
                  <a:lnTo>
                    <a:pt x="193027" y="2540"/>
                  </a:lnTo>
                  <a:lnTo>
                    <a:pt x="193040" y="0"/>
                  </a:lnTo>
                  <a:close/>
                </a:path>
              </a:pathLst>
            </a:custGeom>
            <a:solidFill>
              <a:srgbClr val="494E00"/>
            </a:solidFill>
          </p:spPr>
          <p:txBody>
            <a:bodyPr wrap="square" lIns="0" tIns="0" rIns="0" bIns="0" rtlCol="0"/>
            <a:lstStyle/>
            <a:p/>
          </p:txBody>
        </p:sp>
        <p:sp>
          <p:nvSpPr>
            <p:cNvPr id="939" name="object 939"/>
            <p:cNvSpPr/>
            <p:nvPr/>
          </p:nvSpPr>
          <p:spPr>
            <a:xfrm>
              <a:off x="2720340" y="1531619"/>
              <a:ext cx="190500" cy="7620"/>
            </a:xfrm>
            <a:custGeom>
              <a:avLst/>
              <a:gdLst/>
              <a:ahLst/>
              <a:cxnLst/>
              <a:rect l="l" t="t" r="r" b="b"/>
              <a:pathLst>
                <a:path w="190500" h="7619">
                  <a:moveTo>
                    <a:pt x="189230" y="3822"/>
                  </a:moveTo>
                  <a:lnTo>
                    <a:pt x="1270" y="3822"/>
                  </a:lnTo>
                  <a:lnTo>
                    <a:pt x="1270" y="7620"/>
                  </a:lnTo>
                  <a:lnTo>
                    <a:pt x="189230" y="7620"/>
                  </a:lnTo>
                  <a:lnTo>
                    <a:pt x="189230" y="3822"/>
                  </a:lnTo>
                  <a:close/>
                </a:path>
                <a:path w="190500" h="7619">
                  <a:moveTo>
                    <a:pt x="190500" y="0"/>
                  </a:moveTo>
                  <a:lnTo>
                    <a:pt x="0" y="0"/>
                  </a:lnTo>
                  <a:lnTo>
                    <a:pt x="0" y="2540"/>
                  </a:lnTo>
                  <a:lnTo>
                    <a:pt x="1270" y="2540"/>
                  </a:lnTo>
                  <a:lnTo>
                    <a:pt x="1270" y="3810"/>
                  </a:lnTo>
                  <a:lnTo>
                    <a:pt x="190500" y="3810"/>
                  </a:lnTo>
                  <a:lnTo>
                    <a:pt x="190500" y="2540"/>
                  </a:lnTo>
                  <a:lnTo>
                    <a:pt x="190500" y="0"/>
                  </a:lnTo>
                  <a:close/>
                </a:path>
              </a:pathLst>
            </a:custGeom>
            <a:solidFill>
              <a:srgbClr val="4A4D00"/>
            </a:solidFill>
          </p:spPr>
          <p:txBody>
            <a:bodyPr wrap="square" lIns="0" tIns="0" rIns="0" bIns="0" rtlCol="0"/>
            <a:lstStyle/>
            <a:p/>
          </p:txBody>
        </p:sp>
        <p:sp>
          <p:nvSpPr>
            <p:cNvPr id="940" name="object 940"/>
            <p:cNvSpPr/>
            <p:nvPr/>
          </p:nvSpPr>
          <p:spPr>
            <a:xfrm>
              <a:off x="2721610" y="1539239"/>
              <a:ext cx="187960" cy="6350"/>
            </a:xfrm>
            <a:custGeom>
              <a:avLst/>
              <a:gdLst/>
              <a:ahLst/>
              <a:cxnLst/>
              <a:rect l="l" t="t" r="r" b="b"/>
              <a:pathLst>
                <a:path w="187960" h="6350">
                  <a:moveTo>
                    <a:pt x="187960" y="0"/>
                  </a:moveTo>
                  <a:lnTo>
                    <a:pt x="0" y="0"/>
                  </a:lnTo>
                  <a:lnTo>
                    <a:pt x="0" y="1270"/>
                  </a:lnTo>
                  <a:lnTo>
                    <a:pt x="1270" y="1270"/>
                  </a:lnTo>
                  <a:lnTo>
                    <a:pt x="1270" y="3810"/>
                  </a:lnTo>
                  <a:lnTo>
                    <a:pt x="1270" y="6350"/>
                  </a:lnTo>
                  <a:lnTo>
                    <a:pt x="186690" y="6350"/>
                  </a:lnTo>
                  <a:lnTo>
                    <a:pt x="186690" y="3810"/>
                  </a:lnTo>
                  <a:lnTo>
                    <a:pt x="187960" y="3810"/>
                  </a:lnTo>
                  <a:lnTo>
                    <a:pt x="187960" y="1270"/>
                  </a:lnTo>
                  <a:lnTo>
                    <a:pt x="187960" y="0"/>
                  </a:lnTo>
                  <a:close/>
                </a:path>
              </a:pathLst>
            </a:custGeom>
            <a:solidFill>
              <a:srgbClr val="4B4C00"/>
            </a:solidFill>
          </p:spPr>
          <p:txBody>
            <a:bodyPr wrap="square" lIns="0" tIns="0" rIns="0" bIns="0" rtlCol="0"/>
            <a:lstStyle/>
            <a:p/>
          </p:txBody>
        </p:sp>
        <p:sp>
          <p:nvSpPr>
            <p:cNvPr id="941" name="object 941"/>
            <p:cNvSpPr/>
            <p:nvPr/>
          </p:nvSpPr>
          <p:spPr>
            <a:xfrm>
              <a:off x="2722880" y="1545589"/>
              <a:ext cx="185420" cy="7620"/>
            </a:xfrm>
            <a:custGeom>
              <a:avLst/>
              <a:gdLst/>
              <a:ahLst/>
              <a:cxnLst/>
              <a:rect l="l" t="t" r="r" b="b"/>
              <a:pathLst>
                <a:path w="185419" h="7619">
                  <a:moveTo>
                    <a:pt x="185420" y="0"/>
                  </a:moveTo>
                  <a:lnTo>
                    <a:pt x="0" y="0"/>
                  </a:lnTo>
                  <a:lnTo>
                    <a:pt x="0" y="2540"/>
                  </a:lnTo>
                  <a:lnTo>
                    <a:pt x="1270" y="2540"/>
                  </a:lnTo>
                  <a:lnTo>
                    <a:pt x="1270" y="3810"/>
                  </a:lnTo>
                  <a:lnTo>
                    <a:pt x="1270" y="7620"/>
                  </a:lnTo>
                  <a:lnTo>
                    <a:pt x="184150" y="7620"/>
                  </a:lnTo>
                  <a:lnTo>
                    <a:pt x="184150" y="3810"/>
                  </a:lnTo>
                  <a:lnTo>
                    <a:pt x="185420" y="3810"/>
                  </a:lnTo>
                  <a:lnTo>
                    <a:pt x="185420" y="2540"/>
                  </a:lnTo>
                  <a:lnTo>
                    <a:pt x="185420" y="0"/>
                  </a:lnTo>
                  <a:close/>
                </a:path>
              </a:pathLst>
            </a:custGeom>
            <a:solidFill>
              <a:srgbClr val="4C4B00"/>
            </a:solidFill>
          </p:spPr>
          <p:txBody>
            <a:bodyPr wrap="square" lIns="0" tIns="0" rIns="0" bIns="0" rtlCol="0"/>
            <a:lstStyle/>
            <a:p/>
          </p:txBody>
        </p:sp>
        <p:sp>
          <p:nvSpPr>
            <p:cNvPr id="942" name="object 942"/>
            <p:cNvSpPr/>
            <p:nvPr/>
          </p:nvSpPr>
          <p:spPr>
            <a:xfrm>
              <a:off x="2725420" y="1553209"/>
              <a:ext cx="181610" cy="7620"/>
            </a:xfrm>
            <a:custGeom>
              <a:avLst/>
              <a:gdLst/>
              <a:ahLst/>
              <a:cxnLst/>
              <a:rect l="l" t="t" r="r" b="b"/>
              <a:pathLst>
                <a:path w="181610" h="7619">
                  <a:moveTo>
                    <a:pt x="181610" y="0"/>
                  </a:moveTo>
                  <a:lnTo>
                    <a:pt x="0" y="0"/>
                  </a:lnTo>
                  <a:lnTo>
                    <a:pt x="0" y="1270"/>
                  </a:lnTo>
                  <a:lnTo>
                    <a:pt x="0" y="5080"/>
                  </a:lnTo>
                  <a:lnTo>
                    <a:pt x="1270" y="5080"/>
                  </a:lnTo>
                  <a:lnTo>
                    <a:pt x="1270" y="6350"/>
                  </a:lnTo>
                  <a:lnTo>
                    <a:pt x="1270" y="7620"/>
                  </a:lnTo>
                  <a:lnTo>
                    <a:pt x="179070" y="7620"/>
                  </a:lnTo>
                  <a:lnTo>
                    <a:pt x="179070" y="6350"/>
                  </a:lnTo>
                  <a:lnTo>
                    <a:pt x="180327" y="6350"/>
                  </a:lnTo>
                  <a:lnTo>
                    <a:pt x="180327" y="5080"/>
                  </a:lnTo>
                  <a:lnTo>
                    <a:pt x="180327" y="1270"/>
                  </a:lnTo>
                  <a:lnTo>
                    <a:pt x="181610" y="1270"/>
                  </a:lnTo>
                  <a:lnTo>
                    <a:pt x="181610" y="0"/>
                  </a:lnTo>
                  <a:close/>
                </a:path>
              </a:pathLst>
            </a:custGeom>
            <a:solidFill>
              <a:srgbClr val="4E4900"/>
            </a:solidFill>
          </p:spPr>
          <p:txBody>
            <a:bodyPr wrap="square" lIns="0" tIns="0" rIns="0" bIns="0" rtlCol="0"/>
            <a:lstStyle/>
            <a:p/>
          </p:txBody>
        </p:sp>
        <p:sp>
          <p:nvSpPr>
            <p:cNvPr id="943" name="object 943"/>
            <p:cNvSpPr/>
            <p:nvPr/>
          </p:nvSpPr>
          <p:spPr>
            <a:xfrm>
              <a:off x="2726690" y="1560829"/>
              <a:ext cx="177800" cy="6350"/>
            </a:xfrm>
            <a:custGeom>
              <a:avLst/>
              <a:gdLst/>
              <a:ahLst/>
              <a:cxnLst/>
              <a:rect l="l" t="t" r="r" b="b"/>
              <a:pathLst>
                <a:path w="177800" h="6350">
                  <a:moveTo>
                    <a:pt x="177800" y="0"/>
                  </a:moveTo>
                  <a:lnTo>
                    <a:pt x="0" y="0"/>
                  </a:lnTo>
                  <a:lnTo>
                    <a:pt x="0" y="2540"/>
                  </a:lnTo>
                  <a:lnTo>
                    <a:pt x="1270" y="2540"/>
                  </a:lnTo>
                  <a:lnTo>
                    <a:pt x="1270" y="3810"/>
                  </a:lnTo>
                  <a:lnTo>
                    <a:pt x="1270" y="6350"/>
                  </a:lnTo>
                  <a:lnTo>
                    <a:pt x="176530" y="6350"/>
                  </a:lnTo>
                  <a:lnTo>
                    <a:pt x="176530" y="3810"/>
                  </a:lnTo>
                  <a:lnTo>
                    <a:pt x="177800" y="3810"/>
                  </a:lnTo>
                  <a:lnTo>
                    <a:pt x="177800" y="2540"/>
                  </a:lnTo>
                  <a:lnTo>
                    <a:pt x="177800" y="0"/>
                  </a:lnTo>
                  <a:close/>
                </a:path>
              </a:pathLst>
            </a:custGeom>
            <a:solidFill>
              <a:srgbClr val="4F4800"/>
            </a:solidFill>
          </p:spPr>
          <p:txBody>
            <a:bodyPr wrap="square" lIns="0" tIns="0" rIns="0" bIns="0" rtlCol="0"/>
            <a:lstStyle/>
            <a:p/>
          </p:txBody>
        </p:sp>
        <p:sp>
          <p:nvSpPr>
            <p:cNvPr id="944" name="object 944"/>
            <p:cNvSpPr/>
            <p:nvPr/>
          </p:nvSpPr>
          <p:spPr>
            <a:xfrm>
              <a:off x="2727960" y="1567179"/>
              <a:ext cx="175260" cy="7620"/>
            </a:xfrm>
            <a:custGeom>
              <a:avLst/>
              <a:gdLst/>
              <a:ahLst/>
              <a:cxnLst/>
              <a:rect l="l" t="t" r="r" b="b"/>
              <a:pathLst>
                <a:path w="175260" h="7619">
                  <a:moveTo>
                    <a:pt x="175260" y="0"/>
                  </a:moveTo>
                  <a:lnTo>
                    <a:pt x="0" y="0"/>
                  </a:lnTo>
                  <a:lnTo>
                    <a:pt x="0" y="1270"/>
                  </a:lnTo>
                  <a:lnTo>
                    <a:pt x="1270" y="1270"/>
                  </a:lnTo>
                  <a:lnTo>
                    <a:pt x="1270" y="2540"/>
                  </a:lnTo>
                  <a:lnTo>
                    <a:pt x="1270" y="7620"/>
                  </a:lnTo>
                  <a:lnTo>
                    <a:pt x="173990" y="7620"/>
                  </a:lnTo>
                  <a:lnTo>
                    <a:pt x="173990" y="2540"/>
                  </a:lnTo>
                  <a:lnTo>
                    <a:pt x="175260" y="2540"/>
                  </a:lnTo>
                  <a:lnTo>
                    <a:pt x="175260" y="1270"/>
                  </a:lnTo>
                  <a:lnTo>
                    <a:pt x="175260" y="0"/>
                  </a:lnTo>
                  <a:close/>
                </a:path>
              </a:pathLst>
            </a:custGeom>
            <a:solidFill>
              <a:srgbClr val="504700"/>
            </a:solidFill>
          </p:spPr>
          <p:txBody>
            <a:bodyPr wrap="square" lIns="0" tIns="0" rIns="0" bIns="0" rtlCol="0"/>
            <a:lstStyle/>
            <a:p/>
          </p:txBody>
        </p:sp>
        <p:sp>
          <p:nvSpPr>
            <p:cNvPr id="945" name="object 945"/>
            <p:cNvSpPr/>
            <p:nvPr/>
          </p:nvSpPr>
          <p:spPr>
            <a:xfrm>
              <a:off x="2730500" y="1574799"/>
              <a:ext cx="170180" cy="7620"/>
            </a:xfrm>
            <a:custGeom>
              <a:avLst/>
              <a:gdLst/>
              <a:ahLst/>
              <a:cxnLst/>
              <a:rect l="l" t="t" r="r" b="b"/>
              <a:pathLst>
                <a:path w="170180" h="7619">
                  <a:moveTo>
                    <a:pt x="170180" y="0"/>
                  </a:moveTo>
                  <a:lnTo>
                    <a:pt x="0" y="0"/>
                  </a:lnTo>
                  <a:lnTo>
                    <a:pt x="0" y="3810"/>
                  </a:lnTo>
                  <a:lnTo>
                    <a:pt x="0" y="5080"/>
                  </a:lnTo>
                  <a:lnTo>
                    <a:pt x="1270" y="5080"/>
                  </a:lnTo>
                  <a:lnTo>
                    <a:pt x="1270" y="7620"/>
                  </a:lnTo>
                  <a:lnTo>
                    <a:pt x="168897" y="7620"/>
                  </a:lnTo>
                  <a:lnTo>
                    <a:pt x="168897" y="5080"/>
                  </a:lnTo>
                  <a:lnTo>
                    <a:pt x="168910" y="3810"/>
                  </a:lnTo>
                  <a:lnTo>
                    <a:pt x="170180" y="3810"/>
                  </a:lnTo>
                  <a:lnTo>
                    <a:pt x="170180" y="0"/>
                  </a:lnTo>
                  <a:close/>
                </a:path>
              </a:pathLst>
            </a:custGeom>
            <a:solidFill>
              <a:srgbClr val="514600"/>
            </a:solidFill>
          </p:spPr>
          <p:txBody>
            <a:bodyPr wrap="square" lIns="0" tIns="0" rIns="0" bIns="0" rtlCol="0"/>
            <a:lstStyle/>
            <a:p/>
          </p:txBody>
        </p:sp>
        <p:sp>
          <p:nvSpPr>
            <p:cNvPr id="946" name="object 946"/>
            <p:cNvSpPr/>
            <p:nvPr/>
          </p:nvSpPr>
          <p:spPr>
            <a:xfrm>
              <a:off x="2731770" y="1582419"/>
              <a:ext cx="167640" cy="6350"/>
            </a:xfrm>
            <a:custGeom>
              <a:avLst/>
              <a:gdLst/>
              <a:ahLst/>
              <a:cxnLst/>
              <a:rect l="l" t="t" r="r" b="b"/>
              <a:pathLst>
                <a:path w="167639" h="6350">
                  <a:moveTo>
                    <a:pt x="167627" y="0"/>
                  </a:moveTo>
                  <a:lnTo>
                    <a:pt x="0" y="0"/>
                  </a:lnTo>
                  <a:lnTo>
                    <a:pt x="0" y="1270"/>
                  </a:lnTo>
                  <a:lnTo>
                    <a:pt x="0" y="2540"/>
                  </a:lnTo>
                  <a:lnTo>
                    <a:pt x="1270" y="2540"/>
                  </a:lnTo>
                  <a:lnTo>
                    <a:pt x="1270" y="5080"/>
                  </a:lnTo>
                  <a:lnTo>
                    <a:pt x="1270" y="6350"/>
                  </a:lnTo>
                  <a:lnTo>
                    <a:pt x="165100" y="6350"/>
                  </a:lnTo>
                  <a:lnTo>
                    <a:pt x="165100" y="5080"/>
                  </a:lnTo>
                  <a:lnTo>
                    <a:pt x="166370" y="5080"/>
                  </a:lnTo>
                  <a:lnTo>
                    <a:pt x="166370" y="2540"/>
                  </a:lnTo>
                  <a:lnTo>
                    <a:pt x="166370" y="1270"/>
                  </a:lnTo>
                  <a:lnTo>
                    <a:pt x="167627" y="1270"/>
                  </a:lnTo>
                  <a:lnTo>
                    <a:pt x="167627" y="0"/>
                  </a:lnTo>
                  <a:close/>
                </a:path>
              </a:pathLst>
            </a:custGeom>
            <a:solidFill>
              <a:srgbClr val="524500"/>
            </a:solidFill>
          </p:spPr>
          <p:txBody>
            <a:bodyPr wrap="square" lIns="0" tIns="0" rIns="0" bIns="0" rtlCol="0"/>
            <a:lstStyle/>
            <a:p/>
          </p:txBody>
        </p:sp>
        <p:sp>
          <p:nvSpPr>
            <p:cNvPr id="947" name="object 947"/>
            <p:cNvSpPr/>
            <p:nvPr/>
          </p:nvSpPr>
          <p:spPr>
            <a:xfrm>
              <a:off x="2734310" y="1588769"/>
              <a:ext cx="162560" cy="7620"/>
            </a:xfrm>
            <a:custGeom>
              <a:avLst/>
              <a:gdLst/>
              <a:ahLst/>
              <a:cxnLst/>
              <a:rect l="l" t="t" r="r" b="b"/>
              <a:pathLst>
                <a:path w="162560" h="7619">
                  <a:moveTo>
                    <a:pt x="162560" y="0"/>
                  </a:moveTo>
                  <a:lnTo>
                    <a:pt x="0" y="0"/>
                  </a:lnTo>
                  <a:lnTo>
                    <a:pt x="0" y="3810"/>
                  </a:lnTo>
                  <a:lnTo>
                    <a:pt x="1270" y="3810"/>
                  </a:lnTo>
                  <a:lnTo>
                    <a:pt x="1270" y="7620"/>
                  </a:lnTo>
                  <a:lnTo>
                    <a:pt x="161290" y="7620"/>
                  </a:lnTo>
                  <a:lnTo>
                    <a:pt x="161290" y="3810"/>
                  </a:lnTo>
                  <a:lnTo>
                    <a:pt x="162560" y="3810"/>
                  </a:lnTo>
                  <a:lnTo>
                    <a:pt x="162560" y="0"/>
                  </a:lnTo>
                  <a:close/>
                </a:path>
              </a:pathLst>
            </a:custGeom>
            <a:solidFill>
              <a:srgbClr val="534400"/>
            </a:solidFill>
          </p:spPr>
          <p:txBody>
            <a:bodyPr wrap="square" lIns="0" tIns="0" rIns="0" bIns="0" rtlCol="0"/>
            <a:lstStyle/>
            <a:p/>
          </p:txBody>
        </p:sp>
        <p:sp>
          <p:nvSpPr>
            <p:cNvPr id="948" name="object 948"/>
            <p:cNvSpPr/>
            <p:nvPr/>
          </p:nvSpPr>
          <p:spPr>
            <a:xfrm>
              <a:off x="273685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197" y="7620"/>
                  </a:lnTo>
                  <a:lnTo>
                    <a:pt x="156197" y="5080"/>
                  </a:lnTo>
                  <a:lnTo>
                    <a:pt x="157480" y="5080"/>
                  </a:lnTo>
                  <a:lnTo>
                    <a:pt x="157480" y="3810"/>
                  </a:lnTo>
                  <a:lnTo>
                    <a:pt x="157480" y="1270"/>
                  </a:lnTo>
                  <a:lnTo>
                    <a:pt x="158750" y="1270"/>
                  </a:lnTo>
                  <a:lnTo>
                    <a:pt x="158750" y="0"/>
                  </a:lnTo>
                  <a:close/>
                </a:path>
              </a:pathLst>
            </a:custGeom>
            <a:solidFill>
              <a:srgbClr val="544300"/>
            </a:solidFill>
          </p:spPr>
          <p:txBody>
            <a:bodyPr wrap="square" lIns="0" tIns="0" rIns="0" bIns="0" rtlCol="0"/>
            <a:lstStyle/>
            <a:p/>
          </p:txBody>
        </p:sp>
        <p:sp>
          <p:nvSpPr>
            <p:cNvPr id="949" name="object 949"/>
            <p:cNvSpPr/>
            <p:nvPr/>
          </p:nvSpPr>
          <p:spPr>
            <a:xfrm>
              <a:off x="2739390" y="1604009"/>
              <a:ext cx="153670" cy="6350"/>
            </a:xfrm>
            <a:custGeom>
              <a:avLst/>
              <a:gdLst/>
              <a:ahLst/>
              <a:cxnLst/>
              <a:rect l="l" t="t" r="r" b="b"/>
              <a:pathLst>
                <a:path w="153669" h="6350">
                  <a:moveTo>
                    <a:pt x="153657" y="0"/>
                  </a:moveTo>
                  <a:lnTo>
                    <a:pt x="0" y="0"/>
                  </a:lnTo>
                  <a:lnTo>
                    <a:pt x="0" y="1270"/>
                  </a:lnTo>
                  <a:lnTo>
                    <a:pt x="0" y="5080"/>
                  </a:lnTo>
                  <a:lnTo>
                    <a:pt x="1270" y="5080"/>
                  </a:lnTo>
                  <a:lnTo>
                    <a:pt x="1270" y="6350"/>
                  </a:lnTo>
                  <a:lnTo>
                    <a:pt x="151130" y="6350"/>
                  </a:lnTo>
                  <a:lnTo>
                    <a:pt x="151130" y="5080"/>
                  </a:lnTo>
                  <a:lnTo>
                    <a:pt x="152400" y="5080"/>
                  </a:lnTo>
                  <a:lnTo>
                    <a:pt x="152400" y="1270"/>
                  </a:lnTo>
                  <a:lnTo>
                    <a:pt x="153657" y="1270"/>
                  </a:lnTo>
                  <a:lnTo>
                    <a:pt x="153657" y="0"/>
                  </a:lnTo>
                  <a:close/>
                </a:path>
              </a:pathLst>
            </a:custGeom>
            <a:solidFill>
              <a:srgbClr val="564100"/>
            </a:solidFill>
          </p:spPr>
          <p:txBody>
            <a:bodyPr wrap="square" lIns="0" tIns="0" rIns="0" bIns="0" rtlCol="0"/>
            <a:lstStyle/>
            <a:p/>
          </p:txBody>
        </p:sp>
        <p:sp>
          <p:nvSpPr>
            <p:cNvPr id="950" name="object 950"/>
            <p:cNvSpPr/>
            <p:nvPr/>
          </p:nvSpPr>
          <p:spPr>
            <a:xfrm>
              <a:off x="274066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574000"/>
            </a:solidFill>
          </p:spPr>
          <p:txBody>
            <a:bodyPr wrap="square" lIns="0" tIns="0" rIns="0" bIns="0" rtlCol="0"/>
            <a:lstStyle/>
            <a:p/>
          </p:txBody>
        </p:sp>
        <p:sp>
          <p:nvSpPr>
            <p:cNvPr id="951" name="object 951"/>
            <p:cNvSpPr/>
            <p:nvPr/>
          </p:nvSpPr>
          <p:spPr>
            <a:xfrm>
              <a:off x="2743200" y="1617979"/>
              <a:ext cx="144780" cy="7620"/>
            </a:xfrm>
            <a:custGeom>
              <a:avLst/>
              <a:gdLst/>
              <a:ahLst/>
              <a:cxnLst/>
              <a:rect l="l" t="t" r="r" b="b"/>
              <a:pathLst>
                <a:path w="144780" h="7619">
                  <a:moveTo>
                    <a:pt x="144780" y="0"/>
                  </a:moveTo>
                  <a:lnTo>
                    <a:pt x="0" y="0"/>
                  </a:lnTo>
                  <a:lnTo>
                    <a:pt x="0" y="1270"/>
                  </a:lnTo>
                  <a:lnTo>
                    <a:pt x="1270" y="1270"/>
                  </a:lnTo>
                  <a:lnTo>
                    <a:pt x="1270" y="3810"/>
                  </a:lnTo>
                  <a:lnTo>
                    <a:pt x="2540" y="3810"/>
                  </a:lnTo>
                  <a:lnTo>
                    <a:pt x="2540" y="5080"/>
                  </a:lnTo>
                  <a:lnTo>
                    <a:pt x="2540" y="7620"/>
                  </a:lnTo>
                  <a:lnTo>
                    <a:pt x="142240" y="7620"/>
                  </a:lnTo>
                  <a:lnTo>
                    <a:pt x="142240" y="5080"/>
                  </a:lnTo>
                  <a:lnTo>
                    <a:pt x="143497" y="5080"/>
                  </a:lnTo>
                  <a:lnTo>
                    <a:pt x="143497" y="3810"/>
                  </a:lnTo>
                  <a:lnTo>
                    <a:pt x="143497" y="1270"/>
                  </a:lnTo>
                  <a:lnTo>
                    <a:pt x="144780" y="1270"/>
                  </a:lnTo>
                  <a:lnTo>
                    <a:pt x="144780" y="0"/>
                  </a:lnTo>
                  <a:close/>
                </a:path>
              </a:pathLst>
            </a:custGeom>
            <a:solidFill>
              <a:srgbClr val="583F00"/>
            </a:solidFill>
          </p:spPr>
          <p:txBody>
            <a:bodyPr wrap="square" lIns="0" tIns="0" rIns="0" bIns="0" rtlCol="0"/>
            <a:lstStyle/>
            <a:p/>
          </p:txBody>
        </p:sp>
        <p:sp>
          <p:nvSpPr>
            <p:cNvPr id="952" name="object 952"/>
            <p:cNvSpPr/>
            <p:nvPr/>
          </p:nvSpPr>
          <p:spPr>
            <a:xfrm>
              <a:off x="2747010" y="1625599"/>
              <a:ext cx="137160" cy="6350"/>
            </a:xfrm>
            <a:custGeom>
              <a:avLst/>
              <a:gdLst/>
              <a:ahLst/>
              <a:cxnLst/>
              <a:rect l="l" t="t" r="r" b="b"/>
              <a:pathLst>
                <a:path w="137160" h="6350">
                  <a:moveTo>
                    <a:pt x="134620" y="5092"/>
                  </a:moveTo>
                  <a:lnTo>
                    <a:pt x="2540" y="5092"/>
                  </a:lnTo>
                  <a:lnTo>
                    <a:pt x="2540" y="6350"/>
                  </a:lnTo>
                  <a:lnTo>
                    <a:pt x="134620" y="6350"/>
                  </a:lnTo>
                  <a:lnTo>
                    <a:pt x="134620" y="5092"/>
                  </a:lnTo>
                  <a:close/>
                </a:path>
                <a:path w="137160" h="6350">
                  <a:moveTo>
                    <a:pt x="137160" y="0"/>
                  </a:moveTo>
                  <a:lnTo>
                    <a:pt x="0" y="0"/>
                  </a:lnTo>
                  <a:lnTo>
                    <a:pt x="0" y="2540"/>
                  </a:lnTo>
                  <a:lnTo>
                    <a:pt x="1270" y="2540"/>
                  </a:lnTo>
                  <a:lnTo>
                    <a:pt x="1270" y="5080"/>
                  </a:lnTo>
                  <a:lnTo>
                    <a:pt x="135890" y="5080"/>
                  </a:lnTo>
                  <a:lnTo>
                    <a:pt x="135890" y="2540"/>
                  </a:lnTo>
                  <a:lnTo>
                    <a:pt x="137160" y="2540"/>
                  </a:lnTo>
                  <a:lnTo>
                    <a:pt x="137160" y="0"/>
                  </a:lnTo>
                  <a:close/>
                </a:path>
              </a:pathLst>
            </a:custGeom>
            <a:solidFill>
              <a:srgbClr val="593E00"/>
            </a:solidFill>
          </p:spPr>
          <p:txBody>
            <a:bodyPr wrap="square" lIns="0" tIns="0" rIns="0" bIns="0" rtlCol="0"/>
            <a:lstStyle/>
            <a:p/>
          </p:txBody>
        </p:sp>
        <p:sp>
          <p:nvSpPr>
            <p:cNvPr id="953" name="object 953"/>
            <p:cNvSpPr/>
            <p:nvPr/>
          </p:nvSpPr>
          <p:spPr>
            <a:xfrm>
              <a:off x="2749550" y="1631949"/>
              <a:ext cx="132080" cy="7620"/>
            </a:xfrm>
            <a:custGeom>
              <a:avLst/>
              <a:gdLst/>
              <a:ahLst/>
              <a:cxnLst/>
              <a:rect l="l" t="t" r="r" b="b"/>
              <a:pathLst>
                <a:path w="132080" h="7619">
                  <a:moveTo>
                    <a:pt x="132080" y="0"/>
                  </a:moveTo>
                  <a:lnTo>
                    <a:pt x="0" y="0"/>
                  </a:lnTo>
                  <a:lnTo>
                    <a:pt x="0" y="1270"/>
                  </a:lnTo>
                  <a:lnTo>
                    <a:pt x="1270" y="1270"/>
                  </a:lnTo>
                  <a:lnTo>
                    <a:pt x="1270" y="3810"/>
                  </a:lnTo>
                  <a:lnTo>
                    <a:pt x="2540" y="3810"/>
                  </a:lnTo>
                  <a:lnTo>
                    <a:pt x="2540" y="6350"/>
                  </a:lnTo>
                  <a:lnTo>
                    <a:pt x="3810" y="6350"/>
                  </a:lnTo>
                  <a:lnTo>
                    <a:pt x="3810" y="7620"/>
                  </a:lnTo>
                  <a:lnTo>
                    <a:pt x="128270" y="7620"/>
                  </a:lnTo>
                  <a:lnTo>
                    <a:pt x="128270" y="6350"/>
                  </a:lnTo>
                  <a:lnTo>
                    <a:pt x="129540" y="6350"/>
                  </a:lnTo>
                  <a:lnTo>
                    <a:pt x="129540" y="3810"/>
                  </a:lnTo>
                  <a:lnTo>
                    <a:pt x="130797" y="3810"/>
                  </a:lnTo>
                  <a:lnTo>
                    <a:pt x="130797" y="1270"/>
                  </a:lnTo>
                  <a:lnTo>
                    <a:pt x="132080" y="1270"/>
                  </a:lnTo>
                  <a:lnTo>
                    <a:pt x="132080" y="0"/>
                  </a:lnTo>
                  <a:close/>
                </a:path>
              </a:pathLst>
            </a:custGeom>
            <a:solidFill>
              <a:srgbClr val="5A3D00"/>
            </a:solidFill>
          </p:spPr>
          <p:txBody>
            <a:bodyPr wrap="square" lIns="0" tIns="0" rIns="0" bIns="0" rtlCol="0"/>
            <a:lstStyle/>
            <a:p/>
          </p:txBody>
        </p:sp>
        <p:sp>
          <p:nvSpPr>
            <p:cNvPr id="954" name="object 954"/>
            <p:cNvSpPr/>
            <p:nvPr/>
          </p:nvSpPr>
          <p:spPr>
            <a:xfrm>
              <a:off x="275336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90" y="1270"/>
                  </a:lnTo>
                  <a:lnTo>
                    <a:pt x="124460" y="1270"/>
                  </a:lnTo>
                  <a:lnTo>
                    <a:pt x="124460" y="0"/>
                  </a:lnTo>
                  <a:close/>
                </a:path>
              </a:pathLst>
            </a:custGeom>
            <a:solidFill>
              <a:srgbClr val="5B3C00"/>
            </a:solidFill>
          </p:spPr>
          <p:txBody>
            <a:bodyPr wrap="square" lIns="0" tIns="0" rIns="0" bIns="0" rtlCol="0"/>
            <a:lstStyle/>
            <a:p/>
          </p:txBody>
        </p:sp>
        <p:sp>
          <p:nvSpPr>
            <p:cNvPr id="955" name="object 955"/>
            <p:cNvSpPr/>
            <p:nvPr/>
          </p:nvSpPr>
          <p:spPr>
            <a:xfrm>
              <a:off x="2757170" y="1647189"/>
              <a:ext cx="116839" cy="6350"/>
            </a:xfrm>
            <a:custGeom>
              <a:avLst/>
              <a:gdLst/>
              <a:ahLst/>
              <a:cxnLst/>
              <a:rect l="l" t="t" r="r" b="b"/>
              <a:pathLst>
                <a:path w="116839" h="6350">
                  <a:moveTo>
                    <a:pt x="116827" y="0"/>
                  </a:moveTo>
                  <a:lnTo>
                    <a:pt x="0" y="0"/>
                  </a:lnTo>
                  <a:lnTo>
                    <a:pt x="0" y="1270"/>
                  </a:lnTo>
                  <a:lnTo>
                    <a:pt x="1270" y="1270"/>
                  </a:lnTo>
                  <a:lnTo>
                    <a:pt x="1270" y="3810"/>
                  </a:lnTo>
                  <a:lnTo>
                    <a:pt x="2540" y="3810"/>
                  </a:lnTo>
                  <a:lnTo>
                    <a:pt x="2540" y="6350"/>
                  </a:lnTo>
                  <a:lnTo>
                    <a:pt x="114300" y="6350"/>
                  </a:lnTo>
                  <a:lnTo>
                    <a:pt x="114300" y="3810"/>
                  </a:lnTo>
                  <a:lnTo>
                    <a:pt x="115570" y="3810"/>
                  </a:lnTo>
                  <a:lnTo>
                    <a:pt x="115570" y="1270"/>
                  </a:lnTo>
                  <a:lnTo>
                    <a:pt x="116827" y="1270"/>
                  </a:lnTo>
                  <a:lnTo>
                    <a:pt x="116827" y="0"/>
                  </a:lnTo>
                  <a:close/>
                </a:path>
              </a:pathLst>
            </a:custGeom>
            <a:solidFill>
              <a:srgbClr val="5C3B00"/>
            </a:solidFill>
          </p:spPr>
          <p:txBody>
            <a:bodyPr wrap="square" lIns="0" tIns="0" rIns="0" bIns="0" rtlCol="0"/>
            <a:lstStyle/>
            <a:p/>
          </p:txBody>
        </p:sp>
        <p:sp>
          <p:nvSpPr>
            <p:cNvPr id="956" name="object 956"/>
            <p:cNvSpPr/>
            <p:nvPr/>
          </p:nvSpPr>
          <p:spPr>
            <a:xfrm>
              <a:off x="2760980" y="1653539"/>
              <a:ext cx="109220" cy="7620"/>
            </a:xfrm>
            <a:custGeom>
              <a:avLst/>
              <a:gdLst/>
              <a:ahLst/>
              <a:cxnLst/>
              <a:rect l="l" t="t" r="r" b="b"/>
              <a:pathLst>
                <a:path w="109219"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5410" y="7620"/>
                  </a:lnTo>
                  <a:lnTo>
                    <a:pt x="105410" y="6350"/>
                  </a:lnTo>
                  <a:lnTo>
                    <a:pt x="105410" y="5080"/>
                  </a:lnTo>
                  <a:lnTo>
                    <a:pt x="106667" y="5080"/>
                  </a:lnTo>
                  <a:lnTo>
                    <a:pt x="106667" y="3810"/>
                  </a:lnTo>
                  <a:lnTo>
                    <a:pt x="107950" y="3810"/>
                  </a:lnTo>
                  <a:lnTo>
                    <a:pt x="107950" y="2540"/>
                  </a:lnTo>
                  <a:lnTo>
                    <a:pt x="107950" y="1270"/>
                  </a:lnTo>
                  <a:lnTo>
                    <a:pt x="109220" y="1270"/>
                  </a:lnTo>
                  <a:lnTo>
                    <a:pt x="109220" y="0"/>
                  </a:lnTo>
                  <a:close/>
                </a:path>
              </a:pathLst>
            </a:custGeom>
            <a:solidFill>
              <a:srgbClr val="5E3900"/>
            </a:solidFill>
          </p:spPr>
          <p:txBody>
            <a:bodyPr wrap="square" lIns="0" tIns="0" rIns="0" bIns="0" rtlCol="0"/>
            <a:lstStyle/>
            <a:p/>
          </p:txBody>
        </p:sp>
        <p:sp>
          <p:nvSpPr>
            <p:cNvPr id="957" name="object 957"/>
            <p:cNvSpPr/>
            <p:nvPr/>
          </p:nvSpPr>
          <p:spPr>
            <a:xfrm>
              <a:off x="276733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80"/>
                  </a:lnTo>
                  <a:lnTo>
                    <a:pt x="3810" y="5080"/>
                  </a:lnTo>
                  <a:lnTo>
                    <a:pt x="3810" y="6350"/>
                  </a:lnTo>
                  <a:lnTo>
                    <a:pt x="5080" y="6350"/>
                  </a:lnTo>
                  <a:lnTo>
                    <a:pt x="5080" y="7620"/>
                  </a:lnTo>
                  <a:lnTo>
                    <a:pt x="91440" y="7620"/>
                  </a:lnTo>
                  <a:lnTo>
                    <a:pt x="91440" y="6350"/>
                  </a:lnTo>
                  <a:lnTo>
                    <a:pt x="92710" y="6350"/>
                  </a:lnTo>
                  <a:lnTo>
                    <a:pt x="92710" y="5080"/>
                  </a:lnTo>
                  <a:lnTo>
                    <a:pt x="93967" y="5080"/>
                  </a:lnTo>
                  <a:lnTo>
                    <a:pt x="93967" y="3810"/>
                  </a:lnTo>
                  <a:lnTo>
                    <a:pt x="95250" y="3810"/>
                  </a:lnTo>
                  <a:lnTo>
                    <a:pt x="95250" y="2540"/>
                  </a:lnTo>
                  <a:lnTo>
                    <a:pt x="96520" y="2540"/>
                  </a:lnTo>
                  <a:lnTo>
                    <a:pt x="96520" y="1270"/>
                  </a:lnTo>
                  <a:lnTo>
                    <a:pt x="97790" y="1270"/>
                  </a:lnTo>
                  <a:lnTo>
                    <a:pt x="97790" y="0"/>
                  </a:lnTo>
                  <a:close/>
                </a:path>
              </a:pathLst>
            </a:custGeom>
            <a:solidFill>
              <a:srgbClr val="5F3800"/>
            </a:solidFill>
          </p:spPr>
          <p:txBody>
            <a:bodyPr wrap="square" lIns="0" tIns="0" rIns="0" bIns="0" rtlCol="0"/>
            <a:lstStyle/>
            <a:p/>
          </p:txBody>
        </p:sp>
        <p:sp>
          <p:nvSpPr>
            <p:cNvPr id="958" name="object 958"/>
            <p:cNvSpPr/>
            <p:nvPr/>
          </p:nvSpPr>
          <p:spPr>
            <a:xfrm>
              <a:off x="2773680" y="1668779"/>
              <a:ext cx="83820" cy="6350"/>
            </a:xfrm>
            <a:custGeom>
              <a:avLst/>
              <a:gdLst/>
              <a:ahLst/>
              <a:cxnLst/>
              <a:rect l="l" t="t" r="r" b="b"/>
              <a:pathLst>
                <a:path w="83819" h="6350">
                  <a:moveTo>
                    <a:pt x="78740" y="5080"/>
                  </a:moveTo>
                  <a:lnTo>
                    <a:pt x="5080" y="5080"/>
                  </a:lnTo>
                  <a:lnTo>
                    <a:pt x="5080" y="6350"/>
                  </a:lnTo>
                  <a:lnTo>
                    <a:pt x="78740" y="6350"/>
                  </a:lnTo>
                  <a:lnTo>
                    <a:pt x="78740" y="5080"/>
                  </a:lnTo>
                  <a:close/>
                </a:path>
                <a:path w="83819" h="6350">
                  <a:moveTo>
                    <a:pt x="80009" y="3810"/>
                  </a:moveTo>
                  <a:lnTo>
                    <a:pt x="3809" y="3810"/>
                  </a:lnTo>
                  <a:lnTo>
                    <a:pt x="3809" y="5080"/>
                  </a:lnTo>
                  <a:lnTo>
                    <a:pt x="80009" y="5080"/>
                  </a:lnTo>
                  <a:lnTo>
                    <a:pt x="80009" y="3810"/>
                  </a:lnTo>
                  <a:close/>
                </a:path>
                <a:path w="83819" h="6350">
                  <a:moveTo>
                    <a:pt x="81279" y="2540"/>
                  </a:moveTo>
                  <a:lnTo>
                    <a:pt x="2539" y="2540"/>
                  </a:lnTo>
                  <a:lnTo>
                    <a:pt x="2539" y="3810"/>
                  </a:lnTo>
                  <a:lnTo>
                    <a:pt x="81279" y="3810"/>
                  </a:lnTo>
                  <a:lnTo>
                    <a:pt x="81279" y="2540"/>
                  </a:lnTo>
                  <a:close/>
                </a:path>
                <a:path w="83819" h="6350">
                  <a:moveTo>
                    <a:pt x="82550" y="1270"/>
                  </a:moveTo>
                  <a:lnTo>
                    <a:pt x="1269" y="1270"/>
                  </a:lnTo>
                  <a:lnTo>
                    <a:pt x="1269" y="2540"/>
                  </a:lnTo>
                  <a:lnTo>
                    <a:pt x="82550" y="2540"/>
                  </a:lnTo>
                  <a:lnTo>
                    <a:pt x="82550" y="1270"/>
                  </a:lnTo>
                  <a:close/>
                </a:path>
                <a:path w="83819" h="6350">
                  <a:moveTo>
                    <a:pt x="83819" y="0"/>
                  </a:moveTo>
                  <a:lnTo>
                    <a:pt x="0" y="0"/>
                  </a:lnTo>
                  <a:lnTo>
                    <a:pt x="0" y="1270"/>
                  </a:lnTo>
                  <a:lnTo>
                    <a:pt x="83819" y="1270"/>
                  </a:lnTo>
                  <a:lnTo>
                    <a:pt x="83819" y="0"/>
                  </a:lnTo>
                  <a:close/>
                </a:path>
              </a:pathLst>
            </a:custGeom>
            <a:solidFill>
              <a:srgbClr val="603700"/>
            </a:solidFill>
          </p:spPr>
          <p:txBody>
            <a:bodyPr wrap="square" lIns="0" tIns="0" rIns="0" bIns="0" rtlCol="0"/>
            <a:lstStyle/>
            <a:p/>
          </p:txBody>
        </p:sp>
        <p:sp>
          <p:nvSpPr>
            <p:cNvPr id="959" name="object 959"/>
            <p:cNvSpPr/>
            <p:nvPr/>
          </p:nvSpPr>
          <p:spPr>
            <a:xfrm>
              <a:off x="2780030" y="1675129"/>
              <a:ext cx="71120" cy="7620"/>
            </a:xfrm>
            <a:custGeom>
              <a:avLst/>
              <a:gdLst/>
              <a:ahLst/>
              <a:cxnLst/>
              <a:rect l="l" t="t" r="r" b="b"/>
              <a:pathLst>
                <a:path w="71119" h="7619">
                  <a:moveTo>
                    <a:pt x="63500" y="6350"/>
                  </a:moveTo>
                  <a:lnTo>
                    <a:pt x="8889" y="6350"/>
                  </a:lnTo>
                  <a:lnTo>
                    <a:pt x="8889" y="7620"/>
                  </a:lnTo>
                  <a:lnTo>
                    <a:pt x="63500" y="7620"/>
                  </a:lnTo>
                  <a:lnTo>
                    <a:pt x="63500" y="6350"/>
                  </a:lnTo>
                  <a:close/>
                </a:path>
                <a:path w="71119" h="7619">
                  <a:moveTo>
                    <a:pt x="64769" y="5080"/>
                  </a:moveTo>
                  <a:lnTo>
                    <a:pt x="6350" y="5080"/>
                  </a:lnTo>
                  <a:lnTo>
                    <a:pt x="6350" y="6350"/>
                  </a:lnTo>
                  <a:lnTo>
                    <a:pt x="64769" y="6350"/>
                  </a:lnTo>
                  <a:lnTo>
                    <a:pt x="64769" y="5080"/>
                  </a:lnTo>
                  <a:close/>
                </a:path>
                <a:path w="71119" h="7619">
                  <a:moveTo>
                    <a:pt x="67309" y="3810"/>
                  </a:moveTo>
                  <a:lnTo>
                    <a:pt x="3809" y="3810"/>
                  </a:lnTo>
                  <a:lnTo>
                    <a:pt x="3809" y="5080"/>
                  </a:lnTo>
                  <a:lnTo>
                    <a:pt x="67309" y="5080"/>
                  </a:lnTo>
                  <a:lnTo>
                    <a:pt x="67309" y="3810"/>
                  </a:lnTo>
                  <a:close/>
                </a:path>
                <a:path w="71119" h="7619">
                  <a:moveTo>
                    <a:pt x="68579" y="2540"/>
                  </a:moveTo>
                  <a:lnTo>
                    <a:pt x="2539" y="2540"/>
                  </a:lnTo>
                  <a:lnTo>
                    <a:pt x="2539" y="3810"/>
                  </a:lnTo>
                  <a:lnTo>
                    <a:pt x="68579" y="3810"/>
                  </a:lnTo>
                  <a:lnTo>
                    <a:pt x="68579" y="2540"/>
                  </a:lnTo>
                  <a:close/>
                </a:path>
                <a:path w="71119" h="7619">
                  <a:moveTo>
                    <a:pt x="69850" y="1270"/>
                  </a:moveTo>
                  <a:lnTo>
                    <a:pt x="1269" y="1270"/>
                  </a:lnTo>
                  <a:lnTo>
                    <a:pt x="1269" y="2540"/>
                  </a:lnTo>
                  <a:lnTo>
                    <a:pt x="69850" y="2540"/>
                  </a:lnTo>
                  <a:lnTo>
                    <a:pt x="69850" y="1270"/>
                  </a:lnTo>
                  <a:close/>
                </a:path>
                <a:path w="71119" h="7619">
                  <a:moveTo>
                    <a:pt x="71119" y="0"/>
                  </a:moveTo>
                  <a:lnTo>
                    <a:pt x="0" y="0"/>
                  </a:lnTo>
                  <a:lnTo>
                    <a:pt x="0" y="1270"/>
                  </a:lnTo>
                  <a:lnTo>
                    <a:pt x="71119" y="1270"/>
                  </a:lnTo>
                  <a:lnTo>
                    <a:pt x="71119" y="0"/>
                  </a:lnTo>
                  <a:close/>
                </a:path>
              </a:pathLst>
            </a:custGeom>
            <a:solidFill>
              <a:srgbClr val="613600"/>
            </a:solidFill>
          </p:spPr>
          <p:txBody>
            <a:bodyPr wrap="square" lIns="0" tIns="0" rIns="0" bIns="0" rtlCol="0"/>
            <a:lstStyle/>
            <a:p/>
          </p:txBody>
        </p:sp>
        <p:sp>
          <p:nvSpPr>
            <p:cNvPr id="960" name="object 960"/>
            <p:cNvSpPr/>
            <p:nvPr/>
          </p:nvSpPr>
          <p:spPr>
            <a:xfrm>
              <a:off x="2790190" y="1682749"/>
              <a:ext cx="49530" cy="7620"/>
            </a:xfrm>
            <a:custGeom>
              <a:avLst/>
              <a:gdLst/>
              <a:ahLst/>
              <a:cxnLst/>
              <a:rect l="l" t="t" r="r" b="b"/>
              <a:pathLst>
                <a:path w="49530" h="7619">
                  <a:moveTo>
                    <a:pt x="25400" y="6350"/>
                  </a:moveTo>
                  <a:lnTo>
                    <a:pt x="24130" y="6350"/>
                  </a:lnTo>
                  <a:lnTo>
                    <a:pt x="24130" y="7620"/>
                  </a:lnTo>
                  <a:lnTo>
                    <a:pt x="25400" y="7620"/>
                  </a:lnTo>
                  <a:lnTo>
                    <a:pt x="25400" y="6350"/>
                  </a:lnTo>
                  <a:close/>
                </a:path>
                <a:path w="49530" h="7619">
                  <a:moveTo>
                    <a:pt x="38100" y="5079"/>
                  </a:moveTo>
                  <a:lnTo>
                    <a:pt x="13970" y="5079"/>
                  </a:lnTo>
                  <a:lnTo>
                    <a:pt x="13970" y="6350"/>
                  </a:lnTo>
                  <a:lnTo>
                    <a:pt x="38100" y="6350"/>
                  </a:lnTo>
                  <a:lnTo>
                    <a:pt x="38100" y="5079"/>
                  </a:lnTo>
                  <a:close/>
                </a:path>
                <a:path w="49530" h="7619">
                  <a:moveTo>
                    <a:pt x="41910" y="3810"/>
                  </a:moveTo>
                  <a:lnTo>
                    <a:pt x="11430" y="3810"/>
                  </a:lnTo>
                  <a:lnTo>
                    <a:pt x="11430" y="5079"/>
                  </a:lnTo>
                  <a:lnTo>
                    <a:pt x="41910" y="5079"/>
                  </a:lnTo>
                  <a:lnTo>
                    <a:pt x="41910" y="3810"/>
                  </a:lnTo>
                  <a:close/>
                </a:path>
                <a:path w="49530" h="7619">
                  <a:moveTo>
                    <a:pt x="44450" y="2539"/>
                  </a:moveTo>
                  <a:lnTo>
                    <a:pt x="3810" y="2539"/>
                  </a:lnTo>
                  <a:lnTo>
                    <a:pt x="3810" y="3810"/>
                  </a:lnTo>
                  <a:lnTo>
                    <a:pt x="44450" y="3810"/>
                  </a:lnTo>
                  <a:lnTo>
                    <a:pt x="44450" y="2539"/>
                  </a:lnTo>
                  <a:close/>
                </a:path>
                <a:path w="49530" h="7619">
                  <a:moveTo>
                    <a:pt x="46990" y="1270"/>
                  </a:moveTo>
                  <a:lnTo>
                    <a:pt x="2540" y="1270"/>
                  </a:lnTo>
                  <a:lnTo>
                    <a:pt x="2540" y="2539"/>
                  </a:lnTo>
                  <a:lnTo>
                    <a:pt x="46990" y="2539"/>
                  </a:lnTo>
                  <a:lnTo>
                    <a:pt x="46990" y="1270"/>
                  </a:lnTo>
                  <a:close/>
                </a:path>
                <a:path w="49530" h="7619">
                  <a:moveTo>
                    <a:pt x="49530" y="0"/>
                  </a:moveTo>
                  <a:lnTo>
                    <a:pt x="0" y="0"/>
                  </a:lnTo>
                  <a:lnTo>
                    <a:pt x="0" y="1270"/>
                  </a:lnTo>
                  <a:lnTo>
                    <a:pt x="49530" y="1270"/>
                  </a:lnTo>
                  <a:lnTo>
                    <a:pt x="49530" y="0"/>
                  </a:lnTo>
                  <a:close/>
                </a:path>
              </a:pathLst>
            </a:custGeom>
            <a:solidFill>
              <a:srgbClr val="623500"/>
            </a:solidFill>
          </p:spPr>
          <p:txBody>
            <a:bodyPr wrap="square" lIns="0" tIns="0" rIns="0" bIns="0" rtlCol="0"/>
            <a:lstStyle/>
            <a:p/>
          </p:txBody>
        </p:sp>
      </p:grpSp>
      <p:grpSp>
        <p:nvGrpSpPr>
          <p:cNvPr id="961" name="object 961"/>
          <p:cNvGrpSpPr/>
          <p:nvPr/>
        </p:nvGrpSpPr>
        <p:grpSpPr>
          <a:xfrm>
            <a:off x="3011170" y="1057910"/>
            <a:ext cx="153670" cy="619760"/>
            <a:chOff x="3011170" y="1057910"/>
            <a:chExt cx="153670" cy="619760"/>
          </a:xfrm>
        </p:grpSpPr>
        <p:sp>
          <p:nvSpPr>
            <p:cNvPr id="962" name="object 962"/>
            <p:cNvSpPr/>
            <p:nvPr/>
          </p:nvSpPr>
          <p:spPr>
            <a:xfrm>
              <a:off x="3107690" y="1057910"/>
              <a:ext cx="26670" cy="5080"/>
            </a:xfrm>
            <a:custGeom>
              <a:avLst/>
              <a:gdLst/>
              <a:ahLst/>
              <a:cxnLst/>
              <a:rect l="l" t="t" r="r" b="b"/>
              <a:pathLst>
                <a:path w="26669" h="5080">
                  <a:moveTo>
                    <a:pt x="2540" y="3810"/>
                  </a:moveTo>
                  <a:lnTo>
                    <a:pt x="0" y="3810"/>
                  </a:lnTo>
                  <a:lnTo>
                    <a:pt x="0" y="5080"/>
                  </a:lnTo>
                  <a:lnTo>
                    <a:pt x="2540" y="5080"/>
                  </a:lnTo>
                  <a:lnTo>
                    <a:pt x="2540" y="3810"/>
                  </a:lnTo>
                  <a:close/>
                </a:path>
                <a:path w="26669" h="5080">
                  <a:moveTo>
                    <a:pt x="26669" y="3810"/>
                  </a:moveTo>
                  <a:lnTo>
                    <a:pt x="25400" y="3810"/>
                  </a:lnTo>
                  <a:lnTo>
                    <a:pt x="25400" y="5080"/>
                  </a:lnTo>
                  <a:lnTo>
                    <a:pt x="26669" y="5080"/>
                  </a:lnTo>
                  <a:lnTo>
                    <a:pt x="26669" y="3810"/>
                  </a:lnTo>
                  <a:close/>
                </a:path>
                <a:path w="26669" h="5080">
                  <a:moveTo>
                    <a:pt x="24130" y="1270"/>
                  </a:moveTo>
                  <a:lnTo>
                    <a:pt x="3810" y="1270"/>
                  </a:lnTo>
                  <a:lnTo>
                    <a:pt x="3810" y="3810"/>
                  </a:lnTo>
                  <a:lnTo>
                    <a:pt x="24130" y="3810"/>
                  </a:lnTo>
                  <a:lnTo>
                    <a:pt x="24130" y="1270"/>
                  </a:lnTo>
                  <a:close/>
                </a:path>
                <a:path w="26669" h="5080">
                  <a:moveTo>
                    <a:pt x="10160" y="0"/>
                  </a:moveTo>
                  <a:lnTo>
                    <a:pt x="6350" y="0"/>
                  </a:lnTo>
                  <a:lnTo>
                    <a:pt x="6350" y="1270"/>
                  </a:lnTo>
                  <a:lnTo>
                    <a:pt x="10160" y="1270"/>
                  </a:lnTo>
                  <a:lnTo>
                    <a:pt x="10160" y="0"/>
                  </a:lnTo>
                  <a:close/>
                </a:path>
                <a:path w="26669" h="5080">
                  <a:moveTo>
                    <a:pt x="20319" y="0"/>
                  </a:moveTo>
                  <a:lnTo>
                    <a:pt x="17780" y="0"/>
                  </a:lnTo>
                  <a:lnTo>
                    <a:pt x="17780" y="1270"/>
                  </a:lnTo>
                  <a:lnTo>
                    <a:pt x="20319" y="1270"/>
                  </a:lnTo>
                  <a:lnTo>
                    <a:pt x="20319" y="0"/>
                  </a:lnTo>
                  <a:close/>
                </a:path>
              </a:pathLst>
            </a:custGeom>
            <a:solidFill>
              <a:srgbClr val="009800"/>
            </a:solidFill>
          </p:spPr>
          <p:txBody>
            <a:bodyPr wrap="square" lIns="0" tIns="0" rIns="0" bIns="0" rtlCol="0"/>
            <a:lstStyle/>
            <a:p/>
          </p:txBody>
        </p:sp>
        <p:sp>
          <p:nvSpPr>
            <p:cNvPr id="963" name="object 963"/>
            <p:cNvSpPr/>
            <p:nvPr/>
          </p:nvSpPr>
          <p:spPr>
            <a:xfrm>
              <a:off x="3102610" y="1062990"/>
              <a:ext cx="40640" cy="7620"/>
            </a:xfrm>
            <a:custGeom>
              <a:avLst/>
              <a:gdLst/>
              <a:ahLst/>
              <a:cxnLst/>
              <a:rect l="l" t="t" r="r" b="b"/>
              <a:pathLst>
                <a:path w="40639" h="7619">
                  <a:moveTo>
                    <a:pt x="40639" y="5079"/>
                  </a:moveTo>
                  <a:lnTo>
                    <a:pt x="39369" y="5079"/>
                  </a:lnTo>
                  <a:lnTo>
                    <a:pt x="39369" y="6350"/>
                  </a:lnTo>
                  <a:lnTo>
                    <a:pt x="0" y="6350"/>
                  </a:lnTo>
                  <a:lnTo>
                    <a:pt x="0" y="7620"/>
                  </a:lnTo>
                  <a:lnTo>
                    <a:pt x="40639" y="7620"/>
                  </a:lnTo>
                  <a:lnTo>
                    <a:pt x="40639" y="5079"/>
                  </a:lnTo>
                  <a:close/>
                </a:path>
                <a:path w="40639" h="7619">
                  <a:moveTo>
                    <a:pt x="36830" y="2539"/>
                  </a:moveTo>
                  <a:lnTo>
                    <a:pt x="1269" y="2539"/>
                  </a:lnTo>
                  <a:lnTo>
                    <a:pt x="1269" y="5079"/>
                  </a:lnTo>
                  <a:lnTo>
                    <a:pt x="36830" y="5079"/>
                  </a:lnTo>
                  <a:lnTo>
                    <a:pt x="36830" y="2539"/>
                  </a:lnTo>
                  <a:close/>
                </a:path>
                <a:path w="40639" h="7619">
                  <a:moveTo>
                    <a:pt x="3809" y="1269"/>
                  </a:moveTo>
                  <a:lnTo>
                    <a:pt x="2539" y="1269"/>
                  </a:lnTo>
                  <a:lnTo>
                    <a:pt x="2539" y="2539"/>
                  </a:lnTo>
                  <a:lnTo>
                    <a:pt x="3809" y="2539"/>
                  </a:lnTo>
                  <a:lnTo>
                    <a:pt x="3809" y="1269"/>
                  </a:lnTo>
                  <a:close/>
                </a:path>
                <a:path w="40639" h="7619">
                  <a:moveTo>
                    <a:pt x="35559" y="1269"/>
                  </a:moveTo>
                  <a:lnTo>
                    <a:pt x="34289" y="1269"/>
                  </a:lnTo>
                  <a:lnTo>
                    <a:pt x="34289" y="2539"/>
                  </a:lnTo>
                  <a:lnTo>
                    <a:pt x="35559" y="2539"/>
                  </a:lnTo>
                  <a:lnTo>
                    <a:pt x="35559" y="1269"/>
                  </a:lnTo>
                  <a:close/>
                </a:path>
                <a:path w="40639" h="7619">
                  <a:moveTo>
                    <a:pt x="31749" y="0"/>
                  </a:moveTo>
                  <a:lnTo>
                    <a:pt x="5079" y="0"/>
                  </a:lnTo>
                  <a:lnTo>
                    <a:pt x="5079" y="1269"/>
                  </a:lnTo>
                  <a:lnTo>
                    <a:pt x="31749" y="1269"/>
                  </a:lnTo>
                  <a:lnTo>
                    <a:pt x="31749" y="0"/>
                  </a:lnTo>
                  <a:close/>
                </a:path>
              </a:pathLst>
            </a:custGeom>
            <a:solidFill>
              <a:srgbClr val="009700"/>
            </a:solidFill>
          </p:spPr>
          <p:txBody>
            <a:bodyPr wrap="square" lIns="0" tIns="0" rIns="0" bIns="0" rtlCol="0"/>
            <a:lstStyle/>
            <a:p/>
          </p:txBody>
        </p:sp>
        <p:sp>
          <p:nvSpPr>
            <p:cNvPr id="964" name="object 964"/>
            <p:cNvSpPr/>
            <p:nvPr/>
          </p:nvSpPr>
          <p:spPr>
            <a:xfrm>
              <a:off x="3011170" y="1070610"/>
              <a:ext cx="137160" cy="6350"/>
            </a:xfrm>
            <a:custGeom>
              <a:avLst/>
              <a:gdLst/>
              <a:ahLst/>
              <a:cxnLst/>
              <a:rect l="l" t="t" r="r" b="b"/>
              <a:pathLst>
                <a:path w="137160" h="6350">
                  <a:moveTo>
                    <a:pt x="78739" y="5080"/>
                  </a:moveTo>
                  <a:lnTo>
                    <a:pt x="0" y="5080"/>
                  </a:lnTo>
                  <a:lnTo>
                    <a:pt x="0" y="6350"/>
                  </a:lnTo>
                  <a:lnTo>
                    <a:pt x="78739" y="6350"/>
                  </a:lnTo>
                  <a:lnTo>
                    <a:pt x="78739" y="5080"/>
                  </a:lnTo>
                  <a:close/>
                </a:path>
                <a:path w="137160" h="6350">
                  <a:moveTo>
                    <a:pt x="137160" y="3810"/>
                  </a:moveTo>
                  <a:lnTo>
                    <a:pt x="135890" y="3810"/>
                  </a:lnTo>
                  <a:lnTo>
                    <a:pt x="135890" y="5080"/>
                  </a:lnTo>
                  <a:lnTo>
                    <a:pt x="87630" y="5080"/>
                  </a:lnTo>
                  <a:lnTo>
                    <a:pt x="87630" y="6350"/>
                  </a:lnTo>
                  <a:lnTo>
                    <a:pt x="137160" y="6350"/>
                  </a:lnTo>
                  <a:lnTo>
                    <a:pt x="137160" y="3810"/>
                  </a:lnTo>
                  <a:close/>
                </a:path>
                <a:path w="137160" h="6350">
                  <a:moveTo>
                    <a:pt x="134619" y="1270"/>
                  </a:moveTo>
                  <a:lnTo>
                    <a:pt x="88900" y="1270"/>
                  </a:lnTo>
                  <a:lnTo>
                    <a:pt x="88900" y="3810"/>
                  </a:lnTo>
                  <a:lnTo>
                    <a:pt x="134619" y="3810"/>
                  </a:lnTo>
                  <a:lnTo>
                    <a:pt x="134619" y="1270"/>
                  </a:lnTo>
                  <a:close/>
                </a:path>
                <a:path w="137160" h="6350">
                  <a:moveTo>
                    <a:pt x="133350" y="0"/>
                  </a:moveTo>
                  <a:lnTo>
                    <a:pt x="90169" y="0"/>
                  </a:lnTo>
                  <a:lnTo>
                    <a:pt x="90169" y="1270"/>
                  </a:lnTo>
                  <a:lnTo>
                    <a:pt x="133350" y="1270"/>
                  </a:lnTo>
                  <a:lnTo>
                    <a:pt x="133350" y="0"/>
                  </a:lnTo>
                  <a:close/>
                </a:path>
                <a:path w="137160" h="6350">
                  <a:moveTo>
                    <a:pt x="78739" y="0"/>
                  </a:moveTo>
                  <a:lnTo>
                    <a:pt x="0" y="0"/>
                  </a:lnTo>
                  <a:lnTo>
                    <a:pt x="0" y="3810"/>
                  </a:lnTo>
                  <a:lnTo>
                    <a:pt x="78739" y="3810"/>
                  </a:lnTo>
                  <a:lnTo>
                    <a:pt x="78739" y="0"/>
                  </a:lnTo>
                  <a:close/>
                </a:path>
              </a:pathLst>
            </a:custGeom>
            <a:solidFill>
              <a:srgbClr val="019600"/>
            </a:solidFill>
          </p:spPr>
          <p:txBody>
            <a:bodyPr wrap="square" lIns="0" tIns="0" rIns="0" bIns="0" rtlCol="0"/>
            <a:lstStyle/>
            <a:p/>
          </p:txBody>
        </p:sp>
        <p:sp>
          <p:nvSpPr>
            <p:cNvPr id="965" name="object 965"/>
            <p:cNvSpPr/>
            <p:nvPr/>
          </p:nvSpPr>
          <p:spPr>
            <a:xfrm>
              <a:off x="3011170" y="1076960"/>
              <a:ext cx="143510" cy="7620"/>
            </a:xfrm>
            <a:custGeom>
              <a:avLst/>
              <a:gdLst/>
              <a:ahLst/>
              <a:cxnLst/>
              <a:rect l="l" t="t" r="r" b="b"/>
              <a:pathLst>
                <a:path w="143510" h="7619">
                  <a:moveTo>
                    <a:pt x="77469" y="5079"/>
                  </a:moveTo>
                  <a:lnTo>
                    <a:pt x="0" y="5079"/>
                  </a:lnTo>
                  <a:lnTo>
                    <a:pt x="0" y="7619"/>
                  </a:lnTo>
                  <a:lnTo>
                    <a:pt x="77469" y="7619"/>
                  </a:lnTo>
                  <a:lnTo>
                    <a:pt x="77469" y="5079"/>
                  </a:lnTo>
                  <a:close/>
                </a:path>
                <a:path w="143510" h="7619">
                  <a:moveTo>
                    <a:pt x="143509" y="3809"/>
                  </a:moveTo>
                  <a:lnTo>
                    <a:pt x="142239" y="3809"/>
                  </a:lnTo>
                  <a:lnTo>
                    <a:pt x="142239" y="5079"/>
                  </a:lnTo>
                  <a:lnTo>
                    <a:pt x="83819" y="5079"/>
                  </a:lnTo>
                  <a:lnTo>
                    <a:pt x="83819" y="6349"/>
                  </a:lnTo>
                  <a:lnTo>
                    <a:pt x="82550" y="6349"/>
                  </a:lnTo>
                  <a:lnTo>
                    <a:pt x="82550" y="7619"/>
                  </a:lnTo>
                  <a:lnTo>
                    <a:pt x="143510" y="7619"/>
                  </a:lnTo>
                  <a:lnTo>
                    <a:pt x="143509" y="3809"/>
                  </a:lnTo>
                  <a:close/>
                </a:path>
                <a:path w="143510" h="7619">
                  <a:moveTo>
                    <a:pt x="86360" y="0"/>
                  </a:moveTo>
                  <a:lnTo>
                    <a:pt x="85090" y="0"/>
                  </a:lnTo>
                  <a:lnTo>
                    <a:pt x="85090" y="3809"/>
                  </a:lnTo>
                  <a:lnTo>
                    <a:pt x="140970" y="3809"/>
                  </a:lnTo>
                  <a:lnTo>
                    <a:pt x="140970" y="1269"/>
                  </a:lnTo>
                  <a:lnTo>
                    <a:pt x="86360" y="1269"/>
                  </a:lnTo>
                  <a:lnTo>
                    <a:pt x="86360" y="0"/>
                  </a:lnTo>
                  <a:close/>
                </a:path>
                <a:path w="143510" h="7619">
                  <a:moveTo>
                    <a:pt x="139700" y="0"/>
                  </a:moveTo>
                  <a:lnTo>
                    <a:pt x="138430" y="0"/>
                  </a:lnTo>
                  <a:lnTo>
                    <a:pt x="138430" y="1269"/>
                  </a:lnTo>
                  <a:lnTo>
                    <a:pt x="139700" y="1269"/>
                  </a:lnTo>
                  <a:lnTo>
                    <a:pt x="139700" y="0"/>
                  </a:lnTo>
                  <a:close/>
                </a:path>
                <a:path w="143510" h="7619">
                  <a:moveTo>
                    <a:pt x="78739" y="1269"/>
                  </a:moveTo>
                  <a:lnTo>
                    <a:pt x="0" y="1269"/>
                  </a:lnTo>
                  <a:lnTo>
                    <a:pt x="0" y="3809"/>
                  </a:lnTo>
                  <a:lnTo>
                    <a:pt x="78739" y="3809"/>
                  </a:lnTo>
                  <a:lnTo>
                    <a:pt x="78739" y="1269"/>
                  </a:lnTo>
                  <a:close/>
                </a:path>
              </a:pathLst>
            </a:custGeom>
            <a:solidFill>
              <a:srgbClr val="029500"/>
            </a:solidFill>
          </p:spPr>
          <p:txBody>
            <a:bodyPr wrap="square" lIns="0" tIns="0" rIns="0" bIns="0" rtlCol="0"/>
            <a:lstStyle/>
            <a:p/>
          </p:txBody>
        </p:sp>
        <p:sp>
          <p:nvSpPr>
            <p:cNvPr id="966" name="object 966"/>
            <p:cNvSpPr/>
            <p:nvPr/>
          </p:nvSpPr>
          <p:spPr>
            <a:xfrm>
              <a:off x="3011170" y="1084580"/>
              <a:ext cx="148590" cy="7620"/>
            </a:xfrm>
            <a:custGeom>
              <a:avLst/>
              <a:gdLst/>
              <a:ahLst/>
              <a:cxnLst/>
              <a:rect l="l" t="t" r="r" b="b"/>
              <a:pathLst>
                <a:path w="148589" h="7619">
                  <a:moveTo>
                    <a:pt x="77469" y="0"/>
                  </a:moveTo>
                  <a:lnTo>
                    <a:pt x="0" y="0"/>
                  </a:lnTo>
                  <a:lnTo>
                    <a:pt x="0" y="7620"/>
                  </a:lnTo>
                  <a:lnTo>
                    <a:pt x="77469" y="7620"/>
                  </a:lnTo>
                  <a:lnTo>
                    <a:pt x="77469" y="0"/>
                  </a:lnTo>
                  <a:close/>
                </a:path>
                <a:path w="148589" h="7619">
                  <a:moveTo>
                    <a:pt x="148590" y="6350"/>
                  </a:moveTo>
                  <a:lnTo>
                    <a:pt x="80010" y="6350"/>
                  </a:lnTo>
                  <a:lnTo>
                    <a:pt x="80010" y="7620"/>
                  </a:lnTo>
                  <a:lnTo>
                    <a:pt x="148590" y="7620"/>
                  </a:lnTo>
                  <a:lnTo>
                    <a:pt x="148590" y="6350"/>
                  </a:lnTo>
                  <a:close/>
                </a:path>
                <a:path w="148589" h="7619">
                  <a:moveTo>
                    <a:pt x="146050" y="2539"/>
                  </a:moveTo>
                  <a:lnTo>
                    <a:pt x="81280" y="2539"/>
                  </a:lnTo>
                  <a:lnTo>
                    <a:pt x="81280" y="6350"/>
                  </a:lnTo>
                  <a:lnTo>
                    <a:pt x="147319" y="6350"/>
                  </a:lnTo>
                  <a:lnTo>
                    <a:pt x="147319" y="5079"/>
                  </a:lnTo>
                  <a:lnTo>
                    <a:pt x="146050" y="5079"/>
                  </a:lnTo>
                  <a:lnTo>
                    <a:pt x="146050" y="2539"/>
                  </a:lnTo>
                  <a:close/>
                </a:path>
                <a:path w="148589" h="7619">
                  <a:moveTo>
                    <a:pt x="144780" y="0"/>
                  </a:moveTo>
                  <a:lnTo>
                    <a:pt x="82550" y="0"/>
                  </a:lnTo>
                  <a:lnTo>
                    <a:pt x="82550" y="2539"/>
                  </a:lnTo>
                  <a:lnTo>
                    <a:pt x="144780" y="2539"/>
                  </a:lnTo>
                  <a:lnTo>
                    <a:pt x="144780" y="0"/>
                  </a:lnTo>
                  <a:close/>
                </a:path>
              </a:pathLst>
            </a:custGeom>
            <a:solidFill>
              <a:srgbClr val="039400"/>
            </a:solidFill>
          </p:spPr>
          <p:txBody>
            <a:bodyPr wrap="square" lIns="0" tIns="0" rIns="0" bIns="0" rtlCol="0"/>
            <a:lstStyle/>
            <a:p/>
          </p:txBody>
        </p:sp>
        <p:sp>
          <p:nvSpPr>
            <p:cNvPr id="967" name="object 967"/>
            <p:cNvSpPr/>
            <p:nvPr/>
          </p:nvSpPr>
          <p:spPr>
            <a:xfrm>
              <a:off x="3011170" y="1092200"/>
              <a:ext cx="152400" cy="6350"/>
            </a:xfrm>
            <a:custGeom>
              <a:avLst/>
              <a:gdLst/>
              <a:ahLst/>
              <a:cxnLst/>
              <a:rect l="l" t="t" r="r" b="b"/>
              <a:pathLst>
                <a:path w="152400" h="6350">
                  <a:moveTo>
                    <a:pt x="77469" y="2539"/>
                  </a:moveTo>
                  <a:lnTo>
                    <a:pt x="0" y="2539"/>
                  </a:lnTo>
                  <a:lnTo>
                    <a:pt x="0" y="6350"/>
                  </a:lnTo>
                  <a:lnTo>
                    <a:pt x="77469" y="6350"/>
                  </a:lnTo>
                  <a:lnTo>
                    <a:pt x="77469" y="2539"/>
                  </a:lnTo>
                  <a:close/>
                </a:path>
                <a:path w="152400" h="6350">
                  <a:moveTo>
                    <a:pt x="151130" y="1269"/>
                  </a:moveTo>
                  <a:lnTo>
                    <a:pt x="149860" y="1269"/>
                  </a:lnTo>
                  <a:lnTo>
                    <a:pt x="149860" y="2539"/>
                  </a:lnTo>
                  <a:lnTo>
                    <a:pt x="80010" y="2539"/>
                  </a:lnTo>
                  <a:lnTo>
                    <a:pt x="80010" y="3809"/>
                  </a:lnTo>
                  <a:lnTo>
                    <a:pt x="78740" y="3809"/>
                  </a:lnTo>
                  <a:lnTo>
                    <a:pt x="78740" y="6350"/>
                  </a:lnTo>
                  <a:lnTo>
                    <a:pt x="152400" y="6350"/>
                  </a:lnTo>
                  <a:lnTo>
                    <a:pt x="152400" y="5079"/>
                  </a:lnTo>
                  <a:lnTo>
                    <a:pt x="151130" y="5079"/>
                  </a:lnTo>
                  <a:lnTo>
                    <a:pt x="151130" y="1269"/>
                  </a:lnTo>
                  <a:close/>
                </a:path>
                <a:path w="152400" h="6350">
                  <a:moveTo>
                    <a:pt x="148590" y="0"/>
                  </a:moveTo>
                  <a:lnTo>
                    <a:pt x="80010" y="0"/>
                  </a:lnTo>
                  <a:lnTo>
                    <a:pt x="80010" y="1269"/>
                  </a:lnTo>
                  <a:lnTo>
                    <a:pt x="148590" y="1269"/>
                  </a:lnTo>
                  <a:lnTo>
                    <a:pt x="148590" y="0"/>
                  </a:lnTo>
                  <a:close/>
                </a:path>
                <a:path w="152400" h="6350">
                  <a:moveTo>
                    <a:pt x="77469" y="0"/>
                  </a:moveTo>
                  <a:lnTo>
                    <a:pt x="0" y="0"/>
                  </a:lnTo>
                  <a:lnTo>
                    <a:pt x="0" y="1269"/>
                  </a:lnTo>
                  <a:lnTo>
                    <a:pt x="77469" y="1269"/>
                  </a:lnTo>
                  <a:lnTo>
                    <a:pt x="77469" y="0"/>
                  </a:lnTo>
                  <a:close/>
                </a:path>
              </a:pathLst>
            </a:custGeom>
            <a:solidFill>
              <a:srgbClr val="049300"/>
            </a:solidFill>
          </p:spPr>
          <p:txBody>
            <a:bodyPr wrap="square" lIns="0" tIns="0" rIns="0" bIns="0" rtlCol="0"/>
            <a:lstStyle/>
            <a:p/>
          </p:txBody>
        </p:sp>
        <p:sp>
          <p:nvSpPr>
            <p:cNvPr id="968" name="object 968"/>
            <p:cNvSpPr/>
            <p:nvPr/>
          </p:nvSpPr>
          <p:spPr>
            <a:xfrm>
              <a:off x="3011170" y="1098549"/>
              <a:ext cx="153670" cy="7620"/>
            </a:xfrm>
            <a:custGeom>
              <a:avLst/>
              <a:gdLst/>
              <a:ahLst/>
              <a:cxnLst/>
              <a:rect l="l" t="t" r="r" b="b"/>
              <a:pathLst>
                <a:path w="153669" h="7619">
                  <a:moveTo>
                    <a:pt x="153670" y="1270"/>
                  </a:moveTo>
                  <a:lnTo>
                    <a:pt x="152400" y="1270"/>
                  </a:lnTo>
                  <a:lnTo>
                    <a:pt x="152400"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69100"/>
            </a:solidFill>
          </p:spPr>
          <p:txBody>
            <a:bodyPr wrap="square" lIns="0" tIns="0" rIns="0" bIns="0" rtlCol="0"/>
            <a:lstStyle/>
            <a:p/>
          </p:txBody>
        </p:sp>
        <p:sp>
          <p:nvSpPr>
            <p:cNvPr id="969" name="object 969"/>
            <p:cNvSpPr/>
            <p:nvPr/>
          </p:nvSpPr>
          <p:spPr>
            <a:xfrm>
              <a:off x="301117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79000"/>
            </a:solidFill>
          </p:spPr>
          <p:txBody>
            <a:bodyPr wrap="square" lIns="0" tIns="0" rIns="0" bIns="0" rtlCol="0"/>
            <a:lstStyle/>
            <a:p/>
          </p:txBody>
        </p:sp>
        <p:sp>
          <p:nvSpPr>
            <p:cNvPr id="970" name="object 970"/>
            <p:cNvSpPr/>
            <p:nvPr/>
          </p:nvSpPr>
          <p:spPr>
            <a:xfrm>
              <a:off x="301117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88F00"/>
            </a:solidFill>
          </p:spPr>
          <p:txBody>
            <a:bodyPr wrap="square" lIns="0" tIns="0" rIns="0" bIns="0" rtlCol="0"/>
            <a:lstStyle/>
            <a:p/>
          </p:txBody>
        </p:sp>
        <p:sp>
          <p:nvSpPr>
            <p:cNvPr id="971" name="object 971"/>
            <p:cNvSpPr/>
            <p:nvPr/>
          </p:nvSpPr>
          <p:spPr>
            <a:xfrm>
              <a:off x="3011170" y="1120139"/>
              <a:ext cx="151130" cy="7620"/>
            </a:xfrm>
            <a:custGeom>
              <a:avLst/>
              <a:gdLst/>
              <a:ahLst/>
              <a:cxnLst/>
              <a:rect l="l" t="t" r="r" b="b"/>
              <a:pathLst>
                <a:path w="151130"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98E00"/>
            </a:solidFill>
          </p:spPr>
          <p:txBody>
            <a:bodyPr wrap="square" lIns="0" tIns="0" rIns="0" bIns="0" rtlCol="0"/>
            <a:lstStyle/>
            <a:p/>
          </p:txBody>
        </p:sp>
        <p:sp>
          <p:nvSpPr>
            <p:cNvPr id="972" name="object 972"/>
            <p:cNvSpPr/>
            <p:nvPr/>
          </p:nvSpPr>
          <p:spPr>
            <a:xfrm>
              <a:off x="3011170" y="1127759"/>
              <a:ext cx="149860" cy="7620"/>
            </a:xfrm>
            <a:custGeom>
              <a:avLst/>
              <a:gdLst/>
              <a:ahLst/>
              <a:cxnLst/>
              <a:rect l="l" t="t" r="r" b="b"/>
              <a:pathLst>
                <a:path w="149860" h="7619">
                  <a:moveTo>
                    <a:pt x="149860" y="0"/>
                  </a:moveTo>
                  <a:lnTo>
                    <a:pt x="0" y="0"/>
                  </a:lnTo>
                  <a:lnTo>
                    <a:pt x="0" y="6350"/>
                  </a:lnTo>
                  <a:lnTo>
                    <a:pt x="0" y="7620"/>
                  </a:lnTo>
                  <a:lnTo>
                    <a:pt x="148577" y="7620"/>
                  </a:lnTo>
                  <a:lnTo>
                    <a:pt x="148577" y="6350"/>
                  </a:lnTo>
                  <a:lnTo>
                    <a:pt x="149860" y="6350"/>
                  </a:lnTo>
                  <a:lnTo>
                    <a:pt x="149860" y="0"/>
                  </a:lnTo>
                  <a:close/>
                </a:path>
              </a:pathLst>
            </a:custGeom>
            <a:solidFill>
              <a:srgbClr val="0A8D00"/>
            </a:solidFill>
          </p:spPr>
          <p:txBody>
            <a:bodyPr wrap="square" lIns="0" tIns="0" rIns="0" bIns="0" rtlCol="0"/>
            <a:lstStyle/>
            <a:p/>
          </p:txBody>
        </p:sp>
        <p:sp>
          <p:nvSpPr>
            <p:cNvPr id="973" name="object 973"/>
            <p:cNvSpPr/>
            <p:nvPr/>
          </p:nvSpPr>
          <p:spPr>
            <a:xfrm>
              <a:off x="3011170" y="1135380"/>
              <a:ext cx="148590" cy="6350"/>
            </a:xfrm>
            <a:custGeom>
              <a:avLst/>
              <a:gdLst/>
              <a:ahLst/>
              <a:cxnLst/>
              <a:rect l="l" t="t" r="r" b="b"/>
              <a:pathLst>
                <a:path w="148589" h="6350">
                  <a:moveTo>
                    <a:pt x="0" y="6350"/>
                  </a:moveTo>
                  <a:lnTo>
                    <a:pt x="0" y="0"/>
                  </a:lnTo>
                  <a:lnTo>
                    <a:pt x="148589" y="0"/>
                  </a:lnTo>
                  <a:lnTo>
                    <a:pt x="148589" y="6350"/>
                  </a:lnTo>
                  <a:lnTo>
                    <a:pt x="0" y="6350"/>
                  </a:lnTo>
                  <a:close/>
                </a:path>
              </a:pathLst>
            </a:custGeom>
            <a:solidFill>
              <a:srgbClr val="0B8C00"/>
            </a:solidFill>
          </p:spPr>
          <p:txBody>
            <a:bodyPr wrap="square" lIns="0" tIns="0" rIns="0" bIns="0" rtlCol="0"/>
            <a:lstStyle/>
            <a:p/>
          </p:txBody>
        </p:sp>
        <p:sp>
          <p:nvSpPr>
            <p:cNvPr id="974" name="object 974"/>
            <p:cNvSpPr/>
            <p:nvPr/>
          </p:nvSpPr>
          <p:spPr>
            <a:xfrm>
              <a:off x="3011170" y="1141729"/>
              <a:ext cx="148590" cy="7620"/>
            </a:xfrm>
            <a:custGeom>
              <a:avLst/>
              <a:gdLst/>
              <a:ahLst/>
              <a:cxnLst/>
              <a:rect l="l" t="t" r="r" b="b"/>
              <a:pathLst>
                <a:path w="148589" h="7619">
                  <a:moveTo>
                    <a:pt x="148577" y="0"/>
                  </a:moveTo>
                  <a:lnTo>
                    <a:pt x="0" y="0"/>
                  </a:lnTo>
                  <a:lnTo>
                    <a:pt x="0" y="2540"/>
                  </a:lnTo>
                  <a:lnTo>
                    <a:pt x="0" y="7620"/>
                  </a:lnTo>
                  <a:lnTo>
                    <a:pt x="147320" y="7620"/>
                  </a:lnTo>
                  <a:lnTo>
                    <a:pt x="147320" y="2540"/>
                  </a:lnTo>
                  <a:lnTo>
                    <a:pt x="148577" y="2540"/>
                  </a:lnTo>
                  <a:lnTo>
                    <a:pt x="148577" y="0"/>
                  </a:lnTo>
                  <a:close/>
                </a:path>
              </a:pathLst>
            </a:custGeom>
            <a:solidFill>
              <a:srgbClr val="0D8A00"/>
            </a:solidFill>
          </p:spPr>
          <p:txBody>
            <a:bodyPr wrap="square" lIns="0" tIns="0" rIns="0" bIns="0" rtlCol="0"/>
            <a:lstStyle/>
            <a:p/>
          </p:txBody>
        </p:sp>
        <p:sp>
          <p:nvSpPr>
            <p:cNvPr id="975" name="object 975"/>
            <p:cNvSpPr/>
            <p:nvPr/>
          </p:nvSpPr>
          <p:spPr>
            <a:xfrm>
              <a:off x="3011170" y="1149349"/>
              <a:ext cx="147320" cy="7620"/>
            </a:xfrm>
            <a:custGeom>
              <a:avLst/>
              <a:gdLst/>
              <a:ahLst/>
              <a:cxnLst/>
              <a:rect l="l" t="t" r="r" b="b"/>
              <a:pathLst>
                <a:path w="147319"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0E8900"/>
            </a:solidFill>
          </p:spPr>
          <p:txBody>
            <a:bodyPr wrap="square" lIns="0" tIns="0" rIns="0" bIns="0" rtlCol="0"/>
            <a:lstStyle/>
            <a:p/>
          </p:txBody>
        </p:sp>
        <p:sp>
          <p:nvSpPr>
            <p:cNvPr id="976" name="object 976"/>
            <p:cNvSpPr/>
            <p:nvPr/>
          </p:nvSpPr>
          <p:spPr>
            <a:xfrm>
              <a:off x="301117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0F8800"/>
            </a:solidFill>
          </p:spPr>
          <p:txBody>
            <a:bodyPr wrap="square" lIns="0" tIns="0" rIns="0" bIns="0" rtlCol="0"/>
            <a:lstStyle/>
            <a:p/>
          </p:txBody>
        </p:sp>
        <p:sp>
          <p:nvSpPr>
            <p:cNvPr id="977" name="object 977"/>
            <p:cNvSpPr/>
            <p:nvPr/>
          </p:nvSpPr>
          <p:spPr>
            <a:xfrm>
              <a:off x="3011170" y="1164590"/>
              <a:ext cx="144780" cy="6350"/>
            </a:xfrm>
            <a:custGeom>
              <a:avLst/>
              <a:gdLst/>
              <a:ahLst/>
              <a:cxnLst/>
              <a:rect l="l" t="t" r="r" b="b"/>
              <a:pathLst>
                <a:path w="144780" h="6350">
                  <a:moveTo>
                    <a:pt x="0" y="6350"/>
                  </a:moveTo>
                  <a:lnTo>
                    <a:pt x="0" y="0"/>
                  </a:lnTo>
                  <a:lnTo>
                    <a:pt x="144780" y="0"/>
                  </a:lnTo>
                  <a:lnTo>
                    <a:pt x="144780" y="6350"/>
                  </a:lnTo>
                  <a:lnTo>
                    <a:pt x="0" y="6350"/>
                  </a:lnTo>
                  <a:close/>
                </a:path>
              </a:pathLst>
            </a:custGeom>
            <a:solidFill>
              <a:srgbClr val="108700"/>
            </a:solidFill>
          </p:spPr>
          <p:txBody>
            <a:bodyPr wrap="square" lIns="0" tIns="0" rIns="0" bIns="0" rtlCol="0"/>
            <a:lstStyle/>
            <a:p/>
          </p:txBody>
        </p:sp>
        <p:sp>
          <p:nvSpPr>
            <p:cNvPr id="978" name="object 978"/>
            <p:cNvSpPr/>
            <p:nvPr/>
          </p:nvSpPr>
          <p:spPr>
            <a:xfrm>
              <a:off x="3011170" y="1170939"/>
              <a:ext cx="144780" cy="7620"/>
            </a:xfrm>
            <a:custGeom>
              <a:avLst/>
              <a:gdLst/>
              <a:ahLst/>
              <a:cxnLst/>
              <a:rect l="l" t="t" r="r" b="b"/>
              <a:pathLst>
                <a:path w="144780"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118600"/>
            </a:solidFill>
          </p:spPr>
          <p:txBody>
            <a:bodyPr wrap="square" lIns="0" tIns="0" rIns="0" bIns="0" rtlCol="0"/>
            <a:lstStyle/>
            <a:p/>
          </p:txBody>
        </p:sp>
        <p:sp>
          <p:nvSpPr>
            <p:cNvPr id="979" name="object 979"/>
            <p:cNvSpPr/>
            <p:nvPr/>
          </p:nvSpPr>
          <p:spPr>
            <a:xfrm>
              <a:off x="3011170" y="1178559"/>
              <a:ext cx="143510" cy="7620"/>
            </a:xfrm>
            <a:custGeom>
              <a:avLst/>
              <a:gdLst/>
              <a:ahLst/>
              <a:cxnLst/>
              <a:rect l="l" t="t" r="r" b="b"/>
              <a:pathLst>
                <a:path w="143510" h="7619">
                  <a:moveTo>
                    <a:pt x="143510" y="0"/>
                  </a:moveTo>
                  <a:lnTo>
                    <a:pt x="0" y="0"/>
                  </a:lnTo>
                  <a:lnTo>
                    <a:pt x="0" y="5080"/>
                  </a:lnTo>
                  <a:lnTo>
                    <a:pt x="0" y="7620"/>
                  </a:lnTo>
                  <a:lnTo>
                    <a:pt x="142227" y="7620"/>
                  </a:lnTo>
                  <a:lnTo>
                    <a:pt x="142227" y="5080"/>
                  </a:lnTo>
                  <a:lnTo>
                    <a:pt x="143510" y="5080"/>
                  </a:lnTo>
                  <a:lnTo>
                    <a:pt x="143510" y="0"/>
                  </a:lnTo>
                  <a:close/>
                </a:path>
              </a:pathLst>
            </a:custGeom>
            <a:solidFill>
              <a:srgbClr val="128500"/>
            </a:solidFill>
          </p:spPr>
          <p:txBody>
            <a:bodyPr wrap="square" lIns="0" tIns="0" rIns="0" bIns="0" rtlCol="0"/>
            <a:lstStyle/>
            <a:p/>
          </p:txBody>
        </p:sp>
        <p:sp>
          <p:nvSpPr>
            <p:cNvPr id="980" name="object 980"/>
            <p:cNvSpPr/>
            <p:nvPr/>
          </p:nvSpPr>
          <p:spPr>
            <a:xfrm>
              <a:off x="3011170" y="1186180"/>
              <a:ext cx="142240" cy="6350"/>
            </a:xfrm>
            <a:custGeom>
              <a:avLst/>
              <a:gdLst/>
              <a:ahLst/>
              <a:cxnLst/>
              <a:rect l="l" t="t" r="r" b="b"/>
              <a:pathLst>
                <a:path w="142239" h="6350">
                  <a:moveTo>
                    <a:pt x="0" y="6350"/>
                  </a:moveTo>
                  <a:lnTo>
                    <a:pt x="0" y="0"/>
                  </a:lnTo>
                  <a:lnTo>
                    <a:pt x="142239" y="0"/>
                  </a:lnTo>
                  <a:lnTo>
                    <a:pt x="142239" y="6350"/>
                  </a:lnTo>
                  <a:lnTo>
                    <a:pt x="0" y="6350"/>
                  </a:lnTo>
                  <a:close/>
                </a:path>
              </a:pathLst>
            </a:custGeom>
            <a:solidFill>
              <a:srgbClr val="148300"/>
            </a:solidFill>
          </p:spPr>
          <p:txBody>
            <a:bodyPr wrap="square" lIns="0" tIns="0" rIns="0" bIns="0" rtlCol="0"/>
            <a:lstStyle/>
            <a:p/>
          </p:txBody>
        </p:sp>
        <p:sp>
          <p:nvSpPr>
            <p:cNvPr id="981" name="object 981"/>
            <p:cNvSpPr/>
            <p:nvPr/>
          </p:nvSpPr>
          <p:spPr>
            <a:xfrm>
              <a:off x="3011170" y="1192530"/>
              <a:ext cx="140970" cy="7620"/>
            </a:xfrm>
            <a:custGeom>
              <a:avLst/>
              <a:gdLst/>
              <a:ahLst/>
              <a:cxnLst/>
              <a:rect l="l" t="t" r="r" b="b"/>
              <a:pathLst>
                <a:path w="140969" h="7619">
                  <a:moveTo>
                    <a:pt x="140969" y="0"/>
                  </a:moveTo>
                  <a:lnTo>
                    <a:pt x="0" y="0"/>
                  </a:lnTo>
                  <a:lnTo>
                    <a:pt x="0" y="7620"/>
                  </a:lnTo>
                  <a:lnTo>
                    <a:pt x="140969" y="7620"/>
                  </a:lnTo>
                  <a:lnTo>
                    <a:pt x="140969" y="0"/>
                  </a:lnTo>
                  <a:close/>
                </a:path>
              </a:pathLst>
            </a:custGeom>
            <a:solidFill>
              <a:srgbClr val="158200"/>
            </a:solidFill>
          </p:spPr>
          <p:txBody>
            <a:bodyPr wrap="square" lIns="0" tIns="0" rIns="0" bIns="0" rtlCol="0"/>
            <a:lstStyle/>
            <a:p/>
          </p:txBody>
        </p:sp>
        <p:sp>
          <p:nvSpPr>
            <p:cNvPr id="982" name="object 982"/>
            <p:cNvSpPr/>
            <p:nvPr/>
          </p:nvSpPr>
          <p:spPr>
            <a:xfrm>
              <a:off x="3011170" y="1200149"/>
              <a:ext cx="140970" cy="7620"/>
            </a:xfrm>
            <a:custGeom>
              <a:avLst/>
              <a:gdLst/>
              <a:ahLst/>
              <a:cxnLst/>
              <a:rect l="l" t="t" r="r" b="b"/>
              <a:pathLst>
                <a:path w="140969"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168100"/>
            </a:solidFill>
          </p:spPr>
          <p:txBody>
            <a:bodyPr wrap="square" lIns="0" tIns="0" rIns="0" bIns="0" rtlCol="0"/>
            <a:lstStyle/>
            <a:p/>
          </p:txBody>
        </p:sp>
        <p:sp>
          <p:nvSpPr>
            <p:cNvPr id="983" name="object 983"/>
            <p:cNvSpPr/>
            <p:nvPr/>
          </p:nvSpPr>
          <p:spPr>
            <a:xfrm>
              <a:off x="301117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178000"/>
            </a:solidFill>
          </p:spPr>
          <p:txBody>
            <a:bodyPr wrap="square" lIns="0" tIns="0" rIns="0" bIns="0" rtlCol="0"/>
            <a:lstStyle/>
            <a:p/>
          </p:txBody>
        </p:sp>
        <p:sp>
          <p:nvSpPr>
            <p:cNvPr id="984" name="object 984"/>
            <p:cNvSpPr/>
            <p:nvPr/>
          </p:nvSpPr>
          <p:spPr>
            <a:xfrm>
              <a:off x="3011170" y="1214119"/>
              <a:ext cx="138430" cy="7620"/>
            </a:xfrm>
            <a:custGeom>
              <a:avLst/>
              <a:gdLst/>
              <a:ahLst/>
              <a:cxnLst/>
              <a:rect l="l" t="t" r="r" b="b"/>
              <a:pathLst>
                <a:path w="138430"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187F00"/>
            </a:solidFill>
          </p:spPr>
          <p:txBody>
            <a:bodyPr wrap="square" lIns="0" tIns="0" rIns="0" bIns="0" rtlCol="0"/>
            <a:lstStyle/>
            <a:p/>
          </p:txBody>
        </p:sp>
        <p:sp>
          <p:nvSpPr>
            <p:cNvPr id="985" name="object 985"/>
            <p:cNvSpPr/>
            <p:nvPr/>
          </p:nvSpPr>
          <p:spPr>
            <a:xfrm>
              <a:off x="3011170" y="1221740"/>
              <a:ext cx="137160" cy="7620"/>
            </a:xfrm>
            <a:custGeom>
              <a:avLst/>
              <a:gdLst/>
              <a:ahLst/>
              <a:cxnLst/>
              <a:rect l="l" t="t" r="r" b="b"/>
              <a:pathLst>
                <a:path w="137160" h="7619">
                  <a:moveTo>
                    <a:pt x="137160" y="0"/>
                  </a:moveTo>
                  <a:lnTo>
                    <a:pt x="0" y="0"/>
                  </a:lnTo>
                  <a:lnTo>
                    <a:pt x="0" y="7620"/>
                  </a:lnTo>
                  <a:lnTo>
                    <a:pt x="137160" y="7620"/>
                  </a:lnTo>
                  <a:lnTo>
                    <a:pt x="137160" y="0"/>
                  </a:lnTo>
                  <a:close/>
                </a:path>
              </a:pathLst>
            </a:custGeom>
            <a:solidFill>
              <a:srgbClr val="197E00"/>
            </a:solidFill>
          </p:spPr>
          <p:txBody>
            <a:bodyPr wrap="square" lIns="0" tIns="0" rIns="0" bIns="0" rtlCol="0"/>
            <a:lstStyle/>
            <a:p/>
          </p:txBody>
        </p:sp>
        <p:sp>
          <p:nvSpPr>
            <p:cNvPr id="986" name="object 986"/>
            <p:cNvSpPr/>
            <p:nvPr/>
          </p:nvSpPr>
          <p:spPr>
            <a:xfrm>
              <a:off x="3011170" y="1229359"/>
              <a:ext cx="137160" cy="6350"/>
            </a:xfrm>
            <a:custGeom>
              <a:avLst/>
              <a:gdLst/>
              <a:ahLst/>
              <a:cxnLst/>
              <a:rect l="l" t="t" r="r" b="b"/>
              <a:pathLst>
                <a:path w="137160" h="6350">
                  <a:moveTo>
                    <a:pt x="135877" y="1282"/>
                  </a:moveTo>
                  <a:lnTo>
                    <a:pt x="0" y="1282"/>
                  </a:lnTo>
                  <a:lnTo>
                    <a:pt x="0" y="6350"/>
                  </a:lnTo>
                  <a:lnTo>
                    <a:pt x="135877" y="6350"/>
                  </a:lnTo>
                  <a:lnTo>
                    <a:pt x="135877" y="1282"/>
                  </a:lnTo>
                  <a:close/>
                </a:path>
                <a:path w="137160" h="6350">
                  <a:moveTo>
                    <a:pt x="137160" y="0"/>
                  </a:moveTo>
                  <a:lnTo>
                    <a:pt x="0" y="0"/>
                  </a:lnTo>
                  <a:lnTo>
                    <a:pt x="0" y="1270"/>
                  </a:lnTo>
                  <a:lnTo>
                    <a:pt x="137160" y="1270"/>
                  </a:lnTo>
                  <a:lnTo>
                    <a:pt x="137160" y="0"/>
                  </a:lnTo>
                  <a:close/>
                </a:path>
              </a:pathLst>
            </a:custGeom>
            <a:solidFill>
              <a:srgbClr val="1B7C00"/>
            </a:solidFill>
          </p:spPr>
          <p:txBody>
            <a:bodyPr wrap="square" lIns="0" tIns="0" rIns="0" bIns="0" rtlCol="0"/>
            <a:lstStyle/>
            <a:p/>
          </p:txBody>
        </p:sp>
        <p:sp>
          <p:nvSpPr>
            <p:cNvPr id="987" name="object 987"/>
            <p:cNvSpPr/>
            <p:nvPr/>
          </p:nvSpPr>
          <p:spPr>
            <a:xfrm>
              <a:off x="3011170" y="1235709"/>
              <a:ext cx="135890" cy="7620"/>
            </a:xfrm>
            <a:custGeom>
              <a:avLst/>
              <a:gdLst/>
              <a:ahLst/>
              <a:cxnLst/>
              <a:rect l="l" t="t" r="r" b="b"/>
              <a:pathLst>
                <a:path w="135889" h="7619">
                  <a:moveTo>
                    <a:pt x="135877" y="0"/>
                  </a:moveTo>
                  <a:lnTo>
                    <a:pt x="0" y="0"/>
                  </a:lnTo>
                  <a:lnTo>
                    <a:pt x="0" y="3810"/>
                  </a:lnTo>
                  <a:lnTo>
                    <a:pt x="0" y="7620"/>
                  </a:lnTo>
                  <a:lnTo>
                    <a:pt x="134620" y="7620"/>
                  </a:lnTo>
                  <a:lnTo>
                    <a:pt x="134620" y="3810"/>
                  </a:lnTo>
                  <a:lnTo>
                    <a:pt x="135877" y="3810"/>
                  </a:lnTo>
                  <a:lnTo>
                    <a:pt x="135877" y="0"/>
                  </a:lnTo>
                  <a:close/>
                </a:path>
              </a:pathLst>
            </a:custGeom>
            <a:solidFill>
              <a:srgbClr val="1C7B00"/>
            </a:solidFill>
          </p:spPr>
          <p:txBody>
            <a:bodyPr wrap="square" lIns="0" tIns="0" rIns="0" bIns="0" rtlCol="0"/>
            <a:lstStyle/>
            <a:p/>
          </p:txBody>
        </p:sp>
        <p:sp>
          <p:nvSpPr>
            <p:cNvPr id="988" name="object 988"/>
            <p:cNvSpPr/>
            <p:nvPr/>
          </p:nvSpPr>
          <p:spPr>
            <a:xfrm>
              <a:off x="3011170" y="1243329"/>
              <a:ext cx="134620" cy="7620"/>
            </a:xfrm>
            <a:custGeom>
              <a:avLst/>
              <a:gdLst/>
              <a:ahLst/>
              <a:cxnLst/>
              <a:rect l="l" t="t" r="r" b="b"/>
              <a:pathLst>
                <a:path w="134619"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1D7A00"/>
            </a:solidFill>
          </p:spPr>
          <p:txBody>
            <a:bodyPr wrap="square" lIns="0" tIns="0" rIns="0" bIns="0" rtlCol="0"/>
            <a:lstStyle/>
            <a:p/>
          </p:txBody>
        </p:sp>
        <p:sp>
          <p:nvSpPr>
            <p:cNvPr id="989" name="object 989"/>
            <p:cNvSpPr/>
            <p:nvPr/>
          </p:nvSpPr>
          <p:spPr>
            <a:xfrm>
              <a:off x="301117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1E7900"/>
            </a:solidFill>
          </p:spPr>
          <p:txBody>
            <a:bodyPr wrap="square" lIns="0" tIns="0" rIns="0" bIns="0" rtlCol="0"/>
            <a:lstStyle/>
            <a:p/>
          </p:txBody>
        </p:sp>
        <p:sp>
          <p:nvSpPr>
            <p:cNvPr id="990" name="object 990"/>
            <p:cNvSpPr/>
            <p:nvPr/>
          </p:nvSpPr>
          <p:spPr>
            <a:xfrm>
              <a:off x="301117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1F7800"/>
            </a:solidFill>
          </p:spPr>
          <p:txBody>
            <a:bodyPr wrap="square" lIns="0" tIns="0" rIns="0" bIns="0" rtlCol="0"/>
            <a:lstStyle/>
            <a:p/>
          </p:txBody>
        </p:sp>
        <p:sp>
          <p:nvSpPr>
            <p:cNvPr id="991" name="object 991"/>
            <p:cNvSpPr/>
            <p:nvPr/>
          </p:nvSpPr>
          <p:spPr>
            <a:xfrm>
              <a:off x="3011170" y="1264919"/>
              <a:ext cx="132080" cy="7620"/>
            </a:xfrm>
            <a:custGeom>
              <a:avLst/>
              <a:gdLst/>
              <a:ahLst/>
              <a:cxnLst/>
              <a:rect l="l" t="t" r="r" b="b"/>
              <a:pathLst>
                <a:path w="132080"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217600"/>
            </a:solidFill>
          </p:spPr>
          <p:txBody>
            <a:bodyPr wrap="square" lIns="0" tIns="0" rIns="0" bIns="0" rtlCol="0"/>
            <a:lstStyle/>
            <a:p/>
          </p:txBody>
        </p:sp>
        <p:sp>
          <p:nvSpPr>
            <p:cNvPr id="992" name="object 992"/>
            <p:cNvSpPr/>
            <p:nvPr/>
          </p:nvSpPr>
          <p:spPr>
            <a:xfrm>
              <a:off x="3011170" y="1272539"/>
              <a:ext cx="130810" cy="7620"/>
            </a:xfrm>
            <a:custGeom>
              <a:avLst/>
              <a:gdLst/>
              <a:ahLst/>
              <a:cxnLst/>
              <a:rect l="l" t="t" r="r" b="b"/>
              <a:pathLst>
                <a:path w="130810"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77" y="5080"/>
                  </a:lnTo>
                  <a:lnTo>
                    <a:pt x="97777" y="2540"/>
                  </a:lnTo>
                  <a:lnTo>
                    <a:pt x="99060" y="2540"/>
                  </a:lnTo>
                  <a:lnTo>
                    <a:pt x="99060" y="1270"/>
                  </a:lnTo>
                  <a:lnTo>
                    <a:pt x="100330" y="1270"/>
                  </a:lnTo>
                  <a:lnTo>
                    <a:pt x="100330" y="0"/>
                  </a:lnTo>
                  <a:close/>
                </a:path>
                <a:path w="130810"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27" y="7620"/>
                  </a:lnTo>
                  <a:lnTo>
                    <a:pt x="129527" y="6350"/>
                  </a:lnTo>
                  <a:lnTo>
                    <a:pt x="130810" y="6350"/>
                  </a:lnTo>
                  <a:lnTo>
                    <a:pt x="130810" y="5080"/>
                  </a:lnTo>
                  <a:lnTo>
                    <a:pt x="130810" y="3810"/>
                  </a:lnTo>
                  <a:lnTo>
                    <a:pt x="130810" y="2540"/>
                  </a:lnTo>
                  <a:lnTo>
                    <a:pt x="130810" y="1270"/>
                  </a:lnTo>
                  <a:lnTo>
                    <a:pt x="130810" y="0"/>
                  </a:lnTo>
                  <a:close/>
                </a:path>
              </a:pathLst>
            </a:custGeom>
            <a:solidFill>
              <a:srgbClr val="227500"/>
            </a:solidFill>
          </p:spPr>
          <p:txBody>
            <a:bodyPr wrap="square" lIns="0" tIns="0" rIns="0" bIns="0" rtlCol="0"/>
            <a:lstStyle/>
            <a:p/>
          </p:txBody>
        </p:sp>
        <p:sp>
          <p:nvSpPr>
            <p:cNvPr id="993" name="object 993"/>
            <p:cNvSpPr/>
            <p:nvPr/>
          </p:nvSpPr>
          <p:spPr>
            <a:xfrm>
              <a:off x="3011170" y="1280159"/>
              <a:ext cx="129539" cy="6350"/>
            </a:xfrm>
            <a:custGeom>
              <a:avLst/>
              <a:gdLst/>
              <a:ahLst/>
              <a:cxnLst/>
              <a:rect l="l" t="t" r="r" b="b"/>
              <a:pathLst>
                <a:path w="129539" h="6350">
                  <a:moveTo>
                    <a:pt x="95250" y="0"/>
                  </a:moveTo>
                  <a:lnTo>
                    <a:pt x="0" y="0"/>
                  </a:lnTo>
                  <a:lnTo>
                    <a:pt x="0" y="3810"/>
                  </a:lnTo>
                  <a:lnTo>
                    <a:pt x="0" y="6350"/>
                  </a:lnTo>
                  <a:lnTo>
                    <a:pt x="93980" y="6350"/>
                  </a:lnTo>
                  <a:lnTo>
                    <a:pt x="93980" y="3810"/>
                  </a:lnTo>
                  <a:lnTo>
                    <a:pt x="95250" y="3810"/>
                  </a:lnTo>
                  <a:lnTo>
                    <a:pt x="95250" y="0"/>
                  </a:lnTo>
                  <a:close/>
                </a:path>
                <a:path w="129539" h="6350">
                  <a:moveTo>
                    <a:pt x="129527"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27" y="6350"/>
                  </a:lnTo>
                  <a:lnTo>
                    <a:pt x="129527" y="5080"/>
                  </a:lnTo>
                  <a:lnTo>
                    <a:pt x="129527" y="3810"/>
                  </a:lnTo>
                  <a:lnTo>
                    <a:pt x="129527" y="2540"/>
                  </a:lnTo>
                  <a:lnTo>
                    <a:pt x="129527" y="1270"/>
                  </a:lnTo>
                  <a:lnTo>
                    <a:pt x="129527" y="0"/>
                  </a:lnTo>
                  <a:close/>
                </a:path>
              </a:pathLst>
            </a:custGeom>
            <a:solidFill>
              <a:srgbClr val="237400"/>
            </a:solidFill>
          </p:spPr>
          <p:txBody>
            <a:bodyPr wrap="square" lIns="0" tIns="0" rIns="0" bIns="0" rtlCol="0"/>
            <a:lstStyle/>
            <a:p/>
          </p:txBody>
        </p:sp>
        <p:sp>
          <p:nvSpPr>
            <p:cNvPr id="994" name="object 994"/>
            <p:cNvSpPr/>
            <p:nvPr/>
          </p:nvSpPr>
          <p:spPr>
            <a:xfrm>
              <a:off x="3011170" y="1286509"/>
              <a:ext cx="129539" cy="7620"/>
            </a:xfrm>
            <a:custGeom>
              <a:avLst/>
              <a:gdLst/>
              <a:ahLst/>
              <a:cxnLst/>
              <a:rect l="l" t="t" r="r" b="b"/>
              <a:pathLst>
                <a:path w="129539" h="7619">
                  <a:moveTo>
                    <a:pt x="93980" y="0"/>
                  </a:moveTo>
                  <a:lnTo>
                    <a:pt x="0" y="0"/>
                  </a:lnTo>
                  <a:lnTo>
                    <a:pt x="0" y="2540"/>
                  </a:lnTo>
                  <a:lnTo>
                    <a:pt x="0" y="7620"/>
                  </a:lnTo>
                  <a:lnTo>
                    <a:pt x="92710" y="7620"/>
                  </a:lnTo>
                  <a:lnTo>
                    <a:pt x="92710" y="2540"/>
                  </a:lnTo>
                  <a:lnTo>
                    <a:pt x="93980" y="2540"/>
                  </a:lnTo>
                  <a:lnTo>
                    <a:pt x="93980" y="0"/>
                  </a:lnTo>
                  <a:close/>
                </a:path>
                <a:path w="129539" h="7619">
                  <a:moveTo>
                    <a:pt x="129527"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27" y="2540"/>
                  </a:lnTo>
                  <a:lnTo>
                    <a:pt x="129527" y="0"/>
                  </a:lnTo>
                  <a:close/>
                </a:path>
              </a:pathLst>
            </a:custGeom>
            <a:solidFill>
              <a:srgbClr val="247300"/>
            </a:solidFill>
          </p:spPr>
          <p:txBody>
            <a:bodyPr wrap="square" lIns="0" tIns="0" rIns="0" bIns="0" rtlCol="0"/>
            <a:lstStyle/>
            <a:p/>
          </p:txBody>
        </p:sp>
        <p:sp>
          <p:nvSpPr>
            <p:cNvPr id="995" name="object 995"/>
            <p:cNvSpPr/>
            <p:nvPr/>
          </p:nvSpPr>
          <p:spPr>
            <a:xfrm>
              <a:off x="3011170" y="1294129"/>
              <a:ext cx="92710" cy="7620"/>
            </a:xfrm>
            <a:custGeom>
              <a:avLst/>
              <a:gdLst/>
              <a:ahLst/>
              <a:cxnLst/>
              <a:rect l="l" t="t" r="r" b="b"/>
              <a:pathLst>
                <a:path w="92710" h="7619">
                  <a:moveTo>
                    <a:pt x="92710" y="0"/>
                  </a:moveTo>
                  <a:lnTo>
                    <a:pt x="0" y="0"/>
                  </a:lnTo>
                  <a:lnTo>
                    <a:pt x="0" y="1270"/>
                  </a:lnTo>
                  <a:lnTo>
                    <a:pt x="0" y="7620"/>
                  </a:lnTo>
                  <a:lnTo>
                    <a:pt x="91427" y="7620"/>
                  </a:lnTo>
                  <a:lnTo>
                    <a:pt x="91427" y="1270"/>
                  </a:lnTo>
                  <a:lnTo>
                    <a:pt x="92710" y="1270"/>
                  </a:lnTo>
                  <a:lnTo>
                    <a:pt x="92710" y="0"/>
                  </a:lnTo>
                  <a:close/>
                </a:path>
              </a:pathLst>
            </a:custGeom>
            <a:solidFill>
              <a:srgbClr val="257200"/>
            </a:solidFill>
          </p:spPr>
          <p:txBody>
            <a:bodyPr wrap="square" lIns="0" tIns="0" rIns="0" bIns="0" rtlCol="0"/>
            <a:lstStyle/>
            <a:p/>
          </p:txBody>
        </p:sp>
        <p:sp>
          <p:nvSpPr>
            <p:cNvPr id="996" name="object 996"/>
            <p:cNvSpPr/>
            <p:nvPr/>
          </p:nvSpPr>
          <p:spPr>
            <a:xfrm>
              <a:off x="3011170" y="1301750"/>
              <a:ext cx="90170" cy="6350"/>
            </a:xfrm>
            <a:custGeom>
              <a:avLst/>
              <a:gdLst/>
              <a:ahLst/>
              <a:cxnLst/>
              <a:rect l="l" t="t" r="r" b="b"/>
              <a:pathLst>
                <a:path w="90169" h="6350">
                  <a:moveTo>
                    <a:pt x="90169" y="0"/>
                  </a:moveTo>
                  <a:lnTo>
                    <a:pt x="0" y="0"/>
                  </a:lnTo>
                  <a:lnTo>
                    <a:pt x="0" y="6350"/>
                  </a:lnTo>
                  <a:lnTo>
                    <a:pt x="90169" y="6350"/>
                  </a:lnTo>
                  <a:lnTo>
                    <a:pt x="90169" y="0"/>
                  </a:lnTo>
                  <a:close/>
                </a:path>
              </a:pathLst>
            </a:custGeom>
            <a:solidFill>
              <a:srgbClr val="267100"/>
            </a:solidFill>
          </p:spPr>
          <p:txBody>
            <a:bodyPr wrap="square" lIns="0" tIns="0" rIns="0" bIns="0" rtlCol="0"/>
            <a:lstStyle/>
            <a:p/>
          </p:txBody>
        </p:sp>
        <p:sp>
          <p:nvSpPr>
            <p:cNvPr id="997" name="object 997"/>
            <p:cNvSpPr/>
            <p:nvPr/>
          </p:nvSpPr>
          <p:spPr>
            <a:xfrm>
              <a:off x="3011170" y="1308100"/>
              <a:ext cx="88900" cy="7620"/>
            </a:xfrm>
            <a:custGeom>
              <a:avLst/>
              <a:gdLst/>
              <a:ahLst/>
              <a:cxnLst/>
              <a:rect l="l" t="t" r="r" b="b"/>
              <a:pathLst>
                <a:path w="88900" h="7619">
                  <a:moveTo>
                    <a:pt x="88900" y="0"/>
                  </a:moveTo>
                  <a:lnTo>
                    <a:pt x="0" y="0"/>
                  </a:lnTo>
                  <a:lnTo>
                    <a:pt x="0" y="7620"/>
                  </a:lnTo>
                  <a:lnTo>
                    <a:pt x="88900" y="7620"/>
                  </a:lnTo>
                  <a:lnTo>
                    <a:pt x="88900" y="0"/>
                  </a:lnTo>
                  <a:close/>
                </a:path>
              </a:pathLst>
            </a:custGeom>
            <a:solidFill>
              <a:srgbClr val="286F00"/>
            </a:solidFill>
          </p:spPr>
          <p:txBody>
            <a:bodyPr wrap="square" lIns="0" tIns="0" rIns="0" bIns="0" rtlCol="0"/>
            <a:lstStyle/>
            <a:p/>
          </p:txBody>
        </p:sp>
        <p:sp>
          <p:nvSpPr>
            <p:cNvPr id="998" name="object 998"/>
            <p:cNvSpPr/>
            <p:nvPr/>
          </p:nvSpPr>
          <p:spPr>
            <a:xfrm>
              <a:off x="3011170" y="1315720"/>
              <a:ext cx="87630" cy="7620"/>
            </a:xfrm>
            <a:custGeom>
              <a:avLst/>
              <a:gdLst/>
              <a:ahLst/>
              <a:cxnLst/>
              <a:rect l="l" t="t" r="r" b="b"/>
              <a:pathLst>
                <a:path w="87630" h="7619">
                  <a:moveTo>
                    <a:pt x="87630" y="0"/>
                  </a:moveTo>
                  <a:lnTo>
                    <a:pt x="0" y="0"/>
                  </a:lnTo>
                  <a:lnTo>
                    <a:pt x="0" y="7619"/>
                  </a:lnTo>
                  <a:lnTo>
                    <a:pt x="87630" y="7619"/>
                  </a:lnTo>
                  <a:lnTo>
                    <a:pt x="87630" y="0"/>
                  </a:lnTo>
                  <a:close/>
                </a:path>
              </a:pathLst>
            </a:custGeom>
            <a:solidFill>
              <a:srgbClr val="296E00"/>
            </a:solidFill>
          </p:spPr>
          <p:txBody>
            <a:bodyPr wrap="square" lIns="0" tIns="0" rIns="0" bIns="0" rtlCol="0"/>
            <a:lstStyle/>
            <a:p/>
          </p:txBody>
        </p:sp>
        <p:sp>
          <p:nvSpPr>
            <p:cNvPr id="999" name="object 999"/>
            <p:cNvSpPr/>
            <p:nvPr/>
          </p:nvSpPr>
          <p:spPr>
            <a:xfrm>
              <a:off x="3011170" y="1323340"/>
              <a:ext cx="87630" cy="6350"/>
            </a:xfrm>
            <a:custGeom>
              <a:avLst/>
              <a:gdLst/>
              <a:ahLst/>
              <a:cxnLst/>
              <a:rect l="l" t="t" r="r" b="b"/>
              <a:pathLst>
                <a:path w="87630" h="6350">
                  <a:moveTo>
                    <a:pt x="87630" y="0"/>
                  </a:moveTo>
                  <a:lnTo>
                    <a:pt x="0" y="0"/>
                  </a:lnTo>
                  <a:lnTo>
                    <a:pt x="0" y="6350"/>
                  </a:lnTo>
                  <a:lnTo>
                    <a:pt x="86360" y="6350"/>
                  </a:lnTo>
                  <a:lnTo>
                    <a:pt x="86360" y="5080"/>
                  </a:lnTo>
                  <a:lnTo>
                    <a:pt x="87630" y="5080"/>
                  </a:lnTo>
                  <a:lnTo>
                    <a:pt x="87630" y="0"/>
                  </a:lnTo>
                  <a:close/>
                </a:path>
              </a:pathLst>
            </a:custGeom>
            <a:solidFill>
              <a:srgbClr val="2A6D00"/>
            </a:solidFill>
          </p:spPr>
          <p:txBody>
            <a:bodyPr wrap="square" lIns="0" tIns="0" rIns="0" bIns="0" rtlCol="0"/>
            <a:lstStyle/>
            <a:p/>
          </p:txBody>
        </p:sp>
        <p:sp>
          <p:nvSpPr>
            <p:cNvPr id="1000" name="object 1000"/>
            <p:cNvSpPr/>
            <p:nvPr/>
          </p:nvSpPr>
          <p:spPr>
            <a:xfrm>
              <a:off x="3011170" y="1329690"/>
              <a:ext cx="86360" cy="7620"/>
            </a:xfrm>
            <a:custGeom>
              <a:avLst/>
              <a:gdLst/>
              <a:ahLst/>
              <a:cxnLst/>
              <a:rect l="l" t="t" r="r" b="b"/>
              <a:pathLst>
                <a:path w="86360" h="7619">
                  <a:moveTo>
                    <a:pt x="0" y="7620"/>
                  </a:moveTo>
                  <a:lnTo>
                    <a:pt x="0" y="0"/>
                  </a:lnTo>
                  <a:lnTo>
                    <a:pt x="86360" y="0"/>
                  </a:lnTo>
                  <a:lnTo>
                    <a:pt x="86360" y="7620"/>
                  </a:lnTo>
                  <a:lnTo>
                    <a:pt x="0" y="7620"/>
                  </a:lnTo>
                  <a:close/>
                </a:path>
              </a:pathLst>
            </a:custGeom>
            <a:solidFill>
              <a:srgbClr val="2B6C00"/>
            </a:solidFill>
          </p:spPr>
          <p:txBody>
            <a:bodyPr wrap="square" lIns="0" tIns="0" rIns="0" bIns="0" rtlCol="0"/>
            <a:lstStyle/>
            <a:p/>
          </p:txBody>
        </p:sp>
        <p:sp>
          <p:nvSpPr>
            <p:cNvPr id="1001" name="object 1001"/>
            <p:cNvSpPr/>
            <p:nvPr/>
          </p:nvSpPr>
          <p:spPr>
            <a:xfrm>
              <a:off x="3011170" y="1337310"/>
              <a:ext cx="86360" cy="7620"/>
            </a:xfrm>
            <a:custGeom>
              <a:avLst/>
              <a:gdLst/>
              <a:ahLst/>
              <a:cxnLst/>
              <a:rect l="l" t="t" r="r" b="b"/>
              <a:pathLst>
                <a:path w="86360" h="7619">
                  <a:moveTo>
                    <a:pt x="0" y="7619"/>
                  </a:moveTo>
                  <a:lnTo>
                    <a:pt x="0" y="0"/>
                  </a:lnTo>
                  <a:lnTo>
                    <a:pt x="86360" y="0"/>
                  </a:lnTo>
                  <a:lnTo>
                    <a:pt x="86360" y="7619"/>
                  </a:lnTo>
                  <a:lnTo>
                    <a:pt x="0" y="7619"/>
                  </a:lnTo>
                  <a:close/>
                </a:path>
              </a:pathLst>
            </a:custGeom>
            <a:solidFill>
              <a:srgbClr val="2C6B00"/>
            </a:solidFill>
          </p:spPr>
          <p:txBody>
            <a:bodyPr wrap="square" lIns="0" tIns="0" rIns="0" bIns="0" rtlCol="0"/>
            <a:lstStyle/>
            <a:p/>
          </p:txBody>
        </p:sp>
        <p:sp>
          <p:nvSpPr>
            <p:cNvPr id="1002" name="object 1002"/>
            <p:cNvSpPr/>
            <p:nvPr/>
          </p:nvSpPr>
          <p:spPr>
            <a:xfrm>
              <a:off x="3011170" y="1344930"/>
              <a:ext cx="86360" cy="6350"/>
            </a:xfrm>
            <a:custGeom>
              <a:avLst/>
              <a:gdLst/>
              <a:ahLst/>
              <a:cxnLst/>
              <a:rect l="l" t="t" r="r" b="b"/>
              <a:pathLst>
                <a:path w="86360" h="6350">
                  <a:moveTo>
                    <a:pt x="86360" y="0"/>
                  </a:moveTo>
                  <a:lnTo>
                    <a:pt x="0" y="0"/>
                  </a:lnTo>
                  <a:lnTo>
                    <a:pt x="0" y="6350"/>
                  </a:lnTo>
                  <a:lnTo>
                    <a:pt x="85089" y="6350"/>
                  </a:lnTo>
                  <a:lnTo>
                    <a:pt x="85089" y="2540"/>
                  </a:lnTo>
                  <a:lnTo>
                    <a:pt x="86360" y="2540"/>
                  </a:lnTo>
                  <a:lnTo>
                    <a:pt x="86360" y="0"/>
                  </a:lnTo>
                  <a:close/>
                </a:path>
              </a:pathLst>
            </a:custGeom>
            <a:solidFill>
              <a:srgbClr val="2D6A00"/>
            </a:solidFill>
          </p:spPr>
          <p:txBody>
            <a:bodyPr wrap="square" lIns="0" tIns="0" rIns="0" bIns="0" rtlCol="0"/>
            <a:lstStyle/>
            <a:p/>
          </p:txBody>
        </p:sp>
        <p:sp>
          <p:nvSpPr>
            <p:cNvPr id="1003" name="object 1003"/>
            <p:cNvSpPr/>
            <p:nvPr/>
          </p:nvSpPr>
          <p:spPr>
            <a:xfrm>
              <a:off x="3011170" y="135128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2F6800"/>
            </a:solidFill>
          </p:spPr>
          <p:txBody>
            <a:bodyPr wrap="square" lIns="0" tIns="0" rIns="0" bIns="0" rtlCol="0"/>
            <a:lstStyle/>
            <a:p/>
          </p:txBody>
        </p:sp>
        <p:sp>
          <p:nvSpPr>
            <p:cNvPr id="1004" name="object 1004"/>
            <p:cNvSpPr/>
            <p:nvPr/>
          </p:nvSpPr>
          <p:spPr>
            <a:xfrm>
              <a:off x="3011170" y="135890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306700"/>
            </a:solidFill>
          </p:spPr>
          <p:txBody>
            <a:bodyPr wrap="square" lIns="0" tIns="0" rIns="0" bIns="0" rtlCol="0"/>
            <a:lstStyle/>
            <a:p/>
          </p:txBody>
        </p:sp>
        <p:sp>
          <p:nvSpPr>
            <p:cNvPr id="1005" name="object 1005"/>
            <p:cNvSpPr/>
            <p:nvPr/>
          </p:nvSpPr>
          <p:spPr>
            <a:xfrm>
              <a:off x="3011170" y="1366520"/>
              <a:ext cx="85090" cy="7620"/>
            </a:xfrm>
            <a:custGeom>
              <a:avLst/>
              <a:gdLst/>
              <a:ahLst/>
              <a:cxnLst/>
              <a:rect l="l" t="t" r="r" b="b"/>
              <a:pathLst>
                <a:path w="85089" h="7619">
                  <a:moveTo>
                    <a:pt x="0" y="7619"/>
                  </a:moveTo>
                  <a:lnTo>
                    <a:pt x="0" y="0"/>
                  </a:lnTo>
                  <a:lnTo>
                    <a:pt x="85089" y="0"/>
                  </a:lnTo>
                  <a:lnTo>
                    <a:pt x="85089" y="7619"/>
                  </a:lnTo>
                  <a:lnTo>
                    <a:pt x="0" y="7619"/>
                  </a:lnTo>
                  <a:close/>
                </a:path>
              </a:pathLst>
            </a:custGeom>
            <a:solidFill>
              <a:srgbClr val="316600"/>
            </a:solidFill>
          </p:spPr>
          <p:txBody>
            <a:bodyPr wrap="square" lIns="0" tIns="0" rIns="0" bIns="0" rtlCol="0"/>
            <a:lstStyle/>
            <a:p/>
          </p:txBody>
        </p:sp>
        <p:sp>
          <p:nvSpPr>
            <p:cNvPr id="1006" name="object 1006"/>
            <p:cNvSpPr/>
            <p:nvPr/>
          </p:nvSpPr>
          <p:spPr>
            <a:xfrm>
              <a:off x="3011170" y="137414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336600"/>
            </a:solidFill>
          </p:spPr>
          <p:txBody>
            <a:bodyPr wrap="square" lIns="0" tIns="0" rIns="0" bIns="0" rtlCol="0"/>
            <a:lstStyle/>
            <a:p/>
          </p:txBody>
        </p:sp>
        <p:sp>
          <p:nvSpPr>
            <p:cNvPr id="1007" name="object 1007"/>
            <p:cNvSpPr/>
            <p:nvPr/>
          </p:nvSpPr>
          <p:spPr>
            <a:xfrm>
              <a:off x="3011170" y="138049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336400"/>
            </a:solidFill>
          </p:spPr>
          <p:txBody>
            <a:bodyPr wrap="square" lIns="0" tIns="0" rIns="0" bIns="0" rtlCol="0"/>
            <a:lstStyle/>
            <a:p/>
          </p:txBody>
        </p:sp>
        <p:sp>
          <p:nvSpPr>
            <p:cNvPr id="1008" name="object 1008"/>
            <p:cNvSpPr/>
            <p:nvPr/>
          </p:nvSpPr>
          <p:spPr>
            <a:xfrm>
              <a:off x="3011170" y="1388110"/>
              <a:ext cx="85090" cy="7620"/>
            </a:xfrm>
            <a:custGeom>
              <a:avLst/>
              <a:gdLst/>
              <a:ahLst/>
              <a:cxnLst/>
              <a:rect l="l" t="t" r="r" b="b"/>
              <a:pathLst>
                <a:path w="85089" h="7619">
                  <a:moveTo>
                    <a:pt x="85089" y="0"/>
                  </a:moveTo>
                  <a:lnTo>
                    <a:pt x="0" y="0"/>
                  </a:lnTo>
                  <a:lnTo>
                    <a:pt x="0" y="5079"/>
                  </a:lnTo>
                  <a:lnTo>
                    <a:pt x="85089" y="5079"/>
                  </a:lnTo>
                  <a:lnTo>
                    <a:pt x="85089" y="0"/>
                  </a:lnTo>
                  <a:close/>
                </a:path>
                <a:path w="85089" h="7619">
                  <a:moveTo>
                    <a:pt x="83819" y="5080"/>
                  </a:moveTo>
                  <a:lnTo>
                    <a:pt x="0" y="5080"/>
                  </a:lnTo>
                  <a:lnTo>
                    <a:pt x="0" y="7619"/>
                  </a:lnTo>
                  <a:lnTo>
                    <a:pt x="83819" y="7619"/>
                  </a:lnTo>
                  <a:lnTo>
                    <a:pt x="83819" y="5080"/>
                  </a:lnTo>
                  <a:close/>
                </a:path>
              </a:pathLst>
            </a:custGeom>
            <a:solidFill>
              <a:srgbClr val="346300"/>
            </a:solidFill>
          </p:spPr>
          <p:txBody>
            <a:bodyPr wrap="square" lIns="0" tIns="0" rIns="0" bIns="0" rtlCol="0"/>
            <a:lstStyle/>
            <a:p/>
          </p:txBody>
        </p:sp>
        <p:sp>
          <p:nvSpPr>
            <p:cNvPr id="1009" name="object 1009"/>
            <p:cNvSpPr/>
            <p:nvPr/>
          </p:nvSpPr>
          <p:spPr>
            <a:xfrm>
              <a:off x="3011170" y="139573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366100"/>
            </a:solidFill>
          </p:spPr>
          <p:txBody>
            <a:bodyPr wrap="square" lIns="0" tIns="0" rIns="0" bIns="0" rtlCol="0"/>
            <a:lstStyle/>
            <a:p/>
          </p:txBody>
        </p:sp>
        <p:sp>
          <p:nvSpPr>
            <p:cNvPr id="1010" name="object 1010"/>
            <p:cNvSpPr/>
            <p:nvPr/>
          </p:nvSpPr>
          <p:spPr>
            <a:xfrm>
              <a:off x="3011170" y="14020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376000"/>
            </a:solidFill>
          </p:spPr>
          <p:txBody>
            <a:bodyPr wrap="square" lIns="0" tIns="0" rIns="0" bIns="0" rtlCol="0"/>
            <a:lstStyle/>
            <a:p/>
          </p:txBody>
        </p:sp>
        <p:sp>
          <p:nvSpPr>
            <p:cNvPr id="1011" name="object 1011"/>
            <p:cNvSpPr/>
            <p:nvPr/>
          </p:nvSpPr>
          <p:spPr>
            <a:xfrm>
              <a:off x="3011170" y="140970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385F00"/>
            </a:solidFill>
          </p:spPr>
          <p:txBody>
            <a:bodyPr wrap="square" lIns="0" tIns="0" rIns="0" bIns="0" rtlCol="0"/>
            <a:lstStyle/>
            <a:p/>
          </p:txBody>
        </p:sp>
        <p:sp>
          <p:nvSpPr>
            <p:cNvPr id="1012" name="object 1012"/>
            <p:cNvSpPr/>
            <p:nvPr/>
          </p:nvSpPr>
          <p:spPr>
            <a:xfrm>
              <a:off x="3011170" y="141732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395E00"/>
            </a:solidFill>
          </p:spPr>
          <p:txBody>
            <a:bodyPr wrap="square" lIns="0" tIns="0" rIns="0" bIns="0" rtlCol="0"/>
            <a:lstStyle/>
            <a:p/>
          </p:txBody>
        </p:sp>
        <p:sp>
          <p:nvSpPr>
            <p:cNvPr id="1013" name="object 1013"/>
            <p:cNvSpPr/>
            <p:nvPr/>
          </p:nvSpPr>
          <p:spPr>
            <a:xfrm>
              <a:off x="3011170" y="14236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3A5D00"/>
            </a:solidFill>
          </p:spPr>
          <p:txBody>
            <a:bodyPr wrap="square" lIns="0" tIns="0" rIns="0" bIns="0" rtlCol="0"/>
            <a:lstStyle/>
            <a:p/>
          </p:txBody>
        </p:sp>
        <p:sp>
          <p:nvSpPr>
            <p:cNvPr id="1014" name="object 1014"/>
            <p:cNvSpPr/>
            <p:nvPr/>
          </p:nvSpPr>
          <p:spPr>
            <a:xfrm>
              <a:off x="3011170" y="14312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3B5C00"/>
            </a:solidFill>
          </p:spPr>
          <p:txBody>
            <a:bodyPr wrap="square" lIns="0" tIns="0" rIns="0" bIns="0" rtlCol="0"/>
            <a:lstStyle/>
            <a:p/>
          </p:txBody>
        </p:sp>
        <p:sp>
          <p:nvSpPr>
            <p:cNvPr id="1015" name="object 1015"/>
            <p:cNvSpPr/>
            <p:nvPr/>
          </p:nvSpPr>
          <p:spPr>
            <a:xfrm>
              <a:off x="3011170" y="14389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3D5A00"/>
            </a:solidFill>
          </p:spPr>
          <p:txBody>
            <a:bodyPr wrap="square" lIns="0" tIns="0" rIns="0" bIns="0" rtlCol="0"/>
            <a:lstStyle/>
            <a:p/>
          </p:txBody>
        </p:sp>
        <p:sp>
          <p:nvSpPr>
            <p:cNvPr id="1016" name="object 1016"/>
            <p:cNvSpPr/>
            <p:nvPr/>
          </p:nvSpPr>
          <p:spPr>
            <a:xfrm>
              <a:off x="3011170" y="14452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3E5900"/>
            </a:solidFill>
          </p:spPr>
          <p:txBody>
            <a:bodyPr wrap="square" lIns="0" tIns="0" rIns="0" bIns="0" rtlCol="0"/>
            <a:lstStyle/>
            <a:p/>
          </p:txBody>
        </p:sp>
        <p:sp>
          <p:nvSpPr>
            <p:cNvPr id="1017" name="object 1017"/>
            <p:cNvSpPr/>
            <p:nvPr/>
          </p:nvSpPr>
          <p:spPr>
            <a:xfrm>
              <a:off x="3011170" y="14528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3F5800"/>
            </a:solidFill>
          </p:spPr>
          <p:txBody>
            <a:bodyPr wrap="square" lIns="0" tIns="0" rIns="0" bIns="0" rtlCol="0"/>
            <a:lstStyle/>
            <a:p/>
          </p:txBody>
        </p:sp>
        <p:sp>
          <p:nvSpPr>
            <p:cNvPr id="1018" name="object 1018"/>
            <p:cNvSpPr/>
            <p:nvPr/>
          </p:nvSpPr>
          <p:spPr>
            <a:xfrm>
              <a:off x="3011170" y="14605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05700"/>
            </a:solidFill>
          </p:spPr>
          <p:txBody>
            <a:bodyPr wrap="square" lIns="0" tIns="0" rIns="0" bIns="0" rtlCol="0"/>
            <a:lstStyle/>
            <a:p/>
          </p:txBody>
        </p:sp>
        <p:sp>
          <p:nvSpPr>
            <p:cNvPr id="1019" name="object 1019"/>
            <p:cNvSpPr/>
            <p:nvPr/>
          </p:nvSpPr>
          <p:spPr>
            <a:xfrm>
              <a:off x="3011170" y="14668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15600"/>
            </a:solidFill>
          </p:spPr>
          <p:txBody>
            <a:bodyPr wrap="square" lIns="0" tIns="0" rIns="0" bIns="0" rtlCol="0"/>
            <a:lstStyle/>
            <a:p/>
          </p:txBody>
        </p:sp>
        <p:sp>
          <p:nvSpPr>
            <p:cNvPr id="1020" name="object 1020"/>
            <p:cNvSpPr/>
            <p:nvPr/>
          </p:nvSpPr>
          <p:spPr>
            <a:xfrm>
              <a:off x="3011170" y="14744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35400"/>
            </a:solidFill>
          </p:spPr>
          <p:txBody>
            <a:bodyPr wrap="square" lIns="0" tIns="0" rIns="0" bIns="0" rtlCol="0"/>
            <a:lstStyle/>
            <a:p/>
          </p:txBody>
        </p:sp>
        <p:sp>
          <p:nvSpPr>
            <p:cNvPr id="1021" name="object 1021"/>
            <p:cNvSpPr/>
            <p:nvPr/>
          </p:nvSpPr>
          <p:spPr>
            <a:xfrm>
              <a:off x="3011170" y="14820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45300"/>
            </a:solidFill>
          </p:spPr>
          <p:txBody>
            <a:bodyPr wrap="square" lIns="0" tIns="0" rIns="0" bIns="0" rtlCol="0"/>
            <a:lstStyle/>
            <a:p/>
          </p:txBody>
        </p:sp>
        <p:sp>
          <p:nvSpPr>
            <p:cNvPr id="1022" name="object 1022"/>
            <p:cNvSpPr/>
            <p:nvPr/>
          </p:nvSpPr>
          <p:spPr>
            <a:xfrm>
              <a:off x="3011170" y="14897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55200"/>
            </a:solidFill>
          </p:spPr>
          <p:txBody>
            <a:bodyPr wrap="square" lIns="0" tIns="0" rIns="0" bIns="0" rtlCol="0"/>
            <a:lstStyle/>
            <a:p/>
          </p:txBody>
        </p:sp>
        <p:sp>
          <p:nvSpPr>
            <p:cNvPr id="1023" name="object 1023"/>
            <p:cNvSpPr/>
            <p:nvPr/>
          </p:nvSpPr>
          <p:spPr>
            <a:xfrm>
              <a:off x="3011170" y="14960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65100"/>
            </a:solidFill>
          </p:spPr>
          <p:txBody>
            <a:bodyPr wrap="square" lIns="0" tIns="0" rIns="0" bIns="0" rtlCol="0"/>
            <a:lstStyle/>
            <a:p/>
          </p:txBody>
        </p:sp>
        <p:sp>
          <p:nvSpPr>
            <p:cNvPr id="1024" name="object 1024"/>
            <p:cNvSpPr/>
            <p:nvPr/>
          </p:nvSpPr>
          <p:spPr>
            <a:xfrm>
              <a:off x="3011170" y="15036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75000"/>
            </a:solidFill>
          </p:spPr>
          <p:txBody>
            <a:bodyPr wrap="square" lIns="0" tIns="0" rIns="0" bIns="0" rtlCol="0"/>
            <a:lstStyle/>
            <a:p/>
          </p:txBody>
        </p:sp>
        <p:sp>
          <p:nvSpPr>
            <p:cNvPr id="1025" name="object 1025"/>
            <p:cNvSpPr/>
            <p:nvPr/>
          </p:nvSpPr>
          <p:spPr>
            <a:xfrm>
              <a:off x="3011170" y="15113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84F00"/>
            </a:solidFill>
          </p:spPr>
          <p:txBody>
            <a:bodyPr wrap="square" lIns="0" tIns="0" rIns="0" bIns="0" rtlCol="0"/>
            <a:lstStyle/>
            <a:p/>
          </p:txBody>
        </p:sp>
        <p:sp>
          <p:nvSpPr>
            <p:cNvPr id="1026" name="object 1026"/>
            <p:cNvSpPr/>
            <p:nvPr/>
          </p:nvSpPr>
          <p:spPr>
            <a:xfrm>
              <a:off x="3011170" y="15176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A4D00"/>
            </a:solidFill>
          </p:spPr>
          <p:txBody>
            <a:bodyPr wrap="square" lIns="0" tIns="0" rIns="0" bIns="0" rtlCol="0"/>
            <a:lstStyle/>
            <a:p/>
          </p:txBody>
        </p:sp>
        <p:sp>
          <p:nvSpPr>
            <p:cNvPr id="1027" name="object 1027"/>
            <p:cNvSpPr/>
            <p:nvPr/>
          </p:nvSpPr>
          <p:spPr>
            <a:xfrm>
              <a:off x="3011170" y="15252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B4C00"/>
            </a:solidFill>
          </p:spPr>
          <p:txBody>
            <a:bodyPr wrap="square" lIns="0" tIns="0" rIns="0" bIns="0" rtlCol="0"/>
            <a:lstStyle/>
            <a:p/>
          </p:txBody>
        </p:sp>
        <p:sp>
          <p:nvSpPr>
            <p:cNvPr id="1028" name="object 1028"/>
            <p:cNvSpPr/>
            <p:nvPr/>
          </p:nvSpPr>
          <p:spPr>
            <a:xfrm>
              <a:off x="3011170" y="15328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C4B00"/>
            </a:solidFill>
          </p:spPr>
          <p:txBody>
            <a:bodyPr wrap="square" lIns="0" tIns="0" rIns="0" bIns="0" rtlCol="0"/>
            <a:lstStyle/>
            <a:p/>
          </p:txBody>
        </p:sp>
        <p:sp>
          <p:nvSpPr>
            <p:cNvPr id="1029" name="object 1029"/>
            <p:cNvSpPr/>
            <p:nvPr/>
          </p:nvSpPr>
          <p:spPr>
            <a:xfrm>
              <a:off x="3011170" y="15392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D4A00"/>
            </a:solidFill>
          </p:spPr>
          <p:txBody>
            <a:bodyPr wrap="square" lIns="0" tIns="0" rIns="0" bIns="0" rtlCol="0"/>
            <a:lstStyle/>
            <a:p/>
          </p:txBody>
        </p:sp>
        <p:sp>
          <p:nvSpPr>
            <p:cNvPr id="1030" name="object 1030"/>
            <p:cNvSpPr/>
            <p:nvPr/>
          </p:nvSpPr>
          <p:spPr>
            <a:xfrm>
              <a:off x="3011170" y="15468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E4900"/>
            </a:solidFill>
          </p:spPr>
          <p:txBody>
            <a:bodyPr wrap="square" lIns="0" tIns="0" rIns="0" bIns="0" rtlCol="0"/>
            <a:lstStyle/>
            <a:p/>
          </p:txBody>
        </p:sp>
        <p:sp>
          <p:nvSpPr>
            <p:cNvPr id="1031" name="object 1031"/>
            <p:cNvSpPr/>
            <p:nvPr/>
          </p:nvSpPr>
          <p:spPr>
            <a:xfrm>
              <a:off x="3011170" y="15544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F4800"/>
            </a:solidFill>
          </p:spPr>
          <p:txBody>
            <a:bodyPr wrap="square" lIns="0" tIns="0" rIns="0" bIns="0" rtlCol="0"/>
            <a:lstStyle/>
            <a:p/>
          </p:txBody>
        </p:sp>
        <p:sp>
          <p:nvSpPr>
            <p:cNvPr id="1032" name="object 1032"/>
            <p:cNvSpPr/>
            <p:nvPr/>
          </p:nvSpPr>
          <p:spPr>
            <a:xfrm>
              <a:off x="3011170" y="15608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14600"/>
            </a:solidFill>
          </p:spPr>
          <p:txBody>
            <a:bodyPr wrap="square" lIns="0" tIns="0" rIns="0" bIns="0" rtlCol="0"/>
            <a:lstStyle/>
            <a:p/>
          </p:txBody>
        </p:sp>
        <p:sp>
          <p:nvSpPr>
            <p:cNvPr id="1033" name="object 1033"/>
            <p:cNvSpPr/>
            <p:nvPr/>
          </p:nvSpPr>
          <p:spPr>
            <a:xfrm>
              <a:off x="3011170" y="15684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24500"/>
            </a:solidFill>
          </p:spPr>
          <p:txBody>
            <a:bodyPr wrap="square" lIns="0" tIns="0" rIns="0" bIns="0" rtlCol="0"/>
            <a:lstStyle/>
            <a:p/>
          </p:txBody>
        </p:sp>
        <p:sp>
          <p:nvSpPr>
            <p:cNvPr id="1034" name="object 1034"/>
            <p:cNvSpPr/>
            <p:nvPr/>
          </p:nvSpPr>
          <p:spPr>
            <a:xfrm>
              <a:off x="3011170" y="15760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34400"/>
            </a:solidFill>
          </p:spPr>
          <p:txBody>
            <a:bodyPr wrap="square" lIns="0" tIns="0" rIns="0" bIns="0" rtlCol="0"/>
            <a:lstStyle/>
            <a:p/>
          </p:txBody>
        </p:sp>
        <p:sp>
          <p:nvSpPr>
            <p:cNvPr id="1035" name="object 1035"/>
            <p:cNvSpPr/>
            <p:nvPr/>
          </p:nvSpPr>
          <p:spPr>
            <a:xfrm>
              <a:off x="3011170" y="15836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44300"/>
            </a:solidFill>
          </p:spPr>
          <p:txBody>
            <a:bodyPr wrap="square" lIns="0" tIns="0" rIns="0" bIns="0" rtlCol="0"/>
            <a:lstStyle/>
            <a:p/>
          </p:txBody>
        </p:sp>
        <p:sp>
          <p:nvSpPr>
            <p:cNvPr id="1036" name="object 1036"/>
            <p:cNvSpPr/>
            <p:nvPr/>
          </p:nvSpPr>
          <p:spPr>
            <a:xfrm>
              <a:off x="3011170" y="15900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54200"/>
            </a:solidFill>
          </p:spPr>
          <p:txBody>
            <a:bodyPr wrap="square" lIns="0" tIns="0" rIns="0" bIns="0" rtlCol="0"/>
            <a:lstStyle/>
            <a:p/>
          </p:txBody>
        </p:sp>
        <p:sp>
          <p:nvSpPr>
            <p:cNvPr id="1037" name="object 1037"/>
            <p:cNvSpPr/>
            <p:nvPr/>
          </p:nvSpPr>
          <p:spPr>
            <a:xfrm>
              <a:off x="3011170" y="15976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64100"/>
            </a:solidFill>
          </p:spPr>
          <p:txBody>
            <a:bodyPr wrap="square" lIns="0" tIns="0" rIns="0" bIns="0" rtlCol="0"/>
            <a:lstStyle/>
            <a:p/>
          </p:txBody>
        </p:sp>
        <p:sp>
          <p:nvSpPr>
            <p:cNvPr id="1038" name="object 1038"/>
            <p:cNvSpPr/>
            <p:nvPr/>
          </p:nvSpPr>
          <p:spPr>
            <a:xfrm>
              <a:off x="3011170" y="16052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83F00"/>
            </a:solidFill>
          </p:spPr>
          <p:txBody>
            <a:bodyPr wrap="square" lIns="0" tIns="0" rIns="0" bIns="0" rtlCol="0"/>
            <a:lstStyle/>
            <a:p/>
          </p:txBody>
        </p:sp>
        <p:sp>
          <p:nvSpPr>
            <p:cNvPr id="1039" name="object 1039"/>
            <p:cNvSpPr/>
            <p:nvPr/>
          </p:nvSpPr>
          <p:spPr>
            <a:xfrm>
              <a:off x="3011170" y="16116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93E00"/>
            </a:solidFill>
          </p:spPr>
          <p:txBody>
            <a:bodyPr wrap="square" lIns="0" tIns="0" rIns="0" bIns="0" rtlCol="0"/>
            <a:lstStyle/>
            <a:p/>
          </p:txBody>
        </p:sp>
        <p:sp>
          <p:nvSpPr>
            <p:cNvPr id="1040" name="object 1040"/>
            <p:cNvSpPr/>
            <p:nvPr/>
          </p:nvSpPr>
          <p:spPr>
            <a:xfrm>
              <a:off x="3011170" y="16192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A3D00"/>
            </a:solidFill>
          </p:spPr>
          <p:txBody>
            <a:bodyPr wrap="square" lIns="0" tIns="0" rIns="0" bIns="0" rtlCol="0"/>
            <a:lstStyle/>
            <a:p/>
          </p:txBody>
        </p:sp>
        <p:sp>
          <p:nvSpPr>
            <p:cNvPr id="1041" name="object 1041"/>
            <p:cNvSpPr/>
            <p:nvPr/>
          </p:nvSpPr>
          <p:spPr>
            <a:xfrm>
              <a:off x="3011170" y="162687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B3C00"/>
            </a:solidFill>
          </p:spPr>
          <p:txBody>
            <a:bodyPr wrap="square" lIns="0" tIns="0" rIns="0" bIns="0" rtlCol="0"/>
            <a:lstStyle/>
            <a:p/>
          </p:txBody>
        </p:sp>
        <p:sp>
          <p:nvSpPr>
            <p:cNvPr id="1042" name="object 1042"/>
            <p:cNvSpPr/>
            <p:nvPr/>
          </p:nvSpPr>
          <p:spPr>
            <a:xfrm>
              <a:off x="3011170" y="163322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C3B00"/>
            </a:solidFill>
          </p:spPr>
          <p:txBody>
            <a:bodyPr wrap="square" lIns="0" tIns="0" rIns="0" bIns="0" rtlCol="0"/>
            <a:lstStyle/>
            <a:p/>
          </p:txBody>
        </p:sp>
        <p:sp>
          <p:nvSpPr>
            <p:cNvPr id="1043" name="object 1043"/>
            <p:cNvSpPr/>
            <p:nvPr/>
          </p:nvSpPr>
          <p:spPr>
            <a:xfrm>
              <a:off x="3011170" y="16408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D3A00"/>
            </a:solidFill>
          </p:spPr>
          <p:txBody>
            <a:bodyPr wrap="square" lIns="0" tIns="0" rIns="0" bIns="0" rtlCol="0"/>
            <a:lstStyle/>
            <a:p/>
          </p:txBody>
        </p:sp>
        <p:sp>
          <p:nvSpPr>
            <p:cNvPr id="1044" name="object 1044"/>
            <p:cNvSpPr/>
            <p:nvPr/>
          </p:nvSpPr>
          <p:spPr>
            <a:xfrm>
              <a:off x="3011170" y="164846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F3800"/>
            </a:solidFill>
          </p:spPr>
          <p:txBody>
            <a:bodyPr wrap="square" lIns="0" tIns="0" rIns="0" bIns="0" rtlCol="0"/>
            <a:lstStyle/>
            <a:p/>
          </p:txBody>
        </p:sp>
        <p:sp>
          <p:nvSpPr>
            <p:cNvPr id="1045" name="object 1045"/>
            <p:cNvSpPr/>
            <p:nvPr/>
          </p:nvSpPr>
          <p:spPr>
            <a:xfrm>
              <a:off x="3011170" y="165481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603700"/>
            </a:solidFill>
          </p:spPr>
          <p:txBody>
            <a:bodyPr wrap="square" lIns="0" tIns="0" rIns="0" bIns="0" rtlCol="0"/>
            <a:lstStyle/>
            <a:p/>
          </p:txBody>
        </p:sp>
        <p:sp>
          <p:nvSpPr>
            <p:cNvPr id="1046" name="object 1046"/>
            <p:cNvSpPr/>
            <p:nvPr/>
          </p:nvSpPr>
          <p:spPr>
            <a:xfrm>
              <a:off x="3011170" y="16624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13600"/>
            </a:solidFill>
          </p:spPr>
          <p:txBody>
            <a:bodyPr wrap="square" lIns="0" tIns="0" rIns="0" bIns="0" rtlCol="0"/>
            <a:lstStyle/>
            <a:p/>
          </p:txBody>
        </p:sp>
        <p:sp>
          <p:nvSpPr>
            <p:cNvPr id="1047" name="object 1047"/>
            <p:cNvSpPr/>
            <p:nvPr/>
          </p:nvSpPr>
          <p:spPr>
            <a:xfrm>
              <a:off x="3011170" y="16700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23500"/>
            </a:solidFill>
          </p:spPr>
          <p:txBody>
            <a:bodyPr wrap="square" lIns="0" tIns="0" rIns="0" bIns="0" rtlCol="0"/>
            <a:lstStyle/>
            <a:p/>
          </p:txBody>
        </p:sp>
      </p:grpSp>
      <p:grpSp>
        <p:nvGrpSpPr>
          <p:cNvPr id="1048" name="object 1048"/>
          <p:cNvGrpSpPr/>
          <p:nvPr/>
        </p:nvGrpSpPr>
        <p:grpSpPr>
          <a:xfrm>
            <a:off x="3388359" y="855980"/>
            <a:ext cx="205740" cy="834390"/>
            <a:chOff x="3388359" y="855980"/>
            <a:chExt cx="205740" cy="834390"/>
          </a:xfrm>
        </p:grpSpPr>
        <p:sp>
          <p:nvSpPr>
            <p:cNvPr id="1049" name="object 1049"/>
            <p:cNvSpPr/>
            <p:nvPr/>
          </p:nvSpPr>
          <p:spPr>
            <a:xfrm>
              <a:off x="3388360" y="855979"/>
              <a:ext cx="83820" cy="15240"/>
            </a:xfrm>
            <a:custGeom>
              <a:avLst/>
              <a:gdLst/>
              <a:ahLst/>
              <a:cxnLst/>
              <a:rect l="l" t="t" r="r" b="b"/>
              <a:pathLst>
                <a:path w="83820" h="15240">
                  <a:moveTo>
                    <a:pt x="83820" y="0"/>
                  </a:moveTo>
                  <a:lnTo>
                    <a:pt x="0" y="0"/>
                  </a:lnTo>
                  <a:lnTo>
                    <a:pt x="0" y="6350"/>
                  </a:lnTo>
                  <a:lnTo>
                    <a:pt x="0" y="15240"/>
                  </a:lnTo>
                  <a:lnTo>
                    <a:pt x="83820" y="15240"/>
                  </a:lnTo>
                  <a:lnTo>
                    <a:pt x="83820" y="6350"/>
                  </a:lnTo>
                  <a:lnTo>
                    <a:pt x="83820" y="0"/>
                  </a:lnTo>
                  <a:close/>
                </a:path>
              </a:pathLst>
            </a:custGeom>
            <a:solidFill>
              <a:srgbClr val="009800"/>
            </a:solidFill>
          </p:spPr>
          <p:txBody>
            <a:bodyPr wrap="square" lIns="0" tIns="0" rIns="0" bIns="0" rtlCol="0"/>
            <a:lstStyle/>
            <a:p/>
          </p:txBody>
        </p:sp>
        <p:sp>
          <p:nvSpPr>
            <p:cNvPr id="1050" name="object 1050"/>
            <p:cNvSpPr/>
            <p:nvPr/>
          </p:nvSpPr>
          <p:spPr>
            <a:xfrm>
              <a:off x="3388359" y="8712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09700"/>
            </a:solidFill>
          </p:spPr>
          <p:txBody>
            <a:bodyPr wrap="square" lIns="0" tIns="0" rIns="0" bIns="0" rtlCol="0"/>
            <a:lstStyle/>
            <a:p/>
          </p:txBody>
        </p:sp>
        <p:sp>
          <p:nvSpPr>
            <p:cNvPr id="1051" name="object 1051"/>
            <p:cNvSpPr/>
            <p:nvPr/>
          </p:nvSpPr>
          <p:spPr>
            <a:xfrm>
              <a:off x="3388359" y="87884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19600"/>
            </a:solidFill>
          </p:spPr>
          <p:txBody>
            <a:bodyPr wrap="square" lIns="0" tIns="0" rIns="0" bIns="0" rtlCol="0"/>
            <a:lstStyle/>
            <a:p/>
          </p:txBody>
        </p:sp>
        <p:sp>
          <p:nvSpPr>
            <p:cNvPr id="1052" name="object 1052"/>
            <p:cNvSpPr/>
            <p:nvPr/>
          </p:nvSpPr>
          <p:spPr>
            <a:xfrm>
              <a:off x="3388359" y="8877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29500"/>
            </a:solidFill>
          </p:spPr>
          <p:txBody>
            <a:bodyPr wrap="square" lIns="0" tIns="0" rIns="0" bIns="0" rtlCol="0"/>
            <a:lstStyle/>
            <a:p/>
          </p:txBody>
        </p:sp>
        <p:sp>
          <p:nvSpPr>
            <p:cNvPr id="1053" name="object 1053"/>
            <p:cNvSpPr/>
            <p:nvPr/>
          </p:nvSpPr>
          <p:spPr>
            <a:xfrm>
              <a:off x="3388359" y="8953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39400"/>
            </a:solidFill>
          </p:spPr>
          <p:txBody>
            <a:bodyPr wrap="square" lIns="0" tIns="0" rIns="0" bIns="0" rtlCol="0"/>
            <a:lstStyle/>
            <a:p/>
          </p:txBody>
        </p:sp>
        <p:sp>
          <p:nvSpPr>
            <p:cNvPr id="1054" name="object 1054"/>
            <p:cNvSpPr/>
            <p:nvPr/>
          </p:nvSpPr>
          <p:spPr>
            <a:xfrm>
              <a:off x="3388359" y="90297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49300"/>
            </a:solidFill>
          </p:spPr>
          <p:txBody>
            <a:bodyPr wrap="square" lIns="0" tIns="0" rIns="0" bIns="0" rtlCol="0"/>
            <a:lstStyle/>
            <a:p/>
          </p:txBody>
        </p:sp>
        <p:sp>
          <p:nvSpPr>
            <p:cNvPr id="1055" name="object 1055"/>
            <p:cNvSpPr/>
            <p:nvPr/>
          </p:nvSpPr>
          <p:spPr>
            <a:xfrm>
              <a:off x="3388359" y="91186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59200"/>
            </a:solidFill>
          </p:spPr>
          <p:txBody>
            <a:bodyPr wrap="square" lIns="0" tIns="0" rIns="0" bIns="0" rtlCol="0"/>
            <a:lstStyle/>
            <a:p/>
          </p:txBody>
        </p:sp>
        <p:sp>
          <p:nvSpPr>
            <p:cNvPr id="1056" name="object 1056"/>
            <p:cNvSpPr/>
            <p:nvPr/>
          </p:nvSpPr>
          <p:spPr>
            <a:xfrm>
              <a:off x="3388359" y="9207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69100"/>
            </a:solidFill>
          </p:spPr>
          <p:txBody>
            <a:bodyPr wrap="square" lIns="0" tIns="0" rIns="0" bIns="0" rtlCol="0"/>
            <a:lstStyle/>
            <a:p/>
          </p:txBody>
        </p:sp>
        <p:sp>
          <p:nvSpPr>
            <p:cNvPr id="1057" name="object 1057"/>
            <p:cNvSpPr/>
            <p:nvPr/>
          </p:nvSpPr>
          <p:spPr>
            <a:xfrm>
              <a:off x="3388359" y="92837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79000"/>
            </a:solidFill>
          </p:spPr>
          <p:txBody>
            <a:bodyPr wrap="square" lIns="0" tIns="0" rIns="0" bIns="0" rtlCol="0"/>
            <a:lstStyle/>
            <a:p/>
          </p:txBody>
        </p:sp>
        <p:sp>
          <p:nvSpPr>
            <p:cNvPr id="1058" name="object 1058"/>
            <p:cNvSpPr/>
            <p:nvPr/>
          </p:nvSpPr>
          <p:spPr>
            <a:xfrm>
              <a:off x="3388359" y="93599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88F00"/>
            </a:solidFill>
          </p:spPr>
          <p:txBody>
            <a:bodyPr wrap="square" lIns="0" tIns="0" rIns="0" bIns="0" rtlCol="0"/>
            <a:lstStyle/>
            <a:p/>
          </p:txBody>
        </p:sp>
        <p:sp>
          <p:nvSpPr>
            <p:cNvPr id="1059" name="object 1059"/>
            <p:cNvSpPr/>
            <p:nvPr/>
          </p:nvSpPr>
          <p:spPr>
            <a:xfrm>
              <a:off x="3388359" y="94488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98E00"/>
            </a:solidFill>
          </p:spPr>
          <p:txBody>
            <a:bodyPr wrap="square" lIns="0" tIns="0" rIns="0" bIns="0" rtlCol="0"/>
            <a:lstStyle/>
            <a:p/>
          </p:txBody>
        </p:sp>
        <p:sp>
          <p:nvSpPr>
            <p:cNvPr id="1060" name="object 1060"/>
            <p:cNvSpPr/>
            <p:nvPr/>
          </p:nvSpPr>
          <p:spPr>
            <a:xfrm>
              <a:off x="3388359" y="95250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A8D00"/>
            </a:solidFill>
          </p:spPr>
          <p:txBody>
            <a:bodyPr wrap="square" lIns="0" tIns="0" rIns="0" bIns="0" rtlCol="0"/>
            <a:lstStyle/>
            <a:p/>
          </p:txBody>
        </p:sp>
        <p:sp>
          <p:nvSpPr>
            <p:cNvPr id="1061" name="object 1061"/>
            <p:cNvSpPr/>
            <p:nvPr/>
          </p:nvSpPr>
          <p:spPr>
            <a:xfrm>
              <a:off x="3388359" y="96139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B8C00"/>
            </a:solidFill>
          </p:spPr>
          <p:txBody>
            <a:bodyPr wrap="square" lIns="0" tIns="0" rIns="0" bIns="0" rtlCol="0"/>
            <a:lstStyle/>
            <a:p/>
          </p:txBody>
        </p:sp>
        <p:sp>
          <p:nvSpPr>
            <p:cNvPr id="1062" name="object 1062"/>
            <p:cNvSpPr/>
            <p:nvPr/>
          </p:nvSpPr>
          <p:spPr>
            <a:xfrm>
              <a:off x="3388359" y="96901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C8B00"/>
            </a:solidFill>
          </p:spPr>
          <p:txBody>
            <a:bodyPr wrap="square" lIns="0" tIns="0" rIns="0" bIns="0" rtlCol="0"/>
            <a:lstStyle/>
            <a:p/>
          </p:txBody>
        </p:sp>
        <p:sp>
          <p:nvSpPr>
            <p:cNvPr id="1063" name="object 1063"/>
            <p:cNvSpPr/>
            <p:nvPr/>
          </p:nvSpPr>
          <p:spPr>
            <a:xfrm>
              <a:off x="3388359" y="97790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D8A00"/>
            </a:solidFill>
          </p:spPr>
          <p:txBody>
            <a:bodyPr wrap="square" lIns="0" tIns="0" rIns="0" bIns="0" rtlCol="0"/>
            <a:lstStyle/>
            <a:p/>
          </p:txBody>
        </p:sp>
        <p:sp>
          <p:nvSpPr>
            <p:cNvPr id="1064" name="object 1064"/>
            <p:cNvSpPr/>
            <p:nvPr/>
          </p:nvSpPr>
          <p:spPr>
            <a:xfrm>
              <a:off x="3388359" y="9855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E8900"/>
            </a:solidFill>
          </p:spPr>
          <p:txBody>
            <a:bodyPr wrap="square" lIns="0" tIns="0" rIns="0" bIns="0" rtlCol="0"/>
            <a:lstStyle/>
            <a:p/>
          </p:txBody>
        </p:sp>
        <p:sp>
          <p:nvSpPr>
            <p:cNvPr id="1065" name="object 1065"/>
            <p:cNvSpPr/>
            <p:nvPr/>
          </p:nvSpPr>
          <p:spPr>
            <a:xfrm>
              <a:off x="3388359" y="99314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0F8800"/>
            </a:solidFill>
          </p:spPr>
          <p:txBody>
            <a:bodyPr wrap="square" lIns="0" tIns="0" rIns="0" bIns="0" rtlCol="0"/>
            <a:lstStyle/>
            <a:p/>
          </p:txBody>
        </p:sp>
        <p:sp>
          <p:nvSpPr>
            <p:cNvPr id="1066" name="object 1066"/>
            <p:cNvSpPr/>
            <p:nvPr/>
          </p:nvSpPr>
          <p:spPr>
            <a:xfrm>
              <a:off x="3388359" y="10020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08700"/>
            </a:solidFill>
          </p:spPr>
          <p:txBody>
            <a:bodyPr wrap="square" lIns="0" tIns="0" rIns="0" bIns="0" rtlCol="0"/>
            <a:lstStyle/>
            <a:p/>
          </p:txBody>
        </p:sp>
        <p:sp>
          <p:nvSpPr>
            <p:cNvPr id="1067" name="object 1067"/>
            <p:cNvSpPr/>
            <p:nvPr/>
          </p:nvSpPr>
          <p:spPr>
            <a:xfrm>
              <a:off x="3388359" y="100965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118600"/>
            </a:solidFill>
          </p:spPr>
          <p:txBody>
            <a:bodyPr wrap="square" lIns="0" tIns="0" rIns="0" bIns="0" rtlCol="0"/>
            <a:lstStyle/>
            <a:p/>
          </p:txBody>
        </p:sp>
        <p:sp>
          <p:nvSpPr>
            <p:cNvPr id="1068" name="object 1068"/>
            <p:cNvSpPr/>
            <p:nvPr/>
          </p:nvSpPr>
          <p:spPr>
            <a:xfrm>
              <a:off x="3388359" y="101854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28500"/>
            </a:solidFill>
          </p:spPr>
          <p:txBody>
            <a:bodyPr wrap="square" lIns="0" tIns="0" rIns="0" bIns="0" rtlCol="0"/>
            <a:lstStyle/>
            <a:p/>
          </p:txBody>
        </p:sp>
        <p:sp>
          <p:nvSpPr>
            <p:cNvPr id="1069" name="object 1069"/>
            <p:cNvSpPr/>
            <p:nvPr/>
          </p:nvSpPr>
          <p:spPr>
            <a:xfrm>
              <a:off x="3388359" y="102616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138400"/>
            </a:solidFill>
          </p:spPr>
          <p:txBody>
            <a:bodyPr wrap="square" lIns="0" tIns="0" rIns="0" bIns="0" rtlCol="0"/>
            <a:lstStyle/>
            <a:p/>
          </p:txBody>
        </p:sp>
        <p:sp>
          <p:nvSpPr>
            <p:cNvPr id="1070" name="object 1070"/>
            <p:cNvSpPr/>
            <p:nvPr/>
          </p:nvSpPr>
          <p:spPr>
            <a:xfrm>
              <a:off x="3388359" y="10350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48300"/>
            </a:solidFill>
          </p:spPr>
          <p:txBody>
            <a:bodyPr wrap="square" lIns="0" tIns="0" rIns="0" bIns="0" rtlCol="0"/>
            <a:lstStyle/>
            <a:p/>
          </p:txBody>
        </p:sp>
        <p:sp>
          <p:nvSpPr>
            <p:cNvPr id="1071" name="object 1071"/>
            <p:cNvSpPr/>
            <p:nvPr/>
          </p:nvSpPr>
          <p:spPr>
            <a:xfrm>
              <a:off x="3388359" y="1042670"/>
              <a:ext cx="83820" cy="8890"/>
            </a:xfrm>
            <a:custGeom>
              <a:avLst/>
              <a:gdLst/>
              <a:ahLst/>
              <a:cxnLst/>
              <a:rect l="l" t="t" r="r" b="b"/>
              <a:pathLst>
                <a:path w="83820" h="8890">
                  <a:moveTo>
                    <a:pt x="0" y="0"/>
                  </a:moveTo>
                  <a:lnTo>
                    <a:pt x="83820" y="0"/>
                  </a:lnTo>
                  <a:lnTo>
                    <a:pt x="83820" y="8889"/>
                  </a:lnTo>
                  <a:lnTo>
                    <a:pt x="0" y="8889"/>
                  </a:lnTo>
                  <a:lnTo>
                    <a:pt x="0" y="0"/>
                  </a:lnTo>
                  <a:close/>
                </a:path>
              </a:pathLst>
            </a:custGeom>
            <a:solidFill>
              <a:srgbClr val="158200"/>
            </a:solidFill>
          </p:spPr>
          <p:txBody>
            <a:bodyPr wrap="square" lIns="0" tIns="0" rIns="0" bIns="0" rtlCol="0"/>
            <a:lstStyle/>
            <a:p/>
          </p:txBody>
        </p:sp>
        <p:sp>
          <p:nvSpPr>
            <p:cNvPr id="1072" name="object 1072"/>
            <p:cNvSpPr/>
            <p:nvPr/>
          </p:nvSpPr>
          <p:spPr>
            <a:xfrm>
              <a:off x="3388360" y="1051559"/>
              <a:ext cx="134620" cy="7620"/>
            </a:xfrm>
            <a:custGeom>
              <a:avLst/>
              <a:gdLst/>
              <a:ahLst/>
              <a:cxnLst/>
              <a:rect l="l" t="t" r="r" b="b"/>
              <a:pathLst>
                <a:path w="134620" h="7619">
                  <a:moveTo>
                    <a:pt x="83820" y="0"/>
                  </a:moveTo>
                  <a:lnTo>
                    <a:pt x="0" y="0"/>
                  </a:lnTo>
                  <a:lnTo>
                    <a:pt x="0" y="6350"/>
                  </a:lnTo>
                  <a:lnTo>
                    <a:pt x="83820" y="6350"/>
                  </a:lnTo>
                  <a:lnTo>
                    <a:pt x="83820" y="0"/>
                  </a:lnTo>
                  <a:close/>
                </a:path>
                <a:path w="134620" h="7619">
                  <a:moveTo>
                    <a:pt x="120650" y="6350"/>
                  </a:moveTo>
                  <a:lnTo>
                    <a:pt x="115570" y="6350"/>
                  </a:lnTo>
                  <a:lnTo>
                    <a:pt x="115570" y="7620"/>
                  </a:lnTo>
                  <a:lnTo>
                    <a:pt x="120650" y="7620"/>
                  </a:lnTo>
                  <a:lnTo>
                    <a:pt x="120650" y="6350"/>
                  </a:lnTo>
                  <a:close/>
                </a:path>
                <a:path w="134620" h="7619">
                  <a:moveTo>
                    <a:pt x="134620" y="6350"/>
                  </a:moveTo>
                  <a:lnTo>
                    <a:pt x="129540" y="6350"/>
                  </a:lnTo>
                  <a:lnTo>
                    <a:pt x="129540" y="7620"/>
                  </a:lnTo>
                  <a:lnTo>
                    <a:pt x="134620" y="7620"/>
                  </a:lnTo>
                  <a:lnTo>
                    <a:pt x="134620" y="6350"/>
                  </a:lnTo>
                  <a:close/>
                </a:path>
              </a:pathLst>
            </a:custGeom>
            <a:solidFill>
              <a:srgbClr val="168100"/>
            </a:solidFill>
          </p:spPr>
          <p:txBody>
            <a:bodyPr wrap="square" lIns="0" tIns="0" rIns="0" bIns="0" rtlCol="0"/>
            <a:lstStyle/>
            <a:p/>
          </p:txBody>
        </p:sp>
        <p:sp>
          <p:nvSpPr>
            <p:cNvPr id="1073" name="object 1073"/>
            <p:cNvSpPr/>
            <p:nvPr/>
          </p:nvSpPr>
          <p:spPr>
            <a:xfrm>
              <a:off x="3388359" y="1059180"/>
              <a:ext cx="147320" cy="7620"/>
            </a:xfrm>
            <a:custGeom>
              <a:avLst/>
              <a:gdLst/>
              <a:ahLst/>
              <a:cxnLst/>
              <a:rect l="l" t="t" r="r" b="b"/>
              <a:pathLst>
                <a:path w="147320" h="7619">
                  <a:moveTo>
                    <a:pt x="83820" y="6350"/>
                  </a:moveTo>
                  <a:lnTo>
                    <a:pt x="0" y="6350"/>
                  </a:lnTo>
                  <a:lnTo>
                    <a:pt x="0" y="7620"/>
                  </a:lnTo>
                  <a:lnTo>
                    <a:pt x="83820" y="7620"/>
                  </a:lnTo>
                  <a:lnTo>
                    <a:pt x="83820" y="6350"/>
                  </a:lnTo>
                  <a:close/>
                </a:path>
                <a:path w="147320" h="7619">
                  <a:moveTo>
                    <a:pt x="147320" y="6350"/>
                  </a:moveTo>
                  <a:lnTo>
                    <a:pt x="101600" y="6350"/>
                  </a:lnTo>
                  <a:lnTo>
                    <a:pt x="101600" y="7620"/>
                  </a:lnTo>
                  <a:lnTo>
                    <a:pt x="147320" y="7620"/>
                  </a:lnTo>
                  <a:lnTo>
                    <a:pt x="147320" y="6350"/>
                  </a:lnTo>
                  <a:close/>
                </a:path>
                <a:path w="147320" h="7619">
                  <a:moveTo>
                    <a:pt x="104139" y="5079"/>
                  </a:moveTo>
                  <a:lnTo>
                    <a:pt x="102869" y="5079"/>
                  </a:lnTo>
                  <a:lnTo>
                    <a:pt x="102869" y="6350"/>
                  </a:lnTo>
                  <a:lnTo>
                    <a:pt x="104139" y="6350"/>
                  </a:lnTo>
                  <a:lnTo>
                    <a:pt x="104139" y="5079"/>
                  </a:lnTo>
                  <a:close/>
                </a:path>
                <a:path w="147320" h="7619">
                  <a:moveTo>
                    <a:pt x="146049" y="5079"/>
                  </a:moveTo>
                  <a:lnTo>
                    <a:pt x="143510" y="5079"/>
                  </a:lnTo>
                  <a:lnTo>
                    <a:pt x="143510" y="6350"/>
                  </a:lnTo>
                  <a:lnTo>
                    <a:pt x="146049" y="6350"/>
                  </a:lnTo>
                  <a:lnTo>
                    <a:pt x="146049" y="5079"/>
                  </a:lnTo>
                  <a:close/>
                </a:path>
                <a:path w="147320" h="7619">
                  <a:moveTo>
                    <a:pt x="107950" y="2539"/>
                  </a:moveTo>
                  <a:lnTo>
                    <a:pt x="105410" y="2539"/>
                  </a:lnTo>
                  <a:lnTo>
                    <a:pt x="105410" y="5079"/>
                  </a:lnTo>
                  <a:lnTo>
                    <a:pt x="142239" y="5079"/>
                  </a:lnTo>
                  <a:lnTo>
                    <a:pt x="142239" y="3810"/>
                  </a:lnTo>
                  <a:lnTo>
                    <a:pt x="107950" y="3810"/>
                  </a:lnTo>
                  <a:lnTo>
                    <a:pt x="107950" y="2539"/>
                  </a:lnTo>
                  <a:close/>
                </a:path>
                <a:path w="147320" h="7619">
                  <a:moveTo>
                    <a:pt x="142239" y="2539"/>
                  </a:moveTo>
                  <a:lnTo>
                    <a:pt x="139700" y="2539"/>
                  </a:lnTo>
                  <a:lnTo>
                    <a:pt x="139700" y="3810"/>
                  </a:lnTo>
                  <a:lnTo>
                    <a:pt x="142239" y="3810"/>
                  </a:lnTo>
                  <a:lnTo>
                    <a:pt x="142239" y="2539"/>
                  </a:lnTo>
                  <a:close/>
                </a:path>
                <a:path w="147320" h="7619">
                  <a:moveTo>
                    <a:pt x="138430" y="0"/>
                  </a:moveTo>
                  <a:lnTo>
                    <a:pt x="111760" y="0"/>
                  </a:lnTo>
                  <a:lnTo>
                    <a:pt x="111760" y="2539"/>
                  </a:lnTo>
                  <a:lnTo>
                    <a:pt x="138430" y="2539"/>
                  </a:lnTo>
                  <a:lnTo>
                    <a:pt x="138430" y="0"/>
                  </a:lnTo>
                  <a:close/>
                </a:path>
                <a:path w="147320" h="7619">
                  <a:moveTo>
                    <a:pt x="83820" y="3810"/>
                  </a:moveTo>
                  <a:lnTo>
                    <a:pt x="0" y="3810"/>
                  </a:lnTo>
                  <a:lnTo>
                    <a:pt x="0" y="5079"/>
                  </a:lnTo>
                  <a:lnTo>
                    <a:pt x="83820" y="5079"/>
                  </a:lnTo>
                  <a:lnTo>
                    <a:pt x="83820" y="3810"/>
                  </a:lnTo>
                  <a:close/>
                </a:path>
                <a:path w="147320" h="7619">
                  <a:moveTo>
                    <a:pt x="83820" y="0"/>
                  </a:moveTo>
                  <a:lnTo>
                    <a:pt x="0" y="0"/>
                  </a:lnTo>
                  <a:lnTo>
                    <a:pt x="0" y="2539"/>
                  </a:lnTo>
                  <a:lnTo>
                    <a:pt x="83820" y="2539"/>
                  </a:lnTo>
                  <a:lnTo>
                    <a:pt x="83820" y="0"/>
                  </a:lnTo>
                  <a:close/>
                </a:path>
              </a:pathLst>
            </a:custGeom>
            <a:solidFill>
              <a:srgbClr val="178000"/>
            </a:solidFill>
          </p:spPr>
          <p:txBody>
            <a:bodyPr wrap="square" lIns="0" tIns="0" rIns="0" bIns="0" rtlCol="0"/>
            <a:lstStyle/>
            <a:p/>
          </p:txBody>
        </p:sp>
        <p:sp>
          <p:nvSpPr>
            <p:cNvPr id="1074" name="object 1074"/>
            <p:cNvSpPr/>
            <p:nvPr/>
          </p:nvSpPr>
          <p:spPr>
            <a:xfrm>
              <a:off x="3388359" y="1066800"/>
              <a:ext cx="156210" cy="8890"/>
            </a:xfrm>
            <a:custGeom>
              <a:avLst/>
              <a:gdLst/>
              <a:ahLst/>
              <a:cxnLst/>
              <a:rect l="l" t="t" r="r" b="b"/>
              <a:pathLst>
                <a:path w="156210" h="8890">
                  <a:moveTo>
                    <a:pt x="95250" y="7619"/>
                  </a:moveTo>
                  <a:lnTo>
                    <a:pt x="93979" y="7619"/>
                  </a:lnTo>
                  <a:lnTo>
                    <a:pt x="93979" y="8889"/>
                  </a:lnTo>
                  <a:lnTo>
                    <a:pt x="95250" y="8889"/>
                  </a:lnTo>
                  <a:lnTo>
                    <a:pt x="95250" y="7619"/>
                  </a:lnTo>
                  <a:close/>
                </a:path>
                <a:path w="156210" h="8890">
                  <a:moveTo>
                    <a:pt x="156209" y="7619"/>
                  </a:moveTo>
                  <a:lnTo>
                    <a:pt x="154939" y="7619"/>
                  </a:lnTo>
                  <a:lnTo>
                    <a:pt x="154939" y="8889"/>
                  </a:lnTo>
                  <a:lnTo>
                    <a:pt x="156210" y="8889"/>
                  </a:lnTo>
                  <a:lnTo>
                    <a:pt x="156209" y="7619"/>
                  </a:lnTo>
                  <a:close/>
                </a:path>
                <a:path w="156210" h="8890">
                  <a:moveTo>
                    <a:pt x="153669" y="5079"/>
                  </a:moveTo>
                  <a:lnTo>
                    <a:pt x="96519" y="5079"/>
                  </a:lnTo>
                  <a:lnTo>
                    <a:pt x="96519" y="7619"/>
                  </a:lnTo>
                  <a:lnTo>
                    <a:pt x="153669" y="7619"/>
                  </a:lnTo>
                  <a:lnTo>
                    <a:pt x="153669" y="5079"/>
                  </a:lnTo>
                  <a:close/>
                </a:path>
                <a:path w="156210" h="8890">
                  <a:moveTo>
                    <a:pt x="99060" y="3809"/>
                  </a:moveTo>
                  <a:lnTo>
                    <a:pt x="97789" y="3809"/>
                  </a:lnTo>
                  <a:lnTo>
                    <a:pt x="97789" y="5079"/>
                  </a:lnTo>
                  <a:lnTo>
                    <a:pt x="99060" y="5079"/>
                  </a:lnTo>
                  <a:lnTo>
                    <a:pt x="99060" y="3809"/>
                  </a:lnTo>
                  <a:close/>
                </a:path>
                <a:path w="156210" h="8890">
                  <a:moveTo>
                    <a:pt x="152400" y="3809"/>
                  </a:moveTo>
                  <a:lnTo>
                    <a:pt x="151130" y="3809"/>
                  </a:lnTo>
                  <a:lnTo>
                    <a:pt x="151130" y="5079"/>
                  </a:lnTo>
                  <a:lnTo>
                    <a:pt x="152400" y="5079"/>
                  </a:lnTo>
                  <a:lnTo>
                    <a:pt x="152400" y="3809"/>
                  </a:lnTo>
                  <a:close/>
                </a:path>
                <a:path w="156210" h="8890">
                  <a:moveTo>
                    <a:pt x="100329" y="1269"/>
                  </a:moveTo>
                  <a:lnTo>
                    <a:pt x="99060" y="1269"/>
                  </a:lnTo>
                  <a:lnTo>
                    <a:pt x="99060" y="3809"/>
                  </a:lnTo>
                  <a:lnTo>
                    <a:pt x="149860" y="3809"/>
                  </a:lnTo>
                  <a:lnTo>
                    <a:pt x="149860" y="2539"/>
                  </a:lnTo>
                  <a:lnTo>
                    <a:pt x="100329" y="2539"/>
                  </a:lnTo>
                  <a:lnTo>
                    <a:pt x="100329" y="1269"/>
                  </a:lnTo>
                  <a:close/>
                </a:path>
                <a:path w="156210" h="8890">
                  <a:moveTo>
                    <a:pt x="149860" y="1269"/>
                  </a:moveTo>
                  <a:lnTo>
                    <a:pt x="148589" y="1269"/>
                  </a:lnTo>
                  <a:lnTo>
                    <a:pt x="148589" y="2539"/>
                  </a:lnTo>
                  <a:lnTo>
                    <a:pt x="149860" y="2539"/>
                  </a:lnTo>
                  <a:lnTo>
                    <a:pt x="149860" y="1269"/>
                  </a:lnTo>
                  <a:close/>
                </a:path>
                <a:path w="156210" h="8890">
                  <a:moveTo>
                    <a:pt x="147320" y="0"/>
                  </a:moveTo>
                  <a:lnTo>
                    <a:pt x="101600" y="0"/>
                  </a:lnTo>
                  <a:lnTo>
                    <a:pt x="101600" y="1269"/>
                  </a:lnTo>
                  <a:lnTo>
                    <a:pt x="147320" y="1269"/>
                  </a:lnTo>
                  <a:lnTo>
                    <a:pt x="147320" y="0"/>
                  </a:lnTo>
                  <a:close/>
                </a:path>
                <a:path w="156210" h="8890">
                  <a:moveTo>
                    <a:pt x="83820" y="5079"/>
                  </a:moveTo>
                  <a:lnTo>
                    <a:pt x="0" y="5079"/>
                  </a:lnTo>
                  <a:lnTo>
                    <a:pt x="0" y="7619"/>
                  </a:lnTo>
                  <a:lnTo>
                    <a:pt x="83820" y="7619"/>
                  </a:lnTo>
                  <a:lnTo>
                    <a:pt x="83820" y="5079"/>
                  </a:lnTo>
                  <a:close/>
                </a:path>
                <a:path w="156210" h="8890">
                  <a:moveTo>
                    <a:pt x="83820" y="2539"/>
                  </a:moveTo>
                  <a:lnTo>
                    <a:pt x="0" y="2539"/>
                  </a:lnTo>
                  <a:lnTo>
                    <a:pt x="0" y="3809"/>
                  </a:lnTo>
                  <a:lnTo>
                    <a:pt x="83820" y="3809"/>
                  </a:lnTo>
                  <a:lnTo>
                    <a:pt x="83820" y="2539"/>
                  </a:lnTo>
                  <a:close/>
                </a:path>
                <a:path w="156210" h="8890">
                  <a:moveTo>
                    <a:pt x="83820" y="0"/>
                  </a:moveTo>
                  <a:lnTo>
                    <a:pt x="0" y="0"/>
                  </a:lnTo>
                  <a:lnTo>
                    <a:pt x="0" y="1269"/>
                  </a:lnTo>
                  <a:lnTo>
                    <a:pt x="83820" y="1269"/>
                  </a:lnTo>
                  <a:lnTo>
                    <a:pt x="83820" y="0"/>
                  </a:lnTo>
                  <a:close/>
                </a:path>
              </a:pathLst>
            </a:custGeom>
            <a:solidFill>
              <a:srgbClr val="187F00"/>
            </a:solidFill>
          </p:spPr>
          <p:txBody>
            <a:bodyPr wrap="square" lIns="0" tIns="0" rIns="0" bIns="0" rtlCol="0"/>
            <a:lstStyle/>
            <a:p/>
          </p:txBody>
        </p:sp>
        <p:sp>
          <p:nvSpPr>
            <p:cNvPr id="1075" name="object 1075"/>
            <p:cNvSpPr/>
            <p:nvPr/>
          </p:nvSpPr>
          <p:spPr>
            <a:xfrm>
              <a:off x="3388359" y="1075690"/>
              <a:ext cx="160020" cy="8890"/>
            </a:xfrm>
            <a:custGeom>
              <a:avLst/>
              <a:gdLst/>
              <a:ahLst/>
              <a:cxnLst/>
              <a:rect l="l" t="t" r="r" b="b"/>
              <a:pathLst>
                <a:path w="160020" h="8890">
                  <a:moveTo>
                    <a:pt x="88900" y="7619"/>
                  </a:moveTo>
                  <a:lnTo>
                    <a:pt x="87629" y="7619"/>
                  </a:lnTo>
                  <a:lnTo>
                    <a:pt x="87629" y="8889"/>
                  </a:lnTo>
                  <a:lnTo>
                    <a:pt x="88900" y="8889"/>
                  </a:lnTo>
                  <a:lnTo>
                    <a:pt x="88900" y="7619"/>
                  </a:lnTo>
                  <a:close/>
                </a:path>
                <a:path w="160020" h="8890">
                  <a:moveTo>
                    <a:pt x="90169" y="5079"/>
                  </a:moveTo>
                  <a:lnTo>
                    <a:pt x="88900" y="5079"/>
                  </a:lnTo>
                  <a:lnTo>
                    <a:pt x="88900" y="7619"/>
                  </a:lnTo>
                  <a:lnTo>
                    <a:pt x="160020" y="7619"/>
                  </a:lnTo>
                  <a:lnTo>
                    <a:pt x="160020" y="6350"/>
                  </a:lnTo>
                  <a:lnTo>
                    <a:pt x="90169" y="6350"/>
                  </a:lnTo>
                  <a:lnTo>
                    <a:pt x="90169" y="5079"/>
                  </a:lnTo>
                  <a:close/>
                </a:path>
                <a:path w="160020" h="8890">
                  <a:moveTo>
                    <a:pt x="92710" y="1269"/>
                  </a:moveTo>
                  <a:lnTo>
                    <a:pt x="91439" y="1269"/>
                  </a:lnTo>
                  <a:lnTo>
                    <a:pt x="91439" y="5079"/>
                  </a:lnTo>
                  <a:lnTo>
                    <a:pt x="158750" y="5079"/>
                  </a:lnTo>
                  <a:lnTo>
                    <a:pt x="158750" y="2539"/>
                  </a:lnTo>
                  <a:lnTo>
                    <a:pt x="92710" y="2539"/>
                  </a:lnTo>
                  <a:lnTo>
                    <a:pt x="92710" y="1269"/>
                  </a:lnTo>
                  <a:close/>
                </a:path>
                <a:path w="160020" h="8890">
                  <a:moveTo>
                    <a:pt x="157479" y="1269"/>
                  </a:moveTo>
                  <a:lnTo>
                    <a:pt x="156210" y="1269"/>
                  </a:lnTo>
                  <a:lnTo>
                    <a:pt x="156210" y="2539"/>
                  </a:lnTo>
                  <a:lnTo>
                    <a:pt x="157479" y="2539"/>
                  </a:lnTo>
                  <a:lnTo>
                    <a:pt x="157479" y="1269"/>
                  </a:lnTo>
                  <a:close/>
                </a:path>
                <a:path w="160020" h="8890">
                  <a:moveTo>
                    <a:pt x="156210" y="0"/>
                  </a:moveTo>
                  <a:lnTo>
                    <a:pt x="93979" y="0"/>
                  </a:lnTo>
                  <a:lnTo>
                    <a:pt x="93979" y="1269"/>
                  </a:lnTo>
                  <a:lnTo>
                    <a:pt x="156210" y="1269"/>
                  </a:lnTo>
                  <a:lnTo>
                    <a:pt x="156210" y="0"/>
                  </a:lnTo>
                  <a:close/>
                </a:path>
                <a:path w="160020" h="8890">
                  <a:moveTo>
                    <a:pt x="83820" y="6350"/>
                  </a:moveTo>
                  <a:lnTo>
                    <a:pt x="0" y="6350"/>
                  </a:lnTo>
                  <a:lnTo>
                    <a:pt x="0" y="7619"/>
                  </a:lnTo>
                  <a:lnTo>
                    <a:pt x="83820" y="7619"/>
                  </a:lnTo>
                  <a:lnTo>
                    <a:pt x="83820" y="6350"/>
                  </a:lnTo>
                  <a:close/>
                </a:path>
                <a:path w="160020" h="8890">
                  <a:moveTo>
                    <a:pt x="83820" y="2539"/>
                  </a:moveTo>
                  <a:lnTo>
                    <a:pt x="0" y="2539"/>
                  </a:lnTo>
                  <a:lnTo>
                    <a:pt x="0" y="5079"/>
                  </a:lnTo>
                  <a:lnTo>
                    <a:pt x="83820" y="5079"/>
                  </a:lnTo>
                  <a:lnTo>
                    <a:pt x="83820" y="2539"/>
                  </a:lnTo>
                  <a:close/>
                </a:path>
                <a:path w="160020" h="8890">
                  <a:moveTo>
                    <a:pt x="83820" y="0"/>
                  </a:moveTo>
                  <a:lnTo>
                    <a:pt x="0" y="0"/>
                  </a:lnTo>
                  <a:lnTo>
                    <a:pt x="0" y="1269"/>
                  </a:lnTo>
                  <a:lnTo>
                    <a:pt x="83820" y="1269"/>
                  </a:lnTo>
                  <a:lnTo>
                    <a:pt x="83820" y="0"/>
                  </a:lnTo>
                  <a:close/>
                </a:path>
              </a:pathLst>
            </a:custGeom>
            <a:solidFill>
              <a:srgbClr val="197E00"/>
            </a:solidFill>
          </p:spPr>
          <p:txBody>
            <a:bodyPr wrap="square" lIns="0" tIns="0" rIns="0" bIns="0" rtlCol="0"/>
            <a:lstStyle/>
            <a:p/>
          </p:txBody>
        </p:sp>
        <p:sp>
          <p:nvSpPr>
            <p:cNvPr id="1076" name="object 1076"/>
            <p:cNvSpPr/>
            <p:nvPr/>
          </p:nvSpPr>
          <p:spPr>
            <a:xfrm>
              <a:off x="3388360" y="1084579"/>
              <a:ext cx="165100" cy="7620"/>
            </a:xfrm>
            <a:custGeom>
              <a:avLst/>
              <a:gdLst/>
              <a:ahLst/>
              <a:cxnLst/>
              <a:rect l="l" t="t" r="r" b="b"/>
              <a:pathLst>
                <a:path w="165100" h="7619">
                  <a:moveTo>
                    <a:pt x="165100" y="6350"/>
                  </a:moveTo>
                  <a:lnTo>
                    <a:pt x="163830" y="6350"/>
                  </a:lnTo>
                  <a:lnTo>
                    <a:pt x="163830" y="3810"/>
                  </a:lnTo>
                  <a:lnTo>
                    <a:pt x="162547" y="3810"/>
                  </a:lnTo>
                  <a:lnTo>
                    <a:pt x="162547" y="2540"/>
                  </a:lnTo>
                  <a:lnTo>
                    <a:pt x="162560" y="0"/>
                  </a:lnTo>
                  <a:lnTo>
                    <a:pt x="85090" y="0"/>
                  </a:lnTo>
                  <a:lnTo>
                    <a:pt x="85090" y="2540"/>
                  </a:lnTo>
                  <a:lnTo>
                    <a:pt x="83820" y="2540"/>
                  </a:lnTo>
                  <a:lnTo>
                    <a:pt x="83820" y="3810"/>
                  </a:lnTo>
                  <a:lnTo>
                    <a:pt x="82550" y="3810"/>
                  </a:lnTo>
                  <a:lnTo>
                    <a:pt x="82550" y="2540"/>
                  </a:lnTo>
                  <a:lnTo>
                    <a:pt x="83820" y="2540"/>
                  </a:lnTo>
                  <a:lnTo>
                    <a:pt x="83820" y="0"/>
                  </a:lnTo>
                  <a:lnTo>
                    <a:pt x="0" y="0"/>
                  </a:lnTo>
                  <a:lnTo>
                    <a:pt x="0" y="2540"/>
                  </a:lnTo>
                  <a:lnTo>
                    <a:pt x="0" y="3810"/>
                  </a:lnTo>
                  <a:lnTo>
                    <a:pt x="0" y="6350"/>
                  </a:lnTo>
                  <a:lnTo>
                    <a:pt x="0" y="7620"/>
                  </a:lnTo>
                  <a:lnTo>
                    <a:pt x="165100" y="7620"/>
                  </a:lnTo>
                  <a:lnTo>
                    <a:pt x="165100" y="6350"/>
                  </a:lnTo>
                  <a:close/>
                </a:path>
              </a:pathLst>
            </a:custGeom>
            <a:solidFill>
              <a:srgbClr val="1A7D00"/>
            </a:solidFill>
          </p:spPr>
          <p:txBody>
            <a:bodyPr wrap="square" lIns="0" tIns="0" rIns="0" bIns="0" rtlCol="0"/>
            <a:lstStyle/>
            <a:p/>
          </p:txBody>
        </p:sp>
        <p:sp>
          <p:nvSpPr>
            <p:cNvPr id="1077" name="object 1077"/>
            <p:cNvSpPr/>
            <p:nvPr/>
          </p:nvSpPr>
          <p:spPr>
            <a:xfrm>
              <a:off x="3388360" y="1092199"/>
              <a:ext cx="168910" cy="7620"/>
            </a:xfrm>
            <a:custGeom>
              <a:avLst/>
              <a:gdLst/>
              <a:ahLst/>
              <a:cxnLst/>
              <a:rect l="l" t="t" r="r" b="b"/>
              <a:pathLst>
                <a:path w="168910" h="7619">
                  <a:moveTo>
                    <a:pt x="168910" y="5080"/>
                  </a:moveTo>
                  <a:lnTo>
                    <a:pt x="167640" y="5080"/>
                  </a:lnTo>
                  <a:lnTo>
                    <a:pt x="167640" y="3810"/>
                  </a:lnTo>
                  <a:lnTo>
                    <a:pt x="166370" y="3810"/>
                  </a:lnTo>
                  <a:lnTo>
                    <a:pt x="166370" y="1270"/>
                  </a:lnTo>
                  <a:lnTo>
                    <a:pt x="165100" y="1270"/>
                  </a:lnTo>
                  <a:lnTo>
                    <a:pt x="165100" y="0"/>
                  </a:lnTo>
                  <a:lnTo>
                    <a:pt x="0" y="0"/>
                  </a:lnTo>
                  <a:lnTo>
                    <a:pt x="0" y="1270"/>
                  </a:lnTo>
                  <a:lnTo>
                    <a:pt x="0" y="3810"/>
                  </a:lnTo>
                  <a:lnTo>
                    <a:pt x="0" y="5080"/>
                  </a:lnTo>
                  <a:lnTo>
                    <a:pt x="0" y="7620"/>
                  </a:lnTo>
                  <a:lnTo>
                    <a:pt x="168910" y="7620"/>
                  </a:lnTo>
                  <a:lnTo>
                    <a:pt x="168910" y="5080"/>
                  </a:lnTo>
                  <a:close/>
                </a:path>
              </a:pathLst>
            </a:custGeom>
            <a:solidFill>
              <a:srgbClr val="1B7C00"/>
            </a:solidFill>
          </p:spPr>
          <p:txBody>
            <a:bodyPr wrap="square" lIns="0" tIns="0" rIns="0" bIns="0" rtlCol="0"/>
            <a:lstStyle/>
            <a:p/>
          </p:txBody>
        </p:sp>
        <p:sp>
          <p:nvSpPr>
            <p:cNvPr id="1078" name="object 1078"/>
            <p:cNvSpPr/>
            <p:nvPr/>
          </p:nvSpPr>
          <p:spPr>
            <a:xfrm>
              <a:off x="3388360" y="1099819"/>
              <a:ext cx="172720" cy="8890"/>
            </a:xfrm>
            <a:custGeom>
              <a:avLst/>
              <a:gdLst/>
              <a:ahLst/>
              <a:cxnLst/>
              <a:rect l="l" t="t" r="r" b="b"/>
              <a:pathLst>
                <a:path w="172720" h="8890">
                  <a:moveTo>
                    <a:pt x="172720" y="6350"/>
                  </a:moveTo>
                  <a:lnTo>
                    <a:pt x="171450" y="6350"/>
                  </a:lnTo>
                  <a:lnTo>
                    <a:pt x="171450" y="2540"/>
                  </a:lnTo>
                  <a:lnTo>
                    <a:pt x="170180" y="2540"/>
                  </a:lnTo>
                  <a:lnTo>
                    <a:pt x="170180" y="0"/>
                  </a:lnTo>
                  <a:lnTo>
                    <a:pt x="0" y="0"/>
                  </a:lnTo>
                  <a:lnTo>
                    <a:pt x="0" y="2540"/>
                  </a:lnTo>
                  <a:lnTo>
                    <a:pt x="0" y="6350"/>
                  </a:lnTo>
                  <a:lnTo>
                    <a:pt x="0" y="8890"/>
                  </a:lnTo>
                  <a:lnTo>
                    <a:pt x="172720" y="8890"/>
                  </a:lnTo>
                  <a:lnTo>
                    <a:pt x="172720" y="6350"/>
                  </a:lnTo>
                  <a:close/>
                </a:path>
              </a:pathLst>
            </a:custGeom>
            <a:solidFill>
              <a:srgbClr val="1C7B00"/>
            </a:solidFill>
          </p:spPr>
          <p:txBody>
            <a:bodyPr wrap="square" lIns="0" tIns="0" rIns="0" bIns="0" rtlCol="0"/>
            <a:lstStyle/>
            <a:p/>
          </p:txBody>
        </p:sp>
        <p:sp>
          <p:nvSpPr>
            <p:cNvPr id="1079" name="object 1079"/>
            <p:cNvSpPr/>
            <p:nvPr/>
          </p:nvSpPr>
          <p:spPr>
            <a:xfrm>
              <a:off x="3388360" y="1108709"/>
              <a:ext cx="175260" cy="7620"/>
            </a:xfrm>
            <a:custGeom>
              <a:avLst/>
              <a:gdLst/>
              <a:ahLst/>
              <a:cxnLst/>
              <a:rect l="l" t="t" r="r" b="b"/>
              <a:pathLst>
                <a:path w="175260" h="7619">
                  <a:moveTo>
                    <a:pt x="175260" y="5080"/>
                  </a:moveTo>
                  <a:lnTo>
                    <a:pt x="173990" y="5080"/>
                  </a:lnTo>
                  <a:lnTo>
                    <a:pt x="173990" y="1270"/>
                  </a:lnTo>
                  <a:lnTo>
                    <a:pt x="172720" y="1270"/>
                  </a:lnTo>
                  <a:lnTo>
                    <a:pt x="172720" y="0"/>
                  </a:lnTo>
                  <a:lnTo>
                    <a:pt x="0" y="0"/>
                  </a:lnTo>
                  <a:lnTo>
                    <a:pt x="0" y="1270"/>
                  </a:lnTo>
                  <a:lnTo>
                    <a:pt x="0" y="5080"/>
                  </a:lnTo>
                  <a:lnTo>
                    <a:pt x="0" y="7620"/>
                  </a:lnTo>
                  <a:lnTo>
                    <a:pt x="175260" y="7620"/>
                  </a:lnTo>
                  <a:lnTo>
                    <a:pt x="175260" y="5080"/>
                  </a:lnTo>
                  <a:close/>
                </a:path>
              </a:pathLst>
            </a:custGeom>
            <a:solidFill>
              <a:srgbClr val="1D7A00"/>
            </a:solidFill>
          </p:spPr>
          <p:txBody>
            <a:bodyPr wrap="square" lIns="0" tIns="0" rIns="0" bIns="0" rtlCol="0"/>
            <a:lstStyle/>
            <a:p/>
          </p:txBody>
        </p:sp>
        <p:sp>
          <p:nvSpPr>
            <p:cNvPr id="1080" name="object 1080"/>
            <p:cNvSpPr/>
            <p:nvPr/>
          </p:nvSpPr>
          <p:spPr>
            <a:xfrm>
              <a:off x="3388360" y="1116329"/>
              <a:ext cx="179070" cy="8890"/>
            </a:xfrm>
            <a:custGeom>
              <a:avLst/>
              <a:gdLst/>
              <a:ahLst/>
              <a:cxnLst/>
              <a:rect l="l" t="t" r="r" b="b"/>
              <a:pathLst>
                <a:path w="179070" h="8890">
                  <a:moveTo>
                    <a:pt x="179070" y="6350"/>
                  </a:moveTo>
                  <a:lnTo>
                    <a:pt x="177800" y="6350"/>
                  </a:lnTo>
                  <a:lnTo>
                    <a:pt x="177800" y="2540"/>
                  </a:lnTo>
                  <a:lnTo>
                    <a:pt x="176530" y="2540"/>
                  </a:lnTo>
                  <a:lnTo>
                    <a:pt x="176530" y="0"/>
                  </a:lnTo>
                  <a:lnTo>
                    <a:pt x="0" y="0"/>
                  </a:lnTo>
                  <a:lnTo>
                    <a:pt x="0" y="2540"/>
                  </a:lnTo>
                  <a:lnTo>
                    <a:pt x="0" y="6350"/>
                  </a:lnTo>
                  <a:lnTo>
                    <a:pt x="0" y="8890"/>
                  </a:lnTo>
                  <a:lnTo>
                    <a:pt x="179070" y="8890"/>
                  </a:lnTo>
                  <a:lnTo>
                    <a:pt x="179070" y="6350"/>
                  </a:lnTo>
                  <a:close/>
                </a:path>
              </a:pathLst>
            </a:custGeom>
            <a:solidFill>
              <a:srgbClr val="1E7900"/>
            </a:solidFill>
          </p:spPr>
          <p:txBody>
            <a:bodyPr wrap="square" lIns="0" tIns="0" rIns="0" bIns="0" rtlCol="0"/>
            <a:lstStyle/>
            <a:p/>
          </p:txBody>
        </p:sp>
        <p:sp>
          <p:nvSpPr>
            <p:cNvPr id="1081" name="object 1081"/>
            <p:cNvSpPr/>
            <p:nvPr/>
          </p:nvSpPr>
          <p:spPr>
            <a:xfrm>
              <a:off x="3388360" y="1125219"/>
              <a:ext cx="181610" cy="7620"/>
            </a:xfrm>
            <a:custGeom>
              <a:avLst/>
              <a:gdLst/>
              <a:ahLst/>
              <a:cxnLst/>
              <a:rect l="l" t="t" r="r" b="b"/>
              <a:pathLst>
                <a:path w="181610" h="7619">
                  <a:moveTo>
                    <a:pt x="181610" y="6350"/>
                  </a:moveTo>
                  <a:lnTo>
                    <a:pt x="180340" y="6350"/>
                  </a:lnTo>
                  <a:lnTo>
                    <a:pt x="180340" y="2540"/>
                  </a:lnTo>
                  <a:lnTo>
                    <a:pt x="179070" y="2540"/>
                  </a:lnTo>
                  <a:lnTo>
                    <a:pt x="179070" y="0"/>
                  </a:lnTo>
                  <a:lnTo>
                    <a:pt x="0" y="0"/>
                  </a:lnTo>
                  <a:lnTo>
                    <a:pt x="0" y="2540"/>
                  </a:lnTo>
                  <a:lnTo>
                    <a:pt x="0" y="6350"/>
                  </a:lnTo>
                  <a:lnTo>
                    <a:pt x="0" y="7620"/>
                  </a:lnTo>
                  <a:lnTo>
                    <a:pt x="181610" y="7620"/>
                  </a:lnTo>
                  <a:lnTo>
                    <a:pt x="181610" y="6350"/>
                  </a:lnTo>
                  <a:close/>
                </a:path>
              </a:pathLst>
            </a:custGeom>
            <a:solidFill>
              <a:srgbClr val="1F7800"/>
            </a:solidFill>
          </p:spPr>
          <p:txBody>
            <a:bodyPr wrap="square" lIns="0" tIns="0" rIns="0" bIns="0" rtlCol="0"/>
            <a:lstStyle/>
            <a:p/>
          </p:txBody>
        </p:sp>
        <p:sp>
          <p:nvSpPr>
            <p:cNvPr id="1082" name="object 1082"/>
            <p:cNvSpPr/>
            <p:nvPr/>
          </p:nvSpPr>
          <p:spPr>
            <a:xfrm>
              <a:off x="3388360" y="1132839"/>
              <a:ext cx="184150" cy="8890"/>
            </a:xfrm>
            <a:custGeom>
              <a:avLst/>
              <a:gdLst/>
              <a:ahLst/>
              <a:cxnLst/>
              <a:rect l="l" t="t" r="r" b="b"/>
              <a:pathLst>
                <a:path w="184150" h="8890">
                  <a:moveTo>
                    <a:pt x="184150" y="7620"/>
                  </a:moveTo>
                  <a:lnTo>
                    <a:pt x="182880" y="7620"/>
                  </a:lnTo>
                  <a:lnTo>
                    <a:pt x="182880" y="2540"/>
                  </a:lnTo>
                  <a:lnTo>
                    <a:pt x="181610" y="2540"/>
                  </a:lnTo>
                  <a:lnTo>
                    <a:pt x="181610" y="0"/>
                  </a:lnTo>
                  <a:lnTo>
                    <a:pt x="0" y="0"/>
                  </a:lnTo>
                  <a:lnTo>
                    <a:pt x="0" y="2540"/>
                  </a:lnTo>
                  <a:lnTo>
                    <a:pt x="0" y="7620"/>
                  </a:lnTo>
                  <a:lnTo>
                    <a:pt x="0" y="8890"/>
                  </a:lnTo>
                  <a:lnTo>
                    <a:pt x="184150" y="8890"/>
                  </a:lnTo>
                  <a:lnTo>
                    <a:pt x="184150" y="7620"/>
                  </a:lnTo>
                  <a:close/>
                </a:path>
              </a:pathLst>
            </a:custGeom>
            <a:solidFill>
              <a:srgbClr val="207700"/>
            </a:solidFill>
          </p:spPr>
          <p:txBody>
            <a:bodyPr wrap="square" lIns="0" tIns="0" rIns="0" bIns="0" rtlCol="0"/>
            <a:lstStyle/>
            <a:p/>
          </p:txBody>
        </p:sp>
        <p:sp>
          <p:nvSpPr>
            <p:cNvPr id="1083" name="object 1083"/>
            <p:cNvSpPr/>
            <p:nvPr/>
          </p:nvSpPr>
          <p:spPr>
            <a:xfrm>
              <a:off x="3388360" y="1141729"/>
              <a:ext cx="185420" cy="7620"/>
            </a:xfrm>
            <a:custGeom>
              <a:avLst/>
              <a:gdLst/>
              <a:ahLst/>
              <a:cxnLst/>
              <a:rect l="l" t="t" r="r" b="b"/>
              <a:pathLst>
                <a:path w="185420" h="7619">
                  <a:moveTo>
                    <a:pt x="185420" y="3810"/>
                  </a:moveTo>
                  <a:lnTo>
                    <a:pt x="184150" y="3810"/>
                  </a:lnTo>
                  <a:lnTo>
                    <a:pt x="184150" y="0"/>
                  </a:lnTo>
                  <a:lnTo>
                    <a:pt x="0" y="0"/>
                  </a:lnTo>
                  <a:lnTo>
                    <a:pt x="0" y="3810"/>
                  </a:lnTo>
                  <a:lnTo>
                    <a:pt x="0" y="7620"/>
                  </a:lnTo>
                  <a:lnTo>
                    <a:pt x="185420" y="7620"/>
                  </a:lnTo>
                  <a:lnTo>
                    <a:pt x="185420" y="3810"/>
                  </a:lnTo>
                  <a:close/>
                </a:path>
              </a:pathLst>
            </a:custGeom>
            <a:solidFill>
              <a:srgbClr val="217600"/>
            </a:solidFill>
          </p:spPr>
          <p:txBody>
            <a:bodyPr wrap="square" lIns="0" tIns="0" rIns="0" bIns="0" rtlCol="0"/>
            <a:lstStyle/>
            <a:p/>
          </p:txBody>
        </p:sp>
        <p:sp>
          <p:nvSpPr>
            <p:cNvPr id="1084" name="object 1084"/>
            <p:cNvSpPr/>
            <p:nvPr/>
          </p:nvSpPr>
          <p:spPr>
            <a:xfrm>
              <a:off x="3388360" y="1149349"/>
              <a:ext cx="186690" cy="7620"/>
            </a:xfrm>
            <a:custGeom>
              <a:avLst/>
              <a:gdLst/>
              <a:ahLst/>
              <a:cxnLst/>
              <a:rect l="l" t="t" r="r" b="b"/>
              <a:pathLst>
                <a:path w="186689" h="7619">
                  <a:moveTo>
                    <a:pt x="185420" y="0"/>
                  </a:moveTo>
                  <a:lnTo>
                    <a:pt x="0" y="0"/>
                  </a:lnTo>
                  <a:lnTo>
                    <a:pt x="0" y="2540"/>
                  </a:lnTo>
                  <a:lnTo>
                    <a:pt x="185420" y="2540"/>
                  </a:lnTo>
                  <a:lnTo>
                    <a:pt x="185420" y="0"/>
                  </a:lnTo>
                  <a:close/>
                </a:path>
                <a:path w="186689" h="7619">
                  <a:moveTo>
                    <a:pt x="186690" y="2552"/>
                  </a:moveTo>
                  <a:lnTo>
                    <a:pt x="0" y="2552"/>
                  </a:lnTo>
                  <a:lnTo>
                    <a:pt x="0" y="7620"/>
                  </a:lnTo>
                  <a:lnTo>
                    <a:pt x="186690" y="7620"/>
                  </a:lnTo>
                  <a:lnTo>
                    <a:pt x="186690" y="2552"/>
                  </a:lnTo>
                  <a:close/>
                </a:path>
              </a:pathLst>
            </a:custGeom>
            <a:solidFill>
              <a:srgbClr val="227500"/>
            </a:solidFill>
          </p:spPr>
          <p:txBody>
            <a:bodyPr wrap="square" lIns="0" tIns="0" rIns="0" bIns="0" rtlCol="0"/>
            <a:lstStyle/>
            <a:p/>
          </p:txBody>
        </p:sp>
        <p:sp>
          <p:nvSpPr>
            <p:cNvPr id="1085" name="object 1085"/>
            <p:cNvSpPr/>
            <p:nvPr/>
          </p:nvSpPr>
          <p:spPr>
            <a:xfrm>
              <a:off x="3388360" y="1156969"/>
              <a:ext cx="189230" cy="8890"/>
            </a:xfrm>
            <a:custGeom>
              <a:avLst/>
              <a:gdLst/>
              <a:ahLst/>
              <a:cxnLst/>
              <a:rect l="l" t="t" r="r" b="b"/>
              <a:pathLst>
                <a:path w="189229" h="8890">
                  <a:moveTo>
                    <a:pt x="189230" y="6350"/>
                  </a:moveTo>
                  <a:lnTo>
                    <a:pt x="187960" y="6350"/>
                  </a:lnTo>
                  <a:lnTo>
                    <a:pt x="187960" y="0"/>
                  </a:lnTo>
                  <a:lnTo>
                    <a:pt x="0" y="0"/>
                  </a:lnTo>
                  <a:lnTo>
                    <a:pt x="0" y="6350"/>
                  </a:lnTo>
                  <a:lnTo>
                    <a:pt x="0" y="8890"/>
                  </a:lnTo>
                  <a:lnTo>
                    <a:pt x="189230" y="8890"/>
                  </a:lnTo>
                  <a:lnTo>
                    <a:pt x="189230" y="6350"/>
                  </a:lnTo>
                  <a:close/>
                </a:path>
              </a:pathLst>
            </a:custGeom>
            <a:solidFill>
              <a:srgbClr val="237400"/>
            </a:solidFill>
          </p:spPr>
          <p:txBody>
            <a:bodyPr wrap="square" lIns="0" tIns="0" rIns="0" bIns="0" rtlCol="0"/>
            <a:lstStyle/>
            <a:p/>
          </p:txBody>
        </p:sp>
        <p:sp>
          <p:nvSpPr>
            <p:cNvPr id="1086" name="object 1086"/>
            <p:cNvSpPr/>
            <p:nvPr/>
          </p:nvSpPr>
          <p:spPr>
            <a:xfrm>
              <a:off x="3388360" y="1165859"/>
              <a:ext cx="190500" cy="7620"/>
            </a:xfrm>
            <a:custGeom>
              <a:avLst/>
              <a:gdLst/>
              <a:ahLst/>
              <a:cxnLst/>
              <a:rect l="l" t="t" r="r" b="b"/>
              <a:pathLst>
                <a:path w="190500" h="7619">
                  <a:moveTo>
                    <a:pt x="190500" y="2540"/>
                  </a:moveTo>
                  <a:lnTo>
                    <a:pt x="189230" y="2540"/>
                  </a:lnTo>
                  <a:lnTo>
                    <a:pt x="189230" y="0"/>
                  </a:lnTo>
                  <a:lnTo>
                    <a:pt x="0" y="0"/>
                  </a:lnTo>
                  <a:lnTo>
                    <a:pt x="0" y="2540"/>
                  </a:lnTo>
                  <a:lnTo>
                    <a:pt x="0" y="7620"/>
                  </a:lnTo>
                  <a:lnTo>
                    <a:pt x="190500" y="7620"/>
                  </a:lnTo>
                  <a:lnTo>
                    <a:pt x="190500" y="2540"/>
                  </a:lnTo>
                  <a:close/>
                </a:path>
              </a:pathLst>
            </a:custGeom>
            <a:solidFill>
              <a:srgbClr val="247300"/>
            </a:solidFill>
          </p:spPr>
          <p:txBody>
            <a:bodyPr wrap="square" lIns="0" tIns="0" rIns="0" bIns="0" rtlCol="0"/>
            <a:lstStyle/>
            <a:p/>
          </p:txBody>
        </p:sp>
        <p:sp>
          <p:nvSpPr>
            <p:cNvPr id="1087" name="object 1087"/>
            <p:cNvSpPr/>
            <p:nvPr/>
          </p:nvSpPr>
          <p:spPr>
            <a:xfrm>
              <a:off x="3388360" y="1173479"/>
              <a:ext cx="193040" cy="8890"/>
            </a:xfrm>
            <a:custGeom>
              <a:avLst/>
              <a:gdLst/>
              <a:ahLst/>
              <a:cxnLst/>
              <a:rect l="l" t="t" r="r" b="b"/>
              <a:pathLst>
                <a:path w="193039" h="8890">
                  <a:moveTo>
                    <a:pt x="193040" y="6350"/>
                  </a:moveTo>
                  <a:lnTo>
                    <a:pt x="191770" y="6350"/>
                  </a:lnTo>
                  <a:lnTo>
                    <a:pt x="191770" y="1270"/>
                  </a:lnTo>
                  <a:lnTo>
                    <a:pt x="190500" y="1270"/>
                  </a:lnTo>
                  <a:lnTo>
                    <a:pt x="190500" y="0"/>
                  </a:lnTo>
                  <a:lnTo>
                    <a:pt x="0" y="0"/>
                  </a:lnTo>
                  <a:lnTo>
                    <a:pt x="0" y="1270"/>
                  </a:lnTo>
                  <a:lnTo>
                    <a:pt x="0" y="6350"/>
                  </a:lnTo>
                  <a:lnTo>
                    <a:pt x="0" y="8890"/>
                  </a:lnTo>
                  <a:lnTo>
                    <a:pt x="193040" y="8890"/>
                  </a:lnTo>
                  <a:lnTo>
                    <a:pt x="193040" y="6350"/>
                  </a:lnTo>
                  <a:close/>
                </a:path>
              </a:pathLst>
            </a:custGeom>
            <a:solidFill>
              <a:srgbClr val="257200"/>
            </a:solidFill>
          </p:spPr>
          <p:txBody>
            <a:bodyPr wrap="square" lIns="0" tIns="0" rIns="0" bIns="0" rtlCol="0"/>
            <a:lstStyle/>
            <a:p/>
          </p:txBody>
        </p:sp>
        <p:sp>
          <p:nvSpPr>
            <p:cNvPr id="1088" name="object 1088"/>
            <p:cNvSpPr/>
            <p:nvPr/>
          </p:nvSpPr>
          <p:spPr>
            <a:xfrm>
              <a:off x="3388360" y="1182369"/>
              <a:ext cx="194310" cy="7620"/>
            </a:xfrm>
            <a:custGeom>
              <a:avLst/>
              <a:gdLst/>
              <a:ahLst/>
              <a:cxnLst/>
              <a:rect l="l" t="t" r="r" b="b"/>
              <a:pathLst>
                <a:path w="194310" h="7619">
                  <a:moveTo>
                    <a:pt x="194310" y="5080"/>
                  </a:moveTo>
                  <a:lnTo>
                    <a:pt x="193040" y="5080"/>
                  </a:lnTo>
                  <a:lnTo>
                    <a:pt x="193040" y="0"/>
                  </a:lnTo>
                  <a:lnTo>
                    <a:pt x="0" y="0"/>
                  </a:lnTo>
                  <a:lnTo>
                    <a:pt x="0" y="5080"/>
                  </a:lnTo>
                  <a:lnTo>
                    <a:pt x="0" y="7620"/>
                  </a:lnTo>
                  <a:lnTo>
                    <a:pt x="194310" y="7620"/>
                  </a:lnTo>
                  <a:lnTo>
                    <a:pt x="194310" y="5080"/>
                  </a:lnTo>
                  <a:close/>
                </a:path>
              </a:pathLst>
            </a:custGeom>
            <a:solidFill>
              <a:srgbClr val="267100"/>
            </a:solidFill>
          </p:spPr>
          <p:txBody>
            <a:bodyPr wrap="square" lIns="0" tIns="0" rIns="0" bIns="0" rtlCol="0"/>
            <a:lstStyle/>
            <a:p/>
          </p:txBody>
        </p:sp>
        <p:sp>
          <p:nvSpPr>
            <p:cNvPr id="1089" name="object 1089"/>
            <p:cNvSpPr/>
            <p:nvPr/>
          </p:nvSpPr>
          <p:spPr>
            <a:xfrm>
              <a:off x="3388360" y="1189989"/>
              <a:ext cx="195580" cy="8890"/>
            </a:xfrm>
            <a:custGeom>
              <a:avLst/>
              <a:gdLst/>
              <a:ahLst/>
              <a:cxnLst/>
              <a:rect l="l" t="t" r="r" b="b"/>
              <a:pathLst>
                <a:path w="195579" h="8890">
                  <a:moveTo>
                    <a:pt x="195580" y="5080"/>
                  </a:moveTo>
                  <a:lnTo>
                    <a:pt x="194310" y="5080"/>
                  </a:lnTo>
                  <a:lnTo>
                    <a:pt x="194310" y="0"/>
                  </a:lnTo>
                  <a:lnTo>
                    <a:pt x="0" y="0"/>
                  </a:lnTo>
                  <a:lnTo>
                    <a:pt x="0" y="5080"/>
                  </a:lnTo>
                  <a:lnTo>
                    <a:pt x="0" y="8890"/>
                  </a:lnTo>
                  <a:lnTo>
                    <a:pt x="195580" y="8890"/>
                  </a:lnTo>
                  <a:lnTo>
                    <a:pt x="195580" y="5080"/>
                  </a:lnTo>
                  <a:close/>
                </a:path>
              </a:pathLst>
            </a:custGeom>
            <a:solidFill>
              <a:srgbClr val="277000"/>
            </a:solidFill>
          </p:spPr>
          <p:txBody>
            <a:bodyPr wrap="square" lIns="0" tIns="0" rIns="0" bIns="0" rtlCol="0"/>
            <a:lstStyle/>
            <a:p/>
          </p:txBody>
        </p:sp>
        <p:sp>
          <p:nvSpPr>
            <p:cNvPr id="1090" name="object 1090"/>
            <p:cNvSpPr/>
            <p:nvPr/>
          </p:nvSpPr>
          <p:spPr>
            <a:xfrm>
              <a:off x="3388360" y="1198879"/>
              <a:ext cx="196850" cy="7620"/>
            </a:xfrm>
            <a:custGeom>
              <a:avLst/>
              <a:gdLst/>
              <a:ahLst/>
              <a:cxnLst/>
              <a:rect l="l" t="t" r="r" b="b"/>
              <a:pathLst>
                <a:path w="196850" h="7619">
                  <a:moveTo>
                    <a:pt x="196850" y="5080"/>
                  </a:moveTo>
                  <a:lnTo>
                    <a:pt x="195580" y="5080"/>
                  </a:lnTo>
                  <a:lnTo>
                    <a:pt x="195580" y="0"/>
                  </a:lnTo>
                  <a:lnTo>
                    <a:pt x="0" y="0"/>
                  </a:lnTo>
                  <a:lnTo>
                    <a:pt x="0" y="5080"/>
                  </a:lnTo>
                  <a:lnTo>
                    <a:pt x="0" y="7620"/>
                  </a:lnTo>
                  <a:lnTo>
                    <a:pt x="196850" y="7620"/>
                  </a:lnTo>
                  <a:lnTo>
                    <a:pt x="196850" y="5080"/>
                  </a:lnTo>
                  <a:close/>
                </a:path>
              </a:pathLst>
            </a:custGeom>
            <a:solidFill>
              <a:srgbClr val="286F00"/>
            </a:solidFill>
          </p:spPr>
          <p:txBody>
            <a:bodyPr wrap="square" lIns="0" tIns="0" rIns="0" bIns="0" rtlCol="0"/>
            <a:lstStyle/>
            <a:p/>
          </p:txBody>
        </p:sp>
        <p:sp>
          <p:nvSpPr>
            <p:cNvPr id="1091" name="object 1091"/>
            <p:cNvSpPr/>
            <p:nvPr/>
          </p:nvSpPr>
          <p:spPr>
            <a:xfrm>
              <a:off x="3388359" y="1206500"/>
              <a:ext cx="196850" cy="8890"/>
            </a:xfrm>
            <a:custGeom>
              <a:avLst/>
              <a:gdLst/>
              <a:ahLst/>
              <a:cxnLst/>
              <a:rect l="l" t="t" r="r" b="b"/>
              <a:pathLst>
                <a:path w="196850" h="8890">
                  <a:moveTo>
                    <a:pt x="196850" y="0"/>
                  </a:moveTo>
                  <a:lnTo>
                    <a:pt x="0" y="0"/>
                  </a:lnTo>
                  <a:lnTo>
                    <a:pt x="0" y="8889"/>
                  </a:lnTo>
                  <a:lnTo>
                    <a:pt x="196850" y="8889"/>
                  </a:lnTo>
                  <a:lnTo>
                    <a:pt x="196850" y="0"/>
                  </a:lnTo>
                  <a:close/>
                </a:path>
              </a:pathLst>
            </a:custGeom>
            <a:solidFill>
              <a:srgbClr val="296E00"/>
            </a:solidFill>
          </p:spPr>
          <p:txBody>
            <a:bodyPr wrap="square" lIns="0" tIns="0" rIns="0" bIns="0" rtlCol="0"/>
            <a:lstStyle/>
            <a:p/>
          </p:txBody>
        </p:sp>
        <p:sp>
          <p:nvSpPr>
            <p:cNvPr id="1092" name="object 1092"/>
            <p:cNvSpPr/>
            <p:nvPr/>
          </p:nvSpPr>
          <p:spPr>
            <a:xfrm>
              <a:off x="3388359" y="1215390"/>
              <a:ext cx="198120" cy="7620"/>
            </a:xfrm>
            <a:custGeom>
              <a:avLst/>
              <a:gdLst/>
              <a:ahLst/>
              <a:cxnLst/>
              <a:rect l="l" t="t" r="r" b="b"/>
              <a:pathLst>
                <a:path w="198120" h="7619">
                  <a:moveTo>
                    <a:pt x="0" y="0"/>
                  </a:moveTo>
                  <a:lnTo>
                    <a:pt x="198120" y="0"/>
                  </a:lnTo>
                  <a:lnTo>
                    <a:pt x="198120" y="7620"/>
                  </a:lnTo>
                  <a:lnTo>
                    <a:pt x="0" y="7620"/>
                  </a:lnTo>
                  <a:lnTo>
                    <a:pt x="0" y="0"/>
                  </a:lnTo>
                  <a:close/>
                </a:path>
              </a:pathLst>
            </a:custGeom>
            <a:solidFill>
              <a:srgbClr val="2A6D00"/>
            </a:solidFill>
          </p:spPr>
          <p:txBody>
            <a:bodyPr wrap="square" lIns="0" tIns="0" rIns="0" bIns="0" rtlCol="0"/>
            <a:lstStyle/>
            <a:p/>
          </p:txBody>
        </p:sp>
        <p:sp>
          <p:nvSpPr>
            <p:cNvPr id="1093" name="object 1093"/>
            <p:cNvSpPr/>
            <p:nvPr/>
          </p:nvSpPr>
          <p:spPr>
            <a:xfrm>
              <a:off x="3388360" y="1223009"/>
              <a:ext cx="199390" cy="7620"/>
            </a:xfrm>
            <a:custGeom>
              <a:avLst/>
              <a:gdLst/>
              <a:ahLst/>
              <a:cxnLst/>
              <a:rect l="l" t="t" r="r" b="b"/>
              <a:pathLst>
                <a:path w="199389" h="7619">
                  <a:moveTo>
                    <a:pt x="199390" y="6350"/>
                  </a:moveTo>
                  <a:lnTo>
                    <a:pt x="198120" y="6350"/>
                  </a:lnTo>
                  <a:lnTo>
                    <a:pt x="198120" y="0"/>
                  </a:lnTo>
                  <a:lnTo>
                    <a:pt x="0" y="0"/>
                  </a:lnTo>
                  <a:lnTo>
                    <a:pt x="0" y="6350"/>
                  </a:lnTo>
                  <a:lnTo>
                    <a:pt x="0" y="7620"/>
                  </a:lnTo>
                  <a:lnTo>
                    <a:pt x="199390" y="7620"/>
                  </a:lnTo>
                  <a:lnTo>
                    <a:pt x="199390" y="6350"/>
                  </a:lnTo>
                  <a:close/>
                </a:path>
              </a:pathLst>
            </a:custGeom>
            <a:solidFill>
              <a:srgbClr val="2B6C00"/>
            </a:solidFill>
          </p:spPr>
          <p:txBody>
            <a:bodyPr wrap="square" lIns="0" tIns="0" rIns="0" bIns="0" rtlCol="0"/>
            <a:lstStyle/>
            <a:p/>
          </p:txBody>
        </p:sp>
        <p:sp>
          <p:nvSpPr>
            <p:cNvPr id="1094" name="object 1094"/>
            <p:cNvSpPr/>
            <p:nvPr/>
          </p:nvSpPr>
          <p:spPr>
            <a:xfrm>
              <a:off x="3388359" y="1230630"/>
              <a:ext cx="199390" cy="8890"/>
            </a:xfrm>
            <a:custGeom>
              <a:avLst/>
              <a:gdLst/>
              <a:ahLst/>
              <a:cxnLst/>
              <a:rect l="l" t="t" r="r" b="b"/>
              <a:pathLst>
                <a:path w="199389" h="8890">
                  <a:moveTo>
                    <a:pt x="0" y="0"/>
                  </a:moveTo>
                  <a:lnTo>
                    <a:pt x="199389" y="0"/>
                  </a:lnTo>
                  <a:lnTo>
                    <a:pt x="199389" y="8890"/>
                  </a:lnTo>
                  <a:lnTo>
                    <a:pt x="0" y="8890"/>
                  </a:lnTo>
                  <a:lnTo>
                    <a:pt x="0" y="0"/>
                  </a:lnTo>
                  <a:close/>
                </a:path>
              </a:pathLst>
            </a:custGeom>
            <a:solidFill>
              <a:srgbClr val="2C6B00"/>
            </a:solidFill>
          </p:spPr>
          <p:txBody>
            <a:bodyPr wrap="square" lIns="0" tIns="0" rIns="0" bIns="0" rtlCol="0"/>
            <a:lstStyle/>
            <a:p/>
          </p:txBody>
        </p:sp>
        <p:sp>
          <p:nvSpPr>
            <p:cNvPr id="1095" name="object 1095"/>
            <p:cNvSpPr/>
            <p:nvPr/>
          </p:nvSpPr>
          <p:spPr>
            <a:xfrm>
              <a:off x="3388360" y="1239519"/>
              <a:ext cx="200660" cy="7620"/>
            </a:xfrm>
            <a:custGeom>
              <a:avLst/>
              <a:gdLst/>
              <a:ahLst/>
              <a:cxnLst/>
              <a:rect l="l" t="t" r="r" b="b"/>
              <a:pathLst>
                <a:path w="200660" h="7619">
                  <a:moveTo>
                    <a:pt x="199390" y="0"/>
                  </a:moveTo>
                  <a:lnTo>
                    <a:pt x="0" y="0"/>
                  </a:lnTo>
                  <a:lnTo>
                    <a:pt x="0" y="3810"/>
                  </a:lnTo>
                  <a:lnTo>
                    <a:pt x="199390" y="3810"/>
                  </a:lnTo>
                  <a:lnTo>
                    <a:pt x="199390" y="0"/>
                  </a:lnTo>
                  <a:close/>
                </a:path>
                <a:path w="200660" h="7619">
                  <a:moveTo>
                    <a:pt x="200660" y="3822"/>
                  </a:moveTo>
                  <a:lnTo>
                    <a:pt x="0" y="3822"/>
                  </a:lnTo>
                  <a:lnTo>
                    <a:pt x="0" y="7620"/>
                  </a:lnTo>
                  <a:lnTo>
                    <a:pt x="200660" y="7620"/>
                  </a:lnTo>
                  <a:lnTo>
                    <a:pt x="200660" y="3822"/>
                  </a:lnTo>
                  <a:close/>
                </a:path>
              </a:pathLst>
            </a:custGeom>
            <a:solidFill>
              <a:srgbClr val="2D6A00"/>
            </a:solidFill>
          </p:spPr>
          <p:txBody>
            <a:bodyPr wrap="square" lIns="0" tIns="0" rIns="0" bIns="0" rtlCol="0"/>
            <a:lstStyle/>
            <a:p/>
          </p:txBody>
        </p:sp>
        <p:sp>
          <p:nvSpPr>
            <p:cNvPr id="1096" name="object 1096"/>
            <p:cNvSpPr/>
            <p:nvPr/>
          </p:nvSpPr>
          <p:spPr>
            <a:xfrm>
              <a:off x="3388359" y="1247140"/>
              <a:ext cx="200660" cy="8890"/>
            </a:xfrm>
            <a:custGeom>
              <a:avLst/>
              <a:gdLst/>
              <a:ahLst/>
              <a:cxnLst/>
              <a:rect l="l" t="t" r="r" b="b"/>
              <a:pathLst>
                <a:path w="200660" h="8890">
                  <a:moveTo>
                    <a:pt x="0" y="0"/>
                  </a:moveTo>
                  <a:lnTo>
                    <a:pt x="200660" y="0"/>
                  </a:lnTo>
                  <a:lnTo>
                    <a:pt x="200660" y="8889"/>
                  </a:lnTo>
                  <a:lnTo>
                    <a:pt x="0" y="8889"/>
                  </a:lnTo>
                  <a:lnTo>
                    <a:pt x="0" y="0"/>
                  </a:lnTo>
                  <a:close/>
                </a:path>
              </a:pathLst>
            </a:custGeom>
            <a:solidFill>
              <a:srgbClr val="2E6900"/>
            </a:solidFill>
          </p:spPr>
          <p:txBody>
            <a:bodyPr wrap="square" lIns="0" tIns="0" rIns="0" bIns="0" rtlCol="0"/>
            <a:lstStyle/>
            <a:p/>
          </p:txBody>
        </p:sp>
        <p:sp>
          <p:nvSpPr>
            <p:cNvPr id="1097" name="object 1097"/>
            <p:cNvSpPr/>
            <p:nvPr/>
          </p:nvSpPr>
          <p:spPr>
            <a:xfrm>
              <a:off x="3388360" y="1256029"/>
              <a:ext cx="201930" cy="7620"/>
            </a:xfrm>
            <a:custGeom>
              <a:avLst/>
              <a:gdLst/>
              <a:ahLst/>
              <a:cxnLst/>
              <a:rect l="l" t="t" r="r" b="b"/>
              <a:pathLst>
                <a:path w="201929" h="7619">
                  <a:moveTo>
                    <a:pt x="201930" y="2540"/>
                  </a:moveTo>
                  <a:lnTo>
                    <a:pt x="200660" y="2540"/>
                  </a:lnTo>
                  <a:lnTo>
                    <a:pt x="200660" y="0"/>
                  </a:lnTo>
                  <a:lnTo>
                    <a:pt x="0" y="0"/>
                  </a:lnTo>
                  <a:lnTo>
                    <a:pt x="0" y="2540"/>
                  </a:lnTo>
                  <a:lnTo>
                    <a:pt x="0" y="6350"/>
                  </a:lnTo>
                  <a:lnTo>
                    <a:pt x="0" y="7620"/>
                  </a:lnTo>
                  <a:lnTo>
                    <a:pt x="102870" y="7620"/>
                  </a:lnTo>
                  <a:lnTo>
                    <a:pt x="102870" y="6350"/>
                  </a:lnTo>
                  <a:lnTo>
                    <a:pt x="105410" y="6350"/>
                  </a:lnTo>
                  <a:lnTo>
                    <a:pt x="105410" y="7620"/>
                  </a:lnTo>
                  <a:lnTo>
                    <a:pt x="201930" y="7620"/>
                  </a:lnTo>
                  <a:lnTo>
                    <a:pt x="201930" y="6350"/>
                  </a:lnTo>
                  <a:lnTo>
                    <a:pt x="201930" y="2540"/>
                  </a:lnTo>
                  <a:close/>
                </a:path>
              </a:pathLst>
            </a:custGeom>
            <a:solidFill>
              <a:srgbClr val="2F6800"/>
            </a:solidFill>
          </p:spPr>
          <p:txBody>
            <a:bodyPr wrap="square" lIns="0" tIns="0" rIns="0" bIns="0" rtlCol="0"/>
            <a:lstStyle/>
            <a:p/>
          </p:txBody>
        </p:sp>
        <p:sp>
          <p:nvSpPr>
            <p:cNvPr id="1098" name="object 1098"/>
            <p:cNvSpPr/>
            <p:nvPr/>
          </p:nvSpPr>
          <p:spPr>
            <a:xfrm>
              <a:off x="3388360" y="1263649"/>
              <a:ext cx="203200" cy="8890"/>
            </a:xfrm>
            <a:custGeom>
              <a:avLst/>
              <a:gdLst/>
              <a:ahLst/>
              <a:cxnLst/>
              <a:rect l="l" t="t" r="r" b="b"/>
              <a:pathLst>
                <a:path w="203200" h="8890">
                  <a:moveTo>
                    <a:pt x="100330" y="0"/>
                  </a:moveTo>
                  <a:lnTo>
                    <a:pt x="0" y="0"/>
                  </a:lnTo>
                  <a:lnTo>
                    <a:pt x="0" y="2540"/>
                  </a:lnTo>
                  <a:lnTo>
                    <a:pt x="0" y="3810"/>
                  </a:lnTo>
                  <a:lnTo>
                    <a:pt x="0" y="6350"/>
                  </a:lnTo>
                  <a:lnTo>
                    <a:pt x="0" y="7620"/>
                  </a:lnTo>
                  <a:lnTo>
                    <a:pt x="0" y="8890"/>
                  </a:lnTo>
                  <a:lnTo>
                    <a:pt x="95250" y="8890"/>
                  </a:lnTo>
                  <a:lnTo>
                    <a:pt x="95250" y="7620"/>
                  </a:lnTo>
                  <a:lnTo>
                    <a:pt x="96520" y="7620"/>
                  </a:lnTo>
                  <a:lnTo>
                    <a:pt x="96520" y="6350"/>
                  </a:lnTo>
                  <a:lnTo>
                    <a:pt x="97790" y="6350"/>
                  </a:lnTo>
                  <a:lnTo>
                    <a:pt x="97790" y="3810"/>
                  </a:lnTo>
                  <a:lnTo>
                    <a:pt x="99060" y="3810"/>
                  </a:lnTo>
                  <a:lnTo>
                    <a:pt x="99060" y="2540"/>
                  </a:lnTo>
                  <a:lnTo>
                    <a:pt x="100330" y="2540"/>
                  </a:lnTo>
                  <a:lnTo>
                    <a:pt x="100330" y="0"/>
                  </a:lnTo>
                  <a:close/>
                </a:path>
                <a:path w="203200" h="8890">
                  <a:moveTo>
                    <a:pt x="201930" y="0"/>
                  </a:moveTo>
                  <a:lnTo>
                    <a:pt x="175590" y="0"/>
                  </a:lnTo>
                  <a:lnTo>
                    <a:pt x="175590" y="6350"/>
                  </a:lnTo>
                  <a:lnTo>
                    <a:pt x="167449" y="6350"/>
                  </a:lnTo>
                  <a:lnTo>
                    <a:pt x="167449" y="5600"/>
                  </a:lnTo>
                  <a:lnTo>
                    <a:pt x="175590" y="6350"/>
                  </a:lnTo>
                  <a:lnTo>
                    <a:pt x="175590" y="0"/>
                  </a:lnTo>
                  <a:lnTo>
                    <a:pt x="161810" y="0"/>
                  </a:lnTo>
                  <a:lnTo>
                    <a:pt x="161810" y="5080"/>
                  </a:lnTo>
                  <a:lnTo>
                    <a:pt x="146773" y="5080"/>
                  </a:lnTo>
                  <a:lnTo>
                    <a:pt x="146773" y="3695"/>
                  </a:lnTo>
                  <a:lnTo>
                    <a:pt x="161810" y="5080"/>
                  </a:lnTo>
                  <a:lnTo>
                    <a:pt x="161810" y="0"/>
                  </a:lnTo>
                  <a:lnTo>
                    <a:pt x="134239" y="0"/>
                  </a:lnTo>
                  <a:lnTo>
                    <a:pt x="134239" y="2540"/>
                  </a:lnTo>
                  <a:lnTo>
                    <a:pt x="126085" y="2540"/>
                  </a:lnTo>
                  <a:lnTo>
                    <a:pt x="126085" y="1790"/>
                  </a:lnTo>
                  <a:lnTo>
                    <a:pt x="134239" y="2540"/>
                  </a:lnTo>
                  <a:lnTo>
                    <a:pt x="134239" y="0"/>
                  </a:lnTo>
                  <a:lnTo>
                    <a:pt x="120459" y="0"/>
                  </a:lnTo>
                  <a:lnTo>
                    <a:pt x="120459" y="1270"/>
                  </a:lnTo>
                  <a:lnTo>
                    <a:pt x="112293" y="1270"/>
                  </a:lnTo>
                  <a:lnTo>
                    <a:pt x="112293" y="520"/>
                  </a:lnTo>
                  <a:lnTo>
                    <a:pt x="120459" y="1270"/>
                  </a:lnTo>
                  <a:lnTo>
                    <a:pt x="120459" y="0"/>
                  </a:lnTo>
                  <a:lnTo>
                    <a:pt x="112293" y="0"/>
                  </a:lnTo>
                  <a:lnTo>
                    <a:pt x="106680" y="0"/>
                  </a:lnTo>
                  <a:lnTo>
                    <a:pt x="105410" y="0"/>
                  </a:lnTo>
                  <a:lnTo>
                    <a:pt x="106680" y="127"/>
                  </a:lnTo>
                  <a:lnTo>
                    <a:pt x="106680" y="1270"/>
                  </a:lnTo>
                  <a:lnTo>
                    <a:pt x="107950" y="1270"/>
                  </a:lnTo>
                  <a:lnTo>
                    <a:pt x="107950" y="2540"/>
                  </a:lnTo>
                  <a:lnTo>
                    <a:pt x="109220" y="2540"/>
                  </a:lnTo>
                  <a:lnTo>
                    <a:pt x="109220" y="5080"/>
                  </a:lnTo>
                  <a:lnTo>
                    <a:pt x="110490" y="5080"/>
                  </a:lnTo>
                  <a:lnTo>
                    <a:pt x="110490" y="6350"/>
                  </a:lnTo>
                  <a:lnTo>
                    <a:pt x="111760" y="6350"/>
                  </a:lnTo>
                  <a:lnTo>
                    <a:pt x="111760" y="8890"/>
                  </a:lnTo>
                  <a:lnTo>
                    <a:pt x="188137" y="8890"/>
                  </a:lnTo>
                  <a:lnTo>
                    <a:pt x="188137" y="7505"/>
                  </a:lnTo>
                  <a:lnTo>
                    <a:pt x="201930" y="8775"/>
                  </a:lnTo>
                  <a:lnTo>
                    <a:pt x="201930" y="0"/>
                  </a:lnTo>
                  <a:close/>
                </a:path>
                <a:path w="203200" h="8890">
                  <a:moveTo>
                    <a:pt x="203200" y="8890"/>
                  </a:moveTo>
                  <a:lnTo>
                    <a:pt x="201930" y="8775"/>
                  </a:lnTo>
                  <a:lnTo>
                    <a:pt x="203200" y="8890"/>
                  </a:lnTo>
                  <a:close/>
                </a:path>
              </a:pathLst>
            </a:custGeom>
            <a:solidFill>
              <a:srgbClr val="306700"/>
            </a:solidFill>
          </p:spPr>
          <p:txBody>
            <a:bodyPr wrap="square" lIns="0" tIns="0" rIns="0" bIns="0" rtlCol="0"/>
            <a:lstStyle/>
            <a:p/>
          </p:txBody>
        </p:sp>
        <p:sp>
          <p:nvSpPr>
            <p:cNvPr id="1099" name="object 1099"/>
            <p:cNvSpPr/>
            <p:nvPr/>
          </p:nvSpPr>
          <p:spPr>
            <a:xfrm>
              <a:off x="3388360" y="1272539"/>
              <a:ext cx="203200" cy="7620"/>
            </a:xfrm>
            <a:custGeom>
              <a:avLst/>
              <a:gdLst/>
              <a:ahLst/>
              <a:cxnLst/>
              <a:rect l="l" t="t" r="r" b="b"/>
              <a:pathLst>
                <a:path w="203200" h="7619">
                  <a:moveTo>
                    <a:pt x="93980" y="0"/>
                  </a:moveTo>
                  <a:lnTo>
                    <a:pt x="0" y="0"/>
                  </a:lnTo>
                  <a:lnTo>
                    <a:pt x="0" y="5080"/>
                  </a:lnTo>
                  <a:lnTo>
                    <a:pt x="0" y="7620"/>
                  </a:lnTo>
                  <a:lnTo>
                    <a:pt x="92710" y="7620"/>
                  </a:lnTo>
                  <a:lnTo>
                    <a:pt x="92710" y="5080"/>
                  </a:lnTo>
                  <a:lnTo>
                    <a:pt x="93980" y="5080"/>
                  </a:lnTo>
                  <a:lnTo>
                    <a:pt x="93980" y="0"/>
                  </a:lnTo>
                  <a:close/>
                </a:path>
                <a:path w="203200" h="7619">
                  <a:moveTo>
                    <a:pt x="203200" y="0"/>
                  </a:moveTo>
                  <a:lnTo>
                    <a:pt x="111760" y="0"/>
                  </a:lnTo>
                  <a:lnTo>
                    <a:pt x="111760" y="1270"/>
                  </a:lnTo>
                  <a:lnTo>
                    <a:pt x="113030" y="1270"/>
                  </a:lnTo>
                  <a:lnTo>
                    <a:pt x="113030" y="5080"/>
                  </a:lnTo>
                  <a:lnTo>
                    <a:pt x="114300" y="5080"/>
                  </a:lnTo>
                  <a:lnTo>
                    <a:pt x="114300" y="7620"/>
                  </a:lnTo>
                  <a:lnTo>
                    <a:pt x="203200" y="7620"/>
                  </a:lnTo>
                  <a:lnTo>
                    <a:pt x="203200" y="5080"/>
                  </a:lnTo>
                  <a:lnTo>
                    <a:pt x="203200" y="1270"/>
                  </a:lnTo>
                  <a:lnTo>
                    <a:pt x="203200" y="0"/>
                  </a:lnTo>
                  <a:close/>
                </a:path>
              </a:pathLst>
            </a:custGeom>
            <a:solidFill>
              <a:srgbClr val="316600"/>
            </a:solidFill>
          </p:spPr>
          <p:txBody>
            <a:bodyPr wrap="square" lIns="0" tIns="0" rIns="0" bIns="0" rtlCol="0"/>
            <a:lstStyle/>
            <a:p/>
          </p:txBody>
        </p:sp>
        <p:sp>
          <p:nvSpPr>
            <p:cNvPr id="1100" name="object 1100"/>
            <p:cNvSpPr/>
            <p:nvPr/>
          </p:nvSpPr>
          <p:spPr>
            <a:xfrm>
              <a:off x="3388360" y="1280159"/>
              <a:ext cx="204470" cy="8890"/>
            </a:xfrm>
            <a:custGeom>
              <a:avLst/>
              <a:gdLst/>
              <a:ahLst/>
              <a:cxnLst/>
              <a:rect l="l" t="t" r="r" b="b"/>
              <a:pathLst>
                <a:path w="204470" h="8890">
                  <a:moveTo>
                    <a:pt x="90170" y="7632"/>
                  </a:moveTo>
                  <a:lnTo>
                    <a:pt x="0" y="7632"/>
                  </a:lnTo>
                  <a:lnTo>
                    <a:pt x="0" y="8890"/>
                  </a:lnTo>
                  <a:lnTo>
                    <a:pt x="90170" y="8890"/>
                  </a:lnTo>
                  <a:lnTo>
                    <a:pt x="90170" y="7632"/>
                  </a:lnTo>
                  <a:close/>
                </a:path>
                <a:path w="204470" h="8890">
                  <a:moveTo>
                    <a:pt x="91440" y="0"/>
                  </a:moveTo>
                  <a:lnTo>
                    <a:pt x="0" y="0"/>
                  </a:lnTo>
                  <a:lnTo>
                    <a:pt x="0" y="5080"/>
                  </a:lnTo>
                  <a:lnTo>
                    <a:pt x="0" y="7620"/>
                  </a:lnTo>
                  <a:lnTo>
                    <a:pt x="90170" y="7620"/>
                  </a:lnTo>
                  <a:lnTo>
                    <a:pt x="90170" y="5080"/>
                  </a:lnTo>
                  <a:lnTo>
                    <a:pt x="91440" y="5080"/>
                  </a:lnTo>
                  <a:lnTo>
                    <a:pt x="91440" y="0"/>
                  </a:lnTo>
                  <a:close/>
                </a:path>
                <a:path w="204470" h="8890">
                  <a:moveTo>
                    <a:pt x="203200" y="0"/>
                  </a:moveTo>
                  <a:lnTo>
                    <a:pt x="115570" y="0"/>
                  </a:lnTo>
                  <a:lnTo>
                    <a:pt x="115570" y="3810"/>
                  </a:lnTo>
                  <a:lnTo>
                    <a:pt x="116840" y="3810"/>
                  </a:lnTo>
                  <a:lnTo>
                    <a:pt x="116840" y="7620"/>
                  </a:lnTo>
                  <a:lnTo>
                    <a:pt x="203200" y="7620"/>
                  </a:lnTo>
                  <a:lnTo>
                    <a:pt x="203200" y="3810"/>
                  </a:lnTo>
                  <a:lnTo>
                    <a:pt x="203200" y="0"/>
                  </a:lnTo>
                  <a:close/>
                </a:path>
                <a:path w="204470" h="8890">
                  <a:moveTo>
                    <a:pt x="204470" y="7632"/>
                  </a:moveTo>
                  <a:lnTo>
                    <a:pt x="116840" y="7632"/>
                  </a:lnTo>
                  <a:lnTo>
                    <a:pt x="116840" y="8890"/>
                  </a:lnTo>
                  <a:lnTo>
                    <a:pt x="204470" y="8890"/>
                  </a:lnTo>
                  <a:lnTo>
                    <a:pt x="204470" y="7632"/>
                  </a:lnTo>
                  <a:close/>
                </a:path>
              </a:pathLst>
            </a:custGeom>
            <a:solidFill>
              <a:srgbClr val="336600"/>
            </a:solidFill>
          </p:spPr>
          <p:txBody>
            <a:bodyPr wrap="square" lIns="0" tIns="0" rIns="0" bIns="0" rtlCol="0"/>
            <a:lstStyle/>
            <a:p/>
          </p:txBody>
        </p:sp>
        <p:sp>
          <p:nvSpPr>
            <p:cNvPr id="1101" name="object 1101"/>
            <p:cNvSpPr/>
            <p:nvPr/>
          </p:nvSpPr>
          <p:spPr>
            <a:xfrm>
              <a:off x="3388360" y="1289049"/>
              <a:ext cx="204470" cy="7620"/>
            </a:xfrm>
            <a:custGeom>
              <a:avLst/>
              <a:gdLst/>
              <a:ahLst/>
              <a:cxnLst/>
              <a:rect l="l" t="t" r="r" b="b"/>
              <a:pathLst>
                <a:path w="204470" h="7619">
                  <a:moveTo>
                    <a:pt x="88900" y="5092"/>
                  </a:moveTo>
                  <a:lnTo>
                    <a:pt x="0" y="5092"/>
                  </a:lnTo>
                  <a:lnTo>
                    <a:pt x="0" y="7620"/>
                  </a:lnTo>
                  <a:lnTo>
                    <a:pt x="88900" y="7620"/>
                  </a:lnTo>
                  <a:lnTo>
                    <a:pt x="88900" y="5092"/>
                  </a:lnTo>
                  <a:close/>
                </a:path>
                <a:path w="204470" h="7619">
                  <a:moveTo>
                    <a:pt x="90170" y="0"/>
                  </a:moveTo>
                  <a:lnTo>
                    <a:pt x="0" y="0"/>
                  </a:lnTo>
                  <a:lnTo>
                    <a:pt x="0" y="1270"/>
                  </a:lnTo>
                  <a:lnTo>
                    <a:pt x="0" y="5080"/>
                  </a:lnTo>
                  <a:lnTo>
                    <a:pt x="88900" y="5080"/>
                  </a:lnTo>
                  <a:lnTo>
                    <a:pt x="88900" y="1270"/>
                  </a:lnTo>
                  <a:lnTo>
                    <a:pt x="90170" y="1270"/>
                  </a:lnTo>
                  <a:lnTo>
                    <a:pt x="90170" y="0"/>
                  </a:lnTo>
                  <a:close/>
                </a:path>
                <a:path w="204470" h="7619">
                  <a:moveTo>
                    <a:pt x="204470" y="5092"/>
                  </a:moveTo>
                  <a:lnTo>
                    <a:pt x="119380" y="5092"/>
                  </a:lnTo>
                  <a:lnTo>
                    <a:pt x="119380" y="7620"/>
                  </a:lnTo>
                  <a:lnTo>
                    <a:pt x="204470" y="7620"/>
                  </a:lnTo>
                  <a:lnTo>
                    <a:pt x="204470" y="5092"/>
                  </a:lnTo>
                  <a:close/>
                </a:path>
                <a:path w="204470" h="7619">
                  <a:moveTo>
                    <a:pt x="204470" y="0"/>
                  </a:moveTo>
                  <a:lnTo>
                    <a:pt x="116840" y="0"/>
                  </a:lnTo>
                  <a:lnTo>
                    <a:pt x="116840" y="2540"/>
                  </a:lnTo>
                  <a:lnTo>
                    <a:pt x="118110" y="2540"/>
                  </a:lnTo>
                  <a:lnTo>
                    <a:pt x="118110" y="5080"/>
                  </a:lnTo>
                  <a:lnTo>
                    <a:pt x="204470" y="5080"/>
                  </a:lnTo>
                  <a:lnTo>
                    <a:pt x="204470" y="2540"/>
                  </a:lnTo>
                  <a:lnTo>
                    <a:pt x="204470" y="0"/>
                  </a:lnTo>
                  <a:close/>
                </a:path>
              </a:pathLst>
            </a:custGeom>
            <a:solidFill>
              <a:srgbClr val="336400"/>
            </a:solidFill>
          </p:spPr>
          <p:txBody>
            <a:bodyPr wrap="square" lIns="0" tIns="0" rIns="0" bIns="0" rtlCol="0"/>
            <a:lstStyle/>
            <a:p/>
          </p:txBody>
        </p:sp>
        <p:sp>
          <p:nvSpPr>
            <p:cNvPr id="1102" name="object 1102"/>
            <p:cNvSpPr/>
            <p:nvPr/>
          </p:nvSpPr>
          <p:spPr>
            <a:xfrm>
              <a:off x="3388359" y="1296670"/>
              <a:ext cx="204470" cy="8890"/>
            </a:xfrm>
            <a:custGeom>
              <a:avLst/>
              <a:gdLst/>
              <a:ahLst/>
              <a:cxnLst/>
              <a:rect l="l" t="t" r="r" b="b"/>
              <a:pathLst>
                <a:path w="204470" h="8890">
                  <a:moveTo>
                    <a:pt x="87629" y="0"/>
                  </a:moveTo>
                  <a:lnTo>
                    <a:pt x="0" y="0"/>
                  </a:lnTo>
                  <a:lnTo>
                    <a:pt x="0" y="8889"/>
                  </a:lnTo>
                  <a:lnTo>
                    <a:pt x="86360" y="8889"/>
                  </a:lnTo>
                  <a:lnTo>
                    <a:pt x="86360" y="3809"/>
                  </a:lnTo>
                  <a:lnTo>
                    <a:pt x="87629" y="3809"/>
                  </a:lnTo>
                  <a:lnTo>
                    <a:pt x="87629" y="0"/>
                  </a:lnTo>
                  <a:close/>
                </a:path>
                <a:path w="204470" h="8890">
                  <a:moveTo>
                    <a:pt x="204469" y="0"/>
                  </a:moveTo>
                  <a:lnTo>
                    <a:pt x="119379" y="0"/>
                  </a:lnTo>
                  <a:lnTo>
                    <a:pt x="119379" y="7619"/>
                  </a:lnTo>
                  <a:lnTo>
                    <a:pt x="120650" y="7619"/>
                  </a:lnTo>
                  <a:lnTo>
                    <a:pt x="120650" y="8889"/>
                  </a:lnTo>
                  <a:lnTo>
                    <a:pt x="204470" y="8889"/>
                  </a:lnTo>
                  <a:lnTo>
                    <a:pt x="204469" y="0"/>
                  </a:lnTo>
                  <a:close/>
                </a:path>
              </a:pathLst>
            </a:custGeom>
            <a:solidFill>
              <a:srgbClr val="346300"/>
            </a:solidFill>
          </p:spPr>
          <p:txBody>
            <a:bodyPr wrap="square" lIns="0" tIns="0" rIns="0" bIns="0" rtlCol="0"/>
            <a:lstStyle/>
            <a:p/>
          </p:txBody>
        </p:sp>
        <p:sp>
          <p:nvSpPr>
            <p:cNvPr id="1103" name="object 1103"/>
            <p:cNvSpPr/>
            <p:nvPr/>
          </p:nvSpPr>
          <p:spPr>
            <a:xfrm>
              <a:off x="3388360" y="1305559"/>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70" y="0"/>
                  </a:moveTo>
                  <a:lnTo>
                    <a:pt x="120650" y="0"/>
                  </a:lnTo>
                  <a:lnTo>
                    <a:pt x="120650" y="7620"/>
                  </a:lnTo>
                  <a:lnTo>
                    <a:pt x="204470" y="7620"/>
                  </a:lnTo>
                  <a:lnTo>
                    <a:pt x="204470" y="0"/>
                  </a:lnTo>
                  <a:close/>
                </a:path>
              </a:pathLst>
            </a:custGeom>
            <a:solidFill>
              <a:srgbClr val="356200"/>
            </a:solidFill>
          </p:spPr>
          <p:txBody>
            <a:bodyPr wrap="square" lIns="0" tIns="0" rIns="0" bIns="0" rtlCol="0"/>
            <a:lstStyle/>
            <a:p/>
          </p:txBody>
        </p:sp>
        <p:sp>
          <p:nvSpPr>
            <p:cNvPr id="1104" name="object 1104"/>
            <p:cNvSpPr/>
            <p:nvPr/>
          </p:nvSpPr>
          <p:spPr>
            <a:xfrm>
              <a:off x="3388359" y="1313180"/>
              <a:ext cx="205740" cy="8890"/>
            </a:xfrm>
            <a:custGeom>
              <a:avLst/>
              <a:gdLst/>
              <a:ahLst/>
              <a:cxnLst/>
              <a:rect l="l" t="t" r="r" b="b"/>
              <a:pathLst>
                <a:path w="205739" h="8890">
                  <a:moveTo>
                    <a:pt x="86360" y="0"/>
                  </a:moveTo>
                  <a:lnTo>
                    <a:pt x="0" y="0"/>
                  </a:lnTo>
                  <a:lnTo>
                    <a:pt x="0" y="8890"/>
                  </a:lnTo>
                  <a:lnTo>
                    <a:pt x="85089" y="8890"/>
                  </a:lnTo>
                  <a:lnTo>
                    <a:pt x="85089" y="2540"/>
                  </a:lnTo>
                  <a:lnTo>
                    <a:pt x="86360" y="2540"/>
                  </a:lnTo>
                  <a:lnTo>
                    <a:pt x="86360" y="0"/>
                  </a:lnTo>
                  <a:close/>
                </a:path>
                <a:path w="205739" h="8890">
                  <a:moveTo>
                    <a:pt x="205739" y="0"/>
                  </a:moveTo>
                  <a:lnTo>
                    <a:pt x="120650" y="0"/>
                  </a:lnTo>
                  <a:lnTo>
                    <a:pt x="120650" y="8890"/>
                  </a:lnTo>
                  <a:lnTo>
                    <a:pt x="205739" y="8890"/>
                  </a:lnTo>
                  <a:lnTo>
                    <a:pt x="205739" y="0"/>
                  </a:lnTo>
                  <a:close/>
                </a:path>
              </a:pathLst>
            </a:custGeom>
            <a:solidFill>
              <a:srgbClr val="366100"/>
            </a:solidFill>
          </p:spPr>
          <p:txBody>
            <a:bodyPr wrap="square" lIns="0" tIns="0" rIns="0" bIns="0" rtlCol="0"/>
            <a:lstStyle/>
            <a:p/>
          </p:txBody>
        </p:sp>
        <p:sp>
          <p:nvSpPr>
            <p:cNvPr id="1105" name="object 1105"/>
            <p:cNvSpPr/>
            <p:nvPr/>
          </p:nvSpPr>
          <p:spPr>
            <a:xfrm>
              <a:off x="3388359" y="1322070"/>
              <a:ext cx="205740" cy="7620"/>
            </a:xfrm>
            <a:custGeom>
              <a:avLst/>
              <a:gdLst/>
              <a:ahLst/>
              <a:cxnLst/>
              <a:rect l="l" t="t" r="r" b="b"/>
              <a:pathLst>
                <a:path w="205739" h="7619">
                  <a:moveTo>
                    <a:pt x="85089" y="0"/>
                  </a:moveTo>
                  <a:lnTo>
                    <a:pt x="0" y="0"/>
                  </a:lnTo>
                  <a:lnTo>
                    <a:pt x="0" y="7619"/>
                  </a:lnTo>
                  <a:lnTo>
                    <a:pt x="83820" y="7619"/>
                  </a:lnTo>
                  <a:lnTo>
                    <a:pt x="83820" y="3809"/>
                  </a:lnTo>
                  <a:lnTo>
                    <a:pt x="85089" y="3809"/>
                  </a:lnTo>
                  <a:lnTo>
                    <a:pt x="85089" y="0"/>
                  </a:lnTo>
                  <a:close/>
                </a:path>
                <a:path w="205739" h="7619">
                  <a:moveTo>
                    <a:pt x="205739" y="0"/>
                  </a:moveTo>
                  <a:lnTo>
                    <a:pt x="120650" y="0"/>
                  </a:lnTo>
                  <a:lnTo>
                    <a:pt x="120650" y="2539"/>
                  </a:lnTo>
                  <a:lnTo>
                    <a:pt x="121919" y="2539"/>
                  </a:lnTo>
                  <a:lnTo>
                    <a:pt x="121919" y="7619"/>
                  </a:lnTo>
                  <a:lnTo>
                    <a:pt x="205739" y="7619"/>
                  </a:lnTo>
                  <a:lnTo>
                    <a:pt x="205739" y="0"/>
                  </a:lnTo>
                  <a:close/>
                </a:path>
              </a:pathLst>
            </a:custGeom>
            <a:solidFill>
              <a:srgbClr val="376000"/>
            </a:solidFill>
          </p:spPr>
          <p:txBody>
            <a:bodyPr wrap="square" lIns="0" tIns="0" rIns="0" bIns="0" rtlCol="0"/>
            <a:lstStyle/>
            <a:p/>
          </p:txBody>
        </p:sp>
        <p:sp>
          <p:nvSpPr>
            <p:cNvPr id="1106" name="object 1106"/>
            <p:cNvSpPr/>
            <p:nvPr/>
          </p:nvSpPr>
          <p:spPr>
            <a:xfrm>
              <a:off x="3388360" y="132968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1920" y="0"/>
                  </a:lnTo>
                  <a:lnTo>
                    <a:pt x="121920" y="7620"/>
                  </a:lnTo>
                  <a:lnTo>
                    <a:pt x="205740" y="7620"/>
                  </a:lnTo>
                  <a:lnTo>
                    <a:pt x="205740" y="0"/>
                  </a:lnTo>
                  <a:close/>
                </a:path>
              </a:pathLst>
            </a:custGeom>
            <a:solidFill>
              <a:srgbClr val="385F00"/>
            </a:solidFill>
          </p:spPr>
          <p:txBody>
            <a:bodyPr wrap="square" lIns="0" tIns="0" rIns="0" bIns="0" rtlCol="0"/>
            <a:lstStyle/>
            <a:p/>
          </p:txBody>
        </p:sp>
        <p:sp>
          <p:nvSpPr>
            <p:cNvPr id="1107" name="object 1107"/>
            <p:cNvSpPr/>
            <p:nvPr/>
          </p:nvSpPr>
          <p:spPr>
            <a:xfrm>
              <a:off x="3388360" y="1337309"/>
              <a:ext cx="205740" cy="8890"/>
            </a:xfrm>
            <a:custGeom>
              <a:avLst/>
              <a:gdLst/>
              <a:ahLst/>
              <a:cxnLst/>
              <a:rect l="l" t="t" r="r" b="b"/>
              <a:pathLst>
                <a:path w="205739" h="8890">
                  <a:moveTo>
                    <a:pt x="83820" y="0"/>
                  </a:moveTo>
                  <a:lnTo>
                    <a:pt x="0" y="0"/>
                  </a:lnTo>
                  <a:lnTo>
                    <a:pt x="0" y="8890"/>
                  </a:lnTo>
                  <a:lnTo>
                    <a:pt x="83820" y="8890"/>
                  </a:lnTo>
                  <a:lnTo>
                    <a:pt x="83820" y="0"/>
                  </a:lnTo>
                  <a:close/>
                </a:path>
                <a:path w="205739" h="8890">
                  <a:moveTo>
                    <a:pt x="205740" y="0"/>
                  </a:moveTo>
                  <a:lnTo>
                    <a:pt x="121920" y="0"/>
                  </a:lnTo>
                  <a:lnTo>
                    <a:pt x="121920" y="8890"/>
                  </a:lnTo>
                  <a:lnTo>
                    <a:pt x="205740" y="8890"/>
                  </a:lnTo>
                  <a:lnTo>
                    <a:pt x="205740" y="0"/>
                  </a:lnTo>
                  <a:close/>
                </a:path>
              </a:pathLst>
            </a:custGeom>
            <a:solidFill>
              <a:srgbClr val="395E00"/>
            </a:solidFill>
          </p:spPr>
          <p:txBody>
            <a:bodyPr wrap="square" lIns="0" tIns="0" rIns="0" bIns="0" rtlCol="0"/>
            <a:lstStyle/>
            <a:p/>
          </p:txBody>
        </p:sp>
        <p:sp>
          <p:nvSpPr>
            <p:cNvPr id="1108" name="object 1108"/>
            <p:cNvSpPr/>
            <p:nvPr/>
          </p:nvSpPr>
          <p:spPr>
            <a:xfrm>
              <a:off x="3388359" y="1346200"/>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39" y="0"/>
                  </a:moveTo>
                  <a:lnTo>
                    <a:pt x="121919" y="0"/>
                  </a:lnTo>
                  <a:lnTo>
                    <a:pt x="121919" y="2539"/>
                  </a:lnTo>
                  <a:lnTo>
                    <a:pt x="123189" y="2539"/>
                  </a:lnTo>
                  <a:lnTo>
                    <a:pt x="123189" y="7620"/>
                  </a:lnTo>
                  <a:lnTo>
                    <a:pt x="205739" y="7620"/>
                  </a:lnTo>
                  <a:lnTo>
                    <a:pt x="205739" y="0"/>
                  </a:lnTo>
                  <a:close/>
                </a:path>
              </a:pathLst>
            </a:custGeom>
            <a:solidFill>
              <a:srgbClr val="3A5D00"/>
            </a:solidFill>
          </p:spPr>
          <p:txBody>
            <a:bodyPr wrap="square" lIns="0" tIns="0" rIns="0" bIns="0" rtlCol="0"/>
            <a:lstStyle/>
            <a:p/>
          </p:txBody>
        </p:sp>
        <p:sp>
          <p:nvSpPr>
            <p:cNvPr id="1109" name="object 1109"/>
            <p:cNvSpPr/>
            <p:nvPr/>
          </p:nvSpPr>
          <p:spPr>
            <a:xfrm>
              <a:off x="3388360" y="1353819"/>
              <a:ext cx="205740" cy="8890"/>
            </a:xfrm>
            <a:custGeom>
              <a:avLst/>
              <a:gdLst/>
              <a:ahLst/>
              <a:cxnLst/>
              <a:rect l="l" t="t" r="r" b="b"/>
              <a:pathLst>
                <a:path w="205739" h="8890">
                  <a:moveTo>
                    <a:pt x="83820" y="0"/>
                  </a:moveTo>
                  <a:lnTo>
                    <a:pt x="0" y="0"/>
                  </a:lnTo>
                  <a:lnTo>
                    <a:pt x="0" y="8890"/>
                  </a:lnTo>
                  <a:lnTo>
                    <a:pt x="83820" y="8890"/>
                  </a:lnTo>
                  <a:lnTo>
                    <a:pt x="83820" y="0"/>
                  </a:lnTo>
                  <a:close/>
                </a:path>
                <a:path w="205739" h="8890">
                  <a:moveTo>
                    <a:pt x="205740" y="0"/>
                  </a:moveTo>
                  <a:lnTo>
                    <a:pt x="123190" y="0"/>
                  </a:lnTo>
                  <a:lnTo>
                    <a:pt x="123190" y="8890"/>
                  </a:lnTo>
                  <a:lnTo>
                    <a:pt x="205740" y="8890"/>
                  </a:lnTo>
                  <a:lnTo>
                    <a:pt x="205740" y="0"/>
                  </a:lnTo>
                  <a:close/>
                </a:path>
              </a:pathLst>
            </a:custGeom>
            <a:solidFill>
              <a:srgbClr val="3B5C00"/>
            </a:solidFill>
          </p:spPr>
          <p:txBody>
            <a:bodyPr wrap="square" lIns="0" tIns="0" rIns="0" bIns="0" rtlCol="0"/>
            <a:lstStyle/>
            <a:p/>
          </p:txBody>
        </p:sp>
        <p:sp>
          <p:nvSpPr>
            <p:cNvPr id="1110" name="object 1110"/>
            <p:cNvSpPr/>
            <p:nvPr/>
          </p:nvSpPr>
          <p:spPr>
            <a:xfrm>
              <a:off x="3388360" y="136270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3C5B00"/>
            </a:solidFill>
          </p:spPr>
          <p:txBody>
            <a:bodyPr wrap="square" lIns="0" tIns="0" rIns="0" bIns="0" rtlCol="0"/>
            <a:lstStyle/>
            <a:p/>
          </p:txBody>
        </p:sp>
        <p:sp>
          <p:nvSpPr>
            <p:cNvPr id="1111" name="object 1111"/>
            <p:cNvSpPr/>
            <p:nvPr/>
          </p:nvSpPr>
          <p:spPr>
            <a:xfrm>
              <a:off x="3388360" y="1370329"/>
              <a:ext cx="205740" cy="8890"/>
            </a:xfrm>
            <a:custGeom>
              <a:avLst/>
              <a:gdLst/>
              <a:ahLst/>
              <a:cxnLst/>
              <a:rect l="l" t="t" r="r" b="b"/>
              <a:pathLst>
                <a:path w="205739" h="8890">
                  <a:moveTo>
                    <a:pt x="83820" y="0"/>
                  </a:moveTo>
                  <a:lnTo>
                    <a:pt x="0" y="0"/>
                  </a:lnTo>
                  <a:lnTo>
                    <a:pt x="0" y="8890"/>
                  </a:lnTo>
                  <a:lnTo>
                    <a:pt x="83820" y="8890"/>
                  </a:lnTo>
                  <a:lnTo>
                    <a:pt x="83820" y="0"/>
                  </a:lnTo>
                  <a:close/>
                </a:path>
                <a:path w="205739" h="8890">
                  <a:moveTo>
                    <a:pt x="205740" y="0"/>
                  </a:moveTo>
                  <a:lnTo>
                    <a:pt x="123190" y="0"/>
                  </a:lnTo>
                  <a:lnTo>
                    <a:pt x="123190" y="8890"/>
                  </a:lnTo>
                  <a:lnTo>
                    <a:pt x="205740" y="8890"/>
                  </a:lnTo>
                  <a:lnTo>
                    <a:pt x="205740" y="0"/>
                  </a:lnTo>
                  <a:close/>
                </a:path>
              </a:pathLst>
            </a:custGeom>
            <a:solidFill>
              <a:srgbClr val="3D5A00"/>
            </a:solidFill>
          </p:spPr>
          <p:txBody>
            <a:bodyPr wrap="square" lIns="0" tIns="0" rIns="0" bIns="0" rtlCol="0"/>
            <a:lstStyle/>
            <a:p/>
          </p:txBody>
        </p:sp>
        <p:sp>
          <p:nvSpPr>
            <p:cNvPr id="1112" name="object 1112"/>
            <p:cNvSpPr/>
            <p:nvPr/>
          </p:nvSpPr>
          <p:spPr>
            <a:xfrm>
              <a:off x="3388360" y="137921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3E5900"/>
            </a:solidFill>
          </p:spPr>
          <p:txBody>
            <a:bodyPr wrap="square" lIns="0" tIns="0" rIns="0" bIns="0" rtlCol="0"/>
            <a:lstStyle/>
            <a:p/>
          </p:txBody>
        </p:sp>
        <p:sp>
          <p:nvSpPr>
            <p:cNvPr id="1113" name="object 1113"/>
            <p:cNvSpPr/>
            <p:nvPr/>
          </p:nvSpPr>
          <p:spPr>
            <a:xfrm>
              <a:off x="3388360" y="13868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3F5800"/>
            </a:solidFill>
          </p:spPr>
          <p:txBody>
            <a:bodyPr wrap="square" lIns="0" tIns="0" rIns="0" bIns="0" rtlCol="0"/>
            <a:lstStyle/>
            <a:p/>
          </p:txBody>
        </p:sp>
        <p:sp>
          <p:nvSpPr>
            <p:cNvPr id="1114" name="object 1114"/>
            <p:cNvSpPr/>
            <p:nvPr/>
          </p:nvSpPr>
          <p:spPr>
            <a:xfrm>
              <a:off x="3388359" y="1394460"/>
              <a:ext cx="205740" cy="8890"/>
            </a:xfrm>
            <a:custGeom>
              <a:avLst/>
              <a:gdLst/>
              <a:ahLst/>
              <a:cxnLst/>
              <a:rect l="l" t="t" r="r" b="b"/>
              <a:pathLst>
                <a:path w="205739" h="8890">
                  <a:moveTo>
                    <a:pt x="83820" y="0"/>
                  </a:moveTo>
                  <a:lnTo>
                    <a:pt x="0" y="0"/>
                  </a:lnTo>
                  <a:lnTo>
                    <a:pt x="0" y="8889"/>
                  </a:lnTo>
                  <a:lnTo>
                    <a:pt x="83820" y="8889"/>
                  </a:lnTo>
                  <a:lnTo>
                    <a:pt x="83820" y="0"/>
                  </a:lnTo>
                  <a:close/>
                </a:path>
                <a:path w="205739" h="8890">
                  <a:moveTo>
                    <a:pt x="205739" y="0"/>
                  </a:moveTo>
                  <a:lnTo>
                    <a:pt x="121919" y="0"/>
                  </a:lnTo>
                  <a:lnTo>
                    <a:pt x="121919" y="8889"/>
                  </a:lnTo>
                  <a:lnTo>
                    <a:pt x="204469" y="8889"/>
                  </a:lnTo>
                  <a:lnTo>
                    <a:pt x="204469" y="6350"/>
                  </a:lnTo>
                  <a:lnTo>
                    <a:pt x="205739" y="6350"/>
                  </a:lnTo>
                  <a:lnTo>
                    <a:pt x="205739" y="0"/>
                  </a:lnTo>
                  <a:close/>
                </a:path>
              </a:pathLst>
            </a:custGeom>
            <a:solidFill>
              <a:srgbClr val="405700"/>
            </a:solidFill>
          </p:spPr>
          <p:txBody>
            <a:bodyPr wrap="square" lIns="0" tIns="0" rIns="0" bIns="0" rtlCol="0"/>
            <a:lstStyle/>
            <a:p/>
          </p:txBody>
        </p:sp>
        <p:sp>
          <p:nvSpPr>
            <p:cNvPr id="1115" name="object 1115"/>
            <p:cNvSpPr/>
            <p:nvPr/>
          </p:nvSpPr>
          <p:spPr>
            <a:xfrm>
              <a:off x="3388360" y="140334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15600"/>
            </a:solidFill>
          </p:spPr>
          <p:txBody>
            <a:bodyPr wrap="square" lIns="0" tIns="0" rIns="0" bIns="0" rtlCol="0"/>
            <a:lstStyle/>
            <a:p/>
          </p:txBody>
        </p:sp>
        <p:sp>
          <p:nvSpPr>
            <p:cNvPr id="1116" name="object 1116"/>
            <p:cNvSpPr/>
            <p:nvPr/>
          </p:nvSpPr>
          <p:spPr>
            <a:xfrm>
              <a:off x="3388360" y="1410969"/>
              <a:ext cx="204470" cy="8890"/>
            </a:xfrm>
            <a:custGeom>
              <a:avLst/>
              <a:gdLst/>
              <a:ahLst/>
              <a:cxnLst/>
              <a:rect l="l" t="t" r="r" b="b"/>
              <a:pathLst>
                <a:path w="204470" h="8890">
                  <a:moveTo>
                    <a:pt x="83820" y="0"/>
                  </a:moveTo>
                  <a:lnTo>
                    <a:pt x="0" y="0"/>
                  </a:lnTo>
                  <a:lnTo>
                    <a:pt x="0" y="8890"/>
                  </a:lnTo>
                  <a:lnTo>
                    <a:pt x="83820" y="8890"/>
                  </a:lnTo>
                  <a:lnTo>
                    <a:pt x="83820" y="0"/>
                  </a:lnTo>
                  <a:close/>
                </a:path>
                <a:path w="204470" h="8890">
                  <a:moveTo>
                    <a:pt x="204470" y="0"/>
                  </a:moveTo>
                  <a:lnTo>
                    <a:pt x="121920" y="0"/>
                  </a:lnTo>
                  <a:lnTo>
                    <a:pt x="121920" y="8890"/>
                  </a:lnTo>
                  <a:lnTo>
                    <a:pt x="204470" y="8890"/>
                  </a:lnTo>
                  <a:lnTo>
                    <a:pt x="204470" y="0"/>
                  </a:lnTo>
                  <a:close/>
                </a:path>
              </a:pathLst>
            </a:custGeom>
            <a:solidFill>
              <a:srgbClr val="425500"/>
            </a:solidFill>
          </p:spPr>
          <p:txBody>
            <a:bodyPr wrap="square" lIns="0" tIns="0" rIns="0" bIns="0" rtlCol="0"/>
            <a:lstStyle/>
            <a:p/>
          </p:txBody>
        </p:sp>
        <p:sp>
          <p:nvSpPr>
            <p:cNvPr id="1117" name="object 1117"/>
            <p:cNvSpPr/>
            <p:nvPr/>
          </p:nvSpPr>
          <p:spPr>
            <a:xfrm>
              <a:off x="3388359" y="1419860"/>
              <a:ext cx="204470" cy="7620"/>
            </a:xfrm>
            <a:custGeom>
              <a:avLst/>
              <a:gdLst/>
              <a:ahLst/>
              <a:cxnLst/>
              <a:rect l="l" t="t" r="r" b="b"/>
              <a:pathLst>
                <a:path w="204470" h="7619">
                  <a:moveTo>
                    <a:pt x="83820" y="0"/>
                  </a:moveTo>
                  <a:lnTo>
                    <a:pt x="0" y="0"/>
                  </a:lnTo>
                  <a:lnTo>
                    <a:pt x="0" y="7619"/>
                  </a:lnTo>
                  <a:lnTo>
                    <a:pt x="85089" y="7619"/>
                  </a:lnTo>
                  <a:lnTo>
                    <a:pt x="85089" y="1269"/>
                  </a:lnTo>
                  <a:lnTo>
                    <a:pt x="83820" y="1269"/>
                  </a:lnTo>
                  <a:lnTo>
                    <a:pt x="83820" y="0"/>
                  </a:lnTo>
                  <a:close/>
                </a:path>
                <a:path w="204470" h="7619">
                  <a:moveTo>
                    <a:pt x="204469" y="0"/>
                  </a:moveTo>
                  <a:lnTo>
                    <a:pt x="121919" y="0"/>
                  </a:lnTo>
                  <a:lnTo>
                    <a:pt x="121919" y="2539"/>
                  </a:lnTo>
                  <a:lnTo>
                    <a:pt x="120650" y="2539"/>
                  </a:lnTo>
                  <a:lnTo>
                    <a:pt x="120650" y="7619"/>
                  </a:lnTo>
                  <a:lnTo>
                    <a:pt x="204469" y="7619"/>
                  </a:lnTo>
                  <a:lnTo>
                    <a:pt x="204469" y="0"/>
                  </a:lnTo>
                  <a:close/>
                </a:path>
              </a:pathLst>
            </a:custGeom>
            <a:solidFill>
              <a:srgbClr val="435400"/>
            </a:solidFill>
          </p:spPr>
          <p:txBody>
            <a:bodyPr wrap="square" lIns="0" tIns="0" rIns="0" bIns="0" rtlCol="0"/>
            <a:lstStyle/>
            <a:p/>
          </p:txBody>
        </p:sp>
        <p:sp>
          <p:nvSpPr>
            <p:cNvPr id="1118" name="object 1118"/>
            <p:cNvSpPr/>
            <p:nvPr/>
          </p:nvSpPr>
          <p:spPr>
            <a:xfrm>
              <a:off x="3388359" y="1427480"/>
              <a:ext cx="204470" cy="8890"/>
            </a:xfrm>
            <a:custGeom>
              <a:avLst/>
              <a:gdLst/>
              <a:ahLst/>
              <a:cxnLst/>
              <a:rect l="l" t="t" r="r" b="b"/>
              <a:pathLst>
                <a:path w="204470" h="8890">
                  <a:moveTo>
                    <a:pt x="85089" y="0"/>
                  </a:moveTo>
                  <a:lnTo>
                    <a:pt x="0" y="0"/>
                  </a:lnTo>
                  <a:lnTo>
                    <a:pt x="0" y="8890"/>
                  </a:lnTo>
                  <a:lnTo>
                    <a:pt x="86360" y="8890"/>
                  </a:lnTo>
                  <a:lnTo>
                    <a:pt x="86360" y="3810"/>
                  </a:lnTo>
                  <a:lnTo>
                    <a:pt x="85089" y="3810"/>
                  </a:lnTo>
                  <a:lnTo>
                    <a:pt x="85089" y="0"/>
                  </a:lnTo>
                  <a:close/>
                </a:path>
                <a:path w="204470" h="8890">
                  <a:moveTo>
                    <a:pt x="204469" y="0"/>
                  </a:moveTo>
                  <a:lnTo>
                    <a:pt x="120650" y="0"/>
                  </a:lnTo>
                  <a:lnTo>
                    <a:pt x="120650" y="8890"/>
                  </a:lnTo>
                  <a:lnTo>
                    <a:pt x="204469" y="8890"/>
                  </a:lnTo>
                  <a:lnTo>
                    <a:pt x="204469" y="0"/>
                  </a:lnTo>
                  <a:close/>
                </a:path>
              </a:pathLst>
            </a:custGeom>
            <a:solidFill>
              <a:srgbClr val="445300"/>
            </a:solidFill>
          </p:spPr>
          <p:txBody>
            <a:bodyPr wrap="square" lIns="0" tIns="0" rIns="0" bIns="0" rtlCol="0"/>
            <a:lstStyle/>
            <a:p/>
          </p:txBody>
        </p:sp>
        <p:sp>
          <p:nvSpPr>
            <p:cNvPr id="1119" name="object 1119"/>
            <p:cNvSpPr/>
            <p:nvPr/>
          </p:nvSpPr>
          <p:spPr>
            <a:xfrm>
              <a:off x="3388360" y="1436369"/>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70" y="0"/>
                  </a:moveTo>
                  <a:lnTo>
                    <a:pt x="120650" y="0"/>
                  </a:lnTo>
                  <a:lnTo>
                    <a:pt x="120650" y="7620"/>
                  </a:lnTo>
                  <a:lnTo>
                    <a:pt x="204470" y="7620"/>
                  </a:lnTo>
                  <a:lnTo>
                    <a:pt x="204470" y="0"/>
                  </a:lnTo>
                  <a:close/>
                </a:path>
              </a:pathLst>
            </a:custGeom>
            <a:solidFill>
              <a:srgbClr val="455200"/>
            </a:solidFill>
          </p:spPr>
          <p:txBody>
            <a:bodyPr wrap="square" lIns="0" tIns="0" rIns="0" bIns="0" rtlCol="0"/>
            <a:lstStyle/>
            <a:p/>
          </p:txBody>
        </p:sp>
        <p:sp>
          <p:nvSpPr>
            <p:cNvPr id="1120" name="object 1120"/>
            <p:cNvSpPr/>
            <p:nvPr/>
          </p:nvSpPr>
          <p:spPr>
            <a:xfrm>
              <a:off x="3388359" y="1443990"/>
              <a:ext cx="204470" cy="8890"/>
            </a:xfrm>
            <a:custGeom>
              <a:avLst/>
              <a:gdLst/>
              <a:ahLst/>
              <a:cxnLst/>
              <a:rect l="l" t="t" r="r" b="b"/>
              <a:pathLst>
                <a:path w="204470" h="8890">
                  <a:moveTo>
                    <a:pt x="86360" y="0"/>
                  </a:moveTo>
                  <a:lnTo>
                    <a:pt x="0" y="0"/>
                  </a:lnTo>
                  <a:lnTo>
                    <a:pt x="0" y="8889"/>
                  </a:lnTo>
                  <a:lnTo>
                    <a:pt x="87629" y="8889"/>
                  </a:lnTo>
                  <a:lnTo>
                    <a:pt x="87629" y="5080"/>
                  </a:lnTo>
                  <a:lnTo>
                    <a:pt x="86360" y="5080"/>
                  </a:lnTo>
                  <a:lnTo>
                    <a:pt x="86360" y="0"/>
                  </a:lnTo>
                  <a:close/>
                </a:path>
                <a:path w="204470" h="8890">
                  <a:moveTo>
                    <a:pt x="204469" y="0"/>
                  </a:moveTo>
                  <a:lnTo>
                    <a:pt x="119379" y="0"/>
                  </a:lnTo>
                  <a:lnTo>
                    <a:pt x="119379" y="6350"/>
                  </a:lnTo>
                  <a:lnTo>
                    <a:pt x="118110" y="6350"/>
                  </a:lnTo>
                  <a:lnTo>
                    <a:pt x="118110" y="8889"/>
                  </a:lnTo>
                  <a:lnTo>
                    <a:pt x="203200" y="8889"/>
                  </a:lnTo>
                  <a:lnTo>
                    <a:pt x="203200" y="1270"/>
                  </a:lnTo>
                  <a:lnTo>
                    <a:pt x="204469" y="1270"/>
                  </a:lnTo>
                  <a:lnTo>
                    <a:pt x="204469" y="0"/>
                  </a:lnTo>
                  <a:close/>
                </a:path>
              </a:pathLst>
            </a:custGeom>
            <a:solidFill>
              <a:srgbClr val="465100"/>
            </a:solidFill>
          </p:spPr>
          <p:txBody>
            <a:bodyPr wrap="square" lIns="0" tIns="0" rIns="0" bIns="0" rtlCol="0"/>
            <a:lstStyle/>
            <a:p/>
          </p:txBody>
        </p:sp>
        <p:sp>
          <p:nvSpPr>
            <p:cNvPr id="1121" name="object 1121"/>
            <p:cNvSpPr/>
            <p:nvPr/>
          </p:nvSpPr>
          <p:spPr>
            <a:xfrm>
              <a:off x="3388360" y="1452879"/>
              <a:ext cx="203200" cy="7620"/>
            </a:xfrm>
            <a:custGeom>
              <a:avLst/>
              <a:gdLst/>
              <a:ahLst/>
              <a:cxnLst/>
              <a:rect l="l" t="t" r="r" b="b"/>
              <a:pathLst>
                <a:path w="203200" h="7619">
                  <a:moveTo>
                    <a:pt x="88900" y="0"/>
                  </a:moveTo>
                  <a:lnTo>
                    <a:pt x="0" y="0"/>
                  </a:lnTo>
                  <a:lnTo>
                    <a:pt x="0" y="7620"/>
                  </a:lnTo>
                  <a:lnTo>
                    <a:pt x="88900" y="7620"/>
                  </a:lnTo>
                  <a:lnTo>
                    <a:pt x="88900" y="0"/>
                  </a:lnTo>
                  <a:close/>
                </a:path>
                <a:path w="203200" h="7619">
                  <a:moveTo>
                    <a:pt x="203200" y="0"/>
                  </a:moveTo>
                  <a:lnTo>
                    <a:pt x="118110" y="0"/>
                  </a:lnTo>
                  <a:lnTo>
                    <a:pt x="118110" y="5080"/>
                  </a:lnTo>
                  <a:lnTo>
                    <a:pt x="116840" y="5080"/>
                  </a:lnTo>
                  <a:lnTo>
                    <a:pt x="116840" y="7620"/>
                  </a:lnTo>
                  <a:lnTo>
                    <a:pt x="203187" y="7620"/>
                  </a:lnTo>
                  <a:lnTo>
                    <a:pt x="203187" y="5080"/>
                  </a:lnTo>
                  <a:lnTo>
                    <a:pt x="203200" y="0"/>
                  </a:lnTo>
                  <a:close/>
                </a:path>
              </a:pathLst>
            </a:custGeom>
            <a:solidFill>
              <a:srgbClr val="475000"/>
            </a:solidFill>
          </p:spPr>
          <p:txBody>
            <a:bodyPr wrap="square" lIns="0" tIns="0" rIns="0" bIns="0" rtlCol="0"/>
            <a:lstStyle/>
            <a:p/>
          </p:txBody>
        </p:sp>
        <p:sp>
          <p:nvSpPr>
            <p:cNvPr id="1122" name="object 1122"/>
            <p:cNvSpPr/>
            <p:nvPr/>
          </p:nvSpPr>
          <p:spPr>
            <a:xfrm>
              <a:off x="3388360" y="1460499"/>
              <a:ext cx="203200" cy="8890"/>
            </a:xfrm>
            <a:custGeom>
              <a:avLst/>
              <a:gdLst/>
              <a:ahLst/>
              <a:cxnLst/>
              <a:rect l="l" t="t" r="r" b="b"/>
              <a:pathLst>
                <a:path w="203200" h="8890">
                  <a:moveTo>
                    <a:pt x="91440" y="5080"/>
                  </a:moveTo>
                  <a:lnTo>
                    <a:pt x="90170" y="5080"/>
                  </a:lnTo>
                  <a:lnTo>
                    <a:pt x="90170" y="0"/>
                  </a:lnTo>
                  <a:lnTo>
                    <a:pt x="0" y="0"/>
                  </a:lnTo>
                  <a:lnTo>
                    <a:pt x="0" y="5080"/>
                  </a:lnTo>
                  <a:lnTo>
                    <a:pt x="0" y="8890"/>
                  </a:lnTo>
                  <a:lnTo>
                    <a:pt x="91440" y="8890"/>
                  </a:lnTo>
                  <a:lnTo>
                    <a:pt x="91440" y="5080"/>
                  </a:lnTo>
                  <a:close/>
                </a:path>
                <a:path w="203200" h="8890">
                  <a:moveTo>
                    <a:pt x="203187" y="0"/>
                  </a:moveTo>
                  <a:lnTo>
                    <a:pt x="116840" y="0"/>
                  </a:lnTo>
                  <a:lnTo>
                    <a:pt x="116840" y="5080"/>
                  </a:lnTo>
                  <a:lnTo>
                    <a:pt x="115570" y="5080"/>
                  </a:lnTo>
                  <a:lnTo>
                    <a:pt x="115570" y="6350"/>
                  </a:lnTo>
                  <a:lnTo>
                    <a:pt x="115570" y="8890"/>
                  </a:lnTo>
                  <a:lnTo>
                    <a:pt x="201930" y="8890"/>
                  </a:lnTo>
                  <a:lnTo>
                    <a:pt x="201930" y="6350"/>
                  </a:lnTo>
                  <a:lnTo>
                    <a:pt x="203187" y="6350"/>
                  </a:lnTo>
                  <a:lnTo>
                    <a:pt x="203187" y="5080"/>
                  </a:lnTo>
                  <a:lnTo>
                    <a:pt x="203187" y="0"/>
                  </a:lnTo>
                  <a:close/>
                </a:path>
              </a:pathLst>
            </a:custGeom>
            <a:solidFill>
              <a:srgbClr val="484F00"/>
            </a:solidFill>
          </p:spPr>
          <p:txBody>
            <a:bodyPr wrap="square" lIns="0" tIns="0" rIns="0" bIns="0" rtlCol="0"/>
            <a:lstStyle/>
            <a:p/>
          </p:txBody>
        </p:sp>
        <p:sp>
          <p:nvSpPr>
            <p:cNvPr id="1123" name="object 1123"/>
            <p:cNvSpPr/>
            <p:nvPr/>
          </p:nvSpPr>
          <p:spPr>
            <a:xfrm>
              <a:off x="3388360" y="1469389"/>
              <a:ext cx="201930" cy="7620"/>
            </a:xfrm>
            <a:custGeom>
              <a:avLst/>
              <a:gdLst/>
              <a:ahLst/>
              <a:cxnLst/>
              <a:rect l="l" t="t" r="r" b="b"/>
              <a:pathLst>
                <a:path w="201929" h="7619">
                  <a:moveTo>
                    <a:pt x="95250" y="6350"/>
                  </a:moveTo>
                  <a:lnTo>
                    <a:pt x="93980" y="6350"/>
                  </a:lnTo>
                  <a:lnTo>
                    <a:pt x="93980" y="2540"/>
                  </a:lnTo>
                  <a:lnTo>
                    <a:pt x="92710" y="2540"/>
                  </a:lnTo>
                  <a:lnTo>
                    <a:pt x="92710" y="0"/>
                  </a:lnTo>
                  <a:lnTo>
                    <a:pt x="0" y="0"/>
                  </a:lnTo>
                  <a:lnTo>
                    <a:pt x="0" y="2540"/>
                  </a:lnTo>
                  <a:lnTo>
                    <a:pt x="0" y="6350"/>
                  </a:lnTo>
                  <a:lnTo>
                    <a:pt x="0" y="7620"/>
                  </a:lnTo>
                  <a:lnTo>
                    <a:pt x="95250" y="7620"/>
                  </a:lnTo>
                  <a:lnTo>
                    <a:pt x="95250" y="6350"/>
                  </a:lnTo>
                  <a:close/>
                </a:path>
                <a:path w="201929" h="7619">
                  <a:moveTo>
                    <a:pt x="201930" y="0"/>
                  </a:moveTo>
                  <a:lnTo>
                    <a:pt x="114300" y="0"/>
                  </a:lnTo>
                  <a:lnTo>
                    <a:pt x="114300" y="2540"/>
                  </a:lnTo>
                  <a:lnTo>
                    <a:pt x="113030" y="2540"/>
                  </a:lnTo>
                  <a:lnTo>
                    <a:pt x="113030" y="7620"/>
                  </a:lnTo>
                  <a:lnTo>
                    <a:pt x="201930" y="7620"/>
                  </a:lnTo>
                  <a:lnTo>
                    <a:pt x="201930" y="2540"/>
                  </a:lnTo>
                  <a:lnTo>
                    <a:pt x="201930" y="0"/>
                  </a:lnTo>
                  <a:close/>
                </a:path>
              </a:pathLst>
            </a:custGeom>
            <a:solidFill>
              <a:srgbClr val="494E00"/>
            </a:solidFill>
          </p:spPr>
          <p:txBody>
            <a:bodyPr wrap="square" lIns="0" tIns="0" rIns="0" bIns="0" rtlCol="0"/>
            <a:lstStyle/>
            <a:p/>
          </p:txBody>
        </p:sp>
        <p:sp>
          <p:nvSpPr>
            <p:cNvPr id="1124" name="object 1124"/>
            <p:cNvSpPr/>
            <p:nvPr/>
          </p:nvSpPr>
          <p:spPr>
            <a:xfrm>
              <a:off x="3388360" y="1477009"/>
              <a:ext cx="201930" cy="8890"/>
            </a:xfrm>
            <a:custGeom>
              <a:avLst/>
              <a:gdLst/>
              <a:ahLst/>
              <a:cxnLst/>
              <a:rect l="l" t="t" r="r" b="b"/>
              <a:pathLst>
                <a:path w="201929" h="8890">
                  <a:moveTo>
                    <a:pt x="99060" y="6350"/>
                  </a:moveTo>
                  <a:lnTo>
                    <a:pt x="97790" y="6350"/>
                  </a:lnTo>
                  <a:lnTo>
                    <a:pt x="97790" y="5080"/>
                  </a:lnTo>
                  <a:lnTo>
                    <a:pt x="96520" y="5080"/>
                  </a:lnTo>
                  <a:lnTo>
                    <a:pt x="96520" y="1270"/>
                  </a:lnTo>
                  <a:lnTo>
                    <a:pt x="95250" y="1270"/>
                  </a:lnTo>
                  <a:lnTo>
                    <a:pt x="95250" y="0"/>
                  </a:lnTo>
                  <a:lnTo>
                    <a:pt x="0" y="0"/>
                  </a:lnTo>
                  <a:lnTo>
                    <a:pt x="0" y="1270"/>
                  </a:lnTo>
                  <a:lnTo>
                    <a:pt x="0" y="5080"/>
                  </a:lnTo>
                  <a:lnTo>
                    <a:pt x="0" y="6350"/>
                  </a:lnTo>
                  <a:lnTo>
                    <a:pt x="0" y="8890"/>
                  </a:lnTo>
                  <a:lnTo>
                    <a:pt x="99060" y="8890"/>
                  </a:lnTo>
                  <a:lnTo>
                    <a:pt x="99060" y="6350"/>
                  </a:lnTo>
                  <a:close/>
                </a:path>
                <a:path w="201929" h="8890">
                  <a:moveTo>
                    <a:pt x="201930" y="0"/>
                  </a:moveTo>
                  <a:lnTo>
                    <a:pt x="111760" y="0"/>
                  </a:lnTo>
                  <a:lnTo>
                    <a:pt x="111760" y="1270"/>
                  </a:lnTo>
                  <a:lnTo>
                    <a:pt x="110490" y="1270"/>
                  </a:lnTo>
                  <a:lnTo>
                    <a:pt x="110490" y="5080"/>
                  </a:lnTo>
                  <a:lnTo>
                    <a:pt x="109220" y="5080"/>
                  </a:lnTo>
                  <a:lnTo>
                    <a:pt x="109220" y="6350"/>
                  </a:lnTo>
                  <a:lnTo>
                    <a:pt x="107950" y="6350"/>
                  </a:lnTo>
                  <a:lnTo>
                    <a:pt x="107950" y="7620"/>
                  </a:lnTo>
                  <a:lnTo>
                    <a:pt x="106680" y="7620"/>
                  </a:lnTo>
                  <a:lnTo>
                    <a:pt x="106680" y="8890"/>
                  </a:lnTo>
                  <a:lnTo>
                    <a:pt x="200660" y="8890"/>
                  </a:lnTo>
                  <a:lnTo>
                    <a:pt x="200660" y="7620"/>
                  </a:lnTo>
                  <a:lnTo>
                    <a:pt x="200647" y="6350"/>
                  </a:lnTo>
                  <a:lnTo>
                    <a:pt x="200647" y="5080"/>
                  </a:lnTo>
                  <a:lnTo>
                    <a:pt x="201930" y="5080"/>
                  </a:lnTo>
                  <a:lnTo>
                    <a:pt x="201930" y="1270"/>
                  </a:lnTo>
                  <a:lnTo>
                    <a:pt x="201930" y="0"/>
                  </a:lnTo>
                  <a:close/>
                </a:path>
              </a:pathLst>
            </a:custGeom>
            <a:solidFill>
              <a:srgbClr val="4A4D00"/>
            </a:solidFill>
          </p:spPr>
          <p:txBody>
            <a:bodyPr wrap="square" lIns="0" tIns="0" rIns="0" bIns="0" rtlCol="0"/>
            <a:lstStyle/>
            <a:p/>
          </p:txBody>
        </p:sp>
        <p:sp>
          <p:nvSpPr>
            <p:cNvPr id="1125" name="object 1125"/>
            <p:cNvSpPr/>
            <p:nvPr/>
          </p:nvSpPr>
          <p:spPr>
            <a:xfrm>
              <a:off x="3388360" y="1485899"/>
              <a:ext cx="200660" cy="7620"/>
            </a:xfrm>
            <a:custGeom>
              <a:avLst/>
              <a:gdLst/>
              <a:ahLst/>
              <a:cxnLst/>
              <a:rect l="l" t="t" r="r" b="b"/>
              <a:pathLst>
                <a:path w="200660" h="7619">
                  <a:moveTo>
                    <a:pt x="200660" y="0"/>
                  </a:moveTo>
                  <a:lnTo>
                    <a:pt x="105410" y="0"/>
                  </a:lnTo>
                  <a:lnTo>
                    <a:pt x="105410" y="1270"/>
                  </a:lnTo>
                  <a:lnTo>
                    <a:pt x="101600" y="1270"/>
                  </a:lnTo>
                  <a:lnTo>
                    <a:pt x="101600" y="0"/>
                  </a:lnTo>
                  <a:lnTo>
                    <a:pt x="0" y="0"/>
                  </a:lnTo>
                  <a:lnTo>
                    <a:pt x="0" y="1270"/>
                  </a:lnTo>
                  <a:lnTo>
                    <a:pt x="0" y="6350"/>
                  </a:lnTo>
                  <a:lnTo>
                    <a:pt x="0" y="7620"/>
                  </a:lnTo>
                  <a:lnTo>
                    <a:pt x="199390" y="7620"/>
                  </a:lnTo>
                  <a:lnTo>
                    <a:pt x="199390" y="6350"/>
                  </a:lnTo>
                  <a:lnTo>
                    <a:pt x="200660" y="6350"/>
                  </a:lnTo>
                  <a:lnTo>
                    <a:pt x="200660" y="1270"/>
                  </a:lnTo>
                  <a:lnTo>
                    <a:pt x="200660" y="0"/>
                  </a:lnTo>
                  <a:close/>
                </a:path>
              </a:pathLst>
            </a:custGeom>
            <a:solidFill>
              <a:srgbClr val="4B4C00"/>
            </a:solidFill>
          </p:spPr>
          <p:txBody>
            <a:bodyPr wrap="square" lIns="0" tIns="0" rIns="0" bIns="0" rtlCol="0"/>
            <a:lstStyle/>
            <a:p/>
          </p:txBody>
        </p:sp>
        <p:sp>
          <p:nvSpPr>
            <p:cNvPr id="1126" name="object 1126"/>
            <p:cNvSpPr/>
            <p:nvPr/>
          </p:nvSpPr>
          <p:spPr>
            <a:xfrm>
              <a:off x="3388359" y="1493520"/>
              <a:ext cx="199390" cy="7620"/>
            </a:xfrm>
            <a:custGeom>
              <a:avLst/>
              <a:gdLst/>
              <a:ahLst/>
              <a:cxnLst/>
              <a:rect l="l" t="t" r="r" b="b"/>
              <a:pathLst>
                <a:path w="199389" h="7619">
                  <a:moveTo>
                    <a:pt x="0" y="0"/>
                  </a:moveTo>
                  <a:lnTo>
                    <a:pt x="199389" y="0"/>
                  </a:lnTo>
                  <a:lnTo>
                    <a:pt x="199389" y="7619"/>
                  </a:lnTo>
                  <a:lnTo>
                    <a:pt x="0" y="7619"/>
                  </a:lnTo>
                  <a:lnTo>
                    <a:pt x="0" y="0"/>
                  </a:lnTo>
                  <a:close/>
                </a:path>
              </a:pathLst>
            </a:custGeom>
            <a:solidFill>
              <a:srgbClr val="4C4B00"/>
            </a:solidFill>
          </p:spPr>
          <p:txBody>
            <a:bodyPr wrap="square" lIns="0" tIns="0" rIns="0" bIns="0" rtlCol="0"/>
            <a:lstStyle/>
            <a:p/>
          </p:txBody>
        </p:sp>
        <p:sp>
          <p:nvSpPr>
            <p:cNvPr id="1127" name="object 1127"/>
            <p:cNvSpPr/>
            <p:nvPr/>
          </p:nvSpPr>
          <p:spPr>
            <a:xfrm>
              <a:off x="3388360" y="1501139"/>
              <a:ext cx="199390" cy="8890"/>
            </a:xfrm>
            <a:custGeom>
              <a:avLst/>
              <a:gdLst/>
              <a:ahLst/>
              <a:cxnLst/>
              <a:rect l="l" t="t" r="r" b="b"/>
              <a:pathLst>
                <a:path w="199389" h="8890">
                  <a:moveTo>
                    <a:pt x="199390" y="0"/>
                  </a:moveTo>
                  <a:lnTo>
                    <a:pt x="0" y="0"/>
                  </a:lnTo>
                  <a:lnTo>
                    <a:pt x="0" y="6350"/>
                  </a:lnTo>
                  <a:lnTo>
                    <a:pt x="0" y="8890"/>
                  </a:lnTo>
                  <a:lnTo>
                    <a:pt x="198120" y="8890"/>
                  </a:lnTo>
                  <a:lnTo>
                    <a:pt x="198120" y="6350"/>
                  </a:lnTo>
                  <a:lnTo>
                    <a:pt x="199390" y="6350"/>
                  </a:lnTo>
                  <a:lnTo>
                    <a:pt x="199390" y="0"/>
                  </a:lnTo>
                  <a:close/>
                </a:path>
              </a:pathLst>
            </a:custGeom>
            <a:solidFill>
              <a:srgbClr val="4D4A00"/>
            </a:solidFill>
          </p:spPr>
          <p:txBody>
            <a:bodyPr wrap="square" lIns="0" tIns="0" rIns="0" bIns="0" rtlCol="0"/>
            <a:lstStyle/>
            <a:p/>
          </p:txBody>
        </p:sp>
        <p:sp>
          <p:nvSpPr>
            <p:cNvPr id="1128" name="object 1128"/>
            <p:cNvSpPr/>
            <p:nvPr/>
          </p:nvSpPr>
          <p:spPr>
            <a:xfrm>
              <a:off x="3388359" y="1510030"/>
              <a:ext cx="198120" cy="7620"/>
            </a:xfrm>
            <a:custGeom>
              <a:avLst/>
              <a:gdLst/>
              <a:ahLst/>
              <a:cxnLst/>
              <a:rect l="l" t="t" r="r" b="b"/>
              <a:pathLst>
                <a:path w="198120" h="7619">
                  <a:moveTo>
                    <a:pt x="0" y="0"/>
                  </a:moveTo>
                  <a:lnTo>
                    <a:pt x="198120" y="0"/>
                  </a:lnTo>
                  <a:lnTo>
                    <a:pt x="198120" y="7620"/>
                  </a:lnTo>
                  <a:lnTo>
                    <a:pt x="0" y="7620"/>
                  </a:lnTo>
                  <a:lnTo>
                    <a:pt x="0" y="0"/>
                  </a:lnTo>
                  <a:close/>
                </a:path>
              </a:pathLst>
            </a:custGeom>
            <a:solidFill>
              <a:srgbClr val="4E4900"/>
            </a:solidFill>
          </p:spPr>
          <p:txBody>
            <a:bodyPr wrap="square" lIns="0" tIns="0" rIns="0" bIns="0" rtlCol="0"/>
            <a:lstStyle/>
            <a:p/>
          </p:txBody>
        </p:sp>
        <p:sp>
          <p:nvSpPr>
            <p:cNvPr id="1129" name="object 1129"/>
            <p:cNvSpPr/>
            <p:nvPr/>
          </p:nvSpPr>
          <p:spPr>
            <a:xfrm>
              <a:off x="3388360" y="1517649"/>
              <a:ext cx="198120" cy="8890"/>
            </a:xfrm>
            <a:custGeom>
              <a:avLst/>
              <a:gdLst/>
              <a:ahLst/>
              <a:cxnLst/>
              <a:rect l="l" t="t" r="r" b="b"/>
              <a:pathLst>
                <a:path w="198120" h="8890">
                  <a:moveTo>
                    <a:pt x="198120" y="0"/>
                  </a:moveTo>
                  <a:lnTo>
                    <a:pt x="0" y="0"/>
                  </a:lnTo>
                  <a:lnTo>
                    <a:pt x="0" y="5080"/>
                  </a:lnTo>
                  <a:lnTo>
                    <a:pt x="0" y="8890"/>
                  </a:lnTo>
                  <a:lnTo>
                    <a:pt x="196850" y="8890"/>
                  </a:lnTo>
                  <a:lnTo>
                    <a:pt x="196850" y="5080"/>
                  </a:lnTo>
                  <a:lnTo>
                    <a:pt x="198120" y="5080"/>
                  </a:lnTo>
                  <a:lnTo>
                    <a:pt x="198120" y="0"/>
                  </a:lnTo>
                  <a:close/>
                </a:path>
              </a:pathLst>
            </a:custGeom>
            <a:solidFill>
              <a:srgbClr val="4F4800"/>
            </a:solidFill>
          </p:spPr>
          <p:txBody>
            <a:bodyPr wrap="square" lIns="0" tIns="0" rIns="0" bIns="0" rtlCol="0"/>
            <a:lstStyle/>
            <a:p/>
          </p:txBody>
        </p:sp>
        <p:sp>
          <p:nvSpPr>
            <p:cNvPr id="1130" name="object 1130"/>
            <p:cNvSpPr/>
            <p:nvPr/>
          </p:nvSpPr>
          <p:spPr>
            <a:xfrm>
              <a:off x="3388360" y="1526539"/>
              <a:ext cx="196850" cy="7620"/>
            </a:xfrm>
            <a:custGeom>
              <a:avLst/>
              <a:gdLst/>
              <a:ahLst/>
              <a:cxnLst/>
              <a:rect l="l" t="t" r="r" b="b"/>
              <a:pathLst>
                <a:path w="196850" h="7619">
                  <a:moveTo>
                    <a:pt x="196850" y="0"/>
                  </a:moveTo>
                  <a:lnTo>
                    <a:pt x="0" y="0"/>
                  </a:lnTo>
                  <a:lnTo>
                    <a:pt x="0" y="6350"/>
                  </a:lnTo>
                  <a:lnTo>
                    <a:pt x="0" y="7620"/>
                  </a:lnTo>
                  <a:lnTo>
                    <a:pt x="195580" y="7620"/>
                  </a:lnTo>
                  <a:lnTo>
                    <a:pt x="195580" y="6350"/>
                  </a:lnTo>
                  <a:lnTo>
                    <a:pt x="196850" y="6350"/>
                  </a:lnTo>
                  <a:lnTo>
                    <a:pt x="196850" y="0"/>
                  </a:lnTo>
                  <a:close/>
                </a:path>
              </a:pathLst>
            </a:custGeom>
            <a:solidFill>
              <a:srgbClr val="504700"/>
            </a:solidFill>
          </p:spPr>
          <p:txBody>
            <a:bodyPr wrap="square" lIns="0" tIns="0" rIns="0" bIns="0" rtlCol="0"/>
            <a:lstStyle/>
            <a:p/>
          </p:txBody>
        </p:sp>
        <p:sp>
          <p:nvSpPr>
            <p:cNvPr id="1131" name="object 1131"/>
            <p:cNvSpPr/>
            <p:nvPr/>
          </p:nvSpPr>
          <p:spPr>
            <a:xfrm>
              <a:off x="3388360" y="1534159"/>
              <a:ext cx="195580" cy="8890"/>
            </a:xfrm>
            <a:custGeom>
              <a:avLst/>
              <a:gdLst/>
              <a:ahLst/>
              <a:cxnLst/>
              <a:rect l="l" t="t" r="r" b="b"/>
              <a:pathLst>
                <a:path w="195579" h="8890">
                  <a:moveTo>
                    <a:pt x="194310" y="7632"/>
                  </a:moveTo>
                  <a:lnTo>
                    <a:pt x="0" y="7632"/>
                  </a:lnTo>
                  <a:lnTo>
                    <a:pt x="0" y="8890"/>
                  </a:lnTo>
                  <a:lnTo>
                    <a:pt x="194310" y="8890"/>
                  </a:lnTo>
                  <a:lnTo>
                    <a:pt x="194310" y="7632"/>
                  </a:lnTo>
                  <a:close/>
                </a:path>
                <a:path w="195579" h="8890">
                  <a:moveTo>
                    <a:pt x="195580" y="0"/>
                  </a:moveTo>
                  <a:lnTo>
                    <a:pt x="0" y="0"/>
                  </a:lnTo>
                  <a:lnTo>
                    <a:pt x="0" y="7620"/>
                  </a:lnTo>
                  <a:lnTo>
                    <a:pt x="195580" y="7620"/>
                  </a:lnTo>
                  <a:lnTo>
                    <a:pt x="195580" y="0"/>
                  </a:lnTo>
                  <a:close/>
                </a:path>
              </a:pathLst>
            </a:custGeom>
            <a:solidFill>
              <a:srgbClr val="514600"/>
            </a:solidFill>
          </p:spPr>
          <p:txBody>
            <a:bodyPr wrap="square" lIns="0" tIns="0" rIns="0" bIns="0" rtlCol="0"/>
            <a:lstStyle/>
            <a:p/>
          </p:txBody>
        </p:sp>
        <p:sp>
          <p:nvSpPr>
            <p:cNvPr id="1132" name="object 1132"/>
            <p:cNvSpPr/>
            <p:nvPr/>
          </p:nvSpPr>
          <p:spPr>
            <a:xfrm>
              <a:off x="3388359" y="1543050"/>
              <a:ext cx="194310" cy="7620"/>
            </a:xfrm>
            <a:custGeom>
              <a:avLst/>
              <a:gdLst/>
              <a:ahLst/>
              <a:cxnLst/>
              <a:rect l="l" t="t" r="r" b="b"/>
              <a:pathLst>
                <a:path w="194310" h="7619">
                  <a:moveTo>
                    <a:pt x="0" y="0"/>
                  </a:moveTo>
                  <a:lnTo>
                    <a:pt x="194310" y="0"/>
                  </a:lnTo>
                  <a:lnTo>
                    <a:pt x="194310" y="7620"/>
                  </a:lnTo>
                  <a:lnTo>
                    <a:pt x="0" y="7620"/>
                  </a:lnTo>
                  <a:lnTo>
                    <a:pt x="0" y="0"/>
                  </a:lnTo>
                  <a:close/>
                </a:path>
              </a:pathLst>
            </a:custGeom>
            <a:solidFill>
              <a:srgbClr val="524500"/>
            </a:solidFill>
          </p:spPr>
          <p:txBody>
            <a:bodyPr wrap="square" lIns="0" tIns="0" rIns="0" bIns="0" rtlCol="0"/>
            <a:lstStyle/>
            <a:p/>
          </p:txBody>
        </p:sp>
        <p:sp>
          <p:nvSpPr>
            <p:cNvPr id="1133" name="object 1133"/>
            <p:cNvSpPr/>
            <p:nvPr/>
          </p:nvSpPr>
          <p:spPr>
            <a:xfrm>
              <a:off x="3388359" y="1550670"/>
              <a:ext cx="193040" cy="7620"/>
            </a:xfrm>
            <a:custGeom>
              <a:avLst/>
              <a:gdLst/>
              <a:ahLst/>
              <a:cxnLst/>
              <a:rect l="l" t="t" r="r" b="b"/>
              <a:pathLst>
                <a:path w="193039" h="7619">
                  <a:moveTo>
                    <a:pt x="193039" y="0"/>
                  </a:moveTo>
                  <a:lnTo>
                    <a:pt x="0" y="0"/>
                  </a:lnTo>
                  <a:lnTo>
                    <a:pt x="0" y="7619"/>
                  </a:lnTo>
                  <a:lnTo>
                    <a:pt x="193039" y="7619"/>
                  </a:lnTo>
                  <a:lnTo>
                    <a:pt x="193039" y="0"/>
                  </a:lnTo>
                  <a:close/>
                </a:path>
              </a:pathLst>
            </a:custGeom>
            <a:solidFill>
              <a:srgbClr val="534400"/>
            </a:solidFill>
          </p:spPr>
          <p:txBody>
            <a:bodyPr wrap="square" lIns="0" tIns="0" rIns="0" bIns="0" rtlCol="0"/>
            <a:lstStyle/>
            <a:p/>
          </p:txBody>
        </p:sp>
        <p:sp>
          <p:nvSpPr>
            <p:cNvPr id="1134" name="object 1134"/>
            <p:cNvSpPr/>
            <p:nvPr/>
          </p:nvSpPr>
          <p:spPr>
            <a:xfrm>
              <a:off x="3388360" y="1558289"/>
              <a:ext cx="193040" cy="8890"/>
            </a:xfrm>
            <a:custGeom>
              <a:avLst/>
              <a:gdLst/>
              <a:ahLst/>
              <a:cxnLst/>
              <a:rect l="l" t="t" r="r" b="b"/>
              <a:pathLst>
                <a:path w="193039" h="8890">
                  <a:moveTo>
                    <a:pt x="193040" y="0"/>
                  </a:moveTo>
                  <a:lnTo>
                    <a:pt x="0" y="0"/>
                  </a:lnTo>
                  <a:lnTo>
                    <a:pt x="0" y="1270"/>
                  </a:lnTo>
                  <a:lnTo>
                    <a:pt x="0" y="8890"/>
                  </a:lnTo>
                  <a:lnTo>
                    <a:pt x="191770" y="8890"/>
                  </a:lnTo>
                  <a:lnTo>
                    <a:pt x="191770" y="1270"/>
                  </a:lnTo>
                  <a:lnTo>
                    <a:pt x="193040" y="1270"/>
                  </a:lnTo>
                  <a:lnTo>
                    <a:pt x="193040" y="0"/>
                  </a:lnTo>
                  <a:close/>
                </a:path>
              </a:pathLst>
            </a:custGeom>
            <a:solidFill>
              <a:srgbClr val="544300"/>
            </a:solidFill>
          </p:spPr>
          <p:txBody>
            <a:bodyPr wrap="square" lIns="0" tIns="0" rIns="0" bIns="0" rtlCol="0"/>
            <a:lstStyle/>
            <a:p/>
          </p:txBody>
        </p:sp>
        <p:sp>
          <p:nvSpPr>
            <p:cNvPr id="1135" name="object 1135"/>
            <p:cNvSpPr/>
            <p:nvPr/>
          </p:nvSpPr>
          <p:spPr>
            <a:xfrm>
              <a:off x="3388360" y="1567179"/>
              <a:ext cx="191770" cy="7620"/>
            </a:xfrm>
            <a:custGeom>
              <a:avLst/>
              <a:gdLst/>
              <a:ahLst/>
              <a:cxnLst/>
              <a:rect l="l" t="t" r="r" b="b"/>
              <a:pathLst>
                <a:path w="191770" h="7619">
                  <a:moveTo>
                    <a:pt x="191770" y="0"/>
                  </a:moveTo>
                  <a:lnTo>
                    <a:pt x="0" y="0"/>
                  </a:lnTo>
                  <a:lnTo>
                    <a:pt x="0" y="1270"/>
                  </a:lnTo>
                  <a:lnTo>
                    <a:pt x="0" y="7620"/>
                  </a:lnTo>
                  <a:lnTo>
                    <a:pt x="190500" y="7620"/>
                  </a:lnTo>
                  <a:lnTo>
                    <a:pt x="190500" y="1270"/>
                  </a:lnTo>
                  <a:lnTo>
                    <a:pt x="191770" y="1270"/>
                  </a:lnTo>
                  <a:lnTo>
                    <a:pt x="191770" y="0"/>
                  </a:lnTo>
                  <a:close/>
                </a:path>
              </a:pathLst>
            </a:custGeom>
            <a:solidFill>
              <a:srgbClr val="554200"/>
            </a:solidFill>
          </p:spPr>
          <p:txBody>
            <a:bodyPr wrap="square" lIns="0" tIns="0" rIns="0" bIns="0" rtlCol="0"/>
            <a:lstStyle/>
            <a:p/>
          </p:txBody>
        </p:sp>
        <p:sp>
          <p:nvSpPr>
            <p:cNvPr id="1136" name="object 1136"/>
            <p:cNvSpPr/>
            <p:nvPr/>
          </p:nvSpPr>
          <p:spPr>
            <a:xfrm>
              <a:off x="3388360" y="1574799"/>
              <a:ext cx="189230" cy="8890"/>
            </a:xfrm>
            <a:custGeom>
              <a:avLst/>
              <a:gdLst/>
              <a:ahLst/>
              <a:cxnLst/>
              <a:rect l="l" t="t" r="r" b="b"/>
              <a:pathLst>
                <a:path w="189229" h="8890">
                  <a:moveTo>
                    <a:pt x="187960" y="5092"/>
                  </a:moveTo>
                  <a:lnTo>
                    <a:pt x="0" y="5092"/>
                  </a:lnTo>
                  <a:lnTo>
                    <a:pt x="0" y="8890"/>
                  </a:lnTo>
                  <a:lnTo>
                    <a:pt x="187960" y="8890"/>
                  </a:lnTo>
                  <a:lnTo>
                    <a:pt x="187960" y="5092"/>
                  </a:lnTo>
                  <a:close/>
                </a:path>
                <a:path w="189229" h="8890">
                  <a:moveTo>
                    <a:pt x="189230" y="0"/>
                  </a:moveTo>
                  <a:lnTo>
                    <a:pt x="0" y="0"/>
                  </a:lnTo>
                  <a:lnTo>
                    <a:pt x="0" y="5080"/>
                  </a:lnTo>
                  <a:lnTo>
                    <a:pt x="189230" y="5080"/>
                  </a:lnTo>
                  <a:lnTo>
                    <a:pt x="189230" y="0"/>
                  </a:lnTo>
                  <a:close/>
                </a:path>
              </a:pathLst>
            </a:custGeom>
            <a:solidFill>
              <a:srgbClr val="564100"/>
            </a:solidFill>
          </p:spPr>
          <p:txBody>
            <a:bodyPr wrap="square" lIns="0" tIns="0" rIns="0" bIns="0" rtlCol="0"/>
            <a:lstStyle/>
            <a:p/>
          </p:txBody>
        </p:sp>
        <p:sp>
          <p:nvSpPr>
            <p:cNvPr id="1137" name="object 1137"/>
            <p:cNvSpPr/>
            <p:nvPr/>
          </p:nvSpPr>
          <p:spPr>
            <a:xfrm>
              <a:off x="3388360" y="1583689"/>
              <a:ext cx="187960" cy="7620"/>
            </a:xfrm>
            <a:custGeom>
              <a:avLst/>
              <a:gdLst/>
              <a:ahLst/>
              <a:cxnLst/>
              <a:rect l="l" t="t" r="r" b="b"/>
              <a:pathLst>
                <a:path w="187960" h="7619">
                  <a:moveTo>
                    <a:pt x="185420" y="6362"/>
                  </a:moveTo>
                  <a:lnTo>
                    <a:pt x="0" y="6362"/>
                  </a:lnTo>
                  <a:lnTo>
                    <a:pt x="0" y="7620"/>
                  </a:lnTo>
                  <a:lnTo>
                    <a:pt x="185420" y="7620"/>
                  </a:lnTo>
                  <a:lnTo>
                    <a:pt x="185420" y="6362"/>
                  </a:lnTo>
                  <a:close/>
                </a:path>
                <a:path w="187960" h="7619">
                  <a:moveTo>
                    <a:pt x="187960" y="0"/>
                  </a:moveTo>
                  <a:lnTo>
                    <a:pt x="0" y="0"/>
                  </a:lnTo>
                  <a:lnTo>
                    <a:pt x="0" y="1270"/>
                  </a:lnTo>
                  <a:lnTo>
                    <a:pt x="0" y="6350"/>
                  </a:lnTo>
                  <a:lnTo>
                    <a:pt x="186690" y="6350"/>
                  </a:lnTo>
                  <a:lnTo>
                    <a:pt x="186690" y="1270"/>
                  </a:lnTo>
                  <a:lnTo>
                    <a:pt x="187960" y="1270"/>
                  </a:lnTo>
                  <a:lnTo>
                    <a:pt x="187960" y="0"/>
                  </a:lnTo>
                  <a:close/>
                </a:path>
              </a:pathLst>
            </a:custGeom>
            <a:solidFill>
              <a:srgbClr val="574000"/>
            </a:solidFill>
          </p:spPr>
          <p:txBody>
            <a:bodyPr wrap="square" lIns="0" tIns="0" rIns="0" bIns="0" rtlCol="0"/>
            <a:lstStyle/>
            <a:p/>
          </p:txBody>
        </p:sp>
        <p:sp>
          <p:nvSpPr>
            <p:cNvPr id="1138" name="object 1138"/>
            <p:cNvSpPr/>
            <p:nvPr/>
          </p:nvSpPr>
          <p:spPr>
            <a:xfrm>
              <a:off x="3388360" y="1591309"/>
              <a:ext cx="185420" cy="8890"/>
            </a:xfrm>
            <a:custGeom>
              <a:avLst/>
              <a:gdLst/>
              <a:ahLst/>
              <a:cxnLst/>
              <a:rect l="l" t="t" r="r" b="b"/>
              <a:pathLst>
                <a:path w="185420" h="8890">
                  <a:moveTo>
                    <a:pt x="185420" y="0"/>
                  </a:moveTo>
                  <a:lnTo>
                    <a:pt x="0" y="0"/>
                  </a:lnTo>
                  <a:lnTo>
                    <a:pt x="0" y="3810"/>
                  </a:lnTo>
                  <a:lnTo>
                    <a:pt x="0" y="8890"/>
                  </a:lnTo>
                  <a:lnTo>
                    <a:pt x="184150" y="8890"/>
                  </a:lnTo>
                  <a:lnTo>
                    <a:pt x="184150" y="3810"/>
                  </a:lnTo>
                  <a:lnTo>
                    <a:pt x="185420" y="3810"/>
                  </a:lnTo>
                  <a:lnTo>
                    <a:pt x="185420" y="0"/>
                  </a:lnTo>
                  <a:close/>
                </a:path>
              </a:pathLst>
            </a:custGeom>
            <a:solidFill>
              <a:srgbClr val="583F00"/>
            </a:solidFill>
          </p:spPr>
          <p:txBody>
            <a:bodyPr wrap="square" lIns="0" tIns="0" rIns="0" bIns="0" rtlCol="0"/>
            <a:lstStyle/>
            <a:p/>
          </p:txBody>
        </p:sp>
        <p:sp>
          <p:nvSpPr>
            <p:cNvPr id="1139" name="object 1139"/>
            <p:cNvSpPr/>
            <p:nvPr/>
          </p:nvSpPr>
          <p:spPr>
            <a:xfrm>
              <a:off x="3388360" y="1600199"/>
              <a:ext cx="182880" cy="7620"/>
            </a:xfrm>
            <a:custGeom>
              <a:avLst/>
              <a:gdLst/>
              <a:ahLst/>
              <a:cxnLst/>
              <a:rect l="l" t="t" r="r" b="b"/>
              <a:pathLst>
                <a:path w="182879" h="7619">
                  <a:moveTo>
                    <a:pt x="182880" y="0"/>
                  </a:moveTo>
                  <a:lnTo>
                    <a:pt x="0" y="0"/>
                  </a:lnTo>
                  <a:lnTo>
                    <a:pt x="0" y="6350"/>
                  </a:lnTo>
                  <a:lnTo>
                    <a:pt x="0" y="7620"/>
                  </a:lnTo>
                  <a:lnTo>
                    <a:pt x="181610" y="7620"/>
                  </a:lnTo>
                  <a:lnTo>
                    <a:pt x="181610" y="6350"/>
                  </a:lnTo>
                  <a:lnTo>
                    <a:pt x="182880" y="6350"/>
                  </a:lnTo>
                  <a:lnTo>
                    <a:pt x="182880" y="0"/>
                  </a:lnTo>
                  <a:close/>
                </a:path>
              </a:pathLst>
            </a:custGeom>
            <a:solidFill>
              <a:srgbClr val="593E00"/>
            </a:solidFill>
          </p:spPr>
          <p:txBody>
            <a:bodyPr wrap="square" lIns="0" tIns="0" rIns="0" bIns="0" rtlCol="0"/>
            <a:lstStyle/>
            <a:p/>
          </p:txBody>
        </p:sp>
        <p:sp>
          <p:nvSpPr>
            <p:cNvPr id="1140" name="object 1140"/>
            <p:cNvSpPr/>
            <p:nvPr/>
          </p:nvSpPr>
          <p:spPr>
            <a:xfrm>
              <a:off x="3388360" y="1607819"/>
              <a:ext cx="181610" cy="8890"/>
            </a:xfrm>
            <a:custGeom>
              <a:avLst/>
              <a:gdLst/>
              <a:ahLst/>
              <a:cxnLst/>
              <a:rect l="l" t="t" r="r" b="b"/>
              <a:pathLst>
                <a:path w="181610" h="8890">
                  <a:moveTo>
                    <a:pt x="181610" y="0"/>
                  </a:moveTo>
                  <a:lnTo>
                    <a:pt x="0" y="0"/>
                  </a:lnTo>
                  <a:lnTo>
                    <a:pt x="0" y="5080"/>
                  </a:lnTo>
                  <a:lnTo>
                    <a:pt x="0" y="8890"/>
                  </a:lnTo>
                  <a:lnTo>
                    <a:pt x="180340" y="8890"/>
                  </a:lnTo>
                  <a:lnTo>
                    <a:pt x="180340" y="5080"/>
                  </a:lnTo>
                  <a:lnTo>
                    <a:pt x="181610" y="5080"/>
                  </a:lnTo>
                  <a:lnTo>
                    <a:pt x="181610" y="0"/>
                  </a:lnTo>
                  <a:close/>
                </a:path>
              </a:pathLst>
            </a:custGeom>
            <a:solidFill>
              <a:srgbClr val="5A3D00"/>
            </a:solidFill>
          </p:spPr>
          <p:txBody>
            <a:bodyPr wrap="square" lIns="0" tIns="0" rIns="0" bIns="0" rtlCol="0"/>
            <a:lstStyle/>
            <a:p/>
          </p:txBody>
        </p:sp>
        <p:sp>
          <p:nvSpPr>
            <p:cNvPr id="1141" name="object 1141"/>
            <p:cNvSpPr/>
            <p:nvPr/>
          </p:nvSpPr>
          <p:spPr>
            <a:xfrm>
              <a:off x="3388360" y="1616709"/>
              <a:ext cx="180340" cy="7620"/>
            </a:xfrm>
            <a:custGeom>
              <a:avLst/>
              <a:gdLst/>
              <a:ahLst/>
              <a:cxnLst/>
              <a:rect l="l" t="t" r="r" b="b"/>
              <a:pathLst>
                <a:path w="180339" h="7619">
                  <a:moveTo>
                    <a:pt x="180340" y="0"/>
                  </a:moveTo>
                  <a:lnTo>
                    <a:pt x="0" y="0"/>
                  </a:lnTo>
                  <a:lnTo>
                    <a:pt x="0" y="1270"/>
                  </a:lnTo>
                  <a:lnTo>
                    <a:pt x="0" y="3810"/>
                  </a:lnTo>
                  <a:lnTo>
                    <a:pt x="0" y="7620"/>
                  </a:lnTo>
                  <a:lnTo>
                    <a:pt x="177800" y="7620"/>
                  </a:lnTo>
                  <a:lnTo>
                    <a:pt x="177800" y="3810"/>
                  </a:lnTo>
                  <a:lnTo>
                    <a:pt x="179070" y="3810"/>
                  </a:lnTo>
                  <a:lnTo>
                    <a:pt x="179070" y="1270"/>
                  </a:lnTo>
                  <a:lnTo>
                    <a:pt x="180340" y="1270"/>
                  </a:lnTo>
                  <a:lnTo>
                    <a:pt x="180340" y="0"/>
                  </a:lnTo>
                  <a:close/>
                </a:path>
              </a:pathLst>
            </a:custGeom>
            <a:solidFill>
              <a:srgbClr val="5B3C00"/>
            </a:solidFill>
          </p:spPr>
          <p:txBody>
            <a:bodyPr wrap="square" lIns="0" tIns="0" rIns="0" bIns="0" rtlCol="0"/>
            <a:lstStyle/>
            <a:p/>
          </p:txBody>
        </p:sp>
        <p:sp>
          <p:nvSpPr>
            <p:cNvPr id="1142" name="object 1142"/>
            <p:cNvSpPr/>
            <p:nvPr/>
          </p:nvSpPr>
          <p:spPr>
            <a:xfrm>
              <a:off x="3388360" y="1624329"/>
              <a:ext cx="176530" cy="8890"/>
            </a:xfrm>
            <a:custGeom>
              <a:avLst/>
              <a:gdLst/>
              <a:ahLst/>
              <a:cxnLst/>
              <a:rect l="l" t="t" r="r" b="b"/>
              <a:pathLst>
                <a:path w="176529" h="8889">
                  <a:moveTo>
                    <a:pt x="176530" y="0"/>
                  </a:moveTo>
                  <a:lnTo>
                    <a:pt x="0" y="0"/>
                  </a:lnTo>
                  <a:lnTo>
                    <a:pt x="0" y="2540"/>
                  </a:lnTo>
                  <a:lnTo>
                    <a:pt x="0" y="6350"/>
                  </a:lnTo>
                  <a:lnTo>
                    <a:pt x="0" y="8890"/>
                  </a:lnTo>
                  <a:lnTo>
                    <a:pt x="173990" y="8890"/>
                  </a:lnTo>
                  <a:lnTo>
                    <a:pt x="173990" y="6350"/>
                  </a:lnTo>
                  <a:lnTo>
                    <a:pt x="175260" y="6350"/>
                  </a:lnTo>
                  <a:lnTo>
                    <a:pt x="175260" y="2540"/>
                  </a:lnTo>
                  <a:lnTo>
                    <a:pt x="176530" y="2540"/>
                  </a:lnTo>
                  <a:lnTo>
                    <a:pt x="176530" y="0"/>
                  </a:lnTo>
                  <a:close/>
                </a:path>
              </a:pathLst>
            </a:custGeom>
            <a:solidFill>
              <a:srgbClr val="5C3B00"/>
            </a:solidFill>
          </p:spPr>
          <p:txBody>
            <a:bodyPr wrap="square" lIns="0" tIns="0" rIns="0" bIns="0" rtlCol="0"/>
            <a:lstStyle/>
            <a:p/>
          </p:txBody>
        </p:sp>
        <p:sp>
          <p:nvSpPr>
            <p:cNvPr id="1143" name="object 1143"/>
            <p:cNvSpPr/>
            <p:nvPr/>
          </p:nvSpPr>
          <p:spPr>
            <a:xfrm>
              <a:off x="3388360" y="1633219"/>
              <a:ext cx="173990" cy="7620"/>
            </a:xfrm>
            <a:custGeom>
              <a:avLst/>
              <a:gdLst/>
              <a:ahLst/>
              <a:cxnLst/>
              <a:rect l="l" t="t" r="r" b="b"/>
              <a:pathLst>
                <a:path w="173989" h="7619">
                  <a:moveTo>
                    <a:pt x="173990" y="0"/>
                  </a:moveTo>
                  <a:lnTo>
                    <a:pt x="0" y="0"/>
                  </a:lnTo>
                  <a:lnTo>
                    <a:pt x="0" y="1270"/>
                  </a:lnTo>
                  <a:lnTo>
                    <a:pt x="0" y="5080"/>
                  </a:lnTo>
                  <a:lnTo>
                    <a:pt x="0" y="7620"/>
                  </a:lnTo>
                  <a:lnTo>
                    <a:pt x="171450" y="7620"/>
                  </a:lnTo>
                  <a:lnTo>
                    <a:pt x="171450" y="5080"/>
                  </a:lnTo>
                  <a:lnTo>
                    <a:pt x="172720" y="5080"/>
                  </a:lnTo>
                  <a:lnTo>
                    <a:pt x="172720" y="1270"/>
                  </a:lnTo>
                  <a:lnTo>
                    <a:pt x="173990" y="1270"/>
                  </a:lnTo>
                  <a:lnTo>
                    <a:pt x="173990" y="0"/>
                  </a:lnTo>
                  <a:close/>
                </a:path>
              </a:pathLst>
            </a:custGeom>
            <a:solidFill>
              <a:srgbClr val="5D3A00"/>
            </a:solidFill>
          </p:spPr>
          <p:txBody>
            <a:bodyPr wrap="square" lIns="0" tIns="0" rIns="0" bIns="0" rtlCol="0"/>
            <a:lstStyle/>
            <a:p/>
          </p:txBody>
        </p:sp>
        <p:sp>
          <p:nvSpPr>
            <p:cNvPr id="1144" name="object 1144"/>
            <p:cNvSpPr/>
            <p:nvPr/>
          </p:nvSpPr>
          <p:spPr>
            <a:xfrm>
              <a:off x="3388360" y="1640839"/>
              <a:ext cx="171450" cy="8890"/>
            </a:xfrm>
            <a:custGeom>
              <a:avLst/>
              <a:gdLst/>
              <a:ahLst/>
              <a:cxnLst/>
              <a:rect l="l" t="t" r="r" b="b"/>
              <a:pathLst>
                <a:path w="171450" h="8889">
                  <a:moveTo>
                    <a:pt x="171450" y="0"/>
                  </a:moveTo>
                  <a:lnTo>
                    <a:pt x="0" y="0"/>
                  </a:lnTo>
                  <a:lnTo>
                    <a:pt x="0" y="1270"/>
                  </a:lnTo>
                  <a:lnTo>
                    <a:pt x="0" y="3810"/>
                  </a:lnTo>
                  <a:lnTo>
                    <a:pt x="0" y="6350"/>
                  </a:lnTo>
                  <a:lnTo>
                    <a:pt x="0" y="8890"/>
                  </a:lnTo>
                  <a:lnTo>
                    <a:pt x="78740" y="8890"/>
                  </a:lnTo>
                  <a:lnTo>
                    <a:pt x="78740" y="6350"/>
                  </a:lnTo>
                  <a:lnTo>
                    <a:pt x="80010" y="6350"/>
                  </a:lnTo>
                  <a:lnTo>
                    <a:pt x="80010" y="7620"/>
                  </a:lnTo>
                  <a:lnTo>
                    <a:pt x="80010" y="8890"/>
                  </a:lnTo>
                  <a:lnTo>
                    <a:pt x="167640" y="8890"/>
                  </a:lnTo>
                  <a:lnTo>
                    <a:pt x="167640" y="7620"/>
                  </a:lnTo>
                  <a:lnTo>
                    <a:pt x="168910" y="7620"/>
                  </a:lnTo>
                  <a:lnTo>
                    <a:pt x="168910" y="6350"/>
                  </a:lnTo>
                  <a:lnTo>
                    <a:pt x="168910" y="3810"/>
                  </a:lnTo>
                  <a:lnTo>
                    <a:pt x="170180" y="3810"/>
                  </a:lnTo>
                  <a:lnTo>
                    <a:pt x="170180" y="1270"/>
                  </a:lnTo>
                  <a:lnTo>
                    <a:pt x="171450" y="1270"/>
                  </a:lnTo>
                  <a:lnTo>
                    <a:pt x="171450" y="0"/>
                  </a:lnTo>
                  <a:close/>
                </a:path>
              </a:pathLst>
            </a:custGeom>
            <a:solidFill>
              <a:srgbClr val="5E3900"/>
            </a:solidFill>
          </p:spPr>
          <p:txBody>
            <a:bodyPr wrap="square" lIns="0" tIns="0" rIns="0" bIns="0" rtlCol="0"/>
            <a:lstStyle/>
            <a:p/>
          </p:txBody>
        </p:sp>
        <p:sp>
          <p:nvSpPr>
            <p:cNvPr id="1145" name="object 1145"/>
            <p:cNvSpPr/>
            <p:nvPr/>
          </p:nvSpPr>
          <p:spPr>
            <a:xfrm>
              <a:off x="3388359" y="1649730"/>
              <a:ext cx="167640" cy="7620"/>
            </a:xfrm>
            <a:custGeom>
              <a:avLst/>
              <a:gdLst/>
              <a:ahLst/>
              <a:cxnLst/>
              <a:rect l="l" t="t" r="r" b="b"/>
              <a:pathLst>
                <a:path w="167639" h="7619">
                  <a:moveTo>
                    <a:pt x="78739" y="0"/>
                  </a:moveTo>
                  <a:lnTo>
                    <a:pt x="0" y="0"/>
                  </a:lnTo>
                  <a:lnTo>
                    <a:pt x="0" y="7620"/>
                  </a:lnTo>
                  <a:lnTo>
                    <a:pt x="78739" y="7620"/>
                  </a:lnTo>
                  <a:lnTo>
                    <a:pt x="78739" y="0"/>
                  </a:lnTo>
                  <a:close/>
                </a:path>
                <a:path w="167639" h="7619">
                  <a:moveTo>
                    <a:pt x="163829" y="6350"/>
                  </a:moveTo>
                  <a:lnTo>
                    <a:pt x="85089" y="6350"/>
                  </a:lnTo>
                  <a:lnTo>
                    <a:pt x="85089" y="7620"/>
                  </a:lnTo>
                  <a:lnTo>
                    <a:pt x="163830" y="7620"/>
                  </a:lnTo>
                  <a:lnTo>
                    <a:pt x="163829" y="6350"/>
                  </a:lnTo>
                  <a:close/>
                </a:path>
                <a:path w="167639" h="7619">
                  <a:moveTo>
                    <a:pt x="165099" y="3810"/>
                  </a:moveTo>
                  <a:lnTo>
                    <a:pt x="83819" y="3810"/>
                  </a:lnTo>
                  <a:lnTo>
                    <a:pt x="83819" y="6350"/>
                  </a:lnTo>
                  <a:lnTo>
                    <a:pt x="165099" y="6350"/>
                  </a:lnTo>
                  <a:lnTo>
                    <a:pt x="165099" y="3810"/>
                  </a:lnTo>
                  <a:close/>
                </a:path>
                <a:path w="167639" h="7619">
                  <a:moveTo>
                    <a:pt x="167639" y="0"/>
                  </a:moveTo>
                  <a:lnTo>
                    <a:pt x="81279" y="0"/>
                  </a:lnTo>
                  <a:lnTo>
                    <a:pt x="81279" y="2540"/>
                  </a:lnTo>
                  <a:lnTo>
                    <a:pt x="82550" y="2540"/>
                  </a:lnTo>
                  <a:lnTo>
                    <a:pt x="82550" y="3810"/>
                  </a:lnTo>
                  <a:lnTo>
                    <a:pt x="166370" y="3810"/>
                  </a:lnTo>
                  <a:lnTo>
                    <a:pt x="166369" y="1270"/>
                  </a:lnTo>
                  <a:lnTo>
                    <a:pt x="167639" y="1270"/>
                  </a:lnTo>
                  <a:lnTo>
                    <a:pt x="167639" y="0"/>
                  </a:lnTo>
                  <a:close/>
                </a:path>
              </a:pathLst>
            </a:custGeom>
            <a:solidFill>
              <a:srgbClr val="5F3800"/>
            </a:solidFill>
          </p:spPr>
          <p:txBody>
            <a:bodyPr wrap="square" lIns="0" tIns="0" rIns="0" bIns="0" rtlCol="0"/>
            <a:lstStyle/>
            <a:p/>
          </p:txBody>
        </p:sp>
        <p:sp>
          <p:nvSpPr>
            <p:cNvPr id="1146" name="object 1146"/>
            <p:cNvSpPr/>
            <p:nvPr/>
          </p:nvSpPr>
          <p:spPr>
            <a:xfrm>
              <a:off x="3388359" y="1657350"/>
              <a:ext cx="163830" cy="7620"/>
            </a:xfrm>
            <a:custGeom>
              <a:avLst/>
              <a:gdLst/>
              <a:ahLst/>
              <a:cxnLst/>
              <a:rect l="l" t="t" r="r" b="b"/>
              <a:pathLst>
                <a:path w="163829" h="7619">
                  <a:moveTo>
                    <a:pt x="78739" y="0"/>
                  </a:moveTo>
                  <a:lnTo>
                    <a:pt x="0" y="0"/>
                  </a:lnTo>
                  <a:lnTo>
                    <a:pt x="0" y="7620"/>
                  </a:lnTo>
                  <a:lnTo>
                    <a:pt x="78739" y="7620"/>
                  </a:lnTo>
                  <a:lnTo>
                    <a:pt x="78739" y="0"/>
                  </a:lnTo>
                  <a:close/>
                </a:path>
                <a:path w="163829" h="7619">
                  <a:moveTo>
                    <a:pt x="161289" y="3810"/>
                  </a:moveTo>
                  <a:lnTo>
                    <a:pt x="88900" y="3810"/>
                  </a:lnTo>
                  <a:lnTo>
                    <a:pt x="88900" y="5080"/>
                  </a:lnTo>
                  <a:lnTo>
                    <a:pt x="90169" y="5080"/>
                  </a:lnTo>
                  <a:lnTo>
                    <a:pt x="90169" y="7620"/>
                  </a:lnTo>
                  <a:lnTo>
                    <a:pt x="160019" y="7620"/>
                  </a:lnTo>
                  <a:lnTo>
                    <a:pt x="160019" y="6350"/>
                  </a:lnTo>
                  <a:lnTo>
                    <a:pt x="161289" y="6350"/>
                  </a:lnTo>
                  <a:lnTo>
                    <a:pt x="161289" y="3810"/>
                  </a:lnTo>
                  <a:close/>
                </a:path>
                <a:path w="163829" h="7619">
                  <a:moveTo>
                    <a:pt x="162559" y="1270"/>
                  </a:moveTo>
                  <a:lnTo>
                    <a:pt x="87629" y="1270"/>
                  </a:lnTo>
                  <a:lnTo>
                    <a:pt x="87629" y="3810"/>
                  </a:lnTo>
                  <a:lnTo>
                    <a:pt x="162559" y="3810"/>
                  </a:lnTo>
                  <a:lnTo>
                    <a:pt x="162559" y="1270"/>
                  </a:lnTo>
                  <a:close/>
                </a:path>
                <a:path w="163829" h="7619">
                  <a:moveTo>
                    <a:pt x="163830" y="0"/>
                  </a:moveTo>
                  <a:lnTo>
                    <a:pt x="86360" y="0"/>
                  </a:lnTo>
                  <a:lnTo>
                    <a:pt x="86360" y="1270"/>
                  </a:lnTo>
                  <a:lnTo>
                    <a:pt x="163830" y="1270"/>
                  </a:lnTo>
                  <a:lnTo>
                    <a:pt x="163830" y="0"/>
                  </a:lnTo>
                  <a:close/>
                </a:path>
              </a:pathLst>
            </a:custGeom>
            <a:solidFill>
              <a:srgbClr val="603700"/>
            </a:solidFill>
          </p:spPr>
          <p:txBody>
            <a:bodyPr wrap="square" lIns="0" tIns="0" rIns="0" bIns="0" rtlCol="0"/>
            <a:lstStyle/>
            <a:p/>
          </p:txBody>
        </p:sp>
        <p:sp>
          <p:nvSpPr>
            <p:cNvPr id="1147" name="object 1147"/>
            <p:cNvSpPr/>
            <p:nvPr/>
          </p:nvSpPr>
          <p:spPr>
            <a:xfrm>
              <a:off x="3388359" y="1664970"/>
              <a:ext cx="158750" cy="8890"/>
            </a:xfrm>
            <a:custGeom>
              <a:avLst/>
              <a:gdLst/>
              <a:ahLst/>
              <a:cxnLst/>
              <a:rect l="l" t="t" r="r" b="b"/>
              <a:pathLst>
                <a:path w="158750" h="8889">
                  <a:moveTo>
                    <a:pt x="78739" y="0"/>
                  </a:moveTo>
                  <a:lnTo>
                    <a:pt x="0" y="0"/>
                  </a:lnTo>
                  <a:lnTo>
                    <a:pt x="0" y="8889"/>
                  </a:lnTo>
                  <a:lnTo>
                    <a:pt x="78739" y="8889"/>
                  </a:lnTo>
                  <a:lnTo>
                    <a:pt x="78739" y="0"/>
                  </a:lnTo>
                  <a:close/>
                </a:path>
                <a:path w="158750" h="8889">
                  <a:moveTo>
                    <a:pt x="156209" y="3810"/>
                  </a:moveTo>
                  <a:lnTo>
                    <a:pt x="93979" y="3810"/>
                  </a:lnTo>
                  <a:lnTo>
                    <a:pt x="93979" y="6350"/>
                  </a:lnTo>
                  <a:lnTo>
                    <a:pt x="95250" y="6350"/>
                  </a:lnTo>
                  <a:lnTo>
                    <a:pt x="95250" y="8889"/>
                  </a:lnTo>
                  <a:lnTo>
                    <a:pt x="153670" y="8889"/>
                  </a:lnTo>
                  <a:lnTo>
                    <a:pt x="153670" y="7620"/>
                  </a:lnTo>
                  <a:lnTo>
                    <a:pt x="154939" y="7620"/>
                  </a:lnTo>
                  <a:lnTo>
                    <a:pt x="154939" y="5079"/>
                  </a:lnTo>
                  <a:lnTo>
                    <a:pt x="156209" y="5079"/>
                  </a:lnTo>
                  <a:lnTo>
                    <a:pt x="156209" y="3810"/>
                  </a:lnTo>
                  <a:close/>
                </a:path>
                <a:path w="158750" h="8889">
                  <a:moveTo>
                    <a:pt x="157480" y="2539"/>
                  </a:moveTo>
                  <a:lnTo>
                    <a:pt x="92710" y="2539"/>
                  </a:lnTo>
                  <a:lnTo>
                    <a:pt x="92710" y="3810"/>
                  </a:lnTo>
                  <a:lnTo>
                    <a:pt x="157480" y="3810"/>
                  </a:lnTo>
                  <a:lnTo>
                    <a:pt x="157480" y="2539"/>
                  </a:lnTo>
                  <a:close/>
                </a:path>
                <a:path w="158750" h="8889">
                  <a:moveTo>
                    <a:pt x="158750" y="0"/>
                  </a:moveTo>
                  <a:lnTo>
                    <a:pt x="91439" y="0"/>
                  </a:lnTo>
                  <a:lnTo>
                    <a:pt x="91439" y="2539"/>
                  </a:lnTo>
                  <a:lnTo>
                    <a:pt x="158750" y="2539"/>
                  </a:lnTo>
                  <a:lnTo>
                    <a:pt x="158750" y="0"/>
                  </a:lnTo>
                  <a:close/>
                </a:path>
              </a:pathLst>
            </a:custGeom>
            <a:solidFill>
              <a:srgbClr val="613600"/>
            </a:solidFill>
          </p:spPr>
          <p:txBody>
            <a:bodyPr wrap="square" lIns="0" tIns="0" rIns="0" bIns="0" rtlCol="0"/>
            <a:lstStyle/>
            <a:p/>
          </p:txBody>
        </p:sp>
        <p:sp>
          <p:nvSpPr>
            <p:cNvPr id="1148" name="object 1148"/>
            <p:cNvSpPr/>
            <p:nvPr/>
          </p:nvSpPr>
          <p:spPr>
            <a:xfrm>
              <a:off x="3388359" y="1673860"/>
              <a:ext cx="152400" cy="7620"/>
            </a:xfrm>
            <a:custGeom>
              <a:avLst/>
              <a:gdLst/>
              <a:ahLst/>
              <a:cxnLst/>
              <a:rect l="l" t="t" r="r" b="b"/>
              <a:pathLst>
                <a:path w="152400" h="7619">
                  <a:moveTo>
                    <a:pt x="148589" y="5080"/>
                  </a:moveTo>
                  <a:lnTo>
                    <a:pt x="102869" y="5080"/>
                  </a:lnTo>
                  <a:lnTo>
                    <a:pt x="102869" y="7620"/>
                  </a:lnTo>
                  <a:lnTo>
                    <a:pt x="147319" y="7620"/>
                  </a:lnTo>
                  <a:lnTo>
                    <a:pt x="147319" y="6350"/>
                  </a:lnTo>
                  <a:lnTo>
                    <a:pt x="148589" y="6350"/>
                  </a:lnTo>
                  <a:lnTo>
                    <a:pt x="148589" y="5080"/>
                  </a:lnTo>
                  <a:close/>
                </a:path>
                <a:path w="152400" h="7619">
                  <a:moveTo>
                    <a:pt x="149859" y="2539"/>
                  </a:moveTo>
                  <a:lnTo>
                    <a:pt x="100329" y="2539"/>
                  </a:lnTo>
                  <a:lnTo>
                    <a:pt x="100329" y="3810"/>
                  </a:lnTo>
                  <a:lnTo>
                    <a:pt x="101600" y="3810"/>
                  </a:lnTo>
                  <a:lnTo>
                    <a:pt x="101600" y="5080"/>
                  </a:lnTo>
                  <a:lnTo>
                    <a:pt x="149860" y="5080"/>
                  </a:lnTo>
                  <a:lnTo>
                    <a:pt x="149859" y="2539"/>
                  </a:lnTo>
                  <a:close/>
                </a:path>
                <a:path w="152400" h="7619">
                  <a:moveTo>
                    <a:pt x="151130" y="1270"/>
                  </a:moveTo>
                  <a:lnTo>
                    <a:pt x="99060" y="1270"/>
                  </a:lnTo>
                  <a:lnTo>
                    <a:pt x="99060" y="2539"/>
                  </a:lnTo>
                  <a:lnTo>
                    <a:pt x="151130" y="2539"/>
                  </a:lnTo>
                  <a:lnTo>
                    <a:pt x="151130" y="1270"/>
                  </a:lnTo>
                  <a:close/>
                </a:path>
                <a:path w="152400" h="7619">
                  <a:moveTo>
                    <a:pt x="152399" y="0"/>
                  </a:moveTo>
                  <a:lnTo>
                    <a:pt x="96519" y="0"/>
                  </a:lnTo>
                  <a:lnTo>
                    <a:pt x="96519" y="1270"/>
                  </a:lnTo>
                  <a:lnTo>
                    <a:pt x="152399" y="1270"/>
                  </a:lnTo>
                  <a:lnTo>
                    <a:pt x="152399" y="0"/>
                  </a:lnTo>
                  <a:close/>
                </a:path>
                <a:path w="152400" h="7619">
                  <a:moveTo>
                    <a:pt x="78739" y="0"/>
                  </a:moveTo>
                  <a:lnTo>
                    <a:pt x="0" y="0"/>
                  </a:lnTo>
                  <a:lnTo>
                    <a:pt x="0" y="3810"/>
                  </a:lnTo>
                  <a:lnTo>
                    <a:pt x="78739" y="3810"/>
                  </a:lnTo>
                  <a:lnTo>
                    <a:pt x="78739" y="0"/>
                  </a:lnTo>
                  <a:close/>
                </a:path>
              </a:pathLst>
            </a:custGeom>
            <a:solidFill>
              <a:srgbClr val="623500"/>
            </a:solidFill>
          </p:spPr>
          <p:txBody>
            <a:bodyPr wrap="square" lIns="0" tIns="0" rIns="0" bIns="0" rtlCol="0"/>
            <a:lstStyle/>
            <a:p/>
          </p:txBody>
        </p:sp>
        <p:sp>
          <p:nvSpPr>
            <p:cNvPr id="1149" name="object 1149"/>
            <p:cNvSpPr/>
            <p:nvPr/>
          </p:nvSpPr>
          <p:spPr>
            <a:xfrm>
              <a:off x="3492499" y="1681480"/>
              <a:ext cx="41910" cy="8890"/>
            </a:xfrm>
            <a:custGeom>
              <a:avLst/>
              <a:gdLst/>
              <a:ahLst/>
              <a:cxnLst/>
              <a:rect l="l" t="t" r="r" b="b"/>
              <a:pathLst>
                <a:path w="41910" h="8889">
                  <a:moveTo>
                    <a:pt x="21590" y="7619"/>
                  </a:moveTo>
                  <a:lnTo>
                    <a:pt x="20320" y="7619"/>
                  </a:lnTo>
                  <a:lnTo>
                    <a:pt x="20320" y="8889"/>
                  </a:lnTo>
                  <a:lnTo>
                    <a:pt x="21590" y="8889"/>
                  </a:lnTo>
                  <a:lnTo>
                    <a:pt x="21590" y="7619"/>
                  </a:lnTo>
                  <a:close/>
                </a:path>
                <a:path w="41910" h="8889">
                  <a:moveTo>
                    <a:pt x="27939" y="6350"/>
                  </a:moveTo>
                  <a:lnTo>
                    <a:pt x="11429" y="6350"/>
                  </a:lnTo>
                  <a:lnTo>
                    <a:pt x="11429" y="7619"/>
                  </a:lnTo>
                  <a:lnTo>
                    <a:pt x="27939" y="7619"/>
                  </a:lnTo>
                  <a:lnTo>
                    <a:pt x="27939" y="6350"/>
                  </a:lnTo>
                  <a:close/>
                </a:path>
                <a:path w="41910" h="8889">
                  <a:moveTo>
                    <a:pt x="33020" y="5079"/>
                  </a:moveTo>
                  <a:lnTo>
                    <a:pt x="10160" y="5079"/>
                  </a:lnTo>
                  <a:lnTo>
                    <a:pt x="10160" y="6350"/>
                  </a:lnTo>
                  <a:lnTo>
                    <a:pt x="33020" y="6350"/>
                  </a:lnTo>
                  <a:lnTo>
                    <a:pt x="33020" y="5079"/>
                  </a:lnTo>
                  <a:close/>
                </a:path>
                <a:path w="41910" h="8889">
                  <a:moveTo>
                    <a:pt x="36829" y="3810"/>
                  </a:moveTo>
                  <a:lnTo>
                    <a:pt x="6350" y="3810"/>
                  </a:lnTo>
                  <a:lnTo>
                    <a:pt x="6350" y="5079"/>
                  </a:lnTo>
                  <a:lnTo>
                    <a:pt x="36829" y="5079"/>
                  </a:lnTo>
                  <a:lnTo>
                    <a:pt x="36829" y="3810"/>
                  </a:lnTo>
                  <a:close/>
                </a:path>
                <a:path w="41910" h="8889">
                  <a:moveTo>
                    <a:pt x="38100" y="2539"/>
                  </a:moveTo>
                  <a:lnTo>
                    <a:pt x="5079" y="2539"/>
                  </a:lnTo>
                  <a:lnTo>
                    <a:pt x="5079" y="3810"/>
                  </a:lnTo>
                  <a:lnTo>
                    <a:pt x="38100" y="3810"/>
                  </a:lnTo>
                  <a:lnTo>
                    <a:pt x="38100" y="2539"/>
                  </a:lnTo>
                  <a:close/>
                </a:path>
                <a:path w="41910" h="8889">
                  <a:moveTo>
                    <a:pt x="40640" y="1269"/>
                  </a:moveTo>
                  <a:lnTo>
                    <a:pt x="1270" y="1269"/>
                  </a:lnTo>
                  <a:lnTo>
                    <a:pt x="1270" y="2539"/>
                  </a:lnTo>
                  <a:lnTo>
                    <a:pt x="40640" y="2539"/>
                  </a:lnTo>
                  <a:lnTo>
                    <a:pt x="40640" y="1269"/>
                  </a:lnTo>
                  <a:close/>
                </a:path>
                <a:path w="41910" h="8889">
                  <a:moveTo>
                    <a:pt x="41910" y="0"/>
                  </a:moveTo>
                  <a:lnTo>
                    <a:pt x="0" y="0"/>
                  </a:lnTo>
                  <a:lnTo>
                    <a:pt x="0" y="1269"/>
                  </a:lnTo>
                  <a:lnTo>
                    <a:pt x="41910" y="1269"/>
                  </a:lnTo>
                  <a:lnTo>
                    <a:pt x="41910" y="0"/>
                  </a:lnTo>
                  <a:close/>
                </a:path>
              </a:pathLst>
            </a:custGeom>
            <a:solidFill>
              <a:srgbClr val="633400"/>
            </a:solidFill>
          </p:spPr>
          <p:txBody>
            <a:bodyPr wrap="square" lIns="0" tIns="0" rIns="0" bIns="0" rtlCol="0"/>
            <a:lstStyle/>
            <a:p/>
          </p:txBody>
        </p:sp>
      </p:grpSp>
      <p:grpSp>
        <p:nvGrpSpPr>
          <p:cNvPr id="1150" name="object 1150"/>
          <p:cNvGrpSpPr/>
          <p:nvPr/>
        </p:nvGrpSpPr>
        <p:grpSpPr>
          <a:xfrm>
            <a:off x="3674109" y="1056639"/>
            <a:ext cx="214629" cy="633730"/>
            <a:chOff x="3674109" y="1056639"/>
            <a:chExt cx="214629" cy="633730"/>
          </a:xfrm>
        </p:grpSpPr>
        <p:sp>
          <p:nvSpPr>
            <p:cNvPr id="1151" name="object 1151"/>
            <p:cNvSpPr/>
            <p:nvPr/>
          </p:nvSpPr>
          <p:spPr>
            <a:xfrm>
              <a:off x="3755389" y="1056639"/>
              <a:ext cx="46990" cy="6350"/>
            </a:xfrm>
            <a:custGeom>
              <a:avLst/>
              <a:gdLst/>
              <a:ahLst/>
              <a:cxnLst/>
              <a:rect l="l" t="t" r="r" b="b"/>
              <a:pathLst>
                <a:path w="46989" h="6350">
                  <a:moveTo>
                    <a:pt x="46989" y="5080"/>
                  </a:moveTo>
                  <a:lnTo>
                    <a:pt x="0" y="5080"/>
                  </a:lnTo>
                  <a:lnTo>
                    <a:pt x="0" y="6350"/>
                  </a:lnTo>
                  <a:lnTo>
                    <a:pt x="46989" y="6350"/>
                  </a:lnTo>
                  <a:lnTo>
                    <a:pt x="46989" y="5080"/>
                  </a:lnTo>
                  <a:close/>
                </a:path>
                <a:path w="46989" h="6350">
                  <a:moveTo>
                    <a:pt x="44450" y="3810"/>
                  </a:moveTo>
                  <a:lnTo>
                    <a:pt x="2539" y="3810"/>
                  </a:lnTo>
                  <a:lnTo>
                    <a:pt x="2539" y="5080"/>
                  </a:lnTo>
                  <a:lnTo>
                    <a:pt x="44450" y="5080"/>
                  </a:lnTo>
                  <a:lnTo>
                    <a:pt x="44450" y="3810"/>
                  </a:lnTo>
                  <a:close/>
                </a:path>
                <a:path w="46989" h="6350">
                  <a:moveTo>
                    <a:pt x="43179" y="2539"/>
                  </a:moveTo>
                  <a:lnTo>
                    <a:pt x="6350" y="2539"/>
                  </a:lnTo>
                  <a:lnTo>
                    <a:pt x="6350" y="3810"/>
                  </a:lnTo>
                  <a:lnTo>
                    <a:pt x="43179" y="3810"/>
                  </a:lnTo>
                  <a:lnTo>
                    <a:pt x="43179" y="2539"/>
                  </a:lnTo>
                  <a:close/>
                </a:path>
                <a:path w="46989" h="6350">
                  <a:moveTo>
                    <a:pt x="34290" y="1270"/>
                  </a:moveTo>
                  <a:lnTo>
                    <a:pt x="11430" y="1270"/>
                  </a:lnTo>
                  <a:lnTo>
                    <a:pt x="11430" y="2539"/>
                  </a:lnTo>
                  <a:lnTo>
                    <a:pt x="34290" y="2539"/>
                  </a:lnTo>
                  <a:lnTo>
                    <a:pt x="34290" y="1270"/>
                  </a:lnTo>
                  <a:close/>
                </a:path>
                <a:path w="46989" h="6350">
                  <a:moveTo>
                    <a:pt x="24130" y="0"/>
                  </a:moveTo>
                  <a:lnTo>
                    <a:pt x="22860" y="0"/>
                  </a:lnTo>
                  <a:lnTo>
                    <a:pt x="22860" y="1270"/>
                  </a:lnTo>
                  <a:lnTo>
                    <a:pt x="24130" y="1270"/>
                  </a:lnTo>
                  <a:lnTo>
                    <a:pt x="24130" y="0"/>
                  </a:lnTo>
                  <a:close/>
                </a:path>
              </a:pathLst>
            </a:custGeom>
            <a:solidFill>
              <a:srgbClr val="009800"/>
            </a:solidFill>
          </p:spPr>
          <p:txBody>
            <a:bodyPr wrap="square" lIns="0" tIns="0" rIns="0" bIns="0" rtlCol="0"/>
            <a:lstStyle/>
            <a:p/>
          </p:txBody>
        </p:sp>
        <p:sp>
          <p:nvSpPr>
            <p:cNvPr id="1152" name="object 1152"/>
            <p:cNvSpPr/>
            <p:nvPr/>
          </p:nvSpPr>
          <p:spPr>
            <a:xfrm>
              <a:off x="3745229" y="1062989"/>
              <a:ext cx="72390" cy="7620"/>
            </a:xfrm>
            <a:custGeom>
              <a:avLst/>
              <a:gdLst/>
              <a:ahLst/>
              <a:cxnLst/>
              <a:rect l="l" t="t" r="r" b="b"/>
              <a:pathLst>
                <a:path w="72389" h="7619">
                  <a:moveTo>
                    <a:pt x="72389" y="6350"/>
                  </a:moveTo>
                  <a:lnTo>
                    <a:pt x="0" y="6350"/>
                  </a:lnTo>
                  <a:lnTo>
                    <a:pt x="0" y="7620"/>
                  </a:lnTo>
                  <a:lnTo>
                    <a:pt x="72389" y="7620"/>
                  </a:lnTo>
                  <a:lnTo>
                    <a:pt x="72389" y="6350"/>
                  </a:lnTo>
                  <a:close/>
                </a:path>
                <a:path w="72389" h="7619">
                  <a:moveTo>
                    <a:pt x="69850" y="5080"/>
                  </a:moveTo>
                  <a:lnTo>
                    <a:pt x="1270" y="5080"/>
                  </a:lnTo>
                  <a:lnTo>
                    <a:pt x="1270" y="6350"/>
                  </a:lnTo>
                  <a:lnTo>
                    <a:pt x="69850" y="6350"/>
                  </a:lnTo>
                  <a:lnTo>
                    <a:pt x="69850" y="5080"/>
                  </a:lnTo>
                  <a:close/>
                </a:path>
                <a:path w="72389" h="7619">
                  <a:moveTo>
                    <a:pt x="68580" y="3810"/>
                  </a:moveTo>
                  <a:lnTo>
                    <a:pt x="2540" y="3810"/>
                  </a:lnTo>
                  <a:lnTo>
                    <a:pt x="2540" y="5080"/>
                  </a:lnTo>
                  <a:lnTo>
                    <a:pt x="68580" y="5080"/>
                  </a:lnTo>
                  <a:lnTo>
                    <a:pt x="68580" y="3810"/>
                  </a:lnTo>
                  <a:close/>
                </a:path>
                <a:path w="72389" h="7619">
                  <a:moveTo>
                    <a:pt x="64770" y="2539"/>
                  </a:moveTo>
                  <a:lnTo>
                    <a:pt x="5080" y="2539"/>
                  </a:lnTo>
                  <a:lnTo>
                    <a:pt x="5080" y="3810"/>
                  </a:lnTo>
                  <a:lnTo>
                    <a:pt x="64770" y="3810"/>
                  </a:lnTo>
                  <a:lnTo>
                    <a:pt x="64770" y="2539"/>
                  </a:lnTo>
                  <a:close/>
                </a:path>
                <a:path w="72389" h="7619">
                  <a:moveTo>
                    <a:pt x="62229" y="1270"/>
                  </a:moveTo>
                  <a:lnTo>
                    <a:pt x="6350" y="1270"/>
                  </a:lnTo>
                  <a:lnTo>
                    <a:pt x="6350" y="2539"/>
                  </a:lnTo>
                  <a:lnTo>
                    <a:pt x="62229" y="2539"/>
                  </a:lnTo>
                  <a:lnTo>
                    <a:pt x="62229" y="1270"/>
                  </a:lnTo>
                  <a:close/>
                </a:path>
                <a:path w="72389" h="7619">
                  <a:moveTo>
                    <a:pt x="60960" y="0"/>
                  </a:moveTo>
                  <a:lnTo>
                    <a:pt x="7620" y="0"/>
                  </a:lnTo>
                  <a:lnTo>
                    <a:pt x="7620" y="1270"/>
                  </a:lnTo>
                  <a:lnTo>
                    <a:pt x="60960" y="1270"/>
                  </a:lnTo>
                  <a:lnTo>
                    <a:pt x="60960" y="0"/>
                  </a:lnTo>
                  <a:close/>
                </a:path>
              </a:pathLst>
            </a:custGeom>
            <a:solidFill>
              <a:srgbClr val="009700"/>
            </a:solidFill>
          </p:spPr>
          <p:txBody>
            <a:bodyPr wrap="square" lIns="0" tIns="0" rIns="0" bIns="0" rtlCol="0"/>
            <a:lstStyle/>
            <a:p/>
          </p:txBody>
        </p:sp>
        <p:sp>
          <p:nvSpPr>
            <p:cNvPr id="1153" name="object 1153"/>
            <p:cNvSpPr/>
            <p:nvPr/>
          </p:nvSpPr>
          <p:spPr>
            <a:xfrm>
              <a:off x="3738879" y="1070609"/>
              <a:ext cx="86360" cy="6350"/>
            </a:xfrm>
            <a:custGeom>
              <a:avLst/>
              <a:gdLst/>
              <a:ahLst/>
              <a:cxnLst/>
              <a:rect l="l" t="t" r="r" b="b"/>
              <a:pathLst>
                <a:path w="86360" h="6350">
                  <a:moveTo>
                    <a:pt x="86360" y="5079"/>
                  </a:moveTo>
                  <a:lnTo>
                    <a:pt x="0" y="5079"/>
                  </a:lnTo>
                  <a:lnTo>
                    <a:pt x="0" y="6350"/>
                  </a:lnTo>
                  <a:lnTo>
                    <a:pt x="86360" y="6350"/>
                  </a:lnTo>
                  <a:lnTo>
                    <a:pt x="86360" y="5079"/>
                  </a:lnTo>
                  <a:close/>
                </a:path>
                <a:path w="86360" h="6350">
                  <a:moveTo>
                    <a:pt x="85090" y="3810"/>
                  </a:moveTo>
                  <a:lnTo>
                    <a:pt x="1270" y="3810"/>
                  </a:lnTo>
                  <a:lnTo>
                    <a:pt x="1270" y="5079"/>
                  </a:lnTo>
                  <a:lnTo>
                    <a:pt x="85090" y="5079"/>
                  </a:lnTo>
                  <a:lnTo>
                    <a:pt x="85090" y="3810"/>
                  </a:lnTo>
                  <a:close/>
                </a:path>
                <a:path w="86360" h="6350">
                  <a:moveTo>
                    <a:pt x="83820" y="2539"/>
                  </a:moveTo>
                  <a:lnTo>
                    <a:pt x="2540" y="2539"/>
                  </a:lnTo>
                  <a:lnTo>
                    <a:pt x="2540" y="3810"/>
                  </a:lnTo>
                  <a:lnTo>
                    <a:pt x="83820" y="3810"/>
                  </a:lnTo>
                  <a:lnTo>
                    <a:pt x="83820" y="2539"/>
                  </a:lnTo>
                  <a:close/>
                </a:path>
                <a:path w="86360" h="6350">
                  <a:moveTo>
                    <a:pt x="81280" y="1269"/>
                  </a:moveTo>
                  <a:lnTo>
                    <a:pt x="3810" y="1269"/>
                  </a:lnTo>
                  <a:lnTo>
                    <a:pt x="3810" y="2539"/>
                  </a:lnTo>
                  <a:lnTo>
                    <a:pt x="81280" y="2539"/>
                  </a:lnTo>
                  <a:lnTo>
                    <a:pt x="81280" y="1269"/>
                  </a:lnTo>
                  <a:close/>
                </a:path>
                <a:path w="86360" h="6350">
                  <a:moveTo>
                    <a:pt x="80010" y="0"/>
                  </a:moveTo>
                  <a:lnTo>
                    <a:pt x="5080" y="0"/>
                  </a:lnTo>
                  <a:lnTo>
                    <a:pt x="5080" y="1269"/>
                  </a:lnTo>
                  <a:lnTo>
                    <a:pt x="80010" y="1269"/>
                  </a:lnTo>
                  <a:lnTo>
                    <a:pt x="80010" y="0"/>
                  </a:lnTo>
                  <a:close/>
                </a:path>
              </a:pathLst>
            </a:custGeom>
            <a:solidFill>
              <a:srgbClr val="019600"/>
            </a:solidFill>
          </p:spPr>
          <p:txBody>
            <a:bodyPr wrap="square" lIns="0" tIns="0" rIns="0" bIns="0" rtlCol="0"/>
            <a:lstStyle/>
            <a:p/>
          </p:txBody>
        </p:sp>
        <p:sp>
          <p:nvSpPr>
            <p:cNvPr id="1154" name="object 1154"/>
            <p:cNvSpPr/>
            <p:nvPr/>
          </p:nvSpPr>
          <p:spPr>
            <a:xfrm>
              <a:off x="373126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29500"/>
            </a:solidFill>
          </p:spPr>
          <p:txBody>
            <a:bodyPr wrap="square" lIns="0" tIns="0" rIns="0" bIns="0" rtlCol="0"/>
            <a:lstStyle/>
            <a:p/>
          </p:txBody>
        </p:sp>
        <p:sp>
          <p:nvSpPr>
            <p:cNvPr id="1155" name="object 1155"/>
            <p:cNvSpPr/>
            <p:nvPr/>
          </p:nvSpPr>
          <p:spPr>
            <a:xfrm>
              <a:off x="3724910" y="1084579"/>
              <a:ext cx="113030" cy="7620"/>
            </a:xfrm>
            <a:custGeom>
              <a:avLst/>
              <a:gdLst/>
              <a:ahLst/>
              <a:cxnLst/>
              <a:rect l="l" t="t" r="r" b="b"/>
              <a:pathLst>
                <a:path w="113029" h="7619">
                  <a:moveTo>
                    <a:pt x="113030" y="6350"/>
                  </a:moveTo>
                  <a:lnTo>
                    <a:pt x="111747" y="6350"/>
                  </a:lnTo>
                  <a:lnTo>
                    <a:pt x="111747"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39400"/>
            </a:solidFill>
          </p:spPr>
          <p:txBody>
            <a:bodyPr wrap="square" lIns="0" tIns="0" rIns="0" bIns="0" rtlCol="0"/>
            <a:lstStyle/>
            <a:p/>
          </p:txBody>
        </p:sp>
        <p:sp>
          <p:nvSpPr>
            <p:cNvPr id="1156" name="object 1156"/>
            <p:cNvSpPr/>
            <p:nvPr/>
          </p:nvSpPr>
          <p:spPr>
            <a:xfrm>
              <a:off x="372237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49300"/>
            </a:solidFill>
          </p:spPr>
          <p:txBody>
            <a:bodyPr wrap="square" lIns="0" tIns="0" rIns="0" bIns="0" rtlCol="0"/>
            <a:lstStyle/>
            <a:p/>
          </p:txBody>
        </p:sp>
        <p:sp>
          <p:nvSpPr>
            <p:cNvPr id="1157" name="object 1157"/>
            <p:cNvSpPr/>
            <p:nvPr/>
          </p:nvSpPr>
          <p:spPr>
            <a:xfrm>
              <a:off x="3718560" y="1098549"/>
              <a:ext cx="128270" cy="7620"/>
            </a:xfrm>
            <a:custGeom>
              <a:avLst/>
              <a:gdLst/>
              <a:ahLst/>
              <a:cxnLst/>
              <a:rect l="l" t="t" r="r" b="b"/>
              <a:pathLst>
                <a:path w="128270" h="7619">
                  <a:moveTo>
                    <a:pt x="128270" y="6350"/>
                  </a:moveTo>
                  <a:lnTo>
                    <a:pt x="127000" y="6350"/>
                  </a:lnTo>
                  <a:lnTo>
                    <a:pt x="127000" y="5080"/>
                  </a:lnTo>
                  <a:lnTo>
                    <a:pt x="126987"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59200"/>
            </a:solidFill>
          </p:spPr>
          <p:txBody>
            <a:bodyPr wrap="square" lIns="0" tIns="0" rIns="0" bIns="0" rtlCol="0"/>
            <a:lstStyle/>
            <a:p/>
          </p:txBody>
        </p:sp>
        <p:sp>
          <p:nvSpPr>
            <p:cNvPr id="1158" name="object 1158"/>
            <p:cNvSpPr/>
            <p:nvPr/>
          </p:nvSpPr>
          <p:spPr>
            <a:xfrm>
              <a:off x="3713480" y="1106169"/>
              <a:ext cx="137160" cy="7620"/>
            </a:xfrm>
            <a:custGeom>
              <a:avLst/>
              <a:gdLst/>
              <a:ahLst/>
              <a:cxnLst/>
              <a:rect l="l" t="t" r="r" b="b"/>
              <a:pathLst>
                <a:path w="137160"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60"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79000"/>
            </a:solidFill>
          </p:spPr>
          <p:txBody>
            <a:bodyPr wrap="square" lIns="0" tIns="0" rIns="0" bIns="0" rtlCol="0"/>
            <a:lstStyle/>
            <a:p/>
          </p:txBody>
        </p:sp>
        <p:sp>
          <p:nvSpPr>
            <p:cNvPr id="1159" name="object 1159"/>
            <p:cNvSpPr/>
            <p:nvPr/>
          </p:nvSpPr>
          <p:spPr>
            <a:xfrm>
              <a:off x="3710940" y="1113789"/>
              <a:ext cx="142240" cy="6350"/>
            </a:xfrm>
            <a:custGeom>
              <a:avLst/>
              <a:gdLst/>
              <a:ahLst/>
              <a:cxnLst/>
              <a:rect l="l" t="t" r="r" b="b"/>
              <a:pathLst>
                <a:path w="142239"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88F00"/>
            </a:solidFill>
          </p:spPr>
          <p:txBody>
            <a:bodyPr wrap="square" lIns="0" tIns="0" rIns="0" bIns="0" rtlCol="0"/>
            <a:lstStyle/>
            <a:p/>
          </p:txBody>
        </p:sp>
        <p:sp>
          <p:nvSpPr>
            <p:cNvPr id="1160" name="object 1160"/>
            <p:cNvSpPr/>
            <p:nvPr/>
          </p:nvSpPr>
          <p:spPr>
            <a:xfrm>
              <a:off x="3708400" y="1120139"/>
              <a:ext cx="147320" cy="7620"/>
            </a:xfrm>
            <a:custGeom>
              <a:avLst/>
              <a:gdLst/>
              <a:ahLst/>
              <a:cxnLst/>
              <a:rect l="l" t="t" r="r" b="b"/>
              <a:pathLst>
                <a:path w="147320" h="7619">
                  <a:moveTo>
                    <a:pt x="147320" y="6350"/>
                  </a:moveTo>
                  <a:lnTo>
                    <a:pt x="146050" y="635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6350"/>
                  </a:lnTo>
                  <a:lnTo>
                    <a:pt x="0" y="7620"/>
                  </a:lnTo>
                  <a:lnTo>
                    <a:pt x="147320" y="7620"/>
                  </a:lnTo>
                  <a:lnTo>
                    <a:pt x="147320" y="6350"/>
                  </a:lnTo>
                  <a:close/>
                </a:path>
              </a:pathLst>
            </a:custGeom>
            <a:solidFill>
              <a:srgbClr val="098E00"/>
            </a:solidFill>
          </p:spPr>
          <p:txBody>
            <a:bodyPr wrap="square" lIns="0" tIns="0" rIns="0" bIns="0" rtlCol="0"/>
            <a:lstStyle/>
            <a:p/>
          </p:txBody>
        </p:sp>
        <p:sp>
          <p:nvSpPr>
            <p:cNvPr id="1161" name="object 1161"/>
            <p:cNvSpPr/>
            <p:nvPr/>
          </p:nvSpPr>
          <p:spPr>
            <a:xfrm>
              <a:off x="3704590" y="1127759"/>
              <a:ext cx="153670" cy="7620"/>
            </a:xfrm>
            <a:custGeom>
              <a:avLst/>
              <a:gdLst/>
              <a:ahLst/>
              <a:cxnLst/>
              <a:rect l="l" t="t" r="r" b="b"/>
              <a:pathLst>
                <a:path w="153670" h="7619">
                  <a:moveTo>
                    <a:pt x="153670" y="6350"/>
                  </a:moveTo>
                  <a:lnTo>
                    <a:pt x="152400" y="6350"/>
                  </a:lnTo>
                  <a:lnTo>
                    <a:pt x="152400" y="5080"/>
                  </a:lnTo>
                  <a:lnTo>
                    <a:pt x="152400" y="2540"/>
                  </a:lnTo>
                  <a:lnTo>
                    <a:pt x="151117"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A8D00"/>
            </a:solidFill>
          </p:spPr>
          <p:txBody>
            <a:bodyPr wrap="square" lIns="0" tIns="0" rIns="0" bIns="0" rtlCol="0"/>
            <a:lstStyle/>
            <a:p/>
          </p:txBody>
        </p:sp>
        <p:sp>
          <p:nvSpPr>
            <p:cNvPr id="1162" name="object 1162"/>
            <p:cNvSpPr/>
            <p:nvPr/>
          </p:nvSpPr>
          <p:spPr>
            <a:xfrm>
              <a:off x="3703320" y="1135379"/>
              <a:ext cx="157480" cy="6350"/>
            </a:xfrm>
            <a:custGeom>
              <a:avLst/>
              <a:gdLst/>
              <a:ahLst/>
              <a:cxnLst/>
              <a:rect l="l" t="t" r="r" b="b"/>
              <a:pathLst>
                <a:path w="157479" h="6350">
                  <a:moveTo>
                    <a:pt x="157480" y="5080"/>
                  </a:moveTo>
                  <a:lnTo>
                    <a:pt x="156210" y="5080"/>
                  </a:lnTo>
                  <a:lnTo>
                    <a:pt x="156210" y="2540"/>
                  </a:lnTo>
                  <a:lnTo>
                    <a:pt x="154940" y="2540"/>
                  </a:lnTo>
                  <a:lnTo>
                    <a:pt x="154940" y="0"/>
                  </a:lnTo>
                  <a:lnTo>
                    <a:pt x="1270" y="0"/>
                  </a:lnTo>
                  <a:lnTo>
                    <a:pt x="1270" y="2540"/>
                  </a:lnTo>
                  <a:lnTo>
                    <a:pt x="0" y="2540"/>
                  </a:lnTo>
                  <a:lnTo>
                    <a:pt x="0" y="5080"/>
                  </a:lnTo>
                  <a:lnTo>
                    <a:pt x="0" y="6350"/>
                  </a:lnTo>
                  <a:lnTo>
                    <a:pt x="157480" y="6350"/>
                  </a:lnTo>
                  <a:lnTo>
                    <a:pt x="157480" y="5080"/>
                  </a:lnTo>
                  <a:close/>
                </a:path>
              </a:pathLst>
            </a:custGeom>
            <a:solidFill>
              <a:srgbClr val="0B8C00"/>
            </a:solidFill>
          </p:spPr>
          <p:txBody>
            <a:bodyPr wrap="square" lIns="0" tIns="0" rIns="0" bIns="0" rtlCol="0"/>
            <a:lstStyle/>
            <a:p/>
          </p:txBody>
        </p:sp>
        <p:sp>
          <p:nvSpPr>
            <p:cNvPr id="1163" name="object 1163"/>
            <p:cNvSpPr/>
            <p:nvPr/>
          </p:nvSpPr>
          <p:spPr>
            <a:xfrm>
              <a:off x="3700780" y="1141729"/>
              <a:ext cx="162560" cy="7620"/>
            </a:xfrm>
            <a:custGeom>
              <a:avLst/>
              <a:gdLst/>
              <a:ahLst/>
              <a:cxnLst/>
              <a:rect l="l" t="t" r="r" b="b"/>
              <a:pathLst>
                <a:path w="162560" h="7619">
                  <a:moveTo>
                    <a:pt x="162560" y="6350"/>
                  </a:moveTo>
                  <a:lnTo>
                    <a:pt x="161290" y="6350"/>
                  </a:lnTo>
                  <a:lnTo>
                    <a:pt x="161290" y="2540"/>
                  </a:lnTo>
                  <a:lnTo>
                    <a:pt x="160020" y="2540"/>
                  </a:lnTo>
                  <a:lnTo>
                    <a:pt x="160020" y="1270"/>
                  </a:lnTo>
                  <a:lnTo>
                    <a:pt x="160020" y="0"/>
                  </a:lnTo>
                  <a:lnTo>
                    <a:pt x="2540" y="0"/>
                  </a:lnTo>
                  <a:lnTo>
                    <a:pt x="2540" y="1270"/>
                  </a:lnTo>
                  <a:lnTo>
                    <a:pt x="1270" y="1270"/>
                  </a:lnTo>
                  <a:lnTo>
                    <a:pt x="1270" y="2540"/>
                  </a:lnTo>
                  <a:lnTo>
                    <a:pt x="1270" y="6350"/>
                  </a:lnTo>
                  <a:lnTo>
                    <a:pt x="0" y="6350"/>
                  </a:lnTo>
                  <a:lnTo>
                    <a:pt x="0" y="7620"/>
                  </a:lnTo>
                  <a:lnTo>
                    <a:pt x="162560" y="7620"/>
                  </a:lnTo>
                  <a:lnTo>
                    <a:pt x="162560" y="6350"/>
                  </a:lnTo>
                  <a:close/>
                </a:path>
              </a:pathLst>
            </a:custGeom>
            <a:solidFill>
              <a:srgbClr val="0C8B00"/>
            </a:solidFill>
          </p:spPr>
          <p:txBody>
            <a:bodyPr wrap="square" lIns="0" tIns="0" rIns="0" bIns="0" rtlCol="0"/>
            <a:lstStyle/>
            <a:p/>
          </p:txBody>
        </p:sp>
        <p:sp>
          <p:nvSpPr>
            <p:cNvPr id="1164" name="object 1164"/>
            <p:cNvSpPr/>
            <p:nvPr/>
          </p:nvSpPr>
          <p:spPr>
            <a:xfrm>
              <a:off x="3699510" y="1149349"/>
              <a:ext cx="166370" cy="7620"/>
            </a:xfrm>
            <a:custGeom>
              <a:avLst/>
              <a:gdLst/>
              <a:ahLst/>
              <a:cxnLst/>
              <a:rect l="l" t="t" r="r" b="b"/>
              <a:pathLst>
                <a:path w="166370" h="7619">
                  <a:moveTo>
                    <a:pt x="166370" y="6350"/>
                  </a:moveTo>
                  <a:lnTo>
                    <a:pt x="165100" y="6350"/>
                  </a:lnTo>
                  <a:lnTo>
                    <a:pt x="165100" y="3810"/>
                  </a:lnTo>
                  <a:lnTo>
                    <a:pt x="165087" y="2540"/>
                  </a:lnTo>
                  <a:lnTo>
                    <a:pt x="163830" y="2540"/>
                  </a:lnTo>
                  <a:lnTo>
                    <a:pt x="163830" y="0"/>
                  </a:lnTo>
                  <a:lnTo>
                    <a:pt x="1270" y="0"/>
                  </a:lnTo>
                  <a:lnTo>
                    <a:pt x="1270" y="2540"/>
                  </a:lnTo>
                  <a:lnTo>
                    <a:pt x="1270" y="3810"/>
                  </a:lnTo>
                  <a:lnTo>
                    <a:pt x="0" y="3810"/>
                  </a:lnTo>
                  <a:lnTo>
                    <a:pt x="0" y="6350"/>
                  </a:lnTo>
                  <a:lnTo>
                    <a:pt x="0" y="7620"/>
                  </a:lnTo>
                  <a:lnTo>
                    <a:pt x="166370" y="7620"/>
                  </a:lnTo>
                  <a:lnTo>
                    <a:pt x="166370" y="6350"/>
                  </a:lnTo>
                  <a:close/>
                </a:path>
              </a:pathLst>
            </a:custGeom>
            <a:solidFill>
              <a:srgbClr val="0D8A00"/>
            </a:solidFill>
          </p:spPr>
          <p:txBody>
            <a:bodyPr wrap="square" lIns="0" tIns="0" rIns="0" bIns="0" rtlCol="0"/>
            <a:lstStyle/>
            <a:p/>
          </p:txBody>
        </p:sp>
        <p:sp>
          <p:nvSpPr>
            <p:cNvPr id="1165" name="object 1165"/>
            <p:cNvSpPr/>
            <p:nvPr/>
          </p:nvSpPr>
          <p:spPr>
            <a:xfrm>
              <a:off x="3696970" y="1156969"/>
              <a:ext cx="170180" cy="6350"/>
            </a:xfrm>
            <a:custGeom>
              <a:avLst/>
              <a:gdLst/>
              <a:ahLst/>
              <a:cxnLst/>
              <a:rect l="l" t="t" r="r" b="b"/>
              <a:pathLst>
                <a:path w="170179" h="6350">
                  <a:moveTo>
                    <a:pt x="170180" y="2540"/>
                  </a:moveTo>
                  <a:lnTo>
                    <a:pt x="168910" y="2540"/>
                  </a:lnTo>
                  <a:lnTo>
                    <a:pt x="168910" y="1270"/>
                  </a:lnTo>
                  <a:lnTo>
                    <a:pt x="168910" y="0"/>
                  </a:lnTo>
                  <a:lnTo>
                    <a:pt x="2540" y="0"/>
                  </a:lnTo>
                  <a:lnTo>
                    <a:pt x="2540" y="1270"/>
                  </a:lnTo>
                  <a:lnTo>
                    <a:pt x="1270" y="1270"/>
                  </a:lnTo>
                  <a:lnTo>
                    <a:pt x="1270" y="2540"/>
                  </a:lnTo>
                  <a:lnTo>
                    <a:pt x="1270" y="5080"/>
                  </a:lnTo>
                  <a:lnTo>
                    <a:pt x="0" y="5080"/>
                  </a:lnTo>
                  <a:lnTo>
                    <a:pt x="0" y="6350"/>
                  </a:lnTo>
                  <a:lnTo>
                    <a:pt x="170180" y="6350"/>
                  </a:lnTo>
                  <a:lnTo>
                    <a:pt x="170180" y="5080"/>
                  </a:lnTo>
                  <a:lnTo>
                    <a:pt x="170180" y="2540"/>
                  </a:lnTo>
                  <a:close/>
                </a:path>
              </a:pathLst>
            </a:custGeom>
            <a:solidFill>
              <a:srgbClr val="0F8800"/>
            </a:solidFill>
          </p:spPr>
          <p:txBody>
            <a:bodyPr wrap="square" lIns="0" tIns="0" rIns="0" bIns="0" rtlCol="0"/>
            <a:lstStyle/>
            <a:p/>
          </p:txBody>
        </p:sp>
        <p:sp>
          <p:nvSpPr>
            <p:cNvPr id="1166" name="object 1166"/>
            <p:cNvSpPr/>
            <p:nvPr/>
          </p:nvSpPr>
          <p:spPr>
            <a:xfrm>
              <a:off x="3695700" y="1163319"/>
              <a:ext cx="172720" cy="7620"/>
            </a:xfrm>
            <a:custGeom>
              <a:avLst/>
              <a:gdLst/>
              <a:ahLst/>
              <a:cxnLst/>
              <a:rect l="l" t="t" r="r" b="b"/>
              <a:pathLst>
                <a:path w="172720" h="7619">
                  <a:moveTo>
                    <a:pt x="172720" y="2540"/>
                  </a:moveTo>
                  <a:lnTo>
                    <a:pt x="171450" y="2540"/>
                  </a:lnTo>
                  <a:lnTo>
                    <a:pt x="171450" y="0"/>
                  </a:lnTo>
                  <a:lnTo>
                    <a:pt x="1270" y="0"/>
                  </a:lnTo>
                  <a:lnTo>
                    <a:pt x="1270" y="2540"/>
                  </a:lnTo>
                  <a:lnTo>
                    <a:pt x="1270" y="3810"/>
                  </a:lnTo>
                  <a:lnTo>
                    <a:pt x="0" y="3810"/>
                  </a:lnTo>
                  <a:lnTo>
                    <a:pt x="0" y="7620"/>
                  </a:lnTo>
                  <a:lnTo>
                    <a:pt x="172707" y="7620"/>
                  </a:lnTo>
                  <a:lnTo>
                    <a:pt x="172707" y="3810"/>
                  </a:lnTo>
                  <a:lnTo>
                    <a:pt x="172720" y="2540"/>
                  </a:lnTo>
                  <a:close/>
                </a:path>
              </a:pathLst>
            </a:custGeom>
            <a:solidFill>
              <a:srgbClr val="108700"/>
            </a:solidFill>
          </p:spPr>
          <p:txBody>
            <a:bodyPr wrap="square" lIns="0" tIns="0" rIns="0" bIns="0" rtlCol="0"/>
            <a:lstStyle/>
            <a:p/>
          </p:txBody>
        </p:sp>
        <p:sp>
          <p:nvSpPr>
            <p:cNvPr id="1167" name="object 1167"/>
            <p:cNvSpPr/>
            <p:nvPr/>
          </p:nvSpPr>
          <p:spPr>
            <a:xfrm>
              <a:off x="3693160" y="1170939"/>
              <a:ext cx="176530" cy="7620"/>
            </a:xfrm>
            <a:custGeom>
              <a:avLst/>
              <a:gdLst/>
              <a:ahLst/>
              <a:cxnLst/>
              <a:rect l="l" t="t" r="r" b="b"/>
              <a:pathLst>
                <a:path w="176529" h="7619">
                  <a:moveTo>
                    <a:pt x="175247" y="0"/>
                  </a:moveTo>
                  <a:lnTo>
                    <a:pt x="1270" y="0"/>
                  </a:lnTo>
                  <a:lnTo>
                    <a:pt x="1270" y="2540"/>
                  </a:lnTo>
                  <a:lnTo>
                    <a:pt x="175247" y="2540"/>
                  </a:lnTo>
                  <a:lnTo>
                    <a:pt x="175247" y="0"/>
                  </a:lnTo>
                  <a:close/>
                </a:path>
                <a:path w="176529" h="7619">
                  <a:moveTo>
                    <a:pt x="176530" y="2667"/>
                  </a:moveTo>
                  <a:lnTo>
                    <a:pt x="1270" y="2667"/>
                  </a:lnTo>
                  <a:lnTo>
                    <a:pt x="1270" y="5080"/>
                  </a:lnTo>
                  <a:lnTo>
                    <a:pt x="0" y="5080"/>
                  </a:lnTo>
                  <a:lnTo>
                    <a:pt x="0" y="7620"/>
                  </a:lnTo>
                  <a:lnTo>
                    <a:pt x="176530" y="7620"/>
                  </a:lnTo>
                  <a:lnTo>
                    <a:pt x="176530" y="5080"/>
                  </a:lnTo>
                  <a:lnTo>
                    <a:pt x="176530" y="2667"/>
                  </a:lnTo>
                  <a:close/>
                </a:path>
              </a:pathLst>
            </a:custGeom>
            <a:solidFill>
              <a:srgbClr val="118600"/>
            </a:solidFill>
          </p:spPr>
          <p:txBody>
            <a:bodyPr wrap="square" lIns="0" tIns="0" rIns="0" bIns="0" rtlCol="0"/>
            <a:lstStyle/>
            <a:p/>
          </p:txBody>
        </p:sp>
        <p:sp>
          <p:nvSpPr>
            <p:cNvPr id="1168" name="object 1168"/>
            <p:cNvSpPr/>
            <p:nvPr/>
          </p:nvSpPr>
          <p:spPr>
            <a:xfrm>
              <a:off x="369189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128500"/>
            </a:solidFill>
          </p:spPr>
          <p:txBody>
            <a:bodyPr wrap="square" lIns="0" tIns="0" rIns="0" bIns="0" rtlCol="0"/>
            <a:lstStyle/>
            <a:p/>
          </p:txBody>
        </p:sp>
        <p:sp>
          <p:nvSpPr>
            <p:cNvPr id="1169" name="object 1169"/>
            <p:cNvSpPr/>
            <p:nvPr/>
          </p:nvSpPr>
          <p:spPr>
            <a:xfrm>
              <a:off x="368935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138400"/>
            </a:solidFill>
          </p:spPr>
          <p:txBody>
            <a:bodyPr wrap="square" lIns="0" tIns="0" rIns="0" bIns="0" rtlCol="0"/>
            <a:lstStyle/>
            <a:p/>
          </p:txBody>
        </p:sp>
        <p:sp>
          <p:nvSpPr>
            <p:cNvPr id="1170" name="object 1170"/>
            <p:cNvSpPr/>
            <p:nvPr/>
          </p:nvSpPr>
          <p:spPr>
            <a:xfrm>
              <a:off x="3688080" y="1192529"/>
              <a:ext cx="186690" cy="7620"/>
            </a:xfrm>
            <a:custGeom>
              <a:avLst/>
              <a:gdLst/>
              <a:ahLst/>
              <a:cxnLst/>
              <a:rect l="l" t="t" r="r" b="b"/>
              <a:pathLst>
                <a:path w="186689" h="7619">
                  <a:moveTo>
                    <a:pt x="186690" y="3810"/>
                  </a:moveTo>
                  <a:lnTo>
                    <a:pt x="185420" y="3810"/>
                  </a:lnTo>
                  <a:lnTo>
                    <a:pt x="185420" y="0"/>
                  </a:lnTo>
                  <a:lnTo>
                    <a:pt x="1270" y="0"/>
                  </a:lnTo>
                  <a:lnTo>
                    <a:pt x="1270" y="3810"/>
                  </a:lnTo>
                  <a:lnTo>
                    <a:pt x="1270" y="5080"/>
                  </a:lnTo>
                  <a:lnTo>
                    <a:pt x="0" y="5080"/>
                  </a:lnTo>
                  <a:lnTo>
                    <a:pt x="0" y="7620"/>
                  </a:lnTo>
                  <a:lnTo>
                    <a:pt x="186677" y="7620"/>
                  </a:lnTo>
                  <a:lnTo>
                    <a:pt x="186677" y="5080"/>
                  </a:lnTo>
                  <a:lnTo>
                    <a:pt x="186690" y="3810"/>
                  </a:lnTo>
                  <a:close/>
                </a:path>
              </a:pathLst>
            </a:custGeom>
            <a:solidFill>
              <a:srgbClr val="148300"/>
            </a:solidFill>
          </p:spPr>
          <p:txBody>
            <a:bodyPr wrap="square" lIns="0" tIns="0" rIns="0" bIns="0" rtlCol="0"/>
            <a:lstStyle/>
            <a:p/>
          </p:txBody>
        </p:sp>
        <p:sp>
          <p:nvSpPr>
            <p:cNvPr id="1171" name="object 1171"/>
            <p:cNvSpPr/>
            <p:nvPr/>
          </p:nvSpPr>
          <p:spPr>
            <a:xfrm>
              <a:off x="3688080" y="1200149"/>
              <a:ext cx="187960" cy="6350"/>
            </a:xfrm>
            <a:custGeom>
              <a:avLst/>
              <a:gdLst/>
              <a:ahLst/>
              <a:cxnLst/>
              <a:rect l="l" t="t" r="r" b="b"/>
              <a:pathLst>
                <a:path w="187960" h="6350">
                  <a:moveTo>
                    <a:pt x="187960" y="2540"/>
                  </a:moveTo>
                  <a:lnTo>
                    <a:pt x="186677" y="2540"/>
                  </a:lnTo>
                  <a:lnTo>
                    <a:pt x="186677" y="0"/>
                  </a:lnTo>
                  <a:lnTo>
                    <a:pt x="0" y="0"/>
                  </a:lnTo>
                  <a:lnTo>
                    <a:pt x="0" y="2540"/>
                  </a:lnTo>
                  <a:lnTo>
                    <a:pt x="0" y="6350"/>
                  </a:lnTo>
                  <a:lnTo>
                    <a:pt x="187960" y="6350"/>
                  </a:lnTo>
                  <a:lnTo>
                    <a:pt x="187960" y="2540"/>
                  </a:lnTo>
                  <a:close/>
                </a:path>
              </a:pathLst>
            </a:custGeom>
            <a:solidFill>
              <a:srgbClr val="158200"/>
            </a:solidFill>
          </p:spPr>
          <p:txBody>
            <a:bodyPr wrap="square" lIns="0" tIns="0" rIns="0" bIns="0" rtlCol="0"/>
            <a:lstStyle/>
            <a:p/>
          </p:txBody>
        </p:sp>
        <p:sp>
          <p:nvSpPr>
            <p:cNvPr id="1172" name="object 1172"/>
            <p:cNvSpPr/>
            <p:nvPr/>
          </p:nvSpPr>
          <p:spPr>
            <a:xfrm>
              <a:off x="3686810" y="1206499"/>
              <a:ext cx="190500" cy="7620"/>
            </a:xfrm>
            <a:custGeom>
              <a:avLst/>
              <a:gdLst/>
              <a:ahLst/>
              <a:cxnLst/>
              <a:rect l="l" t="t" r="r" b="b"/>
              <a:pathLst>
                <a:path w="190500" h="7619">
                  <a:moveTo>
                    <a:pt x="190500" y="2540"/>
                  </a:moveTo>
                  <a:lnTo>
                    <a:pt x="189230" y="2540"/>
                  </a:lnTo>
                  <a:lnTo>
                    <a:pt x="189230" y="0"/>
                  </a:lnTo>
                  <a:lnTo>
                    <a:pt x="0" y="0"/>
                  </a:lnTo>
                  <a:lnTo>
                    <a:pt x="0" y="2540"/>
                  </a:lnTo>
                  <a:lnTo>
                    <a:pt x="0" y="7620"/>
                  </a:lnTo>
                  <a:lnTo>
                    <a:pt x="190500" y="7620"/>
                  </a:lnTo>
                  <a:lnTo>
                    <a:pt x="190500" y="2540"/>
                  </a:lnTo>
                  <a:close/>
                </a:path>
              </a:pathLst>
            </a:custGeom>
            <a:solidFill>
              <a:srgbClr val="178000"/>
            </a:solidFill>
          </p:spPr>
          <p:txBody>
            <a:bodyPr wrap="square" lIns="0" tIns="0" rIns="0" bIns="0" rtlCol="0"/>
            <a:lstStyle/>
            <a:p/>
          </p:txBody>
        </p:sp>
        <p:sp>
          <p:nvSpPr>
            <p:cNvPr id="1173" name="object 1173"/>
            <p:cNvSpPr/>
            <p:nvPr/>
          </p:nvSpPr>
          <p:spPr>
            <a:xfrm>
              <a:off x="3685540" y="1214119"/>
              <a:ext cx="193040" cy="7620"/>
            </a:xfrm>
            <a:custGeom>
              <a:avLst/>
              <a:gdLst/>
              <a:ahLst/>
              <a:cxnLst/>
              <a:rect l="l" t="t" r="r" b="b"/>
              <a:pathLst>
                <a:path w="193039" h="7619">
                  <a:moveTo>
                    <a:pt x="193040" y="2540"/>
                  </a:moveTo>
                  <a:lnTo>
                    <a:pt x="191770" y="2540"/>
                  </a:lnTo>
                  <a:lnTo>
                    <a:pt x="191770" y="1270"/>
                  </a:lnTo>
                  <a:lnTo>
                    <a:pt x="191770" y="0"/>
                  </a:lnTo>
                  <a:lnTo>
                    <a:pt x="1270" y="0"/>
                  </a:lnTo>
                  <a:lnTo>
                    <a:pt x="1270" y="1270"/>
                  </a:lnTo>
                  <a:lnTo>
                    <a:pt x="0" y="1270"/>
                  </a:lnTo>
                  <a:lnTo>
                    <a:pt x="0" y="2540"/>
                  </a:lnTo>
                  <a:lnTo>
                    <a:pt x="0" y="7620"/>
                  </a:lnTo>
                  <a:lnTo>
                    <a:pt x="193040" y="7620"/>
                  </a:lnTo>
                  <a:lnTo>
                    <a:pt x="193040" y="2540"/>
                  </a:lnTo>
                  <a:close/>
                </a:path>
              </a:pathLst>
            </a:custGeom>
            <a:solidFill>
              <a:srgbClr val="187F00"/>
            </a:solidFill>
          </p:spPr>
          <p:txBody>
            <a:bodyPr wrap="square" lIns="0" tIns="0" rIns="0" bIns="0" rtlCol="0"/>
            <a:lstStyle/>
            <a:p/>
          </p:txBody>
        </p:sp>
        <p:sp>
          <p:nvSpPr>
            <p:cNvPr id="1174" name="object 1174"/>
            <p:cNvSpPr/>
            <p:nvPr/>
          </p:nvSpPr>
          <p:spPr>
            <a:xfrm>
              <a:off x="3684270" y="1221739"/>
              <a:ext cx="195580" cy="6350"/>
            </a:xfrm>
            <a:custGeom>
              <a:avLst/>
              <a:gdLst/>
              <a:ahLst/>
              <a:cxnLst/>
              <a:rect l="l" t="t" r="r" b="b"/>
              <a:pathLst>
                <a:path w="195579" h="6350">
                  <a:moveTo>
                    <a:pt x="195580" y="5080"/>
                  </a:moveTo>
                  <a:lnTo>
                    <a:pt x="194310" y="5080"/>
                  </a:lnTo>
                  <a:lnTo>
                    <a:pt x="194310" y="1270"/>
                  </a:lnTo>
                  <a:lnTo>
                    <a:pt x="194310" y="0"/>
                  </a:lnTo>
                  <a:lnTo>
                    <a:pt x="1270" y="0"/>
                  </a:lnTo>
                  <a:lnTo>
                    <a:pt x="1270" y="1270"/>
                  </a:lnTo>
                  <a:lnTo>
                    <a:pt x="0" y="1270"/>
                  </a:lnTo>
                  <a:lnTo>
                    <a:pt x="0" y="5080"/>
                  </a:lnTo>
                  <a:lnTo>
                    <a:pt x="0" y="6350"/>
                  </a:lnTo>
                  <a:lnTo>
                    <a:pt x="195580" y="6350"/>
                  </a:lnTo>
                  <a:lnTo>
                    <a:pt x="195580" y="5080"/>
                  </a:lnTo>
                  <a:close/>
                </a:path>
              </a:pathLst>
            </a:custGeom>
            <a:solidFill>
              <a:srgbClr val="197E00"/>
            </a:solidFill>
          </p:spPr>
          <p:txBody>
            <a:bodyPr wrap="square" lIns="0" tIns="0" rIns="0" bIns="0" rtlCol="0"/>
            <a:lstStyle/>
            <a:p/>
          </p:txBody>
        </p:sp>
        <p:sp>
          <p:nvSpPr>
            <p:cNvPr id="1175" name="object 1175"/>
            <p:cNvSpPr/>
            <p:nvPr/>
          </p:nvSpPr>
          <p:spPr>
            <a:xfrm>
              <a:off x="3683000" y="1228089"/>
              <a:ext cx="196850" cy="7620"/>
            </a:xfrm>
            <a:custGeom>
              <a:avLst/>
              <a:gdLst/>
              <a:ahLst/>
              <a:cxnLst/>
              <a:rect l="l" t="t" r="r" b="b"/>
              <a:pathLst>
                <a:path w="196850" h="7619">
                  <a:moveTo>
                    <a:pt x="97790" y="1397"/>
                  </a:moveTo>
                  <a:lnTo>
                    <a:pt x="1270" y="1397"/>
                  </a:lnTo>
                  <a:lnTo>
                    <a:pt x="1270" y="2540"/>
                  </a:lnTo>
                  <a:lnTo>
                    <a:pt x="0" y="2540"/>
                  </a:lnTo>
                  <a:lnTo>
                    <a:pt x="0" y="3810"/>
                  </a:lnTo>
                  <a:lnTo>
                    <a:pt x="0" y="5080"/>
                  </a:lnTo>
                  <a:lnTo>
                    <a:pt x="0" y="6350"/>
                  </a:lnTo>
                  <a:lnTo>
                    <a:pt x="0" y="7620"/>
                  </a:lnTo>
                  <a:lnTo>
                    <a:pt x="90170" y="7620"/>
                  </a:lnTo>
                  <a:lnTo>
                    <a:pt x="90170" y="6350"/>
                  </a:lnTo>
                  <a:lnTo>
                    <a:pt x="91440" y="6350"/>
                  </a:lnTo>
                  <a:lnTo>
                    <a:pt x="91440" y="5080"/>
                  </a:lnTo>
                  <a:lnTo>
                    <a:pt x="92710" y="5080"/>
                  </a:lnTo>
                  <a:lnTo>
                    <a:pt x="92710" y="3810"/>
                  </a:lnTo>
                  <a:lnTo>
                    <a:pt x="93980" y="3810"/>
                  </a:lnTo>
                  <a:lnTo>
                    <a:pt x="93980" y="2540"/>
                  </a:lnTo>
                  <a:lnTo>
                    <a:pt x="97790" y="2540"/>
                  </a:lnTo>
                  <a:lnTo>
                    <a:pt x="97790" y="1397"/>
                  </a:lnTo>
                  <a:close/>
                </a:path>
                <a:path w="196850" h="7619">
                  <a:moveTo>
                    <a:pt x="196850" y="0"/>
                  </a:moveTo>
                  <a:lnTo>
                    <a:pt x="1270" y="0"/>
                  </a:lnTo>
                  <a:lnTo>
                    <a:pt x="1270" y="1270"/>
                  </a:lnTo>
                  <a:lnTo>
                    <a:pt x="97790" y="1270"/>
                  </a:lnTo>
                  <a:lnTo>
                    <a:pt x="97790" y="1397"/>
                  </a:lnTo>
                  <a:lnTo>
                    <a:pt x="100330" y="1397"/>
                  </a:lnTo>
                  <a:lnTo>
                    <a:pt x="100330" y="2540"/>
                  </a:lnTo>
                  <a:lnTo>
                    <a:pt x="101600" y="2540"/>
                  </a:lnTo>
                  <a:lnTo>
                    <a:pt x="101600" y="3810"/>
                  </a:lnTo>
                  <a:lnTo>
                    <a:pt x="105410" y="3810"/>
                  </a:lnTo>
                  <a:lnTo>
                    <a:pt x="105410" y="5080"/>
                  </a:lnTo>
                  <a:lnTo>
                    <a:pt x="105410" y="6350"/>
                  </a:lnTo>
                  <a:lnTo>
                    <a:pt x="106680" y="6350"/>
                  </a:lnTo>
                  <a:lnTo>
                    <a:pt x="106680" y="7620"/>
                  </a:lnTo>
                  <a:lnTo>
                    <a:pt x="196850" y="7620"/>
                  </a:lnTo>
                  <a:lnTo>
                    <a:pt x="196850" y="6350"/>
                  </a:lnTo>
                  <a:lnTo>
                    <a:pt x="196850" y="5080"/>
                  </a:lnTo>
                  <a:lnTo>
                    <a:pt x="196850" y="3810"/>
                  </a:lnTo>
                  <a:lnTo>
                    <a:pt x="196850" y="2540"/>
                  </a:lnTo>
                  <a:lnTo>
                    <a:pt x="196850" y="1270"/>
                  </a:lnTo>
                  <a:lnTo>
                    <a:pt x="196850" y="0"/>
                  </a:lnTo>
                  <a:close/>
                </a:path>
              </a:pathLst>
            </a:custGeom>
            <a:solidFill>
              <a:srgbClr val="1A7D00"/>
            </a:solidFill>
          </p:spPr>
          <p:txBody>
            <a:bodyPr wrap="square" lIns="0" tIns="0" rIns="0" bIns="0" rtlCol="0"/>
            <a:lstStyle/>
            <a:p/>
          </p:txBody>
        </p:sp>
        <p:sp>
          <p:nvSpPr>
            <p:cNvPr id="1176" name="object 1176"/>
            <p:cNvSpPr/>
            <p:nvPr/>
          </p:nvSpPr>
          <p:spPr>
            <a:xfrm>
              <a:off x="3681730" y="1235709"/>
              <a:ext cx="199390" cy="7620"/>
            </a:xfrm>
            <a:custGeom>
              <a:avLst/>
              <a:gdLst/>
              <a:ahLst/>
              <a:cxnLst/>
              <a:rect l="l" t="t" r="r" b="b"/>
              <a:pathLst>
                <a:path w="199389" h="7619">
                  <a:moveTo>
                    <a:pt x="91440" y="0"/>
                  </a:moveTo>
                  <a:lnTo>
                    <a:pt x="1270" y="0"/>
                  </a:lnTo>
                  <a:lnTo>
                    <a:pt x="1270" y="1270"/>
                  </a:lnTo>
                  <a:lnTo>
                    <a:pt x="0" y="1270"/>
                  </a:lnTo>
                  <a:lnTo>
                    <a:pt x="0" y="2540"/>
                  </a:lnTo>
                  <a:lnTo>
                    <a:pt x="0" y="5080"/>
                  </a:lnTo>
                  <a:lnTo>
                    <a:pt x="0" y="7620"/>
                  </a:lnTo>
                  <a:lnTo>
                    <a:pt x="88900" y="7620"/>
                  </a:lnTo>
                  <a:lnTo>
                    <a:pt x="88900" y="5080"/>
                  </a:lnTo>
                  <a:lnTo>
                    <a:pt x="90170" y="5080"/>
                  </a:lnTo>
                  <a:lnTo>
                    <a:pt x="90170" y="2540"/>
                  </a:lnTo>
                  <a:lnTo>
                    <a:pt x="91427" y="2540"/>
                  </a:lnTo>
                  <a:lnTo>
                    <a:pt x="91427" y="1270"/>
                  </a:lnTo>
                  <a:lnTo>
                    <a:pt x="91440" y="0"/>
                  </a:lnTo>
                  <a:close/>
                </a:path>
                <a:path w="199389" h="7619">
                  <a:moveTo>
                    <a:pt x="199390" y="0"/>
                  </a:moveTo>
                  <a:lnTo>
                    <a:pt x="109220" y="0"/>
                  </a:lnTo>
                  <a:lnTo>
                    <a:pt x="107950" y="0"/>
                  </a:lnTo>
                  <a:lnTo>
                    <a:pt x="107950" y="127"/>
                  </a:lnTo>
                  <a:lnTo>
                    <a:pt x="109220" y="127"/>
                  </a:lnTo>
                  <a:lnTo>
                    <a:pt x="109220" y="2540"/>
                  </a:lnTo>
                  <a:lnTo>
                    <a:pt x="110490" y="2540"/>
                  </a:lnTo>
                  <a:lnTo>
                    <a:pt x="110490" y="5080"/>
                  </a:lnTo>
                  <a:lnTo>
                    <a:pt x="111760" y="5080"/>
                  </a:lnTo>
                  <a:lnTo>
                    <a:pt x="111760" y="7620"/>
                  </a:lnTo>
                  <a:lnTo>
                    <a:pt x="199390" y="7620"/>
                  </a:lnTo>
                  <a:lnTo>
                    <a:pt x="199390" y="5080"/>
                  </a:lnTo>
                  <a:lnTo>
                    <a:pt x="199390" y="2540"/>
                  </a:lnTo>
                  <a:lnTo>
                    <a:pt x="199390" y="0"/>
                  </a:lnTo>
                  <a:close/>
                </a:path>
              </a:pathLst>
            </a:custGeom>
            <a:solidFill>
              <a:srgbClr val="1B7C00"/>
            </a:solidFill>
          </p:spPr>
          <p:txBody>
            <a:bodyPr wrap="square" lIns="0" tIns="0" rIns="0" bIns="0" rtlCol="0"/>
            <a:lstStyle/>
            <a:p/>
          </p:txBody>
        </p:sp>
        <p:sp>
          <p:nvSpPr>
            <p:cNvPr id="1177" name="object 1177"/>
            <p:cNvSpPr/>
            <p:nvPr/>
          </p:nvSpPr>
          <p:spPr>
            <a:xfrm>
              <a:off x="3680459" y="1243329"/>
              <a:ext cx="201930" cy="6350"/>
            </a:xfrm>
            <a:custGeom>
              <a:avLst/>
              <a:gdLst/>
              <a:ahLst/>
              <a:cxnLst/>
              <a:rect l="l" t="t" r="r" b="b"/>
              <a:pathLst>
                <a:path w="201929" h="6350">
                  <a:moveTo>
                    <a:pt x="86360" y="5207"/>
                  </a:moveTo>
                  <a:lnTo>
                    <a:pt x="0" y="5207"/>
                  </a:lnTo>
                  <a:lnTo>
                    <a:pt x="0" y="6350"/>
                  </a:lnTo>
                  <a:lnTo>
                    <a:pt x="86360" y="6350"/>
                  </a:lnTo>
                  <a:lnTo>
                    <a:pt x="86360" y="5207"/>
                  </a:lnTo>
                  <a:close/>
                </a:path>
                <a:path w="201929" h="6350">
                  <a:moveTo>
                    <a:pt x="87629" y="2666"/>
                  </a:moveTo>
                  <a:lnTo>
                    <a:pt x="0" y="2666"/>
                  </a:lnTo>
                  <a:lnTo>
                    <a:pt x="0" y="5079"/>
                  </a:lnTo>
                  <a:lnTo>
                    <a:pt x="86360" y="5079"/>
                  </a:lnTo>
                  <a:lnTo>
                    <a:pt x="86360" y="5207"/>
                  </a:lnTo>
                  <a:lnTo>
                    <a:pt x="87629" y="5207"/>
                  </a:lnTo>
                  <a:lnTo>
                    <a:pt x="87629" y="2666"/>
                  </a:lnTo>
                  <a:close/>
                </a:path>
                <a:path w="201929" h="6350">
                  <a:moveTo>
                    <a:pt x="88899" y="0"/>
                  </a:moveTo>
                  <a:lnTo>
                    <a:pt x="1269" y="0"/>
                  </a:lnTo>
                  <a:lnTo>
                    <a:pt x="1269" y="1397"/>
                  </a:lnTo>
                  <a:lnTo>
                    <a:pt x="0" y="1397"/>
                  </a:lnTo>
                  <a:lnTo>
                    <a:pt x="0" y="2539"/>
                  </a:lnTo>
                  <a:lnTo>
                    <a:pt x="87629" y="2539"/>
                  </a:lnTo>
                  <a:lnTo>
                    <a:pt x="88900" y="2666"/>
                  </a:lnTo>
                  <a:lnTo>
                    <a:pt x="88899" y="0"/>
                  </a:lnTo>
                  <a:close/>
                </a:path>
                <a:path w="201929" h="6350">
                  <a:moveTo>
                    <a:pt x="201929" y="5207"/>
                  </a:moveTo>
                  <a:lnTo>
                    <a:pt x="115569" y="5207"/>
                  </a:lnTo>
                  <a:lnTo>
                    <a:pt x="115569" y="6350"/>
                  </a:lnTo>
                  <a:lnTo>
                    <a:pt x="201929" y="6350"/>
                  </a:lnTo>
                  <a:lnTo>
                    <a:pt x="201929" y="5207"/>
                  </a:lnTo>
                  <a:close/>
                </a:path>
                <a:path w="201929" h="6350">
                  <a:moveTo>
                    <a:pt x="201929" y="2539"/>
                  </a:moveTo>
                  <a:lnTo>
                    <a:pt x="200660" y="2539"/>
                  </a:lnTo>
                  <a:lnTo>
                    <a:pt x="114300" y="2666"/>
                  </a:lnTo>
                  <a:lnTo>
                    <a:pt x="114300" y="3937"/>
                  </a:lnTo>
                  <a:lnTo>
                    <a:pt x="115569" y="3937"/>
                  </a:lnTo>
                  <a:lnTo>
                    <a:pt x="115569" y="5079"/>
                  </a:lnTo>
                  <a:lnTo>
                    <a:pt x="201929" y="5079"/>
                  </a:lnTo>
                  <a:lnTo>
                    <a:pt x="201929" y="2539"/>
                  </a:lnTo>
                  <a:close/>
                </a:path>
                <a:path w="201929" h="6350">
                  <a:moveTo>
                    <a:pt x="200660" y="0"/>
                  </a:moveTo>
                  <a:lnTo>
                    <a:pt x="114300" y="0"/>
                  </a:lnTo>
                  <a:lnTo>
                    <a:pt x="114300" y="2539"/>
                  </a:lnTo>
                  <a:lnTo>
                    <a:pt x="200660" y="2539"/>
                  </a:lnTo>
                  <a:lnTo>
                    <a:pt x="200660" y="0"/>
                  </a:lnTo>
                  <a:close/>
                </a:path>
              </a:pathLst>
            </a:custGeom>
            <a:solidFill>
              <a:srgbClr val="1C7B00"/>
            </a:solidFill>
          </p:spPr>
          <p:txBody>
            <a:bodyPr wrap="square" lIns="0" tIns="0" rIns="0" bIns="0" rtlCol="0"/>
            <a:lstStyle/>
            <a:p/>
          </p:txBody>
        </p:sp>
        <p:sp>
          <p:nvSpPr>
            <p:cNvPr id="1178" name="object 1178"/>
            <p:cNvSpPr/>
            <p:nvPr/>
          </p:nvSpPr>
          <p:spPr>
            <a:xfrm>
              <a:off x="3679189" y="1249679"/>
              <a:ext cx="203200" cy="7620"/>
            </a:xfrm>
            <a:custGeom>
              <a:avLst/>
              <a:gdLst/>
              <a:ahLst/>
              <a:cxnLst/>
              <a:rect l="l" t="t" r="r" b="b"/>
              <a:pathLst>
                <a:path w="203200" h="7619">
                  <a:moveTo>
                    <a:pt x="1270" y="5079"/>
                  </a:moveTo>
                  <a:lnTo>
                    <a:pt x="0" y="5079"/>
                  </a:lnTo>
                  <a:lnTo>
                    <a:pt x="0" y="6350"/>
                  </a:lnTo>
                  <a:lnTo>
                    <a:pt x="86360" y="6350"/>
                  </a:lnTo>
                  <a:lnTo>
                    <a:pt x="86360" y="5207"/>
                  </a:lnTo>
                  <a:lnTo>
                    <a:pt x="1270" y="5207"/>
                  </a:lnTo>
                  <a:lnTo>
                    <a:pt x="1270" y="5079"/>
                  </a:lnTo>
                  <a:close/>
                </a:path>
                <a:path w="203200" h="7619">
                  <a:moveTo>
                    <a:pt x="87630" y="0"/>
                  </a:moveTo>
                  <a:lnTo>
                    <a:pt x="1270" y="0"/>
                  </a:lnTo>
                  <a:lnTo>
                    <a:pt x="1270" y="5079"/>
                  </a:lnTo>
                  <a:lnTo>
                    <a:pt x="86360" y="5079"/>
                  </a:lnTo>
                  <a:lnTo>
                    <a:pt x="86360" y="1397"/>
                  </a:lnTo>
                  <a:lnTo>
                    <a:pt x="87630" y="1397"/>
                  </a:lnTo>
                  <a:lnTo>
                    <a:pt x="87630" y="0"/>
                  </a:lnTo>
                  <a:close/>
                </a:path>
                <a:path w="203200" h="7619">
                  <a:moveTo>
                    <a:pt x="203200" y="5207"/>
                  </a:moveTo>
                  <a:lnTo>
                    <a:pt x="119380" y="5207"/>
                  </a:lnTo>
                  <a:lnTo>
                    <a:pt x="119380" y="6350"/>
                  </a:lnTo>
                  <a:lnTo>
                    <a:pt x="203200" y="6350"/>
                  </a:lnTo>
                  <a:lnTo>
                    <a:pt x="203200" y="5207"/>
                  </a:lnTo>
                  <a:close/>
                </a:path>
                <a:path w="203200" h="7619">
                  <a:moveTo>
                    <a:pt x="203200" y="0"/>
                  </a:moveTo>
                  <a:lnTo>
                    <a:pt x="118110" y="0"/>
                  </a:lnTo>
                  <a:lnTo>
                    <a:pt x="118110" y="3937"/>
                  </a:lnTo>
                  <a:lnTo>
                    <a:pt x="119380" y="3937"/>
                  </a:lnTo>
                  <a:lnTo>
                    <a:pt x="119380" y="5079"/>
                  </a:lnTo>
                  <a:lnTo>
                    <a:pt x="203200" y="5079"/>
                  </a:lnTo>
                  <a:lnTo>
                    <a:pt x="203200" y="0"/>
                  </a:lnTo>
                  <a:close/>
                </a:path>
                <a:path w="203200" h="7619">
                  <a:moveTo>
                    <a:pt x="85089" y="6350"/>
                  </a:moveTo>
                  <a:lnTo>
                    <a:pt x="0" y="6350"/>
                  </a:lnTo>
                  <a:lnTo>
                    <a:pt x="0" y="7620"/>
                  </a:lnTo>
                  <a:lnTo>
                    <a:pt x="85089" y="7620"/>
                  </a:lnTo>
                  <a:lnTo>
                    <a:pt x="85089" y="6350"/>
                  </a:lnTo>
                  <a:close/>
                </a:path>
                <a:path w="203200" h="7619">
                  <a:moveTo>
                    <a:pt x="203200" y="6350"/>
                  </a:moveTo>
                  <a:lnTo>
                    <a:pt x="119380" y="6350"/>
                  </a:lnTo>
                  <a:lnTo>
                    <a:pt x="119380" y="7620"/>
                  </a:lnTo>
                  <a:lnTo>
                    <a:pt x="203200" y="7620"/>
                  </a:lnTo>
                  <a:lnTo>
                    <a:pt x="203200" y="6350"/>
                  </a:lnTo>
                  <a:close/>
                </a:path>
              </a:pathLst>
            </a:custGeom>
            <a:solidFill>
              <a:srgbClr val="1D7A00"/>
            </a:solidFill>
          </p:spPr>
          <p:txBody>
            <a:bodyPr wrap="square" lIns="0" tIns="0" rIns="0" bIns="0" rtlCol="0"/>
            <a:lstStyle/>
            <a:p/>
          </p:txBody>
        </p:sp>
        <p:sp>
          <p:nvSpPr>
            <p:cNvPr id="1179" name="object 1179"/>
            <p:cNvSpPr/>
            <p:nvPr/>
          </p:nvSpPr>
          <p:spPr>
            <a:xfrm>
              <a:off x="3679189" y="1257299"/>
              <a:ext cx="204470" cy="7620"/>
            </a:xfrm>
            <a:custGeom>
              <a:avLst/>
              <a:gdLst/>
              <a:ahLst/>
              <a:cxnLst/>
              <a:rect l="l" t="t" r="r" b="b"/>
              <a:pathLst>
                <a:path w="204470" h="7619">
                  <a:moveTo>
                    <a:pt x="85089" y="0"/>
                  </a:moveTo>
                  <a:lnTo>
                    <a:pt x="0" y="0"/>
                  </a:lnTo>
                  <a:lnTo>
                    <a:pt x="0" y="7620"/>
                  </a:lnTo>
                  <a:lnTo>
                    <a:pt x="83820" y="7620"/>
                  </a:lnTo>
                  <a:lnTo>
                    <a:pt x="83820" y="5079"/>
                  </a:lnTo>
                  <a:lnTo>
                    <a:pt x="85089" y="5079"/>
                  </a:lnTo>
                  <a:lnTo>
                    <a:pt x="85089" y="0"/>
                  </a:lnTo>
                  <a:close/>
                </a:path>
                <a:path w="204470" h="7619">
                  <a:moveTo>
                    <a:pt x="203200" y="0"/>
                  </a:moveTo>
                  <a:lnTo>
                    <a:pt x="119380" y="0"/>
                  </a:lnTo>
                  <a:lnTo>
                    <a:pt x="119380" y="1270"/>
                  </a:lnTo>
                  <a:lnTo>
                    <a:pt x="120650" y="1270"/>
                  </a:lnTo>
                  <a:lnTo>
                    <a:pt x="120650" y="6350"/>
                  </a:lnTo>
                  <a:lnTo>
                    <a:pt x="121920" y="6350"/>
                  </a:lnTo>
                  <a:lnTo>
                    <a:pt x="121920" y="7620"/>
                  </a:lnTo>
                  <a:lnTo>
                    <a:pt x="204470" y="7620"/>
                  </a:lnTo>
                  <a:lnTo>
                    <a:pt x="204470" y="5079"/>
                  </a:lnTo>
                  <a:lnTo>
                    <a:pt x="203200" y="5079"/>
                  </a:lnTo>
                  <a:lnTo>
                    <a:pt x="203200" y="0"/>
                  </a:lnTo>
                  <a:close/>
                </a:path>
              </a:pathLst>
            </a:custGeom>
            <a:solidFill>
              <a:srgbClr val="1F7800"/>
            </a:solidFill>
          </p:spPr>
          <p:txBody>
            <a:bodyPr wrap="square" lIns="0" tIns="0" rIns="0" bIns="0" rtlCol="0"/>
            <a:lstStyle/>
            <a:p/>
          </p:txBody>
        </p:sp>
        <p:sp>
          <p:nvSpPr>
            <p:cNvPr id="1180" name="object 1180"/>
            <p:cNvSpPr/>
            <p:nvPr/>
          </p:nvSpPr>
          <p:spPr>
            <a:xfrm>
              <a:off x="3677919" y="1264919"/>
              <a:ext cx="205740" cy="6350"/>
            </a:xfrm>
            <a:custGeom>
              <a:avLst/>
              <a:gdLst/>
              <a:ahLst/>
              <a:cxnLst/>
              <a:rect l="l" t="t" r="r" b="b"/>
              <a:pathLst>
                <a:path w="205739" h="6350">
                  <a:moveTo>
                    <a:pt x="85089" y="0"/>
                  </a:moveTo>
                  <a:lnTo>
                    <a:pt x="1269" y="0"/>
                  </a:lnTo>
                  <a:lnTo>
                    <a:pt x="1269" y="5079"/>
                  </a:lnTo>
                  <a:lnTo>
                    <a:pt x="0" y="5079"/>
                  </a:lnTo>
                  <a:lnTo>
                    <a:pt x="0" y="6350"/>
                  </a:lnTo>
                  <a:lnTo>
                    <a:pt x="83819" y="6350"/>
                  </a:lnTo>
                  <a:lnTo>
                    <a:pt x="83819" y="2539"/>
                  </a:lnTo>
                  <a:lnTo>
                    <a:pt x="85089" y="2539"/>
                  </a:lnTo>
                  <a:lnTo>
                    <a:pt x="85089" y="0"/>
                  </a:lnTo>
                  <a:close/>
                </a:path>
                <a:path w="205739" h="6350">
                  <a:moveTo>
                    <a:pt x="205739" y="0"/>
                  </a:moveTo>
                  <a:lnTo>
                    <a:pt x="123189" y="0"/>
                  </a:lnTo>
                  <a:lnTo>
                    <a:pt x="123189" y="5079"/>
                  </a:lnTo>
                  <a:lnTo>
                    <a:pt x="124459" y="5079"/>
                  </a:lnTo>
                  <a:lnTo>
                    <a:pt x="124459" y="6350"/>
                  </a:lnTo>
                  <a:lnTo>
                    <a:pt x="205739" y="6350"/>
                  </a:lnTo>
                  <a:lnTo>
                    <a:pt x="205739" y="0"/>
                  </a:lnTo>
                  <a:close/>
                </a:path>
              </a:pathLst>
            </a:custGeom>
            <a:solidFill>
              <a:srgbClr val="207700"/>
            </a:solidFill>
          </p:spPr>
          <p:txBody>
            <a:bodyPr wrap="square" lIns="0" tIns="0" rIns="0" bIns="0" rtlCol="0"/>
            <a:lstStyle/>
            <a:p/>
          </p:txBody>
        </p:sp>
        <p:sp>
          <p:nvSpPr>
            <p:cNvPr id="1181" name="object 1181"/>
            <p:cNvSpPr/>
            <p:nvPr/>
          </p:nvSpPr>
          <p:spPr>
            <a:xfrm>
              <a:off x="3677919" y="1271269"/>
              <a:ext cx="205740" cy="7620"/>
            </a:xfrm>
            <a:custGeom>
              <a:avLst/>
              <a:gdLst/>
              <a:ahLst/>
              <a:cxnLst/>
              <a:rect l="l" t="t" r="r" b="b"/>
              <a:pathLst>
                <a:path w="205739" h="7619">
                  <a:moveTo>
                    <a:pt x="83819" y="0"/>
                  </a:moveTo>
                  <a:lnTo>
                    <a:pt x="0" y="0"/>
                  </a:lnTo>
                  <a:lnTo>
                    <a:pt x="0" y="7619"/>
                  </a:lnTo>
                  <a:lnTo>
                    <a:pt x="82550" y="7619"/>
                  </a:lnTo>
                  <a:lnTo>
                    <a:pt x="82550" y="6350"/>
                  </a:lnTo>
                  <a:lnTo>
                    <a:pt x="83820" y="6350"/>
                  </a:lnTo>
                  <a:lnTo>
                    <a:pt x="83819" y="0"/>
                  </a:lnTo>
                  <a:close/>
                </a:path>
                <a:path w="205739" h="7619">
                  <a:moveTo>
                    <a:pt x="205739" y="0"/>
                  </a:moveTo>
                  <a:lnTo>
                    <a:pt x="124459" y="0"/>
                  </a:lnTo>
                  <a:lnTo>
                    <a:pt x="124459" y="7619"/>
                  </a:lnTo>
                  <a:lnTo>
                    <a:pt x="205739" y="7619"/>
                  </a:lnTo>
                  <a:lnTo>
                    <a:pt x="205739" y="0"/>
                  </a:lnTo>
                  <a:close/>
                </a:path>
              </a:pathLst>
            </a:custGeom>
            <a:solidFill>
              <a:srgbClr val="217600"/>
            </a:solidFill>
          </p:spPr>
          <p:txBody>
            <a:bodyPr wrap="square" lIns="0" tIns="0" rIns="0" bIns="0" rtlCol="0"/>
            <a:lstStyle/>
            <a:p/>
          </p:txBody>
        </p:sp>
        <p:sp>
          <p:nvSpPr>
            <p:cNvPr id="1182" name="object 1182"/>
            <p:cNvSpPr/>
            <p:nvPr/>
          </p:nvSpPr>
          <p:spPr>
            <a:xfrm>
              <a:off x="3676649" y="1278889"/>
              <a:ext cx="208279" cy="7620"/>
            </a:xfrm>
            <a:custGeom>
              <a:avLst/>
              <a:gdLst/>
              <a:ahLst/>
              <a:cxnLst/>
              <a:rect l="l" t="t" r="r" b="b"/>
              <a:pathLst>
                <a:path w="208279" h="7619">
                  <a:moveTo>
                    <a:pt x="83820" y="0"/>
                  </a:moveTo>
                  <a:lnTo>
                    <a:pt x="1270" y="0"/>
                  </a:lnTo>
                  <a:lnTo>
                    <a:pt x="1270" y="6350"/>
                  </a:lnTo>
                  <a:lnTo>
                    <a:pt x="0" y="6350"/>
                  </a:lnTo>
                  <a:lnTo>
                    <a:pt x="0" y="7620"/>
                  </a:lnTo>
                  <a:lnTo>
                    <a:pt x="83820" y="7620"/>
                  </a:lnTo>
                  <a:lnTo>
                    <a:pt x="83820" y="0"/>
                  </a:lnTo>
                  <a:close/>
                </a:path>
                <a:path w="208279" h="7619">
                  <a:moveTo>
                    <a:pt x="207009" y="0"/>
                  </a:moveTo>
                  <a:lnTo>
                    <a:pt x="125729" y="0"/>
                  </a:lnTo>
                  <a:lnTo>
                    <a:pt x="125729" y="3810"/>
                  </a:lnTo>
                  <a:lnTo>
                    <a:pt x="127000" y="3810"/>
                  </a:lnTo>
                  <a:lnTo>
                    <a:pt x="127000" y="7620"/>
                  </a:lnTo>
                  <a:lnTo>
                    <a:pt x="208279" y="7620"/>
                  </a:lnTo>
                  <a:lnTo>
                    <a:pt x="208279" y="1270"/>
                  </a:lnTo>
                  <a:lnTo>
                    <a:pt x="207009" y="1270"/>
                  </a:lnTo>
                  <a:lnTo>
                    <a:pt x="207009" y="0"/>
                  </a:lnTo>
                  <a:close/>
                </a:path>
              </a:pathLst>
            </a:custGeom>
            <a:solidFill>
              <a:srgbClr val="227500"/>
            </a:solidFill>
          </p:spPr>
          <p:txBody>
            <a:bodyPr wrap="square" lIns="0" tIns="0" rIns="0" bIns="0" rtlCol="0"/>
            <a:lstStyle/>
            <a:p/>
          </p:txBody>
        </p:sp>
        <p:sp>
          <p:nvSpPr>
            <p:cNvPr id="1183" name="object 1183"/>
            <p:cNvSpPr/>
            <p:nvPr/>
          </p:nvSpPr>
          <p:spPr>
            <a:xfrm>
              <a:off x="3676649" y="1286509"/>
              <a:ext cx="209550" cy="6350"/>
            </a:xfrm>
            <a:custGeom>
              <a:avLst/>
              <a:gdLst/>
              <a:ahLst/>
              <a:cxnLst/>
              <a:rect l="l" t="t" r="r" b="b"/>
              <a:pathLst>
                <a:path w="209550" h="6350">
                  <a:moveTo>
                    <a:pt x="83820" y="0"/>
                  </a:moveTo>
                  <a:lnTo>
                    <a:pt x="0" y="0"/>
                  </a:lnTo>
                  <a:lnTo>
                    <a:pt x="0" y="6350"/>
                  </a:lnTo>
                  <a:lnTo>
                    <a:pt x="82550" y="6350"/>
                  </a:lnTo>
                  <a:lnTo>
                    <a:pt x="82550" y="2539"/>
                  </a:lnTo>
                  <a:lnTo>
                    <a:pt x="83820" y="2539"/>
                  </a:lnTo>
                  <a:lnTo>
                    <a:pt x="83820" y="0"/>
                  </a:lnTo>
                  <a:close/>
                </a:path>
                <a:path w="209550" h="6350">
                  <a:moveTo>
                    <a:pt x="208279" y="0"/>
                  </a:moveTo>
                  <a:lnTo>
                    <a:pt x="127000" y="0"/>
                  </a:lnTo>
                  <a:lnTo>
                    <a:pt x="127000" y="6350"/>
                  </a:lnTo>
                  <a:lnTo>
                    <a:pt x="209550" y="6350"/>
                  </a:lnTo>
                  <a:lnTo>
                    <a:pt x="209550" y="5079"/>
                  </a:lnTo>
                  <a:lnTo>
                    <a:pt x="208279" y="5079"/>
                  </a:lnTo>
                  <a:lnTo>
                    <a:pt x="208279" y="0"/>
                  </a:lnTo>
                  <a:close/>
                </a:path>
              </a:pathLst>
            </a:custGeom>
            <a:solidFill>
              <a:srgbClr val="237400"/>
            </a:solidFill>
          </p:spPr>
          <p:txBody>
            <a:bodyPr wrap="square" lIns="0" tIns="0" rIns="0" bIns="0" rtlCol="0"/>
            <a:lstStyle/>
            <a:p/>
          </p:txBody>
        </p:sp>
        <p:sp>
          <p:nvSpPr>
            <p:cNvPr id="1184" name="object 1184"/>
            <p:cNvSpPr/>
            <p:nvPr/>
          </p:nvSpPr>
          <p:spPr>
            <a:xfrm>
              <a:off x="367665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247300"/>
            </a:solidFill>
          </p:spPr>
          <p:txBody>
            <a:bodyPr wrap="square" lIns="0" tIns="0" rIns="0" bIns="0" rtlCol="0"/>
            <a:lstStyle/>
            <a:p/>
          </p:txBody>
        </p:sp>
        <p:sp>
          <p:nvSpPr>
            <p:cNvPr id="1185" name="object 1185"/>
            <p:cNvSpPr/>
            <p:nvPr/>
          </p:nvSpPr>
          <p:spPr>
            <a:xfrm>
              <a:off x="367538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257200"/>
            </a:solidFill>
          </p:spPr>
          <p:txBody>
            <a:bodyPr wrap="square" lIns="0" tIns="0" rIns="0" bIns="0" rtlCol="0"/>
            <a:lstStyle/>
            <a:p/>
          </p:txBody>
        </p:sp>
        <p:sp>
          <p:nvSpPr>
            <p:cNvPr id="1186" name="object 1186"/>
            <p:cNvSpPr/>
            <p:nvPr/>
          </p:nvSpPr>
          <p:spPr>
            <a:xfrm>
              <a:off x="3675380" y="1308099"/>
              <a:ext cx="212090" cy="6350"/>
            </a:xfrm>
            <a:custGeom>
              <a:avLst/>
              <a:gdLst/>
              <a:ahLst/>
              <a:cxnLst/>
              <a:rect l="l" t="t" r="r" b="b"/>
              <a:pathLst>
                <a:path w="212089" h="6350">
                  <a:moveTo>
                    <a:pt x="212077" y="1270"/>
                  </a:moveTo>
                  <a:lnTo>
                    <a:pt x="210820" y="1270"/>
                  </a:lnTo>
                  <a:lnTo>
                    <a:pt x="210820" y="0"/>
                  </a:lnTo>
                  <a:lnTo>
                    <a:pt x="0" y="0"/>
                  </a:lnTo>
                  <a:lnTo>
                    <a:pt x="0" y="1270"/>
                  </a:lnTo>
                  <a:lnTo>
                    <a:pt x="0" y="6350"/>
                  </a:lnTo>
                  <a:lnTo>
                    <a:pt x="212077" y="6350"/>
                  </a:lnTo>
                  <a:lnTo>
                    <a:pt x="212077" y="1270"/>
                  </a:lnTo>
                  <a:close/>
                </a:path>
              </a:pathLst>
            </a:custGeom>
            <a:solidFill>
              <a:srgbClr val="277000"/>
            </a:solidFill>
          </p:spPr>
          <p:txBody>
            <a:bodyPr wrap="square" lIns="0" tIns="0" rIns="0" bIns="0" rtlCol="0"/>
            <a:lstStyle/>
            <a:p/>
          </p:txBody>
        </p:sp>
        <p:sp>
          <p:nvSpPr>
            <p:cNvPr id="1187" name="object 1187"/>
            <p:cNvSpPr/>
            <p:nvPr/>
          </p:nvSpPr>
          <p:spPr>
            <a:xfrm>
              <a:off x="3675379" y="1314449"/>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286F00"/>
            </a:solidFill>
          </p:spPr>
          <p:txBody>
            <a:bodyPr wrap="square" lIns="0" tIns="0" rIns="0" bIns="0" rtlCol="0"/>
            <a:lstStyle/>
            <a:p/>
          </p:txBody>
        </p:sp>
        <p:sp>
          <p:nvSpPr>
            <p:cNvPr id="1188" name="object 1188"/>
            <p:cNvSpPr/>
            <p:nvPr/>
          </p:nvSpPr>
          <p:spPr>
            <a:xfrm>
              <a:off x="3674110" y="1322069"/>
              <a:ext cx="213360" cy="7620"/>
            </a:xfrm>
            <a:custGeom>
              <a:avLst/>
              <a:gdLst/>
              <a:ahLst/>
              <a:cxnLst/>
              <a:rect l="l" t="t" r="r" b="b"/>
              <a:pathLst>
                <a:path w="213360" h="7619">
                  <a:moveTo>
                    <a:pt x="213347" y="0"/>
                  </a:moveTo>
                  <a:lnTo>
                    <a:pt x="1270" y="0"/>
                  </a:lnTo>
                  <a:lnTo>
                    <a:pt x="1270" y="1270"/>
                  </a:lnTo>
                  <a:lnTo>
                    <a:pt x="213347" y="1270"/>
                  </a:lnTo>
                  <a:lnTo>
                    <a:pt x="213347" y="0"/>
                  </a:lnTo>
                  <a:close/>
                </a:path>
                <a:path w="213360" h="7619">
                  <a:moveTo>
                    <a:pt x="213360" y="1282"/>
                  </a:moveTo>
                  <a:lnTo>
                    <a:pt x="0" y="1282"/>
                  </a:lnTo>
                  <a:lnTo>
                    <a:pt x="0" y="7620"/>
                  </a:lnTo>
                  <a:lnTo>
                    <a:pt x="213360" y="7620"/>
                  </a:lnTo>
                  <a:lnTo>
                    <a:pt x="213360" y="1282"/>
                  </a:lnTo>
                  <a:close/>
                </a:path>
              </a:pathLst>
            </a:custGeom>
            <a:solidFill>
              <a:srgbClr val="296E00"/>
            </a:solidFill>
          </p:spPr>
          <p:txBody>
            <a:bodyPr wrap="square" lIns="0" tIns="0" rIns="0" bIns="0" rtlCol="0"/>
            <a:lstStyle/>
            <a:p/>
          </p:txBody>
        </p:sp>
        <p:sp>
          <p:nvSpPr>
            <p:cNvPr id="1189" name="object 1189"/>
            <p:cNvSpPr/>
            <p:nvPr/>
          </p:nvSpPr>
          <p:spPr>
            <a:xfrm>
              <a:off x="3674110" y="1329689"/>
              <a:ext cx="214629" cy="7620"/>
            </a:xfrm>
            <a:custGeom>
              <a:avLst/>
              <a:gdLst/>
              <a:ahLst/>
              <a:cxnLst/>
              <a:rect l="l" t="t" r="r" b="b"/>
              <a:pathLst>
                <a:path w="214629" h="7619">
                  <a:moveTo>
                    <a:pt x="214630" y="5080"/>
                  </a:moveTo>
                  <a:lnTo>
                    <a:pt x="213360" y="5080"/>
                  </a:lnTo>
                  <a:lnTo>
                    <a:pt x="213360" y="0"/>
                  </a:lnTo>
                  <a:lnTo>
                    <a:pt x="0" y="0"/>
                  </a:lnTo>
                  <a:lnTo>
                    <a:pt x="0" y="5080"/>
                  </a:lnTo>
                  <a:lnTo>
                    <a:pt x="0" y="7620"/>
                  </a:lnTo>
                  <a:lnTo>
                    <a:pt x="214630" y="7620"/>
                  </a:lnTo>
                  <a:lnTo>
                    <a:pt x="214630" y="5080"/>
                  </a:lnTo>
                  <a:close/>
                </a:path>
              </a:pathLst>
            </a:custGeom>
            <a:solidFill>
              <a:srgbClr val="2A6D00"/>
            </a:solidFill>
          </p:spPr>
          <p:txBody>
            <a:bodyPr wrap="square" lIns="0" tIns="0" rIns="0" bIns="0" rtlCol="0"/>
            <a:lstStyle/>
            <a:p/>
          </p:txBody>
        </p:sp>
        <p:sp>
          <p:nvSpPr>
            <p:cNvPr id="1190" name="object 1190"/>
            <p:cNvSpPr/>
            <p:nvPr/>
          </p:nvSpPr>
          <p:spPr>
            <a:xfrm>
              <a:off x="367410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B6C00"/>
            </a:solidFill>
          </p:spPr>
          <p:txBody>
            <a:bodyPr wrap="square" lIns="0" tIns="0" rIns="0" bIns="0" rtlCol="0"/>
            <a:lstStyle/>
            <a:p/>
          </p:txBody>
        </p:sp>
        <p:sp>
          <p:nvSpPr>
            <p:cNvPr id="1191" name="object 1191"/>
            <p:cNvSpPr/>
            <p:nvPr/>
          </p:nvSpPr>
          <p:spPr>
            <a:xfrm>
              <a:off x="367410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2C6B00"/>
            </a:solidFill>
          </p:spPr>
          <p:txBody>
            <a:bodyPr wrap="square" lIns="0" tIns="0" rIns="0" bIns="0" rtlCol="0"/>
            <a:lstStyle/>
            <a:p/>
          </p:txBody>
        </p:sp>
        <p:sp>
          <p:nvSpPr>
            <p:cNvPr id="1192" name="object 1192"/>
            <p:cNvSpPr/>
            <p:nvPr/>
          </p:nvSpPr>
          <p:spPr>
            <a:xfrm>
              <a:off x="367410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2D6A00"/>
            </a:solidFill>
          </p:spPr>
          <p:txBody>
            <a:bodyPr wrap="square" lIns="0" tIns="0" rIns="0" bIns="0" rtlCol="0"/>
            <a:lstStyle/>
            <a:p/>
          </p:txBody>
        </p:sp>
        <p:sp>
          <p:nvSpPr>
            <p:cNvPr id="1193" name="object 1193"/>
            <p:cNvSpPr/>
            <p:nvPr/>
          </p:nvSpPr>
          <p:spPr>
            <a:xfrm>
              <a:off x="367410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F6800"/>
            </a:solidFill>
          </p:spPr>
          <p:txBody>
            <a:bodyPr wrap="square" lIns="0" tIns="0" rIns="0" bIns="0" rtlCol="0"/>
            <a:lstStyle/>
            <a:p/>
          </p:txBody>
        </p:sp>
        <p:sp>
          <p:nvSpPr>
            <p:cNvPr id="1194" name="object 1194"/>
            <p:cNvSpPr/>
            <p:nvPr/>
          </p:nvSpPr>
          <p:spPr>
            <a:xfrm>
              <a:off x="367410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06700"/>
            </a:solidFill>
          </p:spPr>
          <p:txBody>
            <a:bodyPr wrap="square" lIns="0" tIns="0" rIns="0" bIns="0" rtlCol="0"/>
            <a:lstStyle/>
            <a:p/>
          </p:txBody>
        </p:sp>
        <p:sp>
          <p:nvSpPr>
            <p:cNvPr id="1195" name="object 1195"/>
            <p:cNvSpPr/>
            <p:nvPr/>
          </p:nvSpPr>
          <p:spPr>
            <a:xfrm>
              <a:off x="367410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16600"/>
            </a:solidFill>
          </p:spPr>
          <p:txBody>
            <a:bodyPr wrap="square" lIns="0" tIns="0" rIns="0" bIns="0" rtlCol="0"/>
            <a:lstStyle/>
            <a:p/>
          </p:txBody>
        </p:sp>
        <p:sp>
          <p:nvSpPr>
            <p:cNvPr id="1196" name="object 1196"/>
            <p:cNvSpPr/>
            <p:nvPr/>
          </p:nvSpPr>
          <p:spPr>
            <a:xfrm>
              <a:off x="367410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36600"/>
            </a:solidFill>
          </p:spPr>
          <p:txBody>
            <a:bodyPr wrap="square" lIns="0" tIns="0" rIns="0" bIns="0" rtlCol="0"/>
            <a:lstStyle/>
            <a:p/>
          </p:txBody>
        </p:sp>
        <p:sp>
          <p:nvSpPr>
            <p:cNvPr id="1197" name="object 1197"/>
            <p:cNvSpPr/>
            <p:nvPr/>
          </p:nvSpPr>
          <p:spPr>
            <a:xfrm>
              <a:off x="367410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36400"/>
            </a:solidFill>
          </p:spPr>
          <p:txBody>
            <a:bodyPr wrap="square" lIns="0" tIns="0" rIns="0" bIns="0" rtlCol="0"/>
            <a:lstStyle/>
            <a:p/>
          </p:txBody>
        </p:sp>
        <p:sp>
          <p:nvSpPr>
            <p:cNvPr id="1198" name="object 1198"/>
            <p:cNvSpPr/>
            <p:nvPr/>
          </p:nvSpPr>
          <p:spPr>
            <a:xfrm>
              <a:off x="367410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46300"/>
            </a:solidFill>
          </p:spPr>
          <p:txBody>
            <a:bodyPr wrap="square" lIns="0" tIns="0" rIns="0" bIns="0" rtlCol="0"/>
            <a:lstStyle/>
            <a:p/>
          </p:txBody>
        </p:sp>
        <p:sp>
          <p:nvSpPr>
            <p:cNvPr id="1199" name="object 1199"/>
            <p:cNvSpPr/>
            <p:nvPr/>
          </p:nvSpPr>
          <p:spPr>
            <a:xfrm>
              <a:off x="367410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66100"/>
            </a:solidFill>
          </p:spPr>
          <p:txBody>
            <a:bodyPr wrap="square" lIns="0" tIns="0" rIns="0" bIns="0" rtlCol="0"/>
            <a:lstStyle/>
            <a:p/>
          </p:txBody>
        </p:sp>
        <p:sp>
          <p:nvSpPr>
            <p:cNvPr id="1200" name="object 1200"/>
            <p:cNvSpPr/>
            <p:nvPr/>
          </p:nvSpPr>
          <p:spPr>
            <a:xfrm>
              <a:off x="3674109"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76000"/>
            </a:solidFill>
          </p:spPr>
          <p:txBody>
            <a:bodyPr wrap="square" lIns="0" tIns="0" rIns="0" bIns="0" rtlCol="0"/>
            <a:lstStyle/>
            <a:p/>
          </p:txBody>
        </p:sp>
        <p:sp>
          <p:nvSpPr>
            <p:cNvPr id="1201" name="object 1201"/>
            <p:cNvSpPr/>
            <p:nvPr/>
          </p:nvSpPr>
          <p:spPr>
            <a:xfrm>
              <a:off x="3674109"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85F00"/>
            </a:solidFill>
          </p:spPr>
          <p:txBody>
            <a:bodyPr wrap="square" lIns="0" tIns="0" rIns="0" bIns="0" rtlCol="0"/>
            <a:lstStyle/>
            <a:p/>
          </p:txBody>
        </p:sp>
        <p:sp>
          <p:nvSpPr>
            <p:cNvPr id="1202" name="object 1202"/>
            <p:cNvSpPr/>
            <p:nvPr/>
          </p:nvSpPr>
          <p:spPr>
            <a:xfrm>
              <a:off x="3674109"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95E00"/>
            </a:solidFill>
          </p:spPr>
          <p:txBody>
            <a:bodyPr wrap="square" lIns="0" tIns="0" rIns="0" bIns="0" rtlCol="0"/>
            <a:lstStyle/>
            <a:p/>
          </p:txBody>
        </p:sp>
        <p:sp>
          <p:nvSpPr>
            <p:cNvPr id="1203" name="object 1203"/>
            <p:cNvSpPr/>
            <p:nvPr/>
          </p:nvSpPr>
          <p:spPr>
            <a:xfrm>
              <a:off x="367411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3A5D00"/>
            </a:solidFill>
          </p:spPr>
          <p:txBody>
            <a:bodyPr wrap="square" lIns="0" tIns="0" rIns="0" bIns="0" rtlCol="0"/>
            <a:lstStyle/>
            <a:p/>
          </p:txBody>
        </p:sp>
        <p:sp>
          <p:nvSpPr>
            <p:cNvPr id="1204" name="object 1204"/>
            <p:cNvSpPr/>
            <p:nvPr/>
          </p:nvSpPr>
          <p:spPr>
            <a:xfrm>
              <a:off x="3675379" y="1437639"/>
              <a:ext cx="213360" cy="7620"/>
            </a:xfrm>
            <a:custGeom>
              <a:avLst/>
              <a:gdLst/>
              <a:ahLst/>
              <a:cxnLst/>
              <a:rect l="l" t="t" r="r" b="b"/>
              <a:pathLst>
                <a:path w="213360" h="7619">
                  <a:moveTo>
                    <a:pt x="0" y="7620"/>
                  </a:moveTo>
                  <a:lnTo>
                    <a:pt x="0" y="0"/>
                  </a:lnTo>
                  <a:lnTo>
                    <a:pt x="213360" y="0"/>
                  </a:lnTo>
                  <a:lnTo>
                    <a:pt x="213360" y="7620"/>
                  </a:lnTo>
                  <a:lnTo>
                    <a:pt x="0" y="7620"/>
                  </a:lnTo>
                  <a:close/>
                </a:path>
              </a:pathLst>
            </a:custGeom>
            <a:solidFill>
              <a:srgbClr val="3B5C00"/>
            </a:solidFill>
          </p:spPr>
          <p:txBody>
            <a:bodyPr wrap="square" lIns="0" tIns="0" rIns="0" bIns="0" rtlCol="0"/>
            <a:lstStyle/>
            <a:p/>
          </p:txBody>
        </p:sp>
        <p:sp>
          <p:nvSpPr>
            <p:cNvPr id="1205" name="object 1205"/>
            <p:cNvSpPr/>
            <p:nvPr/>
          </p:nvSpPr>
          <p:spPr>
            <a:xfrm>
              <a:off x="3675380" y="1445259"/>
              <a:ext cx="213360" cy="6350"/>
            </a:xfrm>
            <a:custGeom>
              <a:avLst/>
              <a:gdLst/>
              <a:ahLst/>
              <a:cxnLst/>
              <a:rect l="l" t="t" r="r" b="b"/>
              <a:pathLst>
                <a:path w="213360"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3C5B00"/>
            </a:solidFill>
          </p:spPr>
          <p:txBody>
            <a:bodyPr wrap="square" lIns="0" tIns="0" rIns="0" bIns="0" rtlCol="0"/>
            <a:lstStyle/>
            <a:p/>
          </p:txBody>
        </p:sp>
        <p:sp>
          <p:nvSpPr>
            <p:cNvPr id="1206" name="object 1206"/>
            <p:cNvSpPr/>
            <p:nvPr/>
          </p:nvSpPr>
          <p:spPr>
            <a:xfrm>
              <a:off x="3675379"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3E5900"/>
            </a:solidFill>
          </p:spPr>
          <p:txBody>
            <a:bodyPr wrap="square" lIns="0" tIns="0" rIns="0" bIns="0" rtlCol="0"/>
            <a:lstStyle/>
            <a:p/>
          </p:txBody>
        </p:sp>
        <p:sp>
          <p:nvSpPr>
            <p:cNvPr id="1207" name="object 1207"/>
            <p:cNvSpPr/>
            <p:nvPr/>
          </p:nvSpPr>
          <p:spPr>
            <a:xfrm>
              <a:off x="3676649"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80" y="5079"/>
                  </a:moveTo>
                  <a:lnTo>
                    <a:pt x="130810" y="5079"/>
                  </a:lnTo>
                  <a:lnTo>
                    <a:pt x="130810" y="7620"/>
                  </a:lnTo>
                  <a:lnTo>
                    <a:pt x="134620" y="7620"/>
                  </a:lnTo>
                  <a:lnTo>
                    <a:pt x="134620" y="6350"/>
                  </a:lnTo>
                  <a:lnTo>
                    <a:pt x="132080" y="6350"/>
                  </a:lnTo>
                  <a:lnTo>
                    <a:pt x="132080" y="5079"/>
                  </a:lnTo>
                  <a:close/>
                </a:path>
              </a:pathLst>
            </a:custGeom>
            <a:solidFill>
              <a:srgbClr val="3F5800"/>
            </a:solidFill>
          </p:spPr>
          <p:txBody>
            <a:bodyPr wrap="square" lIns="0" tIns="0" rIns="0" bIns="0" rtlCol="0"/>
            <a:lstStyle/>
            <a:p/>
          </p:txBody>
        </p:sp>
        <p:sp>
          <p:nvSpPr>
            <p:cNvPr id="1208" name="object 1208"/>
            <p:cNvSpPr/>
            <p:nvPr/>
          </p:nvSpPr>
          <p:spPr>
            <a:xfrm>
              <a:off x="3676649"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89"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30" y="0"/>
                  </a:moveTo>
                  <a:lnTo>
                    <a:pt x="130810" y="0"/>
                  </a:lnTo>
                  <a:lnTo>
                    <a:pt x="130810" y="1270"/>
                  </a:lnTo>
                  <a:lnTo>
                    <a:pt x="138430" y="1270"/>
                  </a:lnTo>
                  <a:lnTo>
                    <a:pt x="138430" y="0"/>
                  </a:lnTo>
                  <a:close/>
                </a:path>
              </a:pathLst>
            </a:custGeom>
            <a:solidFill>
              <a:srgbClr val="405700"/>
            </a:solidFill>
          </p:spPr>
          <p:txBody>
            <a:bodyPr wrap="square" lIns="0" tIns="0" rIns="0" bIns="0" rtlCol="0"/>
            <a:lstStyle/>
            <a:p/>
          </p:txBody>
        </p:sp>
        <p:sp>
          <p:nvSpPr>
            <p:cNvPr id="1209" name="object 1209"/>
            <p:cNvSpPr/>
            <p:nvPr/>
          </p:nvSpPr>
          <p:spPr>
            <a:xfrm>
              <a:off x="3677919" y="1474469"/>
              <a:ext cx="177800" cy="6350"/>
            </a:xfrm>
            <a:custGeom>
              <a:avLst/>
              <a:gdLst/>
              <a:ahLst/>
              <a:cxnLst/>
              <a:rect l="l" t="t" r="r" b="b"/>
              <a:pathLst>
                <a:path w="177800" h="6350">
                  <a:moveTo>
                    <a:pt x="83820" y="0"/>
                  </a:moveTo>
                  <a:lnTo>
                    <a:pt x="0" y="0"/>
                  </a:lnTo>
                  <a:lnTo>
                    <a:pt x="0" y="6350"/>
                  </a:lnTo>
                  <a:lnTo>
                    <a:pt x="85089" y="6350"/>
                  </a:lnTo>
                  <a:lnTo>
                    <a:pt x="85089"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89" y="0"/>
                  </a:moveTo>
                  <a:lnTo>
                    <a:pt x="127000" y="0"/>
                  </a:lnTo>
                  <a:lnTo>
                    <a:pt x="127000" y="3809"/>
                  </a:lnTo>
                  <a:lnTo>
                    <a:pt x="168910" y="3809"/>
                  </a:lnTo>
                  <a:lnTo>
                    <a:pt x="168910" y="2539"/>
                  </a:lnTo>
                  <a:lnTo>
                    <a:pt x="165100" y="2539"/>
                  </a:lnTo>
                  <a:lnTo>
                    <a:pt x="165100" y="1269"/>
                  </a:lnTo>
                  <a:lnTo>
                    <a:pt x="161289" y="1269"/>
                  </a:lnTo>
                  <a:lnTo>
                    <a:pt x="161289" y="0"/>
                  </a:lnTo>
                  <a:close/>
                </a:path>
              </a:pathLst>
            </a:custGeom>
            <a:solidFill>
              <a:srgbClr val="415600"/>
            </a:solidFill>
          </p:spPr>
          <p:txBody>
            <a:bodyPr wrap="square" lIns="0" tIns="0" rIns="0" bIns="0" rtlCol="0"/>
            <a:lstStyle/>
            <a:p/>
          </p:txBody>
        </p:sp>
        <p:sp>
          <p:nvSpPr>
            <p:cNvPr id="1210" name="object 1210"/>
            <p:cNvSpPr/>
            <p:nvPr/>
          </p:nvSpPr>
          <p:spPr>
            <a:xfrm>
              <a:off x="3677919" y="1480819"/>
              <a:ext cx="201930" cy="7620"/>
            </a:xfrm>
            <a:custGeom>
              <a:avLst/>
              <a:gdLst/>
              <a:ahLst/>
              <a:cxnLst/>
              <a:rect l="l" t="t" r="r" b="b"/>
              <a:pathLst>
                <a:path w="201929" h="7619">
                  <a:moveTo>
                    <a:pt x="85089" y="0"/>
                  </a:moveTo>
                  <a:lnTo>
                    <a:pt x="0" y="0"/>
                  </a:lnTo>
                  <a:lnTo>
                    <a:pt x="0" y="2539"/>
                  </a:lnTo>
                  <a:lnTo>
                    <a:pt x="1269" y="2539"/>
                  </a:lnTo>
                  <a:lnTo>
                    <a:pt x="1269" y="7619"/>
                  </a:lnTo>
                  <a:lnTo>
                    <a:pt x="86359" y="7619"/>
                  </a:lnTo>
                  <a:lnTo>
                    <a:pt x="86359" y="6350"/>
                  </a:lnTo>
                  <a:lnTo>
                    <a:pt x="85089" y="6350"/>
                  </a:lnTo>
                  <a:lnTo>
                    <a:pt x="85089" y="0"/>
                  </a:lnTo>
                  <a:close/>
                </a:path>
                <a:path w="201929" h="7619">
                  <a:moveTo>
                    <a:pt x="201929" y="6350"/>
                  </a:moveTo>
                  <a:lnTo>
                    <a:pt x="123189" y="6350"/>
                  </a:lnTo>
                  <a:lnTo>
                    <a:pt x="123189" y="7619"/>
                  </a:lnTo>
                  <a:lnTo>
                    <a:pt x="201929" y="7619"/>
                  </a:lnTo>
                  <a:lnTo>
                    <a:pt x="201929" y="6350"/>
                  </a:lnTo>
                  <a:close/>
                </a:path>
                <a:path w="201929" h="7619">
                  <a:moveTo>
                    <a:pt x="185419" y="1269"/>
                  </a:moveTo>
                  <a:lnTo>
                    <a:pt x="124459" y="1269"/>
                  </a:lnTo>
                  <a:lnTo>
                    <a:pt x="124459" y="6350"/>
                  </a:lnTo>
                  <a:lnTo>
                    <a:pt x="196849" y="6350"/>
                  </a:lnTo>
                  <a:lnTo>
                    <a:pt x="196849" y="5079"/>
                  </a:lnTo>
                  <a:lnTo>
                    <a:pt x="193039" y="5079"/>
                  </a:lnTo>
                  <a:lnTo>
                    <a:pt x="193039" y="3809"/>
                  </a:lnTo>
                  <a:lnTo>
                    <a:pt x="189229" y="3809"/>
                  </a:lnTo>
                  <a:lnTo>
                    <a:pt x="189229" y="2539"/>
                  </a:lnTo>
                  <a:lnTo>
                    <a:pt x="185419" y="2539"/>
                  </a:lnTo>
                  <a:lnTo>
                    <a:pt x="185419" y="1269"/>
                  </a:lnTo>
                  <a:close/>
                </a:path>
                <a:path w="201929" h="7619">
                  <a:moveTo>
                    <a:pt x="181609" y="0"/>
                  </a:moveTo>
                  <a:lnTo>
                    <a:pt x="125729" y="0"/>
                  </a:lnTo>
                  <a:lnTo>
                    <a:pt x="125729" y="1269"/>
                  </a:lnTo>
                  <a:lnTo>
                    <a:pt x="181609" y="1269"/>
                  </a:lnTo>
                  <a:lnTo>
                    <a:pt x="181609" y="0"/>
                  </a:lnTo>
                  <a:close/>
                </a:path>
              </a:pathLst>
            </a:custGeom>
            <a:solidFill>
              <a:srgbClr val="425500"/>
            </a:solidFill>
          </p:spPr>
          <p:txBody>
            <a:bodyPr wrap="square" lIns="0" tIns="0" rIns="0" bIns="0" rtlCol="0"/>
            <a:lstStyle/>
            <a:p/>
          </p:txBody>
        </p:sp>
        <p:sp>
          <p:nvSpPr>
            <p:cNvPr id="1211" name="object 1211"/>
            <p:cNvSpPr/>
            <p:nvPr/>
          </p:nvSpPr>
          <p:spPr>
            <a:xfrm>
              <a:off x="3679189" y="1488439"/>
              <a:ext cx="209550" cy="7620"/>
            </a:xfrm>
            <a:custGeom>
              <a:avLst/>
              <a:gdLst/>
              <a:ahLst/>
              <a:cxnLst/>
              <a:rect l="l" t="t" r="r" b="b"/>
              <a:pathLst>
                <a:path w="209550" h="7619">
                  <a:moveTo>
                    <a:pt x="85089" y="0"/>
                  </a:moveTo>
                  <a:lnTo>
                    <a:pt x="0" y="0"/>
                  </a:lnTo>
                  <a:lnTo>
                    <a:pt x="0" y="2539"/>
                  </a:lnTo>
                  <a:lnTo>
                    <a:pt x="86360" y="2539"/>
                  </a:lnTo>
                  <a:lnTo>
                    <a:pt x="86360" y="1270"/>
                  </a:lnTo>
                  <a:lnTo>
                    <a:pt x="85089" y="1270"/>
                  </a:lnTo>
                  <a:lnTo>
                    <a:pt x="85089" y="0"/>
                  </a:lnTo>
                  <a:close/>
                </a:path>
                <a:path w="209550" h="7619">
                  <a:moveTo>
                    <a:pt x="204470" y="0"/>
                  </a:moveTo>
                  <a:lnTo>
                    <a:pt x="121920" y="0"/>
                  </a:lnTo>
                  <a:lnTo>
                    <a:pt x="121920" y="2539"/>
                  </a:lnTo>
                  <a:lnTo>
                    <a:pt x="209550" y="2539"/>
                  </a:lnTo>
                  <a:lnTo>
                    <a:pt x="209550" y="1270"/>
                  </a:lnTo>
                  <a:lnTo>
                    <a:pt x="204470" y="1270"/>
                  </a:lnTo>
                  <a:lnTo>
                    <a:pt x="204470" y="0"/>
                  </a:lnTo>
                  <a:close/>
                </a:path>
                <a:path w="209550" h="7619">
                  <a:moveTo>
                    <a:pt x="87630" y="5080"/>
                  </a:moveTo>
                  <a:lnTo>
                    <a:pt x="1270" y="5080"/>
                  </a:lnTo>
                  <a:lnTo>
                    <a:pt x="1270" y="7620"/>
                  </a:lnTo>
                  <a:lnTo>
                    <a:pt x="87630" y="7620"/>
                  </a:lnTo>
                  <a:lnTo>
                    <a:pt x="87630" y="5080"/>
                  </a:lnTo>
                  <a:close/>
                </a:path>
                <a:path w="209550" h="7619">
                  <a:moveTo>
                    <a:pt x="86360" y="2540"/>
                  </a:moveTo>
                  <a:lnTo>
                    <a:pt x="0" y="2540"/>
                  </a:lnTo>
                  <a:lnTo>
                    <a:pt x="0" y="5080"/>
                  </a:lnTo>
                  <a:lnTo>
                    <a:pt x="86360" y="5080"/>
                  </a:lnTo>
                  <a:lnTo>
                    <a:pt x="86360" y="2540"/>
                  </a:lnTo>
                  <a:close/>
                </a:path>
                <a:path w="209550" h="7619">
                  <a:moveTo>
                    <a:pt x="209550" y="2540"/>
                  </a:moveTo>
                  <a:lnTo>
                    <a:pt x="120650" y="2540"/>
                  </a:lnTo>
                  <a:lnTo>
                    <a:pt x="120650" y="6350"/>
                  </a:lnTo>
                  <a:lnTo>
                    <a:pt x="119380" y="6350"/>
                  </a:lnTo>
                  <a:lnTo>
                    <a:pt x="119380" y="7620"/>
                  </a:lnTo>
                  <a:lnTo>
                    <a:pt x="208279" y="7620"/>
                  </a:lnTo>
                  <a:lnTo>
                    <a:pt x="208279" y="5080"/>
                  </a:lnTo>
                  <a:lnTo>
                    <a:pt x="209550" y="5080"/>
                  </a:lnTo>
                  <a:lnTo>
                    <a:pt x="209550" y="2540"/>
                  </a:lnTo>
                  <a:close/>
                </a:path>
              </a:pathLst>
            </a:custGeom>
            <a:solidFill>
              <a:srgbClr val="435400"/>
            </a:solidFill>
          </p:spPr>
          <p:txBody>
            <a:bodyPr wrap="square" lIns="0" tIns="0" rIns="0" bIns="0" rtlCol="0"/>
            <a:lstStyle/>
            <a:p/>
          </p:txBody>
        </p:sp>
        <p:sp>
          <p:nvSpPr>
            <p:cNvPr id="1212" name="object 1212"/>
            <p:cNvSpPr/>
            <p:nvPr/>
          </p:nvSpPr>
          <p:spPr>
            <a:xfrm>
              <a:off x="3680460" y="1496059"/>
              <a:ext cx="207010" cy="6350"/>
            </a:xfrm>
            <a:custGeom>
              <a:avLst/>
              <a:gdLst/>
              <a:ahLst/>
              <a:cxnLst/>
              <a:rect l="l" t="t" r="r" b="b"/>
              <a:pathLst>
                <a:path w="207010" h="6350">
                  <a:moveTo>
                    <a:pt x="87630" y="2540"/>
                  </a:moveTo>
                  <a:lnTo>
                    <a:pt x="86360" y="2540"/>
                  </a:lnTo>
                  <a:lnTo>
                    <a:pt x="86360" y="0"/>
                  </a:lnTo>
                  <a:lnTo>
                    <a:pt x="0" y="0"/>
                  </a:lnTo>
                  <a:lnTo>
                    <a:pt x="0" y="2540"/>
                  </a:lnTo>
                  <a:lnTo>
                    <a:pt x="0" y="6350"/>
                  </a:lnTo>
                  <a:lnTo>
                    <a:pt x="87630" y="6350"/>
                  </a:lnTo>
                  <a:lnTo>
                    <a:pt x="87630" y="2540"/>
                  </a:lnTo>
                  <a:close/>
                </a:path>
                <a:path w="207010" h="6350">
                  <a:moveTo>
                    <a:pt x="207010" y="3810"/>
                  </a:moveTo>
                  <a:lnTo>
                    <a:pt x="206997" y="0"/>
                  </a:lnTo>
                  <a:lnTo>
                    <a:pt x="118110" y="0"/>
                  </a:lnTo>
                  <a:lnTo>
                    <a:pt x="118110" y="3810"/>
                  </a:lnTo>
                  <a:lnTo>
                    <a:pt x="116840" y="3810"/>
                  </a:lnTo>
                  <a:lnTo>
                    <a:pt x="116840" y="5080"/>
                  </a:lnTo>
                  <a:lnTo>
                    <a:pt x="116840" y="6350"/>
                  </a:lnTo>
                  <a:lnTo>
                    <a:pt x="205740" y="6350"/>
                  </a:lnTo>
                  <a:lnTo>
                    <a:pt x="205740" y="5080"/>
                  </a:lnTo>
                  <a:lnTo>
                    <a:pt x="207010" y="5080"/>
                  </a:lnTo>
                  <a:lnTo>
                    <a:pt x="207010" y="3810"/>
                  </a:lnTo>
                  <a:close/>
                </a:path>
              </a:pathLst>
            </a:custGeom>
            <a:solidFill>
              <a:srgbClr val="445300"/>
            </a:solidFill>
          </p:spPr>
          <p:txBody>
            <a:bodyPr wrap="square" lIns="0" tIns="0" rIns="0" bIns="0" rtlCol="0"/>
            <a:lstStyle/>
            <a:p/>
          </p:txBody>
        </p:sp>
        <p:sp>
          <p:nvSpPr>
            <p:cNvPr id="1213" name="object 1213"/>
            <p:cNvSpPr/>
            <p:nvPr/>
          </p:nvSpPr>
          <p:spPr>
            <a:xfrm>
              <a:off x="3680460" y="1502409"/>
              <a:ext cx="205740" cy="7620"/>
            </a:xfrm>
            <a:custGeom>
              <a:avLst/>
              <a:gdLst/>
              <a:ahLst/>
              <a:cxnLst/>
              <a:rect l="l" t="t" r="r" b="b"/>
              <a:pathLst>
                <a:path w="205739" h="7619">
                  <a:moveTo>
                    <a:pt x="91440" y="6350"/>
                  </a:moveTo>
                  <a:lnTo>
                    <a:pt x="90170" y="6350"/>
                  </a:lnTo>
                  <a:lnTo>
                    <a:pt x="90170" y="3810"/>
                  </a:lnTo>
                  <a:lnTo>
                    <a:pt x="88887" y="3810"/>
                  </a:lnTo>
                  <a:lnTo>
                    <a:pt x="88887" y="1270"/>
                  </a:lnTo>
                  <a:lnTo>
                    <a:pt x="87630" y="1270"/>
                  </a:lnTo>
                  <a:lnTo>
                    <a:pt x="87630" y="0"/>
                  </a:lnTo>
                  <a:lnTo>
                    <a:pt x="0" y="0"/>
                  </a:lnTo>
                  <a:lnTo>
                    <a:pt x="0" y="1270"/>
                  </a:lnTo>
                  <a:lnTo>
                    <a:pt x="1270" y="1270"/>
                  </a:lnTo>
                  <a:lnTo>
                    <a:pt x="1270" y="3810"/>
                  </a:lnTo>
                  <a:lnTo>
                    <a:pt x="1270" y="6350"/>
                  </a:lnTo>
                  <a:lnTo>
                    <a:pt x="1270" y="7620"/>
                  </a:lnTo>
                  <a:lnTo>
                    <a:pt x="91440" y="7620"/>
                  </a:lnTo>
                  <a:lnTo>
                    <a:pt x="91440" y="6350"/>
                  </a:lnTo>
                  <a:close/>
                </a:path>
                <a:path w="205739" h="7619">
                  <a:moveTo>
                    <a:pt x="205740" y="1282"/>
                  </a:moveTo>
                  <a:lnTo>
                    <a:pt x="115570" y="1282"/>
                  </a:lnTo>
                  <a:lnTo>
                    <a:pt x="115570" y="5080"/>
                  </a:lnTo>
                  <a:lnTo>
                    <a:pt x="114300" y="5080"/>
                  </a:lnTo>
                  <a:lnTo>
                    <a:pt x="114300" y="6350"/>
                  </a:lnTo>
                  <a:lnTo>
                    <a:pt x="113030" y="6350"/>
                  </a:lnTo>
                  <a:lnTo>
                    <a:pt x="113030" y="7620"/>
                  </a:lnTo>
                  <a:lnTo>
                    <a:pt x="204470" y="7620"/>
                  </a:lnTo>
                  <a:lnTo>
                    <a:pt x="204470" y="6350"/>
                  </a:lnTo>
                  <a:lnTo>
                    <a:pt x="204470" y="5080"/>
                  </a:lnTo>
                  <a:lnTo>
                    <a:pt x="205740" y="5080"/>
                  </a:lnTo>
                  <a:lnTo>
                    <a:pt x="205740" y="1282"/>
                  </a:lnTo>
                  <a:close/>
                </a:path>
                <a:path w="205739" h="7619">
                  <a:moveTo>
                    <a:pt x="205740" y="0"/>
                  </a:moveTo>
                  <a:lnTo>
                    <a:pt x="116840" y="0"/>
                  </a:lnTo>
                  <a:lnTo>
                    <a:pt x="116840" y="1270"/>
                  </a:lnTo>
                  <a:lnTo>
                    <a:pt x="205740" y="1270"/>
                  </a:lnTo>
                  <a:lnTo>
                    <a:pt x="205740" y="0"/>
                  </a:lnTo>
                  <a:close/>
                </a:path>
              </a:pathLst>
            </a:custGeom>
            <a:solidFill>
              <a:srgbClr val="465100"/>
            </a:solidFill>
          </p:spPr>
          <p:txBody>
            <a:bodyPr wrap="square" lIns="0" tIns="0" rIns="0" bIns="0" rtlCol="0"/>
            <a:lstStyle/>
            <a:p/>
          </p:txBody>
        </p:sp>
        <p:sp>
          <p:nvSpPr>
            <p:cNvPr id="1214" name="object 1214"/>
            <p:cNvSpPr/>
            <p:nvPr/>
          </p:nvSpPr>
          <p:spPr>
            <a:xfrm>
              <a:off x="3681730" y="1510029"/>
              <a:ext cx="203200" cy="7620"/>
            </a:xfrm>
            <a:custGeom>
              <a:avLst/>
              <a:gdLst/>
              <a:ahLst/>
              <a:cxnLst/>
              <a:rect l="l" t="t" r="r" b="b"/>
              <a:pathLst>
                <a:path w="203200" h="7619">
                  <a:moveTo>
                    <a:pt x="97790" y="6350"/>
                  </a:moveTo>
                  <a:lnTo>
                    <a:pt x="95250" y="6350"/>
                  </a:lnTo>
                  <a:lnTo>
                    <a:pt x="95250" y="5080"/>
                  </a:lnTo>
                  <a:lnTo>
                    <a:pt x="93980" y="5080"/>
                  </a:lnTo>
                  <a:lnTo>
                    <a:pt x="93980" y="3810"/>
                  </a:lnTo>
                  <a:lnTo>
                    <a:pt x="92710" y="3810"/>
                  </a:lnTo>
                  <a:lnTo>
                    <a:pt x="92710" y="2540"/>
                  </a:lnTo>
                  <a:lnTo>
                    <a:pt x="92710" y="1270"/>
                  </a:lnTo>
                  <a:lnTo>
                    <a:pt x="91427" y="1270"/>
                  </a:lnTo>
                  <a:lnTo>
                    <a:pt x="91427" y="0"/>
                  </a:lnTo>
                  <a:lnTo>
                    <a:pt x="0" y="0"/>
                  </a:lnTo>
                  <a:lnTo>
                    <a:pt x="0" y="1270"/>
                  </a:lnTo>
                  <a:lnTo>
                    <a:pt x="0" y="2540"/>
                  </a:lnTo>
                  <a:lnTo>
                    <a:pt x="1270" y="2540"/>
                  </a:lnTo>
                  <a:lnTo>
                    <a:pt x="1270" y="3810"/>
                  </a:lnTo>
                  <a:lnTo>
                    <a:pt x="1270" y="5080"/>
                  </a:lnTo>
                  <a:lnTo>
                    <a:pt x="1270" y="6350"/>
                  </a:lnTo>
                  <a:lnTo>
                    <a:pt x="1270" y="7620"/>
                  </a:lnTo>
                  <a:lnTo>
                    <a:pt x="97790" y="7620"/>
                  </a:lnTo>
                  <a:lnTo>
                    <a:pt x="97790" y="6350"/>
                  </a:lnTo>
                  <a:close/>
                </a:path>
                <a:path w="203200" h="7619">
                  <a:moveTo>
                    <a:pt x="203200" y="0"/>
                  </a:moveTo>
                  <a:lnTo>
                    <a:pt x="111760" y="0"/>
                  </a:lnTo>
                  <a:lnTo>
                    <a:pt x="111760" y="1270"/>
                  </a:lnTo>
                  <a:lnTo>
                    <a:pt x="110490" y="1270"/>
                  </a:lnTo>
                  <a:lnTo>
                    <a:pt x="110490" y="2540"/>
                  </a:lnTo>
                  <a:lnTo>
                    <a:pt x="109220" y="2540"/>
                  </a:lnTo>
                  <a:lnTo>
                    <a:pt x="109220" y="3810"/>
                  </a:lnTo>
                  <a:lnTo>
                    <a:pt x="107950" y="3810"/>
                  </a:lnTo>
                  <a:lnTo>
                    <a:pt x="107950" y="5080"/>
                  </a:lnTo>
                  <a:lnTo>
                    <a:pt x="105410" y="5080"/>
                  </a:lnTo>
                  <a:lnTo>
                    <a:pt x="105410" y="6350"/>
                  </a:lnTo>
                  <a:lnTo>
                    <a:pt x="104140" y="6350"/>
                  </a:lnTo>
                  <a:lnTo>
                    <a:pt x="104140" y="7620"/>
                  </a:lnTo>
                  <a:lnTo>
                    <a:pt x="201930" y="7620"/>
                  </a:lnTo>
                  <a:lnTo>
                    <a:pt x="201930" y="6350"/>
                  </a:lnTo>
                  <a:lnTo>
                    <a:pt x="201930" y="5080"/>
                  </a:lnTo>
                  <a:lnTo>
                    <a:pt x="203200" y="5080"/>
                  </a:lnTo>
                  <a:lnTo>
                    <a:pt x="203200" y="3810"/>
                  </a:lnTo>
                  <a:lnTo>
                    <a:pt x="203200" y="2540"/>
                  </a:lnTo>
                  <a:lnTo>
                    <a:pt x="203200" y="1270"/>
                  </a:lnTo>
                  <a:lnTo>
                    <a:pt x="203200" y="0"/>
                  </a:lnTo>
                  <a:close/>
                </a:path>
              </a:pathLst>
            </a:custGeom>
            <a:solidFill>
              <a:srgbClr val="475000"/>
            </a:solidFill>
          </p:spPr>
          <p:txBody>
            <a:bodyPr wrap="square" lIns="0" tIns="0" rIns="0" bIns="0" rtlCol="0"/>
            <a:lstStyle/>
            <a:p/>
          </p:txBody>
        </p:sp>
        <p:sp>
          <p:nvSpPr>
            <p:cNvPr id="1215" name="object 1215"/>
            <p:cNvSpPr/>
            <p:nvPr/>
          </p:nvSpPr>
          <p:spPr>
            <a:xfrm>
              <a:off x="3683000" y="1517649"/>
              <a:ext cx="200660" cy="6350"/>
            </a:xfrm>
            <a:custGeom>
              <a:avLst/>
              <a:gdLst/>
              <a:ahLst/>
              <a:cxnLst/>
              <a:rect l="l" t="t" r="r" b="b"/>
              <a:pathLst>
                <a:path w="200660" h="6350">
                  <a:moveTo>
                    <a:pt x="199390" y="5092"/>
                  </a:moveTo>
                  <a:lnTo>
                    <a:pt x="1270" y="5092"/>
                  </a:lnTo>
                  <a:lnTo>
                    <a:pt x="1270" y="6350"/>
                  </a:lnTo>
                  <a:lnTo>
                    <a:pt x="199390" y="6350"/>
                  </a:lnTo>
                  <a:lnTo>
                    <a:pt x="199390" y="5092"/>
                  </a:lnTo>
                  <a:close/>
                </a:path>
                <a:path w="200660" h="6350">
                  <a:moveTo>
                    <a:pt x="200660" y="0"/>
                  </a:moveTo>
                  <a:lnTo>
                    <a:pt x="100330" y="0"/>
                  </a:lnTo>
                  <a:lnTo>
                    <a:pt x="100330" y="1270"/>
                  </a:lnTo>
                  <a:lnTo>
                    <a:pt x="97790" y="1270"/>
                  </a:lnTo>
                  <a:lnTo>
                    <a:pt x="97790" y="0"/>
                  </a:lnTo>
                  <a:lnTo>
                    <a:pt x="0" y="0"/>
                  </a:lnTo>
                  <a:lnTo>
                    <a:pt x="0" y="1270"/>
                  </a:lnTo>
                  <a:lnTo>
                    <a:pt x="0" y="3810"/>
                  </a:lnTo>
                  <a:lnTo>
                    <a:pt x="0" y="5080"/>
                  </a:lnTo>
                  <a:lnTo>
                    <a:pt x="199390" y="5080"/>
                  </a:lnTo>
                  <a:lnTo>
                    <a:pt x="199390" y="3810"/>
                  </a:lnTo>
                  <a:lnTo>
                    <a:pt x="200660" y="3810"/>
                  </a:lnTo>
                  <a:lnTo>
                    <a:pt x="200660" y="1270"/>
                  </a:lnTo>
                  <a:lnTo>
                    <a:pt x="200660" y="0"/>
                  </a:lnTo>
                  <a:close/>
                </a:path>
              </a:pathLst>
            </a:custGeom>
            <a:solidFill>
              <a:srgbClr val="484F00"/>
            </a:solidFill>
          </p:spPr>
          <p:txBody>
            <a:bodyPr wrap="square" lIns="0" tIns="0" rIns="0" bIns="0" rtlCol="0"/>
            <a:lstStyle/>
            <a:p/>
          </p:txBody>
        </p:sp>
        <p:sp>
          <p:nvSpPr>
            <p:cNvPr id="1216" name="object 1216"/>
            <p:cNvSpPr/>
            <p:nvPr/>
          </p:nvSpPr>
          <p:spPr>
            <a:xfrm>
              <a:off x="3684270" y="1523999"/>
              <a:ext cx="198120" cy="7620"/>
            </a:xfrm>
            <a:custGeom>
              <a:avLst/>
              <a:gdLst/>
              <a:ahLst/>
              <a:cxnLst/>
              <a:rect l="l" t="t" r="r" b="b"/>
              <a:pathLst>
                <a:path w="198120" h="7619">
                  <a:moveTo>
                    <a:pt x="198120" y="0"/>
                  </a:moveTo>
                  <a:lnTo>
                    <a:pt x="0" y="0"/>
                  </a:lnTo>
                  <a:lnTo>
                    <a:pt x="0" y="3810"/>
                  </a:lnTo>
                  <a:lnTo>
                    <a:pt x="0" y="6350"/>
                  </a:lnTo>
                  <a:lnTo>
                    <a:pt x="1270" y="6350"/>
                  </a:lnTo>
                  <a:lnTo>
                    <a:pt x="1270" y="7620"/>
                  </a:lnTo>
                  <a:lnTo>
                    <a:pt x="196850" y="7620"/>
                  </a:lnTo>
                  <a:lnTo>
                    <a:pt x="196850" y="6350"/>
                  </a:lnTo>
                  <a:lnTo>
                    <a:pt x="196850" y="3810"/>
                  </a:lnTo>
                  <a:lnTo>
                    <a:pt x="198120" y="3810"/>
                  </a:lnTo>
                  <a:lnTo>
                    <a:pt x="198120" y="0"/>
                  </a:lnTo>
                  <a:close/>
                </a:path>
              </a:pathLst>
            </a:custGeom>
            <a:solidFill>
              <a:srgbClr val="494E00"/>
            </a:solidFill>
          </p:spPr>
          <p:txBody>
            <a:bodyPr wrap="square" lIns="0" tIns="0" rIns="0" bIns="0" rtlCol="0"/>
            <a:lstStyle/>
            <a:p/>
          </p:txBody>
        </p:sp>
        <p:sp>
          <p:nvSpPr>
            <p:cNvPr id="1217" name="object 1217"/>
            <p:cNvSpPr/>
            <p:nvPr/>
          </p:nvSpPr>
          <p:spPr>
            <a:xfrm>
              <a:off x="3685540" y="1531619"/>
              <a:ext cx="195580" cy="7620"/>
            </a:xfrm>
            <a:custGeom>
              <a:avLst/>
              <a:gdLst/>
              <a:ahLst/>
              <a:cxnLst/>
              <a:rect l="l" t="t" r="r" b="b"/>
              <a:pathLst>
                <a:path w="195579" h="7619">
                  <a:moveTo>
                    <a:pt x="195580" y="0"/>
                  </a:moveTo>
                  <a:lnTo>
                    <a:pt x="0" y="0"/>
                  </a:lnTo>
                  <a:lnTo>
                    <a:pt x="0" y="3810"/>
                  </a:lnTo>
                  <a:lnTo>
                    <a:pt x="0" y="5080"/>
                  </a:lnTo>
                  <a:lnTo>
                    <a:pt x="1270" y="5080"/>
                  </a:lnTo>
                  <a:lnTo>
                    <a:pt x="1270" y="7620"/>
                  </a:lnTo>
                  <a:lnTo>
                    <a:pt x="194310" y="7620"/>
                  </a:lnTo>
                  <a:lnTo>
                    <a:pt x="194310" y="5080"/>
                  </a:lnTo>
                  <a:lnTo>
                    <a:pt x="194310" y="3810"/>
                  </a:lnTo>
                  <a:lnTo>
                    <a:pt x="195580" y="3810"/>
                  </a:lnTo>
                  <a:lnTo>
                    <a:pt x="195580" y="0"/>
                  </a:lnTo>
                  <a:close/>
                </a:path>
              </a:pathLst>
            </a:custGeom>
            <a:solidFill>
              <a:srgbClr val="4A4D00"/>
            </a:solidFill>
          </p:spPr>
          <p:txBody>
            <a:bodyPr wrap="square" lIns="0" tIns="0" rIns="0" bIns="0" rtlCol="0"/>
            <a:lstStyle/>
            <a:p/>
          </p:txBody>
        </p:sp>
        <p:sp>
          <p:nvSpPr>
            <p:cNvPr id="1218" name="object 1218"/>
            <p:cNvSpPr/>
            <p:nvPr/>
          </p:nvSpPr>
          <p:spPr>
            <a:xfrm>
              <a:off x="3686810" y="1539239"/>
              <a:ext cx="193040" cy="6350"/>
            </a:xfrm>
            <a:custGeom>
              <a:avLst/>
              <a:gdLst/>
              <a:ahLst/>
              <a:cxnLst/>
              <a:rect l="l" t="t" r="r" b="b"/>
              <a:pathLst>
                <a:path w="193039"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4B4C00"/>
            </a:solidFill>
          </p:spPr>
          <p:txBody>
            <a:bodyPr wrap="square" lIns="0" tIns="0" rIns="0" bIns="0" rtlCol="0"/>
            <a:lstStyle/>
            <a:p/>
          </p:txBody>
        </p:sp>
        <p:sp>
          <p:nvSpPr>
            <p:cNvPr id="1219" name="object 1219"/>
            <p:cNvSpPr/>
            <p:nvPr/>
          </p:nvSpPr>
          <p:spPr>
            <a:xfrm>
              <a:off x="368808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17" y="2540"/>
                  </a:lnTo>
                  <a:lnTo>
                    <a:pt x="190500" y="2540"/>
                  </a:lnTo>
                  <a:lnTo>
                    <a:pt x="190500" y="0"/>
                  </a:lnTo>
                  <a:close/>
                </a:path>
              </a:pathLst>
            </a:custGeom>
            <a:solidFill>
              <a:srgbClr val="4C4B00"/>
            </a:solidFill>
          </p:spPr>
          <p:txBody>
            <a:bodyPr wrap="square" lIns="0" tIns="0" rIns="0" bIns="0" rtlCol="0"/>
            <a:lstStyle/>
            <a:p/>
          </p:txBody>
        </p:sp>
        <p:sp>
          <p:nvSpPr>
            <p:cNvPr id="1220" name="object 1220"/>
            <p:cNvSpPr/>
            <p:nvPr/>
          </p:nvSpPr>
          <p:spPr>
            <a:xfrm>
              <a:off x="3689350" y="1553209"/>
              <a:ext cx="186690" cy="7620"/>
            </a:xfrm>
            <a:custGeom>
              <a:avLst/>
              <a:gdLst/>
              <a:ahLst/>
              <a:cxnLst/>
              <a:rect l="l" t="t" r="r" b="b"/>
              <a:pathLst>
                <a:path w="186689"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4E4900"/>
            </a:solidFill>
          </p:spPr>
          <p:txBody>
            <a:bodyPr wrap="square" lIns="0" tIns="0" rIns="0" bIns="0" rtlCol="0"/>
            <a:lstStyle/>
            <a:p/>
          </p:txBody>
        </p:sp>
        <p:sp>
          <p:nvSpPr>
            <p:cNvPr id="1221" name="object 1221"/>
            <p:cNvSpPr/>
            <p:nvPr/>
          </p:nvSpPr>
          <p:spPr>
            <a:xfrm>
              <a:off x="369062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4F4800"/>
            </a:solidFill>
          </p:spPr>
          <p:txBody>
            <a:bodyPr wrap="square" lIns="0" tIns="0" rIns="0" bIns="0" rtlCol="0"/>
            <a:lstStyle/>
            <a:p/>
          </p:txBody>
        </p:sp>
        <p:sp>
          <p:nvSpPr>
            <p:cNvPr id="1222" name="object 1222"/>
            <p:cNvSpPr/>
            <p:nvPr/>
          </p:nvSpPr>
          <p:spPr>
            <a:xfrm>
              <a:off x="3691890" y="1567179"/>
              <a:ext cx="181610" cy="7620"/>
            </a:xfrm>
            <a:custGeom>
              <a:avLst/>
              <a:gdLst/>
              <a:ahLst/>
              <a:cxnLst/>
              <a:rect l="l" t="t" r="r" b="b"/>
              <a:pathLst>
                <a:path w="181610"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504700"/>
            </a:solidFill>
          </p:spPr>
          <p:txBody>
            <a:bodyPr wrap="square" lIns="0" tIns="0" rIns="0" bIns="0" rtlCol="0"/>
            <a:lstStyle/>
            <a:p/>
          </p:txBody>
        </p:sp>
        <p:sp>
          <p:nvSpPr>
            <p:cNvPr id="1223" name="object 1223"/>
            <p:cNvSpPr/>
            <p:nvPr/>
          </p:nvSpPr>
          <p:spPr>
            <a:xfrm>
              <a:off x="369316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787" y="6350"/>
                  </a:lnTo>
                  <a:lnTo>
                    <a:pt x="177787" y="2540"/>
                  </a:lnTo>
                  <a:lnTo>
                    <a:pt x="177800" y="1270"/>
                  </a:lnTo>
                  <a:lnTo>
                    <a:pt x="179070" y="1270"/>
                  </a:lnTo>
                  <a:lnTo>
                    <a:pt x="179070" y="0"/>
                  </a:lnTo>
                  <a:close/>
                </a:path>
              </a:pathLst>
            </a:custGeom>
            <a:solidFill>
              <a:srgbClr val="514600"/>
            </a:solidFill>
          </p:spPr>
          <p:txBody>
            <a:bodyPr wrap="square" lIns="0" tIns="0" rIns="0" bIns="0" rtlCol="0"/>
            <a:lstStyle/>
            <a:p/>
          </p:txBody>
        </p:sp>
        <p:sp>
          <p:nvSpPr>
            <p:cNvPr id="1224" name="object 1224"/>
            <p:cNvSpPr/>
            <p:nvPr/>
          </p:nvSpPr>
          <p:spPr>
            <a:xfrm>
              <a:off x="3695700" y="1582419"/>
              <a:ext cx="173990" cy="6350"/>
            </a:xfrm>
            <a:custGeom>
              <a:avLst/>
              <a:gdLst/>
              <a:ahLst/>
              <a:cxnLst/>
              <a:rect l="l" t="t" r="r" b="b"/>
              <a:pathLst>
                <a:path w="173989" h="6350">
                  <a:moveTo>
                    <a:pt x="172720" y="3822"/>
                  </a:moveTo>
                  <a:lnTo>
                    <a:pt x="1270" y="3822"/>
                  </a:lnTo>
                  <a:lnTo>
                    <a:pt x="1270" y="6350"/>
                  </a:lnTo>
                  <a:lnTo>
                    <a:pt x="172720" y="6350"/>
                  </a:lnTo>
                  <a:lnTo>
                    <a:pt x="172720" y="3822"/>
                  </a:lnTo>
                  <a:close/>
                </a:path>
                <a:path w="173989" h="6350">
                  <a:moveTo>
                    <a:pt x="173990" y="0"/>
                  </a:moveTo>
                  <a:lnTo>
                    <a:pt x="0" y="0"/>
                  </a:lnTo>
                  <a:lnTo>
                    <a:pt x="0" y="3810"/>
                  </a:lnTo>
                  <a:lnTo>
                    <a:pt x="173990" y="3810"/>
                  </a:lnTo>
                  <a:lnTo>
                    <a:pt x="173990" y="0"/>
                  </a:lnTo>
                  <a:close/>
                </a:path>
              </a:pathLst>
            </a:custGeom>
            <a:solidFill>
              <a:srgbClr val="524500"/>
            </a:solidFill>
          </p:spPr>
          <p:txBody>
            <a:bodyPr wrap="square" lIns="0" tIns="0" rIns="0" bIns="0" rtlCol="0"/>
            <a:lstStyle/>
            <a:p/>
          </p:txBody>
        </p:sp>
        <p:sp>
          <p:nvSpPr>
            <p:cNvPr id="1225" name="object 1225"/>
            <p:cNvSpPr/>
            <p:nvPr/>
          </p:nvSpPr>
          <p:spPr>
            <a:xfrm>
              <a:off x="369697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68910" y="7620"/>
                  </a:lnTo>
                  <a:lnTo>
                    <a:pt x="168910" y="6350"/>
                  </a:lnTo>
                  <a:lnTo>
                    <a:pt x="170180" y="6350"/>
                  </a:lnTo>
                  <a:lnTo>
                    <a:pt x="170180" y="2540"/>
                  </a:lnTo>
                  <a:lnTo>
                    <a:pt x="171450" y="2540"/>
                  </a:lnTo>
                  <a:lnTo>
                    <a:pt x="171450" y="0"/>
                  </a:lnTo>
                  <a:close/>
                </a:path>
              </a:pathLst>
            </a:custGeom>
            <a:solidFill>
              <a:srgbClr val="534400"/>
            </a:solidFill>
          </p:spPr>
          <p:txBody>
            <a:bodyPr wrap="square" lIns="0" tIns="0" rIns="0" bIns="0" rtlCol="0"/>
            <a:lstStyle/>
            <a:p/>
          </p:txBody>
        </p:sp>
        <p:sp>
          <p:nvSpPr>
            <p:cNvPr id="1226" name="object 1226"/>
            <p:cNvSpPr/>
            <p:nvPr/>
          </p:nvSpPr>
          <p:spPr>
            <a:xfrm>
              <a:off x="3699510" y="1596389"/>
              <a:ext cx="166370" cy="7620"/>
            </a:xfrm>
            <a:custGeom>
              <a:avLst/>
              <a:gdLst/>
              <a:ahLst/>
              <a:cxnLst/>
              <a:rect l="l" t="t" r="r" b="b"/>
              <a:pathLst>
                <a:path w="166370" h="7619">
                  <a:moveTo>
                    <a:pt x="166370" y="0"/>
                  </a:moveTo>
                  <a:lnTo>
                    <a:pt x="0" y="0"/>
                  </a:lnTo>
                  <a:lnTo>
                    <a:pt x="0" y="1270"/>
                  </a:lnTo>
                  <a:lnTo>
                    <a:pt x="0" y="2540"/>
                  </a:lnTo>
                  <a:lnTo>
                    <a:pt x="1270" y="2540"/>
                  </a:lnTo>
                  <a:lnTo>
                    <a:pt x="1270" y="5080"/>
                  </a:lnTo>
                  <a:lnTo>
                    <a:pt x="1270" y="7620"/>
                  </a:lnTo>
                  <a:lnTo>
                    <a:pt x="163830" y="7620"/>
                  </a:lnTo>
                  <a:lnTo>
                    <a:pt x="163830" y="5080"/>
                  </a:lnTo>
                  <a:lnTo>
                    <a:pt x="165087" y="5080"/>
                  </a:lnTo>
                  <a:lnTo>
                    <a:pt x="165087" y="2540"/>
                  </a:lnTo>
                  <a:lnTo>
                    <a:pt x="165100" y="1270"/>
                  </a:lnTo>
                  <a:lnTo>
                    <a:pt x="166370" y="1270"/>
                  </a:lnTo>
                  <a:lnTo>
                    <a:pt x="166370" y="0"/>
                  </a:lnTo>
                  <a:close/>
                </a:path>
              </a:pathLst>
            </a:custGeom>
            <a:solidFill>
              <a:srgbClr val="544300"/>
            </a:solidFill>
          </p:spPr>
          <p:txBody>
            <a:bodyPr wrap="square" lIns="0" tIns="0" rIns="0" bIns="0" rtlCol="0"/>
            <a:lstStyle/>
            <a:p/>
          </p:txBody>
        </p:sp>
        <p:sp>
          <p:nvSpPr>
            <p:cNvPr id="1227" name="object 1227"/>
            <p:cNvSpPr/>
            <p:nvPr/>
          </p:nvSpPr>
          <p:spPr>
            <a:xfrm>
              <a:off x="3702050" y="1604009"/>
              <a:ext cx="161290" cy="6350"/>
            </a:xfrm>
            <a:custGeom>
              <a:avLst/>
              <a:gdLst/>
              <a:ahLst/>
              <a:cxnLst/>
              <a:rect l="l" t="t" r="r" b="b"/>
              <a:pathLst>
                <a:path w="161289" h="6350">
                  <a:moveTo>
                    <a:pt x="161290" y="0"/>
                  </a:moveTo>
                  <a:lnTo>
                    <a:pt x="0" y="0"/>
                  </a:lnTo>
                  <a:lnTo>
                    <a:pt x="0" y="1270"/>
                  </a:lnTo>
                  <a:lnTo>
                    <a:pt x="0" y="3810"/>
                  </a:lnTo>
                  <a:lnTo>
                    <a:pt x="1270" y="3810"/>
                  </a:lnTo>
                  <a:lnTo>
                    <a:pt x="1270" y="5080"/>
                  </a:lnTo>
                  <a:lnTo>
                    <a:pt x="1270" y="6350"/>
                  </a:lnTo>
                  <a:lnTo>
                    <a:pt x="158750" y="6350"/>
                  </a:lnTo>
                  <a:lnTo>
                    <a:pt x="158750" y="5080"/>
                  </a:lnTo>
                  <a:lnTo>
                    <a:pt x="160020" y="5080"/>
                  </a:lnTo>
                  <a:lnTo>
                    <a:pt x="160020" y="3810"/>
                  </a:lnTo>
                  <a:lnTo>
                    <a:pt x="160020" y="1270"/>
                  </a:lnTo>
                  <a:lnTo>
                    <a:pt x="161290" y="1270"/>
                  </a:lnTo>
                  <a:lnTo>
                    <a:pt x="161290" y="0"/>
                  </a:lnTo>
                  <a:close/>
                </a:path>
              </a:pathLst>
            </a:custGeom>
            <a:solidFill>
              <a:srgbClr val="564100"/>
            </a:solidFill>
          </p:spPr>
          <p:txBody>
            <a:bodyPr wrap="square" lIns="0" tIns="0" rIns="0" bIns="0" rtlCol="0"/>
            <a:lstStyle/>
            <a:p/>
          </p:txBody>
        </p:sp>
        <p:sp>
          <p:nvSpPr>
            <p:cNvPr id="1228" name="object 1228"/>
            <p:cNvSpPr/>
            <p:nvPr/>
          </p:nvSpPr>
          <p:spPr>
            <a:xfrm>
              <a:off x="3703320" y="1610359"/>
              <a:ext cx="157480" cy="7620"/>
            </a:xfrm>
            <a:custGeom>
              <a:avLst/>
              <a:gdLst/>
              <a:ahLst/>
              <a:cxnLst/>
              <a:rect l="l" t="t" r="r" b="b"/>
              <a:pathLst>
                <a:path w="157479" h="7619">
                  <a:moveTo>
                    <a:pt x="157480" y="0"/>
                  </a:moveTo>
                  <a:lnTo>
                    <a:pt x="0" y="0"/>
                  </a:lnTo>
                  <a:lnTo>
                    <a:pt x="0" y="1270"/>
                  </a:lnTo>
                  <a:lnTo>
                    <a:pt x="1270" y="1270"/>
                  </a:lnTo>
                  <a:lnTo>
                    <a:pt x="1270" y="2540"/>
                  </a:lnTo>
                  <a:lnTo>
                    <a:pt x="1270" y="5080"/>
                  </a:lnTo>
                  <a:lnTo>
                    <a:pt x="2540" y="5080"/>
                  </a:lnTo>
                  <a:lnTo>
                    <a:pt x="2540" y="7620"/>
                  </a:lnTo>
                  <a:lnTo>
                    <a:pt x="156210" y="7620"/>
                  </a:lnTo>
                  <a:lnTo>
                    <a:pt x="156210" y="5080"/>
                  </a:lnTo>
                  <a:lnTo>
                    <a:pt x="156210" y="2540"/>
                  </a:lnTo>
                  <a:lnTo>
                    <a:pt x="157480" y="2540"/>
                  </a:lnTo>
                  <a:lnTo>
                    <a:pt x="157480" y="1270"/>
                  </a:lnTo>
                  <a:lnTo>
                    <a:pt x="157480" y="0"/>
                  </a:lnTo>
                  <a:close/>
                </a:path>
              </a:pathLst>
            </a:custGeom>
            <a:solidFill>
              <a:srgbClr val="574000"/>
            </a:solidFill>
          </p:spPr>
          <p:txBody>
            <a:bodyPr wrap="square" lIns="0" tIns="0" rIns="0" bIns="0" rtlCol="0"/>
            <a:lstStyle/>
            <a:p/>
          </p:txBody>
        </p:sp>
        <p:sp>
          <p:nvSpPr>
            <p:cNvPr id="1229" name="object 1229"/>
            <p:cNvSpPr/>
            <p:nvPr/>
          </p:nvSpPr>
          <p:spPr>
            <a:xfrm>
              <a:off x="3707130" y="1617979"/>
              <a:ext cx="151130" cy="7620"/>
            </a:xfrm>
            <a:custGeom>
              <a:avLst/>
              <a:gdLst/>
              <a:ahLst/>
              <a:cxnLst/>
              <a:rect l="l" t="t" r="r" b="b"/>
              <a:pathLst>
                <a:path w="151129" h="7619">
                  <a:moveTo>
                    <a:pt x="151117" y="0"/>
                  </a:moveTo>
                  <a:lnTo>
                    <a:pt x="0" y="0"/>
                  </a:lnTo>
                  <a:lnTo>
                    <a:pt x="0" y="3810"/>
                  </a:lnTo>
                  <a:lnTo>
                    <a:pt x="1270" y="3810"/>
                  </a:lnTo>
                  <a:lnTo>
                    <a:pt x="1270" y="7620"/>
                  </a:lnTo>
                  <a:lnTo>
                    <a:pt x="149860" y="7620"/>
                  </a:lnTo>
                  <a:lnTo>
                    <a:pt x="149860" y="3810"/>
                  </a:lnTo>
                  <a:lnTo>
                    <a:pt x="151117" y="3810"/>
                  </a:lnTo>
                  <a:lnTo>
                    <a:pt x="151117" y="0"/>
                  </a:lnTo>
                  <a:close/>
                </a:path>
              </a:pathLst>
            </a:custGeom>
            <a:solidFill>
              <a:srgbClr val="583F00"/>
            </a:solidFill>
          </p:spPr>
          <p:txBody>
            <a:bodyPr wrap="square" lIns="0" tIns="0" rIns="0" bIns="0" rtlCol="0"/>
            <a:lstStyle/>
            <a:p/>
          </p:txBody>
        </p:sp>
        <p:sp>
          <p:nvSpPr>
            <p:cNvPr id="1230" name="object 1230"/>
            <p:cNvSpPr/>
            <p:nvPr/>
          </p:nvSpPr>
          <p:spPr>
            <a:xfrm>
              <a:off x="3709670" y="1625599"/>
              <a:ext cx="146050" cy="6350"/>
            </a:xfrm>
            <a:custGeom>
              <a:avLst/>
              <a:gdLst/>
              <a:ahLst/>
              <a:cxnLst/>
              <a:rect l="l" t="t" r="r" b="b"/>
              <a:pathLst>
                <a:path w="146050" h="6350">
                  <a:moveTo>
                    <a:pt x="146050" y="0"/>
                  </a:moveTo>
                  <a:lnTo>
                    <a:pt x="0" y="0"/>
                  </a:lnTo>
                  <a:lnTo>
                    <a:pt x="0" y="3810"/>
                  </a:lnTo>
                  <a:lnTo>
                    <a:pt x="1270" y="3810"/>
                  </a:lnTo>
                  <a:lnTo>
                    <a:pt x="1270" y="6350"/>
                  </a:lnTo>
                  <a:lnTo>
                    <a:pt x="144780" y="6350"/>
                  </a:lnTo>
                  <a:lnTo>
                    <a:pt x="144780" y="3810"/>
                  </a:lnTo>
                  <a:lnTo>
                    <a:pt x="146050" y="3810"/>
                  </a:lnTo>
                  <a:lnTo>
                    <a:pt x="146050" y="0"/>
                  </a:lnTo>
                  <a:close/>
                </a:path>
              </a:pathLst>
            </a:custGeom>
            <a:solidFill>
              <a:srgbClr val="593E00"/>
            </a:solidFill>
          </p:spPr>
          <p:txBody>
            <a:bodyPr wrap="square" lIns="0" tIns="0" rIns="0" bIns="0" rtlCol="0"/>
            <a:lstStyle/>
            <a:p/>
          </p:txBody>
        </p:sp>
        <p:sp>
          <p:nvSpPr>
            <p:cNvPr id="1231" name="object 1231"/>
            <p:cNvSpPr/>
            <p:nvPr/>
          </p:nvSpPr>
          <p:spPr>
            <a:xfrm>
              <a:off x="3710940" y="1631949"/>
              <a:ext cx="142240" cy="7620"/>
            </a:xfrm>
            <a:custGeom>
              <a:avLst/>
              <a:gdLst/>
              <a:ahLst/>
              <a:cxnLst/>
              <a:rect l="l" t="t" r="r" b="b"/>
              <a:pathLst>
                <a:path w="142239" h="7619">
                  <a:moveTo>
                    <a:pt x="140957" y="5092"/>
                  </a:moveTo>
                  <a:lnTo>
                    <a:pt x="2540" y="5092"/>
                  </a:lnTo>
                  <a:lnTo>
                    <a:pt x="2540" y="7620"/>
                  </a:lnTo>
                  <a:lnTo>
                    <a:pt x="140957" y="7620"/>
                  </a:lnTo>
                  <a:lnTo>
                    <a:pt x="140957" y="5092"/>
                  </a:lnTo>
                  <a:close/>
                </a:path>
                <a:path w="142239" h="7619">
                  <a:moveTo>
                    <a:pt x="142240" y="0"/>
                  </a:moveTo>
                  <a:lnTo>
                    <a:pt x="0" y="0"/>
                  </a:lnTo>
                  <a:lnTo>
                    <a:pt x="0" y="1270"/>
                  </a:lnTo>
                  <a:lnTo>
                    <a:pt x="1270" y="1270"/>
                  </a:lnTo>
                  <a:lnTo>
                    <a:pt x="1270" y="3810"/>
                  </a:lnTo>
                  <a:lnTo>
                    <a:pt x="1270" y="5080"/>
                  </a:lnTo>
                  <a:lnTo>
                    <a:pt x="140970" y="5080"/>
                  </a:lnTo>
                  <a:lnTo>
                    <a:pt x="140970" y="3810"/>
                  </a:lnTo>
                  <a:lnTo>
                    <a:pt x="142240" y="3810"/>
                  </a:lnTo>
                  <a:lnTo>
                    <a:pt x="142240" y="1270"/>
                  </a:lnTo>
                  <a:lnTo>
                    <a:pt x="142240" y="0"/>
                  </a:lnTo>
                  <a:close/>
                </a:path>
              </a:pathLst>
            </a:custGeom>
            <a:solidFill>
              <a:srgbClr val="5A3D00"/>
            </a:solidFill>
          </p:spPr>
          <p:txBody>
            <a:bodyPr wrap="square" lIns="0" tIns="0" rIns="0" bIns="0" rtlCol="0"/>
            <a:lstStyle/>
            <a:p/>
          </p:txBody>
        </p:sp>
        <p:sp>
          <p:nvSpPr>
            <p:cNvPr id="1232" name="object 1232"/>
            <p:cNvSpPr/>
            <p:nvPr/>
          </p:nvSpPr>
          <p:spPr>
            <a:xfrm>
              <a:off x="3714750" y="1639569"/>
              <a:ext cx="135890" cy="7620"/>
            </a:xfrm>
            <a:custGeom>
              <a:avLst/>
              <a:gdLst/>
              <a:ahLst/>
              <a:cxnLst/>
              <a:rect l="l" t="t" r="r" b="b"/>
              <a:pathLst>
                <a:path w="135889" h="7619">
                  <a:moveTo>
                    <a:pt x="135890" y="0"/>
                  </a:moveTo>
                  <a:lnTo>
                    <a:pt x="0" y="0"/>
                  </a:lnTo>
                  <a:lnTo>
                    <a:pt x="0" y="2540"/>
                  </a:lnTo>
                  <a:lnTo>
                    <a:pt x="1270" y="2540"/>
                  </a:lnTo>
                  <a:lnTo>
                    <a:pt x="1270" y="5080"/>
                  </a:lnTo>
                  <a:lnTo>
                    <a:pt x="2540" y="5080"/>
                  </a:lnTo>
                  <a:lnTo>
                    <a:pt x="2540" y="6350"/>
                  </a:lnTo>
                  <a:lnTo>
                    <a:pt x="2540" y="7620"/>
                  </a:lnTo>
                  <a:lnTo>
                    <a:pt x="132080" y="7620"/>
                  </a:lnTo>
                  <a:lnTo>
                    <a:pt x="132080" y="6350"/>
                  </a:lnTo>
                  <a:lnTo>
                    <a:pt x="133350" y="6350"/>
                  </a:lnTo>
                  <a:lnTo>
                    <a:pt x="133350" y="5080"/>
                  </a:lnTo>
                  <a:lnTo>
                    <a:pt x="134620" y="5080"/>
                  </a:lnTo>
                  <a:lnTo>
                    <a:pt x="134620" y="2540"/>
                  </a:lnTo>
                  <a:lnTo>
                    <a:pt x="135890" y="2540"/>
                  </a:lnTo>
                  <a:lnTo>
                    <a:pt x="135890" y="0"/>
                  </a:lnTo>
                  <a:close/>
                </a:path>
              </a:pathLst>
            </a:custGeom>
            <a:solidFill>
              <a:srgbClr val="5B3C00"/>
            </a:solidFill>
          </p:spPr>
          <p:txBody>
            <a:bodyPr wrap="square" lIns="0" tIns="0" rIns="0" bIns="0" rtlCol="0"/>
            <a:lstStyle/>
            <a:p/>
          </p:txBody>
        </p:sp>
        <p:sp>
          <p:nvSpPr>
            <p:cNvPr id="1233" name="object 1233"/>
            <p:cNvSpPr/>
            <p:nvPr/>
          </p:nvSpPr>
          <p:spPr>
            <a:xfrm>
              <a:off x="3718560" y="1647189"/>
              <a:ext cx="128270" cy="6350"/>
            </a:xfrm>
            <a:custGeom>
              <a:avLst/>
              <a:gdLst/>
              <a:ahLst/>
              <a:cxnLst/>
              <a:rect l="l" t="t" r="r" b="b"/>
              <a:pathLst>
                <a:path w="12827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8270" h="6350">
                  <a:moveTo>
                    <a:pt x="128270" y="0"/>
                  </a:moveTo>
                  <a:lnTo>
                    <a:pt x="0" y="0"/>
                  </a:lnTo>
                  <a:lnTo>
                    <a:pt x="0" y="1270"/>
                  </a:lnTo>
                  <a:lnTo>
                    <a:pt x="0" y="2540"/>
                  </a:lnTo>
                  <a:lnTo>
                    <a:pt x="127000" y="2540"/>
                  </a:lnTo>
                  <a:lnTo>
                    <a:pt x="127000" y="1270"/>
                  </a:lnTo>
                  <a:lnTo>
                    <a:pt x="128270" y="1270"/>
                  </a:lnTo>
                  <a:lnTo>
                    <a:pt x="128270" y="0"/>
                  </a:lnTo>
                  <a:close/>
                </a:path>
              </a:pathLst>
            </a:custGeom>
            <a:solidFill>
              <a:srgbClr val="5C3B00"/>
            </a:solidFill>
          </p:spPr>
          <p:txBody>
            <a:bodyPr wrap="square" lIns="0" tIns="0" rIns="0" bIns="0" rtlCol="0"/>
            <a:lstStyle/>
            <a:p/>
          </p:txBody>
        </p:sp>
        <p:sp>
          <p:nvSpPr>
            <p:cNvPr id="1234" name="object 1234"/>
            <p:cNvSpPr/>
            <p:nvPr/>
          </p:nvSpPr>
          <p:spPr>
            <a:xfrm>
              <a:off x="3721100" y="1653539"/>
              <a:ext cx="121920" cy="7620"/>
            </a:xfrm>
            <a:custGeom>
              <a:avLst/>
              <a:gdLst/>
              <a:ahLst/>
              <a:cxnLst/>
              <a:rect l="l" t="t" r="r" b="b"/>
              <a:pathLst>
                <a:path w="121920" h="7619">
                  <a:moveTo>
                    <a:pt x="121920" y="0"/>
                  </a:moveTo>
                  <a:lnTo>
                    <a:pt x="0" y="0"/>
                  </a:lnTo>
                  <a:lnTo>
                    <a:pt x="0" y="1270"/>
                  </a:lnTo>
                  <a:lnTo>
                    <a:pt x="1270" y="1270"/>
                  </a:lnTo>
                  <a:lnTo>
                    <a:pt x="1270" y="2540"/>
                  </a:lnTo>
                  <a:lnTo>
                    <a:pt x="2540" y="2540"/>
                  </a:lnTo>
                  <a:lnTo>
                    <a:pt x="2540" y="3810"/>
                  </a:lnTo>
                  <a:lnTo>
                    <a:pt x="3810" y="3810"/>
                  </a:lnTo>
                  <a:lnTo>
                    <a:pt x="3810" y="6350"/>
                  </a:lnTo>
                  <a:lnTo>
                    <a:pt x="5080" y="6350"/>
                  </a:lnTo>
                  <a:lnTo>
                    <a:pt x="5080" y="7620"/>
                  </a:lnTo>
                  <a:lnTo>
                    <a:pt x="118097" y="7620"/>
                  </a:lnTo>
                  <a:lnTo>
                    <a:pt x="118097" y="6350"/>
                  </a:lnTo>
                  <a:lnTo>
                    <a:pt x="119380" y="6350"/>
                  </a:lnTo>
                  <a:lnTo>
                    <a:pt x="119380" y="3810"/>
                  </a:lnTo>
                  <a:lnTo>
                    <a:pt x="120650" y="3810"/>
                  </a:lnTo>
                  <a:lnTo>
                    <a:pt x="120650" y="2540"/>
                  </a:lnTo>
                  <a:lnTo>
                    <a:pt x="120650" y="1270"/>
                  </a:lnTo>
                  <a:lnTo>
                    <a:pt x="121920" y="1270"/>
                  </a:lnTo>
                  <a:lnTo>
                    <a:pt x="121920" y="0"/>
                  </a:lnTo>
                  <a:close/>
                </a:path>
              </a:pathLst>
            </a:custGeom>
            <a:solidFill>
              <a:srgbClr val="5E3900"/>
            </a:solidFill>
          </p:spPr>
          <p:txBody>
            <a:bodyPr wrap="square" lIns="0" tIns="0" rIns="0" bIns="0" rtlCol="0"/>
            <a:lstStyle/>
            <a:p/>
          </p:txBody>
        </p:sp>
        <p:sp>
          <p:nvSpPr>
            <p:cNvPr id="1235" name="object 1235"/>
            <p:cNvSpPr/>
            <p:nvPr/>
          </p:nvSpPr>
          <p:spPr>
            <a:xfrm>
              <a:off x="3727450" y="1661159"/>
              <a:ext cx="110489" cy="7620"/>
            </a:xfrm>
            <a:custGeom>
              <a:avLst/>
              <a:gdLst/>
              <a:ahLst/>
              <a:cxnLst/>
              <a:rect l="l" t="t" r="r" b="b"/>
              <a:pathLst>
                <a:path w="110489"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50" y="3810"/>
                  </a:lnTo>
                  <a:lnTo>
                    <a:pt x="107950" y="2540"/>
                  </a:lnTo>
                  <a:lnTo>
                    <a:pt x="109220" y="2540"/>
                  </a:lnTo>
                  <a:lnTo>
                    <a:pt x="109220" y="1270"/>
                  </a:lnTo>
                  <a:lnTo>
                    <a:pt x="110490" y="1270"/>
                  </a:lnTo>
                  <a:lnTo>
                    <a:pt x="110490" y="0"/>
                  </a:lnTo>
                  <a:close/>
                </a:path>
              </a:pathLst>
            </a:custGeom>
            <a:solidFill>
              <a:srgbClr val="5F3800"/>
            </a:solidFill>
          </p:spPr>
          <p:txBody>
            <a:bodyPr wrap="square" lIns="0" tIns="0" rIns="0" bIns="0" rtlCol="0"/>
            <a:lstStyle/>
            <a:p/>
          </p:txBody>
        </p:sp>
        <p:sp>
          <p:nvSpPr>
            <p:cNvPr id="1236" name="object 1236"/>
            <p:cNvSpPr/>
            <p:nvPr/>
          </p:nvSpPr>
          <p:spPr>
            <a:xfrm>
              <a:off x="3733800" y="1668779"/>
              <a:ext cx="96520" cy="6350"/>
            </a:xfrm>
            <a:custGeom>
              <a:avLst/>
              <a:gdLst/>
              <a:ahLst/>
              <a:cxnLst/>
              <a:rect l="l" t="t" r="r" b="b"/>
              <a:pathLst>
                <a:path w="96520" h="6350">
                  <a:moveTo>
                    <a:pt x="96520" y="0"/>
                  </a:moveTo>
                  <a:lnTo>
                    <a:pt x="0" y="0"/>
                  </a:lnTo>
                  <a:lnTo>
                    <a:pt x="0" y="1270"/>
                  </a:lnTo>
                  <a:lnTo>
                    <a:pt x="1270" y="1270"/>
                  </a:lnTo>
                  <a:lnTo>
                    <a:pt x="1270" y="2540"/>
                  </a:lnTo>
                  <a:lnTo>
                    <a:pt x="2540" y="2540"/>
                  </a:lnTo>
                  <a:lnTo>
                    <a:pt x="2540" y="3810"/>
                  </a:lnTo>
                  <a:lnTo>
                    <a:pt x="3810" y="3810"/>
                  </a:lnTo>
                  <a:lnTo>
                    <a:pt x="3810" y="5080"/>
                  </a:lnTo>
                  <a:lnTo>
                    <a:pt x="3810" y="6350"/>
                  </a:lnTo>
                  <a:lnTo>
                    <a:pt x="91440" y="6350"/>
                  </a:lnTo>
                  <a:lnTo>
                    <a:pt x="91440" y="5080"/>
                  </a:lnTo>
                  <a:lnTo>
                    <a:pt x="92710" y="5080"/>
                  </a:lnTo>
                  <a:lnTo>
                    <a:pt x="92710" y="3810"/>
                  </a:lnTo>
                  <a:lnTo>
                    <a:pt x="93980" y="3810"/>
                  </a:lnTo>
                  <a:lnTo>
                    <a:pt x="93980" y="2540"/>
                  </a:lnTo>
                  <a:lnTo>
                    <a:pt x="95250" y="2540"/>
                  </a:lnTo>
                  <a:lnTo>
                    <a:pt x="95250" y="1270"/>
                  </a:lnTo>
                  <a:lnTo>
                    <a:pt x="96520" y="1270"/>
                  </a:lnTo>
                  <a:lnTo>
                    <a:pt x="96520" y="0"/>
                  </a:lnTo>
                  <a:close/>
                </a:path>
              </a:pathLst>
            </a:custGeom>
            <a:solidFill>
              <a:srgbClr val="603700"/>
            </a:solidFill>
          </p:spPr>
          <p:txBody>
            <a:bodyPr wrap="square" lIns="0" tIns="0" rIns="0" bIns="0" rtlCol="0"/>
            <a:lstStyle/>
            <a:p/>
          </p:txBody>
        </p:sp>
        <p:sp>
          <p:nvSpPr>
            <p:cNvPr id="1237" name="object 1237"/>
            <p:cNvSpPr/>
            <p:nvPr/>
          </p:nvSpPr>
          <p:spPr>
            <a:xfrm>
              <a:off x="3738879" y="1675129"/>
              <a:ext cx="85090" cy="7620"/>
            </a:xfrm>
            <a:custGeom>
              <a:avLst/>
              <a:gdLst/>
              <a:ahLst/>
              <a:cxnLst/>
              <a:rect l="l" t="t" r="r" b="b"/>
              <a:pathLst>
                <a:path w="85089" h="7619">
                  <a:moveTo>
                    <a:pt x="74929" y="6350"/>
                  </a:moveTo>
                  <a:lnTo>
                    <a:pt x="12700" y="6350"/>
                  </a:lnTo>
                  <a:lnTo>
                    <a:pt x="12700" y="7620"/>
                  </a:lnTo>
                  <a:lnTo>
                    <a:pt x="74929" y="7620"/>
                  </a:lnTo>
                  <a:lnTo>
                    <a:pt x="74929" y="6350"/>
                  </a:lnTo>
                  <a:close/>
                </a:path>
                <a:path w="85089" h="7619">
                  <a:moveTo>
                    <a:pt x="77470" y="5080"/>
                  </a:moveTo>
                  <a:lnTo>
                    <a:pt x="8890" y="5080"/>
                  </a:lnTo>
                  <a:lnTo>
                    <a:pt x="8890" y="6350"/>
                  </a:lnTo>
                  <a:lnTo>
                    <a:pt x="77470" y="6350"/>
                  </a:lnTo>
                  <a:lnTo>
                    <a:pt x="77470" y="5080"/>
                  </a:lnTo>
                  <a:close/>
                </a:path>
                <a:path w="85089" h="7619">
                  <a:moveTo>
                    <a:pt x="80010" y="3810"/>
                  </a:moveTo>
                  <a:lnTo>
                    <a:pt x="7620" y="3810"/>
                  </a:lnTo>
                  <a:lnTo>
                    <a:pt x="7620" y="5080"/>
                  </a:lnTo>
                  <a:lnTo>
                    <a:pt x="80010" y="5080"/>
                  </a:lnTo>
                  <a:lnTo>
                    <a:pt x="80010" y="3810"/>
                  </a:lnTo>
                  <a:close/>
                </a:path>
                <a:path w="85089" h="7619">
                  <a:moveTo>
                    <a:pt x="81280" y="2540"/>
                  </a:moveTo>
                  <a:lnTo>
                    <a:pt x="5080" y="2540"/>
                  </a:lnTo>
                  <a:lnTo>
                    <a:pt x="5080" y="3810"/>
                  </a:lnTo>
                  <a:lnTo>
                    <a:pt x="81280" y="3810"/>
                  </a:lnTo>
                  <a:lnTo>
                    <a:pt x="81280" y="2540"/>
                  </a:lnTo>
                  <a:close/>
                </a:path>
                <a:path w="85089" h="7619">
                  <a:moveTo>
                    <a:pt x="83820" y="1270"/>
                  </a:moveTo>
                  <a:lnTo>
                    <a:pt x="1270" y="1270"/>
                  </a:lnTo>
                  <a:lnTo>
                    <a:pt x="1270" y="2540"/>
                  </a:lnTo>
                  <a:lnTo>
                    <a:pt x="83820" y="2540"/>
                  </a:lnTo>
                  <a:lnTo>
                    <a:pt x="83820" y="1270"/>
                  </a:lnTo>
                  <a:close/>
                </a:path>
                <a:path w="85089" h="7619">
                  <a:moveTo>
                    <a:pt x="85089" y="0"/>
                  </a:moveTo>
                  <a:lnTo>
                    <a:pt x="0" y="0"/>
                  </a:lnTo>
                  <a:lnTo>
                    <a:pt x="0" y="1270"/>
                  </a:lnTo>
                  <a:lnTo>
                    <a:pt x="85089" y="1270"/>
                  </a:lnTo>
                  <a:lnTo>
                    <a:pt x="85089" y="0"/>
                  </a:lnTo>
                  <a:close/>
                </a:path>
              </a:pathLst>
            </a:custGeom>
            <a:solidFill>
              <a:srgbClr val="613600"/>
            </a:solidFill>
          </p:spPr>
          <p:txBody>
            <a:bodyPr wrap="square" lIns="0" tIns="0" rIns="0" bIns="0" rtlCol="0"/>
            <a:lstStyle/>
            <a:p/>
          </p:txBody>
        </p:sp>
        <p:sp>
          <p:nvSpPr>
            <p:cNvPr id="1238" name="object 1238"/>
            <p:cNvSpPr/>
            <p:nvPr/>
          </p:nvSpPr>
          <p:spPr>
            <a:xfrm>
              <a:off x="3754119" y="1682749"/>
              <a:ext cx="55880" cy="7620"/>
            </a:xfrm>
            <a:custGeom>
              <a:avLst/>
              <a:gdLst/>
              <a:ahLst/>
              <a:cxnLst/>
              <a:rect l="l" t="t" r="r" b="b"/>
              <a:pathLst>
                <a:path w="55879" h="7619">
                  <a:moveTo>
                    <a:pt x="27939" y="6350"/>
                  </a:moveTo>
                  <a:lnTo>
                    <a:pt x="26669" y="6350"/>
                  </a:lnTo>
                  <a:lnTo>
                    <a:pt x="26669" y="7620"/>
                  </a:lnTo>
                  <a:lnTo>
                    <a:pt x="27939" y="7620"/>
                  </a:lnTo>
                  <a:lnTo>
                    <a:pt x="27939" y="6350"/>
                  </a:lnTo>
                  <a:close/>
                </a:path>
                <a:path w="55879" h="7619">
                  <a:moveTo>
                    <a:pt x="38100" y="5079"/>
                  </a:moveTo>
                  <a:lnTo>
                    <a:pt x="8889" y="5079"/>
                  </a:lnTo>
                  <a:lnTo>
                    <a:pt x="8889" y="6350"/>
                  </a:lnTo>
                  <a:lnTo>
                    <a:pt x="38100" y="6350"/>
                  </a:lnTo>
                  <a:lnTo>
                    <a:pt x="38100"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623500"/>
            </a:solidFill>
          </p:spPr>
          <p:txBody>
            <a:bodyPr wrap="square" lIns="0" tIns="0" rIns="0" bIns="0" rtlCol="0"/>
            <a:lstStyle/>
            <a:p/>
          </p:txBody>
        </p:sp>
      </p:grpSp>
      <p:grpSp>
        <p:nvGrpSpPr>
          <p:cNvPr id="1239" name="object 1239"/>
          <p:cNvGrpSpPr/>
          <p:nvPr/>
        </p:nvGrpSpPr>
        <p:grpSpPr>
          <a:xfrm>
            <a:off x="3978909" y="855980"/>
            <a:ext cx="81280" cy="821690"/>
            <a:chOff x="3978909" y="855980"/>
            <a:chExt cx="81280" cy="821690"/>
          </a:xfrm>
        </p:grpSpPr>
        <p:sp>
          <p:nvSpPr>
            <p:cNvPr id="1240" name="object 1240"/>
            <p:cNvSpPr/>
            <p:nvPr/>
          </p:nvSpPr>
          <p:spPr>
            <a:xfrm>
              <a:off x="3978910" y="855979"/>
              <a:ext cx="81280" cy="13970"/>
            </a:xfrm>
            <a:custGeom>
              <a:avLst/>
              <a:gdLst/>
              <a:ahLst/>
              <a:cxnLst/>
              <a:rect l="l" t="t" r="r" b="b"/>
              <a:pathLst>
                <a:path w="81279" h="13969">
                  <a:moveTo>
                    <a:pt x="81280" y="0"/>
                  </a:moveTo>
                  <a:lnTo>
                    <a:pt x="0" y="0"/>
                  </a:lnTo>
                  <a:lnTo>
                    <a:pt x="0" y="6350"/>
                  </a:lnTo>
                  <a:lnTo>
                    <a:pt x="0" y="13970"/>
                  </a:lnTo>
                  <a:lnTo>
                    <a:pt x="81280" y="13970"/>
                  </a:lnTo>
                  <a:lnTo>
                    <a:pt x="81280" y="6350"/>
                  </a:lnTo>
                  <a:lnTo>
                    <a:pt x="81280" y="0"/>
                  </a:lnTo>
                  <a:close/>
                </a:path>
              </a:pathLst>
            </a:custGeom>
            <a:solidFill>
              <a:srgbClr val="009800"/>
            </a:solidFill>
          </p:spPr>
          <p:txBody>
            <a:bodyPr wrap="square" lIns="0" tIns="0" rIns="0" bIns="0" rtlCol="0"/>
            <a:lstStyle/>
            <a:p/>
          </p:txBody>
        </p:sp>
        <p:sp>
          <p:nvSpPr>
            <p:cNvPr id="1241" name="object 1241"/>
            <p:cNvSpPr/>
            <p:nvPr/>
          </p:nvSpPr>
          <p:spPr>
            <a:xfrm>
              <a:off x="3978909" y="86995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009700"/>
            </a:solidFill>
          </p:spPr>
          <p:txBody>
            <a:bodyPr wrap="square" lIns="0" tIns="0" rIns="0" bIns="0" rtlCol="0"/>
            <a:lstStyle/>
            <a:p/>
          </p:txBody>
        </p:sp>
        <p:sp>
          <p:nvSpPr>
            <p:cNvPr id="1242" name="object 1242"/>
            <p:cNvSpPr/>
            <p:nvPr/>
          </p:nvSpPr>
          <p:spPr>
            <a:xfrm>
              <a:off x="3978909" y="878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19600"/>
            </a:solidFill>
          </p:spPr>
          <p:txBody>
            <a:bodyPr wrap="square" lIns="0" tIns="0" rIns="0" bIns="0" rtlCol="0"/>
            <a:lstStyle/>
            <a:p/>
          </p:txBody>
        </p:sp>
        <p:sp>
          <p:nvSpPr>
            <p:cNvPr id="1243" name="object 1243"/>
            <p:cNvSpPr/>
            <p:nvPr/>
          </p:nvSpPr>
          <p:spPr>
            <a:xfrm>
              <a:off x="3978909" y="88646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029500"/>
            </a:solidFill>
          </p:spPr>
          <p:txBody>
            <a:bodyPr wrap="square" lIns="0" tIns="0" rIns="0" bIns="0" rtlCol="0"/>
            <a:lstStyle/>
            <a:p/>
          </p:txBody>
        </p:sp>
        <p:sp>
          <p:nvSpPr>
            <p:cNvPr id="1244" name="object 1244"/>
            <p:cNvSpPr/>
            <p:nvPr/>
          </p:nvSpPr>
          <p:spPr>
            <a:xfrm>
              <a:off x="3978909" y="8953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39400"/>
            </a:solidFill>
          </p:spPr>
          <p:txBody>
            <a:bodyPr wrap="square" lIns="0" tIns="0" rIns="0" bIns="0" rtlCol="0"/>
            <a:lstStyle/>
            <a:p/>
          </p:txBody>
        </p:sp>
        <p:sp>
          <p:nvSpPr>
            <p:cNvPr id="1245" name="object 1245"/>
            <p:cNvSpPr/>
            <p:nvPr/>
          </p:nvSpPr>
          <p:spPr>
            <a:xfrm>
              <a:off x="3978909" y="9029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49300"/>
            </a:solidFill>
          </p:spPr>
          <p:txBody>
            <a:bodyPr wrap="square" lIns="0" tIns="0" rIns="0" bIns="0" rtlCol="0"/>
            <a:lstStyle/>
            <a:p/>
          </p:txBody>
        </p:sp>
        <p:sp>
          <p:nvSpPr>
            <p:cNvPr id="1246" name="object 1246"/>
            <p:cNvSpPr/>
            <p:nvPr/>
          </p:nvSpPr>
          <p:spPr>
            <a:xfrm>
              <a:off x="3978909" y="91059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059200"/>
            </a:solidFill>
          </p:spPr>
          <p:txBody>
            <a:bodyPr wrap="square" lIns="0" tIns="0" rIns="0" bIns="0" rtlCol="0"/>
            <a:lstStyle/>
            <a:p/>
          </p:txBody>
        </p:sp>
        <p:sp>
          <p:nvSpPr>
            <p:cNvPr id="1247" name="object 1247"/>
            <p:cNvSpPr/>
            <p:nvPr/>
          </p:nvSpPr>
          <p:spPr>
            <a:xfrm>
              <a:off x="3978909" y="919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69100"/>
            </a:solidFill>
          </p:spPr>
          <p:txBody>
            <a:bodyPr wrap="square" lIns="0" tIns="0" rIns="0" bIns="0" rtlCol="0"/>
            <a:lstStyle/>
            <a:p/>
          </p:txBody>
        </p:sp>
        <p:sp>
          <p:nvSpPr>
            <p:cNvPr id="1248" name="object 1248"/>
            <p:cNvSpPr/>
            <p:nvPr/>
          </p:nvSpPr>
          <p:spPr>
            <a:xfrm>
              <a:off x="3978909" y="9271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79000"/>
            </a:solidFill>
          </p:spPr>
          <p:txBody>
            <a:bodyPr wrap="square" lIns="0" tIns="0" rIns="0" bIns="0" rtlCol="0"/>
            <a:lstStyle/>
            <a:p/>
          </p:txBody>
        </p:sp>
        <p:sp>
          <p:nvSpPr>
            <p:cNvPr id="1249" name="object 1249"/>
            <p:cNvSpPr/>
            <p:nvPr/>
          </p:nvSpPr>
          <p:spPr>
            <a:xfrm>
              <a:off x="3978909" y="93472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088F00"/>
            </a:solidFill>
          </p:spPr>
          <p:txBody>
            <a:bodyPr wrap="square" lIns="0" tIns="0" rIns="0" bIns="0" rtlCol="0"/>
            <a:lstStyle/>
            <a:p/>
          </p:txBody>
        </p:sp>
        <p:sp>
          <p:nvSpPr>
            <p:cNvPr id="1250" name="object 1250"/>
            <p:cNvSpPr/>
            <p:nvPr/>
          </p:nvSpPr>
          <p:spPr>
            <a:xfrm>
              <a:off x="3978909" y="9436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98E00"/>
            </a:solidFill>
          </p:spPr>
          <p:txBody>
            <a:bodyPr wrap="square" lIns="0" tIns="0" rIns="0" bIns="0" rtlCol="0"/>
            <a:lstStyle/>
            <a:p/>
          </p:txBody>
        </p:sp>
        <p:sp>
          <p:nvSpPr>
            <p:cNvPr id="1251" name="object 1251"/>
            <p:cNvSpPr/>
            <p:nvPr/>
          </p:nvSpPr>
          <p:spPr>
            <a:xfrm>
              <a:off x="3978909" y="9512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A8D00"/>
            </a:solidFill>
          </p:spPr>
          <p:txBody>
            <a:bodyPr wrap="square" lIns="0" tIns="0" rIns="0" bIns="0" rtlCol="0"/>
            <a:lstStyle/>
            <a:p/>
          </p:txBody>
        </p:sp>
        <p:sp>
          <p:nvSpPr>
            <p:cNvPr id="1252" name="object 1252"/>
            <p:cNvSpPr/>
            <p:nvPr/>
          </p:nvSpPr>
          <p:spPr>
            <a:xfrm>
              <a:off x="3978909" y="95885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0B8C00"/>
            </a:solidFill>
          </p:spPr>
          <p:txBody>
            <a:bodyPr wrap="square" lIns="0" tIns="0" rIns="0" bIns="0" rtlCol="0"/>
            <a:lstStyle/>
            <a:p/>
          </p:txBody>
        </p:sp>
        <p:sp>
          <p:nvSpPr>
            <p:cNvPr id="1253" name="object 1253"/>
            <p:cNvSpPr/>
            <p:nvPr/>
          </p:nvSpPr>
          <p:spPr>
            <a:xfrm>
              <a:off x="3978909" y="9677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C8B00"/>
            </a:solidFill>
          </p:spPr>
          <p:txBody>
            <a:bodyPr wrap="square" lIns="0" tIns="0" rIns="0" bIns="0" rtlCol="0"/>
            <a:lstStyle/>
            <a:p/>
          </p:txBody>
        </p:sp>
        <p:sp>
          <p:nvSpPr>
            <p:cNvPr id="1254" name="object 1254"/>
            <p:cNvSpPr/>
            <p:nvPr/>
          </p:nvSpPr>
          <p:spPr>
            <a:xfrm>
              <a:off x="3978909" y="9753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D8A00"/>
            </a:solidFill>
          </p:spPr>
          <p:txBody>
            <a:bodyPr wrap="square" lIns="0" tIns="0" rIns="0" bIns="0" rtlCol="0"/>
            <a:lstStyle/>
            <a:p/>
          </p:txBody>
        </p:sp>
        <p:sp>
          <p:nvSpPr>
            <p:cNvPr id="1255" name="object 1255"/>
            <p:cNvSpPr/>
            <p:nvPr/>
          </p:nvSpPr>
          <p:spPr>
            <a:xfrm>
              <a:off x="3978909" y="98298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0E8900"/>
            </a:solidFill>
          </p:spPr>
          <p:txBody>
            <a:bodyPr wrap="square" lIns="0" tIns="0" rIns="0" bIns="0" rtlCol="0"/>
            <a:lstStyle/>
            <a:p/>
          </p:txBody>
        </p:sp>
        <p:sp>
          <p:nvSpPr>
            <p:cNvPr id="1256" name="object 1256"/>
            <p:cNvSpPr/>
            <p:nvPr/>
          </p:nvSpPr>
          <p:spPr>
            <a:xfrm>
              <a:off x="3978909" y="9918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F8800"/>
            </a:solidFill>
          </p:spPr>
          <p:txBody>
            <a:bodyPr wrap="square" lIns="0" tIns="0" rIns="0" bIns="0" rtlCol="0"/>
            <a:lstStyle/>
            <a:p/>
          </p:txBody>
        </p:sp>
        <p:sp>
          <p:nvSpPr>
            <p:cNvPr id="1257" name="object 1257"/>
            <p:cNvSpPr/>
            <p:nvPr/>
          </p:nvSpPr>
          <p:spPr>
            <a:xfrm>
              <a:off x="3978909" y="9994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08700"/>
            </a:solidFill>
          </p:spPr>
          <p:txBody>
            <a:bodyPr wrap="square" lIns="0" tIns="0" rIns="0" bIns="0" rtlCol="0"/>
            <a:lstStyle/>
            <a:p/>
          </p:txBody>
        </p:sp>
        <p:sp>
          <p:nvSpPr>
            <p:cNvPr id="1258" name="object 1258"/>
            <p:cNvSpPr/>
            <p:nvPr/>
          </p:nvSpPr>
          <p:spPr>
            <a:xfrm>
              <a:off x="3978909" y="100711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118600"/>
            </a:solidFill>
          </p:spPr>
          <p:txBody>
            <a:bodyPr wrap="square" lIns="0" tIns="0" rIns="0" bIns="0" rtlCol="0"/>
            <a:lstStyle/>
            <a:p/>
          </p:txBody>
        </p:sp>
        <p:sp>
          <p:nvSpPr>
            <p:cNvPr id="1259" name="object 1259"/>
            <p:cNvSpPr/>
            <p:nvPr/>
          </p:nvSpPr>
          <p:spPr>
            <a:xfrm>
              <a:off x="3978909" y="10160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28500"/>
            </a:solidFill>
          </p:spPr>
          <p:txBody>
            <a:bodyPr wrap="square" lIns="0" tIns="0" rIns="0" bIns="0" rtlCol="0"/>
            <a:lstStyle/>
            <a:p/>
          </p:txBody>
        </p:sp>
        <p:sp>
          <p:nvSpPr>
            <p:cNvPr id="1260" name="object 1260"/>
            <p:cNvSpPr/>
            <p:nvPr/>
          </p:nvSpPr>
          <p:spPr>
            <a:xfrm>
              <a:off x="3978909" y="10236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138400"/>
            </a:solidFill>
          </p:spPr>
          <p:txBody>
            <a:bodyPr wrap="square" lIns="0" tIns="0" rIns="0" bIns="0" rtlCol="0"/>
            <a:lstStyle/>
            <a:p/>
          </p:txBody>
        </p:sp>
        <p:sp>
          <p:nvSpPr>
            <p:cNvPr id="1261" name="object 1261"/>
            <p:cNvSpPr/>
            <p:nvPr/>
          </p:nvSpPr>
          <p:spPr>
            <a:xfrm>
              <a:off x="3978909" y="103124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148300"/>
            </a:solidFill>
          </p:spPr>
          <p:txBody>
            <a:bodyPr wrap="square" lIns="0" tIns="0" rIns="0" bIns="0" rtlCol="0"/>
            <a:lstStyle/>
            <a:p/>
          </p:txBody>
        </p:sp>
        <p:sp>
          <p:nvSpPr>
            <p:cNvPr id="1262" name="object 1262"/>
            <p:cNvSpPr/>
            <p:nvPr/>
          </p:nvSpPr>
          <p:spPr>
            <a:xfrm>
              <a:off x="3978909" y="10401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58200"/>
            </a:solidFill>
          </p:spPr>
          <p:txBody>
            <a:bodyPr wrap="square" lIns="0" tIns="0" rIns="0" bIns="0" rtlCol="0"/>
            <a:lstStyle/>
            <a:p/>
          </p:txBody>
        </p:sp>
        <p:sp>
          <p:nvSpPr>
            <p:cNvPr id="1263" name="object 1263"/>
            <p:cNvSpPr/>
            <p:nvPr/>
          </p:nvSpPr>
          <p:spPr>
            <a:xfrm>
              <a:off x="3978909" y="1047750"/>
              <a:ext cx="81280" cy="0"/>
            </a:xfrm>
            <a:custGeom>
              <a:avLst/>
              <a:gdLst/>
              <a:ahLst/>
              <a:cxnLst/>
              <a:rect l="l" t="t" r="r" b="b"/>
              <a:pathLst>
                <a:path w="81279">
                  <a:moveTo>
                    <a:pt x="81279" y="0"/>
                  </a:moveTo>
                  <a:lnTo>
                    <a:pt x="0" y="0"/>
                  </a:lnTo>
                  <a:lnTo>
                    <a:pt x="81279" y="0"/>
                  </a:lnTo>
                  <a:close/>
                </a:path>
              </a:pathLst>
            </a:custGeom>
            <a:solidFill>
              <a:srgbClr val="168100"/>
            </a:solidFill>
          </p:spPr>
          <p:txBody>
            <a:bodyPr wrap="square" lIns="0" tIns="0" rIns="0" bIns="0" rtlCol="0"/>
            <a:lstStyle/>
            <a:p/>
          </p:txBody>
        </p:sp>
        <p:sp>
          <p:nvSpPr>
            <p:cNvPr id="1264" name="object 1264"/>
            <p:cNvSpPr/>
            <p:nvPr/>
          </p:nvSpPr>
          <p:spPr>
            <a:xfrm>
              <a:off x="3978909" y="1069340"/>
              <a:ext cx="81280" cy="2540"/>
            </a:xfrm>
            <a:custGeom>
              <a:avLst/>
              <a:gdLst/>
              <a:ahLst/>
              <a:cxnLst/>
              <a:rect l="l" t="t" r="r" b="b"/>
              <a:pathLst>
                <a:path w="81279" h="2540">
                  <a:moveTo>
                    <a:pt x="0" y="2539"/>
                  </a:moveTo>
                  <a:lnTo>
                    <a:pt x="0" y="0"/>
                  </a:lnTo>
                  <a:lnTo>
                    <a:pt x="81279" y="0"/>
                  </a:lnTo>
                  <a:lnTo>
                    <a:pt x="81279" y="2539"/>
                  </a:lnTo>
                  <a:lnTo>
                    <a:pt x="0" y="2539"/>
                  </a:lnTo>
                  <a:close/>
                </a:path>
              </a:pathLst>
            </a:custGeom>
            <a:solidFill>
              <a:srgbClr val="187F00"/>
            </a:solidFill>
          </p:spPr>
          <p:txBody>
            <a:bodyPr wrap="square" lIns="0" tIns="0" rIns="0" bIns="0" rtlCol="0"/>
            <a:lstStyle/>
            <a:p/>
          </p:txBody>
        </p:sp>
        <p:sp>
          <p:nvSpPr>
            <p:cNvPr id="1265" name="object 1265"/>
            <p:cNvSpPr/>
            <p:nvPr/>
          </p:nvSpPr>
          <p:spPr>
            <a:xfrm>
              <a:off x="3978909" y="107188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197E00"/>
            </a:solidFill>
          </p:spPr>
          <p:txBody>
            <a:bodyPr wrap="square" lIns="0" tIns="0" rIns="0" bIns="0" rtlCol="0"/>
            <a:lstStyle/>
            <a:p/>
          </p:txBody>
        </p:sp>
        <p:sp>
          <p:nvSpPr>
            <p:cNvPr id="1266" name="object 1266"/>
            <p:cNvSpPr/>
            <p:nvPr/>
          </p:nvSpPr>
          <p:spPr>
            <a:xfrm>
              <a:off x="3978909" y="10807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1A7D00"/>
            </a:solidFill>
          </p:spPr>
          <p:txBody>
            <a:bodyPr wrap="square" lIns="0" tIns="0" rIns="0" bIns="0" rtlCol="0"/>
            <a:lstStyle/>
            <a:p/>
          </p:txBody>
        </p:sp>
        <p:sp>
          <p:nvSpPr>
            <p:cNvPr id="1267" name="object 1267"/>
            <p:cNvSpPr/>
            <p:nvPr/>
          </p:nvSpPr>
          <p:spPr>
            <a:xfrm>
              <a:off x="3978909" y="10883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B7C00"/>
            </a:solidFill>
          </p:spPr>
          <p:txBody>
            <a:bodyPr wrap="square" lIns="0" tIns="0" rIns="0" bIns="0" rtlCol="0"/>
            <a:lstStyle/>
            <a:p/>
          </p:txBody>
        </p:sp>
        <p:sp>
          <p:nvSpPr>
            <p:cNvPr id="1268" name="object 1268"/>
            <p:cNvSpPr/>
            <p:nvPr/>
          </p:nvSpPr>
          <p:spPr>
            <a:xfrm>
              <a:off x="3978909" y="109601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1C7B00"/>
            </a:solidFill>
          </p:spPr>
          <p:txBody>
            <a:bodyPr wrap="square" lIns="0" tIns="0" rIns="0" bIns="0" rtlCol="0"/>
            <a:lstStyle/>
            <a:p/>
          </p:txBody>
        </p:sp>
        <p:sp>
          <p:nvSpPr>
            <p:cNvPr id="1269" name="object 1269"/>
            <p:cNvSpPr/>
            <p:nvPr/>
          </p:nvSpPr>
          <p:spPr>
            <a:xfrm>
              <a:off x="3978909" y="11049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D7A00"/>
            </a:solidFill>
          </p:spPr>
          <p:txBody>
            <a:bodyPr wrap="square" lIns="0" tIns="0" rIns="0" bIns="0" rtlCol="0"/>
            <a:lstStyle/>
            <a:p/>
          </p:txBody>
        </p:sp>
        <p:sp>
          <p:nvSpPr>
            <p:cNvPr id="1270" name="object 1270"/>
            <p:cNvSpPr/>
            <p:nvPr/>
          </p:nvSpPr>
          <p:spPr>
            <a:xfrm>
              <a:off x="3978909" y="11125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1E7900"/>
            </a:solidFill>
          </p:spPr>
          <p:txBody>
            <a:bodyPr wrap="square" lIns="0" tIns="0" rIns="0" bIns="0" rtlCol="0"/>
            <a:lstStyle/>
            <a:p/>
          </p:txBody>
        </p:sp>
        <p:sp>
          <p:nvSpPr>
            <p:cNvPr id="1271" name="object 1271"/>
            <p:cNvSpPr/>
            <p:nvPr/>
          </p:nvSpPr>
          <p:spPr>
            <a:xfrm>
              <a:off x="3978909" y="112014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1F7800"/>
            </a:solidFill>
          </p:spPr>
          <p:txBody>
            <a:bodyPr wrap="square" lIns="0" tIns="0" rIns="0" bIns="0" rtlCol="0"/>
            <a:lstStyle/>
            <a:p/>
          </p:txBody>
        </p:sp>
        <p:sp>
          <p:nvSpPr>
            <p:cNvPr id="1272" name="object 1272"/>
            <p:cNvSpPr/>
            <p:nvPr/>
          </p:nvSpPr>
          <p:spPr>
            <a:xfrm>
              <a:off x="3978909" y="11290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07700"/>
            </a:solidFill>
          </p:spPr>
          <p:txBody>
            <a:bodyPr wrap="square" lIns="0" tIns="0" rIns="0" bIns="0" rtlCol="0"/>
            <a:lstStyle/>
            <a:p/>
          </p:txBody>
        </p:sp>
        <p:sp>
          <p:nvSpPr>
            <p:cNvPr id="1273" name="object 1273"/>
            <p:cNvSpPr/>
            <p:nvPr/>
          </p:nvSpPr>
          <p:spPr>
            <a:xfrm>
              <a:off x="3978909" y="11366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17600"/>
            </a:solidFill>
          </p:spPr>
          <p:txBody>
            <a:bodyPr wrap="square" lIns="0" tIns="0" rIns="0" bIns="0" rtlCol="0"/>
            <a:lstStyle/>
            <a:p/>
          </p:txBody>
        </p:sp>
        <p:sp>
          <p:nvSpPr>
            <p:cNvPr id="1274" name="object 1274"/>
            <p:cNvSpPr/>
            <p:nvPr/>
          </p:nvSpPr>
          <p:spPr>
            <a:xfrm>
              <a:off x="3978909" y="114427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227500"/>
            </a:solidFill>
          </p:spPr>
          <p:txBody>
            <a:bodyPr wrap="square" lIns="0" tIns="0" rIns="0" bIns="0" rtlCol="0"/>
            <a:lstStyle/>
            <a:p/>
          </p:txBody>
        </p:sp>
        <p:sp>
          <p:nvSpPr>
            <p:cNvPr id="1275" name="object 1275"/>
            <p:cNvSpPr/>
            <p:nvPr/>
          </p:nvSpPr>
          <p:spPr>
            <a:xfrm>
              <a:off x="3978909" y="11531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37400"/>
            </a:solidFill>
          </p:spPr>
          <p:txBody>
            <a:bodyPr wrap="square" lIns="0" tIns="0" rIns="0" bIns="0" rtlCol="0"/>
            <a:lstStyle/>
            <a:p/>
          </p:txBody>
        </p:sp>
        <p:sp>
          <p:nvSpPr>
            <p:cNvPr id="1276" name="object 1276"/>
            <p:cNvSpPr/>
            <p:nvPr/>
          </p:nvSpPr>
          <p:spPr>
            <a:xfrm>
              <a:off x="3978909" y="11607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47300"/>
            </a:solidFill>
          </p:spPr>
          <p:txBody>
            <a:bodyPr wrap="square" lIns="0" tIns="0" rIns="0" bIns="0" rtlCol="0"/>
            <a:lstStyle/>
            <a:p/>
          </p:txBody>
        </p:sp>
        <p:sp>
          <p:nvSpPr>
            <p:cNvPr id="1277" name="object 1277"/>
            <p:cNvSpPr/>
            <p:nvPr/>
          </p:nvSpPr>
          <p:spPr>
            <a:xfrm>
              <a:off x="3978909" y="116840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257200"/>
            </a:solidFill>
          </p:spPr>
          <p:txBody>
            <a:bodyPr wrap="square" lIns="0" tIns="0" rIns="0" bIns="0" rtlCol="0"/>
            <a:lstStyle/>
            <a:p/>
          </p:txBody>
        </p:sp>
        <p:sp>
          <p:nvSpPr>
            <p:cNvPr id="1278" name="object 1278"/>
            <p:cNvSpPr/>
            <p:nvPr/>
          </p:nvSpPr>
          <p:spPr>
            <a:xfrm>
              <a:off x="3978909" y="11772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67100"/>
            </a:solidFill>
          </p:spPr>
          <p:txBody>
            <a:bodyPr wrap="square" lIns="0" tIns="0" rIns="0" bIns="0" rtlCol="0"/>
            <a:lstStyle/>
            <a:p/>
          </p:txBody>
        </p:sp>
        <p:sp>
          <p:nvSpPr>
            <p:cNvPr id="1279" name="object 1279"/>
            <p:cNvSpPr/>
            <p:nvPr/>
          </p:nvSpPr>
          <p:spPr>
            <a:xfrm>
              <a:off x="3978909" y="11849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77000"/>
            </a:solidFill>
          </p:spPr>
          <p:txBody>
            <a:bodyPr wrap="square" lIns="0" tIns="0" rIns="0" bIns="0" rtlCol="0"/>
            <a:lstStyle/>
            <a:p/>
          </p:txBody>
        </p:sp>
        <p:sp>
          <p:nvSpPr>
            <p:cNvPr id="1280" name="object 1280"/>
            <p:cNvSpPr/>
            <p:nvPr/>
          </p:nvSpPr>
          <p:spPr>
            <a:xfrm>
              <a:off x="3978909" y="119253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286F00"/>
            </a:solidFill>
          </p:spPr>
          <p:txBody>
            <a:bodyPr wrap="square" lIns="0" tIns="0" rIns="0" bIns="0" rtlCol="0"/>
            <a:lstStyle/>
            <a:p/>
          </p:txBody>
        </p:sp>
        <p:sp>
          <p:nvSpPr>
            <p:cNvPr id="1281" name="object 1281"/>
            <p:cNvSpPr/>
            <p:nvPr/>
          </p:nvSpPr>
          <p:spPr>
            <a:xfrm>
              <a:off x="3978909" y="12014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96E00"/>
            </a:solidFill>
          </p:spPr>
          <p:txBody>
            <a:bodyPr wrap="square" lIns="0" tIns="0" rIns="0" bIns="0" rtlCol="0"/>
            <a:lstStyle/>
            <a:p/>
          </p:txBody>
        </p:sp>
        <p:sp>
          <p:nvSpPr>
            <p:cNvPr id="1282" name="object 1282"/>
            <p:cNvSpPr/>
            <p:nvPr/>
          </p:nvSpPr>
          <p:spPr>
            <a:xfrm>
              <a:off x="3978909" y="120904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2A6D00"/>
            </a:solidFill>
          </p:spPr>
          <p:txBody>
            <a:bodyPr wrap="square" lIns="0" tIns="0" rIns="0" bIns="0" rtlCol="0"/>
            <a:lstStyle/>
            <a:p/>
          </p:txBody>
        </p:sp>
        <p:sp>
          <p:nvSpPr>
            <p:cNvPr id="1283" name="object 1283"/>
            <p:cNvSpPr/>
            <p:nvPr/>
          </p:nvSpPr>
          <p:spPr>
            <a:xfrm>
              <a:off x="3978909" y="12179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B6C00"/>
            </a:solidFill>
          </p:spPr>
          <p:txBody>
            <a:bodyPr wrap="square" lIns="0" tIns="0" rIns="0" bIns="0" rtlCol="0"/>
            <a:lstStyle/>
            <a:p/>
          </p:txBody>
        </p:sp>
        <p:sp>
          <p:nvSpPr>
            <p:cNvPr id="1284" name="object 1284"/>
            <p:cNvSpPr/>
            <p:nvPr/>
          </p:nvSpPr>
          <p:spPr>
            <a:xfrm>
              <a:off x="3978909" y="12255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C6B00"/>
            </a:solidFill>
          </p:spPr>
          <p:txBody>
            <a:bodyPr wrap="square" lIns="0" tIns="0" rIns="0" bIns="0" rtlCol="0"/>
            <a:lstStyle/>
            <a:p/>
          </p:txBody>
        </p:sp>
        <p:sp>
          <p:nvSpPr>
            <p:cNvPr id="1285" name="object 1285"/>
            <p:cNvSpPr/>
            <p:nvPr/>
          </p:nvSpPr>
          <p:spPr>
            <a:xfrm>
              <a:off x="3978909" y="123317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2D6A00"/>
            </a:solidFill>
          </p:spPr>
          <p:txBody>
            <a:bodyPr wrap="square" lIns="0" tIns="0" rIns="0" bIns="0" rtlCol="0"/>
            <a:lstStyle/>
            <a:p/>
          </p:txBody>
        </p:sp>
        <p:sp>
          <p:nvSpPr>
            <p:cNvPr id="1286" name="object 1286"/>
            <p:cNvSpPr/>
            <p:nvPr/>
          </p:nvSpPr>
          <p:spPr>
            <a:xfrm>
              <a:off x="3978909" y="12420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E6900"/>
            </a:solidFill>
          </p:spPr>
          <p:txBody>
            <a:bodyPr wrap="square" lIns="0" tIns="0" rIns="0" bIns="0" rtlCol="0"/>
            <a:lstStyle/>
            <a:p/>
          </p:txBody>
        </p:sp>
        <p:sp>
          <p:nvSpPr>
            <p:cNvPr id="1287" name="object 1287"/>
            <p:cNvSpPr/>
            <p:nvPr/>
          </p:nvSpPr>
          <p:spPr>
            <a:xfrm>
              <a:off x="3978909" y="12496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F6800"/>
            </a:solidFill>
          </p:spPr>
          <p:txBody>
            <a:bodyPr wrap="square" lIns="0" tIns="0" rIns="0" bIns="0" rtlCol="0"/>
            <a:lstStyle/>
            <a:p/>
          </p:txBody>
        </p:sp>
        <p:sp>
          <p:nvSpPr>
            <p:cNvPr id="1288" name="object 1288"/>
            <p:cNvSpPr/>
            <p:nvPr/>
          </p:nvSpPr>
          <p:spPr>
            <a:xfrm>
              <a:off x="3978909" y="125730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306700"/>
            </a:solidFill>
          </p:spPr>
          <p:txBody>
            <a:bodyPr wrap="square" lIns="0" tIns="0" rIns="0" bIns="0" rtlCol="0"/>
            <a:lstStyle/>
            <a:p/>
          </p:txBody>
        </p:sp>
        <p:sp>
          <p:nvSpPr>
            <p:cNvPr id="1289" name="object 1289"/>
            <p:cNvSpPr/>
            <p:nvPr/>
          </p:nvSpPr>
          <p:spPr>
            <a:xfrm>
              <a:off x="3978909" y="12661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16600"/>
            </a:solidFill>
          </p:spPr>
          <p:txBody>
            <a:bodyPr wrap="square" lIns="0" tIns="0" rIns="0" bIns="0" rtlCol="0"/>
            <a:lstStyle/>
            <a:p/>
          </p:txBody>
        </p:sp>
        <p:sp>
          <p:nvSpPr>
            <p:cNvPr id="1290" name="object 1290"/>
            <p:cNvSpPr/>
            <p:nvPr/>
          </p:nvSpPr>
          <p:spPr>
            <a:xfrm>
              <a:off x="3978909" y="12738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36600"/>
            </a:solidFill>
          </p:spPr>
          <p:txBody>
            <a:bodyPr wrap="square" lIns="0" tIns="0" rIns="0" bIns="0" rtlCol="0"/>
            <a:lstStyle/>
            <a:p/>
          </p:txBody>
        </p:sp>
        <p:sp>
          <p:nvSpPr>
            <p:cNvPr id="1291" name="object 1291"/>
            <p:cNvSpPr/>
            <p:nvPr/>
          </p:nvSpPr>
          <p:spPr>
            <a:xfrm>
              <a:off x="3978909" y="128143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336400"/>
            </a:solidFill>
          </p:spPr>
          <p:txBody>
            <a:bodyPr wrap="square" lIns="0" tIns="0" rIns="0" bIns="0" rtlCol="0"/>
            <a:lstStyle/>
            <a:p/>
          </p:txBody>
        </p:sp>
        <p:sp>
          <p:nvSpPr>
            <p:cNvPr id="1292" name="object 1292"/>
            <p:cNvSpPr/>
            <p:nvPr/>
          </p:nvSpPr>
          <p:spPr>
            <a:xfrm>
              <a:off x="3978909" y="12903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46300"/>
            </a:solidFill>
          </p:spPr>
          <p:txBody>
            <a:bodyPr wrap="square" lIns="0" tIns="0" rIns="0" bIns="0" rtlCol="0"/>
            <a:lstStyle/>
            <a:p/>
          </p:txBody>
        </p:sp>
        <p:sp>
          <p:nvSpPr>
            <p:cNvPr id="1293" name="object 1293"/>
            <p:cNvSpPr/>
            <p:nvPr/>
          </p:nvSpPr>
          <p:spPr>
            <a:xfrm>
              <a:off x="3978909" y="12979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56200"/>
            </a:solidFill>
          </p:spPr>
          <p:txBody>
            <a:bodyPr wrap="square" lIns="0" tIns="0" rIns="0" bIns="0" rtlCol="0"/>
            <a:lstStyle/>
            <a:p/>
          </p:txBody>
        </p:sp>
        <p:sp>
          <p:nvSpPr>
            <p:cNvPr id="1294" name="object 1294"/>
            <p:cNvSpPr/>
            <p:nvPr/>
          </p:nvSpPr>
          <p:spPr>
            <a:xfrm>
              <a:off x="3978909" y="130556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366100"/>
            </a:solidFill>
          </p:spPr>
          <p:txBody>
            <a:bodyPr wrap="square" lIns="0" tIns="0" rIns="0" bIns="0" rtlCol="0"/>
            <a:lstStyle/>
            <a:p/>
          </p:txBody>
        </p:sp>
        <p:sp>
          <p:nvSpPr>
            <p:cNvPr id="1295" name="object 1295"/>
            <p:cNvSpPr/>
            <p:nvPr/>
          </p:nvSpPr>
          <p:spPr>
            <a:xfrm>
              <a:off x="3978909" y="13144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76000"/>
            </a:solidFill>
          </p:spPr>
          <p:txBody>
            <a:bodyPr wrap="square" lIns="0" tIns="0" rIns="0" bIns="0" rtlCol="0"/>
            <a:lstStyle/>
            <a:p/>
          </p:txBody>
        </p:sp>
        <p:sp>
          <p:nvSpPr>
            <p:cNvPr id="1296" name="object 1296"/>
            <p:cNvSpPr/>
            <p:nvPr/>
          </p:nvSpPr>
          <p:spPr>
            <a:xfrm>
              <a:off x="3978909" y="13220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85F00"/>
            </a:solidFill>
          </p:spPr>
          <p:txBody>
            <a:bodyPr wrap="square" lIns="0" tIns="0" rIns="0" bIns="0" rtlCol="0"/>
            <a:lstStyle/>
            <a:p/>
          </p:txBody>
        </p:sp>
        <p:sp>
          <p:nvSpPr>
            <p:cNvPr id="1297" name="object 1297"/>
            <p:cNvSpPr/>
            <p:nvPr/>
          </p:nvSpPr>
          <p:spPr>
            <a:xfrm>
              <a:off x="3978909" y="132969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395E00"/>
            </a:solidFill>
          </p:spPr>
          <p:txBody>
            <a:bodyPr wrap="square" lIns="0" tIns="0" rIns="0" bIns="0" rtlCol="0"/>
            <a:lstStyle/>
            <a:p/>
          </p:txBody>
        </p:sp>
        <p:sp>
          <p:nvSpPr>
            <p:cNvPr id="1298" name="object 1298"/>
            <p:cNvSpPr/>
            <p:nvPr/>
          </p:nvSpPr>
          <p:spPr>
            <a:xfrm>
              <a:off x="3978909" y="13385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A5D00"/>
            </a:solidFill>
          </p:spPr>
          <p:txBody>
            <a:bodyPr wrap="square" lIns="0" tIns="0" rIns="0" bIns="0" rtlCol="0"/>
            <a:lstStyle/>
            <a:p/>
          </p:txBody>
        </p:sp>
        <p:sp>
          <p:nvSpPr>
            <p:cNvPr id="1299" name="object 1299"/>
            <p:cNvSpPr/>
            <p:nvPr/>
          </p:nvSpPr>
          <p:spPr>
            <a:xfrm>
              <a:off x="3978909" y="13462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B5C00"/>
            </a:solidFill>
          </p:spPr>
          <p:txBody>
            <a:bodyPr wrap="square" lIns="0" tIns="0" rIns="0" bIns="0" rtlCol="0"/>
            <a:lstStyle/>
            <a:p/>
          </p:txBody>
        </p:sp>
        <p:sp>
          <p:nvSpPr>
            <p:cNvPr id="1300" name="object 1300"/>
            <p:cNvSpPr/>
            <p:nvPr/>
          </p:nvSpPr>
          <p:spPr>
            <a:xfrm>
              <a:off x="3978909" y="135382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3C5B00"/>
            </a:solidFill>
          </p:spPr>
          <p:txBody>
            <a:bodyPr wrap="square" lIns="0" tIns="0" rIns="0" bIns="0" rtlCol="0"/>
            <a:lstStyle/>
            <a:p/>
          </p:txBody>
        </p:sp>
        <p:sp>
          <p:nvSpPr>
            <p:cNvPr id="1301" name="object 1301"/>
            <p:cNvSpPr/>
            <p:nvPr/>
          </p:nvSpPr>
          <p:spPr>
            <a:xfrm>
              <a:off x="3978909" y="13627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D5A00"/>
            </a:solidFill>
          </p:spPr>
          <p:txBody>
            <a:bodyPr wrap="square" lIns="0" tIns="0" rIns="0" bIns="0" rtlCol="0"/>
            <a:lstStyle/>
            <a:p/>
          </p:txBody>
        </p:sp>
        <p:sp>
          <p:nvSpPr>
            <p:cNvPr id="1302" name="object 1302"/>
            <p:cNvSpPr/>
            <p:nvPr/>
          </p:nvSpPr>
          <p:spPr>
            <a:xfrm>
              <a:off x="3978909" y="137033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3E5900"/>
            </a:solidFill>
          </p:spPr>
          <p:txBody>
            <a:bodyPr wrap="square" lIns="0" tIns="0" rIns="0" bIns="0" rtlCol="0"/>
            <a:lstStyle/>
            <a:p/>
          </p:txBody>
        </p:sp>
        <p:sp>
          <p:nvSpPr>
            <p:cNvPr id="1303" name="object 1303"/>
            <p:cNvSpPr/>
            <p:nvPr/>
          </p:nvSpPr>
          <p:spPr>
            <a:xfrm>
              <a:off x="3978909" y="13792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F5800"/>
            </a:solidFill>
          </p:spPr>
          <p:txBody>
            <a:bodyPr wrap="square" lIns="0" tIns="0" rIns="0" bIns="0" rtlCol="0"/>
            <a:lstStyle/>
            <a:p/>
          </p:txBody>
        </p:sp>
        <p:sp>
          <p:nvSpPr>
            <p:cNvPr id="1304" name="object 1304"/>
            <p:cNvSpPr/>
            <p:nvPr/>
          </p:nvSpPr>
          <p:spPr>
            <a:xfrm>
              <a:off x="3978909" y="1386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05700"/>
            </a:solidFill>
          </p:spPr>
          <p:txBody>
            <a:bodyPr wrap="square" lIns="0" tIns="0" rIns="0" bIns="0" rtlCol="0"/>
            <a:lstStyle/>
            <a:p/>
          </p:txBody>
        </p:sp>
        <p:sp>
          <p:nvSpPr>
            <p:cNvPr id="1305" name="object 1305"/>
            <p:cNvSpPr/>
            <p:nvPr/>
          </p:nvSpPr>
          <p:spPr>
            <a:xfrm>
              <a:off x="3978909" y="139446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415600"/>
            </a:solidFill>
          </p:spPr>
          <p:txBody>
            <a:bodyPr wrap="square" lIns="0" tIns="0" rIns="0" bIns="0" rtlCol="0"/>
            <a:lstStyle/>
            <a:p/>
          </p:txBody>
        </p:sp>
        <p:sp>
          <p:nvSpPr>
            <p:cNvPr id="1306" name="object 1306"/>
            <p:cNvSpPr/>
            <p:nvPr/>
          </p:nvSpPr>
          <p:spPr>
            <a:xfrm>
              <a:off x="3978909" y="14033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25500"/>
            </a:solidFill>
          </p:spPr>
          <p:txBody>
            <a:bodyPr wrap="square" lIns="0" tIns="0" rIns="0" bIns="0" rtlCol="0"/>
            <a:lstStyle/>
            <a:p/>
          </p:txBody>
        </p:sp>
        <p:sp>
          <p:nvSpPr>
            <p:cNvPr id="1307" name="object 1307"/>
            <p:cNvSpPr/>
            <p:nvPr/>
          </p:nvSpPr>
          <p:spPr>
            <a:xfrm>
              <a:off x="3978909" y="14109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35400"/>
            </a:solidFill>
          </p:spPr>
          <p:txBody>
            <a:bodyPr wrap="square" lIns="0" tIns="0" rIns="0" bIns="0" rtlCol="0"/>
            <a:lstStyle/>
            <a:p/>
          </p:txBody>
        </p:sp>
        <p:sp>
          <p:nvSpPr>
            <p:cNvPr id="1308" name="object 1308"/>
            <p:cNvSpPr/>
            <p:nvPr/>
          </p:nvSpPr>
          <p:spPr>
            <a:xfrm>
              <a:off x="3978909" y="141859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445300"/>
            </a:solidFill>
          </p:spPr>
          <p:txBody>
            <a:bodyPr wrap="square" lIns="0" tIns="0" rIns="0" bIns="0" rtlCol="0"/>
            <a:lstStyle/>
            <a:p/>
          </p:txBody>
        </p:sp>
        <p:sp>
          <p:nvSpPr>
            <p:cNvPr id="1309" name="object 1309"/>
            <p:cNvSpPr/>
            <p:nvPr/>
          </p:nvSpPr>
          <p:spPr>
            <a:xfrm>
              <a:off x="3978909" y="1427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55200"/>
            </a:solidFill>
          </p:spPr>
          <p:txBody>
            <a:bodyPr wrap="square" lIns="0" tIns="0" rIns="0" bIns="0" rtlCol="0"/>
            <a:lstStyle/>
            <a:p/>
          </p:txBody>
        </p:sp>
        <p:sp>
          <p:nvSpPr>
            <p:cNvPr id="1310" name="object 1310"/>
            <p:cNvSpPr/>
            <p:nvPr/>
          </p:nvSpPr>
          <p:spPr>
            <a:xfrm>
              <a:off x="3978909" y="14351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65100"/>
            </a:solidFill>
          </p:spPr>
          <p:txBody>
            <a:bodyPr wrap="square" lIns="0" tIns="0" rIns="0" bIns="0" rtlCol="0"/>
            <a:lstStyle/>
            <a:p/>
          </p:txBody>
        </p:sp>
        <p:sp>
          <p:nvSpPr>
            <p:cNvPr id="1311" name="object 1311"/>
            <p:cNvSpPr/>
            <p:nvPr/>
          </p:nvSpPr>
          <p:spPr>
            <a:xfrm>
              <a:off x="3978909" y="144272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475000"/>
            </a:solidFill>
          </p:spPr>
          <p:txBody>
            <a:bodyPr wrap="square" lIns="0" tIns="0" rIns="0" bIns="0" rtlCol="0"/>
            <a:lstStyle/>
            <a:p/>
          </p:txBody>
        </p:sp>
        <p:sp>
          <p:nvSpPr>
            <p:cNvPr id="1312" name="object 1312"/>
            <p:cNvSpPr/>
            <p:nvPr/>
          </p:nvSpPr>
          <p:spPr>
            <a:xfrm>
              <a:off x="3978909" y="14516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84F00"/>
            </a:solidFill>
          </p:spPr>
          <p:txBody>
            <a:bodyPr wrap="square" lIns="0" tIns="0" rIns="0" bIns="0" rtlCol="0"/>
            <a:lstStyle/>
            <a:p/>
          </p:txBody>
        </p:sp>
        <p:sp>
          <p:nvSpPr>
            <p:cNvPr id="1313" name="object 1313"/>
            <p:cNvSpPr/>
            <p:nvPr/>
          </p:nvSpPr>
          <p:spPr>
            <a:xfrm>
              <a:off x="3978909" y="14592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94E00"/>
            </a:solidFill>
          </p:spPr>
          <p:txBody>
            <a:bodyPr wrap="square" lIns="0" tIns="0" rIns="0" bIns="0" rtlCol="0"/>
            <a:lstStyle/>
            <a:p/>
          </p:txBody>
        </p:sp>
        <p:sp>
          <p:nvSpPr>
            <p:cNvPr id="1314" name="object 1314"/>
            <p:cNvSpPr/>
            <p:nvPr/>
          </p:nvSpPr>
          <p:spPr>
            <a:xfrm>
              <a:off x="3978909" y="146685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4A4D00"/>
            </a:solidFill>
          </p:spPr>
          <p:txBody>
            <a:bodyPr wrap="square" lIns="0" tIns="0" rIns="0" bIns="0" rtlCol="0"/>
            <a:lstStyle/>
            <a:p/>
          </p:txBody>
        </p:sp>
        <p:sp>
          <p:nvSpPr>
            <p:cNvPr id="1315" name="object 1315"/>
            <p:cNvSpPr/>
            <p:nvPr/>
          </p:nvSpPr>
          <p:spPr>
            <a:xfrm>
              <a:off x="3978909" y="14757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B4C00"/>
            </a:solidFill>
          </p:spPr>
          <p:txBody>
            <a:bodyPr wrap="square" lIns="0" tIns="0" rIns="0" bIns="0" rtlCol="0"/>
            <a:lstStyle/>
            <a:p/>
          </p:txBody>
        </p:sp>
        <p:sp>
          <p:nvSpPr>
            <p:cNvPr id="1316" name="object 1316"/>
            <p:cNvSpPr/>
            <p:nvPr/>
          </p:nvSpPr>
          <p:spPr>
            <a:xfrm>
              <a:off x="3978909" y="14833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C4B00"/>
            </a:solidFill>
          </p:spPr>
          <p:txBody>
            <a:bodyPr wrap="square" lIns="0" tIns="0" rIns="0" bIns="0" rtlCol="0"/>
            <a:lstStyle/>
            <a:p/>
          </p:txBody>
        </p:sp>
        <p:sp>
          <p:nvSpPr>
            <p:cNvPr id="1317" name="object 1317"/>
            <p:cNvSpPr/>
            <p:nvPr/>
          </p:nvSpPr>
          <p:spPr>
            <a:xfrm>
              <a:off x="3978909" y="149098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4D4A00"/>
            </a:solidFill>
          </p:spPr>
          <p:txBody>
            <a:bodyPr wrap="square" lIns="0" tIns="0" rIns="0" bIns="0" rtlCol="0"/>
            <a:lstStyle/>
            <a:p/>
          </p:txBody>
        </p:sp>
        <p:sp>
          <p:nvSpPr>
            <p:cNvPr id="1318" name="object 1318"/>
            <p:cNvSpPr/>
            <p:nvPr/>
          </p:nvSpPr>
          <p:spPr>
            <a:xfrm>
              <a:off x="3978909" y="14998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E4900"/>
            </a:solidFill>
          </p:spPr>
          <p:txBody>
            <a:bodyPr wrap="square" lIns="0" tIns="0" rIns="0" bIns="0" rtlCol="0"/>
            <a:lstStyle/>
            <a:p/>
          </p:txBody>
        </p:sp>
        <p:sp>
          <p:nvSpPr>
            <p:cNvPr id="1319" name="object 1319"/>
            <p:cNvSpPr/>
            <p:nvPr/>
          </p:nvSpPr>
          <p:spPr>
            <a:xfrm>
              <a:off x="3978909" y="15074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F4800"/>
            </a:solidFill>
          </p:spPr>
          <p:txBody>
            <a:bodyPr wrap="square" lIns="0" tIns="0" rIns="0" bIns="0" rtlCol="0"/>
            <a:lstStyle/>
            <a:p/>
          </p:txBody>
        </p:sp>
        <p:sp>
          <p:nvSpPr>
            <p:cNvPr id="1320" name="object 1320"/>
            <p:cNvSpPr/>
            <p:nvPr/>
          </p:nvSpPr>
          <p:spPr>
            <a:xfrm>
              <a:off x="3978909" y="151511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504700"/>
            </a:solidFill>
          </p:spPr>
          <p:txBody>
            <a:bodyPr wrap="square" lIns="0" tIns="0" rIns="0" bIns="0" rtlCol="0"/>
            <a:lstStyle/>
            <a:p/>
          </p:txBody>
        </p:sp>
        <p:sp>
          <p:nvSpPr>
            <p:cNvPr id="1321" name="object 1321"/>
            <p:cNvSpPr/>
            <p:nvPr/>
          </p:nvSpPr>
          <p:spPr>
            <a:xfrm>
              <a:off x="3978909" y="15240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14600"/>
            </a:solidFill>
          </p:spPr>
          <p:txBody>
            <a:bodyPr wrap="square" lIns="0" tIns="0" rIns="0" bIns="0" rtlCol="0"/>
            <a:lstStyle/>
            <a:p/>
          </p:txBody>
        </p:sp>
        <p:sp>
          <p:nvSpPr>
            <p:cNvPr id="1322" name="object 1322"/>
            <p:cNvSpPr/>
            <p:nvPr/>
          </p:nvSpPr>
          <p:spPr>
            <a:xfrm>
              <a:off x="3978909" y="153162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524500"/>
            </a:solidFill>
          </p:spPr>
          <p:txBody>
            <a:bodyPr wrap="square" lIns="0" tIns="0" rIns="0" bIns="0" rtlCol="0"/>
            <a:lstStyle/>
            <a:p/>
          </p:txBody>
        </p:sp>
        <p:sp>
          <p:nvSpPr>
            <p:cNvPr id="1323" name="object 1323"/>
            <p:cNvSpPr/>
            <p:nvPr/>
          </p:nvSpPr>
          <p:spPr>
            <a:xfrm>
              <a:off x="3978909" y="15405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34400"/>
            </a:solidFill>
          </p:spPr>
          <p:txBody>
            <a:bodyPr wrap="square" lIns="0" tIns="0" rIns="0" bIns="0" rtlCol="0"/>
            <a:lstStyle/>
            <a:p/>
          </p:txBody>
        </p:sp>
        <p:sp>
          <p:nvSpPr>
            <p:cNvPr id="1324" name="object 1324"/>
            <p:cNvSpPr/>
            <p:nvPr/>
          </p:nvSpPr>
          <p:spPr>
            <a:xfrm>
              <a:off x="3978909" y="15481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44300"/>
            </a:solidFill>
          </p:spPr>
          <p:txBody>
            <a:bodyPr wrap="square" lIns="0" tIns="0" rIns="0" bIns="0" rtlCol="0"/>
            <a:lstStyle/>
            <a:p/>
          </p:txBody>
        </p:sp>
        <p:sp>
          <p:nvSpPr>
            <p:cNvPr id="1325" name="object 1325"/>
            <p:cNvSpPr/>
            <p:nvPr/>
          </p:nvSpPr>
          <p:spPr>
            <a:xfrm>
              <a:off x="3978909" y="155575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554200"/>
            </a:solidFill>
          </p:spPr>
          <p:txBody>
            <a:bodyPr wrap="square" lIns="0" tIns="0" rIns="0" bIns="0" rtlCol="0"/>
            <a:lstStyle/>
            <a:p/>
          </p:txBody>
        </p:sp>
        <p:sp>
          <p:nvSpPr>
            <p:cNvPr id="1326" name="object 1326"/>
            <p:cNvSpPr/>
            <p:nvPr/>
          </p:nvSpPr>
          <p:spPr>
            <a:xfrm>
              <a:off x="3978909" y="15646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64100"/>
            </a:solidFill>
          </p:spPr>
          <p:txBody>
            <a:bodyPr wrap="square" lIns="0" tIns="0" rIns="0" bIns="0" rtlCol="0"/>
            <a:lstStyle/>
            <a:p/>
          </p:txBody>
        </p:sp>
        <p:sp>
          <p:nvSpPr>
            <p:cNvPr id="1327" name="object 1327"/>
            <p:cNvSpPr/>
            <p:nvPr/>
          </p:nvSpPr>
          <p:spPr>
            <a:xfrm>
              <a:off x="3978909" y="15722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74000"/>
            </a:solidFill>
          </p:spPr>
          <p:txBody>
            <a:bodyPr wrap="square" lIns="0" tIns="0" rIns="0" bIns="0" rtlCol="0"/>
            <a:lstStyle/>
            <a:p/>
          </p:txBody>
        </p:sp>
        <p:sp>
          <p:nvSpPr>
            <p:cNvPr id="1328" name="object 1328"/>
            <p:cNvSpPr/>
            <p:nvPr/>
          </p:nvSpPr>
          <p:spPr>
            <a:xfrm>
              <a:off x="3978909" y="1579880"/>
              <a:ext cx="81280" cy="8890"/>
            </a:xfrm>
            <a:custGeom>
              <a:avLst/>
              <a:gdLst/>
              <a:ahLst/>
              <a:cxnLst/>
              <a:rect l="l" t="t" r="r" b="b"/>
              <a:pathLst>
                <a:path w="81279" h="8890">
                  <a:moveTo>
                    <a:pt x="0" y="8890"/>
                  </a:moveTo>
                  <a:lnTo>
                    <a:pt x="0" y="0"/>
                  </a:lnTo>
                  <a:lnTo>
                    <a:pt x="81279" y="0"/>
                  </a:lnTo>
                  <a:lnTo>
                    <a:pt x="81279" y="8890"/>
                  </a:lnTo>
                  <a:lnTo>
                    <a:pt x="0" y="8890"/>
                  </a:lnTo>
                  <a:close/>
                </a:path>
              </a:pathLst>
            </a:custGeom>
            <a:solidFill>
              <a:srgbClr val="583F00"/>
            </a:solidFill>
          </p:spPr>
          <p:txBody>
            <a:bodyPr wrap="square" lIns="0" tIns="0" rIns="0" bIns="0" rtlCol="0"/>
            <a:lstStyle/>
            <a:p/>
          </p:txBody>
        </p:sp>
        <p:sp>
          <p:nvSpPr>
            <p:cNvPr id="1329" name="object 1329"/>
            <p:cNvSpPr/>
            <p:nvPr/>
          </p:nvSpPr>
          <p:spPr>
            <a:xfrm>
              <a:off x="3978909" y="15887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93E00"/>
            </a:solidFill>
          </p:spPr>
          <p:txBody>
            <a:bodyPr wrap="square" lIns="0" tIns="0" rIns="0" bIns="0" rtlCol="0"/>
            <a:lstStyle/>
            <a:p/>
          </p:txBody>
        </p:sp>
        <p:sp>
          <p:nvSpPr>
            <p:cNvPr id="1330" name="object 1330"/>
            <p:cNvSpPr/>
            <p:nvPr/>
          </p:nvSpPr>
          <p:spPr>
            <a:xfrm>
              <a:off x="3978909" y="15963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A3D00"/>
            </a:solidFill>
          </p:spPr>
          <p:txBody>
            <a:bodyPr wrap="square" lIns="0" tIns="0" rIns="0" bIns="0" rtlCol="0"/>
            <a:lstStyle/>
            <a:p/>
          </p:txBody>
        </p:sp>
        <p:sp>
          <p:nvSpPr>
            <p:cNvPr id="1331" name="object 1331"/>
            <p:cNvSpPr/>
            <p:nvPr/>
          </p:nvSpPr>
          <p:spPr>
            <a:xfrm>
              <a:off x="3978909" y="1604010"/>
              <a:ext cx="81280" cy="8890"/>
            </a:xfrm>
            <a:custGeom>
              <a:avLst/>
              <a:gdLst/>
              <a:ahLst/>
              <a:cxnLst/>
              <a:rect l="l" t="t" r="r" b="b"/>
              <a:pathLst>
                <a:path w="81279" h="8890">
                  <a:moveTo>
                    <a:pt x="0" y="8889"/>
                  </a:moveTo>
                  <a:lnTo>
                    <a:pt x="0" y="0"/>
                  </a:lnTo>
                  <a:lnTo>
                    <a:pt x="81279" y="0"/>
                  </a:lnTo>
                  <a:lnTo>
                    <a:pt x="81279" y="8889"/>
                  </a:lnTo>
                  <a:lnTo>
                    <a:pt x="0" y="8889"/>
                  </a:lnTo>
                  <a:close/>
                </a:path>
              </a:pathLst>
            </a:custGeom>
            <a:solidFill>
              <a:srgbClr val="5B3C00"/>
            </a:solidFill>
          </p:spPr>
          <p:txBody>
            <a:bodyPr wrap="square" lIns="0" tIns="0" rIns="0" bIns="0" rtlCol="0"/>
            <a:lstStyle/>
            <a:p/>
          </p:txBody>
        </p:sp>
        <p:sp>
          <p:nvSpPr>
            <p:cNvPr id="1332" name="object 1332"/>
            <p:cNvSpPr/>
            <p:nvPr/>
          </p:nvSpPr>
          <p:spPr>
            <a:xfrm>
              <a:off x="3978909" y="16129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C3B00"/>
            </a:solidFill>
          </p:spPr>
          <p:txBody>
            <a:bodyPr wrap="square" lIns="0" tIns="0" rIns="0" bIns="0" rtlCol="0"/>
            <a:lstStyle/>
            <a:p/>
          </p:txBody>
        </p:sp>
        <p:sp>
          <p:nvSpPr>
            <p:cNvPr id="1333" name="object 1333"/>
            <p:cNvSpPr/>
            <p:nvPr/>
          </p:nvSpPr>
          <p:spPr>
            <a:xfrm>
              <a:off x="3978909" y="16205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D3A00"/>
            </a:solidFill>
          </p:spPr>
          <p:txBody>
            <a:bodyPr wrap="square" lIns="0" tIns="0" rIns="0" bIns="0" rtlCol="0"/>
            <a:lstStyle/>
            <a:p/>
          </p:txBody>
        </p:sp>
        <p:sp>
          <p:nvSpPr>
            <p:cNvPr id="1334" name="object 1334"/>
            <p:cNvSpPr/>
            <p:nvPr/>
          </p:nvSpPr>
          <p:spPr>
            <a:xfrm>
              <a:off x="3978909" y="1628140"/>
              <a:ext cx="81280" cy="8890"/>
            </a:xfrm>
            <a:custGeom>
              <a:avLst/>
              <a:gdLst/>
              <a:ahLst/>
              <a:cxnLst/>
              <a:rect l="l" t="t" r="r" b="b"/>
              <a:pathLst>
                <a:path w="81279" h="8889">
                  <a:moveTo>
                    <a:pt x="0" y="8889"/>
                  </a:moveTo>
                  <a:lnTo>
                    <a:pt x="0" y="0"/>
                  </a:lnTo>
                  <a:lnTo>
                    <a:pt x="81279" y="0"/>
                  </a:lnTo>
                  <a:lnTo>
                    <a:pt x="81279" y="8889"/>
                  </a:lnTo>
                  <a:lnTo>
                    <a:pt x="0" y="8889"/>
                  </a:lnTo>
                  <a:close/>
                </a:path>
              </a:pathLst>
            </a:custGeom>
            <a:solidFill>
              <a:srgbClr val="5E3900"/>
            </a:solidFill>
          </p:spPr>
          <p:txBody>
            <a:bodyPr wrap="square" lIns="0" tIns="0" rIns="0" bIns="0" rtlCol="0"/>
            <a:lstStyle/>
            <a:p/>
          </p:txBody>
        </p:sp>
        <p:sp>
          <p:nvSpPr>
            <p:cNvPr id="1335" name="object 1335"/>
            <p:cNvSpPr/>
            <p:nvPr/>
          </p:nvSpPr>
          <p:spPr>
            <a:xfrm>
              <a:off x="3978909" y="16370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F3800"/>
            </a:solidFill>
          </p:spPr>
          <p:txBody>
            <a:bodyPr wrap="square" lIns="0" tIns="0" rIns="0" bIns="0" rtlCol="0"/>
            <a:lstStyle/>
            <a:p/>
          </p:txBody>
        </p:sp>
        <p:sp>
          <p:nvSpPr>
            <p:cNvPr id="1336" name="object 1336"/>
            <p:cNvSpPr/>
            <p:nvPr/>
          </p:nvSpPr>
          <p:spPr>
            <a:xfrm>
              <a:off x="3978909" y="16446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03700"/>
            </a:solidFill>
          </p:spPr>
          <p:txBody>
            <a:bodyPr wrap="square" lIns="0" tIns="0" rIns="0" bIns="0" rtlCol="0"/>
            <a:lstStyle/>
            <a:p/>
          </p:txBody>
        </p:sp>
        <p:sp>
          <p:nvSpPr>
            <p:cNvPr id="1337" name="object 1337"/>
            <p:cNvSpPr/>
            <p:nvPr/>
          </p:nvSpPr>
          <p:spPr>
            <a:xfrm>
              <a:off x="3978909" y="1652270"/>
              <a:ext cx="81280" cy="8890"/>
            </a:xfrm>
            <a:custGeom>
              <a:avLst/>
              <a:gdLst/>
              <a:ahLst/>
              <a:cxnLst/>
              <a:rect l="l" t="t" r="r" b="b"/>
              <a:pathLst>
                <a:path w="81279" h="8889">
                  <a:moveTo>
                    <a:pt x="0" y="8889"/>
                  </a:moveTo>
                  <a:lnTo>
                    <a:pt x="0" y="0"/>
                  </a:lnTo>
                  <a:lnTo>
                    <a:pt x="81279" y="0"/>
                  </a:lnTo>
                  <a:lnTo>
                    <a:pt x="81279" y="8889"/>
                  </a:lnTo>
                  <a:lnTo>
                    <a:pt x="0" y="8889"/>
                  </a:lnTo>
                  <a:close/>
                </a:path>
              </a:pathLst>
            </a:custGeom>
            <a:solidFill>
              <a:srgbClr val="613600"/>
            </a:solidFill>
          </p:spPr>
          <p:txBody>
            <a:bodyPr wrap="square" lIns="0" tIns="0" rIns="0" bIns="0" rtlCol="0"/>
            <a:lstStyle/>
            <a:p/>
          </p:txBody>
        </p:sp>
        <p:sp>
          <p:nvSpPr>
            <p:cNvPr id="1338" name="object 1338"/>
            <p:cNvSpPr/>
            <p:nvPr/>
          </p:nvSpPr>
          <p:spPr>
            <a:xfrm>
              <a:off x="3978909" y="16611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623500"/>
            </a:solidFill>
          </p:spPr>
          <p:txBody>
            <a:bodyPr wrap="square" lIns="0" tIns="0" rIns="0" bIns="0" rtlCol="0"/>
            <a:lstStyle/>
            <a:p/>
          </p:txBody>
        </p:sp>
        <p:sp>
          <p:nvSpPr>
            <p:cNvPr id="1339" name="object 1339"/>
            <p:cNvSpPr/>
            <p:nvPr/>
          </p:nvSpPr>
          <p:spPr>
            <a:xfrm>
              <a:off x="3978909" y="1668780"/>
              <a:ext cx="81280" cy="8890"/>
            </a:xfrm>
            <a:custGeom>
              <a:avLst/>
              <a:gdLst/>
              <a:ahLst/>
              <a:cxnLst/>
              <a:rect l="l" t="t" r="r" b="b"/>
              <a:pathLst>
                <a:path w="81279" h="8889">
                  <a:moveTo>
                    <a:pt x="0" y="8890"/>
                  </a:moveTo>
                  <a:lnTo>
                    <a:pt x="0" y="0"/>
                  </a:lnTo>
                  <a:lnTo>
                    <a:pt x="81279" y="0"/>
                  </a:lnTo>
                  <a:lnTo>
                    <a:pt x="81279" y="8890"/>
                  </a:lnTo>
                  <a:lnTo>
                    <a:pt x="0" y="8890"/>
                  </a:lnTo>
                  <a:close/>
                </a:path>
              </a:pathLst>
            </a:custGeom>
            <a:solidFill>
              <a:srgbClr val="633400"/>
            </a:solidFill>
          </p:spPr>
          <p:txBody>
            <a:bodyPr wrap="square" lIns="0" tIns="0" rIns="0" bIns="0" rtlCol="0"/>
            <a:lstStyle/>
            <a:p/>
          </p:txBody>
        </p:sp>
      </p:grpSp>
      <p:grpSp>
        <p:nvGrpSpPr>
          <p:cNvPr id="1340" name="object 1340"/>
          <p:cNvGrpSpPr/>
          <p:nvPr/>
        </p:nvGrpSpPr>
        <p:grpSpPr>
          <a:xfrm>
            <a:off x="4144009" y="1056639"/>
            <a:ext cx="196850" cy="621030"/>
            <a:chOff x="4144009" y="1056639"/>
            <a:chExt cx="196850" cy="621030"/>
          </a:xfrm>
        </p:grpSpPr>
        <p:sp>
          <p:nvSpPr>
            <p:cNvPr id="1341" name="object 1341"/>
            <p:cNvSpPr/>
            <p:nvPr/>
          </p:nvSpPr>
          <p:spPr>
            <a:xfrm>
              <a:off x="4254499" y="1056639"/>
              <a:ext cx="36830" cy="6350"/>
            </a:xfrm>
            <a:custGeom>
              <a:avLst/>
              <a:gdLst/>
              <a:ahLst/>
              <a:cxnLst/>
              <a:rect l="l" t="t" r="r" b="b"/>
              <a:pathLst>
                <a:path w="36829" h="6350">
                  <a:moveTo>
                    <a:pt x="36829" y="5080"/>
                  </a:moveTo>
                  <a:lnTo>
                    <a:pt x="0" y="5080"/>
                  </a:lnTo>
                  <a:lnTo>
                    <a:pt x="0" y="6350"/>
                  </a:lnTo>
                  <a:lnTo>
                    <a:pt x="36829" y="6350"/>
                  </a:lnTo>
                  <a:lnTo>
                    <a:pt x="36829" y="5080"/>
                  </a:lnTo>
                  <a:close/>
                </a:path>
                <a:path w="36829" h="6350">
                  <a:moveTo>
                    <a:pt x="35560" y="3810"/>
                  </a:moveTo>
                  <a:lnTo>
                    <a:pt x="3810" y="3810"/>
                  </a:lnTo>
                  <a:lnTo>
                    <a:pt x="3810" y="5080"/>
                  </a:lnTo>
                  <a:lnTo>
                    <a:pt x="35560" y="5080"/>
                  </a:lnTo>
                  <a:lnTo>
                    <a:pt x="35560" y="3810"/>
                  </a:lnTo>
                  <a:close/>
                </a:path>
                <a:path w="36829" h="6350">
                  <a:moveTo>
                    <a:pt x="33019" y="2539"/>
                  </a:moveTo>
                  <a:lnTo>
                    <a:pt x="5079" y="2539"/>
                  </a:lnTo>
                  <a:lnTo>
                    <a:pt x="5079" y="3810"/>
                  </a:lnTo>
                  <a:lnTo>
                    <a:pt x="33019" y="3810"/>
                  </a:lnTo>
                  <a:lnTo>
                    <a:pt x="33019" y="2539"/>
                  </a:lnTo>
                  <a:close/>
                </a:path>
                <a:path w="36829" h="6350">
                  <a:moveTo>
                    <a:pt x="29210" y="1270"/>
                  </a:moveTo>
                  <a:lnTo>
                    <a:pt x="8889" y="1270"/>
                  </a:lnTo>
                  <a:lnTo>
                    <a:pt x="8889" y="2539"/>
                  </a:lnTo>
                  <a:lnTo>
                    <a:pt x="29210" y="2539"/>
                  </a:lnTo>
                  <a:lnTo>
                    <a:pt x="29210" y="1270"/>
                  </a:lnTo>
                  <a:close/>
                </a:path>
                <a:path w="36829" h="6350">
                  <a:moveTo>
                    <a:pt x="21590" y="0"/>
                  </a:moveTo>
                  <a:lnTo>
                    <a:pt x="13970" y="0"/>
                  </a:lnTo>
                  <a:lnTo>
                    <a:pt x="13970" y="1270"/>
                  </a:lnTo>
                  <a:lnTo>
                    <a:pt x="21590" y="1270"/>
                  </a:lnTo>
                  <a:lnTo>
                    <a:pt x="21590" y="0"/>
                  </a:lnTo>
                  <a:close/>
                </a:path>
              </a:pathLst>
            </a:custGeom>
            <a:solidFill>
              <a:srgbClr val="009800"/>
            </a:solidFill>
          </p:spPr>
          <p:txBody>
            <a:bodyPr wrap="square" lIns="0" tIns="0" rIns="0" bIns="0" rtlCol="0"/>
            <a:lstStyle/>
            <a:p/>
          </p:txBody>
        </p:sp>
        <p:sp>
          <p:nvSpPr>
            <p:cNvPr id="1342" name="object 1342"/>
            <p:cNvSpPr/>
            <p:nvPr/>
          </p:nvSpPr>
          <p:spPr>
            <a:xfrm>
              <a:off x="4144009" y="1062989"/>
              <a:ext cx="157480" cy="7620"/>
            </a:xfrm>
            <a:custGeom>
              <a:avLst/>
              <a:gdLst/>
              <a:ahLst/>
              <a:cxnLst/>
              <a:rect l="l" t="t" r="r" b="b"/>
              <a:pathLst>
                <a:path w="157479" h="7619">
                  <a:moveTo>
                    <a:pt x="156209" y="5080"/>
                  </a:moveTo>
                  <a:lnTo>
                    <a:pt x="102869" y="5080"/>
                  </a:lnTo>
                  <a:lnTo>
                    <a:pt x="102869" y="7620"/>
                  </a:lnTo>
                  <a:lnTo>
                    <a:pt x="157479" y="7620"/>
                  </a:lnTo>
                  <a:lnTo>
                    <a:pt x="157479" y="6350"/>
                  </a:lnTo>
                  <a:lnTo>
                    <a:pt x="156209" y="6350"/>
                  </a:lnTo>
                  <a:lnTo>
                    <a:pt x="156209" y="5080"/>
                  </a:lnTo>
                  <a:close/>
                </a:path>
                <a:path w="157479" h="7619">
                  <a:moveTo>
                    <a:pt x="154939" y="3810"/>
                  </a:moveTo>
                  <a:lnTo>
                    <a:pt x="104139" y="3810"/>
                  </a:lnTo>
                  <a:lnTo>
                    <a:pt x="104139" y="5080"/>
                  </a:lnTo>
                  <a:lnTo>
                    <a:pt x="154939" y="5080"/>
                  </a:lnTo>
                  <a:lnTo>
                    <a:pt x="154939" y="3810"/>
                  </a:lnTo>
                  <a:close/>
                </a:path>
                <a:path w="157479" h="7619">
                  <a:moveTo>
                    <a:pt x="153670" y="2539"/>
                  </a:moveTo>
                  <a:lnTo>
                    <a:pt x="105410" y="2539"/>
                  </a:lnTo>
                  <a:lnTo>
                    <a:pt x="105410" y="3810"/>
                  </a:lnTo>
                  <a:lnTo>
                    <a:pt x="153670" y="3810"/>
                  </a:lnTo>
                  <a:lnTo>
                    <a:pt x="153670" y="2539"/>
                  </a:lnTo>
                  <a:close/>
                </a:path>
                <a:path w="157479" h="7619">
                  <a:moveTo>
                    <a:pt x="151129" y="1270"/>
                  </a:moveTo>
                  <a:lnTo>
                    <a:pt x="106679" y="1270"/>
                  </a:lnTo>
                  <a:lnTo>
                    <a:pt x="106679" y="2539"/>
                  </a:lnTo>
                  <a:lnTo>
                    <a:pt x="151129" y="2539"/>
                  </a:lnTo>
                  <a:lnTo>
                    <a:pt x="151129" y="1270"/>
                  </a:lnTo>
                  <a:close/>
                </a:path>
                <a:path w="157479" h="7619">
                  <a:moveTo>
                    <a:pt x="149859" y="0"/>
                  </a:moveTo>
                  <a:lnTo>
                    <a:pt x="109219" y="0"/>
                  </a:lnTo>
                  <a:lnTo>
                    <a:pt x="109219" y="1270"/>
                  </a:lnTo>
                  <a:lnTo>
                    <a:pt x="149859" y="1270"/>
                  </a:lnTo>
                  <a:lnTo>
                    <a:pt x="149859" y="0"/>
                  </a:lnTo>
                  <a:close/>
                </a:path>
                <a:path w="157479" h="7619">
                  <a:moveTo>
                    <a:pt x="78739" y="6350"/>
                  </a:moveTo>
                  <a:lnTo>
                    <a:pt x="0" y="6350"/>
                  </a:lnTo>
                  <a:lnTo>
                    <a:pt x="0" y="7620"/>
                  </a:lnTo>
                  <a:lnTo>
                    <a:pt x="78739" y="7620"/>
                  </a:lnTo>
                  <a:lnTo>
                    <a:pt x="78739" y="6350"/>
                  </a:lnTo>
                  <a:close/>
                </a:path>
              </a:pathLst>
            </a:custGeom>
            <a:solidFill>
              <a:srgbClr val="009700"/>
            </a:solidFill>
          </p:spPr>
          <p:txBody>
            <a:bodyPr wrap="square" lIns="0" tIns="0" rIns="0" bIns="0" rtlCol="0"/>
            <a:lstStyle/>
            <a:p/>
          </p:txBody>
        </p:sp>
        <p:sp>
          <p:nvSpPr>
            <p:cNvPr id="1343" name="object 1343"/>
            <p:cNvSpPr/>
            <p:nvPr/>
          </p:nvSpPr>
          <p:spPr>
            <a:xfrm>
              <a:off x="4144009" y="1070609"/>
              <a:ext cx="162560" cy="6350"/>
            </a:xfrm>
            <a:custGeom>
              <a:avLst/>
              <a:gdLst/>
              <a:ahLst/>
              <a:cxnLst/>
              <a:rect l="l" t="t" r="r" b="b"/>
              <a:pathLst>
                <a:path w="162560" h="6350">
                  <a:moveTo>
                    <a:pt x="162560" y="5079"/>
                  </a:moveTo>
                  <a:lnTo>
                    <a:pt x="97789" y="5079"/>
                  </a:lnTo>
                  <a:lnTo>
                    <a:pt x="97789" y="6350"/>
                  </a:lnTo>
                  <a:lnTo>
                    <a:pt x="162560" y="6350"/>
                  </a:lnTo>
                  <a:lnTo>
                    <a:pt x="162560" y="5079"/>
                  </a:lnTo>
                  <a:close/>
                </a:path>
                <a:path w="162560" h="6350">
                  <a:moveTo>
                    <a:pt x="160020" y="2539"/>
                  </a:moveTo>
                  <a:lnTo>
                    <a:pt x="99060" y="2539"/>
                  </a:lnTo>
                  <a:lnTo>
                    <a:pt x="99060" y="5079"/>
                  </a:lnTo>
                  <a:lnTo>
                    <a:pt x="161289" y="5079"/>
                  </a:lnTo>
                  <a:lnTo>
                    <a:pt x="161289" y="3810"/>
                  </a:lnTo>
                  <a:lnTo>
                    <a:pt x="160020" y="3810"/>
                  </a:lnTo>
                  <a:lnTo>
                    <a:pt x="160020" y="2539"/>
                  </a:lnTo>
                  <a:close/>
                </a:path>
                <a:path w="162560" h="6350">
                  <a:moveTo>
                    <a:pt x="158750" y="1269"/>
                  </a:moveTo>
                  <a:lnTo>
                    <a:pt x="100329" y="1269"/>
                  </a:lnTo>
                  <a:lnTo>
                    <a:pt x="100329" y="2539"/>
                  </a:lnTo>
                  <a:lnTo>
                    <a:pt x="158750" y="2539"/>
                  </a:lnTo>
                  <a:lnTo>
                    <a:pt x="158750" y="1269"/>
                  </a:lnTo>
                  <a:close/>
                </a:path>
                <a:path w="162560" h="6350">
                  <a:moveTo>
                    <a:pt x="157479" y="0"/>
                  </a:moveTo>
                  <a:lnTo>
                    <a:pt x="101600" y="0"/>
                  </a:lnTo>
                  <a:lnTo>
                    <a:pt x="101600" y="1269"/>
                  </a:lnTo>
                  <a:lnTo>
                    <a:pt x="157479" y="1269"/>
                  </a:lnTo>
                  <a:lnTo>
                    <a:pt x="157479" y="0"/>
                  </a:lnTo>
                  <a:close/>
                </a:path>
                <a:path w="162560" h="6350">
                  <a:moveTo>
                    <a:pt x="78739" y="0"/>
                  </a:moveTo>
                  <a:lnTo>
                    <a:pt x="0" y="0"/>
                  </a:lnTo>
                  <a:lnTo>
                    <a:pt x="0" y="6350"/>
                  </a:lnTo>
                  <a:lnTo>
                    <a:pt x="78739" y="6350"/>
                  </a:lnTo>
                  <a:lnTo>
                    <a:pt x="78739" y="0"/>
                  </a:lnTo>
                  <a:close/>
                </a:path>
              </a:pathLst>
            </a:custGeom>
            <a:solidFill>
              <a:srgbClr val="019600"/>
            </a:solidFill>
          </p:spPr>
          <p:txBody>
            <a:bodyPr wrap="square" lIns="0" tIns="0" rIns="0" bIns="0" rtlCol="0"/>
            <a:lstStyle/>
            <a:p/>
          </p:txBody>
        </p:sp>
        <p:sp>
          <p:nvSpPr>
            <p:cNvPr id="1344" name="object 1344"/>
            <p:cNvSpPr/>
            <p:nvPr/>
          </p:nvSpPr>
          <p:spPr>
            <a:xfrm>
              <a:off x="4144009" y="1076959"/>
              <a:ext cx="167640" cy="7620"/>
            </a:xfrm>
            <a:custGeom>
              <a:avLst/>
              <a:gdLst/>
              <a:ahLst/>
              <a:cxnLst/>
              <a:rect l="l" t="t" r="r" b="b"/>
              <a:pathLst>
                <a:path w="167639" h="7619">
                  <a:moveTo>
                    <a:pt x="167639" y="6350"/>
                  </a:moveTo>
                  <a:lnTo>
                    <a:pt x="92710" y="6350"/>
                  </a:lnTo>
                  <a:lnTo>
                    <a:pt x="92710" y="7619"/>
                  </a:lnTo>
                  <a:lnTo>
                    <a:pt x="167639" y="7619"/>
                  </a:lnTo>
                  <a:lnTo>
                    <a:pt x="167639" y="6350"/>
                  </a:lnTo>
                  <a:close/>
                </a:path>
                <a:path w="167639" h="7619">
                  <a:moveTo>
                    <a:pt x="166369" y="3810"/>
                  </a:moveTo>
                  <a:lnTo>
                    <a:pt x="93979" y="3810"/>
                  </a:lnTo>
                  <a:lnTo>
                    <a:pt x="93979" y="6350"/>
                  </a:lnTo>
                  <a:lnTo>
                    <a:pt x="166369" y="6350"/>
                  </a:lnTo>
                  <a:lnTo>
                    <a:pt x="166369" y="3810"/>
                  </a:lnTo>
                  <a:close/>
                </a:path>
                <a:path w="167639" h="7619">
                  <a:moveTo>
                    <a:pt x="163829" y="0"/>
                  </a:moveTo>
                  <a:lnTo>
                    <a:pt x="96519" y="0"/>
                  </a:lnTo>
                  <a:lnTo>
                    <a:pt x="96519" y="1269"/>
                  </a:lnTo>
                  <a:lnTo>
                    <a:pt x="95250" y="1269"/>
                  </a:lnTo>
                  <a:lnTo>
                    <a:pt x="95250" y="3810"/>
                  </a:lnTo>
                  <a:lnTo>
                    <a:pt x="165100" y="3810"/>
                  </a:lnTo>
                  <a:lnTo>
                    <a:pt x="165100" y="2539"/>
                  </a:lnTo>
                  <a:lnTo>
                    <a:pt x="163829" y="2539"/>
                  </a:lnTo>
                  <a:lnTo>
                    <a:pt x="163829" y="0"/>
                  </a:lnTo>
                  <a:close/>
                </a:path>
                <a:path w="167639" h="7619">
                  <a:moveTo>
                    <a:pt x="78739" y="0"/>
                  </a:moveTo>
                  <a:lnTo>
                    <a:pt x="0" y="0"/>
                  </a:lnTo>
                  <a:lnTo>
                    <a:pt x="0" y="7619"/>
                  </a:lnTo>
                  <a:lnTo>
                    <a:pt x="78739" y="7619"/>
                  </a:lnTo>
                  <a:lnTo>
                    <a:pt x="78739" y="0"/>
                  </a:lnTo>
                  <a:close/>
                </a:path>
              </a:pathLst>
            </a:custGeom>
            <a:solidFill>
              <a:srgbClr val="029500"/>
            </a:solidFill>
          </p:spPr>
          <p:txBody>
            <a:bodyPr wrap="square" lIns="0" tIns="0" rIns="0" bIns="0" rtlCol="0"/>
            <a:lstStyle/>
            <a:p/>
          </p:txBody>
        </p:sp>
        <p:sp>
          <p:nvSpPr>
            <p:cNvPr id="1345" name="object 1345"/>
            <p:cNvSpPr/>
            <p:nvPr/>
          </p:nvSpPr>
          <p:spPr>
            <a:xfrm>
              <a:off x="4144009" y="1084579"/>
              <a:ext cx="170180" cy="7620"/>
            </a:xfrm>
            <a:custGeom>
              <a:avLst/>
              <a:gdLst/>
              <a:ahLst/>
              <a:cxnLst/>
              <a:rect l="l" t="t" r="r" b="b"/>
              <a:pathLst>
                <a:path w="170179" h="7619">
                  <a:moveTo>
                    <a:pt x="78739" y="0"/>
                  </a:moveTo>
                  <a:lnTo>
                    <a:pt x="0" y="0"/>
                  </a:lnTo>
                  <a:lnTo>
                    <a:pt x="0" y="7620"/>
                  </a:lnTo>
                  <a:lnTo>
                    <a:pt x="78739" y="7620"/>
                  </a:lnTo>
                  <a:lnTo>
                    <a:pt x="78739" y="0"/>
                  </a:lnTo>
                  <a:close/>
                </a:path>
                <a:path w="170179" h="7619">
                  <a:moveTo>
                    <a:pt x="170179" y="5080"/>
                  </a:moveTo>
                  <a:lnTo>
                    <a:pt x="88900" y="5080"/>
                  </a:lnTo>
                  <a:lnTo>
                    <a:pt x="88900" y="6350"/>
                  </a:lnTo>
                  <a:lnTo>
                    <a:pt x="87629" y="6350"/>
                  </a:lnTo>
                  <a:lnTo>
                    <a:pt x="87629" y="7620"/>
                  </a:lnTo>
                  <a:lnTo>
                    <a:pt x="170179" y="7620"/>
                  </a:lnTo>
                  <a:lnTo>
                    <a:pt x="170179" y="5080"/>
                  </a:lnTo>
                  <a:close/>
                </a:path>
                <a:path w="170179" h="7619">
                  <a:moveTo>
                    <a:pt x="168909" y="2540"/>
                  </a:moveTo>
                  <a:lnTo>
                    <a:pt x="90169" y="2540"/>
                  </a:lnTo>
                  <a:lnTo>
                    <a:pt x="90169" y="5080"/>
                  </a:lnTo>
                  <a:lnTo>
                    <a:pt x="168909" y="5080"/>
                  </a:lnTo>
                  <a:lnTo>
                    <a:pt x="168909" y="2540"/>
                  </a:lnTo>
                  <a:close/>
                </a:path>
                <a:path w="170179" h="7619">
                  <a:moveTo>
                    <a:pt x="167639" y="0"/>
                  </a:moveTo>
                  <a:lnTo>
                    <a:pt x="91439" y="0"/>
                  </a:lnTo>
                  <a:lnTo>
                    <a:pt x="91439" y="2540"/>
                  </a:lnTo>
                  <a:lnTo>
                    <a:pt x="167639" y="2540"/>
                  </a:lnTo>
                  <a:lnTo>
                    <a:pt x="167639" y="0"/>
                  </a:lnTo>
                  <a:close/>
                </a:path>
              </a:pathLst>
            </a:custGeom>
            <a:solidFill>
              <a:srgbClr val="039400"/>
            </a:solidFill>
          </p:spPr>
          <p:txBody>
            <a:bodyPr wrap="square" lIns="0" tIns="0" rIns="0" bIns="0" rtlCol="0"/>
            <a:lstStyle/>
            <a:p/>
          </p:txBody>
        </p:sp>
        <p:sp>
          <p:nvSpPr>
            <p:cNvPr id="1346" name="object 1346"/>
            <p:cNvSpPr/>
            <p:nvPr/>
          </p:nvSpPr>
          <p:spPr>
            <a:xfrm>
              <a:off x="4144010" y="1092199"/>
              <a:ext cx="172720" cy="6350"/>
            </a:xfrm>
            <a:custGeom>
              <a:avLst/>
              <a:gdLst/>
              <a:ahLst/>
              <a:cxnLst/>
              <a:rect l="l" t="t" r="r" b="b"/>
              <a:pathLst>
                <a:path w="172720" h="6350">
                  <a:moveTo>
                    <a:pt x="78740" y="0"/>
                  </a:moveTo>
                  <a:lnTo>
                    <a:pt x="0" y="0"/>
                  </a:lnTo>
                  <a:lnTo>
                    <a:pt x="0" y="6350"/>
                  </a:lnTo>
                  <a:lnTo>
                    <a:pt x="78740" y="6350"/>
                  </a:lnTo>
                  <a:lnTo>
                    <a:pt x="78740" y="0"/>
                  </a:lnTo>
                  <a:close/>
                </a:path>
                <a:path w="172720" h="6350">
                  <a:moveTo>
                    <a:pt x="172720" y="2540"/>
                  </a:moveTo>
                  <a:lnTo>
                    <a:pt x="171450" y="2540"/>
                  </a:lnTo>
                  <a:lnTo>
                    <a:pt x="171450" y="1270"/>
                  </a:lnTo>
                  <a:lnTo>
                    <a:pt x="171450" y="0"/>
                  </a:lnTo>
                  <a:lnTo>
                    <a:pt x="87630" y="0"/>
                  </a:lnTo>
                  <a:lnTo>
                    <a:pt x="87630" y="1270"/>
                  </a:lnTo>
                  <a:lnTo>
                    <a:pt x="86360" y="1270"/>
                  </a:lnTo>
                  <a:lnTo>
                    <a:pt x="86360" y="2540"/>
                  </a:lnTo>
                  <a:lnTo>
                    <a:pt x="85090" y="2540"/>
                  </a:lnTo>
                  <a:lnTo>
                    <a:pt x="85090" y="5080"/>
                  </a:lnTo>
                  <a:lnTo>
                    <a:pt x="83820" y="5080"/>
                  </a:lnTo>
                  <a:lnTo>
                    <a:pt x="83820" y="6350"/>
                  </a:lnTo>
                  <a:lnTo>
                    <a:pt x="172720" y="6350"/>
                  </a:lnTo>
                  <a:lnTo>
                    <a:pt x="172720" y="5080"/>
                  </a:lnTo>
                  <a:lnTo>
                    <a:pt x="172720" y="2540"/>
                  </a:lnTo>
                  <a:close/>
                </a:path>
              </a:pathLst>
            </a:custGeom>
            <a:solidFill>
              <a:srgbClr val="049300"/>
            </a:solidFill>
          </p:spPr>
          <p:txBody>
            <a:bodyPr wrap="square" lIns="0" tIns="0" rIns="0" bIns="0" rtlCol="0"/>
            <a:lstStyle/>
            <a:p/>
          </p:txBody>
        </p:sp>
        <p:sp>
          <p:nvSpPr>
            <p:cNvPr id="1347" name="object 1347"/>
            <p:cNvSpPr/>
            <p:nvPr/>
          </p:nvSpPr>
          <p:spPr>
            <a:xfrm>
              <a:off x="4144010" y="1098549"/>
              <a:ext cx="176530" cy="7620"/>
            </a:xfrm>
            <a:custGeom>
              <a:avLst/>
              <a:gdLst/>
              <a:ahLst/>
              <a:cxnLst/>
              <a:rect l="l" t="t" r="r" b="b"/>
              <a:pathLst>
                <a:path w="176529" h="7619">
                  <a:moveTo>
                    <a:pt x="78740" y="0"/>
                  </a:moveTo>
                  <a:lnTo>
                    <a:pt x="0" y="0"/>
                  </a:lnTo>
                  <a:lnTo>
                    <a:pt x="0" y="7620"/>
                  </a:lnTo>
                  <a:lnTo>
                    <a:pt x="78740" y="7620"/>
                  </a:lnTo>
                  <a:lnTo>
                    <a:pt x="78740" y="0"/>
                  </a:lnTo>
                  <a:close/>
                </a:path>
                <a:path w="176529" h="7619">
                  <a:moveTo>
                    <a:pt x="176530" y="6350"/>
                  </a:moveTo>
                  <a:lnTo>
                    <a:pt x="175260" y="6350"/>
                  </a:lnTo>
                  <a:lnTo>
                    <a:pt x="175260" y="5080"/>
                  </a:lnTo>
                  <a:lnTo>
                    <a:pt x="175247" y="2540"/>
                  </a:lnTo>
                  <a:lnTo>
                    <a:pt x="173990" y="2540"/>
                  </a:lnTo>
                  <a:lnTo>
                    <a:pt x="173990" y="1270"/>
                  </a:lnTo>
                  <a:lnTo>
                    <a:pt x="173990" y="0"/>
                  </a:lnTo>
                  <a:lnTo>
                    <a:pt x="83820" y="0"/>
                  </a:lnTo>
                  <a:lnTo>
                    <a:pt x="83820" y="1270"/>
                  </a:lnTo>
                  <a:lnTo>
                    <a:pt x="82550" y="1270"/>
                  </a:lnTo>
                  <a:lnTo>
                    <a:pt x="82550" y="2540"/>
                  </a:lnTo>
                  <a:lnTo>
                    <a:pt x="81280" y="2540"/>
                  </a:lnTo>
                  <a:lnTo>
                    <a:pt x="81280" y="5080"/>
                  </a:lnTo>
                  <a:lnTo>
                    <a:pt x="80010" y="5080"/>
                  </a:lnTo>
                  <a:lnTo>
                    <a:pt x="80010" y="6350"/>
                  </a:lnTo>
                  <a:lnTo>
                    <a:pt x="80010" y="7620"/>
                  </a:lnTo>
                  <a:lnTo>
                    <a:pt x="176530" y="7620"/>
                  </a:lnTo>
                  <a:lnTo>
                    <a:pt x="176530" y="6350"/>
                  </a:lnTo>
                  <a:close/>
                </a:path>
              </a:pathLst>
            </a:custGeom>
            <a:solidFill>
              <a:srgbClr val="069100"/>
            </a:solidFill>
          </p:spPr>
          <p:txBody>
            <a:bodyPr wrap="square" lIns="0" tIns="0" rIns="0" bIns="0" rtlCol="0"/>
            <a:lstStyle/>
            <a:p/>
          </p:txBody>
        </p:sp>
        <p:sp>
          <p:nvSpPr>
            <p:cNvPr id="1348" name="object 1348"/>
            <p:cNvSpPr/>
            <p:nvPr/>
          </p:nvSpPr>
          <p:spPr>
            <a:xfrm>
              <a:off x="4144010" y="1106169"/>
              <a:ext cx="179070" cy="7620"/>
            </a:xfrm>
            <a:custGeom>
              <a:avLst/>
              <a:gdLst/>
              <a:ahLst/>
              <a:cxnLst/>
              <a:rect l="l" t="t" r="r" b="b"/>
              <a:pathLst>
                <a:path w="179070" h="7619">
                  <a:moveTo>
                    <a:pt x="179070" y="5080"/>
                  </a:moveTo>
                  <a:lnTo>
                    <a:pt x="177800" y="5080"/>
                  </a:lnTo>
                  <a:lnTo>
                    <a:pt x="177800" y="1270"/>
                  </a:lnTo>
                  <a:lnTo>
                    <a:pt x="176530" y="1270"/>
                  </a:lnTo>
                  <a:lnTo>
                    <a:pt x="176530" y="0"/>
                  </a:lnTo>
                  <a:lnTo>
                    <a:pt x="0" y="0"/>
                  </a:lnTo>
                  <a:lnTo>
                    <a:pt x="0" y="1270"/>
                  </a:lnTo>
                  <a:lnTo>
                    <a:pt x="0" y="5080"/>
                  </a:lnTo>
                  <a:lnTo>
                    <a:pt x="0" y="7620"/>
                  </a:lnTo>
                  <a:lnTo>
                    <a:pt x="179070" y="7620"/>
                  </a:lnTo>
                  <a:lnTo>
                    <a:pt x="179070" y="5080"/>
                  </a:lnTo>
                  <a:close/>
                </a:path>
              </a:pathLst>
            </a:custGeom>
            <a:solidFill>
              <a:srgbClr val="079000"/>
            </a:solidFill>
          </p:spPr>
          <p:txBody>
            <a:bodyPr wrap="square" lIns="0" tIns="0" rIns="0" bIns="0" rtlCol="0"/>
            <a:lstStyle/>
            <a:p/>
          </p:txBody>
        </p:sp>
        <p:sp>
          <p:nvSpPr>
            <p:cNvPr id="1349" name="object 1349"/>
            <p:cNvSpPr/>
            <p:nvPr/>
          </p:nvSpPr>
          <p:spPr>
            <a:xfrm>
              <a:off x="4144010" y="1113789"/>
              <a:ext cx="180340" cy="6350"/>
            </a:xfrm>
            <a:custGeom>
              <a:avLst/>
              <a:gdLst/>
              <a:ahLst/>
              <a:cxnLst/>
              <a:rect l="l" t="t" r="r" b="b"/>
              <a:pathLst>
                <a:path w="180339" h="6350">
                  <a:moveTo>
                    <a:pt x="180340" y="2540"/>
                  </a:moveTo>
                  <a:lnTo>
                    <a:pt x="179070" y="2540"/>
                  </a:lnTo>
                  <a:lnTo>
                    <a:pt x="179070" y="0"/>
                  </a:lnTo>
                  <a:lnTo>
                    <a:pt x="0" y="0"/>
                  </a:lnTo>
                  <a:lnTo>
                    <a:pt x="0" y="2540"/>
                  </a:lnTo>
                  <a:lnTo>
                    <a:pt x="0" y="6350"/>
                  </a:lnTo>
                  <a:lnTo>
                    <a:pt x="180340" y="6350"/>
                  </a:lnTo>
                  <a:lnTo>
                    <a:pt x="180340" y="2540"/>
                  </a:lnTo>
                  <a:close/>
                </a:path>
              </a:pathLst>
            </a:custGeom>
            <a:solidFill>
              <a:srgbClr val="088F00"/>
            </a:solidFill>
          </p:spPr>
          <p:txBody>
            <a:bodyPr wrap="square" lIns="0" tIns="0" rIns="0" bIns="0" rtlCol="0"/>
            <a:lstStyle/>
            <a:p/>
          </p:txBody>
        </p:sp>
        <p:sp>
          <p:nvSpPr>
            <p:cNvPr id="1350" name="object 1350"/>
            <p:cNvSpPr/>
            <p:nvPr/>
          </p:nvSpPr>
          <p:spPr>
            <a:xfrm>
              <a:off x="4144010" y="1120139"/>
              <a:ext cx="182880" cy="7620"/>
            </a:xfrm>
            <a:custGeom>
              <a:avLst/>
              <a:gdLst/>
              <a:ahLst/>
              <a:cxnLst/>
              <a:rect l="l" t="t" r="r" b="b"/>
              <a:pathLst>
                <a:path w="182879" h="7619">
                  <a:moveTo>
                    <a:pt x="182880" y="3810"/>
                  </a:moveTo>
                  <a:lnTo>
                    <a:pt x="181610" y="3810"/>
                  </a:lnTo>
                  <a:lnTo>
                    <a:pt x="181610" y="0"/>
                  </a:lnTo>
                  <a:lnTo>
                    <a:pt x="0" y="0"/>
                  </a:lnTo>
                  <a:lnTo>
                    <a:pt x="0" y="3810"/>
                  </a:lnTo>
                  <a:lnTo>
                    <a:pt x="0" y="7620"/>
                  </a:lnTo>
                  <a:lnTo>
                    <a:pt x="182880" y="7620"/>
                  </a:lnTo>
                  <a:lnTo>
                    <a:pt x="182880" y="3810"/>
                  </a:lnTo>
                  <a:close/>
                </a:path>
              </a:pathLst>
            </a:custGeom>
            <a:solidFill>
              <a:srgbClr val="098E00"/>
            </a:solidFill>
          </p:spPr>
          <p:txBody>
            <a:bodyPr wrap="square" lIns="0" tIns="0" rIns="0" bIns="0" rtlCol="0"/>
            <a:lstStyle/>
            <a:p/>
          </p:txBody>
        </p:sp>
        <p:sp>
          <p:nvSpPr>
            <p:cNvPr id="1351" name="object 1351"/>
            <p:cNvSpPr/>
            <p:nvPr/>
          </p:nvSpPr>
          <p:spPr>
            <a:xfrm>
              <a:off x="414401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A8D00"/>
            </a:solidFill>
          </p:spPr>
          <p:txBody>
            <a:bodyPr wrap="square" lIns="0" tIns="0" rIns="0" bIns="0" rtlCol="0"/>
            <a:lstStyle/>
            <a:p/>
          </p:txBody>
        </p:sp>
        <p:sp>
          <p:nvSpPr>
            <p:cNvPr id="1352" name="object 1352"/>
            <p:cNvSpPr/>
            <p:nvPr/>
          </p:nvSpPr>
          <p:spPr>
            <a:xfrm>
              <a:off x="4144010" y="1135379"/>
              <a:ext cx="185420" cy="6350"/>
            </a:xfrm>
            <a:custGeom>
              <a:avLst/>
              <a:gdLst/>
              <a:ahLst/>
              <a:cxnLst/>
              <a:rect l="l" t="t" r="r" b="b"/>
              <a:pathLst>
                <a:path w="185420" h="6350">
                  <a:moveTo>
                    <a:pt x="185420" y="2540"/>
                  </a:moveTo>
                  <a:lnTo>
                    <a:pt x="184150" y="2540"/>
                  </a:lnTo>
                  <a:lnTo>
                    <a:pt x="184150" y="0"/>
                  </a:lnTo>
                  <a:lnTo>
                    <a:pt x="0" y="0"/>
                  </a:lnTo>
                  <a:lnTo>
                    <a:pt x="0" y="2540"/>
                  </a:lnTo>
                  <a:lnTo>
                    <a:pt x="0" y="6350"/>
                  </a:lnTo>
                  <a:lnTo>
                    <a:pt x="185420" y="6350"/>
                  </a:lnTo>
                  <a:lnTo>
                    <a:pt x="185420" y="2540"/>
                  </a:lnTo>
                  <a:close/>
                </a:path>
              </a:pathLst>
            </a:custGeom>
            <a:solidFill>
              <a:srgbClr val="0B8C00"/>
            </a:solidFill>
          </p:spPr>
          <p:txBody>
            <a:bodyPr wrap="square" lIns="0" tIns="0" rIns="0" bIns="0" rtlCol="0"/>
            <a:lstStyle/>
            <a:p/>
          </p:txBody>
        </p:sp>
        <p:sp>
          <p:nvSpPr>
            <p:cNvPr id="1353" name="object 1353"/>
            <p:cNvSpPr/>
            <p:nvPr/>
          </p:nvSpPr>
          <p:spPr>
            <a:xfrm>
              <a:off x="4144010" y="1141729"/>
              <a:ext cx="186690" cy="7620"/>
            </a:xfrm>
            <a:custGeom>
              <a:avLst/>
              <a:gdLst/>
              <a:ahLst/>
              <a:cxnLst/>
              <a:rect l="l" t="t" r="r" b="b"/>
              <a:pathLst>
                <a:path w="186689" h="7619">
                  <a:moveTo>
                    <a:pt x="186690" y="2540"/>
                  </a:moveTo>
                  <a:lnTo>
                    <a:pt x="185420" y="2540"/>
                  </a:lnTo>
                  <a:lnTo>
                    <a:pt x="185420" y="0"/>
                  </a:lnTo>
                  <a:lnTo>
                    <a:pt x="0" y="0"/>
                  </a:lnTo>
                  <a:lnTo>
                    <a:pt x="0" y="2540"/>
                  </a:lnTo>
                  <a:lnTo>
                    <a:pt x="0" y="7620"/>
                  </a:lnTo>
                  <a:lnTo>
                    <a:pt x="186690" y="7620"/>
                  </a:lnTo>
                  <a:lnTo>
                    <a:pt x="186690" y="2540"/>
                  </a:lnTo>
                  <a:close/>
                </a:path>
              </a:pathLst>
            </a:custGeom>
            <a:solidFill>
              <a:srgbClr val="0D8A00"/>
            </a:solidFill>
          </p:spPr>
          <p:txBody>
            <a:bodyPr wrap="square" lIns="0" tIns="0" rIns="0" bIns="0" rtlCol="0"/>
            <a:lstStyle/>
            <a:p/>
          </p:txBody>
        </p:sp>
        <p:sp>
          <p:nvSpPr>
            <p:cNvPr id="1354" name="object 1354"/>
            <p:cNvSpPr/>
            <p:nvPr/>
          </p:nvSpPr>
          <p:spPr>
            <a:xfrm>
              <a:off x="4144010" y="1149349"/>
              <a:ext cx="189230" cy="7620"/>
            </a:xfrm>
            <a:custGeom>
              <a:avLst/>
              <a:gdLst/>
              <a:ahLst/>
              <a:cxnLst/>
              <a:rect l="l" t="t" r="r" b="b"/>
              <a:pathLst>
                <a:path w="189229" h="7619">
                  <a:moveTo>
                    <a:pt x="189230" y="6350"/>
                  </a:moveTo>
                  <a:lnTo>
                    <a:pt x="187960" y="6350"/>
                  </a:lnTo>
                  <a:lnTo>
                    <a:pt x="187960" y="0"/>
                  </a:lnTo>
                  <a:lnTo>
                    <a:pt x="0" y="0"/>
                  </a:lnTo>
                  <a:lnTo>
                    <a:pt x="0" y="6350"/>
                  </a:lnTo>
                  <a:lnTo>
                    <a:pt x="0" y="7620"/>
                  </a:lnTo>
                  <a:lnTo>
                    <a:pt x="189230" y="7620"/>
                  </a:lnTo>
                  <a:lnTo>
                    <a:pt x="189230" y="6350"/>
                  </a:lnTo>
                  <a:close/>
                </a:path>
              </a:pathLst>
            </a:custGeom>
            <a:solidFill>
              <a:srgbClr val="0E8900"/>
            </a:solidFill>
          </p:spPr>
          <p:txBody>
            <a:bodyPr wrap="square" lIns="0" tIns="0" rIns="0" bIns="0" rtlCol="0"/>
            <a:lstStyle/>
            <a:p/>
          </p:txBody>
        </p:sp>
        <p:sp>
          <p:nvSpPr>
            <p:cNvPr id="1355" name="object 1355"/>
            <p:cNvSpPr/>
            <p:nvPr/>
          </p:nvSpPr>
          <p:spPr>
            <a:xfrm>
              <a:off x="4144009"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0F8800"/>
            </a:solidFill>
          </p:spPr>
          <p:txBody>
            <a:bodyPr wrap="square" lIns="0" tIns="0" rIns="0" bIns="0" rtlCol="0"/>
            <a:lstStyle/>
            <a:p/>
          </p:txBody>
        </p:sp>
        <p:sp>
          <p:nvSpPr>
            <p:cNvPr id="1356" name="object 1356"/>
            <p:cNvSpPr/>
            <p:nvPr/>
          </p:nvSpPr>
          <p:spPr>
            <a:xfrm>
              <a:off x="414401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108700"/>
            </a:solidFill>
          </p:spPr>
          <p:txBody>
            <a:bodyPr wrap="square" lIns="0" tIns="0" rIns="0" bIns="0" rtlCol="0"/>
            <a:lstStyle/>
            <a:p/>
          </p:txBody>
        </p:sp>
        <p:sp>
          <p:nvSpPr>
            <p:cNvPr id="1357" name="object 1357"/>
            <p:cNvSpPr/>
            <p:nvPr/>
          </p:nvSpPr>
          <p:spPr>
            <a:xfrm>
              <a:off x="414401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118600"/>
            </a:solidFill>
          </p:spPr>
          <p:txBody>
            <a:bodyPr wrap="square" lIns="0" tIns="0" rIns="0" bIns="0" rtlCol="0"/>
            <a:lstStyle/>
            <a:p/>
          </p:txBody>
        </p:sp>
        <p:sp>
          <p:nvSpPr>
            <p:cNvPr id="1358" name="object 1358"/>
            <p:cNvSpPr/>
            <p:nvPr/>
          </p:nvSpPr>
          <p:spPr>
            <a:xfrm>
              <a:off x="4144009"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128500"/>
            </a:solidFill>
          </p:spPr>
          <p:txBody>
            <a:bodyPr wrap="square" lIns="0" tIns="0" rIns="0" bIns="0" rtlCol="0"/>
            <a:lstStyle/>
            <a:p/>
          </p:txBody>
        </p:sp>
        <p:sp>
          <p:nvSpPr>
            <p:cNvPr id="1359" name="object 1359"/>
            <p:cNvSpPr/>
            <p:nvPr/>
          </p:nvSpPr>
          <p:spPr>
            <a:xfrm>
              <a:off x="4144010" y="1186179"/>
              <a:ext cx="193040" cy="6350"/>
            </a:xfrm>
            <a:custGeom>
              <a:avLst/>
              <a:gdLst/>
              <a:ahLst/>
              <a:cxnLst/>
              <a:rect l="l" t="t" r="r" b="b"/>
              <a:pathLst>
                <a:path w="193039"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148300"/>
            </a:solidFill>
          </p:spPr>
          <p:txBody>
            <a:bodyPr wrap="square" lIns="0" tIns="0" rIns="0" bIns="0" rtlCol="0"/>
            <a:lstStyle/>
            <a:p/>
          </p:txBody>
        </p:sp>
        <p:sp>
          <p:nvSpPr>
            <p:cNvPr id="1360" name="object 1360"/>
            <p:cNvSpPr/>
            <p:nvPr/>
          </p:nvSpPr>
          <p:spPr>
            <a:xfrm>
              <a:off x="4144010" y="1192529"/>
              <a:ext cx="194310" cy="7620"/>
            </a:xfrm>
            <a:custGeom>
              <a:avLst/>
              <a:gdLst/>
              <a:ahLst/>
              <a:cxnLst/>
              <a:rect l="l" t="t" r="r" b="b"/>
              <a:pathLst>
                <a:path w="194310" h="7619">
                  <a:moveTo>
                    <a:pt x="193040" y="0"/>
                  </a:moveTo>
                  <a:lnTo>
                    <a:pt x="0" y="0"/>
                  </a:lnTo>
                  <a:lnTo>
                    <a:pt x="0" y="6350"/>
                  </a:lnTo>
                  <a:lnTo>
                    <a:pt x="193040" y="6350"/>
                  </a:lnTo>
                  <a:lnTo>
                    <a:pt x="193040" y="0"/>
                  </a:lnTo>
                  <a:close/>
                </a:path>
                <a:path w="194310" h="7619">
                  <a:moveTo>
                    <a:pt x="194310" y="6362"/>
                  </a:moveTo>
                  <a:lnTo>
                    <a:pt x="0" y="6362"/>
                  </a:lnTo>
                  <a:lnTo>
                    <a:pt x="0" y="7620"/>
                  </a:lnTo>
                  <a:lnTo>
                    <a:pt x="194310" y="7620"/>
                  </a:lnTo>
                  <a:lnTo>
                    <a:pt x="194310" y="6362"/>
                  </a:lnTo>
                  <a:close/>
                </a:path>
              </a:pathLst>
            </a:custGeom>
            <a:solidFill>
              <a:srgbClr val="158200"/>
            </a:solidFill>
          </p:spPr>
          <p:txBody>
            <a:bodyPr wrap="square" lIns="0" tIns="0" rIns="0" bIns="0" rtlCol="0"/>
            <a:lstStyle/>
            <a:p/>
          </p:txBody>
        </p:sp>
        <p:sp>
          <p:nvSpPr>
            <p:cNvPr id="1361" name="object 1361"/>
            <p:cNvSpPr/>
            <p:nvPr/>
          </p:nvSpPr>
          <p:spPr>
            <a:xfrm>
              <a:off x="4144009" y="1200149"/>
              <a:ext cx="194310" cy="7620"/>
            </a:xfrm>
            <a:custGeom>
              <a:avLst/>
              <a:gdLst/>
              <a:ahLst/>
              <a:cxnLst/>
              <a:rect l="l" t="t" r="r" b="b"/>
              <a:pathLst>
                <a:path w="194310" h="7619">
                  <a:moveTo>
                    <a:pt x="0" y="7620"/>
                  </a:moveTo>
                  <a:lnTo>
                    <a:pt x="0" y="0"/>
                  </a:lnTo>
                  <a:lnTo>
                    <a:pt x="194310" y="0"/>
                  </a:lnTo>
                  <a:lnTo>
                    <a:pt x="194310" y="7620"/>
                  </a:lnTo>
                  <a:lnTo>
                    <a:pt x="0" y="7620"/>
                  </a:lnTo>
                  <a:close/>
                </a:path>
              </a:pathLst>
            </a:custGeom>
            <a:solidFill>
              <a:srgbClr val="168100"/>
            </a:solidFill>
          </p:spPr>
          <p:txBody>
            <a:bodyPr wrap="square" lIns="0" tIns="0" rIns="0" bIns="0" rtlCol="0"/>
            <a:lstStyle/>
            <a:p/>
          </p:txBody>
        </p:sp>
        <p:sp>
          <p:nvSpPr>
            <p:cNvPr id="1362" name="object 1362"/>
            <p:cNvSpPr/>
            <p:nvPr/>
          </p:nvSpPr>
          <p:spPr>
            <a:xfrm>
              <a:off x="4144010" y="1207769"/>
              <a:ext cx="195580" cy="6350"/>
            </a:xfrm>
            <a:custGeom>
              <a:avLst/>
              <a:gdLst/>
              <a:ahLst/>
              <a:cxnLst/>
              <a:rect l="l" t="t" r="r" b="b"/>
              <a:pathLst>
                <a:path w="195579" h="6350">
                  <a:moveTo>
                    <a:pt x="195580" y="2540"/>
                  </a:moveTo>
                  <a:lnTo>
                    <a:pt x="194310" y="2540"/>
                  </a:lnTo>
                  <a:lnTo>
                    <a:pt x="194310" y="0"/>
                  </a:lnTo>
                  <a:lnTo>
                    <a:pt x="0" y="0"/>
                  </a:lnTo>
                  <a:lnTo>
                    <a:pt x="0" y="2540"/>
                  </a:lnTo>
                  <a:lnTo>
                    <a:pt x="0" y="6350"/>
                  </a:lnTo>
                  <a:lnTo>
                    <a:pt x="195580" y="6350"/>
                  </a:lnTo>
                  <a:lnTo>
                    <a:pt x="195580" y="2540"/>
                  </a:lnTo>
                  <a:close/>
                </a:path>
              </a:pathLst>
            </a:custGeom>
            <a:solidFill>
              <a:srgbClr val="178000"/>
            </a:solidFill>
          </p:spPr>
          <p:txBody>
            <a:bodyPr wrap="square" lIns="0" tIns="0" rIns="0" bIns="0" rtlCol="0"/>
            <a:lstStyle/>
            <a:p/>
          </p:txBody>
        </p:sp>
        <p:sp>
          <p:nvSpPr>
            <p:cNvPr id="1363" name="object 1363"/>
            <p:cNvSpPr/>
            <p:nvPr/>
          </p:nvSpPr>
          <p:spPr>
            <a:xfrm>
              <a:off x="4144009"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187F00"/>
            </a:solidFill>
          </p:spPr>
          <p:txBody>
            <a:bodyPr wrap="square" lIns="0" tIns="0" rIns="0" bIns="0" rtlCol="0"/>
            <a:lstStyle/>
            <a:p/>
          </p:txBody>
        </p:sp>
        <p:sp>
          <p:nvSpPr>
            <p:cNvPr id="1364" name="object 1364"/>
            <p:cNvSpPr/>
            <p:nvPr/>
          </p:nvSpPr>
          <p:spPr>
            <a:xfrm>
              <a:off x="414401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197E00"/>
            </a:solidFill>
          </p:spPr>
          <p:txBody>
            <a:bodyPr wrap="square" lIns="0" tIns="0" rIns="0" bIns="0" rtlCol="0"/>
            <a:lstStyle/>
            <a:p/>
          </p:txBody>
        </p:sp>
        <p:sp>
          <p:nvSpPr>
            <p:cNvPr id="1365" name="object 1365"/>
            <p:cNvSpPr/>
            <p:nvPr/>
          </p:nvSpPr>
          <p:spPr>
            <a:xfrm>
              <a:off x="4144009"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B7C00"/>
            </a:solidFill>
          </p:spPr>
          <p:txBody>
            <a:bodyPr wrap="square" lIns="0" tIns="0" rIns="0" bIns="0" rtlCol="0"/>
            <a:lstStyle/>
            <a:p/>
          </p:txBody>
        </p:sp>
        <p:sp>
          <p:nvSpPr>
            <p:cNvPr id="1366" name="object 1366"/>
            <p:cNvSpPr/>
            <p:nvPr/>
          </p:nvSpPr>
          <p:spPr>
            <a:xfrm>
              <a:off x="4144009"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1C7B00"/>
            </a:solidFill>
          </p:spPr>
          <p:txBody>
            <a:bodyPr wrap="square" lIns="0" tIns="0" rIns="0" bIns="0" rtlCol="0"/>
            <a:lstStyle/>
            <a:p/>
          </p:txBody>
        </p:sp>
        <p:sp>
          <p:nvSpPr>
            <p:cNvPr id="1367" name="object 1367"/>
            <p:cNvSpPr/>
            <p:nvPr/>
          </p:nvSpPr>
          <p:spPr>
            <a:xfrm>
              <a:off x="4144009"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1D7A00"/>
            </a:solidFill>
          </p:spPr>
          <p:txBody>
            <a:bodyPr wrap="square" lIns="0" tIns="0" rIns="0" bIns="0" rtlCol="0"/>
            <a:lstStyle/>
            <a:p/>
          </p:txBody>
        </p:sp>
        <p:sp>
          <p:nvSpPr>
            <p:cNvPr id="1368" name="object 1368"/>
            <p:cNvSpPr/>
            <p:nvPr/>
          </p:nvSpPr>
          <p:spPr>
            <a:xfrm>
              <a:off x="4144009"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E7900"/>
            </a:solidFill>
          </p:spPr>
          <p:txBody>
            <a:bodyPr wrap="square" lIns="0" tIns="0" rIns="0" bIns="0" rtlCol="0"/>
            <a:lstStyle/>
            <a:p/>
          </p:txBody>
        </p:sp>
        <p:sp>
          <p:nvSpPr>
            <p:cNvPr id="1369" name="object 1369"/>
            <p:cNvSpPr/>
            <p:nvPr/>
          </p:nvSpPr>
          <p:spPr>
            <a:xfrm>
              <a:off x="4144009"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1F7800"/>
            </a:solidFill>
          </p:spPr>
          <p:txBody>
            <a:bodyPr wrap="square" lIns="0" tIns="0" rIns="0" bIns="0" rtlCol="0"/>
            <a:lstStyle/>
            <a:p/>
          </p:txBody>
        </p:sp>
        <p:sp>
          <p:nvSpPr>
            <p:cNvPr id="1370" name="object 1370"/>
            <p:cNvSpPr/>
            <p:nvPr/>
          </p:nvSpPr>
          <p:spPr>
            <a:xfrm>
              <a:off x="414401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60" y="6350"/>
                  </a:lnTo>
                  <a:lnTo>
                    <a:pt x="99060" y="5080"/>
                  </a:lnTo>
                  <a:lnTo>
                    <a:pt x="101600" y="5080"/>
                  </a:lnTo>
                  <a:lnTo>
                    <a:pt x="101600" y="7620"/>
                  </a:lnTo>
                  <a:lnTo>
                    <a:pt x="196850" y="7620"/>
                  </a:lnTo>
                  <a:lnTo>
                    <a:pt x="196850" y="5080"/>
                  </a:lnTo>
                  <a:lnTo>
                    <a:pt x="196850" y="0"/>
                  </a:lnTo>
                  <a:close/>
                </a:path>
              </a:pathLst>
            </a:custGeom>
            <a:solidFill>
              <a:srgbClr val="217600"/>
            </a:solidFill>
          </p:spPr>
          <p:txBody>
            <a:bodyPr wrap="square" lIns="0" tIns="0" rIns="0" bIns="0" rtlCol="0"/>
            <a:lstStyle/>
            <a:p/>
          </p:txBody>
        </p:sp>
        <p:sp>
          <p:nvSpPr>
            <p:cNvPr id="1371" name="object 1371"/>
            <p:cNvSpPr/>
            <p:nvPr/>
          </p:nvSpPr>
          <p:spPr>
            <a:xfrm>
              <a:off x="4144010" y="1272539"/>
              <a:ext cx="196850" cy="7620"/>
            </a:xfrm>
            <a:custGeom>
              <a:avLst/>
              <a:gdLst/>
              <a:ahLst/>
              <a:cxnLst/>
              <a:rect l="l" t="t" r="r" b="b"/>
              <a:pathLst>
                <a:path w="196850" h="7619">
                  <a:moveTo>
                    <a:pt x="96520" y="0"/>
                  </a:moveTo>
                  <a:lnTo>
                    <a:pt x="0" y="0"/>
                  </a:lnTo>
                  <a:lnTo>
                    <a:pt x="0" y="1270"/>
                  </a:lnTo>
                  <a:lnTo>
                    <a:pt x="0" y="2540"/>
                  </a:lnTo>
                  <a:lnTo>
                    <a:pt x="0" y="3810"/>
                  </a:lnTo>
                  <a:lnTo>
                    <a:pt x="0" y="7620"/>
                  </a:lnTo>
                  <a:lnTo>
                    <a:pt x="92710" y="7620"/>
                  </a:lnTo>
                  <a:lnTo>
                    <a:pt x="92710" y="3810"/>
                  </a:lnTo>
                  <a:lnTo>
                    <a:pt x="93980" y="381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5080"/>
                  </a:lnTo>
                  <a:lnTo>
                    <a:pt x="107950" y="5080"/>
                  </a:lnTo>
                  <a:lnTo>
                    <a:pt x="107950" y="7620"/>
                  </a:lnTo>
                  <a:lnTo>
                    <a:pt x="196850" y="7620"/>
                  </a:lnTo>
                  <a:lnTo>
                    <a:pt x="196850" y="5080"/>
                  </a:lnTo>
                  <a:lnTo>
                    <a:pt x="196850" y="2540"/>
                  </a:lnTo>
                  <a:lnTo>
                    <a:pt x="196850" y="0"/>
                  </a:lnTo>
                  <a:close/>
                </a:path>
              </a:pathLst>
            </a:custGeom>
            <a:solidFill>
              <a:srgbClr val="227500"/>
            </a:solidFill>
          </p:spPr>
          <p:txBody>
            <a:bodyPr wrap="square" lIns="0" tIns="0" rIns="0" bIns="0" rtlCol="0"/>
            <a:lstStyle/>
            <a:p/>
          </p:txBody>
        </p:sp>
        <p:sp>
          <p:nvSpPr>
            <p:cNvPr id="1372" name="object 1372"/>
            <p:cNvSpPr/>
            <p:nvPr/>
          </p:nvSpPr>
          <p:spPr>
            <a:xfrm>
              <a:off x="4144010" y="1280159"/>
              <a:ext cx="196850" cy="6350"/>
            </a:xfrm>
            <a:custGeom>
              <a:avLst/>
              <a:gdLst/>
              <a:ahLst/>
              <a:cxnLst/>
              <a:rect l="l" t="t" r="r" b="b"/>
              <a:pathLst>
                <a:path w="196850" h="6350">
                  <a:moveTo>
                    <a:pt x="91440" y="0"/>
                  </a:moveTo>
                  <a:lnTo>
                    <a:pt x="0" y="0"/>
                  </a:lnTo>
                  <a:lnTo>
                    <a:pt x="0" y="3810"/>
                  </a:lnTo>
                  <a:lnTo>
                    <a:pt x="0" y="6350"/>
                  </a:lnTo>
                  <a:lnTo>
                    <a:pt x="90170" y="6350"/>
                  </a:lnTo>
                  <a:lnTo>
                    <a:pt x="90170" y="3810"/>
                  </a:lnTo>
                  <a:lnTo>
                    <a:pt x="91440" y="3810"/>
                  </a:lnTo>
                  <a:lnTo>
                    <a:pt x="91440" y="0"/>
                  </a:lnTo>
                  <a:close/>
                </a:path>
                <a:path w="196850" h="6350">
                  <a:moveTo>
                    <a:pt x="196850" y="5080"/>
                  </a:moveTo>
                  <a:lnTo>
                    <a:pt x="196837" y="0"/>
                  </a:lnTo>
                  <a:lnTo>
                    <a:pt x="109220" y="0"/>
                  </a:lnTo>
                  <a:lnTo>
                    <a:pt x="109220" y="5080"/>
                  </a:lnTo>
                  <a:lnTo>
                    <a:pt x="110490" y="5080"/>
                  </a:lnTo>
                  <a:lnTo>
                    <a:pt x="110490" y="6350"/>
                  </a:lnTo>
                  <a:lnTo>
                    <a:pt x="196850" y="6350"/>
                  </a:lnTo>
                  <a:lnTo>
                    <a:pt x="196850" y="5080"/>
                  </a:lnTo>
                  <a:close/>
                </a:path>
              </a:pathLst>
            </a:custGeom>
            <a:solidFill>
              <a:srgbClr val="237400"/>
            </a:solidFill>
          </p:spPr>
          <p:txBody>
            <a:bodyPr wrap="square" lIns="0" tIns="0" rIns="0" bIns="0" rtlCol="0"/>
            <a:lstStyle/>
            <a:p/>
          </p:txBody>
        </p:sp>
        <p:sp>
          <p:nvSpPr>
            <p:cNvPr id="1373" name="object 1373"/>
            <p:cNvSpPr/>
            <p:nvPr/>
          </p:nvSpPr>
          <p:spPr>
            <a:xfrm>
              <a:off x="4144010" y="1286509"/>
              <a:ext cx="196850" cy="7620"/>
            </a:xfrm>
            <a:custGeom>
              <a:avLst/>
              <a:gdLst/>
              <a:ahLst/>
              <a:cxnLst/>
              <a:rect l="l" t="t" r="r" b="b"/>
              <a:pathLst>
                <a:path w="196850" h="7619">
                  <a:moveTo>
                    <a:pt x="88900" y="0"/>
                  </a:moveTo>
                  <a:lnTo>
                    <a:pt x="0" y="0"/>
                  </a:lnTo>
                  <a:lnTo>
                    <a:pt x="0" y="3810"/>
                  </a:lnTo>
                  <a:lnTo>
                    <a:pt x="0" y="7620"/>
                  </a:lnTo>
                  <a:lnTo>
                    <a:pt x="87630" y="7620"/>
                  </a:lnTo>
                  <a:lnTo>
                    <a:pt x="87630" y="3810"/>
                  </a:lnTo>
                  <a:lnTo>
                    <a:pt x="88900" y="3810"/>
                  </a:lnTo>
                  <a:lnTo>
                    <a:pt x="8890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247300"/>
            </a:solidFill>
          </p:spPr>
          <p:txBody>
            <a:bodyPr wrap="square" lIns="0" tIns="0" rIns="0" bIns="0" rtlCol="0"/>
            <a:lstStyle/>
            <a:p/>
          </p:txBody>
        </p:sp>
        <p:sp>
          <p:nvSpPr>
            <p:cNvPr id="1374" name="object 1374"/>
            <p:cNvSpPr/>
            <p:nvPr/>
          </p:nvSpPr>
          <p:spPr>
            <a:xfrm>
              <a:off x="4144009" y="1294129"/>
              <a:ext cx="196850" cy="7620"/>
            </a:xfrm>
            <a:custGeom>
              <a:avLst/>
              <a:gdLst/>
              <a:ahLst/>
              <a:cxnLst/>
              <a:rect l="l" t="t" r="r" b="b"/>
              <a:pathLst>
                <a:path w="196850" h="7619">
                  <a:moveTo>
                    <a:pt x="87629" y="0"/>
                  </a:moveTo>
                  <a:lnTo>
                    <a:pt x="0" y="0"/>
                  </a:lnTo>
                  <a:lnTo>
                    <a:pt x="0" y="7620"/>
                  </a:lnTo>
                  <a:lnTo>
                    <a:pt x="86360" y="7620"/>
                  </a:lnTo>
                  <a:lnTo>
                    <a:pt x="86360" y="2540"/>
                  </a:lnTo>
                  <a:lnTo>
                    <a:pt x="87629" y="2540"/>
                  </a:lnTo>
                  <a:lnTo>
                    <a:pt x="87629" y="0"/>
                  </a:lnTo>
                  <a:close/>
                </a:path>
                <a:path w="196850" h="7619">
                  <a:moveTo>
                    <a:pt x="196850" y="0"/>
                  </a:moveTo>
                  <a:lnTo>
                    <a:pt x="111760" y="0"/>
                  </a:lnTo>
                  <a:lnTo>
                    <a:pt x="111760" y="7620"/>
                  </a:lnTo>
                  <a:lnTo>
                    <a:pt x="196850" y="7620"/>
                  </a:lnTo>
                  <a:lnTo>
                    <a:pt x="196850" y="0"/>
                  </a:lnTo>
                  <a:close/>
                </a:path>
              </a:pathLst>
            </a:custGeom>
            <a:solidFill>
              <a:srgbClr val="257200"/>
            </a:solidFill>
          </p:spPr>
          <p:txBody>
            <a:bodyPr wrap="square" lIns="0" tIns="0" rIns="0" bIns="0" rtlCol="0"/>
            <a:lstStyle/>
            <a:p/>
          </p:txBody>
        </p:sp>
        <p:sp>
          <p:nvSpPr>
            <p:cNvPr id="1375" name="object 1375"/>
            <p:cNvSpPr/>
            <p:nvPr/>
          </p:nvSpPr>
          <p:spPr>
            <a:xfrm>
              <a:off x="4144009" y="1301749"/>
              <a:ext cx="196850" cy="6350"/>
            </a:xfrm>
            <a:custGeom>
              <a:avLst/>
              <a:gdLst/>
              <a:ahLst/>
              <a:cxnLst/>
              <a:rect l="l" t="t" r="r" b="b"/>
              <a:pathLst>
                <a:path w="196850" h="6350">
                  <a:moveTo>
                    <a:pt x="86360" y="0"/>
                  </a:moveTo>
                  <a:lnTo>
                    <a:pt x="0" y="0"/>
                  </a:lnTo>
                  <a:lnTo>
                    <a:pt x="0" y="6350"/>
                  </a:lnTo>
                  <a:lnTo>
                    <a:pt x="85089" y="6350"/>
                  </a:lnTo>
                  <a:lnTo>
                    <a:pt x="85089" y="2539"/>
                  </a:lnTo>
                  <a:lnTo>
                    <a:pt x="86360" y="2539"/>
                  </a:lnTo>
                  <a:lnTo>
                    <a:pt x="86360" y="0"/>
                  </a:lnTo>
                  <a:close/>
                </a:path>
                <a:path w="196850" h="6350">
                  <a:moveTo>
                    <a:pt x="196850" y="0"/>
                  </a:moveTo>
                  <a:lnTo>
                    <a:pt x="111760" y="0"/>
                  </a:lnTo>
                  <a:lnTo>
                    <a:pt x="111760" y="2539"/>
                  </a:lnTo>
                  <a:lnTo>
                    <a:pt x="113029" y="2539"/>
                  </a:lnTo>
                  <a:lnTo>
                    <a:pt x="113029" y="6350"/>
                  </a:lnTo>
                  <a:lnTo>
                    <a:pt x="196850" y="6350"/>
                  </a:lnTo>
                  <a:lnTo>
                    <a:pt x="196850" y="0"/>
                  </a:lnTo>
                  <a:close/>
                </a:path>
              </a:pathLst>
            </a:custGeom>
            <a:solidFill>
              <a:srgbClr val="267100"/>
            </a:solidFill>
          </p:spPr>
          <p:txBody>
            <a:bodyPr wrap="square" lIns="0" tIns="0" rIns="0" bIns="0" rtlCol="0"/>
            <a:lstStyle/>
            <a:p/>
          </p:txBody>
        </p:sp>
        <p:sp>
          <p:nvSpPr>
            <p:cNvPr id="1376" name="object 1376"/>
            <p:cNvSpPr/>
            <p:nvPr/>
          </p:nvSpPr>
          <p:spPr>
            <a:xfrm>
              <a:off x="4144009" y="1308099"/>
              <a:ext cx="196850" cy="7620"/>
            </a:xfrm>
            <a:custGeom>
              <a:avLst/>
              <a:gdLst/>
              <a:ahLst/>
              <a:cxnLst/>
              <a:rect l="l" t="t" r="r" b="b"/>
              <a:pathLst>
                <a:path w="196850" h="7619">
                  <a:moveTo>
                    <a:pt x="85089" y="0"/>
                  </a:moveTo>
                  <a:lnTo>
                    <a:pt x="0" y="0"/>
                  </a:lnTo>
                  <a:lnTo>
                    <a:pt x="0" y="7620"/>
                  </a:lnTo>
                  <a:lnTo>
                    <a:pt x="83820" y="7620"/>
                  </a:lnTo>
                  <a:lnTo>
                    <a:pt x="83820" y="3810"/>
                  </a:lnTo>
                  <a:lnTo>
                    <a:pt x="85089" y="3810"/>
                  </a:lnTo>
                  <a:lnTo>
                    <a:pt x="85089" y="0"/>
                  </a:lnTo>
                  <a:close/>
                </a:path>
                <a:path w="196850" h="7619">
                  <a:moveTo>
                    <a:pt x="196850" y="0"/>
                  </a:moveTo>
                  <a:lnTo>
                    <a:pt x="113029" y="0"/>
                  </a:lnTo>
                  <a:lnTo>
                    <a:pt x="113029" y="7620"/>
                  </a:lnTo>
                  <a:lnTo>
                    <a:pt x="196850" y="7620"/>
                  </a:lnTo>
                  <a:lnTo>
                    <a:pt x="196850" y="0"/>
                  </a:lnTo>
                  <a:close/>
                </a:path>
              </a:pathLst>
            </a:custGeom>
            <a:solidFill>
              <a:srgbClr val="286F00"/>
            </a:solidFill>
          </p:spPr>
          <p:txBody>
            <a:bodyPr wrap="square" lIns="0" tIns="0" rIns="0" bIns="0" rtlCol="0"/>
            <a:lstStyle/>
            <a:p/>
          </p:txBody>
        </p:sp>
        <p:sp>
          <p:nvSpPr>
            <p:cNvPr id="1377" name="object 1377"/>
            <p:cNvSpPr/>
            <p:nvPr/>
          </p:nvSpPr>
          <p:spPr>
            <a:xfrm>
              <a:off x="4144009" y="1315719"/>
              <a:ext cx="196850" cy="7620"/>
            </a:xfrm>
            <a:custGeom>
              <a:avLst/>
              <a:gdLst/>
              <a:ahLst/>
              <a:cxnLst/>
              <a:rect l="l" t="t" r="r" b="b"/>
              <a:pathLst>
                <a:path w="196850" h="7619">
                  <a:moveTo>
                    <a:pt x="83820" y="0"/>
                  </a:moveTo>
                  <a:lnTo>
                    <a:pt x="0" y="0"/>
                  </a:lnTo>
                  <a:lnTo>
                    <a:pt x="0" y="7619"/>
                  </a:lnTo>
                  <a:lnTo>
                    <a:pt x="83820" y="7619"/>
                  </a:lnTo>
                  <a:lnTo>
                    <a:pt x="83820" y="0"/>
                  </a:lnTo>
                  <a:close/>
                </a:path>
                <a:path w="196850" h="7619">
                  <a:moveTo>
                    <a:pt x="196850" y="0"/>
                  </a:moveTo>
                  <a:lnTo>
                    <a:pt x="113029" y="0"/>
                  </a:lnTo>
                  <a:lnTo>
                    <a:pt x="113029" y="3809"/>
                  </a:lnTo>
                  <a:lnTo>
                    <a:pt x="114300" y="3809"/>
                  </a:lnTo>
                  <a:lnTo>
                    <a:pt x="114300" y="7619"/>
                  </a:lnTo>
                  <a:lnTo>
                    <a:pt x="196850" y="7619"/>
                  </a:lnTo>
                  <a:lnTo>
                    <a:pt x="196850" y="0"/>
                  </a:lnTo>
                  <a:close/>
                </a:path>
              </a:pathLst>
            </a:custGeom>
            <a:solidFill>
              <a:srgbClr val="296E00"/>
            </a:solidFill>
          </p:spPr>
          <p:txBody>
            <a:bodyPr wrap="square" lIns="0" tIns="0" rIns="0" bIns="0" rtlCol="0"/>
            <a:lstStyle/>
            <a:p/>
          </p:txBody>
        </p:sp>
        <p:sp>
          <p:nvSpPr>
            <p:cNvPr id="1378" name="object 1378"/>
            <p:cNvSpPr/>
            <p:nvPr/>
          </p:nvSpPr>
          <p:spPr>
            <a:xfrm>
              <a:off x="414401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2A6D00"/>
            </a:solidFill>
          </p:spPr>
          <p:txBody>
            <a:bodyPr wrap="square" lIns="0" tIns="0" rIns="0" bIns="0" rtlCol="0"/>
            <a:lstStyle/>
            <a:p/>
          </p:txBody>
        </p:sp>
        <p:sp>
          <p:nvSpPr>
            <p:cNvPr id="1379" name="object 1379"/>
            <p:cNvSpPr/>
            <p:nvPr/>
          </p:nvSpPr>
          <p:spPr>
            <a:xfrm>
              <a:off x="414401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2B6C00"/>
            </a:solidFill>
          </p:spPr>
          <p:txBody>
            <a:bodyPr wrap="square" lIns="0" tIns="0" rIns="0" bIns="0" rtlCol="0"/>
            <a:lstStyle/>
            <a:p/>
          </p:txBody>
        </p:sp>
        <p:sp>
          <p:nvSpPr>
            <p:cNvPr id="1380" name="object 1380"/>
            <p:cNvSpPr/>
            <p:nvPr/>
          </p:nvSpPr>
          <p:spPr>
            <a:xfrm>
              <a:off x="414401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2C6B00"/>
            </a:solidFill>
          </p:spPr>
          <p:txBody>
            <a:bodyPr wrap="square" lIns="0" tIns="0" rIns="0" bIns="0" rtlCol="0"/>
            <a:lstStyle/>
            <a:p/>
          </p:txBody>
        </p:sp>
        <p:sp>
          <p:nvSpPr>
            <p:cNvPr id="1381" name="object 1381"/>
            <p:cNvSpPr/>
            <p:nvPr/>
          </p:nvSpPr>
          <p:spPr>
            <a:xfrm>
              <a:off x="4144009"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2D6A00"/>
            </a:solidFill>
          </p:spPr>
          <p:txBody>
            <a:bodyPr wrap="square" lIns="0" tIns="0" rIns="0" bIns="0" rtlCol="0"/>
            <a:lstStyle/>
            <a:p/>
          </p:txBody>
        </p:sp>
        <p:sp>
          <p:nvSpPr>
            <p:cNvPr id="1382" name="object 1382"/>
            <p:cNvSpPr/>
            <p:nvPr/>
          </p:nvSpPr>
          <p:spPr>
            <a:xfrm>
              <a:off x="414401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2F6800"/>
            </a:solidFill>
          </p:spPr>
          <p:txBody>
            <a:bodyPr wrap="square" lIns="0" tIns="0" rIns="0" bIns="0" rtlCol="0"/>
            <a:lstStyle/>
            <a:p/>
          </p:txBody>
        </p:sp>
        <p:sp>
          <p:nvSpPr>
            <p:cNvPr id="1383" name="object 1383"/>
            <p:cNvSpPr/>
            <p:nvPr/>
          </p:nvSpPr>
          <p:spPr>
            <a:xfrm>
              <a:off x="414401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06700"/>
            </a:solidFill>
          </p:spPr>
          <p:txBody>
            <a:bodyPr wrap="square" lIns="0" tIns="0" rIns="0" bIns="0" rtlCol="0"/>
            <a:lstStyle/>
            <a:p/>
          </p:txBody>
        </p:sp>
        <p:sp>
          <p:nvSpPr>
            <p:cNvPr id="1384" name="object 1384"/>
            <p:cNvSpPr/>
            <p:nvPr/>
          </p:nvSpPr>
          <p:spPr>
            <a:xfrm>
              <a:off x="414401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16600"/>
            </a:solidFill>
          </p:spPr>
          <p:txBody>
            <a:bodyPr wrap="square" lIns="0" tIns="0" rIns="0" bIns="0" rtlCol="0"/>
            <a:lstStyle/>
            <a:p/>
          </p:txBody>
        </p:sp>
        <p:sp>
          <p:nvSpPr>
            <p:cNvPr id="1385" name="object 1385"/>
            <p:cNvSpPr/>
            <p:nvPr/>
          </p:nvSpPr>
          <p:spPr>
            <a:xfrm>
              <a:off x="414401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36600"/>
            </a:solidFill>
          </p:spPr>
          <p:txBody>
            <a:bodyPr wrap="square" lIns="0" tIns="0" rIns="0" bIns="0" rtlCol="0"/>
            <a:lstStyle/>
            <a:p/>
          </p:txBody>
        </p:sp>
        <p:sp>
          <p:nvSpPr>
            <p:cNvPr id="1386" name="object 1386"/>
            <p:cNvSpPr/>
            <p:nvPr/>
          </p:nvSpPr>
          <p:spPr>
            <a:xfrm>
              <a:off x="414401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36400"/>
            </a:solidFill>
          </p:spPr>
          <p:txBody>
            <a:bodyPr wrap="square" lIns="0" tIns="0" rIns="0" bIns="0" rtlCol="0"/>
            <a:lstStyle/>
            <a:p/>
          </p:txBody>
        </p:sp>
        <p:sp>
          <p:nvSpPr>
            <p:cNvPr id="1387" name="object 1387"/>
            <p:cNvSpPr/>
            <p:nvPr/>
          </p:nvSpPr>
          <p:spPr>
            <a:xfrm>
              <a:off x="414401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46300"/>
            </a:solidFill>
          </p:spPr>
          <p:txBody>
            <a:bodyPr wrap="square" lIns="0" tIns="0" rIns="0" bIns="0" rtlCol="0"/>
            <a:lstStyle/>
            <a:p/>
          </p:txBody>
        </p:sp>
        <p:sp>
          <p:nvSpPr>
            <p:cNvPr id="1388" name="object 1388"/>
            <p:cNvSpPr/>
            <p:nvPr/>
          </p:nvSpPr>
          <p:spPr>
            <a:xfrm>
              <a:off x="414401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66100"/>
            </a:solidFill>
          </p:spPr>
          <p:txBody>
            <a:bodyPr wrap="square" lIns="0" tIns="0" rIns="0" bIns="0" rtlCol="0"/>
            <a:lstStyle/>
            <a:p/>
          </p:txBody>
        </p:sp>
        <p:sp>
          <p:nvSpPr>
            <p:cNvPr id="1389" name="object 1389"/>
            <p:cNvSpPr/>
            <p:nvPr/>
          </p:nvSpPr>
          <p:spPr>
            <a:xfrm>
              <a:off x="414401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76000"/>
            </a:solidFill>
          </p:spPr>
          <p:txBody>
            <a:bodyPr wrap="square" lIns="0" tIns="0" rIns="0" bIns="0" rtlCol="0"/>
            <a:lstStyle/>
            <a:p/>
          </p:txBody>
        </p:sp>
        <p:sp>
          <p:nvSpPr>
            <p:cNvPr id="1390" name="object 1390"/>
            <p:cNvSpPr/>
            <p:nvPr/>
          </p:nvSpPr>
          <p:spPr>
            <a:xfrm>
              <a:off x="414401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85F00"/>
            </a:solidFill>
          </p:spPr>
          <p:txBody>
            <a:bodyPr wrap="square" lIns="0" tIns="0" rIns="0" bIns="0" rtlCol="0"/>
            <a:lstStyle/>
            <a:p/>
          </p:txBody>
        </p:sp>
        <p:sp>
          <p:nvSpPr>
            <p:cNvPr id="1391" name="object 1391"/>
            <p:cNvSpPr/>
            <p:nvPr/>
          </p:nvSpPr>
          <p:spPr>
            <a:xfrm>
              <a:off x="414401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95E00"/>
            </a:solidFill>
          </p:spPr>
          <p:txBody>
            <a:bodyPr wrap="square" lIns="0" tIns="0" rIns="0" bIns="0" rtlCol="0"/>
            <a:lstStyle/>
            <a:p/>
          </p:txBody>
        </p:sp>
        <p:sp>
          <p:nvSpPr>
            <p:cNvPr id="1392" name="object 1392"/>
            <p:cNvSpPr/>
            <p:nvPr/>
          </p:nvSpPr>
          <p:spPr>
            <a:xfrm>
              <a:off x="414401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A5D00"/>
            </a:solidFill>
          </p:spPr>
          <p:txBody>
            <a:bodyPr wrap="square" lIns="0" tIns="0" rIns="0" bIns="0" rtlCol="0"/>
            <a:lstStyle/>
            <a:p/>
          </p:txBody>
        </p:sp>
        <p:sp>
          <p:nvSpPr>
            <p:cNvPr id="1393" name="object 1393"/>
            <p:cNvSpPr/>
            <p:nvPr/>
          </p:nvSpPr>
          <p:spPr>
            <a:xfrm>
              <a:off x="414401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B5C00"/>
            </a:solidFill>
          </p:spPr>
          <p:txBody>
            <a:bodyPr wrap="square" lIns="0" tIns="0" rIns="0" bIns="0" rtlCol="0"/>
            <a:lstStyle/>
            <a:p/>
          </p:txBody>
        </p:sp>
        <p:sp>
          <p:nvSpPr>
            <p:cNvPr id="1394" name="object 1394"/>
            <p:cNvSpPr/>
            <p:nvPr/>
          </p:nvSpPr>
          <p:spPr>
            <a:xfrm>
              <a:off x="414401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D5A00"/>
            </a:solidFill>
          </p:spPr>
          <p:txBody>
            <a:bodyPr wrap="square" lIns="0" tIns="0" rIns="0" bIns="0" rtlCol="0"/>
            <a:lstStyle/>
            <a:p/>
          </p:txBody>
        </p:sp>
        <p:sp>
          <p:nvSpPr>
            <p:cNvPr id="1395" name="object 1395"/>
            <p:cNvSpPr/>
            <p:nvPr/>
          </p:nvSpPr>
          <p:spPr>
            <a:xfrm>
              <a:off x="414401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E5900"/>
            </a:solidFill>
          </p:spPr>
          <p:txBody>
            <a:bodyPr wrap="square" lIns="0" tIns="0" rIns="0" bIns="0" rtlCol="0"/>
            <a:lstStyle/>
            <a:p/>
          </p:txBody>
        </p:sp>
        <p:sp>
          <p:nvSpPr>
            <p:cNvPr id="1396" name="object 1396"/>
            <p:cNvSpPr/>
            <p:nvPr/>
          </p:nvSpPr>
          <p:spPr>
            <a:xfrm>
              <a:off x="414401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F5800"/>
            </a:solidFill>
          </p:spPr>
          <p:txBody>
            <a:bodyPr wrap="square" lIns="0" tIns="0" rIns="0" bIns="0" rtlCol="0"/>
            <a:lstStyle/>
            <a:p/>
          </p:txBody>
        </p:sp>
        <p:sp>
          <p:nvSpPr>
            <p:cNvPr id="1397" name="object 1397"/>
            <p:cNvSpPr/>
            <p:nvPr/>
          </p:nvSpPr>
          <p:spPr>
            <a:xfrm>
              <a:off x="414401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05700"/>
            </a:solidFill>
          </p:spPr>
          <p:txBody>
            <a:bodyPr wrap="square" lIns="0" tIns="0" rIns="0" bIns="0" rtlCol="0"/>
            <a:lstStyle/>
            <a:p/>
          </p:txBody>
        </p:sp>
        <p:sp>
          <p:nvSpPr>
            <p:cNvPr id="1398" name="object 1398"/>
            <p:cNvSpPr/>
            <p:nvPr/>
          </p:nvSpPr>
          <p:spPr>
            <a:xfrm>
              <a:off x="414401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15600"/>
            </a:solidFill>
          </p:spPr>
          <p:txBody>
            <a:bodyPr wrap="square" lIns="0" tIns="0" rIns="0" bIns="0" rtlCol="0"/>
            <a:lstStyle/>
            <a:p/>
          </p:txBody>
        </p:sp>
        <p:sp>
          <p:nvSpPr>
            <p:cNvPr id="1399" name="object 1399"/>
            <p:cNvSpPr/>
            <p:nvPr/>
          </p:nvSpPr>
          <p:spPr>
            <a:xfrm>
              <a:off x="414401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35400"/>
            </a:solidFill>
          </p:spPr>
          <p:txBody>
            <a:bodyPr wrap="square" lIns="0" tIns="0" rIns="0" bIns="0" rtlCol="0"/>
            <a:lstStyle/>
            <a:p/>
          </p:txBody>
        </p:sp>
        <p:sp>
          <p:nvSpPr>
            <p:cNvPr id="1400" name="object 1400"/>
            <p:cNvSpPr/>
            <p:nvPr/>
          </p:nvSpPr>
          <p:spPr>
            <a:xfrm>
              <a:off x="414401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45300"/>
            </a:solidFill>
          </p:spPr>
          <p:txBody>
            <a:bodyPr wrap="square" lIns="0" tIns="0" rIns="0" bIns="0" rtlCol="0"/>
            <a:lstStyle/>
            <a:p/>
          </p:txBody>
        </p:sp>
        <p:sp>
          <p:nvSpPr>
            <p:cNvPr id="1401" name="object 1401"/>
            <p:cNvSpPr/>
            <p:nvPr/>
          </p:nvSpPr>
          <p:spPr>
            <a:xfrm>
              <a:off x="414401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55200"/>
            </a:solidFill>
          </p:spPr>
          <p:txBody>
            <a:bodyPr wrap="square" lIns="0" tIns="0" rIns="0" bIns="0" rtlCol="0"/>
            <a:lstStyle/>
            <a:p/>
          </p:txBody>
        </p:sp>
        <p:sp>
          <p:nvSpPr>
            <p:cNvPr id="1402" name="object 1402"/>
            <p:cNvSpPr/>
            <p:nvPr/>
          </p:nvSpPr>
          <p:spPr>
            <a:xfrm>
              <a:off x="414401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65100"/>
            </a:solidFill>
          </p:spPr>
          <p:txBody>
            <a:bodyPr wrap="square" lIns="0" tIns="0" rIns="0" bIns="0" rtlCol="0"/>
            <a:lstStyle/>
            <a:p/>
          </p:txBody>
        </p:sp>
        <p:sp>
          <p:nvSpPr>
            <p:cNvPr id="1403" name="object 1403"/>
            <p:cNvSpPr/>
            <p:nvPr/>
          </p:nvSpPr>
          <p:spPr>
            <a:xfrm>
              <a:off x="414401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75000"/>
            </a:solidFill>
          </p:spPr>
          <p:txBody>
            <a:bodyPr wrap="square" lIns="0" tIns="0" rIns="0" bIns="0" rtlCol="0"/>
            <a:lstStyle/>
            <a:p/>
          </p:txBody>
        </p:sp>
        <p:sp>
          <p:nvSpPr>
            <p:cNvPr id="1404" name="object 1404"/>
            <p:cNvSpPr/>
            <p:nvPr/>
          </p:nvSpPr>
          <p:spPr>
            <a:xfrm>
              <a:off x="414401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84F00"/>
            </a:solidFill>
          </p:spPr>
          <p:txBody>
            <a:bodyPr wrap="square" lIns="0" tIns="0" rIns="0" bIns="0" rtlCol="0"/>
            <a:lstStyle/>
            <a:p/>
          </p:txBody>
        </p:sp>
        <p:sp>
          <p:nvSpPr>
            <p:cNvPr id="1405" name="object 1405"/>
            <p:cNvSpPr/>
            <p:nvPr/>
          </p:nvSpPr>
          <p:spPr>
            <a:xfrm>
              <a:off x="414401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A4D00"/>
            </a:solidFill>
          </p:spPr>
          <p:txBody>
            <a:bodyPr wrap="square" lIns="0" tIns="0" rIns="0" bIns="0" rtlCol="0"/>
            <a:lstStyle/>
            <a:p/>
          </p:txBody>
        </p:sp>
        <p:sp>
          <p:nvSpPr>
            <p:cNvPr id="1406" name="object 1406"/>
            <p:cNvSpPr/>
            <p:nvPr/>
          </p:nvSpPr>
          <p:spPr>
            <a:xfrm>
              <a:off x="414401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B4C00"/>
            </a:solidFill>
          </p:spPr>
          <p:txBody>
            <a:bodyPr wrap="square" lIns="0" tIns="0" rIns="0" bIns="0" rtlCol="0"/>
            <a:lstStyle/>
            <a:p/>
          </p:txBody>
        </p:sp>
        <p:sp>
          <p:nvSpPr>
            <p:cNvPr id="1407" name="object 1407"/>
            <p:cNvSpPr/>
            <p:nvPr/>
          </p:nvSpPr>
          <p:spPr>
            <a:xfrm>
              <a:off x="414401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C4B00"/>
            </a:solidFill>
          </p:spPr>
          <p:txBody>
            <a:bodyPr wrap="square" lIns="0" tIns="0" rIns="0" bIns="0" rtlCol="0"/>
            <a:lstStyle/>
            <a:p/>
          </p:txBody>
        </p:sp>
        <p:sp>
          <p:nvSpPr>
            <p:cNvPr id="1408" name="object 1408"/>
            <p:cNvSpPr/>
            <p:nvPr/>
          </p:nvSpPr>
          <p:spPr>
            <a:xfrm>
              <a:off x="414401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D4A00"/>
            </a:solidFill>
          </p:spPr>
          <p:txBody>
            <a:bodyPr wrap="square" lIns="0" tIns="0" rIns="0" bIns="0" rtlCol="0"/>
            <a:lstStyle/>
            <a:p/>
          </p:txBody>
        </p:sp>
        <p:sp>
          <p:nvSpPr>
            <p:cNvPr id="1409" name="object 1409"/>
            <p:cNvSpPr/>
            <p:nvPr/>
          </p:nvSpPr>
          <p:spPr>
            <a:xfrm>
              <a:off x="414401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E4900"/>
            </a:solidFill>
          </p:spPr>
          <p:txBody>
            <a:bodyPr wrap="square" lIns="0" tIns="0" rIns="0" bIns="0" rtlCol="0"/>
            <a:lstStyle/>
            <a:p/>
          </p:txBody>
        </p:sp>
        <p:sp>
          <p:nvSpPr>
            <p:cNvPr id="1410" name="object 1410"/>
            <p:cNvSpPr/>
            <p:nvPr/>
          </p:nvSpPr>
          <p:spPr>
            <a:xfrm>
              <a:off x="414401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F4800"/>
            </a:solidFill>
          </p:spPr>
          <p:txBody>
            <a:bodyPr wrap="square" lIns="0" tIns="0" rIns="0" bIns="0" rtlCol="0"/>
            <a:lstStyle/>
            <a:p/>
          </p:txBody>
        </p:sp>
        <p:sp>
          <p:nvSpPr>
            <p:cNvPr id="1411" name="object 1411"/>
            <p:cNvSpPr/>
            <p:nvPr/>
          </p:nvSpPr>
          <p:spPr>
            <a:xfrm>
              <a:off x="414401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14600"/>
            </a:solidFill>
          </p:spPr>
          <p:txBody>
            <a:bodyPr wrap="square" lIns="0" tIns="0" rIns="0" bIns="0" rtlCol="0"/>
            <a:lstStyle/>
            <a:p/>
          </p:txBody>
        </p:sp>
        <p:sp>
          <p:nvSpPr>
            <p:cNvPr id="1412" name="object 1412"/>
            <p:cNvSpPr/>
            <p:nvPr/>
          </p:nvSpPr>
          <p:spPr>
            <a:xfrm>
              <a:off x="414401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24500"/>
            </a:solidFill>
          </p:spPr>
          <p:txBody>
            <a:bodyPr wrap="square" lIns="0" tIns="0" rIns="0" bIns="0" rtlCol="0"/>
            <a:lstStyle/>
            <a:p/>
          </p:txBody>
        </p:sp>
        <p:sp>
          <p:nvSpPr>
            <p:cNvPr id="1413" name="object 1413"/>
            <p:cNvSpPr/>
            <p:nvPr/>
          </p:nvSpPr>
          <p:spPr>
            <a:xfrm>
              <a:off x="414401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34400"/>
            </a:solidFill>
          </p:spPr>
          <p:txBody>
            <a:bodyPr wrap="square" lIns="0" tIns="0" rIns="0" bIns="0" rtlCol="0"/>
            <a:lstStyle/>
            <a:p/>
          </p:txBody>
        </p:sp>
        <p:sp>
          <p:nvSpPr>
            <p:cNvPr id="1414" name="object 1414"/>
            <p:cNvSpPr/>
            <p:nvPr/>
          </p:nvSpPr>
          <p:spPr>
            <a:xfrm>
              <a:off x="414401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44300"/>
            </a:solidFill>
          </p:spPr>
          <p:txBody>
            <a:bodyPr wrap="square" lIns="0" tIns="0" rIns="0" bIns="0" rtlCol="0"/>
            <a:lstStyle/>
            <a:p/>
          </p:txBody>
        </p:sp>
        <p:sp>
          <p:nvSpPr>
            <p:cNvPr id="1415" name="object 1415"/>
            <p:cNvSpPr/>
            <p:nvPr/>
          </p:nvSpPr>
          <p:spPr>
            <a:xfrm>
              <a:off x="414401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54200"/>
            </a:solidFill>
          </p:spPr>
          <p:txBody>
            <a:bodyPr wrap="square" lIns="0" tIns="0" rIns="0" bIns="0" rtlCol="0"/>
            <a:lstStyle/>
            <a:p/>
          </p:txBody>
        </p:sp>
        <p:sp>
          <p:nvSpPr>
            <p:cNvPr id="1416" name="object 1416"/>
            <p:cNvSpPr/>
            <p:nvPr/>
          </p:nvSpPr>
          <p:spPr>
            <a:xfrm>
              <a:off x="414401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64100"/>
            </a:solidFill>
          </p:spPr>
          <p:txBody>
            <a:bodyPr wrap="square" lIns="0" tIns="0" rIns="0" bIns="0" rtlCol="0"/>
            <a:lstStyle/>
            <a:p/>
          </p:txBody>
        </p:sp>
        <p:sp>
          <p:nvSpPr>
            <p:cNvPr id="1417" name="object 1417"/>
            <p:cNvSpPr/>
            <p:nvPr/>
          </p:nvSpPr>
          <p:spPr>
            <a:xfrm>
              <a:off x="414401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83F00"/>
            </a:solidFill>
          </p:spPr>
          <p:txBody>
            <a:bodyPr wrap="square" lIns="0" tIns="0" rIns="0" bIns="0" rtlCol="0"/>
            <a:lstStyle/>
            <a:p/>
          </p:txBody>
        </p:sp>
        <p:sp>
          <p:nvSpPr>
            <p:cNvPr id="1418" name="object 1418"/>
            <p:cNvSpPr/>
            <p:nvPr/>
          </p:nvSpPr>
          <p:spPr>
            <a:xfrm>
              <a:off x="414401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93E00"/>
            </a:solidFill>
          </p:spPr>
          <p:txBody>
            <a:bodyPr wrap="square" lIns="0" tIns="0" rIns="0" bIns="0" rtlCol="0"/>
            <a:lstStyle/>
            <a:p/>
          </p:txBody>
        </p:sp>
        <p:sp>
          <p:nvSpPr>
            <p:cNvPr id="1419" name="object 1419"/>
            <p:cNvSpPr/>
            <p:nvPr/>
          </p:nvSpPr>
          <p:spPr>
            <a:xfrm>
              <a:off x="414401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A3D00"/>
            </a:solidFill>
          </p:spPr>
          <p:txBody>
            <a:bodyPr wrap="square" lIns="0" tIns="0" rIns="0" bIns="0" rtlCol="0"/>
            <a:lstStyle/>
            <a:p/>
          </p:txBody>
        </p:sp>
        <p:sp>
          <p:nvSpPr>
            <p:cNvPr id="1420" name="object 1420"/>
            <p:cNvSpPr/>
            <p:nvPr/>
          </p:nvSpPr>
          <p:spPr>
            <a:xfrm>
              <a:off x="414401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B3C00"/>
            </a:solidFill>
          </p:spPr>
          <p:txBody>
            <a:bodyPr wrap="square" lIns="0" tIns="0" rIns="0" bIns="0" rtlCol="0"/>
            <a:lstStyle/>
            <a:p/>
          </p:txBody>
        </p:sp>
        <p:sp>
          <p:nvSpPr>
            <p:cNvPr id="1421" name="object 1421"/>
            <p:cNvSpPr/>
            <p:nvPr/>
          </p:nvSpPr>
          <p:spPr>
            <a:xfrm>
              <a:off x="414401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C3B00"/>
            </a:solidFill>
          </p:spPr>
          <p:txBody>
            <a:bodyPr wrap="square" lIns="0" tIns="0" rIns="0" bIns="0" rtlCol="0"/>
            <a:lstStyle/>
            <a:p/>
          </p:txBody>
        </p:sp>
        <p:sp>
          <p:nvSpPr>
            <p:cNvPr id="1422" name="object 1422"/>
            <p:cNvSpPr/>
            <p:nvPr/>
          </p:nvSpPr>
          <p:spPr>
            <a:xfrm>
              <a:off x="414401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D3A00"/>
            </a:solidFill>
          </p:spPr>
          <p:txBody>
            <a:bodyPr wrap="square" lIns="0" tIns="0" rIns="0" bIns="0" rtlCol="0"/>
            <a:lstStyle/>
            <a:p/>
          </p:txBody>
        </p:sp>
        <p:sp>
          <p:nvSpPr>
            <p:cNvPr id="1423" name="object 1423"/>
            <p:cNvSpPr/>
            <p:nvPr/>
          </p:nvSpPr>
          <p:spPr>
            <a:xfrm>
              <a:off x="414401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F3800"/>
            </a:solidFill>
          </p:spPr>
          <p:txBody>
            <a:bodyPr wrap="square" lIns="0" tIns="0" rIns="0" bIns="0" rtlCol="0"/>
            <a:lstStyle/>
            <a:p/>
          </p:txBody>
        </p:sp>
        <p:sp>
          <p:nvSpPr>
            <p:cNvPr id="1424" name="object 1424"/>
            <p:cNvSpPr/>
            <p:nvPr/>
          </p:nvSpPr>
          <p:spPr>
            <a:xfrm>
              <a:off x="414401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03700"/>
            </a:solidFill>
          </p:spPr>
          <p:txBody>
            <a:bodyPr wrap="square" lIns="0" tIns="0" rIns="0" bIns="0" rtlCol="0"/>
            <a:lstStyle/>
            <a:p/>
          </p:txBody>
        </p:sp>
        <p:sp>
          <p:nvSpPr>
            <p:cNvPr id="1425" name="object 1425"/>
            <p:cNvSpPr/>
            <p:nvPr/>
          </p:nvSpPr>
          <p:spPr>
            <a:xfrm>
              <a:off x="414401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13600"/>
            </a:solidFill>
          </p:spPr>
          <p:txBody>
            <a:bodyPr wrap="square" lIns="0" tIns="0" rIns="0" bIns="0" rtlCol="0"/>
            <a:lstStyle/>
            <a:p/>
          </p:txBody>
        </p:sp>
        <p:sp>
          <p:nvSpPr>
            <p:cNvPr id="1426" name="object 1426"/>
            <p:cNvSpPr/>
            <p:nvPr/>
          </p:nvSpPr>
          <p:spPr>
            <a:xfrm>
              <a:off x="414401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23500"/>
            </a:solidFill>
          </p:spPr>
          <p:txBody>
            <a:bodyPr wrap="square" lIns="0" tIns="0" rIns="0" bIns="0" rtlCol="0"/>
            <a:lstStyle/>
            <a:p/>
          </p:txBody>
        </p:sp>
      </p:grpSp>
      <p:grpSp>
        <p:nvGrpSpPr>
          <p:cNvPr id="1427" name="object 1427"/>
          <p:cNvGrpSpPr/>
          <p:nvPr/>
        </p:nvGrpSpPr>
        <p:grpSpPr>
          <a:xfrm>
            <a:off x="4428490" y="1056766"/>
            <a:ext cx="205740" cy="848360"/>
            <a:chOff x="4428490" y="1056766"/>
            <a:chExt cx="205740" cy="848360"/>
          </a:xfrm>
        </p:grpSpPr>
        <p:sp>
          <p:nvSpPr>
            <p:cNvPr id="1428" name="object 1428"/>
            <p:cNvSpPr/>
            <p:nvPr/>
          </p:nvSpPr>
          <p:spPr>
            <a:xfrm>
              <a:off x="4480560" y="1056766"/>
              <a:ext cx="153670" cy="15240"/>
            </a:xfrm>
            <a:custGeom>
              <a:avLst/>
              <a:gdLst/>
              <a:ahLst/>
              <a:cxnLst/>
              <a:rect l="l" t="t" r="r" b="b"/>
              <a:pathLst>
                <a:path w="153670" h="15240">
                  <a:moveTo>
                    <a:pt x="33020" y="0"/>
                  </a:moveTo>
                  <a:lnTo>
                    <a:pt x="22860" y="0"/>
                  </a:lnTo>
                  <a:lnTo>
                    <a:pt x="22860" y="1143"/>
                  </a:lnTo>
                  <a:lnTo>
                    <a:pt x="33020" y="1143"/>
                  </a:lnTo>
                  <a:lnTo>
                    <a:pt x="33020" y="0"/>
                  </a:lnTo>
                  <a:close/>
                </a:path>
                <a:path w="153670" h="15240">
                  <a:moveTo>
                    <a:pt x="43180" y="3810"/>
                  </a:moveTo>
                  <a:lnTo>
                    <a:pt x="39370" y="3810"/>
                  </a:lnTo>
                  <a:lnTo>
                    <a:pt x="39370" y="2413"/>
                  </a:lnTo>
                  <a:lnTo>
                    <a:pt x="38100" y="2413"/>
                  </a:lnTo>
                  <a:lnTo>
                    <a:pt x="38100" y="1270"/>
                  </a:lnTo>
                  <a:lnTo>
                    <a:pt x="38100" y="1143"/>
                  </a:lnTo>
                  <a:lnTo>
                    <a:pt x="33020" y="1143"/>
                  </a:lnTo>
                  <a:lnTo>
                    <a:pt x="33020" y="1270"/>
                  </a:lnTo>
                  <a:lnTo>
                    <a:pt x="22860" y="1270"/>
                  </a:lnTo>
                  <a:lnTo>
                    <a:pt x="22860" y="1143"/>
                  </a:lnTo>
                  <a:lnTo>
                    <a:pt x="17780" y="1143"/>
                  </a:lnTo>
                  <a:lnTo>
                    <a:pt x="17780" y="2413"/>
                  </a:lnTo>
                  <a:lnTo>
                    <a:pt x="13970" y="2413"/>
                  </a:lnTo>
                  <a:lnTo>
                    <a:pt x="13970" y="3810"/>
                  </a:lnTo>
                  <a:lnTo>
                    <a:pt x="10160" y="3810"/>
                  </a:lnTo>
                  <a:lnTo>
                    <a:pt x="10160" y="4953"/>
                  </a:lnTo>
                  <a:lnTo>
                    <a:pt x="43180" y="4953"/>
                  </a:lnTo>
                  <a:lnTo>
                    <a:pt x="43180" y="3810"/>
                  </a:lnTo>
                  <a:close/>
                </a:path>
                <a:path w="153670" h="15240">
                  <a:moveTo>
                    <a:pt x="48247" y="6350"/>
                  </a:moveTo>
                  <a:lnTo>
                    <a:pt x="44450" y="6350"/>
                  </a:lnTo>
                  <a:lnTo>
                    <a:pt x="44450" y="5080"/>
                  </a:lnTo>
                  <a:lnTo>
                    <a:pt x="44450" y="4953"/>
                  </a:lnTo>
                  <a:lnTo>
                    <a:pt x="43180" y="4953"/>
                  </a:lnTo>
                  <a:lnTo>
                    <a:pt x="43180" y="5080"/>
                  </a:lnTo>
                  <a:lnTo>
                    <a:pt x="10160" y="5080"/>
                  </a:lnTo>
                  <a:lnTo>
                    <a:pt x="10160" y="4953"/>
                  </a:lnTo>
                  <a:lnTo>
                    <a:pt x="8890" y="4953"/>
                  </a:lnTo>
                  <a:lnTo>
                    <a:pt x="8890" y="6350"/>
                  </a:lnTo>
                  <a:lnTo>
                    <a:pt x="7620" y="6350"/>
                  </a:lnTo>
                  <a:lnTo>
                    <a:pt x="7620" y="7493"/>
                  </a:lnTo>
                  <a:lnTo>
                    <a:pt x="48247" y="7493"/>
                  </a:lnTo>
                  <a:lnTo>
                    <a:pt x="48247" y="6350"/>
                  </a:lnTo>
                  <a:close/>
                </a:path>
                <a:path w="153670" h="15240">
                  <a:moveTo>
                    <a:pt x="54610" y="10160"/>
                  </a:moveTo>
                  <a:lnTo>
                    <a:pt x="53340" y="10160"/>
                  </a:lnTo>
                  <a:lnTo>
                    <a:pt x="53340" y="8763"/>
                  </a:lnTo>
                  <a:lnTo>
                    <a:pt x="49530" y="8763"/>
                  </a:lnTo>
                  <a:lnTo>
                    <a:pt x="49530" y="7620"/>
                  </a:lnTo>
                  <a:lnTo>
                    <a:pt x="49530" y="7493"/>
                  </a:lnTo>
                  <a:lnTo>
                    <a:pt x="48247" y="7493"/>
                  </a:lnTo>
                  <a:lnTo>
                    <a:pt x="48247" y="7620"/>
                  </a:lnTo>
                  <a:lnTo>
                    <a:pt x="7620" y="7620"/>
                  </a:lnTo>
                  <a:lnTo>
                    <a:pt x="7620" y="7493"/>
                  </a:lnTo>
                  <a:lnTo>
                    <a:pt x="6350" y="7493"/>
                  </a:lnTo>
                  <a:lnTo>
                    <a:pt x="6350" y="8763"/>
                  </a:lnTo>
                  <a:lnTo>
                    <a:pt x="3810" y="8763"/>
                  </a:lnTo>
                  <a:lnTo>
                    <a:pt x="3810" y="10160"/>
                  </a:lnTo>
                  <a:lnTo>
                    <a:pt x="2540" y="10160"/>
                  </a:lnTo>
                  <a:lnTo>
                    <a:pt x="2540" y="11303"/>
                  </a:lnTo>
                  <a:lnTo>
                    <a:pt x="54610" y="11303"/>
                  </a:lnTo>
                  <a:lnTo>
                    <a:pt x="54610" y="10160"/>
                  </a:lnTo>
                  <a:close/>
                </a:path>
                <a:path w="153670" h="15240">
                  <a:moveTo>
                    <a:pt x="55880" y="11303"/>
                  </a:moveTo>
                  <a:lnTo>
                    <a:pt x="54610" y="11303"/>
                  </a:lnTo>
                  <a:lnTo>
                    <a:pt x="54610" y="11430"/>
                  </a:lnTo>
                  <a:lnTo>
                    <a:pt x="2540" y="11430"/>
                  </a:lnTo>
                  <a:lnTo>
                    <a:pt x="2540" y="11303"/>
                  </a:lnTo>
                  <a:lnTo>
                    <a:pt x="1270" y="11303"/>
                  </a:lnTo>
                  <a:lnTo>
                    <a:pt x="1270" y="13843"/>
                  </a:lnTo>
                  <a:lnTo>
                    <a:pt x="55880" y="13843"/>
                  </a:lnTo>
                  <a:lnTo>
                    <a:pt x="55880" y="11430"/>
                  </a:lnTo>
                  <a:lnTo>
                    <a:pt x="55880" y="11303"/>
                  </a:lnTo>
                  <a:close/>
                </a:path>
                <a:path w="153670" h="15240">
                  <a:moveTo>
                    <a:pt x="57150" y="13843"/>
                  </a:moveTo>
                  <a:lnTo>
                    <a:pt x="55880" y="13843"/>
                  </a:lnTo>
                  <a:lnTo>
                    <a:pt x="55880" y="13970"/>
                  </a:lnTo>
                  <a:lnTo>
                    <a:pt x="1270" y="13970"/>
                  </a:lnTo>
                  <a:lnTo>
                    <a:pt x="1270" y="13843"/>
                  </a:lnTo>
                  <a:lnTo>
                    <a:pt x="0" y="13843"/>
                  </a:lnTo>
                  <a:lnTo>
                    <a:pt x="0" y="15113"/>
                  </a:lnTo>
                  <a:lnTo>
                    <a:pt x="57150" y="15113"/>
                  </a:lnTo>
                  <a:lnTo>
                    <a:pt x="57150" y="13970"/>
                  </a:lnTo>
                  <a:lnTo>
                    <a:pt x="57150" y="13843"/>
                  </a:lnTo>
                  <a:close/>
                </a:path>
                <a:path w="153670" h="15240">
                  <a:moveTo>
                    <a:pt x="153670" y="13970"/>
                  </a:moveTo>
                  <a:lnTo>
                    <a:pt x="74930" y="13970"/>
                  </a:lnTo>
                  <a:lnTo>
                    <a:pt x="74930" y="15113"/>
                  </a:lnTo>
                  <a:lnTo>
                    <a:pt x="153670" y="15113"/>
                  </a:lnTo>
                  <a:lnTo>
                    <a:pt x="153670" y="13970"/>
                  </a:lnTo>
                  <a:close/>
                </a:path>
                <a:path w="153670" h="15240">
                  <a:moveTo>
                    <a:pt x="153670" y="12700"/>
                  </a:moveTo>
                  <a:lnTo>
                    <a:pt x="74930" y="12700"/>
                  </a:lnTo>
                  <a:lnTo>
                    <a:pt x="74930" y="13843"/>
                  </a:lnTo>
                  <a:lnTo>
                    <a:pt x="153670" y="13843"/>
                  </a:lnTo>
                  <a:lnTo>
                    <a:pt x="153670" y="12700"/>
                  </a:lnTo>
                  <a:close/>
                </a:path>
              </a:pathLst>
            </a:custGeom>
            <a:solidFill>
              <a:srgbClr val="009800"/>
            </a:solidFill>
          </p:spPr>
          <p:txBody>
            <a:bodyPr wrap="square" lIns="0" tIns="0" rIns="0" bIns="0" rtlCol="0"/>
            <a:lstStyle/>
            <a:p/>
          </p:txBody>
        </p:sp>
        <p:sp>
          <p:nvSpPr>
            <p:cNvPr id="1429" name="object 1429"/>
            <p:cNvSpPr/>
            <p:nvPr/>
          </p:nvSpPr>
          <p:spPr>
            <a:xfrm>
              <a:off x="4472940" y="1071879"/>
              <a:ext cx="161290" cy="8890"/>
            </a:xfrm>
            <a:custGeom>
              <a:avLst/>
              <a:gdLst/>
              <a:ahLst/>
              <a:cxnLst/>
              <a:rect l="l" t="t" r="r" b="b"/>
              <a:pathLst>
                <a:path w="161289" h="8890">
                  <a:moveTo>
                    <a:pt x="71120" y="7747"/>
                  </a:moveTo>
                  <a:lnTo>
                    <a:pt x="0" y="7747"/>
                  </a:lnTo>
                  <a:lnTo>
                    <a:pt x="0" y="8889"/>
                  </a:lnTo>
                  <a:lnTo>
                    <a:pt x="71120" y="8889"/>
                  </a:lnTo>
                  <a:lnTo>
                    <a:pt x="71120" y="7747"/>
                  </a:lnTo>
                  <a:close/>
                </a:path>
                <a:path w="161289" h="8890">
                  <a:moveTo>
                    <a:pt x="69850" y="5207"/>
                  </a:moveTo>
                  <a:lnTo>
                    <a:pt x="1270" y="5207"/>
                  </a:lnTo>
                  <a:lnTo>
                    <a:pt x="1270" y="7747"/>
                  </a:lnTo>
                  <a:lnTo>
                    <a:pt x="69850" y="7747"/>
                  </a:lnTo>
                  <a:lnTo>
                    <a:pt x="69850" y="5207"/>
                  </a:lnTo>
                  <a:close/>
                </a:path>
                <a:path w="161289" h="8890">
                  <a:moveTo>
                    <a:pt x="68579" y="3937"/>
                  </a:moveTo>
                  <a:lnTo>
                    <a:pt x="2539" y="3937"/>
                  </a:lnTo>
                  <a:lnTo>
                    <a:pt x="2539" y="5207"/>
                  </a:lnTo>
                  <a:lnTo>
                    <a:pt x="68579" y="5207"/>
                  </a:lnTo>
                  <a:lnTo>
                    <a:pt x="68579" y="3937"/>
                  </a:lnTo>
                  <a:close/>
                </a:path>
                <a:path w="161289" h="8890">
                  <a:moveTo>
                    <a:pt x="5080" y="2539"/>
                  </a:moveTo>
                  <a:lnTo>
                    <a:pt x="3810" y="2539"/>
                  </a:lnTo>
                  <a:lnTo>
                    <a:pt x="3810" y="3937"/>
                  </a:lnTo>
                  <a:lnTo>
                    <a:pt x="67310" y="3937"/>
                  </a:lnTo>
                  <a:lnTo>
                    <a:pt x="67310" y="2666"/>
                  </a:lnTo>
                  <a:lnTo>
                    <a:pt x="5080" y="2666"/>
                  </a:lnTo>
                  <a:close/>
                </a:path>
                <a:path w="161289" h="8890">
                  <a:moveTo>
                    <a:pt x="67310" y="1397"/>
                  </a:moveTo>
                  <a:lnTo>
                    <a:pt x="5080" y="1397"/>
                  </a:lnTo>
                  <a:lnTo>
                    <a:pt x="5080" y="2539"/>
                  </a:lnTo>
                  <a:lnTo>
                    <a:pt x="67310" y="2539"/>
                  </a:lnTo>
                  <a:lnTo>
                    <a:pt x="67310" y="1397"/>
                  </a:lnTo>
                  <a:close/>
                </a:path>
                <a:path w="161289" h="8890">
                  <a:moveTo>
                    <a:pt x="66039" y="0"/>
                  </a:moveTo>
                  <a:lnTo>
                    <a:pt x="6350" y="0"/>
                  </a:lnTo>
                  <a:lnTo>
                    <a:pt x="6350" y="1397"/>
                  </a:lnTo>
                  <a:lnTo>
                    <a:pt x="66039" y="1397"/>
                  </a:lnTo>
                  <a:lnTo>
                    <a:pt x="66039" y="0"/>
                  </a:lnTo>
                  <a:close/>
                </a:path>
                <a:path w="161289" h="8890">
                  <a:moveTo>
                    <a:pt x="161289" y="2666"/>
                  </a:moveTo>
                  <a:lnTo>
                    <a:pt x="82550" y="2666"/>
                  </a:lnTo>
                  <a:lnTo>
                    <a:pt x="82550" y="8889"/>
                  </a:lnTo>
                  <a:lnTo>
                    <a:pt x="161289" y="8889"/>
                  </a:lnTo>
                  <a:lnTo>
                    <a:pt x="161289" y="2666"/>
                  </a:lnTo>
                  <a:close/>
                </a:path>
                <a:path w="161289" h="8890">
                  <a:moveTo>
                    <a:pt x="161289" y="0"/>
                  </a:moveTo>
                  <a:lnTo>
                    <a:pt x="82550" y="0"/>
                  </a:lnTo>
                  <a:lnTo>
                    <a:pt x="82550" y="2539"/>
                  </a:lnTo>
                  <a:lnTo>
                    <a:pt x="161289" y="2539"/>
                  </a:lnTo>
                  <a:lnTo>
                    <a:pt x="161289" y="0"/>
                  </a:lnTo>
                  <a:close/>
                </a:path>
              </a:pathLst>
            </a:custGeom>
            <a:solidFill>
              <a:srgbClr val="009700"/>
            </a:solidFill>
          </p:spPr>
          <p:txBody>
            <a:bodyPr wrap="square" lIns="0" tIns="0" rIns="0" bIns="0" rtlCol="0"/>
            <a:lstStyle/>
            <a:p/>
          </p:txBody>
        </p:sp>
        <p:sp>
          <p:nvSpPr>
            <p:cNvPr id="1430" name="object 1430"/>
            <p:cNvSpPr/>
            <p:nvPr/>
          </p:nvSpPr>
          <p:spPr>
            <a:xfrm>
              <a:off x="4467860" y="1080769"/>
              <a:ext cx="166370" cy="7620"/>
            </a:xfrm>
            <a:custGeom>
              <a:avLst/>
              <a:gdLst/>
              <a:ahLst/>
              <a:cxnLst/>
              <a:rect l="l" t="t" r="r" b="b"/>
              <a:pathLst>
                <a:path w="166370" h="7619">
                  <a:moveTo>
                    <a:pt x="1269" y="6349"/>
                  </a:moveTo>
                  <a:lnTo>
                    <a:pt x="0" y="6349"/>
                  </a:lnTo>
                  <a:lnTo>
                    <a:pt x="0" y="7619"/>
                  </a:lnTo>
                  <a:lnTo>
                    <a:pt x="81279" y="7619"/>
                  </a:lnTo>
                  <a:lnTo>
                    <a:pt x="81279" y="6476"/>
                  </a:lnTo>
                  <a:lnTo>
                    <a:pt x="1269" y="6476"/>
                  </a:lnTo>
                  <a:close/>
                </a:path>
                <a:path w="166370" h="7619">
                  <a:moveTo>
                    <a:pt x="81279" y="6349"/>
                  </a:moveTo>
                  <a:lnTo>
                    <a:pt x="80009" y="6349"/>
                  </a:lnTo>
                  <a:lnTo>
                    <a:pt x="81279" y="6476"/>
                  </a:lnTo>
                  <a:close/>
                </a:path>
                <a:path w="166370" h="7619">
                  <a:moveTo>
                    <a:pt x="3810" y="2539"/>
                  </a:moveTo>
                  <a:lnTo>
                    <a:pt x="2539" y="2539"/>
                  </a:lnTo>
                  <a:lnTo>
                    <a:pt x="2539" y="5206"/>
                  </a:lnTo>
                  <a:lnTo>
                    <a:pt x="1269" y="5206"/>
                  </a:lnTo>
                  <a:lnTo>
                    <a:pt x="1269" y="6349"/>
                  </a:lnTo>
                  <a:lnTo>
                    <a:pt x="80009" y="6349"/>
                  </a:lnTo>
                  <a:lnTo>
                    <a:pt x="80010" y="3809"/>
                  </a:lnTo>
                  <a:lnTo>
                    <a:pt x="78739" y="3809"/>
                  </a:lnTo>
                  <a:lnTo>
                    <a:pt x="78739" y="2666"/>
                  </a:lnTo>
                  <a:lnTo>
                    <a:pt x="3810" y="2666"/>
                  </a:lnTo>
                  <a:lnTo>
                    <a:pt x="3810" y="2539"/>
                  </a:lnTo>
                  <a:close/>
                </a:path>
                <a:path w="166370" h="7619">
                  <a:moveTo>
                    <a:pt x="78739" y="2539"/>
                  </a:moveTo>
                  <a:lnTo>
                    <a:pt x="77470" y="2539"/>
                  </a:lnTo>
                  <a:lnTo>
                    <a:pt x="77470" y="2666"/>
                  </a:lnTo>
                  <a:lnTo>
                    <a:pt x="78739" y="2666"/>
                  </a:lnTo>
                  <a:lnTo>
                    <a:pt x="78739" y="2539"/>
                  </a:lnTo>
                  <a:close/>
                </a:path>
                <a:path w="166370" h="7619">
                  <a:moveTo>
                    <a:pt x="5079" y="0"/>
                  </a:moveTo>
                  <a:lnTo>
                    <a:pt x="3810" y="0"/>
                  </a:lnTo>
                  <a:lnTo>
                    <a:pt x="3810" y="2539"/>
                  </a:lnTo>
                  <a:lnTo>
                    <a:pt x="77470" y="2539"/>
                  </a:lnTo>
                  <a:lnTo>
                    <a:pt x="77470" y="1396"/>
                  </a:lnTo>
                  <a:lnTo>
                    <a:pt x="76200" y="1396"/>
                  </a:lnTo>
                  <a:lnTo>
                    <a:pt x="76200" y="126"/>
                  </a:lnTo>
                  <a:lnTo>
                    <a:pt x="5079" y="126"/>
                  </a:lnTo>
                  <a:close/>
                </a:path>
                <a:path w="166370" h="7619">
                  <a:moveTo>
                    <a:pt x="166369" y="6476"/>
                  </a:moveTo>
                  <a:lnTo>
                    <a:pt x="87629" y="6476"/>
                  </a:lnTo>
                  <a:lnTo>
                    <a:pt x="87629" y="7619"/>
                  </a:lnTo>
                  <a:lnTo>
                    <a:pt x="166369" y="7619"/>
                  </a:lnTo>
                  <a:lnTo>
                    <a:pt x="166369" y="6476"/>
                  </a:lnTo>
                  <a:close/>
                </a:path>
                <a:path w="166370" h="7619">
                  <a:moveTo>
                    <a:pt x="166369" y="2666"/>
                  </a:moveTo>
                  <a:lnTo>
                    <a:pt x="87629" y="2666"/>
                  </a:lnTo>
                  <a:lnTo>
                    <a:pt x="87629" y="6349"/>
                  </a:lnTo>
                  <a:lnTo>
                    <a:pt x="166369" y="6349"/>
                  </a:lnTo>
                  <a:lnTo>
                    <a:pt x="166369" y="2666"/>
                  </a:lnTo>
                  <a:close/>
                </a:path>
                <a:path w="166370" h="7619">
                  <a:moveTo>
                    <a:pt x="166369" y="126"/>
                  </a:moveTo>
                  <a:lnTo>
                    <a:pt x="87629" y="126"/>
                  </a:lnTo>
                  <a:lnTo>
                    <a:pt x="87629" y="2539"/>
                  </a:lnTo>
                  <a:lnTo>
                    <a:pt x="166369" y="2539"/>
                  </a:lnTo>
                  <a:lnTo>
                    <a:pt x="166369" y="126"/>
                  </a:lnTo>
                  <a:close/>
                </a:path>
              </a:pathLst>
            </a:custGeom>
            <a:solidFill>
              <a:srgbClr val="019600"/>
            </a:solidFill>
          </p:spPr>
          <p:txBody>
            <a:bodyPr wrap="square" lIns="0" tIns="0" rIns="0" bIns="0" rtlCol="0"/>
            <a:lstStyle/>
            <a:p/>
          </p:txBody>
        </p:sp>
        <p:sp>
          <p:nvSpPr>
            <p:cNvPr id="1431" name="object 1431"/>
            <p:cNvSpPr/>
            <p:nvPr/>
          </p:nvSpPr>
          <p:spPr>
            <a:xfrm>
              <a:off x="4464050" y="1088389"/>
              <a:ext cx="170180" cy="8890"/>
            </a:xfrm>
            <a:custGeom>
              <a:avLst/>
              <a:gdLst/>
              <a:ahLst/>
              <a:cxnLst/>
              <a:rect l="l" t="t" r="r" b="b"/>
              <a:pathLst>
                <a:path w="170179" h="8890">
                  <a:moveTo>
                    <a:pt x="90170" y="7619"/>
                  </a:moveTo>
                  <a:lnTo>
                    <a:pt x="88900" y="7619"/>
                  </a:lnTo>
                  <a:lnTo>
                    <a:pt x="88900" y="7747"/>
                  </a:lnTo>
                  <a:lnTo>
                    <a:pt x="0" y="7747"/>
                  </a:lnTo>
                  <a:lnTo>
                    <a:pt x="0" y="8889"/>
                  </a:lnTo>
                  <a:lnTo>
                    <a:pt x="90170" y="8889"/>
                  </a:lnTo>
                  <a:lnTo>
                    <a:pt x="90170" y="7619"/>
                  </a:lnTo>
                  <a:close/>
                </a:path>
                <a:path w="170179" h="8890">
                  <a:moveTo>
                    <a:pt x="170179" y="7747"/>
                  </a:moveTo>
                  <a:lnTo>
                    <a:pt x="92710" y="7747"/>
                  </a:lnTo>
                  <a:lnTo>
                    <a:pt x="92710" y="8889"/>
                  </a:lnTo>
                  <a:lnTo>
                    <a:pt x="170180" y="8889"/>
                  </a:lnTo>
                  <a:lnTo>
                    <a:pt x="170179" y="7747"/>
                  </a:lnTo>
                  <a:close/>
                </a:path>
                <a:path w="170179" h="8890">
                  <a:moveTo>
                    <a:pt x="88900" y="5079"/>
                  </a:moveTo>
                  <a:lnTo>
                    <a:pt x="87630" y="5079"/>
                  </a:lnTo>
                  <a:lnTo>
                    <a:pt x="1270" y="5206"/>
                  </a:lnTo>
                  <a:lnTo>
                    <a:pt x="1270" y="6476"/>
                  </a:lnTo>
                  <a:lnTo>
                    <a:pt x="0" y="6476"/>
                  </a:lnTo>
                  <a:lnTo>
                    <a:pt x="0" y="7619"/>
                  </a:lnTo>
                  <a:lnTo>
                    <a:pt x="88900" y="7619"/>
                  </a:lnTo>
                  <a:lnTo>
                    <a:pt x="88900" y="5079"/>
                  </a:lnTo>
                  <a:close/>
                </a:path>
                <a:path w="170179" h="8890">
                  <a:moveTo>
                    <a:pt x="170179" y="5206"/>
                  </a:moveTo>
                  <a:lnTo>
                    <a:pt x="91439" y="5206"/>
                  </a:lnTo>
                  <a:lnTo>
                    <a:pt x="91439" y="6476"/>
                  </a:lnTo>
                  <a:lnTo>
                    <a:pt x="92710" y="6476"/>
                  </a:lnTo>
                  <a:lnTo>
                    <a:pt x="92710" y="7619"/>
                  </a:lnTo>
                  <a:lnTo>
                    <a:pt x="170179" y="7619"/>
                  </a:lnTo>
                  <a:lnTo>
                    <a:pt x="170179" y="5206"/>
                  </a:lnTo>
                  <a:close/>
                </a:path>
                <a:path w="170179" h="8890">
                  <a:moveTo>
                    <a:pt x="3810" y="1269"/>
                  </a:moveTo>
                  <a:lnTo>
                    <a:pt x="2539" y="1269"/>
                  </a:lnTo>
                  <a:lnTo>
                    <a:pt x="2539" y="3937"/>
                  </a:lnTo>
                  <a:lnTo>
                    <a:pt x="1270" y="3937"/>
                  </a:lnTo>
                  <a:lnTo>
                    <a:pt x="1270" y="5079"/>
                  </a:lnTo>
                  <a:lnTo>
                    <a:pt x="87630" y="5079"/>
                  </a:lnTo>
                  <a:lnTo>
                    <a:pt x="87629" y="2539"/>
                  </a:lnTo>
                  <a:lnTo>
                    <a:pt x="86360" y="2539"/>
                  </a:lnTo>
                  <a:lnTo>
                    <a:pt x="86360" y="1397"/>
                  </a:lnTo>
                  <a:lnTo>
                    <a:pt x="3810" y="1397"/>
                  </a:lnTo>
                  <a:lnTo>
                    <a:pt x="3810" y="1269"/>
                  </a:lnTo>
                  <a:close/>
                </a:path>
                <a:path w="170179" h="8890">
                  <a:moveTo>
                    <a:pt x="170179" y="1397"/>
                  </a:moveTo>
                  <a:lnTo>
                    <a:pt x="91439" y="1397"/>
                  </a:lnTo>
                  <a:lnTo>
                    <a:pt x="91439" y="5079"/>
                  </a:lnTo>
                  <a:lnTo>
                    <a:pt x="170179" y="5079"/>
                  </a:lnTo>
                  <a:lnTo>
                    <a:pt x="170179" y="1397"/>
                  </a:lnTo>
                  <a:close/>
                </a:path>
                <a:path w="170179" h="8890">
                  <a:moveTo>
                    <a:pt x="85089" y="0"/>
                  </a:moveTo>
                  <a:lnTo>
                    <a:pt x="3810" y="0"/>
                  </a:lnTo>
                  <a:lnTo>
                    <a:pt x="3810" y="1269"/>
                  </a:lnTo>
                  <a:lnTo>
                    <a:pt x="86360" y="1269"/>
                  </a:lnTo>
                  <a:lnTo>
                    <a:pt x="86360" y="126"/>
                  </a:lnTo>
                  <a:lnTo>
                    <a:pt x="85089" y="126"/>
                  </a:lnTo>
                  <a:close/>
                </a:path>
                <a:path w="170179" h="8890">
                  <a:moveTo>
                    <a:pt x="170179" y="0"/>
                  </a:moveTo>
                  <a:lnTo>
                    <a:pt x="91439" y="0"/>
                  </a:lnTo>
                  <a:lnTo>
                    <a:pt x="91439" y="1269"/>
                  </a:lnTo>
                  <a:lnTo>
                    <a:pt x="170179" y="1269"/>
                  </a:lnTo>
                  <a:lnTo>
                    <a:pt x="170179" y="0"/>
                  </a:lnTo>
                  <a:close/>
                </a:path>
              </a:pathLst>
            </a:custGeom>
            <a:solidFill>
              <a:srgbClr val="029500"/>
            </a:solidFill>
          </p:spPr>
          <p:txBody>
            <a:bodyPr wrap="square" lIns="0" tIns="0" rIns="0" bIns="0" rtlCol="0"/>
            <a:lstStyle/>
            <a:p/>
          </p:txBody>
        </p:sp>
        <p:sp>
          <p:nvSpPr>
            <p:cNvPr id="1432" name="object 1432"/>
            <p:cNvSpPr/>
            <p:nvPr/>
          </p:nvSpPr>
          <p:spPr>
            <a:xfrm>
              <a:off x="4460240" y="1097279"/>
              <a:ext cx="173990" cy="8890"/>
            </a:xfrm>
            <a:custGeom>
              <a:avLst/>
              <a:gdLst/>
              <a:ahLst/>
              <a:cxnLst/>
              <a:rect l="l" t="t" r="r" b="b"/>
              <a:pathLst>
                <a:path w="173989" h="8890">
                  <a:moveTo>
                    <a:pt x="173990" y="6362"/>
                  </a:moveTo>
                  <a:lnTo>
                    <a:pt x="0" y="6362"/>
                  </a:lnTo>
                  <a:lnTo>
                    <a:pt x="0" y="8890"/>
                  </a:lnTo>
                  <a:lnTo>
                    <a:pt x="173990" y="8890"/>
                  </a:lnTo>
                  <a:lnTo>
                    <a:pt x="173990" y="6362"/>
                  </a:lnTo>
                  <a:close/>
                </a:path>
                <a:path w="173989" h="8890">
                  <a:moveTo>
                    <a:pt x="173990" y="0"/>
                  </a:moveTo>
                  <a:lnTo>
                    <a:pt x="96520" y="0"/>
                  </a:lnTo>
                  <a:lnTo>
                    <a:pt x="96520" y="1270"/>
                  </a:lnTo>
                  <a:lnTo>
                    <a:pt x="95250" y="1270"/>
                  </a:lnTo>
                  <a:lnTo>
                    <a:pt x="95250" y="0"/>
                  </a:lnTo>
                  <a:lnTo>
                    <a:pt x="2540" y="0"/>
                  </a:lnTo>
                  <a:lnTo>
                    <a:pt x="2540" y="1270"/>
                  </a:lnTo>
                  <a:lnTo>
                    <a:pt x="2540" y="3810"/>
                  </a:lnTo>
                  <a:lnTo>
                    <a:pt x="1270" y="3810"/>
                  </a:lnTo>
                  <a:lnTo>
                    <a:pt x="1270" y="6350"/>
                  </a:lnTo>
                  <a:lnTo>
                    <a:pt x="173990" y="6350"/>
                  </a:lnTo>
                  <a:lnTo>
                    <a:pt x="173990" y="3810"/>
                  </a:lnTo>
                  <a:lnTo>
                    <a:pt x="173990" y="1397"/>
                  </a:lnTo>
                  <a:lnTo>
                    <a:pt x="173990" y="1270"/>
                  </a:lnTo>
                  <a:lnTo>
                    <a:pt x="173990" y="0"/>
                  </a:lnTo>
                  <a:close/>
                </a:path>
              </a:pathLst>
            </a:custGeom>
            <a:solidFill>
              <a:srgbClr val="039400"/>
            </a:solidFill>
          </p:spPr>
          <p:txBody>
            <a:bodyPr wrap="square" lIns="0" tIns="0" rIns="0" bIns="0" rtlCol="0"/>
            <a:lstStyle/>
            <a:p/>
          </p:txBody>
        </p:sp>
        <p:sp>
          <p:nvSpPr>
            <p:cNvPr id="1433" name="object 1433"/>
            <p:cNvSpPr/>
            <p:nvPr/>
          </p:nvSpPr>
          <p:spPr>
            <a:xfrm>
              <a:off x="4457700" y="1106169"/>
              <a:ext cx="176530" cy="7620"/>
            </a:xfrm>
            <a:custGeom>
              <a:avLst/>
              <a:gdLst/>
              <a:ahLst/>
              <a:cxnLst/>
              <a:rect l="l" t="t" r="r" b="b"/>
              <a:pathLst>
                <a:path w="176529" h="7619">
                  <a:moveTo>
                    <a:pt x="176530" y="0"/>
                  </a:moveTo>
                  <a:lnTo>
                    <a:pt x="1270" y="0"/>
                  </a:lnTo>
                  <a:lnTo>
                    <a:pt x="1270" y="2540"/>
                  </a:lnTo>
                  <a:lnTo>
                    <a:pt x="0" y="2540"/>
                  </a:lnTo>
                  <a:lnTo>
                    <a:pt x="0" y="7620"/>
                  </a:lnTo>
                  <a:lnTo>
                    <a:pt x="176530" y="7620"/>
                  </a:lnTo>
                  <a:lnTo>
                    <a:pt x="176530" y="2540"/>
                  </a:lnTo>
                  <a:lnTo>
                    <a:pt x="176530" y="0"/>
                  </a:lnTo>
                  <a:close/>
                </a:path>
              </a:pathLst>
            </a:custGeom>
            <a:solidFill>
              <a:srgbClr val="049300"/>
            </a:solidFill>
          </p:spPr>
          <p:txBody>
            <a:bodyPr wrap="square" lIns="0" tIns="0" rIns="0" bIns="0" rtlCol="0"/>
            <a:lstStyle/>
            <a:p/>
          </p:txBody>
        </p:sp>
        <p:sp>
          <p:nvSpPr>
            <p:cNvPr id="1434" name="object 1434"/>
            <p:cNvSpPr/>
            <p:nvPr/>
          </p:nvSpPr>
          <p:spPr>
            <a:xfrm>
              <a:off x="4453890" y="1113789"/>
              <a:ext cx="180340" cy="8890"/>
            </a:xfrm>
            <a:custGeom>
              <a:avLst/>
              <a:gdLst/>
              <a:ahLst/>
              <a:cxnLst/>
              <a:rect l="l" t="t" r="r" b="b"/>
              <a:pathLst>
                <a:path w="180339" h="8890">
                  <a:moveTo>
                    <a:pt x="180340" y="0"/>
                  </a:moveTo>
                  <a:lnTo>
                    <a:pt x="2540" y="0"/>
                  </a:lnTo>
                  <a:lnTo>
                    <a:pt x="2540" y="3810"/>
                  </a:lnTo>
                  <a:lnTo>
                    <a:pt x="1270" y="3810"/>
                  </a:lnTo>
                  <a:lnTo>
                    <a:pt x="1270" y="6350"/>
                  </a:lnTo>
                  <a:lnTo>
                    <a:pt x="0" y="6350"/>
                  </a:lnTo>
                  <a:lnTo>
                    <a:pt x="0" y="8890"/>
                  </a:lnTo>
                  <a:lnTo>
                    <a:pt x="180340" y="8890"/>
                  </a:lnTo>
                  <a:lnTo>
                    <a:pt x="180340" y="6350"/>
                  </a:lnTo>
                  <a:lnTo>
                    <a:pt x="180340" y="3810"/>
                  </a:lnTo>
                  <a:lnTo>
                    <a:pt x="180340" y="0"/>
                  </a:lnTo>
                  <a:close/>
                </a:path>
              </a:pathLst>
            </a:custGeom>
            <a:solidFill>
              <a:srgbClr val="059200"/>
            </a:solidFill>
          </p:spPr>
          <p:txBody>
            <a:bodyPr wrap="square" lIns="0" tIns="0" rIns="0" bIns="0" rtlCol="0"/>
            <a:lstStyle/>
            <a:p/>
          </p:txBody>
        </p:sp>
        <p:sp>
          <p:nvSpPr>
            <p:cNvPr id="1435" name="object 1435"/>
            <p:cNvSpPr/>
            <p:nvPr/>
          </p:nvSpPr>
          <p:spPr>
            <a:xfrm>
              <a:off x="4451350" y="1122679"/>
              <a:ext cx="182880" cy="7620"/>
            </a:xfrm>
            <a:custGeom>
              <a:avLst/>
              <a:gdLst/>
              <a:ahLst/>
              <a:cxnLst/>
              <a:rect l="l" t="t" r="r" b="b"/>
              <a:pathLst>
                <a:path w="182879" h="7619">
                  <a:moveTo>
                    <a:pt x="182880" y="3822"/>
                  </a:moveTo>
                  <a:lnTo>
                    <a:pt x="0" y="3822"/>
                  </a:lnTo>
                  <a:lnTo>
                    <a:pt x="0" y="7620"/>
                  </a:lnTo>
                  <a:lnTo>
                    <a:pt x="182880" y="7620"/>
                  </a:lnTo>
                  <a:lnTo>
                    <a:pt x="182880" y="3822"/>
                  </a:lnTo>
                  <a:close/>
                </a:path>
                <a:path w="182879" h="7619">
                  <a:moveTo>
                    <a:pt x="182880" y="0"/>
                  </a:moveTo>
                  <a:lnTo>
                    <a:pt x="1270" y="0"/>
                  </a:lnTo>
                  <a:lnTo>
                    <a:pt x="1270" y="3810"/>
                  </a:lnTo>
                  <a:lnTo>
                    <a:pt x="182880" y="3810"/>
                  </a:lnTo>
                  <a:lnTo>
                    <a:pt x="182880" y="0"/>
                  </a:lnTo>
                  <a:close/>
                </a:path>
              </a:pathLst>
            </a:custGeom>
            <a:solidFill>
              <a:srgbClr val="069100"/>
            </a:solidFill>
          </p:spPr>
          <p:txBody>
            <a:bodyPr wrap="square" lIns="0" tIns="0" rIns="0" bIns="0" rtlCol="0"/>
            <a:lstStyle/>
            <a:p/>
          </p:txBody>
        </p:sp>
        <p:sp>
          <p:nvSpPr>
            <p:cNvPr id="1436" name="object 1436"/>
            <p:cNvSpPr/>
            <p:nvPr/>
          </p:nvSpPr>
          <p:spPr>
            <a:xfrm>
              <a:off x="4448810" y="1130299"/>
              <a:ext cx="185420" cy="8890"/>
            </a:xfrm>
            <a:custGeom>
              <a:avLst/>
              <a:gdLst/>
              <a:ahLst/>
              <a:cxnLst/>
              <a:rect l="l" t="t" r="r" b="b"/>
              <a:pathLst>
                <a:path w="185420" h="8890">
                  <a:moveTo>
                    <a:pt x="185420" y="5092"/>
                  </a:moveTo>
                  <a:lnTo>
                    <a:pt x="0" y="5092"/>
                  </a:lnTo>
                  <a:lnTo>
                    <a:pt x="0" y="8890"/>
                  </a:lnTo>
                  <a:lnTo>
                    <a:pt x="185420" y="8890"/>
                  </a:lnTo>
                  <a:lnTo>
                    <a:pt x="185420" y="5092"/>
                  </a:lnTo>
                  <a:close/>
                </a:path>
                <a:path w="185420" h="8890">
                  <a:moveTo>
                    <a:pt x="185420" y="0"/>
                  </a:moveTo>
                  <a:lnTo>
                    <a:pt x="2540" y="0"/>
                  </a:lnTo>
                  <a:lnTo>
                    <a:pt x="2540" y="1270"/>
                  </a:lnTo>
                  <a:lnTo>
                    <a:pt x="1270" y="1270"/>
                  </a:lnTo>
                  <a:lnTo>
                    <a:pt x="1270" y="5080"/>
                  </a:lnTo>
                  <a:lnTo>
                    <a:pt x="185420" y="5080"/>
                  </a:lnTo>
                  <a:lnTo>
                    <a:pt x="185420" y="1270"/>
                  </a:lnTo>
                  <a:lnTo>
                    <a:pt x="185420" y="0"/>
                  </a:lnTo>
                  <a:close/>
                </a:path>
              </a:pathLst>
            </a:custGeom>
            <a:solidFill>
              <a:srgbClr val="079000"/>
            </a:solidFill>
          </p:spPr>
          <p:txBody>
            <a:bodyPr wrap="square" lIns="0" tIns="0" rIns="0" bIns="0" rtlCol="0"/>
            <a:lstStyle/>
            <a:p/>
          </p:txBody>
        </p:sp>
        <p:sp>
          <p:nvSpPr>
            <p:cNvPr id="1437" name="object 1437"/>
            <p:cNvSpPr/>
            <p:nvPr/>
          </p:nvSpPr>
          <p:spPr>
            <a:xfrm>
              <a:off x="4446270" y="1139189"/>
              <a:ext cx="187960" cy="7620"/>
            </a:xfrm>
            <a:custGeom>
              <a:avLst/>
              <a:gdLst/>
              <a:ahLst/>
              <a:cxnLst/>
              <a:rect l="l" t="t" r="r" b="b"/>
              <a:pathLst>
                <a:path w="187960" h="7619">
                  <a:moveTo>
                    <a:pt x="187960" y="6362"/>
                  </a:moveTo>
                  <a:lnTo>
                    <a:pt x="0" y="6362"/>
                  </a:lnTo>
                  <a:lnTo>
                    <a:pt x="0" y="7620"/>
                  </a:lnTo>
                  <a:lnTo>
                    <a:pt x="187960" y="7620"/>
                  </a:lnTo>
                  <a:lnTo>
                    <a:pt x="187960" y="6362"/>
                  </a:lnTo>
                  <a:close/>
                </a:path>
                <a:path w="187960" h="7619">
                  <a:moveTo>
                    <a:pt x="187960" y="0"/>
                  </a:moveTo>
                  <a:lnTo>
                    <a:pt x="2540" y="0"/>
                  </a:lnTo>
                  <a:lnTo>
                    <a:pt x="2540" y="1270"/>
                  </a:lnTo>
                  <a:lnTo>
                    <a:pt x="1270" y="1270"/>
                  </a:lnTo>
                  <a:lnTo>
                    <a:pt x="1270" y="6350"/>
                  </a:lnTo>
                  <a:lnTo>
                    <a:pt x="187960" y="6350"/>
                  </a:lnTo>
                  <a:lnTo>
                    <a:pt x="187960" y="1270"/>
                  </a:lnTo>
                  <a:lnTo>
                    <a:pt x="187960" y="0"/>
                  </a:lnTo>
                  <a:close/>
                </a:path>
              </a:pathLst>
            </a:custGeom>
            <a:solidFill>
              <a:srgbClr val="088F00"/>
            </a:solidFill>
          </p:spPr>
          <p:txBody>
            <a:bodyPr wrap="square" lIns="0" tIns="0" rIns="0" bIns="0" rtlCol="0"/>
            <a:lstStyle/>
            <a:p/>
          </p:txBody>
        </p:sp>
        <p:sp>
          <p:nvSpPr>
            <p:cNvPr id="1438" name="object 1438"/>
            <p:cNvSpPr/>
            <p:nvPr/>
          </p:nvSpPr>
          <p:spPr>
            <a:xfrm>
              <a:off x="4445000" y="1146809"/>
              <a:ext cx="189230" cy="8890"/>
            </a:xfrm>
            <a:custGeom>
              <a:avLst/>
              <a:gdLst/>
              <a:ahLst/>
              <a:cxnLst/>
              <a:rect l="l" t="t" r="r" b="b"/>
              <a:pathLst>
                <a:path w="189229" h="8890">
                  <a:moveTo>
                    <a:pt x="189230" y="0"/>
                  </a:moveTo>
                  <a:lnTo>
                    <a:pt x="1270" y="0"/>
                  </a:lnTo>
                  <a:lnTo>
                    <a:pt x="1270" y="3810"/>
                  </a:lnTo>
                  <a:lnTo>
                    <a:pt x="0" y="3810"/>
                  </a:lnTo>
                  <a:lnTo>
                    <a:pt x="0" y="8890"/>
                  </a:lnTo>
                  <a:lnTo>
                    <a:pt x="189230" y="8890"/>
                  </a:lnTo>
                  <a:lnTo>
                    <a:pt x="189230" y="3810"/>
                  </a:lnTo>
                  <a:lnTo>
                    <a:pt x="189230" y="0"/>
                  </a:lnTo>
                  <a:close/>
                </a:path>
              </a:pathLst>
            </a:custGeom>
            <a:solidFill>
              <a:srgbClr val="098E00"/>
            </a:solidFill>
          </p:spPr>
          <p:txBody>
            <a:bodyPr wrap="square" lIns="0" tIns="0" rIns="0" bIns="0" rtlCol="0"/>
            <a:lstStyle/>
            <a:p/>
          </p:txBody>
        </p:sp>
        <p:sp>
          <p:nvSpPr>
            <p:cNvPr id="1439" name="object 1439"/>
            <p:cNvSpPr/>
            <p:nvPr/>
          </p:nvSpPr>
          <p:spPr>
            <a:xfrm>
              <a:off x="4443730" y="1155699"/>
              <a:ext cx="190500" cy="7620"/>
            </a:xfrm>
            <a:custGeom>
              <a:avLst/>
              <a:gdLst/>
              <a:ahLst/>
              <a:cxnLst/>
              <a:rect l="l" t="t" r="r" b="b"/>
              <a:pathLst>
                <a:path w="190500" h="7619">
                  <a:moveTo>
                    <a:pt x="190500" y="0"/>
                  </a:moveTo>
                  <a:lnTo>
                    <a:pt x="1270" y="0"/>
                  </a:lnTo>
                  <a:lnTo>
                    <a:pt x="1270" y="2540"/>
                  </a:lnTo>
                  <a:lnTo>
                    <a:pt x="0" y="2540"/>
                  </a:lnTo>
                  <a:lnTo>
                    <a:pt x="0" y="7620"/>
                  </a:lnTo>
                  <a:lnTo>
                    <a:pt x="190500" y="7620"/>
                  </a:lnTo>
                  <a:lnTo>
                    <a:pt x="190500" y="2540"/>
                  </a:lnTo>
                  <a:lnTo>
                    <a:pt x="190500" y="0"/>
                  </a:lnTo>
                  <a:close/>
                </a:path>
              </a:pathLst>
            </a:custGeom>
            <a:solidFill>
              <a:srgbClr val="0A8D00"/>
            </a:solidFill>
          </p:spPr>
          <p:txBody>
            <a:bodyPr wrap="square" lIns="0" tIns="0" rIns="0" bIns="0" rtlCol="0"/>
            <a:lstStyle/>
            <a:p/>
          </p:txBody>
        </p:sp>
        <p:sp>
          <p:nvSpPr>
            <p:cNvPr id="1440" name="object 1440"/>
            <p:cNvSpPr/>
            <p:nvPr/>
          </p:nvSpPr>
          <p:spPr>
            <a:xfrm>
              <a:off x="4442460" y="1163319"/>
              <a:ext cx="191770" cy="8890"/>
            </a:xfrm>
            <a:custGeom>
              <a:avLst/>
              <a:gdLst/>
              <a:ahLst/>
              <a:cxnLst/>
              <a:rect l="l" t="t" r="r" b="b"/>
              <a:pathLst>
                <a:path w="191770" h="8890">
                  <a:moveTo>
                    <a:pt x="191770" y="5080"/>
                  </a:moveTo>
                  <a:lnTo>
                    <a:pt x="0" y="5080"/>
                  </a:lnTo>
                  <a:lnTo>
                    <a:pt x="0" y="8890"/>
                  </a:lnTo>
                  <a:lnTo>
                    <a:pt x="191770" y="8890"/>
                  </a:lnTo>
                  <a:lnTo>
                    <a:pt x="191770" y="5080"/>
                  </a:lnTo>
                  <a:close/>
                </a:path>
                <a:path w="191770" h="8890">
                  <a:moveTo>
                    <a:pt x="191770" y="0"/>
                  </a:moveTo>
                  <a:lnTo>
                    <a:pt x="1270" y="0"/>
                  </a:lnTo>
                  <a:lnTo>
                    <a:pt x="1270" y="3810"/>
                  </a:lnTo>
                  <a:lnTo>
                    <a:pt x="191770" y="3810"/>
                  </a:lnTo>
                  <a:lnTo>
                    <a:pt x="191770" y="0"/>
                  </a:lnTo>
                  <a:close/>
                </a:path>
              </a:pathLst>
            </a:custGeom>
            <a:solidFill>
              <a:srgbClr val="0B8C00"/>
            </a:solidFill>
          </p:spPr>
          <p:txBody>
            <a:bodyPr wrap="square" lIns="0" tIns="0" rIns="0" bIns="0" rtlCol="0"/>
            <a:lstStyle/>
            <a:p/>
          </p:txBody>
        </p:sp>
        <p:sp>
          <p:nvSpPr>
            <p:cNvPr id="1441" name="object 1441"/>
            <p:cNvSpPr/>
            <p:nvPr/>
          </p:nvSpPr>
          <p:spPr>
            <a:xfrm>
              <a:off x="4439920" y="1172209"/>
              <a:ext cx="194310" cy="8890"/>
            </a:xfrm>
            <a:custGeom>
              <a:avLst/>
              <a:gdLst/>
              <a:ahLst/>
              <a:cxnLst/>
              <a:rect l="l" t="t" r="r" b="b"/>
              <a:pathLst>
                <a:path w="194310" h="8890">
                  <a:moveTo>
                    <a:pt x="194310" y="1270"/>
                  </a:moveTo>
                  <a:lnTo>
                    <a:pt x="2540" y="1270"/>
                  </a:lnTo>
                  <a:lnTo>
                    <a:pt x="2540" y="0"/>
                  </a:lnTo>
                  <a:lnTo>
                    <a:pt x="1270" y="0"/>
                  </a:lnTo>
                  <a:lnTo>
                    <a:pt x="1270" y="1270"/>
                  </a:lnTo>
                  <a:lnTo>
                    <a:pt x="1270" y="7620"/>
                  </a:lnTo>
                  <a:lnTo>
                    <a:pt x="0" y="7620"/>
                  </a:lnTo>
                  <a:lnTo>
                    <a:pt x="0" y="8890"/>
                  </a:lnTo>
                  <a:lnTo>
                    <a:pt x="194310" y="8890"/>
                  </a:lnTo>
                  <a:lnTo>
                    <a:pt x="194310" y="7620"/>
                  </a:lnTo>
                  <a:lnTo>
                    <a:pt x="194310" y="1270"/>
                  </a:lnTo>
                  <a:close/>
                </a:path>
              </a:pathLst>
            </a:custGeom>
            <a:solidFill>
              <a:srgbClr val="0C8B00"/>
            </a:solidFill>
          </p:spPr>
          <p:txBody>
            <a:bodyPr wrap="square" lIns="0" tIns="0" rIns="0" bIns="0" rtlCol="0"/>
            <a:lstStyle/>
            <a:p/>
          </p:txBody>
        </p:sp>
        <p:sp>
          <p:nvSpPr>
            <p:cNvPr id="1442" name="object 1442"/>
            <p:cNvSpPr/>
            <p:nvPr/>
          </p:nvSpPr>
          <p:spPr>
            <a:xfrm>
              <a:off x="4439920" y="1181099"/>
              <a:ext cx="194310" cy="7620"/>
            </a:xfrm>
            <a:custGeom>
              <a:avLst/>
              <a:gdLst/>
              <a:ahLst/>
              <a:cxnLst/>
              <a:rect l="l" t="t" r="r" b="b"/>
              <a:pathLst>
                <a:path w="194310" h="7619">
                  <a:moveTo>
                    <a:pt x="194309" y="0"/>
                  </a:moveTo>
                  <a:lnTo>
                    <a:pt x="0" y="0"/>
                  </a:lnTo>
                  <a:lnTo>
                    <a:pt x="0" y="7620"/>
                  </a:lnTo>
                  <a:lnTo>
                    <a:pt x="194309" y="7620"/>
                  </a:lnTo>
                  <a:lnTo>
                    <a:pt x="194309" y="0"/>
                  </a:lnTo>
                  <a:close/>
                </a:path>
              </a:pathLst>
            </a:custGeom>
            <a:solidFill>
              <a:srgbClr val="0D8A00"/>
            </a:solidFill>
          </p:spPr>
          <p:txBody>
            <a:bodyPr wrap="square" lIns="0" tIns="0" rIns="0" bIns="0" rtlCol="0"/>
            <a:lstStyle/>
            <a:p/>
          </p:txBody>
        </p:sp>
        <p:sp>
          <p:nvSpPr>
            <p:cNvPr id="1443" name="object 1443"/>
            <p:cNvSpPr/>
            <p:nvPr/>
          </p:nvSpPr>
          <p:spPr>
            <a:xfrm>
              <a:off x="4437380" y="1188719"/>
              <a:ext cx="196850" cy="8890"/>
            </a:xfrm>
            <a:custGeom>
              <a:avLst/>
              <a:gdLst/>
              <a:ahLst/>
              <a:cxnLst/>
              <a:rect l="l" t="t" r="r" b="b"/>
              <a:pathLst>
                <a:path w="196850" h="8890">
                  <a:moveTo>
                    <a:pt x="196850" y="0"/>
                  </a:moveTo>
                  <a:lnTo>
                    <a:pt x="1270" y="0"/>
                  </a:lnTo>
                  <a:lnTo>
                    <a:pt x="1270" y="7620"/>
                  </a:lnTo>
                  <a:lnTo>
                    <a:pt x="0" y="7620"/>
                  </a:lnTo>
                  <a:lnTo>
                    <a:pt x="0" y="8890"/>
                  </a:lnTo>
                  <a:lnTo>
                    <a:pt x="196850" y="8890"/>
                  </a:lnTo>
                  <a:lnTo>
                    <a:pt x="196850" y="7620"/>
                  </a:lnTo>
                  <a:lnTo>
                    <a:pt x="196850" y="0"/>
                  </a:lnTo>
                  <a:close/>
                </a:path>
              </a:pathLst>
            </a:custGeom>
            <a:solidFill>
              <a:srgbClr val="0E8900"/>
            </a:solidFill>
          </p:spPr>
          <p:txBody>
            <a:bodyPr wrap="square" lIns="0" tIns="0" rIns="0" bIns="0" rtlCol="0"/>
            <a:lstStyle/>
            <a:p/>
          </p:txBody>
        </p:sp>
        <p:sp>
          <p:nvSpPr>
            <p:cNvPr id="1444" name="object 1444"/>
            <p:cNvSpPr/>
            <p:nvPr/>
          </p:nvSpPr>
          <p:spPr>
            <a:xfrm>
              <a:off x="4437380" y="11976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0F8800"/>
            </a:solidFill>
          </p:spPr>
          <p:txBody>
            <a:bodyPr wrap="square" lIns="0" tIns="0" rIns="0" bIns="0" rtlCol="0"/>
            <a:lstStyle/>
            <a:p/>
          </p:txBody>
        </p:sp>
        <p:sp>
          <p:nvSpPr>
            <p:cNvPr id="1445" name="object 1445"/>
            <p:cNvSpPr/>
            <p:nvPr/>
          </p:nvSpPr>
          <p:spPr>
            <a:xfrm>
              <a:off x="4436110" y="1205229"/>
              <a:ext cx="198120" cy="8890"/>
            </a:xfrm>
            <a:custGeom>
              <a:avLst/>
              <a:gdLst/>
              <a:ahLst/>
              <a:cxnLst/>
              <a:rect l="l" t="t" r="r" b="b"/>
              <a:pathLst>
                <a:path w="198120" h="8890">
                  <a:moveTo>
                    <a:pt x="198120" y="0"/>
                  </a:moveTo>
                  <a:lnTo>
                    <a:pt x="1270" y="0"/>
                  </a:lnTo>
                  <a:lnTo>
                    <a:pt x="1270" y="2540"/>
                  </a:lnTo>
                  <a:lnTo>
                    <a:pt x="0" y="2540"/>
                  </a:lnTo>
                  <a:lnTo>
                    <a:pt x="0" y="8890"/>
                  </a:lnTo>
                  <a:lnTo>
                    <a:pt x="198120" y="8890"/>
                  </a:lnTo>
                  <a:lnTo>
                    <a:pt x="198120" y="2540"/>
                  </a:lnTo>
                  <a:lnTo>
                    <a:pt x="198120" y="0"/>
                  </a:lnTo>
                  <a:close/>
                </a:path>
              </a:pathLst>
            </a:custGeom>
            <a:solidFill>
              <a:srgbClr val="108700"/>
            </a:solidFill>
          </p:spPr>
          <p:txBody>
            <a:bodyPr wrap="square" lIns="0" tIns="0" rIns="0" bIns="0" rtlCol="0"/>
            <a:lstStyle/>
            <a:p/>
          </p:txBody>
        </p:sp>
        <p:sp>
          <p:nvSpPr>
            <p:cNvPr id="1446" name="object 1446"/>
            <p:cNvSpPr/>
            <p:nvPr/>
          </p:nvSpPr>
          <p:spPr>
            <a:xfrm>
              <a:off x="4434840" y="121411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118600"/>
            </a:solidFill>
          </p:spPr>
          <p:txBody>
            <a:bodyPr wrap="square" lIns="0" tIns="0" rIns="0" bIns="0" rtlCol="0"/>
            <a:lstStyle/>
            <a:p/>
          </p:txBody>
        </p:sp>
        <p:sp>
          <p:nvSpPr>
            <p:cNvPr id="1447" name="object 1447"/>
            <p:cNvSpPr/>
            <p:nvPr/>
          </p:nvSpPr>
          <p:spPr>
            <a:xfrm>
              <a:off x="4434840" y="1221739"/>
              <a:ext cx="199390" cy="8890"/>
            </a:xfrm>
            <a:custGeom>
              <a:avLst/>
              <a:gdLst/>
              <a:ahLst/>
              <a:cxnLst/>
              <a:rect l="l" t="t" r="r" b="b"/>
              <a:pathLst>
                <a:path w="199389" h="8890">
                  <a:moveTo>
                    <a:pt x="0" y="8889"/>
                  </a:moveTo>
                  <a:lnTo>
                    <a:pt x="0" y="0"/>
                  </a:lnTo>
                  <a:lnTo>
                    <a:pt x="199389" y="0"/>
                  </a:lnTo>
                  <a:lnTo>
                    <a:pt x="199389" y="8889"/>
                  </a:lnTo>
                  <a:lnTo>
                    <a:pt x="0" y="8889"/>
                  </a:lnTo>
                  <a:close/>
                </a:path>
              </a:pathLst>
            </a:custGeom>
            <a:solidFill>
              <a:srgbClr val="128500"/>
            </a:solidFill>
          </p:spPr>
          <p:txBody>
            <a:bodyPr wrap="square" lIns="0" tIns="0" rIns="0" bIns="0" rtlCol="0"/>
            <a:lstStyle/>
            <a:p/>
          </p:txBody>
        </p:sp>
        <p:sp>
          <p:nvSpPr>
            <p:cNvPr id="1448" name="object 1448"/>
            <p:cNvSpPr/>
            <p:nvPr/>
          </p:nvSpPr>
          <p:spPr>
            <a:xfrm>
              <a:off x="4433570" y="1230629"/>
              <a:ext cx="200660" cy="8890"/>
            </a:xfrm>
            <a:custGeom>
              <a:avLst/>
              <a:gdLst/>
              <a:ahLst/>
              <a:cxnLst/>
              <a:rect l="l" t="t" r="r" b="b"/>
              <a:pathLst>
                <a:path w="200660" h="8890">
                  <a:moveTo>
                    <a:pt x="200660" y="0"/>
                  </a:moveTo>
                  <a:lnTo>
                    <a:pt x="1270" y="0"/>
                  </a:lnTo>
                  <a:lnTo>
                    <a:pt x="1270" y="3810"/>
                  </a:lnTo>
                  <a:lnTo>
                    <a:pt x="0" y="3810"/>
                  </a:lnTo>
                  <a:lnTo>
                    <a:pt x="0" y="8890"/>
                  </a:lnTo>
                  <a:lnTo>
                    <a:pt x="200660" y="8890"/>
                  </a:lnTo>
                  <a:lnTo>
                    <a:pt x="200660" y="3810"/>
                  </a:lnTo>
                  <a:lnTo>
                    <a:pt x="200660" y="0"/>
                  </a:lnTo>
                  <a:close/>
                </a:path>
              </a:pathLst>
            </a:custGeom>
            <a:solidFill>
              <a:srgbClr val="138400"/>
            </a:solidFill>
          </p:spPr>
          <p:txBody>
            <a:bodyPr wrap="square" lIns="0" tIns="0" rIns="0" bIns="0" rtlCol="0"/>
            <a:lstStyle/>
            <a:p/>
          </p:txBody>
        </p:sp>
        <p:sp>
          <p:nvSpPr>
            <p:cNvPr id="1449" name="object 1449"/>
            <p:cNvSpPr/>
            <p:nvPr/>
          </p:nvSpPr>
          <p:spPr>
            <a:xfrm>
              <a:off x="4433570" y="1239519"/>
              <a:ext cx="200660" cy="7620"/>
            </a:xfrm>
            <a:custGeom>
              <a:avLst/>
              <a:gdLst/>
              <a:ahLst/>
              <a:cxnLst/>
              <a:rect l="l" t="t" r="r" b="b"/>
              <a:pathLst>
                <a:path w="200660" h="7619">
                  <a:moveTo>
                    <a:pt x="200659" y="0"/>
                  </a:moveTo>
                  <a:lnTo>
                    <a:pt x="0" y="0"/>
                  </a:lnTo>
                  <a:lnTo>
                    <a:pt x="0" y="7619"/>
                  </a:lnTo>
                  <a:lnTo>
                    <a:pt x="200659" y="7619"/>
                  </a:lnTo>
                  <a:lnTo>
                    <a:pt x="200659" y="0"/>
                  </a:lnTo>
                  <a:close/>
                </a:path>
              </a:pathLst>
            </a:custGeom>
            <a:solidFill>
              <a:srgbClr val="148300"/>
            </a:solidFill>
          </p:spPr>
          <p:txBody>
            <a:bodyPr wrap="square" lIns="0" tIns="0" rIns="0" bIns="0" rtlCol="0"/>
            <a:lstStyle/>
            <a:p/>
          </p:txBody>
        </p:sp>
        <p:sp>
          <p:nvSpPr>
            <p:cNvPr id="1450" name="object 1450"/>
            <p:cNvSpPr/>
            <p:nvPr/>
          </p:nvSpPr>
          <p:spPr>
            <a:xfrm>
              <a:off x="4432300" y="1247139"/>
              <a:ext cx="201930" cy="8890"/>
            </a:xfrm>
            <a:custGeom>
              <a:avLst/>
              <a:gdLst/>
              <a:ahLst/>
              <a:cxnLst/>
              <a:rect l="l" t="t" r="r" b="b"/>
              <a:pathLst>
                <a:path w="201929" h="8890">
                  <a:moveTo>
                    <a:pt x="0" y="8889"/>
                  </a:moveTo>
                  <a:lnTo>
                    <a:pt x="0" y="0"/>
                  </a:lnTo>
                  <a:lnTo>
                    <a:pt x="201929" y="0"/>
                  </a:lnTo>
                  <a:lnTo>
                    <a:pt x="201929" y="8889"/>
                  </a:lnTo>
                  <a:lnTo>
                    <a:pt x="0" y="8889"/>
                  </a:lnTo>
                  <a:close/>
                </a:path>
              </a:pathLst>
            </a:custGeom>
            <a:solidFill>
              <a:srgbClr val="158200"/>
            </a:solidFill>
          </p:spPr>
          <p:txBody>
            <a:bodyPr wrap="square" lIns="0" tIns="0" rIns="0" bIns="0" rtlCol="0"/>
            <a:lstStyle/>
            <a:p/>
          </p:txBody>
        </p:sp>
        <p:sp>
          <p:nvSpPr>
            <p:cNvPr id="1451" name="object 1451"/>
            <p:cNvSpPr/>
            <p:nvPr/>
          </p:nvSpPr>
          <p:spPr>
            <a:xfrm>
              <a:off x="4432300" y="1256029"/>
              <a:ext cx="201930" cy="7620"/>
            </a:xfrm>
            <a:custGeom>
              <a:avLst/>
              <a:gdLst/>
              <a:ahLst/>
              <a:cxnLst/>
              <a:rect l="l" t="t" r="r" b="b"/>
              <a:pathLst>
                <a:path w="201929" h="7619">
                  <a:moveTo>
                    <a:pt x="201930" y="0"/>
                  </a:moveTo>
                  <a:lnTo>
                    <a:pt x="0" y="0"/>
                  </a:lnTo>
                  <a:lnTo>
                    <a:pt x="0" y="2540"/>
                  </a:lnTo>
                  <a:lnTo>
                    <a:pt x="0" y="5080"/>
                  </a:lnTo>
                  <a:lnTo>
                    <a:pt x="0" y="6350"/>
                  </a:lnTo>
                  <a:lnTo>
                    <a:pt x="0" y="7620"/>
                  </a:lnTo>
                  <a:lnTo>
                    <a:pt x="92710" y="7620"/>
                  </a:lnTo>
                  <a:lnTo>
                    <a:pt x="92710" y="6350"/>
                  </a:lnTo>
                  <a:lnTo>
                    <a:pt x="93980" y="6350"/>
                  </a:lnTo>
                  <a:lnTo>
                    <a:pt x="93980" y="5080"/>
                  </a:lnTo>
                  <a:lnTo>
                    <a:pt x="96520" y="5080"/>
                  </a:lnTo>
                  <a:lnTo>
                    <a:pt x="96520" y="2540"/>
                  </a:lnTo>
                  <a:lnTo>
                    <a:pt x="100330" y="2540"/>
                  </a:lnTo>
                  <a:lnTo>
                    <a:pt x="100330" y="5080"/>
                  </a:lnTo>
                  <a:lnTo>
                    <a:pt x="101600" y="5080"/>
                  </a:lnTo>
                  <a:lnTo>
                    <a:pt x="101600" y="6350"/>
                  </a:lnTo>
                  <a:lnTo>
                    <a:pt x="104140" y="6350"/>
                  </a:lnTo>
                  <a:lnTo>
                    <a:pt x="104140" y="7620"/>
                  </a:lnTo>
                  <a:lnTo>
                    <a:pt x="201930" y="7620"/>
                  </a:lnTo>
                  <a:lnTo>
                    <a:pt x="201930" y="6350"/>
                  </a:lnTo>
                  <a:lnTo>
                    <a:pt x="201930" y="5080"/>
                  </a:lnTo>
                  <a:lnTo>
                    <a:pt x="201930" y="2540"/>
                  </a:lnTo>
                  <a:lnTo>
                    <a:pt x="201930" y="0"/>
                  </a:lnTo>
                  <a:close/>
                </a:path>
              </a:pathLst>
            </a:custGeom>
            <a:solidFill>
              <a:srgbClr val="168100"/>
            </a:solidFill>
          </p:spPr>
          <p:txBody>
            <a:bodyPr wrap="square" lIns="0" tIns="0" rIns="0" bIns="0" rtlCol="0"/>
            <a:lstStyle/>
            <a:p/>
          </p:txBody>
        </p:sp>
        <p:sp>
          <p:nvSpPr>
            <p:cNvPr id="1452" name="object 1452"/>
            <p:cNvSpPr/>
            <p:nvPr/>
          </p:nvSpPr>
          <p:spPr>
            <a:xfrm>
              <a:off x="4431030" y="1263649"/>
              <a:ext cx="203200" cy="8890"/>
            </a:xfrm>
            <a:custGeom>
              <a:avLst/>
              <a:gdLst/>
              <a:ahLst/>
              <a:cxnLst/>
              <a:rect l="l" t="t" r="r" b="b"/>
              <a:pathLst>
                <a:path w="203200" h="8890">
                  <a:moveTo>
                    <a:pt x="90170" y="5080"/>
                  </a:moveTo>
                  <a:lnTo>
                    <a:pt x="0" y="5080"/>
                  </a:lnTo>
                  <a:lnTo>
                    <a:pt x="0" y="7620"/>
                  </a:lnTo>
                  <a:lnTo>
                    <a:pt x="88900" y="7620"/>
                  </a:lnTo>
                  <a:lnTo>
                    <a:pt x="88900" y="8890"/>
                  </a:lnTo>
                  <a:lnTo>
                    <a:pt x="90170" y="8890"/>
                  </a:lnTo>
                  <a:lnTo>
                    <a:pt x="90170" y="7620"/>
                  </a:lnTo>
                  <a:lnTo>
                    <a:pt x="90170" y="5080"/>
                  </a:lnTo>
                  <a:close/>
                </a:path>
                <a:path w="203200" h="8890">
                  <a:moveTo>
                    <a:pt x="93980" y="0"/>
                  </a:moveTo>
                  <a:lnTo>
                    <a:pt x="1270" y="0"/>
                  </a:lnTo>
                  <a:lnTo>
                    <a:pt x="1270" y="1270"/>
                  </a:lnTo>
                  <a:lnTo>
                    <a:pt x="1270" y="3810"/>
                  </a:lnTo>
                  <a:lnTo>
                    <a:pt x="90170" y="3810"/>
                  </a:lnTo>
                  <a:lnTo>
                    <a:pt x="90170" y="5080"/>
                  </a:lnTo>
                  <a:lnTo>
                    <a:pt x="91440" y="5080"/>
                  </a:lnTo>
                  <a:lnTo>
                    <a:pt x="91440" y="3810"/>
                  </a:lnTo>
                  <a:lnTo>
                    <a:pt x="92710" y="3810"/>
                  </a:lnTo>
                  <a:lnTo>
                    <a:pt x="92710" y="1270"/>
                  </a:lnTo>
                  <a:lnTo>
                    <a:pt x="93980" y="1270"/>
                  </a:lnTo>
                  <a:lnTo>
                    <a:pt x="93980" y="0"/>
                  </a:lnTo>
                  <a:close/>
                </a:path>
                <a:path w="203200" h="8890">
                  <a:moveTo>
                    <a:pt x="203200" y="5080"/>
                  </a:moveTo>
                  <a:lnTo>
                    <a:pt x="107950" y="5080"/>
                  </a:lnTo>
                  <a:lnTo>
                    <a:pt x="107950" y="7620"/>
                  </a:lnTo>
                  <a:lnTo>
                    <a:pt x="109220" y="7620"/>
                  </a:lnTo>
                  <a:lnTo>
                    <a:pt x="109220" y="8890"/>
                  </a:lnTo>
                  <a:lnTo>
                    <a:pt x="110490" y="8890"/>
                  </a:lnTo>
                  <a:lnTo>
                    <a:pt x="110490" y="7620"/>
                  </a:lnTo>
                  <a:lnTo>
                    <a:pt x="203200" y="7620"/>
                  </a:lnTo>
                  <a:lnTo>
                    <a:pt x="203200" y="5080"/>
                  </a:lnTo>
                  <a:close/>
                </a:path>
                <a:path w="203200" h="8890">
                  <a:moveTo>
                    <a:pt x="203200" y="0"/>
                  </a:moveTo>
                  <a:lnTo>
                    <a:pt x="105410" y="0"/>
                  </a:lnTo>
                  <a:lnTo>
                    <a:pt x="105410" y="1270"/>
                  </a:lnTo>
                  <a:lnTo>
                    <a:pt x="106680" y="1270"/>
                  </a:lnTo>
                  <a:lnTo>
                    <a:pt x="106680" y="3810"/>
                  </a:lnTo>
                  <a:lnTo>
                    <a:pt x="203200" y="3810"/>
                  </a:lnTo>
                  <a:lnTo>
                    <a:pt x="203200" y="1270"/>
                  </a:lnTo>
                  <a:lnTo>
                    <a:pt x="203200" y="0"/>
                  </a:lnTo>
                  <a:close/>
                </a:path>
              </a:pathLst>
            </a:custGeom>
            <a:solidFill>
              <a:srgbClr val="178000"/>
            </a:solidFill>
          </p:spPr>
          <p:txBody>
            <a:bodyPr wrap="square" lIns="0" tIns="0" rIns="0" bIns="0" rtlCol="0"/>
            <a:lstStyle/>
            <a:p/>
          </p:txBody>
        </p:sp>
        <p:sp>
          <p:nvSpPr>
            <p:cNvPr id="1453" name="object 1453"/>
            <p:cNvSpPr/>
            <p:nvPr/>
          </p:nvSpPr>
          <p:spPr>
            <a:xfrm>
              <a:off x="4431030" y="1272539"/>
              <a:ext cx="203200" cy="7620"/>
            </a:xfrm>
            <a:custGeom>
              <a:avLst/>
              <a:gdLst/>
              <a:ahLst/>
              <a:cxnLst/>
              <a:rect l="l" t="t" r="r" b="b"/>
              <a:pathLst>
                <a:path w="203200" h="7619">
                  <a:moveTo>
                    <a:pt x="88900" y="0"/>
                  </a:moveTo>
                  <a:lnTo>
                    <a:pt x="0" y="0"/>
                  </a:lnTo>
                  <a:lnTo>
                    <a:pt x="0" y="1270"/>
                  </a:lnTo>
                  <a:lnTo>
                    <a:pt x="0" y="5080"/>
                  </a:lnTo>
                  <a:lnTo>
                    <a:pt x="0" y="7620"/>
                  </a:lnTo>
                  <a:lnTo>
                    <a:pt x="86360" y="7620"/>
                  </a:lnTo>
                  <a:lnTo>
                    <a:pt x="86360" y="5080"/>
                  </a:lnTo>
                  <a:lnTo>
                    <a:pt x="87617" y="5080"/>
                  </a:lnTo>
                  <a:lnTo>
                    <a:pt x="87617" y="1270"/>
                  </a:lnTo>
                  <a:lnTo>
                    <a:pt x="88900" y="1270"/>
                  </a:lnTo>
                  <a:lnTo>
                    <a:pt x="88900" y="0"/>
                  </a:lnTo>
                  <a:close/>
                </a:path>
                <a:path w="203200" h="7619">
                  <a:moveTo>
                    <a:pt x="203200" y="0"/>
                  </a:moveTo>
                  <a:lnTo>
                    <a:pt x="110490" y="0"/>
                  </a:lnTo>
                  <a:lnTo>
                    <a:pt x="110490" y="2540"/>
                  </a:lnTo>
                  <a:lnTo>
                    <a:pt x="111760" y="2540"/>
                  </a:lnTo>
                  <a:lnTo>
                    <a:pt x="111760" y="5080"/>
                  </a:lnTo>
                  <a:lnTo>
                    <a:pt x="113030" y="5080"/>
                  </a:lnTo>
                  <a:lnTo>
                    <a:pt x="113030" y="7620"/>
                  </a:lnTo>
                  <a:lnTo>
                    <a:pt x="203200" y="7620"/>
                  </a:lnTo>
                  <a:lnTo>
                    <a:pt x="203200" y="5080"/>
                  </a:lnTo>
                  <a:lnTo>
                    <a:pt x="203200" y="2540"/>
                  </a:lnTo>
                  <a:lnTo>
                    <a:pt x="203200" y="0"/>
                  </a:lnTo>
                  <a:close/>
                </a:path>
              </a:pathLst>
            </a:custGeom>
            <a:solidFill>
              <a:srgbClr val="187F00"/>
            </a:solidFill>
          </p:spPr>
          <p:txBody>
            <a:bodyPr wrap="square" lIns="0" tIns="0" rIns="0" bIns="0" rtlCol="0"/>
            <a:lstStyle/>
            <a:p/>
          </p:txBody>
        </p:sp>
        <p:sp>
          <p:nvSpPr>
            <p:cNvPr id="1454" name="object 1454"/>
            <p:cNvSpPr/>
            <p:nvPr/>
          </p:nvSpPr>
          <p:spPr>
            <a:xfrm>
              <a:off x="4431030" y="1280159"/>
              <a:ext cx="203200" cy="8890"/>
            </a:xfrm>
            <a:custGeom>
              <a:avLst/>
              <a:gdLst/>
              <a:ahLst/>
              <a:cxnLst/>
              <a:rect l="l" t="t" r="r" b="b"/>
              <a:pathLst>
                <a:path w="203200" h="8890">
                  <a:moveTo>
                    <a:pt x="85077" y="5080"/>
                  </a:moveTo>
                  <a:lnTo>
                    <a:pt x="0" y="5080"/>
                  </a:lnTo>
                  <a:lnTo>
                    <a:pt x="0" y="8890"/>
                  </a:lnTo>
                  <a:lnTo>
                    <a:pt x="85077" y="8890"/>
                  </a:lnTo>
                  <a:lnTo>
                    <a:pt x="85077" y="5080"/>
                  </a:lnTo>
                  <a:close/>
                </a:path>
                <a:path w="203200" h="8890">
                  <a:moveTo>
                    <a:pt x="86360" y="0"/>
                  </a:moveTo>
                  <a:lnTo>
                    <a:pt x="0" y="0"/>
                  </a:lnTo>
                  <a:lnTo>
                    <a:pt x="0" y="3810"/>
                  </a:lnTo>
                  <a:lnTo>
                    <a:pt x="85077" y="3810"/>
                  </a:lnTo>
                  <a:lnTo>
                    <a:pt x="85077" y="5080"/>
                  </a:lnTo>
                  <a:lnTo>
                    <a:pt x="86360" y="5080"/>
                  </a:lnTo>
                  <a:lnTo>
                    <a:pt x="86360" y="3810"/>
                  </a:lnTo>
                  <a:lnTo>
                    <a:pt x="86360" y="0"/>
                  </a:lnTo>
                  <a:close/>
                </a:path>
                <a:path w="203200" h="8890">
                  <a:moveTo>
                    <a:pt x="203200" y="5080"/>
                  </a:moveTo>
                  <a:lnTo>
                    <a:pt x="114300" y="5080"/>
                  </a:lnTo>
                  <a:lnTo>
                    <a:pt x="114300" y="6350"/>
                  </a:lnTo>
                  <a:lnTo>
                    <a:pt x="115570" y="6350"/>
                  </a:lnTo>
                  <a:lnTo>
                    <a:pt x="115570" y="8890"/>
                  </a:lnTo>
                  <a:lnTo>
                    <a:pt x="203200" y="8890"/>
                  </a:lnTo>
                  <a:lnTo>
                    <a:pt x="203200" y="6350"/>
                  </a:lnTo>
                  <a:lnTo>
                    <a:pt x="203200" y="5080"/>
                  </a:lnTo>
                  <a:close/>
                </a:path>
                <a:path w="203200" h="8890">
                  <a:moveTo>
                    <a:pt x="203200" y="0"/>
                  </a:moveTo>
                  <a:lnTo>
                    <a:pt x="113030" y="0"/>
                  </a:lnTo>
                  <a:lnTo>
                    <a:pt x="113030" y="1270"/>
                  </a:lnTo>
                  <a:lnTo>
                    <a:pt x="114300" y="1270"/>
                  </a:lnTo>
                  <a:lnTo>
                    <a:pt x="114300" y="3810"/>
                  </a:lnTo>
                  <a:lnTo>
                    <a:pt x="203200" y="3810"/>
                  </a:lnTo>
                  <a:lnTo>
                    <a:pt x="203200" y="1270"/>
                  </a:lnTo>
                  <a:lnTo>
                    <a:pt x="203200" y="0"/>
                  </a:lnTo>
                  <a:close/>
                </a:path>
              </a:pathLst>
            </a:custGeom>
            <a:solidFill>
              <a:srgbClr val="197E00"/>
            </a:solidFill>
          </p:spPr>
          <p:txBody>
            <a:bodyPr wrap="square" lIns="0" tIns="0" rIns="0" bIns="0" rtlCol="0"/>
            <a:lstStyle/>
            <a:p/>
          </p:txBody>
        </p:sp>
        <p:sp>
          <p:nvSpPr>
            <p:cNvPr id="1455" name="object 1455"/>
            <p:cNvSpPr/>
            <p:nvPr/>
          </p:nvSpPr>
          <p:spPr>
            <a:xfrm>
              <a:off x="4431030" y="1289050"/>
              <a:ext cx="203200" cy="7620"/>
            </a:xfrm>
            <a:custGeom>
              <a:avLst/>
              <a:gdLst/>
              <a:ahLst/>
              <a:cxnLst/>
              <a:rect l="l" t="t" r="r" b="b"/>
              <a:pathLst>
                <a:path w="203200" h="7619">
                  <a:moveTo>
                    <a:pt x="85089" y="0"/>
                  </a:moveTo>
                  <a:lnTo>
                    <a:pt x="0" y="0"/>
                  </a:lnTo>
                  <a:lnTo>
                    <a:pt x="0" y="7620"/>
                  </a:lnTo>
                  <a:lnTo>
                    <a:pt x="83820" y="7620"/>
                  </a:lnTo>
                  <a:lnTo>
                    <a:pt x="83820" y="3809"/>
                  </a:lnTo>
                  <a:lnTo>
                    <a:pt x="85089" y="3809"/>
                  </a:lnTo>
                  <a:lnTo>
                    <a:pt x="85089" y="0"/>
                  </a:lnTo>
                  <a:close/>
                </a:path>
                <a:path w="203200" h="7619">
                  <a:moveTo>
                    <a:pt x="203200" y="0"/>
                  </a:moveTo>
                  <a:lnTo>
                    <a:pt x="115570" y="0"/>
                  </a:lnTo>
                  <a:lnTo>
                    <a:pt x="115570" y="7620"/>
                  </a:lnTo>
                  <a:lnTo>
                    <a:pt x="203200" y="7620"/>
                  </a:lnTo>
                  <a:lnTo>
                    <a:pt x="203200" y="0"/>
                  </a:lnTo>
                  <a:close/>
                </a:path>
              </a:pathLst>
            </a:custGeom>
            <a:solidFill>
              <a:srgbClr val="1A7D00"/>
            </a:solidFill>
          </p:spPr>
          <p:txBody>
            <a:bodyPr wrap="square" lIns="0" tIns="0" rIns="0" bIns="0" rtlCol="0"/>
            <a:lstStyle/>
            <a:p/>
          </p:txBody>
        </p:sp>
        <p:sp>
          <p:nvSpPr>
            <p:cNvPr id="1456" name="object 1456"/>
            <p:cNvSpPr/>
            <p:nvPr/>
          </p:nvSpPr>
          <p:spPr>
            <a:xfrm>
              <a:off x="4429760" y="1296669"/>
              <a:ext cx="204470" cy="8890"/>
            </a:xfrm>
            <a:custGeom>
              <a:avLst/>
              <a:gdLst/>
              <a:ahLst/>
              <a:cxnLst/>
              <a:rect l="l" t="t" r="r" b="b"/>
              <a:pathLst>
                <a:path w="204470" h="8890">
                  <a:moveTo>
                    <a:pt x="85089" y="0"/>
                  </a:moveTo>
                  <a:lnTo>
                    <a:pt x="1269" y="0"/>
                  </a:lnTo>
                  <a:lnTo>
                    <a:pt x="1269" y="3809"/>
                  </a:lnTo>
                  <a:lnTo>
                    <a:pt x="0" y="3809"/>
                  </a:lnTo>
                  <a:lnTo>
                    <a:pt x="0" y="8889"/>
                  </a:lnTo>
                  <a:lnTo>
                    <a:pt x="85089" y="8889"/>
                  </a:lnTo>
                  <a:lnTo>
                    <a:pt x="85089" y="0"/>
                  </a:lnTo>
                  <a:close/>
                </a:path>
                <a:path w="204470" h="8890">
                  <a:moveTo>
                    <a:pt x="204469" y="0"/>
                  </a:moveTo>
                  <a:lnTo>
                    <a:pt x="118110" y="0"/>
                  </a:lnTo>
                  <a:lnTo>
                    <a:pt x="118110" y="6349"/>
                  </a:lnTo>
                  <a:lnTo>
                    <a:pt x="119379" y="6349"/>
                  </a:lnTo>
                  <a:lnTo>
                    <a:pt x="119379" y="8889"/>
                  </a:lnTo>
                  <a:lnTo>
                    <a:pt x="204469" y="8889"/>
                  </a:lnTo>
                  <a:lnTo>
                    <a:pt x="204469" y="0"/>
                  </a:lnTo>
                  <a:close/>
                </a:path>
              </a:pathLst>
            </a:custGeom>
            <a:solidFill>
              <a:srgbClr val="1B7C00"/>
            </a:solidFill>
          </p:spPr>
          <p:txBody>
            <a:bodyPr wrap="square" lIns="0" tIns="0" rIns="0" bIns="0" rtlCol="0"/>
            <a:lstStyle/>
            <a:p/>
          </p:txBody>
        </p:sp>
        <p:sp>
          <p:nvSpPr>
            <p:cNvPr id="1457" name="object 1457"/>
            <p:cNvSpPr/>
            <p:nvPr/>
          </p:nvSpPr>
          <p:spPr>
            <a:xfrm>
              <a:off x="4429760" y="1305559"/>
              <a:ext cx="204470" cy="8890"/>
            </a:xfrm>
            <a:custGeom>
              <a:avLst/>
              <a:gdLst/>
              <a:ahLst/>
              <a:cxnLst/>
              <a:rect l="l" t="t" r="r" b="b"/>
              <a:pathLst>
                <a:path w="204470" h="8890">
                  <a:moveTo>
                    <a:pt x="85089" y="0"/>
                  </a:moveTo>
                  <a:lnTo>
                    <a:pt x="0" y="0"/>
                  </a:lnTo>
                  <a:lnTo>
                    <a:pt x="0" y="8889"/>
                  </a:lnTo>
                  <a:lnTo>
                    <a:pt x="83820" y="8889"/>
                  </a:lnTo>
                  <a:lnTo>
                    <a:pt x="83820" y="1269"/>
                  </a:lnTo>
                  <a:lnTo>
                    <a:pt x="85089" y="1269"/>
                  </a:lnTo>
                  <a:lnTo>
                    <a:pt x="85089" y="0"/>
                  </a:lnTo>
                  <a:close/>
                </a:path>
                <a:path w="204470" h="8890">
                  <a:moveTo>
                    <a:pt x="204469" y="0"/>
                  </a:moveTo>
                  <a:lnTo>
                    <a:pt x="119379" y="0"/>
                  </a:lnTo>
                  <a:lnTo>
                    <a:pt x="119379" y="6349"/>
                  </a:lnTo>
                  <a:lnTo>
                    <a:pt x="120650" y="6349"/>
                  </a:lnTo>
                  <a:lnTo>
                    <a:pt x="120650" y="8889"/>
                  </a:lnTo>
                  <a:lnTo>
                    <a:pt x="204469" y="8889"/>
                  </a:lnTo>
                  <a:lnTo>
                    <a:pt x="204469" y="0"/>
                  </a:lnTo>
                  <a:close/>
                </a:path>
              </a:pathLst>
            </a:custGeom>
            <a:solidFill>
              <a:srgbClr val="1C7B00"/>
            </a:solidFill>
          </p:spPr>
          <p:txBody>
            <a:bodyPr wrap="square" lIns="0" tIns="0" rIns="0" bIns="0" rtlCol="0"/>
            <a:lstStyle/>
            <a:p/>
          </p:txBody>
        </p:sp>
        <p:sp>
          <p:nvSpPr>
            <p:cNvPr id="1458" name="object 1458"/>
            <p:cNvSpPr/>
            <p:nvPr/>
          </p:nvSpPr>
          <p:spPr>
            <a:xfrm>
              <a:off x="4429760" y="1314449"/>
              <a:ext cx="204470" cy="8255"/>
            </a:xfrm>
            <a:custGeom>
              <a:avLst/>
              <a:gdLst/>
              <a:ahLst/>
              <a:cxnLst/>
              <a:rect l="l" t="t" r="r" b="b"/>
              <a:pathLst>
                <a:path w="204470" h="8255">
                  <a:moveTo>
                    <a:pt x="83820" y="0"/>
                  </a:moveTo>
                  <a:lnTo>
                    <a:pt x="0" y="0"/>
                  </a:lnTo>
                  <a:lnTo>
                    <a:pt x="0" y="7620"/>
                  </a:lnTo>
                  <a:lnTo>
                    <a:pt x="83820" y="7620"/>
                  </a:lnTo>
                  <a:lnTo>
                    <a:pt x="83820" y="0"/>
                  </a:lnTo>
                  <a:close/>
                </a:path>
                <a:path w="204470" h="8255">
                  <a:moveTo>
                    <a:pt x="204470" y="0"/>
                  </a:moveTo>
                  <a:lnTo>
                    <a:pt x="120650" y="0"/>
                  </a:lnTo>
                  <a:lnTo>
                    <a:pt x="120650" y="7632"/>
                  </a:lnTo>
                  <a:lnTo>
                    <a:pt x="204470" y="7632"/>
                  </a:lnTo>
                  <a:lnTo>
                    <a:pt x="204470" y="0"/>
                  </a:lnTo>
                  <a:close/>
                </a:path>
              </a:pathLst>
            </a:custGeom>
            <a:solidFill>
              <a:srgbClr val="1D7A00"/>
            </a:solidFill>
          </p:spPr>
          <p:txBody>
            <a:bodyPr wrap="square" lIns="0" tIns="0" rIns="0" bIns="0" rtlCol="0"/>
            <a:lstStyle/>
            <a:p/>
          </p:txBody>
        </p:sp>
        <p:sp>
          <p:nvSpPr>
            <p:cNvPr id="1459" name="object 1459"/>
            <p:cNvSpPr/>
            <p:nvPr/>
          </p:nvSpPr>
          <p:spPr>
            <a:xfrm>
              <a:off x="4429760" y="1322069"/>
              <a:ext cx="204470" cy="9525"/>
            </a:xfrm>
            <a:custGeom>
              <a:avLst/>
              <a:gdLst/>
              <a:ahLst/>
              <a:cxnLst/>
              <a:rect l="l" t="t" r="r" b="b"/>
              <a:pathLst>
                <a:path w="204470" h="9525">
                  <a:moveTo>
                    <a:pt x="83820" y="0"/>
                  </a:moveTo>
                  <a:lnTo>
                    <a:pt x="0" y="0"/>
                  </a:lnTo>
                  <a:lnTo>
                    <a:pt x="0" y="8890"/>
                  </a:lnTo>
                  <a:lnTo>
                    <a:pt x="83820" y="8890"/>
                  </a:lnTo>
                  <a:lnTo>
                    <a:pt x="83820" y="0"/>
                  </a:lnTo>
                  <a:close/>
                </a:path>
                <a:path w="204470" h="9525">
                  <a:moveTo>
                    <a:pt x="204470" y="0"/>
                  </a:moveTo>
                  <a:lnTo>
                    <a:pt x="120650" y="0"/>
                  </a:lnTo>
                  <a:lnTo>
                    <a:pt x="120650" y="8902"/>
                  </a:lnTo>
                  <a:lnTo>
                    <a:pt x="204470" y="8902"/>
                  </a:lnTo>
                  <a:lnTo>
                    <a:pt x="204470" y="0"/>
                  </a:lnTo>
                  <a:close/>
                </a:path>
              </a:pathLst>
            </a:custGeom>
            <a:solidFill>
              <a:srgbClr val="1E7900"/>
            </a:solidFill>
          </p:spPr>
          <p:txBody>
            <a:bodyPr wrap="square" lIns="0" tIns="0" rIns="0" bIns="0" rtlCol="0"/>
            <a:lstStyle/>
            <a:p/>
          </p:txBody>
        </p:sp>
        <p:sp>
          <p:nvSpPr>
            <p:cNvPr id="1460" name="object 1460"/>
            <p:cNvSpPr/>
            <p:nvPr/>
          </p:nvSpPr>
          <p:spPr>
            <a:xfrm>
              <a:off x="4428490" y="1330959"/>
              <a:ext cx="205740" cy="7620"/>
            </a:xfrm>
            <a:custGeom>
              <a:avLst/>
              <a:gdLst/>
              <a:ahLst/>
              <a:cxnLst/>
              <a:rect l="l" t="t" r="r" b="b"/>
              <a:pathLst>
                <a:path w="205739" h="7619">
                  <a:moveTo>
                    <a:pt x="83820" y="0"/>
                  </a:moveTo>
                  <a:lnTo>
                    <a:pt x="1270" y="0"/>
                  </a:lnTo>
                  <a:lnTo>
                    <a:pt x="1270" y="1269"/>
                  </a:lnTo>
                  <a:lnTo>
                    <a:pt x="0" y="1269"/>
                  </a:lnTo>
                  <a:lnTo>
                    <a:pt x="0" y="7619"/>
                  </a:lnTo>
                  <a:lnTo>
                    <a:pt x="83820" y="7619"/>
                  </a:lnTo>
                  <a:lnTo>
                    <a:pt x="83820" y="0"/>
                  </a:lnTo>
                  <a:close/>
                </a:path>
                <a:path w="205739" h="7619">
                  <a:moveTo>
                    <a:pt x="205739" y="0"/>
                  </a:moveTo>
                  <a:lnTo>
                    <a:pt x="121920" y="0"/>
                  </a:lnTo>
                  <a:lnTo>
                    <a:pt x="121920" y="1269"/>
                  </a:lnTo>
                  <a:lnTo>
                    <a:pt x="123189" y="1269"/>
                  </a:lnTo>
                  <a:lnTo>
                    <a:pt x="123189" y="7620"/>
                  </a:lnTo>
                  <a:lnTo>
                    <a:pt x="205739" y="7620"/>
                  </a:lnTo>
                  <a:lnTo>
                    <a:pt x="205739" y="0"/>
                  </a:lnTo>
                  <a:close/>
                </a:path>
              </a:pathLst>
            </a:custGeom>
            <a:solidFill>
              <a:srgbClr val="1F7800"/>
            </a:solidFill>
          </p:spPr>
          <p:txBody>
            <a:bodyPr wrap="square" lIns="0" tIns="0" rIns="0" bIns="0" rtlCol="0"/>
            <a:lstStyle/>
            <a:p/>
          </p:txBody>
        </p:sp>
        <p:sp>
          <p:nvSpPr>
            <p:cNvPr id="1461" name="object 1461"/>
            <p:cNvSpPr/>
            <p:nvPr/>
          </p:nvSpPr>
          <p:spPr>
            <a:xfrm>
              <a:off x="4428490" y="1338579"/>
              <a:ext cx="205740" cy="9525"/>
            </a:xfrm>
            <a:custGeom>
              <a:avLst/>
              <a:gdLst/>
              <a:ahLst/>
              <a:cxnLst/>
              <a:rect l="l" t="t" r="r" b="b"/>
              <a:pathLst>
                <a:path w="205739" h="9525">
                  <a:moveTo>
                    <a:pt x="83820" y="0"/>
                  </a:moveTo>
                  <a:lnTo>
                    <a:pt x="0" y="0"/>
                  </a:lnTo>
                  <a:lnTo>
                    <a:pt x="0" y="8890"/>
                  </a:lnTo>
                  <a:lnTo>
                    <a:pt x="83820" y="8890"/>
                  </a:lnTo>
                  <a:lnTo>
                    <a:pt x="83820" y="0"/>
                  </a:lnTo>
                  <a:close/>
                </a:path>
                <a:path w="205739" h="9525">
                  <a:moveTo>
                    <a:pt x="205740" y="0"/>
                  </a:moveTo>
                  <a:lnTo>
                    <a:pt x="123190" y="0"/>
                  </a:lnTo>
                  <a:lnTo>
                    <a:pt x="123190" y="8902"/>
                  </a:lnTo>
                  <a:lnTo>
                    <a:pt x="205740" y="8902"/>
                  </a:lnTo>
                  <a:lnTo>
                    <a:pt x="205740" y="0"/>
                  </a:lnTo>
                  <a:close/>
                </a:path>
              </a:pathLst>
            </a:custGeom>
            <a:solidFill>
              <a:srgbClr val="207700"/>
            </a:solidFill>
          </p:spPr>
          <p:txBody>
            <a:bodyPr wrap="square" lIns="0" tIns="0" rIns="0" bIns="0" rtlCol="0"/>
            <a:lstStyle/>
            <a:p/>
          </p:txBody>
        </p:sp>
        <p:sp>
          <p:nvSpPr>
            <p:cNvPr id="1462" name="object 1462"/>
            <p:cNvSpPr/>
            <p:nvPr/>
          </p:nvSpPr>
          <p:spPr>
            <a:xfrm>
              <a:off x="4428490" y="1347469"/>
              <a:ext cx="205740" cy="8255"/>
            </a:xfrm>
            <a:custGeom>
              <a:avLst/>
              <a:gdLst/>
              <a:ahLst/>
              <a:cxnLst/>
              <a:rect l="l" t="t" r="r" b="b"/>
              <a:pathLst>
                <a:path w="205739" h="8255">
                  <a:moveTo>
                    <a:pt x="83820" y="0"/>
                  </a:moveTo>
                  <a:lnTo>
                    <a:pt x="0" y="0"/>
                  </a:lnTo>
                  <a:lnTo>
                    <a:pt x="0" y="7620"/>
                  </a:lnTo>
                  <a:lnTo>
                    <a:pt x="83820" y="7620"/>
                  </a:lnTo>
                  <a:lnTo>
                    <a:pt x="83820" y="0"/>
                  </a:lnTo>
                  <a:close/>
                </a:path>
                <a:path w="205739" h="8255">
                  <a:moveTo>
                    <a:pt x="205740" y="0"/>
                  </a:moveTo>
                  <a:lnTo>
                    <a:pt x="123190" y="0"/>
                  </a:lnTo>
                  <a:lnTo>
                    <a:pt x="123190" y="7632"/>
                  </a:lnTo>
                  <a:lnTo>
                    <a:pt x="205740" y="7632"/>
                  </a:lnTo>
                  <a:lnTo>
                    <a:pt x="205740" y="0"/>
                  </a:lnTo>
                  <a:close/>
                </a:path>
              </a:pathLst>
            </a:custGeom>
            <a:solidFill>
              <a:srgbClr val="217600"/>
            </a:solidFill>
          </p:spPr>
          <p:txBody>
            <a:bodyPr wrap="square" lIns="0" tIns="0" rIns="0" bIns="0" rtlCol="0"/>
            <a:lstStyle/>
            <a:p/>
          </p:txBody>
        </p:sp>
        <p:sp>
          <p:nvSpPr>
            <p:cNvPr id="1463" name="object 1463"/>
            <p:cNvSpPr/>
            <p:nvPr/>
          </p:nvSpPr>
          <p:spPr>
            <a:xfrm>
              <a:off x="4428490" y="1355089"/>
              <a:ext cx="205740" cy="8890"/>
            </a:xfrm>
            <a:custGeom>
              <a:avLst/>
              <a:gdLst/>
              <a:ahLst/>
              <a:cxnLst/>
              <a:rect l="l" t="t" r="r" b="b"/>
              <a:pathLst>
                <a:path w="205739" h="8890">
                  <a:moveTo>
                    <a:pt x="83820" y="0"/>
                  </a:moveTo>
                  <a:lnTo>
                    <a:pt x="0" y="0"/>
                  </a:lnTo>
                  <a:lnTo>
                    <a:pt x="0" y="8890"/>
                  </a:lnTo>
                  <a:lnTo>
                    <a:pt x="83820" y="8890"/>
                  </a:lnTo>
                  <a:lnTo>
                    <a:pt x="83820" y="0"/>
                  </a:lnTo>
                  <a:close/>
                </a:path>
                <a:path w="205739" h="8890">
                  <a:moveTo>
                    <a:pt x="205740" y="0"/>
                  </a:moveTo>
                  <a:lnTo>
                    <a:pt x="123190" y="0"/>
                  </a:lnTo>
                  <a:lnTo>
                    <a:pt x="123190" y="8890"/>
                  </a:lnTo>
                  <a:lnTo>
                    <a:pt x="205740" y="8890"/>
                  </a:lnTo>
                  <a:lnTo>
                    <a:pt x="205740" y="0"/>
                  </a:lnTo>
                  <a:close/>
                </a:path>
              </a:pathLst>
            </a:custGeom>
            <a:solidFill>
              <a:srgbClr val="227500"/>
            </a:solidFill>
          </p:spPr>
          <p:txBody>
            <a:bodyPr wrap="square" lIns="0" tIns="0" rIns="0" bIns="0" rtlCol="0"/>
            <a:lstStyle/>
            <a:p/>
          </p:txBody>
        </p:sp>
        <p:sp>
          <p:nvSpPr>
            <p:cNvPr id="1464" name="object 1464"/>
            <p:cNvSpPr/>
            <p:nvPr/>
          </p:nvSpPr>
          <p:spPr>
            <a:xfrm>
              <a:off x="4429760" y="1363979"/>
              <a:ext cx="204470" cy="8890"/>
            </a:xfrm>
            <a:custGeom>
              <a:avLst/>
              <a:gdLst/>
              <a:ahLst/>
              <a:cxnLst/>
              <a:rect l="l" t="t" r="r" b="b"/>
              <a:pathLst>
                <a:path w="204470" h="8890">
                  <a:moveTo>
                    <a:pt x="82550" y="0"/>
                  </a:moveTo>
                  <a:lnTo>
                    <a:pt x="0" y="0"/>
                  </a:lnTo>
                  <a:lnTo>
                    <a:pt x="0" y="8890"/>
                  </a:lnTo>
                  <a:lnTo>
                    <a:pt x="82550" y="8890"/>
                  </a:lnTo>
                  <a:lnTo>
                    <a:pt x="82550" y="0"/>
                  </a:lnTo>
                  <a:close/>
                </a:path>
                <a:path w="204470" h="8890">
                  <a:moveTo>
                    <a:pt x="204470" y="0"/>
                  </a:moveTo>
                  <a:lnTo>
                    <a:pt x="121920" y="0"/>
                  </a:lnTo>
                  <a:lnTo>
                    <a:pt x="121920" y="8890"/>
                  </a:lnTo>
                  <a:lnTo>
                    <a:pt x="204470" y="8890"/>
                  </a:lnTo>
                  <a:lnTo>
                    <a:pt x="204470" y="0"/>
                  </a:lnTo>
                  <a:close/>
                </a:path>
              </a:pathLst>
            </a:custGeom>
            <a:solidFill>
              <a:srgbClr val="237400"/>
            </a:solidFill>
          </p:spPr>
          <p:txBody>
            <a:bodyPr wrap="square" lIns="0" tIns="0" rIns="0" bIns="0" rtlCol="0"/>
            <a:lstStyle/>
            <a:p/>
          </p:txBody>
        </p:sp>
        <p:sp>
          <p:nvSpPr>
            <p:cNvPr id="1465" name="object 1465"/>
            <p:cNvSpPr/>
            <p:nvPr/>
          </p:nvSpPr>
          <p:spPr>
            <a:xfrm>
              <a:off x="4429760" y="137286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21920" y="0"/>
                  </a:lnTo>
                  <a:lnTo>
                    <a:pt x="121920" y="7620"/>
                  </a:lnTo>
                  <a:lnTo>
                    <a:pt x="204470" y="7620"/>
                  </a:lnTo>
                  <a:lnTo>
                    <a:pt x="204470" y="0"/>
                  </a:lnTo>
                  <a:close/>
                </a:path>
              </a:pathLst>
            </a:custGeom>
            <a:solidFill>
              <a:srgbClr val="247300"/>
            </a:solidFill>
          </p:spPr>
          <p:txBody>
            <a:bodyPr wrap="square" lIns="0" tIns="0" rIns="0" bIns="0" rtlCol="0"/>
            <a:lstStyle/>
            <a:p/>
          </p:txBody>
        </p:sp>
        <p:sp>
          <p:nvSpPr>
            <p:cNvPr id="1466" name="object 1466"/>
            <p:cNvSpPr/>
            <p:nvPr/>
          </p:nvSpPr>
          <p:spPr>
            <a:xfrm>
              <a:off x="4429760" y="1380489"/>
              <a:ext cx="204470" cy="8890"/>
            </a:xfrm>
            <a:custGeom>
              <a:avLst/>
              <a:gdLst/>
              <a:ahLst/>
              <a:cxnLst/>
              <a:rect l="l" t="t" r="r" b="b"/>
              <a:pathLst>
                <a:path w="204470" h="8890">
                  <a:moveTo>
                    <a:pt x="82550" y="0"/>
                  </a:moveTo>
                  <a:lnTo>
                    <a:pt x="0" y="0"/>
                  </a:lnTo>
                  <a:lnTo>
                    <a:pt x="0" y="8890"/>
                  </a:lnTo>
                  <a:lnTo>
                    <a:pt x="82550" y="8890"/>
                  </a:lnTo>
                  <a:lnTo>
                    <a:pt x="82550" y="0"/>
                  </a:lnTo>
                  <a:close/>
                </a:path>
                <a:path w="204470" h="8890">
                  <a:moveTo>
                    <a:pt x="204470" y="0"/>
                  </a:moveTo>
                  <a:lnTo>
                    <a:pt x="121920" y="0"/>
                  </a:lnTo>
                  <a:lnTo>
                    <a:pt x="121920" y="8890"/>
                  </a:lnTo>
                  <a:lnTo>
                    <a:pt x="204470" y="8890"/>
                  </a:lnTo>
                  <a:lnTo>
                    <a:pt x="204470" y="0"/>
                  </a:lnTo>
                  <a:close/>
                </a:path>
              </a:pathLst>
            </a:custGeom>
            <a:solidFill>
              <a:srgbClr val="257200"/>
            </a:solidFill>
          </p:spPr>
          <p:txBody>
            <a:bodyPr wrap="square" lIns="0" tIns="0" rIns="0" bIns="0" rtlCol="0"/>
            <a:lstStyle/>
            <a:p/>
          </p:txBody>
        </p:sp>
        <p:sp>
          <p:nvSpPr>
            <p:cNvPr id="1467" name="object 1467"/>
            <p:cNvSpPr/>
            <p:nvPr/>
          </p:nvSpPr>
          <p:spPr>
            <a:xfrm>
              <a:off x="4429760" y="1389379"/>
              <a:ext cx="204470" cy="7620"/>
            </a:xfrm>
            <a:custGeom>
              <a:avLst/>
              <a:gdLst/>
              <a:ahLst/>
              <a:cxnLst/>
              <a:rect l="l" t="t" r="r" b="b"/>
              <a:pathLst>
                <a:path w="204470" h="7619">
                  <a:moveTo>
                    <a:pt x="82550" y="0"/>
                  </a:moveTo>
                  <a:lnTo>
                    <a:pt x="0" y="0"/>
                  </a:lnTo>
                  <a:lnTo>
                    <a:pt x="0" y="7620"/>
                  </a:lnTo>
                  <a:lnTo>
                    <a:pt x="83820" y="7620"/>
                  </a:lnTo>
                  <a:lnTo>
                    <a:pt x="83820" y="6350"/>
                  </a:lnTo>
                  <a:lnTo>
                    <a:pt x="82550" y="6350"/>
                  </a:lnTo>
                  <a:lnTo>
                    <a:pt x="82550" y="0"/>
                  </a:lnTo>
                  <a:close/>
                </a:path>
                <a:path w="204470" h="7619">
                  <a:moveTo>
                    <a:pt x="204470" y="0"/>
                  </a:moveTo>
                  <a:lnTo>
                    <a:pt x="121919" y="0"/>
                  </a:lnTo>
                  <a:lnTo>
                    <a:pt x="121919" y="5079"/>
                  </a:lnTo>
                  <a:lnTo>
                    <a:pt x="120650" y="5079"/>
                  </a:lnTo>
                  <a:lnTo>
                    <a:pt x="120650" y="7620"/>
                  </a:lnTo>
                  <a:lnTo>
                    <a:pt x="204470" y="7620"/>
                  </a:lnTo>
                  <a:lnTo>
                    <a:pt x="204470" y="0"/>
                  </a:lnTo>
                  <a:close/>
                </a:path>
              </a:pathLst>
            </a:custGeom>
            <a:solidFill>
              <a:srgbClr val="267100"/>
            </a:solidFill>
          </p:spPr>
          <p:txBody>
            <a:bodyPr wrap="square" lIns="0" tIns="0" rIns="0" bIns="0" rtlCol="0"/>
            <a:lstStyle/>
            <a:p/>
          </p:txBody>
        </p:sp>
        <p:sp>
          <p:nvSpPr>
            <p:cNvPr id="1468" name="object 1468"/>
            <p:cNvSpPr/>
            <p:nvPr/>
          </p:nvSpPr>
          <p:spPr>
            <a:xfrm>
              <a:off x="4429760" y="1396999"/>
              <a:ext cx="204470" cy="8890"/>
            </a:xfrm>
            <a:custGeom>
              <a:avLst/>
              <a:gdLst/>
              <a:ahLst/>
              <a:cxnLst/>
              <a:rect l="l" t="t" r="r" b="b"/>
              <a:pathLst>
                <a:path w="204470" h="8890">
                  <a:moveTo>
                    <a:pt x="83820" y="0"/>
                  </a:moveTo>
                  <a:lnTo>
                    <a:pt x="0" y="0"/>
                  </a:lnTo>
                  <a:lnTo>
                    <a:pt x="0" y="8890"/>
                  </a:lnTo>
                  <a:lnTo>
                    <a:pt x="83820" y="8890"/>
                  </a:lnTo>
                  <a:lnTo>
                    <a:pt x="83820" y="0"/>
                  </a:lnTo>
                  <a:close/>
                </a:path>
                <a:path w="204470" h="8890">
                  <a:moveTo>
                    <a:pt x="204470" y="0"/>
                  </a:moveTo>
                  <a:lnTo>
                    <a:pt x="120650" y="0"/>
                  </a:lnTo>
                  <a:lnTo>
                    <a:pt x="120650" y="8890"/>
                  </a:lnTo>
                  <a:lnTo>
                    <a:pt x="204470" y="8890"/>
                  </a:lnTo>
                  <a:lnTo>
                    <a:pt x="204470" y="0"/>
                  </a:lnTo>
                  <a:close/>
                </a:path>
              </a:pathLst>
            </a:custGeom>
            <a:solidFill>
              <a:srgbClr val="277000"/>
            </a:solidFill>
          </p:spPr>
          <p:txBody>
            <a:bodyPr wrap="square" lIns="0" tIns="0" rIns="0" bIns="0" rtlCol="0"/>
            <a:lstStyle/>
            <a:p/>
          </p:txBody>
        </p:sp>
        <p:sp>
          <p:nvSpPr>
            <p:cNvPr id="1469" name="object 1469"/>
            <p:cNvSpPr/>
            <p:nvPr/>
          </p:nvSpPr>
          <p:spPr>
            <a:xfrm>
              <a:off x="4429760" y="140588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0650" y="0"/>
                  </a:lnTo>
                  <a:lnTo>
                    <a:pt x="120650" y="7620"/>
                  </a:lnTo>
                  <a:lnTo>
                    <a:pt x="204470" y="7620"/>
                  </a:lnTo>
                  <a:lnTo>
                    <a:pt x="204470" y="0"/>
                  </a:lnTo>
                  <a:close/>
                </a:path>
              </a:pathLst>
            </a:custGeom>
            <a:solidFill>
              <a:srgbClr val="286F00"/>
            </a:solidFill>
          </p:spPr>
          <p:txBody>
            <a:bodyPr wrap="square" lIns="0" tIns="0" rIns="0" bIns="0" rtlCol="0"/>
            <a:lstStyle/>
            <a:p/>
          </p:txBody>
        </p:sp>
        <p:sp>
          <p:nvSpPr>
            <p:cNvPr id="1470" name="object 1470"/>
            <p:cNvSpPr/>
            <p:nvPr/>
          </p:nvSpPr>
          <p:spPr>
            <a:xfrm>
              <a:off x="4429760" y="1413509"/>
              <a:ext cx="204470" cy="8890"/>
            </a:xfrm>
            <a:custGeom>
              <a:avLst/>
              <a:gdLst/>
              <a:ahLst/>
              <a:cxnLst/>
              <a:rect l="l" t="t" r="r" b="b"/>
              <a:pathLst>
                <a:path w="204470" h="8890">
                  <a:moveTo>
                    <a:pt x="120650" y="0"/>
                  </a:moveTo>
                  <a:lnTo>
                    <a:pt x="119379" y="0"/>
                  </a:lnTo>
                  <a:lnTo>
                    <a:pt x="119379" y="1269"/>
                  </a:lnTo>
                  <a:lnTo>
                    <a:pt x="120650" y="1269"/>
                  </a:lnTo>
                  <a:lnTo>
                    <a:pt x="120650" y="0"/>
                  </a:lnTo>
                  <a:close/>
                </a:path>
                <a:path w="204470" h="8890">
                  <a:moveTo>
                    <a:pt x="85089" y="1270"/>
                  </a:moveTo>
                  <a:lnTo>
                    <a:pt x="0" y="1270"/>
                  </a:lnTo>
                  <a:lnTo>
                    <a:pt x="0" y="6350"/>
                  </a:lnTo>
                  <a:lnTo>
                    <a:pt x="1269" y="6350"/>
                  </a:lnTo>
                  <a:lnTo>
                    <a:pt x="1269" y="8889"/>
                  </a:lnTo>
                  <a:lnTo>
                    <a:pt x="85089" y="8889"/>
                  </a:lnTo>
                  <a:lnTo>
                    <a:pt x="85089" y="1270"/>
                  </a:lnTo>
                  <a:close/>
                </a:path>
                <a:path w="204470" h="8890">
                  <a:moveTo>
                    <a:pt x="204469" y="1270"/>
                  </a:moveTo>
                  <a:lnTo>
                    <a:pt x="119379" y="1270"/>
                  </a:lnTo>
                  <a:lnTo>
                    <a:pt x="119379" y="8889"/>
                  </a:lnTo>
                  <a:lnTo>
                    <a:pt x="204469" y="8889"/>
                  </a:lnTo>
                  <a:lnTo>
                    <a:pt x="204469" y="1270"/>
                  </a:lnTo>
                  <a:close/>
                </a:path>
              </a:pathLst>
            </a:custGeom>
            <a:solidFill>
              <a:srgbClr val="296E00"/>
            </a:solidFill>
          </p:spPr>
          <p:txBody>
            <a:bodyPr wrap="square" lIns="0" tIns="0" rIns="0" bIns="0" rtlCol="0"/>
            <a:lstStyle/>
            <a:p/>
          </p:txBody>
        </p:sp>
        <p:sp>
          <p:nvSpPr>
            <p:cNvPr id="1471" name="object 1471"/>
            <p:cNvSpPr/>
            <p:nvPr/>
          </p:nvSpPr>
          <p:spPr>
            <a:xfrm>
              <a:off x="4431030" y="1422399"/>
              <a:ext cx="203200" cy="7620"/>
            </a:xfrm>
            <a:custGeom>
              <a:avLst/>
              <a:gdLst/>
              <a:ahLst/>
              <a:cxnLst/>
              <a:rect l="l" t="t" r="r" b="b"/>
              <a:pathLst>
                <a:path w="203200" h="7619">
                  <a:moveTo>
                    <a:pt x="85077" y="0"/>
                  </a:moveTo>
                  <a:lnTo>
                    <a:pt x="0" y="0"/>
                  </a:lnTo>
                  <a:lnTo>
                    <a:pt x="0" y="7620"/>
                  </a:lnTo>
                  <a:lnTo>
                    <a:pt x="85077" y="7620"/>
                  </a:lnTo>
                  <a:lnTo>
                    <a:pt x="85077" y="0"/>
                  </a:lnTo>
                  <a:close/>
                </a:path>
                <a:path w="203200" h="7619">
                  <a:moveTo>
                    <a:pt x="203200" y="0"/>
                  </a:moveTo>
                  <a:lnTo>
                    <a:pt x="116840" y="0"/>
                  </a:lnTo>
                  <a:lnTo>
                    <a:pt x="116840" y="7620"/>
                  </a:lnTo>
                  <a:lnTo>
                    <a:pt x="203200" y="7620"/>
                  </a:lnTo>
                  <a:lnTo>
                    <a:pt x="203200" y="0"/>
                  </a:lnTo>
                  <a:close/>
                </a:path>
              </a:pathLst>
            </a:custGeom>
            <a:solidFill>
              <a:srgbClr val="2A6D00"/>
            </a:solidFill>
          </p:spPr>
          <p:txBody>
            <a:bodyPr wrap="square" lIns="0" tIns="0" rIns="0" bIns="0" rtlCol="0"/>
            <a:lstStyle/>
            <a:p/>
          </p:txBody>
        </p:sp>
        <p:sp>
          <p:nvSpPr>
            <p:cNvPr id="1472" name="object 1472"/>
            <p:cNvSpPr/>
            <p:nvPr/>
          </p:nvSpPr>
          <p:spPr>
            <a:xfrm>
              <a:off x="4431030" y="1430019"/>
              <a:ext cx="203200" cy="8890"/>
            </a:xfrm>
            <a:custGeom>
              <a:avLst/>
              <a:gdLst/>
              <a:ahLst/>
              <a:cxnLst/>
              <a:rect l="l" t="t" r="r" b="b"/>
              <a:pathLst>
                <a:path w="203200" h="8890">
                  <a:moveTo>
                    <a:pt x="85089" y="0"/>
                  </a:moveTo>
                  <a:lnTo>
                    <a:pt x="0" y="0"/>
                  </a:lnTo>
                  <a:lnTo>
                    <a:pt x="0" y="8889"/>
                  </a:lnTo>
                  <a:lnTo>
                    <a:pt x="87629" y="8889"/>
                  </a:lnTo>
                  <a:lnTo>
                    <a:pt x="87629" y="7619"/>
                  </a:lnTo>
                  <a:lnTo>
                    <a:pt x="86360" y="7619"/>
                  </a:lnTo>
                  <a:lnTo>
                    <a:pt x="86360" y="5079"/>
                  </a:lnTo>
                  <a:lnTo>
                    <a:pt x="85089" y="5079"/>
                  </a:lnTo>
                  <a:lnTo>
                    <a:pt x="85089" y="0"/>
                  </a:lnTo>
                  <a:close/>
                </a:path>
                <a:path w="203200" h="8890">
                  <a:moveTo>
                    <a:pt x="203200" y="0"/>
                  </a:moveTo>
                  <a:lnTo>
                    <a:pt x="116840" y="0"/>
                  </a:lnTo>
                  <a:lnTo>
                    <a:pt x="116840" y="1269"/>
                  </a:lnTo>
                  <a:lnTo>
                    <a:pt x="115570" y="1269"/>
                  </a:lnTo>
                  <a:lnTo>
                    <a:pt x="115570" y="7619"/>
                  </a:lnTo>
                  <a:lnTo>
                    <a:pt x="114300" y="7619"/>
                  </a:lnTo>
                  <a:lnTo>
                    <a:pt x="114300" y="8890"/>
                  </a:lnTo>
                  <a:lnTo>
                    <a:pt x="203200" y="8890"/>
                  </a:lnTo>
                  <a:lnTo>
                    <a:pt x="203200" y="0"/>
                  </a:lnTo>
                  <a:close/>
                </a:path>
              </a:pathLst>
            </a:custGeom>
            <a:solidFill>
              <a:srgbClr val="2B6C00"/>
            </a:solidFill>
          </p:spPr>
          <p:txBody>
            <a:bodyPr wrap="square" lIns="0" tIns="0" rIns="0" bIns="0" rtlCol="0"/>
            <a:lstStyle/>
            <a:p/>
          </p:txBody>
        </p:sp>
        <p:sp>
          <p:nvSpPr>
            <p:cNvPr id="1473" name="object 1473"/>
            <p:cNvSpPr/>
            <p:nvPr/>
          </p:nvSpPr>
          <p:spPr>
            <a:xfrm>
              <a:off x="4432300" y="1438909"/>
              <a:ext cx="201930" cy="8890"/>
            </a:xfrm>
            <a:custGeom>
              <a:avLst/>
              <a:gdLst/>
              <a:ahLst/>
              <a:cxnLst/>
              <a:rect l="l" t="t" r="r" b="b"/>
              <a:pathLst>
                <a:path w="201929" h="8890">
                  <a:moveTo>
                    <a:pt x="87630" y="7632"/>
                  </a:moveTo>
                  <a:lnTo>
                    <a:pt x="0" y="7632"/>
                  </a:lnTo>
                  <a:lnTo>
                    <a:pt x="0" y="8890"/>
                  </a:lnTo>
                  <a:lnTo>
                    <a:pt x="87630" y="8890"/>
                  </a:lnTo>
                  <a:lnTo>
                    <a:pt x="87630" y="7632"/>
                  </a:lnTo>
                  <a:close/>
                </a:path>
                <a:path w="201929" h="8890">
                  <a:moveTo>
                    <a:pt x="87630" y="3810"/>
                  </a:moveTo>
                  <a:lnTo>
                    <a:pt x="86347" y="3810"/>
                  </a:lnTo>
                  <a:lnTo>
                    <a:pt x="86347" y="0"/>
                  </a:lnTo>
                  <a:lnTo>
                    <a:pt x="0" y="0"/>
                  </a:lnTo>
                  <a:lnTo>
                    <a:pt x="0" y="3810"/>
                  </a:lnTo>
                  <a:lnTo>
                    <a:pt x="0" y="7620"/>
                  </a:lnTo>
                  <a:lnTo>
                    <a:pt x="87630" y="7620"/>
                  </a:lnTo>
                  <a:lnTo>
                    <a:pt x="87630" y="3810"/>
                  </a:lnTo>
                  <a:close/>
                </a:path>
                <a:path w="201929" h="8890">
                  <a:moveTo>
                    <a:pt x="201930" y="7632"/>
                  </a:moveTo>
                  <a:lnTo>
                    <a:pt x="110490" y="7632"/>
                  </a:lnTo>
                  <a:lnTo>
                    <a:pt x="110490" y="8890"/>
                  </a:lnTo>
                  <a:lnTo>
                    <a:pt x="201930" y="8890"/>
                  </a:lnTo>
                  <a:lnTo>
                    <a:pt x="201930" y="7632"/>
                  </a:lnTo>
                  <a:close/>
                </a:path>
                <a:path w="201929" h="8890">
                  <a:moveTo>
                    <a:pt x="201930" y="0"/>
                  </a:moveTo>
                  <a:lnTo>
                    <a:pt x="113030" y="0"/>
                  </a:lnTo>
                  <a:lnTo>
                    <a:pt x="113030" y="3810"/>
                  </a:lnTo>
                  <a:lnTo>
                    <a:pt x="111760" y="3810"/>
                  </a:lnTo>
                  <a:lnTo>
                    <a:pt x="111760" y="7620"/>
                  </a:lnTo>
                  <a:lnTo>
                    <a:pt x="201930" y="7620"/>
                  </a:lnTo>
                  <a:lnTo>
                    <a:pt x="201930" y="3810"/>
                  </a:lnTo>
                  <a:lnTo>
                    <a:pt x="201930" y="0"/>
                  </a:lnTo>
                  <a:close/>
                </a:path>
              </a:pathLst>
            </a:custGeom>
            <a:solidFill>
              <a:srgbClr val="2C6B00"/>
            </a:solidFill>
          </p:spPr>
          <p:txBody>
            <a:bodyPr wrap="square" lIns="0" tIns="0" rIns="0" bIns="0" rtlCol="0"/>
            <a:lstStyle/>
            <a:p/>
          </p:txBody>
        </p:sp>
        <p:sp>
          <p:nvSpPr>
            <p:cNvPr id="1474" name="object 1474"/>
            <p:cNvSpPr/>
            <p:nvPr/>
          </p:nvSpPr>
          <p:spPr>
            <a:xfrm>
              <a:off x="4432300" y="1447799"/>
              <a:ext cx="201930" cy="7620"/>
            </a:xfrm>
            <a:custGeom>
              <a:avLst/>
              <a:gdLst/>
              <a:ahLst/>
              <a:cxnLst/>
              <a:rect l="l" t="t" r="r" b="b"/>
              <a:pathLst>
                <a:path w="201929" h="7619">
                  <a:moveTo>
                    <a:pt x="91440" y="6350"/>
                  </a:moveTo>
                  <a:lnTo>
                    <a:pt x="90170" y="6350"/>
                  </a:lnTo>
                  <a:lnTo>
                    <a:pt x="90170" y="5080"/>
                  </a:lnTo>
                  <a:lnTo>
                    <a:pt x="88900" y="5080"/>
                  </a:lnTo>
                  <a:lnTo>
                    <a:pt x="88900" y="3810"/>
                  </a:lnTo>
                  <a:lnTo>
                    <a:pt x="88900" y="1270"/>
                  </a:lnTo>
                  <a:lnTo>
                    <a:pt x="87630" y="1270"/>
                  </a:lnTo>
                  <a:lnTo>
                    <a:pt x="87630" y="0"/>
                  </a:lnTo>
                  <a:lnTo>
                    <a:pt x="0" y="0"/>
                  </a:lnTo>
                  <a:lnTo>
                    <a:pt x="0" y="1270"/>
                  </a:lnTo>
                  <a:lnTo>
                    <a:pt x="0" y="3810"/>
                  </a:lnTo>
                  <a:lnTo>
                    <a:pt x="1270" y="3810"/>
                  </a:lnTo>
                  <a:lnTo>
                    <a:pt x="1270" y="5080"/>
                  </a:lnTo>
                  <a:lnTo>
                    <a:pt x="1270" y="6350"/>
                  </a:lnTo>
                  <a:lnTo>
                    <a:pt x="1270" y="7620"/>
                  </a:lnTo>
                  <a:lnTo>
                    <a:pt x="91440" y="7620"/>
                  </a:lnTo>
                  <a:lnTo>
                    <a:pt x="91440" y="6350"/>
                  </a:lnTo>
                  <a:close/>
                </a:path>
                <a:path w="201929" h="7619">
                  <a:moveTo>
                    <a:pt x="201930" y="0"/>
                  </a:moveTo>
                  <a:lnTo>
                    <a:pt x="110490" y="0"/>
                  </a:lnTo>
                  <a:lnTo>
                    <a:pt x="110490" y="1270"/>
                  </a:lnTo>
                  <a:lnTo>
                    <a:pt x="109220" y="1270"/>
                  </a:lnTo>
                  <a:lnTo>
                    <a:pt x="109220" y="3810"/>
                  </a:lnTo>
                  <a:lnTo>
                    <a:pt x="107950" y="3810"/>
                  </a:lnTo>
                  <a:lnTo>
                    <a:pt x="107950" y="6350"/>
                  </a:lnTo>
                  <a:lnTo>
                    <a:pt x="106680" y="6350"/>
                  </a:lnTo>
                  <a:lnTo>
                    <a:pt x="106680" y="7620"/>
                  </a:lnTo>
                  <a:lnTo>
                    <a:pt x="201930" y="7620"/>
                  </a:lnTo>
                  <a:lnTo>
                    <a:pt x="201930" y="6350"/>
                  </a:lnTo>
                  <a:lnTo>
                    <a:pt x="201930" y="3810"/>
                  </a:lnTo>
                  <a:lnTo>
                    <a:pt x="201930" y="1270"/>
                  </a:lnTo>
                  <a:lnTo>
                    <a:pt x="201930" y="0"/>
                  </a:lnTo>
                  <a:close/>
                </a:path>
              </a:pathLst>
            </a:custGeom>
            <a:solidFill>
              <a:srgbClr val="2D6A00"/>
            </a:solidFill>
          </p:spPr>
          <p:txBody>
            <a:bodyPr wrap="square" lIns="0" tIns="0" rIns="0" bIns="0" rtlCol="0"/>
            <a:lstStyle/>
            <a:p/>
          </p:txBody>
        </p:sp>
        <p:sp>
          <p:nvSpPr>
            <p:cNvPr id="1475" name="object 1475"/>
            <p:cNvSpPr/>
            <p:nvPr/>
          </p:nvSpPr>
          <p:spPr>
            <a:xfrm>
              <a:off x="4433570" y="1455419"/>
              <a:ext cx="200660" cy="8890"/>
            </a:xfrm>
            <a:custGeom>
              <a:avLst/>
              <a:gdLst/>
              <a:ahLst/>
              <a:cxnLst/>
              <a:rect l="l" t="t" r="r" b="b"/>
              <a:pathLst>
                <a:path w="200660" h="8890">
                  <a:moveTo>
                    <a:pt x="200660" y="0"/>
                  </a:moveTo>
                  <a:lnTo>
                    <a:pt x="105410" y="0"/>
                  </a:lnTo>
                  <a:lnTo>
                    <a:pt x="105410" y="2540"/>
                  </a:lnTo>
                  <a:lnTo>
                    <a:pt x="102870" y="2540"/>
                  </a:lnTo>
                  <a:lnTo>
                    <a:pt x="102870" y="3810"/>
                  </a:lnTo>
                  <a:lnTo>
                    <a:pt x="101600" y="3810"/>
                  </a:lnTo>
                  <a:lnTo>
                    <a:pt x="101600" y="5080"/>
                  </a:lnTo>
                  <a:lnTo>
                    <a:pt x="100330" y="5080"/>
                  </a:lnTo>
                  <a:lnTo>
                    <a:pt x="100330" y="6350"/>
                  </a:lnTo>
                  <a:lnTo>
                    <a:pt x="99060" y="6350"/>
                  </a:lnTo>
                  <a:lnTo>
                    <a:pt x="99060" y="7620"/>
                  </a:lnTo>
                  <a:lnTo>
                    <a:pt x="96520" y="7620"/>
                  </a:lnTo>
                  <a:lnTo>
                    <a:pt x="96520" y="6350"/>
                  </a:lnTo>
                  <a:lnTo>
                    <a:pt x="95250" y="6350"/>
                  </a:lnTo>
                  <a:lnTo>
                    <a:pt x="95250" y="5080"/>
                  </a:lnTo>
                  <a:lnTo>
                    <a:pt x="93980" y="5080"/>
                  </a:lnTo>
                  <a:lnTo>
                    <a:pt x="93980" y="3810"/>
                  </a:lnTo>
                  <a:lnTo>
                    <a:pt x="91440" y="3810"/>
                  </a:lnTo>
                  <a:lnTo>
                    <a:pt x="91440" y="1270"/>
                  </a:lnTo>
                  <a:lnTo>
                    <a:pt x="90170" y="1270"/>
                  </a:lnTo>
                  <a:lnTo>
                    <a:pt x="90170" y="0"/>
                  </a:lnTo>
                  <a:lnTo>
                    <a:pt x="0" y="0"/>
                  </a:lnTo>
                  <a:lnTo>
                    <a:pt x="0" y="1270"/>
                  </a:lnTo>
                  <a:lnTo>
                    <a:pt x="0" y="3810"/>
                  </a:lnTo>
                  <a:lnTo>
                    <a:pt x="0" y="5080"/>
                  </a:lnTo>
                  <a:lnTo>
                    <a:pt x="0" y="6350"/>
                  </a:lnTo>
                  <a:lnTo>
                    <a:pt x="0" y="7620"/>
                  </a:lnTo>
                  <a:lnTo>
                    <a:pt x="0" y="8890"/>
                  </a:lnTo>
                  <a:lnTo>
                    <a:pt x="200660" y="8890"/>
                  </a:lnTo>
                  <a:lnTo>
                    <a:pt x="200660" y="2540"/>
                  </a:lnTo>
                  <a:lnTo>
                    <a:pt x="200660" y="0"/>
                  </a:lnTo>
                  <a:close/>
                </a:path>
              </a:pathLst>
            </a:custGeom>
            <a:solidFill>
              <a:srgbClr val="2E6900"/>
            </a:solidFill>
          </p:spPr>
          <p:txBody>
            <a:bodyPr wrap="square" lIns="0" tIns="0" rIns="0" bIns="0" rtlCol="0"/>
            <a:lstStyle/>
            <a:p/>
          </p:txBody>
        </p:sp>
        <p:sp>
          <p:nvSpPr>
            <p:cNvPr id="1476" name="object 1476"/>
            <p:cNvSpPr/>
            <p:nvPr/>
          </p:nvSpPr>
          <p:spPr>
            <a:xfrm>
              <a:off x="4434840" y="1464309"/>
              <a:ext cx="199390" cy="7620"/>
            </a:xfrm>
            <a:custGeom>
              <a:avLst/>
              <a:gdLst/>
              <a:ahLst/>
              <a:cxnLst/>
              <a:rect l="l" t="t" r="r" b="b"/>
              <a:pathLst>
                <a:path w="199389" h="7619">
                  <a:moveTo>
                    <a:pt x="199390" y="0"/>
                  </a:moveTo>
                  <a:lnTo>
                    <a:pt x="0" y="0"/>
                  </a:lnTo>
                  <a:lnTo>
                    <a:pt x="0" y="7619"/>
                  </a:lnTo>
                  <a:lnTo>
                    <a:pt x="199389" y="7619"/>
                  </a:lnTo>
                  <a:lnTo>
                    <a:pt x="199390" y="0"/>
                  </a:lnTo>
                  <a:close/>
                </a:path>
              </a:pathLst>
            </a:custGeom>
            <a:solidFill>
              <a:srgbClr val="2F6800"/>
            </a:solidFill>
          </p:spPr>
          <p:txBody>
            <a:bodyPr wrap="square" lIns="0" tIns="0" rIns="0" bIns="0" rtlCol="0"/>
            <a:lstStyle/>
            <a:p/>
          </p:txBody>
        </p:sp>
        <p:sp>
          <p:nvSpPr>
            <p:cNvPr id="1477" name="object 1477"/>
            <p:cNvSpPr/>
            <p:nvPr/>
          </p:nvSpPr>
          <p:spPr>
            <a:xfrm>
              <a:off x="4434840" y="1471929"/>
              <a:ext cx="199390" cy="8890"/>
            </a:xfrm>
            <a:custGeom>
              <a:avLst/>
              <a:gdLst/>
              <a:ahLst/>
              <a:cxnLst/>
              <a:rect l="l" t="t" r="r" b="b"/>
              <a:pathLst>
                <a:path w="199389" h="8890">
                  <a:moveTo>
                    <a:pt x="199390" y="3822"/>
                  </a:moveTo>
                  <a:lnTo>
                    <a:pt x="1270" y="3822"/>
                  </a:lnTo>
                  <a:lnTo>
                    <a:pt x="1270" y="8890"/>
                  </a:lnTo>
                  <a:lnTo>
                    <a:pt x="199390" y="8890"/>
                  </a:lnTo>
                  <a:lnTo>
                    <a:pt x="199390" y="3822"/>
                  </a:lnTo>
                  <a:close/>
                </a:path>
                <a:path w="199389" h="8890">
                  <a:moveTo>
                    <a:pt x="199390" y="0"/>
                  </a:moveTo>
                  <a:lnTo>
                    <a:pt x="0" y="0"/>
                  </a:lnTo>
                  <a:lnTo>
                    <a:pt x="0" y="3810"/>
                  </a:lnTo>
                  <a:lnTo>
                    <a:pt x="199390" y="3810"/>
                  </a:lnTo>
                  <a:lnTo>
                    <a:pt x="199390" y="0"/>
                  </a:lnTo>
                  <a:close/>
                </a:path>
              </a:pathLst>
            </a:custGeom>
            <a:solidFill>
              <a:srgbClr val="306700"/>
            </a:solidFill>
          </p:spPr>
          <p:txBody>
            <a:bodyPr wrap="square" lIns="0" tIns="0" rIns="0" bIns="0" rtlCol="0"/>
            <a:lstStyle/>
            <a:p/>
          </p:txBody>
        </p:sp>
        <p:sp>
          <p:nvSpPr>
            <p:cNvPr id="1478" name="object 1478"/>
            <p:cNvSpPr/>
            <p:nvPr/>
          </p:nvSpPr>
          <p:spPr>
            <a:xfrm>
              <a:off x="4436110" y="1480819"/>
              <a:ext cx="198120" cy="7620"/>
            </a:xfrm>
            <a:custGeom>
              <a:avLst/>
              <a:gdLst/>
              <a:ahLst/>
              <a:cxnLst/>
              <a:rect l="l" t="t" r="r" b="b"/>
              <a:pathLst>
                <a:path w="198120" h="7619">
                  <a:moveTo>
                    <a:pt x="198120" y="0"/>
                  </a:moveTo>
                  <a:lnTo>
                    <a:pt x="0" y="0"/>
                  </a:lnTo>
                  <a:lnTo>
                    <a:pt x="0" y="6350"/>
                  </a:lnTo>
                  <a:lnTo>
                    <a:pt x="1270" y="6350"/>
                  </a:lnTo>
                  <a:lnTo>
                    <a:pt x="1270" y="7620"/>
                  </a:lnTo>
                  <a:lnTo>
                    <a:pt x="198120" y="7620"/>
                  </a:lnTo>
                  <a:lnTo>
                    <a:pt x="198120" y="6350"/>
                  </a:lnTo>
                  <a:lnTo>
                    <a:pt x="198120" y="0"/>
                  </a:lnTo>
                  <a:close/>
                </a:path>
              </a:pathLst>
            </a:custGeom>
            <a:solidFill>
              <a:srgbClr val="316600"/>
            </a:solidFill>
          </p:spPr>
          <p:txBody>
            <a:bodyPr wrap="square" lIns="0" tIns="0" rIns="0" bIns="0" rtlCol="0"/>
            <a:lstStyle/>
            <a:p/>
          </p:txBody>
        </p:sp>
        <p:sp>
          <p:nvSpPr>
            <p:cNvPr id="1479" name="object 1479"/>
            <p:cNvSpPr/>
            <p:nvPr/>
          </p:nvSpPr>
          <p:spPr>
            <a:xfrm>
              <a:off x="4437380" y="1488440"/>
              <a:ext cx="196850" cy="8890"/>
            </a:xfrm>
            <a:custGeom>
              <a:avLst/>
              <a:gdLst/>
              <a:ahLst/>
              <a:cxnLst/>
              <a:rect l="l" t="t" r="r" b="b"/>
              <a:pathLst>
                <a:path w="196850" h="8890">
                  <a:moveTo>
                    <a:pt x="0" y="8889"/>
                  </a:moveTo>
                  <a:lnTo>
                    <a:pt x="0" y="0"/>
                  </a:lnTo>
                  <a:lnTo>
                    <a:pt x="196850" y="0"/>
                  </a:lnTo>
                  <a:lnTo>
                    <a:pt x="196850" y="8889"/>
                  </a:lnTo>
                  <a:lnTo>
                    <a:pt x="0" y="8889"/>
                  </a:lnTo>
                  <a:close/>
                </a:path>
              </a:pathLst>
            </a:custGeom>
            <a:solidFill>
              <a:srgbClr val="336600"/>
            </a:solidFill>
          </p:spPr>
          <p:txBody>
            <a:bodyPr wrap="square" lIns="0" tIns="0" rIns="0" bIns="0" rtlCol="0"/>
            <a:lstStyle/>
            <a:p/>
          </p:txBody>
        </p:sp>
        <p:sp>
          <p:nvSpPr>
            <p:cNvPr id="1480" name="object 1480"/>
            <p:cNvSpPr/>
            <p:nvPr/>
          </p:nvSpPr>
          <p:spPr>
            <a:xfrm>
              <a:off x="4437380" y="1497329"/>
              <a:ext cx="196850" cy="7620"/>
            </a:xfrm>
            <a:custGeom>
              <a:avLst/>
              <a:gdLst/>
              <a:ahLst/>
              <a:cxnLst/>
              <a:rect l="l" t="t" r="r" b="b"/>
              <a:pathLst>
                <a:path w="196850" h="7619">
                  <a:moveTo>
                    <a:pt x="196850" y="0"/>
                  </a:moveTo>
                  <a:lnTo>
                    <a:pt x="0" y="0"/>
                  </a:lnTo>
                  <a:lnTo>
                    <a:pt x="0" y="1270"/>
                  </a:lnTo>
                  <a:lnTo>
                    <a:pt x="1270" y="1270"/>
                  </a:lnTo>
                  <a:lnTo>
                    <a:pt x="1270" y="7620"/>
                  </a:lnTo>
                  <a:lnTo>
                    <a:pt x="196850" y="7620"/>
                  </a:lnTo>
                  <a:lnTo>
                    <a:pt x="196850" y="1270"/>
                  </a:lnTo>
                  <a:lnTo>
                    <a:pt x="196850" y="0"/>
                  </a:lnTo>
                  <a:close/>
                </a:path>
              </a:pathLst>
            </a:custGeom>
            <a:solidFill>
              <a:srgbClr val="336400"/>
            </a:solidFill>
          </p:spPr>
          <p:txBody>
            <a:bodyPr wrap="square" lIns="0" tIns="0" rIns="0" bIns="0" rtlCol="0"/>
            <a:lstStyle/>
            <a:p/>
          </p:txBody>
        </p:sp>
        <p:sp>
          <p:nvSpPr>
            <p:cNvPr id="1481" name="object 1481"/>
            <p:cNvSpPr/>
            <p:nvPr/>
          </p:nvSpPr>
          <p:spPr>
            <a:xfrm>
              <a:off x="4438650" y="1504949"/>
              <a:ext cx="195580" cy="8890"/>
            </a:xfrm>
            <a:custGeom>
              <a:avLst/>
              <a:gdLst/>
              <a:ahLst/>
              <a:cxnLst/>
              <a:rect l="l" t="t" r="r" b="b"/>
              <a:pathLst>
                <a:path w="195579" h="8890">
                  <a:moveTo>
                    <a:pt x="195580" y="0"/>
                  </a:moveTo>
                  <a:lnTo>
                    <a:pt x="0" y="0"/>
                  </a:lnTo>
                  <a:lnTo>
                    <a:pt x="0" y="5080"/>
                  </a:lnTo>
                  <a:lnTo>
                    <a:pt x="1270" y="5080"/>
                  </a:lnTo>
                  <a:lnTo>
                    <a:pt x="1270" y="8890"/>
                  </a:lnTo>
                  <a:lnTo>
                    <a:pt x="195580" y="8890"/>
                  </a:lnTo>
                  <a:lnTo>
                    <a:pt x="195580" y="5080"/>
                  </a:lnTo>
                  <a:lnTo>
                    <a:pt x="195580" y="0"/>
                  </a:lnTo>
                  <a:close/>
                </a:path>
              </a:pathLst>
            </a:custGeom>
            <a:solidFill>
              <a:srgbClr val="346300"/>
            </a:solidFill>
          </p:spPr>
          <p:txBody>
            <a:bodyPr wrap="square" lIns="0" tIns="0" rIns="0" bIns="0" rtlCol="0"/>
            <a:lstStyle/>
            <a:p/>
          </p:txBody>
        </p:sp>
        <p:sp>
          <p:nvSpPr>
            <p:cNvPr id="1482" name="object 1482"/>
            <p:cNvSpPr/>
            <p:nvPr/>
          </p:nvSpPr>
          <p:spPr>
            <a:xfrm>
              <a:off x="4439920" y="1513839"/>
              <a:ext cx="194310" cy="7620"/>
            </a:xfrm>
            <a:custGeom>
              <a:avLst/>
              <a:gdLst/>
              <a:ahLst/>
              <a:cxnLst/>
              <a:rect l="l" t="t" r="r" b="b"/>
              <a:pathLst>
                <a:path w="194310" h="7619">
                  <a:moveTo>
                    <a:pt x="194310" y="0"/>
                  </a:moveTo>
                  <a:lnTo>
                    <a:pt x="0" y="0"/>
                  </a:lnTo>
                  <a:lnTo>
                    <a:pt x="0" y="6350"/>
                  </a:lnTo>
                  <a:lnTo>
                    <a:pt x="1270" y="6350"/>
                  </a:lnTo>
                  <a:lnTo>
                    <a:pt x="1270" y="7620"/>
                  </a:lnTo>
                  <a:lnTo>
                    <a:pt x="194310" y="7620"/>
                  </a:lnTo>
                  <a:lnTo>
                    <a:pt x="194310" y="6350"/>
                  </a:lnTo>
                  <a:lnTo>
                    <a:pt x="194310" y="0"/>
                  </a:lnTo>
                  <a:close/>
                </a:path>
              </a:pathLst>
            </a:custGeom>
            <a:solidFill>
              <a:srgbClr val="356200"/>
            </a:solidFill>
          </p:spPr>
          <p:txBody>
            <a:bodyPr wrap="square" lIns="0" tIns="0" rIns="0" bIns="0" rtlCol="0"/>
            <a:lstStyle/>
            <a:p/>
          </p:txBody>
        </p:sp>
        <p:sp>
          <p:nvSpPr>
            <p:cNvPr id="1483" name="object 1483"/>
            <p:cNvSpPr/>
            <p:nvPr/>
          </p:nvSpPr>
          <p:spPr>
            <a:xfrm>
              <a:off x="4441190" y="1521459"/>
              <a:ext cx="193040" cy="8890"/>
            </a:xfrm>
            <a:custGeom>
              <a:avLst/>
              <a:gdLst/>
              <a:ahLst/>
              <a:cxnLst/>
              <a:rect l="l" t="t" r="r" b="b"/>
              <a:pathLst>
                <a:path w="193039" h="8890">
                  <a:moveTo>
                    <a:pt x="193040" y="0"/>
                  </a:moveTo>
                  <a:lnTo>
                    <a:pt x="0" y="0"/>
                  </a:lnTo>
                  <a:lnTo>
                    <a:pt x="0" y="6350"/>
                  </a:lnTo>
                  <a:lnTo>
                    <a:pt x="1270" y="6350"/>
                  </a:lnTo>
                  <a:lnTo>
                    <a:pt x="1270" y="8890"/>
                  </a:lnTo>
                  <a:lnTo>
                    <a:pt x="193040" y="8890"/>
                  </a:lnTo>
                  <a:lnTo>
                    <a:pt x="193040" y="6350"/>
                  </a:lnTo>
                  <a:lnTo>
                    <a:pt x="193040" y="0"/>
                  </a:lnTo>
                  <a:close/>
                </a:path>
              </a:pathLst>
            </a:custGeom>
            <a:solidFill>
              <a:srgbClr val="366100"/>
            </a:solidFill>
          </p:spPr>
          <p:txBody>
            <a:bodyPr wrap="square" lIns="0" tIns="0" rIns="0" bIns="0" rtlCol="0"/>
            <a:lstStyle/>
            <a:p/>
          </p:txBody>
        </p:sp>
        <p:sp>
          <p:nvSpPr>
            <p:cNvPr id="1484" name="object 1484"/>
            <p:cNvSpPr/>
            <p:nvPr/>
          </p:nvSpPr>
          <p:spPr>
            <a:xfrm>
              <a:off x="4442460" y="1530349"/>
              <a:ext cx="191770" cy="8890"/>
            </a:xfrm>
            <a:custGeom>
              <a:avLst/>
              <a:gdLst/>
              <a:ahLst/>
              <a:cxnLst/>
              <a:rect l="l" t="t" r="r" b="b"/>
              <a:pathLst>
                <a:path w="191770" h="8890">
                  <a:moveTo>
                    <a:pt x="191770" y="0"/>
                  </a:moveTo>
                  <a:lnTo>
                    <a:pt x="0" y="0"/>
                  </a:lnTo>
                  <a:lnTo>
                    <a:pt x="0" y="5080"/>
                  </a:lnTo>
                  <a:lnTo>
                    <a:pt x="1270" y="5080"/>
                  </a:lnTo>
                  <a:lnTo>
                    <a:pt x="1270" y="8890"/>
                  </a:lnTo>
                  <a:lnTo>
                    <a:pt x="191770" y="8890"/>
                  </a:lnTo>
                  <a:lnTo>
                    <a:pt x="191770" y="5080"/>
                  </a:lnTo>
                  <a:lnTo>
                    <a:pt x="191770" y="0"/>
                  </a:lnTo>
                  <a:close/>
                </a:path>
              </a:pathLst>
            </a:custGeom>
            <a:solidFill>
              <a:srgbClr val="376000"/>
            </a:solidFill>
          </p:spPr>
          <p:txBody>
            <a:bodyPr wrap="square" lIns="0" tIns="0" rIns="0" bIns="0" rtlCol="0"/>
            <a:lstStyle/>
            <a:p/>
          </p:txBody>
        </p:sp>
        <p:sp>
          <p:nvSpPr>
            <p:cNvPr id="1485" name="object 1485"/>
            <p:cNvSpPr/>
            <p:nvPr/>
          </p:nvSpPr>
          <p:spPr>
            <a:xfrm>
              <a:off x="4443730" y="1539239"/>
              <a:ext cx="190500" cy="7620"/>
            </a:xfrm>
            <a:custGeom>
              <a:avLst/>
              <a:gdLst/>
              <a:ahLst/>
              <a:cxnLst/>
              <a:rect l="l" t="t" r="r" b="b"/>
              <a:pathLst>
                <a:path w="190500" h="7619">
                  <a:moveTo>
                    <a:pt x="190500" y="0"/>
                  </a:moveTo>
                  <a:lnTo>
                    <a:pt x="0" y="0"/>
                  </a:lnTo>
                  <a:lnTo>
                    <a:pt x="0" y="2540"/>
                  </a:lnTo>
                  <a:lnTo>
                    <a:pt x="1270" y="2540"/>
                  </a:lnTo>
                  <a:lnTo>
                    <a:pt x="1270" y="7620"/>
                  </a:lnTo>
                  <a:lnTo>
                    <a:pt x="190500" y="7620"/>
                  </a:lnTo>
                  <a:lnTo>
                    <a:pt x="190500" y="2540"/>
                  </a:lnTo>
                  <a:lnTo>
                    <a:pt x="190500" y="0"/>
                  </a:lnTo>
                  <a:close/>
                </a:path>
              </a:pathLst>
            </a:custGeom>
            <a:solidFill>
              <a:srgbClr val="385F00"/>
            </a:solidFill>
          </p:spPr>
          <p:txBody>
            <a:bodyPr wrap="square" lIns="0" tIns="0" rIns="0" bIns="0" rtlCol="0"/>
            <a:lstStyle/>
            <a:p/>
          </p:txBody>
        </p:sp>
        <p:sp>
          <p:nvSpPr>
            <p:cNvPr id="1486" name="object 1486"/>
            <p:cNvSpPr/>
            <p:nvPr/>
          </p:nvSpPr>
          <p:spPr>
            <a:xfrm>
              <a:off x="4445000" y="1546859"/>
              <a:ext cx="189230" cy="8890"/>
            </a:xfrm>
            <a:custGeom>
              <a:avLst/>
              <a:gdLst/>
              <a:ahLst/>
              <a:cxnLst/>
              <a:rect l="l" t="t" r="r" b="b"/>
              <a:pathLst>
                <a:path w="189229" h="8890">
                  <a:moveTo>
                    <a:pt x="189230" y="0"/>
                  </a:moveTo>
                  <a:lnTo>
                    <a:pt x="0" y="0"/>
                  </a:lnTo>
                  <a:lnTo>
                    <a:pt x="0" y="1270"/>
                  </a:lnTo>
                  <a:lnTo>
                    <a:pt x="1270" y="1270"/>
                  </a:lnTo>
                  <a:lnTo>
                    <a:pt x="1270" y="6350"/>
                  </a:lnTo>
                  <a:lnTo>
                    <a:pt x="2540" y="6350"/>
                  </a:lnTo>
                  <a:lnTo>
                    <a:pt x="2540" y="8890"/>
                  </a:lnTo>
                  <a:lnTo>
                    <a:pt x="189230" y="8890"/>
                  </a:lnTo>
                  <a:lnTo>
                    <a:pt x="189230" y="6350"/>
                  </a:lnTo>
                  <a:lnTo>
                    <a:pt x="189230" y="1270"/>
                  </a:lnTo>
                  <a:lnTo>
                    <a:pt x="189230" y="0"/>
                  </a:lnTo>
                  <a:close/>
                </a:path>
              </a:pathLst>
            </a:custGeom>
            <a:solidFill>
              <a:srgbClr val="395E00"/>
            </a:solidFill>
          </p:spPr>
          <p:txBody>
            <a:bodyPr wrap="square" lIns="0" tIns="0" rIns="0" bIns="0" rtlCol="0"/>
            <a:lstStyle/>
            <a:p/>
          </p:txBody>
        </p:sp>
        <p:sp>
          <p:nvSpPr>
            <p:cNvPr id="1487" name="object 1487"/>
            <p:cNvSpPr/>
            <p:nvPr/>
          </p:nvSpPr>
          <p:spPr>
            <a:xfrm>
              <a:off x="4447540" y="1555749"/>
              <a:ext cx="186690" cy="7620"/>
            </a:xfrm>
            <a:custGeom>
              <a:avLst/>
              <a:gdLst/>
              <a:ahLst/>
              <a:cxnLst/>
              <a:rect l="l" t="t" r="r" b="b"/>
              <a:pathLst>
                <a:path w="186689" h="7619">
                  <a:moveTo>
                    <a:pt x="186690" y="2552"/>
                  </a:moveTo>
                  <a:lnTo>
                    <a:pt x="1270" y="2552"/>
                  </a:lnTo>
                  <a:lnTo>
                    <a:pt x="1270" y="7620"/>
                  </a:lnTo>
                  <a:lnTo>
                    <a:pt x="186690" y="7620"/>
                  </a:lnTo>
                  <a:lnTo>
                    <a:pt x="186690" y="2552"/>
                  </a:lnTo>
                  <a:close/>
                </a:path>
                <a:path w="186689" h="7619">
                  <a:moveTo>
                    <a:pt x="186690" y="0"/>
                  </a:moveTo>
                  <a:lnTo>
                    <a:pt x="0" y="0"/>
                  </a:lnTo>
                  <a:lnTo>
                    <a:pt x="0" y="2540"/>
                  </a:lnTo>
                  <a:lnTo>
                    <a:pt x="186690" y="2540"/>
                  </a:lnTo>
                  <a:lnTo>
                    <a:pt x="186690" y="0"/>
                  </a:lnTo>
                  <a:close/>
                </a:path>
              </a:pathLst>
            </a:custGeom>
            <a:solidFill>
              <a:srgbClr val="3A5D00"/>
            </a:solidFill>
          </p:spPr>
          <p:txBody>
            <a:bodyPr wrap="square" lIns="0" tIns="0" rIns="0" bIns="0" rtlCol="0"/>
            <a:lstStyle/>
            <a:p/>
          </p:txBody>
        </p:sp>
        <p:sp>
          <p:nvSpPr>
            <p:cNvPr id="1488" name="object 1488"/>
            <p:cNvSpPr/>
            <p:nvPr/>
          </p:nvSpPr>
          <p:spPr>
            <a:xfrm>
              <a:off x="4450080" y="1563369"/>
              <a:ext cx="184150" cy="8890"/>
            </a:xfrm>
            <a:custGeom>
              <a:avLst/>
              <a:gdLst/>
              <a:ahLst/>
              <a:cxnLst/>
              <a:rect l="l" t="t" r="r" b="b"/>
              <a:pathLst>
                <a:path w="184150" h="8890">
                  <a:moveTo>
                    <a:pt x="184150" y="0"/>
                  </a:moveTo>
                  <a:lnTo>
                    <a:pt x="0" y="0"/>
                  </a:lnTo>
                  <a:lnTo>
                    <a:pt x="0" y="5080"/>
                  </a:lnTo>
                  <a:lnTo>
                    <a:pt x="1270" y="5080"/>
                  </a:lnTo>
                  <a:lnTo>
                    <a:pt x="1270" y="8890"/>
                  </a:lnTo>
                  <a:lnTo>
                    <a:pt x="184150" y="8890"/>
                  </a:lnTo>
                  <a:lnTo>
                    <a:pt x="184150" y="5080"/>
                  </a:lnTo>
                  <a:lnTo>
                    <a:pt x="184150" y="0"/>
                  </a:lnTo>
                  <a:close/>
                </a:path>
              </a:pathLst>
            </a:custGeom>
            <a:solidFill>
              <a:srgbClr val="3B5C00"/>
            </a:solidFill>
          </p:spPr>
          <p:txBody>
            <a:bodyPr wrap="square" lIns="0" tIns="0" rIns="0" bIns="0" rtlCol="0"/>
            <a:lstStyle/>
            <a:p/>
          </p:txBody>
        </p:sp>
        <p:sp>
          <p:nvSpPr>
            <p:cNvPr id="1489" name="object 1489"/>
            <p:cNvSpPr/>
            <p:nvPr/>
          </p:nvSpPr>
          <p:spPr>
            <a:xfrm>
              <a:off x="4452620" y="1572259"/>
              <a:ext cx="181610" cy="7620"/>
            </a:xfrm>
            <a:custGeom>
              <a:avLst/>
              <a:gdLst/>
              <a:ahLst/>
              <a:cxnLst/>
              <a:rect l="l" t="t" r="r" b="b"/>
              <a:pathLst>
                <a:path w="181610" h="7619">
                  <a:moveTo>
                    <a:pt x="181610" y="0"/>
                  </a:moveTo>
                  <a:lnTo>
                    <a:pt x="0" y="0"/>
                  </a:lnTo>
                  <a:lnTo>
                    <a:pt x="0" y="3810"/>
                  </a:lnTo>
                  <a:lnTo>
                    <a:pt x="1270" y="3810"/>
                  </a:lnTo>
                  <a:lnTo>
                    <a:pt x="1270" y="7620"/>
                  </a:lnTo>
                  <a:lnTo>
                    <a:pt x="181610" y="7620"/>
                  </a:lnTo>
                  <a:lnTo>
                    <a:pt x="181610" y="3810"/>
                  </a:lnTo>
                  <a:lnTo>
                    <a:pt x="181610" y="0"/>
                  </a:lnTo>
                  <a:close/>
                </a:path>
              </a:pathLst>
            </a:custGeom>
            <a:solidFill>
              <a:srgbClr val="3C5B00"/>
            </a:solidFill>
          </p:spPr>
          <p:txBody>
            <a:bodyPr wrap="square" lIns="0" tIns="0" rIns="0" bIns="0" rtlCol="0"/>
            <a:lstStyle/>
            <a:p/>
          </p:txBody>
        </p:sp>
        <p:sp>
          <p:nvSpPr>
            <p:cNvPr id="1490" name="object 1490"/>
            <p:cNvSpPr/>
            <p:nvPr/>
          </p:nvSpPr>
          <p:spPr>
            <a:xfrm>
              <a:off x="4455160" y="1579879"/>
              <a:ext cx="179070" cy="8890"/>
            </a:xfrm>
            <a:custGeom>
              <a:avLst/>
              <a:gdLst/>
              <a:ahLst/>
              <a:cxnLst/>
              <a:rect l="l" t="t" r="r" b="b"/>
              <a:pathLst>
                <a:path w="179070" h="8890">
                  <a:moveTo>
                    <a:pt x="179070" y="0"/>
                  </a:moveTo>
                  <a:lnTo>
                    <a:pt x="0" y="0"/>
                  </a:lnTo>
                  <a:lnTo>
                    <a:pt x="0" y="5080"/>
                  </a:lnTo>
                  <a:lnTo>
                    <a:pt x="1270" y="5080"/>
                  </a:lnTo>
                  <a:lnTo>
                    <a:pt x="1270" y="8890"/>
                  </a:lnTo>
                  <a:lnTo>
                    <a:pt x="179070" y="8890"/>
                  </a:lnTo>
                  <a:lnTo>
                    <a:pt x="179070" y="5080"/>
                  </a:lnTo>
                  <a:lnTo>
                    <a:pt x="179070" y="0"/>
                  </a:lnTo>
                  <a:close/>
                </a:path>
              </a:pathLst>
            </a:custGeom>
            <a:solidFill>
              <a:srgbClr val="3D5A00"/>
            </a:solidFill>
          </p:spPr>
          <p:txBody>
            <a:bodyPr wrap="square" lIns="0" tIns="0" rIns="0" bIns="0" rtlCol="0"/>
            <a:lstStyle/>
            <a:p/>
          </p:txBody>
        </p:sp>
        <p:sp>
          <p:nvSpPr>
            <p:cNvPr id="1491" name="object 1491"/>
            <p:cNvSpPr/>
            <p:nvPr/>
          </p:nvSpPr>
          <p:spPr>
            <a:xfrm>
              <a:off x="4456430" y="1588769"/>
              <a:ext cx="177800" cy="7620"/>
            </a:xfrm>
            <a:custGeom>
              <a:avLst/>
              <a:gdLst/>
              <a:ahLst/>
              <a:cxnLst/>
              <a:rect l="l" t="t" r="r" b="b"/>
              <a:pathLst>
                <a:path w="177800" h="7619">
                  <a:moveTo>
                    <a:pt x="177800" y="2540"/>
                  </a:moveTo>
                  <a:lnTo>
                    <a:pt x="1270" y="2540"/>
                  </a:lnTo>
                  <a:lnTo>
                    <a:pt x="1270" y="7620"/>
                  </a:lnTo>
                  <a:lnTo>
                    <a:pt x="177800" y="7620"/>
                  </a:lnTo>
                  <a:lnTo>
                    <a:pt x="177800" y="2540"/>
                  </a:lnTo>
                  <a:close/>
                </a:path>
                <a:path w="177800" h="7619">
                  <a:moveTo>
                    <a:pt x="177800" y="0"/>
                  </a:moveTo>
                  <a:lnTo>
                    <a:pt x="0" y="0"/>
                  </a:lnTo>
                  <a:lnTo>
                    <a:pt x="0" y="1270"/>
                  </a:lnTo>
                  <a:lnTo>
                    <a:pt x="177800" y="1270"/>
                  </a:lnTo>
                  <a:lnTo>
                    <a:pt x="177800" y="0"/>
                  </a:lnTo>
                  <a:close/>
                </a:path>
              </a:pathLst>
            </a:custGeom>
            <a:solidFill>
              <a:srgbClr val="3E5900"/>
            </a:solidFill>
          </p:spPr>
          <p:txBody>
            <a:bodyPr wrap="square" lIns="0" tIns="0" rIns="0" bIns="0" rtlCol="0"/>
            <a:lstStyle/>
            <a:p/>
          </p:txBody>
        </p:sp>
        <p:sp>
          <p:nvSpPr>
            <p:cNvPr id="1492" name="object 1492"/>
            <p:cNvSpPr/>
            <p:nvPr/>
          </p:nvSpPr>
          <p:spPr>
            <a:xfrm>
              <a:off x="4458970" y="1596389"/>
              <a:ext cx="175260" cy="8890"/>
            </a:xfrm>
            <a:custGeom>
              <a:avLst/>
              <a:gdLst/>
              <a:ahLst/>
              <a:cxnLst/>
              <a:rect l="l" t="t" r="r" b="b"/>
              <a:pathLst>
                <a:path w="175260" h="8890">
                  <a:moveTo>
                    <a:pt x="175260" y="0"/>
                  </a:moveTo>
                  <a:lnTo>
                    <a:pt x="0" y="0"/>
                  </a:lnTo>
                  <a:lnTo>
                    <a:pt x="0" y="2540"/>
                  </a:lnTo>
                  <a:lnTo>
                    <a:pt x="1270" y="2540"/>
                  </a:lnTo>
                  <a:lnTo>
                    <a:pt x="1270" y="5080"/>
                  </a:lnTo>
                  <a:lnTo>
                    <a:pt x="2540" y="5080"/>
                  </a:lnTo>
                  <a:lnTo>
                    <a:pt x="2540" y="8890"/>
                  </a:lnTo>
                  <a:lnTo>
                    <a:pt x="175260" y="8890"/>
                  </a:lnTo>
                  <a:lnTo>
                    <a:pt x="175260" y="5080"/>
                  </a:lnTo>
                  <a:lnTo>
                    <a:pt x="175260" y="2540"/>
                  </a:lnTo>
                  <a:lnTo>
                    <a:pt x="175260" y="0"/>
                  </a:lnTo>
                  <a:close/>
                </a:path>
              </a:pathLst>
            </a:custGeom>
            <a:solidFill>
              <a:srgbClr val="3F5800"/>
            </a:solidFill>
          </p:spPr>
          <p:txBody>
            <a:bodyPr wrap="square" lIns="0" tIns="0" rIns="0" bIns="0" rtlCol="0"/>
            <a:lstStyle/>
            <a:p/>
          </p:txBody>
        </p:sp>
        <p:sp>
          <p:nvSpPr>
            <p:cNvPr id="1493" name="object 1493"/>
            <p:cNvSpPr/>
            <p:nvPr/>
          </p:nvSpPr>
          <p:spPr>
            <a:xfrm>
              <a:off x="4462780" y="1605279"/>
              <a:ext cx="171450" cy="8890"/>
            </a:xfrm>
            <a:custGeom>
              <a:avLst/>
              <a:gdLst/>
              <a:ahLst/>
              <a:cxnLst/>
              <a:rect l="l" t="t" r="r" b="b"/>
              <a:pathLst>
                <a:path w="171450" h="8890">
                  <a:moveTo>
                    <a:pt x="171450" y="0"/>
                  </a:moveTo>
                  <a:lnTo>
                    <a:pt x="0" y="0"/>
                  </a:lnTo>
                  <a:lnTo>
                    <a:pt x="0" y="3810"/>
                  </a:lnTo>
                  <a:lnTo>
                    <a:pt x="1270" y="3810"/>
                  </a:lnTo>
                  <a:lnTo>
                    <a:pt x="1270" y="6350"/>
                  </a:lnTo>
                  <a:lnTo>
                    <a:pt x="2540" y="6350"/>
                  </a:lnTo>
                  <a:lnTo>
                    <a:pt x="2540" y="8890"/>
                  </a:lnTo>
                  <a:lnTo>
                    <a:pt x="171450" y="8890"/>
                  </a:lnTo>
                  <a:lnTo>
                    <a:pt x="171450" y="6350"/>
                  </a:lnTo>
                  <a:lnTo>
                    <a:pt x="171450" y="3810"/>
                  </a:lnTo>
                  <a:lnTo>
                    <a:pt x="171450" y="0"/>
                  </a:lnTo>
                  <a:close/>
                </a:path>
              </a:pathLst>
            </a:custGeom>
            <a:solidFill>
              <a:srgbClr val="405700"/>
            </a:solidFill>
          </p:spPr>
          <p:txBody>
            <a:bodyPr wrap="square" lIns="0" tIns="0" rIns="0" bIns="0" rtlCol="0"/>
            <a:lstStyle/>
            <a:p/>
          </p:txBody>
        </p:sp>
        <p:sp>
          <p:nvSpPr>
            <p:cNvPr id="1494" name="object 1494"/>
            <p:cNvSpPr/>
            <p:nvPr/>
          </p:nvSpPr>
          <p:spPr>
            <a:xfrm>
              <a:off x="4465320" y="1614169"/>
              <a:ext cx="168910" cy="7620"/>
            </a:xfrm>
            <a:custGeom>
              <a:avLst/>
              <a:gdLst/>
              <a:ahLst/>
              <a:cxnLst/>
              <a:rect l="l" t="t" r="r" b="b"/>
              <a:pathLst>
                <a:path w="168910" h="7619">
                  <a:moveTo>
                    <a:pt x="83820" y="3810"/>
                  </a:moveTo>
                  <a:lnTo>
                    <a:pt x="2540" y="3810"/>
                  </a:lnTo>
                  <a:lnTo>
                    <a:pt x="2540" y="6350"/>
                  </a:lnTo>
                  <a:lnTo>
                    <a:pt x="3810" y="6350"/>
                  </a:lnTo>
                  <a:lnTo>
                    <a:pt x="3810" y="7620"/>
                  </a:lnTo>
                  <a:lnTo>
                    <a:pt x="82537" y="7620"/>
                  </a:lnTo>
                  <a:lnTo>
                    <a:pt x="82537" y="6350"/>
                  </a:lnTo>
                  <a:lnTo>
                    <a:pt x="83820" y="6350"/>
                  </a:lnTo>
                  <a:lnTo>
                    <a:pt x="83820" y="3810"/>
                  </a:lnTo>
                  <a:close/>
                </a:path>
                <a:path w="168910" h="7619">
                  <a:moveTo>
                    <a:pt x="168910" y="3810"/>
                  </a:moveTo>
                  <a:lnTo>
                    <a:pt x="86360" y="3810"/>
                  </a:lnTo>
                  <a:lnTo>
                    <a:pt x="86360" y="7620"/>
                  </a:lnTo>
                  <a:lnTo>
                    <a:pt x="168910" y="7620"/>
                  </a:lnTo>
                  <a:lnTo>
                    <a:pt x="168910" y="3810"/>
                  </a:lnTo>
                  <a:close/>
                </a:path>
                <a:path w="168910" h="7619">
                  <a:moveTo>
                    <a:pt x="168910" y="0"/>
                  </a:moveTo>
                  <a:lnTo>
                    <a:pt x="0" y="0"/>
                  </a:lnTo>
                  <a:lnTo>
                    <a:pt x="0" y="1270"/>
                  </a:lnTo>
                  <a:lnTo>
                    <a:pt x="1270" y="1270"/>
                  </a:lnTo>
                  <a:lnTo>
                    <a:pt x="1270" y="2540"/>
                  </a:lnTo>
                  <a:lnTo>
                    <a:pt x="1270" y="3810"/>
                  </a:lnTo>
                  <a:lnTo>
                    <a:pt x="2540" y="3810"/>
                  </a:lnTo>
                  <a:lnTo>
                    <a:pt x="2540" y="2540"/>
                  </a:lnTo>
                  <a:lnTo>
                    <a:pt x="85090" y="2540"/>
                  </a:lnTo>
                  <a:lnTo>
                    <a:pt x="85090" y="3810"/>
                  </a:lnTo>
                  <a:lnTo>
                    <a:pt x="86360" y="3810"/>
                  </a:lnTo>
                  <a:lnTo>
                    <a:pt x="86360" y="2540"/>
                  </a:lnTo>
                  <a:lnTo>
                    <a:pt x="168910" y="2540"/>
                  </a:lnTo>
                  <a:lnTo>
                    <a:pt x="168910" y="1270"/>
                  </a:lnTo>
                  <a:lnTo>
                    <a:pt x="168910" y="0"/>
                  </a:lnTo>
                  <a:close/>
                </a:path>
              </a:pathLst>
            </a:custGeom>
            <a:solidFill>
              <a:srgbClr val="415600"/>
            </a:solidFill>
          </p:spPr>
          <p:txBody>
            <a:bodyPr wrap="square" lIns="0" tIns="0" rIns="0" bIns="0" rtlCol="0"/>
            <a:lstStyle/>
            <a:p/>
          </p:txBody>
        </p:sp>
        <p:sp>
          <p:nvSpPr>
            <p:cNvPr id="1495" name="object 1495"/>
            <p:cNvSpPr/>
            <p:nvPr/>
          </p:nvSpPr>
          <p:spPr>
            <a:xfrm>
              <a:off x="4470400" y="1621790"/>
              <a:ext cx="163830" cy="8890"/>
            </a:xfrm>
            <a:custGeom>
              <a:avLst/>
              <a:gdLst/>
              <a:ahLst/>
              <a:cxnLst/>
              <a:rect l="l" t="t" r="r" b="b"/>
              <a:pathLst>
                <a:path w="163829" h="8889">
                  <a:moveTo>
                    <a:pt x="72389" y="6350"/>
                  </a:moveTo>
                  <a:lnTo>
                    <a:pt x="2539" y="6350"/>
                  </a:lnTo>
                  <a:lnTo>
                    <a:pt x="2539" y="7619"/>
                  </a:lnTo>
                  <a:lnTo>
                    <a:pt x="71120" y="7619"/>
                  </a:lnTo>
                  <a:lnTo>
                    <a:pt x="71120" y="8889"/>
                  </a:lnTo>
                  <a:lnTo>
                    <a:pt x="72389" y="8889"/>
                  </a:lnTo>
                  <a:lnTo>
                    <a:pt x="72389" y="6350"/>
                  </a:lnTo>
                  <a:close/>
                </a:path>
                <a:path w="163829" h="8889">
                  <a:moveTo>
                    <a:pt x="73660" y="2539"/>
                  </a:moveTo>
                  <a:lnTo>
                    <a:pt x="1270" y="2539"/>
                  </a:lnTo>
                  <a:lnTo>
                    <a:pt x="1270" y="5079"/>
                  </a:lnTo>
                  <a:lnTo>
                    <a:pt x="72389" y="5079"/>
                  </a:lnTo>
                  <a:lnTo>
                    <a:pt x="72389" y="6350"/>
                  </a:lnTo>
                  <a:lnTo>
                    <a:pt x="73660" y="6350"/>
                  </a:lnTo>
                  <a:lnTo>
                    <a:pt x="73660" y="2539"/>
                  </a:lnTo>
                  <a:close/>
                </a:path>
                <a:path w="163829" h="8889">
                  <a:moveTo>
                    <a:pt x="76200" y="0"/>
                  </a:moveTo>
                  <a:lnTo>
                    <a:pt x="0" y="0"/>
                  </a:lnTo>
                  <a:lnTo>
                    <a:pt x="0" y="2539"/>
                  </a:lnTo>
                  <a:lnTo>
                    <a:pt x="1270" y="2539"/>
                  </a:lnTo>
                  <a:lnTo>
                    <a:pt x="1270" y="1269"/>
                  </a:lnTo>
                  <a:lnTo>
                    <a:pt x="76200" y="1269"/>
                  </a:lnTo>
                  <a:lnTo>
                    <a:pt x="76200" y="0"/>
                  </a:lnTo>
                  <a:close/>
                </a:path>
                <a:path w="163829" h="8889">
                  <a:moveTo>
                    <a:pt x="76200" y="1269"/>
                  </a:moveTo>
                  <a:lnTo>
                    <a:pt x="74930" y="1269"/>
                  </a:lnTo>
                  <a:lnTo>
                    <a:pt x="74930" y="2539"/>
                  </a:lnTo>
                  <a:lnTo>
                    <a:pt x="76200" y="2539"/>
                  </a:lnTo>
                  <a:lnTo>
                    <a:pt x="76200" y="1269"/>
                  </a:lnTo>
                  <a:close/>
                </a:path>
                <a:path w="163829" h="8889">
                  <a:moveTo>
                    <a:pt x="163829" y="6350"/>
                  </a:moveTo>
                  <a:lnTo>
                    <a:pt x="81279" y="6350"/>
                  </a:lnTo>
                  <a:lnTo>
                    <a:pt x="81279" y="7619"/>
                  </a:lnTo>
                  <a:lnTo>
                    <a:pt x="163829" y="7619"/>
                  </a:lnTo>
                  <a:lnTo>
                    <a:pt x="163829" y="6350"/>
                  </a:lnTo>
                  <a:close/>
                </a:path>
                <a:path w="163829" h="8889">
                  <a:moveTo>
                    <a:pt x="163829" y="2539"/>
                  </a:moveTo>
                  <a:lnTo>
                    <a:pt x="81279" y="2539"/>
                  </a:lnTo>
                  <a:lnTo>
                    <a:pt x="81279" y="5079"/>
                  </a:lnTo>
                  <a:lnTo>
                    <a:pt x="163829" y="5079"/>
                  </a:lnTo>
                  <a:lnTo>
                    <a:pt x="163829" y="2539"/>
                  </a:lnTo>
                  <a:close/>
                </a:path>
                <a:path w="163829" h="8889">
                  <a:moveTo>
                    <a:pt x="163829" y="0"/>
                  </a:moveTo>
                  <a:lnTo>
                    <a:pt x="81279" y="0"/>
                  </a:lnTo>
                  <a:lnTo>
                    <a:pt x="81279" y="1269"/>
                  </a:lnTo>
                  <a:lnTo>
                    <a:pt x="163829" y="1269"/>
                  </a:lnTo>
                  <a:lnTo>
                    <a:pt x="163829" y="0"/>
                  </a:lnTo>
                  <a:close/>
                </a:path>
              </a:pathLst>
            </a:custGeom>
            <a:solidFill>
              <a:srgbClr val="425500"/>
            </a:solidFill>
          </p:spPr>
          <p:txBody>
            <a:bodyPr wrap="square" lIns="0" tIns="0" rIns="0" bIns="0" rtlCol="0"/>
            <a:lstStyle/>
            <a:p/>
          </p:txBody>
        </p:sp>
        <p:sp>
          <p:nvSpPr>
            <p:cNvPr id="1496" name="object 1496"/>
            <p:cNvSpPr/>
            <p:nvPr/>
          </p:nvSpPr>
          <p:spPr>
            <a:xfrm>
              <a:off x="4475480" y="1630679"/>
              <a:ext cx="158750" cy="7620"/>
            </a:xfrm>
            <a:custGeom>
              <a:avLst/>
              <a:gdLst/>
              <a:ahLst/>
              <a:cxnLst/>
              <a:rect l="l" t="t" r="r" b="b"/>
              <a:pathLst>
                <a:path w="158750" h="7619">
                  <a:moveTo>
                    <a:pt x="60960" y="6350"/>
                  </a:moveTo>
                  <a:lnTo>
                    <a:pt x="3810" y="6350"/>
                  </a:lnTo>
                  <a:lnTo>
                    <a:pt x="3810" y="7620"/>
                  </a:lnTo>
                  <a:lnTo>
                    <a:pt x="60960" y="7620"/>
                  </a:lnTo>
                  <a:lnTo>
                    <a:pt x="60960" y="6350"/>
                  </a:lnTo>
                  <a:close/>
                </a:path>
                <a:path w="158750" h="7619">
                  <a:moveTo>
                    <a:pt x="63500" y="3810"/>
                  </a:moveTo>
                  <a:lnTo>
                    <a:pt x="1270" y="3810"/>
                  </a:lnTo>
                  <a:lnTo>
                    <a:pt x="1270" y="5079"/>
                  </a:lnTo>
                  <a:lnTo>
                    <a:pt x="62230" y="5079"/>
                  </a:lnTo>
                  <a:lnTo>
                    <a:pt x="62230" y="6350"/>
                  </a:lnTo>
                  <a:lnTo>
                    <a:pt x="63500" y="6350"/>
                  </a:lnTo>
                  <a:lnTo>
                    <a:pt x="63500" y="3810"/>
                  </a:lnTo>
                  <a:close/>
                </a:path>
                <a:path w="158750" h="7619">
                  <a:moveTo>
                    <a:pt x="66040" y="0"/>
                  </a:moveTo>
                  <a:lnTo>
                    <a:pt x="0" y="0"/>
                  </a:lnTo>
                  <a:lnTo>
                    <a:pt x="0" y="3810"/>
                  </a:lnTo>
                  <a:lnTo>
                    <a:pt x="1270" y="3810"/>
                  </a:lnTo>
                  <a:lnTo>
                    <a:pt x="1270" y="2539"/>
                  </a:lnTo>
                  <a:lnTo>
                    <a:pt x="66039" y="2539"/>
                  </a:lnTo>
                  <a:lnTo>
                    <a:pt x="66040" y="0"/>
                  </a:lnTo>
                  <a:close/>
                </a:path>
                <a:path w="158750" h="7619">
                  <a:moveTo>
                    <a:pt x="64770" y="2539"/>
                  </a:moveTo>
                  <a:lnTo>
                    <a:pt x="63500" y="2539"/>
                  </a:lnTo>
                  <a:lnTo>
                    <a:pt x="63500" y="3810"/>
                  </a:lnTo>
                  <a:lnTo>
                    <a:pt x="64770" y="3810"/>
                  </a:lnTo>
                  <a:lnTo>
                    <a:pt x="64770" y="2539"/>
                  </a:lnTo>
                  <a:close/>
                </a:path>
                <a:path w="158750" h="7619">
                  <a:moveTo>
                    <a:pt x="158750" y="6350"/>
                  </a:moveTo>
                  <a:lnTo>
                    <a:pt x="76200" y="6350"/>
                  </a:lnTo>
                  <a:lnTo>
                    <a:pt x="76200" y="7620"/>
                  </a:lnTo>
                  <a:lnTo>
                    <a:pt x="158750" y="7620"/>
                  </a:lnTo>
                  <a:lnTo>
                    <a:pt x="158750" y="6350"/>
                  </a:lnTo>
                  <a:close/>
                </a:path>
                <a:path w="158750" h="7619">
                  <a:moveTo>
                    <a:pt x="158750" y="3810"/>
                  </a:moveTo>
                  <a:lnTo>
                    <a:pt x="76200" y="3810"/>
                  </a:lnTo>
                  <a:lnTo>
                    <a:pt x="76200" y="5079"/>
                  </a:lnTo>
                  <a:lnTo>
                    <a:pt x="158750" y="5079"/>
                  </a:lnTo>
                  <a:lnTo>
                    <a:pt x="158750" y="3810"/>
                  </a:lnTo>
                  <a:close/>
                </a:path>
                <a:path w="158750" h="7619">
                  <a:moveTo>
                    <a:pt x="158750" y="0"/>
                  </a:moveTo>
                  <a:lnTo>
                    <a:pt x="76200" y="0"/>
                  </a:lnTo>
                  <a:lnTo>
                    <a:pt x="76200" y="2539"/>
                  </a:lnTo>
                  <a:lnTo>
                    <a:pt x="158750" y="2539"/>
                  </a:lnTo>
                  <a:lnTo>
                    <a:pt x="158750" y="0"/>
                  </a:lnTo>
                  <a:close/>
                </a:path>
              </a:pathLst>
            </a:custGeom>
            <a:solidFill>
              <a:srgbClr val="435400"/>
            </a:solidFill>
          </p:spPr>
          <p:txBody>
            <a:bodyPr wrap="square" lIns="0" tIns="0" rIns="0" bIns="0" rtlCol="0"/>
            <a:lstStyle/>
            <a:p/>
          </p:txBody>
        </p:sp>
        <p:sp>
          <p:nvSpPr>
            <p:cNvPr id="1497" name="object 1497"/>
            <p:cNvSpPr/>
            <p:nvPr/>
          </p:nvSpPr>
          <p:spPr>
            <a:xfrm>
              <a:off x="4434840" y="1638300"/>
              <a:ext cx="199390" cy="8890"/>
            </a:xfrm>
            <a:custGeom>
              <a:avLst/>
              <a:gdLst/>
              <a:ahLst/>
              <a:cxnLst/>
              <a:rect l="l" t="t" r="r" b="b"/>
              <a:pathLst>
                <a:path w="199389" h="8889">
                  <a:moveTo>
                    <a:pt x="13970" y="7619"/>
                  </a:moveTo>
                  <a:lnTo>
                    <a:pt x="10160" y="7619"/>
                  </a:lnTo>
                  <a:lnTo>
                    <a:pt x="10160" y="8889"/>
                  </a:lnTo>
                  <a:lnTo>
                    <a:pt x="13970" y="8889"/>
                  </a:lnTo>
                  <a:lnTo>
                    <a:pt x="13970" y="7619"/>
                  </a:lnTo>
                  <a:close/>
                </a:path>
                <a:path w="199389" h="8889">
                  <a:moveTo>
                    <a:pt x="6350" y="5079"/>
                  </a:moveTo>
                  <a:lnTo>
                    <a:pt x="0" y="5079"/>
                  </a:lnTo>
                  <a:lnTo>
                    <a:pt x="0" y="7619"/>
                  </a:lnTo>
                  <a:lnTo>
                    <a:pt x="6350" y="7619"/>
                  </a:lnTo>
                  <a:lnTo>
                    <a:pt x="6350" y="5079"/>
                  </a:lnTo>
                  <a:close/>
                </a:path>
                <a:path w="199389" h="8889">
                  <a:moveTo>
                    <a:pt x="3810" y="3809"/>
                  </a:moveTo>
                  <a:lnTo>
                    <a:pt x="1270" y="3809"/>
                  </a:lnTo>
                  <a:lnTo>
                    <a:pt x="1270" y="5079"/>
                  </a:lnTo>
                  <a:lnTo>
                    <a:pt x="3810" y="5079"/>
                  </a:lnTo>
                  <a:lnTo>
                    <a:pt x="3810" y="3809"/>
                  </a:lnTo>
                  <a:close/>
                </a:path>
                <a:path w="199389" h="8889">
                  <a:moveTo>
                    <a:pt x="53339" y="7619"/>
                  </a:moveTo>
                  <a:lnTo>
                    <a:pt x="52070" y="7619"/>
                  </a:lnTo>
                  <a:lnTo>
                    <a:pt x="52070" y="8889"/>
                  </a:lnTo>
                  <a:lnTo>
                    <a:pt x="53339" y="8889"/>
                  </a:lnTo>
                  <a:lnTo>
                    <a:pt x="53339" y="7619"/>
                  </a:lnTo>
                  <a:close/>
                </a:path>
                <a:path w="199389" h="8889">
                  <a:moveTo>
                    <a:pt x="95250" y="7619"/>
                  </a:moveTo>
                  <a:lnTo>
                    <a:pt x="93979" y="7619"/>
                  </a:lnTo>
                  <a:lnTo>
                    <a:pt x="93979" y="8889"/>
                  </a:lnTo>
                  <a:lnTo>
                    <a:pt x="95250" y="8889"/>
                  </a:lnTo>
                  <a:lnTo>
                    <a:pt x="95250" y="7619"/>
                  </a:lnTo>
                  <a:close/>
                </a:path>
                <a:path w="199389" h="8889">
                  <a:moveTo>
                    <a:pt x="96520" y="5079"/>
                  </a:moveTo>
                  <a:lnTo>
                    <a:pt x="49530" y="5079"/>
                  </a:lnTo>
                  <a:lnTo>
                    <a:pt x="49530" y="7619"/>
                  </a:lnTo>
                  <a:lnTo>
                    <a:pt x="96520" y="7619"/>
                  </a:lnTo>
                  <a:lnTo>
                    <a:pt x="96520" y="5079"/>
                  </a:lnTo>
                  <a:close/>
                </a:path>
                <a:path w="199389" h="8889">
                  <a:moveTo>
                    <a:pt x="99060" y="2539"/>
                  </a:moveTo>
                  <a:lnTo>
                    <a:pt x="46989" y="2539"/>
                  </a:lnTo>
                  <a:lnTo>
                    <a:pt x="46989" y="5079"/>
                  </a:lnTo>
                  <a:lnTo>
                    <a:pt x="48260" y="5079"/>
                  </a:lnTo>
                  <a:lnTo>
                    <a:pt x="48260" y="3809"/>
                  </a:lnTo>
                  <a:lnTo>
                    <a:pt x="99060" y="3809"/>
                  </a:lnTo>
                  <a:lnTo>
                    <a:pt x="99060" y="2539"/>
                  </a:lnTo>
                  <a:close/>
                </a:path>
                <a:path w="199389" h="8889">
                  <a:moveTo>
                    <a:pt x="99060" y="3809"/>
                  </a:moveTo>
                  <a:lnTo>
                    <a:pt x="97789" y="3809"/>
                  </a:lnTo>
                  <a:lnTo>
                    <a:pt x="97789" y="5079"/>
                  </a:lnTo>
                  <a:lnTo>
                    <a:pt x="99060" y="5079"/>
                  </a:lnTo>
                  <a:lnTo>
                    <a:pt x="99060" y="3809"/>
                  </a:lnTo>
                  <a:close/>
                </a:path>
                <a:path w="199389" h="8889">
                  <a:moveTo>
                    <a:pt x="46989" y="1269"/>
                  </a:moveTo>
                  <a:lnTo>
                    <a:pt x="45720" y="1269"/>
                  </a:lnTo>
                  <a:lnTo>
                    <a:pt x="45720" y="2539"/>
                  </a:lnTo>
                  <a:lnTo>
                    <a:pt x="46989" y="2539"/>
                  </a:lnTo>
                  <a:lnTo>
                    <a:pt x="46989" y="1269"/>
                  </a:lnTo>
                  <a:close/>
                </a:path>
                <a:path w="199389" h="8889">
                  <a:moveTo>
                    <a:pt x="100330" y="1269"/>
                  </a:moveTo>
                  <a:lnTo>
                    <a:pt x="99060" y="1269"/>
                  </a:lnTo>
                  <a:lnTo>
                    <a:pt x="99060" y="2539"/>
                  </a:lnTo>
                  <a:lnTo>
                    <a:pt x="100330" y="2539"/>
                  </a:lnTo>
                  <a:lnTo>
                    <a:pt x="100330" y="1269"/>
                  </a:lnTo>
                  <a:close/>
                </a:path>
                <a:path w="199389" h="8889">
                  <a:moveTo>
                    <a:pt x="101600" y="0"/>
                  </a:moveTo>
                  <a:lnTo>
                    <a:pt x="44450" y="0"/>
                  </a:lnTo>
                  <a:lnTo>
                    <a:pt x="44450" y="1269"/>
                  </a:lnTo>
                  <a:lnTo>
                    <a:pt x="101600" y="1269"/>
                  </a:lnTo>
                  <a:lnTo>
                    <a:pt x="101600" y="0"/>
                  </a:lnTo>
                  <a:close/>
                </a:path>
                <a:path w="199389" h="8889">
                  <a:moveTo>
                    <a:pt x="199389" y="5079"/>
                  </a:moveTo>
                  <a:lnTo>
                    <a:pt x="116839" y="5079"/>
                  </a:lnTo>
                  <a:lnTo>
                    <a:pt x="116839" y="7619"/>
                  </a:lnTo>
                  <a:lnTo>
                    <a:pt x="199389" y="7619"/>
                  </a:lnTo>
                  <a:lnTo>
                    <a:pt x="199389" y="5079"/>
                  </a:lnTo>
                  <a:close/>
                </a:path>
                <a:path w="199389" h="8889">
                  <a:moveTo>
                    <a:pt x="199389" y="2539"/>
                  </a:moveTo>
                  <a:lnTo>
                    <a:pt x="116839" y="2539"/>
                  </a:lnTo>
                  <a:lnTo>
                    <a:pt x="116839" y="3809"/>
                  </a:lnTo>
                  <a:lnTo>
                    <a:pt x="199389" y="3809"/>
                  </a:lnTo>
                  <a:lnTo>
                    <a:pt x="199389" y="2539"/>
                  </a:lnTo>
                  <a:close/>
                </a:path>
                <a:path w="199389" h="8889">
                  <a:moveTo>
                    <a:pt x="199389" y="0"/>
                  </a:moveTo>
                  <a:lnTo>
                    <a:pt x="116839" y="0"/>
                  </a:lnTo>
                  <a:lnTo>
                    <a:pt x="116839" y="1269"/>
                  </a:lnTo>
                  <a:lnTo>
                    <a:pt x="199389" y="1269"/>
                  </a:lnTo>
                  <a:lnTo>
                    <a:pt x="199389" y="0"/>
                  </a:lnTo>
                  <a:close/>
                </a:path>
              </a:pathLst>
            </a:custGeom>
            <a:solidFill>
              <a:srgbClr val="445300"/>
            </a:solidFill>
          </p:spPr>
          <p:txBody>
            <a:bodyPr wrap="square" lIns="0" tIns="0" rIns="0" bIns="0" rtlCol="0"/>
            <a:lstStyle/>
            <a:p/>
          </p:txBody>
        </p:sp>
        <p:sp>
          <p:nvSpPr>
            <p:cNvPr id="1498" name="object 1498"/>
            <p:cNvSpPr/>
            <p:nvPr/>
          </p:nvSpPr>
          <p:spPr>
            <a:xfrm>
              <a:off x="4434840" y="1647190"/>
              <a:ext cx="199390" cy="7620"/>
            </a:xfrm>
            <a:custGeom>
              <a:avLst/>
              <a:gdLst/>
              <a:ahLst/>
              <a:cxnLst/>
              <a:rect l="l" t="t" r="r" b="b"/>
              <a:pathLst>
                <a:path w="199389" h="7619">
                  <a:moveTo>
                    <a:pt x="199389" y="6350"/>
                  </a:moveTo>
                  <a:lnTo>
                    <a:pt x="116839" y="6350"/>
                  </a:lnTo>
                  <a:lnTo>
                    <a:pt x="116839" y="7620"/>
                  </a:lnTo>
                  <a:lnTo>
                    <a:pt x="199389" y="7620"/>
                  </a:lnTo>
                  <a:lnTo>
                    <a:pt x="199389" y="6350"/>
                  </a:lnTo>
                  <a:close/>
                </a:path>
                <a:path w="199389" h="7619">
                  <a:moveTo>
                    <a:pt x="30479" y="5079"/>
                  </a:moveTo>
                  <a:lnTo>
                    <a:pt x="26670" y="5079"/>
                  </a:lnTo>
                  <a:lnTo>
                    <a:pt x="26670" y="6350"/>
                  </a:lnTo>
                  <a:lnTo>
                    <a:pt x="0" y="6350"/>
                  </a:lnTo>
                  <a:lnTo>
                    <a:pt x="0" y="7620"/>
                  </a:lnTo>
                  <a:lnTo>
                    <a:pt x="30479" y="7620"/>
                  </a:lnTo>
                  <a:lnTo>
                    <a:pt x="30479" y="5079"/>
                  </a:lnTo>
                  <a:close/>
                </a:path>
                <a:path w="199389" h="7619">
                  <a:moveTo>
                    <a:pt x="24129" y="2539"/>
                  </a:moveTo>
                  <a:lnTo>
                    <a:pt x="0" y="2539"/>
                  </a:lnTo>
                  <a:lnTo>
                    <a:pt x="0" y="5079"/>
                  </a:lnTo>
                  <a:lnTo>
                    <a:pt x="24129" y="5079"/>
                  </a:lnTo>
                  <a:lnTo>
                    <a:pt x="24129" y="2539"/>
                  </a:lnTo>
                  <a:close/>
                </a:path>
                <a:path w="199389" h="7619">
                  <a:moveTo>
                    <a:pt x="20320" y="1269"/>
                  </a:moveTo>
                  <a:lnTo>
                    <a:pt x="16510" y="1269"/>
                  </a:lnTo>
                  <a:lnTo>
                    <a:pt x="16510" y="2539"/>
                  </a:lnTo>
                  <a:lnTo>
                    <a:pt x="20320" y="2539"/>
                  </a:lnTo>
                  <a:lnTo>
                    <a:pt x="20320" y="1269"/>
                  </a:lnTo>
                  <a:close/>
                </a:path>
                <a:path w="199389" h="7619">
                  <a:moveTo>
                    <a:pt x="13970" y="0"/>
                  </a:moveTo>
                  <a:lnTo>
                    <a:pt x="0" y="0"/>
                  </a:lnTo>
                  <a:lnTo>
                    <a:pt x="0" y="1269"/>
                  </a:lnTo>
                  <a:lnTo>
                    <a:pt x="13970" y="1269"/>
                  </a:lnTo>
                  <a:lnTo>
                    <a:pt x="13970" y="0"/>
                  </a:lnTo>
                  <a:close/>
                </a:path>
                <a:path w="199389" h="7619">
                  <a:moveTo>
                    <a:pt x="78739" y="6350"/>
                  </a:moveTo>
                  <a:lnTo>
                    <a:pt x="63500" y="6350"/>
                  </a:lnTo>
                  <a:lnTo>
                    <a:pt x="63500" y="7619"/>
                  </a:lnTo>
                  <a:lnTo>
                    <a:pt x="78739" y="7619"/>
                  </a:lnTo>
                  <a:lnTo>
                    <a:pt x="78739" y="6350"/>
                  </a:lnTo>
                  <a:close/>
                </a:path>
                <a:path w="199389" h="7619">
                  <a:moveTo>
                    <a:pt x="63500" y="5079"/>
                  </a:moveTo>
                  <a:lnTo>
                    <a:pt x="62230" y="5079"/>
                  </a:lnTo>
                  <a:lnTo>
                    <a:pt x="62230" y="6350"/>
                  </a:lnTo>
                  <a:lnTo>
                    <a:pt x="63500" y="6350"/>
                  </a:lnTo>
                  <a:lnTo>
                    <a:pt x="63500" y="5079"/>
                  </a:lnTo>
                  <a:close/>
                </a:path>
                <a:path w="199389" h="7619">
                  <a:moveTo>
                    <a:pt x="87630" y="5079"/>
                  </a:moveTo>
                  <a:lnTo>
                    <a:pt x="78739" y="5079"/>
                  </a:lnTo>
                  <a:lnTo>
                    <a:pt x="78739" y="6350"/>
                  </a:lnTo>
                  <a:lnTo>
                    <a:pt x="87630" y="6350"/>
                  </a:lnTo>
                  <a:lnTo>
                    <a:pt x="87630" y="5079"/>
                  </a:lnTo>
                  <a:close/>
                </a:path>
                <a:path w="199389" h="7619">
                  <a:moveTo>
                    <a:pt x="88900" y="2539"/>
                  </a:moveTo>
                  <a:lnTo>
                    <a:pt x="58420" y="2539"/>
                  </a:lnTo>
                  <a:lnTo>
                    <a:pt x="58420" y="5079"/>
                  </a:lnTo>
                  <a:lnTo>
                    <a:pt x="88900" y="5079"/>
                  </a:lnTo>
                  <a:lnTo>
                    <a:pt x="88900" y="2539"/>
                  </a:lnTo>
                  <a:close/>
                </a:path>
                <a:path w="199389" h="7619">
                  <a:moveTo>
                    <a:pt x="199389" y="2539"/>
                  </a:moveTo>
                  <a:lnTo>
                    <a:pt x="116839" y="2539"/>
                  </a:lnTo>
                  <a:lnTo>
                    <a:pt x="116839" y="5079"/>
                  </a:lnTo>
                  <a:lnTo>
                    <a:pt x="199389" y="5079"/>
                  </a:lnTo>
                  <a:lnTo>
                    <a:pt x="199389" y="2539"/>
                  </a:lnTo>
                  <a:close/>
                </a:path>
                <a:path w="199389" h="7619">
                  <a:moveTo>
                    <a:pt x="57150" y="1269"/>
                  </a:moveTo>
                  <a:lnTo>
                    <a:pt x="54610" y="1269"/>
                  </a:lnTo>
                  <a:lnTo>
                    <a:pt x="54610" y="2539"/>
                  </a:lnTo>
                  <a:lnTo>
                    <a:pt x="57150" y="2539"/>
                  </a:lnTo>
                  <a:lnTo>
                    <a:pt x="57150" y="1269"/>
                  </a:lnTo>
                  <a:close/>
                </a:path>
                <a:path w="199389" h="7619">
                  <a:moveTo>
                    <a:pt x="92710" y="1269"/>
                  </a:moveTo>
                  <a:lnTo>
                    <a:pt x="91439" y="1269"/>
                  </a:lnTo>
                  <a:lnTo>
                    <a:pt x="91439" y="2539"/>
                  </a:lnTo>
                  <a:lnTo>
                    <a:pt x="92710" y="2539"/>
                  </a:lnTo>
                  <a:lnTo>
                    <a:pt x="92710" y="1269"/>
                  </a:lnTo>
                  <a:close/>
                </a:path>
                <a:path w="199389" h="7619">
                  <a:moveTo>
                    <a:pt x="93979" y="0"/>
                  </a:moveTo>
                  <a:lnTo>
                    <a:pt x="53339" y="0"/>
                  </a:lnTo>
                  <a:lnTo>
                    <a:pt x="53339" y="1269"/>
                  </a:lnTo>
                  <a:lnTo>
                    <a:pt x="93979" y="1269"/>
                  </a:lnTo>
                  <a:lnTo>
                    <a:pt x="93979" y="0"/>
                  </a:lnTo>
                  <a:close/>
                </a:path>
                <a:path w="199389" h="7619">
                  <a:moveTo>
                    <a:pt x="199389" y="0"/>
                  </a:moveTo>
                  <a:lnTo>
                    <a:pt x="116839" y="0"/>
                  </a:lnTo>
                  <a:lnTo>
                    <a:pt x="116839" y="1269"/>
                  </a:lnTo>
                  <a:lnTo>
                    <a:pt x="199389" y="1269"/>
                  </a:lnTo>
                  <a:lnTo>
                    <a:pt x="199389" y="0"/>
                  </a:lnTo>
                  <a:close/>
                </a:path>
              </a:pathLst>
            </a:custGeom>
            <a:solidFill>
              <a:srgbClr val="455200"/>
            </a:solidFill>
          </p:spPr>
          <p:txBody>
            <a:bodyPr wrap="square" lIns="0" tIns="0" rIns="0" bIns="0" rtlCol="0"/>
            <a:lstStyle/>
            <a:p/>
          </p:txBody>
        </p:sp>
        <p:sp>
          <p:nvSpPr>
            <p:cNvPr id="1499" name="object 1499"/>
            <p:cNvSpPr/>
            <p:nvPr/>
          </p:nvSpPr>
          <p:spPr>
            <a:xfrm>
              <a:off x="4434840" y="1654809"/>
              <a:ext cx="199390" cy="8890"/>
            </a:xfrm>
            <a:custGeom>
              <a:avLst/>
              <a:gdLst/>
              <a:ahLst/>
              <a:cxnLst/>
              <a:rect l="l" t="t" r="r" b="b"/>
              <a:pathLst>
                <a:path w="199389" h="8889">
                  <a:moveTo>
                    <a:pt x="57150" y="7619"/>
                  </a:moveTo>
                  <a:lnTo>
                    <a:pt x="0" y="7619"/>
                  </a:lnTo>
                  <a:lnTo>
                    <a:pt x="0" y="8889"/>
                  </a:lnTo>
                  <a:lnTo>
                    <a:pt x="57150" y="8889"/>
                  </a:lnTo>
                  <a:lnTo>
                    <a:pt x="57150" y="7619"/>
                  </a:lnTo>
                  <a:close/>
                </a:path>
                <a:path w="199389" h="8889">
                  <a:moveTo>
                    <a:pt x="54610" y="6349"/>
                  </a:moveTo>
                  <a:lnTo>
                    <a:pt x="50800" y="6349"/>
                  </a:lnTo>
                  <a:lnTo>
                    <a:pt x="50800" y="7619"/>
                  </a:lnTo>
                  <a:lnTo>
                    <a:pt x="54610" y="7619"/>
                  </a:lnTo>
                  <a:lnTo>
                    <a:pt x="54610" y="6349"/>
                  </a:lnTo>
                  <a:close/>
                </a:path>
                <a:path w="199389" h="8889">
                  <a:moveTo>
                    <a:pt x="46989" y="3809"/>
                  </a:moveTo>
                  <a:lnTo>
                    <a:pt x="44450" y="3809"/>
                  </a:lnTo>
                  <a:lnTo>
                    <a:pt x="44450" y="5079"/>
                  </a:lnTo>
                  <a:lnTo>
                    <a:pt x="0" y="5079"/>
                  </a:lnTo>
                  <a:lnTo>
                    <a:pt x="0" y="6349"/>
                  </a:lnTo>
                  <a:lnTo>
                    <a:pt x="46989" y="6349"/>
                  </a:lnTo>
                  <a:lnTo>
                    <a:pt x="46989" y="3809"/>
                  </a:lnTo>
                  <a:close/>
                </a:path>
                <a:path w="199389" h="8889">
                  <a:moveTo>
                    <a:pt x="40639" y="1269"/>
                  </a:moveTo>
                  <a:lnTo>
                    <a:pt x="0" y="1269"/>
                  </a:lnTo>
                  <a:lnTo>
                    <a:pt x="0" y="3809"/>
                  </a:lnTo>
                  <a:lnTo>
                    <a:pt x="40639" y="3809"/>
                  </a:lnTo>
                  <a:lnTo>
                    <a:pt x="40639" y="1269"/>
                  </a:lnTo>
                  <a:close/>
                </a:path>
                <a:path w="199389" h="8889">
                  <a:moveTo>
                    <a:pt x="36829" y="0"/>
                  </a:moveTo>
                  <a:lnTo>
                    <a:pt x="34289" y="0"/>
                  </a:lnTo>
                  <a:lnTo>
                    <a:pt x="34289" y="1269"/>
                  </a:lnTo>
                  <a:lnTo>
                    <a:pt x="36829" y="1269"/>
                  </a:lnTo>
                  <a:lnTo>
                    <a:pt x="36829" y="0"/>
                  </a:lnTo>
                  <a:close/>
                </a:path>
                <a:path w="199389" h="8889">
                  <a:moveTo>
                    <a:pt x="199389" y="7619"/>
                  </a:moveTo>
                  <a:lnTo>
                    <a:pt x="115570" y="7619"/>
                  </a:lnTo>
                  <a:lnTo>
                    <a:pt x="115570" y="8889"/>
                  </a:lnTo>
                  <a:lnTo>
                    <a:pt x="199389" y="8889"/>
                  </a:lnTo>
                  <a:lnTo>
                    <a:pt x="199389" y="7619"/>
                  </a:lnTo>
                  <a:close/>
                </a:path>
                <a:path w="199389" h="8889">
                  <a:moveTo>
                    <a:pt x="199389" y="5079"/>
                  </a:moveTo>
                  <a:lnTo>
                    <a:pt x="115570" y="5079"/>
                  </a:lnTo>
                  <a:lnTo>
                    <a:pt x="115570" y="6349"/>
                  </a:lnTo>
                  <a:lnTo>
                    <a:pt x="199389" y="6349"/>
                  </a:lnTo>
                  <a:lnTo>
                    <a:pt x="199389" y="5079"/>
                  </a:lnTo>
                  <a:close/>
                </a:path>
                <a:path w="199389" h="8889">
                  <a:moveTo>
                    <a:pt x="116839" y="0"/>
                  </a:moveTo>
                  <a:lnTo>
                    <a:pt x="115570" y="0"/>
                  </a:lnTo>
                  <a:lnTo>
                    <a:pt x="115570" y="3809"/>
                  </a:lnTo>
                  <a:lnTo>
                    <a:pt x="199389" y="3809"/>
                  </a:lnTo>
                  <a:lnTo>
                    <a:pt x="199389" y="1269"/>
                  </a:lnTo>
                  <a:lnTo>
                    <a:pt x="116839" y="1269"/>
                  </a:lnTo>
                  <a:lnTo>
                    <a:pt x="116839" y="0"/>
                  </a:lnTo>
                  <a:close/>
                </a:path>
                <a:path w="199389" h="8889">
                  <a:moveTo>
                    <a:pt x="73660" y="0"/>
                  </a:moveTo>
                  <a:lnTo>
                    <a:pt x="68580" y="0"/>
                  </a:lnTo>
                  <a:lnTo>
                    <a:pt x="68580" y="1269"/>
                  </a:lnTo>
                  <a:lnTo>
                    <a:pt x="73660" y="1269"/>
                  </a:lnTo>
                  <a:lnTo>
                    <a:pt x="73660" y="0"/>
                  </a:lnTo>
                  <a:close/>
                </a:path>
              </a:pathLst>
            </a:custGeom>
            <a:solidFill>
              <a:srgbClr val="465100"/>
            </a:solidFill>
          </p:spPr>
          <p:txBody>
            <a:bodyPr wrap="square" lIns="0" tIns="0" rIns="0" bIns="0" rtlCol="0"/>
            <a:lstStyle/>
            <a:p/>
          </p:txBody>
        </p:sp>
        <p:sp>
          <p:nvSpPr>
            <p:cNvPr id="1500" name="object 1500"/>
            <p:cNvSpPr/>
            <p:nvPr/>
          </p:nvSpPr>
          <p:spPr>
            <a:xfrm>
              <a:off x="4433570" y="1663700"/>
              <a:ext cx="200660" cy="8890"/>
            </a:xfrm>
            <a:custGeom>
              <a:avLst/>
              <a:gdLst/>
              <a:ahLst/>
              <a:cxnLst/>
              <a:rect l="l" t="t" r="r" b="b"/>
              <a:pathLst>
                <a:path w="200660" h="8889">
                  <a:moveTo>
                    <a:pt x="200659" y="5079"/>
                  </a:moveTo>
                  <a:lnTo>
                    <a:pt x="116839" y="5079"/>
                  </a:lnTo>
                  <a:lnTo>
                    <a:pt x="116839" y="8889"/>
                  </a:lnTo>
                  <a:lnTo>
                    <a:pt x="200660" y="8889"/>
                  </a:lnTo>
                  <a:lnTo>
                    <a:pt x="200659" y="5079"/>
                  </a:lnTo>
                  <a:close/>
                </a:path>
                <a:path w="200660" h="8889">
                  <a:moveTo>
                    <a:pt x="76200" y="5079"/>
                  </a:moveTo>
                  <a:lnTo>
                    <a:pt x="0" y="5079"/>
                  </a:lnTo>
                  <a:lnTo>
                    <a:pt x="0" y="8889"/>
                  </a:lnTo>
                  <a:lnTo>
                    <a:pt x="80010" y="8889"/>
                  </a:lnTo>
                  <a:lnTo>
                    <a:pt x="80010" y="7619"/>
                  </a:lnTo>
                  <a:lnTo>
                    <a:pt x="76200" y="7619"/>
                  </a:lnTo>
                  <a:lnTo>
                    <a:pt x="76200" y="5079"/>
                  </a:lnTo>
                  <a:close/>
                </a:path>
                <a:path w="200660" h="8889">
                  <a:moveTo>
                    <a:pt x="72389" y="3809"/>
                  </a:moveTo>
                  <a:lnTo>
                    <a:pt x="68579" y="3809"/>
                  </a:lnTo>
                  <a:lnTo>
                    <a:pt x="68579" y="5079"/>
                  </a:lnTo>
                  <a:lnTo>
                    <a:pt x="72389" y="5079"/>
                  </a:lnTo>
                  <a:lnTo>
                    <a:pt x="72389" y="3809"/>
                  </a:lnTo>
                  <a:close/>
                </a:path>
                <a:path w="200660" h="8889">
                  <a:moveTo>
                    <a:pt x="66039" y="1269"/>
                  </a:moveTo>
                  <a:lnTo>
                    <a:pt x="62229" y="1269"/>
                  </a:lnTo>
                  <a:lnTo>
                    <a:pt x="62229" y="2539"/>
                  </a:lnTo>
                  <a:lnTo>
                    <a:pt x="1269" y="2539"/>
                  </a:lnTo>
                  <a:lnTo>
                    <a:pt x="1269" y="3809"/>
                  </a:lnTo>
                  <a:lnTo>
                    <a:pt x="66039" y="3809"/>
                  </a:lnTo>
                  <a:lnTo>
                    <a:pt x="66039" y="1269"/>
                  </a:lnTo>
                  <a:close/>
                </a:path>
                <a:path w="200660" h="8889">
                  <a:moveTo>
                    <a:pt x="58419" y="0"/>
                  </a:moveTo>
                  <a:lnTo>
                    <a:pt x="1269" y="0"/>
                  </a:lnTo>
                  <a:lnTo>
                    <a:pt x="1269" y="1269"/>
                  </a:lnTo>
                  <a:lnTo>
                    <a:pt x="58419" y="1269"/>
                  </a:lnTo>
                  <a:lnTo>
                    <a:pt x="58419" y="0"/>
                  </a:lnTo>
                  <a:close/>
                </a:path>
                <a:path w="200660" h="8889">
                  <a:moveTo>
                    <a:pt x="200659" y="2539"/>
                  </a:moveTo>
                  <a:lnTo>
                    <a:pt x="116839" y="2539"/>
                  </a:lnTo>
                  <a:lnTo>
                    <a:pt x="116839" y="3809"/>
                  </a:lnTo>
                  <a:lnTo>
                    <a:pt x="200659" y="3809"/>
                  </a:lnTo>
                  <a:lnTo>
                    <a:pt x="200659" y="2539"/>
                  </a:lnTo>
                  <a:close/>
                </a:path>
                <a:path w="200660" h="8889">
                  <a:moveTo>
                    <a:pt x="200659" y="0"/>
                  </a:moveTo>
                  <a:lnTo>
                    <a:pt x="116839" y="0"/>
                  </a:lnTo>
                  <a:lnTo>
                    <a:pt x="116839" y="1269"/>
                  </a:lnTo>
                  <a:lnTo>
                    <a:pt x="200659" y="1269"/>
                  </a:lnTo>
                  <a:lnTo>
                    <a:pt x="200659" y="0"/>
                  </a:lnTo>
                  <a:close/>
                </a:path>
              </a:pathLst>
            </a:custGeom>
            <a:solidFill>
              <a:srgbClr val="475000"/>
            </a:solidFill>
          </p:spPr>
          <p:txBody>
            <a:bodyPr wrap="square" lIns="0" tIns="0" rIns="0" bIns="0" rtlCol="0"/>
            <a:lstStyle/>
            <a:p/>
          </p:txBody>
        </p:sp>
        <p:sp>
          <p:nvSpPr>
            <p:cNvPr id="1501" name="object 1501"/>
            <p:cNvSpPr/>
            <p:nvPr/>
          </p:nvSpPr>
          <p:spPr>
            <a:xfrm>
              <a:off x="4433570" y="1672590"/>
              <a:ext cx="200660" cy="7620"/>
            </a:xfrm>
            <a:custGeom>
              <a:avLst/>
              <a:gdLst/>
              <a:ahLst/>
              <a:cxnLst/>
              <a:rect l="l" t="t" r="r" b="b"/>
              <a:pathLst>
                <a:path w="200660" h="7619">
                  <a:moveTo>
                    <a:pt x="200660" y="0"/>
                  </a:moveTo>
                  <a:lnTo>
                    <a:pt x="116839" y="0"/>
                  </a:lnTo>
                  <a:lnTo>
                    <a:pt x="116839" y="5079"/>
                  </a:lnTo>
                  <a:lnTo>
                    <a:pt x="115569" y="5079"/>
                  </a:lnTo>
                  <a:lnTo>
                    <a:pt x="115569" y="7620"/>
                  </a:lnTo>
                  <a:lnTo>
                    <a:pt x="200660" y="7620"/>
                  </a:lnTo>
                  <a:lnTo>
                    <a:pt x="200660" y="0"/>
                  </a:lnTo>
                  <a:close/>
                </a:path>
                <a:path w="200660" h="7619">
                  <a:moveTo>
                    <a:pt x="80010" y="0"/>
                  </a:moveTo>
                  <a:lnTo>
                    <a:pt x="0" y="0"/>
                  </a:lnTo>
                  <a:lnTo>
                    <a:pt x="0" y="7620"/>
                  </a:lnTo>
                  <a:lnTo>
                    <a:pt x="81279" y="7620"/>
                  </a:lnTo>
                  <a:lnTo>
                    <a:pt x="81279" y="2539"/>
                  </a:lnTo>
                  <a:lnTo>
                    <a:pt x="80010" y="2539"/>
                  </a:lnTo>
                  <a:lnTo>
                    <a:pt x="80010" y="0"/>
                  </a:lnTo>
                  <a:close/>
                </a:path>
              </a:pathLst>
            </a:custGeom>
            <a:solidFill>
              <a:srgbClr val="484F00"/>
            </a:solidFill>
          </p:spPr>
          <p:txBody>
            <a:bodyPr wrap="square" lIns="0" tIns="0" rIns="0" bIns="0" rtlCol="0"/>
            <a:lstStyle/>
            <a:p/>
          </p:txBody>
        </p:sp>
        <p:sp>
          <p:nvSpPr>
            <p:cNvPr id="1502" name="object 1502"/>
            <p:cNvSpPr/>
            <p:nvPr/>
          </p:nvSpPr>
          <p:spPr>
            <a:xfrm>
              <a:off x="4433570" y="1680209"/>
              <a:ext cx="200660" cy="8890"/>
            </a:xfrm>
            <a:custGeom>
              <a:avLst/>
              <a:gdLst/>
              <a:ahLst/>
              <a:cxnLst/>
              <a:rect l="l" t="t" r="r" b="b"/>
              <a:pathLst>
                <a:path w="200660" h="8889">
                  <a:moveTo>
                    <a:pt x="200660" y="0"/>
                  </a:moveTo>
                  <a:lnTo>
                    <a:pt x="115569" y="0"/>
                  </a:lnTo>
                  <a:lnTo>
                    <a:pt x="115569" y="8889"/>
                  </a:lnTo>
                  <a:lnTo>
                    <a:pt x="200659" y="8889"/>
                  </a:lnTo>
                  <a:lnTo>
                    <a:pt x="200660" y="0"/>
                  </a:lnTo>
                  <a:close/>
                </a:path>
                <a:path w="200660" h="8889">
                  <a:moveTo>
                    <a:pt x="81279" y="0"/>
                  </a:moveTo>
                  <a:lnTo>
                    <a:pt x="0" y="0"/>
                  </a:lnTo>
                  <a:lnTo>
                    <a:pt x="0" y="8889"/>
                  </a:lnTo>
                  <a:lnTo>
                    <a:pt x="82550" y="8889"/>
                  </a:lnTo>
                  <a:lnTo>
                    <a:pt x="82550" y="3809"/>
                  </a:lnTo>
                  <a:lnTo>
                    <a:pt x="81279" y="3809"/>
                  </a:lnTo>
                  <a:lnTo>
                    <a:pt x="81279" y="0"/>
                  </a:lnTo>
                  <a:close/>
                </a:path>
              </a:pathLst>
            </a:custGeom>
            <a:solidFill>
              <a:srgbClr val="494E00"/>
            </a:solidFill>
          </p:spPr>
          <p:txBody>
            <a:bodyPr wrap="square" lIns="0" tIns="0" rIns="0" bIns="0" rtlCol="0"/>
            <a:lstStyle/>
            <a:p/>
          </p:txBody>
        </p:sp>
        <p:sp>
          <p:nvSpPr>
            <p:cNvPr id="1503" name="object 1503"/>
            <p:cNvSpPr/>
            <p:nvPr/>
          </p:nvSpPr>
          <p:spPr>
            <a:xfrm>
              <a:off x="4433570" y="1689099"/>
              <a:ext cx="200660" cy="7620"/>
            </a:xfrm>
            <a:custGeom>
              <a:avLst/>
              <a:gdLst/>
              <a:ahLst/>
              <a:cxnLst/>
              <a:rect l="l" t="t" r="r" b="b"/>
              <a:pathLst>
                <a:path w="200660" h="7619">
                  <a:moveTo>
                    <a:pt x="82550" y="0"/>
                  </a:moveTo>
                  <a:lnTo>
                    <a:pt x="0" y="0"/>
                  </a:lnTo>
                  <a:lnTo>
                    <a:pt x="0" y="7620"/>
                  </a:lnTo>
                  <a:lnTo>
                    <a:pt x="82550" y="7620"/>
                  </a:lnTo>
                  <a:lnTo>
                    <a:pt x="82550" y="0"/>
                  </a:lnTo>
                  <a:close/>
                </a:path>
                <a:path w="200660" h="7619">
                  <a:moveTo>
                    <a:pt x="200660" y="0"/>
                  </a:moveTo>
                  <a:lnTo>
                    <a:pt x="115570" y="0"/>
                  </a:lnTo>
                  <a:lnTo>
                    <a:pt x="115570" y="7620"/>
                  </a:lnTo>
                  <a:lnTo>
                    <a:pt x="200660" y="7620"/>
                  </a:lnTo>
                  <a:lnTo>
                    <a:pt x="200660" y="0"/>
                  </a:lnTo>
                  <a:close/>
                </a:path>
              </a:pathLst>
            </a:custGeom>
            <a:solidFill>
              <a:srgbClr val="4A4D00"/>
            </a:solidFill>
          </p:spPr>
          <p:txBody>
            <a:bodyPr wrap="square" lIns="0" tIns="0" rIns="0" bIns="0" rtlCol="0"/>
            <a:lstStyle/>
            <a:p/>
          </p:txBody>
        </p:sp>
        <p:sp>
          <p:nvSpPr>
            <p:cNvPr id="1504" name="object 1504"/>
            <p:cNvSpPr/>
            <p:nvPr/>
          </p:nvSpPr>
          <p:spPr>
            <a:xfrm>
              <a:off x="4433570" y="1696719"/>
              <a:ext cx="200660" cy="8890"/>
            </a:xfrm>
            <a:custGeom>
              <a:avLst/>
              <a:gdLst/>
              <a:ahLst/>
              <a:cxnLst/>
              <a:rect l="l" t="t" r="r" b="b"/>
              <a:pathLst>
                <a:path w="200660" h="8889">
                  <a:moveTo>
                    <a:pt x="82550" y="1269"/>
                  </a:moveTo>
                  <a:lnTo>
                    <a:pt x="0" y="1269"/>
                  </a:lnTo>
                  <a:lnTo>
                    <a:pt x="0" y="8889"/>
                  </a:lnTo>
                  <a:lnTo>
                    <a:pt x="83820" y="8889"/>
                  </a:lnTo>
                  <a:lnTo>
                    <a:pt x="83820" y="6349"/>
                  </a:lnTo>
                  <a:lnTo>
                    <a:pt x="82550" y="6349"/>
                  </a:lnTo>
                  <a:lnTo>
                    <a:pt x="82550" y="1269"/>
                  </a:lnTo>
                  <a:close/>
                </a:path>
                <a:path w="200660" h="8889">
                  <a:moveTo>
                    <a:pt x="199389" y="1269"/>
                  </a:moveTo>
                  <a:lnTo>
                    <a:pt x="115569" y="1269"/>
                  </a:lnTo>
                  <a:lnTo>
                    <a:pt x="115569" y="2539"/>
                  </a:lnTo>
                  <a:lnTo>
                    <a:pt x="114300" y="2539"/>
                  </a:lnTo>
                  <a:lnTo>
                    <a:pt x="114300" y="8889"/>
                  </a:lnTo>
                  <a:lnTo>
                    <a:pt x="199389" y="8889"/>
                  </a:lnTo>
                  <a:lnTo>
                    <a:pt x="199389" y="1269"/>
                  </a:lnTo>
                  <a:close/>
                </a:path>
                <a:path w="200660" h="8889">
                  <a:moveTo>
                    <a:pt x="200659" y="0"/>
                  </a:moveTo>
                  <a:lnTo>
                    <a:pt x="199389" y="0"/>
                  </a:lnTo>
                  <a:lnTo>
                    <a:pt x="199389" y="1269"/>
                  </a:lnTo>
                  <a:lnTo>
                    <a:pt x="200659" y="1269"/>
                  </a:lnTo>
                  <a:lnTo>
                    <a:pt x="200659" y="0"/>
                  </a:lnTo>
                  <a:close/>
                </a:path>
              </a:pathLst>
            </a:custGeom>
            <a:solidFill>
              <a:srgbClr val="4B4C00"/>
            </a:solidFill>
          </p:spPr>
          <p:txBody>
            <a:bodyPr wrap="square" lIns="0" tIns="0" rIns="0" bIns="0" rtlCol="0"/>
            <a:lstStyle/>
            <a:p/>
          </p:txBody>
        </p:sp>
        <p:sp>
          <p:nvSpPr>
            <p:cNvPr id="1505" name="object 1505"/>
            <p:cNvSpPr/>
            <p:nvPr/>
          </p:nvSpPr>
          <p:spPr>
            <a:xfrm>
              <a:off x="4433570" y="1705609"/>
              <a:ext cx="199390" cy="7620"/>
            </a:xfrm>
            <a:custGeom>
              <a:avLst/>
              <a:gdLst/>
              <a:ahLst/>
              <a:cxnLst/>
              <a:rect l="l" t="t" r="r" b="b"/>
              <a:pathLst>
                <a:path w="199389" h="7619">
                  <a:moveTo>
                    <a:pt x="111759" y="6349"/>
                  </a:moveTo>
                  <a:lnTo>
                    <a:pt x="110489" y="6349"/>
                  </a:lnTo>
                  <a:lnTo>
                    <a:pt x="110489" y="7619"/>
                  </a:lnTo>
                  <a:lnTo>
                    <a:pt x="111759" y="7619"/>
                  </a:lnTo>
                  <a:lnTo>
                    <a:pt x="111759" y="6349"/>
                  </a:lnTo>
                  <a:close/>
                </a:path>
                <a:path w="199389" h="7619">
                  <a:moveTo>
                    <a:pt x="113029" y="3809"/>
                  </a:moveTo>
                  <a:lnTo>
                    <a:pt x="111759" y="3809"/>
                  </a:lnTo>
                  <a:lnTo>
                    <a:pt x="111759" y="6349"/>
                  </a:lnTo>
                  <a:lnTo>
                    <a:pt x="199389" y="6349"/>
                  </a:lnTo>
                  <a:lnTo>
                    <a:pt x="199389" y="5079"/>
                  </a:lnTo>
                  <a:lnTo>
                    <a:pt x="113029" y="5079"/>
                  </a:lnTo>
                  <a:lnTo>
                    <a:pt x="113029" y="3809"/>
                  </a:lnTo>
                  <a:close/>
                </a:path>
                <a:path w="199389" h="7619">
                  <a:moveTo>
                    <a:pt x="199389" y="0"/>
                  </a:moveTo>
                  <a:lnTo>
                    <a:pt x="113029" y="0"/>
                  </a:lnTo>
                  <a:lnTo>
                    <a:pt x="113029" y="3809"/>
                  </a:lnTo>
                  <a:lnTo>
                    <a:pt x="199389" y="3809"/>
                  </a:lnTo>
                  <a:lnTo>
                    <a:pt x="199389" y="0"/>
                  </a:lnTo>
                  <a:close/>
                </a:path>
                <a:path w="199389" h="7619">
                  <a:moveTo>
                    <a:pt x="85089" y="5079"/>
                  </a:moveTo>
                  <a:lnTo>
                    <a:pt x="1269" y="5079"/>
                  </a:lnTo>
                  <a:lnTo>
                    <a:pt x="1269" y="6349"/>
                  </a:lnTo>
                  <a:lnTo>
                    <a:pt x="85089" y="6349"/>
                  </a:lnTo>
                  <a:lnTo>
                    <a:pt x="85089" y="5079"/>
                  </a:lnTo>
                  <a:close/>
                </a:path>
                <a:path w="199389" h="7619">
                  <a:moveTo>
                    <a:pt x="83820" y="0"/>
                  </a:moveTo>
                  <a:lnTo>
                    <a:pt x="0" y="0"/>
                  </a:lnTo>
                  <a:lnTo>
                    <a:pt x="0" y="3809"/>
                  </a:lnTo>
                  <a:lnTo>
                    <a:pt x="85089" y="3809"/>
                  </a:lnTo>
                  <a:lnTo>
                    <a:pt x="85089" y="1269"/>
                  </a:lnTo>
                  <a:lnTo>
                    <a:pt x="83820" y="1269"/>
                  </a:lnTo>
                  <a:lnTo>
                    <a:pt x="83820" y="0"/>
                  </a:lnTo>
                  <a:close/>
                </a:path>
              </a:pathLst>
            </a:custGeom>
            <a:solidFill>
              <a:srgbClr val="4C4B00"/>
            </a:solidFill>
          </p:spPr>
          <p:txBody>
            <a:bodyPr wrap="square" lIns="0" tIns="0" rIns="0" bIns="0" rtlCol="0"/>
            <a:lstStyle/>
            <a:p/>
          </p:txBody>
        </p:sp>
        <p:sp>
          <p:nvSpPr>
            <p:cNvPr id="1506" name="object 1506"/>
            <p:cNvSpPr/>
            <p:nvPr/>
          </p:nvSpPr>
          <p:spPr>
            <a:xfrm>
              <a:off x="4434840" y="1713229"/>
              <a:ext cx="196850" cy="8890"/>
            </a:xfrm>
            <a:custGeom>
              <a:avLst/>
              <a:gdLst/>
              <a:ahLst/>
              <a:cxnLst/>
              <a:rect l="l" t="t" r="r" b="b"/>
              <a:pathLst>
                <a:path w="196850" h="8889">
                  <a:moveTo>
                    <a:pt x="85090" y="0"/>
                  </a:moveTo>
                  <a:lnTo>
                    <a:pt x="0" y="0"/>
                  </a:lnTo>
                  <a:lnTo>
                    <a:pt x="0" y="2540"/>
                  </a:lnTo>
                  <a:lnTo>
                    <a:pt x="85090" y="2540"/>
                  </a:lnTo>
                  <a:lnTo>
                    <a:pt x="85090" y="0"/>
                  </a:lnTo>
                  <a:close/>
                </a:path>
                <a:path w="196850" h="8889">
                  <a:moveTo>
                    <a:pt x="86360" y="3810"/>
                  </a:moveTo>
                  <a:lnTo>
                    <a:pt x="0" y="3810"/>
                  </a:lnTo>
                  <a:lnTo>
                    <a:pt x="0" y="5080"/>
                  </a:lnTo>
                  <a:lnTo>
                    <a:pt x="86360" y="5080"/>
                  </a:lnTo>
                  <a:lnTo>
                    <a:pt x="86360" y="3810"/>
                  </a:lnTo>
                  <a:close/>
                </a:path>
                <a:path w="196850" h="8889">
                  <a:moveTo>
                    <a:pt x="88900" y="6350"/>
                  </a:moveTo>
                  <a:lnTo>
                    <a:pt x="0" y="6350"/>
                  </a:lnTo>
                  <a:lnTo>
                    <a:pt x="0" y="8890"/>
                  </a:lnTo>
                  <a:lnTo>
                    <a:pt x="88900" y="8890"/>
                  </a:lnTo>
                  <a:lnTo>
                    <a:pt x="88900" y="6350"/>
                  </a:lnTo>
                  <a:close/>
                </a:path>
                <a:path w="196850" h="8889">
                  <a:moveTo>
                    <a:pt x="196850" y="6350"/>
                  </a:moveTo>
                  <a:lnTo>
                    <a:pt x="107950" y="6350"/>
                  </a:lnTo>
                  <a:lnTo>
                    <a:pt x="107950" y="5080"/>
                  </a:lnTo>
                  <a:lnTo>
                    <a:pt x="106680" y="5080"/>
                  </a:lnTo>
                  <a:lnTo>
                    <a:pt x="106680" y="6350"/>
                  </a:lnTo>
                  <a:lnTo>
                    <a:pt x="106680" y="8890"/>
                  </a:lnTo>
                  <a:lnTo>
                    <a:pt x="196850" y="8890"/>
                  </a:lnTo>
                  <a:lnTo>
                    <a:pt x="196850" y="6350"/>
                  </a:lnTo>
                  <a:close/>
                </a:path>
                <a:path w="196850" h="8889">
                  <a:moveTo>
                    <a:pt x="196850" y="3810"/>
                  </a:moveTo>
                  <a:lnTo>
                    <a:pt x="109220" y="3810"/>
                  </a:lnTo>
                  <a:lnTo>
                    <a:pt x="109220" y="2540"/>
                  </a:lnTo>
                  <a:lnTo>
                    <a:pt x="107950" y="2540"/>
                  </a:lnTo>
                  <a:lnTo>
                    <a:pt x="107950" y="3810"/>
                  </a:lnTo>
                  <a:lnTo>
                    <a:pt x="107950" y="5080"/>
                  </a:lnTo>
                  <a:lnTo>
                    <a:pt x="196850" y="5080"/>
                  </a:lnTo>
                  <a:lnTo>
                    <a:pt x="196850" y="3810"/>
                  </a:lnTo>
                  <a:close/>
                </a:path>
                <a:path w="196850" h="8889">
                  <a:moveTo>
                    <a:pt x="196850" y="0"/>
                  </a:moveTo>
                  <a:lnTo>
                    <a:pt x="109220" y="0"/>
                  </a:lnTo>
                  <a:lnTo>
                    <a:pt x="109220" y="2540"/>
                  </a:lnTo>
                  <a:lnTo>
                    <a:pt x="196850" y="2540"/>
                  </a:lnTo>
                  <a:lnTo>
                    <a:pt x="196850" y="0"/>
                  </a:lnTo>
                  <a:close/>
                </a:path>
              </a:pathLst>
            </a:custGeom>
            <a:solidFill>
              <a:srgbClr val="4D4A00"/>
            </a:solidFill>
          </p:spPr>
          <p:txBody>
            <a:bodyPr wrap="square" lIns="0" tIns="0" rIns="0" bIns="0" rtlCol="0"/>
            <a:lstStyle/>
            <a:p/>
          </p:txBody>
        </p:sp>
        <p:sp>
          <p:nvSpPr>
            <p:cNvPr id="1507" name="object 1507"/>
            <p:cNvSpPr/>
            <p:nvPr/>
          </p:nvSpPr>
          <p:spPr>
            <a:xfrm>
              <a:off x="4434840" y="1722119"/>
              <a:ext cx="196850" cy="8890"/>
            </a:xfrm>
            <a:custGeom>
              <a:avLst/>
              <a:gdLst/>
              <a:ahLst/>
              <a:cxnLst/>
              <a:rect l="l" t="t" r="r" b="b"/>
              <a:pathLst>
                <a:path w="196850" h="8889">
                  <a:moveTo>
                    <a:pt x="90170" y="0"/>
                  </a:moveTo>
                  <a:lnTo>
                    <a:pt x="88900" y="0"/>
                  </a:lnTo>
                  <a:lnTo>
                    <a:pt x="88900" y="1270"/>
                  </a:lnTo>
                  <a:lnTo>
                    <a:pt x="0" y="1270"/>
                  </a:lnTo>
                  <a:lnTo>
                    <a:pt x="0" y="2540"/>
                  </a:lnTo>
                  <a:lnTo>
                    <a:pt x="90170" y="2540"/>
                  </a:lnTo>
                  <a:lnTo>
                    <a:pt x="90170" y="1270"/>
                  </a:lnTo>
                  <a:lnTo>
                    <a:pt x="90170" y="0"/>
                  </a:lnTo>
                  <a:close/>
                </a:path>
                <a:path w="196850" h="8889">
                  <a:moveTo>
                    <a:pt x="96520" y="2540"/>
                  </a:moveTo>
                  <a:lnTo>
                    <a:pt x="91440" y="2540"/>
                  </a:lnTo>
                  <a:lnTo>
                    <a:pt x="91440" y="3810"/>
                  </a:lnTo>
                  <a:lnTo>
                    <a:pt x="96520" y="3810"/>
                  </a:lnTo>
                  <a:lnTo>
                    <a:pt x="96520" y="2540"/>
                  </a:lnTo>
                  <a:close/>
                </a:path>
                <a:path w="196850" h="8889">
                  <a:moveTo>
                    <a:pt x="101600" y="2540"/>
                  </a:moveTo>
                  <a:lnTo>
                    <a:pt x="99060" y="2540"/>
                  </a:lnTo>
                  <a:lnTo>
                    <a:pt x="99060" y="3810"/>
                  </a:lnTo>
                  <a:lnTo>
                    <a:pt x="101600" y="3810"/>
                  </a:lnTo>
                  <a:lnTo>
                    <a:pt x="101600" y="2540"/>
                  </a:lnTo>
                  <a:close/>
                </a:path>
                <a:path w="196850" h="8889">
                  <a:moveTo>
                    <a:pt x="195567" y="3822"/>
                  </a:moveTo>
                  <a:lnTo>
                    <a:pt x="0" y="3822"/>
                  </a:lnTo>
                  <a:lnTo>
                    <a:pt x="0" y="8890"/>
                  </a:lnTo>
                  <a:lnTo>
                    <a:pt x="195567" y="8890"/>
                  </a:lnTo>
                  <a:lnTo>
                    <a:pt x="195567" y="3822"/>
                  </a:lnTo>
                  <a:close/>
                </a:path>
                <a:path w="196850" h="8889">
                  <a:moveTo>
                    <a:pt x="196850" y="1270"/>
                  </a:moveTo>
                  <a:lnTo>
                    <a:pt x="104140" y="1270"/>
                  </a:lnTo>
                  <a:lnTo>
                    <a:pt x="104140" y="0"/>
                  </a:lnTo>
                  <a:lnTo>
                    <a:pt x="102870" y="0"/>
                  </a:lnTo>
                  <a:lnTo>
                    <a:pt x="102870" y="1270"/>
                  </a:lnTo>
                  <a:lnTo>
                    <a:pt x="102870" y="2540"/>
                  </a:lnTo>
                  <a:lnTo>
                    <a:pt x="195580" y="2540"/>
                  </a:lnTo>
                  <a:lnTo>
                    <a:pt x="195580" y="3810"/>
                  </a:lnTo>
                  <a:lnTo>
                    <a:pt x="196850" y="3810"/>
                  </a:lnTo>
                  <a:lnTo>
                    <a:pt x="196850" y="2540"/>
                  </a:lnTo>
                  <a:lnTo>
                    <a:pt x="196850" y="1270"/>
                  </a:lnTo>
                  <a:close/>
                </a:path>
              </a:pathLst>
            </a:custGeom>
            <a:solidFill>
              <a:srgbClr val="4E4900"/>
            </a:solidFill>
          </p:spPr>
          <p:txBody>
            <a:bodyPr wrap="square" lIns="0" tIns="0" rIns="0" bIns="0" rtlCol="0"/>
            <a:lstStyle/>
            <a:p/>
          </p:txBody>
        </p:sp>
        <p:sp>
          <p:nvSpPr>
            <p:cNvPr id="1508" name="object 1508"/>
            <p:cNvSpPr/>
            <p:nvPr/>
          </p:nvSpPr>
          <p:spPr>
            <a:xfrm>
              <a:off x="4434840" y="1731009"/>
              <a:ext cx="195580" cy="7620"/>
            </a:xfrm>
            <a:custGeom>
              <a:avLst/>
              <a:gdLst/>
              <a:ahLst/>
              <a:cxnLst/>
              <a:rect l="l" t="t" r="r" b="b"/>
              <a:pathLst>
                <a:path w="195579" h="7619">
                  <a:moveTo>
                    <a:pt x="195567" y="0"/>
                  </a:moveTo>
                  <a:lnTo>
                    <a:pt x="0" y="0"/>
                  </a:lnTo>
                  <a:lnTo>
                    <a:pt x="0" y="6350"/>
                  </a:lnTo>
                  <a:lnTo>
                    <a:pt x="0" y="7620"/>
                  </a:lnTo>
                  <a:lnTo>
                    <a:pt x="194310" y="7620"/>
                  </a:lnTo>
                  <a:lnTo>
                    <a:pt x="194310" y="6350"/>
                  </a:lnTo>
                  <a:lnTo>
                    <a:pt x="195567" y="6350"/>
                  </a:lnTo>
                  <a:lnTo>
                    <a:pt x="195567" y="0"/>
                  </a:lnTo>
                  <a:close/>
                </a:path>
              </a:pathLst>
            </a:custGeom>
            <a:solidFill>
              <a:srgbClr val="4F4800"/>
            </a:solidFill>
          </p:spPr>
          <p:txBody>
            <a:bodyPr wrap="square" lIns="0" tIns="0" rIns="0" bIns="0" rtlCol="0"/>
            <a:lstStyle/>
            <a:p/>
          </p:txBody>
        </p:sp>
        <p:sp>
          <p:nvSpPr>
            <p:cNvPr id="1509" name="object 1509"/>
            <p:cNvSpPr/>
            <p:nvPr/>
          </p:nvSpPr>
          <p:spPr>
            <a:xfrm>
              <a:off x="4434840" y="1738629"/>
              <a:ext cx="194310" cy="8890"/>
            </a:xfrm>
            <a:custGeom>
              <a:avLst/>
              <a:gdLst/>
              <a:ahLst/>
              <a:cxnLst/>
              <a:rect l="l" t="t" r="r" b="b"/>
              <a:pathLst>
                <a:path w="194310" h="8889">
                  <a:moveTo>
                    <a:pt x="194310" y="0"/>
                  </a:moveTo>
                  <a:lnTo>
                    <a:pt x="0" y="0"/>
                  </a:lnTo>
                  <a:lnTo>
                    <a:pt x="0" y="7620"/>
                  </a:lnTo>
                  <a:lnTo>
                    <a:pt x="1270" y="7620"/>
                  </a:lnTo>
                  <a:lnTo>
                    <a:pt x="1270" y="8890"/>
                  </a:lnTo>
                  <a:lnTo>
                    <a:pt x="194310" y="8890"/>
                  </a:lnTo>
                  <a:lnTo>
                    <a:pt x="194310" y="7620"/>
                  </a:lnTo>
                  <a:lnTo>
                    <a:pt x="194310" y="0"/>
                  </a:lnTo>
                  <a:close/>
                </a:path>
              </a:pathLst>
            </a:custGeom>
            <a:solidFill>
              <a:srgbClr val="504700"/>
            </a:solidFill>
          </p:spPr>
          <p:txBody>
            <a:bodyPr wrap="square" lIns="0" tIns="0" rIns="0" bIns="0" rtlCol="0"/>
            <a:lstStyle/>
            <a:p/>
          </p:txBody>
        </p:sp>
        <p:sp>
          <p:nvSpPr>
            <p:cNvPr id="1510" name="object 1510"/>
            <p:cNvSpPr/>
            <p:nvPr/>
          </p:nvSpPr>
          <p:spPr>
            <a:xfrm>
              <a:off x="4436110" y="1747519"/>
              <a:ext cx="193040" cy="7620"/>
            </a:xfrm>
            <a:custGeom>
              <a:avLst/>
              <a:gdLst/>
              <a:ahLst/>
              <a:cxnLst/>
              <a:rect l="l" t="t" r="r" b="b"/>
              <a:pathLst>
                <a:path w="193039" h="7619">
                  <a:moveTo>
                    <a:pt x="193040" y="0"/>
                  </a:moveTo>
                  <a:lnTo>
                    <a:pt x="0" y="0"/>
                  </a:lnTo>
                  <a:lnTo>
                    <a:pt x="0" y="2540"/>
                  </a:lnTo>
                  <a:lnTo>
                    <a:pt x="0" y="7620"/>
                  </a:lnTo>
                  <a:lnTo>
                    <a:pt x="191770" y="7620"/>
                  </a:lnTo>
                  <a:lnTo>
                    <a:pt x="191770" y="2540"/>
                  </a:lnTo>
                  <a:lnTo>
                    <a:pt x="193040" y="2540"/>
                  </a:lnTo>
                  <a:lnTo>
                    <a:pt x="193040" y="0"/>
                  </a:lnTo>
                  <a:close/>
                </a:path>
              </a:pathLst>
            </a:custGeom>
            <a:solidFill>
              <a:srgbClr val="514600"/>
            </a:solidFill>
          </p:spPr>
          <p:txBody>
            <a:bodyPr wrap="square" lIns="0" tIns="0" rIns="0" bIns="0" rtlCol="0"/>
            <a:lstStyle/>
            <a:p/>
          </p:txBody>
        </p:sp>
        <p:sp>
          <p:nvSpPr>
            <p:cNvPr id="1511" name="object 1511"/>
            <p:cNvSpPr/>
            <p:nvPr/>
          </p:nvSpPr>
          <p:spPr>
            <a:xfrm>
              <a:off x="4436110" y="1755139"/>
              <a:ext cx="191770" cy="8890"/>
            </a:xfrm>
            <a:custGeom>
              <a:avLst/>
              <a:gdLst/>
              <a:ahLst/>
              <a:cxnLst/>
              <a:rect l="l" t="t" r="r" b="b"/>
              <a:pathLst>
                <a:path w="191770" h="8889">
                  <a:moveTo>
                    <a:pt x="191770" y="0"/>
                  </a:moveTo>
                  <a:lnTo>
                    <a:pt x="0" y="0"/>
                  </a:lnTo>
                  <a:lnTo>
                    <a:pt x="0" y="1270"/>
                  </a:lnTo>
                  <a:lnTo>
                    <a:pt x="1270" y="1270"/>
                  </a:lnTo>
                  <a:lnTo>
                    <a:pt x="1270" y="5080"/>
                  </a:lnTo>
                  <a:lnTo>
                    <a:pt x="1270" y="8890"/>
                  </a:lnTo>
                  <a:lnTo>
                    <a:pt x="190487" y="8890"/>
                  </a:lnTo>
                  <a:lnTo>
                    <a:pt x="190487" y="5080"/>
                  </a:lnTo>
                  <a:lnTo>
                    <a:pt x="191770" y="5080"/>
                  </a:lnTo>
                  <a:lnTo>
                    <a:pt x="191770" y="1270"/>
                  </a:lnTo>
                  <a:lnTo>
                    <a:pt x="191770" y="0"/>
                  </a:lnTo>
                  <a:close/>
                </a:path>
              </a:pathLst>
            </a:custGeom>
            <a:solidFill>
              <a:srgbClr val="524500"/>
            </a:solidFill>
          </p:spPr>
          <p:txBody>
            <a:bodyPr wrap="square" lIns="0" tIns="0" rIns="0" bIns="0" rtlCol="0"/>
            <a:lstStyle/>
            <a:p/>
          </p:txBody>
        </p:sp>
        <p:sp>
          <p:nvSpPr>
            <p:cNvPr id="1512" name="object 1512"/>
            <p:cNvSpPr/>
            <p:nvPr/>
          </p:nvSpPr>
          <p:spPr>
            <a:xfrm>
              <a:off x="4437380" y="1764029"/>
              <a:ext cx="189230" cy="7620"/>
            </a:xfrm>
            <a:custGeom>
              <a:avLst/>
              <a:gdLst/>
              <a:ahLst/>
              <a:cxnLst/>
              <a:rect l="l" t="t" r="r" b="b"/>
              <a:pathLst>
                <a:path w="189229" h="7619">
                  <a:moveTo>
                    <a:pt x="189217" y="0"/>
                  </a:moveTo>
                  <a:lnTo>
                    <a:pt x="0" y="0"/>
                  </a:lnTo>
                  <a:lnTo>
                    <a:pt x="0" y="3810"/>
                  </a:lnTo>
                  <a:lnTo>
                    <a:pt x="1270" y="3810"/>
                  </a:lnTo>
                  <a:lnTo>
                    <a:pt x="1270" y="7620"/>
                  </a:lnTo>
                  <a:lnTo>
                    <a:pt x="187960" y="7620"/>
                  </a:lnTo>
                  <a:lnTo>
                    <a:pt x="187960" y="3810"/>
                  </a:lnTo>
                  <a:lnTo>
                    <a:pt x="189217" y="3810"/>
                  </a:lnTo>
                  <a:lnTo>
                    <a:pt x="189217" y="0"/>
                  </a:lnTo>
                  <a:close/>
                </a:path>
              </a:pathLst>
            </a:custGeom>
            <a:solidFill>
              <a:srgbClr val="534400"/>
            </a:solidFill>
          </p:spPr>
          <p:txBody>
            <a:bodyPr wrap="square" lIns="0" tIns="0" rIns="0" bIns="0" rtlCol="0"/>
            <a:lstStyle/>
            <a:p/>
          </p:txBody>
        </p:sp>
        <p:sp>
          <p:nvSpPr>
            <p:cNvPr id="1513" name="object 1513"/>
            <p:cNvSpPr/>
            <p:nvPr/>
          </p:nvSpPr>
          <p:spPr>
            <a:xfrm>
              <a:off x="4438650" y="1771649"/>
              <a:ext cx="186690" cy="8890"/>
            </a:xfrm>
            <a:custGeom>
              <a:avLst/>
              <a:gdLst/>
              <a:ahLst/>
              <a:cxnLst/>
              <a:rect l="l" t="t" r="r" b="b"/>
              <a:pathLst>
                <a:path w="186689" h="8889">
                  <a:moveTo>
                    <a:pt x="186690" y="0"/>
                  </a:moveTo>
                  <a:lnTo>
                    <a:pt x="0" y="0"/>
                  </a:lnTo>
                  <a:lnTo>
                    <a:pt x="0" y="2540"/>
                  </a:lnTo>
                  <a:lnTo>
                    <a:pt x="0" y="5080"/>
                  </a:lnTo>
                  <a:lnTo>
                    <a:pt x="1270" y="5080"/>
                  </a:lnTo>
                  <a:lnTo>
                    <a:pt x="1270" y="7620"/>
                  </a:lnTo>
                  <a:lnTo>
                    <a:pt x="1270" y="8890"/>
                  </a:lnTo>
                  <a:lnTo>
                    <a:pt x="184150" y="8890"/>
                  </a:lnTo>
                  <a:lnTo>
                    <a:pt x="184150" y="7620"/>
                  </a:lnTo>
                  <a:lnTo>
                    <a:pt x="185420" y="7620"/>
                  </a:lnTo>
                  <a:lnTo>
                    <a:pt x="185420" y="5080"/>
                  </a:lnTo>
                  <a:lnTo>
                    <a:pt x="185420" y="2540"/>
                  </a:lnTo>
                  <a:lnTo>
                    <a:pt x="186690" y="2540"/>
                  </a:lnTo>
                  <a:lnTo>
                    <a:pt x="186690" y="0"/>
                  </a:lnTo>
                  <a:close/>
                </a:path>
              </a:pathLst>
            </a:custGeom>
            <a:solidFill>
              <a:srgbClr val="544300"/>
            </a:solidFill>
          </p:spPr>
          <p:txBody>
            <a:bodyPr wrap="square" lIns="0" tIns="0" rIns="0" bIns="0" rtlCol="0"/>
            <a:lstStyle/>
            <a:p/>
          </p:txBody>
        </p:sp>
        <p:sp>
          <p:nvSpPr>
            <p:cNvPr id="1514" name="object 1514"/>
            <p:cNvSpPr/>
            <p:nvPr/>
          </p:nvSpPr>
          <p:spPr>
            <a:xfrm>
              <a:off x="4439920" y="1780539"/>
              <a:ext cx="182880" cy="8890"/>
            </a:xfrm>
            <a:custGeom>
              <a:avLst/>
              <a:gdLst/>
              <a:ahLst/>
              <a:cxnLst/>
              <a:rect l="l" t="t" r="r" b="b"/>
              <a:pathLst>
                <a:path w="182879" h="8889">
                  <a:moveTo>
                    <a:pt x="182880" y="0"/>
                  </a:moveTo>
                  <a:lnTo>
                    <a:pt x="0" y="0"/>
                  </a:lnTo>
                  <a:lnTo>
                    <a:pt x="0" y="6350"/>
                  </a:lnTo>
                  <a:lnTo>
                    <a:pt x="1270" y="6350"/>
                  </a:lnTo>
                  <a:lnTo>
                    <a:pt x="1270" y="7620"/>
                  </a:lnTo>
                  <a:lnTo>
                    <a:pt x="1270" y="8890"/>
                  </a:lnTo>
                  <a:lnTo>
                    <a:pt x="181610" y="8890"/>
                  </a:lnTo>
                  <a:lnTo>
                    <a:pt x="181610" y="7620"/>
                  </a:lnTo>
                  <a:lnTo>
                    <a:pt x="182880" y="7620"/>
                  </a:lnTo>
                  <a:lnTo>
                    <a:pt x="182880" y="6350"/>
                  </a:lnTo>
                  <a:lnTo>
                    <a:pt x="182880" y="0"/>
                  </a:lnTo>
                  <a:close/>
                </a:path>
              </a:pathLst>
            </a:custGeom>
            <a:solidFill>
              <a:srgbClr val="554200"/>
            </a:solidFill>
          </p:spPr>
          <p:txBody>
            <a:bodyPr wrap="square" lIns="0" tIns="0" rIns="0" bIns="0" rtlCol="0"/>
            <a:lstStyle/>
            <a:p/>
          </p:txBody>
        </p:sp>
        <p:sp>
          <p:nvSpPr>
            <p:cNvPr id="1515" name="object 1515"/>
            <p:cNvSpPr/>
            <p:nvPr/>
          </p:nvSpPr>
          <p:spPr>
            <a:xfrm>
              <a:off x="4441190" y="1789429"/>
              <a:ext cx="180340" cy="7620"/>
            </a:xfrm>
            <a:custGeom>
              <a:avLst/>
              <a:gdLst/>
              <a:ahLst/>
              <a:cxnLst/>
              <a:rect l="l" t="t" r="r" b="b"/>
              <a:pathLst>
                <a:path w="180339" h="7619">
                  <a:moveTo>
                    <a:pt x="180340" y="0"/>
                  </a:moveTo>
                  <a:lnTo>
                    <a:pt x="0" y="0"/>
                  </a:lnTo>
                  <a:lnTo>
                    <a:pt x="0" y="6350"/>
                  </a:lnTo>
                  <a:lnTo>
                    <a:pt x="1270" y="6350"/>
                  </a:lnTo>
                  <a:lnTo>
                    <a:pt x="1270" y="7620"/>
                  </a:lnTo>
                  <a:lnTo>
                    <a:pt x="180340" y="7620"/>
                  </a:lnTo>
                  <a:lnTo>
                    <a:pt x="180340" y="6350"/>
                  </a:lnTo>
                  <a:lnTo>
                    <a:pt x="180340" y="0"/>
                  </a:lnTo>
                  <a:close/>
                </a:path>
              </a:pathLst>
            </a:custGeom>
            <a:solidFill>
              <a:srgbClr val="564100"/>
            </a:solidFill>
          </p:spPr>
          <p:txBody>
            <a:bodyPr wrap="square" lIns="0" tIns="0" rIns="0" bIns="0" rtlCol="0"/>
            <a:lstStyle/>
            <a:p/>
          </p:txBody>
        </p:sp>
        <p:sp>
          <p:nvSpPr>
            <p:cNvPr id="1516" name="object 1516"/>
            <p:cNvSpPr/>
            <p:nvPr/>
          </p:nvSpPr>
          <p:spPr>
            <a:xfrm>
              <a:off x="4442460" y="1797049"/>
              <a:ext cx="177800" cy="8890"/>
            </a:xfrm>
            <a:custGeom>
              <a:avLst/>
              <a:gdLst/>
              <a:ahLst/>
              <a:cxnLst/>
              <a:rect l="l" t="t" r="r" b="b"/>
              <a:pathLst>
                <a:path w="177800" h="8889">
                  <a:moveTo>
                    <a:pt x="177800" y="0"/>
                  </a:moveTo>
                  <a:lnTo>
                    <a:pt x="0" y="0"/>
                  </a:lnTo>
                  <a:lnTo>
                    <a:pt x="0" y="5080"/>
                  </a:lnTo>
                  <a:lnTo>
                    <a:pt x="0" y="6350"/>
                  </a:lnTo>
                  <a:lnTo>
                    <a:pt x="1270" y="6350"/>
                  </a:lnTo>
                  <a:lnTo>
                    <a:pt x="1270" y="8890"/>
                  </a:lnTo>
                  <a:lnTo>
                    <a:pt x="176530" y="8890"/>
                  </a:lnTo>
                  <a:lnTo>
                    <a:pt x="176530" y="6350"/>
                  </a:lnTo>
                  <a:lnTo>
                    <a:pt x="176530" y="5080"/>
                  </a:lnTo>
                  <a:lnTo>
                    <a:pt x="177800" y="5080"/>
                  </a:lnTo>
                  <a:lnTo>
                    <a:pt x="177800" y="0"/>
                  </a:lnTo>
                  <a:close/>
                </a:path>
              </a:pathLst>
            </a:custGeom>
            <a:solidFill>
              <a:srgbClr val="574000"/>
            </a:solidFill>
          </p:spPr>
          <p:txBody>
            <a:bodyPr wrap="square" lIns="0" tIns="0" rIns="0" bIns="0" rtlCol="0"/>
            <a:lstStyle/>
            <a:p/>
          </p:txBody>
        </p:sp>
        <p:sp>
          <p:nvSpPr>
            <p:cNvPr id="1517" name="object 1517"/>
            <p:cNvSpPr/>
            <p:nvPr/>
          </p:nvSpPr>
          <p:spPr>
            <a:xfrm>
              <a:off x="4443730" y="1805939"/>
              <a:ext cx="175260" cy="7620"/>
            </a:xfrm>
            <a:custGeom>
              <a:avLst/>
              <a:gdLst/>
              <a:ahLst/>
              <a:cxnLst/>
              <a:rect l="l" t="t" r="r" b="b"/>
              <a:pathLst>
                <a:path w="175260" h="7619">
                  <a:moveTo>
                    <a:pt x="175260" y="0"/>
                  </a:moveTo>
                  <a:lnTo>
                    <a:pt x="0" y="0"/>
                  </a:lnTo>
                  <a:lnTo>
                    <a:pt x="0" y="1270"/>
                  </a:lnTo>
                  <a:lnTo>
                    <a:pt x="0" y="3810"/>
                  </a:lnTo>
                  <a:lnTo>
                    <a:pt x="1270" y="3810"/>
                  </a:lnTo>
                  <a:lnTo>
                    <a:pt x="1270" y="6350"/>
                  </a:lnTo>
                  <a:lnTo>
                    <a:pt x="1270" y="7620"/>
                  </a:lnTo>
                  <a:lnTo>
                    <a:pt x="172720" y="7620"/>
                  </a:lnTo>
                  <a:lnTo>
                    <a:pt x="172720" y="6350"/>
                  </a:lnTo>
                  <a:lnTo>
                    <a:pt x="173990" y="6350"/>
                  </a:lnTo>
                  <a:lnTo>
                    <a:pt x="173990" y="3810"/>
                  </a:lnTo>
                  <a:lnTo>
                    <a:pt x="173977" y="1270"/>
                  </a:lnTo>
                  <a:lnTo>
                    <a:pt x="175260" y="1270"/>
                  </a:lnTo>
                  <a:lnTo>
                    <a:pt x="175260" y="0"/>
                  </a:lnTo>
                  <a:close/>
                </a:path>
              </a:pathLst>
            </a:custGeom>
            <a:solidFill>
              <a:srgbClr val="583F00"/>
            </a:solidFill>
          </p:spPr>
          <p:txBody>
            <a:bodyPr wrap="square" lIns="0" tIns="0" rIns="0" bIns="0" rtlCol="0"/>
            <a:lstStyle/>
            <a:p/>
          </p:txBody>
        </p:sp>
        <p:sp>
          <p:nvSpPr>
            <p:cNvPr id="1518" name="object 1518"/>
            <p:cNvSpPr/>
            <p:nvPr/>
          </p:nvSpPr>
          <p:spPr>
            <a:xfrm>
              <a:off x="4445000" y="1813559"/>
              <a:ext cx="171450" cy="8890"/>
            </a:xfrm>
            <a:custGeom>
              <a:avLst/>
              <a:gdLst/>
              <a:ahLst/>
              <a:cxnLst/>
              <a:rect l="l" t="t" r="r" b="b"/>
              <a:pathLst>
                <a:path w="171450" h="8889">
                  <a:moveTo>
                    <a:pt x="171450" y="0"/>
                  </a:moveTo>
                  <a:lnTo>
                    <a:pt x="0" y="0"/>
                  </a:lnTo>
                  <a:lnTo>
                    <a:pt x="0" y="1270"/>
                  </a:lnTo>
                  <a:lnTo>
                    <a:pt x="1270" y="1270"/>
                  </a:lnTo>
                  <a:lnTo>
                    <a:pt x="1270" y="3810"/>
                  </a:lnTo>
                  <a:lnTo>
                    <a:pt x="1270" y="7620"/>
                  </a:lnTo>
                  <a:lnTo>
                    <a:pt x="2540" y="7620"/>
                  </a:lnTo>
                  <a:lnTo>
                    <a:pt x="2540" y="8890"/>
                  </a:lnTo>
                  <a:lnTo>
                    <a:pt x="170180" y="8890"/>
                  </a:lnTo>
                  <a:lnTo>
                    <a:pt x="170180" y="7620"/>
                  </a:lnTo>
                  <a:lnTo>
                    <a:pt x="170180" y="3810"/>
                  </a:lnTo>
                  <a:lnTo>
                    <a:pt x="171450" y="3810"/>
                  </a:lnTo>
                  <a:lnTo>
                    <a:pt x="171450" y="1270"/>
                  </a:lnTo>
                  <a:lnTo>
                    <a:pt x="171450" y="0"/>
                  </a:lnTo>
                  <a:close/>
                </a:path>
              </a:pathLst>
            </a:custGeom>
            <a:solidFill>
              <a:srgbClr val="593E00"/>
            </a:solidFill>
          </p:spPr>
          <p:txBody>
            <a:bodyPr wrap="square" lIns="0" tIns="0" rIns="0" bIns="0" rtlCol="0"/>
            <a:lstStyle/>
            <a:p/>
          </p:txBody>
        </p:sp>
        <p:sp>
          <p:nvSpPr>
            <p:cNvPr id="1519" name="object 1519"/>
            <p:cNvSpPr/>
            <p:nvPr/>
          </p:nvSpPr>
          <p:spPr>
            <a:xfrm>
              <a:off x="4447540" y="1822449"/>
              <a:ext cx="166370" cy="7620"/>
            </a:xfrm>
            <a:custGeom>
              <a:avLst/>
              <a:gdLst/>
              <a:ahLst/>
              <a:cxnLst/>
              <a:rect l="l" t="t" r="r" b="b"/>
              <a:pathLst>
                <a:path w="166370" h="7619">
                  <a:moveTo>
                    <a:pt x="166370" y="0"/>
                  </a:moveTo>
                  <a:lnTo>
                    <a:pt x="0" y="0"/>
                  </a:lnTo>
                  <a:lnTo>
                    <a:pt x="0" y="3810"/>
                  </a:lnTo>
                  <a:lnTo>
                    <a:pt x="0" y="5080"/>
                  </a:lnTo>
                  <a:lnTo>
                    <a:pt x="1270" y="5080"/>
                  </a:lnTo>
                  <a:lnTo>
                    <a:pt x="1270" y="6350"/>
                  </a:lnTo>
                  <a:lnTo>
                    <a:pt x="1270" y="7620"/>
                  </a:lnTo>
                  <a:lnTo>
                    <a:pt x="163830" y="7620"/>
                  </a:lnTo>
                  <a:lnTo>
                    <a:pt x="163830" y="6350"/>
                  </a:lnTo>
                  <a:lnTo>
                    <a:pt x="165100" y="6350"/>
                  </a:lnTo>
                  <a:lnTo>
                    <a:pt x="165100" y="5080"/>
                  </a:lnTo>
                  <a:lnTo>
                    <a:pt x="165100" y="3810"/>
                  </a:lnTo>
                  <a:lnTo>
                    <a:pt x="166370" y="3810"/>
                  </a:lnTo>
                  <a:lnTo>
                    <a:pt x="166370" y="0"/>
                  </a:lnTo>
                  <a:close/>
                </a:path>
              </a:pathLst>
            </a:custGeom>
            <a:solidFill>
              <a:srgbClr val="5A3D00"/>
            </a:solidFill>
          </p:spPr>
          <p:txBody>
            <a:bodyPr wrap="square" lIns="0" tIns="0" rIns="0" bIns="0" rtlCol="0"/>
            <a:lstStyle/>
            <a:p/>
          </p:txBody>
        </p:sp>
        <p:sp>
          <p:nvSpPr>
            <p:cNvPr id="1520" name="object 1520"/>
            <p:cNvSpPr/>
            <p:nvPr/>
          </p:nvSpPr>
          <p:spPr>
            <a:xfrm>
              <a:off x="4448810" y="1830069"/>
              <a:ext cx="162560" cy="8890"/>
            </a:xfrm>
            <a:custGeom>
              <a:avLst/>
              <a:gdLst/>
              <a:ahLst/>
              <a:cxnLst/>
              <a:rect l="l" t="t" r="r" b="b"/>
              <a:pathLst>
                <a:path w="162560" h="8889">
                  <a:moveTo>
                    <a:pt x="162560" y="0"/>
                  </a:moveTo>
                  <a:lnTo>
                    <a:pt x="0" y="0"/>
                  </a:lnTo>
                  <a:lnTo>
                    <a:pt x="0" y="1270"/>
                  </a:lnTo>
                  <a:lnTo>
                    <a:pt x="1270" y="1270"/>
                  </a:lnTo>
                  <a:lnTo>
                    <a:pt x="1270" y="2540"/>
                  </a:lnTo>
                  <a:lnTo>
                    <a:pt x="1270" y="5080"/>
                  </a:lnTo>
                  <a:lnTo>
                    <a:pt x="2540" y="5080"/>
                  </a:lnTo>
                  <a:lnTo>
                    <a:pt x="2540" y="6350"/>
                  </a:lnTo>
                  <a:lnTo>
                    <a:pt x="2540" y="8890"/>
                  </a:lnTo>
                  <a:lnTo>
                    <a:pt x="160020" y="8890"/>
                  </a:lnTo>
                  <a:lnTo>
                    <a:pt x="160020" y="6350"/>
                  </a:lnTo>
                  <a:lnTo>
                    <a:pt x="161290" y="6350"/>
                  </a:lnTo>
                  <a:lnTo>
                    <a:pt x="161290" y="5080"/>
                  </a:lnTo>
                  <a:lnTo>
                    <a:pt x="161290" y="2540"/>
                  </a:lnTo>
                  <a:lnTo>
                    <a:pt x="162547" y="2540"/>
                  </a:lnTo>
                  <a:lnTo>
                    <a:pt x="162547" y="1270"/>
                  </a:lnTo>
                  <a:lnTo>
                    <a:pt x="162560" y="0"/>
                  </a:lnTo>
                  <a:close/>
                </a:path>
              </a:pathLst>
            </a:custGeom>
            <a:solidFill>
              <a:srgbClr val="5B3C00"/>
            </a:solidFill>
          </p:spPr>
          <p:txBody>
            <a:bodyPr wrap="square" lIns="0" tIns="0" rIns="0" bIns="0" rtlCol="0"/>
            <a:lstStyle/>
            <a:p/>
          </p:txBody>
        </p:sp>
        <p:sp>
          <p:nvSpPr>
            <p:cNvPr id="1521" name="object 1521"/>
            <p:cNvSpPr/>
            <p:nvPr/>
          </p:nvSpPr>
          <p:spPr>
            <a:xfrm>
              <a:off x="4452620" y="1838959"/>
              <a:ext cx="156210" cy="7620"/>
            </a:xfrm>
            <a:custGeom>
              <a:avLst/>
              <a:gdLst/>
              <a:ahLst/>
              <a:cxnLst/>
              <a:rect l="l" t="t" r="r" b="b"/>
              <a:pathLst>
                <a:path w="156210" h="7619">
                  <a:moveTo>
                    <a:pt x="156210" y="0"/>
                  </a:moveTo>
                  <a:lnTo>
                    <a:pt x="0" y="0"/>
                  </a:lnTo>
                  <a:lnTo>
                    <a:pt x="0" y="1270"/>
                  </a:lnTo>
                  <a:lnTo>
                    <a:pt x="0" y="3810"/>
                  </a:lnTo>
                  <a:lnTo>
                    <a:pt x="1270" y="3810"/>
                  </a:lnTo>
                  <a:lnTo>
                    <a:pt x="1270" y="5080"/>
                  </a:lnTo>
                  <a:lnTo>
                    <a:pt x="1270" y="7620"/>
                  </a:lnTo>
                  <a:lnTo>
                    <a:pt x="153670" y="7620"/>
                  </a:lnTo>
                  <a:lnTo>
                    <a:pt x="153670" y="5080"/>
                  </a:lnTo>
                  <a:lnTo>
                    <a:pt x="154940" y="5080"/>
                  </a:lnTo>
                  <a:lnTo>
                    <a:pt x="154940" y="3810"/>
                  </a:lnTo>
                  <a:lnTo>
                    <a:pt x="154940" y="1270"/>
                  </a:lnTo>
                  <a:lnTo>
                    <a:pt x="156210" y="1270"/>
                  </a:lnTo>
                  <a:lnTo>
                    <a:pt x="156210" y="0"/>
                  </a:lnTo>
                  <a:close/>
                </a:path>
              </a:pathLst>
            </a:custGeom>
            <a:solidFill>
              <a:srgbClr val="5C3B00"/>
            </a:solidFill>
          </p:spPr>
          <p:txBody>
            <a:bodyPr wrap="square" lIns="0" tIns="0" rIns="0" bIns="0" rtlCol="0"/>
            <a:lstStyle/>
            <a:p/>
          </p:txBody>
        </p:sp>
        <p:sp>
          <p:nvSpPr>
            <p:cNvPr id="1522" name="object 1522"/>
            <p:cNvSpPr/>
            <p:nvPr/>
          </p:nvSpPr>
          <p:spPr>
            <a:xfrm>
              <a:off x="4455160" y="1846592"/>
              <a:ext cx="149860" cy="8890"/>
            </a:xfrm>
            <a:custGeom>
              <a:avLst/>
              <a:gdLst/>
              <a:ahLst/>
              <a:cxnLst/>
              <a:rect l="l" t="t" r="r" b="b"/>
              <a:pathLst>
                <a:path w="149860" h="8889">
                  <a:moveTo>
                    <a:pt x="149860" y="0"/>
                  </a:moveTo>
                  <a:lnTo>
                    <a:pt x="0" y="0"/>
                  </a:lnTo>
                  <a:lnTo>
                    <a:pt x="0" y="2527"/>
                  </a:lnTo>
                  <a:lnTo>
                    <a:pt x="1270" y="2527"/>
                  </a:lnTo>
                  <a:lnTo>
                    <a:pt x="1270" y="5067"/>
                  </a:lnTo>
                  <a:lnTo>
                    <a:pt x="2540" y="5067"/>
                  </a:lnTo>
                  <a:lnTo>
                    <a:pt x="2540" y="6337"/>
                  </a:lnTo>
                  <a:lnTo>
                    <a:pt x="2540" y="7607"/>
                  </a:lnTo>
                  <a:lnTo>
                    <a:pt x="3810" y="7607"/>
                  </a:lnTo>
                  <a:lnTo>
                    <a:pt x="3810" y="8877"/>
                  </a:lnTo>
                  <a:lnTo>
                    <a:pt x="147320" y="8877"/>
                  </a:lnTo>
                  <a:lnTo>
                    <a:pt x="147320" y="7607"/>
                  </a:lnTo>
                  <a:lnTo>
                    <a:pt x="147320" y="6337"/>
                  </a:lnTo>
                  <a:lnTo>
                    <a:pt x="148590" y="6337"/>
                  </a:lnTo>
                  <a:lnTo>
                    <a:pt x="148590" y="5067"/>
                  </a:lnTo>
                  <a:lnTo>
                    <a:pt x="148590" y="2527"/>
                  </a:lnTo>
                  <a:lnTo>
                    <a:pt x="149860" y="2527"/>
                  </a:lnTo>
                  <a:lnTo>
                    <a:pt x="149860" y="0"/>
                  </a:lnTo>
                  <a:close/>
                </a:path>
              </a:pathLst>
            </a:custGeom>
            <a:solidFill>
              <a:srgbClr val="5D3A00"/>
            </a:solidFill>
          </p:spPr>
          <p:txBody>
            <a:bodyPr wrap="square" lIns="0" tIns="0" rIns="0" bIns="0" rtlCol="0"/>
            <a:lstStyle/>
            <a:p/>
          </p:txBody>
        </p:sp>
        <p:sp>
          <p:nvSpPr>
            <p:cNvPr id="1523" name="object 1523"/>
            <p:cNvSpPr/>
            <p:nvPr/>
          </p:nvSpPr>
          <p:spPr>
            <a:xfrm>
              <a:off x="4458970" y="1855469"/>
              <a:ext cx="143510" cy="7620"/>
            </a:xfrm>
            <a:custGeom>
              <a:avLst/>
              <a:gdLst/>
              <a:ahLst/>
              <a:cxnLst/>
              <a:rect l="l" t="t" r="r" b="b"/>
              <a:pathLst>
                <a:path w="143510" h="7619">
                  <a:moveTo>
                    <a:pt x="140970" y="3822"/>
                  </a:moveTo>
                  <a:lnTo>
                    <a:pt x="2540" y="3822"/>
                  </a:lnTo>
                  <a:lnTo>
                    <a:pt x="2540" y="6350"/>
                  </a:lnTo>
                  <a:lnTo>
                    <a:pt x="3810" y="6350"/>
                  </a:lnTo>
                  <a:lnTo>
                    <a:pt x="3810" y="7620"/>
                  </a:lnTo>
                  <a:lnTo>
                    <a:pt x="139687" y="7620"/>
                  </a:lnTo>
                  <a:lnTo>
                    <a:pt x="139687" y="6350"/>
                  </a:lnTo>
                  <a:lnTo>
                    <a:pt x="140970" y="6350"/>
                  </a:lnTo>
                  <a:lnTo>
                    <a:pt x="140970" y="3822"/>
                  </a:lnTo>
                  <a:close/>
                </a:path>
                <a:path w="143510" h="7619">
                  <a:moveTo>
                    <a:pt x="143510" y="0"/>
                  </a:moveTo>
                  <a:lnTo>
                    <a:pt x="0" y="0"/>
                  </a:lnTo>
                  <a:lnTo>
                    <a:pt x="0" y="1270"/>
                  </a:lnTo>
                  <a:lnTo>
                    <a:pt x="1270" y="1270"/>
                  </a:lnTo>
                  <a:lnTo>
                    <a:pt x="1270" y="3810"/>
                  </a:lnTo>
                  <a:lnTo>
                    <a:pt x="142240" y="3810"/>
                  </a:lnTo>
                  <a:lnTo>
                    <a:pt x="142240" y="1270"/>
                  </a:lnTo>
                  <a:lnTo>
                    <a:pt x="143510" y="1270"/>
                  </a:lnTo>
                  <a:lnTo>
                    <a:pt x="143510" y="0"/>
                  </a:lnTo>
                  <a:close/>
                </a:path>
              </a:pathLst>
            </a:custGeom>
            <a:solidFill>
              <a:srgbClr val="5E3900"/>
            </a:solidFill>
          </p:spPr>
          <p:txBody>
            <a:bodyPr wrap="square" lIns="0" tIns="0" rIns="0" bIns="0" rtlCol="0"/>
            <a:lstStyle/>
            <a:p/>
          </p:txBody>
        </p:sp>
        <p:sp>
          <p:nvSpPr>
            <p:cNvPr id="1524" name="object 1524"/>
            <p:cNvSpPr/>
            <p:nvPr/>
          </p:nvSpPr>
          <p:spPr>
            <a:xfrm>
              <a:off x="4462780" y="1863089"/>
              <a:ext cx="135890" cy="8890"/>
            </a:xfrm>
            <a:custGeom>
              <a:avLst/>
              <a:gdLst/>
              <a:ahLst/>
              <a:cxnLst/>
              <a:rect l="l" t="t" r="r" b="b"/>
              <a:pathLst>
                <a:path w="135889" h="8889">
                  <a:moveTo>
                    <a:pt x="133350" y="2552"/>
                  </a:moveTo>
                  <a:lnTo>
                    <a:pt x="2540" y="2552"/>
                  </a:lnTo>
                  <a:lnTo>
                    <a:pt x="2540" y="5080"/>
                  </a:lnTo>
                  <a:lnTo>
                    <a:pt x="3810" y="5080"/>
                  </a:lnTo>
                  <a:lnTo>
                    <a:pt x="3810" y="7620"/>
                  </a:lnTo>
                  <a:lnTo>
                    <a:pt x="5080" y="7620"/>
                  </a:lnTo>
                  <a:lnTo>
                    <a:pt x="5080" y="8890"/>
                  </a:lnTo>
                  <a:lnTo>
                    <a:pt x="130810" y="8890"/>
                  </a:lnTo>
                  <a:lnTo>
                    <a:pt x="130810" y="7620"/>
                  </a:lnTo>
                  <a:lnTo>
                    <a:pt x="132080" y="7620"/>
                  </a:lnTo>
                  <a:lnTo>
                    <a:pt x="132080" y="5080"/>
                  </a:lnTo>
                  <a:lnTo>
                    <a:pt x="133350" y="5080"/>
                  </a:lnTo>
                  <a:lnTo>
                    <a:pt x="133350" y="2552"/>
                  </a:lnTo>
                  <a:close/>
                </a:path>
                <a:path w="135889" h="8889">
                  <a:moveTo>
                    <a:pt x="135877" y="0"/>
                  </a:moveTo>
                  <a:lnTo>
                    <a:pt x="0" y="0"/>
                  </a:lnTo>
                  <a:lnTo>
                    <a:pt x="0" y="1270"/>
                  </a:lnTo>
                  <a:lnTo>
                    <a:pt x="1270" y="1270"/>
                  </a:lnTo>
                  <a:lnTo>
                    <a:pt x="1270" y="2540"/>
                  </a:lnTo>
                  <a:lnTo>
                    <a:pt x="134620" y="2540"/>
                  </a:lnTo>
                  <a:lnTo>
                    <a:pt x="134620" y="1270"/>
                  </a:lnTo>
                  <a:lnTo>
                    <a:pt x="135877" y="1270"/>
                  </a:lnTo>
                  <a:lnTo>
                    <a:pt x="135877" y="0"/>
                  </a:lnTo>
                  <a:close/>
                </a:path>
              </a:pathLst>
            </a:custGeom>
            <a:solidFill>
              <a:srgbClr val="5F3800"/>
            </a:solidFill>
          </p:spPr>
          <p:txBody>
            <a:bodyPr wrap="square" lIns="0" tIns="0" rIns="0" bIns="0" rtlCol="0"/>
            <a:lstStyle/>
            <a:p/>
          </p:txBody>
        </p:sp>
        <p:sp>
          <p:nvSpPr>
            <p:cNvPr id="1525" name="object 1525"/>
            <p:cNvSpPr/>
            <p:nvPr/>
          </p:nvSpPr>
          <p:spPr>
            <a:xfrm>
              <a:off x="4467860" y="1871979"/>
              <a:ext cx="124460" cy="8890"/>
            </a:xfrm>
            <a:custGeom>
              <a:avLst/>
              <a:gdLst/>
              <a:ahLst/>
              <a:cxnLst/>
              <a:rect l="l" t="t" r="r" b="b"/>
              <a:pathLst>
                <a:path w="124460" h="8889">
                  <a:moveTo>
                    <a:pt x="124460" y="0"/>
                  </a:moveTo>
                  <a:lnTo>
                    <a:pt x="0" y="0"/>
                  </a:lnTo>
                  <a:lnTo>
                    <a:pt x="0" y="1270"/>
                  </a:lnTo>
                  <a:lnTo>
                    <a:pt x="1270" y="1270"/>
                  </a:lnTo>
                  <a:lnTo>
                    <a:pt x="1270" y="3810"/>
                  </a:lnTo>
                  <a:lnTo>
                    <a:pt x="2540" y="3810"/>
                  </a:lnTo>
                  <a:lnTo>
                    <a:pt x="2540" y="5080"/>
                  </a:lnTo>
                  <a:lnTo>
                    <a:pt x="2540" y="6350"/>
                  </a:lnTo>
                  <a:lnTo>
                    <a:pt x="3810" y="6350"/>
                  </a:lnTo>
                  <a:lnTo>
                    <a:pt x="3810" y="7620"/>
                  </a:lnTo>
                  <a:lnTo>
                    <a:pt x="6350" y="7620"/>
                  </a:lnTo>
                  <a:lnTo>
                    <a:pt x="6350" y="8890"/>
                  </a:lnTo>
                  <a:lnTo>
                    <a:pt x="118110" y="8890"/>
                  </a:lnTo>
                  <a:lnTo>
                    <a:pt x="118110" y="7620"/>
                  </a:lnTo>
                  <a:lnTo>
                    <a:pt x="119380" y="7620"/>
                  </a:lnTo>
                  <a:lnTo>
                    <a:pt x="119380" y="6350"/>
                  </a:lnTo>
                  <a:lnTo>
                    <a:pt x="120650" y="6350"/>
                  </a:lnTo>
                  <a:lnTo>
                    <a:pt x="120650" y="5080"/>
                  </a:lnTo>
                  <a:lnTo>
                    <a:pt x="121920" y="5080"/>
                  </a:lnTo>
                  <a:lnTo>
                    <a:pt x="121920" y="3810"/>
                  </a:lnTo>
                  <a:lnTo>
                    <a:pt x="123190" y="3810"/>
                  </a:lnTo>
                  <a:lnTo>
                    <a:pt x="123190" y="1270"/>
                  </a:lnTo>
                  <a:lnTo>
                    <a:pt x="124460" y="1270"/>
                  </a:lnTo>
                  <a:lnTo>
                    <a:pt x="124460" y="0"/>
                  </a:lnTo>
                  <a:close/>
                </a:path>
              </a:pathLst>
            </a:custGeom>
            <a:solidFill>
              <a:srgbClr val="603700"/>
            </a:solidFill>
          </p:spPr>
          <p:txBody>
            <a:bodyPr wrap="square" lIns="0" tIns="0" rIns="0" bIns="0" rtlCol="0"/>
            <a:lstStyle/>
            <a:p/>
          </p:txBody>
        </p:sp>
        <p:sp>
          <p:nvSpPr>
            <p:cNvPr id="1526" name="object 1526"/>
            <p:cNvSpPr/>
            <p:nvPr/>
          </p:nvSpPr>
          <p:spPr>
            <a:xfrm>
              <a:off x="4475480" y="1880869"/>
              <a:ext cx="109220" cy="7620"/>
            </a:xfrm>
            <a:custGeom>
              <a:avLst/>
              <a:gdLst/>
              <a:ahLst/>
              <a:cxnLst/>
              <a:rect l="l" t="t" r="r" b="b"/>
              <a:pathLst>
                <a:path w="109220" h="7619">
                  <a:moveTo>
                    <a:pt x="10922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104127" y="7620"/>
                  </a:lnTo>
                  <a:lnTo>
                    <a:pt x="104127" y="6350"/>
                  </a:lnTo>
                  <a:lnTo>
                    <a:pt x="105410" y="6350"/>
                  </a:lnTo>
                  <a:lnTo>
                    <a:pt x="105410" y="5080"/>
                  </a:lnTo>
                  <a:lnTo>
                    <a:pt x="106680" y="5080"/>
                  </a:lnTo>
                  <a:lnTo>
                    <a:pt x="106680" y="3810"/>
                  </a:lnTo>
                  <a:lnTo>
                    <a:pt x="106680" y="2540"/>
                  </a:lnTo>
                  <a:lnTo>
                    <a:pt x="107950" y="2540"/>
                  </a:lnTo>
                  <a:lnTo>
                    <a:pt x="107950" y="1270"/>
                  </a:lnTo>
                  <a:lnTo>
                    <a:pt x="109220" y="1270"/>
                  </a:lnTo>
                  <a:lnTo>
                    <a:pt x="109220" y="0"/>
                  </a:lnTo>
                  <a:close/>
                </a:path>
              </a:pathLst>
            </a:custGeom>
            <a:solidFill>
              <a:srgbClr val="613600"/>
            </a:solidFill>
          </p:spPr>
          <p:txBody>
            <a:bodyPr wrap="square" lIns="0" tIns="0" rIns="0" bIns="0" rtlCol="0"/>
            <a:lstStyle/>
            <a:p/>
          </p:txBody>
        </p:sp>
        <p:sp>
          <p:nvSpPr>
            <p:cNvPr id="1527" name="object 1527"/>
            <p:cNvSpPr/>
            <p:nvPr/>
          </p:nvSpPr>
          <p:spPr>
            <a:xfrm>
              <a:off x="4483100" y="1888489"/>
              <a:ext cx="95250" cy="8890"/>
            </a:xfrm>
            <a:custGeom>
              <a:avLst/>
              <a:gdLst/>
              <a:ahLst/>
              <a:cxnLst/>
              <a:rect l="l" t="t" r="r" b="b"/>
              <a:pathLst>
                <a:path w="95250" h="8889">
                  <a:moveTo>
                    <a:pt x="95250" y="0"/>
                  </a:moveTo>
                  <a:lnTo>
                    <a:pt x="0" y="0"/>
                  </a:lnTo>
                  <a:lnTo>
                    <a:pt x="0" y="1270"/>
                  </a:lnTo>
                  <a:lnTo>
                    <a:pt x="1270" y="1270"/>
                  </a:lnTo>
                  <a:lnTo>
                    <a:pt x="1270" y="2540"/>
                  </a:lnTo>
                  <a:lnTo>
                    <a:pt x="2540" y="2540"/>
                  </a:lnTo>
                  <a:lnTo>
                    <a:pt x="2540" y="3810"/>
                  </a:lnTo>
                  <a:lnTo>
                    <a:pt x="6350" y="3810"/>
                  </a:lnTo>
                  <a:lnTo>
                    <a:pt x="6350" y="5080"/>
                  </a:lnTo>
                  <a:lnTo>
                    <a:pt x="8890" y="5080"/>
                  </a:lnTo>
                  <a:lnTo>
                    <a:pt x="8890" y="6350"/>
                  </a:lnTo>
                  <a:lnTo>
                    <a:pt x="11430" y="6350"/>
                  </a:lnTo>
                  <a:lnTo>
                    <a:pt x="11430" y="7620"/>
                  </a:lnTo>
                  <a:lnTo>
                    <a:pt x="12700" y="7620"/>
                  </a:lnTo>
                  <a:lnTo>
                    <a:pt x="12700" y="8890"/>
                  </a:lnTo>
                  <a:lnTo>
                    <a:pt x="82550" y="8890"/>
                  </a:lnTo>
                  <a:lnTo>
                    <a:pt x="82550" y="7620"/>
                  </a:lnTo>
                  <a:lnTo>
                    <a:pt x="86347" y="7620"/>
                  </a:lnTo>
                  <a:lnTo>
                    <a:pt x="86347" y="6350"/>
                  </a:lnTo>
                  <a:lnTo>
                    <a:pt x="87630" y="6350"/>
                  </a:lnTo>
                  <a:lnTo>
                    <a:pt x="87630" y="5080"/>
                  </a:lnTo>
                  <a:lnTo>
                    <a:pt x="90170" y="5080"/>
                  </a:lnTo>
                  <a:lnTo>
                    <a:pt x="90170" y="3810"/>
                  </a:lnTo>
                  <a:lnTo>
                    <a:pt x="91440" y="3810"/>
                  </a:lnTo>
                  <a:lnTo>
                    <a:pt x="91440" y="2540"/>
                  </a:lnTo>
                  <a:lnTo>
                    <a:pt x="92710" y="2540"/>
                  </a:lnTo>
                  <a:lnTo>
                    <a:pt x="92710" y="1270"/>
                  </a:lnTo>
                  <a:lnTo>
                    <a:pt x="95250" y="1270"/>
                  </a:lnTo>
                  <a:lnTo>
                    <a:pt x="95250" y="0"/>
                  </a:lnTo>
                  <a:close/>
                </a:path>
              </a:pathLst>
            </a:custGeom>
            <a:solidFill>
              <a:srgbClr val="623500"/>
            </a:solidFill>
          </p:spPr>
          <p:txBody>
            <a:bodyPr wrap="square" lIns="0" tIns="0" rIns="0" bIns="0" rtlCol="0"/>
            <a:lstStyle/>
            <a:p/>
          </p:txBody>
        </p:sp>
        <p:sp>
          <p:nvSpPr>
            <p:cNvPr id="1528" name="object 1528"/>
            <p:cNvSpPr/>
            <p:nvPr/>
          </p:nvSpPr>
          <p:spPr>
            <a:xfrm>
              <a:off x="4499610" y="1897380"/>
              <a:ext cx="64769" cy="7620"/>
            </a:xfrm>
            <a:custGeom>
              <a:avLst/>
              <a:gdLst/>
              <a:ahLst/>
              <a:cxnLst/>
              <a:rect l="l" t="t" r="r" b="b"/>
              <a:pathLst>
                <a:path w="64770" h="7619">
                  <a:moveTo>
                    <a:pt x="45720" y="6350"/>
                  </a:moveTo>
                  <a:lnTo>
                    <a:pt x="19050" y="6350"/>
                  </a:lnTo>
                  <a:lnTo>
                    <a:pt x="19050" y="7620"/>
                  </a:lnTo>
                  <a:lnTo>
                    <a:pt x="45720" y="7620"/>
                  </a:lnTo>
                  <a:lnTo>
                    <a:pt x="45720" y="6350"/>
                  </a:lnTo>
                  <a:close/>
                </a:path>
                <a:path w="64770" h="7619">
                  <a:moveTo>
                    <a:pt x="50800" y="5080"/>
                  </a:moveTo>
                  <a:lnTo>
                    <a:pt x="15239" y="5080"/>
                  </a:lnTo>
                  <a:lnTo>
                    <a:pt x="15239" y="6350"/>
                  </a:lnTo>
                  <a:lnTo>
                    <a:pt x="50800" y="6350"/>
                  </a:lnTo>
                  <a:lnTo>
                    <a:pt x="50800" y="5080"/>
                  </a:lnTo>
                  <a:close/>
                </a:path>
                <a:path w="64770" h="7619">
                  <a:moveTo>
                    <a:pt x="55879" y="3810"/>
                  </a:moveTo>
                  <a:lnTo>
                    <a:pt x="6350" y="3810"/>
                  </a:lnTo>
                  <a:lnTo>
                    <a:pt x="6350" y="5080"/>
                  </a:lnTo>
                  <a:lnTo>
                    <a:pt x="55879" y="5080"/>
                  </a:lnTo>
                  <a:lnTo>
                    <a:pt x="55879" y="3810"/>
                  </a:lnTo>
                  <a:close/>
                </a:path>
                <a:path w="64770" h="7619">
                  <a:moveTo>
                    <a:pt x="59689" y="2540"/>
                  </a:moveTo>
                  <a:lnTo>
                    <a:pt x="5079" y="2540"/>
                  </a:lnTo>
                  <a:lnTo>
                    <a:pt x="5079" y="3810"/>
                  </a:lnTo>
                  <a:lnTo>
                    <a:pt x="59689" y="3810"/>
                  </a:lnTo>
                  <a:lnTo>
                    <a:pt x="59689" y="2540"/>
                  </a:lnTo>
                  <a:close/>
                </a:path>
                <a:path w="64770" h="7619">
                  <a:moveTo>
                    <a:pt x="60960" y="1270"/>
                  </a:moveTo>
                  <a:lnTo>
                    <a:pt x="2539" y="1270"/>
                  </a:lnTo>
                  <a:lnTo>
                    <a:pt x="2539" y="2540"/>
                  </a:lnTo>
                  <a:lnTo>
                    <a:pt x="60960" y="2540"/>
                  </a:lnTo>
                  <a:lnTo>
                    <a:pt x="60960" y="1270"/>
                  </a:lnTo>
                  <a:close/>
                </a:path>
                <a:path w="64770" h="7619">
                  <a:moveTo>
                    <a:pt x="64770" y="0"/>
                  </a:moveTo>
                  <a:lnTo>
                    <a:pt x="0" y="0"/>
                  </a:lnTo>
                  <a:lnTo>
                    <a:pt x="0" y="1270"/>
                  </a:lnTo>
                  <a:lnTo>
                    <a:pt x="64770" y="1270"/>
                  </a:lnTo>
                  <a:lnTo>
                    <a:pt x="64770" y="0"/>
                  </a:lnTo>
                  <a:close/>
                </a:path>
              </a:pathLst>
            </a:custGeom>
            <a:solidFill>
              <a:srgbClr val="633400"/>
            </a:solidFill>
          </p:spPr>
          <p:txBody>
            <a:bodyPr wrap="square" lIns="0" tIns="0" rIns="0" bIns="0" rtlCol="0"/>
            <a:lstStyle/>
            <a:p/>
          </p:txBody>
        </p:sp>
      </p:grpSp>
      <p:grpSp>
        <p:nvGrpSpPr>
          <p:cNvPr id="1529" name="object 1529"/>
          <p:cNvGrpSpPr/>
          <p:nvPr/>
        </p:nvGrpSpPr>
        <p:grpSpPr>
          <a:xfrm>
            <a:off x="4890770" y="1056639"/>
            <a:ext cx="217170" cy="633730"/>
            <a:chOff x="4890770" y="1056639"/>
            <a:chExt cx="217170" cy="633730"/>
          </a:xfrm>
        </p:grpSpPr>
        <p:sp>
          <p:nvSpPr>
            <p:cNvPr id="1530" name="object 1530"/>
            <p:cNvSpPr/>
            <p:nvPr/>
          </p:nvSpPr>
          <p:spPr>
            <a:xfrm>
              <a:off x="4964430" y="1056639"/>
              <a:ext cx="64769" cy="6350"/>
            </a:xfrm>
            <a:custGeom>
              <a:avLst/>
              <a:gdLst/>
              <a:ahLst/>
              <a:cxnLst/>
              <a:rect l="l" t="t" r="r" b="b"/>
              <a:pathLst>
                <a:path w="64770" h="6350">
                  <a:moveTo>
                    <a:pt x="64770" y="5080"/>
                  </a:moveTo>
                  <a:lnTo>
                    <a:pt x="0" y="5080"/>
                  </a:lnTo>
                  <a:lnTo>
                    <a:pt x="0" y="6350"/>
                  </a:lnTo>
                  <a:lnTo>
                    <a:pt x="64770" y="6350"/>
                  </a:lnTo>
                  <a:lnTo>
                    <a:pt x="64770" y="5080"/>
                  </a:lnTo>
                  <a:close/>
                </a:path>
                <a:path w="64770" h="6350">
                  <a:moveTo>
                    <a:pt x="62230" y="3810"/>
                  </a:moveTo>
                  <a:lnTo>
                    <a:pt x="2540" y="3810"/>
                  </a:lnTo>
                  <a:lnTo>
                    <a:pt x="2540" y="5080"/>
                  </a:lnTo>
                  <a:lnTo>
                    <a:pt x="62230" y="5080"/>
                  </a:lnTo>
                  <a:lnTo>
                    <a:pt x="62230" y="3810"/>
                  </a:lnTo>
                  <a:close/>
                </a:path>
                <a:path w="64770" h="6350">
                  <a:moveTo>
                    <a:pt x="57150" y="2539"/>
                  </a:moveTo>
                  <a:lnTo>
                    <a:pt x="8890" y="2539"/>
                  </a:lnTo>
                  <a:lnTo>
                    <a:pt x="8890" y="3810"/>
                  </a:lnTo>
                  <a:lnTo>
                    <a:pt x="57150" y="3810"/>
                  </a:lnTo>
                  <a:lnTo>
                    <a:pt x="57150" y="2539"/>
                  </a:lnTo>
                  <a:close/>
                </a:path>
                <a:path w="64770" h="6350">
                  <a:moveTo>
                    <a:pt x="43180" y="1270"/>
                  </a:moveTo>
                  <a:lnTo>
                    <a:pt x="17780" y="1270"/>
                  </a:lnTo>
                  <a:lnTo>
                    <a:pt x="17780" y="2539"/>
                  </a:lnTo>
                  <a:lnTo>
                    <a:pt x="43180" y="2539"/>
                  </a:lnTo>
                  <a:lnTo>
                    <a:pt x="43180" y="1270"/>
                  </a:lnTo>
                  <a:close/>
                </a:path>
                <a:path w="64770" h="6350">
                  <a:moveTo>
                    <a:pt x="29210" y="0"/>
                  </a:moveTo>
                  <a:lnTo>
                    <a:pt x="27940" y="0"/>
                  </a:lnTo>
                  <a:lnTo>
                    <a:pt x="27940" y="1270"/>
                  </a:lnTo>
                  <a:lnTo>
                    <a:pt x="29210" y="1270"/>
                  </a:lnTo>
                  <a:lnTo>
                    <a:pt x="29210" y="0"/>
                  </a:lnTo>
                  <a:close/>
                </a:path>
              </a:pathLst>
            </a:custGeom>
            <a:solidFill>
              <a:srgbClr val="009800"/>
            </a:solidFill>
          </p:spPr>
          <p:txBody>
            <a:bodyPr wrap="square" lIns="0" tIns="0" rIns="0" bIns="0" rtlCol="0"/>
            <a:lstStyle/>
            <a:p/>
          </p:txBody>
        </p:sp>
        <p:sp>
          <p:nvSpPr>
            <p:cNvPr id="1531" name="object 1531"/>
            <p:cNvSpPr/>
            <p:nvPr/>
          </p:nvSpPr>
          <p:spPr>
            <a:xfrm>
              <a:off x="4951730" y="1062989"/>
              <a:ext cx="91440" cy="7620"/>
            </a:xfrm>
            <a:custGeom>
              <a:avLst/>
              <a:gdLst/>
              <a:ahLst/>
              <a:cxnLst/>
              <a:rect l="l" t="t" r="r" b="b"/>
              <a:pathLst>
                <a:path w="91439" h="7619">
                  <a:moveTo>
                    <a:pt x="91427" y="6350"/>
                  </a:moveTo>
                  <a:lnTo>
                    <a:pt x="88900" y="6350"/>
                  </a:lnTo>
                  <a:lnTo>
                    <a:pt x="88900" y="5080"/>
                  </a:lnTo>
                  <a:lnTo>
                    <a:pt x="87630" y="5080"/>
                  </a:lnTo>
                  <a:lnTo>
                    <a:pt x="87630" y="3810"/>
                  </a:lnTo>
                  <a:lnTo>
                    <a:pt x="86360" y="3810"/>
                  </a:lnTo>
                  <a:lnTo>
                    <a:pt x="86360" y="2540"/>
                  </a:lnTo>
                  <a:lnTo>
                    <a:pt x="82550" y="2540"/>
                  </a:lnTo>
                  <a:lnTo>
                    <a:pt x="82550" y="1270"/>
                  </a:lnTo>
                  <a:lnTo>
                    <a:pt x="81280" y="1270"/>
                  </a:lnTo>
                  <a:lnTo>
                    <a:pt x="81280" y="0"/>
                  </a:lnTo>
                  <a:lnTo>
                    <a:pt x="8890" y="0"/>
                  </a:lnTo>
                  <a:lnTo>
                    <a:pt x="889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1427" y="7620"/>
                  </a:lnTo>
                  <a:lnTo>
                    <a:pt x="91427" y="6350"/>
                  </a:lnTo>
                  <a:close/>
                </a:path>
              </a:pathLst>
            </a:custGeom>
            <a:solidFill>
              <a:srgbClr val="009700"/>
            </a:solidFill>
          </p:spPr>
          <p:txBody>
            <a:bodyPr wrap="square" lIns="0" tIns="0" rIns="0" bIns="0" rtlCol="0"/>
            <a:lstStyle/>
            <a:p/>
          </p:txBody>
        </p:sp>
        <p:sp>
          <p:nvSpPr>
            <p:cNvPr id="1532" name="object 1532"/>
            <p:cNvSpPr/>
            <p:nvPr/>
          </p:nvSpPr>
          <p:spPr>
            <a:xfrm>
              <a:off x="4942840" y="1070609"/>
              <a:ext cx="109220" cy="6350"/>
            </a:xfrm>
            <a:custGeom>
              <a:avLst/>
              <a:gdLst/>
              <a:ahLst/>
              <a:cxnLst/>
              <a:rect l="l" t="t" r="r" b="b"/>
              <a:pathLst>
                <a:path w="109220" h="6350">
                  <a:moveTo>
                    <a:pt x="109220" y="5080"/>
                  </a:moveTo>
                  <a:lnTo>
                    <a:pt x="107950" y="5080"/>
                  </a:lnTo>
                  <a:lnTo>
                    <a:pt x="107950" y="3810"/>
                  </a:lnTo>
                  <a:lnTo>
                    <a:pt x="106667" y="3810"/>
                  </a:lnTo>
                  <a:lnTo>
                    <a:pt x="106667" y="2540"/>
                  </a:lnTo>
                  <a:lnTo>
                    <a:pt x="105410" y="2540"/>
                  </a:lnTo>
                  <a:lnTo>
                    <a:pt x="105410" y="1270"/>
                  </a:lnTo>
                  <a:lnTo>
                    <a:pt x="101600" y="1270"/>
                  </a:lnTo>
                  <a:lnTo>
                    <a:pt x="101600" y="0"/>
                  </a:lnTo>
                  <a:lnTo>
                    <a:pt x="6350" y="0"/>
                  </a:lnTo>
                  <a:lnTo>
                    <a:pt x="6350" y="1270"/>
                  </a:lnTo>
                  <a:lnTo>
                    <a:pt x="5080" y="1270"/>
                  </a:lnTo>
                  <a:lnTo>
                    <a:pt x="5080" y="2540"/>
                  </a:lnTo>
                  <a:lnTo>
                    <a:pt x="2540" y="2540"/>
                  </a:lnTo>
                  <a:lnTo>
                    <a:pt x="2540" y="3810"/>
                  </a:lnTo>
                  <a:lnTo>
                    <a:pt x="1270" y="3810"/>
                  </a:lnTo>
                  <a:lnTo>
                    <a:pt x="1270" y="5080"/>
                  </a:lnTo>
                  <a:lnTo>
                    <a:pt x="0" y="5080"/>
                  </a:lnTo>
                  <a:lnTo>
                    <a:pt x="0" y="6350"/>
                  </a:lnTo>
                  <a:lnTo>
                    <a:pt x="109220" y="6350"/>
                  </a:lnTo>
                  <a:lnTo>
                    <a:pt x="109220" y="5080"/>
                  </a:lnTo>
                  <a:close/>
                </a:path>
              </a:pathLst>
            </a:custGeom>
            <a:solidFill>
              <a:srgbClr val="019600"/>
            </a:solidFill>
          </p:spPr>
          <p:txBody>
            <a:bodyPr wrap="square" lIns="0" tIns="0" rIns="0" bIns="0" rtlCol="0"/>
            <a:lstStyle/>
            <a:p/>
          </p:txBody>
        </p:sp>
        <p:sp>
          <p:nvSpPr>
            <p:cNvPr id="1533" name="object 1533"/>
            <p:cNvSpPr/>
            <p:nvPr/>
          </p:nvSpPr>
          <p:spPr>
            <a:xfrm>
              <a:off x="4936490" y="1076959"/>
              <a:ext cx="121920" cy="7620"/>
            </a:xfrm>
            <a:custGeom>
              <a:avLst/>
              <a:gdLst/>
              <a:ahLst/>
              <a:cxnLst/>
              <a:rect l="l" t="t" r="r" b="b"/>
              <a:pathLst>
                <a:path w="121920" h="7619">
                  <a:moveTo>
                    <a:pt x="121920" y="6350"/>
                  </a:moveTo>
                  <a:lnTo>
                    <a:pt x="120650" y="6350"/>
                  </a:lnTo>
                  <a:lnTo>
                    <a:pt x="120650" y="5080"/>
                  </a:lnTo>
                  <a:lnTo>
                    <a:pt x="119367" y="5080"/>
                  </a:lnTo>
                  <a:lnTo>
                    <a:pt x="119367" y="3810"/>
                  </a:lnTo>
                  <a:lnTo>
                    <a:pt x="119380" y="2540"/>
                  </a:lnTo>
                  <a:lnTo>
                    <a:pt x="118110" y="2540"/>
                  </a:lnTo>
                  <a:lnTo>
                    <a:pt x="118110" y="1270"/>
                  </a:lnTo>
                  <a:lnTo>
                    <a:pt x="116840" y="1270"/>
                  </a:lnTo>
                  <a:lnTo>
                    <a:pt x="1168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21920" y="7620"/>
                  </a:lnTo>
                  <a:lnTo>
                    <a:pt x="121920" y="6350"/>
                  </a:lnTo>
                  <a:close/>
                </a:path>
              </a:pathLst>
            </a:custGeom>
            <a:solidFill>
              <a:srgbClr val="029500"/>
            </a:solidFill>
          </p:spPr>
          <p:txBody>
            <a:bodyPr wrap="square" lIns="0" tIns="0" rIns="0" bIns="0" rtlCol="0"/>
            <a:lstStyle/>
            <a:p/>
          </p:txBody>
        </p:sp>
        <p:sp>
          <p:nvSpPr>
            <p:cNvPr id="1534" name="object 1534"/>
            <p:cNvSpPr/>
            <p:nvPr/>
          </p:nvSpPr>
          <p:spPr>
            <a:xfrm>
              <a:off x="4931410" y="1084579"/>
              <a:ext cx="132080" cy="7620"/>
            </a:xfrm>
            <a:custGeom>
              <a:avLst/>
              <a:gdLst/>
              <a:ahLst/>
              <a:cxnLst/>
              <a:rect l="l" t="t" r="r" b="b"/>
              <a:pathLst>
                <a:path w="132079" h="7619">
                  <a:moveTo>
                    <a:pt x="132080" y="6350"/>
                  </a:moveTo>
                  <a:lnTo>
                    <a:pt x="130797" y="6350"/>
                  </a:lnTo>
                  <a:lnTo>
                    <a:pt x="130797" y="3810"/>
                  </a:lnTo>
                  <a:lnTo>
                    <a:pt x="129540" y="3810"/>
                  </a:lnTo>
                  <a:lnTo>
                    <a:pt x="129540" y="2540"/>
                  </a:lnTo>
                  <a:lnTo>
                    <a:pt x="128270" y="2540"/>
                  </a:lnTo>
                  <a:lnTo>
                    <a:pt x="128270" y="1270"/>
                  </a:lnTo>
                  <a:lnTo>
                    <a:pt x="128270" y="0"/>
                  </a:lnTo>
                  <a:lnTo>
                    <a:pt x="3810" y="0"/>
                  </a:lnTo>
                  <a:lnTo>
                    <a:pt x="3810" y="1270"/>
                  </a:lnTo>
                  <a:lnTo>
                    <a:pt x="2540" y="1270"/>
                  </a:lnTo>
                  <a:lnTo>
                    <a:pt x="2540" y="2540"/>
                  </a:lnTo>
                  <a:lnTo>
                    <a:pt x="2540" y="3810"/>
                  </a:lnTo>
                  <a:lnTo>
                    <a:pt x="1270" y="3810"/>
                  </a:lnTo>
                  <a:lnTo>
                    <a:pt x="1270" y="6350"/>
                  </a:lnTo>
                  <a:lnTo>
                    <a:pt x="0" y="6350"/>
                  </a:lnTo>
                  <a:lnTo>
                    <a:pt x="0" y="7620"/>
                  </a:lnTo>
                  <a:lnTo>
                    <a:pt x="132080" y="7620"/>
                  </a:lnTo>
                  <a:lnTo>
                    <a:pt x="132080" y="6350"/>
                  </a:lnTo>
                  <a:close/>
                </a:path>
              </a:pathLst>
            </a:custGeom>
            <a:solidFill>
              <a:srgbClr val="039400"/>
            </a:solidFill>
          </p:spPr>
          <p:txBody>
            <a:bodyPr wrap="square" lIns="0" tIns="0" rIns="0" bIns="0" rtlCol="0"/>
            <a:lstStyle/>
            <a:p/>
          </p:txBody>
        </p:sp>
        <p:sp>
          <p:nvSpPr>
            <p:cNvPr id="1535" name="object 1535"/>
            <p:cNvSpPr/>
            <p:nvPr/>
          </p:nvSpPr>
          <p:spPr>
            <a:xfrm>
              <a:off x="4927600" y="1092199"/>
              <a:ext cx="139700" cy="6350"/>
            </a:xfrm>
            <a:custGeom>
              <a:avLst/>
              <a:gdLst/>
              <a:ahLst/>
              <a:cxnLst/>
              <a:rect l="l" t="t" r="r" b="b"/>
              <a:pathLst>
                <a:path w="139700" h="6350">
                  <a:moveTo>
                    <a:pt x="139700" y="5080"/>
                  </a:moveTo>
                  <a:lnTo>
                    <a:pt x="138430" y="5080"/>
                  </a:lnTo>
                  <a:lnTo>
                    <a:pt x="138430" y="3810"/>
                  </a:lnTo>
                  <a:lnTo>
                    <a:pt x="138430" y="2540"/>
                  </a:lnTo>
                  <a:lnTo>
                    <a:pt x="137160" y="2540"/>
                  </a:lnTo>
                  <a:lnTo>
                    <a:pt x="137160" y="1270"/>
                  </a:lnTo>
                  <a:lnTo>
                    <a:pt x="135890" y="1270"/>
                  </a:lnTo>
                  <a:lnTo>
                    <a:pt x="135890" y="0"/>
                  </a:lnTo>
                  <a:lnTo>
                    <a:pt x="2540" y="0"/>
                  </a:lnTo>
                  <a:lnTo>
                    <a:pt x="2540" y="1270"/>
                  </a:lnTo>
                  <a:lnTo>
                    <a:pt x="2540" y="2540"/>
                  </a:lnTo>
                  <a:lnTo>
                    <a:pt x="1270" y="2540"/>
                  </a:lnTo>
                  <a:lnTo>
                    <a:pt x="1270" y="3810"/>
                  </a:lnTo>
                  <a:lnTo>
                    <a:pt x="0" y="3810"/>
                  </a:lnTo>
                  <a:lnTo>
                    <a:pt x="0" y="5080"/>
                  </a:lnTo>
                  <a:lnTo>
                    <a:pt x="0" y="6350"/>
                  </a:lnTo>
                  <a:lnTo>
                    <a:pt x="139700" y="6350"/>
                  </a:lnTo>
                  <a:lnTo>
                    <a:pt x="139700" y="5080"/>
                  </a:lnTo>
                  <a:close/>
                </a:path>
              </a:pathLst>
            </a:custGeom>
            <a:solidFill>
              <a:srgbClr val="049300"/>
            </a:solidFill>
          </p:spPr>
          <p:txBody>
            <a:bodyPr wrap="square" lIns="0" tIns="0" rIns="0" bIns="0" rtlCol="0"/>
            <a:lstStyle/>
            <a:p/>
          </p:txBody>
        </p:sp>
        <p:sp>
          <p:nvSpPr>
            <p:cNvPr id="1536" name="object 1536"/>
            <p:cNvSpPr/>
            <p:nvPr/>
          </p:nvSpPr>
          <p:spPr>
            <a:xfrm>
              <a:off x="4923790" y="1098549"/>
              <a:ext cx="147320" cy="7620"/>
            </a:xfrm>
            <a:custGeom>
              <a:avLst/>
              <a:gdLst/>
              <a:ahLst/>
              <a:cxnLst/>
              <a:rect l="l" t="t" r="r" b="b"/>
              <a:pathLst>
                <a:path w="147320" h="7619">
                  <a:moveTo>
                    <a:pt x="147320" y="5080"/>
                  </a:moveTo>
                  <a:lnTo>
                    <a:pt x="146050" y="5080"/>
                  </a:lnTo>
                  <a:lnTo>
                    <a:pt x="146050" y="2540"/>
                  </a:lnTo>
                  <a:lnTo>
                    <a:pt x="144767" y="2540"/>
                  </a:lnTo>
                  <a:lnTo>
                    <a:pt x="144767" y="0"/>
                  </a:lnTo>
                  <a:lnTo>
                    <a:pt x="2540" y="0"/>
                  </a:lnTo>
                  <a:lnTo>
                    <a:pt x="2540" y="2540"/>
                  </a:lnTo>
                  <a:lnTo>
                    <a:pt x="1270" y="2540"/>
                  </a:lnTo>
                  <a:lnTo>
                    <a:pt x="1270" y="5080"/>
                  </a:lnTo>
                  <a:lnTo>
                    <a:pt x="0" y="5080"/>
                  </a:lnTo>
                  <a:lnTo>
                    <a:pt x="0" y="7620"/>
                  </a:lnTo>
                  <a:lnTo>
                    <a:pt x="147320" y="7620"/>
                  </a:lnTo>
                  <a:lnTo>
                    <a:pt x="147320" y="5080"/>
                  </a:lnTo>
                  <a:close/>
                </a:path>
              </a:pathLst>
            </a:custGeom>
            <a:solidFill>
              <a:srgbClr val="059200"/>
            </a:solidFill>
          </p:spPr>
          <p:txBody>
            <a:bodyPr wrap="square" lIns="0" tIns="0" rIns="0" bIns="0" rtlCol="0"/>
            <a:lstStyle/>
            <a:p/>
          </p:txBody>
        </p:sp>
        <p:sp>
          <p:nvSpPr>
            <p:cNvPr id="1537" name="object 1537"/>
            <p:cNvSpPr/>
            <p:nvPr/>
          </p:nvSpPr>
          <p:spPr>
            <a:xfrm>
              <a:off x="4921250" y="1106169"/>
              <a:ext cx="152400" cy="7620"/>
            </a:xfrm>
            <a:custGeom>
              <a:avLst/>
              <a:gdLst/>
              <a:ahLst/>
              <a:cxnLst/>
              <a:rect l="l" t="t" r="r" b="b"/>
              <a:pathLst>
                <a:path w="152400" h="7619">
                  <a:moveTo>
                    <a:pt x="152400" y="6350"/>
                  </a:moveTo>
                  <a:lnTo>
                    <a:pt x="151130" y="6350"/>
                  </a:lnTo>
                  <a:lnTo>
                    <a:pt x="151130" y="5080"/>
                  </a:lnTo>
                  <a:lnTo>
                    <a:pt x="151130" y="2540"/>
                  </a:lnTo>
                  <a:lnTo>
                    <a:pt x="149860" y="2540"/>
                  </a:lnTo>
                  <a:lnTo>
                    <a:pt x="149860" y="1270"/>
                  </a:lnTo>
                  <a:lnTo>
                    <a:pt x="149860" y="0"/>
                  </a:lnTo>
                  <a:lnTo>
                    <a:pt x="2540" y="0"/>
                  </a:lnTo>
                  <a:lnTo>
                    <a:pt x="2540" y="1270"/>
                  </a:lnTo>
                  <a:lnTo>
                    <a:pt x="1270" y="1270"/>
                  </a:lnTo>
                  <a:lnTo>
                    <a:pt x="1270" y="2540"/>
                  </a:lnTo>
                  <a:lnTo>
                    <a:pt x="1270" y="5080"/>
                  </a:lnTo>
                  <a:lnTo>
                    <a:pt x="0" y="5080"/>
                  </a:lnTo>
                  <a:lnTo>
                    <a:pt x="0" y="6350"/>
                  </a:lnTo>
                  <a:lnTo>
                    <a:pt x="0" y="7620"/>
                  </a:lnTo>
                  <a:lnTo>
                    <a:pt x="152400" y="7620"/>
                  </a:lnTo>
                  <a:lnTo>
                    <a:pt x="152400" y="6350"/>
                  </a:lnTo>
                  <a:close/>
                </a:path>
              </a:pathLst>
            </a:custGeom>
            <a:solidFill>
              <a:srgbClr val="079000"/>
            </a:solidFill>
          </p:spPr>
          <p:txBody>
            <a:bodyPr wrap="square" lIns="0" tIns="0" rIns="0" bIns="0" rtlCol="0"/>
            <a:lstStyle/>
            <a:p/>
          </p:txBody>
        </p:sp>
        <p:sp>
          <p:nvSpPr>
            <p:cNvPr id="1538" name="object 1538"/>
            <p:cNvSpPr/>
            <p:nvPr/>
          </p:nvSpPr>
          <p:spPr>
            <a:xfrm>
              <a:off x="4918710" y="1113789"/>
              <a:ext cx="157480" cy="6350"/>
            </a:xfrm>
            <a:custGeom>
              <a:avLst/>
              <a:gdLst/>
              <a:ahLst/>
              <a:cxnLst/>
              <a:rect l="l" t="t" r="r" b="b"/>
              <a:pathLst>
                <a:path w="157479" h="6350">
                  <a:moveTo>
                    <a:pt x="157480" y="5080"/>
                  </a:moveTo>
                  <a:lnTo>
                    <a:pt x="156210" y="5080"/>
                  </a:lnTo>
                  <a:lnTo>
                    <a:pt x="156210" y="3810"/>
                  </a:lnTo>
                  <a:lnTo>
                    <a:pt x="156197" y="1270"/>
                  </a:lnTo>
                  <a:lnTo>
                    <a:pt x="154940" y="1270"/>
                  </a:lnTo>
                  <a:lnTo>
                    <a:pt x="154940" y="0"/>
                  </a:lnTo>
                  <a:lnTo>
                    <a:pt x="1270" y="0"/>
                  </a:lnTo>
                  <a:lnTo>
                    <a:pt x="1270" y="1270"/>
                  </a:lnTo>
                  <a:lnTo>
                    <a:pt x="1270" y="3810"/>
                  </a:lnTo>
                  <a:lnTo>
                    <a:pt x="0" y="3810"/>
                  </a:lnTo>
                  <a:lnTo>
                    <a:pt x="0" y="5080"/>
                  </a:lnTo>
                  <a:lnTo>
                    <a:pt x="0" y="6350"/>
                  </a:lnTo>
                  <a:lnTo>
                    <a:pt x="157480" y="6350"/>
                  </a:lnTo>
                  <a:lnTo>
                    <a:pt x="157480" y="5080"/>
                  </a:lnTo>
                  <a:close/>
                </a:path>
              </a:pathLst>
            </a:custGeom>
            <a:solidFill>
              <a:srgbClr val="088F00"/>
            </a:solidFill>
          </p:spPr>
          <p:txBody>
            <a:bodyPr wrap="square" lIns="0" tIns="0" rIns="0" bIns="0" rtlCol="0"/>
            <a:lstStyle/>
            <a:p/>
          </p:txBody>
        </p:sp>
        <p:sp>
          <p:nvSpPr>
            <p:cNvPr id="1539" name="object 1539"/>
            <p:cNvSpPr/>
            <p:nvPr/>
          </p:nvSpPr>
          <p:spPr>
            <a:xfrm>
              <a:off x="4914900" y="1120139"/>
              <a:ext cx="163830" cy="7620"/>
            </a:xfrm>
            <a:custGeom>
              <a:avLst/>
              <a:gdLst/>
              <a:ahLst/>
              <a:cxnLst/>
              <a:rect l="l" t="t" r="r" b="b"/>
              <a:pathLst>
                <a:path w="163829" h="7619">
                  <a:moveTo>
                    <a:pt x="161290" y="0"/>
                  </a:moveTo>
                  <a:lnTo>
                    <a:pt x="2540" y="0"/>
                  </a:lnTo>
                  <a:lnTo>
                    <a:pt x="2540" y="2540"/>
                  </a:lnTo>
                  <a:lnTo>
                    <a:pt x="161290" y="2540"/>
                  </a:lnTo>
                  <a:lnTo>
                    <a:pt x="161290" y="0"/>
                  </a:lnTo>
                  <a:close/>
                </a:path>
                <a:path w="163829" h="7619">
                  <a:moveTo>
                    <a:pt x="163830" y="5080"/>
                  </a:moveTo>
                  <a:lnTo>
                    <a:pt x="162560" y="5080"/>
                  </a:lnTo>
                  <a:lnTo>
                    <a:pt x="162560" y="2552"/>
                  </a:lnTo>
                  <a:lnTo>
                    <a:pt x="1270" y="2552"/>
                  </a:lnTo>
                  <a:lnTo>
                    <a:pt x="1270" y="5080"/>
                  </a:lnTo>
                  <a:lnTo>
                    <a:pt x="0" y="5080"/>
                  </a:lnTo>
                  <a:lnTo>
                    <a:pt x="0" y="7620"/>
                  </a:lnTo>
                  <a:lnTo>
                    <a:pt x="163830" y="7620"/>
                  </a:lnTo>
                  <a:lnTo>
                    <a:pt x="163830" y="5080"/>
                  </a:lnTo>
                  <a:close/>
                </a:path>
              </a:pathLst>
            </a:custGeom>
            <a:solidFill>
              <a:srgbClr val="098E00"/>
            </a:solidFill>
          </p:spPr>
          <p:txBody>
            <a:bodyPr wrap="square" lIns="0" tIns="0" rIns="0" bIns="0" rtlCol="0"/>
            <a:lstStyle/>
            <a:p/>
          </p:txBody>
        </p:sp>
        <p:sp>
          <p:nvSpPr>
            <p:cNvPr id="1540" name="object 1540"/>
            <p:cNvSpPr/>
            <p:nvPr/>
          </p:nvSpPr>
          <p:spPr>
            <a:xfrm>
              <a:off x="4912360" y="1127759"/>
              <a:ext cx="168910" cy="7620"/>
            </a:xfrm>
            <a:custGeom>
              <a:avLst/>
              <a:gdLst/>
              <a:ahLst/>
              <a:cxnLst/>
              <a:rect l="l" t="t" r="r" b="b"/>
              <a:pathLst>
                <a:path w="168910" h="7619">
                  <a:moveTo>
                    <a:pt x="168910" y="5080"/>
                  </a:moveTo>
                  <a:lnTo>
                    <a:pt x="167640" y="5080"/>
                  </a:lnTo>
                  <a:lnTo>
                    <a:pt x="167640" y="1270"/>
                  </a:lnTo>
                  <a:lnTo>
                    <a:pt x="166370" y="1270"/>
                  </a:lnTo>
                  <a:lnTo>
                    <a:pt x="166370" y="0"/>
                  </a:lnTo>
                  <a:lnTo>
                    <a:pt x="2540" y="0"/>
                  </a:lnTo>
                  <a:lnTo>
                    <a:pt x="2540" y="1270"/>
                  </a:lnTo>
                  <a:lnTo>
                    <a:pt x="1270" y="1270"/>
                  </a:lnTo>
                  <a:lnTo>
                    <a:pt x="1270" y="5080"/>
                  </a:lnTo>
                  <a:lnTo>
                    <a:pt x="0" y="5080"/>
                  </a:lnTo>
                  <a:lnTo>
                    <a:pt x="0" y="7620"/>
                  </a:lnTo>
                  <a:lnTo>
                    <a:pt x="168910" y="7620"/>
                  </a:lnTo>
                  <a:lnTo>
                    <a:pt x="168910" y="5080"/>
                  </a:lnTo>
                  <a:close/>
                </a:path>
              </a:pathLst>
            </a:custGeom>
            <a:solidFill>
              <a:srgbClr val="0A8D00"/>
            </a:solidFill>
          </p:spPr>
          <p:txBody>
            <a:bodyPr wrap="square" lIns="0" tIns="0" rIns="0" bIns="0" rtlCol="0"/>
            <a:lstStyle/>
            <a:p/>
          </p:txBody>
        </p:sp>
        <p:sp>
          <p:nvSpPr>
            <p:cNvPr id="1541" name="object 1541"/>
            <p:cNvSpPr/>
            <p:nvPr/>
          </p:nvSpPr>
          <p:spPr>
            <a:xfrm>
              <a:off x="4911090" y="1135379"/>
              <a:ext cx="171450" cy="6350"/>
            </a:xfrm>
            <a:custGeom>
              <a:avLst/>
              <a:gdLst/>
              <a:ahLst/>
              <a:cxnLst/>
              <a:rect l="l" t="t" r="r" b="b"/>
              <a:pathLst>
                <a:path w="171450" h="6350">
                  <a:moveTo>
                    <a:pt x="171450" y="3810"/>
                  </a:moveTo>
                  <a:lnTo>
                    <a:pt x="170167" y="3810"/>
                  </a:lnTo>
                  <a:lnTo>
                    <a:pt x="170167" y="1270"/>
                  </a:lnTo>
                  <a:lnTo>
                    <a:pt x="170180" y="0"/>
                  </a:lnTo>
                  <a:lnTo>
                    <a:pt x="1270" y="0"/>
                  </a:lnTo>
                  <a:lnTo>
                    <a:pt x="1270" y="1270"/>
                  </a:lnTo>
                  <a:lnTo>
                    <a:pt x="0" y="1270"/>
                  </a:lnTo>
                  <a:lnTo>
                    <a:pt x="0" y="3810"/>
                  </a:lnTo>
                  <a:lnTo>
                    <a:pt x="0" y="6350"/>
                  </a:lnTo>
                  <a:lnTo>
                    <a:pt x="171450" y="6350"/>
                  </a:lnTo>
                  <a:lnTo>
                    <a:pt x="171450" y="3810"/>
                  </a:lnTo>
                  <a:close/>
                </a:path>
              </a:pathLst>
            </a:custGeom>
            <a:solidFill>
              <a:srgbClr val="0B8C00"/>
            </a:solidFill>
          </p:spPr>
          <p:txBody>
            <a:bodyPr wrap="square" lIns="0" tIns="0" rIns="0" bIns="0" rtlCol="0"/>
            <a:lstStyle/>
            <a:p/>
          </p:txBody>
        </p:sp>
        <p:sp>
          <p:nvSpPr>
            <p:cNvPr id="1542" name="object 1542"/>
            <p:cNvSpPr/>
            <p:nvPr/>
          </p:nvSpPr>
          <p:spPr>
            <a:xfrm>
              <a:off x="4909820" y="1141729"/>
              <a:ext cx="173990" cy="7620"/>
            </a:xfrm>
            <a:custGeom>
              <a:avLst/>
              <a:gdLst/>
              <a:ahLst/>
              <a:cxnLst/>
              <a:rect l="l" t="t" r="r" b="b"/>
              <a:pathLst>
                <a:path w="173989" h="7619">
                  <a:moveTo>
                    <a:pt x="173990" y="3810"/>
                  </a:moveTo>
                  <a:lnTo>
                    <a:pt x="172720" y="3810"/>
                  </a:lnTo>
                  <a:lnTo>
                    <a:pt x="172720" y="1270"/>
                  </a:lnTo>
                  <a:lnTo>
                    <a:pt x="172720" y="0"/>
                  </a:lnTo>
                  <a:lnTo>
                    <a:pt x="1270" y="0"/>
                  </a:lnTo>
                  <a:lnTo>
                    <a:pt x="1270" y="1270"/>
                  </a:lnTo>
                  <a:lnTo>
                    <a:pt x="0" y="1270"/>
                  </a:lnTo>
                  <a:lnTo>
                    <a:pt x="0" y="3810"/>
                  </a:lnTo>
                  <a:lnTo>
                    <a:pt x="0" y="7620"/>
                  </a:lnTo>
                  <a:lnTo>
                    <a:pt x="173990" y="7620"/>
                  </a:lnTo>
                  <a:lnTo>
                    <a:pt x="173990" y="3810"/>
                  </a:lnTo>
                  <a:close/>
                </a:path>
              </a:pathLst>
            </a:custGeom>
            <a:solidFill>
              <a:srgbClr val="0C8B00"/>
            </a:solidFill>
          </p:spPr>
          <p:txBody>
            <a:bodyPr wrap="square" lIns="0" tIns="0" rIns="0" bIns="0" rtlCol="0"/>
            <a:lstStyle/>
            <a:p/>
          </p:txBody>
        </p:sp>
        <p:sp>
          <p:nvSpPr>
            <p:cNvPr id="1543" name="object 1543"/>
            <p:cNvSpPr/>
            <p:nvPr/>
          </p:nvSpPr>
          <p:spPr>
            <a:xfrm>
              <a:off x="4907280" y="1149349"/>
              <a:ext cx="177800" cy="7620"/>
            </a:xfrm>
            <a:custGeom>
              <a:avLst/>
              <a:gdLst/>
              <a:ahLst/>
              <a:cxnLst/>
              <a:rect l="l" t="t" r="r" b="b"/>
              <a:pathLst>
                <a:path w="177800" h="7619">
                  <a:moveTo>
                    <a:pt x="177800" y="5092"/>
                  </a:moveTo>
                  <a:lnTo>
                    <a:pt x="0" y="5092"/>
                  </a:lnTo>
                  <a:lnTo>
                    <a:pt x="0" y="7620"/>
                  </a:lnTo>
                  <a:lnTo>
                    <a:pt x="177800" y="7620"/>
                  </a:lnTo>
                  <a:lnTo>
                    <a:pt x="177800" y="5092"/>
                  </a:lnTo>
                  <a:close/>
                </a:path>
                <a:path w="177800" h="7619">
                  <a:moveTo>
                    <a:pt x="177800" y="1270"/>
                  </a:moveTo>
                  <a:lnTo>
                    <a:pt x="176530" y="1270"/>
                  </a:lnTo>
                  <a:lnTo>
                    <a:pt x="176530" y="0"/>
                  </a:lnTo>
                  <a:lnTo>
                    <a:pt x="1270" y="0"/>
                  </a:lnTo>
                  <a:lnTo>
                    <a:pt x="1270" y="1270"/>
                  </a:lnTo>
                  <a:lnTo>
                    <a:pt x="1270" y="5080"/>
                  </a:lnTo>
                  <a:lnTo>
                    <a:pt x="177800" y="5080"/>
                  </a:lnTo>
                  <a:lnTo>
                    <a:pt x="177800" y="1270"/>
                  </a:lnTo>
                  <a:close/>
                </a:path>
              </a:pathLst>
            </a:custGeom>
            <a:solidFill>
              <a:srgbClr val="0D8A00"/>
            </a:solidFill>
          </p:spPr>
          <p:txBody>
            <a:bodyPr wrap="square" lIns="0" tIns="0" rIns="0" bIns="0" rtlCol="0"/>
            <a:lstStyle/>
            <a:p/>
          </p:txBody>
        </p:sp>
        <p:sp>
          <p:nvSpPr>
            <p:cNvPr id="1544" name="object 1544"/>
            <p:cNvSpPr/>
            <p:nvPr/>
          </p:nvSpPr>
          <p:spPr>
            <a:xfrm>
              <a:off x="4906010" y="1156969"/>
              <a:ext cx="180340" cy="6350"/>
            </a:xfrm>
            <a:custGeom>
              <a:avLst/>
              <a:gdLst/>
              <a:ahLst/>
              <a:cxnLst/>
              <a:rect l="l" t="t" r="r" b="b"/>
              <a:pathLst>
                <a:path w="180339" h="6350">
                  <a:moveTo>
                    <a:pt x="180340" y="1282"/>
                  </a:moveTo>
                  <a:lnTo>
                    <a:pt x="0" y="1282"/>
                  </a:lnTo>
                  <a:lnTo>
                    <a:pt x="0" y="6350"/>
                  </a:lnTo>
                  <a:lnTo>
                    <a:pt x="180340" y="6350"/>
                  </a:lnTo>
                  <a:lnTo>
                    <a:pt x="180340" y="1282"/>
                  </a:lnTo>
                  <a:close/>
                </a:path>
                <a:path w="180339" h="6350">
                  <a:moveTo>
                    <a:pt x="180340" y="0"/>
                  </a:moveTo>
                  <a:lnTo>
                    <a:pt x="1270" y="0"/>
                  </a:lnTo>
                  <a:lnTo>
                    <a:pt x="1270" y="1270"/>
                  </a:lnTo>
                  <a:lnTo>
                    <a:pt x="180340" y="1270"/>
                  </a:lnTo>
                  <a:lnTo>
                    <a:pt x="180340" y="0"/>
                  </a:lnTo>
                  <a:close/>
                </a:path>
              </a:pathLst>
            </a:custGeom>
            <a:solidFill>
              <a:srgbClr val="0F8800"/>
            </a:solidFill>
          </p:spPr>
          <p:txBody>
            <a:bodyPr wrap="square" lIns="0" tIns="0" rIns="0" bIns="0" rtlCol="0"/>
            <a:lstStyle/>
            <a:p/>
          </p:txBody>
        </p:sp>
        <p:sp>
          <p:nvSpPr>
            <p:cNvPr id="1545" name="object 1545"/>
            <p:cNvSpPr/>
            <p:nvPr/>
          </p:nvSpPr>
          <p:spPr>
            <a:xfrm>
              <a:off x="4904740" y="1163319"/>
              <a:ext cx="184150" cy="7620"/>
            </a:xfrm>
            <a:custGeom>
              <a:avLst/>
              <a:gdLst/>
              <a:ahLst/>
              <a:cxnLst/>
              <a:rect l="l" t="t" r="r" b="b"/>
              <a:pathLst>
                <a:path w="184150" h="7619">
                  <a:moveTo>
                    <a:pt x="184150" y="6350"/>
                  </a:moveTo>
                  <a:lnTo>
                    <a:pt x="182867" y="6350"/>
                  </a:lnTo>
                  <a:lnTo>
                    <a:pt x="182867" y="1270"/>
                  </a:lnTo>
                  <a:lnTo>
                    <a:pt x="181610" y="1270"/>
                  </a:lnTo>
                  <a:lnTo>
                    <a:pt x="181610" y="0"/>
                  </a:lnTo>
                  <a:lnTo>
                    <a:pt x="0" y="0"/>
                  </a:lnTo>
                  <a:lnTo>
                    <a:pt x="0" y="1270"/>
                  </a:lnTo>
                  <a:lnTo>
                    <a:pt x="0" y="6350"/>
                  </a:lnTo>
                  <a:lnTo>
                    <a:pt x="0" y="7620"/>
                  </a:lnTo>
                  <a:lnTo>
                    <a:pt x="184150" y="7620"/>
                  </a:lnTo>
                  <a:lnTo>
                    <a:pt x="184150" y="6350"/>
                  </a:lnTo>
                  <a:close/>
                </a:path>
              </a:pathLst>
            </a:custGeom>
            <a:solidFill>
              <a:srgbClr val="108700"/>
            </a:solidFill>
          </p:spPr>
          <p:txBody>
            <a:bodyPr wrap="square" lIns="0" tIns="0" rIns="0" bIns="0" rtlCol="0"/>
            <a:lstStyle/>
            <a:p/>
          </p:txBody>
        </p:sp>
        <p:sp>
          <p:nvSpPr>
            <p:cNvPr id="1546" name="object 1546"/>
            <p:cNvSpPr/>
            <p:nvPr/>
          </p:nvSpPr>
          <p:spPr>
            <a:xfrm>
              <a:off x="4903470" y="1170939"/>
              <a:ext cx="185420" cy="7620"/>
            </a:xfrm>
            <a:custGeom>
              <a:avLst/>
              <a:gdLst/>
              <a:ahLst/>
              <a:cxnLst/>
              <a:rect l="l" t="t" r="r" b="b"/>
              <a:pathLst>
                <a:path w="185420" h="7619">
                  <a:moveTo>
                    <a:pt x="185419" y="0"/>
                  </a:moveTo>
                  <a:lnTo>
                    <a:pt x="0" y="0"/>
                  </a:lnTo>
                  <a:lnTo>
                    <a:pt x="0" y="7620"/>
                  </a:lnTo>
                  <a:lnTo>
                    <a:pt x="185420" y="7620"/>
                  </a:lnTo>
                  <a:lnTo>
                    <a:pt x="185419" y="0"/>
                  </a:lnTo>
                  <a:close/>
                </a:path>
              </a:pathLst>
            </a:custGeom>
            <a:solidFill>
              <a:srgbClr val="118600"/>
            </a:solidFill>
          </p:spPr>
          <p:txBody>
            <a:bodyPr wrap="square" lIns="0" tIns="0" rIns="0" bIns="0" rtlCol="0"/>
            <a:lstStyle/>
            <a:p/>
          </p:txBody>
        </p:sp>
        <p:sp>
          <p:nvSpPr>
            <p:cNvPr id="1547" name="object 1547"/>
            <p:cNvSpPr/>
            <p:nvPr/>
          </p:nvSpPr>
          <p:spPr>
            <a:xfrm>
              <a:off x="4902200" y="1178559"/>
              <a:ext cx="187960" cy="6350"/>
            </a:xfrm>
            <a:custGeom>
              <a:avLst/>
              <a:gdLst/>
              <a:ahLst/>
              <a:cxnLst/>
              <a:rect l="l" t="t" r="r" b="b"/>
              <a:pathLst>
                <a:path w="187960" h="6350">
                  <a:moveTo>
                    <a:pt x="187960" y="0"/>
                  </a:moveTo>
                  <a:lnTo>
                    <a:pt x="1270" y="0"/>
                  </a:lnTo>
                  <a:lnTo>
                    <a:pt x="1270" y="3810"/>
                  </a:lnTo>
                  <a:lnTo>
                    <a:pt x="0" y="3810"/>
                  </a:lnTo>
                  <a:lnTo>
                    <a:pt x="0" y="6350"/>
                  </a:lnTo>
                  <a:lnTo>
                    <a:pt x="187960" y="6350"/>
                  </a:lnTo>
                  <a:lnTo>
                    <a:pt x="187960" y="3810"/>
                  </a:lnTo>
                  <a:lnTo>
                    <a:pt x="187960" y="0"/>
                  </a:lnTo>
                  <a:close/>
                </a:path>
              </a:pathLst>
            </a:custGeom>
            <a:solidFill>
              <a:srgbClr val="128500"/>
            </a:solidFill>
          </p:spPr>
          <p:txBody>
            <a:bodyPr wrap="square" lIns="0" tIns="0" rIns="0" bIns="0" rtlCol="0"/>
            <a:lstStyle/>
            <a:p/>
          </p:txBody>
        </p:sp>
        <p:sp>
          <p:nvSpPr>
            <p:cNvPr id="1548" name="object 1548"/>
            <p:cNvSpPr/>
            <p:nvPr/>
          </p:nvSpPr>
          <p:spPr>
            <a:xfrm>
              <a:off x="4902200" y="1184909"/>
              <a:ext cx="189230" cy="7620"/>
            </a:xfrm>
            <a:custGeom>
              <a:avLst/>
              <a:gdLst/>
              <a:ahLst/>
              <a:cxnLst/>
              <a:rect l="l" t="t" r="r" b="b"/>
              <a:pathLst>
                <a:path w="189229" h="7619">
                  <a:moveTo>
                    <a:pt x="187960" y="0"/>
                  </a:moveTo>
                  <a:lnTo>
                    <a:pt x="0" y="0"/>
                  </a:lnTo>
                  <a:lnTo>
                    <a:pt x="0" y="5080"/>
                  </a:lnTo>
                  <a:lnTo>
                    <a:pt x="187960" y="5080"/>
                  </a:lnTo>
                  <a:lnTo>
                    <a:pt x="187960" y="0"/>
                  </a:lnTo>
                  <a:close/>
                </a:path>
                <a:path w="189229" h="7619">
                  <a:moveTo>
                    <a:pt x="189230" y="5092"/>
                  </a:moveTo>
                  <a:lnTo>
                    <a:pt x="0" y="5092"/>
                  </a:lnTo>
                  <a:lnTo>
                    <a:pt x="0" y="7620"/>
                  </a:lnTo>
                  <a:lnTo>
                    <a:pt x="189230" y="7620"/>
                  </a:lnTo>
                  <a:lnTo>
                    <a:pt x="189230" y="5092"/>
                  </a:lnTo>
                  <a:close/>
                </a:path>
              </a:pathLst>
            </a:custGeom>
            <a:solidFill>
              <a:srgbClr val="138400"/>
            </a:solidFill>
          </p:spPr>
          <p:txBody>
            <a:bodyPr wrap="square" lIns="0" tIns="0" rIns="0" bIns="0" rtlCol="0"/>
            <a:lstStyle/>
            <a:p/>
          </p:txBody>
        </p:sp>
        <p:sp>
          <p:nvSpPr>
            <p:cNvPr id="1549" name="object 1549"/>
            <p:cNvSpPr/>
            <p:nvPr/>
          </p:nvSpPr>
          <p:spPr>
            <a:xfrm>
              <a:off x="4900930" y="1192529"/>
              <a:ext cx="190500" cy="7620"/>
            </a:xfrm>
            <a:custGeom>
              <a:avLst/>
              <a:gdLst/>
              <a:ahLst/>
              <a:cxnLst/>
              <a:rect l="l" t="t" r="r" b="b"/>
              <a:pathLst>
                <a:path w="190500" h="7619">
                  <a:moveTo>
                    <a:pt x="190500" y="0"/>
                  </a:moveTo>
                  <a:lnTo>
                    <a:pt x="1270" y="0"/>
                  </a:lnTo>
                  <a:lnTo>
                    <a:pt x="1270" y="2540"/>
                  </a:lnTo>
                  <a:lnTo>
                    <a:pt x="0" y="2540"/>
                  </a:lnTo>
                  <a:lnTo>
                    <a:pt x="0" y="7620"/>
                  </a:lnTo>
                  <a:lnTo>
                    <a:pt x="190500" y="7620"/>
                  </a:lnTo>
                  <a:lnTo>
                    <a:pt x="190500" y="2540"/>
                  </a:lnTo>
                  <a:lnTo>
                    <a:pt x="190500" y="0"/>
                  </a:lnTo>
                  <a:close/>
                </a:path>
              </a:pathLst>
            </a:custGeom>
            <a:solidFill>
              <a:srgbClr val="148300"/>
            </a:solidFill>
          </p:spPr>
          <p:txBody>
            <a:bodyPr wrap="square" lIns="0" tIns="0" rIns="0" bIns="0" rtlCol="0"/>
            <a:lstStyle/>
            <a:p/>
          </p:txBody>
        </p:sp>
        <p:sp>
          <p:nvSpPr>
            <p:cNvPr id="1550" name="object 1550"/>
            <p:cNvSpPr/>
            <p:nvPr/>
          </p:nvSpPr>
          <p:spPr>
            <a:xfrm>
              <a:off x="4900930" y="1200149"/>
              <a:ext cx="191770" cy="6350"/>
            </a:xfrm>
            <a:custGeom>
              <a:avLst/>
              <a:gdLst/>
              <a:ahLst/>
              <a:cxnLst/>
              <a:rect l="l" t="t" r="r" b="b"/>
              <a:pathLst>
                <a:path w="191770" h="6350">
                  <a:moveTo>
                    <a:pt x="191770" y="1270"/>
                  </a:moveTo>
                  <a:lnTo>
                    <a:pt x="190500" y="1270"/>
                  </a:lnTo>
                  <a:lnTo>
                    <a:pt x="190500" y="0"/>
                  </a:lnTo>
                  <a:lnTo>
                    <a:pt x="0" y="0"/>
                  </a:lnTo>
                  <a:lnTo>
                    <a:pt x="0" y="1270"/>
                  </a:lnTo>
                  <a:lnTo>
                    <a:pt x="0" y="6350"/>
                  </a:lnTo>
                  <a:lnTo>
                    <a:pt x="191770" y="6350"/>
                  </a:lnTo>
                  <a:lnTo>
                    <a:pt x="191770" y="1270"/>
                  </a:lnTo>
                  <a:close/>
                </a:path>
              </a:pathLst>
            </a:custGeom>
            <a:solidFill>
              <a:srgbClr val="158200"/>
            </a:solidFill>
          </p:spPr>
          <p:txBody>
            <a:bodyPr wrap="square" lIns="0" tIns="0" rIns="0" bIns="0" rtlCol="0"/>
            <a:lstStyle/>
            <a:p/>
          </p:txBody>
        </p:sp>
        <p:sp>
          <p:nvSpPr>
            <p:cNvPr id="1551" name="object 1551"/>
            <p:cNvSpPr/>
            <p:nvPr/>
          </p:nvSpPr>
          <p:spPr>
            <a:xfrm>
              <a:off x="4899660" y="1206499"/>
              <a:ext cx="194310" cy="7620"/>
            </a:xfrm>
            <a:custGeom>
              <a:avLst/>
              <a:gdLst/>
              <a:ahLst/>
              <a:cxnLst/>
              <a:rect l="l" t="t" r="r" b="b"/>
              <a:pathLst>
                <a:path w="194310" h="7619">
                  <a:moveTo>
                    <a:pt x="194310" y="6350"/>
                  </a:moveTo>
                  <a:lnTo>
                    <a:pt x="193040" y="6350"/>
                  </a:lnTo>
                  <a:lnTo>
                    <a:pt x="193040" y="0"/>
                  </a:lnTo>
                  <a:lnTo>
                    <a:pt x="0" y="0"/>
                  </a:lnTo>
                  <a:lnTo>
                    <a:pt x="0" y="6350"/>
                  </a:lnTo>
                  <a:lnTo>
                    <a:pt x="0" y="7620"/>
                  </a:lnTo>
                  <a:lnTo>
                    <a:pt x="194310" y="7620"/>
                  </a:lnTo>
                  <a:lnTo>
                    <a:pt x="194310" y="6350"/>
                  </a:lnTo>
                  <a:close/>
                </a:path>
              </a:pathLst>
            </a:custGeom>
            <a:solidFill>
              <a:srgbClr val="178000"/>
            </a:solidFill>
          </p:spPr>
          <p:txBody>
            <a:bodyPr wrap="square" lIns="0" tIns="0" rIns="0" bIns="0" rtlCol="0"/>
            <a:lstStyle/>
            <a:p/>
          </p:txBody>
        </p:sp>
        <p:sp>
          <p:nvSpPr>
            <p:cNvPr id="1552" name="object 1552"/>
            <p:cNvSpPr/>
            <p:nvPr/>
          </p:nvSpPr>
          <p:spPr>
            <a:xfrm>
              <a:off x="4898390" y="1214119"/>
              <a:ext cx="195580" cy="7620"/>
            </a:xfrm>
            <a:custGeom>
              <a:avLst/>
              <a:gdLst/>
              <a:ahLst/>
              <a:cxnLst/>
              <a:rect l="l" t="t" r="r" b="b"/>
              <a:pathLst>
                <a:path w="195579" h="7619">
                  <a:moveTo>
                    <a:pt x="0" y="7619"/>
                  </a:moveTo>
                  <a:lnTo>
                    <a:pt x="0" y="0"/>
                  </a:lnTo>
                  <a:lnTo>
                    <a:pt x="195580" y="0"/>
                  </a:lnTo>
                  <a:lnTo>
                    <a:pt x="195580" y="7619"/>
                  </a:lnTo>
                  <a:lnTo>
                    <a:pt x="0" y="7619"/>
                  </a:lnTo>
                  <a:close/>
                </a:path>
              </a:pathLst>
            </a:custGeom>
            <a:solidFill>
              <a:srgbClr val="187F00"/>
            </a:solidFill>
          </p:spPr>
          <p:txBody>
            <a:bodyPr wrap="square" lIns="0" tIns="0" rIns="0" bIns="0" rtlCol="0"/>
            <a:lstStyle/>
            <a:p/>
          </p:txBody>
        </p:sp>
        <p:sp>
          <p:nvSpPr>
            <p:cNvPr id="1553" name="object 1553"/>
            <p:cNvSpPr/>
            <p:nvPr/>
          </p:nvSpPr>
          <p:spPr>
            <a:xfrm>
              <a:off x="4897120" y="1221739"/>
              <a:ext cx="196850" cy="6350"/>
            </a:xfrm>
            <a:custGeom>
              <a:avLst/>
              <a:gdLst/>
              <a:ahLst/>
              <a:cxnLst/>
              <a:rect l="l" t="t" r="r" b="b"/>
              <a:pathLst>
                <a:path w="196850" h="6350">
                  <a:moveTo>
                    <a:pt x="196850" y="0"/>
                  </a:moveTo>
                  <a:lnTo>
                    <a:pt x="1270" y="0"/>
                  </a:lnTo>
                  <a:lnTo>
                    <a:pt x="1270" y="3810"/>
                  </a:lnTo>
                  <a:lnTo>
                    <a:pt x="0" y="3810"/>
                  </a:lnTo>
                  <a:lnTo>
                    <a:pt x="0" y="6350"/>
                  </a:lnTo>
                  <a:lnTo>
                    <a:pt x="196850" y="6350"/>
                  </a:lnTo>
                  <a:lnTo>
                    <a:pt x="196850" y="3810"/>
                  </a:lnTo>
                  <a:lnTo>
                    <a:pt x="196850" y="0"/>
                  </a:lnTo>
                  <a:close/>
                </a:path>
              </a:pathLst>
            </a:custGeom>
            <a:solidFill>
              <a:srgbClr val="197E00"/>
            </a:solidFill>
          </p:spPr>
          <p:txBody>
            <a:bodyPr wrap="square" lIns="0" tIns="0" rIns="0" bIns="0" rtlCol="0"/>
            <a:lstStyle/>
            <a:p/>
          </p:txBody>
        </p:sp>
        <p:sp>
          <p:nvSpPr>
            <p:cNvPr id="1554" name="object 1554"/>
            <p:cNvSpPr/>
            <p:nvPr/>
          </p:nvSpPr>
          <p:spPr>
            <a:xfrm>
              <a:off x="4897120" y="1228089"/>
              <a:ext cx="196850" cy="7620"/>
            </a:xfrm>
            <a:custGeom>
              <a:avLst/>
              <a:gdLst/>
              <a:ahLst/>
              <a:cxnLst/>
              <a:rect l="l" t="t" r="r" b="b"/>
              <a:pathLst>
                <a:path w="196850" h="7619">
                  <a:moveTo>
                    <a:pt x="196850" y="0"/>
                  </a:moveTo>
                  <a:lnTo>
                    <a:pt x="0" y="0"/>
                  </a:lnTo>
                  <a:lnTo>
                    <a:pt x="0" y="1270"/>
                  </a:lnTo>
                  <a:lnTo>
                    <a:pt x="0" y="2540"/>
                  </a:lnTo>
                  <a:lnTo>
                    <a:pt x="0" y="3810"/>
                  </a:lnTo>
                  <a:lnTo>
                    <a:pt x="0" y="5080"/>
                  </a:lnTo>
                  <a:lnTo>
                    <a:pt x="0" y="6350"/>
                  </a:lnTo>
                  <a:lnTo>
                    <a:pt x="0" y="7620"/>
                  </a:lnTo>
                  <a:lnTo>
                    <a:pt x="91440" y="7620"/>
                  </a:lnTo>
                  <a:lnTo>
                    <a:pt x="91440" y="6350"/>
                  </a:lnTo>
                  <a:lnTo>
                    <a:pt x="93980" y="6350"/>
                  </a:lnTo>
                  <a:lnTo>
                    <a:pt x="93980" y="5080"/>
                  </a:lnTo>
                  <a:lnTo>
                    <a:pt x="95250" y="5080"/>
                  </a:lnTo>
                  <a:lnTo>
                    <a:pt x="95250" y="3810"/>
                  </a:lnTo>
                  <a:lnTo>
                    <a:pt x="96520" y="3810"/>
                  </a:lnTo>
                  <a:lnTo>
                    <a:pt x="96520" y="2540"/>
                  </a:lnTo>
                  <a:lnTo>
                    <a:pt x="101600" y="2540"/>
                  </a:lnTo>
                  <a:lnTo>
                    <a:pt x="101600" y="1270"/>
                  </a:lnTo>
                  <a:lnTo>
                    <a:pt x="105410" y="1270"/>
                  </a:lnTo>
                  <a:lnTo>
                    <a:pt x="105410" y="2540"/>
                  </a:lnTo>
                  <a:lnTo>
                    <a:pt x="107950" y="2540"/>
                  </a:lnTo>
                  <a:lnTo>
                    <a:pt x="107950" y="3810"/>
                  </a:lnTo>
                  <a:lnTo>
                    <a:pt x="111760" y="3810"/>
                  </a:lnTo>
                  <a:lnTo>
                    <a:pt x="111760" y="6350"/>
                  </a:lnTo>
                  <a:lnTo>
                    <a:pt x="114300" y="6350"/>
                  </a:lnTo>
                  <a:lnTo>
                    <a:pt x="114300" y="7620"/>
                  </a:lnTo>
                  <a:lnTo>
                    <a:pt x="196850" y="7620"/>
                  </a:lnTo>
                  <a:lnTo>
                    <a:pt x="196850" y="6350"/>
                  </a:lnTo>
                  <a:lnTo>
                    <a:pt x="196850" y="3810"/>
                  </a:lnTo>
                  <a:lnTo>
                    <a:pt x="196850" y="2540"/>
                  </a:lnTo>
                  <a:lnTo>
                    <a:pt x="196850" y="1270"/>
                  </a:lnTo>
                  <a:lnTo>
                    <a:pt x="196850" y="0"/>
                  </a:lnTo>
                  <a:close/>
                </a:path>
              </a:pathLst>
            </a:custGeom>
            <a:solidFill>
              <a:srgbClr val="1A7D00"/>
            </a:solidFill>
          </p:spPr>
          <p:txBody>
            <a:bodyPr wrap="square" lIns="0" tIns="0" rIns="0" bIns="0" rtlCol="0"/>
            <a:lstStyle/>
            <a:p/>
          </p:txBody>
        </p:sp>
        <p:sp>
          <p:nvSpPr>
            <p:cNvPr id="1555" name="object 1555"/>
            <p:cNvSpPr/>
            <p:nvPr/>
          </p:nvSpPr>
          <p:spPr>
            <a:xfrm>
              <a:off x="4897120" y="1235709"/>
              <a:ext cx="198120" cy="7620"/>
            </a:xfrm>
            <a:custGeom>
              <a:avLst/>
              <a:gdLst/>
              <a:ahLst/>
              <a:cxnLst/>
              <a:rect l="l" t="t" r="r" b="b"/>
              <a:pathLst>
                <a:path w="198120" h="7619">
                  <a:moveTo>
                    <a:pt x="88900" y="0"/>
                  </a:moveTo>
                  <a:lnTo>
                    <a:pt x="0" y="0"/>
                  </a:lnTo>
                  <a:lnTo>
                    <a:pt x="0" y="7619"/>
                  </a:lnTo>
                  <a:lnTo>
                    <a:pt x="85089" y="7619"/>
                  </a:lnTo>
                  <a:lnTo>
                    <a:pt x="85089" y="6350"/>
                  </a:lnTo>
                  <a:lnTo>
                    <a:pt x="86360" y="6350"/>
                  </a:lnTo>
                  <a:lnTo>
                    <a:pt x="86360" y="3810"/>
                  </a:lnTo>
                  <a:lnTo>
                    <a:pt x="87629" y="3810"/>
                  </a:lnTo>
                  <a:lnTo>
                    <a:pt x="87629" y="2539"/>
                  </a:lnTo>
                  <a:lnTo>
                    <a:pt x="88900" y="2539"/>
                  </a:lnTo>
                  <a:lnTo>
                    <a:pt x="88900" y="0"/>
                  </a:lnTo>
                  <a:close/>
                </a:path>
                <a:path w="198120" h="7619">
                  <a:moveTo>
                    <a:pt x="196850" y="0"/>
                  </a:moveTo>
                  <a:lnTo>
                    <a:pt x="114300" y="0"/>
                  </a:lnTo>
                  <a:lnTo>
                    <a:pt x="114300" y="2539"/>
                  </a:lnTo>
                  <a:lnTo>
                    <a:pt x="115569" y="2539"/>
                  </a:lnTo>
                  <a:lnTo>
                    <a:pt x="115569" y="6350"/>
                  </a:lnTo>
                  <a:lnTo>
                    <a:pt x="116839" y="6350"/>
                  </a:lnTo>
                  <a:lnTo>
                    <a:pt x="116839" y="7619"/>
                  </a:lnTo>
                  <a:lnTo>
                    <a:pt x="198119" y="7619"/>
                  </a:lnTo>
                  <a:lnTo>
                    <a:pt x="198120" y="1269"/>
                  </a:lnTo>
                  <a:lnTo>
                    <a:pt x="196850" y="1269"/>
                  </a:lnTo>
                  <a:lnTo>
                    <a:pt x="196850" y="0"/>
                  </a:lnTo>
                  <a:close/>
                </a:path>
              </a:pathLst>
            </a:custGeom>
            <a:solidFill>
              <a:srgbClr val="1B7C00"/>
            </a:solidFill>
          </p:spPr>
          <p:txBody>
            <a:bodyPr wrap="square" lIns="0" tIns="0" rIns="0" bIns="0" rtlCol="0"/>
            <a:lstStyle/>
            <a:p/>
          </p:txBody>
        </p:sp>
        <p:sp>
          <p:nvSpPr>
            <p:cNvPr id="1556" name="object 1556"/>
            <p:cNvSpPr/>
            <p:nvPr/>
          </p:nvSpPr>
          <p:spPr>
            <a:xfrm>
              <a:off x="4895850" y="1243329"/>
              <a:ext cx="200660" cy="6350"/>
            </a:xfrm>
            <a:custGeom>
              <a:avLst/>
              <a:gdLst/>
              <a:ahLst/>
              <a:cxnLst/>
              <a:rect l="l" t="t" r="r" b="b"/>
              <a:pathLst>
                <a:path w="200660" h="6350">
                  <a:moveTo>
                    <a:pt x="86360" y="0"/>
                  </a:moveTo>
                  <a:lnTo>
                    <a:pt x="0" y="0"/>
                  </a:lnTo>
                  <a:lnTo>
                    <a:pt x="0" y="6350"/>
                  </a:lnTo>
                  <a:lnTo>
                    <a:pt x="85089" y="6350"/>
                  </a:lnTo>
                  <a:lnTo>
                    <a:pt x="85089" y="2540"/>
                  </a:lnTo>
                  <a:lnTo>
                    <a:pt x="86360" y="2540"/>
                  </a:lnTo>
                  <a:lnTo>
                    <a:pt x="86360" y="0"/>
                  </a:lnTo>
                  <a:close/>
                </a:path>
                <a:path w="200660" h="6350">
                  <a:moveTo>
                    <a:pt x="199389" y="0"/>
                  </a:moveTo>
                  <a:lnTo>
                    <a:pt x="118110" y="0"/>
                  </a:lnTo>
                  <a:lnTo>
                    <a:pt x="118110" y="6350"/>
                  </a:lnTo>
                  <a:lnTo>
                    <a:pt x="200660" y="6350"/>
                  </a:lnTo>
                  <a:lnTo>
                    <a:pt x="200660" y="3810"/>
                  </a:lnTo>
                  <a:lnTo>
                    <a:pt x="199389" y="3810"/>
                  </a:lnTo>
                  <a:lnTo>
                    <a:pt x="199389" y="0"/>
                  </a:lnTo>
                  <a:close/>
                </a:path>
              </a:pathLst>
            </a:custGeom>
            <a:solidFill>
              <a:srgbClr val="1C7B00"/>
            </a:solidFill>
          </p:spPr>
          <p:txBody>
            <a:bodyPr wrap="square" lIns="0" tIns="0" rIns="0" bIns="0" rtlCol="0"/>
            <a:lstStyle/>
            <a:p/>
          </p:txBody>
        </p:sp>
        <p:sp>
          <p:nvSpPr>
            <p:cNvPr id="1557" name="object 1557"/>
            <p:cNvSpPr/>
            <p:nvPr/>
          </p:nvSpPr>
          <p:spPr>
            <a:xfrm>
              <a:off x="4895850" y="1249679"/>
              <a:ext cx="200660" cy="7620"/>
            </a:xfrm>
            <a:custGeom>
              <a:avLst/>
              <a:gdLst/>
              <a:ahLst/>
              <a:cxnLst/>
              <a:rect l="l" t="t" r="r" b="b"/>
              <a:pathLst>
                <a:path w="200660" h="7619">
                  <a:moveTo>
                    <a:pt x="85089" y="0"/>
                  </a:moveTo>
                  <a:lnTo>
                    <a:pt x="0" y="0"/>
                  </a:lnTo>
                  <a:lnTo>
                    <a:pt x="0" y="7620"/>
                  </a:lnTo>
                  <a:lnTo>
                    <a:pt x="83820" y="7620"/>
                  </a:lnTo>
                  <a:lnTo>
                    <a:pt x="83820" y="1270"/>
                  </a:lnTo>
                  <a:lnTo>
                    <a:pt x="85089" y="1270"/>
                  </a:lnTo>
                  <a:lnTo>
                    <a:pt x="85089" y="0"/>
                  </a:lnTo>
                  <a:close/>
                </a:path>
                <a:path w="200660" h="7619">
                  <a:moveTo>
                    <a:pt x="200660" y="0"/>
                  </a:moveTo>
                  <a:lnTo>
                    <a:pt x="118110" y="0"/>
                  </a:lnTo>
                  <a:lnTo>
                    <a:pt x="118110" y="5080"/>
                  </a:lnTo>
                  <a:lnTo>
                    <a:pt x="119379" y="5080"/>
                  </a:lnTo>
                  <a:lnTo>
                    <a:pt x="119379" y="7620"/>
                  </a:lnTo>
                  <a:lnTo>
                    <a:pt x="200659" y="7620"/>
                  </a:lnTo>
                  <a:lnTo>
                    <a:pt x="200660" y="0"/>
                  </a:lnTo>
                  <a:close/>
                </a:path>
              </a:pathLst>
            </a:custGeom>
            <a:solidFill>
              <a:srgbClr val="1D7A00"/>
            </a:solidFill>
          </p:spPr>
          <p:txBody>
            <a:bodyPr wrap="square" lIns="0" tIns="0" rIns="0" bIns="0" rtlCol="0"/>
            <a:lstStyle/>
            <a:p/>
          </p:txBody>
        </p:sp>
        <p:sp>
          <p:nvSpPr>
            <p:cNvPr id="1558" name="object 1558"/>
            <p:cNvSpPr/>
            <p:nvPr/>
          </p:nvSpPr>
          <p:spPr>
            <a:xfrm>
              <a:off x="4894580" y="1257299"/>
              <a:ext cx="201930" cy="7620"/>
            </a:xfrm>
            <a:custGeom>
              <a:avLst/>
              <a:gdLst/>
              <a:ahLst/>
              <a:cxnLst/>
              <a:rect l="l" t="t" r="r" b="b"/>
              <a:pathLst>
                <a:path w="201929" h="7619">
                  <a:moveTo>
                    <a:pt x="83820" y="5207"/>
                  </a:moveTo>
                  <a:lnTo>
                    <a:pt x="0" y="5207"/>
                  </a:lnTo>
                  <a:lnTo>
                    <a:pt x="0" y="7620"/>
                  </a:lnTo>
                  <a:lnTo>
                    <a:pt x="83820" y="7620"/>
                  </a:lnTo>
                  <a:lnTo>
                    <a:pt x="83820" y="5207"/>
                  </a:lnTo>
                  <a:close/>
                </a:path>
                <a:path w="201929" h="7619">
                  <a:moveTo>
                    <a:pt x="83820" y="0"/>
                  </a:moveTo>
                  <a:lnTo>
                    <a:pt x="1270" y="0"/>
                  </a:lnTo>
                  <a:lnTo>
                    <a:pt x="1270" y="5080"/>
                  </a:lnTo>
                  <a:lnTo>
                    <a:pt x="83820" y="5080"/>
                  </a:lnTo>
                  <a:lnTo>
                    <a:pt x="83820" y="0"/>
                  </a:lnTo>
                  <a:close/>
                </a:path>
                <a:path w="201929" h="7619">
                  <a:moveTo>
                    <a:pt x="201917" y="5207"/>
                  </a:moveTo>
                  <a:lnTo>
                    <a:pt x="120650" y="5207"/>
                  </a:lnTo>
                  <a:lnTo>
                    <a:pt x="120650" y="7620"/>
                  </a:lnTo>
                  <a:lnTo>
                    <a:pt x="201917" y="7620"/>
                  </a:lnTo>
                  <a:lnTo>
                    <a:pt x="201917" y="5207"/>
                  </a:lnTo>
                  <a:close/>
                </a:path>
                <a:path w="201929" h="7619">
                  <a:moveTo>
                    <a:pt x="201917" y="0"/>
                  </a:moveTo>
                  <a:lnTo>
                    <a:pt x="120650" y="0"/>
                  </a:lnTo>
                  <a:lnTo>
                    <a:pt x="120650" y="5080"/>
                  </a:lnTo>
                  <a:lnTo>
                    <a:pt x="201917" y="5080"/>
                  </a:lnTo>
                  <a:lnTo>
                    <a:pt x="201917" y="0"/>
                  </a:lnTo>
                  <a:close/>
                </a:path>
              </a:pathLst>
            </a:custGeom>
            <a:solidFill>
              <a:srgbClr val="1F7800"/>
            </a:solidFill>
          </p:spPr>
          <p:txBody>
            <a:bodyPr wrap="square" lIns="0" tIns="0" rIns="0" bIns="0" rtlCol="0"/>
            <a:lstStyle/>
            <a:p/>
          </p:txBody>
        </p:sp>
        <p:sp>
          <p:nvSpPr>
            <p:cNvPr id="1559" name="object 1559"/>
            <p:cNvSpPr/>
            <p:nvPr/>
          </p:nvSpPr>
          <p:spPr>
            <a:xfrm>
              <a:off x="4894580" y="1264919"/>
              <a:ext cx="201930" cy="6350"/>
            </a:xfrm>
            <a:custGeom>
              <a:avLst/>
              <a:gdLst/>
              <a:ahLst/>
              <a:cxnLst/>
              <a:rect l="l" t="t" r="r" b="b"/>
              <a:pathLst>
                <a:path w="201929" h="6350">
                  <a:moveTo>
                    <a:pt x="119380" y="2539"/>
                  </a:moveTo>
                  <a:lnTo>
                    <a:pt x="118110" y="2539"/>
                  </a:lnTo>
                  <a:lnTo>
                    <a:pt x="118110" y="3809"/>
                  </a:lnTo>
                  <a:lnTo>
                    <a:pt x="116840" y="3809"/>
                  </a:lnTo>
                  <a:lnTo>
                    <a:pt x="116840" y="5206"/>
                  </a:lnTo>
                  <a:lnTo>
                    <a:pt x="115570" y="5206"/>
                  </a:lnTo>
                  <a:lnTo>
                    <a:pt x="115570" y="6350"/>
                  </a:lnTo>
                  <a:lnTo>
                    <a:pt x="201930" y="6350"/>
                  </a:lnTo>
                  <a:lnTo>
                    <a:pt x="201930" y="2666"/>
                  </a:lnTo>
                  <a:lnTo>
                    <a:pt x="119380" y="2666"/>
                  </a:lnTo>
                  <a:lnTo>
                    <a:pt x="119380" y="2539"/>
                  </a:lnTo>
                  <a:close/>
                </a:path>
                <a:path w="201929" h="6350">
                  <a:moveTo>
                    <a:pt x="201929" y="0"/>
                  </a:moveTo>
                  <a:lnTo>
                    <a:pt x="120650" y="0"/>
                  </a:lnTo>
                  <a:lnTo>
                    <a:pt x="119380" y="126"/>
                  </a:lnTo>
                  <a:lnTo>
                    <a:pt x="119380" y="2539"/>
                  </a:lnTo>
                  <a:lnTo>
                    <a:pt x="201930" y="2539"/>
                  </a:lnTo>
                  <a:lnTo>
                    <a:pt x="201929" y="0"/>
                  </a:lnTo>
                  <a:close/>
                </a:path>
                <a:path w="201929" h="6350">
                  <a:moveTo>
                    <a:pt x="82550" y="2666"/>
                  </a:moveTo>
                  <a:lnTo>
                    <a:pt x="0" y="2666"/>
                  </a:lnTo>
                  <a:lnTo>
                    <a:pt x="0" y="6350"/>
                  </a:lnTo>
                  <a:lnTo>
                    <a:pt x="82550" y="6350"/>
                  </a:lnTo>
                  <a:lnTo>
                    <a:pt x="82550" y="2666"/>
                  </a:lnTo>
                  <a:close/>
                </a:path>
                <a:path w="201929" h="6350">
                  <a:moveTo>
                    <a:pt x="83820" y="0"/>
                  </a:moveTo>
                  <a:lnTo>
                    <a:pt x="0" y="0"/>
                  </a:lnTo>
                  <a:lnTo>
                    <a:pt x="0" y="2539"/>
                  </a:lnTo>
                  <a:lnTo>
                    <a:pt x="82550" y="2539"/>
                  </a:lnTo>
                  <a:lnTo>
                    <a:pt x="82550" y="126"/>
                  </a:lnTo>
                  <a:lnTo>
                    <a:pt x="83820" y="126"/>
                  </a:lnTo>
                  <a:close/>
                </a:path>
              </a:pathLst>
            </a:custGeom>
            <a:solidFill>
              <a:srgbClr val="207700"/>
            </a:solidFill>
          </p:spPr>
          <p:txBody>
            <a:bodyPr wrap="square" lIns="0" tIns="0" rIns="0" bIns="0" rtlCol="0"/>
            <a:lstStyle/>
            <a:p/>
          </p:txBody>
        </p:sp>
        <p:sp>
          <p:nvSpPr>
            <p:cNvPr id="1560" name="object 1560"/>
            <p:cNvSpPr/>
            <p:nvPr/>
          </p:nvSpPr>
          <p:spPr>
            <a:xfrm>
              <a:off x="4894580" y="1271269"/>
              <a:ext cx="201930" cy="7620"/>
            </a:xfrm>
            <a:custGeom>
              <a:avLst/>
              <a:gdLst/>
              <a:ahLst/>
              <a:cxnLst/>
              <a:rect l="l" t="t" r="r" b="b"/>
              <a:pathLst>
                <a:path w="201929" h="7619">
                  <a:moveTo>
                    <a:pt x="81267" y="6477"/>
                  </a:moveTo>
                  <a:lnTo>
                    <a:pt x="19050" y="6477"/>
                  </a:lnTo>
                  <a:lnTo>
                    <a:pt x="19050" y="7620"/>
                  </a:lnTo>
                  <a:lnTo>
                    <a:pt x="81267" y="7620"/>
                  </a:lnTo>
                  <a:lnTo>
                    <a:pt x="81267" y="6477"/>
                  </a:lnTo>
                  <a:close/>
                </a:path>
                <a:path w="201929" h="7619">
                  <a:moveTo>
                    <a:pt x="82550" y="0"/>
                  </a:moveTo>
                  <a:lnTo>
                    <a:pt x="0" y="0"/>
                  </a:lnTo>
                  <a:lnTo>
                    <a:pt x="0" y="1397"/>
                  </a:lnTo>
                  <a:lnTo>
                    <a:pt x="5080" y="1397"/>
                  </a:lnTo>
                  <a:lnTo>
                    <a:pt x="5080" y="2540"/>
                  </a:lnTo>
                  <a:lnTo>
                    <a:pt x="8890" y="2540"/>
                  </a:lnTo>
                  <a:lnTo>
                    <a:pt x="8890" y="3810"/>
                  </a:lnTo>
                  <a:lnTo>
                    <a:pt x="12700" y="3810"/>
                  </a:lnTo>
                  <a:lnTo>
                    <a:pt x="12700" y="5080"/>
                  </a:lnTo>
                  <a:lnTo>
                    <a:pt x="16510" y="5080"/>
                  </a:lnTo>
                  <a:lnTo>
                    <a:pt x="16510" y="6350"/>
                  </a:lnTo>
                  <a:lnTo>
                    <a:pt x="81280" y="6350"/>
                  </a:lnTo>
                  <a:lnTo>
                    <a:pt x="81280" y="5080"/>
                  </a:lnTo>
                  <a:lnTo>
                    <a:pt x="81280" y="3810"/>
                  </a:lnTo>
                  <a:lnTo>
                    <a:pt x="81280" y="2540"/>
                  </a:lnTo>
                  <a:lnTo>
                    <a:pt x="81280" y="1397"/>
                  </a:lnTo>
                  <a:lnTo>
                    <a:pt x="82550" y="1397"/>
                  </a:lnTo>
                  <a:lnTo>
                    <a:pt x="82550" y="0"/>
                  </a:lnTo>
                  <a:close/>
                </a:path>
                <a:path w="201929" h="7619">
                  <a:moveTo>
                    <a:pt x="201930" y="0"/>
                  </a:moveTo>
                  <a:lnTo>
                    <a:pt x="115570" y="0"/>
                  </a:lnTo>
                  <a:lnTo>
                    <a:pt x="115570" y="1270"/>
                  </a:lnTo>
                  <a:lnTo>
                    <a:pt x="114300" y="1270"/>
                  </a:lnTo>
                  <a:lnTo>
                    <a:pt x="114300" y="2540"/>
                  </a:lnTo>
                  <a:lnTo>
                    <a:pt x="113030" y="2540"/>
                  </a:lnTo>
                  <a:lnTo>
                    <a:pt x="113030" y="3810"/>
                  </a:lnTo>
                  <a:lnTo>
                    <a:pt x="111760" y="3810"/>
                  </a:lnTo>
                  <a:lnTo>
                    <a:pt x="111760" y="5080"/>
                  </a:lnTo>
                  <a:lnTo>
                    <a:pt x="110490" y="5080"/>
                  </a:lnTo>
                  <a:lnTo>
                    <a:pt x="110490" y="6350"/>
                  </a:lnTo>
                  <a:lnTo>
                    <a:pt x="109220" y="6350"/>
                  </a:lnTo>
                  <a:lnTo>
                    <a:pt x="109220" y="7620"/>
                  </a:lnTo>
                  <a:lnTo>
                    <a:pt x="201930" y="7620"/>
                  </a:lnTo>
                  <a:lnTo>
                    <a:pt x="201930" y="6350"/>
                  </a:lnTo>
                  <a:lnTo>
                    <a:pt x="201930" y="5080"/>
                  </a:lnTo>
                  <a:lnTo>
                    <a:pt x="201930" y="3810"/>
                  </a:lnTo>
                  <a:lnTo>
                    <a:pt x="201930" y="2540"/>
                  </a:lnTo>
                  <a:lnTo>
                    <a:pt x="201930" y="1270"/>
                  </a:lnTo>
                  <a:lnTo>
                    <a:pt x="201930" y="0"/>
                  </a:lnTo>
                  <a:close/>
                </a:path>
              </a:pathLst>
            </a:custGeom>
            <a:solidFill>
              <a:srgbClr val="217600"/>
            </a:solidFill>
          </p:spPr>
          <p:txBody>
            <a:bodyPr wrap="square" lIns="0" tIns="0" rIns="0" bIns="0" rtlCol="0"/>
            <a:lstStyle/>
            <a:p/>
          </p:txBody>
        </p:sp>
        <p:sp>
          <p:nvSpPr>
            <p:cNvPr id="1561" name="object 1561"/>
            <p:cNvSpPr/>
            <p:nvPr/>
          </p:nvSpPr>
          <p:spPr>
            <a:xfrm>
              <a:off x="4917440" y="1278889"/>
              <a:ext cx="179070" cy="7620"/>
            </a:xfrm>
            <a:custGeom>
              <a:avLst/>
              <a:gdLst/>
              <a:ahLst/>
              <a:cxnLst/>
              <a:rect l="l" t="t" r="r" b="b"/>
              <a:pathLst>
                <a:path w="179070" h="7619">
                  <a:moveTo>
                    <a:pt x="58420" y="0"/>
                  </a:moveTo>
                  <a:lnTo>
                    <a:pt x="0" y="0"/>
                  </a:lnTo>
                  <a:lnTo>
                    <a:pt x="0" y="1270"/>
                  </a:lnTo>
                  <a:lnTo>
                    <a:pt x="3810" y="1270"/>
                  </a:lnTo>
                  <a:lnTo>
                    <a:pt x="3810" y="2540"/>
                  </a:lnTo>
                  <a:lnTo>
                    <a:pt x="7620" y="2540"/>
                  </a:lnTo>
                  <a:lnTo>
                    <a:pt x="7620" y="3810"/>
                  </a:lnTo>
                  <a:lnTo>
                    <a:pt x="11430" y="3810"/>
                  </a:lnTo>
                  <a:lnTo>
                    <a:pt x="11430" y="5080"/>
                  </a:lnTo>
                  <a:lnTo>
                    <a:pt x="15240" y="5080"/>
                  </a:lnTo>
                  <a:lnTo>
                    <a:pt x="15240" y="6350"/>
                  </a:lnTo>
                  <a:lnTo>
                    <a:pt x="19050" y="6350"/>
                  </a:lnTo>
                  <a:lnTo>
                    <a:pt x="19050" y="7620"/>
                  </a:lnTo>
                  <a:lnTo>
                    <a:pt x="57150" y="7620"/>
                  </a:lnTo>
                  <a:lnTo>
                    <a:pt x="57150" y="6350"/>
                  </a:lnTo>
                  <a:lnTo>
                    <a:pt x="57150" y="5080"/>
                  </a:lnTo>
                  <a:lnTo>
                    <a:pt x="57150" y="3810"/>
                  </a:lnTo>
                  <a:lnTo>
                    <a:pt x="58420" y="3810"/>
                  </a:lnTo>
                  <a:lnTo>
                    <a:pt x="58420" y="2540"/>
                  </a:lnTo>
                  <a:lnTo>
                    <a:pt x="58420" y="1270"/>
                  </a:lnTo>
                  <a:lnTo>
                    <a:pt x="58420" y="0"/>
                  </a:lnTo>
                  <a:close/>
                </a:path>
                <a:path w="179070" h="7619">
                  <a:moveTo>
                    <a:pt x="179070" y="1270"/>
                  </a:moveTo>
                  <a:lnTo>
                    <a:pt x="179057" y="0"/>
                  </a:lnTo>
                  <a:lnTo>
                    <a:pt x="85090" y="0"/>
                  </a:lnTo>
                  <a:lnTo>
                    <a:pt x="85090" y="1270"/>
                  </a:lnTo>
                  <a:lnTo>
                    <a:pt x="82550" y="1270"/>
                  </a:lnTo>
                  <a:lnTo>
                    <a:pt x="82550" y="2540"/>
                  </a:lnTo>
                  <a:lnTo>
                    <a:pt x="81280" y="2540"/>
                  </a:lnTo>
                  <a:lnTo>
                    <a:pt x="81280" y="3810"/>
                  </a:lnTo>
                  <a:lnTo>
                    <a:pt x="80010" y="3810"/>
                  </a:lnTo>
                  <a:lnTo>
                    <a:pt x="80010" y="5080"/>
                  </a:lnTo>
                  <a:lnTo>
                    <a:pt x="77470" y="5080"/>
                  </a:lnTo>
                  <a:lnTo>
                    <a:pt x="77470" y="6350"/>
                  </a:lnTo>
                  <a:lnTo>
                    <a:pt x="76200" y="6350"/>
                  </a:lnTo>
                  <a:lnTo>
                    <a:pt x="76200" y="7620"/>
                  </a:lnTo>
                  <a:lnTo>
                    <a:pt x="179070" y="7620"/>
                  </a:lnTo>
                  <a:lnTo>
                    <a:pt x="179070" y="6350"/>
                  </a:lnTo>
                  <a:lnTo>
                    <a:pt x="179070" y="5080"/>
                  </a:lnTo>
                  <a:lnTo>
                    <a:pt x="179070" y="3810"/>
                  </a:lnTo>
                  <a:lnTo>
                    <a:pt x="179070" y="2540"/>
                  </a:lnTo>
                  <a:lnTo>
                    <a:pt x="179070" y="1270"/>
                  </a:lnTo>
                  <a:close/>
                </a:path>
              </a:pathLst>
            </a:custGeom>
            <a:solidFill>
              <a:srgbClr val="227500"/>
            </a:solidFill>
          </p:spPr>
          <p:txBody>
            <a:bodyPr wrap="square" lIns="0" tIns="0" rIns="0" bIns="0" rtlCol="0"/>
            <a:lstStyle/>
            <a:p/>
          </p:txBody>
        </p:sp>
        <p:sp>
          <p:nvSpPr>
            <p:cNvPr id="1562" name="object 1562"/>
            <p:cNvSpPr/>
            <p:nvPr/>
          </p:nvSpPr>
          <p:spPr>
            <a:xfrm>
              <a:off x="4936490" y="1286509"/>
              <a:ext cx="160020" cy="6350"/>
            </a:xfrm>
            <a:custGeom>
              <a:avLst/>
              <a:gdLst/>
              <a:ahLst/>
              <a:cxnLst/>
              <a:rect l="l" t="t" r="r" b="b"/>
              <a:pathLst>
                <a:path w="160020" h="6350">
                  <a:moveTo>
                    <a:pt x="38100" y="0"/>
                  </a:move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38100" y="6350"/>
                  </a:lnTo>
                  <a:lnTo>
                    <a:pt x="38100" y="5080"/>
                  </a:lnTo>
                  <a:lnTo>
                    <a:pt x="38100" y="3810"/>
                  </a:lnTo>
                  <a:lnTo>
                    <a:pt x="38100" y="2540"/>
                  </a:lnTo>
                  <a:lnTo>
                    <a:pt x="38100" y="1270"/>
                  </a:lnTo>
                  <a:lnTo>
                    <a:pt x="38100" y="0"/>
                  </a:lnTo>
                  <a:close/>
                </a:path>
                <a:path w="160020" h="6350">
                  <a:moveTo>
                    <a:pt x="160020" y="0"/>
                  </a:moveTo>
                  <a:lnTo>
                    <a:pt x="54610" y="0"/>
                  </a:lnTo>
                  <a:lnTo>
                    <a:pt x="54610" y="1270"/>
                  </a:lnTo>
                  <a:lnTo>
                    <a:pt x="53340" y="1270"/>
                  </a:lnTo>
                  <a:lnTo>
                    <a:pt x="53340" y="2540"/>
                  </a:lnTo>
                  <a:lnTo>
                    <a:pt x="52070" y="2540"/>
                  </a:lnTo>
                  <a:lnTo>
                    <a:pt x="52070" y="3810"/>
                  </a:lnTo>
                  <a:lnTo>
                    <a:pt x="50800" y="3810"/>
                  </a:lnTo>
                  <a:lnTo>
                    <a:pt x="50800" y="5080"/>
                  </a:lnTo>
                  <a:lnTo>
                    <a:pt x="48260" y="5080"/>
                  </a:lnTo>
                  <a:lnTo>
                    <a:pt x="48260" y="6350"/>
                  </a:lnTo>
                  <a:lnTo>
                    <a:pt x="160020" y="6350"/>
                  </a:lnTo>
                  <a:lnTo>
                    <a:pt x="160020" y="5080"/>
                  </a:lnTo>
                  <a:lnTo>
                    <a:pt x="160020" y="3810"/>
                  </a:lnTo>
                  <a:lnTo>
                    <a:pt x="160020" y="2540"/>
                  </a:lnTo>
                  <a:lnTo>
                    <a:pt x="160020" y="1270"/>
                  </a:lnTo>
                  <a:lnTo>
                    <a:pt x="160020" y="0"/>
                  </a:lnTo>
                  <a:close/>
                </a:path>
              </a:pathLst>
            </a:custGeom>
            <a:solidFill>
              <a:srgbClr val="237400"/>
            </a:solidFill>
          </p:spPr>
          <p:txBody>
            <a:bodyPr wrap="square" lIns="0" tIns="0" rIns="0" bIns="0" rtlCol="0"/>
            <a:lstStyle/>
            <a:p/>
          </p:txBody>
        </p:sp>
        <p:sp>
          <p:nvSpPr>
            <p:cNvPr id="1563" name="object 1563"/>
            <p:cNvSpPr/>
            <p:nvPr/>
          </p:nvSpPr>
          <p:spPr>
            <a:xfrm>
              <a:off x="4954270" y="1292859"/>
              <a:ext cx="142240" cy="7620"/>
            </a:xfrm>
            <a:custGeom>
              <a:avLst/>
              <a:gdLst/>
              <a:ahLst/>
              <a:cxnLst/>
              <a:rect l="l" t="t" r="r" b="b"/>
              <a:pathLst>
                <a:path w="142239" h="7619">
                  <a:moveTo>
                    <a:pt x="20320" y="0"/>
                  </a:moveTo>
                  <a:lnTo>
                    <a:pt x="19037" y="0"/>
                  </a:ln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19050" y="6350"/>
                  </a:lnTo>
                  <a:lnTo>
                    <a:pt x="19050" y="5080"/>
                  </a:lnTo>
                  <a:lnTo>
                    <a:pt x="19050" y="3810"/>
                  </a:lnTo>
                  <a:lnTo>
                    <a:pt x="19050" y="2540"/>
                  </a:lnTo>
                  <a:lnTo>
                    <a:pt x="19037" y="1270"/>
                  </a:lnTo>
                  <a:lnTo>
                    <a:pt x="19037" y="127"/>
                  </a:lnTo>
                  <a:lnTo>
                    <a:pt x="20320" y="127"/>
                  </a:lnTo>
                  <a:lnTo>
                    <a:pt x="20320" y="0"/>
                  </a:lnTo>
                  <a:close/>
                </a:path>
                <a:path w="142239" h="7619">
                  <a:moveTo>
                    <a:pt x="142240" y="2540"/>
                  </a:moveTo>
                  <a:lnTo>
                    <a:pt x="142227" y="1270"/>
                  </a:lnTo>
                  <a:lnTo>
                    <a:pt x="142227" y="0"/>
                  </a:lnTo>
                  <a:lnTo>
                    <a:pt x="29210" y="0"/>
                  </a:lnTo>
                  <a:lnTo>
                    <a:pt x="29210" y="1270"/>
                  </a:lnTo>
                  <a:lnTo>
                    <a:pt x="27940" y="1270"/>
                  </a:lnTo>
                  <a:lnTo>
                    <a:pt x="27940" y="2540"/>
                  </a:lnTo>
                  <a:lnTo>
                    <a:pt x="26670" y="2540"/>
                  </a:lnTo>
                  <a:lnTo>
                    <a:pt x="26670" y="3810"/>
                  </a:lnTo>
                  <a:lnTo>
                    <a:pt x="24130" y="3810"/>
                  </a:lnTo>
                  <a:lnTo>
                    <a:pt x="24130" y="5080"/>
                  </a:lnTo>
                  <a:lnTo>
                    <a:pt x="22860" y="5080"/>
                  </a:lnTo>
                  <a:lnTo>
                    <a:pt x="22860" y="6350"/>
                  </a:lnTo>
                  <a:lnTo>
                    <a:pt x="21590" y="6350"/>
                  </a:lnTo>
                  <a:lnTo>
                    <a:pt x="21590" y="7620"/>
                  </a:lnTo>
                  <a:lnTo>
                    <a:pt x="142240" y="7620"/>
                  </a:lnTo>
                  <a:lnTo>
                    <a:pt x="142240" y="6350"/>
                  </a:lnTo>
                  <a:lnTo>
                    <a:pt x="142240" y="5080"/>
                  </a:lnTo>
                  <a:lnTo>
                    <a:pt x="142240" y="3810"/>
                  </a:lnTo>
                  <a:lnTo>
                    <a:pt x="142240" y="2540"/>
                  </a:lnTo>
                  <a:close/>
                </a:path>
              </a:pathLst>
            </a:custGeom>
            <a:solidFill>
              <a:srgbClr val="247300"/>
            </a:solidFill>
          </p:spPr>
          <p:txBody>
            <a:bodyPr wrap="square" lIns="0" tIns="0" rIns="0" bIns="0" rtlCol="0"/>
            <a:lstStyle/>
            <a:p/>
          </p:txBody>
        </p:sp>
        <p:sp>
          <p:nvSpPr>
            <p:cNvPr id="1564" name="object 1564"/>
            <p:cNvSpPr/>
            <p:nvPr/>
          </p:nvSpPr>
          <p:spPr>
            <a:xfrm>
              <a:off x="4964430" y="1300479"/>
              <a:ext cx="132080" cy="7620"/>
            </a:xfrm>
            <a:custGeom>
              <a:avLst/>
              <a:gdLst/>
              <a:ahLst/>
              <a:cxnLst/>
              <a:rect l="l" t="t" r="r" b="b"/>
              <a:pathLst>
                <a:path w="132079" h="7619">
                  <a:moveTo>
                    <a:pt x="132080" y="0"/>
                  </a:moveTo>
                  <a:lnTo>
                    <a:pt x="8890" y="0"/>
                  </a:lnTo>
                  <a:lnTo>
                    <a:pt x="8890" y="1270"/>
                  </a:lnTo>
                  <a:lnTo>
                    <a:pt x="7620" y="1270"/>
                  </a:lnTo>
                  <a:lnTo>
                    <a:pt x="7620" y="2540"/>
                  </a:lnTo>
                  <a:lnTo>
                    <a:pt x="5080" y="2540"/>
                  </a:lnTo>
                  <a:lnTo>
                    <a:pt x="5080" y="3810"/>
                  </a:lnTo>
                  <a:lnTo>
                    <a:pt x="3810" y="3810"/>
                  </a:lnTo>
                  <a:lnTo>
                    <a:pt x="3810" y="5080"/>
                  </a:lnTo>
                  <a:lnTo>
                    <a:pt x="1270" y="5080"/>
                  </a:lnTo>
                  <a:lnTo>
                    <a:pt x="1270" y="6350"/>
                  </a:lnTo>
                  <a:lnTo>
                    <a:pt x="0" y="6350"/>
                  </a:lnTo>
                  <a:lnTo>
                    <a:pt x="0" y="7620"/>
                  </a:lnTo>
                  <a:lnTo>
                    <a:pt x="132080" y="7620"/>
                  </a:lnTo>
                  <a:lnTo>
                    <a:pt x="132080" y="6350"/>
                  </a:lnTo>
                  <a:lnTo>
                    <a:pt x="132080" y="5080"/>
                  </a:lnTo>
                  <a:lnTo>
                    <a:pt x="132080" y="3810"/>
                  </a:lnTo>
                  <a:lnTo>
                    <a:pt x="132080" y="2540"/>
                  </a:lnTo>
                  <a:lnTo>
                    <a:pt x="132080" y="1270"/>
                  </a:lnTo>
                  <a:lnTo>
                    <a:pt x="132080" y="0"/>
                  </a:lnTo>
                  <a:close/>
                </a:path>
              </a:pathLst>
            </a:custGeom>
            <a:solidFill>
              <a:srgbClr val="257200"/>
            </a:solidFill>
          </p:spPr>
          <p:txBody>
            <a:bodyPr wrap="square" lIns="0" tIns="0" rIns="0" bIns="0" rtlCol="0"/>
            <a:lstStyle/>
            <a:p/>
          </p:txBody>
        </p:sp>
        <p:sp>
          <p:nvSpPr>
            <p:cNvPr id="1565" name="object 1565"/>
            <p:cNvSpPr/>
            <p:nvPr/>
          </p:nvSpPr>
          <p:spPr>
            <a:xfrm>
              <a:off x="4955540" y="1308099"/>
              <a:ext cx="140970" cy="6350"/>
            </a:xfrm>
            <a:custGeom>
              <a:avLst/>
              <a:gdLst/>
              <a:ahLst/>
              <a:cxnLst/>
              <a:rect l="l" t="t" r="r" b="b"/>
              <a:pathLst>
                <a:path w="140970" h="6350">
                  <a:moveTo>
                    <a:pt x="140970" y="0"/>
                  </a:moveTo>
                  <a:lnTo>
                    <a:pt x="7620" y="0"/>
                  </a:lnTo>
                  <a:lnTo>
                    <a:pt x="7620" y="1270"/>
                  </a:lnTo>
                  <a:lnTo>
                    <a:pt x="5080" y="1270"/>
                  </a:lnTo>
                  <a:lnTo>
                    <a:pt x="5080" y="2540"/>
                  </a:lnTo>
                  <a:lnTo>
                    <a:pt x="3810" y="2540"/>
                  </a:lnTo>
                  <a:lnTo>
                    <a:pt x="3810" y="3810"/>
                  </a:lnTo>
                  <a:lnTo>
                    <a:pt x="1270" y="3810"/>
                  </a:lnTo>
                  <a:lnTo>
                    <a:pt x="1270" y="5080"/>
                  </a:lnTo>
                  <a:lnTo>
                    <a:pt x="0" y="5080"/>
                  </a:lnTo>
                  <a:lnTo>
                    <a:pt x="0" y="6350"/>
                  </a:lnTo>
                  <a:lnTo>
                    <a:pt x="140970" y="6350"/>
                  </a:lnTo>
                  <a:lnTo>
                    <a:pt x="140970" y="5080"/>
                  </a:lnTo>
                  <a:lnTo>
                    <a:pt x="140970" y="3810"/>
                  </a:lnTo>
                  <a:lnTo>
                    <a:pt x="140970" y="2540"/>
                  </a:lnTo>
                  <a:lnTo>
                    <a:pt x="140970" y="1270"/>
                  </a:lnTo>
                  <a:lnTo>
                    <a:pt x="140970" y="0"/>
                  </a:lnTo>
                  <a:close/>
                </a:path>
              </a:pathLst>
            </a:custGeom>
            <a:solidFill>
              <a:srgbClr val="277000"/>
            </a:solidFill>
          </p:spPr>
          <p:txBody>
            <a:bodyPr wrap="square" lIns="0" tIns="0" rIns="0" bIns="0" rtlCol="0"/>
            <a:lstStyle/>
            <a:p/>
          </p:txBody>
        </p:sp>
        <p:sp>
          <p:nvSpPr>
            <p:cNvPr id="1566" name="object 1566"/>
            <p:cNvSpPr/>
            <p:nvPr/>
          </p:nvSpPr>
          <p:spPr>
            <a:xfrm>
              <a:off x="4944110" y="1314449"/>
              <a:ext cx="152400" cy="7620"/>
            </a:xfrm>
            <a:custGeom>
              <a:avLst/>
              <a:gdLst/>
              <a:ahLst/>
              <a:cxnLst/>
              <a:rect l="l" t="t" r="r" b="b"/>
              <a:pathLst>
                <a:path w="152400" h="7619">
                  <a:moveTo>
                    <a:pt x="152400" y="0"/>
                  </a:moveTo>
                  <a:lnTo>
                    <a:pt x="10160" y="0"/>
                  </a:lnTo>
                  <a:lnTo>
                    <a:pt x="10160" y="1270"/>
                  </a:lnTo>
                  <a:lnTo>
                    <a:pt x="7620" y="1270"/>
                  </a:lnTo>
                  <a:lnTo>
                    <a:pt x="7620" y="2540"/>
                  </a:lnTo>
                  <a:lnTo>
                    <a:pt x="6350" y="2540"/>
                  </a:lnTo>
                  <a:lnTo>
                    <a:pt x="6350" y="3810"/>
                  </a:lnTo>
                  <a:lnTo>
                    <a:pt x="3810" y="3810"/>
                  </a:lnTo>
                  <a:lnTo>
                    <a:pt x="3810" y="5080"/>
                  </a:lnTo>
                  <a:lnTo>
                    <a:pt x="2540" y="5080"/>
                  </a:lnTo>
                  <a:lnTo>
                    <a:pt x="2540" y="6350"/>
                  </a:lnTo>
                  <a:lnTo>
                    <a:pt x="0" y="6350"/>
                  </a:lnTo>
                  <a:lnTo>
                    <a:pt x="0" y="7620"/>
                  </a:lnTo>
                  <a:lnTo>
                    <a:pt x="152400" y="7620"/>
                  </a:lnTo>
                  <a:lnTo>
                    <a:pt x="152400" y="6350"/>
                  </a:lnTo>
                  <a:lnTo>
                    <a:pt x="152400" y="5080"/>
                  </a:lnTo>
                  <a:lnTo>
                    <a:pt x="152400" y="3810"/>
                  </a:lnTo>
                  <a:lnTo>
                    <a:pt x="152400" y="2540"/>
                  </a:lnTo>
                  <a:lnTo>
                    <a:pt x="152387" y="1270"/>
                  </a:lnTo>
                  <a:lnTo>
                    <a:pt x="152400" y="0"/>
                  </a:lnTo>
                  <a:close/>
                </a:path>
              </a:pathLst>
            </a:custGeom>
            <a:solidFill>
              <a:srgbClr val="286F00"/>
            </a:solidFill>
          </p:spPr>
          <p:txBody>
            <a:bodyPr wrap="square" lIns="0" tIns="0" rIns="0" bIns="0" rtlCol="0"/>
            <a:lstStyle/>
            <a:p/>
          </p:txBody>
        </p:sp>
        <p:sp>
          <p:nvSpPr>
            <p:cNvPr id="1567" name="object 1567"/>
            <p:cNvSpPr/>
            <p:nvPr/>
          </p:nvSpPr>
          <p:spPr>
            <a:xfrm>
              <a:off x="4936490" y="1322069"/>
              <a:ext cx="160020" cy="7620"/>
            </a:xfrm>
            <a:custGeom>
              <a:avLst/>
              <a:gdLst/>
              <a:ahLst/>
              <a:cxnLst/>
              <a:rect l="l" t="t" r="r" b="b"/>
              <a:pathLst>
                <a:path w="160020" h="7619">
                  <a:moveTo>
                    <a:pt x="16002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0020" y="7620"/>
                  </a:lnTo>
                  <a:lnTo>
                    <a:pt x="160020" y="6350"/>
                  </a:lnTo>
                  <a:lnTo>
                    <a:pt x="160020" y="5080"/>
                  </a:lnTo>
                  <a:lnTo>
                    <a:pt x="160020" y="3810"/>
                  </a:lnTo>
                  <a:lnTo>
                    <a:pt x="160020" y="2540"/>
                  </a:lnTo>
                  <a:lnTo>
                    <a:pt x="160020" y="1270"/>
                  </a:lnTo>
                  <a:lnTo>
                    <a:pt x="160020" y="0"/>
                  </a:lnTo>
                  <a:close/>
                </a:path>
              </a:pathLst>
            </a:custGeom>
            <a:solidFill>
              <a:srgbClr val="296E00"/>
            </a:solidFill>
          </p:spPr>
          <p:txBody>
            <a:bodyPr wrap="square" lIns="0" tIns="0" rIns="0" bIns="0" rtlCol="0"/>
            <a:lstStyle/>
            <a:p/>
          </p:txBody>
        </p:sp>
        <p:sp>
          <p:nvSpPr>
            <p:cNvPr id="1568" name="object 1568"/>
            <p:cNvSpPr/>
            <p:nvPr/>
          </p:nvSpPr>
          <p:spPr>
            <a:xfrm>
              <a:off x="4928870" y="1329689"/>
              <a:ext cx="167640" cy="7620"/>
            </a:xfrm>
            <a:custGeom>
              <a:avLst/>
              <a:gdLst/>
              <a:ahLst/>
              <a:cxnLst/>
              <a:rect l="l" t="t" r="r" b="b"/>
              <a:pathLst>
                <a:path w="167639" h="7619">
                  <a:moveTo>
                    <a:pt x="16764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7640" y="7620"/>
                  </a:lnTo>
                  <a:lnTo>
                    <a:pt x="167640" y="6350"/>
                  </a:lnTo>
                  <a:lnTo>
                    <a:pt x="167640" y="5080"/>
                  </a:lnTo>
                  <a:lnTo>
                    <a:pt x="167640" y="3810"/>
                  </a:lnTo>
                  <a:lnTo>
                    <a:pt x="167640" y="2540"/>
                  </a:lnTo>
                  <a:lnTo>
                    <a:pt x="167640" y="1270"/>
                  </a:lnTo>
                  <a:lnTo>
                    <a:pt x="167640" y="0"/>
                  </a:lnTo>
                  <a:close/>
                </a:path>
              </a:pathLst>
            </a:custGeom>
            <a:solidFill>
              <a:srgbClr val="2A6D00"/>
            </a:solidFill>
          </p:spPr>
          <p:txBody>
            <a:bodyPr wrap="square" lIns="0" tIns="0" rIns="0" bIns="0" rtlCol="0"/>
            <a:lstStyle/>
            <a:p/>
          </p:txBody>
        </p:sp>
        <p:sp>
          <p:nvSpPr>
            <p:cNvPr id="1569" name="object 1569"/>
            <p:cNvSpPr/>
            <p:nvPr/>
          </p:nvSpPr>
          <p:spPr>
            <a:xfrm>
              <a:off x="4923790" y="1337309"/>
              <a:ext cx="172720" cy="6350"/>
            </a:xfrm>
            <a:custGeom>
              <a:avLst/>
              <a:gdLst/>
              <a:ahLst/>
              <a:cxnLst/>
              <a:rect l="l" t="t" r="r" b="b"/>
              <a:pathLst>
                <a:path w="172720" h="6350">
                  <a:moveTo>
                    <a:pt x="172720" y="0"/>
                  </a:moveTo>
                  <a:lnTo>
                    <a:pt x="3810" y="0"/>
                  </a:lnTo>
                  <a:lnTo>
                    <a:pt x="3810" y="1270"/>
                  </a:lnTo>
                  <a:lnTo>
                    <a:pt x="2540" y="1270"/>
                  </a:lnTo>
                  <a:lnTo>
                    <a:pt x="2540" y="3810"/>
                  </a:lnTo>
                  <a:lnTo>
                    <a:pt x="1270" y="3810"/>
                  </a:lnTo>
                  <a:lnTo>
                    <a:pt x="1270" y="5080"/>
                  </a:lnTo>
                  <a:lnTo>
                    <a:pt x="0" y="5080"/>
                  </a:lnTo>
                  <a:lnTo>
                    <a:pt x="0" y="6350"/>
                  </a:lnTo>
                  <a:lnTo>
                    <a:pt x="172707" y="6350"/>
                  </a:lnTo>
                  <a:lnTo>
                    <a:pt x="172707" y="5080"/>
                  </a:lnTo>
                  <a:lnTo>
                    <a:pt x="172707" y="3810"/>
                  </a:lnTo>
                  <a:lnTo>
                    <a:pt x="172707" y="1270"/>
                  </a:lnTo>
                  <a:lnTo>
                    <a:pt x="172720" y="0"/>
                  </a:lnTo>
                  <a:close/>
                </a:path>
              </a:pathLst>
            </a:custGeom>
            <a:solidFill>
              <a:srgbClr val="2B6C00"/>
            </a:solidFill>
          </p:spPr>
          <p:txBody>
            <a:bodyPr wrap="square" lIns="0" tIns="0" rIns="0" bIns="0" rtlCol="0"/>
            <a:lstStyle/>
            <a:p/>
          </p:txBody>
        </p:sp>
        <p:sp>
          <p:nvSpPr>
            <p:cNvPr id="1570" name="object 1570"/>
            <p:cNvSpPr/>
            <p:nvPr/>
          </p:nvSpPr>
          <p:spPr>
            <a:xfrm>
              <a:off x="4918710" y="1343659"/>
              <a:ext cx="177800" cy="7620"/>
            </a:xfrm>
            <a:custGeom>
              <a:avLst/>
              <a:gdLst/>
              <a:ahLst/>
              <a:cxnLst/>
              <a:rect l="l" t="t" r="r" b="b"/>
              <a:pathLst>
                <a:path w="177800" h="7619">
                  <a:moveTo>
                    <a:pt x="177800" y="2540"/>
                  </a:moveTo>
                  <a:lnTo>
                    <a:pt x="177787" y="1270"/>
                  </a:lnTo>
                  <a:lnTo>
                    <a:pt x="17778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7800" y="7620"/>
                  </a:lnTo>
                  <a:lnTo>
                    <a:pt x="177800" y="6350"/>
                  </a:lnTo>
                  <a:lnTo>
                    <a:pt x="177800" y="5080"/>
                  </a:lnTo>
                  <a:lnTo>
                    <a:pt x="177800" y="2540"/>
                  </a:lnTo>
                  <a:close/>
                </a:path>
              </a:pathLst>
            </a:custGeom>
            <a:solidFill>
              <a:srgbClr val="2C6B00"/>
            </a:solidFill>
          </p:spPr>
          <p:txBody>
            <a:bodyPr wrap="square" lIns="0" tIns="0" rIns="0" bIns="0" rtlCol="0"/>
            <a:lstStyle/>
            <a:p/>
          </p:txBody>
        </p:sp>
        <p:sp>
          <p:nvSpPr>
            <p:cNvPr id="1571" name="object 1571"/>
            <p:cNvSpPr/>
            <p:nvPr/>
          </p:nvSpPr>
          <p:spPr>
            <a:xfrm>
              <a:off x="4914900" y="1351279"/>
              <a:ext cx="181610" cy="7620"/>
            </a:xfrm>
            <a:custGeom>
              <a:avLst/>
              <a:gdLst/>
              <a:ahLst/>
              <a:cxnLst/>
              <a:rect l="l" t="t" r="r" b="b"/>
              <a:pathLst>
                <a:path w="181610" h="7619">
                  <a:moveTo>
                    <a:pt x="181610" y="0"/>
                  </a:moveTo>
                  <a:lnTo>
                    <a:pt x="2540" y="0"/>
                  </a:lnTo>
                  <a:lnTo>
                    <a:pt x="2540" y="2540"/>
                  </a:lnTo>
                  <a:lnTo>
                    <a:pt x="1270" y="2540"/>
                  </a:lnTo>
                  <a:lnTo>
                    <a:pt x="1270" y="5080"/>
                  </a:lnTo>
                  <a:lnTo>
                    <a:pt x="0" y="5080"/>
                  </a:lnTo>
                  <a:lnTo>
                    <a:pt x="0" y="7620"/>
                  </a:lnTo>
                  <a:lnTo>
                    <a:pt x="181610" y="7620"/>
                  </a:lnTo>
                  <a:lnTo>
                    <a:pt x="181610" y="5080"/>
                  </a:lnTo>
                  <a:lnTo>
                    <a:pt x="181610" y="2540"/>
                  </a:lnTo>
                  <a:lnTo>
                    <a:pt x="181610" y="0"/>
                  </a:lnTo>
                  <a:close/>
                </a:path>
              </a:pathLst>
            </a:custGeom>
            <a:solidFill>
              <a:srgbClr val="2D6A00"/>
            </a:solidFill>
          </p:spPr>
          <p:txBody>
            <a:bodyPr wrap="square" lIns="0" tIns="0" rIns="0" bIns="0" rtlCol="0"/>
            <a:lstStyle/>
            <a:p/>
          </p:txBody>
        </p:sp>
        <p:sp>
          <p:nvSpPr>
            <p:cNvPr id="1572" name="object 1572"/>
            <p:cNvSpPr/>
            <p:nvPr/>
          </p:nvSpPr>
          <p:spPr>
            <a:xfrm>
              <a:off x="4912360" y="1358899"/>
              <a:ext cx="184150" cy="6350"/>
            </a:xfrm>
            <a:custGeom>
              <a:avLst/>
              <a:gdLst/>
              <a:ahLst/>
              <a:cxnLst/>
              <a:rect l="l" t="t" r="r" b="b"/>
              <a:pathLst>
                <a:path w="184150" h="6350">
                  <a:moveTo>
                    <a:pt x="184150" y="0"/>
                  </a:moveTo>
                  <a:lnTo>
                    <a:pt x="2540" y="0"/>
                  </a:lnTo>
                  <a:lnTo>
                    <a:pt x="2540" y="1270"/>
                  </a:lnTo>
                  <a:lnTo>
                    <a:pt x="1270" y="1270"/>
                  </a:lnTo>
                  <a:lnTo>
                    <a:pt x="1270" y="3810"/>
                  </a:lnTo>
                  <a:lnTo>
                    <a:pt x="0" y="3810"/>
                  </a:lnTo>
                  <a:lnTo>
                    <a:pt x="0" y="6350"/>
                  </a:lnTo>
                  <a:lnTo>
                    <a:pt x="184137" y="6350"/>
                  </a:lnTo>
                  <a:lnTo>
                    <a:pt x="184137" y="3810"/>
                  </a:lnTo>
                  <a:lnTo>
                    <a:pt x="184150" y="1270"/>
                  </a:lnTo>
                  <a:lnTo>
                    <a:pt x="184150" y="0"/>
                  </a:lnTo>
                  <a:close/>
                </a:path>
              </a:pathLst>
            </a:custGeom>
            <a:solidFill>
              <a:srgbClr val="2F6800"/>
            </a:solidFill>
          </p:spPr>
          <p:txBody>
            <a:bodyPr wrap="square" lIns="0" tIns="0" rIns="0" bIns="0" rtlCol="0"/>
            <a:lstStyle/>
            <a:p/>
          </p:txBody>
        </p:sp>
        <p:sp>
          <p:nvSpPr>
            <p:cNvPr id="1573" name="object 1573"/>
            <p:cNvSpPr/>
            <p:nvPr/>
          </p:nvSpPr>
          <p:spPr>
            <a:xfrm>
              <a:off x="4908550" y="1365249"/>
              <a:ext cx="187960" cy="7620"/>
            </a:xfrm>
            <a:custGeom>
              <a:avLst/>
              <a:gdLst/>
              <a:ahLst/>
              <a:cxnLst/>
              <a:rect l="l" t="t" r="r" b="b"/>
              <a:pathLst>
                <a:path w="187960" h="7619">
                  <a:moveTo>
                    <a:pt x="187947" y="0"/>
                  </a:moveTo>
                  <a:lnTo>
                    <a:pt x="3810" y="0"/>
                  </a:lnTo>
                  <a:lnTo>
                    <a:pt x="3810" y="1270"/>
                  </a:lnTo>
                  <a:lnTo>
                    <a:pt x="2540" y="1270"/>
                  </a:lnTo>
                  <a:lnTo>
                    <a:pt x="2540" y="3810"/>
                  </a:lnTo>
                  <a:lnTo>
                    <a:pt x="1270" y="3810"/>
                  </a:lnTo>
                  <a:lnTo>
                    <a:pt x="1270" y="6350"/>
                  </a:lnTo>
                  <a:lnTo>
                    <a:pt x="0" y="6350"/>
                  </a:lnTo>
                  <a:lnTo>
                    <a:pt x="0" y="7620"/>
                  </a:lnTo>
                  <a:lnTo>
                    <a:pt x="187947" y="7620"/>
                  </a:lnTo>
                  <a:lnTo>
                    <a:pt x="187947" y="6350"/>
                  </a:lnTo>
                  <a:lnTo>
                    <a:pt x="187947" y="3810"/>
                  </a:lnTo>
                  <a:lnTo>
                    <a:pt x="187947" y="1270"/>
                  </a:lnTo>
                  <a:lnTo>
                    <a:pt x="187947" y="0"/>
                  </a:lnTo>
                  <a:close/>
                </a:path>
              </a:pathLst>
            </a:custGeom>
            <a:solidFill>
              <a:srgbClr val="306700"/>
            </a:solidFill>
          </p:spPr>
          <p:txBody>
            <a:bodyPr wrap="square" lIns="0" tIns="0" rIns="0" bIns="0" rtlCol="0"/>
            <a:lstStyle/>
            <a:p/>
          </p:txBody>
        </p:sp>
        <p:sp>
          <p:nvSpPr>
            <p:cNvPr id="1574" name="object 1574"/>
            <p:cNvSpPr/>
            <p:nvPr/>
          </p:nvSpPr>
          <p:spPr>
            <a:xfrm>
              <a:off x="4904740" y="1372869"/>
              <a:ext cx="191770" cy="7620"/>
            </a:xfrm>
            <a:custGeom>
              <a:avLst/>
              <a:gdLst/>
              <a:ahLst/>
              <a:cxnLst/>
              <a:rect l="l" t="t" r="r" b="b"/>
              <a:pathLst>
                <a:path w="191770" h="7619">
                  <a:moveTo>
                    <a:pt x="191770" y="3810"/>
                  </a:moveTo>
                  <a:lnTo>
                    <a:pt x="191757" y="1270"/>
                  </a:lnTo>
                  <a:lnTo>
                    <a:pt x="191757" y="0"/>
                  </a:lnTo>
                  <a:lnTo>
                    <a:pt x="3810" y="0"/>
                  </a:lnTo>
                  <a:lnTo>
                    <a:pt x="3810" y="1270"/>
                  </a:lnTo>
                  <a:lnTo>
                    <a:pt x="2540" y="1270"/>
                  </a:lnTo>
                  <a:lnTo>
                    <a:pt x="2540" y="3810"/>
                  </a:lnTo>
                  <a:lnTo>
                    <a:pt x="1270" y="3810"/>
                  </a:lnTo>
                  <a:lnTo>
                    <a:pt x="1270" y="6350"/>
                  </a:lnTo>
                  <a:lnTo>
                    <a:pt x="0" y="6350"/>
                  </a:lnTo>
                  <a:lnTo>
                    <a:pt x="0" y="7620"/>
                  </a:lnTo>
                  <a:lnTo>
                    <a:pt x="191770" y="7620"/>
                  </a:lnTo>
                  <a:lnTo>
                    <a:pt x="191770" y="6350"/>
                  </a:lnTo>
                  <a:lnTo>
                    <a:pt x="191770" y="3810"/>
                  </a:lnTo>
                  <a:close/>
                </a:path>
              </a:pathLst>
            </a:custGeom>
            <a:solidFill>
              <a:srgbClr val="316600"/>
            </a:solidFill>
          </p:spPr>
          <p:txBody>
            <a:bodyPr wrap="square" lIns="0" tIns="0" rIns="0" bIns="0" rtlCol="0"/>
            <a:lstStyle/>
            <a:p/>
          </p:txBody>
        </p:sp>
        <p:sp>
          <p:nvSpPr>
            <p:cNvPr id="1575" name="object 1575"/>
            <p:cNvSpPr/>
            <p:nvPr/>
          </p:nvSpPr>
          <p:spPr>
            <a:xfrm>
              <a:off x="4903470" y="1380489"/>
              <a:ext cx="193040" cy="6350"/>
            </a:xfrm>
            <a:custGeom>
              <a:avLst/>
              <a:gdLst/>
              <a:ahLst/>
              <a:cxnLst/>
              <a:rect l="l" t="t" r="r" b="b"/>
              <a:pathLst>
                <a:path w="193039" h="6350">
                  <a:moveTo>
                    <a:pt x="193040" y="0"/>
                  </a:moveTo>
                  <a:lnTo>
                    <a:pt x="1270" y="0"/>
                  </a:lnTo>
                  <a:lnTo>
                    <a:pt x="1270" y="3810"/>
                  </a:lnTo>
                  <a:lnTo>
                    <a:pt x="0" y="3810"/>
                  </a:lnTo>
                  <a:lnTo>
                    <a:pt x="0" y="6350"/>
                  </a:lnTo>
                  <a:lnTo>
                    <a:pt x="193040" y="6350"/>
                  </a:lnTo>
                  <a:lnTo>
                    <a:pt x="193040" y="3810"/>
                  </a:lnTo>
                  <a:lnTo>
                    <a:pt x="193040" y="0"/>
                  </a:lnTo>
                  <a:close/>
                </a:path>
              </a:pathLst>
            </a:custGeom>
            <a:solidFill>
              <a:srgbClr val="336600"/>
            </a:solidFill>
          </p:spPr>
          <p:txBody>
            <a:bodyPr wrap="square" lIns="0" tIns="0" rIns="0" bIns="0" rtlCol="0"/>
            <a:lstStyle/>
            <a:p/>
          </p:txBody>
        </p:sp>
        <p:sp>
          <p:nvSpPr>
            <p:cNvPr id="1576" name="object 1576"/>
            <p:cNvSpPr/>
            <p:nvPr/>
          </p:nvSpPr>
          <p:spPr>
            <a:xfrm>
              <a:off x="4902200" y="1386839"/>
              <a:ext cx="194310" cy="7620"/>
            </a:xfrm>
            <a:custGeom>
              <a:avLst/>
              <a:gdLst/>
              <a:ahLst/>
              <a:cxnLst/>
              <a:rect l="l" t="t" r="r" b="b"/>
              <a:pathLst>
                <a:path w="194310" h="7619">
                  <a:moveTo>
                    <a:pt x="194310" y="0"/>
                  </a:moveTo>
                  <a:lnTo>
                    <a:pt x="1270" y="0"/>
                  </a:lnTo>
                  <a:lnTo>
                    <a:pt x="1270" y="2540"/>
                  </a:lnTo>
                  <a:lnTo>
                    <a:pt x="0" y="2540"/>
                  </a:lnTo>
                  <a:lnTo>
                    <a:pt x="0" y="7620"/>
                  </a:lnTo>
                  <a:lnTo>
                    <a:pt x="194310" y="7620"/>
                  </a:lnTo>
                  <a:lnTo>
                    <a:pt x="194310" y="2540"/>
                  </a:lnTo>
                  <a:lnTo>
                    <a:pt x="194310" y="0"/>
                  </a:lnTo>
                  <a:close/>
                </a:path>
              </a:pathLst>
            </a:custGeom>
            <a:solidFill>
              <a:srgbClr val="336400"/>
            </a:solidFill>
          </p:spPr>
          <p:txBody>
            <a:bodyPr wrap="square" lIns="0" tIns="0" rIns="0" bIns="0" rtlCol="0"/>
            <a:lstStyle/>
            <a:p/>
          </p:txBody>
        </p:sp>
        <p:sp>
          <p:nvSpPr>
            <p:cNvPr id="1577" name="object 1577"/>
            <p:cNvSpPr/>
            <p:nvPr/>
          </p:nvSpPr>
          <p:spPr>
            <a:xfrm>
              <a:off x="4900930" y="1394459"/>
              <a:ext cx="195580" cy="7620"/>
            </a:xfrm>
            <a:custGeom>
              <a:avLst/>
              <a:gdLst/>
              <a:ahLst/>
              <a:cxnLst/>
              <a:rect l="l" t="t" r="r" b="b"/>
              <a:pathLst>
                <a:path w="195579" h="7619">
                  <a:moveTo>
                    <a:pt x="195580" y="0"/>
                  </a:moveTo>
                  <a:lnTo>
                    <a:pt x="1270" y="0"/>
                  </a:lnTo>
                  <a:lnTo>
                    <a:pt x="1270" y="1270"/>
                  </a:lnTo>
                  <a:lnTo>
                    <a:pt x="0" y="1270"/>
                  </a:lnTo>
                  <a:lnTo>
                    <a:pt x="0" y="7620"/>
                  </a:lnTo>
                  <a:lnTo>
                    <a:pt x="195580" y="7620"/>
                  </a:lnTo>
                  <a:lnTo>
                    <a:pt x="195580" y="1270"/>
                  </a:lnTo>
                  <a:lnTo>
                    <a:pt x="195580" y="0"/>
                  </a:lnTo>
                  <a:close/>
                </a:path>
              </a:pathLst>
            </a:custGeom>
            <a:solidFill>
              <a:srgbClr val="346300"/>
            </a:solidFill>
          </p:spPr>
          <p:txBody>
            <a:bodyPr wrap="square" lIns="0" tIns="0" rIns="0" bIns="0" rtlCol="0"/>
            <a:lstStyle/>
            <a:p/>
          </p:txBody>
        </p:sp>
        <p:sp>
          <p:nvSpPr>
            <p:cNvPr id="1578" name="object 1578"/>
            <p:cNvSpPr/>
            <p:nvPr/>
          </p:nvSpPr>
          <p:spPr>
            <a:xfrm>
              <a:off x="4899660" y="1402079"/>
              <a:ext cx="196850" cy="6350"/>
            </a:xfrm>
            <a:custGeom>
              <a:avLst/>
              <a:gdLst/>
              <a:ahLst/>
              <a:cxnLst/>
              <a:rect l="l" t="t" r="r" b="b"/>
              <a:pathLst>
                <a:path w="196850" h="6350">
                  <a:moveTo>
                    <a:pt x="196850" y="0"/>
                  </a:moveTo>
                  <a:lnTo>
                    <a:pt x="0" y="0"/>
                  </a:lnTo>
                  <a:lnTo>
                    <a:pt x="0" y="6350"/>
                  </a:lnTo>
                  <a:lnTo>
                    <a:pt x="196850" y="6350"/>
                  </a:lnTo>
                  <a:lnTo>
                    <a:pt x="196850" y="0"/>
                  </a:lnTo>
                  <a:close/>
                </a:path>
              </a:pathLst>
            </a:custGeom>
            <a:solidFill>
              <a:srgbClr val="366100"/>
            </a:solidFill>
          </p:spPr>
          <p:txBody>
            <a:bodyPr wrap="square" lIns="0" tIns="0" rIns="0" bIns="0" rtlCol="0"/>
            <a:lstStyle/>
            <a:p/>
          </p:txBody>
        </p:sp>
        <p:sp>
          <p:nvSpPr>
            <p:cNvPr id="1579" name="object 1579"/>
            <p:cNvSpPr/>
            <p:nvPr/>
          </p:nvSpPr>
          <p:spPr>
            <a:xfrm>
              <a:off x="4897120" y="140842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376000"/>
            </a:solidFill>
          </p:spPr>
          <p:txBody>
            <a:bodyPr wrap="square" lIns="0" tIns="0" rIns="0" bIns="0" rtlCol="0"/>
            <a:lstStyle/>
            <a:p/>
          </p:txBody>
        </p:sp>
        <p:sp>
          <p:nvSpPr>
            <p:cNvPr id="1580" name="object 1580"/>
            <p:cNvSpPr/>
            <p:nvPr/>
          </p:nvSpPr>
          <p:spPr>
            <a:xfrm>
              <a:off x="4895850" y="1416049"/>
              <a:ext cx="200660" cy="7620"/>
            </a:xfrm>
            <a:custGeom>
              <a:avLst/>
              <a:gdLst/>
              <a:ahLst/>
              <a:cxnLst/>
              <a:rect l="l" t="t" r="r" b="b"/>
              <a:pathLst>
                <a:path w="200660" h="7619">
                  <a:moveTo>
                    <a:pt x="200660" y="0"/>
                  </a:moveTo>
                  <a:lnTo>
                    <a:pt x="1270" y="0"/>
                  </a:lnTo>
                  <a:lnTo>
                    <a:pt x="1270" y="6350"/>
                  </a:lnTo>
                  <a:lnTo>
                    <a:pt x="0" y="6350"/>
                  </a:lnTo>
                  <a:lnTo>
                    <a:pt x="0" y="7620"/>
                  </a:lnTo>
                  <a:lnTo>
                    <a:pt x="200660" y="7620"/>
                  </a:lnTo>
                  <a:lnTo>
                    <a:pt x="200660" y="6350"/>
                  </a:lnTo>
                  <a:lnTo>
                    <a:pt x="200660" y="0"/>
                  </a:lnTo>
                  <a:close/>
                </a:path>
              </a:pathLst>
            </a:custGeom>
            <a:solidFill>
              <a:srgbClr val="385F00"/>
            </a:solidFill>
          </p:spPr>
          <p:txBody>
            <a:bodyPr wrap="square" lIns="0" tIns="0" rIns="0" bIns="0" rtlCol="0"/>
            <a:lstStyle/>
            <a:p/>
          </p:txBody>
        </p:sp>
        <p:sp>
          <p:nvSpPr>
            <p:cNvPr id="1581" name="object 1581"/>
            <p:cNvSpPr/>
            <p:nvPr/>
          </p:nvSpPr>
          <p:spPr>
            <a:xfrm>
              <a:off x="4894580" y="1423669"/>
              <a:ext cx="201930" cy="6350"/>
            </a:xfrm>
            <a:custGeom>
              <a:avLst/>
              <a:gdLst/>
              <a:ahLst/>
              <a:cxnLst/>
              <a:rect l="l" t="t" r="r" b="b"/>
              <a:pathLst>
                <a:path w="201929" h="6350">
                  <a:moveTo>
                    <a:pt x="119380" y="0"/>
                  </a:moveTo>
                  <a:lnTo>
                    <a:pt x="1270" y="0"/>
                  </a:lnTo>
                  <a:lnTo>
                    <a:pt x="1270" y="1270"/>
                  </a:lnTo>
                  <a:lnTo>
                    <a:pt x="1270" y="2540"/>
                  </a:lnTo>
                  <a:lnTo>
                    <a:pt x="1270" y="3810"/>
                  </a:lnTo>
                  <a:lnTo>
                    <a:pt x="1270" y="5080"/>
                  </a:lnTo>
                  <a:lnTo>
                    <a:pt x="0" y="5080"/>
                  </a:lnTo>
                  <a:lnTo>
                    <a:pt x="0" y="6350"/>
                  </a:lnTo>
                  <a:lnTo>
                    <a:pt x="113017" y="6350"/>
                  </a:lnTo>
                  <a:lnTo>
                    <a:pt x="113017" y="5080"/>
                  </a:lnTo>
                  <a:lnTo>
                    <a:pt x="114300" y="5080"/>
                  </a:lnTo>
                  <a:lnTo>
                    <a:pt x="114300" y="3810"/>
                  </a:lnTo>
                  <a:lnTo>
                    <a:pt x="115570" y="3810"/>
                  </a:lnTo>
                  <a:lnTo>
                    <a:pt x="115570" y="2540"/>
                  </a:lnTo>
                  <a:lnTo>
                    <a:pt x="118110" y="2540"/>
                  </a:lnTo>
                  <a:lnTo>
                    <a:pt x="118110" y="1270"/>
                  </a:lnTo>
                  <a:lnTo>
                    <a:pt x="119380" y="1270"/>
                  </a:lnTo>
                  <a:lnTo>
                    <a:pt x="119380" y="0"/>
                  </a:lnTo>
                  <a:close/>
                </a:path>
                <a:path w="201929" h="6350">
                  <a:moveTo>
                    <a:pt x="201930" y="0"/>
                  </a:moveTo>
                  <a:lnTo>
                    <a:pt x="120650" y="0"/>
                  </a:lnTo>
                  <a:lnTo>
                    <a:pt x="120650" y="6350"/>
                  </a:lnTo>
                  <a:lnTo>
                    <a:pt x="201930" y="6350"/>
                  </a:lnTo>
                  <a:lnTo>
                    <a:pt x="201930" y="0"/>
                  </a:lnTo>
                  <a:close/>
                </a:path>
              </a:pathLst>
            </a:custGeom>
            <a:solidFill>
              <a:srgbClr val="395E00"/>
            </a:solidFill>
          </p:spPr>
          <p:txBody>
            <a:bodyPr wrap="square" lIns="0" tIns="0" rIns="0" bIns="0" rtlCol="0"/>
            <a:lstStyle/>
            <a:p/>
          </p:txBody>
        </p:sp>
        <p:sp>
          <p:nvSpPr>
            <p:cNvPr id="1582" name="object 1582"/>
            <p:cNvSpPr/>
            <p:nvPr/>
          </p:nvSpPr>
          <p:spPr>
            <a:xfrm>
              <a:off x="4893310" y="1430019"/>
              <a:ext cx="203200" cy="7620"/>
            </a:xfrm>
            <a:custGeom>
              <a:avLst/>
              <a:gdLst/>
              <a:ahLst/>
              <a:cxnLst/>
              <a:rect l="l" t="t" r="r" b="b"/>
              <a:pathLst>
                <a:path w="203200" h="7619">
                  <a:moveTo>
                    <a:pt x="113030" y="0"/>
                  </a:moveTo>
                  <a:lnTo>
                    <a:pt x="1270" y="0"/>
                  </a:lnTo>
                  <a:lnTo>
                    <a:pt x="1270" y="1270"/>
                  </a:lnTo>
                  <a:lnTo>
                    <a:pt x="1270" y="2540"/>
                  </a:lnTo>
                  <a:lnTo>
                    <a:pt x="1270" y="3810"/>
                  </a:lnTo>
                  <a:lnTo>
                    <a:pt x="1270" y="5080"/>
                  </a:lnTo>
                  <a:lnTo>
                    <a:pt x="1270" y="6350"/>
                  </a:lnTo>
                  <a:lnTo>
                    <a:pt x="0" y="6350"/>
                  </a:lnTo>
                  <a:lnTo>
                    <a:pt x="0" y="7620"/>
                  </a:lnTo>
                  <a:lnTo>
                    <a:pt x="105410" y="7620"/>
                  </a:lnTo>
                  <a:lnTo>
                    <a:pt x="105410" y="6350"/>
                  </a:lnTo>
                  <a:lnTo>
                    <a:pt x="106680" y="6350"/>
                  </a:lnTo>
                  <a:lnTo>
                    <a:pt x="106680" y="5080"/>
                  </a:lnTo>
                  <a:lnTo>
                    <a:pt x="107937" y="5080"/>
                  </a:lnTo>
                  <a:lnTo>
                    <a:pt x="107937" y="3810"/>
                  </a:lnTo>
                  <a:lnTo>
                    <a:pt x="109220" y="3810"/>
                  </a:lnTo>
                  <a:lnTo>
                    <a:pt x="109220" y="2540"/>
                  </a:lnTo>
                  <a:lnTo>
                    <a:pt x="111747" y="2540"/>
                  </a:lnTo>
                  <a:lnTo>
                    <a:pt x="111747" y="1270"/>
                  </a:lnTo>
                  <a:lnTo>
                    <a:pt x="113030" y="1270"/>
                  </a:lnTo>
                  <a:lnTo>
                    <a:pt x="113030" y="0"/>
                  </a:lnTo>
                  <a:close/>
                </a:path>
                <a:path w="203200" h="7619">
                  <a:moveTo>
                    <a:pt x="203200" y="0"/>
                  </a:moveTo>
                  <a:lnTo>
                    <a:pt x="121920" y="0"/>
                  </a:lnTo>
                  <a:lnTo>
                    <a:pt x="121920" y="7620"/>
                  </a:lnTo>
                  <a:lnTo>
                    <a:pt x="203187" y="7620"/>
                  </a:lnTo>
                  <a:lnTo>
                    <a:pt x="203200" y="0"/>
                  </a:lnTo>
                  <a:close/>
                </a:path>
              </a:pathLst>
            </a:custGeom>
            <a:solidFill>
              <a:srgbClr val="3A5D00"/>
            </a:solidFill>
          </p:spPr>
          <p:txBody>
            <a:bodyPr wrap="square" lIns="0" tIns="0" rIns="0" bIns="0" rtlCol="0"/>
            <a:lstStyle/>
            <a:p/>
          </p:txBody>
        </p:sp>
        <p:sp>
          <p:nvSpPr>
            <p:cNvPr id="1583" name="object 1583"/>
            <p:cNvSpPr/>
            <p:nvPr/>
          </p:nvSpPr>
          <p:spPr>
            <a:xfrm>
              <a:off x="4893310" y="1437639"/>
              <a:ext cx="203200" cy="7620"/>
            </a:xfrm>
            <a:custGeom>
              <a:avLst/>
              <a:gdLst/>
              <a:ahLst/>
              <a:cxnLst/>
              <a:rect l="l" t="t" r="r" b="b"/>
              <a:pathLst>
                <a:path w="203200" h="7619">
                  <a:moveTo>
                    <a:pt x="104140" y="0"/>
                  </a:moveTo>
                  <a:lnTo>
                    <a:pt x="0" y="0"/>
                  </a:lnTo>
                  <a:lnTo>
                    <a:pt x="0" y="1270"/>
                  </a:lnTo>
                  <a:lnTo>
                    <a:pt x="0" y="2540"/>
                  </a:lnTo>
                  <a:lnTo>
                    <a:pt x="0" y="5080"/>
                  </a:lnTo>
                  <a:lnTo>
                    <a:pt x="0" y="6350"/>
                  </a:lnTo>
                  <a:lnTo>
                    <a:pt x="0" y="7620"/>
                  </a:lnTo>
                  <a:lnTo>
                    <a:pt x="99060" y="7620"/>
                  </a:lnTo>
                  <a:lnTo>
                    <a:pt x="99060" y="6350"/>
                  </a:lnTo>
                  <a:lnTo>
                    <a:pt x="100330" y="6350"/>
                  </a:lnTo>
                  <a:lnTo>
                    <a:pt x="100330" y="5080"/>
                  </a:lnTo>
                  <a:lnTo>
                    <a:pt x="101600" y="5080"/>
                  </a:lnTo>
                  <a:lnTo>
                    <a:pt x="101600" y="2540"/>
                  </a:lnTo>
                  <a:lnTo>
                    <a:pt x="102870" y="2540"/>
                  </a:lnTo>
                  <a:lnTo>
                    <a:pt x="102870" y="1270"/>
                  </a:lnTo>
                  <a:lnTo>
                    <a:pt x="104140" y="1270"/>
                  </a:lnTo>
                  <a:lnTo>
                    <a:pt x="104140" y="0"/>
                  </a:lnTo>
                  <a:close/>
                </a:path>
                <a:path w="203200" h="7619">
                  <a:moveTo>
                    <a:pt x="203187" y="0"/>
                  </a:moveTo>
                  <a:lnTo>
                    <a:pt x="121920" y="0"/>
                  </a:lnTo>
                  <a:lnTo>
                    <a:pt x="121920" y="2540"/>
                  </a:lnTo>
                  <a:lnTo>
                    <a:pt x="121920" y="6350"/>
                  </a:lnTo>
                  <a:lnTo>
                    <a:pt x="120650" y="6350"/>
                  </a:lnTo>
                  <a:lnTo>
                    <a:pt x="120650" y="7620"/>
                  </a:lnTo>
                  <a:lnTo>
                    <a:pt x="203187" y="7620"/>
                  </a:lnTo>
                  <a:lnTo>
                    <a:pt x="203187" y="6350"/>
                  </a:lnTo>
                  <a:lnTo>
                    <a:pt x="203187" y="2540"/>
                  </a:lnTo>
                  <a:lnTo>
                    <a:pt x="203187" y="0"/>
                  </a:lnTo>
                  <a:close/>
                </a:path>
              </a:pathLst>
            </a:custGeom>
            <a:solidFill>
              <a:srgbClr val="3B5C00"/>
            </a:solidFill>
          </p:spPr>
          <p:txBody>
            <a:bodyPr wrap="square" lIns="0" tIns="0" rIns="0" bIns="0" rtlCol="0"/>
            <a:lstStyle/>
            <a:p/>
          </p:txBody>
        </p:sp>
        <p:sp>
          <p:nvSpPr>
            <p:cNvPr id="1584" name="object 1584"/>
            <p:cNvSpPr/>
            <p:nvPr/>
          </p:nvSpPr>
          <p:spPr>
            <a:xfrm>
              <a:off x="4893310" y="1445259"/>
              <a:ext cx="203200" cy="6350"/>
            </a:xfrm>
            <a:custGeom>
              <a:avLst/>
              <a:gdLst/>
              <a:ahLst/>
              <a:cxnLst/>
              <a:rect l="l" t="t" r="r" b="b"/>
              <a:pathLst>
                <a:path w="203200" h="6350">
                  <a:moveTo>
                    <a:pt x="97790" y="0"/>
                  </a:moveTo>
                  <a:lnTo>
                    <a:pt x="0" y="0"/>
                  </a:lnTo>
                  <a:lnTo>
                    <a:pt x="0" y="1270"/>
                  </a:lnTo>
                  <a:lnTo>
                    <a:pt x="0" y="2540"/>
                  </a:lnTo>
                  <a:lnTo>
                    <a:pt x="0" y="3810"/>
                  </a:lnTo>
                  <a:lnTo>
                    <a:pt x="0" y="6350"/>
                  </a:lnTo>
                  <a:lnTo>
                    <a:pt x="92710" y="6350"/>
                  </a:lnTo>
                  <a:lnTo>
                    <a:pt x="92710" y="3810"/>
                  </a:lnTo>
                  <a:lnTo>
                    <a:pt x="93980" y="3810"/>
                  </a:lnTo>
                  <a:lnTo>
                    <a:pt x="93980" y="2540"/>
                  </a:lnTo>
                  <a:lnTo>
                    <a:pt x="96520" y="2540"/>
                  </a:lnTo>
                  <a:lnTo>
                    <a:pt x="96520" y="1270"/>
                  </a:lnTo>
                  <a:lnTo>
                    <a:pt x="97790" y="1270"/>
                  </a:lnTo>
                  <a:lnTo>
                    <a:pt x="97790" y="0"/>
                  </a:lnTo>
                  <a:close/>
                </a:path>
                <a:path w="203200" h="6350">
                  <a:moveTo>
                    <a:pt x="203200" y="6350"/>
                  </a:moveTo>
                  <a:lnTo>
                    <a:pt x="203187" y="0"/>
                  </a:lnTo>
                  <a:lnTo>
                    <a:pt x="120650" y="0"/>
                  </a:lnTo>
                  <a:lnTo>
                    <a:pt x="120650" y="6350"/>
                  </a:lnTo>
                  <a:lnTo>
                    <a:pt x="203200" y="6350"/>
                  </a:lnTo>
                  <a:close/>
                </a:path>
              </a:pathLst>
            </a:custGeom>
            <a:solidFill>
              <a:srgbClr val="3C5B00"/>
            </a:solidFill>
          </p:spPr>
          <p:txBody>
            <a:bodyPr wrap="square" lIns="0" tIns="0" rIns="0" bIns="0" rtlCol="0"/>
            <a:lstStyle/>
            <a:p/>
          </p:txBody>
        </p:sp>
        <p:sp>
          <p:nvSpPr>
            <p:cNvPr id="1585" name="object 1585"/>
            <p:cNvSpPr/>
            <p:nvPr/>
          </p:nvSpPr>
          <p:spPr>
            <a:xfrm>
              <a:off x="4893310" y="1451609"/>
              <a:ext cx="203200" cy="7620"/>
            </a:xfrm>
            <a:custGeom>
              <a:avLst/>
              <a:gdLst/>
              <a:ahLst/>
              <a:cxnLst/>
              <a:rect l="l" t="t" r="r" b="b"/>
              <a:pathLst>
                <a:path w="203200" h="7619">
                  <a:moveTo>
                    <a:pt x="91440" y="0"/>
                  </a:moveTo>
                  <a:lnTo>
                    <a:pt x="0" y="0"/>
                  </a:lnTo>
                  <a:lnTo>
                    <a:pt x="0" y="1270"/>
                  </a:lnTo>
                  <a:lnTo>
                    <a:pt x="0" y="3810"/>
                  </a:lnTo>
                  <a:lnTo>
                    <a:pt x="0" y="5080"/>
                  </a:lnTo>
                  <a:lnTo>
                    <a:pt x="0" y="6350"/>
                  </a:lnTo>
                  <a:lnTo>
                    <a:pt x="0" y="7620"/>
                  </a:lnTo>
                  <a:lnTo>
                    <a:pt x="86360" y="7620"/>
                  </a:lnTo>
                  <a:lnTo>
                    <a:pt x="86360" y="6350"/>
                  </a:lnTo>
                  <a:lnTo>
                    <a:pt x="87630" y="6350"/>
                  </a:lnTo>
                  <a:lnTo>
                    <a:pt x="87630" y="5080"/>
                  </a:lnTo>
                  <a:lnTo>
                    <a:pt x="88900" y="5080"/>
                  </a:lnTo>
                  <a:lnTo>
                    <a:pt x="88900" y="3810"/>
                  </a:lnTo>
                  <a:lnTo>
                    <a:pt x="90170" y="3810"/>
                  </a:lnTo>
                  <a:lnTo>
                    <a:pt x="90170" y="1270"/>
                  </a:lnTo>
                  <a:lnTo>
                    <a:pt x="91440" y="1270"/>
                  </a:lnTo>
                  <a:lnTo>
                    <a:pt x="91440" y="0"/>
                  </a:lnTo>
                  <a:close/>
                </a:path>
                <a:path w="203200" h="7619">
                  <a:moveTo>
                    <a:pt x="203200" y="1282"/>
                  </a:moveTo>
                  <a:lnTo>
                    <a:pt x="120650" y="1282"/>
                  </a:lnTo>
                  <a:lnTo>
                    <a:pt x="120650" y="7620"/>
                  </a:lnTo>
                  <a:lnTo>
                    <a:pt x="203200" y="7620"/>
                  </a:lnTo>
                  <a:lnTo>
                    <a:pt x="203200" y="1282"/>
                  </a:lnTo>
                  <a:close/>
                </a:path>
                <a:path w="203200" h="7619">
                  <a:moveTo>
                    <a:pt x="203200" y="0"/>
                  </a:moveTo>
                  <a:lnTo>
                    <a:pt x="120650" y="0"/>
                  </a:lnTo>
                  <a:lnTo>
                    <a:pt x="120650" y="1270"/>
                  </a:lnTo>
                  <a:lnTo>
                    <a:pt x="203200" y="1270"/>
                  </a:lnTo>
                  <a:lnTo>
                    <a:pt x="203200" y="0"/>
                  </a:lnTo>
                  <a:close/>
                </a:path>
              </a:pathLst>
            </a:custGeom>
            <a:solidFill>
              <a:srgbClr val="3E5900"/>
            </a:solidFill>
          </p:spPr>
          <p:txBody>
            <a:bodyPr wrap="square" lIns="0" tIns="0" rIns="0" bIns="0" rtlCol="0"/>
            <a:lstStyle/>
            <a:p/>
          </p:txBody>
        </p:sp>
        <p:sp>
          <p:nvSpPr>
            <p:cNvPr id="1586" name="object 1586"/>
            <p:cNvSpPr/>
            <p:nvPr/>
          </p:nvSpPr>
          <p:spPr>
            <a:xfrm>
              <a:off x="4892040" y="1459229"/>
              <a:ext cx="204470" cy="7620"/>
            </a:xfrm>
            <a:custGeom>
              <a:avLst/>
              <a:gdLst/>
              <a:ahLst/>
              <a:cxnLst/>
              <a:rect l="l" t="t" r="r" b="b"/>
              <a:pathLst>
                <a:path w="204470" h="7619">
                  <a:moveTo>
                    <a:pt x="85089" y="5080"/>
                  </a:moveTo>
                  <a:lnTo>
                    <a:pt x="0" y="5080"/>
                  </a:lnTo>
                  <a:lnTo>
                    <a:pt x="0" y="7620"/>
                  </a:lnTo>
                  <a:lnTo>
                    <a:pt x="85089" y="7620"/>
                  </a:lnTo>
                  <a:lnTo>
                    <a:pt x="85089" y="5080"/>
                  </a:lnTo>
                  <a:close/>
                </a:path>
                <a:path w="204470" h="7619">
                  <a:moveTo>
                    <a:pt x="87630" y="0"/>
                  </a:moveTo>
                  <a:lnTo>
                    <a:pt x="1270" y="0"/>
                  </a:lnTo>
                  <a:lnTo>
                    <a:pt x="1270" y="5080"/>
                  </a:lnTo>
                  <a:lnTo>
                    <a:pt x="86360" y="5080"/>
                  </a:lnTo>
                  <a:lnTo>
                    <a:pt x="86360" y="1270"/>
                  </a:lnTo>
                  <a:lnTo>
                    <a:pt x="87630" y="1270"/>
                  </a:lnTo>
                  <a:lnTo>
                    <a:pt x="87630" y="0"/>
                  </a:lnTo>
                  <a:close/>
                </a:path>
                <a:path w="204470" h="7619">
                  <a:moveTo>
                    <a:pt x="204470" y="0"/>
                  </a:moveTo>
                  <a:lnTo>
                    <a:pt x="121920" y="0"/>
                  </a:lnTo>
                  <a:lnTo>
                    <a:pt x="121920" y="7620"/>
                  </a:lnTo>
                  <a:lnTo>
                    <a:pt x="204470" y="7620"/>
                  </a:lnTo>
                  <a:lnTo>
                    <a:pt x="204470" y="0"/>
                  </a:lnTo>
                  <a:close/>
                </a:path>
              </a:pathLst>
            </a:custGeom>
            <a:solidFill>
              <a:srgbClr val="3F5800"/>
            </a:solidFill>
          </p:spPr>
          <p:txBody>
            <a:bodyPr wrap="square" lIns="0" tIns="0" rIns="0" bIns="0" rtlCol="0"/>
            <a:lstStyle/>
            <a:p/>
          </p:txBody>
        </p:sp>
        <p:sp>
          <p:nvSpPr>
            <p:cNvPr id="1587" name="object 1587"/>
            <p:cNvSpPr/>
            <p:nvPr/>
          </p:nvSpPr>
          <p:spPr>
            <a:xfrm>
              <a:off x="4892040" y="1466849"/>
              <a:ext cx="204470" cy="7620"/>
            </a:xfrm>
            <a:custGeom>
              <a:avLst/>
              <a:gdLst/>
              <a:ahLst/>
              <a:cxnLst/>
              <a:rect l="l" t="t" r="r" b="b"/>
              <a:pathLst>
                <a:path w="204470" h="7619">
                  <a:moveTo>
                    <a:pt x="85089" y="0"/>
                  </a:moveTo>
                  <a:lnTo>
                    <a:pt x="0" y="0"/>
                  </a:lnTo>
                  <a:lnTo>
                    <a:pt x="0" y="7620"/>
                  </a:lnTo>
                  <a:lnTo>
                    <a:pt x="83820" y="7620"/>
                  </a:lnTo>
                  <a:lnTo>
                    <a:pt x="83820" y="1270"/>
                  </a:lnTo>
                  <a:lnTo>
                    <a:pt x="85089" y="1270"/>
                  </a:lnTo>
                  <a:lnTo>
                    <a:pt x="85089" y="0"/>
                  </a:lnTo>
                  <a:close/>
                </a:path>
                <a:path w="204470" h="7619">
                  <a:moveTo>
                    <a:pt x="204470" y="0"/>
                  </a:moveTo>
                  <a:lnTo>
                    <a:pt x="121920" y="0"/>
                  </a:lnTo>
                  <a:lnTo>
                    <a:pt x="121920" y="3810"/>
                  </a:lnTo>
                  <a:lnTo>
                    <a:pt x="120650" y="3810"/>
                  </a:lnTo>
                  <a:lnTo>
                    <a:pt x="120650" y="7620"/>
                  </a:lnTo>
                  <a:lnTo>
                    <a:pt x="204470" y="7620"/>
                  </a:lnTo>
                  <a:lnTo>
                    <a:pt x="204470" y="0"/>
                  </a:lnTo>
                  <a:close/>
                </a:path>
              </a:pathLst>
            </a:custGeom>
            <a:solidFill>
              <a:srgbClr val="405700"/>
            </a:solidFill>
          </p:spPr>
          <p:txBody>
            <a:bodyPr wrap="square" lIns="0" tIns="0" rIns="0" bIns="0" rtlCol="0"/>
            <a:lstStyle/>
            <a:p/>
          </p:txBody>
        </p:sp>
        <p:sp>
          <p:nvSpPr>
            <p:cNvPr id="1588" name="object 1588"/>
            <p:cNvSpPr/>
            <p:nvPr/>
          </p:nvSpPr>
          <p:spPr>
            <a:xfrm>
              <a:off x="4890770" y="1474469"/>
              <a:ext cx="205740" cy="6350"/>
            </a:xfrm>
            <a:custGeom>
              <a:avLst/>
              <a:gdLst/>
              <a:ahLst/>
              <a:cxnLst/>
              <a:rect l="l" t="t" r="r" b="b"/>
              <a:pathLst>
                <a:path w="205739" h="6350">
                  <a:moveTo>
                    <a:pt x="1269" y="6253"/>
                  </a:moveTo>
                  <a:lnTo>
                    <a:pt x="0" y="6350"/>
                  </a:lnTo>
                  <a:lnTo>
                    <a:pt x="1269" y="6350"/>
                  </a:lnTo>
                  <a:close/>
                </a:path>
                <a:path w="205739" h="6350">
                  <a:moveTo>
                    <a:pt x="83819" y="96"/>
                  </a:moveTo>
                  <a:lnTo>
                    <a:pt x="1269" y="6350"/>
                  </a:lnTo>
                  <a:lnTo>
                    <a:pt x="83819" y="6350"/>
                  </a:lnTo>
                  <a:lnTo>
                    <a:pt x="83819" y="96"/>
                  </a:lnTo>
                  <a:close/>
                </a:path>
                <a:path w="205739" h="6350">
                  <a:moveTo>
                    <a:pt x="83819" y="0"/>
                  </a:moveTo>
                  <a:lnTo>
                    <a:pt x="1269" y="0"/>
                  </a:lnTo>
                  <a:lnTo>
                    <a:pt x="1269" y="6253"/>
                  </a:lnTo>
                  <a:lnTo>
                    <a:pt x="83819" y="0"/>
                  </a:lnTo>
                  <a:close/>
                </a:path>
                <a:path w="205739" h="6350">
                  <a:moveTo>
                    <a:pt x="85089" y="0"/>
                  </a:moveTo>
                  <a:lnTo>
                    <a:pt x="83819" y="0"/>
                  </a:lnTo>
                  <a:lnTo>
                    <a:pt x="85089" y="0"/>
                  </a:lnTo>
                  <a:close/>
                </a:path>
                <a:path w="205739" h="6350">
                  <a:moveTo>
                    <a:pt x="205739" y="0"/>
                  </a:moveTo>
                  <a:lnTo>
                    <a:pt x="121919" y="0"/>
                  </a:lnTo>
                  <a:lnTo>
                    <a:pt x="121919" y="2539"/>
                  </a:lnTo>
                  <a:lnTo>
                    <a:pt x="120650" y="2539"/>
                  </a:lnTo>
                  <a:lnTo>
                    <a:pt x="120650" y="6350"/>
                  </a:lnTo>
                  <a:lnTo>
                    <a:pt x="205739" y="6350"/>
                  </a:lnTo>
                  <a:lnTo>
                    <a:pt x="205739" y="0"/>
                  </a:lnTo>
                  <a:close/>
                </a:path>
              </a:pathLst>
            </a:custGeom>
            <a:solidFill>
              <a:srgbClr val="415600"/>
            </a:solidFill>
          </p:spPr>
          <p:txBody>
            <a:bodyPr wrap="square" lIns="0" tIns="0" rIns="0" bIns="0" rtlCol="0"/>
            <a:lstStyle/>
            <a:p/>
          </p:txBody>
        </p:sp>
        <p:sp>
          <p:nvSpPr>
            <p:cNvPr id="1589" name="object 1589"/>
            <p:cNvSpPr/>
            <p:nvPr/>
          </p:nvSpPr>
          <p:spPr>
            <a:xfrm>
              <a:off x="4890770" y="1480819"/>
              <a:ext cx="205740" cy="7620"/>
            </a:xfrm>
            <a:custGeom>
              <a:avLst/>
              <a:gdLst/>
              <a:ahLst/>
              <a:cxnLst/>
              <a:rect l="l" t="t" r="r" b="b"/>
              <a:pathLst>
                <a:path w="205739" h="7619">
                  <a:moveTo>
                    <a:pt x="83819" y="0"/>
                  </a:moveTo>
                  <a:lnTo>
                    <a:pt x="0" y="0"/>
                  </a:lnTo>
                  <a:lnTo>
                    <a:pt x="0" y="7619"/>
                  </a:lnTo>
                  <a:lnTo>
                    <a:pt x="83820" y="7619"/>
                  </a:lnTo>
                  <a:lnTo>
                    <a:pt x="83819" y="0"/>
                  </a:lnTo>
                  <a:close/>
                </a:path>
                <a:path w="205739" h="7619">
                  <a:moveTo>
                    <a:pt x="205739" y="0"/>
                  </a:moveTo>
                  <a:lnTo>
                    <a:pt x="120650" y="0"/>
                  </a:lnTo>
                  <a:lnTo>
                    <a:pt x="120650" y="5079"/>
                  </a:lnTo>
                  <a:lnTo>
                    <a:pt x="119379" y="5079"/>
                  </a:lnTo>
                  <a:lnTo>
                    <a:pt x="119379" y="7619"/>
                  </a:lnTo>
                  <a:lnTo>
                    <a:pt x="205739" y="7619"/>
                  </a:lnTo>
                  <a:lnTo>
                    <a:pt x="205739" y="0"/>
                  </a:lnTo>
                  <a:close/>
                </a:path>
              </a:pathLst>
            </a:custGeom>
            <a:solidFill>
              <a:srgbClr val="425500"/>
            </a:solidFill>
          </p:spPr>
          <p:txBody>
            <a:bodyPr wrap="square" lIns="0" tIns="0" rIns="0" bIns="0" rtlCol="0"/>
            <a:lstStyle/>
            <a:p/>
          </p:txBody>
        </p:sp>
        <p:sp>
          <p:nvSpPr>
            <p:cNvPr id="1590" name="object 1590"/>
            <p:cNvSpPr/>
            <p:nvPr/>
          </p:nvSpPr>
          <p:spPr>
            <a:xfrm>
              <a:off x="4890770" y="14884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19380" y="0"/>
                  </a:lnTo>
                  <a:lnTo>
                    <a:pt x="119380" y="1270"/>
                  </a:lnTo>
                  <a:lnTo>
                    <a:pt x="118110" y="1270"/>
                  </a:lnTo>
                  <a:lnTo>
                    <a:pt x="118110" y="6350"/>
                  </a:lnTo>
                  <a:lnTo>
                    <a:pt x="116840" y="6350"/>
                  </a:lnTo>
                  <a:lnTo>
                    <a:pt x="116840" y="7620"/>
                  </a:lnTo>
                  <a:lnTo>
                    <a:pt x="205740" y="7620"/>
                  </a:lnTo>
                  <a:lnTo>
                    <a:pt x="205740" y="6350"/>
                  </a:lnTo>
                  <a:lnTo>
                    <a:pt x="205740" y="1270"/>
                  </a:lnTo>
                  <a:lnTo>
                    <a:pt x="205740" y="0"/>
                  </a:lnTo>
                  <a:close/>
                </a:path>
              </a:pathLst>
            </a:custGeom>
            <a:solidFill>
              <a:srgbClr val="435400"/>
            </a:solidFill>
          </p:spPr>
          <p:txBody>
            <a:bodyPr wrap="square" lIns="0" tIns="0" rIns="0" bIns="0" rtlCol="0"/>
            <a:lstStyle/>
            <a:p/>
          </p:txBody>
        </p:sp>
        <p:sp>
          <p:nvSpPr>
            <p:cNvPr id="1591" name="object 1591"/>
            <p:cNvSpPr/>
            <p:nvPr/>
          </p:nvSpPr>
          <p:spPr>
            <a:xfrm>
              <a:off x="4890770" y="149605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16840" y="0"/>
                  </a:lnTo>
                  <a:lnTo>
                    <a:pt x="116840" y="2540"/>
                  </a:lnTo>
                  <a:lnTo>
                    <a:pt x="115570" y="2540"/>
                  </a:lnTo>
                  <a:lnTo>
                    <a:pt x="115570" y="6350"/>
                  </a:lnTo>
                  <a:lnTo>
                    <a:pt x="205740" y="6350"/>
                  </a:lnTo>
                  <a:lnTo>
                    <a:pt x="205740" y="2540"/>
                  </a:lnTo>
                  <a:lnTo>
                    <a:pt x="205740" y="0"/>
                  </a:lnTo>
                  <a:close/>
                </a:path>
              </a:pathLst>
            </a:custGeom>
            <a:solidFill>
              <a:srgbClr val="445300"/>
            </a:solidFill>
          </p:spPr>
          <p:txBody>
            <a:bodyPr wrap="square" lIns="0" tIns="0" rIns="0" bIns="0" rtlCol="0"/>
            <a:lstStyle/>
            <a:p/>
          </p:txBody>
        </p:sp>
        <p:sp>
          <p:nvSpPr>
            <p:cNvPr id="1592" name="object 1592"/>
            <p:cNvSpPr/>
            <p:nvPr/>
          </p:nvSpPr>
          <p:spPr>
            <a:xfrm>
              <a:off x="4890770" y="1502409"/>
              <a:ext cx="205740" cy="7620"/>
            </a:xfrm>
            <a:custGeom>
              <a:avLst/>
              <a:gdLst/>
              <a:ahLst/>
              <a:cxnLst/>
              <a:rect l="l" t="t" r="r" b="b"/>
              <a:pathLst>
                <a:path w="205739" h="7619">
                  <a:moveTo>
                    <a:pt x="85090" y="3810"/>
                  </a:moveTo>
                  <a:lnTo>
                    <a:pt x="83820" y="3810"/>
                  </a:lnTo>
                  <a:lnTo>
                    <a:pt x="83820" y="1270"/>
                  </a:lnTo>
                  <a:lnTo>
                    <a:pt x="83820" y="0"/>
                  </a:lnTo>
                  <a:lnTo>
                    <a:pt x="0" y="0"/>
                  </a:lnTo>
                  <a:lnTo>
                    <a:pt x="0" y="1270"/>
                  </a:lnTo>
                  <a:lnTo>
                    <a:pt x="0" y="3810"/>
                  </a:lnTo>
                  <a:lnTo>
                    <a:pt x="0" y="7620"/>
                  </a:lnTo>
                  <a:lnTo>
                    <a:pt x="85090" y="7620"/>
                  </a:lnTo>
                  <a:lnTo>
                    <a:pt x="85090" y="3810"/>
                  </a:lnTo>
                  <a:close/>
                </a:path>
                <a:path w="205739" h="7619">
                  <a:moveTo>
                    <a:pt x="205740" y="0"/>
                  </a:moveTo>
                  <a:lnTo>
                    <a:pt x="115570" y="0"/>
                  </a:lnTo>
                  <a:lnTo>
                    <a:pt x="115570" y="1270"/>
                  </a:lnTo>
                  <a:lnTo>
                    <a:pt x="114300" y="1270"/>
                  </a:lnTo>
                  <a:lnTo>
                    <a:pt x="114300" y="5080"/>
                  </a:lnTo>
                  <a:lnTo>
                    <a:pt x="113030" y="5080"/>
                  </a:lnTo>
                  <a:lnTo>
                    <a:pt x="113030" y="6350"/>
                  </a:lnTo>
                  <a:lnTo>
                    <a:pt x="111760" y="6350"/>
                  </a:lnTo>
                  <a:lnTo>
                    <a:pt x="111760" y="7620"/>
                  </a:lnTo>
                  <a:lnTo>
                    <a:pt x="205740" y="7620"/>
                  </a:lnTo>
                  <a:lnTo>
                    <a:pt x="205740" y="6350"/>
                  </a:lnTo>
                  <a:lnTo>
                    <a:pt x="205740" y="5080"/>
                  </a:lnTo>
                  <a:lnTo>
                    <a:pt x="205740" y="1270"/>
                  </a:lnTo>
                  <a:lnTo>
                    <a:pt x="205740" y="0"/>
                  </a:lnTo>
                  <a:close/>
                </a:path>
              </a:pathLst>
            </a:custGeom>
            <a:solidFill>
              <a:srgbClr val="465100"/>
            </a:solidFill>
          </p:spPr>
          <p:txBody>
            <a:bodyPr wrap="square" lIns="0" tIns="0" rIns="0" bIns="0" rtlCol="0"/>
            <a:lstStyle/>
            <a:p/>
          </p:txBody>
        </p:sp>
        <p:sp>
          <p:nvSpPr>
            <p:cNvPr id="1593" name="object 1593"/>
            <p:cNvSpPr/>
            <p:nvPr/>
          </p:nvSpPr>
          <p:spPr>
            <a:xfrm>
              <a:off x="4890770" y="1510029"/>
              <a:ext cx="205740" cy="7620"/>
            </a:xfrm>
            <a:custGeom>
              <a:avLst/>
              <a:gdLst/>
              <a:ahLst/>
              <a:cxnLst/>
              <a:rect l="l" t="t" r="r" b="b"/>
              <a:pathLst>
                <a:path w="205739" h="7619">
                  <a:moveTo>
                    <a:pt x="86360" y="3810"/>
                  </a:moveTo>
                  <a:lnTo>
                    <a:pt x="85090" y="3810"/>
                  </a:lnTo>
                  <a:lnTo>
                    <a:pt x="85090" y="0"/>
                  </a:lnTo>
                  <a:lnTo>
                    <a:pt x="0" y="0"/>
                  </a:lnTo>
                  <a:lnTo>
                    <a:pt x="0" y="3810"/>
                  </a:lnTo>
                  <a:lnTo>
                    <a:pt x="0" y="7620"/>
                  </a:lnTo>
                  <a:lnTo>
                    <a:pt x="86360" y="7620"/>
                  </a:lnTo>
                  <a:lnTo>
                    <a:pt x="86360" y="3810"/>
                  </a:lnTo>
                  <a:close/>
                </a:path>
                <a:path w="205739" h="7619">
                  <a:moveTo>
                    <a:pt x="205740" y="0"/>
                  </a:moveTo>
                  <a:lnTo>
                    <a:pt x="111760" y="0"/>
                  </a:lnTo>
                  <a:lnTo>
                    <a:pt x="111760" y="1270"/>
                  </a:lnTo>
                  <a:lnTo>
                    <a:pt x="110490" y="1270"/>
                  </a:lnTo>
                  <a:lnTo>
                    <a:pt x="110490" y="3810"/>
                  </a:lnTo>
                  <a:lnTo>
                    <a:pt x="109220" y="3810"/>
                  </a:lnTo>
                  <a:lnTo>
                    <a:pt x="109220" y="6350"/>
                  </a:lnTo>
                  <a:lnTo>
                    <a:pt x="107950" y="6350"/>
                  </a:lnTo>
                  <a:lnTo>
                    <a:pt x="107950" y="7620"/>
                  </a:lnTo>
                  <a:lnTo>
                    <a:pt x="205740" y="7620"/>
                  </a:lnTo>
                  <a:lnTo>
                    <a:pt x="205740" y="6350"/>
                  </a:lnTo>
                  <a:lnTo>
                    <a:pt x="205740" y="3810"/>
                  </a:lnTo>
                  <a:lnTo>
                    <a:pt x="205740" y="1270"/>
                  </a:lnTo>
                  <a:lnTo>
                    <a:pt x="205740" y="0"/>
                  </a:lnTo>
                  <a:close/>
                </a:path>
              </a:pathLst>
            </a:custGeom>
            <a:solidFill>
              <a:srgbClr val="475000"/>
            </a:solidFill>
          </p:spPr>
          <p:txBody>
            <a:bodyPr wrap="square" lIns="0" tIns="0" rIns="0" bIns="0" rtlCol="0"/>
            <a:lstStyle/>
            <a:p/>
          </p:txBody>
        </p:sp>
        <p:sp>
          <p:nvSpPr>
            <p:cNvPr id="1594" name="object 1594"/>
            <p:cNvSpPr/>
            <p:nvPr/>
          </p:nvSpPr>
          <p:spPr>
            <a:xfrm>
              <a:off x="4890770" y="1517649"/>
              <a:ext cx="205740" cy="6350"/>
            </a:xfrm>
            <a:custGeom>
              <a:avLst/>
              <a:gdLst/>
              <a:ahLst/>
              <a:cxnLst/>
              <a:rect l="l" t="t" r="r" b="b"/>
              <a:pathLst>
                <a:path w="205739" h="6350">
                  <a:moveTo>
                    <a:pt x="90170" y="3810"/>
                  </a:moveTo>
                  <a:lnTo>
                    <a:pt x="87630" y="3810"/>
                  </a:lnTo>
                  <a:lnTo>
                    <a:pt x="87630" y="1270"/>
                  </a:lnTo>
                  <a:lnTo>
                    <a:pt x="86360" y="1270"/>
                  </a:lnTo>
                  <a:lnTo>
                    <a:pt x="86360" y="0"/>
                  </a:lnTo>
                  <a:lnTo>
                    <a:pt x="0" y="0"/>
                  </a:lnTo>
                  <a:lnTo>
                    <a:pt x="0" y="1270"/>
                  </a:lnTo>
                  <a:lnTo>
                    <a:pt x="0" y="3810"/>
                  </a:lnTo>
                  <a:lnTo>
                    <a:pt x="0" y="6350"/>
                  </a:lnTo>
                  <a:lnTo>
                    <a:pt x="90170" y="6350"/>
                  </a:lnTo>
                  <a:lnTo>
                    <a:pt x="90170" y="3810"/>
                  </a:lnTo>
                  <a:close/>
                </a:path>
                <a:path w="205739" h="6350">
                  <a:moveTo>
                    <a:pt x="205740" y="0"/>
                  </a:moveTo>
                  <a:lnTo>
                    <a:pt x="106680" y="0"/>
                  </a:lnTo>
                  <a:lnTo>
                    <a:pt x="106680" y="1270"/>
                  </a:lnTo>
                  <a:lnTo>
                    <a:pt x="105410" y="1270"/>
                  </a:lnTo>
                  <a:lnTo>
                    <a:pt x="105410" y="2540"/>
                  </a:lnTo>
                  <a:lnTo>
                    <a:pt x="102870" y="2540"/>
                  </a:lnTo>
                  <a:lnTo>
                    <a:pt x="102870" y="5080"/>
                  </a:lnTo>
                  <a:lnTo>
                    <a:pt x="99060" y="5080"/>
                  </a:lnTo>
                  <a:lnTo>
                    <a:pt x="99060" y="6350"/>
                  </a:lnTo>
                  <a:lnTo>
                    <a:pt x="205740" y="6350"/>
                  </a:lnTo>
                  <a:lnTo>
                    <a:pt x="205740" y="5080"/>
                  </a:lnTo>
                  <a:lnTo>
                    <a:pt x="205740" y="2540"/>
                  </a:lnTo>
                  <a:lnTo>
                    <a:pt x="205740" y="1270"/>
                  </a:lnTo>
                  <a:lnTo>
                    <a:pt x="205740" y="0"/>
                  </a:lnTo>
                  <a:close/>
                </a:path>
              </a:pathLst>
            </a:custGeom>
            <a:solidFill>
              <a:srgbClr val="484F00"/>
            </a:solidFill>
          </p:spPr>
          <p:txBody>
            <a:bodyPr wrap="square" lIns="0" tIns="0" rIns="0" bIns="0" rtlCol="0"/>
            <a:lstStyle/>
            <a:p/>
          </p:txBody>
        </p:sp>
        <p:sp>
          <p:nvSpPr>
            <p:cNvPr id="1595" name="object 1595"/>
            <p:cNvSpPr/>
            <p:nvPr/>
          </p:nvSpPr>
          <p:spPr>
            <a:xfrm>
              <a:off x="4890770" y="1523999"/>
              <a:ext cx="205740" cy="7620"/>
            </a:xfrm>
            <a:custGeom>
              <a:avLst/>
              <a:gdLst/>
              <a:ahLst/>
              <a:cxnLst/>
              <a:rect l="l" t="t" r="r" b="b"/>
              <a:pathLst>
                <a:path w="205739" h="7619">
                  <a:moveTo>
                    <a:pt x="205740" y="0"/>
                  </a:moveTo>
                  <a:lnTo>
                    <a:pt x="96520" y="0"/>
                  </a:lnTo>
                  <a:lnTo>
                    <a:pt x="96520" y="1270"/>
                  </a:lnTo>
                  <a:lnTo>
                    <a:pt x="93980" y="1270"/>
                  </a:lnTo>
                  <a:lnTo>
                    <a:pt x="93980" y="0"/>
                  </a:lnTo>
                  <a:lnTo>
                    <a:pt x="0" y="0"/>
                  </a:lnTo>
                  <a:lnTo>
                    <a:pt x="0" y="1270"/>
                  </a:lnTo>
                  <a:lnTo>
                    <a:pt x="0" y="7620"/>
                  </a:lnTo>
                  <a:lnTo>
                    <a:pt x="205740" y="7620"/>
                  </a:lnTo>
                  <a:lnTo>
                    <a:pt x="205740" y="1270"/>
                  </a:lnTo>
                  <a:lnTo>
                    <a:pt x="205740" y="0"/>
                  </a:lnTo>
                  <a:close/>
                </a:path>
              </a:pathLst>
            </a:custGeom>
            <a:solidFill>
              <a:srgbClr val="494E00"/>
            </a:solidFill>
          </p:spPr>
          <p:txBody>
            <a:bodyPr wrap="square" lIns="0" tIns="0" rIns="0" bIns="0" rtlCol="0"/>
            <a:lstStyle/>
            <a:p/>
          </p:txBody>
        </p:sp>
        <p:sp>
          <p:nvSpPr>
            <p:cNvPr id="1596" name="object 1596"/>
            <p:cNvSpPr/>
            <p:nvPr/>
          </p:nvSpPr>
          <p:spPr>
            <a:xfrm>
              <a:off x="4890770" y="1531619"/>
              <a:ext cx="205740" cy="7620"/>
            </a:xfrm>
            <a:custGeom>
              <a:avLst/>
              <a:gdLst/>
              <a:ahLst/>
              <a:cxnLst/>
              <a:rect l="l" t="t" r="r" b="b"/>
              <a:pathLst>
                <a:path w="205739" h="7619">
                  <a:moveTo>
                    <a:pt x="205740" y="0"/>
                  </a:moveTo>
                  <a:lnTo>
                    <a:pt x="0" y="0"/>
                  </a:lnTo>
                  <a:lnTo>
                    <a:pt x="0" y="2540"/>
                  </a:lnTo>
                  <a:lnTo>
                    <a:pt x="1270" y="2540"/>
                  </a:lnTo>
                  <a:lnTo>
                    <a:pt x="1270" y="7620"/>
                  </a:lnTo>
                  <a:lnTo>
                    <a:pt x="205740" y="7620"/>
                  </a:lnTo>
                  <a:lnTo>
                    <a:pt x="205740" y="2540"/>
                  </a:lnTo>
                  <a:lnTo>
                    <a:pt x="205740" y="0"/>
                  </a:lnTo>
                  <a:close/>
                </a:path>
              </a:pathLst>
            </a:custGeom>
            <a:solidFill>
              <a:srgbClr val="4A4D00"/>
            </a:solidFill>
          </p:spPr>
          <p:txBody>
            <a:bodyPr wrap="square" lIns="0" tIns="0" rIns="0" bIns="0" rtlCol="0"/>
            <a:lstStyle/>
            <a:p/>
          </p:txBody>
        </p:sp>
        <p:sp>
          <p:nvSpPr>
            <p:cNvPr id="1597" name="object 1597"/>
            <p:cNvSpPr/>
            <p:nvPr/>
          </p:nvSpPr>
          <p:spPr>
            <a:xfrm>
              <a:off x="4892040" y="1539239"/>
              <a:ext cx="204470" cy="6350"/>
            </a:xfrm>
            <a:custGeom>
              <a:avLst/>
              <a:gdLst/>
              <a:ahLst/>
              <a:cxnLst/>
              <a:rect l="l" t="t" r="r" b="b"/>
              <a:pathLst>
                <a:path w="204470" h="6350">
                  <a:moveTo>
                    <a:pt x="0" y="6350"/>
                  </a:moveTo>
                  <a:lnTo>
                    <a:pt x="0" y="0"/>
                  </a:lnTo>
                  <a:lnTo>
                    <a:pt x="204470" y="0"/>
                  </a:lnTo>
                  <a:lnTo>
                    <a:pt x="204470" y="6350"/>
                  </a:lnTo>
                  <a:lnTo>
                    <a:pt x="0" y="6350"/>
                  </a:lnTo>
                  <a:close/>
                </a:path>
              </a:pathLst>
            </a:custGeom>
            <a:solidFill>
              <a:srgbClr val="4B4C00"/>
            </a:solidFill>
          </p:spPr>
          <p:txBody>
            <a:bodyPr wrap="square" lIns="0" tIns="0" rIns="0" bIns="0" rtlCol="0"/>
            <a:lstStyle/>
            <a:p/>
          </p:txBody>
        </p:sp>
        <p:sp>
          <p:nvSpPr>
            <p:cNvPr id="1598" name="object 1598"/>
            <p:cNvSpPr/>
            <p:nvPr/>
          </p:nvSpPr>
          <p:spPr>
            <a:xfrm>
              <a:off x="4892040" y="1545589"/>
              <a:ext cx="204470" cy="7620"/>
            </a:xfrm>
            <a:custGeom>
              <a:avLst/>
              <a:gdLst/>
              <a:ahLst/>
              <a:cxnLst/>
              <a:rect l="l" t="t" r="r" b="b"/>
              <a:pathLst>
                <a:path w="204470" h="7619">
                  <a:moveTo>
                    <a:pt x="204470" y="0"/>
                  </a:moveTo>
                  <a:lnTo>
                    <a:pt x="0" y="0"/>
                  </a:lnTo>
                  <a:lnTo>
                    <a:pt x="0" y="6350"/>
                  </a:lnTo>
                  <a:lnTo>
                    <a:pt x="1270" y="6350"/>
                  </a:lnTo>
                  <a:lnTo>
                    <a:pt x="1270" y="7620"/>
                  </a:lnTo>
                  <a:lnTo>
                    <a:pt x="204470" y="7620"/>
                  </a:lnTo>
                  <a:lnTo>
                    <a:pt x="204470" y="6350"/>
                  </a:lnTo>
                  <a:lnTo>
                    <a:pt x="204470" y="0"/>
                  </a:lnTo>
                  <a:close/>
                </a:path>
              </a:pathLst>
            </a:custGeom>
            <a:solidFill>
              <a:srgbClr val="4C4B00"/>
            </a:solidFill>
          </p:spPr>
          <p:txBody>
            <a:bodyPr wrap="square" lIns="0" tIns="0" rIns="0" bIns="0" rtlCol="0"/>
            <a:lstStyle/>
            <a:p/>
          </p:txBody>
        </p:sp>
        <p:sp>
          <p:nvSpPr>
            <p:cNvPr id="1599" name="object 1599"/>
            <p:cNvSpPr/>
            <p:nvPr/>
          </p:nvSpPr>
          <p:spPr>
            <a:xfrm>
              <a:off x="4893310" y="1553209"/>
              <a:ext cx="203200" cy="7620"/>
            </a:xfrm>
            <a:custGeom>
              <a:avLst/>
              <a:gdLst/>
              <a:ahLst/>
              <a:cxnLst/>
              <a:rect l="l" t="t" r="r" b="b"/>
              <a:pathLst>
                <a:path w="203200" h="7619">
                  <a:moveTo>
                    <a:pt x="0" y="7619"/>
                  </a:moveTo>
                  <a:lnTo>
                    <a:pt x="0" y="0"/>
                  </a:lnTo>
                  <a:lnTo>
                    <a:pt x="203200" y="0"/>
                  </a:lnTo>
                  <a:lnTo>
                    <a:pt x="203200" y="7619"/>
                  </a:lnTo>
                  <a:lnTo>
                    <a:pt x="0" y="7619"/>
                  </a:lnTo>
                  <a:close/>
                </a:path>
              </a:pathLst>
            </a:custGeom>
            <a:solidFill>
              <a:srgbClr val="4E4900"/>
            </a:solidFill>
          </p:spPr>
          <p:txBody>
            <a:bodyPr wrap="square" lIns="0" tIns="0" rIns="0" bIns="0" rtlCol="0"/>
            <a:lstStyle/>
            <a:p/>
          </p:txBody>
        </p:sp>
        <p:sp>
          <p:nvSpPr>
            <p:cNvPr id="1600" name="object 1600"/>
            <p:cNvSpPr/>
            <p:nvPr/>
          </p:nvSpPr>
          <p:spPr>
            <a:xfrm>
              <a:off x="4893310" y="1560829"/>
              <a:ext cx="203200" cy="6350"/>
            </a:xfrm>
            <a:custGeom>
              <a:avLst/>
              <a:gdLst/>
              <a:ahLst/>
              <a:cxnLst/>
              <a:rect l="l" t="t" r="r" b="b"/>
              <a:pathLst>
                <a:path w="203200" h="6350">
                  <a:moveTo>
                    <a:pt x="203200" y="0"/>
                  </a:moveTo>
                  <a:lnTo>
                    <a:pt x="0" y="0"/>
                  </a:lnTo>
                  <a:lnTo>
                    <a:pt x="0" y="3810"/>
                  </a:lnTo>
                  <a:lnTo>
                    <a:pt x="1270" y="3810"/>
                  </a:lnTo>
                  <a:lnTo>
                    <a:pt x="1270" y="6350"/>
                  </a:lnTo>
                  <a:lnTo>
                    <a:pt x="203200" y="6350"/>
                  </a:lnTo>
                  <a:lnTo>
                    <a:pt x="203200" y="3810"/>
                  </a:lnTo>
                  <a:lnTo>
                    <a:pt x="203200" y="0"/>
                  </a:lnTo>
                  <a:close/>
                </a:path>
              </a:pathLst>
            </a:custGeom>
            <a:solidFill>
              <a:srgbClr val="4F4800"/>
            </a:solidFill>
          </p:spPr>
          <p:txBody>
            <a:bodyPr wrap="square" lIns="0" tIns="0" rIns="0" bIns="0" rtlCol="0"/>
            <a:lstStyle/>
            <a:p/>
          </p:txBody>
        </p:sp>
        <p:sp>
          <p:nvSpPr>
            <p:cNvPr id="1601" name="object 1601"/>
            <p:cNvSpPr/>
            <p:nvPr/>
          </p:nvSpPr>
          <p:spPr>
            <a:xfrm>
              <a:off x="4894580" y="1567179"/>
              <a:ext cx="201930" cy="7620"/>
            </a:xfrm>
            <a:custGeom>
              <a:avLst/>
              <a:gdLst/>
              <a:ahLst/>
              <a:cxnLst/>
              <a:rect l="l" t="t" r="r" b="b"/>
              <a:pathLst>
                <a:path w="201929" h="7619">
                  <a:moveTo>
                    <a:pt x="201930" y="0"/>
                  </a:moveTo>
                  <a:lnTo>
                    <a:pt x="0" y="0"/>
                  </a:lnTo>
                  <a:lnTo>
                    <a:pt x="0" y="6350"/>
                  </a:lnTo>
                  <a:lnTo>
                    <a:pt x="1270" y="6350"/>
                  </a:lnTo>
                  <a:lnTo>
                    <a:pt x="1270" y="7620"/>
                  </a:lnTo>
                  <a:lnTo>
                    <a:pt x="201930" y="7620"/>
                  </a:lnTo>
                  <a:lnTo>
                    <a:pt x="201930" y="6350"/>
                  </a:lnTo>
                  <a:lnTo>
                    <a:pt x="201930" y="0"/>
                  </a:lnTo>
                  <a:close/>
                </a:path>
              </a:pathLst>
            </a:custGeom>
            <a:solidFill>
              <a:srgbClr val="504700"/>
            </a:solidFill>
          </p:spPr>
          <p:txBody>
            <a:bodyPr wrap="square" lIns="0" tIns="0" rIns="0" bIns="0" rtlCol="0"/>
            <a:lstStyle/>
            <a:p/>
          </p:txBody>
        </p:sp>
        <p:sp>
          <p:nvSpPr>
            <p:cNvPr id="1602" name="object 1602"/>
            <p:cNvSpPr/>
            <p:nvPr/>
          </p:nvSpPr>
          <p:spPr>
            <a:xfrm>
              <a:off x="4895850" y="1574799"/>
              <a:ext cx="201930" cy="7620"/>
            </a:xfrm>
            <a:custGeom>
              <a:avLst/>
              <a:gdLst/>
              <a:ahLst/>
              <a:cxnLst/>
              <a:rect l="l" t="t" r="r" b="b"/>
              <a:pathLst>
                <a:path w="201929" h="7619">
                  <a:moveTo>
                    <a:pt x="0" y="7620"/>
                  </a:moveTo>
                  <a:lnTo>
                    <a:pt x="0" y="0"/>
                  </a:lnTo>
                  <a:lnTo>
                    <a:pt x="201929" y="0"/>
                  </a:lnTo>
                  <a:lnTo>
                    <a:pt x="201929" y="7620"/>
                  </a:lnTo>
                  <a:lnTo>
                    <a:pt x="0" y="7620"/>
                  </a:lnTo>
                  <a:close/>
                </a:path>
              </a:pathLst>
            </a:custGeom>
            <a:solidFill>
              <a:srgbClr val="514600"/>
            </a:solidFill>
          </p:spPr>
          <p:txBody>
            <a:bodyPr wrap="square" lIns="0" tIns="0" rIns="0" bIns="0" rtlCol="0"/>
            <a:lstStyle/>
            <a:p/>
          </p:txBody>
        </p:sp>
        <p:sp>
          <p:nvSpPr>
            <p:cNvPr id="1603" name="object 1603"/>
            <p:cNvSpPr/>
            <p:nvPr/>
          </p:nvSpPr>
          <p:spPr>
            <a:xfrm>
              <a:off x="4897120" y="1582419"/>
              <a:ext cx="200660" cy="6350"/>
            </a:xfrm>
            <a:custGeom>
              <a:avLst/>
              <a:gdLst/>
              <a:ahLst/>
              <a:cxnLst/>
              <a:rect l="l" t="t" r="r" b="b"/>
              <a:pathLst>
                <a:path w="200660" h="6350">
                  <a:moveTo>
                    <a:pt x="200659" y="0"/>
                  </a:moveTo>
                  <a:lnTo>
                    <a:pt x="0" y="0"/>
                  </a:lnTo>
                  <a:lnTo>
                    <a:pt x="0" y="6350"/>
                  </a:lnTo>
                  <a:lnTo>
                    <a:pt x="200659" y="6350"/>
                  </a:lnTo>
                  <a:lnTo>
                    <a:pt x="200659" y="0"/>
                  </a:lnTo>
                  <a:close/>
                </a:path>
              </a:pathLst>
            </a:custGeom>
            <a:solidFill>
              <a:srgbClr val="524500"/>
            </a:solidFill>
          </p:spPr>
          <p:txBody>
            <a:bodyPr wrap="square" lIns="0" tIns="0" rIns="0" bIns="0" rtlCol="0"/>
            <a:lstStyle/>
            <a:p/>
          </p:txBody>
        </p:sp>
        <p:sp>
          <p:nvSpPr>
            <p:cNvPr id="1604" name="object 1604"/>
            <p:cNvSpPr/>
            <p:nvPr/>
          </p:nvSpPr>
          <p:spPr>
            <a:xfrm>
              <a:off x="4897120" y="158876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534400"/>
            </a:solidFill>
          </p:spPr>
          <p:txBody>
            <a:bodyPr wrap="square" lIns="0" tIns="0" rIns="0" bIns="0" rtlCol="0"/>
            <a:lstStyle/>
            <a:p/>
          </p:txBody>
        </p:sp>
        <p:sp>
          <p:nvSpPr>
            <p:cNvPr id="1605" name="object 1605"/>
            <p:cNvSpPr/>
            <p:nvPr/>
          </p:nvSpPr>
          <p:spPr>
            <a:xfrm>
              <a:off x="4898390" y="159638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544300"/>
            </a:solidFill>
          </p:spPr>
          <p:txBody>
            <a:bodyPr wrap="square" lIns="0" tIns="0" rIns="0" bIns="0" rtlCol="0"/>
            <a:lstStyle/>
            <a:p/>
          </p:txBody>
        </p:sp>
        <p:sp>
          <p:nvSpPr>
            <p:cNvPr id="1606" name="object 1606"/>
            <p:cNvSpPr/>
            <p:nvPr/>
          </p:nvSpPr>
          <p:spPr>
            <a:xfrm>
              <a:off x="4899660" y="1604009"/>
              <a:ext cx="199390" cy="6350"/>
            </a:xfrm>
            <a:custGeom>
              <a:avLst/>
              <a:gdLst/>
              <a:ahLst/>
              <a:cxnLst/>
              <a:rect l="l" t="t" r="r" b="b"/>
              <a:pathLst>
                <a:path w="199389" h="6350">
                  <a:moveTo>
                    <a:pt x="199390" y="1282"/>
                  </a:moveTo>
                  <a:lnTo>
                    <a:pt x="1270" y="1282"/>
                  </a:lnTo>
                  <a:lnTo>
                    <a:pt x="1270" y="6350"/>
                  </a:lnTo>
                  <a:lnTo>
                    <a:pt x="199390" y="6350"/>
                  </a:lnTo>
                  <a:lnTo>
                    <a:pt x="199390" y="1282"/>
                  </a:lnTo>
                  <a:close/>
                </a:path>
                <a:path w="199389" h="6350">
                  <a:moveTo>
                    <a:pt x="199390" y="0"/>
                  </a:moveTo>
                  <a:lnTo>
                    <a:pt x="0" y="0"/>
                  </a:lnTo>
                  <a:lnTo>
                    <a:pt x="0" y="1270"/>
                  </a:lnTo>
                  <a:lnTo>
                    <a:pt x="199390" y="1270"/>
                  </a:lnTo>
                  <a:lnTo>
                    <a:pt x="199390" y="0"/>
                  </a:lnTo>
                  <a:close/>
                </a:path>
              </a:pathLst>
            </a:custGeom>
            <a:solidFill>
              <a:srgbClr val="564100"/>
            </a:solidFill>
          </p:spPr>
          <p:txBody>
            <a:bodyPr wrap="square" lIns="0" tIns="0" rIns="0" bIns="0" rtlCol="0"/>
            <a:lstStyle/>
            <a:p/>
          </p:txBody>
        </p:sp>
        <p:sp>
          <p:nvSpPr>
            <p:cNvPr id="1607" name="object 1607"/>
            <p:cNvSpPr/>
            <p:nvPr/>
          </p:nvSpPr>
          <p:spPr>
            <a:xfrm>
              <a:off x="4902200" y="1610359"/>
              <a:ext cx="198120" cy="7620"/>
            </a:xfrm>
            <a:custGeom>
              <a:avLst/>
              <a:gdLst/>
              <a:ahLst/>
              <a:cxnLst/>
              <a:rect l="l" t="t" r="r" b="b"/>
              <a:pathLst>
                <a:path w="198120" h="7619">
                  <a:moveTo>
                    <a:pt x="198120" y="0"/>
                  </a:moveTo>
                  <a:lnTo>
                    <a:pt x="0" y="0"/>
                  </a:lnTo>
                  <a:lnTo>
                    <a:pt x="0" y="5080"/>
                  </a:lnTo>
                  <a:lnTo>
                    <a:pt x="1270" y="5080"/>
                  </a:lnTo>
                  <a:lnTo>
                    <a:pt x="1270" y="7620"/>
                  </a:lnTo>
                  <a:lnTo>
                    <a:pt x="198120" y="7620"/>
                  </a:lnTo>
                  <a:lnTo>
                    <a:pt x="198120" y="5080"/>
                  </a:lnTo>
                  <a:lnTo>
                    <a:pt x="198120" y="0"/>
                  </a:lnTo>
                  <a:close/>
                </a:path>
              </a:pathLst>
            </a:custGeom>
            <a:solidFill>
              <a:srgbClr val="574000"/>
            </a:solidFill>
          </p:spPr>
          <p:txBody>
            <a:bodyPr wrap="square" lIns="0" tIns="0" rIns="0" bIns="0" rtlCol="0"/>
            <a:lstStyle/>
            <a:p/>
          </p:txBody>
        </p:sp>
        <p:sp>
          <p:nvSpPr>
            <p:cNvPr id="1608" name="object 1608"/>
            <p:cNvSpPr/>
            <p:nvPr/>
          </p:nvSpPr>
          <p:spPr>
            <a:xfrm>
              <a:off x="4903470" y="1617979"/>
              <a:ext cx="198120" cy="7620"/>
            </a:xfrm>
            <a:custGeom>
              <a:avLst/>
              <a:gdLst/>
              <a:ahLst/>
              <a:cxnLst/>
              <a:rect l="l" t="t" r="r" b="b"/>
              <a:pathLst>
                <a:path w="198120" h="7619">
                  <a:moveTo>
                    <a:pt x="198120" y="1270"/>
                  </a:moveTo>
                  <a:lnTo>
                    <a:pt x="196850" y="1270"/>
                  </a:lnTo>
                  <a:lnTo>
                    <a:pt x="196850" y="0"/>
                  </a:lnTo>
                  <a:lnTo>
                    <a:pt x="0" y="0"/>
                  </a:lnTo>
                  <a:lnTo>
                    <a:pt x="0" y="1270"/>
                  </a:lnTo>
                  <a:lnTo>
                    <a:pt x="0" y="2540"/>
                  </a:lnTo>
                  <a:lnTo>
                    <a:pt x="1270" y="2540"/>
                  </a:lnTo>
                  <a:lnTo>
                    <a:pt x="1270" y="6350"/>
                  </a:lnTo>
                  <a:lnTo>
                    <a:pt x="2540" y="6350"/>
                  </a:lnTo>
                  <a:lnTo>
                    <a:pt x="2540" y="7620"/>
                  </a:lnTo>
                  <a:lnTo>
                    <a:pt x="198120" y="7620"/>
                  </a:lnTo>
                  <a:lnTo>
                    <a:pt x="198120" y="6350"/>
                  </a:lnTo>
                  <a:lnTo>
                    <a:pt x="198120" y="2540"/>
                  </a:lnTo>
                  <a:lnTo>
                    <a:pt x="198120" y="1270"/>
                  </a:lnTo>
                  <a:close/>
                </a:path>
              </a:pathLst>
            </a:custGeom>
            <a:solidFill>
              <a:srgbClr val="583F00"/>
            </a:solidFill>
          </p:spPr>
          <p:txBody>
            <a:bodyPr wrap="square" lIns="0" tIns="0" rIns="0" bIns="0" rtlCol="0"/>
            <a:lstStyle/>
            <a:p/>
          </p:txBody>
        </p:sp>
        <p:sp>
          <p:nvSpPr>
            <p:cNvPr id="1609" name="object 1609"/>
            <p:cNvSpPr/>
            <p:nvPr/>
          </p:nvSpPr>
          <p:spPr>
            <a:xfrm>
              <a:off x="4906010" y="1625599"/>
              <a:ext cx="196850" cy="6350"/>
            </a:xfrm>
            <a:custGeom>
              <a:avLst/>
              <a:gdLst/>
              <a:ahLst/>
              <a:cxnLst/>
              <a:rect l="l" t="t" r="r" b="b"/>
              <a:pathLst>
                <a:path w="196850" h="6350">
                  <a:moveTo>
                    <a:pt x="196850" y="2540"/>
                  </a:moveTo>
                  <a:lnTo>
                    <a:pt x="195580" y="2540"/>
                  </a:lnTo>
                  <a:lnTo>
                    <a:pt x="195580" y="0"/>
                  </a:lnTo>
                  <a:lnTo>
                    <a:pt x="0" y="0"/>
                  </a:lnTo>
                  <a:lnTo>
                    <a:pt x="0" y="2540"/>
                  </a:lnTo>
                  <a:lnTo>
                    <a:pt x="0" y="3810"/>
                  </a:lnTo>
                  <a:lnTo>
                    <a:pt x="1270" y="3810"/>
                  </a:lnTo>
                  <a:lnTo>
                    <a:pt x="1270" y="6350"/>
                  </a:lnTo>
                  <a:lnTo>
                    <a:pt x="196850" y="6350"/>
                  </a:lnTo>
                  <a:lnTo>
                    <a:pt x="196850" y="3810"/>
                  </a:lnTo>
                  <a:lnTo>
                    <a:pt x="196850" y="2540"/>
                  </a:lnTo>
                  <a:close/>
                </a:path>
              </a:pathLst>
            </a:custGeom>
            <a:solidFill>
              <a:srgbClr val="593E00"/>
            </a:solidFill>
          </p:spPr>
          <p:txBody>
            <a:bodyPr wrap="square" lIns="0" tIns="0" rIns="0" bIns="0" rtlCol="0"/>
            <a:lstStyle/>
            <a:p/>
          </p:txBody>
        </p:sp>
        <p:sp>
          <p:nvSpPr>
            <p:cNvPr id="1610" name="object 1610"/>
            <p:cNvSpPr/>
            <p:nvPr/>
          </p:nvSpPr>
          <p:spPr>
            <a:xfrm>
              <a:off x="4907280" y="1631949"/>
              <a:ext cx="196850" cy="7620"/>
            </a:xfrm>
            <a:custGeom>
              <a:avLst/>
              <a:gdLst/>
              <a:ahLst/>
              <a:cxnLst/>
              <a:rect l="l" t="t" r="r" b="b"/>
              <a:pathLst>
                <a:path w="196850" h="7619">
                  <a:moveTo>
                    <a:pt x="196850" y="5080"/>
                  </a:moveTo>
                  <a:lnTo>
                    <a:pt x="195580" y="5080"/>
                  </a:lnTo>
                  <a:lnTo>
                    <a:pt x="195580" y="2540"/>
                  </a:lnTo>
                  <a:lnTo>
                    <a:pt x="195580" y="0"/>
                  </a:lnTo>
                  <a:lnTo>
                    <a:pt x="0" y="0"/>
                  </a:lnTo>
                  <a:lnTo>
                    <a:pt x="0" y="2540"/>
                  </a:lnTo>
                  <a:lnTo>
                    <a:pt x="1270" y="2540"/>
                  </a:lnTo>
                  <a:lnTo>
                    <a:pt x="1270" y="5080"/>
                  </a:lnTo>
                  <a:lnTo>
                    <a:pt x="1270" y="6350"/>
                  </a:lnTo>
                  <a:lnTo>
                    <a:pt x="2540" y="6350"/>
                  </a:lnTo>
                  <a:lnTo>
                    <a:pt x="2540" y="7620"/>
                  </a:lnTo>
                  <a:lnTo>
                    <a:pt x="196850" y="7620"/>
                  </a:lnTo>
                  <a:lnTo>
                    <a:pt x="196850" y="6350"/>
                  </a:lnTo>
                  <a:lnTo>
                    <a:pt x="196850" y="5080"/>
                  </a:lnTo>
                  <a:close/>
                </a:path>
              </a:pathLst>
            </a:custGeom>
            <a:solidFill>
              <a:srgbClr val="5A3D00"/>
            </a:solidFill>
          </p:spPr>
          <p:txBody>
            <a:bodyPr wrap="square" lIns="0" tIns="0" rIns="0" bIns="0" rtlCol="0"/>
            <a:lstStyle/>
            <a:p/>
          </p:txBody>
        </p:sp>
        <p:sp>
          <p:nvSpPr>
            <p:cNvPr id="1611" name="object 1611"/>
            <p:cNvSpPr/>
            <p:nvPr/>
          </p:nvSpPr>
          <p:spPr>
            <a:xfrm>
              <a:off x="4909820" y="1639569"/>
              <a:ext cx="195580" cy="7620"/>
            </a:xfrm>
            <a:custGeom>
              <a:avLst/>
              <a:gdLst/>
              <a:ahLst/>
              <a:cxnLst/>
              <a:rect l="l" t="t" r="r" b="b"/>
              <a:pathLst>
                <a:path w="195579" h="7619">
                  <a:moveTo>
                    <a:pt x="111760" y="0"/>
                  </a:moveTo>
                  <a:lnTo>
                    <a:pt x="0" y="0"/>
                  </a:lnTo>
                  <a:lnTo>
                    <a:pt x="0" y="1270"/>
                  </a:lnTo>
                  <a:lnTo>
                    <a:pt x="1270" y="1270"/>
                  </a:lnTo>
                  <a:lnTo>
                    <a:pt x="1270" y="3810"/>
                  </a:lnTo>
                  <a:lnTo>
                    <a:pt x="1270" y="5080"/>
                  </a:lnTo>
                  <a:lnTo>
                    <a:pt x="2540" y="5080"/>
                  </a:lnTo>
                  <a:lnTo>
                    <a:pt x="2540" y="6350"/>
                  </a:lnTo>
                  <a:lnTo>
                    <a:pt x="2540" y="7620"/>
                  </a:lnTo>
                  <a:lnTo>
                    <a:pt x="107950" y="7620"/>
                  </a:lnTo>
                  <a:lnTo>
                    <a:pt x="107950" y="6350"/>
                  </a:lnTo>
                  <a:lnTo>
                    <a:pt x="109220" y="6350"/>
                  </a:lnTo>
                  <a:lnTo>
                    <a:pt x="109220" y="5080"/>
                  </a:lnTo>
                  <a:lnTo>
                    <a:pt x="109220" y="3810"/>
                  </a:lnTo>
                  <a:lnTo>
                    <a:pt x="110490" y="3810"/>
                  </a:lnTo>
                  <a:lnTo>
                    <a:pt x="110490" y="1270"/>
                  </a:lnTo>
                  <a:lnTo>
                    <a:pt x="111760" y="1270"/>
                  </a:lnTo>
                  <a:lnTo>
                    <a:pt x="111760" y="0"/>
                  </a:lnTo>
                  <a:close/>
                </a:path>
                <a:path w="195579" h="7619">
                  <a:moveTo>
                    <a:pt x="195580" y="6350"/>
                  </a:moveTo>
                  <a:lnTo>
                    <a:pt x="194310" y="6350"/>
                  </a:lnTo>
                  <a:lnTo>
                    <a:pt x="194310" y="3810"/>
                  </a:lnTo>
                  <a:lnTo>
                    <a:pt x="194310" y="0"/>
                  </a:lnTo>
                  <a:lnTo>
                    <a:pt x="113030" y="0"/>
                  </a:lnTo>
                  <a:lnTo>
                    <a:pt x="113030" y="3810"/>
                  </a:lnTo>
                  <a:lnTo>
                    <a:pt x="114300" y="3810"/>
                  </a:lnTo>
                  <a:lnTo>
                    <a:pt x="114300" y="6350"/>
                  </a:lnTo>
                  <a:lnTo>
                    <a:pt x="114300" y="7620"/>
                  </a:lnTo>
                  <a:lnTo>
                    <a:pt x="195580" y="7620"/>
                  </a:lnTo>
                  <a:lnTo>
                    <a:pt x="195580" y="6350"/>
                  </a:lnTo>
                  <a:close/>
                </a:path>
              </a:pathLst>
            </a:custGeom>
            <a:solidFill>
              <a:srgbClr val="5B3C00"/>
            </a:solidFill>
          </p:spPr>
          <p:txBody>
            <a:bodyPr wrap="square" lIns="0" tIns="0" rIns="0" bIns="0" rtlCol="0"/>
            <a:lstStyle/>
            <a:p/>
          </p:txBody>
        </p:sp>
        <p:sp>
          <p:nvSpPr>
            <p:cNvPr id="1612" name="object 1612"/>
            <p:cNvSpPr/>
            <p:nvPr/>
          </p:nvSpPr>
          <p:spPr>
            <a:xfrm>
              <a:off x="4913630" y="1647189"/>
              <a:ext cx="191770" cy="6350"/>
            </a:xfrm>
            <a:custGeom>
              <a:avLst/>
              <a:gdLst/>
              <a:ahLst/>
              <a:cxnLst/>
              <a:rect l="l" t="t" r="r" b="b"/>
              <a:pathLst>
                <a:path w="191770" h="6350">
                  <a:moveTo>
                    <a:pt x="104140" y="0"/>
                  </a:moveTo>
                  <a:lnTo>
                    <a:pt x="0" y="0"/>
                  </a:lnTo>
                  <a:lnTo>
                    <a:pt x="0" y="1270"/>
                  </a:lnTo>
                  <a:lnTo>
                    <a:pt x="0" y="2540"/>
                  </a:lnTo>
                  <a:lnTo>
                    <a:pt x="1270" y="2540"/>
                  </a:lnTo>
                  <a:lnTo>
                    <a:pt x="1270" y="3810"/>
                  </a:lnTo>
                  <a:lnTo>
                    <a:pt x="1270" y="5080"/>
                  </a:lnTo>
                  <a:lnTo>
                    <a:pt x="2540" y="5080"/>
                  </a:lnTo>
                  <a:lnTo>
                    <a:pt x="2540" y="6350"/>
                  </a:lnTo>
                  <a:lnTo>
                    <a:pt x="100330" y="6350"/>
                  </a:lnTo>
                  <a:lnTo>
                    <a:pt x="100330" y="5080"/>
                  </a:lnTo>
                  <a:lnTo>
                    <a:pt x="101600" y="5080"/>
                  </a:lnTo>
                  <a:lnTo>
                    <a:pt x="101600" y="3810"/>
                  </a:lnTo>
                  <a:lnTo>
                    <a:pt x="102870" y="3810"/>
                  </a:lnTo>
                  <a:lnTo>
                    <a:pt x="102870" y="2540"/>
                  </a:lnTo>
                  <a:lnTo>
                    <a:pt x="102870" y="1270"/>
                  </a:lnTo>
                  <a:lnTo>
                    <a:pt x="104140" y="1270"/>
                  </a:lnTo>
                  <a:lnTo>
                    <a:pt x="104140" y="0"/>
                  </a:lnTo>
                  <a:close/>
                </a:path>
                <a:path w="191770" h="6350">
                  <a:moveTo>
                    <a:pt x="191770" y="0"/>
                  </a:moveTo>
                  <a:lnTo>
                    <a:pt x="110490" y="0"/>
                  </a:lnTo>
                  <a:lnTo>
                    <a:pt x="110490" y="3810"/>
                  </a:lnTo>
                  <a:lnTo>
                    <a:pt x="111760" y="3810"/>
                  </a:lnTo>
                  <a:lnTo>
                    <a:pt x="111760" y="6350"/>
                  </a:lnTo>
                  <a:lnTo>
                    <a:pt x="191770" y="6350"/>
                  </a:lnTo>
                  <a:lnTo>
                    <a:pt x="191770" y="3810"/>
                  </a:lnTo>
                  <a:lnTo>
                    <a:pt x="191770" y="0"/>
                  </a:lnTo>
                  <a:close/>
                </a:path>
              </a:pathLst>
            </a:custGeom>
            <a:solidFill>
              <a:srgbClr val="5C3B00"/>
            </a:solidFill>
          </p:spPr>
          <p:txBody>
            <a:bodyPr wrap="square" lIns="0" tIns="0" rIns="0" bIns="0" rtlCol="0"/>
            <a:lstStyle/>
            <a:p/>
          </p:txBody>
        </p:sp>
        <p:sp>
          <p:nvSpPr>
            <p:cNvPr id="1613" name="object 1613"/>
            <p:cNvSpPr/>
            <p:nvPr/>
          </p:nvSpPr>
          <p:spPr>
            <a:xfrm>
              <a:off x="4916170" y="1653539"/>
              <a:ext cx="190500" cy="7620"/>
            </a:xfrm>
            <a:custGeom>
              <a:avLst/>
              <a:gdLst/>
              <a:ahLst/>
              <a:cxnLst/>
              <a:rect l="l" t="t" r="r" b="b"/>
              <a:pathLst>
                <a:path w="190500" h="7619">
                  <a:moveTo>
                    <a:pt x="95237" y="2552"/>
                  </a:moveTo>
                  <a:lnTo>
                    <a:pt x="1270" y="2552"/>
                  </a:lnTo>
                  <a:lnTo>
                    <a:pt x="1270" y="5080"/>
                  </a:lnTo>
                  <a:lnTo>
                    <a:pt x="2540" y="5080"/>
                  </a:lnTo>
                  <a:lnTo>
                    <a:pt x="2540" y="6350"/>
                  </a:lnTo>
                  <a:lnTo>
                    <a:pt x="3810" y="6350"/>
                  </a:lnTo>
                  <a:lnTo>
                    <a:pt x="3810" y="7620"/>
                  </a:lnTo>
                  <a:lnTo>
                    <a:pt x="92710" y="7620"/>
                  </a:lnTo>
                  <a:lnTo>
                    <a:pt x="92710" y="6350"/>
                  </a:lnTo>
                  <a:lnTo>
                    <a:pt x="93980" y="6350"/>
                  </a:lnTo>
                  <a:lnTo>
                    <a:pt x="93980" y="5080"/>
                  </a:lnTo>
                  <a:lnTo>
                    <a:pt x="95237" y="5080"/>
                  </a:lnTo>
                  <a:lnTo>
                    <a:pt x="95237" y="2552"/>
                  </a:lnTo>
                  <a:close/>
                </a:path>
                <a:path w="190500" h="7619">
                  <a:moveTo>
                    <a:pt x="97790" y="0"/>
                  </a:moveTo>
                  <a:lnTo>
                    <a:pt x="0" y="0"/>
                  </a:lnTo>
                  <a:lnTo>
                    <a:pt x="0" y="1270"/>
                  </a:lnTo>
                  <a:lnTo>
                    <a:pt x="0" y="2540"/>
                  </a:lnTo>
                  <a:lnTo>
                    <a:pt x="96520" y="2540"/>
                  </a:lnTo>
                  <a:lnTo>
                    <a:pt x="96520" y="1270"/>
                  </a:lnTo>
                  <a:lnTo>
                    <a:pt x="97790" y="1270"/>
                  </a:lnTo>
                  <a:lnTo>
                    <a:pt x="97790" y="0"/>
                  </a:lnTo>
                  <a:close/>
                </a:path>
                <a:path w="190500" h="7619">
                  <a:moveTo>
                    <a:pt x="190500" y="5080"/>
                  </a:moveTo>
                  <a:lnTo>
                    <a:pt x="190487" y="2540"/>
                  </a:lnTo>
                  <a:lnTo>
                    <a:pt x="190487" y="1270"/>
                  </a:lnTo>
                  <a:lnTo>
                    <a:pt x="189230" y="1270"/>
                  </a:lnTo>
                  <a:lnTo>
                    <a:pt x="189230" y="0"/>
                  </a:lnTo>
                  <a:lnTo>
                    <a:pt x="109220" y="0"/>
                  </a:lnTo>
                  <a:lnTo>
                    <a:pt x="109220" y="1270"/>
                  </a:lnTo>
                  <a:lnTo>
                    <a:pt x="109220" y="2540"/>
                  </a:lnTo>
                  <a:lnTo>
                    <a:pt x="109220" y="5080"/>
                  </a:lnTo>
                  <a:lnTo>
                    <a:pt x="110490" y="5080"/>
                  </a:lnTo>
                  <a:lnTo>
                    <a:pt x="110490" y="7620"/>
                  </a:lnTo>
                  <a:lnTo>
                    <a:pt x="190500" y="7620"/>
                  </a:lnTo>
                  <a:lnTo>
                    <a:pt x="190500" y="5080"/>
                  </a:lnTo>
                  <a:close/>
                </a:path>
              </a:pathLst>
            </a:custGeom>
            <a:solidFill>
              <a:srgbClr val="5E3900"/>
            </a:solidFill>
          </p:spPr>
          <p:txBody>
            <a:bodyPr wrap="square" lIns="0" tIns="0" rIns="0" bIns="0" rtlCol="0"/>
            <a:lstStyle/>
            <a:p/>
          </p:txBody>
        </p:sp>
        <p:sp>
          <p:nvSpPr>
            <p:cNvPr id="1614" name="object 1614"/>
            <p:cNvSpPr/>
            <p:nvPr/>
          </p:nvSpPr>
          <p:spPr>
            <a:xfrm>
              <a:off x="4919980" y="1661159"/>
              <a:ext cx="187960" cy="7620"/>
            </a:xfrm>
            <a:custGeom>
              <a:avLst/>
              <a:gdLst/>
              <a:ahLst/>
              <a:cxnLst/>
              <a:rect l="l" t="t" r="r" b="b"/>
              <a:pathLst>
                <a:path w="187960" h="7619">
                  <a:moveTo>
                    <a:pt x="83820" y="5079"/>
                  </a:moveTo>
                  <a:lnTo>
                    <a:pt x="3810" y="5079"/>
                  </a:lnTo>
                  <a:lnTo>
                    <a:pt x="3810" y="7619"/>
                  </a:lnTo>
                  <a:lnTo>
                    <a:pt x="82550" y="7619"/>
                  </a:lnTo>
                  <a:lnTo>
                    <a:pt x="82550" y="6350"/>
                  </a:lnTo>
                  <a:lnTo>
                    <a:pt x="83820" y="6350"/>
                  </a:lnTo>
                  <a:lnTo>
                    <a:pt x="83820" y="5079"/>
                  </a:lnTo>
                  <a:close/>
                </a:path>
                <a:path w="187960" h="7619">
                  <a:moveTo>
                    <a:pt x="86360" y="2539"/>
                  </a:moveTo>
                  <a:lnTo>
                    <a:pt x="2540" y="2539"/>
                  </a:lnTo>
                  <a:lnTo>
                    <a:pt x="2540" y="5079"/>
                  </a:lnTo>
                  <a:lnTo>
                    <a:pt x="85090" y="5079"/>
                  </a:lnTo>
                  <a:lnTo>
                    <a:pt x="85090" y="3810"/>
                  </a:lnTo>
                  <a:lnTo>
                    <a:pt x="86360" y="3810"/>
                  </a:lnTo>
                  <a:lnTo>
                    <a:pt x="86360" y="2539"/>
                  </a:lnTo>
                  <a:close/>
                </a:path>
                <a:path w="187960" h="7619">
                  <a:moveTo>
                    <a:pt x="87629" y="0"/>
                  </a:moveTo>
                  <a:lnTo>
                    <a:pt x="0" y="0"/>
                  </a:lnTo>
                  <a:lnTo>
                    <a:pt x="0" y="1269"/>
                  </a:lnTo>
                  <a:lnTo>
                    <a:pt x="1270" y="1269"/>
                  </a:lnTo>
                  <a:lnTo>
                    <a:pt x="1270" y="2539"/>
                  </a:lnTo>
                  <a:lnTo>
                    <a:pt x="87630" y="2539"/>
                  </a:lnTo>
                  <a:lnTo>
                    <a:pt x="87629" y="0"/>
                  </a:lnTo>
                  <a:close/>
                </a:path>
                <a:path w="187960" h="7619">
                  <a:moveTo>
                    <a:pt x="186690" y="0"/>
                  </a:moveTo>
                  <a:lnTo>
                    <a:pt x="106680" y="0"/>
                  </a:lnTo>
                  <a:lnTo>
                    <a:pt x="106680" y="5079"/>
                  </a:lnTo>
                  <a:lnTo>
                    <a:pt x="107950" y="5079"/>
                  </a:lnTo>
                  <a:lnTo>
                    <a:pt x="107950" y="7619"/>
                  </a:lnTo>
                  <a:lnTo>
                    <a:pt x="187960" y="7619"/>
                  </a:lnTo>
                  <a:lnTo>
                    <a:pt x="187960" y="2539"/>
                  </a:lnTo>
                  <a:lnTo>
                    <a:pt x="186690" y="2539"/>
                  </a:lnTo>
                  <a:lnTo>
                    <a:pt x="186690" y="0"/>
                  </a:lnTo>
                  <a:close/>
                </a:path>
              </a:pathLst>
            </a:custGeom>
            <a:solidFill>
              <a:srgbClr val="5F3800"/>
            </a:solidFill>
          </p:spPr>
          <p:txBody>
            <a:bodyPr wrap="square" lIns="0" tIns="0" rIns="0" bIns="0" rtlCol="0"/>
            <a:lstStyle/>
            <a:p/>
          </p:txBody>
        </p:sp>
        <p:sp>
          <p:nvSpPr>
            <p:cNvPr id="1615" name="object 1615"/>
            <p:cNvSpPr/>
            <p:nvPr/>
          </p:nvSpPr>
          <p:spPr>
            <a:xfrm>
              <a:off x="4925060" y="1668779"/>
              <a:ext cx="182880" cy="6350"/>
            </a:xfrm>
            <a:custGeom>
              <a:avLst/>
              <a:gdLst/>
              <a:ahLst/>
              <a:cxnLst/>
              <a:rect l="l" t="t" r="r" b="b"/>
              <a:pathLst>
                <a:path w="182879" h="6350">
                  <a:moveTo>
                    <a:pt x="71119" y="5080"/>
                  </a:moveTo>
                  <a:lnTo>
                    <a:pt x="5079" y="5080"/>
                  </a:lnTo>
                  <a:lnTo>
                    <a:pt x="5079" y="6350"/>
                  </a:lnTo>
                  <a:lnTo>
                    <a:pt x="71119" y="6350"/>
                  </a:lnTo>
                  <a:lnTo>
                    <a:pt x="71119" y="5080"/>
                  </a:lnTo>
                  <a:close/>
                </a:path>
                <a:path w="182879" h="6350">
                  <a:moveTo>
                    <a:pt x="72389" y="3810"/>
                  </a:moveTo>
                  <a:lnTo>
                    <a:pt x="3810" y="3810"/>
                  </a:lnTo>
                  <a:lnTo>
                    <a:pt x="3810" y="5080"/>
                  </a:lnTo>
                  <a:lnTo>
                    <a:pt x="72389" y="5080"/>
                  </a:lnTo>
                  <a:lnTo>
                    <a:pt x="72389" y="3810"/>
                  </a:lnTo>
                  <a:close/>
                </a:path>
                <a:path w="182879" h="6350">
                  <a:moveTo>
                    <a:pt x="73660" y="2540"/>
                  </a:moveTo>
                  <a:lnTo>
                    <a:pt x="2539" y="2540"/>
                  </a:lnTo>
                  <a:lnTo>
                    <a:pt x="2539" y="3810"/>
                  </a:lnTo>
                  <a:lnTo>
                    <a:pt x="73660" y="3810"/>
                  </a:lnTo>
                  <a:lnTo>
                    <a:pt x="73660" y="2540"/>
                  </a:lnTo>
                  <a:close/>
                </a:path>
                <a:path w="182879" h="6350">
                  <a:moveTo>
                    <a:pt x="74929" y="1270"/>
                  </a:moveTo>
                  <a:lnTo>
                    <a:pt x="1269" y="1270"/>
                  </a:lnTo>
                  <a:lnTo>
                    <a:pt x="1269" y="2540"/>
                  </a:lnTo>
                  <a:lnTo>
                    <a:pt x="74929" y="2540"/>
                  </a:lnTo>
                  <a:lnTo>
                    <a:pt x="74929" y="1270"/>
                  </a:lnTo>
                  <a:close/>
                </a:path>
                <a:path w="182879" h="6350">
                  <a:moveTo>
                    <a:pt x="76200" y="0"/>
                  </a:moveTo>
                  <a:lnTo>
                    <a:pt x="0" y="0"/>
                  </a:lnTo>
                  <a:lnTo>
                    <a:pt x="0" y="1270"/>
                  </a:lnTo>
                  <a:lnTo>
                    <a:pt x="76200" y="1270"/>
                  </a:lnTo>
                  <a:lnTo>
                    <a:pt x="76200" y="0"/>
                  </a:lnTo>
                  <a:close/>
                </a:path>
                <a:path w="182879" h="6350">
                  <a:moveTo>
                    <a:pt x="182879" y="0"/>
                  </a:moveTo>
                  <a:lnTo>
                    <a:pt x="102869" y="0"/>
                  </a:lnTo>
                  <a:lnTo>
                    <a:pt x="102869" y="5080"/>
                  </a:lnTo>
                  <a:lnTo>
                    <a:pt x="104139" y="5080"/>
                  </a:lnTo>
                  <a:lnTo>
                    <a:pt x="104139" y="6350"/>
                  </a:lnTo>
                  <a:lnTo>
                    <a:pt x="182879" y="6350"/>
                  </a:lnTo>
                  <a:lnTo>
                    <a:pt x="182879" y="0"/>
                  </a:lnTo>
                  <a:close/>
                </a:path>
              </a:pathLst>
            </a:custGeom>
            <a:solidFill>
              <a:srgbClr val="603700"/>
            </a:solidFill>
          </p:spPr>
          <p:txBody>
            <a:bodyPr wrap="square" lIns="0" tIns="0" rIns="0" bIns="0" rtlCol="0"/>
            <a:lstStyle/>
            <a:p/>
          </p:txBody>
        </p:sp>
        <p:sp>
          <p:nvSpPr>
            <p:cNvPr id="1616" name="object 1616"/>
            <p:cNvSpPr/>
            <p:nvPr/>
          </p:nvSpPr>
          <p:spPr>
            <a:xfrm>
              <a:off x="4931410" y="1675129"/>
              <a:ext cx="176530" cy="7620"/>
            </a:xfrm>
            <a:custGeom>
              <a:avLst/>
              <a:gdLst/>
              <a:ahLst/>
              <a:cxnLst/>
              <a:rect l="l" t="t" r="r" b="b"/>
              <a:pathLst>
                <a:path w="176529" h="7619">
                  <a:moveTo>
                    <a:pt x="57150" y="6350"/>
                  </a:moveTo>
                  <a:lnTo>
                    <a:pt x="6350" y="6350"/>
                  </a:lnTo>
                  <a:lnTo>
                    <a:pt x="6350" y="7620"/>
                  </a:lnTo>
                  <a:lnTo>
                    <a:pt x="57150" y="7620"/>
                  </a:lnTo>
                  <a:lnTo>
                    <a:pt x="57150" y="6350"/>
                  </a:lnTo>
                  <a:close/>
                </a:path>
                <a:path w="176529" h="7619">
                  <a:moveTo>
                    <a:pt x="58419" y="5080"/>
                  </a:moveTo>
                  <a:lnTo>
                    <a:pt x="5079" y="5080"/>
                  </a:lnTo>
                  <a:lnTo>
                    <a:pt x="5079" y="6350"/>
                  </a:lnTo>
                  <a:lnTo>
                    <a:pt x="58419" y="6350"/>
                  </a:lnTo>
                  <a:lnTo>
                    <a:pt x="58419" y="5080"/>
                  </a:lnTo>
                  <a:close/>
                </a:path>
                <a:path w="176529" h="7619">
                  <a:moveTo>
                    <a:pt x="59689" y="3810"/>
                  </a:moveTo>
                  <a:lnTo>
                    <a:pt x="2539" y="3810"/>
                  </a:lnTo>
                  <a:lnTo>
                    <a:pt x="2539" y="5080"/>
                  </a:lnTo>
                  <a:lnTo>
                    <a:pt x="59689" y="5080"/>
                  </a:lnTo>
                  <a:lnTo>
                    <a:pt x="59689" y="3810"/>
                  </a:lnTo>
                  <a:close/>
                </a:path>
                <a:path w="176529" h="7619">
                  <a:moveTo>
                    <a:pt x="62229" y="1270"/>
                  </a:moveTo>
                  <a:lnTo>
                    <a:pt x="1269" y="1270"/>
                  </a:lnTo>
                  <a:lnTo>
                    <a:pt x="1269" y="3810"/>
                  </a:lnTo>
                  <a:lnTo>
                    <a:pt x="60959" y="3810"/>
                  </a:lnTo>
                  <a:lnTo>
                    <a:pt x="60959" y="2540"/>
                  </a:lnTo>
                  <a:lnTo>
                    <a:pt x="62229" y="2540"/>
                  </a:lnTo>
                  <a:lnTo>
                    <a:pt x="62229" y="1270"/>
                  </a:lnTo>
                  <a:close/>
                </a:path>
                <a:path w="176529" h="7619">
                  <a:moveTo>
                    <a:pt x="63500" y="0"/>
                  </a:moveTo>
                  <a:lnTo>
                    <a:pt x="0" y="0"/>
                  </a:lnTo>
                  <a:lnTo>
                    <a:pt x="0" y="1270"/>
                  </a:lnTo>
                  <a:lnTo>
                    <a:pt x="63500" y="1270"/>
                  </a:lnTo>
                  <a:lnTo>
                    <a:pt x="63500" y="0"/>
                  </a:lnTo>
                  <a:close/>
                </a:path>
                <a:path w="176529" h="7619">
                  <a:moveTo>
                    <a:pt x="176529" y="0"/>
                  </a:moveTo>
                  <a:lnTo>
                    <a:pt x="97789" y="0"/>
                  </a:lnTo>
                  <a:lnTo>
                    <a:pt x="97789" y="2540"/>
                  </a:lnTo>
                  <a:lnTo>
                    <a:pt x="176529" y="2540"/>
                  </a:lnTo>
                  <a:lnTo>
                    <a:pt x="176529" y="0"/>
                  </a:lnTo>
                  <a:close/>
                </a:path>
              </a:pathLst>
            </a:custGeom>
            <a:solidFill>
              <a:srgbClr val="613600"/>
            </a:solidFill>
          </p:spPr>
          <p:txBody>
            <a:bodyPr wrap="square" lIns="0" tIns="0" rIns="0" bIns="0" rtlCol="0"/>
            <a:lstStyle/>
            <a:p/>
          </p:txBody>
        </p:sp>
        <p:sp>
          <p:nvSpPr>
            <p:cNvPr id="1617" name="object 1617"/>
            <p:cNvSpPr/>
            <p:nvPr/>
          </p:nvSpPr>
          <p:spPr>
            <a:xfrm>
              <a:off x="4941570" y="1682749"/>
              <a:ext cx="44450" cy="7620"/>
            </a:xfrm>
            <a:custGeom>
              <a:avLst/>
              <a:gdLst/>
              <a:ahLst/>
              <a:cxnLst/>
              <a:rect l="l" t="t" r="r" b="b"/>
              <a:pathLst>
                <a:path w="44450" h="7619">
                  <a:moveTo>
                    <a:pt x="26670" y="6350"/>
                  </a:moveTo>
                  <a:lnTo>
                    <a:pt x="19050" y="6350"/>
                  </a:lnTo>
                  <a:lnTo>
                    <a:pt x="19050" y="7620"/>
                  </a:lnTo>
                  <a:lnTo>
                    <a:pt x="26670" y="7620"/>
                  </a:lnTo>
                  <a:lnTo>
                    <a:pt x="26670" y="6350"/>
                  </a:lnTo>
                  <a:close/>
                </a:path>
                <a:path w="44450" h="7619">
                  <a:moveTo>
                    <a:pt x="33019" y="5079"/>
                  </a:moveTo>
                  <a:lnTo>
                    <a:pt x="11429" y="5079"/>
                  </a:lnTo>
                  <a:lnTo>
                    <a:pt x="11429" y="6350"/>
                  </a:lnTo>
                  <a:lnTo>
                    <a:pt x="33019" y="6350"/>
                  </a:lnTo>
                  <a:lnTo>
                    <a:pt x="33019" y="5079"/>
                  </a:lnTo>
                  <a:close/>
                </a:path>
                <a:path w="44450" h="7619">
                  <a:moveTo>
                    <a:pt x="36829" y="3810"/>
                  </a:moveTo>
                  <a:lnTo>
                    <a:pt x="8889" y="3810"/>
                  </a:lnTo>
                  <a:lnTo>
                    <a:pt x="8889" y="5079"/>
                  </a:lnTo>
                  <a:lnTo>
                    <a:pt x="36829" y="5079"/>
                  </a:lnTo>
                  <a:lnTo>
                    <a:pt x="36829" y="3810"/>
                  </a:lnTo>
                  <a:close/>
                </a:path>
                <a:path w="44450" h="7619">
                  <a:moveTo>
                    <a:pt x="38099" y="2539"/>
                  </a:moveTo>
                  <a:lnTo>
                    <a:pt x="3809" y="2539"/>
                  </a:lnTo>
                  <a:lnTo>
                    <a:pt x="3809" y="3810"/>
                  </a:lnTo>
                  <a:lnTo>
                    <a:pt x="38099" y="3810"/>
                  </a:lnTo>
                  <a:lnTo>
                    <a:pt x="38099" y="2539"/>
                  </a:lnTo>
                  <a:close/>
                </a:path>
                <a:path w="44450" h="7619">
                  <a:moveTo>
                    <a:pt x="41910" y="1270"/>
                  </a:moveTo>
                  <a:lnTo>
                    <a:pt x="2539" y="1270"/>
                  </a:lnTo>
                  <a:lnTo>
                    <a:pt x="2539" y="2539"/>
                  </a:lnTo>
                  <a:lnTo>
                    <a:pt x="41910" y="2539"/>
                  </a:lnTo>
                  <a:lnTo>
                    <a:pt x="41910" y="1270"/>
                  </a:lnTo>
                  <a:close/>
                </a:path>
                <a:path w="44450" h="7619">
                  <a:moveTo>
                    <a:pt x="44450" y="0"/>
                  </a:moveTo>
                  <a:lnTo>
                    <a:pt x="0" y="0"/>
                  </a:lnTo>
                  <a:lnTo>
                    <a:pt x="0" y="1270"/>
                  </a:lnTo>
                  <a:lnTo>
                    <a:pt x="44450" y="1270"/>
                  </a:lnTo>
                  <a:lnTo>
                    <a:pt x="44450" y="0"/>
                  </a:lnTo>
                  <a:close/>
                </a:path>
              </a:pathLst>
            </a:custGeom>
            <a:solidFill>
              <a:srgbClr val="623500"/>
            </a:solidFill>
          </p:spPr>
          <p:txBody>
            <a:bodyPr wrap="square" lIns="0" tIns="0" rIns="0" bIns="0" rtlCol="0"/>
            <a:lstStyle/>
            <a:p/>
          </p:txBody>
        </p:sp>
      </p:grpSp>
      <p:grpSp>
        <p:nvGrpSpPr>
          <p:cNvPr id="1618" name="object 1618"/>
          <p:cNvGrpSpPr/>
          <p:nvPr/>
        </p:nvGrpSpPr>
        <p:grpSpPr>
          <a:xfrm>
            <a:off x="5355590" y="842010"/>
            <a:ext cx="256540" cy="848360"/>
            <a:chOff x="5355590" y="842010"/>
            <a:chExt cx="256540" cy="848360"/>
          </a:xfrm>
        </p:grpSpPr>
        <p:sp>
          <p:nvSpPr>
            <p:cNvPr id="1619" name="object 1619"/>
            <p:cNvSpPr/>
            <p:nvPr/>
          </p:nvSpPr>
          <p:spPr>
            <a:xfrm>
              <a:off x="5444490" y="842009"/>
              <a:ext cx="99060" cy="16510"/>
            </a:xfrm>
            <a:custGeom>
              <a:avLst/>
              <a:gdLst/>
              <a:ahLst/>
              <a:cxnLst/>
              <a:rect l="l" t="t" r="r" b="b"/>
              <a:pathLst>
                <a:path w="99060" h="16509">
                  <a:moveTo>
                    <a:pt x="99060" y="15240"/>
                  </a:moveTo>
                  <a:lnTo>
                    <a:pt x="97790" y="15240"/>
                  </a:lnTo>
                  <a:lnTo>
                    <a:pt x="97790" y="13970"/>
                  </a:lnTo>
                  <a:lnTo>
                    <a:pt x="93980" y="13970"/>
                  </a:lnTo>
                  <a:lnTo>
                    <a:pt x="93980" y="12700"/>
                  </a:lnTo>
                  <a:lnTo>
                    <a:pt x="91440" y="12700"/>
                  </a:lnTo>
                  <a:lnTo>
                    <a:pt x="91440" y="11430"/>
                  </a:lnTo>
                  <a:lnTo>
                    <a:pt x="90170" y="11430"/>
                  </a:lnTo>
                  <a:lnTo>
                    <a:pt x="90170" y="10160"/>
                  </a:lnTo>
                  <a:lnTo>
                    <a:pt x="86360" y="10160"/>
                  </a:lnTo>
                  <a:lnTo>
                    <a:pt x="86360" y="8890"/>
                  </a:lnTo>
                  <a:lnTo>
                    <a:pt x="83820" y="8890"/>
                  </a:lnTo>
                  <a:lnTo>
                    <a:pt x="83820" y="7620"/>
                  </a:lnTo>
                  <a:lnTo>
                    <a:pt x="82550" y="7620"/>
                  </a:lnTo>
                  <a:lnTo>
                    <a:pt x="82550" y="6350"/>
                  </a:lnTo>
                  <a:lnTo>
                    <a:pt x="77470" y="6350"/>
                  </a:lnTo>
                  <a:lnTo>
                    <a:pt x="77470" y="5080"/>
                  </a:lnTo>
                  <a:lnTo>
                    <a:pt x="74917" y="5080"/>
                  </a:lnTo>
                  <a:lnTo>
                    <a:pt x="74917" y="3810"/>
                  </a:lnTo>
                  <a:lnTo>
                    <a:pt x="68567" y="3810"/>
                  </a:lnTo>
                  <a:lnTo>
                    <a:pt x="68567" y="2540"/>
                  </a:lnTo>
                  <a:lnTo>
                    <a:pt x="66040" y="2540"/>
                  </a:lnTo>
                  <a:lnTo>
                    <a:pt x="66040" y="1270"/>
                  </a:lnTo>
                  <a:lnTo>
                    <a:pt x="46990" y="1270"/>
                  </a:lnTo>
                  <a:lnTo>
                    <a:pt x="46990" y="0"/>
                  </a:lnTo>
                  <a:lnTo>
                    <a:pt x="45720" y="0"/>
                  </a:lnTo>
                  <a:lnTo>
                    <a:pt x="45720" y="1270"/>
                  </a:lnTo>
                  <a:lnTo>
                    <a:pt x="35560" y="1270"/>
                  </a:lnTo>
                  <a:lnTo>
                    <a:pt x="35560" y="2540"/>
                  </a:lnTo>
                  <a:lnTo>
                    <a:pt x="25400" y="2540"/>
                  </a:lnTo>
                  <a:lnTo>
                    <a:pt x="25400" y="3810"/>
                  </a:lnTo>
                  <a:lnTo>
                    <a:pt x="19050" y="3810"/>
                  </a:lnTo>
                  <a:lnTo>
                    <a:pt x="19050" y="5080"/>
                  </a:lnTo>
                  <a:lnTo>
                    <a:pt x="16510" y="5080"/>
                  </a:lnTo>
                  <a:lnTo>
                    <a:pt x="16510" y="6350"/>
                  </a:lnTo>
                  <a:lnTo>
                    <a:pt x="13970" y="6350"/>
                  </a:lnTo>
                  <a:lnTo>
                    <a:pt x="13970" y="7620"/>
                  </a:lnTo>
                  <a:lnTo>
                    <a:pt x="11430" y="7620"/>
                  </a:lnTo>
                  <a:lnTo>
                    <a:pt x="11430" y="8890"/>
                  </a:lnTo>
                  <a:lnTo>
                    <a:pt x="8890" y="8890"/>
                  </a:lnTo>
                  <a:lnTo>
                    <a:pt x="8890" y="10160"/>
                  </a:lnTo>
                  <a:lnTo>
                    <a:pt x="7620" y="10160"/>
                  </a:lnTo>
                  <a:lnTo>
                    <a:pt x="7620" y="11430"/>
                  </a:lnTo>
                  <a:lnTo>
                    <a:pt x="5080" y="11430"/>
                  </a:lnTo>
                  <a:lnTo>
                    <a:pt x="5080" y="12700"/>
                  </a:lnTo>
                  <a:lnTo>
                    <a:pt x="3810" y="12700"/>
                  </a:lnTo>
                  <a:lnTo>
                    <a:pt x="3810" y="13970"/>
                  </a:lnTo>
                  <a:lnTo>
                    <a:pt x="1270" y="13970"/>
                  </a:lnTo>
                  <a:lnTo>
                    <a:pt x="1270" y="15240"/>
                  </a:lnTo>
                  <a:lnTo>
                    <a:pt x="0" y="15240"/>
                  </a:lnTo>
                  <a:lnTo>
                    <a:pt x="0" y="16510"/>
                  </a:lnTo>
                  <a:lnTo>
                    <a:pt x="99060" y="16510"/>
                  </a:lnTo>
                  <a:lnTo>
                    <a:pt x="99060" y="15240"/>
                  </a:lnTo>
                  <a:close/>
                </a:path>
              </a:pathLst>
            </a:custGeom>
            <a:solidFill>
              <a:srgbClr val="009800"/>
            </a:solidFill>
          </p:spPr>
          <p:txBody>
            <a:bodyPr wrap="square" lIns="0" tIns="0" rIns="0" bIns="0" rtlCol="0"/>
            <a:lstStyle/>
            <a:p/>
          </p:txBody>
        </p:sp>
        <p:sp>
          <p:nvSpPr>
            <p:cNvPr id="1620" name="object 1620"/>
            <p:cNvSpPr/>
            <p:nvPr/>
          </p:nvSpPr>
          <p:spPr>
            <a:xfrm>
              <a:off x="5435600" y="858519"/>
              <a:ext cx="115570" cy="7620"/>
            </a:xfrm>
            <a:custGeom>
              <a:avLst/>
              <a:gdLst/>
              <a:ahLst/>
              <a:cxnLst/>
              <a:rect l="l" t="t" r="r" b="b"/>
              <a:pathLst>
                <a:path w="115570" h="7619">
                  <a:moveTo>
                    <a:pt x="115570" y="5080"/>
                  </a:moveTo>
                  <a:lnTo>
                    <a:pt x="114300" y="5080"/>
                  </a:lnTo>
                  <a:lnTo>
                    <a:pt x="114300" y="3810"/>
                  </a:lnTo>
                  <a:lnTo>
                    <a:pt x="113030" y="3810"/>
                  </a:lnTo>
                  <a:lnTo>
                    <a:pt x="113030" y="2540"/>
                  </a:lnTo>
                  <a:lnTo>
                    <a:pt x="111760" y="2540"/>
                  </a:lnTo>
                  <a:lnTo>
                    <a:pt x="111760" y="1270"/>
                  </a:lnTo>
                  <a:lnTo>
                    <a:pt x="109220" y="1270"/>
                  </a:lnTo>
                  <a:lnTo>
                    <a:pt x="109220" y="0"/>
                  </a:lnTo>
                  <a:lnTo>
                    <a:pt x="7620" y="0"/>
                  </a:lnTo>
                  <a:lnTo>
                    <a:pt x="7620" y="1270"/>
                  </a:lnTo>
                  <a:lnTo>
                    <a:pt x="6350" y="1270"/>
                  </a:lnTo>
                  <a:lnTo>
                    <a:pt x="6350" y="2540"/>
                  </a:lnTo>
                  <a:lnTo>
                    <a:pt x="3810" y="2540"/>
                  </a:lnTo>
                  <a:lnTo>
                    <a:pt x="3810" y="3810"/>
                  </a:lnTo>
                  <a:lnTo>
                    <a:pt x="2540" y="3810"/>
                  </a:lnTo>
                  <a:lnTo>
                    <a:pt x="2540" y="5080"/>
                  </a:lnTo>
                  <a:lnTo>
                    <a:pt x="1270" y="5080"/>
                  </a:lnTo>
                  <a:lnTo>
                    <a:pt x="1270" y="6350"/>
                  </a:lnTo>
                  <a:lnTo>
                    <a:pt x="0" y="6350"/>
                  </a:lnTo>
                  <a:lnTo>
                    <a:pt x="0" y="7620"/>
                  </a:lnTo>
                  <a:lnTo>
                    <a:pt x="115570" y="7620"/>
                  </a:lnTo>
                  <a:lnTo>
                    <a:pt x="115570" y="6350"/>
                  </a:lnTo>
                  <a:lnTo>
                    <a:pt x="115570" y="5080"/>
                  </a:lnTo>
                  <a:close/>
                </a:path>
              </a:pathLst>
            </a:custGeom>
            <a:solidFill>
              <a:srgbClr val="009700"/>
            </a:solidFill>
          </p:spPr>
          <p:txBody>
            <a:bodyPr wrap="square" lIns="0" tIns="0" rIns="0" bIns="0" rtlCol="0"/>
            <a:lstStyle/>
            <a:p/>
          </p:txBody>
        </p:sp>
        <p:sp>
          <p:nvSpPr>
            <p:cNvPr id="1621" name="object 1621"/>
            <p:cNvSpPr/>
            <p:nvPr/>
          </p:nvSpPr>
          <p:spPr>
            <a:xfrm>
              <a:off x="5429250" y="866139"/>
              <a:ext cx="129539" cy="8890"/>
            </a:xfrm>
            <a:custGeom>
              <a:avLst/>
              <a:gdLst/>
              <a:ahLst/>
              <a:cxnLst/>
              <a:rect l="l" t="t" r="r" b="b"/>
              <a:pathLst>
                <a:path w="129539" h="8890">
                  <a:moveTo>
                    <a:pt x="129540" y="7620"/>
                  </a:moveTo>
                  <a:lnTo>
                    <a:pt x="128270" y="7620"/>
                  </a:lnTo>
                  <a:lnTo>
                    <a:pt x="128270" y="6350"/>
                  </a:lnTo>
                  <a:lnTo>
                    <a:pt x="127000" y="6350"/>
                  </a:lnTo>
                  <a:lnTo>
                    <a:pt x="127000" y="5080"/>
                  </a:lnTo>
                  <a:lnTo>
                    <a:pt x="127000" y="3810"/>
                  </a:lnTo>
                  <a:lnTo>
                    <a:pt x="125730" y="3810"/>
                  </a:lnTo>
                  <a:lnTo>
                    <a:pt x="125730" y="2540"/>
                  </a:lnTo>
                  <a:lnTo>
                    <a:pt x="124447" y="2540"/>
                  </a:lnTo>
                  <a:lnTo>
                    <a:pt x="124447" y="1270"/>
                  </a:lnTo>
                  <a:lnTo>
                    <a:pt x="123190" y="1270"/>
                  </a:lnTo>
                  <a:lnTo>
                    <a:pt x="123190" y="0"/>
                  </a:lnTo>
                  <a:lnTo>
                    <a:pt x="5080" y="0"/>
                  </a:lnTo>
                  <a:lnTo>
                    <a:pt x="5080" y="1270"/>
                  </a:lnTo>
                  <a:lnTo>
                    <a:pt x="5080" y="2540"/>
                  </a:lnTo>
                  <a:lnTo>
                    <a:pt x="3810" y="2540"/>
                  </a:lnTo>
                  <a:lnTo>
                    <a:pt x="3810" y="3810"/>
                  </a:lnTo>
                  <a:lnTo>
                    <a:pt x="2540" y="3810"/>
                  </a:lnTo>
                  <a:lnTo>
                    <a:pt x="2540" y="5080"/>
                  </a:lnTo>
                  <a:lnTo>
                    <a:pt x="1270" y="5080"/>
                  </a:lnTo>
                  <a:lnTo>
                    <a:pt x="1270" y="6350"/>
                  </a:lnTo>
                  <a:lnTo>
                    <a:pt x="1270" y="7620"/>
                  </a:lnTo>
                  <a:lnTo>
                    <a:pt x="0" y="7620"/>
                  </a:lnTo>
                  <a:lnTo>
                    <a:pt x="0" y="8890"/>
                  </a:lnTo>
                  <a:lnTo>
                    <a:pt x="129540" y="8890"/>
                  </a:lnTo>
                  <a:lnTo>
                    <a:pt x="129540" y="7620"/>
                  </a:lnTo>
                  <a:close/>
                </a:path>
              </a:pathLst>
            </a:custGeom>
            <a:solidFill>
              <a:srgbClr val="019600"/>
            </a:solidFill>
          </p:spPr>
          <p:txBody>
            <a:bodyPr wrap="square" lIns="0" tIns="0" rIns="0" bIns="0" rtlCol="0"/>
            <a:lstStyle/>
            <a:p/>
          </p:txBody>
        </p:sp>
        <p:sp>
          <p:nvSpPr>
            <p:cNvPr id="1622" name="object 1622"/>
            <p:cNvSpPr/>
            <p:nvPr/>
          </p:nvSpPr>
          <p:spPr>
            <a:xfrm>
              <a:off x="5422900" y="875029"/>
              <a:ext cx="140970" cy="7620"/>
            </a:xfrm>
            <a:custGeom>
              <a:avLst/>
              <a:gdLst/>
              <a:ahLst/>
              <a:cxnLst/>
              <a:rect l="l" t="t" r="r" b="b"/>
              <a:pathLst>
                <a:path w="140970" h="7619">
                  <a:moveTo>
                    <a:pt x="140970" y="6350"/>
                  </a:moveTo>
                  <a:lnTo>
                    <a:pt x="139700" y="6350"/>
                  </a:lnTo>
                  <a:lnTo>
                    <a:pt x="139700" y="5080"/>
                  </a:lnTo>
                  <a:lnTo>
                    <a:pt x="139700" y="3810"/>
                  </a:lnTo>
                  <a:lnTo>
                    <a:pt x="138430" y="3810"/>
                  </a:lnTo>
                  <a:lnTo>
                    <a:pt x="138430" y="2540"/>
                  </a:lnTo>
                  <a:lnTo>
                    <a:pt x="137160" y="2540"/>
                  </a:lnTo>
                  <a:lnTo>
                    <a:pt x="137160" y="1270"/>
                  </a:lnTo>
                  <a:lnTo>
                    <a:pt x="137147"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40970" y="7620"/>
                  </a:lnTo>
                  <a:lnTo>
                    <a:pt x="140970" y="6350"/>
                  </a:lnTo>
                  <a:close/>
                </a:path>
              </a:pathLst>
            </a:custGeom>
            <a:solidFill>
              <a:srgbClr val="029500"/>
            </a:solidFill>
          </p:spPr>
          <p:txBody>
            <a:bodyPr wrap="square" lIns="0" tIns="0" rIns="0" bIns="0" rtlCol="0"/>
            <a:lstStyle/>
            <a:p/>
          </p:txBody>
        </p:sp>
        <p:sp>
          <p:nvSpPr>
            <p:cNvPr id="1623" name="object 1623"/>
            <p:cNvSpPr/>
            <p:nvPr/>
          </p:nvSpPr>
          <p:spPr>
            <a:xfrm>
              <a:off x="5417820" y="882650"/>
              <a:ext cx="151130" cy="8890"/>
            </a:xfrm>
            <a:custGeom>
              <a:avLst/>
              <a:gdLst/>
              <a:ahLst/>
              <a:cxnLst/>
              <a:rect l="l" t="t" r="r" b="b"/>
              <a:pathLst>
                <a:path w="151129" h="8890">
                  <a:moveTo>
                    <a:pt x="147319" y="0"/>
                  </a:moveTo>
                  <a:lnTo>
                    <a:pt x="3809" y="0"/>
                  </a:lnTo>
                  <a:lnTo>
                    <a:pt x="3809" y="1270"/>
                  </a:lnTo>
                  <a:lnTo>
                    <a:pt x="2539" y="1270"/>
                  </a:lnTo>
                  <a:lnTo>
                    <a:pt x="2539" y="3810"/>
                  </a:lnTo>
                  <a:lnTo>
                    <a:pt x="1269" y="3810"/>
                  </a:lnTo>
                  <a:lnTo>
                    <a:pt x="1269" y="6350"/>
                  </a:lnTo>
                  <a:lnTo>
                    <a:pt x="0" y="6350"/>
                  </a:lnTo>
                  <a:lnTo>
                    <a:pt x="0" y="8889"/>
                  </a:lnTo>
                  <a:lnTo>
                    <a:pt x="151129" y="8889"/>
                  </a:lnTo>
                  <a:lnTo>
                    <a:pt x="151129" y="7620"/>
                  </a:lnTo>
                  <a:lnTo>
                    <a:pt x="149860" y="7620"/>
                  </a:lnTo>
                  <a:lnTo>
                    <a:pt x="149859" y="5079"/>
                  </a:lnTo>
                  <a:lnTo>
                    <a:pt x="148589" y="5079"/>
                  </a:lnTo>
                  <a:lnTo>
                    <a:pt x="148589" y="2539"/>
                  </a:lnTo>
                  <a:lnTo>
                    <a:pt x="147319" y="2539"/>
                  </a:lnTo>
                  <a:lnTo>
                    <a:pt x="147319" y="0"/>
                  </a:lnTo>
                  <a:close/>
                </a:path>
              </a:pathLst>
            </a:custGeom>
            <a:solidFill>
              <a:srgbClr val="039400"/>
            </a:solidFill>
          </p:spPr>
          <p:txBody>
            <a:bodyPr wrap="square" lIns="0" tIns="0" rIns="0" bIns="0" rtlCol="0"/>
            <a:lstStyle/>
            <a:p/>
          </p:txBody>
        </p:sp>
        <p:sp>
          <p:nvSpPr>
            <p:cNvPr id="1624" name="object 1624"/>
            <p:cNvSpPr/>
            <p:nvPr/>
          </p:nvSpPr>
          <p:spPr>
            <a:xfrm>
              <a:off x="5414010" y="891539"/>
              <a:ext cx="157480" cy="7620"/>
            </a:xfrm>
            <a:custGeom>
              <a:avLst/>
              <a:gdLst/>
              <a:ahLst/>
              <a:cxnLst/>
              <a:rect l="l" t="t" r="r" b="b"/>
              <a:pathLst>
                <a:path w="157479" h="7619">
                  <a:moveTo>
                    <a:pt x="157480" y="3810"/>
                  </a:moveTo>
                  <a:lnTo>
                    <a:pt x="156197" y="3810"/>
                  </a:lnTo>
                  <a:lnTo>
                    <a:pt x="156197" y="2540"/>
                  </a:lnTo>
                  <a:lnTo>
                    <a:pt x="156210" y="1270"/>
                  </a:lnTo>
                  <a:lnTo>
                    <a:pt x="154940" y="1270"/>
                  </a:lnTo>
                  <a:lnTo>
                    <a:pt x="154940" y="0"/>
                  </a:lnTo>
                  <a:lnTo>
                    <a:pt x="2540" y="0"/>
                  </a:lnTo>
                  <a:lnTo>
                    <a:pt x="2540" y="1270"/>
                  </a:lnTo>
                  <a:lnTo>
                    <a:pt x="2540" y="2540"/>
                  </a:lnTo>
                  <a:lnTo>
                    <a:pt x="1270" y="2540"/>
                  </a:lnTo>
                  <a:lnTo>
                    <a:pt x="1270" y="3810"/>
                  </a:lnTo>
                  <a:lnTo>
                    <a:pt x="1270" y="5080"/>
                  </a:lnTo>
                  <a:lnTo>
                    <a:pt x="0" y="5080"/>
                  </a:lnTo>
                  <a:lnTo>
                    <a:pt x="0" y="7620"/>
                  </a:lnTo>
                  <a:lnTo>
                    <a:pt x="157480" y="7620"/>
                  </a:lnTo>
                  <a:lnTo>
                    <a:pt x="157480" y="5080"/>
                  </a:lnTo>
                  <a:lnTo>
                    <a:pt x="157480" y="3810"/>
                  </a:lnTo>
                  <a:close/>
                </a:path>
              </a:pathLst>
            </a:custGeom>
            <a:solidFill>
              <a:srgbClr val="049300"/>
            </a:solidFill>
          </p:spPr>
          <p:txBody>
            <a:bodyPr wrap="square" lIns="0" tIns="0" rIns="0" bIns="0" rtlCol="0"/>
            <a:lstStyle/>
            <a:p/>
          </p:txBody>
        </p:sp>
        <p:sp>
          <p:nvSpPr>
            <p:cNvPr id="1625" name="object 1625"/>
            <p:cNvSpPr/>
            <p:nvPr/>
          </p:nvSpPr>
          <p:spPr>
            <a:xfrm>
              <a:off x="5408930" y="899159"/>
              <a:ext cx="167640" cy="8890"/>
            </a:xfrm>
            <a:custGeom>
              <a:avLst/>
              <a:gdLst/>
              <a:ahLst/>
              <a:cxnLst/>
              <a:rect l="l" t="t" r="r" b="b"/>
              <a:pathLst>
                <a:path w="167639" h="8890">
                  <a:moveTo>
                    <a:pt x="166370" y="5080"/>
                  </a:moveTo>
                  <a:lnTo>
                    <a:pt x="165100" y="5080"/>
                  </a:lnTo>
                  <a:lnTo>
                    <a:pt x="165100" y="2540"/>
                  </a:lnTo>
                  <a:lnTo>
                    <a:pt x="163830" y="2540"/>
                  </a:lnTo>
                  <a:lnTo>
                    <a:pt x="163830" y="0"/>
                  </a:lnTo>
                  <a:lnTo>
                    <a:pt x="3810" y="0"/>
                  </a:lnTo>
                  <a:lnTo>
                    <a:pt x="3810" y="2540"/>
                  </a:lnTo>
                  <a:lnTo>
                    <a:pt x="2540" y="2540"/>
                  </a:lnTo>
                  <a:lnTo>
                    <a:pt x="2540" y="5080"/>
                  </a:lnTo>
                  <a:lnTo>
                    <a:pt x="1270" y="5080"/>
                  </a:lnTo>
                  <a:lnTo>
                    <a:pt x="1270" y="7620"/>
                  </a:lnTo>
                  <a:lnTo>
                    <a:pt x="166370" y="7620"/>
                  </a:lnTo>
                  <a:lnTo>
                    <a:pt x="166370" y="5080"/>
                  </a:lnTo>
                  <a:close/>
                </a:path>
                <a:path w="167639" h="8890">
                  <a:moveTo>
                    <a:pt x="167627" y="7632"/>
                  </a:moveTo>
                  <a:lnTo>
                    <a:pt x="0" y="7632"/>
                  </a:lnTo>
                  <a:lnTo>
                    <a:pt x="0" y="8890"/>
                  </a:lnTo>
                  <a:lnTo>
                    <a:pt x="167627" y="8890"/>
                  </a:lnTo>
                  <a:lnTo>
                    <a:pt x="167627" y="7632"/>
                  </a:lnTo>
                  <a:close/>
                </a:path>
              </a:pathLst>
            </a:custGeom>
            <a:solidFill>
              <a:srgbClr val="059200"/>
            </a:solidFill>
          </p:spPr>
          <p:txBody>
            <a:bodyPr wrap="square" lIns="0" tIns="0" rIns="0" bIns="0" rtlCol="0"/>
            <a:lstStyle/>
            <a:p/>
          </p:txBody>
        </p:sp>
        <p:sp>
          <p:nvSpPr>
            <p:cNvPr id="1626" name="object 1626"/>
            <p:cNvSpPr/>
            <p:nvPr/>
          </p:nvSpPr>
          <p:spPr>
            <a:xfrm>
              <a:off x="5405120" y="908049"/>
              <a:ext cx="173990" cy="7620"/>
            </a:xfrm>
            <a:custGeom>
              <a:avLst/>
              <a:gdLst/>
              <a:ahLst/>
              <a:cxnLst/>
              <a:rect l="l" t="t" r="r" b="b"/>
              <a:pathLst>
                <a:path w="173989" h="7619">
                  <a:moveTo>
                    <a:pt x="173990" y="3810"/>
                  </a:moveTo>
                  <a:lnTo>
                    <a:pt x="172720" y="3810"/>
                  </a:lnTo>
                  <a:lnTo>
                    <a:pt x="172720" y="1270"/>
                  </a:lnTo>
                  <a:lnTo>
                    <a:pt x="171437" y="1270"/>
                  </a:lnTo>
                  <a:lnTo>
                    <a:pt x="171437" y="0"/>
                  </a:lnTo>
                  <a:lnTo>
                    <a:pt x="3810" y="0"/>
                  </a:lnTo>
                  <a:lnTo>
                    <a:pt x="3810" y="1270"/>
                  </a:lnTo>
                  <a:lnTo>
                    <a:pt x="2540" y="1270"/>
                  </a:lnTo>
                  <a:lnTo>
                    <a:pt x="2540" y="3810"/>
                  </a:lnTo>
                  <a:lnTo>
                    <a:pt x="1270" y="3810"/>
                  </a:lnTo>
                  <a:lnTo>
                    <a:pt x="1270" y="6350"/>
                  </a:lnTo>
                  <a:lnTo>
                    <a:pt x="0" y="6350"/>
                  </a:lnTo>
                  <a:lnTo>
                    <a:pt x="0" y="7620"/>
                  </a:lnTo>
                  <a:lnTo>
                    <a:pt x="173990" y="7620"/>
                  </a:lnTo>
                  <a:lnTo>
                    <a:pt x="173990" y="6350"/>
                  </a:lnTo>
                  <a:lnTo>
                    <a:pt x="173990" y="3810"/>
                  </a:lnTo>
                  <a:close/>
                </a:path>
              </a:pathLst>
            </a:custGeom>
            <a:solidFill>
              <a:srgbClr val="069100"/>
            </a:solidFill>
          </p:spPr>
          <p:txBody>
            <a:bodyPr wrap="square" lIns="0" tIns="0" rIns="0" bIns="0" rtlCol="0"/>
            <a:lstStyle/>
            <a:p/>
          </p:txBody>
        </p:sp>
        <p:sp>
          <p:nvSpPr>
            <p:cNvPr id="1627" name="object 1627"/>
            <p:cNvSpPr/>
            <p:nvPr/>
          </p:nvSpPr>
          <p:spPr>
            <a:xfrm>
              <a:off x="5402580" y="915669"/>
              <a:ext cx="180340" cy="8890"/>
            </a:xfrm>
            <a:custGeom>
              <a:avLst/>
              <a:gdLst/>
              <a:ahLst/>
              <a:cxnLst/>
              <a:rect l="l" t="t" r="r" b="b"/>
              <a:pathLst>
                <a:path w="180339" h="8890">
                  <a:moveTo>
                    <a:pt x="180327" y="7620"/>
                  </a:moveTo>
                  <a:lnTo>
                    <a:pt x="179070" y="7620"/>
                  </a:lnTo>
                  <a:lnTo>
                    <a:pt x="179070" y="5080"/>
                  </a:lnTo>
                  <a:lnTo>
                    <a:pt x="179070" y="3810"/>
                  </a:lnTo>
                  <a:lnTo>
                    <a:pt x="177800" y="3810"/>
                  </a:lnTo>
                  <a:lnTo>
                    <a:pt x="177800" y="1270"/>
                  </a:lnTo>
                  <a:lnTo>
                    <a:pt x="177800" y="0"/>
                  </a:lnTo>
                  <a:lnTo>
                    <a:pt x="2540" y="0"/>
                  </a:lnTo>
                  <a:lnTo>
                    <a:pt x="2540" y="1270"/>
                  </a:lnTo>
                  <a:lnTo>
                    <a:pt x="1270" y="1270"/>
                  </a:lnTo>
                  <a:lnTo>
                    <a:pt x="1270" y="3810"/>
                  </a:lnTo>
                  <a:lnTo>
                    <a:pt x="1270" y="5080"/>
                  </a:lnTo>
                  <a:lnTo>
                    <a:pt x="0" y="5080"/>
                  </a:lnTo>
                  <a:lnTo>
                    <a:pt x="0" y="7620"/>
                  </a:lnTo>
                  <a:lnTo>
                    <a:pt x="0" y="8890"/>
                  </a:lnTo>
                  <a:lnTo>
                    <a:pt x="180327" y="8890"/>
                  </a:lnTo>
                  <a:lnTo>
                    <a:pt x="180327" y="7620"/>
                  </a:lnTo>
                  <a:close/>
                </a:path>
              </a:pathLst>
            </a:custGeom>
            <a:solidFill>
              <a:srgbClr val="079000"/>
            </a:solidFill>
          </p:spPr>
          <p:txBody>
            <a:bodyPr wrap="square" lIns="0" tIns="0" rIns="0" bIns="0" rtlCol="0"/>
            <a:lstStyle/>
            <a:p/>
          </p:txBody>
        </p:sp>
        <p:sp>
          <p:nvSpPr>
            <p:cNvPr id="1628" name="object 1628"/>
            <p:cNvSpPr/>
            <p:nvPr/>
          </p:nvSpPr>
          <p:spPr>
            <a:xfrm>
              <a:off x="5398770" y="924559"/>
              <a:ext cx="186690" cy="8890"/>
            </a:xfrm>
            <a:custGeom>
              <a:avLst/>
              <a:gdLst/>
              <a:ahLst/>
              <a:cxnLst/>
              <a:rect l="l" t="t" r="r" b="b"/>
              <a:pathLst>
                <a:path w="186689" h="8890">
                  <a:moveTo>
                    <a:pt x="185420" y="2540"/>
                  </a:moveTo>
                  <a:lnTo>
                    <a:pt x="184150" y="2540"/>
                  </a:lnTo>
                  <a:lnTo>
                    <a:pt x="184137" y="0"/>
                  </a:lnTo>
                  <a:lnTo>
                    <a:pt x="2540" y="0"/>
                  </a:lnTo>
                  <a:lnTo>
                    <a:pt x="2540" y="2540"/>
                  </a:lnTo>
                  <a:lnTo>
                    <a:pt x="1270" y="2540"/>
                  </a:lnTo>
                  <a:lnTo>
                    <a:pt x="1270" y="6350"/>
                  </a:lnTo>
                  <a:lnTo>
                    <a:pt x="0" y="6350"/>
                  </a:lnTo>
                  <a:lnTo>
                    <a:pt x="0" y="7620"/>
                  </a:lnTo>
                  <a:lnTo>
                    <a:pt x="185420" y="7620"/>
                  </a:lnTo>
                  <a:lnTo>
                    <a:pt x="185420" y="6350"/>
                  </a:lnTo>
                  <a:lnTo>
                    <a:pt x="185420" y="2540"/>
                  </a:lnTo>
                  <a:close/>
                </a:path>
                <a:path w="186689" h="8890">
                  <a:moveTo>
                    <a:pt x="186690" y="7632"/>
                  </a:moveTo>
                  <a:lnTo>
                    <a:pt x="0" y="7632"/>
                  </a:lnTo>
                  <a:lnTo>
                    <a:pt x="0" y="8890"/>
                  </a:lnTo>
                  <a:lnTo>
                    <a:pt x="186690" y="8890"/>
                  </a:lnTo>
                  <a:lnTo>
                    <a:pt x="186690" y="7632"/>
                  </a:lnTo>
                  <a:close/>
                </a:path>
              </a:pathLst>
            </a:custGeom>
            <a:solidFill>
              <a:srgbClr val="088F00"/>
            </a:solidFill>
          </p:spPr>
          <p:txBody>
            <a:bodyPr wrap="square" lIns="0" tIns="0" rIns="0" bIns="0" rtlCol="0"/>
            <a:lstStyle/>
            <a:p/>
          </p:txBody>
        </p:sp>
        <p:sp>
          <p:nvSpPr>
            <p:cNvPr id="1629" name="object 1629"/>
            <p:cNvSpPr/>
            <p:nvPr/>
          </p:nvSpPr>
          <p:spPr>
            <a:xfrm>
              <a:off x="5396230" y="933449"/>
              <a:ext cx="191770" cy="7620"/>
            </a:xfrm>
            <a:custGeom>
              <a:avLst/>
              <a:gdLst/>
              <a:ahLst/>
              <a:cxnLst/>
              <a:rect l="l" t="t" r="r" b="b"/>
              <a:pathLst>
                <a:path w="191770" h="7619">
                  <a:moveTo>
                    <a:pt x="191770" y="6350"/>
                  </a:moveTo>
                  <a:lnTo>
                    <a:pt x="190500" y="6350"/>
                  </a:lnTo>
                  <a:lnTo>
                    <a:pt x="190500" y="5080"/>
                  </a:lnTo>
                  <a:lnTo>
                    <a:pt x="190500" y="2540"/>
                  </a:lnTo>
                  <a:lnTo>
                    <a:pt x="189230" y="2540"/>
                  </a:lnTo>
                  <a:lnTo>
                    <a:pt x="189230" y="1270"/>
                  </a:lnTo>
                  <a:lnTo>
                    <a:pt x="189230" y="0"/>
                  </a:lnTo>
                  <a:lnTo>
                    <a:pt x="2540" y="0"/>
                  </a:lnTo>
                  <a:lnTo>
                    <a:pt x="2540" y="1270"/>
                  </a:lnTo>
                  <a:lnTo>
                    <a:pt x="1270" y="1270"/>
                  </a:lnTo>
                  <a:lnTo>
                    <a:pt x="1270" y="2540"/>
                  </a:lnTo>
                  <a:lnTo>
                    <a:pt x="1270" y="5080"/>
                  </a:lnTo>
                  <a:lnTo>
                    <a:pt x="0" y="5080"/>
                  </a:lnTo>
                  <a:lnTo>
                    <a:pt x="0" y="6350"/>
                  </a:lnTo>
                  <a:lnTo>
                    <a:pt x="0" y="7620"/>
                  </a:lnTo>
                  <a:lnTo>
                    <a:pt x="191770" y="7620"/>
                  </a:lnTo>
                  <a:lnTo>
                    <a:pt x="191770" y="6350"/>
                  </a:lnTo>
                  <a:close/>
                </a:path>
              </a:pathLst>
            </a:custGeom>
            <a:solidFill>
              <a:srgbClr val="098E00"/>
            </a:solidFill>
          </p:spPr>
          <p:txBody>
            <a:bodyPr wrap="square" lIns="0" tIns="0" rIns="0" bIns="0" rtlCol="0"/>
            <a:lstStyle/>
            <a:p/>
          </p:txBody>
        </p:sp>
        <p:sp>
          <p:nvSpPr>
            <p:cNvPr id="1630" name="object 1630"/>
            <p:cNvSpPr/>
            <p:nvPr/>
          </p:nvSpPr>
          <p:spPr>
            <a:xfrm>
              <a:off x="5393690" y="941069"/>
              <a:ext cx="195580" cy="8890"/>
            </a:xfrm>
            <a:custGeom>
              <a:avLst/>
              <a:gdLst/>
              <a:ahLst/>
              <a:cxnLst/>
              <a:rect l="l" t="t" r="r" b="b"/>
              <a:pathLst>
                <a:path w="195579" h="8890">
                  <a:moveTo>
                    <a:pt x="195580" y="3810"/>
                  </a:moveTo>
                  <a:lnTo>
                    <a:pt x="194310" y="3810"/>
                  </a:lnTo>
                  <a:lnTo>
                    <a:pt x="194310" y="1270"/>
                  </a:lnTo>
                  <a:lnTo>
                    <a:pt x="194310" y="0"/>
                  </a:lnTo>
                  <a:lnTo>
                    <a:pt x="2540" y="0"/>
                  </a:lnTo>
                  <a:lnTo>
                    <a:pt x="2540" y="1270"/>
                  </a:lnTo>
                  <a:lnTo>
                    <a:pt x="1270" y="1270"/>
                  </a:lnTo>
                  <a:lnTo>
                    <a:pt x="1270" y="3810"/>
                  </a:lnTo>
                  <a:lnTo>
                    <a:pt x="1270" y="5080"/>
                  </a:lnTo>
                  <a:lnTo>
                    <a:pt x="0" y="5080"/>
                  </a:lnTo>
                  <a:lnTo>
                    <a:pt x="0" y="8890"/>
                  </a:lnTo>
                  <a:lnTo>
                    <a:pt x="195567" y="8890"/>
                  </a:lnTo>
                  <a:lnTo>
                    <a:pt x="195567" y="5080"/>
                  </a:lnTo>
                  <a:lnTo>
                    <a:pt x="195580" y="3810"/>
                  </a:lnTo>
                  <a:close/>
                </a:path>
              </a:pathLst>
            </a:custGeom>
            <a:solidFill>
              <a:srgbClr val="0A8D00"/>
            </a:solidFill>
          </p:spPr>
          <p:txBody>
            <a:bodyPr wrap="square" lIns="0" tIns="0" rIns="0" bIns="0" rtlCol="0"/>
            <a:lstStyle/>
            <a:p/>
          </p:txBody>
        </p:sp>
        <p:sp>
          <p:nvSpPr>
            <p:cNvPr id="1631" name="object 1631"/>
            <p:cNvSpPr/>
            <p:nvPr/>
          </p:nvSpPr>
          <p:spPr>
            <a:xfrm>
              <a:off x="5391150" y="949959"/>
              <a:ext cx="199390" cy="7620"/>
            </a:xfrm>
            <a:custGeom>
              <a:avLst/>
              <a:gdLst/>
              <a:ahLst/>
              <a:cxnLst/>
              <a:rect l="l" t="t" r="r" b="b"/>
              <a:pathLst>
                <a:path w="199389" h="7619">
                  <a:moveTo>
                    <a:pt x="199390" y="0"/>
                  </a:moveTo>
                  <a:lnTo>
                    <a:pt x="1270" y="0"/>
                  </a:lnTo>
                  <a:lnTo>
                    <a:pt x="1270" y="3810"/>
                  </a:lnTo>
                  <a:lnTo>
                    <a:pt x="0" y="3810"/>
                  </a:lnTo>
                  <a:lnTo>
                    <a:pt x="0" y="7620"/>
                  </a:lnTo>
                  <a:lnTo>
                    <a:pt x="199390" y="7620"/>
                  </a:lnTo>
                  <a:lnTo>
                    <a:pt x="199390" y="3810"/>
                  </a:lnTo>
                  <a:lnTo>
                    <a:pt x="199390" y="0"/>
                  </a:lnTo>
                  <a:close/>
                </a:path>
              </a:pathLst>
            </a:custGeom>
            <a:solidFill>
              <a:srgbClr val="0B8C00"/>
            </a:solidFill>
          </p:spPr>
          <p:txBody>
            <a:bodyPr wrap="square" lIns="0" tIns="0" rIns="0" bIns="0" rtlCol="0"/>
            <a:lstStyle/>
            <a:p/>
          </p:txBody>
        </p:sp>
        <p:sp>
          <p:nvSpPr>
            <p:cNvPr id="1632" name="object 1632"/>
            <p:cNvSpPr/>
            <p:nvPr/>
          </p:nvSpPr>
          <p:spPr>
            <a:xfrm>
              <a:off x="5387340" y="957579"/>
              <a:ext cx="205740" cy="8890"/>
            </a:xfrm>
            <a:custGeom>
              <a:avLst/>
              <a:gdLst/>
              <a:ahLst/>
              <a:cxnLst/>
              <a:rect l="l" t="t" r="r" b="b"/>
              <a:pathLst>
                <a:path w="205739" h="8890">
                  <a:moveTo>
                    <a:pt x="205740" y="5080"/>
                  </a:moveTo>
                  <a:lnTo>
                    <a:pt x="204470" y="5080"/>
                  </a:lnTo>
                  <a:lnTo>
                    <a:pt x="204470" y="3810"/>
                  </a:lnTo>
                  <a:lnTo>
                    <a:pt x="204457" y="0"/>
                  </a:lnTo>
                  <a:lnTo>
                    <a:pt x="2540" y="0"/>
                  </a:lnTo>
                  <a:lnTo>
                    <a:pt x="2540" y="3810"/>
                  </a:lnTo>
                  <a:lnTo>
                    <a:pt x="1270" y="3810"/>
                  </a:lnTo>
                  <a:lnTo>
                    <a:pt x="1270" y="5080"/>
                  </a:lnTo>
                  <a:lnTo>
                    <a:pt x="1270" y="7620"/>
                  </a:lnTo>
                  <a:lnTo>
                    <a:pt x="0" y="7620"/>
                  </a:lnTo>
                  <a:lnTo>
                    <a:pt x="0" y="8890"/>
                  </a:lnTo>
                  <a:lnTo>
                    <a:pt x="205740" y="8890"/>
                  </a:lnTo>
                  <a:lnTo>
                    <a:pt x="205740" y="7620"/>
                  </a:lnTo>
                  <a:lnTo>
                    <a:pt x="205740" y="5080"/>
                  </a:lnTo>
                  <a:close/>
                </a:path>
              </a:pathLst>
            </a:custGeom>
            <a:solidFill>
              <a:srgbClr val="0C8B00"/>
            </a:solidFill>
          </p:spPr>
          <p:txBody>
            <a:bodyPr wrap="square" lIns="0" tIns="0" rIns="0" bIns="0" rtlCol="0"/>
            <a:lstStyle/>
            <a:p/>
          </p:txBody>
        </p:sp>
        <p:sp>
          <p:nvSpPr>
            <p:cNvPr id="1633" name="object 1633"/>
            <p:cNvSpPr/>
            <p:nvPr/>
          </p:nvSpPr>
          <p:spPr>
            <a:xfrm>
              <a:off x="5386070" y="966469"/>
              <a:ext cx="209550" cy="7620"/>
            </a:xfrm>
            <a:custGeom>
              <a:avLst/>
              <a:gdLst/>
              <a:ahLst/>
              <a:cxnLst/>
              <a:rect l="l" t="t" r="r" b="b"/>
              <a:pathLst>
                <a:path w="209550" h="7619">
                  <a:moveTo>
                    <a:pt x="209550" y="6350"/>
                  </a:moveTo>
                  <a:lnTo>
                    <a:pt x="208280" y="6350"/>
                  </a:lnTo>
                  <a:lnTo>
                    <a:pt x="208280" y="3810"/>
                  </a:lnTo>
                  <a:lnTo>
                    <a:pt x="208280" y="1270"/>
                  </a:lnTo>
                  <a:lnTo>
                    <a:pt x="207010" y="1270"/>
                  </a:lnTo>
                  <a:lnTo>
                    <a:pt x="207010" y="0"/>
                  </a:lnTo>
                  <a:lnTo>
                    <a:pt x="1270" y="0"/>
                  </a:lnTo>
                  <a:lnTo>
                    <a:pt x="1270" y="1270"/>
                  </a:lnTo>
                  <a:lnTo>
                    <a:pt x="1270" y="3810"/>
                  </a:lnTo>
                  <a:lnTo>
                    <a:pt x="0" y="3810"/>
                  </a:lnTo>
                  <a:lnTo>
                    <a:pt x="0" y="6350"/>
                  </a:lnTo>
                  <a:lnTo>
                    <a:pt x="0" y="7620"/>
                  </a:lnTo>
                  <a:lnTo>
                    <a:pt x="209550" y="7620"/>
                  </a:lnTo>
                  <a:lnTo>
                    <a:pt x="209550" y="6350"/>
                  </a:lnTo>
                  <a:close/>
                </a:path>
              </a:pathLst>
            </a:custGeom>
            <a:solidFill>
              <a:srgbClr val="0D8A00"/>
            </a:solidFill>
          </p:spPr>
          <p:txBody>
            <a:bodyPr wrap="square" lIns="0" tIns="0" rIns="0" bIns="0" rtlCol="0"/>
            <a:lstStyle/>
            <a:p/>
          </p:txBody>
        </p:sp>
        <p:sp>
          <p:nvSpPr>
            <p:cNvPr id="1634" name="object 1634"/>
            <p:cNvSpPr/>
            <p:nvPr/>
          </p:nvSpPr>
          <p:spPr>
            <a:xfrm>
              <a:off x="5383530" y="974089"/>
              <a:ext cx="213360" cy="8890"/>
            </a:xfrm>
            <a:custGeom>
              <a:avLst/>
              <a:gdLst/>
              <a:ahLst/>
              <a:cxnLst/>
              <a:rect l="l" t="t" r="r" b="b"/>
              <a:pathLst>
                <a:path w="213360" h="8890">
                  <a:moveTo>
                    <a:pt x="212090" y="0"/>
                  </a:moveTo>
                  <a:lnTo>
                    <a:pt x="2540" y="0"/>
                  </a:lnTo>
                  <a:lnTo>
                    <a:pt x="2540" y="1270"/>
                  </a:lnTo>
                  <a:lnTo>
                    <a:pt x="1270" y="1270"/>
                  </a:lnTo>
                  <a:lnTo>
                    <a:pt x="1270" y="6350"/>
                  </a:lnTo>
                  <a:lnTo>
                    <a:pt x="212090" y="6350"/>
                  </a:lnTo>
                  <a:lnTo>
                    <a:pt x="212090" y="1270"/>
                  </a:lnTo>
                  <a:lnTo>
                    <a:pt x="212090" y="0"/>
                  </a:lnTo>
                  <a:close/>
                </a:path>
                <a:path w="213360" h="8890">
                  <a:moveTo>
                    <a:pt x="213360" y="6362"/>
                  </a:moveTo>
                  <a:lnTo>
                    <a:pt x="0" y="6362"/>
                  </a:lnTo>
                  <a:lnTo>
                    <a:pt x="0" y="8890"/>
                  </a:lnTo>
                  <a:lnTo>
                    <a:pt x="213360" y="8890"/>
                  </a:lnTo>
                  <a:lnTo>
                    <a:pt x="213360" y="6362"/>
                  </a:lnTo>
                  <a:close/>
                </a:path>
              </a:pathLst>
            </a:custGeom>
            <a:solidFill>
              <a:srgbClr val="0E8900"/>
            </a:solidFill>
          </p:spPr>
          <p:txBody>
            <a:bodyPr wrap="square" lIns="0" tIns="0" rIns="0" bIns="0" rtlCol="0"/>
            <a:lstStyle/>
            <a:p/>
          </p:txBody>
        </p:sp>
        <p:sp>
          <p:nvSpPr>
            <p:cNvPr id="1635" name="object 1635"/>
            <p:cNvSpPr/>
            <p:nvPr/>
          </p:nvSpPr>
          <p:spPr>
            <a:xfrm>
              <a:off x="5382260" y="982979"/>
              <a:ext cx="214629" cy="6350"/>
            </a:xfrm>
            <a:custGeom>
              <a:avLst/>
              <a:gdLst/>
              <a:ahLst/>
              <a:cxnLst/>
              <a:rect l="l" t="t" r="r" b="b"/>
              <a:pathLst>
                <a:path w="214629" h="6350">
                  <a:moveTo>
                    <a:pt x="214630" y="0"/>
                  </a:moveTo>
                  <a:lnTo>
                    <a:pt x="1270" y="0"/>
                  </a:lnTo>
                  <a:lnTo>
                    <a:pt x="1270" y="2540"/>
                  </a:lnTo>
                  <a:lnTo>
                    <a:pt x="0" y="2540"/>
                  </a:lnTo>
                  <a:lnTo>
                    <a:pt x="0" y="6350"/>
                  </a:lnTo>
                  <a:lnTo>
                    <a:pt x="214630" y="6350"/>
                  </a:lnTo>
                  <a:lnTo>
                    <a:pt x="214630" y="2540"/>
                  </a:lnTo>
                  <a:lnTo>
                    <a:pt x="214630" y="0"/>
                  </a:lnTo>
                  <a:close/>
                </a:path>
              </a:pathLst>
            </a:custGeom>
            <a:solidFill>
              <a:srgbClr val="0F8800"/>
            </a:solidFill>
          </p:spPr>
          <p:txBody>
            <a:bodyPr wrap="square" lIns="0" tIns="0" rIns="0" bIns="0" rtlCol="0"/>
            <a:lstStyle/>
            <a:p/>
          </p:txBody>
        </p:sp>
        <p:sp>
          <p:nvSpPr>
            <p:cNvPr id="1636" name="object 1636"/>
            <p:cNvSpPr/>
            <p:nvPr/>
          </p:nvSpPr>
          <p:spPr>
            <a:xfrm>
              <a:off x="5379720" y="990599"/>
              <a:ext cx="219710" cy="8890"/>
            </a:xfrm>
            <a:custGeom>
              <a:avLst/>
              <a:gdLst/>
              <a:ahLst/>
              <a:cxnLst/>
              <a:rect l="l" t="t" r="r" b="b"/>
              <a:pathLst>
                <a:path w="219710" h="8890">
                  <a:moveTo>
                    <a:pt x="219710" y="7620"/>
                  </a:moveTo>
                  <a:lnTo>
                    <a:pt x="218440" y="7620"/>
                  </a:lnTo>
                  <a:lnTo>
                    <a:pt x="218440" y="2540"/>
                  </a:lnTo>
                  <a:lnTo>
                    <a:pt x="218440" y="0"/>
                  </a:lnTo>
                  <a:lnTo>
                    <a:pt x="2540" y="0"/>
                  </a:lnTo>
                  <a:lnTo>
                    <a:pt x="2540" y="2540"/>
                  </a:lnTo>
                  <a:lnTo>
                    <a:pt x="1270" y="2540"/>
                  </a:lnTo>
                  <a:lnTo>
                    <a:pt x="1270" y="7620"/>
                  </a:lnTo>
                  <a:lnTo>
                    <a:pt x="0" y="7620"/>
                  </a:lnTo>
                  <a:lnTo>
                    <a:pt x="0" y="8890"/>
                  </a:lnTo>
                  <a:lnTo>
                    <a:pt x="219710" y="8890"/>
                  </a:lnTo>
                  <a:lnTo>
                    <a:pt x="219710" y="7620"/>
                  </a:lnTo>
                  <a:close/>
                </a:path>
              </a:pathLst>
            </a:custGeom>
            <a:solidFill>
              <a:srgbClr val="108700"/>
            </a:solidFill>
          </p:spPr>
          <p:txBody>
            <a:bodyPr wrap="square" lIns="0" tIns="0" rIns="0" bIns="0" rtlCol="0"/>
            <a:lstStyle/>
            <a:p/>
          </p:txBody>
        </p:sp>
        <p:sp>
          <p:nvSpPr>
            <p:cNvPr id="1637" name="object 1637"/>
            <p:cNvSpPr/>
            <p:nvPr/>
          </p:nvSpPr>
          <p:spPr>
            <a:xfrm>
              <a:off x="5378450" y="999489"/>
              <a:ext cx="222250" cy="8890"/>
            </a:xfrm>
            <a:custGeom>
              <a:avLst/>
              <a:gdLst/>
              <a:ahLst/>
              <a:cxnLst/>
              <a:rect l="l" t="t" r="r" b="b"/>
              <a:pathLst>
                <a:path w="222250" h="8890">
                  <a:moveTo>
                    <a:pt x="222250" y="5080"/>
                  </a:moveTo>
                  <a:lnTo>
                    <a:pt x="220980" y="5080"/>
                  </a:lnTo>
                  <a:lnTo>
                    <a:pt x="220980" y="2540"/>
                  </a:lnTo>
                  <a:lnTo>
                    <a:pt x="220980" y="0"/>
                  </a:lnTo>
                  <a:lnTo>
                    <a:pt x="1270" y="0"/>
                  </a:lnTo>
                  <a:lnTo>
                    <a:pt x="1270" y="2540"/>
                  </a:lnTo>
                  <a:lnTo>
                    <a:pt x="0" y="2540"/>
                  </a:lnTo>
                  <a:lnTo>
                    <a:pt x="0" y="5080"/>
                  </a:lnTo>
                  <a:lnTo>
                    <a:pt x="0" y="8890"/>
                  </a:lnTo>
                  <a:lnTo>
                    <a:pt x="222250" y="8890"/>
                  </a:lnTo>
                  <a:lnTo>
                    <a:pt x="222250" y="5080"/>
                  </a:lnTo>
                  <a:close/>
                </a:path>
              </a:pathLst>
            </a:custGeom>
            <a:solidFill>
              <a:srgbClr val="118600"/>
            </a:solidFill>
          </p:spPr>
          <p:txBody>
            <a:bodyPr wrap="square" lIns="0" tIns="0" rIns="0" bIns="0" rtlCol="0"/>
            <a:lstStyle/>
            <a:p/>
          </p:txBody>
        </p:sp>
        <p:sp>
          <p:nvSpPr>
            <p:cNvPr id="1638" name="object 1638"/>
            <p:cNvSpPr/>
            <p:nvPr/>
          </p:nvSpPr>
          <p:spPr>
            <a:xfrm>
              <a:off x="5375910" y="1008379"/>
              <a:ext cx="226060" cy="7620"/>
            </a:xfrm>
            <a:custGeom>
              <a:avLst/>
              <a:gdLst/>
              <a:ahLst/>
              <a:cxnLst/>
              <a:rect l="l" t="t" r="r" b="b"/>
              <a:pathLst>
                <a:path w="226060" h="7619">
                  <a:moveTo>
                    <a:pt x="226060" y="6350"/>
                  </a:moveTo>
                  <a:lnTo>
                    <a:pt x="226047" y="2540"/>
                  </a:lnTo>
                  <a:lnTo>
                    <a:pt x="224790" y="2540"/>
                  </a:lnTo>
                  <a:lnTo>
                    <a:pt x="224790" y="0"/>
                  </a:lnTo>
                  <a:lnTo>
                    <a:pt x="1270" y="0"/>
                  </a:lnTo>
                  <a:lnTo>
                    <a:pt x="1270" y="2540"/>
                  </a:lnTo>
                  <a:lnTo>
                    <a:pt x="1270" y="6350"/>
                  </a:lnTo>
                  <a:lnTo>
                    <a:pt x="0" y="6350"/>
                  </a:lnTo>
                  <a:lnTo>
                    <a:pt x="0" y="7620"/>
                  </a:lnTo>
                  <a:lnTo>
                    <a:pt x="226060" y="7620"/>
                  </a:lnTo>
                  <a:lnTo>
                    <a:pt x="226060" y="6350"/>
                  </a:lnTo>
                  <a:close/>
                </a:path>
              </a:pathLst>
            </a:custGeom>
            <a:solidFill>
              <a:srgbClr val="128500"/>
            </a:solidFill>
          </p:spPr>
          <p:txBody>
            <a:bodyPr wrap="square" lIns="0" tIns="0" rIns="0" bIns="0" rtlCol="0"/>
            <a:lstStyle/>
            <a:p/>
          </p:txBody>
        </p:sp>
        <p:sp>
          <p:nvSpPr>
            <p:cNvPr id="1639" name="object 1639"/>
            <p:cNvSpPr/>
            <p:nvPr/>
          </p:nvSpPr>
          <p:spPr>
            <a:xfrm>
              <a:off x="5374640" y="1015999"/>
              <a:ext cx="228600" cy="8890"/>
            </a:xfrm>
            <a:custGeom>
              <a:avLst/>
              <a:gdLst/>
              <a:ahLst/>
              <a:cxnLst/>
              <a:rect l="l" t="t" r="r" b="b"/>
              <a:pathLst>
                <a:path w="228600" h="8890">
                  <a:moveTo>
                    <a:pt x="228600" y="2540"/>
                  </a:moveTo>
                  <a:lnTo>
                    <a:pt x="227330" y="2540"/>
                  </a:lnTo>
                  <a:lnTo>
                    <a:pt x="227330" y="0"/>
                  </a:lnTo>
                  <a:lnTo>
                    <a:pt x="1270" y="0"/>
                  </a:lnTo>
                  <a:lnTo>
                    <a:pt x="1270" y="2540"/>
                  </a:lnTo>
                  <a:lnTo>
                    <a:pt x="1270" y="5080"/>
                  </a:lnTo>
                  <a:lnTo>
                    <a:pt x="0" y="5080"/>
                  </a:lnTo>
                  <a:lnTo>
                    <a:pt x="0" y="8890"/>
                  </a:lnTo>
                  <a:lnTo>
                    <a:pt x="228600" y="8890"/>
                  </a:lnTo>
                  <a:lnTo>
                    <a:pt x="228600" y="5080"/>
                  </a:lnTo>
                  <a:lnTo>
                    <a:pt x="228600" y="2540"/>
                  </a:lnTo>
                  <a:close/>
                </a:path>
              </a:pathLst>
            </a:custGeom>
            <a:solidFill>
              <a:srgbClr val="138400"/>
            </a:solidFill>
          </p:spPr>
          <p:txBody>
            <a:bodyPr wrap="square" lIns="0" tIns="0" rIns="0" bIns="0" rtlCol="0"/>
            <a:lstStyle/>
            <a:p/>
          </p:txBody>
        </p:sp>
        <p:sp>
          <p:nvSpPr>
            <p:cNvPr id="1640" name="object 1640"/>
            <p:cNvSpPr/>
            <p:nvPr/>
          </p:nvSpPr>
          <p:spPr>
            <a:xfrm>
              <a:off x="5373370" y="1024889"/>
              <a:ext cx="231140" cy="7620"/>
            </a:xfrm>
            <a:custGeom>
              <a:avLst/>
              <a:gdLst/>
              <a:ahLst/>
              <a:cxnLst/>
              <a:rect l="l" t="t" r="r" b="b"/>
              <a:pathLst>
                <a:path w="231139" h="7619">
                  <a:moveTo>
                    <a:pt x="231140" y="2540"/>
                  </a:moveTo>
                  <a:lnTo>
                    <a:pt x="229870" y="2540"/>
                  </a:lnTo>
                  <a:lnTo>
                    <a:pt x="229870" y="1270"/>
                  </a:lnTo>
                  <a:lnTo>
                    <a:pt x="229870" y="0"/>
                  </a:lnTo>
                  <a:lnTo>
                    <a:pt x="1270" y="0"/>
                  </a:lnTo>
                  <a:lnTo>
                    <a:pt x="1270" y="1270"/>
                  </a:lnTo>
                  <a:lnTo>
                    <a:pt x="0" y="1270"/>
                  </a:lnTo>
                  <a:lnTo>
                    <a:pt x="0" y="2540"/>
                  </a:lnTo>
                  <a:lnTo>
                    <a:pt x="0" y="7620"/>
                  </a:lnTo>
                  <a:lnTo>
                    <a:pt x="231140" y="7620"/>
                  </a:lnTo>
                  <a:lnTo>
                    <a:pt x="231140" y="2540"/>
                  </a:lnTo>
                  <a:close/>
                </a:path>
              </a:pathLst>
            </a:custGeom>
            <a:solidFill>
              <a:srgbClr val="148300"/>
            </a:solidFill>
          </p:spPr>
          <p:txBody>
            <a:bodyPr wrap="square" lIns="0" tIns="0" rIns="0" bIns="0" rtlCol="0"/>
            <a:lstStyle/>
            <a:p/>
          </p:txBody>
        </p:sp>
        <p:sp>
          <p:nvSpPr>
            <p:cNvPr id="1641" name="object 1641"/>
            <p:cNvSpPr/>
            <p:nvPr/>
          </p:nvSpPr>
          <p:spPr>
            <a:xfrm>
              <a:off x="5370830" y="1032509"/>
              <a:ext cx="234950" cy="8890"/>
            </a:xfrm>
            <a:custGeom>
              <a:avLst/>
              <a:gdLst/>
              <a:ahLst/>
              <a:cxnLst/>
              <a:rect l="l" t="t" r="r" b="b"/>
              <a:pathLst>
                <a:path w="234950" h="8890">
                  <a:moveTo>
                    <a:pt x="234950" y="6350"/>
                  </a:moveTo>
                  <a:lnTo>
                    <a:pt x="233680" y="6350"/>
                  </a:lnTo>
                  <a:lnTo>
                    <a:pt x="233680" y="0"/>
                  </a:lnTo>
                  <a:lnTo>
                    <a:pt x="1270" y="0"/>
                  </a:lnTo>
                  <a:lnTo>
                    <a:pt x="1270" y="6350"/>
                  </a:lnTo>
                  <a:lnTo>
                    <a:pt x="1270" y="7620"/>
                  </a:lnTo>
                  <a:lnTo>
                    <a:pt x="0" y="7620"/>
                  </a:lnTo>
                  <a:lnTo>
                    <a:pt x="0" y="8890"/>
                  </a:lnTo>
                  <a:lnTo>
                    <a:pt x="234950" y="8890"/>
                  </a:lnTo>
                  <a:lnTo>
                    <a:pt x="234950" y="7620"/>
                  </a:lnTo>
                  <a:lnTo>
                    <a:pt x="234950" y="6350"/>
                  </a:lnTo>
                  <a:close/>
                </a:path>
              </a:pathLst>
            </a:custGeom>
            <a:solidFill>
              <a:srgbClr val="158200"/>
            </a:solidFill>
          </p:spPr>
          <p:txBody>
            <a:bodyPr wrap="square" lIns="0" tIns="0" rIns="0" bIns="0" rtlCol="0"/>
            <a:lstStyle/>
            <a:p/>
          </p:txBody>
        </p:sp>
        <p:sp>
          <p:nvSpPr>
            <p:cNvPr id="1642" name="object 1642"/>
            <p:cNvSpPr/>
            <p:nvPr/>
          </p:nvSpPr>
          <p:spPr>
            <a:xfrm>
              <a:off x="5370830" y="1041400"/>
              <a:ext cx="234950" cy="7620"/>
            </a:xfrm>
            <a:custGeom>
              <a:avLst/>
              <a:gdLst/>
              <a:ahLst/>
              <a:cxnLst/>
              <a:rect l="l" t="t" r="r" b="b"/>
              <a:pathLst>
                <a:path w="234950" h="7619">
                  <a:moveTo>
                    <a:pt x="234950" y="0"/>
                  </a:moveTo>
                  <a:lnTo>
                    <a:pt x="0" y="0"/>
                  </a:lnTo>
                  <a:lnTo>
                    <a:pt x="0" y="7620"/>
                  </a:lnTo>
                  <a:lnTo>
                    <a:pt x="234950" y="7620"/>
                  </a:lnTo>
                  <a:lnTo>
                    <a:pt x="234950" y="0"/>
                  </a:lnTo>
                  <a:close/>
                </a:path>
              </a:pathLst>
            </a:custGeom>
            <a:solidFill>
              <a:srgbClr val="168100"/>
            </a:solidFill>
          </p:spPr>
          <p:txBody>
            <a:bodyPr wrap="square" lIns="0" tIns="0" rIns="0" bIns="0" rtlCol="0"/>
            <a:lstStyle/>
            <a:p/>
          </p:txBody>
        </p:sp>
        <p:sp>
          <p:nvSpPr>
            <p:cNvPr id="1643" name="object 1643"/>
            <p:cNvSpPr/>
            <p:nvPr/>
          </p:nvSpPr>
          <p:spPr>
            <a:xfrm>
              <a:off x="5368277" y="1049019"/>
              <a:ext cx="239395" cy="8890"/>
            </a:xfrm>
            <a:custGeom>
              <a:avLst/>
              <a:gdLst/>
              <a:ahLst/>
              <a:cxnLst/>
              <a:rect l="l" t="t" r="r" b="b"/>
              <a:pathLst>
                <a:path w="239395" h="8890">
                  <a:moveTo>
                    <a:pt x="238772" y="0"/>
                  </a:moveTo>
                  <a:lnTo>
                    <a:pt x="1282" y="0"/>
                  </a:lnTo>
                  <a:lnTo>
                    <a:pt x="1282" y="7620"/>
                  </a:lnTo>
                  <a:lnTo>
                    <a:pt x="0" y="7620"/>
                  </a:lnTo>
                  <a:lnTo>
                    <a:pt x="0" y="8890"/>
                  </a:lnTo>
                  <a:lnTo>
                    <a:pt x="238772" y="8890"/>
                  </a:lnTo>
                  <a:lnTo>
                    <a:pt x="238772" y="7620"/>
                  </a:lnTo>
                  <a:lnTo>
                    <a:pt x="238772" y="0"/>
                  </a:lnTo>
                  <a:close/>
                </a:path>
              </a:pathLst>
            </a:custGeom>
            <a:solidFill>
              <a:srgbClr val="178000"/>
            </a:solidFill>
          </p:spPr>
          <p:txBody>
            <a:bodyPr wrap="square" lIns="0" tIns="0" rIns="0" bIns="0" rtlCol="0"/>
            <a:lstStyle/>
            <a:p/>
          </p:txBody>
        </p:sp>
        <p:sp>
          <p:nvSpPr>
            <p:cNvPr id="1644" name="object 1644"/>
            <p:cNvSpPr/>
            <p:nvPr/>
          </p:nvSpPr>
          <p:spPr>
            <a:xfrm>
              <a:off x="5368290" y="1057909"/>
              <a:ext cx="240029" cy="7620"/>
            </a:xfrm>
            <a:custGeom>
              <a:avLst/>
              <a:gdLst/>
              <a:ahLst/>
              <a:cxnLst/>
              <a:rect l="l" t="t" r="r" b="b"/>
              <a:pathLst>
                <a:path w="240029" h="7619">
                  <a:moveTo>
                    <a:pt x="110490" y="5080"/>
                  </a:moveTo>
                  <a:lnTo>
                    <a:pt x="0" y="5080"/>
                  </a:lnTo>
                  <a:lnTo>
                    <a:pt x="0" y="6350"/>
                  </a:lnTo>
                  <a:lnTo>
                    <a:pt x="107950" y="6350"/>
                  </a:lnTo>
                  <a:lnTo>
                    <a:pt x="107950" y="7620"/>
                  </a:lnTo>
                  <a:lnTo>
                    <a:pt x="109220" y="7620"/>
                  </a:lnTo>
                  <a:lnTo>
                    <a:pt x="109220" y="6350"/>
                  </a:lnTo>
                  <a:lnTo>
                    <a:pt x="110490" y="6350"/>
                  </a:lnTo>
                  <a:lnTo>
                    <a:pt x="110490" y="5080"/>
                  </a:lnTo>
                  <a:close/>
                </a:path>
                <a:path w="240029" h="7619">
                  <a:moveTo>
                    <a:pt x="115570" y="1270"/>
                  </a:moveTo>
                  <a:lnTo>
                    <a:pt x="0" y="1270"/>
                  </a:lnTo>
                  <a:lnTo>
                    <a:pt x="0" y="3810"/>
                  </a:lnTo>
                  <a:lnTo>
                    <a:pt x="110490" y="3810"/>
                  </a:lnTo>
                  <a:lnTo>
                    <a:pt x="110490" y="5080"/>
                  </a:lnTo>
                  <a:lnTo>
                    <a:pt x="113017" y="5080"/>
                  </a:lnTo>
                  <a:lnTo>
                    <a:pt x="113017" y="3810"/>
                  </a:lnTo>
                  <a:lnTo>
                    <a:pt x="115570" y="3810"/>
                  </a:lnTo>
                  <a:lnTo>
                    <a:pt x="115570" y="1270"/>
                  </a:lnTo>
                  <a:close/>
                </a:path>
                <a:path w="240029" h="7619">
                  <a:moveTo>
                    <a:pt x="127000" y="0"/>
                  </a:moveTo>
                  <a:lnTo>
                    <a:pt x="116840" y="0"/>
                  </a:lnTo>
                  <a:lnTo>
                    <a:pt x="116840" y="1270"/>
                  </a:lnTo>
                  <a:lnTo>
                    <a:pt x="127000" y="1270"/>
                  </a:lnTo>
                  <a:lnTo>
                    <a:pt x="127000" y="0"/>
                  </a:lnTo>
                  <a:close/>
                </a:path>
                <a:path w="240029" h="7619">
                  <a:moveTo>
                    <a:pt x="240030" y="5080"/>
                  </a:moveTo>
                  <a:lnTo>
                    <a:pt x="133350" y="5080"/>
                  </a:lnTo>
                  <a:lnTo>
                    <a:pt x="133350" y="6350"/>
                  </a:lnTo>
                  <a:lnTo>
                    <a:pt x="134620" y="6350"/>
                  </a:lnTo>
                  <a:lnTo>
                    <a:pt x="134620" y="7620"/>
                  </a:lnTo>
                  <a:lnTo>
                    <a:pt x="135890" y="7620"/>
                  </a:lnTo>
                  <a:lnTo>
                    <a:pt x="135890" y="6350"/>
                  </a:lnTo>
                  <a:lnTo>
                    <a:pt x="240030" y="6350"/>
                  </a:lnTo>
                  <a:lnTo>
                    <a:pt x="240030" y="5080"/>
                  </a:lnTo>
                  <a:close/>
                </a:path>
                <a:path w="240029" h="7619">
                  <a:moveTo>
                    <a:pt x="240030" y="1270"/>
                  </a:moveTo>
                  <a:lnTo>
                    <a:pt x="128270" y="1270"/>
                  </a:lnTo>
                  <a:lnTo>
                    <a:pt x="128270" y="3810"/>
                  </a:lnTo>
                  <a:lnTo>
                    <a:pt x="129540" y="3810"/>
                  </a:lnTo>
                  <a:lnTo>
                    <a:pt x="129540" y="5080"/>
                  </a:lnTo>
                  <a:lnTo>
                    <a:pt x="133350" y="5080"/>
                  </a:lnTo>
                  <a:lnTo>
                    <a:pt x="133350" y="3810"/>
                  </a:lnTo>
                  <a:lnTo>
                    <a:pt x="240030" y="3810"/>
                  </a:lnTo>
                  <a:lnTo>
                    <a:pt x="240030" y="1270"/>
                  </a:lnTo>
                  <a:close/>
                </a:path>
              </a:pathLst>
            </a:custGeom>
            <a:solidFill>
              <a:srgbClr val="187F00"/>
            </a:solidFill>
          </p:spPr>
          <p:txBody>
            <a:bodyPr wrap="square" lIns="0" tIns="0" rIns="0" bIns="0" rtlCol="0"/>
            <a:lstStyle/>
            <a:p/>
          </p:txBody>
        </p:sp>
        <p:sp>
          <p:nvSpPr>
            <p:cNvPr id="1645" name="object 1645"/>
            <p:cNvSpPr/>
            <p:nvPr/>
          </p:nvSpPr>
          <p:spPr>
            <a:xfrm>
              <a:off x="5367020" y="1065529"/>
              <a:ext cx="242570" cy="8890"/>
            </a:xfrm>
            <a:custGeom>
              <a:avLst/>
              <a:gdLst/>
              <a:ahLst/>
              <a:cxnLst/>
              <a:rect l="l" t="t" r="r" b="b"/>
              <a:pathLst>
                <a:path w="242570" h="8890">
                  <a:moveTo>
                    <a:pt x="104140" y="6350"/>
                  </a:moveTo>
                  <a:lnTo>
                    <a:pt x="0" y="6350"/>
                  </a:lnTo>
                  <a:lnTo>
                    <a:pt x="0" y="8890"/>
                  </a:lnTo>
                  <a:lnTo>
                    <a:pt x="104140" y="8890"/>
                  </a:lnTo>
                  <a:lnTo>
                    <a:pt x="104140" y="6350"/>
                  </a:lnTo>
                  <a:close/>
                </a:path>
                <a:path w="242570" h="8890">
                  <a:moveTo>
                    <a:pt x="107937" y="0"/>
                  </a:moveTo>
                  <a:lnTo>
                    <a:pt x="1270" y="0"/>
                  </a:lnTo>
                  <a:lnTo>
                    <a:pt x="1270" y="2540"/>
                  </a:lnTo>
                  <a:lnTo>
                    <a:pt x="0" y="2540"/>
                  </a:lnTo>
                  <a:lnTo>
                    <a:pt x="0" y="5080"/>
                  </a:lnTo>
                  <a:lnTo>
                    <a:pt x="104140" y="5080"/>
                  </a:lnTo>
                  <a:lnTo>
                    <a:pt x="104140" y="6350"/>
                  </a:lnTo>
                  <a:lnTo>
                    <a:pt x="105410" y="6350"/>
                  </a:lnTo>
                  <a:lnTo>
                    <a:pt x="105410" y="5080"/>
                  </a:lnTo>
                  <a:lnTo>
                    <a:pt x="106680" y="5080"/>
                  </a:lnTo>
                  <a:lnTo>
                    <a:pt x="106680" y="2540"/>
                  </a:lnTo>
                  <a:lnTo>
                    <a:pt x="107937" y="2540"/>
                  </a:lnTo>
                  <a:lnTo>
                    <a:pt x="107937" y="0"/>
                  </a:lnTo>
                  <a:close/>
                </a:path>
                <a:path w="242570" h="8890">
                  <a:moveTo>
                    <a:pt x="241300" y="0"/>
                  </a:moveTo>
                  <a:lnTo>
                    <a:pt x="137160" y="0"/>
                  </a:lnTo>
                  <a:lnTo>
                    <a:pt x="137160" y="2540"/>
                  </a:lnTo>
                  <a:lnTo>
                    <a:pt x="138430" y="2540"/>
                  </a:lnTo>
                  <a:lnTo>
                    <a:pt x="138430" y="5080"/>
                  </a:lnTo>
                  <a:lnTo>
                    <a:pt x="241300" y="5080"/>
                  </a:lnTo>
                  <a:lnTo>
                    <a:pt x="241300" y="2540"/>
                  </a:lnTo>
                  <a:lnTo>
                    <a:pt x="241300" y="0"/>
                  </a:lnTo>
                  <a:close/>
                </a:path>
                <a:path w="242570" h="8890">
                  <a:moveTo>
                    <a:pt x="242570" y="6350"/>
                  </a:moveTo>
                  <a:lnTo>
                    <a:pt x="140970" y="6350"/>
                  </a:lnTo>
                  <a:lnTo>
                    <a:pt x="140970" y="8890"/>
                  </a:lnTo>
                  <a:lnTo>
                    <a:pt x="242570" y="8890"/>
                  </a:lnTo>
                  <a:lnTo>
                    <a:pt x="242570" y="6350"/>
                  </a:lnTo>
                  <a:close/>
                </a:path>
              </a:pathLst>
            </a:custGeom>
            <a:solidFill>
              <a:srgbClr val="197E00"/>
            </a:solidFill>
          </p:spPr>
          <p:txBody>
            <a:bodyPr wrap="square" lIns="0" tIns="0" rIns="0" bIns="0" rtlCol="0"/>
            <a:lstStyle/>
            <a:p/>
          </p:txBody>
        </p:sp>
        <p:sp>
          <p:nvSpPr>
            <p:cNvPr id="1646" name="object 1646"/>
            <p:cNvSpPr/>
            <p:nvPr/>
          </p:nvSpPr>
          <p:spPr>
            <a:xfrm>
              <a:off x="5365750" y="1074419"/>
              <a:ext cx="243840" cy="8890"/>
            </a:xfrm>
            <a:custGeom>
              <a:avLst/>
              <a:gdLst/>
              <a:ahLst/>
              <a:cxnLst/>
              <a:rect l="l" t="t" r="r" b="b"/>
              <a:pathLst>
                <a:path w="243839" h="8890">
                  <a:moveTo>
                    <a:pt x="104140" y="0"/>
                  </a:moveTo>
                  <a:lnTo>
                    <a:pt x="1270" y="0"/>
                  </a:lnTo>
                  <a:lnTo>
                    <a:pt x="1270" y="2540"/>
                  </a:lnTo>
                  <a:lnTo>
                    <a:pt x="1270" y="3810"/>
                  </a:lnTo>
                  <a:lnTo>
                    <a:pt x="1270" y="6350"/>
                  </a:lnTo>
                  <a:lnTo>
                    <a:pt x="0" y="6350"/>
                  </a:lnTo>
                  <a:lnTo>
                    <a:pt x="0" y="7620"/>
                  </a:lnTo>
                  <a:lnTo>
                    <a:pt x="0" y="8890"/>
                  </a:lnTo>
                  <a:lnTo>
                    <a:pt x="100330" y="8890"/>
                  </a:lnTo>
                  <a:lnTo>
                    <a:pt x="100330" y="7620"/>
                  </a:lnTo>
                  <a:lnTo>
                    <a:pt x="101600" y="7620"/>
                  </a:lnTo>
                  <a:lnTo>
                    <a:pt x="101600" y="6350"/>
                  </a:lnTo>
                  <a:lnTo>
                    <a:pt x="101600" y="3810"/>
                  </a:lnTo>
                  <a:lnTo>
                    <a:pt x="102870" y="3810"/>
                  </a:lnTo>
                  <a:lnTo>
                    <a:pt x="102870" y="2540"/>
                  </a:lnTo>
                  <a:lnTo>
                    <a:pt x="104140" y="2540"/>
                  </a:lnTo>
                  <a:lnTo>
                    <a:pt x="104140" y="0"/>
                  </a:lnTo>
                  <a:close/>
                </a:path>
                <a:path w="243839" h="8890">
                  <a:moveTo>
                    <a:pt x="243840" y="0"/>
                  </a:moveTo>
                  <a:lnTo>
                    <a:pt x="143510" y="0"/>
                  </a:lnTo>
                  <a:lnTo>
                    <a:pt x="143510" y="2540"/>
                  </a:lnTo>
                  <a:lnTo>
                    <a:pt x="144780" y="2540"/>
                  </a:lnTo>
                  <a:lnTo>
                    <a:pt x="144780" y="3810"/>
                  </a:lnTo>
                  <a:lnTo>
                    <a:pt x="146050" y="3810"/>
                  </a:lnTo>
                  <a:lnTo>
                    <a:pt x="146050" y="8890"/>
                  </a:lnTo>
                  <a:lnTo>
                    <a:pt x="243840" y="8890"/>
                  </a:lnTo>
                  <a:lnTo>
                    <a:pt x="243840" y="3810"/>
                  </a:lnTo>
                  <a:lnTo>
                    <a:pt x="243840" y="2540"/>
                  </a:lnTo>
                  <a:lnTo>
                    <a:pt x="243840" y="0"/>
                  </a:lnTo>
                  <a:close/>
                </a:path>
              </a:pathLst>
            </a:custGeom>
            <a:solidFill>
              <a:srgbClr val="1A7D00"/>
            </a:solidFill>
          </p:spPr>
          <p:txBody>
            <a:bodyPr wrap="square" lIns="0" tIns="0" rIns="0" bIns="0" rtlCol="0"/>
            <a:lstStyle/>
            <a:p/>
          </p:txBody>
        </p:sp>
        <p:sp>
          <p:nvSpPr>
            <p:cNvPr id="1647" name="object 1647"/>
            <p:cNvSpPr/>
            <p:nvPr/>
          </p:nvSpPr>
          <p:spPr>
            <a:xfrm>
              <a:off x="5365750" y="1083309"/>
              <a:ext cx="245110" cy="7620"/>
            </a:xfrm>
            <a:custGeom>
              <a:avLst/>
              <a:gdLst/>
              <a:ahLst/>
              <a:cxnLst/>
              <a:rect l="l" t="t" r="r" b="b"/>
              <a:pathLst>
                <a:path w="245110" h="7619">
                  <a:moveTo>
                    <a:pt x="97790" y="5080"/>
                  </a:moveTo>
                  <a:lnTo>
                    <a:pt x="0" y="5080"/>
                  </a:lnTo>
                  <a:lnTo>
                    <a:pt x="0" y="7620"/>
                  </a:lnTo>
                  <a:lnTo>
                    <a:pt x="97790" y="7620"/>
                  </a:lnTo>
                  <a:lnTo>
                    <a:pt x="97790" y="5080"/>
                  </a:lnTo>
                  <a:close/>
                </a:path>
                <a:path w="245110" h="7619">
                  <a:moveTo>
                    <a:pt x="100330" y="0"/>
                  </a:moveTo>
                  <a:lnTo>
                    <a:pt x="0" y="0"/>
                  </a:lnTo>
                  <a:lnTo>
                    <a:pt x="0" y="1270"/>
                  </a:lnTo>
                  <a:lnTo>
                    <a:pt x="0" y="3810"/>
                  </a:lnTo>
                  <a:lnTo>
                    <a:pt x="99060" y="3810"/>
                  </a:lnTo>
                  <a:lnTo>
                    <a:pt x="99060" y="1270"/>
                  </a:lnTo>
                  <a:lnTo>
                    <a:pt x="100330" y="1270"/>
                  </a:lnTo>
                  <a:lnTo>
                    <a:pt x="100330" y="0"/>
                  </a:lnTo>
                  <a:close/>
                </a:path>
                <a:path w="245110" h="7619">
                  <a:moveTo>
                    <a:pt x="245110" y="5080"/>
                  </a:moveTo>
                  <a:lnTo>
                    <a:pt x="148590" y="5080"/>
                  </a:lnTo>
                  <a:lnTo>
                    <a:pt x="148590" y="7620"/>
                  </a:lnTo>
                  <a:lnTo>
                    <a:pt x="245110" y="7620"/>
                  </a:lnTo>
                  <a:lnTo>
                    <a:pt x="245110" y="5080"/>
                  </a:lnTo>
                  <a:close/>
                </a:path>
                <a:path w="245110" h="7619">
                  <a:moveTo>
                    <a:pt x="245110" y="1270"/>
                  </a:moveTo>
                  <a:lnTo>
                    <a:pt x="243840" y="1270"/>
                  </a:lnTo>
                  <a:lnTo>
                    <a:pt x="243840" y="0"/>
                  </a:lnTo>
                  <a:lnTo>
                    <a:pt x="146050" y="0"/>
                  </a:lnTo>
                  <a:lnTo>
                    <a:pt x="146050" y="1270"/>
                  </a:lnTo>
                  <a:lnTo>
                    <a:pt x="147320" y="1270"/>
                  </a:lnTo>
                  <a:lnTo>
                    <a:pt x="147320" y="3810"/>
                  </a:lnTo>
                  <a:lnTo>
                    <a:pt x="147320" y="5080"/>
                  </a:lnTo>
                  <a:lnTo>
                    <a:pt x="148590" y="5080"/>
                  </a:lnTo>
                  <a:lnTo>
                    <a:pt x="148590" y="3810"/>
                  </a:lnTo>
                  <a:lnTo>
                    <a:pt x="245110" y="3810"/>
                  </a:lnTo>
                  <a:lnTo>
                    <a:pt x="245110" y="1270"/>
                  </a:lnTo>
                  <a:close/>
                </a:path>
              </a:pathLst>
            </a:custGeom>
            <a:solidFill>
              <a:srgbClr val="1B7C00"/>
            </a:solidFill>
          </p:spPr>
          <p:txBody>
            <a:bodyPr wrap="square" lIns="0" tIns="0" rIns="0" bIns="0" rtlCol="0"/>
            <a:lstStyle/>
            <a:p/>
          </p:txBody>
        </p:sp>
        <p:sp>
          <p:nvSpPr>
            <p:cNvPr id="1648" name="object 1648"/>
            <p:cNvSpPr/>
            <p:nvPr/>
          </p:nvSpPr>
          <p:spPr>
            <a:xfrm>
              <a:off x="5364480" y="1090929"/>
              <a:ext cx="247650" cy="8890"/>
            </a:xfrm>
            <a:custGeom>
              <a:avLst/>
              <a:gdLst/>
              <a:ahLst/>
              <a:cxnLst/>
              <a:rect l="l" t="t" r="r" b="b"/>
              <a:pathLst>
                <a:path w="247650" h="8890">
                  <a:moveTo>
                    <a:pt x="97777" y="0"/>
                  </a:moveTo>
                  <a:lnTo>
                    <a:pt x="0" y="0"/>
                  </a:lnTo>
                  <a:lnTo>
                    <a:pt x="0" y="6350"/>
                  </a:lnTo>
                  <a:lnTo>
                    <a:pt x="0" y="8890"/>
                  </a:lnTo>
                  <a:lnTo>
                    <a:pt x="96520" y="8890"/>
                  </a:lnTo>
                  <a:lnTo>
                    <a:pt x="96520" y="6350"/>
                  </a:lnTo>
                  <a:lnTo>
                    <a:pt x="97777" y="6350"/>
                  </a:lnTo>
                  <a:lnTo>
                    <a:pt x="97777" y="0"/>
                  </a:lnTo>
                  <a:close/>
                </a:path>
                <a:path w="247650" h="8890">
                  <a:moveTo>
                    <a:pt x="247650" y="6350"/>
                  </a:moveTo>
                  <a:lnTo>
                    <a:pt x="246380" y="6350"/>
                  </a:lnTo>
                  <a:lnTo>
                    <a:pt x="246380" y="2540"/>
                  </a:lnTo>
                  <a:lnTo>
                    <a:pt x="246380" y="0"/>
                  </a:lnTo>
                  <a:lnTo>
                    <a:pt x="149860" y="0"/>
                  </a:lnTo>
                  <a:lnTo>
                    <a:pt x="149860" y="2540"/>
                  </a:lnTo>
                  <a:lnTo>
                    <a:pt x="151130" y="2540"/>
                  </a:lnTo>
                  <a:lnTo>
                    <a:pt x="151130" y="6350"/>
                  </a:lnTo>
                  <a:lnTo>
                    <a:pt x="151130" y="8890"/>
                  </a:lnTo>
                  <a:lnTo>
                    <a:pt x="247650" y="8890"/>
                  </a:lnTo>
                  <a:lnTo>
                    <a:pt x="247650" y="6350"/>
                  </a:lnTo>
                  <a:close/>
                </a:path>
              </a:pathLst>
            </a:custGeom>
            <a:solidFill>
              <a:srgbClr val="1C7B00"/>
            </a:solidFill>
          </p:spPr>
          <p:txBody>
            <a:bodyPr wrap="square" lIns="0" tIns="0" rIns="0" bIns="0" rtlCol="0"/>
            <a:lstStyle/>
            <a:p/>
          </p:txBody>
        </p:sp>
        <p:sp>
          <p:nvSpPr>
            <p:cNvPr id="1649" name="object 1649"/>
            <p:cNvSpPr/>
            <p:nvPr/>
          </p:nvSpPr>
          <p:spPr>
            <a:xfrm>
              <a:off x="5363210" y="1099819"/>
              <a:ext cx="248920" cy="7620"/>
            </a:xfrm>
            <a:custGeom>
              <a:avLst/>
              <a:gdLst/>
              <a:ahLst/>
              <a:cxnLst/>
              <a:rect l="l" t="t" r="r" b="b"/>
              <a:pathLst>
                <a:path w="248920" h="7619">
                  <a:moveTo>
                    <a:pt x="95250" y="3810"/>
                  </a:moveTo>
                  <a:lnTo>
                    <a:pt x="0" y="3810"/>
                  </a:lnTo>
                  <a:lnTo>
                    <a:pt x="0" y="6350"/>
                  </a:lnTo>
                  <a:lnTo>
                    <a:pt x="95250" y="6350"/>
                  </a:lnTo>
                  <a:lnTo>
                    <a:pt x="95250" y="3810"/>
                  </a:lnTo>
                  <a:close/>
                </a:path>
                <a:path w="248920" h="7619">
                  <a:moveTo>
                    <a:pt x="96520" y="0"/>
                  </a:moveTo>
                  <a:lnTo>
                    <a:pt x="1270" y="0"/>
                  </a:lnTo>
                  <a:lnTo>
                    <a:pt x="1270" y="2540"/>
                  </a:lnTo>
                  <a:lnTo>
                    <a:pt x="95250" y="2540"/>
                  </a:lnTo>
                  <a:lnTo>
                    <a:pt x="95250" y="3810"/>
                  </a:lnTo>
                  <a:lnTo>
                    <a:pt x="96520" y="3810"/>
                  </a:lnTo>
                  <a:lnTo>
                    <a:pt x="96520" y="2540"/>
                  </a:lnTo>
                  <a:lnTo>
                    <a:pt x="96520" y="0"/>
                  </a:lnTo>
                  <a:close/>
                </a:path>
                <a:path w="248920" h="7619">
                  <a:moveTo>
                    <a:pt x="245110" y="3810"/>
                  </a:moveTo>
                  <a:lnTo>
                    <a:pt x="154940" y="3810"/>
                  </a:lnTo>
                  <a:lnTo>
                    <a:pt x="154940" y="6350"/>
                  </a:lnTo>
                  <a:lnTo>
                    <a:pt x="241300" y="6350"/>
                  </a:lnTo>
                  <a:lnTo>
                    <a:pt x="241300" y="7620"/>
                  </a:lnTo>
                  <a:lnTo>
                    <a:pt x="242570" y="7620"/>
                  </a:lnTo>
                  <a:lnTo>
                    <a:pt x="242570" y="6350"/>
                  </a:lnTo>
                  <a:lnTo>
                    <a:pt x="245110" y="6350"/>
                  </a:lnTo>
                  <a:lnTo>
                    <a:pt x="245110" y="3810"/>
                  </a:lnTo>
                  <a:close/>
                </a:path>
                <a:path w="248920" h="7619">
                  <a:moveTo>
                    <a:pt x="248920" y="0"/>
                  </a:moveTo>
                  <a:lnTo>
                    <a:pt x="153670" y="0"/>
                  </a:lnTo>
                  <a:lnTo>
                    <a:pt x="153670" y="2540"/>
                  </a:lnTo>
                  <a:lnTo>
                    <a:pt x="153670" y="3810"/>
                  </a:lnTo>
                  <a:lnTo>
                    <a:pt x="154940" y="3810"/>
                  </a:lnTo>
                  <a:lnTo>
                    <a:pt x="154940" y="2540"/>
                  </a:lnTo>
                  <a:lnTo>
                    <a:pt x="247650" y="2540"/>
                  </a:lnTo>
                  <a:lnTo>
                    <a:pt x="247650" y="3810"/>
                  </a:lnTo>
                  <a:lnTo>
                    <a:pt x="248920" y="3810"/>
                  </a:lnTo>
                  <a:lnTo>
                    <a:pt x="248920" y="2540"/>
                  </a:lnTo>
                  <a:lnTo>
                    <a:pt x="248920" y="0"/>
                  </a:lnTo>
                  <a:close/>
                </a:path>
              </a:pathLst>
            </a:custGeom>
            <a:solidFill>
              <a:srgbClr val="1D7A00"/>
            </a:solidFill>
          </p:spPr>
          <p:txBody>
            <a:bodyPr wrap="square" lIns="0" tIns="0" rIns="0" bIns="0" rtlCol="0"/>
            <a:lstStyle/>
            <a:p/>
          </p:txBody>
        </p:sp>
        <p:sp>
          <p:nvSpPr>
            <p:cNvPr id="1650" name="object 1650"/>
            <p:cNvSpPr/>
            <p:nvPr/>
          </p:nvSpPr>
          <p:spPr>
            <a:xfrm>
              <a:off x="5361940" y="1107439"/>
              <a:ext cx="242570" cy="8890"/>
            </a:xfrm>
            <a:custGeom>
              <a:avLst/>
              <a:gdLst/>
              <a:ahLst/>
              <a:cxnLst/>
              <a:rect l="l" t="t" r="r" b="b"/>
              <a:pathLst>
                <a:path w="242570" h="8890">
                  <a:moveTo>
                    <a:pt x="95250" y="6350"/>
                  </a:moveTo>
                  <a:lnTo>
                    <a:pt x="0" y="6350"/>
                  </a:lnTo>
                  <a:lnTo>
                    <a:pt x="0" y="7620"/>
                  </a:lnTo>
                  <a:lnTo>
                    <a:pt x="95250" y="7620"/>
                  </a:lnTo>
                  <a:lnTo>
                    <a:pt x="95250" y="6350"/>
                  </a:lnTo>
                  <a:close/>
                </a:path>
                <a:path w="242570" h="8890">
                  <a:moveTo>
                    <a:pt x="95250" y="2540"/>
                  </a:moveTo>
                  <a:lnTo>
                    <a:pt x="0" y="2540"/>
                  </a:lnTo>
                  <a:lnTo>
                    <a:pt x="0" y="5080"/>
                  </a:lnTo>
                  <a:lnTo>
                    <a:pt x="95250" y="5080"/>
                  </a:lnTo>
                  <a:lnTo>
                    <a:pt x="95250" y="2540"/>
                  </a:lnTo>
                  <a:close/>
                </a:path>
                <a:path w="242570" h="8890">
                  <a:moveTo>
                    <a:pt x="96520" y="0"/>
                  </a:moveTo>
                  <a:lnTo>
                    <a:pt x="1270" y="0"/>
                  </a:lnTo>
                  <a:lnTo>
                    <a:pt x="1270" y="1270"/>
                  </a:lnTo>
                  <a:lnTo>
                    <a:pt x="96520" y="1270"/>
                  </a:lnTo>
                  <a:lnTo>
                    <a:pt x="96520" y="0"/>
                  </a:lnTo>
                  <a:close/>
                </a:path>
                <a:path w="242570" h="8890">
                  <a:moveTo>
                    <a:pt x="231140" y="6350"/>
                  </a:moveTo>
                  <a:lnTo>
                    <a:pt x="157480" y="6350"/>
                  </a:lnTo>
                  <a:lnTo>
                    <a:pt x="157480" y="7620"/>
                  </a:lnTo>
                  <a:lnTo>
                    <a:pt x="227330" y="7620"/>
                  </a:lnTo>
                  <a:lnTo>
                    <a:pt x="227330" y="8890"/>
                  </a:lnTo>
                  <a:lnTo>
                    <a:pt x="228600" y="8890"/>
                  </a:lnTo>
                  <a:lnTo>
                    <a:pt x="228600" y="7620"/>
                  </a:lnTo>
                  <a:lnTo>
                    <a:pt x="231140" y="7620"/>
                  </a:lnTo>
                  <a:lnTo>
                    <a:pt x="231140" y="6350"/>
                  </a:lnTo>
                  <a:close/>
                </a:path>
                <a:path w="242570" h="8890">
                  <a:moveTo>
                    <a:pt x="234950" y="2540"/>
                  </a:moveTo>
                  <a:lnTo>
                    <a:pt x="157480" y="2540"/>
                  </a:lnTo>
                  <a:lnTo>
                    <a:pt x="157480" y="5080"/>
                  </a:lnTo>
                  <a:lnTo>
                    <a:pt x="231140" y="5080"/>
                  </a:lnTo>
                  <a:lnTo>
                    <a:pt x="231140" y="6350"/>
                  </a:lnTo>
                  <a:lnTo>
                    <a:pt x="233680" y="6350"/>
                  </a:lnTo>
                  <a:lnTo>
                    <a:pt x="233680" y="5080"/>
                  </a:lnTo>
                  <a:lnTo>
                    <a:pt x="234950" y="5080"/>
                  </a:lnTo>
                  <a:lnTo>
                    <a:pt x="234950" y="2540"/>
                  </a:lnTo>
                  <a:close/>
                </a:path>
                <a:path w="242570" h="8890">
                  <a:moveTo>
                    <a:pt x="242570" y="0"/>
                  </a:moveTo>
                  <a:lnTo>
                    <a:pt x="156210" y="0"/>
                  </a:lnTo>
                  <a:lnTo>
                    <a:pt x="156210" y="1270"/>
                  </a:lnTo>
                  <a:lnTo>
                    <a:pt x="237490" y="1270"/>
                  </a:lnTo>
                  <a:lnTo>
                    <a:pt x="237490" y="2540"/>
                  </a:lnTo>
                  <a:lnTo>
                    <a:pt x="240030" y="2540"/>
                  </a:lnTo>
                  <a:lnTo>
                    <a:pt x="240030" y="1270"/>
                  </a:lnTo>
                  <a:lnTo>
                    <a:pt x="242570" y="1270"/>
                  </a:lnTo>
                  <a:lnTo>
                    <a:pt x="242570" y="0"/>
                  </a:lnTo>
                  <a:close/>
                </a:path>
              </a:pathLst>
            </a:custGeom>
            <a:solidFill>
              <a:srgbClr val="1E7900"/>
            </a:solidFill>
          </p:spPr>
          <p:txBody>
            <a:bodyPr wrap="square" lIns="0" tIns="0" rIns="0" bIns="0" rtlCol="0"/>
            <a:lstStyle/>
            <a:p/>
          </p:txBody>
        </p:sp>
        <p:sp>
          <p:nvSpPr>
            <p:cNvPr id="1651" name="object 1651"/>
            <p:cNvSpPr/>
            <p:nvPr/>
          </p:nvSpPr>
          <p:spPr>
            <a:xfrm>
              <a:off x="5361940" y="1116329"/>
              <a:ext cx="224790" cy="7620"/>
            </a:xfrm>
            <a:custGeom>
              <a:avLst/>
              <a:gdLst/>
              <a:ahLst/>
              <a:cxnLst/>
              <a:rect l="l" t="t" r="r" b="b"/>
              <a:pathLst>
                <a:path w="224789" h="7619">
                  <a:moveTo>
                    <a:pt x="92710" y="6350"/>
                  </a:moveTo>
                  <a:lnTo>
                    <a:pt x="0" y="6350"/>
                  </a:lnTo>
                  <a:lnTo>
                    <a:pt x="0" y="7620"/>
                  </a:lnTo>
                  <a:lnTo>
                    <a:pt x="92710" y="7620"/>
                  </a:lnTo>
                  <a:lnTo>
                    <a:pt x="92710" y="6350"/>
                  </a:lnTo>
                  <a:close/>
                </a:path>
                <a:path w="224789" h="7619">
                  <a:moveTo>
                    <a:pt x="93967" y="3810"/>
                  </a:moveTo>
                  <a:lnTo>
                    <a:pt x="0" y="3810"/>
                  </a:lnTo>
                  <a:lnTo>
                    <a:pt x="0" y="5080"/>
                  </a:lnTo>
                  <a:lnTo>
                    <a:pt x="92710" y="5080"/>
                  </a:lnTo>
                  <a:lnTo>
                    <a:pt x="92710" y="6350"/>
                  </a:lnTo>
                  <a:lnTo>
                    <a:pt x="93967" y="6350"/>
                  </a:lnTo>
                  <a:lnTo>
                    <a:pt x="93967" y="5080"/>
                  </a:lnTo>
                  <a:lnTo>
                    <a:pt x="93967" y="3810"/>
                  </a:lnTo>
                  <a:close/>
                </a:path>
                <a:path w="224789" h="7619">
                  <a:moveTo>
                    <a:pt x="93967" y="0"/>
                  </a:moveTo>
                  <a:lnTo>
                    <a:pt x="0" y="0"/>
                  </a:lnTo>
                  <a:lnTo>
                    <a:pt x="0" y="2540"/>
                  </a:lnTo>
                  <a:lnTo>
                    <a:pt x="93967" y="2540"/>
                  </a:lnTo>
                  <a:lnTo>
                    <a:pt x="93967" y="0"/>
                  </a:lnTo>
                  <a:close/>
                </a:path>
                <a:path w="224789" h="7619">
                  <a:moveTo>
                    <a:pt x="213360" y="6350"/>
                  </a:moveTo>
                  <a:lnTo>
                    <a:pt x="158750" y="6350"/>
                  </a:lnTo>
                  <a:lnTo>
                    <a:pt x="158750" y="7620"/>
                  </a:lnTo>
                  <a:lnTo>
                    <a:pt x="213360" y="7620"/>
                  </a:lnTo>
                  <a:lnTo>
                    <a:pt x="213360" y="6350"/>
                  </a:lnTo>
                  <a:close/>
                </a:path>
                <a:path w="224789" h="7619">
                  <a:moveTo>
                    <a:pt x="220980" y="3810"/>
                  </a:moveTo>
                  <a:lnTo>
                    <a:pt x="157480" y="3810"/>
                  </a:lnTo>
                  <a:lnTo>
                    <a:pt x="157480" y="5080"/>
                  </a:lnTo>
                  <a:lnTo>
                    <a:pt x="157480" y="6350"/>
                  </a:lnTo>
                  <a:lnTo>
                    <a:pt x="158750" y="6350"/>
                  </a:lnTo>
                  <a:lnTo>
                    <a:pt x="158750" y="5080"/>
                  </a:lnTo>
                  <a:lnTo>
                    <a:pt x="215900" y="5080"/>
                  </a:lnTo>
                  <a:lnTo>
                    <a:pt x="215900" y="6350"/>
                  </a:lnTo>
                  <a:lnTo>
                    <a:pt x="218440" y="6350"/>
                  </a:lnTo>
                  <a:lnTo>
                    <a:pt x="218440" y="5080"/>
                  </a:lnTo>
                  <a:lnTo>
                    <a:pt x="220980" y="5080"/>
                  </a:lnTo>
                  <a:lnTo>
                    <a:pt x="220980" y="3810"/>
                  </a:lnTo>
                  <a:close/>
                </a:path>
                <a:path w="224789" h="7619">
                  <a:moveTo>
                    <a:pt x="224790" y="0"/>
                  </a:moveTo>
                  <a:lnTo>
                    <a:pt x="157480" y="0"/>
                  </a:lnTo>
                  <a:lnTo>
                    <a:pt x="157480" y="2540"/>
                  </a:lnTo>
                  <a:lnTo>
                    <a:pt x="220980" y="2540"/>
                  </a:lnTo>
                  <a:lnTo>
                    <a:pt x="220980" y="3810"/>
                  </a:lnTo>
                  <a:lnTo>
                    <a:pt x="222250" y="3810"/>
                  </a:lnTo>
                  <a:lnTo>
                    <a:pt x="222250" y="2540"/>
                  </a:lnTo>
                  <a:lnTo>
                    <a:pt x="224790" y="2540"/>
                  </a:lnTo>
                  <a:lnTo>
                    <a:pt x="224790" y="0"/>
                  </a:lnTo>
                  <a:close/>
                </a:path>
              </a:pathLst>
            </a:custGeom>
            <a:solidFill>
              <a:srgbClr val="1F7800"/>
            </a:solidFill>
          </p:spPr>
          <p:txBody>
            <a:bodyPr wrap="square" lIns="0" tIns="0" rIns="0" bIns="0" rtlCol="0"/>
            <a:lstStyle/>
            <a:p/>
          </p:txBody>
        </p:sp>
        <p:sp>
          <p:nvSpPr>
            <p:cNvPr id="1652" name="object 1652"/>
            <p:cNvSpPr/>
            <p:nvPr/>
          </p:nvSpPr>
          <p:spPr>
            <a:xfrm>
              <a:off x="5360670" y="1123949"/>
              <a:ext cx="214629" cy="8890"/>
            </a:xfrm>
            <a:custGeom>
              <a:avLst/>
              <a:gdLst/>
              <a:ahLst/>
              <a:cxnLst/>
              <a:rect l="l" t="t" r="r" b="b"/>
              <a:pathLst>
                <a:path w="214629" h="8890">
                  <a:moveTo>
                    <a:pt x="92710" y="5080"/>
                  </a:moveTo>
                  <a:lnTo>
                    <a:pt x="0" y="5080"/>
                  </a:lnTo>
                  <a:lnTo>
                    <a:pt x="0" y="7620"/>
                  </a:lnTo>
                  <a:lnTo>
                    <a:pt x="92710" y="7620"/>
                  </a:lnTo>
                  <a:lnTo>
                    <a:pt x="92710" y="5080"/>
                  </a:lnTo>
                  <a:close/>
                </a:path>
                <a:path w="214629" h="8890">
                  <a:moveTo>
                    <a:pt x="93980" y="2540"/>
                  </a:moveTo>
                  <a:lnTo>
                    <a:pt x="1270" y="2540"/>
                  </a:lnTo>
                  <a:lnTo>
                    <a:pt x="1270" y="3810"/>
                  </a:lnTo>
                  <a:lnTo>
                    <a:pt x="92710" y="3810"/>
                  </a:lnTo>
                  <a:lnTo>
                    <a:pt x="92710" y="5080"/>
                  </a:lnTo>
                  <a:lnTo>
                    <a:pt x="93980" y="5080"/>
                  </a:lnTo>
                  <a:lnTo>
                    <a:pt x="93980" y="3810"/>
                  </a:lnTo>
                  <a:lnTo>
                    <a:pt x="93980" y="2540"/>
                  </a:lnTo>
                  <a:close/>
                </a:path>
                <a:path w="214629" h="8890">
                  <a:moveTo>
                    <a:pt x="93980" y="0"/>
                  </a:moveTo>
                  <a:lnTo>
                    <a:pt x="1270" y="0"/>
                  </a:lnTo>
                  <a:lnTo>
                    <a:pt x="1270" y="1270"/>
                  </a:lnTo>
                  <a:lnTo>
                    <a:pt x="93980" y="1270"/>
                  </a:lnTo>
                  <a:lnTo>
                    <a:pt x="93980" y="0"/>
                  </a:lnTo>
                  <a:close/>
                </a:path>
                <a:path w="214629" h="8890">
                  <a:moveTo>
                    <a:pt x="204470" y="5080"/>
                  </a:moveTo>
                  <a:lnTo>
                    <a:pt x="161290" y="5080"/>
                  </a:lnTo>
                  <a:lnTo>
                    <a:pt x="161290" y="7620"/>
                  </a:lnTo>
                  <a:lnTo>
                    <a:pt x="200660" y="7620"/>
                  </a:lnTo>
                  <a:lnTo>
                    <a:pt x="200660" y="8890"/>
                  </a:lnTo>
                  <a:lnTo>
                    <a:pt x="201930" y="8890"/>
                  </a:lnTo>
                  <a:lnTo>
                    <a:pt x="201930" y="7620"/>
                  </a:lnTo>
                  <a:lnTo>
                    <a:pt x="204470" y="7620"/>
                  </a:lnTo>
                  <a:lnTo>
                    <a:pt x="204470" y="5080"/>
                  </a:lnTo>
                  <a:close/>
                </a:path>
                <a:path w="214629" h="8890">
                  <a:moveTo>
                    <a:pt x="210820" y="2540"/>
                  </a:moveTo>
                  <a:lnTo>
                    <a:pt x="160020" y="2540"/>
                  </a:lnTo>
                  <a:lnTo>
                    <a:pt x="160020" y="3810"/>
                  </a:lnTo>
                  <a:lnTo>
                    <a:pt x="207010" y="3810"/>
                  </a:lnTo>
                  <a:lnTo>
                    <a:pt x="207010" y="5080"/>
                  </a:lnTo>
                  <a:lnTo>
                    <a:pt x="208280" y="5080"/>
                  </a:lnTo>
                  <a:lnTo>
                    <a:pt x="208280" y="3810"/>
                  </a:lnTo>
                  <a:lnTo>
                    <a:pt x="210820" y="3810"/>
                  </a:lnTo>
                  <a:lnTo>
                    <a:pt x="210820" y="2540"/>
                  </a:lnTo>
                  <a:close/>
                </a:path>
                <a:path w="214629" h="8890">
                  <a:moveTo>
                    <a:pt x="214630" y="0"/>
                  </a:moveTo>
                  <a:lnTo>
                    <a:pt x="160020" y="0"/>
                  </a:lnTo>
                  <a:lnTo>
                    <a:pt x="160020" y="1270"/>
                  </a:lnTo>
                  <a:lnTo>
                    <a:pt x="210820" y="1270"/>
                  </a:lnTo>
                  <a:lnTo>
                    <a:pt x="210820" y="2540"/>
                  </a:lnTo>
                  <a:lnTo>
                    <a:pt x="213360" y="2540"/>
                  </a:lnTo>
                  <a:lnTo>
                    <a:pt x="213360" y="1270"/>
                  </a:lnTo>
                  <a:lnTo>
                    <a:pt x="214630" y="1270"/>
                  </a:lnTo>
                  <a:lnTo>
                    <a:pt x="214630" y="0"/>
                  </a:lnTo>
                  <a:close/>
                </a:path>
              </a:pathLst>
            </a:custGeom>
            <a:solidFill>
              <a:srgbClr val="207700"/>
            </a:solidFill>
          </p:spPr>
          <p:txBody>
            <a:bodyPr wrap="square" lIns="0" tIns="0" rIns="0" bIns="0" rtlCol="0"/>
            <a:lstStyle/>
            <a:p/>
          </p:txBody>
        </p:sp>
        <p:sp>
          <p:nvSpPr>
            <p:cNvPr id="1653" name="object 1653"/>
            <p:cNvSpPr/>
            <p:nvPr/>
          </p:nvSpPr>
          <p:spPr>
            <a:xfrm>
              <a:off x="5360670" y="1132839"/>
              <a:ext cx="200660" cy="7620"/>
            </a:xfrm>
            <a:custGeom>
              <a:avLst/>
              <a:gdLst/>
              <a:ahLst/>
              <a:cxnLst/>
              <a:rect l="l" t="t" r="r" b="b"/>
              <a:pathLst>
                <a:path w="200660" h="7619">
                  <a:moveTo>
                    <a:pt x="91440" y="6350"/>
                  </a:moveTo>
                  <a:lnTo>
                    <a:pt x="0" y="6350"/>
                  </a:lnTo>
                  <a:lnTo>
                    <a:pt x="0" y="7620"/>
                  </a:lnTo>
                  <a:lnTo>
                    <a:pt x="91440" y="7620"/>
                  </a:lnTo>
                  <a:lnTo>
                    <a:pt x="91440" y="6350"/>
                  </a:lnTo>
                  <a:close/>
                </a:path>
                <a:path w="200660" h="7619">
                  <a:moveTo>
                    <a:pt x="92710" y="2540"/>
                  </a:moveTo>
                  <a:lnTo>
                    <a:pt x="0" y="2540"/>
                  </a:lnTo>
                  <a:lnTo>
                    <a:pt x="0" y="5080"/>
                  </a:lnTo>
                  <a:lnTo>
                    <a:pt x="92710" y="5080"/>
                  </a:lnTo>
                  <a:lnTo>
                    <a:pt x="92710" y="2540"/>
                  </a:lnTo>
                  <a:close/>
                </a:path>
                <a:path w="200660" h="7619">
                  <a:moveTo>
                    <a:pt x="92710" y="0"/>
                  </a:moveTo>
                  <a:lnTo>
                    <a:pt x="0" y="0"/>
                  </a:lnTo>
                  <a:lnTo>
                    <a:pt x="0" y="1270"/>
                  </a:lnTo>
                  <a:lnTo>
                    <a:pt x="92710" y="1270"/>
                  </a:lnTo>
                  <a:lnTo>
                    <a:pt x="92710" y="0"/>
                  </a:lnTo>
                  <a:close/>
                </a:path>
                <a:path w="200660" h="7619">
                  <a:moveTo>
                    <a:pt x="189230" y="6350"/>
                  </a:moveTo>
                  <a:lnTo>
                    <a:pt x="162560" y="6350"/>
                  </a:lnTo>
                  <a:lnTo>
                    <a:pt x="162560" y="7620"/>
                  </a:lnTo>
                  <a:lnTo>
                    <a:pt x="189230" y="7620"/>
                  </a:lnTo>
                  <a:lnTo>
                    <a:pt x="189230" y="6350"/>
                  </a:lnTo>
                  <a:close/>
                </a:path>
                <a:path w="200660" h="7619">
                  <a:moveTo>
                    <a:pt x="193027" y="2540"/>
                  </a:moveTo>
                  <a:lnTo>
                    <a:pt x="162560" y="2540"/>
                  </a:lnTo>
                  <a:lnTo>
                    <a:pt x="162560" y="5080"/>
                  </a:lnTo>
                  <a:lnTo>
                    <a:pt x="189230" y="5080"/>
                  </a:lnTo>
                  <a:lnTo>
                    <a:pt x="189230" y="6350"/>
                  </a:lnTo>
                  <a:lnTo>
                    <a:pt x="191770" y="6350"/>
                  </a:lnTo>
                  <a:lnTo>
                    <a:pt x="191770" y="5080"/>
                  </a:lnTo>
                  <a:lnTo>
                    <a:pt x="193027" y="5080"/>
                  </a:lnTo>
                  <a:lnTo>
                    <a:pt x="193027" y="2540"/>
                  </a:lnTo>
                  <a:close/>
                </a:path>
                <a:path w="200660" h="7619">
                  <a:moveTo>
                    <a:pt x="200660" y="0"/>
                  </a:moveTo>
                  <a:lnTo>
                    <a:pt x="161290" y="0"/>
                  </a:lnTo>
                  <a:lnTo>
                    <a:pt x="161290" y="1270"/>
                  </a:lnTo>
                  <a:lnTo>
                    <a:pt x="195580" y="1270"/>
                  </a:lnTo>
                  <a:lnTo>
                    <a:pt x="195580" y="2540"/>
                  </a:lnTo>
                  <a:lnTo>
                    <a:pt x="198120" y="2540"/>
                  </a:lnTo>
                  <a:lnTo>
                    <a:pt x="198120" y="1270"/>
                  </a:lnTo>
                  <a:lnTo>
                    <a:pt x="200660" y="1270"/>
                  </a:lnTo>
                  <a:lnTo>
                    <a:pt x="200660" y="0"/>
                  </a:lnTo>
                  <a:close/>
                </a:path>
              </a:pathLst>
            </a:custGeom>
            <a:solidFill>
              <a:srgbClr val="217600"/>
            </a:solidFill>
          </p:spPr>
          <p:txBody>
            <a:bodyPr wrap="square" lIns="0" tIns="0" rIns="0" bIns="0" rtlCol="0"/>
            <a:lstStyle/>
            <a:p/>
          </p:txBody>
        </p:sp>
        <p:sp>
          <p:nvSpPr>
            <p:cNvPr id="1654" name="object 1654"/>
            <p:cNvSpPr/>
            <p:nvPr/>
          </p:nvSpPr>
          <p:spPr>
            <a:xfrm>
              <a:off x="5360670" y="1140459"/>
              <a:ext cx="186690" cy="8890"/>
            </a:xfrm>
            <a:custGeom>
              <a:avLst/>
              <a:gdLst/>
              <a:ahLst/>
              <a:cxnLst/>
              <a:rect l="l" t="t" r="r" b="b"/>
              <a:pathLst>
                <a:path w="186689" h="8890">
                  <a:moveTo>
                    <a:pt x="90170" y="7620"/>
                  </a:moveTo>
                  <a:lnTo>
                    <a:pt x="0" y="7620"/>
                  </a:lnTo>
                  <a:lnTo>
                    <a:pt x="0" y="8890"/>
                  </a:lnTo>
                  <a:lnTo>
                    <a:pt x="90170" y="8890"/>
                  </a:lnTo>
                  <a:lnTo>
                    <a:pt x="90170" y="7620"/>
                  </a:lnTo>
                  <a:close/>
                </a:path>
                <a:path w="186689" h="8890">
                  <a:moveTo>
                    <a:pt x="90170" y="5080"/>
                  </a:moveTo>
                  <a:lnTo>
                    <a:pt x="0" y="5080"/>
                  </a:lnTo>
                  <a:lnTo>
                    <a:pt x="0" y="6350"/>
                  </a:lnTo>
                  <a:lnTo>
                    <a:pt x="90170" y="6350"/>
                  </a:lnTo>
                  <a:lnTo>
                    <a:pt x="90170" y="5080"/>
                  </a:lnTo>
                  <a:close/>
                </a:path>
                <a:path w="186689" h="8890">
                  <a:moveTo>
                    <a:pt x="91440" y="1270"/>
                  </a:moveTo>
                  <a:lnTo>
                    <a:pt x="0" y="1270"/>
                  </a:lnTo>
                  <a:lnTo>
                    <a:pt x="0" y="3810"/>
                  </a:lnTo>
                  <a:lnTo>
                    <a:pt x="90170" y="3810"/>
                  </a:lnTo>
                  <a:lnTo>
                    <a:pt x="90170" y="5080"/>
                  </a:lnTo>
                  <a:lnTo>
                    <a:pt x="91440" y="5080"/>
                  </a:lnTo>
                  <a:lnTo>
                    <a:pt x="91440" y="3810"/>
                  </a:lnTo>
                  <a:lnTo>
                    <a:pt x="91440" y="1270"/>
                  </a:lnTo>
                  <a:close/>
                </a:path>
                <a:path w="186689" h="8890">
                  <a:moveTo>
                    <a:pt x="171450" y="7620"/>
                  </a:moveTo>
                  <a:lnTo>
                    <a:pt x="163830" y="7620"/>
                  </a:lnTo>
                  <a:lnTo>
                    <a:pt x="163830" y="8890"/>
                  </a:lnTo>
                  <a:lnTo>
                    <a:pt x="171450" y="8890"/>
                  </a:lnTo>
                  <a:lnTo>
                    <a:pt x="171450" y="7620"/>
                  </a:lnTo>
                  <a:close/>
                </a:path>
                <a:path w="186689" h="8890">
                  <a:moveTo>
                    <a:pt x="179070" y="5080"/>
                  </a:moveTo>
                  <a:lnTo>
                    <a:pt x="162560" y="5080"/>
                  </a:lnTo>
                  <a:lnTo>
                    <a:pt x="162560" y="6350"/>
                  </a:lnTo>
                  <a:lnTo>
                    <a:pt x="173990" y="6350"/>
                  </a:lnTo>
                  <a:lnTo>
                    <a:pt x="173990" y="7620"/>
                  </a:lnTo>
                  <a:lnTo>
                    <a:pt x="176530" y="7620"/>
                  </a:lnTo>
                  <a:lnTo>
                    <a:pt x="176530" y="6350"/>
                  </a:lnTo>
                  <a:lnTo>
                    <a:pt x="179070" y="6350"/>
                  </a:lnTo>
                  <a:lnTo>
                    <a:pt x="179070" y="5080"/>
                  </a:lnTo>
                  <a:close/>
                </a:path>
                <a:path w="186689" h="8890">
                  <a:moveTo>
                    <a:pt x="182880" y="1270"/>
                  </a:moveTo>
                  <a:lnTo>
                    <a:pt x="162560" y="1270"/>
                  </a:lnTo>
                  <a:lnTo>
                    <a:pt x="162560" y="3810"/>
                  </a:lnTo>
                  <a:lnTo>
                    <a:pt x="179070" y="3810"/>
                  </a:lnTo>
                  <a:lnTo>
                    <a:pt x="179070" y="5080"/>
                  </a:lnTo>
                  <a:lnTo>
                    <a:pt x="180327" y="5080"/>
                  </a:lnTo>
                  <a:lnTo>
                    <a:pt x="180327" y="3810"/>
                  </a:lnTo>
                  <a:lnTo>
                    <a:pt x="182880" y="3810"/>
                  </a:lnTo>
                  <a:lnTo>
                    <a:pt x="182880" y="1270"/>
                  </a:lnTo>
                  <a:close/>
                </a:path>
                <a:path w="186689" h="8890">
                  <a:moveTo>
                    <a:pt x="186677" y="0"/>
                  </a:moveTo>
                  <a:lnTo>
                    <a:pt x="185420" y="0"/>
                  </a:lnTo>
                  <a:lnTo>
                    <a:pt x="185420" y="1270"/>
                  </a:lnTo>
                  <a:lnTo>
                    <a:pt x="186677" y="1270"/>
                  </a:lnTo>
                  <a:lnTo>
                    <a:pt x="186677" y="0"/>
                  </a:lnTo>
                  <a:close/>
                </a:path>
              </a:pathLst>
            </a:custGeom>
            <a:solidFill>
              <a:srgbClr val="227500"/>
            </a:solidFill>
          </p:spPr>
          <p:txBody>
            <a:bodyPr wrap="square" lIns="0" tIns="0" rIns="0" bIns="0" rtlCol="0"/>
            <a:lstStyle/>
            <a:p/>
          </p:txBody>
        </p:sp>
        <p:sp>
          <p:nvSpPr>
            <p:cNvPr id="1655" name="object 1655"/>
            <p:cNvSpPr/>
            <p:nvPr/>
          </p:nvSpPr>
          <p:spPr>
            <a:xfrm>
              <a:off x="5359400" y="1149349"/>
              <a:ext cx="172720" cy="8890"/>
            </a:xfrm>
            <a:custGeom>
              <a:avLst/>
              <a:gdLst/>
              <a:ahLst/>
              <a:cxnLst/>
              <a:rect l="l" t="t" r="r" b="b"/>
              <a:pathLst>
                <a:path w="172720" h="8890">
                  <a:moveTo>
                    <a:pt x="91440" y="2540"/>
                  </a:moveTo>
                  <a:lnTo>
                    <a:pt x="0" y="2540"/>
                  </a:lnTo>
                  <a:lnTo>
                    <a:pt x="0" y="8890"/>
                  </a:lnTo>
                  <a:lnTo>
                    <a:pt x="91440" y="8890"/>
                  </a:lnTo>
                  <a:lnTo>
                    <a:pt x="91440" y="2540"/>
                  </a:lnTo>
                  <a:close/>
                </a:path>
                <a:path w="172720" h="8890">
                  <a:moveTo>
                    <a:pt x="91440" y="0"/>
                  </a:moveTo>
                  <a:lnTo>
                    <a:pt x="1270" y="0"/>
                  </a:lnTo>
                  <a:lnTo>
                    <a:pt x="1270" y="1270"/>
                  </a:lnTo>
                  <a:lnTo>
                    <a:pt x="91440" y="1270"/>
                  </a:lnTo>
                  <a:lnTo>
                    <a:pt x="91440" y="0"/>
                  </a:lnTo>
                  <a:close/>
                </a:path>
                <a:path w="172720" h="8890">
                  <a:moveTo>
                    <a:pt x="168910" y="2540"/>
                  </a:moveTo>
                  <a:lnTo>
                    <a:pt x="165100" y="2540"/>
                  </a:lnTo>
                  <a:lnTo>
                    <a:pt x="165100" y="3810"/>
                  </a:lnTo>
                  <a:lnTo>
                    <a:pt x="165100" y="5080"/>
                  </a:lnTo>
                  <a:lnTo>
                    <a:pt x="166370" y="5080"/>
                  </a:lnTo>
                  <a:lnTo>
                    <a:pt x="166370" y="3810"/>
                  </a:lnTo>
                  <a:lnTo>
                    <a:pt x="168910" y="3810"/>
                  </a:lnTo>
                  <a:lnTo>
                    <a:pt x="168910" y="2540"/>
                  </a:lnTo>
                  <a:close/>
                </a:path>
                <a:path w="172720" h="8890">
                  <a:moveTo>
                    <a:pt x="172720" y="0"/>
                  </a:moveTo>
                  <a:lnTo>
                    <a:pt x="165100" y="0"/>
                  </a:lnTo>
                  <a:lnTo>
                    <a:pt x="165100" y="1270"/>
                  </a:lnTo>
                  <a:lnTo>
                    <a:pt x="168910" y="1270"/>
                  </a:lnTo>
                  <a:lnTo>
                    <a:pt x="168910" y="2540"/>
                  </a:lnTo>
                  <a:lnTo>
                    <a:pt x="171450" y="2540"/>
                  </a:lnTo>
                  <a:lnTo>
                    <a:pt x="171450" y="1270"/>
                  </a:lnTo>
                  <a:lnTo>
                    <a:pt x="172720" y="1270"/>
                  </a:lnTo>
                  <a:lnTo>
                    <a:pt x="172720" y="0"/>
                  </a:lnTo>
                  <a:close/>
                </a:path>
              </a:pathLst>
            </a:custGeom>
            <a:solidFill>
              <a:srgbClr val="237400"/>
            </a:solidFill>
          </p:spPr>
          <p:txBody>
            <a:bodyPr wrap="square" lIns="0" tIns="0" rIns="0" bIns="0" rtlCol="0"/>
            <a:lstStyle/>
            <a:p/>
          </p:txBody>
        </p:sp>
        <p:sp>
          <p:nvSpPr>
            <p:cNvPr id="1656" name="object 1656"/>
            <p:cNvSpPr/>
            <p:nvPr/>
          </p:nvSpPr>
          <p:spPr>
            <a:xfrm>
              <a:off x="5359400" y="1158239"/>
              <a:ext cx="91440" cy="7620"/>
            </a:xfrm>
            <a:custGeom>
              <a:avLst/>
              <a:gdLst/>
              <a:ahLst/>
              <a:cxnLst/>
              <a:rect l="l" t="t" r="r" b="b"/>
              <a:pathLst>
                <a:path w="91439" h="7619">
                  <a:moveTo>
                    <a:pt x="91440" y="0"/>
                  </a:moveTo>
                  <a:lnTo>
                    <a:pt x="0" y="0"/>
                  </a:lnTo>
                  <a:lnTo>
                    <a:pt x="0" y="1270"/>
                  </a:lnTo>
                  <a:lnTo>
                    <a:pt x="0" y="7620"/>
                  </a:lnTo>
                  <a:lnTo>
                    <a:pt x="90170" y="7620"/>
                  </a:lnTo>
                  <a:lnTo>
                    <a:pt x="90170" y="1270"/>
                  </a:lnTo>
                  <a:lnTo>
                    <a:pt x="91440" y="1270"/>
                  </a:lnTo>
                  <a:lnTo>
                    <a:pt x="91440" y="0"/>
                  </a:lnTo>
                  <a:close/>
                </a:path>
              </a:pathLst>
            </a:custGeom>
            <a:solidFill>
              <a:srgbClr val="247300"/>
            </a:solidFill>
          </p:spPr>
          <p:txBody>
            <a:bodyPr wrap="square" lIns="0" tIns="0" rIns="0" bIns="0" rtlCol="0"/>
            <a:lstStyle/>
            <a:p/>
          </p:txBody>
        </p:sp>
        <p:sp>
          <p:nvSpPr>
            <p:cNvPr id="1657" name="object 1657"/>
            <p:cNvSpPr/>
            <p:nvPr/>
          </p:nvSpPr>
          <p:spPr>
            <a:xfrm>
              <a:off x="5358130" y="1165860"/>
              <a:ext cx="91440" cy="8890"/>
            </a:xfrm>
            <a:custGeom>
              <a:avLst/>
              <a:gdLst/>
              <a:ahLst/>
              <a:cxnLst/>
              <a:rect l="l" t="t" r="r" b="b"/>
              <a:pathLst>
                <a:path w="91439" h="8890">
                  <a:moveTo>
                    <a:pt x="0" y="8889"/>
                  </a:moveTo>
                  <a:lnTo>
                    <a:pt x="0" y="0"/>
                  </a:lnTo>
                  <a:lnTo>
                    <a:pt x="91440" y="0"/>
                  </a:lnTo>
                  <a:lnTo>
                    <a:pt x="91439" y="8889"/>
                  </a:lnTo>
                  <a:lnTo>
                    <a:pt x="0" y="8889"/>
                  </a:lnTo>
                  <a:close/>
                </a:path>
              </a:pathLst>
            </a:custGeom>
            <a:solidFill>
              <a:srgbClr val="257200"/>
            </a:solidFill>
          </p:spPr>
          <p:txBody>
            <a:bodyPr wrap="square" lIns="0" tIns="0" rIns="0" bIns="0" rtlCol="0"/>
            <a:lstStyle/>
            <a:p/>
          </p:txBody>
        </p:sp>
        <p:sp>
          <p:nvSpPr>
            <p:cNvPr id="1658" name="object 1658"/>
            <p:cNvSpPr/>
            <p:nvPr/>
          </p:nvSpPr>
          <p:spPr>
            <a:xfrm>
              <a:off x="5358130" y="1174749"/>
              <a:ext cx="91440" cy="7620"/>
            </a:xfrm>
            <a:custGeom>
              <a:avLst/>
              <a:gdLst/>
              <a:ahLst/>
              <a:cxnLst/>
              <a:rect l="l" t="t" r="r" b="b"/>
              <a:pathLst>
                <a:path w="91439" h="7619">
                  <a:moveTo>
                    <a:pt x="91427" y="0"/>
                  </a:moveTo>
                  <a:lnTo>
                    <a:pt x="0" y="0"/>
                  </a:lnTo>
                  <a:lnTo>
                    <a:pt x="0" y="3810"/>
                  </a:lnTo>
                  <a:lnTo>
                    <a:pt x="0" y="7620"/>
                  </a:lnTo>
                  <a:lnTo>
                    <a:pt x="90170" y="7620"/>
                  </a:lnTo>
                  <a:lnTo>
                    <a:pt x="90170" y="3810"/>
                  </a:lnTo>
                  <a:lnTo>
                    <a:pt x="91427" y="3810"/>
                  </a:lnTo>
                  <a:lnTo>
                    <a:pt x="91427" y="0"/>
                  </a:lnTo>
                  <a:close/>
                </a:path>
              </a:pathLst>
            </a:custGeom>
            <a:solidFill>
              <a:srgbClr val="267100"/>
            </a:solidFill>
          </p:spPr>
          <p:txBody>
            <a:bodyPr wrap="square" lIns="0" tIns="0" rIns="0" bIns="0" rtlCol="0"/>
            <a:lstStyle/>
            <a:p/>
          </p:txBody>
        </p:sp>
        <p:sp>
          <p:nvSpPr>
            <p:cNvPr id="1659" name="object 1659"/>
            <p:cNvSpPr/>
            <p:nvPr/>
          </p:nvSpPr>
          <p:spPr>
            <a:xfrm>
              <a:off x="5356860" y="1182369"/>
              <a:ext cx="255270" cy="8890"/>
            </a:xfrm>
            <a:custGeom>
              <a:avLst/>
              <a:gdLst/>
              <a:ahLst/>
              <a:cxnLst/>
              <a:rect l="l" t="t" r="r" b="b"/>
              <a:pathLst>
                <a:path w="255270" h="8890">
                  <a:moveTo>
                    <a:pt x="91440" y="0"/>
                  </a:moveTo>
                  <a:lnTo>
                    <a:pt x="1270" y="0"/>
                  </a:lnTo>
                  <a:lnTo>
                    <a:pt x="1270" y="6350"/>
                  </a:lnTo>
                  <a:lnTo>
                    <a:pt x="0" y="6350"/>
                  </a:lnTo>
                  <a:lnTo>
                    <a:pt x="0" y="8890"/>
                  </a:lnTo>
                  <a:lnTo>
                    <a:pt x="91440" y="8890"/>
                  </a:lnTo>
                  <a:lnTo>
                    <a:pt x="91440" y="6350"/>
                  </a:lnTo>
                  <a:lnTo>
                    <a:pt x="91440" y="0"/>
                  </a:lnTo>
                  <a:close/>
                </a:path>
                <a:path w="255270" h="8890">
                  <a:moveTo>
                    <a:pt x="255270" y="7620"/>
                  </a:moveTo>
                  <a:lnTo>
                    <a:pt x="125730" y="7620"/>
                  </a:lnTo>
                  <a:lnTo>
                    <a:pt x="125730" y="8890"/>
                  </a:lnTo>
                  <a:lnTo>
                    <a:pt x="255270" y="8890"/>
                  </a:lnTo>
                  <a:lnTo>
                    <a:pt x="255270" y="7620"/>
                  </a:lnTo>
                  <a:close/>
                </a:path>
              </a:pathLst>
            </a:custGeom>
            <a:solidFill>
              <a:srgbClr val="277000"/>
            </a:solidFill>
          </p:spPr>
          <p:txBody>
            <a:bodyPr wrap="square" lIns="0" tIns="0" rIns="0" bIns="0" rtlCol="0"/>
            <a:lstStyle/>
            <a:p/>
          </p:txBody>
        </p:sp>
        <p:sp>
          <p:nvSpPr>
            <p:cNvPr id="1660" name="object 1660"/>
            <p:cNvSpPr/>
            <p:nvPr/>
          </p:nvSpPr>
          <p:spPr>
            <a:xfrm>
              <a:off x="5356860" y="1191259"/>
              <a:ext cx="255270" cy="7620"/>
            </a:xfrm>
            <a:custGeom>
              <a:avLst/>
              <a:gdLst/>
              <a:ahLst/>
              <a:cxnLst/>
              <a:rect l="l" t="t" r="r" b="b"/>
              <a:pathLst>
                <a:path w="255270" h="7619">
                  <a:moveTo>
                    <a:pt x="91440" y="0"/>
                  </a:moveTo>
                  <a:lnTo>
                    <a:pt x="0" y="0"/>
                  </a:lnTo>
                  <a:lnTo>
                    <a:pt x="0" y="7620"/>
                  </a:lnTo>
                  <a:lnTo>
                    <a:pt x="91440" y="7620"/>
                  </a:lnTo>
                  <a:lnTo>
                    <a:pt x="91440" y="0"/>
                  </a:lnTo>
                  <a:close/>
                </a:path>
                <a:path w="255270" h="7619">
                  <a:moveTo>
                    <a:pt x="255270" y="0"/>
                  </a:moveTo>
                  <a:lnTo>
                    <a:pt x="125730" y="0"/>
                  </a:lnTo>
                  <a:lnTo>
                    <a:pt x="125730" y="7620"/>
                  </a:lnTo>
                  <a:lnTo>
                    <a:pt x="255270" y="7620"/>
                  </a:lnTo>
                  <a:lnTo>
                    <a:pt x="255270" y="0"/>
                  </a:lnTo>
                  <a:close/>
                </a:path>
              </a:pathLst>
            </a:custGeom>
            <a:solidFill>
              <a:srgbClr val="286F00"/>
            </a:solidFill>
          </p:spPr>
          <p:txBody>
            <a:bodyPr wrap="square" lIns="0" tIns="0" rIns="0" bIns="0" rtlCol="0"/>
            <a:lstStyle/>
            <a:p/>
          </p:txBody>
        </p:sp>
        <p:sp>
          <p:nvSpPr>
            <p:cNvPr id="1661" name="object 1661"/>
            <p:cNvSpPr/>
            <p:nvPr/>
          </p:nvSpPr>
          <p:spPr>
            <a:xfrm>
              <a:off x="5356860" y="1198879"/>
              <a:ext cx="255270" cy="8890"/>
            </a:xfrm>
            <a:custGeom>
              <a:avLst/>
              <a:gdLst/>
              <a:ahLst/>
              <a:cxnLst/>
              <a:rect l="l" t="t" r="r" b="b"/>
              <a:pathLst>
                <a:path w="255270" h="8890">
                  <a:moveTo>
                    <a:pt x="91440" y="0"/>
                  </a:moveTo>
                  <a:lnTo>
                    <a:pt x="0" y="0"/>
                  </a:lnTo>
                  <a:lnTo>
                    <a:pt x="0" y="2540"/>
                  </a:lnTo>
                  <a:lnTo>
                    <a:pt x="0" y="8890"/>
                  </a:lnTo>
                  <a:lnTo>
                    <a:pt x="90170" y="8890"/>
                  </a:lnTo>
                  <a:lnTo>
                    <a:pt x="90170" y="2540"/>
                  </a:lnTo>
                  <a:lnTo>
                    <a:pt x="91440" y="2540"/>
                  </a:lnTo>
                  <a:lnTo>
                    <a:pt x="91440" y="0"/>
                  </a:lnTo>
                  <a:close/>
                </a:path>
                <a:path w="255270" h="8890">
                  <a:moveTo>
                    <a:pt x="255270" y="0"/>
                  </a:moveTo>
                  <a:lnTo>
                    <a:pt x="125730" y="0"/>
                  </a:lnTo>
                  <a:lnTo>
                    <a:pt x="125730" y="8890"/>
                  </a:lnTo>
                  <a:lnTo>
                    <a:pt x="255270" y="8890"/>
                  </a:lnTo>
                  <a:lnTo>
                    <a:pt x="255270" y="0"/>
                  </a:lnTo>
                  <a:close/>
                </a:path>
              </a:pathLst>
            </a:custGeom>
            <a:solidFill>
              <a:srgbClr val="296E00"/>
            </a:solidFill>
          </p:spPr>
          <p:txBody>
            <a:bodyPr wrap="square" lIns="0" tIns="0" rIns="0" bIns="0" rtlCol="0"/>
            <a:lstStyle/>
            <a:p/>
          </p:txBody>
        </p:sp>
        <p:sp>
          <p:nvSpPr>
            <p:cNvPr id="1662" name="object 1662"/>
            <p:cNvSpPr/>
            <p:nvPr/>
          </p:nvSpPr>
          <p:spPr>
            <a:xfrm>
              <a:off x="5356860" y="1207769"/>
              <a:ext cx="255270" cy="7620"/>
            </a:xfrm>
            <a:custGeom>
              <a:avLst/>
              <a:gdLst/>
              <a:ahLst/>
              <a:cxnLst/>
              <a:rect l="l" t="t" r="r" b="b"/>
              <a:pathLst>
                <a:path w="255270" h="7619">
                  <a:moveTo>
                    <a:pt x="90170" y="0"/>
                  </a:moveTo>
                  <a:lnTo>
                    <a:pt x="0" y="0"/>
                  </a:lnTo>
                  <a:lnTo>
                    <a:pt x="0" y="7620"/>
                  </a:lnTo>
                  <a:lnTo>
                    <a:pt x="90170" y="7620"/>
                  </a:lnTo>
                  <a:lnTo>
                    <a:pt x="90170" y="0"/>
                  </a:lnTo>
                  <a:close/>
                </a:path>
                <a:path w="255270" h="7619">
                  <a:moveTo>
                    <a:pt x="255270" y="0"/>
                  </a:moveTo>
                  <a:lnTo>
                    <a:pt x="125730" y="0"/>
                  </a:lnTo>
                  <a:lnTo>
                    <a:pt x="125730" y="7620"/>
                  </a:lnTo>
                  <a:lnTo>
                    <a:pt x="255270" y="7620"/>
                  </a:lnTo>
                  <a:lnTo>
                    <a:pt x="255270" y="0"/>
                  </a:lnTo>
                  <a:close/>
                </a:path>
              </a:pathLst>
            </a:custGeom>
            <a:solidFill>
              <a:srgbClr val="2A6D00"/>
            </a:solidFill>
          </p:spPr>
          <p:txBody>
            <a:bodyPr wrap="square" lIns="0" tIns="0" rIns="0" bIns="0" rtlCol="0"/>
            <a:lstStyle/>
            <a:p/>
          </p:txBody>
        </p:sp>
        <p:sp>
          <p:nvSpPr>
            <p:cNvPr id="1663" name="object 1663"/>
            <p:cNvSpPr/>
            <p:nvPr/>
          </p:nvSpPr>
          <p:spPr>
            <a:xfrm>
              <a:off x="5355590" y="1215389"/>
              <a:ext cx="256540" cy="8890"/>
            </a:xfrm>
            <a:custGeom>
              <a:avLst/>
              <a:gdLst/>
              <a:ahLst/>
              <a:cxnLst/>
              <a:rect l="l" t="t" r="r" b="b"/>
              <a:pathLst>
                <a:path w="256539" h="8890">
                  <a:moveTo>
                    <a:pt x="91440" y="0"/>
                  </a:moveTo>
                  <a:lnTo>
                    <a:pt x="1270" y="0"/>
                  </a:lnTo>
                  <a:lnTo>
                    <a:pt x="1270" y="2540"/>
                  </a:lnTo>
                  <a:lnTo>
                    <a:pt x="0" y="2540"/>
                  </a:lnTo>
                  <a:lnTo>
                    <a:pt x="0" y="8890"/>
                  </a:lnTo>
                  <a:lnTo>
                    <a:pt x="91440" y="8890"/>
                  </a:lnTo>
                  <a:lnTo>
                    <a:pt x="91440" y="2540"/>
                  </a:lnTo>
                  <a:lnTo>
                    <a:pt x="91440" y="0"/>
                  </a:lnTo>
                  <a:close/>
                </a:path>
                <a:path w="256539" h="8890">
                  <a:moveTo>
                    <a:pt x="256540" y="0"/>
                  </a:moveTo>
                  <a:lnTo>
                    <a:pt x="127000" y="0"/>
                  </a:lnTo>
                  <a:lnTo>
                    <a:pt x="127000" y="8890"/>
                  </a:lnTo>
                  <a:lnTo>
                    <a:pt x="256540" y="8890"/>
                  </a:lnTo>
                  <a:lnTo>
                    <a:pt x="256540" y="0"/>
                  </a:lnTo>
                  <a:close/>
                </a:path>
              </a:pathLst>
            </a:custGeom>
            <a:solidFill>
              <a:srgbClr val="2B6C00"/>
            </a:solidFill>
          </p:spPr>
          <p:txBody>
            <a:bodyPr wrap="square" lIns="0" tIns="0" rIns="0" bIns="0" rtlCol="0"/>
            <a:lstStyle/>
            <a:p/>
          </p:txBody>
        </p:sp>
        <p:sp>
          <p:nvSpPr>
            <p:cNvPr id="1664" name="object 1664"/>
            <p:cNvSpPr/>
            <p:nvPr/>
          </p:nvSpPr>
          <p:spPr>
            <a:xfrm>
              <a:off x="5355590" y="1224279"/>
              <a:ext cx="256540" cy="8890"/>
            </a:xfrm>
            <a:custGeom>
              <a:avLst/>
              <a:gdLst/>
              <a:ahLst/>
              <a:cxnLst/>
              <a:rect l="l" t="t" r="r" b="b"/>
              <a:pathLst>
                <a:path w="256539" h="8890">
                  <a:moveTo>
                    <a:pt x="91440" y="0"/>
                  </a:moveTo>
                  <a:lnTo>
                    <a:pt x="0" y="0"/>
                  </a:lnTo>
                  <a:lnTo>
                    <a:pt x="0" y="8890"/>
                  </a:lnTo>
                  <a:lnTo>
                    <a:pt x="91440" y="8890"/>
                  </a:lnTo>
                  <a:lnTo>
                    <a:pt x="91440" y="0"/>
                  </a:lnTo>
                  <a:close/>
                </a:path>
                <a:path w="256539" h="8890">
                  <a:moveTo>
                    <a:pt x="256540" y="0"/>
                  </a:moveTo>
                  <a:lnTo>
                    <a:pt x="127000" y="0"/>
                  </a:lnTo>
                  <a:lnTo>
                    <a:pt x="127000" y="8890"/>
                  </a:lnTo>
                  <a:lnTo>
                    <a:pt x="256540" y="8890"/>
                  </a:lnTo>
                  <a:lnTo>
                    <a:pt x="256540" y="0"/>
                  </a:lnTo>
                  <a:close/>
                </a:path>
              </a:pathLst>
            </a:custGeom>
            <a:solidFill>
              <a:srgbClr val="2C6B00"/>
            </a:solidFill>
          </p:spPr>
          <p:txBody>
            <a:bodyPr wrap="square" lIns="0" tIns="0" rIns="0" bIns="0" rtlCol="0"/>
            <a:lstStyle/>
            <a:p/>
          </p:txBody>
        </p:sp>
        <p:sp>
          <p:nvSpPr>
            <p:cNvPr id="1665" name="object 1665"/>
            <p:cNvSpPr/>
            <p:nvPr/>
          </p:nvSpPr>
          <p:spPr>
            <a:xfrm>
              <a:off x="5355590" y="123316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2D6A00"/>
            </a:solidFill>
          </p:spPr>
          <p:txBody>
            <a:bodyPr wrap="square" lIns="0" tIns="0" rIns="0" bIns="0" rtlCol="0"/>
            <a:lstStyle/>
            <a:p/>
          </p:txBody>
        </p:sp>
        <p:sp>
          <p:nvSpPr>
            <p:cNvPr id="1666" name="object 1666"/>
            <p:cNvSpPr/>
            <p:nvPr/>
          </p:nvSpPr>
          <p:spPr>
            <a:xfrm>
              <a:off x="5355590" y="1240789"/>
              <a:ext cx="256540" cy="8890"/>
            </a:xfrm>
            <a:custGeom>
              <a:avLst/>
              <a:gdLst/>
              <a:ahLst/>
              <a:cxnLst/>
              <a:rect l="l" t="t" r="r" b="b"/>
              <a:pathLst>
                <a:path w="256539" h="8890">
                  <a:moveTo>
                    <a:pt x="91440" y="0"/>
                  </a:moveTo>
                  <a:lnTo>
                    <a:pt x="0" y="0"/>
                  </a:lnTo>
                  <a:lnTo>
                    <a:pt x="0" y="8890"/>
                  </a:lnTo>
                  <a:lnTo>
                    <a:pt x="91440" y="8890"/>
                  </a:lnTo>
                  <a:lnTo>
                    <a:pt x="91440" y="0"/>
                  </a:lnTo>
                  <a:close/>
                </a:path>
                <a:path w="256539" h="8890">
                  <a:moveTo>
                    <a:pt x="256540" y="0"/>
                  </a:moveTo>
                  <a:lnTo>
                    <a:pt x="127000" y="0"/>
                  </a:lnTo>
                  <a:lnTo>
                    <a:pt x="127000" y="8890"/>
                  </a:lnTo>
                  <a:lnTo>
                    <a:pt x="256540" y="8890"/>
                  </a:lnTo>
                  <a:lnTo>
                    <a:pt x="256540" y="0"/>
                  </a:lnTo>
                  <a:close/>
                </a:path>
              </a:pathLst>
            </a:custGeom>
            <a:solidFill>
              <a:srgbClr val="2E6900"/>
            </a:solidFill>
          </p:spPr>
          <p:txBody>
            <a:bodyPr wrap="square" lIns="0" tIns="0" rIns="0" bIns="0" rtlCol="0"/>
            <a:lstStyle/>
            <a:p/>
          </p:txBody>
        </p:sp>
        <p:sp>
          <p:nvSpPr>
            <p:cNvPr id="1667" name="object 1667"/>
            <p:cNvSpPr/>
            <p:nvPr/>
          </p:nvSpPr>
          <p:spPr>
            <a:xfrm>
              <a:off x="5355590" y="1250949"/>
              <a:ext cx="256540" cy="6350"/>
            </a:xfrm>
            <a:custGeom>
              <a:avLst/>
              <a:gdLst/>
              <a:ahLst/>
              <a:cxnLst/>
              <a:rect l="l" t="t" r="r" b="b"/>
              <a:pathLst>
                <a:path w="256539" h="6350">
                  <a:moveTo>
                    <a:pt x="90170" y="0"/>
                  </a:moveTo>
                  <a:lnTo>
                    <a:pt x="0" y="0"/>
                  </a:lnTo>
                  <a:lnTo>
                    <a:pt x="0" y="6350"/>
                  </a:lnTo>
                  <a:lnTo>
                    <a:pt x="90170" y="6350"/>
                  </a:lnTo>
                  <a:lnTo>
                    <a:pt x="90170" y="0"/>
                  </a:lnTo>
                  <a:close/>
                </a:path>
                <a:path w="256539" h="6350">
                  <a:moveTo>
                    <a:pt x="256540" y="0"/>
                  </a:moveTo>
                  <a:lnTo>
                    <a:pt x="127000" y="0"/>
                  </a:lnTo>
                  <a:lnTo>
                    <a:pt x="127000" y="6350"/>
                  </a:lnTo>
                  <a:lnTo>
                    <a:pt x="256540" y="6350"/>
                  </a:lnTo>
                  <a:lnTo>
                    <a:pt x="256540" y="0"/>
                  </a:lnTo>
                  <a:close/>
                </a:path>
              </a:pathLst>
            </a:custGeom>
            <a:solidFill>
              <a:srgbClr val="2F6800"/>
            </a:solidFill>
          </p:spPr>
          <p:txBody>
            <a:bodyPr wrap="square" lIns="0" tIns="0" rIns="0" bIns="0" rtlCol="0"/>
            <a:lstStyle/>
            <a:p/>
          </p:txBody>
        </p:sp>
        <p:sp>
          <p:nvSpPr>
            <p:cNvPr id="1668" name="object 1668"/>
            <p:cNvSpPr/>
            <p:nvPr/>
          </p:nvSpPr>
          <p:spPr>
            <a:xfrm>
              <a:off x="5355590" y="1257299"/>
              <a:ext cx="256540" cy="8890"/>
            </a:xfrm>
            <a:custGeom>
              <a:avLst/>
              <a:gdLst/>
              <a:ahLst/>
              <a:cxnLst/>
              <a:rect l="l" t="t" r="r" b="b"/>
              <a:pathLst>
                <a:path w="256539" h="8890">
                  <a:moveTo>
                    <a:pt x="90170" y="0"/>
                  </a:moveTo>
                  <a:lnTo>
                    <a:pt x="0" y="0"/>
                  </a:lnTo>
                  <a:lnTo>
                    <a:pt x="0" y="8890"/>
                  </a:lnTo>
                  <a:lnTo>
                    <a:pt x="90170" y="8890"/>
                  </a:lnTo>
                  <a:lnTo>
                    <a:pt x="90170" y="0"/>
                  </a:lnTo>
                  <a:close/>
                </a:path>
                <a:path w="256539" h="8890">
                  <a:moveTo>
                    <a:pt x="256540" y="0"/>
                  </a:moveTo>
                  <a:lnTo>
                    <a:pt x="127000" y="0"/>
                  </a:lnTo>
                  <a:lnTo>
                    <a:pt x="127000" y="8890"/>
                  </a:lnTo>
                  <a:lnTo>
                    <a:pt x="256540" y="8890"/>
                  </a:lnTo>
                  <a:lnTo>
                    <a:pt x="256540" y="0"/>
                  </a:lnTo>
                  <a:close/>
                </a:path>
              </a:pathLst>
            </a:custGeom>
            <a:solidFill>
              <a:srgbClr val="306700"/>
            </a:solidFill>
          </p:spPr>
          <p:txBody>
            <a:bodyPr wrap="square" lIns="0" tIns="0" rIns="0" bIns="0" rtlCol="0"/>
            <a:lstStyle/>
            <a:p/>
          </p:txBody>
        </p:sp>
        <p:sp>
          <p:nvSpPr>
            <p:cNvPr id="1669" name="object 1669"/>
            <p:cNvSpPr/>
            <p:nvPr/>
          </p:nvSpPr>
          <p:spPr>
            <a:xfrm>
              <a:off x="5355590" y="1266189"/>
              <a:ext cx="256540" cy="7620"/>
            </a:xfrm>
            <a:custGeom>
              <a:avLst/>
              <a:gdLst/>
              <a:ahLst/>
              <a:cxnLst/>
              <a:rect l="l" t="t" r="r" b="b"/>
              <a:pathLst>
                <a:path w="256539" h="7619">
                  <a:moveTo>
                    <a:pt x="90170" y="0"/>
                  </a:moveTo>
                  <a:lnTo>
                    <a:pt x="0" y="0"/>
                  </a:lnTo>
                  <a:lnTo>
                    <a:pt x="0" y="7620"/>
                  </a:lnTo>
                  <a:lnTo>
                    <a:pt x="90170" y="7620"/>
                  </a:lnTo>
                  <a:lnTo>
                    <a:pt x="90170" y="0"/>
                  </a:lnTo>
                  <a:close/>
                </a:path>
                <a:path w="256539" h="7619">
                  <a:moveTo>
                    <a:pt x="256540" y="0"/>
                  </a:moveTo>
                  <a:lnTo>
                    <a:pt x="127000" y="0"/>
                  </a:lnTo>
                  <a:lnTo>
                    <a:pt x="127000" y="7620"/>
                  </a:lnTo>
                  <a:lnTo>
                    <a:pt x="256540" y="7620"/>
                  </a:lnTo>
                  <a:lnTo>
                    <a:pt x="256540" y="0"/>
                  </a:lnTo>
                  <a:close/>
                </a:path>
              </a:pathLst>
            </a:custGeom>
            <a:solidFill>
              <a:srgbClr val="316600"/>
            </a:solidFill>
          </p:spPr>
          <p:txBody>
            <a:bodyPr wrap="square" lIns="0" tIns="0" rIns="0" bIns="0" rtlCol="0"/>
            <a:lstStyle/>
            <a:p/>
          </p:txBody>
        </p:sp>
        <p:sp>
          <p:nvSpPr>
            <p:cNvPr id="1670" name="object 1670"/>
            <p:cNvSpPr/>
            <p:nvPr/>
          </p:nvSpPr>
          <p:spPr>
            <a:xfrm>
              <a:off x="5355590" y="1273809"/>
              <a:ext cx="256540" cy="8890"/>
            </a:xfrm>
            <a:custGeom>
              <a:avLst/>
              <a:gdLst/>
              <a:ahLst/>
              <a:cxnLst/>
              <a:rect l="l" t="t" r="r" b="b"/>
              <a:pathLst>
                <a:path w="256539" h="8890">
                  <a:moveTo>
                    <a:pt x="91440" y="5080"/>
                  </a:moveTo>
                  <a:lnTo>
                    <a:pt x="90170" y="5080"/>
                  </a:lnTo>
                  <a:lnTo>
                    <a:pt x="90170" y="0"/>
                  </a:lnTo>
                  <a:lnTo>
                    <a:pt x="0" y="0"/>
                  </a:lnTo>
                  <a:lnTo>
                    <a:pt x="0" y="5080"/>
                  </a:lnTo>
                  <a:lnTo>
                    <a:pt x="0" y="8890"/>
                  </a:lnTo>
                  <a:lnTo>
                    <a:pt x="91440" y="8890"/>
                  </a:lnTo>
                  <a:lnTo>
                    <a:pt x="91440" y="5080"/>
                  </a:lnTo>
                  <a:close/>
                </a:path>
                <a:path w="256539" h="8890">
                  <a:moveTo>
                    <a:pt x="256540" y="0"/>
                  </a:moveTo>
                  <a:lnTo>
                    <a:pt x="127000" y="0"/>
                  </a:lnTo>
                  <a:lnTo>
                    <a:pt x="127000" y="8890"/>
                  </a:lnTo>
                  <a:lnTo>
                    <a:pt x="256540" y="8890"/>
                  </a:lnTo>
                  <a:lnTo>
                    <a:pt x="256540" y="0"/>
                  </a:lnTo>
                  <a:close/>
                </a:path>
              </a:pathLst>
            </a:custGeom>
            <a:solidFill>
              <a:srgbClr val="336600"/>
            </a:solidFill>
          </p:spPr>
          <p:txBody>
            <a:bodyPr wrap="square" lIns="0" tIns="0" rIns="0" bIns="0" rtlCol="0"/>
            <a:lstStyle/>
            <a:p/>
          </p:txBody>
        </p:sp>
        <p:sp>
          <p:nvSpPr>
            <p:cNvPr id="1671" name="object 1671"/>
            <p:cNvSpPr/>
            <p:nvPr/>
          </p:nvSpPr>
          <p:spPr>
            <a:xfrm>
              <a:off x="5355590" y="128269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336400"/>
            </a:solidFill>
          </p:spPr>
          <p:txBody>
            <a:bodyPr wrap="square" lIns="0" tIns="0" rIns="0" bIns="0" rtlCol="0"/>
            <a:lstStyle/>
            <a:p/>
          </p:txBody>
        </p:sp>
        <p:sp>
          <p:nvSpPr>
            <p:cNvPr id="1672" name="object 1672"/>
            <p:cNvSpPr/>
            <p:nvPr/>
          </p:nvSpPr>
          <p:spPr>
            <a:xfrm>
              <a:off x="5355590" y="1290319"/>
              <a:ext cx="256540" cy="8890"/>
            </a:xfrm>
            <a:custGeom>
              <a:avLst/>
              <a:gdLst/>
              <a:ahLst/>
              <a:cxnLst/>
              <a:rect l="l" t="t" r="r" b="b"/>
              <a:pathLst>
                <a:path w="256539" h="8890">
                  <a:moveTo>
                    <a:pt x="91440" y="0"/>
                  </a:moveTo>
                  <a:lnTo>
                    <a:pt x="0" y="0"/>
                  </a:lnTo>
                  <a:lnTo>
                    <a:pt x="0" y="8890"/>
                  </a:lnTo>
                  <a:lnTo>
                    <a:pt x="91440" y="8890"/>
                  </a:lnTo>
                  <a:lnTo>
                    <a:pt x="91440" y="0"/>
                  </a:lnTo>
                  <a:close/>
                </a:path>
                <a:path w="256539" h="8890">
                  <a:moveTo>
                    <a:pt x="256540" y="0"/>
                  </a:moveTo>
                  <a:lnTo>
                    <a:pt x="127000" y="0"/>
                  </a:lnTo>
                  <a:lnTo>
                    <a:pt x="127000" y="8890"/>
                  </a:lnTo>
                  <a:lnTo>
                    <a:pt x="256540" y="8890"/>
                  </a:lnTo>
                  <a:lnTo>
                    <a:pt x="256540" y="0"/>
                  </a:lnTo>
                  <a:close/>
                </a:path>
              </a:pathLst>
            </a:custGeom>
            <a:solidFill>
              <a:srgbClr val="346300"/>
            </a:solidFill>
          </p:spPr>
          <p:txBody>
            <a:bodyPr wrap="square" lIns="0" tIns="0" rIns="0" bIns="0" rtlCol="0"/>
            <a:lstStyle/>
            <a:p/>
          </p:txBody>
        </p:sp>
        <p:sp>
          <p:nvSpPr>
            <p:cNvPr id="1673" name="object 1673"/>
            <p:cNvSpPr/>
            <p:nvPr/>
          </p:nvSpPr>
          <p:spPr>
            <a:xfrm>
              <a:off x="5355590" y="1299209"/>
              <a:ext cx="256540" cy="8890"/>
            </a:xfrm>
            <a:custGeom>
              <a:avLst/>
              <a:gdLst/>
              <a:ahLst/>
              <a:cxnLst/>
              <a:rect l="l" t="t" r="r" b="b"/>
              <a:pathLst>
                <a:path w="256539" h="8890">
                  <a:moveTo>
                    <a:pt x="91440" y="0"/>
                  </a:moveTo>
                  <a:lnTo>
                    <a:pt x="0" y="0"/>
                  </a:lnTo>
                  <a:lnTo>
                    <a:pt x="0" y="8890"/>
                  </a:lnTo>
                  <a:lnTo>
                    <a:pt x="91440" y="8890"/>
                  </a:lnTo>
                  <a:lnTo>
                    <a:pt x="91440" y="0"/>
                  </a:lnTo>
                  <a:close/>
                </a:path>
                <a:path w="256539" h="8890">
                  <a:moveTo>
                    <a:pt x="256540" y="0"/>
                  </a:moveTo>
                  <a:lnTo>
                    <a:pt x="127000" y="0"/>
                  </a:lnTo>
                  <a:lnTo>
                    <a:pt x="127000" y="8890"/>
                  </a:lnTo>
                  <a:lnTo>
                    <a:pt x="256540" y="8890"/>
                  </a:lnTo>
                  <a:lnTo>
                    <a:pt x="256540" y="0"/>
                  </a:lnTo>
                  <a:close/>
                </a:path>
              </a:pathLst>
            </a:custGeom>
            <a:solidFill>
              <a:srgbClr val="356200"/>
            </a:solidFill>
          </p:spPr>
          <p:txBody>
            <a:bodyPr wrap="square" lIns="0" tIns="0" rIns="0" bIns="0" rtlCol="0"/>
            <a:lstStyle/>
            <a:p/>
          </p:txBody>
        </p:sp>
        <p:sp>
          <p:nvSpPr>
            <p:cNvPr id="1674" name="object 1674"/>
            <p:cNvSpPr/>
            <p:nvPr/>
          </p:nvSpPr>
          <p:spPr>
            <a:xfrm>
              <a:off x="5355590" y="1308099"/>
              <a:ext cx="256540" cy="7620"/>
            </a:xfrm>
            <a:custGeom>
              <a:avLst/>
              <a:gdLst/>
              <a:ahLst/>
              <a:cxnLst/>
              <a:rect l="l" t="t" r="r" b="b"/>
              <a:pathLst>
                <a:path w="256539" h="7619">
                  <a:moveTo>
                    <a:pt x="91440" y="0"/>
                  </a:moveTo>
                  <a:lnTo>
                    <a:pt x="0" y="0"/>
                  </a:lnTo>
                  <a:lnTo>
                    <a:pt x="0" y="5080"/>
                  </a:lnTo>
                  <a:lnTo>
                    <a:pt x="1270" y="5080"/>
                  </a:lnTo>
                  <a:lnTo>
                    <a:pt x="1270" y="7620"/>
                  </a:lnTo>
                  <a:lnTo>
                    <a:pt x="91440" y="7620"/>
                  </a:lnTo>
                  <a:lnTo>
                    <a:pt x="91440" y="5080"/>
                  </a:lnTo>
                  <a:lnTo>
                    <a:pt x="91440" y="0"/>
                  </a:lnTo>
                  <a:close/>
                </a:path>
                <a:path w="256539" h="7619">
                  <a:moveTo>
                    <a:pt x="256540" y="0"/>
                  </a:moveTo>
                  <a:lnTo>
                    <a:pt x="127000" y="0"/>
                  </a:lnTo>
                  <a:lnTo>
                    <a:pt x="127000" y="7620"/>
                  </a:lnTo>
                  <a:lnTo>
                    <a:pt x="256540" y="7620"/>
                  </a:lnTo>
                  <a:lnTo>
                    <a:pt x="256540" y="0"/>
                  </a:lnTo>
                  <a:close/>
                </a:path>
              </a:pathLst>
            </a:custGeom>
            <a:solidFill>
              <a:srgbClr val="366100"/>
            </a:solidFill>
          </p:spPr>
          <p:txBody>
            <a:bodyPr wrap="square" lIns="0" tIns="0" rIns="0" bIns="0" rtlCol="0"/>
            <a:lstStyle/>
            <a:p/>
          </p:txBody>
        </p:sp>
        <p:sp>
          <p:nvSpPr>
            <p:cNvPr id="1675" name="object 1675"/>
            <p:cNvSpPr/>
            <p:nvPr/>
          </p:nvSpPr>
          <p:spPr>
            <a:xfrm>
              <a:off x="5356860" y="1315719"/>
              <a:ext cx="255270" cy="8890"/>
            </a:xfrm>
            <a:custGeom>
              <a:avLst/>
              <a:gdLst/>
              <a:ahLst/>
              <a:cxnLst/>
              <a:rect l="l" t="t" r="r" b="b"/>
              <a:pathLst>
                <a:path w="255270" h="8890">
                  <a:moveTo>
                    <a:pt x="90170" y="0"/>
                  </a:moveTo>
                  <a:lnTo>
                    <a:pt x="0" y="0"/>
                  </a:lnTo>
                  <a:lnTo>
                    <a:pt x="0" y="8890"/>
                  </a:lnTo>
                  <a:lnTo>
                    <a:pt x="90170" y="8890"/>
                  </a:lnTo>
                  <a:lnTo>
                    <a:pt x="90170" y="0"/>
                  </a:lnTo>
                  <a:close/>
                </a:path>
                <a:path w="255270" h="8890">
                  <a:moveTo>
                    <a:pt x="255270" y="0"/>
                  </a:moveTo>
                  <a:lnTo>
                    <a:pt x="125730" y="0"/>
                  </a:lnTo>
                  <a:lnTo>
                    <a:pt x="125730" y="8890"/>
                  </a:lnTo>
                  <a:lnTo>
                    <a:pt x="255270" y="8890"/>
                  </a:lnTo>
                  <a:lnTo>
                    <a:pt x="255270" y="0"/>
                  </a:lnTo>
                  <a:close/>
                </a:path>
              </a:pathLst>
            </a:custGeom>
            <a:solidFill>
              <a:srgbClr val="376000"/>
            </a:solidFill>
          </p:spPr>
          <p:txBody>
            <a:bodyPr wrap="square" lIns="0" tIns="0" rIns="0" bIns="0" rtlCol="0"/>
            <a:lstStyle/>
            <a:p/>
          </p:txBody>
        </p:sp>
        <p:sp>
          <p:nvSpPr>
            <p:cNvPr id="1676" name="object 1676"/>
            <p:cNvSpPr/>
            <p:nvPr/>
          </p:nvSpPr>
          <p:spPr>
            <a:xfrm>
              <a:off x="5356860" y="1324609"/>
              <a:ext cx="255270" cy="7620"/>
            </a:xfrm>
            <a:custGeom>
              <a:avLst/>
              <a:gdLst/>
              <a:ahLst/>
              <a:cxnLst/>
              <a:rect l="l" t="t" r="r" b="b"/>
              <a:pathLst>
                <a:path w="255270" h="7619">
                  <a:moveTo>
                    <a:pt x="91440" y="6350"/>
                  </a:moveTo>
                  <a:lnTo>
                    <a:pt x="90170" y="6350"/>
                  </a:lnTo>
                  <a:lnTo>
                    <a:pt x="90170" y="0"/>
                  </a:lnTo>
                  <a:lnTo>
                    <a:pt x="0" y="0"/>
                  </a:lnTo>
                  <a:lnTo>
                    <a:pt x="0" y="6350"/>
                  </a:lnTo>
                  <a:lnTo>
                    <a:pt x="0" y="7620"/>
                  </a:lnTo>
                  <a:lnTo>
                    <a:pt x="91440" y="7620"/>
                  </a:lnTo>
                  <a:lnTo>
                    <a:pt x="91440" y="6350"/>
                  </a:lnTo>
                  <a:close/>
                </a:path>
                <a:path w="255270" h="7619">
                  <a:moveTo>
                    <a:pt x="255270" y="0"/>
                  </a:moveTo>
                  <a:lnTo>
                    <a:pt x="125730" y="0"/>
                  </a:lnTo>
                  <a:lnTo>
                    <a:pt x="125730" y="7620"/>
                  </a:lnTo>
                  <a:lnTo>
                    <a:pt x="255270" y="7620"/>
                  </a:lnTo>
                  <a:lnTo>
                    <a:pt x="255270" y="0"/>
                  </a:lnTo>
                  <a:close/>
                </a:path>
              </a:pathLst>
            </a:custGeom>
            <a:solidFill>
              <a:srgbClr val="385F00"/>
            </a:solidFill>
          </p:spPr>
          <p:txBody>
            <a:bodyPr wrap="square" lIns="0" tIns="0" rIns="0" bIns="0" rtlCol="0"/>
            <a:lstStyle/>
            <a:p/>
          </p:txBody>
        </p:sp>
        <p:sp>
          <p:nvSpPr>
            <p:cNvPr id="1677" name="object 1677"/>
            <p:cNvSpPr/>
            <p:nvPr/>
          </p:nvSpPr>
          <p:spPr>
            <a:xfrm>
              <a:off x="5356860" y="1332229"/>
              <a:ext cx="255270" cy="8890"/>
            </a:xfrm>
            <a:custGeom>
              <a:avLst/>
              <a:gdLst/>
              <a:ahLst/>
              <a:cxnLst/>
              <a:rect l="l" t="t" r="r" b="b"/>
              <a:pathLst>
                <a:path w="255270" h="8890">
                  <a:moveTo>
                    <a:pt x="91440" y="0"/>
                  </a:moveTo>
                  <a:lnTo>
                    <a:pt x="0" y="0"/>
                  </a:lnTo>
                  <a:lnTo>
                    <a:pt x="0" y="8890"/>
                  </a:lnTo>
                  <a:lnTo>
                    <a:pt x="91440" y="8890"/>
                  </a:lnTo>
                  <a:lnTo>
                    <a:pt x="91440" y="0"/>
                  </a:lnTo>
                  <a:close/>
                </a:path>
                <a:path w="255270" h="8890">
                  <a:moveTo>
                    <a:pt x="255270" y="0"/>
                  </a:moveTo>
                  <a:lnTo>
                    <a:pt x="125730" y="0"/>
                  </a:lnTo>
                  <a:lnTo>
                    <a:pt x="125730" y="8890"/>
                  </a:lnTo>
                  <a:lnTo>
                    <a:pt x="255270" y="8890"/>
                  </a:lnTo>
                  <a:lnTo>
                    <a:pt x="255270" y="0"/>
                  </a:lnTo>
                  <a:close/>
                </a:path>
              </a:pathLst>
            </a:custGeom>
            <a:solidFill>
              <a:srgbClr val="395E00"/>
            </a:solidFill>
          </p:spPr>
          <p:txBody>
            <a:bodyPr wrap="square" lIns="0" tIns="0" rIns="0" bIns="0" rtlCol="0"/>
            <a:lstStyle/>
            <a:p/>
          </p:txBody>
        </p:sp>
        <p:sp>
          <p:nvSpPr>
            <p:cNvPr id="1678" name="object 1678"/>
            <p:cNvSpPr/>
            <p:nvPr/>
          </p:nvSpPr>
          <p:spPr>
            <a:xfrm>
              <a:off x="5356860" y="1341119"/>
              <a:ext cx="255270" cy="7620"/>
            </a:xfrm>
            <a:custGeom>
              <a:avLst/>
              <a:gdLst/>
              <a:ahLst/>
              <a:cxnLst/>
              <a:rect l="l" t="t" r="r" b="b"/>
              <a:pathLst>
                <a:path w="255270" h="7619">
                  <a:moveTo>
                    <a:pt x="91440" y="0"/>
                  </a:moveTo>
                  <a:lnTo>
                    <a:pt x="0" y="0"/>
                  </a:lnTo>
                  <a:lnTo>
                    <a:pt x="0" y="2540"/>
                  </a:lnTo>
                  <a:lnTo>
                    <a:pt x="1270" y="2540"/>
                  </a:lnTo>
                  <a:lnTo>
                    <a:pt x="1270" y="7620"/>
                  </a:lnTo>
                  <a:lnTo>
                    <a:pt x="91440" y="7620"/>
                  </a:lnTo>
                  <a:lnTo>
                    <a:pt x="91440" y="2540"/>
                  </a:lnTo>
                  <a:lnTo>
                    <a:pt x="91440" y="0"/>
                  </a:lnTo>
                  <a:close/>
                </a:path>
                <a:path w="255270" h="7619">
                  <a:moveTo>
                    <a:pt x="255270" y="0"/>
                  </a:moveTo>
                  <a:lnTo>
                    <a:pt x="125730" y="0"/>
                  </a:lnTo>
                  <a:lnTo>
                    <a:pt x="125730" y="7620"/>
                  </a:lnTo>
                  <a:lnTo>
                    <a:pt x="255270" y="7620"/>
                  </a:lnTo>
                  <a:lnTo>
                    <a:pt x="255270" y="0"/>
                  </a:lnTo>
                  <a:close/>
                </a:path>
              </a:pathLst>
            </a:custGeom>
            <a:solidFill>
              <a:srgbClr val="3A5D00"/>
            </a:solidFill>
          </p:spPr>
          <p:txBody>
            <a:bodyPr wrap="square" lIns="0" tIns="0" rIns="0" bIns="0" rtlCol="0"/>
            <a:lstStyle/>
            <a:p/>
          </p:txBody>
        </p:sp>
        <p:sp>
          <p:nvSpPr>
            <p:cNvPr id="1679" name="object 1679"/>
            <p:cNvSpPr/>
            <p:nvPr/>
          </p:nvSpPr>
          <p:spPr>
            <a:xfrm>
              <a:off x="5358130" y="1348739"/>
              <a:ext cx="254000" cy="8890"/>
            </a:xfrm>
            <a:custGeom>
              <a:avLst/>
              <a:gdLst/>
              <a:ahLst/>
              <a:cxnLst/>
              <a:rect l="l" t="t" r="r" b="b"/>
              <a:pathLst>
                <a:path w="254000" h="8890">
                  <a:moveTo>
                    <a:pt x="91427" y="5080"/>
                  </a:moveTo>
                  <a:lnTo>
                    <a:pt x="90170" y="5080"/>
                  </a:lnTo>
                  <a:lnTo>
                    <a:pt x="90170" y="0"/>
                  </a:lnTo>
                  <a:lnTo>
                    <a:pt x="0" y="0"/>
                  </a:lnTo>
                  <a:lnTo>
                    <a:pt x="0" y="5080"/>
                  </a:lnTo>
                  <a:lnTo>
                    <a:pt x="0" y="8890"/>
                  </a:lnTo>
                  <a:lnTo>
                    <a:pt x="91427" y="8890"/>
                  </a:lnTo>
                  <a:lnTo>
                    <a:pt x="91427" y="5080"/>
                  </a:lnTo>
                  <a:close/>
                </a:path>
                <a:path w="254000" h="8890">
                  <a:moveTo>
                    <a:pt x="254000" y="0"/>
                  </a:moveTo>
                  <a:lnTo>
                    <a:pt x="124460" y="0"/>
                  </a:lnTo>
                  <a:lnTo>
                    <a:pt x="124460" y="8890"/>
                  </a:lnTo>
                  <a:lnTo>
                    <a:pt x="254000" y="8890"/>
                  </a:lnTo>
                  <a:lnTo>
                    <a:pt x="254000" y="0"/>
                  </a:lnTo>
                  <a:close/>
                </a:path>
              </a:pathLst>
            </a:custGeom>
            <a:solidFill>
              <a:srgbClr val="3B5C00"/>
            </a:solidFill>
          </p:spPr>
          <p:txBody>
            <a:bodyPr wrap="square" lIns="0" tIns="0" rIns="0" bIns="0" rtlCol="0"/>
            <a:lstStyle/>
            <a:p/>
          </p:txBody>
        </p:sp>
        <p:sp>
          <p:nvSpPr>
            <p:cNvPr id="1680" name="object 1680"/>
            <p:cNvSpPr/>
            <p:nvPr/>
          </p:nvSpPr>
          <p:spPr>
            <a:xfrm>
              <a:off x="5358130" y="1357629"/>
              <a:ext cx="254000" cy="7620"/>
            </a:xfrm>
            <a:custGeom>
              <a:avLst/>
              <a:gdLst/>
              <a:ahLst/>
              <a:cxnLst/>
              <a:rect l="l" t="t" r="r" b="b"/>
              <a:pathLst>
                <a:path w="254000" h="7619">
                  <a:moveTo>
                    <a:pt x="91440" y="7620"/>
                  </a:moveTo>
                  <a:lnTo>
                    <a:pt x="91427" y="0"/>
                  </a:lnTo>
                  <a:lnTo>
                    <a:pt x="0" y="0"/>
                  </a:lnTo>
                  <a:lnTo>
                    <a:pt x="0" y="7620"/>
                  </a:lnTo>
                  <a:lnTo>
                    <a:pt x="91440" y="7620"/>
                  </a:lnTo>
                  <a:close/>
                </a:path>
                <a:path w="254000" h="7619">
                  <a:moveTo>
                    <a:pt x="254000" y="0"/>
                  </a:moveTo>
                  <a:lnTo>
                    <a:pt x="124460" y="0"/>
                  </a:lnTo>
                  <a:lnTo>
                    <a:pt x="124460" y="7620"/>
                  </a:lnTo>
                  <a:lnTo>
                    <a:pt x="254000" y="7620"/>
                  </a:lnTo>
                  <a:lnTo>
                    <a:pt x="254000" y="0"/>
                  </a:lnTo>
                  <a:close/>
                </a:path>
              </a:pathLst>
            </a:custGeom>
            <a:solidFill>
              <a:srgbClr val="3C5B00"/>
            </a:solidFill>
          </p:spPr>
          <p:txBody>
            <a:bodyPr wrap="square" lIns="0" tIns="0" rIns="0" bIns="0" rtlCol="0"/>
            <a:lstStyle/>
            <a:p/>
          </p:txBody>
        </p:sp>
        <p:sp>
          <p:nvSpPr>
            <p:cNvPr id="1681" name="object 1681"/>
            <p:cNvSpPr/>
            <p:nvPr/>
          </p:nvSpPr>
          <p:spPr>
            <a:xfrm>
              <a:off x="5358130" y="1365249"/>
              <a:ext cx="254000" cy="8890"/>
            </a:xfrm>
            <a:custGeom>
              <a:avLst/>
              <a:gdLst/>
              <a:ahLst/>
              <a:cxnLst/>
              <a:rect l="l" t="t" r="r" b="b"/>
              <a:pathLst>
                <a:path w="254000" h="8890">
                  <a:moveTo>
                    <a:pt x="91440" y="0"/>
                  </a:moveTo>
                  <a:lnTo>
                    <a:pt x="0" y="0"/>
                  </a:lnTo>
                  <a:lnTo>
                    <a:pt x="0" y="7620"/>
                  </a:lnTo>
                  <a:lnTo>
                    <a:pt x="1270" y="7620"/>
                  </a:lnTo>
                  <a:lnTo>
                    <a:pt x="1270" y="8890"/>
                  </a:lnTo>
                  <a:lnTo>
                    <a:pt x="91440" y="8890"/>
                  </a:lnTo>
                  <a:lnTo>
                    <a:pt x="91440" y="7620"/>
                  </a:lnTo>
                  <a:lnTo>
                    <a:pt x="91440" y="0"/>
                  </a:lnTo>
                  <a:close/>
                </a:path>
                <a:path w="254000" h="8890">
                  <a:moveTo>
                    <a:pt x="254000" y="0"/>
                  </a:moveTo>
                  <a:lnTo>
                    <a:pt x="124460" y="0"/>
                  </a:lnTo>
                  <a:lnTo>
                    <a:pt x="124460" y="8890"/>
                  </a:lnTo>
                  <a:lnTo>
                    <a:pt x="254000" y="8890"/>
                  </a:lnTo>
                  <a:lnTo>
                    <a:pt x="254000" y="0"/>
                  </a:lnTo>
                  <a:close/>
                </a:path>
              </a:pathLst>
            </a:custGeom>
            <a:solidFill>
              <a:srgbClr val="3D5A00"/>
            </a:solidFill>
          </p:spPr>
          <p:txBody>
            <a:bodyPr wrap="square" lIns="0" tIns="0" rIns="0" bIns="0" rtlCol="0"/>
            <a:lstStyle/>
            <a:p/>
          </p:txBody>
        </p:sp>
        <p:sp>
          <p:nvSpPr>
            <p:cNvPr id="1682" name="object 1682"/>
            <p:cNvSpPr/>
            <p:nvPr/>
          </p:nvSpPr>
          <p:spPr>
            <a:xfrm>
              <a:off x="5359400" y="1374139"/>
              <a:ext cx="252729" cy="8890"/>
            </a:xfrm>
            <a:custGeom>
              <a:avLst/>
              <a:gdLst/>
              <a:ahLst/>
              <a:cxnLst/>
              <a:rect l="l" t="t" r="r" b="b"/>
              <a:pathLst>
                <a:path w="252729" h="8890">
                  <a:moveTo>
                    <a:pt x="91440" y="0"/>
                  </a:moveTo>
                  <a:lnTo>
                    <a:pt x="0" y="0"/>
                  </a:lnTo>
                  <a:lnTo>
                    <a:pt x="0" y="8890"/>
                  </a:lnTo>
                  <a:lnTo>
                    <a:pt x="91440" y="8890"/>
                  </a:lnTo>
                  <a:lnTo>
                    <a:pt x="91440" y="0"/>
                  </a:lnTo>
                  <a:close/>
                </a:path>
                <a:path w="252729" h="8890">
                  <a:moveTo>
                    <a:pt x="252730" y="0"/>
                  </a:moveTo>
                  <a:lnTo>
                    <a:pt x="123190" y="0"/>
                  </a:lnTo>
                  <a:lnTo>
                    <a:pt x="123190" y="8890"/>
                  </a:lnTo>
                  <a:lnTo>
                    <a:pt x="252730" y="8890"/>
                  </a:lnTo>
                  <a:lnTo>
                    <a:pt x="252730" y="0"/>
                  </a:lnTo>
                  <a:close/>
                </a:path>
              </a:pathLst>
            </a:custGeom>
            <a:solidFill>
              <a:srgbClr val="3E5900"/>
            </a:solidFill>
          </p:spPr>
          <p:txBody>
            <a:bodyPr wrap="square" lIns="0" tIns="0" rIns="0" bIns="0" rtlCol="0"/>
            <a:lstStyle/>
            <a:p/>
          </p:txBody>
        </p:sp>
        <p:sp>
          <p:nvSpPr>
            <p:cNvPr id="1683" name="object 1683"/>
            <p:cNvSpPr/>
            <p:nvPr/>
          </p:nvSpPr>
          <p:spPr>
            <a:xfrm>
              <a:off x="5359400" y="1383029"/>
              <a:ext cx="252729" cy="7620"/>
            </a:xfrm>
            <a:custGeom>
              <a:avLst/>
              <a:gdLst/>
              <a:ahLst/>
              <a:cxnLst/>
              <a:rect l="l" t="t" r="r" b="b"/>
              <a:pathLst>
                <a:path w="252729" h="7619">
                  <a:moveTo>
                    <a:pt x="92710" y="6350"/>
                  </a:moveTo>
                  <a:lnTo>
                    <a:pt x="91440" y="6350"/>
                  </a:lnTo>
                  <a:lnTo>
                    <a:pt x="91440" y="0"/>
                  </a:lnTo>
                  <a:lnTo>
                    <a:pt x="0" y="0"/>
                  </a:lnTo>
                  <a:lnTo>
                    <a:pt x="0" y="6350"/>
                  </a:lnTo>
                  <a:lnTo>
                    <a:pt x="0" y="7620"/>
                  </a:lnTo>
                  <a:lnTo>
                    <a:pt x="92710" y="7620"/>
                  </a:lnTo>
                  <a:lnTo>
                    <a:pt x="92710" y="6350"/>
                  </a:lnTo>
                  <a:close/>
                </a:path>
                <a:path w="252729" h="7619">
                  <a:moveTo>
                    <a:pt x="252730" y="0"/>
                  </a:moveTo>
                  <a:lnTo>
                    <a:pt x="123190" y="0"/>
                  </a:lnTo>
                  <a:lnTo>
                    <a:pt x="123190" y="7620"/>
                  </a:lnTo>
                  <a:lnTo>
                    <a:pt x="252730" y="7620"/>
                  </a:lnTo>
                  <a:lnTo>
                    <a:pt x="252730" y="0"/>
                  </a:lnTo>
                  <a:close/>
                </a:path>
              </a:pathLst>
            </a:custGeom>
            <a:solidFill>
              <a:srgbClr val="3F5800"/>
            </a:solidFill>
          </p:spPr>
          <p:txBody>
            <a:bodyPr wrap="square" lIns="0" tIns="0" rIns="0" bIns="0" rtlCol="0"/>
            <a:lstStyle/>
            <a:p/>
          </p:txBody>
        </p:sp>
        <p:sp>
          <p:nvSpPr>
            <p:cNvPr id="1684" name="object 1684"/>
            <p:cNvSpPr/>
            <p:nvPr/>
          </p:nvSpPr>
          <p:spPr>
            <a:xfrm>
              <a:off x="5359400" y="1390649"/>
              <a:ext cx="252729" cy="8890"/>
            </a:xfrm>
            <a:custGeom>
              <a:avLst/>
              <a:gdLst/>
              <a:ahLst/>
              <a:cxnLst/>
              <a:rect l="l" t="t" r="r" b="b"/>
              <a:pathLst>
                <a:path w="252729" h="8890">
                  <a:moveTo>
                    <a:pt x="93980" y="7620"/>
                  </a:moveTo>
                  <a:lnTo>
                    <a:pt x="92710" y="7620"/>
                  </a:lnTo>
                  <a:lnTo>
                    <a:pt x="92710" y="2540"/>
                  </a:lnTo>
                  <a:lnTo>
                    <a:pt x="92710" y="0"/>
                  </a:lnTo>
                  <a:lnTo>
                    <a:pt x="0" y="0"/>
                  </a:lnTo>
                  <a:lnTo>
                    <a:pt x="0" y="2540"/>
                  </a:lnTo>
                  <a:lnTo>
                    <a:pt x="1270" y="2540"/>
                  </a:lnTo>
                  <a:lnTo>
                    <a:pt x="1270" y="7620"/>
                  </a:lnTo>
                  <a:lnTo>
                    <a:pt x="1270" y="8890"/>
                  </a:lnTo>
                  <a:lnTo>
                    <a:pt x="93980" y="8890"/>
                  </a:lnTo>
                  <a:lnTo>
                    <a:pt x="93980" y="7620"/>
                  </a:lnTo>
                  <a:close/>
                </a:path>
                <a:path w="252729" h="8890">
                  <a:moveTo>
                    <a:pt x="252730" y="0"/>
                  </a:moveTo>
                  <a:lnTo>
                    <a:pt x="123190" y="0"/>
                  </a:lnTo>
                  <a:lnTo>
                    <a:pt x="123190" y="7620"/>
                  </a:lnTo>
                  <a:lnTo>
                    <a:pt x="171450" y="7620"/>
                  </a:lnTo>
                  <a:lnTo>
                    <a:pt x="171450" y="8890"/>
                  </a:lnTo>
                  <a:lnTo>
                    <a:pt x="252730" y="8890"/>
                  </a:lnTo>
                  <a:lnTo>
                    <a:pt x="252730" y="7620"/>
                  </a:lnTo>
                  <a:lnTo>
                    <a:pt x="252730" y="0"/>
                  </a:lnTo>
                  <a:close/>
                </a:path>
              </a:pathLst>
            </a:custGeom>
            <a:solidFill>
              <a:srgbClr val="405700"/>
            </a:solidFill>
          </p:spPr>
          <p:txBody>
            <a:bodyPr wrap="square" lIns="0" tIns="0" rIns="0" bIns="0" rtlCol="0"/>
            <a:lstStyle/>
            <a:p/>
          </p:txBody>
        </p:sp>
        <p:sp>
          <p:nvSpPr>
            <p:cNvPr id="1685" name="object 1685"/>
            <p:cNvSpPr/>
            <p:nvPr/>
          </p:nvSpPr>
          <p:spPr>
            <a:xfrm>
              <a:off x="5360670" y="1399539"/>
              <a:ext cx="251460" cy="7620"/>
            </a:xfrm>
            <a:custGeom>
              <a:avLst/>
              <a:gdLst/>
              <a:ahLst/>
              <a:cxnLst/>
              <a:rect l="l" t="t" r="r" b="b"/>
              <a:pathLst>
                <a:path w="251460" h="7619">
                  <a:moveTo>
                    <a:pt x="92710" y="0"/>
                  </a:moveTo>
                  <a:lnTo>
                    <a:pt x="0" y="0"/>
                  </a:lnTo>
                  <a:lnTo>
                    <a:pt x="0" y="5080"/>
                  </a:lnTo>
                  <a:lnTo>
                    <a:pt x="92710" y="5080"/>
                  </a:lnTo>
                  <a:lnTo>
                    <a:pt x="92710" y="0"/>
                  </a:lnTo>
                  <a:close/>
                </a:path>
                <a:path w="251460" h="7619">
                  <a:moveTo>
                    <a:pt x="93980" y="5080"/>
                  </a:moveTo>
                  <a:lnTo>
                    <a:pt x="92710" y="5080"/>
                  </a:lnTo>
                  <a:lnTo>
                    <a:pt x="92710" y="6350"/>
                  </a:lnTo>
                  <a:lnTo>
                    <a:pt x="0" y="6350"/>
                  </a:lnTo>
                  <a:lnTo>
                    <a:pt x="0" y="7620"/>
                  </a:lnTo>
                  <a:lnTo>
                    <a:pt x="93980" y="7620"/>
                  </a:lnTo>
                  <a:lnTo>
                    <a:pt x="93980" y="6350"/>
                  </a:lnTo>
                  <a:lnTo>
                    <a:pt x="93980" y="5080"/>
                  </a:lnTo>
                  <a:close/>
                </a:path>
                <a:path w="251460" h="7619">
                  <a:moveTo>
                    <a:pt x="251460" y="6350"/>
                  </a:moveTo>
                  <a:lnTo>
                    <a:pt x="170180" y="6350"/>
                  </a:lnTo>
                  <a:lnTo>
                    <a:pt x="170180" y="7620"/>
                  </a:lnTo>
                  <a:lnTo>
                    <a:pt x="251460" y="7620"/>
                  </a:lnTo>
                  <a:lnTo>
                    <a:pt x="251460" y="6350"/>
                  </a:lnTo>
                  <a:close/>
                </a:path>
                <a:path w="251460" h="7619">
                  <a:moveTo>
                    <a:pt x="251460" y="0"/>
                  </a:moveTo>
                  <a:lnTo>
                    <a:pt x="170180" y="0"/>
                  </a:lnTo>
                  <a:lnTo>
                    <a:pt x="170180" y="5080"/>
                  </a:lnTo>
                  <a:lnTo>
                    <a:pt x="251460" y="5080"/>
                  </a:lnTo>
                  <a:lnTo>
                    <a:pt x="251460" y="0"/>
                  </a:lnTo>
                  <a:close/>
                </a:path>
              </a:pathLst>
            </a:custGeom>
            <a:solidFill>
              <a:srgbClr val="415600"/>
            </a:solidFill>
          </p:spPr>
          <p:txBody>
            <a:bodyPr wrap="square" lIns="0" tIns="0" rIns="0" bIns="0" rtlCol="0"/>
            <a:lstStyle/>
            <a:p/>
          </p:txBody>
        </p:sp>
        <p:sp>
          <p:nvSpPr>
            <p:cNvPr id="1686" name="object 1686"/>
            <p:cNvSpPr/>
            <p:nvPr/>
          </p:nvSpPr>
          <p:spPr>
            <a:xfrm>
              <a:off x="5361940" y="1407159"/>
              <a:ext cx="250190" cy="8890"/>
            </a:xfrm>
            <a:custGeom>
              <a:avLst/>
              <a:gdLst/>
              <a:ahLst/>
              <a:cxnLst/>
              <a:rect l="l" t="t" r="r" b="b"/>
              <a:pathLst>
                <a:path w="250189" h="8890">
                  <a:moveTo>
                    <a:pt x="93967" y="6350"/>
                  </a:moveTo>
                  <a:lnTo>
                    <a:pt x="92710" y="6350"/>
                  </a:lnTo>
                  <a:lnTo>
                    <a:pt x="92710" y="0"/>
                  </a:lnTo>
                  <a:lnTo>
                    <a:pt x="0" y="0"/>
                  </a:lnTo>
                  <a:lnTo>
                    <a:pt x="0" y="6350"/>
                  </a:lnTo>
                  <a:lnTo>
                    <a:pt x="0" y="8890"/>
                  </a:lnTo>
                  <a:lnTo>
                    <a:pt x="93967" y="8890"/>
                  </a:lnTo>
                  <a:lnTo>
                    <a:pt x="93967" y="6350"/>
                  </a:lnTo>
                  <a:close/>
                </a:path>
                <a:path w="250189" h="8890">
                  <a:moveTo>
                    <a:pt x="250190" y="0"/>
                  </a:moveTo>
                  <a:lnTo>
                    <a:pt x="168910" y="0"/>
                  </a:lnTo>
                  <a:lnTo>
                    <a:pt x="168910" y="8890"/>
                  </a:lnTo>
                  <a:lnTo>
                    <a:pt x="250190" y="8890"/>
                  </a:lnTo>
                  <a:lnTo>
                    <a:pt x="250190" y="0"/>
                  </a:lnTo>
                  <a:close/>
                </a:path>
              </a:pathLst>
            </a:custGeom>
            <a:solidFill>
              <a:srgbClr val="425500"/>
            </a:solidFill>
          </p:spPr>
          <p:txBody>
            <a:bodyPr wrap="square" lIns="0" tIns="0" rIns="0" bIns="0" rtlCol="0"/>
            <a:lstStyle/>
            <a:p/>
          </p:txBody>
        </p:sp>
        <p:sp>
          <p:nvSpPr>
            <p:cNvPr id="1687" name="object 1687"/>
            <p:cNvSpPr/>
            <p:nvPr/>
          </p:nvSpPr>
          <p:spPr>
            <a:xfrm>
              <a:off x="5361940" y="1416049"/>
              <a:ext cx="250190" cy="7620"/>
            </a:xfrm>
            <a:custGeom>
              <a:avLst/>
              <a:gdLst/>
              <a:ahLst/>
              <a:cxnLst/>
              <a:rect l="l" t="t" r="r" b="b"/>
              <a:pathLst>
                <a:path w="250189" h="7619">
                  <a:moveTo>
                    <a:pt x="95250" y="3810"/>
                  </a:moveTo>
                  <a:lnTo>
                    <a:pt x="93967" y="3810"/>
                  </a:lnTo>
                  <a:lnTo>
                    <a:pt x="93967" y="0"/>
                  </a:lnTo>
                  <a:lnTo>
                    <a:pt x="0" y="0"/>
                  </a:lnTo>
                  <a:lnTo>
                    <a:pt x="0" y="3810"/>
                  </a:lnTo>
                  <a:lnTo>
                    <a:pt x="0" y="5080"/>
                  </a:lnTo>
                  <a:lnTo>
                    <a:pt x="1270" y="5080"/>
                  </a:lnTo>
                  <a:lnTo>
                    <a:pt x="1270" y="7620"/>
                  </a:lnTo>
                  <a:lnTo>
                    <a:pt x="95250" y="7620"/>
                  </a:lnTo>
                  <a:lnTo>
                    <a:pt x="95250" y="5080"/>
                  </a:lnTo>
                  <a:lnTo>
                    <a:pt x="95250" y="3810"/>
                  </a:lnTo>
                  <a:close/>
                </a:path>
                <a:path w="250189" h="7619">
                  <a:moveTo>
                    <a:pt x="250190" y="0"/>
                  </a:moveTo>
                  <a:lnTo>
                    <a:pt x="168910" y="0"/>
                  </a:lnTo>
                  <a:lnTo>
                    <a:pt x="168910" y="7620"/>
                  </a:lnTo>
                  <a:lnTo>
                    <a:pt x="250190" y="7620"/>
                  </a:lnTo>
                  <a:lnTo>
                    <a:pt x="250190" y="0"/>
                  </a:lnTo>
                  <a:close/>
                </a:path>
              </a:pathLst>
            </a:custGeom>
            <a:solidFill>
              <a:srgbClr val="435400"/>
            </a:solidFill>
          </p:spPr>
          <p:txBody>
            <a:bodyPr wrap="square" lIns="0" tIns="0" rIns="0" bIns="0" rtlCol="0"/>
            <a:lstStyle/>
            <a:p/>
          </p:txBody>
        </p:sp>
        <p:sp>
          <p:nvSpPr>
            <p:cNvPr id="1688" name="object 1688"/>
            <p:cNvSpPr/>
            <p:nvPr/>
          </p:nvSpPr>
          <p:spPr>
            <a:xfrm>
              <a:off x="5363210" y="1423669"/>
              <a:ext cx="248920" cy="8890"/>
            </a:xfrm>
            <a:custGeom>
              <a:avLst/>
              <a:gdLst/>
              <a:ahLst/>
              <a:cxnLst/>
              <a:rect l="l" t="t" r="r" b="b"/>
              <a:pathLst>
                <a:path w="248920" h="8890">
                  <a:moveTo>
                    <a:pt x="95250" y="3810"/>
                  </a:moveTo>
                  <a:lnTo>
                    <a:pt x="93980" y="3810"/>
                  </a:lnTo>
                  <a:lnTo>
                    <a:pt x="93980" y="0"/>
                  </a:lnTo>
                  <a:lnTo>
                    <a:pt x="0" y="0"/>
                  </a:lnTo>
                  <a:lnTo>
                    <a:pt x="0" y="3810"/>
                  </a:lnTo>
                  <a:lnTo>
                    <a:pt x="0" y="8890"/>
                  </a:lnTo>
                  <a:lnTo>
                    <a:pt x="95250" y="8890"/>
                  </a:lnTo>
                  <a:lnTo>
                    <a:pt x="95250" y="3810"/>
                  </a:lnTo>
                  <a:close/>
                </a:path>
                <a:path w="248920" h="8890">
                  <a:moveTo>
                    <a:pt x="248920" y="0"/>
                  </a:moveTo>
                  <a:lnTo>
                    <a:pt x="167640" y="0"/>
                  </a:lnTo>
                  <a:lnTo>
                    <a:pt x="167640" y="8890"/>
                  </a:lnTo>
                  <a:lnTo>
                    <a:pt x="248920" y="8890"/>
                  </a:lnTo>
                  <a:lnTo>
                    <a:pt x="248920" y="0"/>
                  </a:lnTo>
                  <a:close/>
                </a:path>
              </a:pathLst>
            </a:custGeom>
            <a:solidFill>
              <a:srgbClr val="445300"/>
            </a:solidFill>
          </p:spPr>
          <p:txBody>
            <a:bodyPr wrap="square" lIns="0" tIns="0" rIns="0" bIns="0" rtlCol="0"/>
            <a:lstStyle/>
            <a:p/>
          </p:txBody>
        </p:sp>
        <p:sp>
          <p:nvSpPr>
            <p:cNvPr id="1689" name="object 1689"/>
            <p:cNvSpPr/>
            <p:nvPr/>
          </p:nvSpPr>
          <p:spPr>
            <a:xfrm>
              <a:off x="5363210" y="1432559"/>
              <a:ext cx="248920" cy="7620"/>
            </a:xfrm>
            <a:custGeom>
              <a:avLst/>
              <a:gdLst/>
              <a:ahLst/>
              <a:cxnLst/>
              <a:rect l="l" t="t" r="r" b="b"/>
              <a:pathLst>
                <a:path w="248920" h="7619">
                  <a:moveTo>
                    <a:pt x="96520" y="0"/>
                  </a:moveTo>
                  <a:lnTo>
                    <a:pt x="0" y="0"/>
                  </a:lnTo>
                  <a:lnTo>
                    <a:pt x="0" y="1270"/>
                  </a:lnTo>
                  <a:lnTo>
                    <a:pt x="1270" y="1270"/>
                  </a:lnTo>
                  <a:lnTo>
                    <a:pt x="1270" y="3810"/>
                  </a:lnTo>
                  <a:lnTo>
                    <a:pt x="96520" y="3810"/>
                  </a:lnTo>
                  <a:lnTo>
                    <a:pt x="96520" y="1270"/>
                  </a:lnTo>
                  <a:lnTo>
                    <a:pt x="96520" y="0"/>
                  </a:lnTo>
                  <a:close/>
                </a:path>
                <a:path w="248920" h="7619">
                  <a:moveTo>
                    <a:pt x="99047" y="6350"/>
                  </a:moveTo>
                  <a:lnTo>
                    <a:pt x="97790" y="6350"/>
                  </a:lnTo>
                  <a:lnTo>
                    <a:pt x="97790" y="5080"/>
                  </a:lnTo>
                  <a:lnTo>
                    <a:pt x="1270" y="5080"/>
                  </a:lnTo>
                  <a:lnTo>
                    <a:pt x="1270" y="6350"/>
                  </a:lnTo>
                  <a:lnTo>
                    <a:pt x="1270" y="7620"/>
                  </a:lnTo>
                  <a:lnTo>
                    <a:pt x="99047" y="7620"/>
                  </a:lnTo>
                  <a:lnTo>
                    <a:pt x="99047" y="6350"/>
                  </a:lnTo>
                  <a:close/>
                </a:path>
                <a:path w="248920" h="7619">
                  <a:moveTo>
                    <a:pt x="248920" y="5080"/>
                  </a:moveTo>
                  <a:lnTo>
                    <a:pt x="167640" y="5080"/>
                  </a:lnTo>
                  <a:lnTo>
                    <a:pt x="167640" y="3810"/>
                  </a:lnTo>
                  <a:lnTo>
                    <a:pt x="166370" y="3810"/>
                  </a:lnTo>
                  <a:lnTo>
                    <a:pt x="166370" y="5080"/>
                  </a:lnTo>
                  <a:lnTo>
                    <a:pt x="166370" y="7620"/>
                  </a:lnTo>
                  <a:lnTo>
                    <a:pt x="248920" y="7620"/>
                  </a:lnTo>
                  <a:lnTo>
                    <a:pt x="248920" y="5080"/>
                  </a:lnTo>
                  <a:close/>
                </a:path>
                <a:path w="248920" h="7619">
                  <a:moveTo>
                    <a:pt x="248920" y="0"/>
                  </a:moveTo>
                  <a:lnTo>
                    <a:pt x="167640" y="0"/>
                  </a:lnTo>
                  <a:lnTo>
                    <a:pt x="167640" y="3810"/>
                  </a:lnTo>
                  <a:lnTo>
                    <a:pt x="248920" y="3810"/>
                  </a:lnTo>
                  <a:lnTo>
                    <a:pt x="248920" y="0"/>
                  </a:lnTo>
                  <a:close/>
                </a:path>
              </a:pathLst>
            </a:custGeom>
            <a:solidFill>
              <a:srgbClr val="455200"/>
            </a:solidFill>
          </p:spPr>
          <p:txBody>
            <a:bodyPr wrap="square" lIns="0" tIns="0" rIns="0" bIns="0" rtlCol="0"/>
            <a:lstStyle/>
            <a:p/>
          </p:txBody>
        </p:sp>
        <p:sp>
          <p:nvSpPr>
            <p:cNvPr id="1690" name="object 1690"/>
            <p:cNvSpPr/>
            <p:nvPr/>
          </p:nvSpPr>
          <p:spPr>
            <a:xfrm>
              <a:off x="5364480" y="1440179"/>
              <a:ext cx="247650" cy="8890"/>
            </a:xfrm>
            <a:custGeom>
              <a:avLst/>
              <a:gdLst/>
              <a:ahLst/>
              <a:cxnLst/>
              <a:rect l="l" t="t" r="r" b="b"/>
              <a:pathLst>
                <a:path w="247650" h="8890">
                  <a:moveTo>
                    <a:pt x="99060" y="2540"/>
                  </a:moveTo>
                  <a:lnTo>
                    <a:pt x="97777" y="2540"/>
                  </a:lnTo>
                  <a:lnTo>
                    <a:pt x="97777" y="0"/>
                  </a:lnTo>
                  <a:lnTo>
                    <a:pt x="0" y="0"/>
                  </a:lnTo>
                  <a:lnTo>
                    <a:pt x="0" y="2540"/>
                  </a:lnTo>
                  <a:lnTo>
                    <a:pt x="0" y="5080"/>
                  </a:lnTo>
                  <a:lnTo>
                    <a:pt x="99060" y="5080"/>
                  </a:lnTo>
                  <a:lnTo>
                    <a:pt x="99060" y="2540"/>
                  </a:lnTo>
                  <a:close/>
                </a:path>
                <a:path w="247650" h="8890">
                  <a:moveTo>
                    <a:pt x="100330" y="6350"/>
                  </a:moveTo>
                  <a:lnTo>
                    <a:pt x="1270" y="6350"/>
                  </a:lnTo>
                  <a:lnTo>
                    <a:pt x="1270" y="8890"/>
                  </a:lnTo>
                  <a:lnTo>
                    <a:pt x="100330" y="8890"/>
                  </a:lnTo>
                  <a:lnTo>
                    <a:pt x="100330" y="6350"/>
                  </a:lnTo>
                  <a:close/>
                </a:path>
                <a:path w="247650" h="8890">
                  <a:moveTo>
                    <a:pt x="247650" y="6350"/>
                  </a:moveTo>
                  <a:lnTo>
                    <a:pt x="161290" y="6350"/>
                  </a:lnTo>
                  <a:lnTo>
                    <a:pt x="161290" y="5080"/>
                  </a:lnTo>
                  <a:lnTo>
                    <a:pt x="160020" y="5080"/>
                  </a:lnTo>
                  <a:lnTo>
                    <a:pt x="160020" y="6350"/>
                  </a:lnTo>
                  <a:lnTo>
                    <a:pt x="160020" y="8890"/>
                  </a:lnTo>
                  <a:lnTo>
                    <a:pt x="247650" y="8890"/>
                  </a:lnTo>
                  <a:lnTo>
                    <a:pt x="247650" y="6350"/>
                  </a:lnTo>
                  <a:close/>
                </a:path>
                <a:path w="247650" h="8890">
                  <a:moveTo>
                    <a:pt x="247650" y="0"/>
                  </a:moveTo>
                  <a:lnTo>
                    <a:pt x="163830" y="0"/>
                  </a:lnTo>
                  <a:lnTo>
                    <a:pt x="163830" y="2540"/>
                  </a:lnTo>
                  <a:lnTo>
                    <a:pt x="162560" y="2540"/>
                  </a:lnTo>
                  <a:lnTo>
                    <a:pt x="162560" y="5080"/>
                  </a:lnTo>
                  <a:lnTo>
                    <a:pt x="247650" y="5080"/>
                  </a:lnTo>
                  <a:lnTo>
                    <a:pt x="247650" y="2540"/>
                  </a:lnTo>
                  <a:lnTo>
                    <a:pt x="247650" y="0"/>
                  </a:lnTo>
                  <a:close/>
                </a:path>
              </a:pathLst>
            </a:custGeom>
            <a:solidFill>
              <a:srgbClr val="465100"/>
            </a:solidFill>
          </p:spPr>
          <p:txBody>
            <a:bodyPr wrap="square" lIns="0" tIns="0" rIns="0" bIns="0" rtlCol="0"/>
            <a:lstStyle/>
            <a:p/>
          </p:txBody>
        </p:sp>
        <p:sp>
          <p:nvSpPr>
            <p:cNvPr id="1691" name="object 1691"/>
            <p:cNvSpPr/>
            <p:nvPr/>
          </p:nvSpPr>
          <p:spPr>
            <a:xfrm>
              <a:off x="5365750" y="1449069"/>
              <a:ext cx="246379" cy="7620"/>
            </a:xfrm>
            <a:custGeom>
              <a:avLst/>
              <a:gdLst/>
              <a:ahLst/>
              <a:cxnLst/>
              <a:rect l="l" t="t" r="r" b="b"/>
              <a:pathLst>
                <a:path w="246379" h="7619">
                  <a:moveTo>
                    <a:pt x="100330" y="0"/>
                  </a:moveTo>
                  <a:lnTo>
                    <a:pt x="99060" y="0"/>
                  </a:lnTo>
                  <a:lnTo>
                    <a:pt x="99060" y="1270"/>
                  </a:lnTo>
                  <a:lnTo>
                    <a:pt x="0" y="1270"/>
                  </a:lnTo>
                  <a:lnTo>
                    <a:pt x="0" y="2540"/>
                  </a:lnTo>
                  <a:lnTo>
                    <a:pt x="100330" y="2540"/>
                  </a:lnTo>
                  <a:lnTo>
                    <a:pt x="100330" y="1270"/>
                  </a:lnTo>
                  <a:lnTo>
                    <a:pt x="100330" y="0"/>
                  </a:lnTo>
                  <a:close/>
                </a:path>
                <a:path w="246379" h="7619">
                  <a:moveTo>
                    <a:pt x="101600" y="2540"/>
                  </a:moveTo>
                  <a:lnTo>
                    <a:pt x="100330" y="2540"/>
                  </a:lnTo>
                  <a:lnTo>
                    <a:pt x="100330" y="3810"/>
                  </a:lnTo>
                  <a:lnTo>
                    <a:pt x="0" y="3810"/>
                  </a:lnTo>
                  <a:lnTo>
                    <a:pt x="0" y="6350"/>
                  </a:lnTo>
                  <a:lnTo>
                    <a:pt x="101600" y="6350"/>
                  </a:lnTo>
                  <a:lnTo>
                    <a:pt x="101600" y="3810"/>
                  </a:lnTo>
                  <a:lnTo>
                    <a:pt x="101600" y="2540"/>
                  </a:lnTo>
                  <a:close/>
                </a:path>
                <a:path w="246379" h="7619">
                  <a:moveTo>
                    <a:pt x="154940" y="6350"/>
                  </a:moveTo>
                  <a:lnTo>
                    <a:pt x="153670" y="6350"/>
                  </a:lnTo>
                  <a:lnTo>
                    <a:pt x="153670" y="7620"/>
                  </a:lnTo>
                  <a:lnTo>
                    <a:pt x="154940" y="7620"/>
                  </a:lnTo>
                  <a:lnTo>
                    <a:pt x="154940" y="6350"/>
                  </a:lnTo>
                  <a:close/>
                </a:path>
                <a:path w="246379" h="7619">
                  <a:moveTo>
                    <a:pt x="246380" y="3810"/>
                  </a:moveTo>
                  <a:lnTo>
                    <a:pt x="154940" y="3810"/>
                  </a:lnTo>
                  <a:lnTo>
                    <a:pt x="154940" y="6350"/>
                  </a:lnTo>
                  <a:lnTo>
                    <a:pt x="246380" y="6350"/>
                  </a:lnTo>
                  <a:lnTo>
                    <a:pt x="246380" y="3810"/>
                  </a:lnTo>
                  <a:close/>
                </a:path>
                <a:path w="246379" h="7619">
                  <a:moveTo>
                    <a:pt x="246380" y="1270"/>
                  </a:moveTo>
                  <a:lnTo>
                    <a:pt x="157480" y="1270"/>
                  </a:lnTo>
                  <a:lnTo>
                    <a:pt x="157480" y="2540"/>
                  </a:lnTo>
                  <a:lnTo>
                    <a:pt x="246380" y="2540"/>
                  </a:lnTo>
                  <a:lnTo>
                    <a:pt x="246380" y="1270"/>
                  </a:lnTo>
                  <a:close/>
                </a:path>
              </a:pathLst>
            </a:custGeom>
            <a:solidFill>
              <a:srgbClr val="475000"/>
            </a:solidFill>
          </p:spPr>
          <p:txBody>
            <a:bodyPr wrap="square" lIns="0" tIns="0" rIns="0" bIns="0" rtlCol="0"/>
            <a:lstStyle/>
            <a:p/>
          </p:txBody>
        </p:sp>
        <p:sp>
          <p:nvSpPr>
            <p:cNvPr id="1692" name="object 1692"/>
            <p:cNvSpPr/>
            <p:nvPr/>
          </p:nvSpPr>
          <p:spPr>
            <a:xfrm>
              <a:off x="5365750" y="1456689"/>
              <a:ext cx="246379" cy="8890"/>
            </a:xfrm>
            <a:custGeom>
              <a:avLst/>
              <a:gdLst/>
              <a:ahLst/>
              <a:cxnLst/>
              <a:rect l="l" t="t" r="r" b="b"/>
              <a:pathLst>
                <a:path w="246379" h="8890">
                  <a:moveTo>
                    <a:pt x="102870" y="0"/>
                  </a:moveTo>
                  <a:lnTo>
                    <a:pt x="0" y="0"/>
                  </a:lnTo>
                  <a:lnTo>
                    <a:pt x="0" y="1270"/>
                  </a:lnTo>
                  <a:lnTo>
                    <a:pt x="102870" y="1270"/>
                  </a:lnTo>
                  <a:lnTo>
                    <a:pt x="102870" y="0"/>
                  </a:lnTo>
                  <a:close/>
                </a:path>
                <a:path w="246379" h="8890">
                  <a:moveTo>
                    <a:pt x="105410" y="2540"/>
                  </a:moveTo>
                  <a:lnTo>
                    <a:pt x="1270" y="2540"/>
                  </a:lnTo>
                  <a:lnTo>
                    <a:pt x="1270" y="5080"/>
                  </a:lnTo>
                  <a:lnTo>
                    <a:pt x="105410" y="5080"/>
                  </a:lnTo>
                  <a:lnTo>
                    <a:pt x="105410" y="2540"/>
                  </a:lnTo>
                  <a:close/>
                </a:path>
                <a:path w="246379" h="8890">
                  <a:moveTo>
                    <a:pt x="106680" y="6350"/>
                  </a:moveTo>
                  <a:lnTo>
                    <a:pt x="1270" y="6350"/>
                  </a:lnTo>
                  <a:lnTo>
                    <a:pt x="1270" y="7620"/>
                  </a:lnTo>
                  <a:lnTo>
                    <a:pt x="106680" y="7620"/>
                  </a:lnTo>
                  <a:lnTo>
                    <a:pt x="106680" y="6350"/>
                  </a:lnTo>
                  <a:close/>
                </a:path>
                <a:path w="246379" h="8890">
                  <a:moveTo>
                    <a:pt x="109220" y="7620"/>
                  </a:moveTo>
                  <a:lnTo>
                    <a:pt x="107950" y="7620"/>
                  </a:lnTo>
                  <a:lnTo>
                    <a:pt x="107950" y="8890"/>
                  </a:lnTo>
                  <a:lnTo>
                    <a:pt x="109220" y="8890"/>
                  </a:lnTo>
                  <a:lnTo>
                    <a:pt x="109220" y="7620"/>
                  </a:lnTo>
                  <a:close/>
                </a:path>
                <a:path w="246379" h="8890">
                  <a:moveTo>
                    <a:pt x="147320" y="7620"/>
                  </a:moveTo>
                  <a:lnTo>
                    <a:pt x="146050" y="7620"/>
                  </a:lnTo>
                  <a:lnTo>
                    <a:pt x="146050" y="8890"/>
                  </a:lnTo>
                  <a:lnTo>
                    <a:pt x="147320" y="8890"/>
                  </a:lnTo>
                  <a:lnTo>
                    <a:pt x="147320" y="7620"/>
                  </a:lnTo>
                  <a:close/>
                </a:path>
                <a:path w="246379" h="8890">
                  <a:moveTo>
                    <a:pt x="246380" y="6350"/>
                  </a:moveTo>
                  <a:lnTo>
                    <a:pt x="148590" y="6350"/>
                  </a:lnTo>
                  <a:lnTo>
                    <a:pt x="148590" y="5080"/>
                  </a:lnTo>
                  <a:lnTo>
                    <a:pt x="147320" y="5080"/>
                  </a:lnTo>
                  <a:lnTo>
                    <a:pt x="147320" y="6350"/>
                  </a:lnTo>
                  <a:lnTo>
                    <a:pt x="147320" y="7620"/>
                  </a:lnTo>
                  <a:lnTo>
                    <a:pt x="246380" y="7620"/>
                  </a:lnTo>
                  <a:lnTo>
                    <a:pt x="246380" y="6350"/>
                  </a:lnTo>
                  <a:close/>
                </a:path>
                <a:path w="246379" h="8890">
                  <a:moveTo>
                    <a:pt x="246380" y="2540"/>
                  </a:moveTo>
                  <a:lnTo>
                    <a:pt x="152400" y="2540"/>
                  </a:lnTo>
                  <a:lnTo>
                    <a:pt x="152400" y="1270"/>
                  </a:lnTo>
                  <a:lnTo>
                    <a:pt x="151130" y="1270"/>
                  </a:lnTo>
                  <a:lnTo>
                    <a:pt x="151130" y="2540"/>
                  </a:lnTo>
                  <a:lnTo>
                    <a:pt x="149860" y="2540"/>
                  </a:lnTo>
                  <a:lnTo>
                    <a:pt x="149860" y="5080"/>
                  </a:lnTo>
                  <a:lnTo>
                    <a:pt x="246380" y="5080"/>
                  </a:lnTo>
                  <a:lnTo>
                    <a:pt x="246380" y="2540"/>
                  </a:lnTo>
                  <a:close/>
                </a:path>
                <a:path w="246379" h="8890">
                  <a:moveTo>
                    <a:pt x="246380" y="0"/>
                  </a:moveTo>
                  <a:lnTo>
                    <a:pt x="153670" y="0"/>
                  </a:lnTo>
                  <a:lnTo>
                    <a:pt x="153670" y="1270"/>
                  </a:lnTo>
                  <a:lnTo>
                    <a:pt x="246380" y="1270"/>
                  </a:lnTo>
                  <a:lnTo>
                    <a:pt x="246380" y="0"/>
                  </a:lnTo>
                  <a:close/>
                </a:path>
              </a:pathLst>
            </a:custGeom>
            <a:solidFill>
              <a:srgbClr val="484F00"/>
            </a:solidFill>
          </p:spPr>
          <p:txBody>
            <a:bodyPr wrap="square" lIns="0" tIns="0" rIns="0" bIns="0" rtlCol="0"/>
            <a:lstStyle/>
            <a:p/>
          </p:txBody>
        </p:sp>
        <p:sp>
          <p:nvSpPr>
            <p:cNvPr id="1693" name="object 1693"/>
            <p:cNvSpPr/>
            <p:nvPr/>
          </p:nvSpPr>
          <p:spPr>
            <a:xfrm>
              <a:off x="5367020" y="1465579"/>
              <a:ext cx="245110" cy="8890"/>
            </a:xfrm>
            <a:custGeom>
              <a:avLst/>
              <a:gdLst/>
              <a:ahLst/>
              <a:cxnLst/>
              <a:rect l="l" t="t" r="r" b="b"/>
              <a:pathLst>
                <a:path w="245110" h="8890">
                  <a:moveTo>
                    <a:pt x="107950" y="0"/>
                  </a:moveTo>
                  <a:lnTo>
                    <a:pt x="0" y="0"/>
                  </a:lnTo>
                  <a:lnTo>
                    <a:pt x="0" y="2540"/>
                  </a:lnTo>
                  <a:lnTo>
                    <a:pt x="107950" y="2540"/>
                  </a:lnTo>
                  <a:lnTo>
                    <a:pt x="107950" y="0"/>
                  </a:lnTo>
                  <a:close/>
                </a:path>
                <a:path w="245110" h="8890">
                  <a:moveTo>
                    <a:pt x="111760" y="2540"/>
                  </a:moveTo>
                  <a:lnTo>
                    <a:pt x="110490" y="2540"/>
                  </a:lnTo>
                  <a:lnTo>
                    <a:pt x="110490" y="3810"/>
                  </a:lnTo>
                  <a:lnTo>
                    <a:pt x="0" y="3810"/>
                  </a:lnTo>
                  <a:lnTo>
                    <a:pt x="0" y="5080"/>
                  </a:lnTo>
                  <a:lnTo>
                    <a:pt x="111760" y="5080"/>
                  </a:lnTo>
                  <a:lnTo>
                    <a:pt x="111760" y="3810"/>
                  </a:lnTo>
                  <a:lnTo>
                    <a:pt x="111760" y="2540"/>
                  </a:lnTo>
                  <a:close/>
                </a:path>
                <a:path w="245110" h="8890">
                  <a:moveTo>
                    <a:pt x="115570" y="6350"/>
                  </a:moveTo>
                  <a:lnTo>
                    <a:pt x="114287" y="6350"/>
                  </a:lnTo>
                  <a:lnTo>
                    <a:pt x="114287" y="5080"/>
                  </a:lnTo>
                  <a:lnTo>
                    <a:pt x="113030" y="5080"/>
                  </a:lnTo>
                  <a:lnTo>
                    <a:pt x="113030" y="6350"/>
                  </a:lnTo>
                  <a:lnTo>
                    <a:pt x="1270" y="6350"/>
                  </a:lnTo>
                  <a:lnTo>
                    <a:pt x="1270" y="8890"/>
                  </a:lnTo>
                  <a:lnTo>
                    <a:pt x="115570" y="8890"/>
                  </a:lnTo>
                  <a:lnTo>
                    <a:pt x="115570" y="6350"/>
                  </a:lnTo>
                  <a:close/>
                </a:path>
                <a:path w="245110" h="8890">
                  <a:moveTo>
                    <a:pt x="245110" y="6350"/>
                  </a:moveTo>
                  <a:lnTo>
                    <a:pt x="137160" y="6350"/>
                  </a:lnTo>
                  <a:lnTo>
                    <a:pt x="137160" y="5080"/>
                  </a:lnTo>
                  <a:lnTo>
                    <a:pt x="135890" y="5080"/>
                  </a:lnTo>
                  <a:lnTo>
                    <a:pt x="135890" y="6350"/>
                  </a:lnTo>
                  <a:lnTo>
                    <a:pt x="132080" y="6350"/>
                  </a:lnTo>
                  <a:lnTo>
                    <a:pt x="132080" y="8890"/>
                  </a:lnTo>
                  <a:lnTo>
                    <a:pt x="245110" y="8890"/>
                  </a:lnTo>
                  <a:lnTo>
                    <a:pt x="245110" y="6350"/>
                  </a:lnTo>
                  <a:close/>
                </a:path>
                <a:path w="245110" h="8890">
                  <a:moveTo>
                    <a:pt x="245110" y="3810"/>
                  </a:moveTo>
                  <a:lnTo>
                    <a:pt x="142240" y="3810"/>
                  </a:lnTo>
                  <a:lnTo>
                    <a:pt x="142240" y="2540"/>
                  </a:lnTo>
                  <a:lnTo>
                    <a:pt x="139700" y="2540"/>
                  </a:lnTo>
                  <a:lnTo>
                    <a:pt x="139700" y="3810"/>
                  </a:lnTo>
                  <a:lnTo>
                    <a:pt x="139700" y="5080"/>
                  </a:lnTo>
                  <a:lnTo>
                    <a:pt x="245110" y="5080"/>
                  </a:lnTo>
                  <a:lnTo>
                    <a:pt x="245110" y="3810"/>
                  </a:lnTo>
                  <a:close/>
                </a:path>
                <a:path w="245110" h="8890">
                  <a:moveTo>
                    <a:pt x="245110" y="0"/>
                  </a:moveTo>
                  <a:lnTo>
                    <a:pt x="143510" y="0"/>
                  </a:lnTo>
                  <a:lnTo>
                    <a:pt x="143510" y="2540"/>
                  </a:lnTo>
                  <a:lnTo>
                    <a:pt x="245110" y="2540"/>
                  </a:lnTo>
                  <a:lnTo>
                    <a:pt x="245110" y="0"/>
                  </a:lnTo>
                  <a:close/>
                </a:path>
              </a:pathLst>
            </a:custGeom>
            <a:solidFill>
              <a:srgbClr val="494E00"/>
            </a:solidFill>
          </p:spPr>
          <p:txBody>
            <a:bodyPr wrap="square" lIns="0" tIns="0" rIns="0" bIns="0" rtlCol="0"/>
            <a:lstStyle/>
            <a:p/>
          </p:txBody>
        </p:sp>
        <p:sp>
          <p:nvSpPr>
            <p:cNvPr id="1694" name="object 1694"/>
            <p:cNvSpPr/>
            <p:nvPr/>
          </p:nvSpPr>
          <p:spPr>
            <a:xfrm>
              <a:off x="5368290" y="1474469"/>
              <a:ext cx="243840" cy="7620"/>
            </a:xfrm>
            <a:custGeom>
              <a:avLst/>
              <a:gdLst/>
              <a:ahLst/>
              <a:cxnLst/>
              <a:rect l="l" t="t" r="r" b="b"/>
              <a:pathLst>
                <a:path w="243839" h="7619">
                  <a:moveTo>
                    <a:pt x="243840" y="1270"/>
                  </a:moveTo>
                  <a:lnTo>
                    <a:pt x="128270" y="1270"/>
                  </a:lnTo>
                  <a:lnTo>
                    <a:pt x="128270" y="0"/>
                  </a:lnTo>
                  <a:lnTo>
                    <a:pt x="125730" y="0"/>
                  </a:lnTo>
                  <a:lnTo>
                    <a:pt x="125730" y="1270"/>
                  </a:lnTo>
                  <a:lnTo>
                    <a:pt x="125730" y="2540"/>
                  </a:lnTo>
                  <a:lnTo>
                    <a:pt x="121920" y="2540"/>
                  </a:lnTo>
                  <a:lnTo>
                    <a:pt x="121920" y="1270"/>
                  </a:lnTo>
                  <a:lnTo>
                    <a:pt x="121920" y="0"/>
                  </a:lnTo>
                  <a:lnTo>
                    <a:pt x="119367" y="0"/>
                  </a:lnTo>
                  <a:lnTo>
                    <a:pt x="119367" y="1270"/>
                  </a:lnTo>
                  <a:lnTo>
                    <a:pt x="0" y="1270"/>
                  </a:lnTo>
                  <a:lnTo>
                    <a:pt x="0" y="2540"/>
                  </a:lnTo>
                  <a:lnTo>
                    <a:pt x="0" y="3810"/>
                  </a:lnTo>
                  <a:lnTo>
                    <a:pt x="1270" y="3810"/>
                  </a:lnTo>
                  <a:lnTo>
                    <a:pt x="1270" y="7620"/>
                  </a:lnTo>
                  <a:lnTo>
                    <a:pt x="243840" y="7620"/>
                  </a:lnTo>
                  <a:lnTo>
                    <a:pt x="243840" y="3810"/>
                  </a:lnTo>
                  <a:lnTo>
                    <a:pt x="243840" y="2540"/>
                  </a:lnTo>
                  <a:lnTo>
                    <a:pt x="243840" y="1270"/>
                  </a:lnTo>
                  <a:close/>
                </a:path>
              </a:pathLst>
            </a:custGeom>
            <a:solidFill>
              <a:srgbClr val="4A4D00"/>
            </a:solidFill>
          </p:spPr>
          <p:txBody>
            <a:bodyPr wrap="square" lIns="0" tIns="0" rIns="0" bIns="0" rtlCol="0"/>
            <a:lstStyle/>
            <a:p/>
          </p:txBody>
        </p:sp>
        <p:sp>
          <p:nvSpPr>
            <p:cNvPr id="1695" name="object 1695"/>
            <p:cNvSpPr/>
            <p:nvPr/>
          </p:nvSpPr>
          <p:spPr>
            <a:xfrm>
              <a:off x="5369560" y="1482089"/>
              <a:ext cx="242570" cy="8890"/>
            </a:xfrm>
            <a:custGeom>
              <a:avLst/>
              <a:gdLst/>
              <a:ahLst/>
              <a:cxnLst/>
              <a:rect l="l" t="t" r="r" b="b"/>
              <a:pathLst>
                <a:path w="242570" h="8890">
                  <a:moveTo>
                    <a:pt x="242570" y="0"/>
                  </a:moveTo>
                  <a:lnTo>
                    <a:pt x="0" y="0"/>
                  </a:lnTo>
                  <a:lnTo>
                    <a:pt x="0" y="5080"/>
                  </a:lnTo>
                  <a:lnTo>
                    <a:pt x="1270" y="5080"/>
                  </a:lnTo>
                  <a:lnTo>
                    <a:pt x="1270" y="8890"/>
                  </a:lnTo>
                  <a:lnTo>
                    <a:pt x="242570" y="8890"/>
                  </a:lnTo>
                  <a:lnTo>
                    <a:pt x="242570" y="5080"/>
                  </a:lnTo>
                  <a:lnTo>
                    <a:pt x="242570" y="0"/>
                  </a:lnTo>
                  <a:close/>
                </a:path>
              </a:pathLst>
            </a:custGeom>
            <a:solidFill>
              <a:srgbClr val="4B4C00"/>
            </a:solidFill>
          </p:spPr>
          <p:txBody>
            <a:bodyPr wrap="square" lIns="0" tIns="0" rIns="0" bIns="0" rtlCol="0"/>
            <a:lstStyle/>
            <a:p/>
          </p:txBody>
        </p:sp>
        <p:sp>
          <p:nvSpPr>
            <p:cNvPr id="1696" name="object 1696"/>
            <p:cNvSpPr/>
            <p:nvPr/>
          </p:nvSpPr>
          <p:spPr>
            <a:xfrm>
              <a:off x="5370830" y="1490979"/>
              <a:ext cx="241300" cy="7620"/>
            </a:xfrm>
            <a:custGeom>
              <a:avLst/>
              <a:gdLst/>
              <a:ahLst/>
              <a:cxnLst/>
              <a:rect l="l" t="t" r="r" b="b"/>
              <a:pathLst>
                <a:path w="241300" h="7619">
                  <a:moveTo>
                    <a:pt x="241300" y="0"/>
                  </a:moveTo>
                  <a:lnTo>
                    <a:pt x="0" y="0"/>
                  </a:lnTo>
                  <a:lnTo>
                    <a:pt x="0" y="5080"/>
                  </a:lnTo>
                  <a:lnTo>
                    <a:pt x="1270" y="5080"/>
                  </a:lnTo>
                  <a:lnTo>
                    <a:pt x="1270" y="7620"/>
                  </a:lnTo>
                  <a:lnTo>
                    <a:pt x="241300" y="7620"/>
                  </a:lnTo>
                  <a:lnTo>
                    <a:pt x="241300" y="5080"/>
                  </a:lnTo>
                  <a:lnTo>
                    <a:pt x="241300" y="0"/>
                  </a:lnTo>
                  <a:close/>
                </a:path>
              </a:pathLst>
            </a:custGeom>
            <a:solidFill>
              <a:srgbClr val="4C4B00"/>
            </a:solidFill>
          </p:spPr>
          <p:txBody>
            <a:bodyPr wrap="square" lIns="0" tIns="0" rIns="0" bIns="0" rtlCol="0"/>
            <a:lstStyle/>
            <a:p/>
          </p:txBody>
        </p:sp>
        <p:sp>
          <p:nvSpPr>
            <p:cNvPr id="1697" name="object 1697"/>
            <p:cNvSpPr/>
            <p:nvPr/>
          </p:nvSpPr>
          <p:spPr>
            <a:xfrm>
              <a:off x="5372100" y="1498599"/>
              <a:ext cx="240029" cy="8890"/>
            </a:xfrm>
            <a:custGeom>
              <a:avLst/>
              <a:gdLst/>
              <a:ahLst/>
              <a:cxnLst/>
              <a:rect l="l" t="t" r="r" b="b"/>
              <a:pathLst>
                <a:path w="240029" h="8890">
                  <a:moveTo>
                    <a:pt x="240030" y="5080"/>
                  </a:moveTo>
                  <a:lnTo>
                    <a:pt x="1270" y="5080"/>
                  </a:lnTo>
                  <a:lnTo>
                    <a:pt x="1270" y="8890"/>
                  </a:lnTo>
                  <a:lnTo>
                    <a:pt x="240030" y="8890"/>
                  </a:lnTo>
                  <a:lnTo>
                    <a:pt x="240030" y="5080"/>
                  </a:lnTo>
                  <a:close/>
                </a:path>
                <a:path w="240029" h="8890">
                  <a:moveTo>
                    <a:pt x="240030" y="0"/>
                  </a:moveTo>
                  <a:lnTo>
                    <a:pt x="0" y="0"/>
                  </a:lnTo>
                  <a:lnTo>
                    <a:pt x="0" y="3810"/>
                  </a:lnTo>
                  <a:lnTo>
                    <a:pt x="0" y="5080"/>
                  </a:lnTo>
                  <a:lnTo>
                    <a:pt x="1270" y="5080"/>
                  </a:lnTo>
                  <a:lnTo>
                    <a:pt x="1270" y="3810"/>
                  </a:lnTo>
                  <a:lnTo>
                    <a:pt x="240030" y="3810"/>
                  </a:lnTo>
                  <a:lnTo>
                    <a:pt x="240030" y="0"/>
                  </a:lnTo>
                  <a:close/>
                </a:path>
              </a:pathLst>
            </a:custGeom>
            <a:solidFill>
              <a:srgbClr val="4D4A00"/>
            </a:solidFill>
          </p:spPr>
          <p:txBody>
            <a:bodyPr wrap="square" lIns="0" tIns="0" rIns="0" bIns="0" rtlCol="0"/>
            <a:lstStyle/>
            <a:p/>
          </p:txBody>
        </p:sp>
        <p:sp>
          <p:nvSpPr>
            <p:cNvPr id="1698" name="object 1698"/>
            <p:cNvSpPr/>
            <p:nvPr/>
          </p:nvSpPr>
          <p:spPr>
            <a:xfrm>
              <a:off x="5373370" y="1507489"/>
              <a:ext cx="238760" cy="7620"/>
            </a:xfrm>
            <a:custGeom>
              <a:avLst/>
              <a:gdLst/>
              <a:ahLst/>
              <a:cxnLst/>
              <a:rect l="l" t="t" r="r" b="b"/>
              <a:pathLst>
                <a:path w="238760" h="7619">
                  <a:moveTo>
                    <a:pt x="238760" y="0"/>
                  </a:moveTo>
                  <a:lnTo>
                    <a:pt x="0" y="0"/>
                  </a:lnTo>
                  <a:lnTo>
                    <a:pt x="0" y="2540"/>
                  </a:lnTo>
                  <a:lnTo>
                    <a:pt x="1270" y="2540"/>
                  </a:lnTo>
                  <a:lnTo>
                    <a:pt x="1270" y="7620"/>
                  </a:lnTo>
                  <a:lnTo>
                    <a:pt x="238760" y="7620"/>
                  </a:lnTo>
                  <a:lnTo>
                    <a:pt x="238760" y="2540"/>
                  </a:lnTo>
                  <a:lnTo>
                    <a:pt x="238760" y="0"/>
                  </a:lnTo>
                  <a:close/>
                </a:path>
              </a:pathLst>
            </a:custGeom>
            <a:solidFill>
              <a:srgbClr val="4E4900"/>
            </a:solidFill>
          </p:spPr>
          <p:txBody>
            <a:bodyPr wrap="square" lIns="0" tIns="0" rIns="0" bIns="0" rtlCol="0"/>
            <a:lstStyle/>
            <a:p/>
          </p:txBody>
        </p:sp>
        <p:sp>
          <p:nvSpPr>
            <p:cNvPr id="1699" name="object 1699"/>
            <p:cNvSpPr/>
            <p:nvPr/>
          </p:nvSpPr>
          <p:spPr>
            <a:xfrm>
              <a:off x="5374640" y="1515109"/>
              <a:ext cx="237490" cy="8890"/>
            </a:xfrm>
            <a:custGeom>
              <a:avLst/>
              <a:gdLst/>
              <a:ahLst/>
              <a:cxnLst/>
              <a:rect l="l" t="t" r="r" b="b"/>
              <a:pathLst>
                <a:path w="237489" h="8890">
                  <a:moveTo>
                    <a:pt x="237490" y="0"/>
                  </a:moveTo>
                  <a:lnTo>
                    <a:pt x="0" y="0"/>
                  </a:lnTo>
                  <a:lnTo>
                    <a:pt x="0" y="1270"/>
                  </a:lnTo>
                  <a:lnTo>
                    <a:pt x="1270" y="1270"/>
                  </a:lnTo>
                  <a:lnTo>
                    <a:pt x="1270" y="6350"/>
                  </a:lnTo>
                  <a:lnTo>
                    <a:pt x="2540" y="6350"/>
                  </a:lnTo>
                  <a:lnTo>
                    <a:pt x="2540" y="8890"/>
                  </a:lnTo>
                  <a:lnTo>
                    <a:pt x="237490" y="8890"/>
                  </a:lnTo>
                  <a:lnTo>
                    <a:pt x="237490" y="6350"/>
                  </a:lnTo>
                  <a:lnTo>
                    <a:pt x="237490" y="1270"/>
                  </a:lnTo>
                  <a:lnTo>
                    <a:pt x="237490" y="0"/>
                  </a:lnTo>
                  <a:close/>
                </a:path>
              </a:pathLst>
            </a:custGeom>
            <a:solidFill>
              <a:srgbClr val="4F4800"/>
            </a:solidFill>
          </p:spPr>
          <p:txBody>
            <a:bodyPr wrap="square" lIns="0" tIns="0" rIns="0" bIns="0" rtlCol="0"/>
            <a:lstStyle/>
            <a:p/>
          </p:txBody>
        </p:sp>
        <p:sp>
          <p:nvSpPr>
            <p:cNvPr id="1700" name="object 1700"/>
            <p:cNvSpPr/>
            <p:nvPr/>
          </p:nvSpPr>
          <p:spPr>
            <a:xfrm>
              <a:off x="5377180" y="1523999"/>
              <a:ext cx="234950" cy="7620"/>
            </a:xfrm>
            <a:custGeom>
              <a:avLst/>
              <a:gdLst/>
              <a:ahLst/>
              <a:cxnLst/>
              <a:rect l="l" t="t" r="r" b="b"/>
              <a:pathLst>
                <a:path w="234950" h="7619">
                  <a:moveTo>
                    <a:pt x="234950" y="0"/>
                  </a:moveTo>
                  <a:lnTo>
                    <a:pt x="0" y="0"/>
                  </a:lnTo>
                  <a:lnTo>
                    <a:pt x="0" y="3810"/>
                  </a:lnTo>
                  <a:lnTo>
                    <a:pt x="1270" y="3810"/>
                  </a:lnTo>
                  <a:lnTo>
                    <a:pt x="1270" y="7620"/>
                  </a:lnTo>
                  <a:lnTo>
                    <a:pt x="234950" y="7620"/>
                  </a:lnTo>
                  <a:lnTo>
                    <a:pt x="234950" y="3810"/>
                  </a:lnTo>
                  <a:lnTo>
                    <a:pt x="234950" y="0"/>
                  </a:lnTo>
                  <a:close/>
                </a:path>
              </a:pathLst>
            </a:custGeom>
            <a:solidFill>
              <a:srgbClr val="504700"/>
            </a:solidFill>
          </p:spPr>
          <p:txBody>
            <a:bodyPr wrap="square" lIns="0" tIns="0" rIns="0" bIns="0" rtlCol="0"/>
            <a:lstStyle/>
            <a:p/>
          </p:txBody>
        </p:sp>
        <p:sp>
          <p:nvSpPr>
            <p:cNvPr id="1701" name="object 1701"/>
            <p:cNvSpPr/>
            <p:nvPr/>
          </p:nvSpPr>
          <p:spPr>
            <a:xfrm>
              <a:off x="5378450" y="1531619"/>
              <a:ext cx="233679" cy="8890"/>
            </a:xfrm>
            <a:custGeom>
              <a:avLst/>
              <a:gdLst/>
              <a:ahLst/>
              <a:cxnLst/>
              <a:rect l="l" t="t" r="r" b="b"/>
              <a:pathLst>
                <a:path w="233679" h="8890">
                  <a:moveTo>
                    <a:pt x="233680" y="0"/>
                  </a:moveTo>
                  <a:lnTo>
                    <a:pt x="0" y="0"/>
                  </a:lnTo>
                  <a:lnTo>
                    <a:pt x="0" y="1270"/>
                  </a:lnTo>
                  <a:lnTo>
                    <a:pt x="1270" y="1270"/>
                  </a:lnTo>
                  <a:lnTo>
                    <a:pt x="1270" y="7620"/>
                  </a:lnTo>
                  <a:lnTo>
                    <a:pt x="2540" y="7620"/>
                  </a:lnTo>
                  <a:lnTo>
                    <a:pt x="2540" y="8890"/>
                  </a:lnTo>
                  <a:lnTo>
                    <a:pt x="233680" y="8890"/>
                  </a:lnTo>
                  <a:lnTo>
                    <a:pt x="233680" y="7620"/>
                  </a:lnTo>
                  <a:lnTo>
                    <a:pt x="233680" y="1270"/>
                  </a:lnTo>
                  <a:lnTo>
                    <a:pt x="233680" y="0"/>
                  </a:lnTo>
                  <a:close/>
                </a:path>
              </a:pathLst>
            </a:custGeom>
            <a:solidFill>
              <a:srgbClr val="514600"/>
            </a:solidFill>
          </p:spPr>
          <p:txBody>
            <a:bodyPr wrap="square" lIns="0" tIns="0" rIns="0" bIns="0" rtlCol="0"/>
            <a:lstStyle/>
            <a:p/>
          </p:txBody>
        </p:sp>
        <p:sp>
          <p:nvSpPr>
            <p:cNvPr id="1702" name="object 1702"/>
            <p:cNvSpPr/>
            <p:nvPr/>
          </p:nvSpPr>
          <p:spPr>
            <a:xfrm>
              <a:off x="5380990" y="1540509"/>
              <a:ext cx="231140" cy="7620"/>
            </a:xfrm>
            <a:custGeom>
              <a:avLst/>
              <a:gdLst/>
              <a:ahLst/>
              <a:cxnLst/>
              <a:rect l="l" t="t" r="r" b="b"/>
              <a:pathLst>
                <a:path w="231139" h="7619">
                  <a:moveTo>
                    <a:pt x="231140" y="0"/>
                  </a:moveTo>
                  <a:lnTo>
                    <a:pt x="0" y="0"/>
                  </a:lnTo>
                  <a:lnTo>
                    <a:pt x="0" y="6350"/>
                  </a:lnTo>
                  <a:lnTo>
                    <a:pt x="1270" y="6350"/>
                  </a:lnTo>
                  <a:lnTo>
                    <a:pt x="1270" y="7620"/>
                  </a:lnTo>
                  <a:lnTo>
                    <a:pt x="231140" y="7620"/>
                  </a:lnTo>
                  <a:lnTo>
                    <a:pt x="231140" y="6350"/>
                  </a:lnTo>
                  <a:lnTo>
                    <a:pt x="231140" y="0"/>
                  </a:lnTo>
                  <a:close/>
                </a:path>
              </a:pathLst>
            </a:custGeom>
            <a:solidFill>
              <a:srgbClr val="524500"/>
            </a:solidFill>
          </p:spPr>
          <p:txBody>
            <a:bodyPr wrap="square" lIns="0" tIns="0" rIns="0" bIns="0" rtlCol="0"/>
            <a:lstStyle/>
            <a:p/>
          </p:txBody>
        </p:sp>
        <p:sp>
          <p:nvSpPr>
            <p:cNvPr id="1703" name="object 1703"/>
            <p:cNvSpPr/>
            <p:nvPr/>
          </p:nvSpPr>
          <p:spPr>
            <a:xfrm>
              <a:off x="5382260" y="1548129"/>
              <a:ext cx="229870" cy="8890"/>
            </a:xfrm>
            <a:custGeom>
              <a:avLst/>
              <a:gdLst/>
              <a:ahLst/>
              <a:cxnLst/>
              <a:rect l="l" t="t" r="r" b="b"/>
              <a:pathLst>
                <a:path w="229870" h="8890">
                  <a:moveTo>
                    <a:pt x="229870" y="0"/>
                  </a:moveTo>
                  <a:lnTo>
                    <a:pt x="0" y="0"/>
                  </a:lnTo>
                  <a:lnTo>
                    <a:pt x="0" y="5080"/>
                  </a:lnTo>
                  <a:lnTo>
                    <a:pt x="1270" y="5080"/>
                  </a:lnTo>
                  <a:lnTo>
                    <a:pt x="1270" y="8890"/>
                  </a:lnTo>
                  <a:lnTo>
                    <a:pt x="229870" y="8890"/>
                  </a:lnTo>
                  <a:lnTo>
                    <a:pt x="229870" y="5080"/>
                  </a:lnTo>
                  <a:lnTo>
                    <a:pt x="229870" y="0"/>
                  </a:lnTo>
                  <a:close/>
                </a:path>
              </a:pathLst>
            </a:custGeom>
            <a:solidFill>
              <a:srgbClr val="534400"/>
            </a:solidFill>
          </p:spPr>
          <p:txBody>
            <a:bodyPr wrap="square" lIns="0" tIns="0" rIns="0" bIns="0" rtlCol="0"/>
            <a:lstStyle/>
            <a:p/>
          </p:txBody>
        </p:sp>
        <p:sp>
          <p:nvSpPr>
            <p:cNvPr id="1704" name="object 1704"/>
            <p:cNvSpPr/>
            <p:nvPr/>
          </p:nvSpPr>
          <p:spPr>
            <a:xfrm>
              <a:off x="5383530" y="1557019"/>
              <a:ext cx="228600" cy="8890"/>
            </a:xfrm>
            <a:custGeom>
              <a:avLst/>
              <a:gdLst/>
              <a:ahLst/>
              <a:cxnLst/>
              <a:rect l="l" t="t" r="r" b="b"/>
              <a:pathLst>
                <a:path w="228600" h="8890">
                  <a:moveTo>
                    <a:pt x="228600" y="0"/>
                  </a:moveTo>
                  <a:lnTo>
                    <a:pt x="0" y="0"/>
                  </a:lnTo>
                  <a:lnTo>
                    <a:pt x="0" y="1270"/>
                  </a:lnTo>
                  <a:lnTo>
                    <a:pt x="1270" y="1270"/>
                  </a:lnTo>
                  <a:lnTo>
                    <a:pt x="1270" y="3810"/>
                  </a:lnTo>
                  <a:lnTo>
                    <a:pt x="1270" y="5080"/>
                  </a:lnTo>
                  <a:lnTo>
                    <a:pt x="2540" y="5080"/>
                  </a:lnTo>
                  <a:lnTo>
                    <a:pt x="2540" y="6350"/>
                  </a:lnTo>
                  <a:lnTo>
                    <a:pt x="2540" y="8890"/>
                  </a:lnTo>
                  <a:lnTo>
                    <a:pt x="224790" y="8890"/>
                  </a:lnTo>
                  <a:lnTo>
                    <a:pt x="224790" y="6350"/>
                  </a:lnTo>
                  <a:lnTo>
                    <a:pt x="226060" y="6350"/>
                  </a:lnTo>
                  <a:lnTo>
                    <a:pt x="226060" y="5080"/>
                  </a:lnTo>
                  <a:lnTo>
                    <a:pt x="226060" y="3810"/>
                  </a:lnTo>
                  <a:lnTo>
                    <a:pt x="227330" y="3810"/>
                  </a:lnTo>
                  <a:lnTo>
                    <a:pt x="227330" y="1270"/>
                  </a:lnTo>
                  <a:lnTo>
                    <a:pt x="228600" y="1270"/>
                  </a:lnTo>
                  <a:lnTo>
                    <a:pt x="228600" y="0"/>
                  </a:lnTo>
                  <a:close/>
                </a:path>
              </a:pathLst>
            </a:custGeom>
            <a:solidFill>
              <a:srgbClr val="544300"/>
            </a:solidFill>
          </p:spPr>
          <p:txBody>
            <a:bodyPr wrap="square" lIns="0" tIns="0" rIns="0" bIns="0" rtlCol="0"/>
            <a:lstStyle/>
            <a:p/>
          </p:txBody>
        </p:sp>
        <p:sp>
          <p:nvSpPr>
            <p:cNvPr id="1705" name="object 1705"/>
            <p:cNvSpPr/>
            <p:nvPr/>
          </p:nvSpPr>
          <p:spPr>
            <a:xfrm>
              <a:off x="5386070" y="1565909"/>
              <a:ext cx="220979" cy="7620"/>
            </a:xfrm>
            <a:custGeom>
              <a:avLst/>
              <a:gdLst/>
              <a:ahLst/>
              <a:cxnLst/>
              <a:rect l="l" t="t" r="r" b="b"/>
              <a:pathLst>
                <a:path w="220979" h="7619">
                  <a:moveTo>
                    <a:pt x="220980" y="0"/>
                  </a:moveTo>
                  <a:lnTo>
                    <a:pt x="0" y="0"/>
                  </a:lnTo>
                  <a:lnTo>
                    <a:pt x="0" y="1270"/>
                  </a:lnTo>
                  <a:lnTo>
                    <a:pt x="1270" y="1270"/>
                  </a:lnTo>
                  <a:lnTo>
                    <a:pt x="1270" y="2540"/>
                  </a:lnTo>
                  <a:lnTo>
                    <a:pt x="1270" y="5080"/>
                  </a:lnTo>
                  <a:lnTo>
                    <a:pt x="2540" y="5080"/>
                  </a:lnTo>
                  <a:lnTo>
                    <a:pt x="2540" y="7620"/>
                  </a:lnTo>
                  <a:lnTo>
                    <a:pt x="218440" y="7620"/>
                  </a:lnTo>
                  <a:lnTo>
                    <a:pt x="218440" y="5080"/>
                  </a:lnTo>
                  <a:lnTo>
                    <a:pt x="219710" y="5080"/>
                  </a:lnTo>
                  <a:lnTo>
                    <a:pt x="219710" y="2540"/>
                  </a:lnTo>
                  <a:lnTo>
                    <a:pt x="220980" y="2540"/>
                  </a:lnTo>
                  <a:lnTo>
                    <a:pt x="220980" y="1270"/>
                  </a:lnTo>
                  <a:lnTo>
                    <a:pt x="220980" y="0"/>
                  </a:lnTo>
                  <a:close/>
                </a:path>
              </a:pathLst>
            </a:custGeom>
            <a:solidFill>
              <a:srgbClr val="554200"/>
            </a:solidFill>
          </p:spPr>
          <p:txBody>
            <a:bodyPr wrap="square" lIns="0" tIns="0" rIns="0" bIns="0" rtlCol="0"/>
            <a:lstStyle/>
            <a:p/>
          </p:txBody>
        </p:sp>
        <p:sp>
          <p:nvSpPr>
            <p:cNvPr id="1706" name="object 1706"/>
            <p:cNvSpPr/>
            <p:nvPr/>
          </p:nvSpPr>
          <p:spPr>
            <a:xfrm>
              <a:off x="5388610" y="1573529"/>
              <a:ext cx="214629" cy="8890"/>
            </a:xfrm>
            <a:custGeom>
              <a:avLst/>
              <a:gdLst/>
              <a:ahLst/>
              <a:cxnLst/>
              <a:rect l="l" t="t" r="r" b="b"/>
              <a:pathLst>
                <a:path w="214629" h="8890">
                  <a:moveTo>
                    <a:pt x="214630" y="0"/>
                  </a:moveTo>
                  <a:lnTo>
                    <a:pt x="0" y="0"/>
                  </a:lnTo>
                  <a:lnTo>
                    <a:pt x="0" y="1270"/>
                  </a:lnTo>
                  <a:lnTo>
                    <a:pt x="1270" y="1270"/>
                  </a:lnTo>
                  <a:lnTo>
                    <a:pt x="1270" y="2540"/>
                  </a:lnTo>
                  <a:lnTo>
                    <a:pt x="1270" y="5080"/>
                  </a:lnTo>
                  <a:lnTo>
                    <a:pt x="2540" y="5080"/>
                  </a:lnTo>
                  <a:lnTo>
                    <a:pt x="2540" y="7620"/>
                  </a:lnTo>
                  <a:lnTo>
                    <a:pt x="2540" y="8890"/>
                  </a:lnTo>
                  <a:lnTo>
                    <a:pt x="210820" y="8890"/>
                  </a:lnTo>
                  <a:lnTo>
                    <a:pt x="210820" y="7620"/>
                  </a:lnTo>
                  <a:lnTo>
                    <a:pt x="212090" y="7620"/>
                  </a:lnTo>
                  <a:lnTo>
                    <a:pt x="212090" y="5080"/>
                  </a:lnTo>
                  <a:lnTo>
                    <a:pt x="213347" y="5080"/>
                  </a:lnTo>
                  <a:lnTo>
                    <a:pt x="213347" y="2540"/>
                  </a:lnTo>
                  <a:lnTo>
                    <a:pt x="214630" y="2540"/>
                  </a:lnTo>
                  <a:lnTo>
                    <a:pt x="214630" y="1270"/>
                  </a:lnTo>
                  <a:lnTo>
                    <a:pt x="214630" y="0"/>
                  </a:lnTo>
                  <a:close/>
                </a:path>
              </a:pathLst>
            </a:custGeom>
            <a:solidFill>
              <a:srgbClr val="564100"/>
            </a:solidFill>
          </p:spPr>
          <p:txBody>
            <a:bodyPr wrap="square" lIns="0" tIns="0" rIns="0" bIns="0" rtlCol="0"/>
            <a:lstStyle/>
            <a:p/>
          </p:txBody>
        </p:sp>
        <p:sp>
          <p:nvSpPr>
            <p:cNvPr id="1707" name="object 1707"/>
            <p:cNvSpPr/>
            <p:nvPr/>
          </p:nvSpPr>
          <p:spPr>
            <a:xfrm>
              <a:off x="5391150" y="1582419"/>
              <a:ext cx="208279" cy="7620"/>
            </a:xfrm>
            <a:custGeom>
              <a:avLst/>
              <a:gdLst/>
              <a:ahLst/>
              <a:cxnLst/>
              <a:rect l="l" t="t" r="r" b="b"/>
              <a:pathLst>
                <a:path w="208279" h="7619">
                  <a:moveTo>
                    <a:pt x="208280" y="0"/>
                  </a:moveTo>
                  <a:lnTo>
                    <a:pt x="0" y="0"/>
                  </a:lnTo>
                  <a:lnTo>
                    <a:pt x="0" y="1270"/>
                  </a:lnTo>
                  <a:lnTo>
                    <a:pt x="1270" y="1270"/>
                  </a:lnTo>
                  <a:lnTo>
                    <a:pt x="1270" y="3810"/>
                  </a:lnTo>
                  <a:lnTo>
                    <a:pt x="1270" y="5080"/>
                  </a:lnTo>
                  <a:lnTo>
                    <a:pt x="2540" y="5080"/>
                  </a:lnTo>
                  <a:lnTo>
                    <a:pt x="2540" y="6350"/>
                  </a:lnTo>
                  <a:lnTo>
                    <a:pt x="2540" y="7620"/>
                  </a:lnTo>
                  <a:lnTo>
                    <a:pt x="204457" y="7620"/>
                  </a:lnTo>
                  <a:lnTo>
                    <a:pt x="204457" y="6350"/>
                  </a:lnTo>
                  <a:lnTo>
                    <a:pt x="205740" y="6350"/>
                  </a:lnTo>
                  <a:lnTo>
                    <a:pt x="205740" y="5080"/>
                  </a:lnTo>
                  <a:lnTo>
                    <a:pt x="205740" y="3810"/>
                  </a:lnTo>
                  <a:lnTo>
                    <a:pt x="207010" y="3810"/>
                  </a:lnTo>
                  <a:lnTo>
                    <a:pt x="207010" y="1270"/>
                  </a:lnTo>
                  <a:lnTo>
                    <a:pt x="208280" y="1270"/>
                  </a:lnTo>
                  <a:lnTo>
                    <a:pt x="208280" y="0"/>
                  </a:lnTo>
                  <a:close/>
                </a:path>
              </a:pathLst>
            </a:custGeom>
            <a:solidFill>
              <a:srgbClr val="574000"/>
            </a:solidFill>
          </p:spPr>
          <p:txBody>
            <a:bodyPr wrap="square" lIns="0" tIns="0" rIns="0" bIns="0" rtlCol="0"/>
            <a:lstStyle/>
            <a:p/>
          </p:txBody>
        </p:sp>
        <p:sp>
          <p:nvSpPr>
            <p:cNvPr id="1708" name="object 1708"/>
            <p:cNvSpPr/>
            <p:nvPr/>
          </p:nvSpPr>
          <p:spPr>
            <a:xfrm>
              <a:off x="5393690" y="1590039"/>
              <a:ext cx="201930" cy="8890"/>
            </a:xfrm>
            <a:custGeom>
              <a:avLst/>
              <a:gdLst/>
              <a:ahLst/>
              <a:cxnLst/>
              <a:rect l="l" t="t" r="r" b="b"/>
              <a:pathLst>
                <a:path w="201929" h="8890">
                  <a:moveTo>
                    <a:pt x="201917" y="0"/>
                  </a:moveTo>
                  <a:lnTo>
                    <a:pt x="0" y="0"/>
                  </a:lnTo>
                  <a:lnTo>
                    <a:pt x="0" y="2540"/>
                  </a:lnTo>
                  <a:lnTo>
                    <a:pt x="1270" y="2540"/>
                  </a:lnTo>
                  <a:lnTo>
                    <a:pt x="1270" y="5080"/>
                  </a:lnTo>
                  <a:lnTo>
                    <a:pt x="1270" y="6350"/>
                  </a:lnTo>
                  <a:lnTo>
                    <a:pt x="2540" y="6350"/>
                  </a:lnTo>
                  <a:lnTo>
                    <a:pt x="2540" y="7620"/>
                  </a:lnTo>
                  <a:lnTo>
                    <a:pt x="2540" y="8890"/>
                  </a:lnTo>
                  <a:lnTo>
                    <a:pt x="198107" y="8890"/>
                  </a:lnTo>
                  <a:lnTo>
                    <a:pt x="198107" y="7620"/>
                  </a:lnTo>
                  <a:lnTo>
                    <a:pt x="199390" y="7620"/>
                  </a:lnTo>
                  <a:lnTo>
                    <a:pt x="199390" y="6350"/>
                  </a:lnTo>
                  <a:lnTo>
                    <a:pt x="199390" y="5080"/>
                  </a:lnTo>
                  <a:lnTo>
                    <a:pt x="200660" y="5080"/>
                  </a:lnTo>
                  <a:lnTo>
                    <a:pt x="200660" y="2540"/>
                  </a:lnTo>
                  <a:lnTo>
                    <a:pt x="201917" y="2540"/>
                  </a:lnTo>
                  <a:lnTo>
                    <a:pt x="201917" y="0"/>
                  </a:lnTo>
                  <a:close/>
                </a:path>
              </a:pathLst>
            </a:custGeom>
            <a:solidFill>
              <a:srgbClr val="583F00"/>
            </a:solidFill>
          </p:spPr>
          <p:txBody>
            <a:bodyPr wrap="square" lIns="0" tIns="0" rIns="0" bIns="0" rtlCol="0"/>
            <a:lstStyle/>
            <a:p/>
          </p:txBody>
        </p:sp>
        <p:sp>
          <p:nvSpPr>
            <p:cNvPr id="1709" name="object 1709"/>
            <p:cNvSpPr/>
            <p:nvPr/>
          </p:nvSpPr>
          <p:spPr>
            <a:xfrm>
              <a:off x="5397500" y="1598929"/>
              <a:ext cx="194310" cy="7620"/>
            </a:xfrm>
            <a:custGeom>
              <a:avLst/>
              <a:gdLst/>
              <a:ahLst/>
              <a:cxnLst/>
              <a:rect l="l" t="t" r="r" b="b"/>
              <a:pathLst>
                <a:path w="194310" h="7619">
                  <a:moveTo>
                    <a:pt x="190500" y="6362"/>
                  </a:moveTo>
                  <a:lnTo>
                    <a:pt x="2540" y="6362"/>
                  </a:lnTo>
                  <a:lnTo>
                    <a:pt x="2540" y="7620"/>
                  </a:lnTo>
                  <a:lnTo>
                    <a:pt x="190500" y="7620"/>
                  </a:lnTo>
                  <a:lnTo>
                    <a:pt x="190500" y="6362"/>
                  </a:lnTo>
                  <a:close/>
                </a:path>
                <a:path w="194310" h="7619">
                  <a:moveTo>
                    <a:pt x="194297" y="0"/>
                  </a:moveTo>
                  <a:lnTo>
                    <a:pt x="0" y="0"/>
                  </a:lnTo>
                  <a:lnTo>
                    <a:pt x="0" y="1270"/>
                  </a:lnTo>
                  <a:lnTo>
                    <a:pt x="0" y="3810"/>
                  </a:lnTo>
                  <a:lnTo>
                    <a:pt x="1270" y="3810"/>
                  </a:lnTo>
                  <a:lnTo>
                    <a:pt x="1270" y="6350"/>
                  </a:lnTo>
                  <a:lnTo>
                    <a:pt x="191770" y="6350"/>
                  </a:lnTo>
                  <a:lnTo>
                    <a:pt x="191770" y="3810"/>
                  </a:lnTo>
                  <a:lnTo>
                    <a:pt x="193040" y="3810"/>
                  </a:lnTo>
                  <a:lnTo>
                    <a:pt x="193040" y="1270"/>
                  </a:lnTo>
                  <a:lnTo>
                    <a:pt x="194297" y="1270"/>
                  </a:lnTo>
                  <a:lnTo>
                    <a:pt x="194297" y="0"/>
                  </a:lnTo>
                  <a:close/>
                </a:path>
              </a:pathLst>
            </a:custGeom>
            <a:solidFill>
              <a:srgbClr val="593E00"/>
            </a:solidFill>
          </p:spPr>
          <p:txBody>
            <a:bodyPr wrap="square" lIns="0" tIns="0" rIns="0" bIns="0" rtlCol="0"/>
            <a:lstStyle/>
            <a:p/>
          </p:txBody>
        </p:sp>
        <p:sp>
          <p:nvSpPr>
            <p:cNvPr id="1710" name="object 1710"/>
            <p:cNvSpPr/>
            <p:nvPr/>
          </p:nvSpPr>
          <p:spPr>
            <a:xfrm>
              <a:off x="5400040" y="1606549"/>
              <a:ext cx="187960" cy="8890"/>
            </a:xfrm>
            <a:custGeom>
              <a:avLst/>
              <a:gdLst/>
              <a:ahLst/>
              <a:cxnLst/>
              <a:rect l="l" t="t" r="r" b="b"/>
              <a:pathLst>
                <a:path w="187960" h="8890">
                  <a:moveTo>
                    <a:pt x="184150" y="5092"/>
                  </a:moveTo>
                  <a:lnTo>
                    <a:pt x="2540" y="5092"/>
                  </a:lnTo>
                  <a:lnTo>
                    <a:pt x="2540" y="7620"/>
                  </a:lnTo>
                  <a:lnTo>
                    <a:pt x="3810" y="7620"/>
                  </a:lnTo>
                  <a:lnTo>
                    <a:pt x="3810" y="8890"/>
                  </a:lnTo>
                  <a:lnTo>
                    <a:pt x="182880" y="8890"/>
                  </a:lnTo>
                  <a:lnTo>
                    <a:pt x="182880" y="7620"/>
                  </a:lnTo>
                  <a:lnTo>
                    <a:pt x="184150" y="7620"/>
                  </a:lnTo>
                  <a:lnTo>
                    <a:pt x="184150" y="5092"/>
                  </a:lnTo>
                  <a:close/>
                </a:path>
                <a:path w="187960" h="8890">
                  <a:moveTo>
                    <a:pt x="187960" y="0"/>
                  </a:moveTo>
                  <a:lnTo>
                    <a:pt x="0" y="0"/>
                  </a:lnTo>
                  <a:lnTo>
                    <a:pt x="0" y="1270"/>
                  </a:lnTo>
                  <a:lnTo>
                    <a:pt x="1270" y="1270"/>
                  </a:lnTo>
                  <a:lnTo>
                    <a:pt x="1270" y="3810"/>
                  </a:lnTo>
                  <a:lnTo>
                    <a:pt x="1270" y="5080"/>
                  </a:lnTo>
                  <a:lnTo>
                    <a:pt x="185420" y="5080"/>
                  </a:lnTo>
                  <a:lnTo>
                    <a:pt x="185420" y="3810"/>
                  </a:lnTo>
                  <a:lnTo>
                    <a:pt x="186690" y="3810"/>
                  </a:lnTo>
                  <a:lnTo>
                    <a:pt x="186690" y="1270"/>
                  </a:lnTo>
                  <a:lnTo>
                    <a:pt x="187960" y="1270"/>
                  </a:lnTo>
                  <a:lnTo>
                    <a:pt x="187960" y="0"/>
                  </a:lnTo>
                  <a:close/>
                </a:path>
              </a:pathLst>
            </a:custGeom>
            <a:solidFill>
              <a:srgbClr val="5A3D00"/>
            </a:solidFill>
          </p:spPr>
          <p:txBody>
            <a:bodyPr wrap="square" lIns="0" tIns="0" rIns="0" bIns="0" rtlCol="0"/>
            <a:lstStyle/>
            <a:p/>
          </p:txBody>
        </p:sp>
        <p:sp>
          <p:nvSpPr>
            <p:cNvPr id="1711" name="object 1711"/>
            <p:cNvSpPr/>
            <p:nvPr/>
          </p:nvSpPr>
          <p:spPr>
            <a:xfrm>
              <a:off x="5403850" y="1615439"/>
              <a:ext cx="179070" cy="7620"/>
            </a:xfrm>
            <a:custGeom>
              <a:avLst/>
              <a:gdLst/>
              <a:ahLst/>
              <a:cxnLst/>
              <a:rect l="l" t="t" r="r" b="b"/>
              <a:pathLst>
                <a:path w="179070" h="7619">
                  <a:moveTo>
                    <a:pt x="176530" y="2667"/>
                  </a:moveTo>
                  <a:lnTo>
                    <a:pt x="1270" y="2667"/>
                  </a:lnTo>
                  <a:lnTo>
                    <a:pt x="1270" y="5080"/>
                  </a:lnTo>
                  <a:lnTo>
                    <a:pt x="2540" y="5080"/>
                  </a:lnTo>
                  <a:lnTo>
                    <a:pt x="2540" y="6350"/>
                  </a:lnTo>
                  <a:lnTo>
                    <a:pt x="2540" y="7620"/>
                  </a:lnTo>
                  <a:lnTo>
                    <a:pt x="173990" y="7620"/>
                  </a:lnTo>
                  <a:lnTo>
                    <a:pt x="173990" y="6350"/>
                  </a:lnTo>
                  <a:lnTo>
                    <a:pt x="175260" y="6350"/>
                  </a:lnTo>
                  <a:lnTo>
                    <a:pt x="175260" y="5080"/>
                  </a:lnTo>
                  <a:lnTo>
                    <a:pt x="176530" y="5080"/>
                  </a:lnTo>
                  <a:lnTo>
                    <a:pt x="176530" y="2667"/>
                  </a:lnTo>
                  <a:close/>
                </a:path>
                <a:path w="179070" h="7619">
                  <a:moveTo>
                    <a:pt x="179070" y="0"/>
                  </a:moveTo>
                  <a:lnTo>
                    <a:pt x="0" y="0"/>
                  </a:lnTo>
                  <a:lnTo>
                    <a:pt x="0" y="1270"/>
                  </a:lnTo>
                  <a:lnTo>
                    <a:pt x="0" y="2540"/>
                  </a:lnTo>
                  <a:lnTo>
                    <a:pt x="177800" y="2540"/>
                  </a:lnTo>
                  <a:lnTo>
                    <a:pt x="177800" y="1270"/>
                  </a:lnTo>
                  <a:lnTo>
                    <a:pt x="179070" y="1270"/>
                  </a:lnTo>
                  <a:lnTo>
                    <a:pt x="179070" y="0"/>
                  </a:lnTo>
                  <a:close/>
                </a:path>
              </a:pathLst>
            </a:custGeom>
            <a:solidFill>
              <a:srgbClr val="5B3C00"/>
            </a:solidFill>
          </p:spPr>
          <p:txBody>
            <a:bodyPr wrap="square" lIns="0" tIns="0" rIns="0" bIns="0" rtlCol="0"/>
            <a:lstStyle/>
            <a:p/>
          </p:txBody>
        </p:sp>
        <p:sp>
          <p:nvSpPr>
            <p:cNvPr id="1712" name="object 1712"/>
            <p:cNvSpPr/>
            <p:nvPr/>
          </p:nvSpPr>
          <p:spPr>
            <a:xfrm>
              <a:off x="5407660" y="1623059"/>
              <a:ext cx="170180" cy="8890"/>
            </a:xfrm>
            <a:custGeom>
              <a:avLst/>
              <a:gdLst/>
              <a:ahLst/>
              <a:cxnLst/>
              <a:rect l="l" t="t" r="r" b="b"/>
              <a:pathLst>
                <a:path w="170179" h="8889">
                  <a:moveTo>
                    <a:pt x="170180" y="0"/>
                  </a:moveTo>
                  <a:lnTo>
                    <a:pt x="0" y="0"/>
                  </a:lnTo>
                  <a:lnTo>
                    <a:pt x="0" y="1270"/>
                  </a:lnTo>
                  <a:lnTo>
                    <a:pt x="0" y="2540"/>
                  </a:lnTo>
                  <a:lnTo>
                    <a:pt x="1270" y="2540"/>
                  </a:lnTo>
                  <a:lnTo>
                    <a:pt x="1270" y="3810"/>
                  </a:lnTo>
                  <a:lnTo>
                    <a:pt x="1270" y="5080"/>
                  </a:lnTo>
                  <a:lnTo>
                    <a:pt x="2540" y="5080"/>
                  </a:lnTo>
                  <a:lnTo>
                    <a:pt x="2540" y="6350"/>
                  </a:lnTo>
                  <a:lnTo>
                    <a:pt x="2540" y="7620"/>
                  </a:lnTo>
                  <a:lnTo>
                    <a:pt x="3810" y="7620"/>
                  </a:lnTo>
                  <a:lnTo>
                    <a:pt x="3810" y="8890"/>
                  </a:lnTo>
                  <a:lnTo>
                    <a:pt x="166370" y="8890"/>
                  </a:lnTo>
                  <a:lnTo>
                    <a:pt x="166370" y="7620"/>
                  </a:lnTo>
                  <a:lnTo>
                    <a:pt x="166370" y="6350"/>
                  </a:lnTo>
                  <a:lnTo>
                    <a:pt x="167640" y="6350"/>
                  </a:lnTo>
                  <a:lnTo>
                    <a:pt x="167640" y="5080"/>
                  </a:lnTo>
                  <a:lnTo>
                    <a:pt x="167640" y="3810"/>
                  </a:lnTo>
                  <a:lnTo>
                    <a:pt x="168897" y="3810"/>
                  </a:lnTo>
                  <a:lnTo>
                    <a:pt x="168897" y="2540"/>
                  </a:lnTo>
                  <a:lnTo>
                    <a:pt x="168910" y="1270"/>
                  </a:lnTo>
                  <a:lnTo>
                    <a:pt x="170180" y="1270"/>
                  </a:lnTo>
                  <a:lnTo>
                    <a:pt x="170180" y="0"/>
                  </a:lnTo>
                  <a:close/>
                </a:path>
              </a:pathLst>
            </a:custGeom>
            <a:solidFill>
              <a:srgbClr val="5C3B00"/>
            </a:solidFill>
          </p:spPr>
          <p:txBody>
            <a:bodyPr wrap="square" lIns="0" tIns="0" rIns="0" bIns="0" rtlCol="0"/>
            <a:lstStyle/>
            <a:p/>
          </p:txBody>
        </p:sp>
        <p:sp>
          <p:nvSpPr>
            <p:cNvPr id="1713" name="object 1713"/>
            <p:cNvSpPr/>
            <p:nvPr/>
          </p:nvSpPr>
          <p:spPr>
            <a:xfrm>
              <a:off x="5411470" y="1631949"/>
              <a:ext cx="161290" cy="7620"/>
            </a:xfrm>
            <a:custGeom>
              <a:avLst/>
              <a:gdLst/>
              <a:ahLst/>
              <a:cxnLst/>
              <a:rect l="l" t="t" r="r" b="b"/>
              <a:pathLst>
                <a:path w="161289" h="7619">
                  <a:moveTo>
                    <a:pt x="16129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57480" y="7620"/>
                  </a:lnTo>
                  <a:lnTo>
                    <a:pt x="157480" y="6350"/>
                  </a:lnTo>
                  <a:lnTo>
                    <a:pt x="157480" y="5080"/>
                  </a:lnTo>
                  <a:lnTo>
                    <a:pt x="158750" y="5080"/>
                  </a:lnTo>
                  <a:lnTo>
                    <a:pt x="158750" y="3810"/>
                  </a:lnTo>
                  <a:lnTo>
                    <a:pt x="160020" y="3810"/>
                  </a:lnTo>
                  <a:lnTo>
                    <a:pt x="160020" y="2540"/>
                  </a:lnTo>
                  <a:lnTo>
                    <a:pt x="161290" y="2540"/>
                  </a:lnTo>
                  <a:lnTo>
                    <a:pt x="161290" y="1270"/>
                  </a:lnTo>
                  <a:lnTo>
                    <a:pt x="161290" y="0"/>
                  </a:lnTo>
                  <a:close/>
                </a:path>
              </a:pathLst>
            </a:custGeom>
            <a:solidFill>
              <a:srgbClr val="5D3A00"/>
            </a:solidFill>
          </p:spPr>
          <p:txBody>
            <a:bodyPr wrap="square" lIns="0" tIns="0" rIns="0" bIns="0" rtlCol="0"/>
            <a:lstStyle/>
            <a:p/>
          </p:txBody>
        </p:sp>
        <p:sp>
          <p:nvSpPr>
            <p:cNvPr id="1714" name="object 1714"/>
            <p:cNvSpPr/>
            <p:nvPr/>
          </p:nvSpPr>
          <p:spPr>
            <a:xfrm>
              <a:off x="5416550" y="1639569"/>
              <a:ext cx="151130" cy="8890"/>
            </a:xfrm>
            <a:custGeom>
              <a:avLst/>
              <a:gdLst/>
              <a:ahLst/>
              <a:cxnLst/>
              <a:rect l="l" t="t" r="r" b="b"/>
              <a:pathLst>
                <a:path w="151129" h="8889">
                  <a:moveTo>
                    <a:pt x="151130" y="0"/>
                  </a:moveTo>
                  <a:lnTo>
                    <a:pt x="0" y="0"/>
                  </a:lnTo>
                  <a:lnTo>
                    <a:pt x="0" y="1270"/>
                  </a:lnTo>
                  <a:lnTo>
                    <a:pt x="0" y="2540"/>
                  </a:lnTo>
                  <a:lnTo>
                    <a:pt x="1270" y="2540"/>
                  </a:lnTo>
                  <a:lnTo>
                    <a:pt x="1270" y="5080"/>
                  </a:lnTo>
                  <a:lnTo>
                    <a:pt x="2540" y="5080"/>
                  </a:lnTo>
                  <a:lnTo>
                    <a:pt x="2540" y="6350"/>
                  </a:lnTo>
                  <a:lnTo>
                    <a:pt x="2540" y="7620"/>
                  </a:lnTo>
                  <a:lnTo>
                    <a:pt x="3810" y="7620"/>
                  </a:lnTo>
                  <a:lnTo>
                    <a:pt x="3810" y="8890"/>
                  </a:lnTo>
                  <a:lnTo>
                    <a:pt x="146050" y="8890"/>
                  </a:lnTo>
                  <a:lnTo>
                    <a:pt x="146050" y="7620"/>
                  </a:lnTo>
                  <a:lnTo>
                    <a:pt x="146050" y="6350"/>
                  </a:lnTo>
                  <a:lnTo>
                    <a:pt x="147307" y="6350"/>
                  </a:lnTo>
                  <a:lnTo>
                    <a:pt x="147307" y="5080"/>
                  </a:lnTo>
                  <a:lnTo>
                    <a:pt x="148590" y="5080"/>
                  </a:lnTo>
                  <a:lnTo>
                    <a:pt x="148590" y="2540"/>
                  </a:lnTo>
                  <a:lnTo>
                    <a:pt x="149860" y="2540"/>
                  </a:lnTo>
                  <a:lnTo>
                    <a:pt x="149860" y="1270"/>
                  </a:lnTo>
                  <a:lnTo>
                    <a:pt x="151130" y="1270"/>
                  </a:lnTo>
                  <a:lnTo>
                    <a:pt x="151130" y="0"/>
                  </a:lnTo>
                  <a:close/>
                </a:path>
              </a:pathLst>
            </a:custGeom>
            <a:solidFill>
              <a:srgbClr val="5E3900"/>
            </a:solidFill>
          </p:spPr>
          <p:txBody>
            <a:bodyPr wrap="square" lIns="0" tIns="0" rIns="0" bIns="0" rtlCol="0"/>
            <a:lstStyle/>
            <a:p/>
          </p:txBody>
        </p:sp>
        <p:sp>
          <p:nvSpPr>
            <p:cNvPr id="1715" name="object 1715"/>
            <p:cNvSpPr/>
            <p:nvPr/>
          </p:nvSpPr>
          <p:spPr>
            <a:xfrm>
              <a:off x="5420360" y="1648459"/>
              <a:ext cx="140970" cy="8890"/>
            </a:xfrm>
            <a:custGeom>
              <a:avLst/>
              <a:gdLst/>
              <a:ahLst/>
              <a:cxnLst/>
              <a:rect l="l" t="t" r="r" b="b"/>
              <a:pathLst>
                <a:path w="140970" h="8889">
                  <a:moveTo>
                    <a:pt x="140970" y="0"/>
                  </a:moveTo>
                  <a:lnTo>
                    <a:pt x="0" y="0"/>
                  </a:lnTo>
                  <a:lnTo>
                    <a:pt x="0" y="1282"/>
                  </a:lnTo>
                  <a:lnTo>
                    <a:pt x="1270" y="1282"/>
                  </a:lnTo>
                  <a:lnTo>
                    <a:pt x="1270" y="2540"/>
                  </a:lnTo>
                  <a:lnTo>
                    <a:pt x="2540" y="2540"/>
                  </a:lnTo>
                  <a:lnTo>
                    <a:pt x="2540" y="5092"/>
                  </a:lnTo>
                  <a:lnTo>
                    <a:pt x="3810" y="5092"/>
                  </a:lnTo>
                  <a:lnTo>
                    <a:pt x="3810" y="6350"/>
                  </a:lnTo>
                  <a:lnTo>
                    <a:pt x="5080" y="6350"/>
                  </a:lnTo>
                  <a:lnTo>
                    <a:pt x="5080" y="7620"/>
                  </a:lnTo>
                  <a:lnTo>
                    <a:pt x="5080" y="8890"/>
                  </a:lnTo>
                  <a:lnTo>
                    <a:pt x="134620" y="8890"/>
                  </a:lnTo>
                  <a:lnTo>
                    <a:pt x="134620" y="7620"/>
                  </a:lnTo>
                  <a:lnTo>
                    <a:pt x="135890" y="7620"/>
                  </a:lnTo>
                  <a:lnTo>
                    <a:pt x="135890" y="6350"/>
                  </a:lnTo>
                  <a:lnTo>
                    <a:pt x="137160" y="6350"/>
                  </a:lnTo>
                  <a:lnTo>
                    <a:pt x="137160" y="5092"/>
                  </a:lnTo>
                  <a:lnTo>
                    <a:pt x="138430" y="5092"/>
                  </a:lnTo>
                  <a:lnTo>
                    <a:pt x="138430" y="2540"/>
                  </a:lnTo>
                  <a:lnTo>
                    <a:pt x="139687" y="2540"/>
                  </a:lnTo>
                  <a:lnTo>
                    <a:pt x="139687" y="1282"/>
                  </a:lnTo>
                  <a:lnTo>
                    <a:pt x="140970" y="1282"/>
                  </a:lnTo>
                  <a:lnTo>
                    <a:pt x="140970" y="0"/>
                  </a:lnTo>
                  <a:close/>
                </a:path>
              </a:pathLst>
            </a:custGeom>
            <a:solidFill>
              <a:srgbClr val="5F3800"/>
            </a:solidFill>
          </p:spPr>
          <p:txBody>
            <a:bodyPr wrap="square" lIns="0" tIns="0" rIns="0" bIns="0" rtlCol="0"/>
            <a:lstStyle/>
            <a:p/>
          </p:txBody>
        </p:sp>
        <p:sp>
          <p:nvSpPr>
            <p:cNvPr id="1716" name="object 1716"/>
            <p:cNvSpPr/>
            <p:nvPr/>
          </p:nvSpPr>
          <p:spPr>
            <a:xfrm>
              <a:off x="5426710" y="1657349"/>
              <a:ext cx="127000" cy="7620"/>
            </a:xfrm>
            <a:custGeom>
              <a:avLst/>
              <a:gdLst/>
              <a:ahLst/>
              <a:cxnLst/>
              <a:rect l="l" t="t" r="r" b="b"/>
              <a:pathLst>
                <a:path w="127000" h="7619">
                  <a:moveTo>
                    <a:pt x="127000" y="0"/>
                  </a:moveTo>
                  <a:lnTo>
                    <a:pt x="0" y="0"/>
                  </a:lnTo>
                  <a:lnTo>
                    <a:pt x="0" y="1270"/>
                  </a:lnTo>
                  <a:lnTo>
                    <a:pt x="1270" y="1270"/>
                  </a:lnTo>
                  <a:lnTo>
                    <a:pt x="1270" y="2540"/>
                  </a:lnTo>
                  <a:lnTo>
                    <a:pt x="1270" y="3810"/>
                  </a:lnTo>
                  <a:lnTo>
                    <a:pt x="2540" y="3810"/>
                  </a:lnTo>
                  <a:lnTo>
                    <a:pt x="2540" y="5092"/>
                  </a:lnTo>
                  <a:lnTo>
                    <a:pt x="3810" y="5092"/>
                  </a:lnTo>
                  <a:lnTo>
                    <a:pt x="3810" y="6350"/>
                  </a:lnTo>
                  <a:lnTo>
                    <a:pt x="5080" y="6350"/>
                  </a:lnTo>
                  <a:lnTo>
                    <a:pt x="5080" y="7620"/>
                  </a:lnTo>
                  <a:lnTo>
                    <a:pt x="121920" y="7620"/>
                  </a:lnTo>
                  <a:lnTo>
                    <a:pt x="121920" y="6350"/>
                  </a:lnTo>
                  <a:lnTo>
                    <a:pt x="123190" y="6350"/>
                  </a:lnTo>
                  <a:lnTo>
                    <a:pt x="123190" y="5092"/>
                  </a:lnTo>
                  <a:lnTo>
                    <a:pt x="124460" y="5092"/>
                  </a:lnTo>
                  <a:lnTo>
                    <a:pt x="124460" y="3810"/>
                  </a:lnTo>
                  <a:lnTo>
                    <a:pt x="125730" y="3810"/>
                  </a:lnTo>
                  <a:lnTo>
                    <a:pt x="125730" y="2540"/>
                  </a:lnTo>
                  <a:lnTo>
                    <a:pt x="126987" y="2540"/>
                  </a:lnTo>
                  <a:lnTo>
                    <a:pt x="126987" y="1270"/>
                  </a:lnTo>
                  <a:lnTo>
                    <a:pt x="127000" y="0"/>
                  </a:lnTo>
                  <a:close/>
                </a:path>
              </a:pathLst>
            </a:custGeom>
            <a:solidFill>
              <a:srgbClr val="603700"/>
            </a:solidFill>
          </p:spPr>
          <p:txBody>
            <a:bodyPr wrap="square" lIns="0" tIns="0" rIns="0" bIns="0" rtlCol="0"/>
            <a:lstStyle/>
            <a:p/>
          </p:txBody>
        </p:sp>
        <p:sp>
          <p:nvSpPr>
            <p:cNvPr id="1717" name="object 1717"/>
            <p:cNvSpPr/>
            <p:nvPr/>
          </p:nvSpPr>
          <p:spPr>
            <a:xfrm>
              <a:off x="5434330" y="1664969"/>
              <a:ext cx="113030" cy="8890"/>
            </a:xfrm>
            <a:custGeom>
              <a:avLst/>
              <a:gdLst/>
              <a:ahLst/>
              <a:cxnLst/>
              <a:rect l="l" t="t" r="r" b="b"/>
              <a:pathLst>
                <a:path w="113029" h="8889">
                  <a:moveTo>
                    <a:pt x="113017" y="0"/>
                  </a:moveTo>
                  <a:lnTo>
                    <a:pt x="0" y="0"/>
                  </a:lnTo>
                  <a:lnTo>
                    <a:pt x="0" y="1282"/>
                  </a:lnTo>
                  <a:lnTo>
                    <a:pt x="1270" y="1282"/>
                  </a:lnTo>
                  <a:lnTo>
                    <a:pt x="1270" y="2540"/>
                  </a:lnTo>
                  <a:lnTo>
                    <a:pt x="2540" y="2540"/>
                  </a:lnTo>
                  <a:lnTo>
                    <a:pt x="2540" y="3822"/>
                  </a:lnTo>
                  <a:lnTo>
                    <a:pt x="3810" y="3822"/>
                  </a:lnTo>
                  <a:lnTo>
                    <a:pt x="3810" y="5080"/>
                  </a:lnTo>
                  <a:lnTo>
                    <a:pt x="5080" y="5080"/>
                  </a:lnTo>
                  <a:lnTo>
                    <a:pt x="5080" y="6350"/>
                  </a:lnTo>
                  <a:lnTo>
                    <a:pt x="6350" y="6350"/>
                  </a:lnTo>
                  <a:lnTo>
                    <a:pt x="6350" y="7632"/>
                  </a:lnTo>
                  <a:lnTo>
                    <a:pt x="8890" y="7632"/>
                  </a:lnTo>
                  <a:lnTo>
                    <a:pt x="8890" y="8890"/>
                  </a:lnTo>
                  <a:lnTo>
                    <a:pt x="104140" y="8890"/>
                  </a:lnTo>
                  <a:lnTo>
                    <a:pt x="104140" y="7632"/>
                  </a:lnTo>
                  <a:lnTo>
                    <a:pt x="105410" y="7632"/>
                  </a:lnTo>
                  <a:lnTo>
                    <a:pt x="105410" y="6350"/>
                  </a:lnTo>
                  <a:lnTo>
                    <a:pt x="106680" y="6350"/>
                  </a:lnTo>
                  <a:lnTo>
                    <a:pt x="106680" y="5080"/>
                  </a:lnTo>
                  <a:lnTo>
                    <a:pt x="107950" y="5080"/>
                  </a:lnTo>
                  <a:lnTo>
                    <a:pt x="107950" y="3822"/>
                  </a:lnTo>
                  <a:lnTo>
                    <a:pt x="109220" y="3822"/>
                  </a:lnTo>
                  <a:lnTo>
                    <a:pt x="109220" y="2540"/>
                  </a:lnTo>
                  <a:lnTo>
                    <a:pt x="110490" y="2540"/>
                  </a:lnTo>
                  <a:lnTo>
                    <a:pt x="110490" y="1282"/>
                  </a:lnTo>
                  <a:lnTo>
                    <a:pt x="113017" y="1282"/>
                  </a:lnTo>
                  <a:lnTo>
                    <a:pt x="113017" y="0"/>
                  </a:lnTo>
                  <a:close/>
                </a:path>
              </a:pathLst>
            </a:custGeom>
            <a:solidFill>
              <a:srgbClr val="613600"/>
            </a:solidFill>
          </p:spPr>
          <p:txBody>
            <a:bodyPr wrap="square" lIns="0" tIns="0" rIns="0" bIns="0" rtlCol="0"/>
            <a:lstStyle/>
            <a:p/>
          </p:txBody>
        </p:sp>
        <p:sp>
          <p:nvSpPr>
            <p:cNvPr id="1718" name="object 1718"/>
            <p:cNvSpPr/>
            <p:nvPr/>
          </p:nvSpPr>
          <p:spPr>
            <a:xfrm>
              <a:off x="5444490" y="1673859"/>
              <a:ext cx="92710" cy="8255"/>
            </a:xfrm>
            <a:custGeom>
              <a:avLst/>
              <a:gdLst/>
              <a:ahLst/>
              <a:cxnLst/>
              <a:rect l="l" t="t" r="r" b="b"/>
              <a:pathLst>
                <a:path w="92710" h="8255">
                  <a:moveTo>
                    <a:pt x="92710" y="0"/>
                  </a:moveTo>
                  <a:lnTo>
                    <a:pt x="0" y="0"/>
                  </a:lnTo>
                  <a:lnTo>
                    <a:pt x="0" y="1282"/>
                  </a:lnTo>
                  <a:lnTo>
                    <a:pt x="1270" y="1282"/>
                  </a:lnTo>
                  <a:lnTo>
                    <a:pt x="1270" y="2540"/>
                  </a:lnTo>
                  <a:lnTo>
                    <a:pt x="2540" y="2540"/>
                  </a:lnTo>
                  <a:lnTo>
                    <a:pt x="2540" y="3810"/>
                  </a:lnTo>
                  <a:lnTo>
                    <a:pt x="5080" y="3810"/>
                  </a:lnTo>
                  <a:lnTo>
                    <a:pt x="5080" y="5092"/>
                  </a:lnTo>
                  <a:lnTo>
                    <a:pt x="6350" y="5092"/>
                  </a:lnTo>
                  <a:lnTo>
                    <a:pt x="6350" y="6350"/>
                  </a:lnTo>
                  <a:lnTo>
                    <a:pt x="7620" y="6350"/>
                  </a:lnTo>
                  <a:lnTo>
                    <a:pt x="7620" y="7632"/>
                  </a:lnTo>
                  <a:lnTo>
                    <a:pt x="81280" y="7632"/>
                  </a:lnTo>
                  <a:lnTo>
                    <a:pt x="81280" y="6350"/>
                  </a:lnTo>
                  <a:lnTo>
                    <a:pt x="83820" y="6350"/>
                  </a:lnTo>
                  <a:lnTo>
                    <a:pt x="83820" y="5092"/>
                  </a:lnTo>
                  <a:lnTo>
                    <a:pt x="85090" y="5092"/>
                  </a:lnTo>
                  <a:lnTo>
                    <a:pt x="85090" y="3810"/>
                  </a:lnTo>
                  <a:lnTo>
                    <a:pt x="88900" y="3810"/>
                  </a:lnTo>
                  <a:lnTo>
                    <a:pt x="88900" y="2540"/>
                  </a:lnTo>
                  <a:lnTo>
                    <a:pt x="91440" y="2540"/>
                  </a:lnTo>
                  <a:lnTo>
                    <a:pt x="91440" y="1282"/>
                  </a:lnTo>
                  <a:lnTo>
                    <a:pt x="92710" y="1282"/>
                  </a:lnTo>
                  <a:lnTo>
                    <a:pt x="92710" y="0"/>
                  </a:lnTo>
                  <a:close/>
                </a:path>
              </a:pathLst>
            </a:custGeom>
            <a:solidFill>
              <a:srgbClr val="623500"/>
            </a:solidFill>
          </p:spPr>
          <p:txBody>
            <a:bodyPr wrap="square" lIns="0" tIns="0" rIns="0" bIns="0" rtlCol="0"/>
            <a:lstStyle/>
            <a:p/>
          </p:txBody>
        </p:sp>
        <p:sp>
          <p:nvSpPr>
            <p:cNvPr id="1719" name="object 1719"/>
            <p:cNvSpPr/>
            <p:nvPr/>
          </p:nvSpPr>
          <p:spPr>
            <a:xfrm>
              <a:off x="5454650" y="1681480"/>
              <a:ext cx="69850" cy="8890"/>
            </a:xfrm>
            <a:custGeom>
              <a:avLst/>
              <a:gdLst/>
              <a:ahLst/>
              <a:cxnLst/>
              <a:rect l="l" t="t" r="r" b="b"/>
              <a:pathLst>
                <a:path w="69850" h="8889">
                  <a:moveTo>
                    <a:pt x="34290" y="7619"/>
                  </a:moveTo>
                  <a:lnTo>
                    <a:pt x="33020" y="7619"/>
                  </a:lnTo>
                  <a:lnTo>
                    <a:pt x="33020" y="8889"/>
                  </a:lnTo>
                  <a:lnTo>
                    <a:pt x="34290" y="8889"/>
                  </a:lnTo>
                  <a:lnTo>
                    <a:pt x="34290" y="7619"/>
                  </a:lnTo>
                  <a:close/>
                </a:path>
                <a:path w="69850" h="8889">
                  <a:moveTo>
                    <a:pt x="43180" y="6350"/>
                  </a:moveTo>
                  <a:lnTo>
                    <a:pt x="22860" y="6350"/>
                  </a:lnTo>
                  <a:lnTo>
                    <a:pt x="22860" y="7619"/>
                  </a:lnTo>
                  <a:lnTo>
                    <a:pt x="43180" y="7619"/>
                  </a:lnTo>
                  <a:lnTo>
                    <a:pt x="43180" y="6350"/>
                  </a:lnTo>
                  <a:close/>
                </a:path>
                <a:path w="69850" h="8889">
                  <a:moveTo>
                    <a:pt x="57150" y="5079"/>
                  </a:moveTo>
                  <a:lnTo>
                    <a:pt x="19050" y="5079"/>
                  </a:lnTo>
                  <a:lnTo>
                    <a:pt x="19050" y="6350"/>
                  </a:lnTo>
                  <a:lnTo>
                    <a:pt x="57150" y="6350"/>
                  </a:lnTo>
                  <a:lnTo>
                    <a:pt x="57150" y="5079"/>
                  </a:lnTo>
                  <a:close/>
                </a:path>
                <a:path w="69850" h="8889">
                  <a:moveTo>
                    <a:pt x="59689" y="3810"/>
                  </a:moveTo>
                  <a:lnTo>
                    <a:pt x="11429" y="3810"/>
                  </a:lnTo>
                  <a:lnTo>
                    <a:pt x="11429" y="5079"/>
                  </a:lnTo>
                  <a:lnTo>
                    <a:pt x="59689" y="5079"/>
                  </a:lnTo>
                  <a:lnTo>
                    <a:pt x="59689" y="3810"/>
                  </a:lnTo>
                  <a:close/>
                </a:path>
                <a:path w="69850" h="8889">
                  <a:moveTo>
                    <a:pt x="64769" y="2539"/>
                  </a:moveTo>
                  <a:lnTo>
                    <a:pt x="8889" y="2539"/>
                  </a:lnTo>
                  <a:lnTo>
                    <a:pt x="8889" y="3810"/>
                  </a:lnTo>
                  <a:lnTo>
                    <a:pt x="64769" y="3810"/>
                  </a:lnTo>
                  <a:lnTo>
                    <a:pt x="64769" y="2539"/>
                  </a:lnTo>
                  <a:close/>
                </a:path>
                <a:path w="69850" h="8889">
                  <a:moveTo>
                    <a:pt x="67310" y="1269"/>
                  </a:moveTo>
                  <a:lnTo>
                    <a:pt x="1270" y="1269"/>
                  </a:lnTo>
                  <a:lnTo>
                    <a:pt x="1270" y="2539"/>
                  </a:lnTo>
                  <a:lnTo>
                    <a:pt x="67310" y="2539"/>
                  </a:lnTo>
                  <a:lnTo>
                    <a:pt x="67310" y="1269"/>
                  </a:lnTo>
                  <a:close/>
                </a:path>
                <a:path w="69850" h="8889">
                  <a:moveTo>
                    <a:pt x="69850" y="0"/>
                  </a:moveTo>
                  <a:lnTo>
                    <a:pt x="0" y="0"/>
                  </a:lnTo>
                  <a:lnTo>
                    <a:pt x="0" y="1269"/>
                  </a:lnTo>
                  <a:lnTo>
                    <a:pt x="69850" y="1269"/>
                  </a:lnTo>
                  <a:lnTo>
                    <a:pt x="69850" y="0"/>
                  </a:lnTo>
                  <a:close/>
                </a:path>
              </a:pathLst>
            </a:custGeom>
            <a:solidFill>
              <a:srgbClr val="633400"/>
            </a:solidFill>
          </p:spPr>
          <p:txBody>
            <a:bodyPr wrap="square" lIns="0" tIns="0" rIns="0" bIns="0" rtlCol="0"/>
            <a:lstStyle/>
            <a:p/>
          </p:txBody>
        </p:sp>
      </p:grpSp>
      <p:grpSp>
        <p:nvGrpSpPr>
          <p:cNvPr id="1720" name="object 1720"/>
          <p:cNvGrpSpPr/>
          <p:nvPr/>
        </p:nvGrpSpPr>
        <p:grpSpPr>
          <a:xfrm>
            <a:off x="5713729" y="1056639"/>
            <a:ext cx="212090" cy="633730"/>
            <a:chOff x="5713729" y="1056639"/>
            <a:chExt cx="212090" cy="633730"/>
          </a:xfrm>
        </p:grpSpPr>
        <p:sp>
          <p:nvSpPr>
            <p:cNvPr id="1721" name="object 1721"/>
            <p:cNvSpPr/>
            <p:nvPr/>
          </p:nvSpPr>
          <p:spPr>
            <a:xfrm>
              <a:off x="5797549"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3179" y="3810"/>
                  </a:moveTo>
                  <a:lnTo>
                    <a:pt x="2539" y="3810"/>
                  </a:lnTo>
                  <a:lnTo>
                    <a:pt x="2539" y="5080"/>
                  </a:lnTo>
                  <a:lnTo>
                    <a:pt x="43179" y="5080"/>
                  </a:lnTo>
                  <a:lnTo>
                    <a:pt x="43179" y="3810"/>
                  </a:lnTo>
                  <a:close/>
                </a:path>
                <a:path w="44450" h="6350">
                  <a:moveTo>
                    <a:pt x="38100" y="2539"/>
                  </a:moveTo>
                  <a:lnTo>
                    <a:pt x="6350" y="2539"/>
                  </a:lnTo>
                  <a:lnTo>
                    <a:pt x="6350" y="3810"/>
                  </a:lnTo>
                  <a:lnTo>
                    <a:pt x="38100" y="3810"/>
                  </a:lnTo>
                  <a:lnTo>
                    <a:pt x="38100" y="2539"/>
                  </a:lnTo>
                  <a:close/>
                </a:path>
                <a:path w="44450" h="6350">
                  <a:moveTo>
                    <a:pt x="35560" y="1270"/>
                  </a:moveTo>
                  <a:lnTo>
                    <a:pt x="10160" y="1270"/>
                  </a:lnTo>
                  <a:lnTo>
                    <a:pt x="10160" y="2539"/>
                  </a:lnTo>
                  <a:lnTo>
                    <a:pt x="35560" y="2539"/>
                  </a:lnTo>
                  <a:lnTo>
                    <a:pt x="35560" y="1270"/>
                  </a:lnTo>
                  <a:close/>
                </a:path>
                <a:path w="44450" h="6350">
                  <a:moveTo>
                    <a:pt x="22860" y="0"/>
                  </a:moveTo>
                  <a:lnTo>
                    <a:pt x="21589" y="0"/>
                  </a:lnTo>
                  <a:lnTo>
                    <a:pt x="21589" y="1270"/>
                  </a:lnTo>
                  <a:lnTo>
                    <a:pt x="22860" y="1270"/>
                  </a:lnTo>
                  <a:lnTo>
                    <a:pt x="22860" y="0"/>
                  </a:lnTo>
                  <a:close/>
                </a:path>
              </a:pathLst>
            </a:custGeom>
            <a:solidFill>
              <a:srgbClr val="009800"/>
            </a:solidFill>
          </p:spPr>
          <p:txBody>
            <a:bodyPr wrap="square" lIns="0" tIns="0" rIns="0" bIns="0" rtlCol="0"/>
            <a:lstStyle/>
            <a:p/>
          </p:txBody>
        </p:sp>
        <p:sp>
          <p:nvSpPr>
            <p:cNvPr id="1722" name="object 1722"/>
            <p:cNvSpPr/>
            <p:nvPr/>
          </p:nvSpPr>
          <p:spPr>
            <a:xfrm>
              <a:off x="5784849" y="1062989"/>
              <a:ext cx="69850" cy="7620"/>
            </a:xfrm>
            <a:custGeom>
              <a:avLst/>
              <a:gdLst/>
              <a:ahLst/>
              <a:cxnLst/>
              <a:rect l="l" t="t" r="r" b="b"/>
              <a:pathLst>
                <a:path w="69850" h="7619">
                  <a:moveTo>
                    <a:pt x="69850" y="6350"/>
                  </a:moveTo>
                  <a:lnTo>
                    <a:pt x="0" y="6350"/>
                  </a:lnTo>
                  <a:lnTo>
                    <a:pt x="0" y="7620"/>
                  </a:lnTo>
                  <a:lnTo>
                    <a:pt x="69850" y="7620"/>
                  </a:lnTo>
                  <a:lnTo>
                    <a:pt x="69850" y="6350"/>
                  </a:lnTo>
                  <a:close/>
                </a:path>
                <a:path w="69850" h="7619">
                  <a:moveTo>
                    <a:pt x="68580" y="5080"/>
                  </a:moveTo>
                  <a:lnTo>
                    <a:pt x="1270" y="5080"/>
                  </a:lnTo>
                  <a:lnTo>
                    <a:pt x="1270" y="6350"/>
                  </a:lnTo>
                  <a:lnTo>
                    <a:pt x="68580" y="6350"/>
                  </a:lnTo>
                  <a:lnTo>
                    <a:pt x="68580" y="5080"/>
                  </a:lnTo>
                  <a:close/>
                </a:path>
                <a:path w="69850" h="7619">
                  <a:moveTo>
                    <a:pt x="67310" y="3810"/>
                  </a:moveTo>
                  <a:lnTo>
                    <a:pt x="3810" y="3810"/>
                  </a:lnTo>
                  <a:lnTo>
                    <a:pt x="3810" y="5080"/>
                  </a:lnTo>
                  <a:lnTo>
                    <a:pt x="67310" y="5080"/>
                  </a:lnTo>
                  <a:lnTo>
                    <a:pt x="67310" y="3810"/>
                  </a:lnTo>
                  <a:close/>
                </a:path>
                <a:path w="69850" h="7619">
                  <a:moveTo>
                    <a:pt x="64770" y="2539"/>
                  </a:moveTo>
                  <a:lnTo>
                    <a:pt x="6350" y="2539"/>
                  </a:lnTo>
                  <a:lnTo>
                    <a:pt x="6350" y="3810"/>
                  </a:lnTo>
                  <a:lnTo>
                    <a:pt x="64770" y="3810"/>
                  </a:lnTo>
                  <a:lnTo>
                    <a:pt x="64770" y="2539"/>
                  </a:lnTo>
                  <a:close/>
                </a:path>
                <a:path w="69850" h="7619">
                  <a:moveTo>
                    <a:pt x="62230" y="1270"/>
                  </a:moveTo>
                  <a:lnTo>
                    <a:pt x="7620" y="1270"/>
                  </a:lnTo>
                  <a:lnTo>
                    <a:pt x="7620" y="2539"/>
                  </a:lnTo>
                  <a:lnTo>
                    <a:pt x="62230" y="2539"/>
                  </a:lnTo>
                  <a:lnTo>
                    <a:pt x="62230" y="1270"/>
                  </a:lnTo>
                  <a:close/>
                </a:path>
                <a:path w="69850" h="7619">
                  <a:moveTo>
                    <a:pt x="60960" y="0"/>
                  </a:moveTo>
                  <a:lnTo>
                    <a:pt x="10160" y="0"/>
                  </a:lnTo>
                  <a:lnTo>
                    <a:pt x="10160" y="1270"/>
                  </a:lnTo>
                  <a:lnTo>
                    <a:pt x="60960" y="1270"/>
                  </a:lnTo>
                  <a:lnTo>
                    <a:pt x="60960" y="0"/>
                  </a:lnTo>
                  <a:close/>
                </a:path>
              </a:pathLst>
            </a:custGeom>
            <a:solidFill>
              <a:srgbClr val="009700"/>
            </a:solidFill>
          </p:spPr>
          <p:txBody>
            <a:bodyPr wrap="square" lIns="0" tIns="0" rIns="0" bIns="0" rtlCol="0"/>
            <a:lstStyle/>
            <a:p/>
          </p:txBody>
        </p:sp>
        <p:sp>
          <p:nvSpPr>
            <p:cNvPr id="1723" name="object 1723"/>
            <p:cNvSpPr/>
            <p:nvPr/>
          </p:nvSpPr>
          <p:spPr>
            <a:xfrm>
              <a:off x="5778499" y="1070609"/>
              <a:ext cx="83820" cy="6350"/>
            </a:xfrm>
            <a:custGeom>
              <a:avLst/>
              <a:gdLst/>
              <a:ahLst/>
              <a:cxnLst/>
              <a:rect l="l" t="t" r="r" b="b"/>
              <a:pathLst>
                <a:path w="83820" h="6350">
                  <a:moveTo>
                    <a:pt x="83820" y="5079"/>
                  </a:moveTo>
                  <a:lnTo>
                    <a:pt x="0" y="5079"/>
                  </a:lnTo>
                  <a:lnTo>
                    <a:pt x="0" y="6350"/>
                  </a:lnTo>
                  <a:lnTo>
                    <a:pt x="83820" y="6350"/>
                  </a:lnTo>
                  <a:lnTo>
                    <a:pt x="83820" y="5079"/>
                  </a:lnTo>
                  <a:close/>
                </a:path>
                <a:path w="83820" h="6350">
                  <a:moveTo>
                    <a:pt x="81280" y="3810"/>
                  </a:moveTo>
                  <a:lnTo>
                    <a:pt x="1270" y="3810"/>
                  </a:lnTo>
                  <a:lnTo>
                    <a:pt x="1270" y="5079"/>
                  </a:lnTo>
                  <a:lnTo>
                    <a:pt x="81280" y="5079"/>
                  </a:lnTo>
                  <a:lnTo>
                    <a:pt x="81280" y="3810"/>
                  </a:lnTo>
                  <a:close/>
                </a:path>
                <a:path w="83820" h="6350">
                  <a:moveTo>
                    <a:pt x="80010" y="2539"/>
                  </a:moveTo>
                  <a:lnTo>
                    <a:pt x="2539" y="2539"/>
                  </a:lnTo>
                  <a:lnTo>
                    <a:pt x="2539" y="3810"/>
                  </a:lnTo>
                  <a:lnTo>
                    <a:pt x="80010" y="3810"/>
                  </a:lnTo>
                  <a:lnTo>
                    <a:pt x="80010" y="2539"/>
                  </a:lnTo>
                  <a:close/>
                </a:path>
                <a:path w="83820" h="6350">
                  <a:moveTo>
                    <a:pt x="78739" y="1269"/>
                  </a:moveTo>
                  <a:lnTo>
                    <a:pt x="3810" y="1269"/>
                  </a:lnTo>
                  <a:lnTo>
                    <a:pt x="3810" y="2539"/>
                  </a:lnTo>
                  <a:lnTo>
                    <a:pt x="78739" y="2539"/>
                  </a:lnTo>
                  <a:lnTo>
                    <a:pt x="78739" y="1269"/>
                  </a:lnTo>
                  <a:close/>
                </a:path>
                <a:path w="83820" h="6350">
                  <a:moveTo>
                    <a:pt x="77469" y="0"/>
                  </a:moveTo>
                  <a:lnTo>
                    <a:pt x="5079" y="0"/>
                  </a:lnTo>
                  <a:lnTo>
                    <a:pt x="5079" y="1269"/>
                  </a:lnTo>
                  <a:lnTo>
                    <a:pt x="77469" y="1269"/>
                  </a:lnTo>
                  <a:lnTo>
                    <a:pt x="77469" y="0"/>
                  </a:lnTo>
                  <a:close/>
                </a:path>
              </a:pathLst>
            </a:custGeom>
            <a:solidFill>
              <a:srgbClr val="019600"/>
            </a:solidFill>
          </p:spPr>
          <p:txBody>
            <a:bodyPr wrap="square" lIns="0" tIns="0" rIns="0" bIns="0" rtlCol="0"/>
            <a:lstStyle/>
            <a:p/>
          </p:txBody>
        </p:sp>
        <p:sp>
          <p:nvSpPr>
            <p:cNvPr id="1724" name="object 1724"/>
            <p:cNvSpPr/>
            <p:nvPr/>
          </p:nvSpPr>
          <p:spPr>
            <a:xfrm>
              <a:off x="5772150" y="1076959"/>
              <a:ext cx="96520" cy="7620"/>
            </a:xfrm>
            <a:custGeom>
              <a:avLst/>
              <a:gdLst/>
              <a:ahLst/>
              <a:cxnLst/>
              <a:rect l="l" t="t" r="r" b="b"/>
              <a:pathLst>
                <a:path w="96520" h="7619">
                  <a:moveTo>
                    <a:pt x="96520" y="6350"/>
                  </a:moveTo>
                  <a:lnTo>
                    <a:pt x="95250" y="6350"/>
                  </a:lnTo>
                  <a:lnTo>
                    <a:pt x="95250" y="5080"/>
                  </a:lnTo>
                  <a:lnTo>
                    <a:pt x="93980" y="5080"/>
                  </a:lnTo>
                  <a:lnTo>
                    <a:pt x="93980" y="3810"/>
                  </a:lnTo>
                  <a:lnTo>
                    <a:pt x="93980" y="2540"/>
                  </a:lnTo>
                  <a:lnTo>
                    <a:pt x="92697" y="2540"/>
                  </a:lnTo>
                  <a:lnTo>
                    <a:pt x="92697"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29500"/>
            </a:solidFill>
          </p:spPr>
          <p:txBody>
            <a:bodyPr wrap="square" lIns="0" tIns="0" rIns="0" bIns="0" rtlCol="0"/>
            <a:lstStyle/>
            <a:p/>
          </p:txBody>
        </p:sp>
        <p:sp>
          <p:nvSpPr>
            <p:cNvPr id="1725" name="object 1725"/>
            <p:cNvSpPr/>
            <p:nvPr/>
          </p:nvSpPr>
          <p:spPr>
            <a:xfrm>
              <a:off x="5767070" y="1084579"/>
              <a:ext cx="106680" cy="7620"/>
            </a:xfrm>
            <a:custGeom>
              <a:avLst/>
              <a:gdLst/>
              <a:ahLst/>
              <a:cxnLst/>
              <a:rect l="l" t="t" r="r" b="b"/>
              <a:pathLst>
                <a:path w="106679" h="7619">
                  <a:moveTo>
                    <a:pt x="106680" y="6350"/>
                  </a:moveTo>
                  <a:lnTo>
                    <a:pt x="105410" y="6350"/>
                  </a:lnTo>
                  <a:lnTo>
                    <a:pt x="105410" y="5080"/>
                  </a:lnTo>
                  <a:lnTo>
                    <a:pt x="105410" y="3810"/>
                  </a:lnTo>
                  <a:lnTo>
                    <a:pt x="104140" y="3810"/>
                  </a:lnTo>
                  <a:lnTo>
                    <a:pt x="104140" y="2540"/>
                  </a:lnTo>
                  <a:lnTo>
                    <a:pt x="102870" y="2540"/>
                  </a:lnTo>
                  <a:lnTo>
                    <a:pt x="102870"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80" y="7620"/>
                  </a:lnTo>
                  <a:lnTo>
                    <a:pt x="106680" y="6350"/>
                  </a:lnTo>
                  <a:close/>
                </a:path>
              </a:pathLst>
            </a:custGeom>
            <a:solidFill>
              <a:srgbClr val="039400"/>
            </a:solidFill>
          </p:spPr>
          <p:txBody>
            <a:bodyPr wrap="square" lIns="0" tIns="0" rIns="0" bIns="0" rtlCol="0"/>
            <a:lstStyle/>
            <a:p/>
          </p:txBody>
        </p:sp>
        <p:sp>
          <p:nvSpPr>
            <p:cNvPr id="1726" name="object 1726"/>
            <p:cNvSpPr/>
            <p:nvPr/>
          </p:nvSpPr>
          <p:spPr>
            <a:xfrm>
              <a:off x="5763260" y="1092199"/>
              <a:ext cx="114300" cy="6350"/>
            </a:xfrm>
            <a:custGeom>
              <a:avLst/>
              <a:gdLst/>
              <a:ahLst/>
              <a:cxnLst/>
              <a:rect l="l" t="t" r="r" b="b"/>
              <a:pathLst>
                <a:path w="114300" h="6350">
                  <a:moveTo>
                    <a:pt x="114300" y="5080"/>
                  </a:moveTo>
                  <a:lnTo>
                    <a:pt x="114287" y="3810"/>
                  </a:ln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close/>
                </a:path>
              </a:pathLst>
            </a:custGeom>
            <a:solidFill>
              <a:srgbClr val="049300"/>
            </a:solidFill>
          </p:spPr>
          <p:txBody>
            <a:bodyPr wrap="square" lIns="0" tIns="0" rIns="0" bIns="0" rtlCol="0"/>
            <a:lstStyle/>
            <a:p/>
          </p:txBody>
        </p:sp>
        <p:sp>
          <p:nvSpPr>
            <p:cNvPr id="1727" name="object 1727"/>
            <p:cNvSpPr/>
            <p:nvPr/>
          </p:nvSpPr>
          <p:spPr>
            <a:xfrm>
              <a:off x="5758180" y="1098549"/>
              <a:ext cx="124460" cy="7620"/>
            </a:xfrm>
            <a:custGeom>
              <a:avLst/>
              <a:gdLst/>
              <a:ahLst/>
              <a:cxnLst/>
              <a:rect l="l" t="t" r="r" b="b"/>
              <a:pathLst>
                <a:path w="124460" h="7619">
                  <a:moveTo>
                    <a:pt x="124460" y="6350"/>
                  </a:moveTo>
                  <a:lnTo>
                    <a:pt x="123190" y="6350"/>
                  </a:lnTo>
                  <a:lnTo>
                    <a:pt x="123190" y="5080"/>
                  </a:lnTo>
                  <a:lnTo>
                    <a:pt x="123190" y="3810"/>
                  </a:lnTo>
                  <a:lnTo>
                    <a:pt x="121920" y="3810"/>
                  </a:lnTo>
                  <a:lnTo>
                    <a:pt x="121920"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59200"/>
            </a:solidFill>
          </p:spPr>
          <p:txBody>
            <a:bodyPr wrap="square" lIns="0" tIns="0" rIns="0" bIns="0" rtlCol="0"/>
            <a:lstStyle/>
            <a:p/>
          </p:txBody>
        </p:sp>
        <p:sp>
          <p:nvSpPr>
            <p:cNvPr id="1728" name="object 1728"/>
            <p:cNvSpPr/>
            <p:nvPr/>
          </p:nvSpPr>
          <p:spPr>
            <a:xfrm>
              <a:off x="5754370" y="1106169"/>
              <a:ext cx="132080" cy="7620"/>
            </a:xfrm>
            <a:custGeom>
              <a:avLst/>
              <a:gdLst/>
              <a:ahLst/>
              <a:cxnLst/>
              <a:rect l="l" t="t" r="r" b="b"/>
              <a:pathLst>
                <a:path w="132079" h="7619">
                  <a:moveTo>
                    <a:pt x="129540" y="1270"/>
                  </a:moveTo>
                  <a:lnTo>
                    <a:pt x="128270" y="1270"/>
                  </a:lnTo>
                  <a:lnTo>
                    <a:pt x="128270" y="0"/>
                  </a:lnTo>
                  <a:lnTo>
                    <a:pt x="3810" y="0"/>
                  </a:lnTo>
                  <a:lnTo>
                    <a:pt x="3810" y="1270"/>
                  </a:lnTo>
                  <a:lnTo>
                    <a:pt x="2540" y="1270"/>
                  </a:lnTo>
                  <a:lnTo>
                    <a:pt x="2540" y="3810"/>
                  </a:lnTo>
                  <a:lnTo>
                    <a:pt x="129540" y="3810"/>
                  </a:lnTo>
                  <a:lnTo>
                    <a:pt x="129540" y="1270"/>
                  </a:lnTo>
                  <a:close/>
                </a:path>
                <a:path w="132079" h="7619">
                  <a:moveTo>
                    <a:pt x="132080" y="6350"/>
                  </a:moveTo>
                  <a:lnTo>
                    <a:pt x="130810" y="6350"/>
                  </a:lnTo>
                  <a:lnTo>
                    <a:pt x="130810" y="3822"/>
                  </a:lnTo>
                  <a:lnTo>
                    <a:pt x="1270" y="3822"/>
                  </a:lnTo>
                  <a:lnTo>
                    <a:pt x="1270" y="6350"/>
                  </a:lnTo>
                  <a:lnTo>
                    <a:pt x="0" y="6350"/>
                  </a:lnTo>
                  <a:lnTo>
                    <a:pt x="0" y="7620"/>
                  </a:lnTo>
                  <a:lnTo>
                    <a:pt x="132080" y="7620"/>
                  </a:lnTo>
                  <a:lnTo>
                    <a:pt x="132080" y="6350"/>
                  </a:lnTo>
                  <a:close/>
                </a:path>
              </a:pathLst>
            </a:custGeom>
            <a:solidFill>
              <a:srgbClr val="079000"/>
            </a:solidFill>
          </p:spPr>
          <p:txBody>
            <a:bodyPr wrap="square" lIns="0" tIns="0" rIns="0" bIns="0" rtlCol="0"/>
            <a:lstStyle/>
            <a:p/>
          </p:txBody>
        </p:sp>
        <p:sp>
          <p:nvSpPr>
            <p:cNvPr id="1729" name="object 1729"/>
            <p:cNvSpPr/>
            <p:nvPr/>
          </p:nvSpPr>
          <p:spPr>
            <a:xfrm>
              <a:off x="5751830" y="1113789"/>
              <a:ext cx="137160" cy="6350"/>
            </a:xfrm>
            <a:custGeom>
              <a:avLst/>
              <a:gdLst/>
              <a:ahLst/>
              <a:cxnLst/>
              <a:rect l="l" t="t" r="r" b="b"/>
              <a:pathLst>
                <a:path w="137160" h="6350">
                  <a:moveTo>
                    <a:pt x="134620" y="0"/>
                  </a:moveTo>
                  <a:lnTo>
                    <a:pt x="2540" y="0"/>
                  </a:lnTo>
                  <a:lnTo>
                    <a:pt x="2540" y="1270"/>
                  </a:lnTo>
                  <a:lnTo>
                    <a:pt x="1270" y="1270"/>
                  </a:lnTo>
                  <a:lnTo>
                    <a:pt x="1270" y="2540"/>
                  </a:lnTo>
                  <a:lnTo>
                    <a:pt x="134620" y="2540"/>
                  </a:lnTo>
                  <a:lnTo>
                    <a:pt x="134620" y="1270"/>
                  </a:lnTo>
                  <a:lnTo>
                    <a:pt x="134620" y="0"/>
                  </a:lnTo>
                  <a:close/>
                </a:path>
                <a:path w="137160" h="6350">
                  <a:moveTo>
                    <a:pt x="137160" y="5080"/>
                  </a:moveTo>
                  <a:lnTo>
                    <a:pt x="135890" y="5080"/>
                  </a:lnTo>
                  <a:lnTo>
                    <a:pt x="135890" y="2552"/>
                  </a:lnTo>
                  <a:lnTo>
                    <a:pt x="1270" y="2552"/>
                  </a:lnTo>
                  <a:lnTo>
                    <a:pt x="1270" y="5080"/>
                  </a:lnTo>
                  <a:lnTo>
                    <a:pt x="0" y="5080"/>
                  </a:lnTo>
                  <a:lnTo>
                    <a:pt x="0" y="6350"/>
                  </a:lnTo>
                  <a:lnTo>
                    <a:pt x="137160" y="6350"/>
                  </a:lnTo>
                  <a:lnTo>
                    <a:pt x="137160" y="5080"/>
                  </a:lnTo>
                  <a:close/>
                </a:path>
              </a:pathLst>
            </a:custGeom>
            <a:solidFill>
              <a:srgbClr val="088F00"/>
            </a:solidFill>
          </p:spPr>
          <p:txBody>
            <a:bodyPr wrap="square" lIns="0" tIns="0" rIns="0" bIns="0" rtlCol="0"/>
            <a:lstStyle/>
            <a:p/>
          </p:txBody>
        </p:sp>
        <p:sp>
          <p:nvSpPr>
            <p:cNvPr id="1730" name="object 1730"/>
            <p:cNvSpPr/>
            <p:nvPr/>
          </p:nvSpPr>
          <p:spPr>
            <a:xfrm>
              <a:off x="5749290" y="1120139"/>
              <a:ext cx="143510" cy="7620"/>
            </a:xfrm>
            <a:custGeom>
              <a:avLst/>
              <a:gdLst/>
              <a:ahLst/>
              <a:cxnLst/>
              <a:rect l="l" t="t" r="r" b="b"/>
              <a:pathLst>
                <a:path w="143510" h="7619">
                  <a:moveTo>
                    <a:pt x="143510" y="6350"/>
                  </a:moveTo>
                  <a:lnTo>
                    <a:pt x="142240" y="6350"/>
                  </a:lnTo>
                  <a:lnTo>
                    <a:pt x="142240" y="3810"/>
                  </a:lnTo>
                  <a:lnTo>
                    <a:pt x="140970" y="3810"/>
                  </a:lnTo>
                  <a:lnTo>
                    <a:pt x="140970" y="1270"/>
                  </a:lnTo>
                  <a:lnTo>
                    <a:pt x="139700" y="1270"/>
                  </a:lnTo>
                  <a:lnTo>
                    <a:pt x="139700" y="0"/>
                  </a:lnTo>
                  <a:lnTo>
                    <a:pt x="2540" y="0"/>
                  </a:lnTo>
                  <a:lnTo>
                    <a:pt x="2540" y="1270"/>
                  </a:lnTo>
                  <a:lnTo>
                    <a:pt x="1270" y="1270"/>
                  </a:lnTo>
                  <a:lnTo>
                    <a:pt x="1270" y="3810"/>
                  </a:lnTo>
                  <a:lnTo>
                    <a:pt x="0" y="3810"/>
                  </a:lnTo>
                  <a:lnTo>
                    <a:pt x="0" y="6350"/>
                  </a:lnTo>
                  <a:lnTo>
                    <a:pt x="0" y="7620"/>
                  </a:lnTo>
                  <a:lnTo>
                    <a:pt x="143510" y="7620"/>
                  </a:lnTo>
                  <a:lnTo>
                    <a:pt x="143510" y="6350"/>
                  </a:lnTo>
                  <a:close/>
                </a:path>
              </a:pathLst>
            </a:custGeom>
            <a:solidFill>
              <a:srgbClr val="098E00"/>
            </a:solidFill>
          </p:spPr>
          <p:txBody>
            <a:bodyPr wrap="square" lIns="0" tIns="0" rIns="0" bIns="0" rtlCol="0"/>
            <a:lstStyle/>
            <a:p/>
          </p:txBody>
        </p:sp>
        <p:sp>
          <p:nvSpPr>
            <p:cNvPr id="1731" name="object 1731"/>
            <p:cNvSpPr/>
            <p:nvPr/>
          </p:nvSpPr>
          <p:spPr>
            <a:xfrm>
              <a:off x="574675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A8D00"/>
            </a:solidFill>
          </p:spPr>
          <p:txBody>
            <a:bodyPr wrap="square" lIns="0" tIns="0" rIns="0" bIns="0" rtlCol="0"/>
            <a:lstStyle/>
            <a:p/>
          </p:txBody>
        </p:sp>
        <p:sp>
          <p:nvSpPr>
            <p:cNvPr id="1732" name="object 1732"/>
            <p:cNvSpPr/>
            <p:nvPr/>
          </p:nvSpPr>
          <p:spPr>
            <a:xfrm>
              <a:off x="5744210" y="1135379"/>
              <a:ext cx="152400" cy="6350"/>
            </a:xfrm>
            <a:custGeom>
              <a:avLst/>
              <a:gdLst/>
              <a:ahLst/>
              <a:cxnLst/>
              <a:rect l="l" t="t" r="r" b="b"/>
              <a:pathLst>
                <a:path w="152400" h="6350">
                  <a:moveTo>
                    <a:pt x="152400" y="3810"/>
                  </a:moveTo>
                  <a:lnTo>
                    <a:pt x="152387" y="2540"/>
                  </a:lnTo>
                  <a:lnTo>
                    <a:pt x="151130" y="2540"/>
                  </a:lnTo>
                  <a:lnTo>
                    <a:pt x="151130" y="0"/>
                  </a:lnTo>
                  <a:lnTo>
                    <a:pt x="1270" y="0"/>
                  </a:lnTo>
                  <a:lnTo>
                    <a:pt x="1270" y="2540"/>
                  </a:lnTo>
                  <a:lnTo>
                    <a:pt x="1270" y="3810"/>
                  </a:lnTo>
                  <a:lnTo>
                    <a:pt x="0" y="3810"/>
                  </a:lnTo>
                  <a:lnTo>
                    <a:pt x="0" y="6350"/>
                  </a:lnTo>
                  <a:lnTo>
                    <a:pt x="152400" y="6350"/>
                  </a:lnTo>
                  <a:lnTo>
                    <a:pt x="152400" y="3810"/>
                  </a:lnTo>
                  <a:close/>
                </a:path>
              </a:pathLst>
            </a:custGeom>
            <a:solidFill>
              <a:srgbClr val="0B8C00"/>
            </a:solidFill>
          </p:spPr>
          <p:txBody>
            <a:bodyPr wrap="square" lIns="0" tIns="0" rIns="0" bIns="0" rtlCol="0"/>
            <a:lstStyle/>
            <a:p/>
          </p:txBody>
        </p:sp>
        <p:sp>
          <p:nvSpPr>
            <p:cNvPr id="1733" name="object 1733"/>
            <p:cNvSpPr/>
            <p:nvPr/>
          </p:nvSpPr>
          <p:spPr>
            <a:xfrm>
              <a:off x="5741670" y="1141729"/>
              <a:ext cx="157480" cy="7620"/>
            </a:xfrm>
            <a:custGeom>
              <a:avLst/>
              <a:gdLst/>
              <a:ahLst/>
              <a:cxnLst/>
              <a:rect l="l" t="t" r="r" b="b"/>
              <a:pathLst>
                <a:path w="157479" h="7619">
                  <a:moveTo>
                    <a:pt x="157480" y="3810"/>
                  </a:moveTo>
                  <a:lnTo>
                    <a:pt x="156210" y="3810"/>
                  </a:lnTo>
                  <a:lnTo>
                    <a:pt x="156210" y="1270"/>
                  </a:lnTo>
                  <a:lnTo>
                    <a:pt x="156210"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0C8B00"/>
            </a:solidFill>
          </p:spPr>
          <p:txBody>
            <a:bodyPr wrap="square" lIns="0" tIns="0" rIns="0" bIns="0" rtlCol="0"/>
            <a:lstStyle/>
            <a:p/>
          </p:txBody>
        </p:sp>
        <p:sp>
          <p:nvSpPr>
            <p:cNvPr id="1734" name="object 1734"/>
            <p:cNvSpPr/>
            <p:nvPr/>
          </p:nvSpPr>
          <p:spPr>
            <a:xfrm>
              <a:off x="573913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D8A00"/>
            </a:solidFill>
          </p:spPr>
          <p:txBody>
            <a:bodyPr wrap="square" lIns="0" tIns="0" rIns="0" bIns="0" rtlCol="0"/>
            <a:lstStyle/>
            <a:p/>
          </p:txBody>
        </p:sp>
        <p:sp>
          <p:nvSpPr>
            <p:cNvPr id="1735" name="object 1735"/>
            <p:cNvSpPr/>
            <p:nvPr/>
          </p:nvSpPr>
          <p:spPr>
            <a:xfrm>
              <a:off x="5737860" y="1156969"/>
              <a:ext cx="166370" cy="6350"/>
            </a:xfrm>
            <a:custGeom>
              <a:avLst/>
              <a:gdLst/>
              <a:ahLst/>
              <a:cxnLst/>
              <a:rect l="l" t="t" r="r" b="b"/>
              <a:pathLst>
                <a:path w="166370" h="6350">
                  <a:moveTo>
                    <a:pt x="166370" y="5080"/>
                  </a:moveTo>
                  <a:lnTo>
                    <a:pt x="165100" y="5080"/>
                  </a:lnTo>
                  <a:lnTo>
                    <a:pt x="165100" y="2540"/>
                  </a:lnTo>
                  <a:lnTo>
                    <a:pt x="165087" y="0"/>
                  </a:lnTo>
                  <a:lnTo>
                    <a:pt x="1270" y="0"/>
                  </a:lnTo>
                  <a:lnTo>
                    <a:pt x="1270" y="2540"/>
                  </a:lnTo>
                  <a:lnTo>
                    <a:pt x="0" y="2540"/>
                  </a:lnTo>
                  <a:lnTo>
                    <a:pt x="0" y="5080"/>
                  </a:lnTo>
                  <a:lnTo>
                    <a:pt x="0" y="6350"/>
                  </a:lnTo>
                  <a:lnTo>
                    <a:pt x="166370" y="6350"/>
                  </a:lnTo>
                  <a:lnTo>
                    <a:pt x="166370" y="5080"/>
                  </a:lnTo>
                  <a:close/>
                </a:path>
              </a:pathLst>
            </a:custGeom>
            <a:solidFill>
              <a:srgbClr val="0F8800"/>
            </a:solidFill>
          </p:spPr>
          <p:txBody>
            <a:bodyPr wrap="square" lIns="0" tIns="0" rIns="0" bIns="0" rtlCol="0"/>
            <a:lstStyle/>
            <a:p/>
          </p:txBody>
        </p:sp>
        <p:sp>
          <p:nvSpPr>
            <p:cNvPr id="1736" name="object 1736"/>
            <p:cNvSpPr/>
            <p:nvPr/>
          </p:nvSpPr>
          <p:spPr>
            <a:xfrm>
              <a:off x="5735320" y="1163319"/>
              <a:ext cx="170180" cy="7620"/>
            </a:xfrm>
            <a:custGeom>
              <a:avLst/>
              <a:gdLst/>
              <a:ahLst/>
              <a:cxnLst/>
              <a:rect l="l" t="t" r="r" b="b"/>
              <a:pathLst>
                <a:path w="170179" h="7619">
                  <a:moveTo>
                    <a:pt x="170180" y="3810"/>
                  </a:moveTo>
                  <a:lnTo>
                    <a:pt x="168910" y="3810"/>
                  </a:lnTo>
                  <a:lnTo>
                    <a:pt x="168910" y="1270"/>
                  </a:lnTo>
                  <a:lnTo>
                    <a:pt x="168910"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108700"/>
            </a:solidFill>
          </p:spPr>
          <p:txBody>
            <a:bodyPr wrap="square" lIns="0" tIns="0" rIns="0" bIns="0" rtlCol="0"/>
            <a:lstStyle/>
            <a:p/>
          </p:txBody>
        </p:sp>
        <p:sp>
          <p:nvSpPr>
            <p:cNvPr id="1737" name="object 1737"/>
            <p:cNvSpPr/>
            <p:nvPr/>
          </p:nvSpPr>
          <p:spPr>
            <a:xfrm>
              <a:off x="5734050" y="1170939"/>
              <a:ext cx="173990" cy="7620"/>
            </a:xfrm>
            <a:custGeom>
              <a:avLst/>
              <a:gdLst/>
              <a:ahLst/>
              <a:cxnLst/>
              <a:rect l="l" t="t" r="r" b="b"/>
              <a:pathLst>
                <a:path w="173989" h="7619">
                  <a:moveTo>
                    <a:pt x="173990" y="6350"/>
                  </a:moveTo>
                  <a:lnTo>
                    <a:pt x="172720" y="6350"/>
                  </a:lnTo>
                  <a:lnTo>
                    <a:pt x="172720" y="2540"/>
                  </a:lnTo>
                  <a:lnTo>
                    <a:pt x="172720" y="1270"/>
                  </a:lnTo>
                  <a:lnTo>
                    <a:pt x="171450" y="1270"/>
                  </a:lnTo>
                  <a:lnTo>
                    <a:pt x="171450" y="0"/>
                  </a:lnTo>
                  <a:lnTo>
                    <a:pt x="1270" y="0"/>
                  </a:lnTo>
                  <a:lnTo>
                    <a:pt x="1270" y="1270"/>
                  </a:lnTo>
                  <a:lnTo>
                    <a:pt x="1270" y="2540"/>
                  </a:lnTo>
                  <a:lnTo>
                    <a:pt x="0" y="2540"/>
                  </a:lnTo>
                  <a:lnTo>
                    <a:pt x="0" y="6350"/>
                  </a:lnTo>
                  <a:lnTo>
                    <a:pt x="0" y="7620"/>
                  </a:lnTo>
                  <a:lnTo>
                    <a:pt x="173990" y="7620"/>
                  </a:lnTo>
                  <a:lnTo>
                    <a:pt x="173990" y="6350"/>
                  </a:lnTo>
                  <a:close/>
                </a:path>
              </a:pathLst>
            </a:custGeom>
            <a:solidFill>
              <a:srgbClr val="118600"/>
            </a:solidFill>
          </p:spPr>
          <p:txBody>
            <a:bodyPr wrap="square" lIns="0" tIns="0" rIns="0" bIns="0" rtlCol="0"/>
            <a:lstStyle/>
            <a:p/>
          </p:txBody>
        </p:sp>
        <p:sp>
          <p:nvSpPr>
            <p:cNvPr id="1738" name="object 1738"/>
            <p:cNvSpPr/>
            <p:nvPr/>
          </p:nvSpPr>
          <p:spPr>
            <a:xfrm>
              <a:off x="5731510" y="1178559"/>
              <a:ext cx="177800" cy="6350"/>
            </a:xfrm>
            <a:custGeom>
              <a:avLst/>
              <a:gdLst/>
              <a:ahLst/>
              <a:cxnLst/>
              <a:rect l="l" t="t" r="r" b="b"/>
              <a:pathLst>
                <a:path w="177800" h="6350">
                  <a:moveTo>
                    <a:pt x="177787" y="3810"/>
                  </a:moveTo>
                  <a:lnTo>
                    <a:pt x="176530" y="3810"/>
                  </a:lnTo>
                  <a:lnTo>
                    <a:pt x="176530" y="0"/>
                  </a:lnTo>
                  <a:lnTo>
                    <a:pt x="1270" y="0"/>
                  </a:lnTo>
                  <a:lnTo>
                    <a:pt x="1270" y="3810"/>
                  </a:lnTo>
                  <a:lnTo>
                    <a:pt x="1270" y="5080"/>
                  </a:lnTo>
                  <a:lnTo>
                    <a:pt x="177787" y="5080"/>
                  </a:lnTo>
                  <a:lnTo>
                    <a:pt x="177787" y="3810"/>
                  </a:lnTo>
                  <a:close/>
                </a:path>
                <a:path w="177800" h="6350">
                  <a:moveTo>
                    <a:pt x="177800" y="5092"/>
                  </a:moveTo>
                  <a:lnTo>
                    <a:pt x="0" y="5092"/>
                  </a:lnTo>
                  <a:lnTo>
                    <a:pt x="0" y="6350"/>
                  </a:lnTo>
                  <a:lnTo>
                    <a:pt x="177800" y="6350"/>
                  </a:lnTo>
                  <a:lnTo>
                    <a:pt x="177800" y="5092"/>
                  </a:lnTo>
                  <a:close/>
                </a:path>
              </a:pathLst>
            </a:custGeom>
            <a:solidFill>
              <a:srgbClr val="128500"/>
            </a:solidFill>
          </p:spPr>
          <p:txBody>
            <a:bodyPr wrap="square" lIns="0" tIns="0" rIns="0" bIns="0" rtlCol="0"/>
            <a:lstStyle/>
            <a:p/>
          </p:txBody>
        </p:sp>
        <p:sp>
          <p:nvSpPr>
            <p:cNvPr id="1739" name="object 1739"/>
            <p:cNvSpPr/>
            <p:nvPr/>
          </p:nvSpPr>
          <p:spPr>
            <a:xfrm>
              <a:off x="5730240" y="1184909"/>
              <a:ext cx="180340" cy="7620"/>
            </a:xfrm>
            <a:custGeom>
              <a:avLst/>
              <a:gdLst/>
              <a:ahLst/>
              <a:cxnLst/>
              <a:rect l="l" t="t" r="r" b="b"/>
              <a:pathLst>
                <a:path w="180339" h="7619">
                  <a:moveTo>
                    <a:pt x="180340" y="3810"/>
                  </a:moveTo>
                  <a:lnTo>
                    <a:pt x="179070" y="3810"/>
                  </a:lnTo>
                  <a:lnTo>
                    <a:pt x="179070" y="0"/>
                  </a:lnTo>
                  <a:lnTo>
                    <a:pt x="1270" y="0"/>
                  </a:lnTo>
                  <a:lnTo>
                    <a:pt x="1270" y="3810"/>
                  </a:lnTo>
                  <a:lnTo>
                    <a:pt x="0" y="3810"/>
                  </a:lnTo>
                  <a:lnTo>
                    <a:pt x="0" y="7620"/>
                  </a:lnTo>
                  <a:lnTo>
                    <a:pt x="180340" y="7620"/>
                  </a:lnTo>
                  <a:lnTo>
                    <a:pt x="180340" y="3810"/>
                  </a:lnTo>
                  <a:close/>
                </a:path>
              </a:pathLst>
            </a:custGeom>
            <a:solidFill>
              <a:srgbClr val="138400"/>
            </a:solidFill>
          </p:spPr>
          <p:txBody>
            <a:bodyPr wrap="square" lIns="0" tIns="0" rIns="0" bIns="0" rtlCol="0"/>
            <a:lstStyle/>
            <a:p/>
          </p:txBody>
        </p:sp>
        <p:sp>
          <p:nvSpPr>
            <p:cNvPr id="1740" name="object 1740"/>
            <p:cNvSpPr/>
            <p:nvPr/>
          </p:nvSpPr>
          <p:spPr>
            <a:xfrm>
              <a:off x="5727700" y="1192529"/>
              <a:ext cx="184150" cy="7620"/>
            </a:xfrm>
            <a:custGeom>
              <a:avLst/>
              <a:gdLst/>
              <a:ahLst/>
              <a:cxnLst/>
              <a:rect l="l" t="t" r="r" b="b"/>
              <a:pathLst>
                <a:path w="184150" h="7619">
                  <a:moveTo>
                    <a:pt x="184150" y="2540"/>
                  </a:moveTo>
                  <a:lnTo>
                    <a:pt x="182880" y="2540"/>
                  </a:lnTo>
                  <a:lnTo>
                    <a:pt x="182880" y="1270"/>
                  </a:lnTo>
                  <a:lnTo>
                    <a:pt x="182880" y="0"/>
                  </a:lnTo>
                  <a:lnTo>
                    <a:pt x="2540" y="0"/>
                  </a:lnTo>
                  <a:lnTo>
                    <a:pt x="2540" y="1270"/>
                  </a:lnTo>
                  <a:lnTo>
                    <a:pt x="1270" y="1270"/>
                  </a:lnTo>
                  <a:lnTo>
                    <a:pt x="1270" y="2540"/>
                  </a:lnTo>
                  <a:lnTo>
                    <a:pt x="1270" y="6350"/>
                  </a:lnTo>
                  <a:lnTo>
                    <a:pt x="0" y="6350"/>
                  </a:lnTo>
                  <a:lnTo>
                    <a:pt x="0" y="7620"/>
                  </a:lnTo>
                  <a:lnTo>
                    <a:pt x="184150" y="7620"/>
                  </a:lnTo>
                  <a:lnTo>
                    <a:pt x="184150" y="6350"/>
                  </a:lnTo>
                  <a:lnTo>
                    <a:pt x="184150" y="2540"/>
                  </a:lnTo>
                  <a:close/>
                </a:path>
              </a:pathLst>
            </a:custGeom>
            <a:solidFill>
              <a:srgbClr val="148300"/>
            </a:solidFill>
          </p:spPr>
          <p:txBody>
            <a:bodyPr wrap="square" lIns="0" tIns="0" rIns="0" bIns="0" rtlCol="0"/>
            <a:lstStyle/>
            <a:p/>
          </p:txBody>
        </p:sp>
        <p:sp>
          <p:nvSpPr>
            <p:cNvPr id="1741" name="object 1741"/>
            <p:cNvSpPr/>
            <p:nvPr/>
          </p:nvSpPr>
          <p:spPr>
            <a:xfrm>
              <a:off x="5726430" y="1200149"/>
              <a:ext cx="186690" cy="6350"/>
            </a:xfrm>
            <a:custGeom>
              <a:avLst/>
              <a:gdLst/>
              <a:ahLst/>
              <a:cxnLst/>
              <a:rect l="l" t="t" r="r" b="b"/>
              <a:pathLst>
                <a:path w="186689" h="6350">
                  <a:moveTo>
                    <a:pt x="186690" y="0"/>
                  </a:moveTo>
                  <a:lnTo>
                    <a:pt x="1270" y="0"/>
                  </a:lnTo>
                  <a:lnTo>
                    <a:pt x="1270" y="5080"/>
                  </a:lnTo>
                  <a:lnTo>
                    <a:pt x="0" y="5080"/>
                  </a:lnTo>
                  <a:lnTo>
                    <a:pt x="0" y="6350"/>
                  </a:lnTo>
                  <a:lnTo>
                    <a:pt x="186677" y="6350"/>
                  </a:lnTo>
                  <a:lnTo>
                    <a:pt x="186677" y="5080"/>
                  </a:lnTo>
                  <a:lnTo>
                    <a:pt x="186690" y="0"/>
                  </a:lnTo>
                  <a:close/>
                </a:path>
              </a:pathLst>
            </a:custGeom>
            <a:solidFill>
              <a:srgbClr val="158200"/>
            </a:solidFill>
          </p:spPr>
          <p:txBody>
            <a:bodyPr wrap="square" lIns="0" tIns="0" rIns="0" bIns="0" rtlCol="0"/>
            <a:lstStyle/>
            <a:p/>
          </p:txBody>
        </p:sp>
        <p:sp>
          <p:nvSpPr>
            <p:cNvPr id="1742" name="object 1742"/>
            <p:cNvSpPr/>
            <p:nvPr/>
          </p:nvSpPr>
          <p:spPr>
            <a:xfrm>
              <a:off x="5725160" y="1206499"/>
              <a:ext cx="189230" cy="7620"/>
            </a:xfrm>
            <a:custGeom>
              <a:avLst/>
              <a:gdLst/>
              <a:ahLst/>
              <a:cxnLst/>
              <a:rect l="l" t="t" r="r" b="b"/>
              <a:pathLst>
                <a:path w="189229" h="7619">
                  <a:moveTo>
                    <a:pt x="189230" y="0"/>
                  </a:moveTo>
                  <a:lnTo>
                    <a:pt x="1270" y="0"/>
                  </a:lnTo>
                  <a:lnTo>
                    <a:pt x="1270" y="6350"/>
                  </a:lnTo>
                  <a:lnTo>
                    <a:pt x="0" y="6350"/>
                  </a:lnTo>
                  <a:lnTo>
                    <a:pt x="0" y="7620"/>
                  </a:lnTo>
                  <a:lnTo>
                    <a:pt x="189230" y="7620"/>
                  </a:lnTo>
                  <a:lnTo>
                    <a:pt x="189230" y="6350"/>
                  </a:lnTo>
                  <a:lnTo>
                    <a:pt x="189230" y="0"/>
                  </a:lnTo>
                  <a:close/>
                </a:path>
              </a:pathLst>
            </a:custGeom>
            <a:solidFill>
              <a:srgbClr val="178000"/>
            </a:solidFill>
          </p:spPr>
          <p:txBody>
            <a:bodyPr wrap="square" lIns="0" tIns="0" rIns="0" bIns="0" rtlCol="0"/>
            <a:lstStyle/>
            <a:p/>
          </p:txBody>
        </p:sp>
        <p:sp>
          <p:nvSpPr>
            <p:cNvPr id="1743" name="object 1743"/>
            <p:cNvSpPr/>
            <p:nvPr/>
          </p:nvSpPr>
          <p:spPr>
            <a:xfrm>
              <a:off x="5723890" y="1214119"/>
              <a:ext cx="191770" cy="7620"/>
            </a:xfrm>
            <a:custGeom>
              <a:avLst/>
              <a:gdLst/>
              <a:ahLst/>
              <a:cxnLst/>
              <a:rect l="l" t="t" r="r" b="b"/>
              <a:pathLst>
                <a:path w="191770" h="7619">
                  <a:moveTo>
                    <a:pt x="191770" y="0"/>
                  </a:moveTo>
                  <a:lnTo>
                    <a:pt x="1270" y="0"/>
                  </a:lnTo>
                  <a:lnTo>
                    <a:pt x="1270" y="5080"/>
                  </a:lnTo>
                  <a:lnTo>
                    <a:pt x="0" y="5080"/>
                  </a:lnTo>
                  <a:lnTo>
                    <a:pt x="0" y="7620"/>
                  </a:lnTo>
                  <a:lnTo>
                    <a:pt x="191770" y="7620"/>
                  </a:lnTo>
                  <a:lnTo>
                    <a:pt x="191770" y="5080"/>
                  </a:lnTo>
                  <a:lnTo>
                    <a:pt x="191770" y="0"/>
                  </a:lnTo>
                  <a:close/>
                </a:path>
              </a:pathLst>
            </a:custGeom>
            <a:solidFill>
              <a:srgbClr val="187F00"/>
            </a:solidFill>
          </p:spPr>
          <p:txBody>
            <a:bodyPr wrap="square" lIns="0" tIns="0" rIns="0" bIns="0" rtlCol="0"/>
            <a:lstStyle/>
            <a:p/>
          </p:txBody>
        </p:sp>
        <p:sp>
          <p:nvSpPr>
            <p:cNvPr id="1744" name="object 1744"/>
            <p:cNvSpPr/>
            <p:nvPr/>
          </p:nvSpPr>
          <p:spPr>
            <a:xfrm>
              <a:off x="5722620" y="1221739"/>
              <a:ext cx="194310" cy="6350"/>
            </a:xfrm>
            <a:custGeom>
              <a:avLst/>
              <a:gdLst/>
              <a:ahLst/>
              <a:cxnLst/>
              <a:rect l="l" t="t" r="r" b="b"/>
              <a:pathLst>
                <a:path w="194310" h="6350">
                  <a:moveTo>
                    <a:pt x="194310" y="0"/>
                  </a:moveTo>
                  <a:lnTo>
                    <a:pt x="1270" y="0"/>
                  </a:lnTo>
                  <a:lnTo>
                    <a:pt x="1270" y="5080"/>
                  </a:lnTo>
                  <a:lnTo>
                    <a:pt x="0" y="5080"/>
                  </a:lnTo>
                  <a:lnTo>
                    <a:pt x="0" y="6350"/>
                  </a:lnTo>
                  <a:lnTo>
                    <a:pt x="194310" y="6350"/>
                  </a:lnTo>
                  <a:lnTo>
                    <a:pt x="194310" y="5080"/>
                  </a:lnTo>
                  <a:lnTo>
                    <a:pt x="194310" y="0"/>
                  </a:lnTo>
                  <a:close/>
                </a:path>
              </a:pathLst>
            </a:custGeom>
            <a:solidFill>
              <a:srgbClr val="197E00"/>
            </a:solidFill>
          </p:spPr>
          <p:txBody>
            <a:bodyPr wrap="square" lIns="0" tIns="0" rIns="0" bIns="0" rtlCol="0"/>
            <a:lstStyle/>
            <a:p/>
          </p:txBody>
        </p:sp>
        <p:sp>
          <p:nvSpPr>
            <p:cNvPr id="1745" name="object 1745"/>
            <p:cNvSpPr/>
            <p:nvPr/>
          </p:nvSpPr>
          <p:spPr>
            <a:xfrm>
              <a:off x="5722620" y="1228089"/>
              <a:ext cx="195580" cy="7620"/>
            </a:xfrm>
            <a:custGeom>
              <a:avLst/>
              <a:gdLst/>
              <a:ahLst/>
              <a:cxnLst/>
              <a:rect l="l" t="t" r="r" b="b"/>
              <a:pathLst>
                <a:path w="195579" h="7619">
                  <a:moveTo>
                    <a:pt x="195580" y="1270"/>
                  </a:moveTo>
                  <a:lnTo>
                    <a:pt x="194310" y="1270"/>
                  </a:lnTo>
                  <a:lnTo>
                    <a:pt x="194310" y="0"/>
                  </a:lnTo>
                  <a:lnTo>
                    <a:pt x="0" y="0"/>
                  </a:lnTo>
                  <a:lnTo>
                    <a:pt x="0" y="1270"/>
                  </a:lnTo>
                  <a:lnTo>
                    <a:pt x="0" y="7620"/>
                  </a:lnTo>
                  <a:lnTo>
                    <a:pt x="195580" y="7620"/>
                  </a:lnTo>
                  <a:lnTo>
                    <a:pt x="195580" y="1270"/>
                  </a:lnTo>
                  <a:close/>
                </a:path>
              </a:pathLst>
            </a:custGeom>
            <a:solidFill>
              <a:srgbClr val="1A7D00"/>
            </a:solidFill>
          </p:spPr>
          <p:txBody>
            <a:bodyPr wrap="square" lIns="0" tIns="0" rIns="0" bIns="0" rtlCol="0"/>
            <a:lstStyle/>
            <a:p/>
          </p:txBody>
        </p:sp>
        <p:sp>
          <p:nvSpPr>
            <p:cNvPr id="1746" name="object 1746"/>
            <p:cNvSpPr/>
            <p:nvPr/>
          </p:nvSpPr>
          <p:spPr>
            <a:xfrm>
              <a:off x="5721350" y="1235709"/>
              <a:ext cx="198120" cy="7620"/>
            </a:xfrm>
            <a:custGeom>
              <a:avLst/>
              <a:gdLst/>
              <a:ahLst/>
              <a:cxnLst/>
              <a:rect l="l" t="t" r="r" b="b"/>
              <a:pathLst>
                <a:path w="198120" h="7619">
                  <a:moveTo>
                    <a:pt x="198120" y="2540"/>
                  </a:moveTo>
                  <a:lnTo>
                    <a:pt x="196850" y="2540"/>
                  </a:lnTo>
                  <a:lnTo>
                    <a:pt x="196850" y="1270"/>
                  </a:lnTo>
                  <a:lnTo>
                    <a:pt x="196850" y="0"/>
                  </a:lnTo>
                  <a:lnTo>
                    <a:pt x="1270" y="0"/>
                  </a:lnTo>
                  <a:lnTo>
                    <a:pt x="1270" y="1270"/>
                  </a:lnTo>
                  <a:lnTo>
                    <a:pt x="0" y="1270"/>
                  </a:lnTo>
                  <a:lnTo>
                    <a:pt x="0" y="2540"/>
                  </a:lnTo>
                  <a:lnTo>
                    <a:pt x="0" y="7620"/>
                  </a:lnTo>
                  <a:lnTo>
                    <a:pt x="198120" y="7620"/>
                  </a:lnTo>
                  <a:lnTo>
                    <a:pt x="198120" y="2540"/>
                  </a:lnTo>
                  <a:close/>
                </a:path>
              </a:pathLst>
            </a:custGeom>
            <a:solidFill>
              <a:srgbClr val="1B7C00"/>
            </a:solidFill>
          </p:spPr>
          <p:txBody>
            <a:bodyPr wrap="square" lIns="0" tIns="0" rIns="0" bIns="0" rtlCol="0"/>
            <a:lstStyle/>
            <a:p/>
          </p:txBody>
        </p:sp>
        <p:sp>
          <p:nvSpPr>
            <p:cNvPr id="1747" name="object 1747"/>
            <p:cNvSpPr/>
            <p:nvPr/>
          </p:nvSpPr>
          <p:spPr>
            <a:xfrm>
              <a:off x="5720080" y="1243329"/>
              <a:ext cx="200660" cy="6350"/>
            </a:xfrm>
            <a:custGeom>
              <a:avLst/>
              <a:gdLst/>
              <a:ahLst/>
              <a:cxnLst/>
              <a:rect l="l" t="t" r="r" b="b"/>
              <a:pathLst>
                <a:path w="200660" h="6350">
                  <a:moveTo>
                    <a:pt x="200660" y="2540"/>
                  </a:moveTo>
                  <a:lnTo>
                    <a:pt x="199390" y="2540"/>
                  </a:lnTo>
                  <a:lnTo>
                    <a:pt x="199390" y="0"/>
                  </a:lnTo>
                  <a:lnTo>
                    <a:pt x="1270" y="0"/>
                  </a:lnTo>
                  <a:lnTo>
                    <a:pt x="1270" y="2540"/>
                  </a:lnTo>
                  <a:lnTo>
                    <a:pt x="0" y="2540"/>
                  </a:lnTo>
                  <a:lnTo>
                    <a:pt x="0" y="6350"/>
                  </a:lnTo>
                  <a:lnTo>
                    <a:pt x="200660" y="6350"/>
                  </a:lnTo>
                  <a:lnTo>
                    <a:pt x="200660" y="2540"/>
                  </a:lnTo>
                  <a:close/>
                </a:path>
              </a:pathLst>
            </a:custGeom>
            <a:solidFill>
              <a:srgbClr val="1C7B00"/>
            </a:solidFill>
          </p:spPr>
          <p:txBody>
            <a:bodyPr wrap="square" lIns="0" tIns="0" rIns="0" bIns="0" rtlCol="0"/>
            <a:lstStyle/>
            <a:p/>
          </p:txBody>
        </p:sp>
        <p:sp>
          <p:nvSpPr>
            <p:cNvPr id="1748" name="object 1748"/>
            <p:cNvSpPr/>
            <p:nvPr/>
          </p:nvSpPr>
          <p:spPr>
            <a:xfrm>
              <a:off x="5718809" y="1249679"/>
              <a:ext cx="203200" cy="7620"/>
            </a:xfrm>
            <a:custGeom>
              <a:avLst/>
              <a:gdLst/>
              <a:ahLst/>
              <a:cxnLst/>
              <a:rect l="l" t="t" r="r" b="b"/>
              <a:pathLst>
                <a:path w="203200" h="7619">
                  <a:moveTo>
                    <a:pt x="1269" y="7524"/>
                  </a:moveTo>
                  <a:lnTo>
                    <a:pt x="0" y="7620"/>
                  </a:lnTo>
                  <a:lnTo>
                    <a:pt x="1269" y="7620"/>
                  </a:lnTo>
                  <a:close/>
                </a:path>
                <a:path w="203200" h="7619">
                  <a:moveTo>
                    <a:pt x="95249" y="4051"/>
                  </a:moveTo>
                  <a:lnTo>
                    <a:pt x="1269" y="7620"/>
                  </a:lnTo>
                  <a:lnTo>
                    <a:pt x="92710" y="7620"/>
                  </a:lnTo>
                  <a:lnTo>
                    <a:pt x="92709" y="6350"/>
                  </a:lnTo>
                  <a:lnTo>
                    <a:pt x="93979" y="6350"/>
                  </a:lnTo>
                  <a:lnTo>
                    <a:pt x="93979" y="5080"/>
                  </a:lnTo>
                  <a:lnTo>
                    <a:pt x="95249" y="5080"/>
                  </a:lnTo>
                  <a:lnTo>
                    <a:pt x="95249" y="4051"/>
                  </a:lnTo>
                  <a:close/>
                </a:path>
                <a:path w="203200" h="7619">
                  <a:moveTo>
                    <a:pt x="203200" y="5080"/>
                  </a:moveTo>
                  <a:lnTo>
                    <a:pt x="107950" y="5080"/>
                  </a:lnTo>
                  <a:lnTo>
                    <a:pt x="107950" y="6350"/>
                  </a:lnTo>
                  <a:lnTo>
                    <a:pt x="109219" y="6350"/>
                  </a:lnTo>
                  <a:lnTo>
                    <a:pt x="109219" y="7620"/>
                  </a:lnTo>
                  <a:lnTo>
                    <a:pt x="203200" y="7620"/>
                  </a:lnTo>
                  <a:lnTo>
                    <a:pt x="203200" y="5080"/>
                  </a:lnTo>
                  <a:close/>
                </a:path>
                <a:path w="203200" h="7619">
                  <a:moveTo>
                    <a:pt x="101599" y="0"/>
                  </a:moveTo>
                  <a:lnTo>
                    <a:pt x="1269" y="0"/>
                  </a:lnTo>
                  <a:lnTo>
                    <a:pt x="1269" y="7524"/>
                  </a:lnTo>
                  <a:lnTo>
                    <a:pt x="101599" y="0"/>
                  </a:lnTo>
                  <a:close/>
                </a:path>
                <a:path w="203200" h="7619">
                  <a:moveTo>
                    <a:pt x="201929" y="0"/>
                  </a:moveTo>
                  <a:lnTo>
                    <a:pt x="105410" y="3665"/>
                  </a:lnTo>
                  <a:lnTo>
                    <a:pt x="105410" y="3810"/>
                  </a:lnTo>
                  <a:lnTo>
                    <a:pt x="106679" y="3810"/>
                  </a:lnTo>
                  <a:lnTo>
                    <a:pt x="106679" y="5080"/>
                  </a:lnTo>
                  <a:lnTo>
                    <a:pt x="201929" y="5080"/>
                  </a:lnTo>
                  <a:lnTo>
                    <a:pt x="201929" y="0"/>
                  </a:lnTo>
                  <a:close/>
                </a:path>
                <a:path w="203200" h="7619">
                  <a:moveTo>
                    <a:pt x="105410" y="2540"/>
                  </a:moveTo>
                  <a:lnTo>
                    <a:pt x="96519" y="2540"/>
                  </a:lnTo>
                  <a:lnTo>
                    <a:pt x="96519" y="3810"/>
                  </a:lnTo>
                  <a:lnTo>
                    <a:pt x="95249" y="3810"/>
                  </a:lnTo>
                  <a:lnTo>
                    <a:pt x="95249" y="4051"/>
                  </a:lnTo>
                  <a:lnTo>
                    <a:pt x="105410" y="3665"/>
                  </a:lnTo>
                  <a:lnTo>
                    <a:pt x="105410" y="2540"/>
                  </a:lnTo>
                  <a:close/>
                </a:path>
                <a:path w="203200" h="7619">
                  <a:moveTo>
                    <a:pt x="102869" y="0"/>
                  </a:moveTo>
                  <a:lnTo>
                    <a:pt x="101599" y="0"/>
                  </a:lnTo>
                  <a:lnTo>
                    <a:pt x="101599" y="1270"/>
                  </a:lnTo>
                  <a:lnTo>
                    <a:pt x="99059" y="1270"/>
                  </a:lnTo>
                  <a:lnTo>
                    <a:pt x="99059" y="2540"/>
                  </a:lnTo>
                  <a:lnTo>
                    <a:pt x="102869" y="2540"/>
                  </a:lnTo>
                  <a:lnTo>
                    <a:pt x="102869" y="0"/>
                  </a:lnTo>
                  <a:close/>
                </a:path>
              </a:pathLst>
            </a:custGeom>
            <a:solidFill>
              <a:srgbClr val="1D7A00"/>
            </a:solidFill>
          </p:spPr>
          <p:txBody>
            <a:bodyPr wrap="square" lIns="0" tIns="0" rIns="0" bIns="0" rtlCol="0"/>
            <a:lstStyle/>
            <a:p/>
          </p:txBody>
        </p:sp>
        <p:sp>
          <p:nvSpPr>
            <p:cNvPr id="1749" name="object 1749"/>
            <p:cNvSpPr/>
            <p:nvPr/>
          </p:nvSpPr>
          <p:spPr>
            <a:xfrm>
              <a:off x="5718810" y="1257299"/>
              <a:ext cx="203200" cy="7620"/>
            </a:xfrm>
            <a:custGeom>
              <a:avLst/>
              <a:gdLst/>
              <a:ahLst/>
              <a:cxnLst/>
              <a:rect l="l" t="t" r="r" b="b"/>
              <a:pathLst>
                <a:path w="203200" h="7619">
                  <a:moveTo>
                    <a:pt x="92697" y="0"/>
                  </a:moveTo>
                  <a:lnTo>
                    <a:pt x="0" y="0"/>
                  </a:lnTo>
                  <a:lnTo>
                    <a:pt x="0" y="1270"/>
                  </a:lnTo>
                  <a:lnTo>
                    <a:pt x="0" y="2540"/>
                  </a:lnTo>
                  <a:lnTo>
                    <a:pt x="0" y="7620"/>
                  </a:lnTo>
                  <a:lnTo>
                    <a:pt x="90170" y="7620"/>
                  </a:lnTo>
                  <a:lnTo>
                    <a:pt x="90170" y="2540"/>
                  </a:lnTo>
                  <a:lnTo>
                    <a:pt x="91440" y="2540"/>
                  </a:lnTo>
                  <a:lnTo>
                    <a:pt x="91440" y="1270"/>
                  </a:lnTo>
                  <a:lnTo>
                    <a:pt x="92697" y="1270"/>
                  </a:lnTo>
                  <a:lnTo>
                    <a:pt x="92697" y="0"/>
                  </a:lnTo>
                  <a:close/>
                </a:path>
                <a:path w="203200" h="7619">
                  <a:moveTo>
                    <a:pt x="203200" y="0"/>
                  </a:moveTo>
                  <a:lnTo>
                    <a:pt x="110490" y="0"/>
                  </a:lnTo>
                  <a:lnTo>
                    <a:pt x="110490" y="3810"/>
                  </a:lnTo>
                  <a:lnTo>
                    <a:pt x="111760" y="3810"/>
                  </a:lnTo>
                  <a:lnTo>
                    <a:pt x="111760" y="6350"/>
                  </a:lnTo>
                  <a:lnTo>
                    <a:pt x="113030" y="6350"/>
                  </a:lnTo>
                  <a:lnTo>
                    <a:pt x="113030" y="7620"/>
                  </a:lnTo>
                  <a:lnTo>
                    <a:pt x="203200" y="7620"/>
                  </a:lnTo>
                  <a:lnTo>
                    <a:pt x="203200" y="6350"/>
                  </a:lnTo>
                  <a:lnTo>
                    <a:pt x="203200" y="3810"/>
                  </a:lnTo>
                  <a:lnTo>
                    <a:pt x="203200" y="0"/>
                  </a:lnTo>
                  <a:close/>
                </a:path>
              </a:pathLst>
            </a:custGeom>
            <a:solidFill>
              <a:srgbClr val="1F7800"/>
            </a:solidFill>
          </p:spPr>
          <p:txBody>
            <a:bodyPr wrap="square" lIns="0" tIns="0" rIns="0" bIns="0" rtlCol="0"/>
            <a:lstStyle/>
            <a:p/>
          </p:txBody>
        </p:sp>
        <p:sp>
          <p:nvSpPr>
            <p:cNvPr id="1750" name="object 1750"/>
            <p:cNvSpPr/>
            <p:nvPr/>
          </p:nvSpPr>
          <p:spPr>
            <a:xfrm>
              <a:off x="5718810" y="1264919"/>
              <a:ext cx="203200" cy="6350"/>
            </a:xfrm>
            <a:custGeom>
              <a:avLst/>
              <a:gdLst/>
              <a:ahLst/>
              <a:cxnLst/>
              <a:rect l="l" t="t" r="r" b="b"/>
              <a:pathLst>
                <a:path w="203200" h="6350">
                  <a:moveTo>
                    <a:pt x="87630" y="3822"/>
                  </a:moveTo>
                  <a:lnTo>
                    <a:pt x="0" y="3822"/>
                  </a:lnTo>
                  <a:lnTo>
                    <a:pt x="0" y="6350"/>
                  </a:lnTo>
                  <a:lnTo>
                    <a:pt x="87630" y="6350"/>
                  </a:lnTo>
                  <a:lnTo>
                    <a:pt x="87630" y="3822"/>
                  </a:lnTo>
                  <a:close/>
                </a:path>
                <a:path w="203200" h="6350">
                  <a:moveTo>
                    <a:pt x="88900" y="0"/>
                  </a:moveTo>
                  <a:lnTo>
                    <a:pt x="0" y="0"/>
                  </a:lnTo>
                  <a:lnTo>
                    <a:pt x="0" y="3810"/>
                  </a:lnTo>
                  <a:lnTo>
                    <a:pt x="88900" y="3810"/>
                  </a:lnTo>
                  <a:lnTo>
                    <a:pt x="88900" y="0"/>
                  </a:lnTo>
                  <a:close/>
                </a:path>
                <a:path w="203200" h="6350">
                  <a:moveTo>
                    <a:pt x="203200" y="3822"/>
                  </a:moveTo>
                  <a:lnTo>
                    <a:pt x="114300" y="3822"/>
                  </a:lnTo>
                  <a:lnTo>
                    <a:pt x="114300" y="6350"/>
                  </a:lnTo>
                  <a:lnTo>
                    <a:pt x="203187" y="6350"/>
                  </a:lnTo>
                  <a:lnTo>
                    <a:pt x="203200" y="3822"/>
                  </a:lnTo>
                  <a:close/>
                </a:path>
                <a:path w="203200" h="6350">
                  <a:moveTo>
                    <a:pt x="203200" y="0"/>
                  </a:moveTo>
                  <a:lnTo>
                    <a:pt x="113030" y="0"/>
                  </a:lnTo>
                  <a:lnTo>
                    <a:pt x="113030" y="3810"/>
                  </a:lnTo>
                  <a:lnTo>
                    <a:pt x="203200" y="3810"/>
                  </a:lnTo>
                  <a:lnTo>
                    <a:pt x="203200" y="0"/>
                  </a:lnTo>
                  <a:close/>
                </a:path>
              </a:pathLst>
            </a:custGeom>
            <a:solidFill>
              <a:srgbClr val="207700"/>
            </a:solidFill>
          </p:spPr>
          <p:txBody>
            <a:bodyPr wrap="square" lIns="0" tIns="0" rIns="0" bIns="0" rtlCol="0"/>
            <a:lstStyle/>
            <a:p/>
          </p:txBody>
        </p:sp>
        <p:sp>
          <p:nvSpPr>
            <p:cNvPr id="1751" name="object 1751"/>
            <p:cNvSpPr/>
            <p:nvPr/>
          </p:nvSpPr>
          <p:spPr>
            <a:xfrm>
              <a:off x="5717540" y="1271269"/>
              <a:ext cx="205740" cy="7620"/>
            </a:xfrm>
            <a:custGeom>
              <a:avLst/>
              <a:gdLst/>
              <a:ahLst/>
              <a:cxnLst/>
              <a:rect l="l" t="t" r="r" b="b"/>
              <a:pathLst>
                <a:path w="205739" h="7619">
                  <a:moveTo>
                    <a:pt x="88900" y="0"/>
                  </a:moveTo>
                  <a:lnTo>
                    <a:pt x="1270" y="0"/>
                  </a:lnTo>
                  <a:lnTo>
                    <a:pt x="1270" y="1270"/>
                  </a:lnTo>
                  <a:lnTo>
                    <a:pt x="0" y="1270"/>
                  </a:lnTo>
                  <a:lnTo>
                    <a:pt x="0" y="2540"/>
                  </a:lnTo>
                  <a:lnTo>
                    <a:pt x="0" y="6350"/>
                  </a:lnTo>
                  <a:lnTo>
                    <a:pt x="0" y="7620"/>
                  </a:lnTo>
                  <a:lnTo>
                    <a:pt x="86360" y="7620"/>
                  </a:lnTo>
                  <a:lnTo>
                    <a:pt x="86360" y="6350"/>
                  </a:lnTo>
                  <a:lnTo>
                    <a:pt x="87617" y="6350"/>
                  </a:lnTo>
                  <a:lnTo>
                    <a:pt x="87617" y="2540"/>
                  </a:lnTo>
                  <a:lnTo>
                    <a:pt x="88900" y="2540"/>
                  </a:lnTo>
                  <a:lnTo>
                    <a:pt x="88900" y="1270"/>
                  </a:lnTo>
                  <a:lnTo>
                    <a:pt x="88900" y="0"/>
                  </a:lnTo>
                  <a:close/>
                </a:path>
                <a:path w="205739" h="7619">
                  <a:moveTo>
                    <a:pt x="205740" y="1270"/>
                  </a:moveTo>
                  <a:lnTo>
                    <a:pt x="204457" y="1270"/>
                  </a:lnTo>
                  <a:lnTo>
                    <a:pt x="204457" y="0"/>
                  </a:lnTo>
                  <a:lnTo>
                    <a:pt x="116840" y="0"/>
                  </a:lnTo>
                  <a:lnTo>
                    <a:pt x="116840" y="1270"/>
                  </a:lnTo>
                  <a:lnTo>
                    <a:pt x="116840" y="2540"/>
                  </a:lnTo>
                  <a:lnTo>
                    <a:pt x="118110" y="2540"/>
                  </a:lnTo>
                  <a:lnTo>
                    <a:pt x="118110" y="5080"/>
                  </a:lnTo>
                  <a:lnTo>
                    <a:pt x="119380" y="5080"/>
                  </a:lnTo>
                  <a:lnTo>
                    <a:pt x="119380" y="7620"/>
                  </a:lnTo>
                  <a:lnTo>
                    <a:pt x="205740" y="7620"/>
                  </a:lnTo>
                  <a:lnTo>
                    <a:pt x="205740" y="5080"/>
                  </a:lnTo>
                  <a:lnTo>
                    <a:pt x="205740" y="2540"/>
                  </a:lnTo>
                  <a:lnTo>
                    <a:pt x="205740" y="1270"/>
                  </a:lnTo>
                  <a:close/>
                </a:path>
              </a:pathLst>
            </a:custGeom>
            <a:solidFill>
              <a:srgbClr val="217600"/>
            </a:solidFill>
          </p:spPr>
          <p:txBody>
            <a:bodyPr wrap="square" lIns="0" tIns="0" rIns="0" bIns="0" rtlCol="0"/>
            <a:lstStyle/>
            <a:p/>
          </p:txBody>
        </p:sp>
        <p:sp>
          <p:nvSpPr>
            <p:cNvPr id="1752" name="object 1752"/>
            <p:cNvSpPr/>
            <p:nvPr/>
          </p:nvSpPr>
          <p:spPr>
            <a:xfrm>
              <a:off x="5717539" y="1278889"/>
              <a:ext cx="205740" cy="7620"/>
            </a:xfrm>
            <a:custGeom>
              <a:avLst/>
              <a:gdLst/>
              <a:ahLst/>
              <a:cxnLst/>
              <a:rect l="l" t="t" r="r" b="b"/>
              <a:pathLst>
                <a:path w="205739" h="7619">
                  <a:moveTo>
                    <a:pt x="86360" y="0"/>
                  </a:moveTo>
                  <a:lnTo>
                    <a:pt x="0" y="0"/>
                  </a:lnTo>
                  <a:lnTo>
                    <a:pt x="0" y="2539"/>
                  </a:lnTo>
                  <a:lnTo>
                    <a:pt x="86360" y="2539"/>
                  </a:lnTo>
                  <a:lnTo>
                    <a:pt x="86360" y="0"/>
                  </a:lnTo>
                  <a:close/>
                </a:path>
                <a:path w="205739" h="7619">
                  <a:moveTo>
                    <a:pt x="205740" y="0"/>
                  </a:moveTo>
                  <a:lnTo>
                    <a:pt x="119380" y="0"/>
                  </a:lnTo>
                  <a:lnTo>
                    <a:pt x="119380" y="2539"/>
                  </a:lnTo>
                  <a:lnTo>
                    <a:pt x="205740" y="2539"/>
                  </a:lnTo>
                  <a:lnTo>
                    <a:pt x="205740" y="0"/>
                  </a:lnTo>
                  <a:close/>
                </a:path>
                <a:path w="205739" h="7619">
                  <a:moveTo>
                    <a:pt x="85089" y="2540"/>
                  </a:moveTo>
                  <a:lnTo>
                    <a:pt x="0" y="2540"/>
                  </a:lnTo>
                  <a:lnTo>
                    <a:pt x="0" y="7620"/>
                  </a:lnTo>
                  <a:lnTo>
                    <a:pt x="85090" y="7620"/>
                  </a:lnTo>
                  <a:lnTo>
                    <a:pt x="85089" y="2540"/>
                  </a:lnTo>
                  <a:close/>
                </a:path>
                <a:path w="205739" h="7619">
                  <a:moveTo>
                    <a:pt x="205740" y="2540"/>
                  </a:moveTo>
                  <a:lnTo>
                    <a:pt x="119380" y="2540"/>
                  </a:lnTo>
                  <a:lnTo>
                    <a:pt x="119380" y="5080"/>
                  </a:lnTo>
                  <a:lnTo>
                    <a:pt x="120650" y="5080"/>
                  </a:lnTo>
                  <a:lnTo>
                    <a:pt x="120650" y="7620"/>
                  </a:lnTo>
                  <a:lnTo>
                    <a:pt x="205740" y="7620"/>
                  </a:lnTo>
                  <a:lnTo>
                    <a:pt x="205740" y="2540"/>
                  </a:lnTo>
                  <a:close/>
                </a:path>
              </a:pathLst>
            </a:custGeom>
            <a:solidFill>
              <a:srgbClr val="227500"/>
            </a:solidFill>
          </p:spPr>
          <p:txBody>
            <a:bodyPr wrap="square" lIns="0" tIns="0" rIns="0" bIns="0" rtlCol="0"/>
            <a:lstStyle/>
            <a:p/>
          </p:txBody>
        </p:sp>
        <p:sp>
          <p:nvSpPr>
            <p:cNvPr id="1753" name="object 1753"/>
            <p:cNvSpPr/>
            <p:nvPr/>
          </p:nvSpPr>
          <p:spPr>
            <a:xfrm>
              <a:off x="5716269" y="1286509"/>
              <a:ext cx="207010" cy="6350"/>
            </a:xfrm>
            <a:custGeom>
              <a:avLst/>
              <a:gdLst/>
              <a:ahLst/>
              <a:cxnLst/>
              <a:rect l="l" t="t" r="r" b="b"/>
              <a:pathLst>
                <a:path w="207010" h="6350">
                  <a:moveTo>
                    <a:pt x="86360" y="0"/>
                  </a:moveTo>
                  <a:lnTo>
                    <a:pt x="1269" y="0"/>
                  </a:lnTo>
                  <a:lnTo>
                    <a:pt x="1269" y="1269"/>
                  </a:lnTo>
                  <a:lnTo>
                    <a:pt x="0" y="1269"/>
                  </a:lnTo>
                  <a:lnTo>
                    <a:pt x="0" y="6350"/>
                  </a:lnTo>
                  <a:lnTo>
                    <a:pt x="85089" y="6350"/>
                  </a:lnTo>
                  <a:lnTo>
                    <a:pt x="85089" y="2539"/>
                  </a:lnTo>
                  <a:lnTo>
                    <a:pt x="86360" y="2539"/>
                  </a:lnTo>
                  <a:lnTo>
                    <a:pt x="86360" y="0"/>
                  </a:lnTo>
                  <a:close/>
                </a:path>
                <a:path w="207010" h="6350">
                  <a:moveTo>
                    <a:pt x="207010" y="0"/>
                  </a:moveTo>
                  <a:lnTo>
                    <a:pt x="121919" y="0"/>
                  </a:lnTo>
                  <a:lnTo>
                    <a:pt x="121919" y="2539"/>
                  </a:lnTo>
                  <a:lnTo>
                    <a:pt x="123189" y="2539"/>
                  </a:lnTo>
                  <a:lnTo>
                    <a:pt x="123189" y="6350"/>
                  </a:lnTo>
                  <a:lnTo>
                    <a:pt x="207010" y="6350"/>
                  </a:lnTo>
                  <a:lnTo>
                    <a:pt x="207010" y="0"/>
                  </a:lnTo>
                  <a:close/>
                </a:path>
              </a:pathLst>
            </a:custGeom>
            <a:solidFill>
              <a:srgbClr val="237400"/>
            </a:solidFill>
          </p:spPr>
          <p:txBody>
            <a:bodyPr wrap="square" lIns="0" tIns="0" rIns="0" bIns="0" rtlCol="0"/>
            <a:lstStyle/>
            <a:p/>
          </p:txBody>
        </p:sp>
        <p:sp>
          <p:nvSpPr>
            <p:cNvPr id="1754" name="object 1754"/>
            <p:cNvSpPr/>
            <p:nvPr/>
          </p:nvSpPr>
          <p:spPr>
            <a:xfrm>
              <a:off x="5716269" y="1292859"/>
              <a:ext cx="208279" cy="7620"/>
            </a:xfrm>
            <a:custGeom>
              <a:avLst/>
              <a:gdLst/>
              <a:ahLst/>
              <a:cxnLst/>
              <a:rect l="l" t="t" r="r" b="b"/>
              <a:pathLst>
                <a:path w="208279" h="7619">
                  <a:moveTo>
                    <a:pt x="85089" y="0"/>
                  </a:moveTo>
                  <a:lnTo>
                    <a:pt x="0" y="0"/>
                  </a:lnTo>
                  <a:lnTo>
                    <a:pt x="0" y="7619"/>
                  </a:lnTo>
                  <a:lnTo>
                    <a:pt x="83820" y="7619"/>
                  </a:lnTo>
                  <a:lnTo>
                    <a:pt x="83820" y="5079"/>
                  </a:lnTo>
                  <a:lnTo>
                    <a:pt x="85089" y="5079"/>
                  </a:lnTo>
                  <a:lnTo>
                    <a:pt x="85089" y="0"/>
                  </a:lnTo>
                  <a:close/>
                </a:path>
                <a:path w="208279" h="7619">
                  <a:moveTo>
                    <a:pt x="208279" y="0"/>
                  </a:moveTo>
                  <a:lnTo>
                    <a:pt x="123189" y="0"/>
                  </a:lnTo>
                  <a:lnTo>
                    <a:pt x="123189" y="7619"/>
                  </a:lnTo>
                  <a:lnTo>
                    <a:pt x="208279" y="7619"/>
                  </a:lnTo>
                  <a:lnTo>
                    <a:pt x="208279" y="0"/>
                  </a:lnTo>
                  <a:close/>
                </a:path>
              </a:pathLst>
            </a:custGeom>
            <a:solidFill>
              <a:srgbClr val="247300"/>
            </a:solidFill>
          </p:spPr>
          <p:txBody>
            <a:bodyPr wrap="square" lIns="0" tIns="0" rIns="0" bIns="0" rtlCol="0"/>
            <a:lstStyle/>
            <a:p/>
          </p:txBody>
        </p:sp>
        <p:sp>
          <p:nvSpPr>
            <p:cNvPr id="1755" name="object 1755"/>
            <p:cNvSpPr/>
            <p:nvPr/>
          </p:nvSpPr>
          <p:spPr>
            <a:xfrm>
              <a:off x="5714999" y="1300479"/>
              <a:ext cx="210820" cy="7620"/>
            </a:xfrm>
            <a:custGeom>
              <a:avLst/>
              <a:gdLst/>
              <a:ahLst/>
              <a:cxnLst/>
              <a:rect l="l" t="t" r="r" b="b"/>
              <a:pathLst>
                <a:path w="210820" h="7619">
                  <a:moveTo>
                    <a:pt x="209550" y="0"/>
                  </a:moveTo>
                  <a:lnTo>
                    <a:pt x="125729" y="0"/>
                  </a:lnTo>
                  <a:lnTo>
                    <a:pt x="125729" y="7620"/>
                  </a:lnTo>
                  <a:lnTo>
                    <a:pt x="210820" y="7620"/>
                  </a:lnTo>
                  <a:lnTo>
                    <a:pt x="210820" y="6350"/>
                  </a:lnTo>
                  <a:lnTo>
                    <a:pt x="209550" y="6350"/>
                  </a:lnTo>
                  <a:lnTo>
                    <a:pt x="209550" y="0"/>
                  </a:lnTo>
                  <a:close/>
                </a:path>
                <a:path w="210820" h="7619">
                  <a:moveTo>
                    <a:pt x="83820" y="2540"/>
                  </a:moveTo>
                  <a:lnTo>
                    <a:pt x="0" y="2540"/>
                  </a:lnTo>
                  <a:lnTo>
                    <a:pt x="0" y="7620"/>
                  </a:lnTo>
                  <a:lnTo>
                    <a:pt x="83820" y="7620"/>
                  </a:lnTo>
                  <a:lnTo>
                    <a:pt x="83820" y="2540"/>
                  </a:lnTo>
                  <a:close/>
                </a:path>
                <a:path w="210820" h="7619">
                  <a:moveTo>
                    <a:pt x="85090" y="0"/>
                  </a:moveTo>
                  <a:lnTo>
                    <a:pt x="1270" y="0"/>
                  </a:lnTo>
                  <a:lnTo>
                    <a:pt x="1270" y="2540"/>
                  </a:lnTo>
                  <a:lnTo>
                    <a:pt x="85090" y="2540"/>
                  </a:lnTo>
                  <a:lnTo>
                    <a:pt x="85090" y="0"/>
                  </a:lnTo>
                  <a:close/>
                </a:path>
              </a:pathLst>
            </a:custGeom>
            <a:solidFill>
              <a:srgbClr val="257200"/>
            </a:solidFill>
          </p:spPr>
          <p:txBody>
            <a:bodyPr wrap="square" lIns="0" tIns="0" rIns="0" bIns="0" rtlCol="0"/>
            <a:lstStyle/>
            <a:p/>
          </p:txBody>
        </p:sp>
        <p:sp>
          <p:nvSpPr>
            <p:cNvPr id="1756" name="object 1756"/>
            <p:cNvSpPr/>
            <p:nvPr/>
          </p:nvSpPr>
          <p:spPr>
            <a:xfrm>
              <a:off x="5714999" y="1308099"/>
              <a:ext cx="210820" cy="6350"/>
            </a:xfrm>
            <a:custGeom>
              <a:avLst/>
              <a:gdLst/>
              <a:ahLst/>
              <a:cxnLst/>
              <a:rect l="l" t="t" r="r" b="b"/>
              <a:pathLst>
                <a:path w="210820" h="6350">
                  <a:moveTo>
                    <a:pt x="83820" y="0"/>
                  </a:moveTo>
                  <a:lnTo>
                    <a:pt x="0" y="0"/>
                  </a:lnTo>
                  <a:lnTo>
                    <a:pt x="0" y="6350"/>
                  </a:lnTo>
                  <a:lnTo>
                    <a:pt x="83820" y="6350"/>
                  </a:lnTo>
                  <a:lnTo>
                    <a:pt x="83820" y="0"/>
                  </a:lnTo>
                  <a:close/>
                </a:path>
                <a:path w="210820" h="6350">
                  <a:moveTo>
                    <a:pt x="210819" y="0"/>
                  </a:moveTo>
                  <a:lnTo>
                    <a:pt x="125729" y="0"/>
                  </a:lnTo>
                  <a:lnTo>
                    <a:pt x="125729" y="2539"/>
                  </a:lnTo>
                  <a:lnTo>
                    <a:pt x="127000" y="2539"/>
                  </a:lnTo>
                  <a:lnTo>
                    <a:pt x="127000" y="6350"/>
                  </a:lnTo>
                  <a:lnTo>
                    <a:pt x="210820" y="6350"/>
                  </a:lnTo>
                  <a:lnTo>
                    <a:pt x="210819" y="0"/>
                  </a:lnTo>
                  <a:close/>
                </a:path>
              </a:pathLst>
            </a:custGeom>
            <a:solidFill>
              <a:srgbClr val="277000"/>
            </a:solidFill>
          </p:spPr>
          <p:txBody>
            <a:bodyPr wrap="square" lIns="0" tIns="0" rIns="0" bIns="0" rtlCol="0"/>
            <a:lstStyle/>
            <a:p/>
          </p:txBody>
        </p:sp>
        <p:sp>
          <p:nvSpPr>
            <p:cNvPr id="1757" name="object 1757"/>
            <p:cNvSpPr/>
            <p:nvPr/>
          </p:nvSpPr>
          <p:spPr>
            <a:xfrm>
              <a:off x="571500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7620"/>
                  </a:moveTo>
                  <a:lnTo>
                    <a:pt x="210807" y="0"/>
                  </a:lnTo>
                  <a:lnTo>
                    <a:pt x="127000" y="0"/>
                  </a:lnTo>
                  <a:lnTo>
                    <a:pt x="127000" y="7620"/>
                  </a:lnTo>
                  <a:lnTo>
                    <a:pt x="210820" y="7620"/>
                  </a:lnTo>
                  <a:close/>
                </a:path>
              </a:pathLst>
            </a:custGeom>
            <a:solidFill>
              <a:srgbClr val="286F00"/>
            </a:solidFill>
          </p:spPr>
          <p:txBody>
            <a:bodyPr wrap="square" lIns="0" tIns="0" rIns="0" bIns="0" rtlCol="0"/>
            <a:lstStyle/>
            <a:p/>
          </p:txBody>
        </p:sp>
        <p:sp>
          <p:nvSpPr>
            <p:cNvPr id="1758" name="object 1758"/>
            <p:cNvSpPr/>
            <p:nvPr/>
          </p:nvSpPr>
          <p:spPr>
            <a:xfrm>
              <a:off x="5713729"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90" y="0"/>
                  </a:moveTo>
                  <a:lnTo>
                    <a:pt x="128270" y="0"/>
                  </a:lnTo>
                  <a:lnTo>
                    <a:pt x="128270" y="7619"/>
                  </a:lnTo>
                  <a:lnTo>
                    <a:pt x="212090" y="7619"/>
                  </a:lnTo>
                  <a:lnTo>
                    <a:pt x="212090" y="0"/>
                  </a:lnTo>
                  <a:close/>
                </a:path>
              </a:pathLst>
            </a:custGeom>
            <a:solidFill>
              <a:srgbClr val="296E00"/>
            </a:solidFill>
          </p:spPr>
          <p:txBody>
            <a:bodyPr wrap="square" lIns="0" tIns="0" rIns="0" bIns="0" rtlCol="0"/>
            <a:lstStyle/>
            <a:p/>
          </p:txBody>
        </p:sp>
        <p:sp>
          <p:nvSpPr>
            <p:cNvPr id="1759" name="object 1759"/>
            <p:cNvSpPr/>
            <p:nvPr/>
          </p:nvSpPr>
          <p:spPr>
            <a:xfrm>
              <a:off x="5713729" y="1329689"/>
              <a:ext cx="212090" cy="7620"/>
            </a:xfrm>
            <a:custGeom>
              <a:avLst/>
              <a:gdLst/>
              <a:ahLst/>
              <a:cxnLst/>
              <a:rect l="l" t="t" r="r" b="b"/>
              <a:pathLst>
                <a:path w="212089" h="7619">
                  <a:moveTo>
                    <a:pt x="83820" y="0"/>
                  </a:moveTo>
                  <a:lnTo>
                    <a:pt x="0" y="0"/>
                  </a:lnTo>
                  <a:lnTo>
                    <a:pt x="0" y="7620"/>
                  </a:lnTo>
                  <a:lnTo>
                    <a:pt x="82550" y="7620"/>
                  </a:lnTo>
                  <a:lnTo>
                    <a:pt x="82550" y="6350"/>
                  </a:lnTo>
                  <a:lnTo>
                    <a:pt x="83820" y="6350"/>
                  </a:lnTo>
                  <a:lnTo>
                    <a:pt x="83820" y="0"/>
                  </a:lnTo>
                  <a:close/>
                </a:path>
                <a:path w="212089" h="7619">
                  <a:moveTo>
                    <a:pt x="212090" y="0"/>
                  </a:moveTo>
                  <a:lnTo>
                    <a:pt x="128270" y="0"/>
                  </a:lnTo>
                  <a:lnTo>
                    <a:pt x="128270" y="6350"/>
                  </a:lnTo>
                  <a:lnTo>
                    <a:pt x="129540" y="6350"/>
                  </a:lnTo>
                  <a:lnTo>
                    <a:pt x="129540" y="7620"/>
                  </a:lnTo>
                  <a:lnTo>
                    <a:pt x="212090" y="7620"/>
                  </a:lnTo>
                  <a:lnTo>
                    <a:pt x="212090" y="0"/>
                  </a:lnTo>
                  <a:close/>
                </a:path>
              </a:pathLst>
            </a:custGeom>
            <a:solidFill>
              <a:srgbClr val="2A6D00"/>
            </a:solidFill>
          </p:spPr>
          <p:txBody>
            <a:bodyPr wrap="square" lIns="0" tIns="0" rIns="0" bIns="0" rtlCol="0"/>
            <a:lstStyle/>
            <a:p/>
          </p:txBody>
        </p:sp>
        <p:sp>
          <p:nvSpPr>
            <p:cNvPr id="1760" name="object 1760"/>
            <p:cNvSpPr/>
            <p:nvPr/>
          </p:nvSpPr>
          <p:spPr>
            <a:xfrm>
              <a:off x="5713730" y="133730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2B6C00"/>
            </a:solidFill>
          </p:spPr>
          <p:txBody>
            <a:bodyPr wrap="square" lIns="0" tIns="0" rIns="0" bIns="0" rtlCol="0"/>
            <a:lstStyle/>
            <a:p/>
          </p:txBody>
        </p:sp>
        <p:sp>
          <p:nvSpPr>
            <p:cNvPr id="1761" name="object 1761"/>
            <p:cNvSpPr/>
            <p:nvPr/>
          </p:nvSpPr>
          <p:spPr>
            <a:xfrm>
              <a:off x="5713730" y="13436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2C6B00"/>
            </a:solidFill>
          </p:spPr>
          <p:txBody>
            <a:bodyPr wrap="square" lIns="0" tIns="0" rIns="0" bIns="0" rtlCol="0"/>
            <a:lstStyle/>
            <a:p/>
          </p:txBody>
        </p:sp>
        <p:sp>
          <p:nvSpPr>
            <p:cNvPr id="1762" name="object 1762"/>
            <p:cNvSpPr/>
            <p:nvPr/>
          </p:nvSpPr>
          <p:spPr>
            <a:xfrm>
              <a:off x="5713730" y="135127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2D6A00"/>
            </a:solidFill>
          </p:spPr>
          <p:txBody>
            <a:bodyPr wrap="square" lIns="0" tIns="0" rIns="0" bIns="0" rtlCol="0"/>
            <a:lstStyle/>
            <a:p/>
          </p:txBody>
        </p:sp>
        <p:sp>
          <p:nvSpPr>
            <p:cNvPr id="1763" name="object 1763"/>
            <p:cNvSpPr/>
            <p:nvPr/>
          </p:nvSpPr>
          <p:spPr>
            <a:xfrm>
              <a:off x="5713730" y="135889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2F6800"/>
            </a:solidFill>
          </p:spPr>
          <p:txBody>
            <a:bodyPr wrap="square" lIns="0" tIns="0" rIns="0" bIns="0" rtlCol="0"/>
            <a:lstStyle/>
            <a:p/>
          </p:txBody>
        </p:sp>
        <p:sp>
          <p:nvSpPr>
            <p:cNvPr id="1764" name="object 1764"/>
            <p:cNvSpPr/>
            <p:nvPr/>
          </p:nvSpPr>
          <p:spPr>
            <a:xfrm>
              <a:off x="5713730" y="136524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06700"/>
            </a:solidFill>
          </p:spPr>
          <p:txBody>
            <a:bodyPr wrap="square" lIns="0" tIns="0" rIns="0" bIns="0" rtlCol="0"/>
            <a:lstStyle/>
            <a:p/>
          </p:txBody>
        </p:sp>
        <p:sp>
          <p:nvSpPr>
            <p:cNvPr id="1765" name="object 1765"/>
            <p:cNvSpPr/>
            <p:nvPr/>
          </p:nvSpPr>
          <p:spPr>
            <a:xfrm>
              <a:off x="5713730" y="137286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16600"/>
            </a:solidFill>
          </p:spPr>
          <p:txBody>
            <a:bodyPr wrap="square" lIns="0" tIns="0" rIns="0" bIns="0" rtlCol="0"/>
            <a:lstStyle/>
            <a:p/>
          </p:txBody>
        </p:sp>
        <p:sp>
          <p:nvSpPr>
            <p:cNvPr id="1766" name="object 1766"/>
            <p:cNvSpPr/>
            <p:nvPr/>
          </p:nvSpPr>
          <p:spPr>
            <a:xfrm>
              <a:off x="5713730" y="138048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336600"/>
            </a:solidFill>
          </p:spPr>
          <p:txBody>
            <a:bodyPr wrap="square" lIns="0" tIns="0" rIns="0" bIns="0" rtlCol="0"/>
            <a:lstStyle/>
            <a:p/>
          </p:txBody>
        </p:sp>
        <p:sp>
          <p:nvSpPr>
            <p:cNvPr id="1767" name="object 1767"/>
            <p:cNvSpPr/>
            <p:nvPr/>
          </p:nvSpPr>
          <p:spPr>
            <a:xfrm>
              <a:off x="5713730" y="138683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36400"/>
            </a:solidFill>
          </p:spPr>
          <p:txBody>
            <a:bodyPr wrap="square" lIns="0" tIns="0" rIns="0" bIns="0" rtlCol="0"/>
            <a:lstStyle/>
            <a:p/>
          </p:txBody>
        </p:sp>
        <p:sp>
          <p:nvSpPr>
            <p:cNvPr id="1768" name="object 1768"/>
            <p:cNvSpPr/>
            <p:nvPr/>
          </p:nvSpPr>
          <p:spPr>
            <a:xfrm>
              <a:off x="5713730" y="13944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46300"/>
            </a:solidFill>
          </p:spPr>
          <p:txBody>
            <a:bodyPr wrap="square" lIns="0" tIns="0" rIns="0" bIns="0" rtlCol="0"/>
            <a:lstStyle/>
            <a:p/>
          </p:txBody>
        </p:sp>
        <p:sp>
          <p:nvSpPr>
            <p:cNvPr id="1769" name="object 1769"/>
            <p:cNvSpPr/>
            <p:nvPr/>
          </p:nvSpPr>
          <p:spPr>
            <a:xfrm>
              <a:off x="5713730" y="140207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366100"/>
            </a:solidFill>
          </p:spPr>
          <p:txBody>
            <a:bodyPr wrap="square" lIns="0" tIns="0" rIns="0" bIns="0" rtlCol="0"/>
            <a:lstStyle/>
            <a:p/>
          </p:txBody>
        </p:sp>
        <p:sp>
          <p:nvSpPr>
            <p:cNvPr id="1770" name="object 1770"/>
            <p:cNvSpPr/>
            <p:nvPr/>
          </p:nvSpPr>
          <p:spPr>
            <a:xfrm>
              <a:off x="5713729" y="1408429"/>
              <a:ext cx="212090" cy="7620"/>
            </a:xfrm>
            <a:custGeom>
              <a:avLst/>
              <a:gdLst/>
              <a:ahLst/>
              <a:cxnLst/>
              <a:rect l="l" t="t" r="r" b="b"/>
              <a:pathLst>
                <a:path w="212089" h="7619">
                  <a:moveTo>
                    <a:pt x="82550" y="0"/>
                  </a:moveTo>
                  <a:lnTo>
                    <a:pt x="0" y="0"/>
                  </a:lnTo>
                  <a:lnTo>
                    <a:pt x="0" y="7620"/>
                  </a:lnTo>
                  <a:lnTo>
                    <a:pt x="83820" y="7620"/>
                  </a:lnTo>
                  <a:lnTo>
                    <a:pt x="83820" y="5080"/>
                  </a:lnTo>
                  <a:lnTo>
                    <a:pt x="82550" y="5080"/>
                  </a:lnTo>
                  <a:lnTo>
                    <a:pt x="82550" y="0"/>
                  </a:lnTo>
                  <a:close/>
                </a:path>
                <a:path w="212089" h="7619">
                  <a:moveTo>
                    <a:pt x="212090" y="0"/>
                  </a:moveTo>
                  <a:lnTo>
                    <a:pt x="129540" y="0"/>
                  </a:lnTo>
                  <a:lnTo>
                    <a:pt x="129540" y="3810"/>
                  </a:lnTo>
                  <a:lnTo>
                    <a:pt x="128270" y="3810"/>
                  </a:lnTo>
                  <a:lnTo>
                    <a:pt x="128270" y="7620"/>
                  </a:lnTo>
                  <a:lnTo>
                    <a:pt x="212090" y="7620"/>
                  </a:lnTo>
                  <a:lnTo>
                    <a:pt x="212090" y="0"/>
                  </a:lnTo>
                  <a:close/>
                </a:path>
              </a:pathLst>
            </a:custGeom>
            <a:solidFill>
              <a:srgbClr val="376000"/>
            </a:solidFill>
          </p:spPr>
          <p:txBody>
            <a:bodyPr wrap="square" lIns="0" tIns="0" rIns="0" bIns="0" rtlCol="0"/>
            <a:lstStyle/>
            <a:p/>
          </p:txBody>
        </p:sp>
        <p:sp>
          <p:nvSpPr>
            <p:cNvPr id="1771" name="object 1771"/>
            <p:cNvSpPr/>
            <p:nvPr/>
          </p:nvSpPr>
          <p:spPr>
            <a:xfrm>
              <a:off x="5713730" y="14160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8270" y="0"/>
                  </a:lnTo>
                  <a:lnTo>
                    <a:pt x="128270" y="7620"/>
                  </a:lnTo>
                  <a:lnTo>
                    <a:pt x="212090" y="7620"/>
                  </a:lnTo>
                  <a:lnTo>
                    <a:pt x="212090" y="0"/>
                  </a:lnTo>
                  <a:close/>
                </a:path>
              </a:pathLst>
            </a:custGeom>
            <a:solidFill>
              <a:srgbClr val="385F00"/>
            </a:solidFill>
          </p:spPr>
          <p:txBody>
            <a:bodyPr wrap="square" lIns="0" tIns="0" rIns="0" bIns="0" rtlCol="0"/>
            <a:lstStyle/>
            <a:p/>
          </p:txBody>
        </p:sp>
        <p:sp>
          <p:nvSpPr>
            <p:cNvPr id="1772" name="object 1772"/>
            <p:cNvSpPr/>
            <p:nvPr/>
          </p:nvSpPr>
          <p:spPr>
            <a:xfrm>
              <a:off x="5713729" y="1423669"/>
              <a:ext cx="212090" cy="6350"/>
            </a:xfrm>
            <a:custGeom>
              <a:avLst/>
              <a:gdLst/>
              <a:ahLst/>
              <a:cxnLst/>
              <a:rect l="l" t="t" r="r" b="b"/>
              <a:pathLst>
                <a:path w="212089" h="6350">
                  <a:moveTo>
                    <a:pt x="83820" y="0"/>
                  </a:moveTo>
                  <a:lnTo>
                    <a:pt x="0" y="0"/>
                  </a:lnTo>
                  <a:lnTo>
                    <a:pt x="0" y="5079"/>
                  </a:lnTo>
                  <a:lnTo>
                    <a:pt x="1270" y="5079"/>
                  </a:lnTo>
                  <a:lnTo>
                    <a:pt x="1270" y="6350"/>
                  </a:lnTo>
                  <a:lnTo>
                    <a:pt x="85089" y="6350"/>
                  </a:lnTo>
                  <a:lnTo>
                    <a:pt x="85089" y="2539"/>
                  </a:lnTo>
                  <a:lnTo>
                    <a:pt x="83820" y="2539"/>
                  </a:lnTo>
                  <a:lnTo>
                    <a:pt x="83820" y="0"/>
                  </a:lnTo>
                  <a:close/>
                </a:path>
                <a:path w="212089" h="6350">
                  <a:moveTo>
                    <a:pt x="212090" y="0"/>
                  </a:moveTo>
                  <a:lnTo>
                    <a:pt x="128270" y="0"/>
                  </a:lnTo>
                  <a:lnTo>
                    <a:pt x="128270" y="6350"/>
                  </a:lnTo>
                  <a:lnTo>
                    <a:pt x="212090" y="6350"/>
                  </a:lnTo>
                  <a:lnTo>
                    <a:pt x="212090" y="0"/>
                  </a:lnTo>
                  <a:close/>
                </a:path>
              </a:pathLst>
            </a:custGeom>
            <a:solidFill>
              <a:srgbClr val="395E00"/>
            </a:solidFill>
          </p:spPr>
          <p:txBody>
            <a:bodyPr wrap="square" lIns="0" tIns="0" rIns="0" bIns="0" rtlCol="0"/>
            <a:lstStyle/>
            <a:p/>
          </p:txBody>
        </p:sp>
        <p:sp>
          <p:nvSpPr>
            <p:cNvPr id="1773" name="object 1773"/>
            <p:cNvSpPr/>
            <p:nvPr/>
          </p:nvSpPr>
          <p:spPr>
            <a:xfrm>
              <a:off x="5715000" y="1430019"/>
              <a:ext cx="209550" cy="7620"/>
            </a:xfrm>
            <a:custGeom>
              <a:avLst/>
              <a:gdLst/>
              <a:ahLst/>
              <a:cxnLst/>
              <a:rect l="l" t="t" r="r" b="b"/>
              <a:pathLst>
                <a:path w="209550" h="7619">
                  <a:moveTo>
                    <a:pt x="83820" y="7620"/>
                  </a:moveTo>
                  <a:lnTo>
                    <a:pt x="83807" y="0"/>
                  </a:lnTo>
                  <a:lnTo>
                    <a:pt x="0" y="0"/>
                  </a:lnTo>
                  <a:lnTo>
                    <a:pt x="0" y="7620"/>
                  </a:lnTo>
                  <a:lnTo>
                    <a:pt x="83820" y="7620"/>
                  </a:lnTo>
                  <a:close/>
                </a:path>
                <a:path w="209550" h="7619">
                  <a:moveTo>
                    <a:pt x="209550" y="0"/>
                  </a:moveTo>
                  <a:lnTo>
                    <a:pt x="127000" y="0"/>
                  </a:lnTo>
                  <a:lnTo>
                    <a:pt x="127000" y="7620"/>
                  </a:lnTo>
                  <a:lnTo>
                    <a:pt x="209550" y="7620"/>
                  </a:lnTo>
                  <a:lnTo>
                    <a:pt x="209550" y="0"/>
                  </a:lnTo>
                  <a:close/>
                </a:path>
              </a:pathLst>
            </a:custGeom>
            <a:solidFill>
              <a:srgbClr val="3A5D00"/>
            </a:solidFill>
          </p:spPr>
          <p:txBody>
            <a:bodyPr wrap="square" lIns="0" tIns="0" rIns="0" bIns="0" rtlCol="0"/>
            <a:lstStyle/>
            <a:p/>
          </p:txBody>
        </p:sp>
        <p:sp>
          <p:nvSpPr>
            <p:cNvPr id="1774" name="object 1774"/>
            <p:cNvSpPr/>
            <p:nvPr/>
          </p:nvSpPr>
          <p:spPr>
            <a:xfrm>
              <a:off x="5714999" y="1437639"/>
              <a:ext cx="209550" cy="7620"/>
            </a:xfrm>
            <a:custGeom>
              <a:avLst/>
              <a:gdLst/>
              <a:ahLst/>
              <a:cxnLst/>
              <a:rect l="l" t="t" r="r" b="b"/>
              <a:pathLst>
                <a:path w="209550" h="7619">
                  <a:moveTo>
                    <a:pt x="83820" y="0"/>
                  </a:moveTo>
                  <a:lnTo>
                    <a:pt x="0" y="0"/>
                  </a:lnTo>
                  <a:lnTo>
                    <a:pt x="0" y="7620"/>
                  </a:lnTo>
                  <a:lnTo>
                    <a:pt x="83820" y="7620"/>
                  </a:lnTo>
                  <a:lnTo>
                    <a:pt x="83820" y="0"/>
                  </a:lnTo>
                  <a:close/>
                </a:path>
                <a:path w="209550" h="7619">
                  <a:moveTo>
                    <a:pt x="209550" y="0"/>
                  </a:moveTo>
                  <a:lnTo>
                    <a:pt x="127000" y="0"/>
                  </a:lnTo>
                  <a:lnTo>
                    <a:pt x="127000" y="1270"/>
                  </a:lnTo>
                  <a:lnTo>
                    <a:pt x="125729" y="1270"/>
                  </a:lnTo>
                  <a:lnTo>
                    <a:pt x="125729" y="7620"/>
                  </a:lnTo>
                  <a:lnTo>
                    <a:pt x="209550" y="7620"/>
                  </a:lnTo>
                  <a:lnTo>
                    <a:pt x="209550" y="0"/>
                  </a:lnTo>
                  <a:close/>
                </a:path>
              </a:pathLst>
            </a:custGeom>
            <a:solidFill>
              <a:srgbClr val="3B5C00"/>
            </a:solidFill>
          </p:spPr>
          <p:txBody>
            <a:bodyPr wrap="square" lIns="0" tIns="0" rIns="0" bIns="0" rtlCol="0"/>
            <a:lstStyle/>
            <a:p/>
          </p:txBody>
        </p:sp>
        <p:sp>
          <p:nvSpPr>
            <p:cNvPr id="1775" name="object 1775"/>
            <p:cNvSpPr/>
            <p:nvPr/>
          </p:nvSpPr>
          <p:spPr>
            <a:xfrm>
              <a:off x="5714999" y="1445259"/>
              <a:ext cx="209550" cy="6350"/>
            </a:xfrm>
            <a:custGeom>
              <a:avLst/>
              <a:gdLst/>
              <a:ahLst/>
              <a:cxnLst/>
              <a:rect l="l" t="t" r="r" b="b"/>
              <a:pathLst>
                <a:path w="209550" h="6350">
                  <a:moveTo>
                    <a:pt x="83820" y="0"/>
                  </a:moveTo>
                  <a:lnTo>
                    <a:pt x="0" y="0"/>
                  </a:lnTo>
                  <a:lnTo>
                    <a:pt x="0" y="6350"/>
                  </a:lnTo>
                  <a:lnTo>
                    <a:pt x="85089" y="6350"/>
                  </a:lnTo>
                  <a:lnTo>
                    <a:pt x="85089" y="3810"/>
                  </a:lnTo>
                  <a:lnTo>
                    <a:pt x="83820" y="3810"/>
                  </a:lnTo>
                  <a:lnTo>
                    <a:pt x="83820" y="0"/>
                  </a:lnTo>
                  <a:close/>
                </a:path>
                <a:path w="209550" h="6350">
                  <a:moveTo>
                    <a:pt x="209550" y="0"/>
                  </a:moveTo>
                  <a:lnTo>
                    <a:pt x="125729" y="0"/>
                  </a:lnTo>
                  <a:lnTo>
                    <a:pt x="125729" y="5079"/>
                  </a:lnTo>
                  <a:lnTo>
                    <a:pt x="124460" y="5079"/>
                  </a:lnTo>
                  <a:lnTo>
                    <a:pt x="124460" y="6350"/>
                  </a:lnTo>
                  <a:lnTo>
                    <a:pt x="209550" y="6350"/>
                  </a:lnTo>
                  <a:lnTo>
                    <a:pt x="209550" y="0"/>
                  </a:lnTo>
                  <a:close/>
                </a:path>
              </a:pathLst>
            </a:custGeom>
            <a:solidFill>
              <a:srgbClr val="3C5B00"/>
            </a:solidFill>
          </p:spPr>
          <p:txBody>
            <a:bodyPr wrap="square" lIns="0" tIns="0" rIns="0" bIns="0" rtlCol="0"/>
            <a:lstStyle/>
            <a:p/>
          </p:txBody>
        </p:sp>
        <p:sp>
          <p:nvSpPr>
            <p:cNvPr id="1776" name="object 1776"/>
            <p:cNvSpPr/>
            <p:nvPr/>
          </p:nvSpPr>
          <p:spPr>
            <a:xfrm>
              <a:off x="5714999" y="1451609"/>
              <a:ext cx="209550" cy="7620"/>
            </a:xfrm>
            <a:custGeom>
              <a:avLst/>
              <a:gdLst/>
              <a:ahLst/>
              <a:cxnLst/>
              <a:rect l="l" t="t" r="r" b="b"/>
              <a:pathLst>
                <a:path w="209550" h="7619">
                  <a:moveTo>
                    <a:pt x="85089" y="0"/>
                  </a:moveTo>
                  <a:lnTo>
                    <a:pt x="0" y="0"/>
                  </a:lnTo>
                  <a:lnTo>
                    <a:pt x="0" y="2539"/>
                  </a:lnTo>
                  <a:lnTo>
                    <a:pt x="1270" y="2539"/>
                  </a:lnTo>
                  <a:lnTo>
                    <a:pt x="1270" y="5079"/>
                  </a:lnTo>
                  <a:lnTo>
                    <a:pt x="85090" y="5079"/>
                  </a:lnTo>
                  <a:lnTo>
                    <a:pt x="85089" y="0"/>
                  </a:lnTo>
                  <a:close/>
                </a:path>
                <a:path w="209550" h="7619">
                  <a:moveTo>
                    <a:pt x="209550" y="0"/>
                  </a:moveTo>
                  <a:lnTo>
                    <a:pt x="124460" y="0"/>
                  </a:lnTo>
                  <a:lnTo>
                    <a:pt x="124460" y="5079"/>
                  </a:lnTo>
                  <a:lnTo>
                    <a:pt x="208280" y="5079"/>
                  </a:lnTo>
                  <a:lnTo>
                    <a:pt x="208280" y="1269"/>
                  </a:lnTo>
                  <a:lnTo>
                    <a:pt x="209550" y="1269"/>
                  </a:lnTo>
                  <a:lnTo>
                    <a:pt x="209550" y="0"/>
                  </a:lnTo>
                  <a:close/>
                </a:path>
                <a:path w="209550" h="7619">
                  <a:moveTo>
                    <a:pt x="208280" y="5080"/>
                  </a:moveTo>
                  <a:lnTo>
                    <a:pt x="124460" y="5080"/>
                  </a:lnTo>
                  <a:lnTo>
                    <a:pt x="124460" y="7619"/>
                  </a:lnTo>
                  <a:lnTo>
                    <a:pt x="208280" y="7619"/>
                  </a:lnTo>
                  <a:lnTo>
                    <a:pt x="208280" y="5080"/>
                  </a:lnTo>
                  <a:close/>
                </a:path>
                <a:path w="209550" h="7619">
                  <a:moveTo>
                    <a:pt x="86360" y="5080"/>
                  </a:moveTo>
                  <a:lnTo>
                    <a:pt x="1270" y="5080"/>
                  </a:lnTo>
                  <a:lnTo>
                    <a:pt x="1270" y="7619"/>
                  </a:lnTo>
                  <a:lnTo>
                    <a:pt x="86360" y="7619"/>
                  </a:lnTo>
                  <a:lnTo>
                    <a:pt x="86360" y="5080"/>
                  </a:lnTo>
                  <a:close/>
                </a:path>
              </a:pathLst>
            </a:custGeom>
            <a:solidFill>
              <a:srgbClr val="3E5900"/>
            </a:solidFill>
          </p:spPr>
          <p:txBody>
            <a:bodyPr wrap="square" lIns="0" tIns="0" rIns="0" bIns="0" rtlCol="0"/>
            <a:lstStyle/>
            <a:p/>
          </p:txBody>
        </p:sp>
        <p:sp>
          <p:nvSpPr>
            <p:cNvPr id="1777" name="object 1777"/>
            <p:cNvSpPr/>
            <p:nvPr/>
          </p:nvSpPr>
          <p:spPr>
            <a:xfrm>
              <a:off x="5716269" y="1459229"/>
              <a:ext cx="207010" cy="7620"/>
            </a:xfrm>
            <a:custGeom>
              <a:avLst/>
              <a:gdLst/>
              <a:ahLst/>
              <a:cxnLst/>
              <a:rect l="l" t="t" r="r" b="b"/>
              <a:pathLst>
                <a:path w="207010" h="7619">
                  <a:moveTo>
                    <a:pt x="207010" y="0"/>
                  </a:moveTo>
                  <a:lnTo>
                    <a:pt x="123189" y="0"/>
                  </a:lnTo>
                  <a:lnTo>
                    <a:pt x="123189" y="2540"/>
                  </a:lnTo>
                  <a:lnTo>
                    <a:pt x="121919" y="2540"/>
                  </a:lnTo>
                  <a:lnTo>
                    <a:pt x="121919" y="6350"/>
                  </a:lnTo>
                  <a:lnTo>
                    <a:pt x="120650" y="6350"/>
                  </a:lnTo>
                  <a:lnTo>
                    <a:pt x="120650" y="7620"/>
                  </a:lnTo>
                  <a:lnTo>
                    <a:pt x="207010" y="7620"/>
                  </a:lnTo>
                  <a:lnTo>
                    <a:pt x="207010" y="0"/>
                  </a:lnTo>
                  <a:close/>
                </a:path>
                <a:path w="207010" h="7619">
                  <a:moveTo>
                    <a:pt x="85089" y="0"/>
                  </a:moveTo>
                  <a:lnTo>
                    <a:pt x="0" y="0"/>
                  </a:lnTo>
                  <a:lnTo>
                    <a:pt x="0" y="7620"/>
                  </a:lnTo>
                  <a:lnTo>
                    <a:pt x="86360" y="7620"/>
                  </a:lnTo>
                  <a:lnTo>
                    <a:pt x="86360" y="6350"/>
                  </a:lnTo>
                  <a:lnTo>
                    <a:pt x="85089" y="6350"/>
                  </a:lnTo>
                  <a:lnTo>
                    <a:pt x="85089" y="0"/>
                  </a:lnTo>
                  <a:close/>
                </a:path>
              </a:pathLst>
            </a:custGeom>
            <a:solidFill>
              <a:srgbClr val="3F5800"/>
            </a:solidFill>
          </p:spPr>
          <p:txBody>
            <a:bodyPr wrap="square" lIns="0" tIns="0" rIns="0" bIns="0" rtlCol="0"/>
            <a:lstStyle/>
            <a:p/>
          </p:txBody>
        </p:sp>
        <p:sp>
          <p:nvSpPr>
            <p:cNvPr id="1778" name="object 1778"/>
            <p:cNvSpPr/>
            <p:nvPr/>
          </p:nvSpPr>
          <p:spPr>
            <a:xfrm>
              <a:off x="5716270" y="1466849"/>
              <a:ext cx="207010" cy="7620"/>
            </a:xfrm>
            <a:custGeom>
              <a:avLst/>
              <a:gdLst/>
              <a:ahLst/>
              <a:cxnLst/>
              <a:rect l="l" t="t" r="r" b="b"/>
              <a:pathLst>
                <a:path w="207010" h="7619">
                  <a:moveTo>
                    <a:pt x="87630" y="2540"/>
                  </a:moveTo>
                  <a:lnTo>
                    <a:pt x="86360" y="2540"/>
                  </a:lnTo>
                  <a:lnTo>
                    <a:pt x="86360" y="0"/>
                  </a:lnTo>
                  <a:lnTo>
                    <a:pt x="0" y="0"/>
                  </a:lnTo>
                  <a:lnTo>
                    <a:pt x="0" y="2540"/>
                  </a:lnTo>
                  <a:lnTo>
                    <a:pt x="1270" y="2540"/>
                  </a:lnTo>
                  <a:lnTo>
                    <a:pt x="1270" y="7620"/>
                  </a:lnTo>
                  <a:lnTo>
                    <a:pt x="87630" y="7620"/>
                  </a:lnTo>
                  <a:lnTo>
                    <a:pt x="87630" y="2540"/>
                  </a:lnTo>
                  <a:close/>
                </a:path>
                <a:path w="207010" h="7619">
                  <a:moveTo>
                    <a:pt x="207010" y="0"/>
                  </a:moveTo>
                  <a:lnTo>
                    <a:pt x="120650" y="0"/>
                  </a:lnTo>
                  <a:lnTo>
                    <a:pt x="120650" y="6350"/>
                  </a:lnTo>
                  <a:lnTo>
                    <a:pt x="119380" y="6350"/>
                  </a:lnTo>
                  <a:lnTo>
                    <a:pt x="119380" y="7620"/>
                  </a:lnTo>
                  <a:lnTo>
                    <a:pt x="205740" y="7620"/>
                  </a:lnTo>
                  <a:lnTo>
                    <a:pt x="205740" y="6350"/>
                  </a:lnTo>
                  <a:lnTo>
                    <a:pt x="207010" y="6350"/>
                  </a:lnTo>
                  <a:lnTo>
                    <a:pt x="207010" y="0"/>
                  </a:lnTo>
                  <a:close/>
                </a:path>
              </a:pathLst>
            </a:custGeom>
            <a:solidFill>
              <a:srgbClr val="405700"/>
            </a:solidFill>
          </p:spPr>
          <p:txBody>
            <a:bodyPr wrap="square" lIns="0" tIns="0" rIns="0" bIns="0" rtlCol="0"/>
            <a:lstStyle/>
            <a:p/>
          </p:txBody>
        </p:sp>
        <p:sp>
          <p:nvSpPr>
            <p:cNvPr id="1779" name="object 1779"/>
            <p:cNvSpPr/>
            <p:nvPr/>
          </p:nvSpPr>
          <p:spPr>
            <a:xfrm>
              <a:off x="5717540" y="1474469"/>
              <a:ext cx="204470" cy="6350"/>
            </a:xfrm>
            <a:custGeom>
              <a:avLst/>
              <a:gdLst/>
              <a:ahLst/>
              <a:cxnLst/>
              <a:rect l="l" t="t" r="r" b="b"/>
              <a:pathLst>
                <a:path w="204470" h="6350">
                  <a:moveTo>
                    <a:pt x="88900" y="5080"/>
                  </a:moveTo>
                  <a:lnTo>
                    <a:pt x="87617" y="5080"/>
                  </a:lnTo>
                  <a:lnTo>
                    <a:pt x="87617" y="0"/>
                  </a:lnTo>
                  <a:lnTo>
                    <a:pt x="0" y="0"/>
                  </a:lnTo>
                  <a:lnTo>
                    <a:pt x="0" y="5080"/>
                  </a:lnTo>
                  <a:lnTo>
                    <a:pt x="0" y="6350"/>
                  </a:lnTo>
                  <a:lnTo>
                    <a:pt x="88900" y="6350"/>
                  </a:lnTo>
                  <a:lnTo>
                    <a:pt x="88900" y="5080"/>
                  </a:lnTo>
                  <a:close/>
                </a:path>
                <a:path w="204470" h="6350">
                  <a:moveTo>
                    <a:pt x="204470" y="0"/>
                  </a:moveTo>
                  <a:lnTo>
                    <a:pt x="118110" y="0"/>
                  </a:lnTo>
                  <a:lnTo>
                    <a:pt x="118110" y="1270"/>
                  </a:lnTo>
                  <a:lnTo>
                    <a:pt x="116840" y="1270"/>
                  </a:lnTo>
                  <a:lnTo>
                    <a:pt x="116840" y="5080"/>
                  </a:lnTo>
                  <a:lnTo>
                    <a:pt x="115570" y="5080"/>
                  </a:lnTo>
                  <a:lnTo>
                    <a:pt x="115570" y="6350"/>
                  </a:lnTo>
                  <a:lnTo>
                    <a:pt x="204470" y="6350"/>
                  </a:lnTo>
                  <a:lnTo>
                    <a:pt x="204470" y="5080"/>
                  </a:lnTo>
                  <a:lnTo>
                    <a:pt x="204470" y="1270"/>
                  </a:lnTo>
                  <a:lnTo>
                    <a:pt x="204470" y="0"/>
                  </a:lnTo>
                  <a:close/>
                </a:path>
              </a:pathLst>
            </a:custGeom>
            <a:solidFill>
              <a:srgbClr val="415600"/>
            </a:solidFill>
          </p:spPr>
          <p:txBody>
            <a:bodyPr wrap="square" lIns="0" tIns="0" rIns="0" bIns="0" rtlCol="0"/>
            <a:lstStyle/>
            <a:p/>
          </p:txBody>
        </p:sp>
        <p:sp>
          <p:nvSpPr>
            <p:cNvPr id="1780" name="object 1780"/>
            <p:cNvSpPr/>
            <p:nvPr/>
          </p:nvSpPr>
          <p:spPr>
            <a:xfrm>
              <a:off x="5717540" y="1480819"/>
              <a:ext cx="204470" cy="7620"/>
            </a:xfrm>
            <a:custGeom>
              <a:avLst/>
              <a:gdLst/>
              <a:ahLst/>
              <a:cxnLst/>
              <a:rect l="l" t="t" r="r" b="b"/>
              <a:pathLst>
                <a:path w="204470"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4470" h="7619">
                  <a:moveTo>
                    <a:pt x="204470" y="0"/>
                  </a:moveTo>
                  <a:lnTo>
                    <a:pt x="115570" y="0"/>
                  </a:lnTo>
                  <a:lnTo>
                    <a:pt x="115570" y="1270"/>
                  </a:lnTo>
                  <a:lnTo>
                    <a:pt x="114300" y="1270"/>
                  </a:lnTo>
                  <a:lnTo>
                    <a:pt x="114300" y="2540"/>
                  </a:lnTo>
                  <a:lnTo>
                    <a:pt x="114300" y="7620"/>
                  </a:lnTo>
                  <a:lnTo>
                    <a:pt x="203200" y="7620"/>
                  </a:lnTo>
                  <a:lnTo>
                    <a:pt x="203200" y="2540"/>
                  </a:lnTo>
                  <a:lnTo>
                    <a:pt x="204470" y="2540"/>
                  </a:lnTo>
                  <a:lnTo>
                    <a:pt x="204470" y="1270"/>
                  </a:lnTo>
                  <a:lnTo>
                    <a:pt x="204470" y="0"/>
                  </a:lnTo>
                  <a:close/>
                </a:path>
              </a:pathLst>
            </a:custGeom>
            <a:solidFill>
              <a:srgbClr val="425500"/>
            </a:solidFill>
          </p:spPr>
          <p:txBody>
            <a:bodyPr wrap="square" lIns="0" tIns="0" rIns="0" bIns="0" rtlCol="0"/>
            <a:lstStyle/>
            <a:p/>
          </p:txBody>
        </p:sp>
        <p:sp>
          <p:nvSpPr>
            <p:cNvPr id="1781" name="object 1781"/>
            <p:cNvSpPr/>
            <p:nvPr/>
          </p:nvSpPr>
          <p:spPr>
            <a:xfrm>
              <a:off x="5718810" y="1488439"/>
              <a:ext cx="201930" cy="7620"/>
            </a:xfrm>
            <a:custGeom>
              <a:avLst/>
              <a:gdLst/>
              <a:ahLst/>
              <a:cxnLst/>
              <a:rect l="l" t="t" r="r" b="b"/>
              <a:pathLst>
                <a:path w="201929" h="7619">
                  <a:moveTo>
                    <a:pt x="96520" y="6350"/>
                  </a:moveTo>
                  <a:lnTo>
                    <a:pt x="93980" y="6350"/>
                  </a:lnTo>
                  <a:lnTo>
                    <a:pt x="93980" y="3810"/>
                  </a:lnTo>
                  <a:lnTo>
                    <a:pt x="92697" y="3810"/>
                  </a:lnTo>
                  <a:lnTo>
                    <a:pt x="92697" y="2540"/>
                  </a:lnTo>
                  <a:lnTo>
                    <a:pt x="91440" y="2540"/>
                  </a:lnTo>
                  <a:lnTo>
                    <a:pt x="91440" y="1270"/>
                  </a:lnTo>
                  <a:lnTo>
                    <a:pt x="91440" y="0"/>
                  </a:lnTo>
                  <a:lnTo>
                    <a:pt x="0" y="0"/>
                  </a:lnTo>
                  <a:lnTo>
                    <a:pt x="0" y="1270"/>
                  </a:lnTo>
                  <a:lnTo>
                    <a:pt x="1270" y="1270"/>
                  </a:lnTo>
                  <a:lnTo>
                    <a:pt x="1270" y="2540"/>
                  </a:lnTo>
                  <a:lnTo>
                    <a:pt x="1270" y="3810"/>
                  </a:lnTo>
                  <a:lnTo>
                    <a:pt x="1270" y="6350"/>
                  </a:lnTo>
                  <a:lnTo>
                    <a:pt x="1270" y="7620"/>
                  </a:lnTo>
                  <a:lnTo>
                    <a:pt x="96520" y="7620"/>
                  </a:lnTo>
                  <a:lnTo>
                    <a:pt x="96520" y="6350"/>
                  </a:lnTo>
                  <a:close/>
                </a:path>
                <a:path w="201929" h="7619">
                  <a:moveTo>
                    <a:pt x="201930" y="0"/>
                  </a:moveTo>
                  <a:lnTo>
                    <a:pt x="111760" y="0"/>
                  </a:lnTo>
                  <a:lnTo>
                    <a:pt x="111760" y="1270"/>
                  </a:lnTo>
                  <a:lnTo>
                    <a:pt x="110490" y="1270"/>
                  </a:lnTo>
                  <a:lnTo>
                    <a:pt x="110490" y="2540"/>
                  </a:lnTo>
                  <a:lnTo>
                    <a:pt x="109220" y="2540"/>
                  </a:lnTo>
                  <a:lnTo>
                    <a:pt x="109220" y="5080"/>
                  </a:lnTo>
                  <a:lnTo>
                    <a:pt x="107950" y="5080"/>
                  </a:lnTo>
                  <a:lnTo>
                    <a:pt x="107950" y="7620"/>
                  </a:lnTo>
                  <a:lnTo>
                    <a:pt x="200660" y="7620"/>
                  </a:lnTo>
                  <a:lnTo>
                    <a:pt x="200660" y="5080"/>
                  </a:lnTo>
                  <a:lnTo>
                    <a:pt x="201930" y="5080"/>
                  </a:lnTo>
                  <a:lnTo>
                    <a:pt x="201930" y="2540"/>
                  </a:lnTo>
                  <a:lnTo>
                    <a:pt x="201930" y="1270"/>
                  </a:lnTo>
                  <a:lnTo>
                    <a:pt x="201930" y="0"/>
                  </a:lnTo>
                  <a:close/>
                </a:path>
              </a:pathLst>
            </a:custGeom>
            <a:solidFill>
              <a:srgbClr val="435400"/>
            </a:solidFill>
          </p:spPr>
          <p:txBody>
            <a:bodyPr wrap="square" lIns="0" tIns="0" rIns="0" bIns="0" rtlCol="0"/>
            <a:lstStyle/>
            <a:p/>
          </p:txBody>
        </p:sp>
        <p:sp>
          <p:nvSpPr>
            <p:cNvPr id="1782" name="object 1782"/>
            <p:cNvSpPr/>
            <p:nvPr/>
          </p:nvSpPr>
          <p:spPr>
            <a:xfrm>
              <a:off x="572008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99060" y="3810"/>
                  </a:lnTo>
                  <a:lnTo>
                    <a:pt x="99060" y="2540"/>
                  </a:lnTo>
                  <a:lnTo>
                    <a:pt x="97777" y="2540"/>
                  </a:lnTo>
                  <a:lnTo>
                    <a:pt x="97777" y="1270"/>
                  </a:lnTo>
                  <a:lnTo>
                    <a:pt x="95250" y="1270"/>
                  </a:lnTo>
                  <a:lnTo>
                    <a:pt x="95250" y="0"/>
                  </a:lnTo>
                  <a:lnTo>
                    <a:pt x="0" y="0"/>
                  </a:lnTo>
                  <a:lnTo>
                    <a:pt x="0" y="1270"/>
                  </a:lnTo>
                  <a:lnTo>
                    <a:pt x="0" y="2540"/>
                  </a:lnTo>
                  <a:lnTo>
                    <a:pt x="0" y="3810"/>
                  </a:lnTo>
                  <a:lnTo>
                    <a:pt x="0" y="6350"/>
                  </a:lnTo>
                  <a:lnTo>
                    <a:pt x="199377" y="6350"/>
                  </a:lnTo>
                  <a:lnTo>
                    <a:pt x="199377" y="3810"/>
                  </a:lnTo>
                  <a:lnTo>
                    <a:pt x="199377" y="2540"/>
                  </a:lnTo>
                  <a:lnTo>
                    <a:pt x="199390" y="1270"/>
                  </a:lnTo>
                  <a:lnTo>
                    <a:pt x="199390" y="0"/>
                  </a:lnTo>
                  <a:close/>
                </a:path>
              </a:pathLst>
            </a:custGeom>
            <a:solidFill>
              <a:srgbClr val="445300"/>
            </a:solidFill>
          </p:spPr>
          <p:txBody>
            <a:bodyPr wrap="square" lIns="0" tIns="0" rIns="0" bIns="0" rtlCol="0"/>
            <a:lstStyle/>
            <a:p/>
          </p:txBody>
        </p:sp>
        <p:sp>
          <p:nvSpPr>
            <p:cNvPr id="1783" name="object 1783"/>
            <p:cNvSpPr/>
            <p:nvPr/>
          </p:nvSpPr>
          <p:spPr>
            <a:xfrm>
              <a:off x="5721349"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465100"/>
            </a:solidFill>
          </p:spPr>
          <p:txBody>
            <a:bodyPr wrap="square" lIns="0" tIns="0" rIns="0" bIns="0" rtlCol="0"/>
            <a:lstStyle/>
            <a:p/>
          </p:txBody>
        </p:sp>
        <p:sp>
          <p:nvSpPr>
            <p:cNvPr id="1784" name="object 1784"/>
            <p:cNvSpPr/>
            <p:nvPr/>
          </p:nvSpPr>
          <p:spPr>
            <a:xfrm>
              <a:off x="572135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475000"/>
            </a:solidFill>
          </p:spPr>
          <p:txBody>
            <a:bodyPr wrap="square" lIns="0" tIns="0" rIns="0" bIns="0" rtlCol="0"/>
            <a:lstStyle/>
            <a:p/>
          </p:txBody>
        </p:sp>
        <p:sp>
          <p:nvSpPr>
            <p:cNvPr id="1785" name="object 1785"/>
            <p:cNvSpPr/>
            <p:nvPr/>
          </p:nvSpPr>
          <p:spPr>
            <a:xfrm>
              <a:off x="572262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484F00"/>
            </a:solidFill>
          </p:spPr>
          <p:txBody>
            <a:bodyPr wrap="square" lIns="0" tIns="0" rIns="0" bIns="0" rtlCol="0"/>
            <a:lstStyle/>
            <a:p/>
          </p:txBody>
        </p:sp>
        <p:sp>
          <p:nvSpPr>
            <p:cNvPr id="1786" name="object 1786"/>
            <p:cNvSpPr/>
            <p:nvPr/>
          </p:nvSpPr>
          <p:spPr>
            <a:xfrm>
              <a:off x="5723890" y="1523999"/>
              <a:ext cx="191770" cy="7620"/>
            </a:xfrm>
            <a:custGeom>
              <a:avLst/>
              <a:gdLst/>
              <a:ahLst/>
              <a:cxnLst/>
              <a:rect l="l" t="t" r="r" b="b"/>
              <a:pathLst>
                <a:path w="191770" h="7619">
                  <a:moveTo>
                    <a:pt x="190500" y="5092"/>
                  </a:moveTo>
                  <a:lnTo>
                    <a:pt x="1270" y="5092"/>
                  </a:lnTo>
                  <a:lnTo>
                    <a:pt x="1270" y="7620"/>
                  </a:lnTo>
                  <a:lnTo>
                    <a:pt x="190500" y="7620"/>
                  </a:lnTo>
                  <a:lnTo>
                    <a:pt x="190500"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494E00"/>
            </a:solidFill>
          </p:spPr>
          <p:txBody>
            <a:bodyPr wrap="square" lIns="0" tIns="0" rIns="0" bIns="0" rtlCol="0"/>
            <a:lstStyle/>
            <a:p/>
          </p:txBody>
        </p:sp>
        <p:sp>
          <p:nvSpPr>
            <p:cNvPr id="1787" name="object 1787"/>
            <p:cNvSpPr/>
            <p:nvPr/>
          </p:nvSpPr>
          <p:spPr>
            <a:xfrm>
              <a:off x="5725160" y="1531619"/>
              <a:ext cx="189230" cy="7620"/>
            </a:xfrm>
            <a:custGeom>
              <a:avLst/>
              <a:gdLst/>
              <a:ahLst/>
              <a:cxnLst/>
              <a:rect l="l" t="t" r="r" b="b"/>
              <a:pathLst>
                <a:path w="189229" h="7619">
                  <a:moveTo>
                    <a:pt x="187960" y="7620"/>
                  </a:moveTo>
                  <a:lnTo>
                    <a:pt x="187947" y="3822"/>
                  </a:lnTo>
                  <a:lnTo>
                    <a:pt x="1270" y="3822"/>
                  </a:lnTo>
                  <a:lnTo>
                    <a:pt x="1270" y="7620"/>
                  </a:lnTo>
                  <a:lnTo>
                    <a:pt x="187960" y="7620"/>
                  </a:lnTo>
                  <a:close/>
                </a:path>
                <a:path w="189229" h="7619">
                  <a:moveTo>
                    <a:pt x="189230" y="0"/>
                  </a:moveTo>
                  <a:lnTo>
                    <a:pt x="0" y="0"/>
                  </a:lnTo>
                  <a:lnTo>
                    <a:pt x="0" y="2540"/>
                  </a:lnTo>
                  <a:lnTo>
                    <a:pt x="1270" y="2540"/>
                  </a:lnTo>
                  <a:lnTo>
                    <a:pt x="1270" y="3810"/>
                  </a:lnTo>
                  <a:lnTo>
                    <a:pt x="189230" y="3810"/>
                  </a:lnTo>
                  <a:lnTo>
                    <a:pt x="189230" y="2540"/>
                  </a:lnTo>
                  <a:lnTo>
                    <a:pt x="189230" y="0"/>
                  </a:lnTo>
                  <a:close/>
                </a:path>
              </a:pathLst>
            </a:custGeom>
            <a:solidFill>
              <a:srgbClr val="4A4D00"/>
            </a:solidFill>
          </p:spPr>
          <p:txBody>
            <a:bodyPr wrap="square" lIns="0" tIns="0" rIns="0" bIns="0" rtlCol="0"/>
            <a:lstStyle/>
            <a:p/>
          </p:txBody>
        </p:sp>
        <p:sp>
          <p:nvSpPr>
            <p:cNvPr id="1788" name="object 1788"/>
            <p:cNvSpPr/>
            <p:nvPr/>
          </p:nvSpPr>
          <p:spPr>
            <a:xfrm>
              <a:off x="572643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4B4C00"/>
            </a:solidFill>
          </p:spPr>
          <p:txBody>
            <a:bodyPr wrap="square" lIns="0" tIns="0" rIns="0" bIns="0" rtlCol="0"/>
            <a:lstStyle/>
            <a:p/>
          </p:txBody>
        </p:sp>
        <p:sp>
          <p:nvSpPr>
            <p:cNvPr id="1789" name="object 1789"/>
            <p:cNvSpPr/>
            <p:nvPr/>
          </p:nvSpPr>
          <p:spPr>
            <a:xfrm>
              <a:off x="572770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50" y="3810"/>
                  </a:lnTo>
                  <a:lnTo>
                    <a:pt x="184150" y="2540"/>
                  </a:lnTo>
                  <a:lnTo>
                    <a:pt x="184150" y="0"/>
                  </a:lnTo>
                  <a:close/>
                </a:path>
              </a:pathLst>
            </a:custGeom>
            <a:solidFill>
              <a:srgbClr val="4C4B00"/>
            </a:solidFill>
          </p:spPr>
          <p:txBody>
            <a:bodyPr wrap="square" lIns="0" tIns="0" rIns="0" bIns="0" rtlCol="0"/>
            <a:lstStyle/>
            <a:p/>
          </p:txBody>
        </p:sp>
        <p:sp>
          <p:nvSpPr>
            <p:cNvPr id="1790" name="object 1790"/>
            <p:cNvSpPr/>
            <p:nvPr/>
          </p:nvSpPr>
          <p:spPr>
            <a:xfrm>
              <a:off x="5728970" y="1553209"/>
              <a:ext cx="181610" cy="7620"/>
            </a:xfrm>
            <a:custGeom>
              <a:avLst/>
              <a:gdLst/>
              <a:ahLst/>
              <a:cxnLst/>
              <a:rect l="l" t="t" r="r" b="b"/>
              <a:pathLst>
                <a:path w="181610" h="7619">
                  <a:moveTo>
                    <a:pt x="181610" y="0"/>
                  </a:moveTo>
                  <a:lnTo>
                    <a:pt x="0" y="0"/>
                  </a:lnTo>
                  <a:lnTo>
                    <a:pt x="0" y="1270"/>
                  </a:lnTo>
                  <a:lnTo>
                    <a:pt x="1270" y="1270"/>
                  </a:lnTo>
                  <a:lnTo>
                    <a:pt x="1270" y="2540"/>
                  </a:lnTo>
                  <a:lnTo>
                    <a:pt x="1270" y="7620"/>
                  </a:lnTo>
                  <a:lnTo>
                    <a:pt x="180340" y="7620"/>
                  </a:lnTo>
                  <a:lnTo>
                    <a:pt x="180340" y="2540"/>
                  </a:lnTo>
                  <a:lnTo>
                    <a:pt x="181610" y="2540"/>
                  </a:lnTo>
                  <a:lnTo>
                    <a:pt x="181610" y="1270"/>
                  </a:lnTo>
                  <a:lnTo>
                    <a:pt x="181610" y="0"/>
                  </a:lnTo>
                  <a:close/>
                </a:path>
              </a:pathLst>
            </a:custGeom>
            <a:solidFill>
              <a:srgbClr val="4E4900"/>
            </a:solidFill>
          </p:spPr>
          <p:txBody>
            <a:bodyPr wrap="square" lIns="0" tIns="0" rIns="0" bIns="0" rtlCol="0"/>
            <a:lstStyle/>
            <a:p/>
          </p:txBody>
        </p:sp>
        <p:sp>
          <p:nvSpPr>
            <p:cNvPr id="1791" name="object 1791"/>
            <p:cNvSpPr/>
            <p:nvPr/>
          </p:nvSpPr>
          <p:spPr>
            <a:xfrm>
              <a:off x="5730240" y="1560829"/>
              <a:ext cx="179070" cy="6350"/>
            </a:xfrm>
            <a:custGeom>
              <a:avLst/>
              <a:gdLst/>
              <a:ahLst/>
              <a:cxnLst/>
              <a:rect l="l" t="t" r="r" b="b"/>
              <a:pathLst>
                <a:path w="179070" h="6350">
                  <a:moveTo>
                    <a:pt x="179070" y="0"/>
                  </a:moveTo>
                  <a:lnTo>
                    <a:pt x="0" y="0"/>
                  </a:lnTo>
                  <a:lnTo>
                    <a:pt x="0" y="1270"/>
                  </a:lnTo>
                  <a:lnTo>
                    <a:pt x="1270" y="1270"/>
                  </a:lnTo>
                  <a:lnTo>
                    <a:pt x="1270" y="6350"/>
                  </a:lnTo>
                  <a:lnTo>
                    <a:pt x="177800" y="6350"/>
                  </a:lnTo>
                  <a:lnTo>
                    <a:pt x="177800" y="1270"/>
                  </a:lnTo>
                  <a:lnTo>
                    <a:pt x="179070" y="1270"/>
                  </a:lnTo>
                  <a:lnTo>
                    <a:pt x="179070" y="0"/>
                  </a:lnTo>
                  <a:close/>
                </a:path>
              </a:pathLst>
            </a:custGeom>
            <a:solidFill>
              <a:srgbClr val="4F4800"/>
            </a:solidFill>
          </p:spPr>
          <p:txBody>
            <a:bodyPr wrap="square" lIns="0" tIns="0" rIns="0" bIns="0" rtlCol="0"/>
            <a:lstStyle/>
            <a:p/>
          </p:txBody>
        </p:sp>
        <p:sp>
          <p:nvSpPr>
            <p:cNvPr id="1792" name="object 1792"/>
            <p:cNvSpPr/>
            <p:nvPr/>
          </p:nvSpPr>
          <p:spPr>
            <a:xfrm>
              <a:off x="5732780" y="1567179"/>
              <a:ext cx="173990" cy="7620"/>
            </a:xfrm>
            <a:custGeom>
              <a:avLst/>
              <a:gdLst/>
              <a:ahLst/>
              <a:cxnLst/>
              <a:rect l="l" t="t" r="r" b="b"/>
              <a:pathLst>
                <a:path w="173989" h="7619">
                  <a:moveTo>
                    <a:pt x="172720" y="6362"/>
                  </a:moveTo>
                  <a:lnTo>
                    <a:pt x="1270" y="6362"/>
                  </a:lnTo>
                  <a:lnTo>
                    <a:pt x="1270" y="7620"/>
                  </a:lnTo>
                  <a:lnTo>
                    <a:pt x="172720" y="7620"/>
                  </a:lnTo>
                  <a:lnTo>
                    <a:pt x="172720" y="6362"/>
                  </a:lnTo>
                  <a:close/>
                </a:path>
                <a:path w="173989" h="7619">
                  <a:moveTo>
                    <a:pt x="173990" y="5080"/>
                  </a:moveTo>
                  <a:lnTo>
                    <a:pt x="173977" y="0"/>
                  </a:lnTo>
                  <a:lnTo>
                    <a:pt x="0" y="0"/>
                  </a:lnTo>
                  <a:lnTo>
                    <a:pt x="0" y="5080"/>
                  </a:lnTo>
                  <a:lnTo>
                    <a:pt x="1270" y="5080"/>
                  </a:lnTo>
                  <a:lnTo>
                    <a:pt x="1270" y="6350"/>
                  </a:lnTo>
                  <a:lnTo>
                    <a:pt x="173990" y="6350"/>
                  </a:lnTo>
                  <a:lnTo>
                    <a:pt x="173990" y="5080"/>
                  </a:lnTo>
                  <a:close/>
                </a:path>
              </a:pathLst>
            </a:custGeom>
            <a:solidFill>
              <a:srgbClr val="504700"/>
            </a:solidFill>
          </p:spPr>
          <p:txBody>
            <a:bodyPr wrap="square" lIns="0" tIns="0" rIns="0" bIns="0" rtlCol="0"/>
            <a:lstStyle/>
            <a:p/>
          </p:txBody>
        </p:sp>
        <p:sp>
          <p:nvSpPr>
            <p:cNvPr id="1793" name="object 1793"/>
            <p:cNvSpPr/>
            <p:nvPr/>
          </p:nvSpPr>
          <p:spPr>
            <a:xfrm>
              <a:off x="5734050" y="1574799"/>
              <a:ext cx="171450" cy="7620"/>
            </a:xfrm>
            <a:custGeom>
              <a:avLst/>
              <a:gdLst/>
              <a:ahLst/>
              <a:cxnLst/>
              <a:rect l="l" t="t" r="r" b="b"/>
              <a:pathLst>
                <a:path w="171450" h="7619">
                  <a:moveTo>
                    <a:pt x="170180" y="5092"/>
                  </a:moveTo>
                  <a:lnTo>
                    <a:pt x="2540" y="5092"/>
                  </a:lnTo>
                  <a:lnTo>
                    <a:pt x="2540" y="7620"/>
                  </a:lnTo>
                  <a:lnTo>
                    <a:pt x="170180" y="7620"/>
                  </a:lnTo>
                  <a:lnTo>
                    <a:pt x="170180" y="5092"/>
                  </a:lnTo>
                  <a:close/>
                </a:path>
                <a:path w="171450" h="7619">
                  <a:moveTo>
                    <a:pt x="171450" y="0"/>
                  </a:moveTo>
                  <a:lnTo>
                    <a:pt x="0" y="0"/>
                  </a:lnTo>
                  <a:lnTo>
                    <a:pt x="0" y="1270"/>
                  </a:lnTo>
                  <a:lnTo>
                    <a:pt x="1270" y="1270"/>
                  </a:lnTo>
                  <a:lnTo>
                    <a:pt x="1270" y="3810"/>
                  </a:lnTo>
                  <a:lnTo>
                    <a:pt x="1270" y="5080"/>
                  </a:lnTo>
                  <a:lnTo>
                    <a:pt x="170180" y="5080"/>
                  </a:lnTo>
                  <a:lnTo>
                    <a:pt x="170180" y="3810"/>
                  </a:lnTo>
                  <a:lnTo>
                    <a:pt x="171450" y="3810"/>
                  </a:lnTo>
                  <a:lnTo>
                    <a:pt x="171450" y="1270"/>
                  </a:lnTo>
                  <a:lnTo>
                    <a:pt x="171450" y="0"/>
                  </a:lnTo>
                  <a:close/>
                </a:path>
              </a:pathLst>
            </a:custGeom>
            <a:solidFill>
              <a:srgbClr val="514600"/>
            </a:solidFill>
          </p:spPr>
          <p:txBody>
            <a:bodyPr wrap="square" lIns="0" tIns="0" rIns="0" bIns="0" rtlCol="0"/>
            <a:lstStyle/>
            <a:p/>
          </p:txBody>
        </p:sp>
        <p:sp>
          <p:nvSpPr>
            <p:cNvPr id="1794" name="object 1794"/>
            <p:cNvSpPr/>
            <p:nvPr/>
          </p:nvSpPr>
          <p:spPr>
            <a:xfrm>
              <a:off x="5736590" y="1582419"/>
              <a:ext cx="166370" cy="6350"/>
            </a:xfrm>
            <a:custGeom>
              <a:avLst/>
              <a:gdLst/>
              <a:ahLst/>
              <a:cxnLst/>
              <a:rect l="l" t="t" r="r" b="b"/>
              <a:pathLst>
                <a:path w="166370" h="6350">
                  <a:moveTo>
                    <a:pt x="165100" y="3937"/>
                  </a:moveTo>
                  <a:lnTo>
                    <a:pt x="1270" y="3937"/>
                  </a:lnTo>
                  <a:lnTo>
                    <a:pt x="1270" y="6350"/>
                  </a:lnTo>
                  <a:lnTo>
                    <a:pt x="165100" y="6350"/>
                  </a:lnTo>
                  <a:lnTo>
                    <a:pt x="165100" y="3937"/>
                  </a:lnTo>
                  <a:close/>
                </a:path>
                <a:path w="166370" h="6350">
                  <a:moveTo>
                    <a:pt x="166370" y="0"/>
                  </a:moveTo>
                  <a:lnTo>
                    <a:pt x="0" y="0"/>
                  </a:lnTo>
                  <a:lnTo>
                    <a:pt x="0" y="2540"/>
                  </a:lnTo>
                  <a:lnTo>
                    <a:pt x="1270" y="2540"/>
                  </a:lnTo>
                  <a:lnTo>
                    <a:pt x="1270" y="3810"/>
                  </a:lnTo>
                  <a:lnTo>
                    <a:pt x="166370" y="3810"/>
                  </a:lnTo>
                  <a:lnTo>
                    <a:pt x="166370" y="2540"/>
                  </a:lnTo>
                  <a:lnTo>
                    <a:pt x="166370" y="0"/>
                  </a:lnTo>
                  <a:close/>
                </a:path>
              </a:pathLst>
            </a:custGeom>
            <a:solidFill>
              <a:srgbClr val="524500"/>
            </a:solidFill>
          </p:spPr>
          <p:txBody>
            <a:bodyPr wrap="square" lIns="0" tIns="0" rIns="0" bIns="0" rtlCol="0"/>
            <a:lstStyle/>
            <a:p/>
          </p:txBody>
        </p:sp>
        <p:sp>
          <p:nvSpPr>
            <p:cNvPr id="1795" name="object 1795"/>
            <p:cNvSpPr/>
            <p:nvPr/>
          </p:nvSpPr>
          <p:spPr>
            <a:xfrm>
              <a:off x="5739130" y="158876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77" y="1270"/>
                  </a:lnTo>
                  <a:lnTo>
                    <a:pt x="162560" y="1270"/>
                  </a:lnTo>
                  <a:lnTo>
                    <a:pt x="162560" y="0"/>
                  </a:lnTo>
                  <a:close/>
                </a:path>
              </a:pathLst>
            </a:custGeom>
            <a:solidFill>
              <a:srgbClr val="534400"/>
            </a:solidFill>
          </p:spPr>
          <p:txBody>
            <a:bodyPr wrap="square" lIns="0" tIns="0" rIns="0" bIns="0" rtlCol="0"/>
            <a:lstStyle/>
            <a:p/>
          </p:txBody>
        </p:sp>
        <p:sp>
          <p:nvSpPr>
            <p:cNvPr id="1796" name="object 1796"/>
            <p:cNvSpPr/>
            <p:nvPr/>
          </p:nvSpPr>
          <p:spPr>
            <a:xfrm>
              <a:off x="5741670" y="1596389"/>
              <a:ext cx="157480" cy="7620"/>
            </a:xfrm>
            <a:custGeom>
              <a:avLst/>
              <a:gdLst/>
              <a:ahLst/>
              <a:cxnLst/>
              <a:rect l="l" t="t" r="r" b="b"/>
              <a:pathLst>
                <a:path w="157479" h="7619">
                  <a:moveTo>
                    <a:pt x="157480" y="0"/>
                  </a:moveTo>
                  <a:lnTo>
                    <a:pt x="0" y="0"/>
                  </a:lnTo>
                  <a:lnTo>
                    <a:pt x="0" y="1270"/>
                  </a:lnTo>
                  <a:lnTo>
                    <a:pt x="0" y="3810"/>
                  </a:lnTo>
                  <a:lnTo>
                    <a:pt x="1270" y="3810"/>
                  </a:lnTo>
                  <a:lnTo>
                    <a:pt x="1270" y="6350"/>
                  </a:lnTo>
                  <a:lnTo>
                    <a:pt x="1270" y="7620"/>
                  </a:lnTo>
                  <a:lnTo>
                    <a:pt x="154940" y="7620"/>
                  </a:lnTo>
                  <a:lnTo>
                    <a:pt x="154940" y="6350"/>
                  </a:lnTo>
                  <a:lnTo>
                    <a:pt x="156210" y="6350"/>
                  </a:lnTo>
                  <a:lnTo>
                    <a:pt x="156210" y="3810"/>
                  </a:lnTo>
                  <a:lnTo>
                    <a:pt x="156210" y="1270"/>
                  </a:lnTo>
                  <a:lnTo>
                    <a:pt x="157480" y="1270"/>
                  </a:lnTo>
                  <a:lnTo>
                    <a:pt x="157480" y="0"/>
                  </a:lnTo>
                  <a:close/>
                </a:path>
              </a:pathLst>
            </a:custGeom>
            <a:solidFill>
              <a:srgbClr val="544300"/>
            </a:solidFill>
          </p:spPr>
          <p:txBody>
            <a:bodyPr wrap="square" lIns="0" tIns="0" rIns="0" bIns="0" rtlCol="0"/>
            <a:lstStyle/>
            <a:p/>
          </p:txBody>
        </p:sp>
        <p:sp>
          <p:nvSpPr>
            <p:cNvPr id="1797" name="object 1797"/>
            <p:cNvSpPr/>
            <p:nvPr/>
          </p:nvSpPr>
          <p:spPr>
            <a:xfrm>
              <a:off x="5744210" y="1604009"/>
              <a:ext cx="152400" cy="6350"/>
            </a:xfrm>
            <a:custGeom>
              <a:avLst/>
              <a:gdLst/>
              <a:ahLst/>
              <a:cxnLst/>
              <a:rect l="l" t="t" r="r" b="b"/>
              <a:pathLst>
                <a:path w="152400" h="6350">
                  <a:moveTo>
                    <a:pt x="152400" y="0"/>
                  </a:moveTo>
                  <a:lnTo>
                    <a:pt x="0" y="0"/>
                  </a:lnTo>
                  <a:lnTo>
                    <a:pt x="0" y="3810"/>
                  </a:lnTo>
                  <a:lnTo>
                    <a:pt x="0" y="5080"/>
                  </a:lnTo>
                  <a:lnTo>
                    <a:pt x="1270" y="5080"/>
                  </a:lnTo>
                  <a:lnTo>
                    <a:pt x="1270" y="6350"/>
                  </a:lnTo>
                  <a:lnTo>
                    <a:pt x="151130" y="6350"/>
                  </a:lnTo>
                  <a:lnTo>
                    <a:pt x="151130" y="5080"/>
                  </a:lnTo>
                  <a:lnTo>
                    <a:pt x="151130" y="3810"/>
                  </a:lnTo>
                  <a:lnTo>
                    <a:pt x="152400" y="3810"/>
                  </a:lnTo>
                  <a:lnTo>
                    <a:pt x="152400" y="0"/>
                  </a:lnTo>
                  <a:close/>
                </a:path>
              </a:pathLst>
            </a:custGeom>
            <a:solidFill>
              <a:srgbClr val="564100"/>
            </a:solidFill>
          </p:spPr>
          <p:txBody>
            <a:bodyPr wrap="square" lIns="0" tIns="0" rIns="0" bIns="0" rtlCol="0"/>
            <a:lstStyle/>
            <a:p/>
          </p:txBody>
        </p:sp>
        <p:sp>
          <p:nvSpPr>
            <p:cNvPr id="1798" name="object 1798"/>
            <p:cNvSpPr/>
            <p:nvPr/>
          </p:nvSpPr>
          <p:spPr>
            <a:xfrm>
              <a:off x="574548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574000"/>
            </a:solidFill>
          </p:spPr>
          <p:txBody>
            <a:bodyPr wrap="square" lIns="0" tIns="0" rIns="0" bIns="0" rtlCol="0"/>
            <a:lstStyle/>
            <a:p/>
          </p:txBody>
        </p:sp>
        <p:sp>
          <p:nvSpPr>
            <p:cNvPr id="1799" name="object 1799"/>
            <p:cNvSpPr/>
            <p:nvPr/>
          </p:nvSpPr>
          <p:spPr>
            <a:xfrm>
              <a:off x="5748020" y="1617979"/>
              <a:ext cx="144780" cy="7620"/>
            </a:xfrm>
            <a:custGeom>
              <a:avLst/>
              <a:gdLst/>
              <a:ahLst/>
              <a:cxnLst/>
              <a:rect l="l" t="t" r="r" b="b"/>
              <a:pathLst>
                <a:path w="144779" h="7619">
                  <a:moveTo>
                    <a:pt x="144780" y="0"/>
                  </a:moveTo>
                  <a:lnTo>
                    <a:pt x="0" y="0"/>
                  </a:lnTo>
                  <a:lnTo>
                    <a:pt x="0" y="1270"/>
                  </a:lnTo>
                  <a:lnTo>
                    <a:pt x="1270" y="1270"/>
                  </a:lnTo>
                  <a:lnTo>
                    <a:pt x="1270" y="3822"/>
                  </a:lnTo>
                  <a:lnTo>
                    <a:pt x="2540" y="3822"/>
                  </a:lnTo>
                  <a:lnTo>
                    <a:pt x="2540" y="6350"/>
                  </a:lnTo>
                  <a:lnTo>
                    <a:pt x="2540" y="7620"/>
                  </a:lnTo>
                  <a:lnTo>
                    <a:pt x="140970" y="7620"/>
                  </a:lnTo>
                  <a:lnTo>
                    <a:pt x="140970" y="6350"/>
                  </a:lnTo>
                  <a:lnTo>
                    <a:pt x="142240" y="6350"/>
                  </a:lnTo>
                  <a:lnTo>
                    <a:pt x="142240" y="3822"/>
                  </a:lnTo>
                  <a:lnTo>
                    <a:pt x="143510" y="3822"/>
                  </a:lnTo>
                  <a:lnTo>
                    <a:pt x="143510" y="1270"/>
                  </a:lnTo>
                  <a:lnTo>
                    <a:pt x="144780" y="1270"/>
                  </a:lnTo>
                  <a:lnTo>
                    <a:pt x="144780" y="0"/>
                  </a:lnTo>
                  <a:close/>
                </a:path>
              </a:pathLst>
            </a:custGeom>
            <a:solidFill>
              <a:srgbClr val="583F00"/>
            </a:solidFill>
          </p:spPr>
          <p:txBody>
            <a:bodyPr wrap="square" lIns="0" tIns="0" rIns="0" bIns="0" rtlCol="0"/>
            <a:lstStyle/>
            <a:p/>
          </p:txBody>
        </p:sp>
        <p:sp>
          <p:nvSpPr>
            <p:cNvPr id="1800" name="object 1800"/>
            <p:cNvSpPr/>
            <p:nvPr/>
          </p:nvSpPr>
          <p:spPr>
            <a:xfrm>
              <a:off x="5751829" y="1625599"/>
              <a:ext cx="137160" cy="6350"/>
            </a:xfrm>
            <a:custGeom>
              <a:avLst/>
              <a:gdLst/>
              <a:ahLst/>
              <a:cxnLst/>
              <a:rect l="l" t="t" r="r" b="b"/>
              <a:pathLst>
                <a:path w="137160" h="6350">
                  <a:moveTo>
                    <a:pt x="137160" y="0"/>
                  </a:moveTo>
                  <a:lnTo>
                    <a:pt x="0" y="0"/>
                  </a:lnTo>
                  <a:lnTo>
                    <a:pt x="0" y="2540"/>
                  </a:lnTo>
                  <a:lnTo>
                    <a:pt x="1269" y="2540"/>
                  </a:lnTo>
                  <a:lnTo>
                    <a:pt x="1270" y="5080"/>
                  </a:lnTo>
                  <a:lnTo>
                    <a:pt x="2540" y="5080"/>
                  </a:lnTo>
                  <a:lnTo>
                    <a:pt x="2540" y="6350"/>
                  </a:lnTo>
                  <a:lnTo>
                    <a:pt x="134620" y="6350"/>
                  </a:lnTo>
                  <a:lnTo>
                    <a:pt x="134620" y="3810"/>
                  </a:lnTo>
                  <a:lnTo>
                    <a:pt x="135890" y="3810"/>
                  </a:lnTo>
                  <a:lnTo>
                    <a:pt x="135889" y="1270"/>
                  </a:lnTo>
                  <a:lnTo>
                    <a:pt x="137160" y="1270"/>
                  </a:lnTo>
                  <a:lnTo>
                    <a:pt x="137160" y="0"/>
                  </a:lnTo>
                  <a:close/>
                </a:path>
              </a:pathLst>
            </a:custGeom>
            <a:solidFill>
              <a:srgbClr val="593E00"/>
            </a:solidFill>
          </p:spPr>
          <p:txBody>
            <a:bodyPr wrap="square" lIns="0" tIns="0" rIns="0" bIns="0" rtlCol="0"/>
            <a:lstStyle/>
            <a:p/>
          </p:txBody>
        </p:sp>
        <p:sp>
          <p:nvSpPr>
            <p:cNvPr id="1801" name="object 1801"/>
            <p:cNvSpPr/>
            <p:nvPr/>
          </p:nvSpPr>
          <p:spPr>
            <a:xfrm>
              <a:off x="5754370" y="1631949"/>
              <a:ext cx="130810" cy="7620"/>
            </a:xfrm>
            <a:custGeom>
              <a:avLst/>
              <a:gdLst/>
              <a:ahLst/>
              <a:cxnLst/>
              <a:rect l="l" t="t" r="r" b="b"/>
              <a:pathLst>
                <a:path w="130810" h="7619">
                  <a:moveTo>
                    <a:pt x="1308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8270" y="7620"/>
                  </a:lnTo>
                  <a:lnTo>
                    <a:pt x="128270" y="6350"/>
                  </a:lnTo>
                  <a:lnTo>
                    <a:pt x="128270" y="5080"/>
                  </a:lnTo>
                  <a:lnTo>
                    <a:pt x="129540" y="5080"/>
                  </a:lnTo>
                  <a:lnTo>
                    <a:pt x="129540" y="3810"/>
                  </a:lnTo>
                  <a:lnTo>
                    <a:pt x="129540" y="2540"/>
                  </a:lnTo>
                  <a:lnTo>
                    <a:pt x="130810" y="2540"/>
                  </a:lnTo>
                  <a:lnTo>
                    <a:pt x="130810" y="1270"/>
                  </a:lnTo>
                  <a:lnTo>
                    <a:pt x="130810" y="0"/>
                  </a:lnTo>
                  <a:close/>
                </a:path>
              </a:pathLst>
            </a:custGeom>
            <a:solidFill>
              <a:srgbClr val="5A3D00"/>
            </a:solidFill>
          </p:spPr>
          <p:txBody>
            <a:bodyPr wrap="square" lIns="0" tIns="0" rIns="0" bIns="0" rtlCol="0"/>
            <a:lstStyle/>
            <a:p/>
          </p:txBody>
        </p:sp>
        <p:sp>
          <p:nvSpPr>
            <p:cNvPr id="1802" name="object 1802"/>
            <p:cNvSpPr/>
            <p:nvPr/>
          </p:nvSpPr>
          <p:spPr>
            <a:xfrm>
              <a:off x="575818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77" y="1270"/>
                  </a:lnTo>
                  <a:lnTo>
                    <a:pt x="124460" y="1270"/>
                  </a:lnTo>
                  <a:lnTo>
                    <a:pt x="124460" y="0"/>
                  </a:lnTo>
                  <a:close/>
                </a:path>
              </a:pathLst>
            </a:custGeom>
            <a:solidFill>
              <a:srgbClr val="5B3C00"/>
            </a:solidFill>
          </p:spPr>
          <p:txBody>
            <a:bodyPr wrap="square" lIns="0" tIns="0" rIns="0" bIns="0" rtlCol="0"/>
            <a:lstStyle/>
            <a:p/>
          </p:txBody>
        </p:sp>
        <p:sp>
          <p:nvSpPr>
            <p:cNvPr id="1803" name="object 1803"/>
            <p:cNvSpPr/>
            <p:nvPr/>
          </p:nvSpPr>
          <p:spPr>
            <a:xfrm>
              <a:off x="5761990" y="1647189"/>
              <a:ext cx="116839" cy="6350"/>
            </a:xfrm>
            <a:custGeom>
              <a:avLst/>
              <a:gdLst/>
              <a:ahLst/>
              <a:cxnLst/>
              <a:rect l="l" t="t" r="r" b="b"/>
              <a:pathLst>
                <a:path w="116839" h="6350">
                  <a:moveTo>
                    <a:pt x="116840" y="0"/>
                  </a:moveTo>
                  <a:lnTo>
                    <a:pt x="0" y="0"/>
                  </a:lnTo>
                  <a:lnTo>
                    <a:pt x="0" y="1270"/>
                  </a:lnTo>
                  <a:lnTo>
                    <a:pt x="1270" y="1270"/>
                  </a:lnTo>
                  <a:lnTo>
                    <a:pt x="1270" y="2540"/>
                  </a:lnTo>
                  <a:lnTo>
                    <a:pt x="1270" y="3810"/>
                  </a:lnTo>
                  <a:lnTo>
                    <a:pt x="2540" y="3810"/>
                  </a:lnTo>
                  <a:lnTo>
                    <a:pt x="2540" y="5080"/>
                  </a:lnTo>
                  <a:lnTo>
                    <a:pt x="2540" y="6350"/>
                  </a:lnTo>
                  <a:lnTo>
                    <a:pt x="113017" y="6350"/>
                  </a:lnTo>
                  <a:lnTo>
                    <a:pt x="113017" y="5080"/>
                  </a:lnTo>
                  <a:lnTo>
                    <a:pt x="114300" y="5080"/>
                  </a:lnTo>
                  <a:lnTo>
                    <a:pt x="114300" y="3810"/>
                  </a:lnTo>
                  <a:lnTo>
                    <a:pt x="114300" y="2540"/>
                  </a:lnTo>
                  <a:lnTo>
                    <a:pt x="115570" y="2540"/>
                  </a:lnTo>
                  <a:lnTo>
                    <a:pt x="115570" y="1270"/>
                  </a:lnTo>
                  <a:lnTo>
                    <a:pt x="116840" y="1270"/>
                  </a:lnTo>
                  <a:lnTo>
                    <a:pt x="116840" y="0"/>
                  </a:lnTo>
                  <a:close/>
                </a:path>
              </a:pathLst>
            </a:custGeom>
            <a:solidFill>
              <a:srgbClr val="5C3B00"/>
            </a:solidFill>
          </p:spPr>
          <p:txBody>
            <a:bodyPr wrap="square" lIns="0" tIns="0" rIns="0" bIns="0" rtlCol="0"/>
            <a:lstStyle/>
            <a:p/>
          </p:txBody>
        </p:sp>
        <p:sp>
          <p:nvSpPr>
            <p:cNvPr id="1804" name="object 1804"/>
            <p:cNvSpPr/>
            <p:nvPr/>
          </p:nvSpPr>
          <p:spPr>
            <a:xfrm>
              <a:off x="5765800" y="1653552"/>
              <a:ext cx="107950" cy="7620"/>
            </a:xfrm>
            <a:custGeom>
              <a:avLst/>
              <a:gdLst/>
              <a:ahLst/>
              <a:cxnLst/>
              <a:rect l="l" t="t" r="r" b="b"/>
              <a:pathLst>
                <a:path w="107950" h="7619">
                  <a:moveTo>
                    <a:pt x="107950" y="0"/>
                  </a:moveTo>
                  <a:lnTo>
                    <a:pt x="0" y="0"/>
                  </a:lnTo>
                  <a:lnTo>
                    <a:pt x="0" y="1257"/>
                  </a:lnTo>
                  <a:lnTo>
                    <a:pt x="1270" y="1257"/>
                  </a:lnTo>
                  <a:lnTo>
                    <a:pt x="1270" y="3797"/>
                  </a:lnTo>
                  <a:lnTo>
                    <a:pt x="2540" y="3797"/>
                  </a:lnTo>
                  <a:lnTo>
                    <a:pt x="2540" y="6350"/>
                  </a:lnTo>
                  <a:lnTo>
                    <a:pt x="3810" y="6350"/>
                  </a:lnTo>
                  <a:lnTo>
                    <a:pt x="3810" y="7607"/>
                  </a:lnTo>
                  <a:lnTo>
                    <a:pt x="104140" y="7607"/>
                  </a:lnTo>
                  <a:lnTo>
                    <a:pt x="104140" y="6350"/>
                  </a:lnTo>
                  <a:lnTo>
                    <a:pt x="105410" y="6350"/>
                  </a:lnTo>
                  <a:lnTo>
                    <a:pt x="105410" y="3797"/>
                  </a:lnTo>
                  <a:lnTo>
                    <a:pt x="106680" y="3797"/>
                  </a:lnTo>
                  <a:lnTo>
                    <a:pt x="106680" y="1257"/>
                  </a:lnTo>
                  <a:lnTo>
                    <a:pt x="107950" y="1257"/>
                  </a:lnTo>
                  <a:lnTo>
                    <a:pt x="107950" y="0"/>
                  </a:lnTo>
                  <a:close/>
                </a:path>
              </a:pathLst>
            </a:custGeom>
            <a:solidFill>
              <a:srgbClr val="5E3900"/>
            </a:solidFill>
          </p:spPr>
          <p:txBody>
            <a:bodyPr wrap="square" lIns="0" tIns="0" rIns="0" bIns="0" rtlCol="0"/>
            <a:lstStyle/>
            <a:p/>
          </p:txBody>
        </p:sp>
        <p:sp>
          <p:nvSpPr>
            <p:cNvPr id="1805" name="object 1805"/>
            <p:cNvSpPr/>
            <p:nvPr/>
          </p:nvSpPr>
          <p:spPr>
            <a:xfrm>
              <a:off x="5770880" y="1661159"/>
              <a:ext cx="99060" cy="8255"/>
            </a:xfrm>
            <a:custGeom>
              <a:avLst/>
              <a:gdLst/>
              <a:ahLst/>
              <a:cxnLst/>
              <a:rect l="l" t="t" r="r" b="b"/>
              <a:pathLst>
                <a:path w="99060" h="8255">
                  <a:moveTo>
                    <a:pt x="99060" y="0"/>
                  </a:moveTo>
                  <a:lnTo>
                    <a:pt x="0" y="0"/>
                  </a:lnTo>
                  <a:lnTo>
                    <a:pt x="0" y="1270"/>
                  </a:lnTo>
                  <a:lnTo>
                    <a:pt x="0" y="2540"/>
                  </a:lnTo>
                  <a:lnTo>
                    <a:pt x="1270" y="2540"/>
                  </a:lnTo>
                  <a:lnTo>
                    <a:pt x="1270" y="3810"/>
                  </a:lnTo>
                  <a:lnTo>
                    <a:pt x="2540" y="3810"/>
                  </a:lnTo>
                  <a:lnTo>
                    <a:pt x="2540" y="5092"/>
                  </a:lnTo>
                  <a:lnTo>
                    <a:pt x="3810" y="5092"/>
                  </a:lnTo>
                  <a:lnTo>
                    <a:pt x="3810" y="6350"/>
                  </a:lnTo>
                  <a:lnTo>
                    <a:pt x="5080" y="6350"/>
                  </a:lnTo>
                  <a:lnTo>
                    <a:pt x="5080" y="7632"/>
                  </a:lnTo>
                  <a:lnTo>
                    <a:pt x="92710" y="7632"/>
                  </a:lnTo>
                  <a:lnTo>
                    <a:pt x="92710" y="6350"/>
                  </a:lnTo>
                  <a:lnTo>
                    <a:pt x="93980" y="6350"/>
                  </a:lnTo>
                  <a:lnTo>
                    <a:pt x="93980" y="5092"/>
                  </a:lnTo>
                  <a:lnTo>
                    <a:pt x="95250" y="5092"/>
                  </a:lnTo>
                  <a:lnTo>
                    <a:pt x="95250" y="3810"/>
                  </a:lnTo>
                  <a:lnTo>
                    <a:pt x="96520" y="3810"/>
                  </a:lnTo>
                  <a:lnTo>
                    <a:pt x="96520" y="2540"/>
                  </a:lnTo>
                  <a:lnTo>
                    <a:pt x="97777" y="2540"/>
                  </a:lnTo>
                  <a:lnTo>
                    <a:pt x="97777" y="1270"/>
                  </a:lnTo>
                  <a:lnTo>
                    <a:pt x="99060" y="1270"/>
                  </a:lnTo>
                  <a:lnTo>
                    <a:pt x="99060" y="0"/>
                  </a:lnTo>
                  <a:close/>
                </a:path>
              </a:pathLst>
            </a:custGeom>
            <a:solidFill>
              <a:srgbClr val="5F3800"/>
            </a:solidFill>
          </p:spPr>
          <p:txBody>
            <a:bodyPr wrap="square" lIns="0" tIns="0" rIns="0" bIns="0" rtlCol="0"/>
            <a:lstStyle/>
            <a:p/>
          </p:txBody>
        </p:sp>
        <p:sp>
          <p:nvSpPr>
            <p:cNvPr id="1806" name="object 1806"/>
            <p:cNvSpPr/>
            <p:nvPr/>
          </p:nvSpPr>
          <p:spPr>
            <a:xfrm>
              <a:off x="5777229"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80" y="3810"/>
                  </a:moveTo>
                  <a:lnTo>
                    <a:pt x="5080" y="3810"/>
                  </a:lnTo>
                  <a:lnTo>
                    <a:pt x="5080" y="5079"/>
                  </a:lnTo>
                  <a:lnTo>
                    <a:pt x="81280" y="5079"/>
                  </a:lnTo>
                  <a:lnTo>
                    <a:pt x="81280"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603700"/>
            </a:solidFill>
          </p:spPr>
          <p:txBody>
            <a:bodyPr wrap="square" lIns="0" tIns="0" rIns="0" bIns="0" rtlCol="0"/>
            <a:lstStyle/>
            <a:p/>
          </p:txBody>
        </p:sp>
        <p:sp>
          <p:nvSpPr>
            <p:cNvPr id="1807" name="object 1807"/>
            <p:cNvSpPr/>
            <p:nvPr/>
          </p:nvSpPr>
          <p:spPr>
            <a:xfrm>
              <a:off x="5784849" y="1675129"/>
              <a:ext cx="71120" cy="7620"/>
            </a:xfrm>
            <a:custGeom>
              <a:avLst/>
              <a:gdLst/>
              <a:ahLst/>
              <a:cxnLst/>
              <a:rect l="l" t="t" r="r" b="b"/>
              <a:pathLst>
                <a:path w="71120" h="7619">
                  <a:moveTo>
                    <a:pt x="63500" y="6350"/>
                  </a:moveTo>
                  <a:lnTo>
                    <a:pt x="7620" y="6350"/>
                  </a:lnTo>
                  <a:lnTo>
                    <a:pt x="7620"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10" y="3810"/>
                  </a:moveTo>
                  <a:lnTo>
                    <a:pt x="3810" y="3810"/>
                  </a:lnTo>
                  <a:lnTo>
                    <a:pt x="3810" y="5079"/>
                  </a:lnTo>
                  <a:lnTo>
                    <a:pt x="67310" y="5079"/>
                  </a:lnTo>
                  <a:lnTo>
                    <a:pt x="67310" y="3810"/>
                  </a:lnTo>
                  <a:close/>
                </a:path>
                <a:path w="71120" h="7619">
                  <a:moveTo>
                    <a:pt x="68579" y="2539"/>
                  </a:moveTo>
                  <a:lnTo>
                    <a:pt x="2539" y="2539"/>
                  </a:lnTo>
                  <a:lnTo>
                    <a:pt x="2539" y="3810"/>
                  </a:lnTo>
                  <a:lnTo>
                    <a:pt x="68579" y="3810"/>
                  </a:lnTo>
                  <a:lnTo>
                    <a:pt x="68579" y="2539"/>
                  </a:lnTo>
                  <a:close/>
                </a:path>
                <a:path w="71120" h="7619">
                  <a:moveTo>
                    <a:pt x="69850" y="1269"/>
                  </a:moveTo>
                  <a:lnTo>
                    <a:pt x="1270" y="1269"/>
                  </a:lnTo>
                  <a:lnTo>
                    <a:pt x="1270" y="2539"/>
                  </a:lnTo>
                  <a:lnTo>
                    <a:pt x="69850" y="2539"/>
                  </a:lnTo>
                  <a:lnTo>
                    <a:pt x="69850" y="1269"/>
                  </a:lnTo>
                  <a:close/>
                </a:path>
                <a:path w="71120" h="7619">
                  <a:moveTo>
                    <a:pt x="71120" y="0"/>
                  </a:moveTo>
                  <a:lnTo>
                    <a:pt x="0" y="0"/>
                  </a:lnTo>
                  <a:lnTo>
                    <a:pt x="0" y="1269"/>
                  </a:lnTo>
                  <a:lnTo>
                    <a:pt x="71120" y="1269"/>
                  </a:lnTo>
                  <a:lnTo>
                    <a:pt x="71120" y="0"/>
                  </a:lnTo>
                  <a:close/>
                </a:path>
              </a:pathLst>
            </a:custGeom>
            <a:solidFill>
              <a:srgbClr val="613600"/>
            </a:solidFill>
          </p:spPr>
          <p:txBody>
            <a:bodyPr wrap="square" lIns="0" tIns="0" rIns="0" bIns="0" rtlCol="0"/>
            <a:lstStyle/>
            <a:p/>
          </p:txBody>
        </p:sp>
        <p:sp>
          <p:nvSpPr>
            <p:cNvPr id="1808" name="object 1808"/>
            <p:cNvSpPr/>
            <p:nvPr/>
          </p:nvSpPr>
          <p:spPr>
            <a:xfrm>
              <a:off x="5793739" y="1682749"/>
              <a:ext cx="50800" cy="7620"/>
            </a:xfrm>
            <a:custGeom>
              <a:avLst/>
              <a:gdLst/>
              <a:ahLst/>
              <a:cxnLst/>
              <a:rect l="l" t="t" r="r" b="b"/>
              <a:pathLst>
                <a:path w="50800" h="7619">
                  <a:moveTo>
                    <a:pt x="26670" y="6350"/>
                  </a:moveTo>
                  <a:lnTo>
                    <a:pt x="25400" y="6350"/>
                  </a:lnTo>
                  <a:lnTo>
                    <a:pt x="25400" y="7620"/>
                  </a:lnTo>
                  <a:lnTo>
                    <a:pt x="26670" y="7620"/>
                  </a:lnTo>
                  <a:lnTo>
                    <a:pt x="26670" y="6350"/>
                  </a:lnTo>
                  <a:close/>
                </a:path>
                <a:path w="50800" h="7619">
                  <a:moveTo>
                    <a:pt x="39370" y="5080"/>
                  </a:moveTo>
                  <a:lnTo>
                    <a:pt x="13970" y="5080"/>
                  </a:lnTo>
                  <a:lnTo>
                    <a:pt x="13970" y="6350"/>
                  </a:lnTo>
                  <a:lnTo>
                    <a:pt x="39370" y="6350"/>
                  </a:lnTo>
                  <a:lnTo>
                    <a:pt x="39370" y="5080"/>
                  </a:lnTo>
                  <a:close/>
                </a:path>
                <a:path w="50800" h="7619">
                  <a:moveTo>
                    <a:pt x="43180" y="3810"/>
                  </a:moveTo>
                  <a:lnTo>
                    <a:pt x="11430" y="3810"/>
                  </a:lnTo>
                  <a:lnTo>
                    <a:pt x="11430" y="5080"/>
                  </a:lnTo>
                  <a:lnTo>
                    <a:pt x="43180" y="5080"/>
                  </a:lnTo>
                  <a:lnTo>
                    <a:pt x="43180" y="3810"/>
                  </a:lnTo>
                  <a:close/>
                </a:path>
                <a:path w="50800" h="7619">
                  <a:moveTo>
                    <a:pt x="45720" y="2540"/>
                  </a:moveTo>
                  <a:lnTo>
                    <a:pt x="3810" y="2540"/>
                  </a:lnTo>
                  <a:lnTo>
                    <a:pt x="3810" y="3810"/>
                  </a:lnTo>
                  <a:lnTo>
                    <a:pt x="45720" y="3810"/>
                  </a:lnTo>
                  <a:lnTo>
                    <a:pt x="45720" y="2540"/>
                  </a:lnTo>
                  <a:close/>
                </a:path>
                <a:path w="50800" h="7619">
                  <a:moveTo>
                    <a:pt x="48260" y="1270"/>
                  </a:moveTo>
                  <a:lnTo>
                    <a:pt x="2539" y="1270"/>
                  </a:lnTo>
                  <a:lnTo>
                    <a:pt x="2539" y="2540"/>
                  </a:lnTo>
                  <a:lnTo>
                    <a:pt x="48260" y="2540"/>
                  </a:lnTo>
                  <a:lnTo>
                    <a:pt x="48260" y="1270"/>
                  </a:lnTo>
                  <a:close/>
                </a:path>
                <a:path w="50800" h="7619">
                  <a:moveTo>
                    <a:pt x="50800" y="0"/>
                  </a:moveTo>
                  <a:lnTo>
                    <a:pt x="0" y="0"/>
                  </a:lnTo>
                  <a:lnTo>
                    <a:pt x="0" y="1270"/>
                  </a:lnTo>
                  <a:lnTo>
                    <a:pt x="50800" y="1270"/>
                  </a:lnTo>
                  <a:lnTo>
                    <a:pt x="50800" y="0"/>
                  </a:lnTo>
                  <a:close/>
                </a:path>
              </a:pathLst>
            </a:custGeom>
            <a:solidFill>
              <a:srgbClr val="623500"/>
            </a:solidFill>
          </p:spPr>
          <p:txBody>
            <a:bodyPr wrap="square" lIns="0" tIns="0" rIns="0" bIns="0" rtlCol="0"/>
            <a:lstStyle/>
            <a:p/>
          </p:txBody>
        </p:sp>
      </p:grpSp>
      <p:grpSp>
        <p:nvGrpSpPr>
          <p:cNvPr id="1809" name="object 1809"/>
          <p:cNvGrpSpPr/>
          <p:nvPr/>
        </p:nvGrpSpPr>
        <p:grpSpPr>
          <a:xfrm>
            <a:off x="6007100" y="1056639"/>
            <a:ext cx="212090" cy="633730"/>
            <a:chOff x="6007100" y="1056639"/>
            <a:chExt cx="212090" cy="633730"/>
          </a:xfrm>
        </p:grpSpPr>
        <p:sp>
          <p:nvSpPr>
            <p:cNvPr id="1810" name="object 1810"/>
            <p:cNvSpPr/>
            <p:nvPr/>
          </p:nvSpPr>
          <p:spPr>
            <a:xfrm>
              <a:off x="6092189" y="1056639"/>
              <a:ext cx="44450" cy="6350"/>
            </a:xfrm>
            <a:custGeom>
              <a:avLst/>
              <a:gdLst/>
              <a:ahLst/>
              <a:cxnLst/>
              <a:rect l="l" t="t" r="r" b="b"/>
              <a:pathLst>
                <a:path w="44450" h="6350">
                  <a:moveTo>
                    <a:pt x="44450" y="5080"/>
                  </a:moveTo>
                  <a:lnTo>
                    <a:pt x="0" y="5080"/>
                  </a:lnTo>
                  <a:lnTo>
                    <a:pt x="0" y="6350"/>
                  </a:lnTo>
                  <a:lnTo>
                    <a:pt x="44450" y="6350"/>
                  </a:lnTo>
                  <a:lnTo>
                    <a:pt x="44450" y="5080"/>
                  </a:lnTo>
                  <a:close/>
                </a:path>
                <a:path w="44450" h="6350">
                  <a:moveTo>
                    <a:pt x="41910" y="3810"/>
                  </a:moveTo>
                  <a:lnTo>
                    <a:pt x="2539" y="3810"/>
                  </a:lnTo>
                  <a:lnTo>
                    <a:pt x="2539" y="5080"/>
                  </a:lnTo>
                  <a:lnTo>
                    <a:pt x="41910" y="5080"/>
                  </a:lnTo>
                  <a:lnTo>
                    <a:pt x="41910" y="3810"/>
                  </a:lnTo>
                  <a:close/>
                </a:path>
                <a:path w="44450" h="6350">
                  <a:moveTo>
                    <a:pt x="38100" y="2539"/>
                  </a:moveTo>
                  <a:lnTo>
                    <a:pt x="5080" y="2539"/>
                  </a:lnTo>
                  <a:lnTo>
                    <a:pt x="5080" y="3810"/>
                  </a:lnTo>
                  <a:lnTo>
                    <a:pt x="38100" y="3810"/>
                  </a:lnTo>
                  <a:lnTo>
                    <a:pt x="38100" y="2539"/>
                  </a:lnTo>
                  <a:close/>
                </a:path>
                <a:path w="44450" h="6350">
                  <a:moveTo>
                    <a:pt x="35560" y="1270"/>
                  </a:moveTo>
                  <a:lnTo>
                    <a:pt x="8889" y="1270"/>
                  </a:lnTo>
                  <a:lnTo>
                    <a:pt x="8889" y="2539"/>
                  </a:lnTo>
                  <a:lnTo>
                    <a:pt x="35560" y="2539"/>
                  </a:lnTo>
                  <a:lnTo>
                    <a:pt x="35560" y="1270"/>
                  </a:lnTo>
                  <a:close/>
                </a:path>
                <a:path w="44450" h="6350">
                  <a:moveTo>
                    <a:pt x="21590" y="0"/>
                  </a:moveTo>
                  <a:lnTo>
                    <a:pt x="20320" y="0"/>
                  </a:lnTo>
                  <a:lnTo>
                    <a:pt x="20320" y="1270"/>
                  </a:lnTo>
                  <a:lnTo>
                    <a:pt x="21590" y="1270"/>
                  </a:lnTo>
                  <a:lnTo>
                    <a:pt x="21590" y="0"/>
                  </a:lnTo>
                  <a:close/>
                </a:path>
              </a:pathLst>
            </a:custGeom>
            <a:solidFill>
              <a:srgbClr val="009800"/>
            </a:solidFill>
          </p:spPr>
          <p:txBody>
            <a:bodyPr wrap="square" lIns="0" tIns="0" rIns="0" bIns="0" rtlCol="0"/>
            <a:lstStyle/>
            <a:p/>
          </p:txBody>
        </p:sp>
        <p:sp>
          <p:nvSpPr>
            <p:cNvPr id="1811" name="object 1811"/>
            <p:cNvSpPr/>
            <p:nvPr/>
          </p:nvSpPr>
          <p:spPr>
            <a:xfrm>
              <a:off x="6079489" y="1062989"/>
              <a:ext cx="68580" cy="7620"/>
            </a:xfrm>
            <a:custGeom>
              <a:avLst/>
              <a:gdLst/>
              <a:ahLst/>
              <a:cxnLst/>
              <a:rect l="l" t="t" r="r" b="b"/>
              <a:pathLst>
                <a:path w="68579" h="7619">
                  <a:moveTo>
                    <a:pt x="68579" y="6350"/>
                  </a:moveTo>
                  <a:lnTo>
                    <a:pt x="0" y="6350"/>
                  </a:lnTo>
                  <a:lnTo>
                    <a:pt x="0" y="7620"/>
                  </a:lnTo>
                  <a:lnTo>
                    <a:pt x="68579" y="7620"/>
                  </a:lnTo>
                  <a:lnTo>
                    <a:pt x="68579" y="6350"/>
                  </a:lnTo>
                  <a:close/>
                </a:path>
                <a:path w="68579" h="7619">
                  <a:moveTo>
                    <a:pt x="67310" y="5080"/>
                  </a:moveTo>
                  <a:lnTo>
                    <a:pt x="1270" y="5080"/>
                  </a:lnTo>
                  <a:lnTo>
                    <a:pt x="1270" y="6350"/>
                  </a:lnTo>
                  <a:lnTo>
                    <a:pt x="67310" y="6350"/>
                  </a:lnTo>
                  <a:lnTo>
                    <a:pt x="67310" y="5080"/>
                  </a:lnTo>
                  <a:close/>
                </a:path>
                <a:path w="68579" h="7619">
                  <a:moveTo>
                    <a:pt x="66039" y="3810"/>
                  </a:moveTo>
                  <a:lnTo>
                    <a:pt x="2539" y="3810"/>
                  </a:lnTo>
                  <a:lnTo>
                    <a:pt x="2539" y="5080"/>
                  </a:lnTo>
                  <a:lnTo>
                    <a:pt x="66039" y="5080"/>
                  </a:lnTo>
                  <a:lnTo>
                    <a:pt x="66039" y="3810"/>
                  </a:lnTo>
                  <a:close/>
                </a:path>
                <a:path w="68579" h="7619">
                  <a:moveTo>
                    <a:pt x="63500" y="2539"/>
                  </a:moveTo>
                  <a:lnTo>
                    <a:pt x="5080" y="2539"/>
                  </a:lnTo>
                  <a:lnTo>
                    <a:pt x="5080" y="3810"/>
                  </a:lnTo>
                  <a:lnTo>
                    <a:pt x="63500" y="3810"/>
                  </a:lnTo>
                  <a:lnTo>
                    <a:pt x="63500" y="2539"/>
                  </a:lnTo>
                  <a:close/>
                </a:path>
                <a:path w="68579" h="7619">
                  <a:moveTo>
                    <a:pt x="62229" y="1270"/>
                  </a:moveTo>
                  <a:lnTo>
                    <a:pt x="6350" y="1270"/>
                  </a:lnTo>
                  <a:lnTo>
                    <a:pt x="6350" y="2539"/>
                  </a:lnTo>
                  <a:lnTo>
                    <a:pt x="62229" y="2539"/>
                  </a:lnTo>
                  <a:lnTo>
                    <a:pt x="62229" y="1270"/>
                  </a:lnTo>
                  <a:close/>
                </a:path>
                <a:path w="68579" h="7619">
                  <a:moveTo>
                    <a:pt x="60960" y="0"/>
                  </a:moveTo>
                  <a:lnTo>
                    <a:pt x="10160" y="0"/>
                  </a:lnTo>
                  <a:lnTo>
                    <a:pt x="10160" y="1270"/>
                  </a:lnTo>
                  <a:lnTo>
                    <a:pt x="60960" y="1270"/>
                  </a:lnTo>
                  <a:lnTo>
                    <a:pt x="60960" y="0"/>
                  </a:lnTo>
                  <a:close/>
                </a:path>
              </a:pathLst>
            </a:custGeom>
            <a:solidFill>
              <a:srgbClr val="009700"/>
            </a:solidFill>
          </p:spPr>
          <p:txBody>
            <a:bodyPr wrap="square" lIns="0" tIns="0" rIns="0" bIns="0" rtlCol="0"/>
            <a:lstStyle/>
            <a:p/>
          </p:txBody>
        </p:sp>
        <p:sp>
          <p:nvSpPr>
            <p:cNvPr id="1812" name="object 1812"/>
            <p:cNvSpPr/>
            <p:nvPr/>
          </p:nvSpPr>
          <p:spPr>
            <a:xfrm>
              <a:off x="6073139"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70" y="3810"/>
                  </a:lnTo>
                  <a:lnTo>
                    <a:pt x="1270" y="5079"/>
                  </a:lnTo>
                  <a:lnTo>
                    <a:pt x="81280" y="5079"/>
                  </a:lnTo>
                  <a:lnTo>
                    <a:pt x="81280" y="3810"/>
                  </a:lnTo>
                  <a:close/>
                </a:path>
                <a:path w="82550" h="6350">
                  <a:moveTo>
                    <a:pt x="80010" y="2539"/>
                  </a:moveTo>
                  <a:lnTo>
                    <a:pt x="2539" y="2539"/>
                  </a:lnTo>
                  <a:lnTo>
                    <a:pt x="2539" y="3810"/>
                  </a:lnTo>
                  <a:lnTo>
                    <a:pt x="80010" y="3810"/>
                  </a:lnTo>
                  <a:lnTo>
                    <a:pt x="80010" y="2539"/>
                  </a:lnTo>
                  <a:close/>
                </a:path>
                <a:path w="82550" h="6350">
                  <a:moveTo>
                    <a:pt x="78739" y="1269"/>
                  </a:moveTo>
                  <a:lnTo>
                    <a:pt x="3810" y="1269"/>
                  </a:lnTo>
                  <a:lnTo>
                    <a:pt x="3810" y="2539"/>
                  </a:lnTo>
                  <a:lnTo>
                    <a:pt x="78739" y="2539"/>
                  </a:lnTo>
                  <a:lnTo>
                    <a:pt x="78739" y="1269"/>
                  </a:lnTo>
                  <a:close/>
                </a:path>
                <a:path w="82550" h="6350">
                  <a:moveTo>
                    <a:pt x="77470" y="0"/>
                  </a:moveTo>
                  <a:lnTo>
                    <a:pt x="5080" y="0"/>
                  </a:lnTo>
                  <a:lnTo>
                    <a:pt x="5080" y="1269"/>
                  </a:lnTo>
                  <a:lnTo>
                    <a:pt x="77470" y="1269"/>
                  </a:lnTo>
                  <a:lnTo>
                    <a:pt x="77470" y="0"/>
                  </a:lnTo>
                  <a:close/>
                </a:path>
              </a:pathLst>
            </a:custGeom>
            <a:solidFill>
              <a:srgbClr val="019600"/>
            </a:solidFill>
          </p:spPr>
          <p:txBody>
            <a:bodyPr wrap="square" lIns="0" tIns="0" rIns="0" bIns="0" rtlCol="0"/>
            <a:lstStyle/>
            <a:p/>
          </p:txBody>
        </p:sp>
        <p:sp>
          <p:nvSpPr>
            <p:cNvPr id="1813" name="object 1813"/>
            <p:cNvSpPr/>
            <p:nvPr/>
          </p:nvSpPr>
          <p:spPr>
            <a:xfrm>
              <a:off x="6065520" y="1076959"/>
              <a:ext cx="96520" cy="7620"/>
            </a:xfrm>
            <a:custGeom>
              <a:avLst/>
              <a:gdLst/>
              <a:ahLst/>
              <a:cxnLst/>
              <a:rect l="l" t="t" r="r" b="b"/>
              <a:pathLst>
                <a:path w="96520" h="7619">
                  <a:moveTo>
                    <a:pt x="96520" y="6350"/>
                  </a:moveTo>
                  <a:lnTo>
                    <a:pt x="95237" y="6350"/>
                  </a:lnTo>
                  <a:lnTo>
                    <a:pt x="95237" y="5080"/>
                  </a:lnTo>
                  <a:lnTo>
                    <a:pt x="93980" y="5080"/>
                  </a:lnTo>
                  <a:lnTo>
                    <a:pt x="93980" y="3810"/>
                  </a:lnTo>
                  <a:lnTo>
                    <a:pt x="93980"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29500"/>
            </a:solidFill>
          </p:spPr>
          <p:txBody>
            <a:bodyPr wrap="square" lIns="0" tIns="0" rIns="0" bIns="0" rtlCol="0"/>
            <a:lstStyle/>
            <a:p/>
          </p:txBody>
        </p:sp>
        <p:sp>
          <p:nvSpPr>
            <p:cNvPr id="1814" name="object 1814"/>
            <p:cNvSpPr/>
            <p:nvPr/>
          </p:nvSpPr>
          <p:spPr>
            <a:xfrm>
              <a:off x="6060440" y="1084579"/>
              <a:ext cx="106680" cy="7620"/>
            </a:xfrm>
            <a:custGeom>
              <a:avLst/>
              <a:gdLst/>
              <a:ahLst/>
              <a:cxnLst/>
              <a:rect l="l" t="t" r="r" b="b"/>
              <a:pathLst>
                <a:path w="106679" h="7619">
                  <a:moveTo>
                    <a:pt x="106667" y="6350"/>
                  </a:moveTo>
                  <a:lnTo>
                    <a:pt x="105410" y="6350"/>
                  </a:lnTo>
                  <a:lnTo>
                    <a:pt x="105410" y="5080"/>
                  </a:lnTo>
                  <a:lnTo>
                    <a:pt x="105410" y="3810"/>
                  </a:lnTo>
                  <a:lnTo>
                    <a:pt x="104140" y="3810"/>
                  </a:lnTo>
                  <a:lnTo>
                    <a:pt x="104140" y="2540"/>
                  </a:lnTo>
                  <a:lnTo>
                    <a:pt x="102857" y="2540"/>
                  </a:lnTo>
                  <a:lnTo>
                    <a:pt x="102857"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67" y="7620"/>
                  </a:lnTo>
                  <a:lnTo>
                    <a:pt x="106667" y="6350"/>
                  </a:lnTo>
                  <a:close/>
                </a:path>
              </a:pathLst>
            </a:custGeom>
            <a:solidFill>
              <a:srgbClr val="039400"/>
            </a:solidFill>
          </p:spPr>
          <p:txBody>
            <a:bodyPr wrap="square" lIns="0" tIns="0" rIns="0" bIns="0" rtlCol="0"/>
            <a:lstStyle/>
            <a:p/>
          </p:txBody>
        </p:sp>
        <p:sp>
          <p:nvSpPr>
            <p:cNvPr id="1815" name="object 1815"/>
            <p:cNvSpPr/>
            <p:nvPr/>
          </p:nvSpPr>
          <p:spPr>
            <a:xfrm>
              <a:off x="6056630" y="1092199"/>
              <a:ext cx="114300" cy="6350"/>
            </a:xfrm>
            <a:custGeom>
              <a:avLst/>
              <a:gdLst/>
              <a:ahLst/>
              <a:cxnLst/>
              <a:rect l="l" t="t" r="r" b="b"/>
              <a:pathLst>
                <a:path w="114300" h="6350">
                  <a:moveTo>
                    <a:pt x="114300" y="3810"/>
                  </a:move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lnTo>
                    <a:pt x="114300" y="3810"/>
                  </a:lnTo>
                  <a:close/>
                </a:path>
              </a:pathLst>
            </a:custGeom>
            <a:solidFill>
              <a:srgbClr val="049300"/>
            </a:solidFill>
          </p:spPr>
          <p:txBody>
            <a:bodyPr wrap="square" lIns="0" tIns="0" rIns="0" bIns="0" rtlCol="0"/>
            <a:lstStyle/>
            <a:p/>
          </p:txBody>
        </p:sp>
        <p:sp>
          <p:nvSpPr>
            <p:cNvPr id="1816" name="object 1816"/>
            <p:cNvSpPr/>
            <p:nvPr/>
          </p:nvSpPr>
          <p:spPr>
            <a:xfrm>
              <a:off x="6051550" y="1098549"/>
              <a:ext cx="124460" cy="7620"/>
            </a:xfrm>
            <a:custGeom>
              <a:avLst/>
              <a:gdLst/>
              <a:ahLst/>
              <a:cxnLst/>
              <a:rect l="l" t="t" r="r" b="b"/>
              <a:pathLst>
                <a:path w="124460" h="7619">
                  <a:moveTo>
                    <a:pt x="124460" y="6350"/>
                  </a:moveTo>
                  <a:lnTo>
                    <a:pt x="123190" y="6350"/>
                  </a:lnTo>
                  <a:lnTo>
                    <a:pt x="123190" y="5080"/>
                  </a:lnTo>
                  <a:lnTo>
                    <a:pt x="123190" y="3810"/>
                  </a:lnTo>
                  <a:lnTo>
                    <a:pt x="121907" y="3810"/>
                  </a:lnTo>
                  <a:lnTo>
                    <a:pt x="121907"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59200"/>
            </a:solidFill>
          </p:spPr>
          <p:txBody>
            <a:bodyPr wrap="square" lIns="0" tIns="0" rIns="0" bIns="0" rtlCol="0"/>
            <a:lstStyle/>
            <a:p/>
          </p:txBody>
        </p:sp>
        <p:sp>
          <p:nvSpPr>
            <p:cNvPr id="1817" name="object 1817"/>
            <p:cNvSpPr/>
            <p:nvPr/>
          </p:nvSpPr>
          <p:spPr>
            <a:xfrm>
              <a:off x="6047740" y="1106169"/>
              <a:ext cx="132080" cy="7620"/>
            </a:xfrm>
            <a:custGeom>
              <a:avLst/>
              <a:gdLst/>
              <a:ahLst/>
              <a:cxnLst/>
              <a:rect l="l" t="t" r="r" b="b"/>
              <a:pathLst>
                <a:path w="132079" h="7619">
                  <a:moveTo>
                    <a:pt x="132080" y="5080"/>
                  </a:moveTo>
                  <a:lnTo>
                    <a:pt x="130810" y="5080"/>
                  </a:lnTo>
                  <a:lnTo>
                    <a:pt x="130810" y="3810"/>
                  </a:lnTo>
                  <a:lnTo>
                    <a:pt x="130810" y="2540"/>
                  </a:lnTo>
                  <a:lnTo>
                    <a:pt x="129540" y="2540"/>
                  </a:lnTo>
                  <a:lnTo>
                    <a:pt x="129540" y="1270"/>
                  </a:lnTo>
                  <a:lnTo>
                    <a:pt x="128270" y="1270"/>
                  </a:lnTo>
                  <a:lnTo>
                    <a:pt x="12827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32067" y="7620"/>
                  </a:lnTo>
                  <a:lnTo>
                    <a:pt x="132067" y="6350"/>
                  </a:lnTo>
                  <a:lnTo>
                    <a:pt x="132080" y="5080"/>
                  </a:lnTo>
                  <a:close/>
                </a:path>
              </a:pathLst>
            </a:custGeom>
            <a:solidFill>
              <a:srgbClr val="079000"/>
            </a:solidFill>
          </p:spPr>
          <p:txBody>
            <a:bodyPr wrap="square" lIns="0" tIns="0" rIns="0" bIns="0" rtlCol="0"/>
            <a:lstStyle/>
            <a:p/>
          </p:txBody>
        </p:sp>
        <p:sp>
          <p:nvSpPr>
            <p:cNvPr id="1818" name="object 1818"/>
            <p:cNvSpPr/>
            <p:nvPr/>
          </p:nvSpPr>
          <p:spPr>
            <a:xfrm>
              <a:off x="6045200" y="1113789"/>
              <a:ext cx="137160" cy="6350"/>
            </a:xfrm>
            <a:custGeom>
              <a:avLst/>
              <a:gdLst/>
              <a:ahLst/>
              <a:cxnLst/>
              <a:rect l="l" t="t" r="r" b="b"/>
              <a:pathLst>
                <a:path w="137160" h="6350">
                  <a:moveTo>
                    <a:pt x="137160" y="2540"/>
                  </a:moveTo>
                  <a:lnTo>
                    <a:pt x="135890" y="2540"/>
                  </a:lnTo>
                  <a:lnTo>
                    <a:pt x="135890" y="1270"/>
                  </a:lnTo>
                  <a:lnTo>
                    <a:pt x="135890" y="0"/>
                  </a:lnTo>
                  <a:lnTo>
                    <a:pt x="2540" y="0"/>
                  </a:lnTo>
                  <a:lnTo>
                    <a:pt x="2540" y="1270"/>
                  </a:lnTo>
                  <a:lnTo>
                    <a:pt x="1270" y="1270"/>
                  </a:lnTo>
                  <a:lnTo>
                    <a:pt x="1270" y="2540"/>
                  </a:lnTo>
                  <a:lnTo>
                    <a:pt x="1270" y="5080"/>
                  </a:lnTo>
                  <a:lnTo>
                    <a:pt x="0" y="5080"/>
                  </a:lnTo>
                  <a:lnTo>
                    <a:pt x="0" y="6350"/>
                  </a:lnTo>
                  <a:lnTo>
                    <a:pt x="137160" y="6350"/>
                  </a:lnTo>
                  <a:lnTo>
                    <a:pt x="137160" y="5080"/>
                  </a:lnTo>
                  <a:lnTo>
                    <a:pt x="137160" y="2540"/>
                  </a:lnTo>
                  <a:close/>
                </a:path>
              </a:pathLst>
            </a:custGeom>
            <a:solidFill>
              <a:srgbClr val="088F00"/>
            </a:solidFill>
          </p:spPr>
          <p:txBody>
            <a:bodyPr wrap="square" lIns="0" tIns="0" rIns="0" bIns="0" rtlCol="0"/>
            <a:lstStyle/>
            <a:p/>
          </p:txBody>
        </p:sp>
        <p:sp>
          <p:nvSpPr>
            <p:cNvPr id="1819" name="object 1819"/>
            <p:cNvSpPr/>
            <p:nvPr/>
          </p:nvSpPr>
          <p:spPr>
            <a:xfrm>
              <a:off x="6042660" y="1120139"/>
              <a:ext cx="143510" cy="7620"/>
            </a:xfrm>
            <a:custGeom>
              <a:avLst/>
              <a:gdLst/>
              <a:ahLst/>
              <a:cxnLst/>
              <a:rect l="l" t="t" r="r" b="b"/>
              <a:pathLst>
                <a:path w="143510" h="7619">
                  <a:moveTo>
                    <a:pt x="143510" y="6350"/>
                  </a:moveTo>
                  <a:lnTo>
                    <a:pt x="142240" y="6350"/>
                  </a:lnTo>
                  <a:lnTo>
                    <a:pt x="142240" y="3810"/>
                  </a:lnTo>
                  <a:lnTo>
                    <a:pt x="142240"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98E00"/>
            </a:solidFill>
          </p:spPr>
          <p:txBody>
            <a:bodyPr wrap="square" lIns="0" tIns="0" rIns="0" bIns="0" rtlCol="0"/>
            <a:lstStyle/>
            <a:p/>
          </p:txBody>
        </p:sp>
        <p:sp>
          <p:nvSpPr>
            <p:cNvPr id="1820" name="object 1820"/>
            <p:cNvSpPr/>
            <p:nvPr/>
          </p:nvSpPr>
          <p:spPr>
            <a:xfrm>
              <a:off x="604012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A8D00"/>
            </a:solidFill>
          </p:spPr>
          <p:txBody>
            <a:bodyPr wrap="square" lIns="0" tIns="0" rIns="0" bIns="0" rtlCol="0"/>
            <a:lstStyle/>
            <a:p/>
          </p:txBody>
        </p:sp>
        <p:sp>
          <p:nvSpPr>
            <p:cNvPr id="1821" name="object 1821"/>
            <p:cNvSpPr/>
            <p:nvPr/>
          </p:nvSpPr>
          <p:spPr>
            <a:xfrm>
              <a:off x="603758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B8C00"/>
            </a:solidFill>
          </p:spPr>
          <p:txBody>
            <a:bodyPr wrap="square" lIns="0" tIns="0" rIns="0" bIns="0" rtlCol="0"/>
            <a:lstStyle/>
            <a:p/>
          </p:txBody>
        </p:sp>
        <p:sp>
          <p:nvSpPr>
            <p:cNvPr id="1822" name="object 1822"/>
            <p:cNvSpPr/>
            <p:nvPr/>
          </p:nvSpPr>
          <p:spPr>
            <a:xfrm>
              <a:off x="6035040" y="1141729"/>
              <a:ext cx="157480" cy="7620"/>
            </a:xfrm>
            <a:custGeom>
              <a:avLst/>
              <a:gdLst/>
              <a:ahLst/>
              <a:cxnLst/>
              <a:rect l="l" t="t" r="r" b="b"/>
              <a:pathLst>
                <a:path w="157479" h="7619">
                  <a:moveTo>
                    <a:pt x="157467" y="3810"/>
                  </a:moveTo>
                  <a:lnTo>
                    <a:pt x="156210" y="3810"/>
                  </a:lnTo>
                  <a:lnTo>
                    <a:pt x="156210" y="1270"/>
                  </a:lnTo>
                  <a:lnTo>
                    <a:pt x="156210" y="0"/>
                  </a:lnTo>
                  <a:lnTo>
                    <a:pt x="2540" y="0"/>
                  </a:lnTo>
                  <a:lnTo>
                    <a:pt x="2540" y="1270"/>
                  </a:lnTo>
                  <a:lnTo>
                    <a:pt x="1270" y="1270"/>
                  </a:lnTo>
                  <a:lnTo>
                    <a:pt x="1270" y="3810"/>
                  </a:lnTo>
                  <a:lnTo>
                    <a:pt x="0" y="3810"/>
                  </a:lnTo>
                  <a:lnTo>
                    <a:pt x="0" y="7620"/>
                  </a:lnTo>
                  <a:lnTo>
                    <a:pt x="157467" y="7620"/>
                  </a:lnTo>
                  <a:lnTo>
                    <a:pt x="157467" y="3810"/>
                  </a:lnTo>
                  <a:close/>
                </a:path>
              </a:pathLst>
            </a:custGeom>
            <a:solidFill>
              <a:srgbClr val="0C8B00"/>
            </a:solidFill>
          </p:spPr>
          <p:txBody>
            <a:bodyPr wrap="square" lIns="0" tIns="0" rIns="0" bIns="0" rtlCol="0"/>
            <a:lstStyle/>
            <a:p/>
          </p:txBody>
        </p:sp>
        <p:sp>
          <p:nvSpPr>
            <p:cNvPr id="1823" name="object 1823"/>
            <p:cNvSpPr/>
            <p:nvPr/>
          </p:nvSpPr>
          <p:spPr>
            <a:xfrm>
              <a:off x="603250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0D8A00"/>
            </a:solidFill>
          </p:spPr>
          <p:txBody>
            <a:bodyPr wrap="square" lIns="0" tIns="0" rIns="0" bIns="0" rtlCol="0"/>
            <a:lstStyle/>
            <a:p/>
          </p:txBody>
        </p:sp>
        <p:sp>
          <p:nvSpPr>
            <p:cNvPr id="1824" name="object 1824"/>
            <p:cNvSpPr/>
            <p:nvPr/>
          </p:nvSpPr>
          <p:spPr>
            <a:xfrm>
              <a:off x="6031230" y="1156969"/>
              <a:ext cx="166370" cy="6350"/>
            </a:xfrm>
            <a:custGeom>
              <a:avLst/>
              <a:gdLst/>
              <a:ahLst/>
              <a:cxnLst/>
              <a:rect l="l" t="t" r="r" b="b"/>
              <a:pathLst>
                <a:path w="166370" h="6350">
                  <a:moveTo>
                    <a:pt x="166370" y="5080"/>
                  </a:moveTo>
                  <a:lnTo>
                    <a:pt x="165100" y="5080"/>
                  </a:lnTo>
                  <a:lnTo>
                    <a:pt x="165100" y="2540"/>
                  </a:lnTo>
                  <a:lnTo>
                    <a:pt x="165100" y="0"/>
                  </a:lnTo>
                  <a:lnTo>
                    <a:pt x="1270" y="0"/>
                  </a:lnTo>
                  <a:lnTo>
                    <a:pt x="1270" y="2540"/>
                  </a:lnTo>
                  <a:lnTo>
                    <a:pt x="0" y="2540"/>
                  </a:lnTo>
                  <a:lnTo>
                    <a:pt x="0" y="5080"/>
                  </a:lnTo>
                  <a:lnTo>
                    <a:pt x="0" y="6350"/>
                  </a:lnTo>
                  <a:lnTo>
                    <a:pt x="166370" y="6350"/>
                  </a:lnTo>
                  <a:lnTo>
                    <a:pt x="166370" y="5080"/>
                  </a:lnTo>
                  <a:close/>
                </a:path>
              </a:pathLst>
            </a:custGeom>
            <a:solidFill>
              <a:srgbClr val="0F8800"/>
            </a:solidFill>
          </p:spPr>
          <p:txBody>
            <a:bodyPr wrap="square" lIns="0" tIns="0" rIns="0" bIns="0" rtlCol="0"/>
            <a:lstStyle/>
            <a:p/>
          </p:txBody>
        </p:sp>
        <p:sp>
          <p:nvSpPr>
            <p:cNvPr id="1825" name="object 1825"/>
            <p:cNvSpPr/>
            <p:nvPr/>
          </p:nvSpPr>
          <p:spPr>
            <a:xfrm>
              <a:off x="6028690" y="1163319"/>
              <a:ext cx="170180" cy="7620"/>
            </a:xfrm>
            <a:custGeom>
              <a:avLst/>
              <a:gdLst/>
              <a:ahLst/>
              <a:cxnLst/>
              <a:rect l="l" t="t" r="r" b="b"/>
              <a:pathLst>
                <a:path w="170179" h="7619">
                  <a:moveTo>
                    <a:pt x="170180" y="2540"/>
                  </a:moveTo>
                  <a:lnTo>
                    <a:pt x="168910" y="2540"/>
                  </a:lnTo>
                  <a:lnTo>
                    <a:pt x="168910" y="1270"/>
                  </a:lnTo>
                  <a:lnTo>
                    <a:pt x="168910" y="0"/>
                  </a:lnTo>
                  <a:lnTo>
                    <a:pt x="2540" y="0"/>
                  </a:lnTo>
                  <a:lnTo>
                    <a:pt x="2540" y="1270"/>
                  </a:lnTo>
                  <a:lnTo>
                    <a:pt x="1270" y="1270"/>
                  </a:lnTo>
                  <a:lnTo>
                    <a:pt x="1270" y="2540"/>
                  </a:lnTo>
                  <a:lnTo>
                    <a:pt x="1270" y="6350"/>
                  </a:lnTo>
                  <a:lnTo>
                    <a:pt x="0" y="6350"/>
                  </a:lnTo>
                  <a:lnTo>
                    <a:pt x="0" y="7620"/>
                  </a:lnTo>
                  <a:lnTo>
                    <a:pt x="170167" y="7620"/>
                  </a:lnTo>
                  <a:lnTo>
                    <a:pt x="170167" y="6350"/>
                  </a:lnTo>
                  <a:lnTo>
                    <a:pt x="170180" y="2540"/>
                  </a:lnTo>
                  <a:close/>
                </a:path>
              </a:pathLst>
            </a:custGeom>
            <a:solidFill>
              <a:srgbClr val="108700"/>
            </a:solidFill>
          </p:spPr>
          <p:txBody>
            <a:bodyPr wrap="square" lIns="0" tIns="0" rIns="0" bIns="0" rtlCol="0"/>
            <a:lstStyle/>
            <a:p/>
          </p:txBody>
        </p:sp>
        <p:sp>
          <p:nvSpPr>
            <p:cNvPr id="1826" name="object 1826"/>
            <p:cNvSpPr/>
            <p:nvPr/>
          </p:nvSpPr>
          <p:spPr>
            <a:xfrm>
              <a:off x="6027420" y="1170939"/>
              <a:ext cx="173990" cy="7620"/>
            </a:xfrm>
            <a:custGeom>
              <a:avLst/>
              <a:gdLst/>
              <a:ahLst/>
              <a:cxnLst/>
              <a:rect l="l" t="t" r="r" b="b"/>
              <a:pathLst>
                <a:path w="173989" h="7619">
                  <a:moveTo>
                    <a:pt x="173990" y="3810"/>
                  </a:moveTo>
                  <a:lnTo>
                    <a:pt x="172720" y="3810"/>
                  </a:lnTo>
                  <a:lnTo>
                    <a:pt x="172720" y="0"/>
                  </a:lnTo>
                  <a:lnTo>
                    <a:pt x="1270" y="0"/>
                  </a:lnTo>
                  <a:lnTo>
                    <a:pt x="1270" y="3810"/>
                  </a:lnTo>
                  <a:lnTo>
                    <a:pt x="0" y="3810"/>
                  </a:lnTo>
                  <a:lnTo>
                    <a:pt x="0" y="7620"/>
                  </a:lnTo>
                  <a:lnTo>
                    <a:pt x="173990" y="7620"/>
                  </a:lnTo>
                  <a:lnTo>
                    <a:pt x="173990" y="3810"/>
                  </a:lnTo>
                  <a:close/>
                </a:path>
              </a:pathLst>
            </a:custGeom>
            <a:solidFill>
              <a:srgbClr val="118600"/>
            </a:solidFill>
          </p:spPr>
          <p:txBody>
            <a:bodyPr wrap="square" lIns="0" tIns="0" rIns="0" bIns="0" rtlCol="0"/>
            <a:lstStyle/>
            <a:p/>
          </p:txBody>
        </p:sp>
        <p:sp>
          <p:nvSpPr>
            <p:cNvPr id="1827" name="object 1827"/>
            <p:cNvSpPr/>
            <p:nvPr/>
          </p:nvSpPr>
          <p:spPr>
            <a:xfrm>
              <a:off x="6026150" y="1178559"/>
              <a:ext cx="177800" cy="6350"/>
            </a:xfrm>
            <a:custGeom>
              <a:avLst/>
              <a:gdLst/>
              <a:ahLst/>
              <a:cxnLst/>
              <a:rect l="l" t="t" r="r" b="b"/>
              <a:pathLst>
                <a:path w="177800" h="6350">
                  <a:moveTo>
                    <a:pt x="177800" y="5080"/>
                  </a:moveTo>
                  <a:lnTo>
                    <a:pt x="176530" y="5080"/>
                  </a:lnTo>
                  <a:lnTo>
                    <a:pt x="176530" y="2540"/>
                  </a:lnTo>
                  <a:lnTo>
                    <a:pt x="176530" y="0"/>
                  </a:lnTo>
                  <a:lnTo>
                    <a:pt x="1270" y="0"/>
                  </a:lnTo>
                  <a:lnTo>
                    <a:pt x="1270" y="2540"/>
                  </a:lnTo>
                  <a:lnTo>
                    <a:pt x="0" y="2540"/>
                  </a:lnTo>
                  <a:lnTo>
                    <a:pt x="0" y="5080"/>
                  </a:lnTo>
                  <a:lnTo>
                    <a:pt x="0" y="6350"/>
                  </a:lnTo>
                  <a:lnTo>
                    <a:pt x="177800" y="6350"/>
                  </a:lnTo>
                  <a:lnTo>
                    <a:pt x="177800" y="5080"/>
                  </a:lnTo>
                  <a:close/>
                </a:path>
              </a:pathLst>
            </a:custGeom>
            <a:solidFill>
              <a:srgbClr val="128500"/>
            </a:solidFill>
          </p:spPr>
          <p:txBody>
            <a:bodyPr wrap="square" lIns="0" tIns="0" rIns="0" bIns="0" rtlCol="0"/>
            <a:lstStyle/>
            <a:p/>
          </p:txBody>
        </p:sp>
        <p:sp>
          <p:nvSpPr>
            <p:cNvPr id="1828" name="object 1828"/>
            <p:cNvSpPr/>
            <p:nvPr/>
          </p:nvSpPr>
          <p:spPr>
            <a:xfrm>
              <a:off x="6024880" y="1184909"/>
              <a:ext cx="180340" cy="7620"/>
            </a:xfrm>
            <a:custGeom>
              <a:avLst/>
              <a:gdLst/>
              <a:ahLst/>
              <a:cxnLst/>
              <a:rect l="l" t="t" r="r" b="b"/>
              <a:pathLst>
                <a:path w="180339" h="7619">
                  <a:moveTo>
                    <a:pt x="180327" y="5080"/>
                  </a:moveTo>
                  <a:lnTo>
                    <a:pt x="179070" y="5080"/>
                  </a:lnTo>
                  <a:lnTo>
                    <a:pt x="179070" y="1270"/>
                  </a:lnTo>
                  <a:lnTo>
                    <a:pt x="179070" y="0"/>
                  </a:lnTo>
                  <a:lnTo>
                    <a:pt x="1270" y="0"/>
                  </a:lnTo>
                  <a:lnTo>
                    <a:pt x="1270" y="1270"/>
                  </a:lnTo>
                  <a:lnTo>
                    <a:pt x="0" y="1270"/>
                  </a:lnTo>
                  <a:lnTo>
                    <a:pt x="0" y="5080"/>
                  </a:lnTo>
                  <a:lnTo>
                    <a:pt x="0" y="7620"/>
                  </a:lnTo>
                  <a:lnTo>
                    <a:pt x="180327" y="7620"/>
                  </a:lnTo>
                  <a:lnTo>
                    <a:pt x="180327" y="5080"/>
                  </a:lnTo>
                  <a:close/>
                </a:path>
              </a:pathLst>
            </a:custGeom>
            <a:solidFill>
              <a:srgbClr val="138400"/>
            </a:solidFill>
          </p:spPr>
          <p:txBody>
            <a:bodyPr wrap="square" lIns="0" tIns="0" rIns="0" bIns="0" rtlCol="0"/>
            <a:lstStyle/>
            <a:p/>
          </p:txBody>
        </p:sp>
        <p:sp>
          <p:nvSpPr>
            <p:cNvPr id="1829" name="object 1829"/>
            <p:cNvSpPr/>
            <p:nvPr/>
          </p:nvSpPr>
          <p:spPr>
            <a:xfrm>
              <a:off x="6022340" y="1192529"/>
              <a:ext cx="184150" cy="7620"/>
            </a:xfrm>
            <a:custGeom>
              <a:avLst/>
              <a:gdLst/>
              <a:ahLst/>
              <a:cxnLst/>
              <a:rect l="l" t="t" r="r" b="b"/>
              <a:pathLst>
                <a:path w="184150" h="7619">
                  <a:moveTo>
                    <a:pt x="184150" y="5080"/>
                  </a:moveTo>
                  <a:lnTo>
                    <a:pt x="182880" y="5080"/>
                  </a:lnTo>
                  <a:lnTo>
                    <a:pt x="182880" y="0"/>
                  </a:lnTo>
                  <a:lnTo>
                    <a:pt x="1270" y="0"/>
                  </a:lnTo>
                  <a:lnTo>
                    <a:pt x="1270" y="5080"/>
                  </a:lnTo>
                  <a:lnTo>
                    <a:pt x="1270" y="6350"/>
                  </a:lnTo>
                  <a:lnTo>
                    <a:pt x="0" y="6350"/>
                  </a:lnTo>
                  <a:lnTo>
                    <a:pt x="0" y="7620"/>
                  </a:lnTo>
                  <a:lnTo>
                    <a:pt x="184150" y="7620"/>
                  </a:lnTo>
                  <a:lnTo>
                    <a:pt x="184150" y="6350"/>
                  </a:lnTo>
                  <a:lnTo>
                    <a:pt x="184150" y="5080"/>
                  </a:lnTo>
                  <a:close/>
                </a:path>
              </a:pathLst>
            </a:custGeom>
            <a:solidFill>
              <a:srgbClr val="148300"/>
            </a:solidFill>
          </p:spPr>
          <p:txBody>
            <a:bodyPr wrap="square" lIns="0" tIns="0" rIns="0" bIns="0" rtlCol="0"/>
            <a:lstStyle/>
            <a:p/>
          </p:txBody>
        </p:sp>
        <p:sp>
          <p:nvSpPr>
            <p:cNvPr id="1830" name="object 1830"/>
            <p:cNvSpPr/>
            <p:nvPr/>
          </p:nvSpPr>
          <p:spPr>
            <a:xfrm>
              <a:off x="6021070" y="1200149"/>
              <a:ext cx="186690" cy="6350"/>
            </a:xfrm>
            <a:custGeom>
              <a:avLst/>
              <a:gdLst/>
              <a:ahLst/>
              <a:cxnLst/>
              <a:rect l="l" t="t" r="r" b="b"/>
              <a:pathLst>
                <a:path w="186689" h="6350">
                  <a:moveTo>
                    <a:pt x="186690" y="5080"/>
                  </a:moveTo>
                  <a:lnTo>
                    <a:pt x="185420" y="5080"/>
                  </a:lnTo>
                  <a:lnTo>
                    <a:pt x="185420" y="0"/>
                  </a:lnTo>
                  <a:lnTo>
                    <a:pt x="1270" y="0"/>
                  </a:lnTo>
                  <a:lnTo>
                    <a:pt x="1270" y="5080"/>
                  </a:lnTo>
                  <a:lnTo>
                    <a:pt x="0" y="5080"/>
                  </a:lnTo>
                  <a:lnTo>
                    <a:pt x="0" y="6350"/>
                  </a:lnTo>
                  <a:lnTo>
                    <a:pt x="186690" y="6350"/>
                  </a:lnTo>
                  <a:lnTo>
                    <a:pt x="186690" y="5080"/>
                  </a:lnTo>
                  <a:close/>
                </a:path>
              </a:pathLst>
            </a:custGeom>
            <a:solidFill>
              <a:srgbClr val="158200"/>
            </a:solidFill>
          </p:spPr>
          <p:txBody>
            <a:bodyPr wrap="square" lIns="0" tIns="0" rIns="0" bIns="0" rtlCol="0"/>
            <a:lstStyle/>
            <a:p/>
          </p:txBody>
        </p:sp>
        <p:sp>
          <p:nvSpPr>
            <p:cNvPr id="1831" name="object 1831"/>
            <p:cNvSpPr/>
            <p:nvPr/>
          </p:nvSpPr>
          <p:spPr>
            <a:xfrm>
              <a:off x="601980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178000"/>
            </a:solidFill>
          </p:spPr>
          <p:txBody>
            <a:bodyPr wrap="square" lIns="0" tIns="0" rIns="0" bIns="0" rtlCol="0"/>
            <a:lstStyle/>
            <a:p/>
          </p:txBody>
        </p:sp>
        <p:sp>
          <p:nvSpPr>
            <p:cNvPr id="1832" name="object 1832"/>
            <p:cNvSpPr/>
            <p:nvPr/>
          </p:nvSpPr>
          <p:spPr>
            <a:xfrm>
              <a:off x="601853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187F00"/>
            </a:solidFill>
          </p:spPr>
          <p:txBody>
            <a:bodyPr wrap="square" lIns="0" tIns="0" rIns="0" bIns="0" rtlCol="0"/>
            <a:lstStyle/>
            <a:p/>
          </p:txBody>
        </p:sp>
        <p:sp>
          <p:nvSpPr>
            <p:cNvPr id="1833" name="object 1833"/>
            <p:cNvSpPr/>
            <p:nvPr/>
          </p:nvSpPr>
          <p:spPr>
            <a:xfrm>
              <a:off x="6017260" y="1221739"/>
              <a:ext cx="193040" cy="6350"/>
            </a:xfrm>
            <a:custGeom>
              <a:avLst/>
              <a:gdLst/>
              <a:ahLst/>
              <a:cxnLst/>
              <a:rect l="l" t="t" r="r" b="b"/>
              <a:pathLst>
                <a:path w="193039" h="6350">
                  <a:moveTo>
                    <a:pt x="193040" y="0"/>
                  </a:moveTo>
                  <a:lnTo>
                    <a:pt x="1270" y="0"/>
                  </a:lnTo>
                  <a:lnTo>
                    <a:pt x="1270" y="5080"/>
                  </a:lnTo>
                  <a:lnTo>
                    <a:pt x="0" y="5080"/>
                  </a:lnTo>
                  <a:lnTo>
                    <a:pt x="0" y="6350"/>
                  </a:lnTo>
                  <a:lnTo>
                    <a:pt x="193040" y="6350"/>
                  </a:lnTo>
                  <a:lnTo>
                    <a:pt x="193040" y="5080"/>
                  </a:lnTo>
                  <a:lnTo>
                    <a:pt x="193040" y="0"/>
                  </a:lnTo>
                  <a:close/>
                </a:path>
              </a:pathLst>
            </a:custGeom>
            <a:solidFill>
              <a:srgbClr val="197E00"/>
            </a:solidFill>
          </p:spPr>
          <p:txBody>
            <a:bodyPr wrap="square" lIns="0" tIns="0" rIns="0" bIns="0" rtlCol="0"/>
            <a:lstStyle/>
            <a:p/>
          </p:txBody>
        </p:sp>
        <p:sp>
          <p:nvSpPr>
            <p:cNvPr id="1834" name="object 1834"/>
            <p:cNvSpPr/>
            <p:nvPr/>
          </p:nvSpPr>
          <p:spPr>
            <a:xfrm>
              <a:off x="6017260" y="1228089"/>
              <a:ext cx="194310" cy="7620"/>
            </a:xfrm>
            <a:custGeom>
              <a:avLst/>
              <a:gdLst/>
              <a:ahLst/>
              <a:cxnLst/>
              <a:rect l="l" t="t" r="r" b="b"/>
              <a:pathLst>
                <a:path w="194310" h="7619">
                  <a:moveTo>
                    <a:pt x="194310" y="1270"/>
                  </a:moveTo>
                  <a:lnTo>
                    <a:pt x="193040" y="1270"/>
                  </a:lnTo>
                  <a:lnTo>
                    <a:pt x="193040" y="0"/>
                  </a:lnTo>
                  <a:lnTo>
                    <a:pt x="0" y="0"/>
                  </a:lnTo>
                  <a:lnTo>
                    <a:pt x="0" y="1270"/>
                  </a:lnTo>
                  <a:lnTo>
                    <a:pt x="0" y="7620"/>
                  </a:lnTo>
                  <a:lnTo>
                    <a:pt x="194310" y="7620"/>
                  </a:lnTo>
                  <a:lnTo>
                    <a:pt x="194310" y="1270"/>
                  </a:lnTo>
                  <a:close/>
                </a:path>
              </a:pathLst>
            </a:custGeom>
            <a:solidFill>
              <a:srgbClr val="1A7D00"/>
            </a:solidFill>
          </p:spPr>
          <p:txBody>
            <a:bodyPr wrap="square" lIns="0" tIns="0" rIns="0" bIns="0" rtlCol="0"/>
            <a:lstStyle/>
            <a:p/>
          </p:txBody>
        </p:sp>
        <p:sp>
          <p:nvSpPr>
            <p:cNvPr id="1835" name="object 1835"/>
            <p:cNvSpPr/>
            <p:nvPr/>
          </p:nvSpPr>
          <p:spPr>
            <a:xfrm>
              <a:off x="6015990" y="1235709"/>
              <a:ext cx="196850" cy="7620"/>
            </a:xfrm>
            <a:custGeom>
              <a:avLst/>
              <a:gdLst/>
              <a:ahLst/>
              <a:cxnLst/>
              <a:rect l="l" t="t" r="r" b="b"/>
              <a:pathLst>
                <a:path w="196850" h="7619">
                  <a:moveTo>
                    <a:pt x="196850" y="2540"/>
                  </a:moveTo>
                  <a:lnTo>
                    <a:pt x="195567" y="2540"/>
                  </a:lnTo>
                  <a:lnTo>
                    <a:pt x="195567" y="1270"/>
                  </a:lnTo>
                  <a:lnTo>
                    <a:pt x="195567" y="0"/>
                  </a:lnTo>
                  <a:lnTo>
                    <a:pt x="1270" y="0"/>
                  </a:lnTo>
                  <a:lnTo>
                    <a:pt x="1270" y="1270"/>
                  </a:lnTo>
                  <a:lnTo>
                    <a:pt x="0" y="1270"/>
                  </a:lnTo>
                  <a:lnTo>
                    <a:pt x="0" y="2540"/>
                  </a:lnTo>
                  <a:lnTo>
                    <a:pt x="0" y="7620"/>
                  </a:lnTo>
                  <a:lnTo>
                    <a:pt x="196850" y="7620"/>
                  </a:lnTo>
                  <a:lnTo>
                    <a:pt x="196850" y="2540"/>
                  </a:lnTo>
                  <a:close/>
                </a:path>
              </a:pathLst>
            </a:custGeom>
            <a:solidFill>
              <a:srgbClr val="1B7C00"/>
            </a:solidFill>
          </p:spPr>
          <p:txBody>
            <a:bodyPr wrap="square" lIns="0" tIns="0" rIns="0" bIns="0" rtlCol="0"/>
            <a:lstStyle/>
            <a:p/>
          </p:txBody>
        </p:sp>
        <p:sp>
          <p:nvSpPr>
            <p:cNvPr id="1836" name="object 1836"/>
            <p:cNvSpPr/>
            <p:nvPr/>
          </p:nvSpPr>
          <p:spPr>
            <a:xfrm>
              <a:off x="601472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1C7B00"/>
            </a:solidFill>
          </p:spPr>
          <p:txBody>
            <a:bodyPr wrap="square" lIns="0" tIns="0" rIns="0" bIns="0" rtlCol="0"/>
            <a:lstStyle/>
            <a:p/>
          </p:txBody>
        </p:sp>
        <p:sp>
          <p:nvSpPr>
            <p:cNvPr id="1837" name="object 1837"/>
            <p:cNvSpPr/>
            <p:nvPr/>
          </p:nvSpPr>
          <p:spPr>
            <a:xfrm>
              <a:off x="6013450" y="1249679"/>
              <a:ext cx="201930" cy="7620"/>
            </a:xfrm>
            <a:custGeom>
              <a:avLst/>
              <a:gdLst/>
              <a:ahLst/>
              <a:cxnLst/>
              <a:rect l="l" t="t" r="r" b="b"/>
              <a:pathLst>
                <a:path w="201929" h="7619">
                  <a:moveTo>
                    <a:pt x="100330" y="0"/>
                  </a:moveTo>
                  <a:lnTo>
                    <a:pt x="1270" y="0"/>
                  </a:lnTo>
                  <a:lnTo>
                    <a:pt x="1270" y="1270"/>
                  </a:lnTo>
                  <a:lnTo>
                    <a:pt x="1270" y="2540"/>
                  </a:lnTo>
                  <a:lnTo>
                    <a:pt x="1270" y="3810"/>
                  </a:lnTo>
                  <a:lnTo>
                    <a:pt x="1270" y="5080"/>
                  </a:lnTo>
                  <a:lnTo>
                    <a:pt x="0" y="508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29" h="7619">
                  <a:moveTo>
                    <a:pt x="201930" y="5080"/>
                  </a:moveTo>
                  <a:lnTo>
                    <a:pt x="200660" y="5080"/>
                  </a:lnTo>
                  <a:lnTo>
                    <a:pt x="200660" y="3810"/>
                  </a:lnTo>
                  <a:lnTo>
                    <a:pt x="200660" y="2540"/>
                  </a:lnTo>
                  <a:lnTo>
                    <a:pt x="200660" y="0"/>
                  </a:lnTo>
                  <a:lnTo>
                    <a:pt x="101600" y="0"/>
                  </a:lnTo>
                  <a:lnTo>
                    <a:pt x="10160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1D7A00"/>
            </a:solidFill>
          </p:spPr>
          <p:txBody>
            <a:bodyPr wrap="square" lIns="0" tIns="0" rIns="0" bIns="0" rtlCol="0"/>
            <a:lstStyle/>
            <a:p/>
          </p:txBody>
        </p:sp>
        <p:sp>
          <p:nvSpPr>
            <p:cNvPr id="1838" name="object 1838"/>
            <p:cNvSpPr/>
            <p:nvPr/>
          </p:nvSpPr>
          <p:spPr>
            <a:xfrm>
              <a:off x="6013450" y="1257299"/>
              <a:ext cx="201930" cy="7620"/>
            </a:xfrm>
            <a:custGeom>
              <a:avLst/>
              <a:gdLst/>
              <a:ahLst/>
              <a:cxnLst/>
              <a:rect l="l" t="t" r="r" b="b"/>
              <a:pathLst>
                <a:path w="201929" h="7619">
                  <a:moveTo>
                    <a:pt x="91440" y="0"/>
                  </a:moveTo>
                  <a:lnTo>
                    <a:pt x="0" y="0"/>
                  </a:lnTo>
                  <a:lnTo>
                    <a:pt x="0" y="2540"/>
                  </a:lnTo>
                  <a:lnTo>
                    <a:pt x="0" y="3810"/>
                  </a:lnTo>
                  <a:lnTo>
                    <a:pt x="0" y="5080"/>
                  </a:lnTo>
                  <a:lnTo>
                    <a:pt x="0" y="7620"/>
                  </a:lnTo>
                  <a:lnTo>
                    <a:pt x="88900" y="7620"/>
                  </a:lnTo>
                  <a:lnTo>
                    <a:pt x="88900" y="5080"/>
                  </a:lnTo>
                  <a:lnTo>
                    <a:pt x="90170" y="5080"/>
                  </a:lnTo>
                  <a:lnTo>
                    <a:pt x="90170" y="3810"/>
                  </a:lnTo>
                  <a:lnTo>
                    <a:pt x="90170" y="2540"/>
                  </a:lnTo>
                  <a:lnTo>
                    <a:pt x="91440" y="2540"/>
                  </a:lnTo>
                  <a:lnTo>
                    <a:pt x="91440" y="0"/>
                  </a:lnTo>
                  <a:close/>
                </a:path>
                <a:path w="201929" h="7619">
                  <a:moveTo>
                    <a:pt x="201930" y="0"/>
                  </a:moveTo>
                  <a:lnTo>
                    <a:pt x="109220" y="0"/>
                  </a:lnTo>
                  <a:lnTo>
                    <a:pt x="109220" y="3810"/>
                  </a:lnTo>
                  <a:lnTo>
                    <a:pt x="110490" y="3810"/>
                  </a:lnTo>
                  <a:lnTo>
                    <a:pt x="110490" y="6350"/>
                  </a:lnTo>
                  <a:lnTo>
                    <a:pt x="111760" y="6350"/>
                  </a:lnTo>
                  <a:lnTo>
                    <a:pt x="111760" y="7620"/>
                  </a:lnTo>
                  <a:lnTo>
                    <a:pt x="201930" y="7620"/>
                  </a:lnTo>
                  <a:lnTo>
                    <a:pt x="201930" y="6350"/>
                  </a:lnTo>
                  <a:lnTo>
                    <a:pt x="201930" y="3810"/>
                  </a:lnTo>
                  <a:lnTo>
                    <a:pt x="201930" y="0"/>
                  </a:lnTo>
                  <a:close/>
                </a:path>
              </a:pathLst>
            </a:custGeom>
            <a:solidFill>
              <a:srgbClr val="1F7800"/>
            </a:solidFill>
          </p:spPr>
          <p:txBody>
            <a:bodyPr wrap="square" lIns="0" tIns="0" rIns="0" bIns="0" rtlCol="0"/>
            <a:lstStyle/>
            <a:p/>
          </p:txBody>
        </p:sp>
        <p:sp>
          <p:nvSpPr>
            <p:cNvPr id="1839" name="object 1839"/>
            <p:cNvSpPr/>
            <p:nvPr/>
          </p:nvSpPr>
          <p:spPr>
            <a:xfrm>
              <a:off x="6012180" y="1264919"/>
              <a:ext cx="204470" cy="6350"/>
            </a:xfrm>
            <a:custGeom>
              <a:avLst/>
              <a:gdLst/>
              <a:ahLst/>
              <a:cxnLst/>
              <a:rect l="l" t="t" r="r" b="b"/>
              <a:pathLst>
                <a:path w="204470" h="6350">
                  <a:moveTo>
                    <a:pt x="90170" y="0"/>
                  </a:moveTo>
                  <a:lnTo>
                    <a:pt x="88900" y="0"/>
                  </a:lnTo>
                  <a:lnTo>
                    <a:pt x="0" y="0"/>
                  </a:lnTo>
                  <a:lnTo>
                    <a:pt x="0" y="3810"/>
                  </a:lnTo>
                  <a:lnTo>
                    <a:pt x="0" y="6350"/>
                  </a:lnTo>
                  <a:lnTo>
                    <a:pt x="87617" y="6350"/>
                  </a:lnTo>
                  <a:lnTo>
                    <a:pt x="87617" y="3810"/>
                  </a:lnTo>
                  <a:lnTo>
                    <a:pt x="88900" y="3810"/>
                  </a:lnTo>
                  <a:lnTo>
                    <a:pt x="88900" y="127"/>
                  </a:lnTo>
                  <a:lnTo>
                    <a:pt x="90170" y="127"/>
                  </a:lnTo>
                  <a:lnTo>
                    <a:pt x="90170" y="0"/>
                  </a:lnTo>
                  <a:close/>
                </a:path>
                <a:path w="204470" h="6350">
                  <a:moveTo>
                    <a:pt x="204470" y="1270"/>
                  </a:moveTo>
                  <a:lnTo>
                    <a:pt x="203200" y="1270"/>
                  </a:lnTo>
                  <a:lnTo>
                    <a:pt x="203200" y="127"/>
                  </a:lnTo>
                  <a:lnTo>
                    <a:pt x="113030" y="127"/>
                  </a:lnTo>
                  <a:lnTo>
                    <a:pt x="113030" y="1397"/>
                  </a:lnTo>
                  <a:lnTo>
                    <a:pt x="114300" y="1397"/>
                  </a:lnTo>
                  <a:lnTo>
                    <a:pt x="114300" y="5080"/>
                  </a:lnTo>
                  <a:lnTo>
                    <a:pt x="115570" y="5080"/>
                  </a:lnTo>
                  <a:lnTo>
                    <a:pt x="115570" y="6350"/>
                  </a:lnTo>
                  <a:lnTo>
                    <a:pt x="204470" y="6350"/>
                  </a:lnTo>
                  <a:lnTo>
                    <a:pt x="204470" y="5080"/>
                  </a:lnTo>
                  <a:lnTo>
                    <a:pt x="204470" y="1270"/>
                  </a:lnTo>
                  <a:close/>
                </a:path>
              </a:pathLst>
            </a:custGeom>
            <a:solidFill>
              <a:srgbClr val="207700"/>
            </a:solidFill>
          </p:spPr>
          <p:txBody>
            <a:bodyPr wrap="square" lIns="0" tIns="0" rIns="0" bIns="0" rtlCol="0"/>
            <a:lstStyle/>
            <a:p/>
          </p:txBody>
        </p:sp>
        <p:sp>
          <p:nvSpPr>
            <p:cNvPr id="1840" name="object 1840"/>
            <p:cNvSpPr/>
            <p:nvPr/>
          </p:nvSpPr>
          <p:spPr>
            <a:xfrm>
              <a:off x="6010910" y="1271269"/>
              <a:ext cx="205740" cy="7620"/>
            </a:xfrm>
            <a:custGeom>
              <a:avLst/>
              <a:gdLst/>
              <a:ahLst/>
              <a:cxnLst/>
              <a:rect l="l" t="t" r="r" b="b"/>
              <a:pathLst>
                <a:path w="205739" h="7619">
                  <a:moveTo>
                    <a:pt x="86360" y="6476"/>
                  </a:moveTo>
                  <a:lnTo>
                    <a:pt x="0" y="6476"/>
                  </a:lnTo>
                  <a:lnTo>
                    <a:pt x="0" y="7619"/>
                  </a:lnTo>
                  <a:lnTo>
                    <a:pt x="86360" y="7619"/>
                  </a:lnTo>
                  <a:lnTo>
                    <a:pt x="86360" y="6476"/>
                  </a:lnTo>
                  <a:close/>
                </a:path>
                <a:path w="205739" h="7619">
                  <a:moveTo>
                    <a:pt x="87629" y="2666"/>
                  </a:moveTo>
                  <a:lnTo>
                    <a:pt x="1269" y="2666"/>
                  </a:lnTo>
                  <a:lnTo>
                    <a:pt x="1269" y="3809"/>
                  </a:lnTo>
                  <a:lnTo>
                    <a:pt x="0" y="3809"/>
                  </a:lnTo>
                  <a:lnTo>
                    <a:pt x="0" y="6349"/>
                  </a:lnTo>
                  <a:lnTo>
                    <a:pt x="86360" y="6349"/>
                  </a:lnTo>
                  <a:lnTo>
                    <a:pt x="87629" y="6476"/>
                  </a:lnTo>
                  <a:lnTo>
                    <a:pt x="87629" y="2666"/>
                  </a:lnTo>
                  <a:close/>
                </a:path>
                <a:path w="205739" h="7619">
                  <a:moveTo>
                    <a:pt x="88899" y="0"/>
                  </a:moveTo>
                  <a:lnTo>
                    <a:pt x="1269" y="0"/>
                  </a:lnTo>
                  <a:lnTo>
                    <a:pt x="1269" y="2539"/>
                  </a:lnTo>
                  <a:lnTo>
                    <a:pt x="87629" y="2539"/>
                  </a:lnTo>
                  <a:lnTo>
                    <a:pt x="87629" y="2666"/>
                  </a:lnTo>
                  <a:lnTo>
                    <a:pt x="88899" y="2666"/>
                  </a:lnTo>
                  <a:lnTo>
                    <a:pt x="88899" y="0"/>
                  </a:lnTo>
                  <a:close/>
                </a:path>
                <a:path w="205739" h="7619">
                  <a:moveTo>
                    <a:pt x="205739" y="6476"/>
                  </a:moveTo>
                  <a:lnTo>
                    <a:pt x="119379" y="6476"/>
                  </a:lnTo>
                  <a:lnTo>
                    <a:pt x="119379" y="7619"/>
                  </a:lnTo>
                  <a:lnTo>
                    <a:pt x="205739" y="7619"/>
                  </a:lnTo>
                  <a:lnTo>
                    <a:pt x="205739" y="6476"/>
                  </a:lnTo>
                  <a:close/>
                </a:path>
                <a:path w="205739" h="7619">
                  <a:moveTo>
                    <a:pt x="205739" y="2666"/>
                  </a:moveTo>
                  <a:lnTo>
                    <a:pt x="118110" y="2666"/>
                  </a:lnTo>
                  <a:lnTo>
                    <a:pt x="118110" y="5206"/>
                  </a:lnTo>
                  <a:lnTo>
                    <a:pt x="119379" y="5206"/>
                  </a:lnTo>
                  <a:lnTo>
                    <a:pt x="119379" y="6349"/>
                  </a:lnTo>
                  <a:lnTo>
                    <a:pt x="205739" y="6349"/>
                  </a:lnTo>
                  <a:lnTo>
                    <a:pt x="205739" y="2666"/>
                  </a:lnTo>
                  <a:close/>
                </a:path>
                <a:path w="205739" h="7619">
                  <a:moveTo>
                    <a:pt x="205739" y="0"/>
                  </a:moveTo>
                  <a:lnTo>
                    <a:pt x="116839" y="0"/>
                  </a:lnTo>
                  <a:lnTo>
                    <a:pt x="116839" y="2666"/>
                  </a:lnTo>
                  <a:lnTo>
                    <a:pt x="118110" y="2666"/>
                  </a:lnTo>
                  <a:lnTo>
                    <a:pt x="118110" y="2539"/>
                  </a:lnTo>
                  <a:lnTo>
                    <a:pt x="205739" y="2539"/>
                  </a:lnTo>
                  <a:lnTo>
                    <a:pt x="205739" y="0"/>
                  </a:lnTo>
                  <a:close/>
                </a:path>
              </a:pathLst>
            </a:custGeom>
            <a:solidFill>
              <a:srgbClr val="217600"/>
            </a:solidFill>
          </p:spPr>
          <p:txBody>
            <a:bodyPr wrap="square" lIns="0" tIns="0" rIns="0" bIns="0" rtlCol="0"/>
            <a:lstStyle/>
            <a:p/>
          </p:txBody>
        </p:sp>
        <p:sp>
          <p:nvSpPr>
            <p:cNvPr id="1841" name="object 1841"/>
            <p:cNvSpPr/>
            <p:nvPr/>
          </p:nvSpPr>
          <p:spPr>
            <a:xfrm>
              <a:off x="6010910" y="1278889"/>
              <a:ext cx="207010" cy="7620"/>
            </a:xfrm>
            <a:custGeom>
              <a:avLst/>
              <a:gdLst/>
              <a:ahLst/>
              <a:cxnLst/>
              <a:rect l="l" t="t" r="r" b="b"/>
              <a:pathLst>
                <a:path w="207010" h="7619">
                  <a:moveTo>
                    <a:pt x="86360" y="0"/>
                  </a:moveTo>
                  <a:lnTo>
                    <a:pt x="0" y="0"/>
                  </a:lnTo>
                  <a:lnTo>
                    <a:pt x="0" y="7620"/>
                  </a:lnTo>
                  <a:lnTo>
                    <a:pt x="85089" y="7620"/>
                  </a:lnTo>
                  <a:lnTo>
                    <a:pt x="85089" y="6476"/>
                  </a:lnTo>
                  <a:lnTo>
                    <a:pt x="86360" y="6476"/>
                  </a:lnTo>
                  <a:lnTo>
                    <a:pt x="86360" y="0"/>
                  </a:lnTo>
                  <a:close/>
                </a:path>
                <a:path w="207010" h="7619">
                  <a:moveTo>
                    <a:pt x="205739" y="0"/>
                  </a:moveTo>
                  <a:lnTo>
                    <a:pt x="119379" y="0"/>
                  </a:lnTo>
                  <a:lnTo>
                    <a:pt x="119379" y="1397"/>
                  </a:lnTo>
                  <a:lnTo>
                    <a:pt x="120650" y="1397"/>
                  </a:lnTo>
                  <a:lnTo>
                    <a:pt x="120650" y="7620"/>
                  </a:lnTo>
                  <a:lnTo>
                    <a:pt x="207009" y="7620"/>
                  </a:lnTo>
                  <a:lnTo>
                    <a:pt x="207009" y="126"/>
                  </a:lnTo>
                  <a:lnTo>
                    <a:pt x="205739" y="126"/>
                  </a:lnTo>
                  <a:close/>
                </a:path>
              </a:pathLst>
            </a:custGeom>
            <a:solidFill>
              <a:srgbClr val="227500"/>
            </a:solidFill>
          </p:spPr>
          <p:txBody>
            <a:bodyPr wrap="square" lIns="0" tIns="0" rIns="0" bIns="0" rtlCol="0"/>
            <a:lstStyle/>
            <a:p/>
          </p:txBody>
        </p:sp>
        <p:sp>
          <p:nvSpPr>
            <p:cNvPr id="1842" name="object 1842"/>
            <p:cNvSpPr/>
            <p:nvPr/>
          </p:nvSpPr>
          <p:spPr>
            <a:xfrm>
              <a:off x="6009640" y="1286509"/>
              <a:ext cx="208279" cy="6350"/>
            </a:xfrm>
            <a:custGeom>
              <a:avLst/>
              <a:gdLst/>
              <a:ahLst/>
              <a:cxnLst/>
              <a:rect l="l" t="t" r="r" b="b"/>
              <a:pathLst>
                <a:path w="208279" h="6350">
                  <a:moveTo>
                    <a:pt x="86360" y="0"/>
                  </a:moveTo>
                  <a:lnTo>
                    <a:pt x="1270" y="0"/>
                  </a:lnTo>
                  <a:lnTo>
                    <a:pt x="1270" y="1269"/>
                  </a:lnTo>
                  <a:lnTo>
                    <a:pt x="0" y="1269"/>
                  </a:lnTo>
                  <a:lnTo>
                    <a:pt x="0" y="6350"/>
                  </a:lnTo>
                  <a:lnTo>
                    <a:pt x="85089" y="6350"/>
                  </a:lnTo>
                  <a:lnTo>
                    <a:pt x="85089" y="2666"/>
                  </a:lnTo>
                  <a:lnTo>
                    <a:pt x="86360" y="2666"/>
                  </a:lnTo>
                  <a:lnTo>
                    <a:pt x="86360" y="0"/>
                  </a:lnTo>
                  <a:close/>
                </a:path>
                <a:path w="208279" h="6350">
                  <a:moveTo>
                    <a:pt x="208279" y="0"/>
                  </a:moveTo>
                  <a:lnTo>
                    <a:pt x="121920" y="0"/>
                  </a:lnTo>
                  <a:lnTo>
                    <a:pt x="121920" y="2666"/>
                  </a:lnTo>
                  <a:lnTo>
                    <a:pt x="123189" y="2666"/>
                  </a:lnTo>
                  <a:lnTo>
                    <a:pt x="123189" y="6350"/>
                  </a:lnTo>
                  <a:lnTo>
                    <a:pt x="208279" y="6350"/>
                  </a:lnTo>
                  <a:lnTo>
                    <a:pt x="208279" y="0"/>
                  </a:lnTo>
                  <a:close/>
                </a:path>
              </a:pathLst>
            </a:custGeom>
            <a:solidFill>
              <a:srgbClr val="237400"/>
            </a:solidFill>
          </p:spPr>
          <p:txBody>
            <a:bodyPr wrap="square" lIns="0" tIns="0" rIns="0" bIns="0" rtlCol="0"/>
            <a:lstStyle/>
            <a:p/>
          </p:txBody>
        </p:sp>
        <p:sp>
          <p:nvSpPr>
            <p:cNvPr id="1843" name="object 1843"/>
            <p:cNvSpPr/>
            <p:nvPr/>
          </p:nvSpPr>
          <p:spPr>
            <a:xfrm>
              <a:off x="6009640" y="1292859"/>
              <a:ext cx="209550" cy="7620"/>
            </a:xfrm>
            <a:custGeom>
              <a:avLst/>
              <a:gdLst/>
              <a:ahLst/>
              <a:cxnLst/>
              <a:rect l="l" t="t" r="r" b="b"/>
              <a:pathLst>
                <a:path w="209550" h="7619">
                  <a:moveTo>
                    <a:pt x="85089" y="6476"/>
                  </a:moveTo>
                  <a:lnTo>
                    <a:pt x="0" y="6476"/>
                  </a:lnTo>
                  <a:lnTo>
                    <a:pt x="0" y="7619"/>
                  </a:lnTo>
                  <a:lnTo>
                    <a:pt x="85089" y="7619"/>
                  </a:lnTo>
                  <a:lnTo>
                    <a:pt x="85089" y="6476"/>
                  </a:lnTo>
                  <a:close/>
                </a:path>
                <a:path w="209550" h="7619">
                  <a:moveTo>
                    <a:pt x="209550" y="6349"/>
                  </a:moveTo>
                  <a:lnTo>
                    <a:pt x="208279" y="6349"/>
                  </a:lnTo>
                  <a:lnTo>
                    <a:pt x="208279" y="6476"/>
                  </a:lnTo>
                  <a:lnTo>
                    <a:pt x="123189" y="6476"/>
                  </a:lnTo>
                  <a:lnTo>
                    <a:pt x="123189" y="7619"/>
                  </a:lnTo>
                  <a:lnTo>
                    <a:pt x="209550" y="7619"/>
                  </a:lnTo>
                  <a:lnTo>
                    <a:pt x="209550" y="6349"/>
                  </a:lnTo>
                  <a:close/>
                </a:path>
                <a:path w="209550" h="7619">
                  <a:moveTo>
                    <a:pt x="208279" y="0"/>
                  </a:moveTo>
                  <a:lnTo>
                    <a:pt x="123189" y="0"/>
                  </a:lnTo>
                  <a:lnTo>
                    <a:pt x="123189" y="6349"/>
                  </a:lnTo>
                  <a:lnTo>
                    <a:pt x="208279" y="6349"/>
                  </a:lnTo>
                  <a:lnTo>
                    <a:pt x="208279" y="0"/>
                  </a:lnTo>
                  <a:close/>
                </a:path>
                <a:path w="209550" h="7619">
                  <a:moveTo>
                    <a:pt x="85089" y="0"/>
                  </a:moveTo>
                  <a:lnTo>
                    <a:pt x="0" y="0"/>
                  </a:lnTo>
                  <a:lnTo>
                    <a:pt x="0" y="6349"/>
                  </a:lnTo>
                  <a:lnTo>
                    <a:pt x="85089" y="6349"/>
                  </a:lnTo>
                  <a:lnTo>
                    <a:pt x="85089" y="0"/>
                  </a:lnTo>
                  <a:close/>
                </a:path>
              </a:pathLst>
            </a:custGeom>
            <a:solidFill>
              <a:srgbClr val="247300"/>
            </a:solidFill>
          </p:spPr>
          <p:txBody>
            <a:bodyPr wrap="square" lIns="0" tIns="0" rIns="0" bIns="0" rtlCol="0"/>
            <a:lstStyle/>
            <a:p/>
          </p:txBody>
        </p:sp>
        <p:sp>
          <p:nvSpPr>
            <p:cNvPr id="1844" name="object 1844"/>
            <p:cNvSpPr/>
            <p:nvPr/>
          </p:nvSpPr>
          <p:spPr>
            <a:xfrm>
              <a:off x="6008370" y="1300479"/>
              <a:ext cx="210820" cy="7620"/>
            </a:xfrm>
            <a:custGeom>
              <a:avLst/>
              <a:gdLst/>
              <a:ahLst/>
              <a:cxnLst/>
              <a:rect l="l" t="t" r="r" b="b"/>
              <a:pathLst>
                <a:path w="210820" h="7619">
                  <a:moveTo>
                    <a:pt x="85089" y="0"/>
                  </a:moveTo>
                  <a:lnTo>
                    <a:pt x="1269" y="0"/>
                  </a:lnTo>
                  <a:lnTo>
                    <a:pt x="1269" y="2540"/>
                  </a:lnTo>
                  <a:lnTo>
                    <a:pt x="0" y="2540"/>
                  </a:lnTo>
                  <a:lnTo>
                    <a:pt x="0" y="7620"/>
                  </a:lnTo>
                  <a:lnTo>
                    <a:pt x="85089" y="7620"/>
                  </a:lnTo>
                  <a:lnTo>
                    <a:pt x="85089" y="0"/>
                  </a:lnTo>
                  <a:close/>
                </a:path>
                <a:path w="210820" h="7619">
                  <a:moveTo>
                    <a:pt x="210819" y="0"/>
                  </a:moveTo>
                  <a:lnTo>
                    <a:pt x="125729" y="0"/>
                  </a:lnTo>
                  <a:lnTo>
                    <a:pt x="125729" y="7620"/>
                  </a:lnTo>
                  <a:lnTo>
                    <a:pt x="210819" y="7620"/>
                  </a:lnTo>
                  <a:lnTo>
                    <a:pt x="210819" y="0"/>
                  </a:lnTo>
                  <a:close/>
                </a:path>
              </a:pathLst>
            </a:custGeom>
            <a:solidFill>
              <a:srgbClr val="257200"/>
            </a:solidFill>
          </p:spPr>
          <p:txBody>
            <a:bodyPr wrap="square" lIns="0" tIns="0" rIns="0" bIns="0" rtlCol="0"/>
            <a:lstStyle/>
            <a:p/>
          </p:txBody>
        </p:sp>
        <p:sp>
          <p:nvSpPr>
            <p:cNvPr id="1845" name="object 1845"/>
            <p:cNvSpPr/>
            <p:nvPr/>
          </p:nvSpPr>
          <p:spPr>
            <a:xfrm>
              <a:off x="6008370" y="1308099"/>
              <a:ext cx="210820" cy="6350"/>
            </a:xfrm>
            <a:custGeom>
              <a:avLst/>
              <a:gdLst/>
              <a:ahLst/>
              <a:cxnLst/>
              <a:rect l="l" t="t" r="r" b="b"/>
              <a:pathLst>
                <a:path w="210820" h="6350">
                  <a:moveTo>
                    <a:pt x="85089" y="0"/>
                  </a:moveTo>
                  <a:lnTo>
                    <a:pt x="0" y="0"/>
                  </a:lnTo>
                  <a:lnTo>
                    <a:pt x="0" y="6350"/>
                  </a:lnTo>
                  <a:lnTo>
                    <a:pt x="83820" y="6350"/>
                  </a:lnTo>
                  <a:lnTo>
                    <a:pt x="83820" y="3810"/>
                  </a:lnTo>
                  <a:lnTo>
                    <a:pt x="85089" y="3810"/>
                  </a:lnTo>
                  <a:lnTo>
                    <a:pt x="85089" y="0"/>
                  </a:lnTo>
                  <a:close/>
                </a:path>
                <a:path w="210820" h="6350">
                  <a:moveTo>
                    <a:pt x="210819" y="0"/>
                  </a:moveTo>
                  <a:lnTo>
                    <a:pt x="125729" y="0"/>
                  </a:lnTo>
                  <a:lnTo>
                    <a:pt x="125729" y="2539"/>
                  </a:lnTo>
                  <a:lnTo>
                    <a:pt x="127000" y="2539"/>
                  </a:lnTo>
                  <a:lnTo>
                    <a:pt x="127000" y="6350"/>
                  </a:lnTo>
                  <a:lnTo>
                    <a:pt x="210819" y="6350"/>
                  </a:lnTo>
                  <a:lnTo>
                    <a:pt x="210819" y="0"/>
                  </a:lnTo>
                  <a:close/>
                </a:path>
              </a:pathLst>
            </a:custGeom>
            <a:solidFill>
              <a:srgbClr val="277000"/>
            </a:solidFill>
          </p:spPr>
          <p:txBody>
            <a:bodyPr wrap="square" lIns="0" tIns="0" rIns="0" bIns="0" rtlCol="0"/>
            <a:lstStyle/>
            <a:p/>
          </p:txBody>
        </p:sp>
        <p:sp>
          <p:nvSpPr>
            <p:cNvPr id="1846" name="object 1846"/>
            <p:cNvSpPr/>
            <p:nvPr/>
          </p:nvSpPr>
          <p:spPr>
            <a:xfrm>
              <a:off x="600837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286F00"/>
            </a:solidFill>
          </p:spPr>
          <p:txBody>
            <a:bodyPr wrap="square" lIns="0" tIns="0" rIns="0" bIns="0" rtlCol="0"/>
            <a:lstStyle/>
            <a:p/>
          </p:txBody>
        </p:sp>
        <p:sp>
          <p:nvSpPr>
            <p:cNvPr id="1847" name="object 1847"/>
            <p:cNvSpPr/>
            <p:nvPr/>
          </p:nvSpPr>
          <p:spPr>
            <a:xfrm>
              <a:off x="6007100"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89" y="0"/>
                  </a:moveTo>
                  <a:lnTo>
                    <a:pt x="128270" y="0"/>
                  </a:lnTo>
                  <a:lnTo>
                    <a:pt x="128270" y="1269"/>
                  </a:lnTo>
                  <a:lnTo>
                    <a:pt x="129539" y="1269"/>
                  </a:lnTo>
                  <a:lnTo>
                    <a:pt x="129539" y="7619"/>
                  </a:lnTo>
                  <a:lnTo>
                    <a:pt x="212089" y="7619"/>
                  </a:lnTo>
                  <a:lnTo>
                    <a:pt x="212089" y="0"/>
                  </a:lnTo>
                  <a:close/>
                </a:path>
              </a:pathLst>
            </a:custGeom>
            <a:solidFill>
              <a:srgbClr val="296E00"/>
            </a:solidFill>
          </p:spPr>
          <p:txBody>
            <a:bodyPr wrap="square" lIns="0" tIns="0" rIns="0" bIns="0" rtlCol="0"/>
            <a:lstStyle/>
            <a:p/>
          </p:txBody>
        </p:sp>
        <p:sp>
          <p:nvSpPr>
            <p:cNvPr id="1848" name="object 1848"/>
            <p:cNvSpPr/>
            <p:nvPr/>
          </p:nvSpPr>
          <p:spPr>
            <a:xfrm>
              <a:off x="6007100" y="132968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2A6D00"/>
            </a:solidFill>
          </p:spPr>
          <p:txBody>
            <a:bodyPr wrap="square" lIns="0" tIns="0" rIns="0" bIns="0" rtlCol="0"/>
            <a:lstStyle/>
            <a:p/>
          </p:txBody>
        </p:sp>
        <p:sp>
          <p:nvSpPr>
            <p:cNvPr id="1849" name="object 1849"/>
            <p:cNvSpPr/>
            <p:nvPr/>
          </p:nvSpPr>
          <p:spPr>
            <a:xfrm>
              <a:off x="6007100" y="133730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2B6C00"/>
            </a:solidFill>
          </p:spPr>
          <p:txBody>
            <a:bodyPr wrap="square" lIns="0" tIns="0" rIns="0" bIns="0" rtlCol="0"/>
            <a:lstStyle/>
            <a:p/>
          </p:txBody>
        </p:sp>
        <p:sp>
          <p:nvSpPr>
            <p:cNvPr id="1850" name="object 1850"/>
            <p:cNvSpPr/>
            <p:nvPr/>
          </p:nvSpPr>
          <p:spPr>
            <a:xfrm>
              <a:off x="6007100" y="13436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2C6B00"/>
            </a:solidFill>
          </p:spPr>
          <p:txBody>
            <a:bodyPr wrap="square" lIns="0" tIns="0" rIns="0" bIns="0" rtlCol="0"/>
            <a:lstStyle/>
            <a:p/>
          </p:txBody>
        </p:sp>
        <p:sp>
          <p:nvSpPr>
            <p:cNvPr id="1851" name="object 1851"/>
            <p:cNvSpPr/>
            <p:nvPr/>
          </p:nvSpPr>
          <p:spPr>
            <a:xfrm>
              <a:off x="6007100" y="135127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2D6A00"/>
            </a:solidFill>
          </p:spPr>
          <p:txBody>
            <a:bodyPr wrap="square" lIns="0" tIns="0" rIns="0" bIns="0" rtlCol="0"/>
            <a:lstStyle/>
            <a:p/>
          </p:txBody>
        </p:sp>
        <p:sp>
          <p:nvSpPr>
            <p:cNvPr id="1852" name="object 1852"/>
            <p:cNvSpPr/>
            <p:nvPr/>
          </p:nvSpPr>
          <p:spPr>
            <a:xfrm>
              <a:off x="6007100" y="135889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2F6800"/>
            </a:solidFill>
          </p:spPr>
          <p:txBody>
            <a:bodyPr wrap="square" lIns="0" tIns="0" rIns="0" bIns="0" rtlCol="0"/>
            <a:lstStyle/>
            <a:p/>
          </p:txBody>
        </p:sp>
        <p:sp>
          <p:nvSpPr>
            <p:cNvPr id="1853" name="object 1853"/>
            <p:cNvSpPr/>
            <p:nvPr/>
          </p:nvSpPr>
          <p:spPr>
            <a:xfrm>
              <a:off x="6007100" y="13652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06700"/>
            </a:solidFill>
          </p:spPr>
          <p:txBody>
            <a:bodyPr wrap="square" lIns="0" tIns="0" rIns="0" bIns="0" rtlCol="0"/>
            <a:lstStyle/>
            <a:p/>
          </p:txBody>
        </p:sp>
        <p:sp>
          <p:nvSpPr>
            <p:cNvPr id="1854" name="object 1854"/>
            <p:cNvSpPr/>
            <p:nvPr/>
          </p:nvSpPr>
          <p:spPr>
            <a:xfrm>
              <a:off x="6007100" y="137286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16600"/>
            </a:solidFill>
          </p:spPr>
          <p:txBody>
            <a:bodyPr wrap="square" lIns="0" tIns="0" rIns="0" bIns="0" rtlCol="0"/>
            <a:lstStyle/>
            <a:p/>
          </p:txBody>
        </p:sp>
        <p:sp>
          <p:nvSpPr>
            <p:cNvPr id="1855" name="object 1855"/>
            <p:cNvSpPr/>
            <p:nvPr/>
          </p:nvSpPr>
          <p:spPr>
            <a:xfrm>
              <a:off x="6007100" y="138048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336600"/>
            </a:solidFill>
          </p:spPr>
          <p:txBody>
            <a:bodyPr wrap="square" lIns="0" tIns="0" rIns="0" bIns="0" rtlCol="0"/>
            <a:lstStyle/>
            <a:p/>
          </p:txBody>
        </p:sp>
        <p:sp>
          <p:nvSpPr>
            <p:cNvPr id="1856" name="object 1856"/>
            <p:cNvSpPr/>
            <p:nvPr/>
          </p:nvSpPr>
          <p:spPr>
            <a:xfrm>
              <a:off x="6007100" y="138683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36400"/>
            </a:solidFill>
          </p:spPr>
          <p:txBody>
            <a:bodyPr wrap="square" lIns="0" tIns="0" rIns="0" bIns="0" rtlCol="0"/>
            <a:lstStyle/>
            <a:p/>
          </p:txBody>
        </p:sp>
        <p:sp>
          <p:nvSpPr>
            <p:cNvPr id="1857" name="object 1857"/>
            <p:cNvSpPr/>
            <p:nvPr/>
          </p:nvSpPr>
          <p:spPr>
            <a:xfrm>
              <a:off x="6007100" y="13944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46300"/>
            </a:solidFill>
          </p:spPr>
          <p:txBody>
            <a:bodyPr wrap="square" lIns="0" tIns="0" rIns="0" bIns="0" rtlCol="0"/>
            <a:lstStyle/>
            <a:p/>
          </p:txBody>
        </p:sp>
        <p:sp>
          <p:nvSpPr>
            <p:cNvPr id="1858" name="object 1858"/>
            <p:cNvSpPr/>
            <p:nvPr/>
          </p:nvSpPr>
          <p:spPr>
            <a:xfrm>
              <a:off x="6007100" y="140207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366100"/>
            </a:solidFill>
          </p:spPr>
          <p:txBody>
            <a:bodyPr wrap="square" lIns="0" tIns="0" rIns="0" bIns="0" rtlCol="0"/>
            <a:lstStyle/>
            <a:p/>
          </p:txBody>
        </p:sp>
        <p:sp>
          <p:nvSpPr>
            <p:cNvPr id="1859" name="object 1859"/>
            <p:cNvSpPr/>
            <p:nvPr/>
          </p:nvSpPr>
          <p:spPr>
            <a:xfrm>
              <a:off x="6007100" y="140842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76000"/>
            </a:solidFill>
          </p:spPr>
          <p:txBody>
            <a:bodyPr wrap="square" lIns="0" tIns="0" rIns="0" bIns="0" rtlCol="0"/>
            <a:lstStyle/>
            <a:p/>
          </p:txBody>
        </p:sp>
        <p:sp>
          <p:nvSpPr>
            <p:cNvPr id="1860" name="object 1860"/>
            <p:cNvSpPr/>
            <p:nvPr/>
          </p:nvSpPr>
          <p:spPr>
            <a:xfrm>
              <a:off x="6007100" y="1416049"/>
              <a:ext cx="212090" cy="7620"/>
            </a:xfrm>
            <a:custGeom>
              <a:avLst/>
              <a:gdLst/>
              <a:ahLst/>
              <a:cxnLst/>
              <a:rect l="l" t="t" r="r" b="b"/>
              <a:pathLst>
                <a:path w="212089" h="7619">
                  <a:moveTo>
                    <a:pt x="83820" y="0"/>
                  </a:moveTo>
                  <a:lnTo>
                    <a:pt x="0" y="0"/>
                  </a:lnTo>
                  <a:lnTo>
                    <a:pt x="0" y="3810"/>
                  </a:lnTo>
                  <a:lnTo>
                    <a:pt x="1270" y="3810"/>
                  </a:lnTo>
                  <a:lnTo>
                    <a:pt x="1270" y="5079"/>
                  </a:lnTo>
                  <a:lnTo>
                    <a:pt x="83820" y="5079"/>
                  </a:lnTo>
                  <a:lnTo>
                    <a:pt x="83820" y="0"/>
                  </a:lnTo>
                  <a:close/>
                </a:path>
                <a:path w="212089" h="7619">
                  <a:moveTo>
                    <a:pt x="212089" y="0"/>
                  </a:moveTo>
                  <a:lnTo>
                    <a:pt x="129539" y="0"/>
                  </a:lnTo>
                  <a:lnTo>
                    <a:pt x="129539" y="5079"/>
                  </a:lnTo>
                  <a:lnTo>
                    <a:pt x="212089" y="5079"/>
                  </a:lnTo>
                  <a:lnTo>
                    <a:pt x="212089" y="0"/>
                  </a:lnTo>
                  <a:close/>
                </a:path>
                <a:path w="212089" h="7619">
                  <a:moveTo>
                    <a:pt x="83820" y="5080"/>
                  </a:moveTo>
                  <a:lnTo>
                    <a:pt x="1270" y="5080"/>
                  </a:lnTo>
                  <a:lnTo>
                    <a:pt x="1270" y="7620"/>
                  </a:lnTo>
                  <a:lnTo>
                    <a:pt x="83820" y="7620"/>
                  </a:lnTo>
                  <a:lnTo>
                    <a:pt x="83820" y="5080"/>
                  </a:lnTo>
                  <a:close/>
                </a:path>
                <a:path w="212089" h="7619">
                  <a:moveTo>
                    <a:pt x="212089" y="5080"/>
                  </a:moveTo>
                  <a:lnTo>
                    <a:pt x="129539" y="5080"/>
                  </a:lnTo>
                  <a:lnTo>
                    <a:pt x="129539" y="7620"/>
                  </a:lnTo>
                  <a:lnTo>
                    <a:pt x="212089" y="7620"/>
                  </a:lnTo>
                  <a:lnTo>
                    <a:pt x="212089" y="5080"/>
                  </a:lnTo>
                  <a:close/>
                </a:path>
              </a:pathLst>
            </a:custGeom>
            <a:solidFill>
              <a:srgbClr val="385F00"/>
            </a:solidFill>
          </p:spPr>
          <p:txBody>
            <a:bodyPr wrap="square" lIns="0" tIns="0" rIns="0" bIns="0" rtlCol="0"/>
            <a:lstStyle/>
            <a:p/>
          </p:txBody>
        </p:sp>
        <p:sp>
          <p:nvSpPr>
            <p:cNvPr id="1861" name="object 1861"/>
            <p:cNvSpPr/>
            <p:nvPr/>
          </p:nvSpPr>
          <p:spPr>
            <a:xfrm>
              <a:off x="6008370" y="1423669"/>
              <a:ext cx="210820" cy="6350"/>
            </a:xfrm>
            <a:custGeom>
              <a:avLst/>
              <a:gdLst/>
              <a:ahLst/>
              <a:cxnLst/>
              <a:rect l="l" t="t" r="r" b="b"/>
              <a:pathLst>
                <a:path w="210820" h="6350">
                  <a:moveTo>
                    <a:pt x="82550" y="0"/>
                  </a:moveTo>
                  <a:lnTo>
                    <a:pt x="0" y="0"/>
                  </a:lnTo>
                  <a:lnTo>
                    <a:pt x="0" y="6350"/>
                  </a:lnTo>
                  <a:lnTo>
                    <a:pt x="83820" y="6350"/>
                  </a:lnTo>
                  <a:lnTo>
                    <a:pt x="83820" y="2539"/>
                  </a:lnTo>
                  <a:lnTo>
                    <a:pt x="82550" y="2539"/>
                  </a:lnTo>
                  <a:lnTo>
                    <a:pt x="82550" y="0"/>
                  </a:lnTo>
                  <a:close/>
                </a:path>
                <a:path w="210820" h="6350">
                  <a:moveTo>
                    <a:pt x="210819" y="0"/>
                  </a:moveTo>
                  <a:lnTo>
                    <a:pt x="128269" y="0"/>
                  </a:lnTo>
                  <a:lnTo>
                    <a:pt x="128269" y="2539"/>
                  </a:lnTo>
                  <a:lnTo>
                    <a:pt x="127000" y="2539"/>
                  </a:lnTo>
                  <a:lnTo>
                    <a:pt x="127000" y="6350"/>
                  </a:lnTo>
                  <a:lnTo>
                    <a:pt x="210819" y="6350"/>
                  </a:lnTo>
                  <a:lnTo>
                    <a:pt x="210819" y="0"/>
                  </a:lnTo>
                  <a:close/>
                </a:path>
              </a:pathLst>
            </a:custGeom>
            <a:solidFill>
              <a:srgbClr val="395E00"/>
            </a:solidFill>
          </p:spPr>
          <p:txBody>
            <a:bodyPr wrap="square" lIns="0" tIns="0" rIns="0" bIns="0" rtlCol="0"/>
            <a:lstStyle/>
            <a:p/>
          </p:txBody>
        </p:sp>
        <p:sp>
          <p:nvSpPr>
            <p:cNvPr id="1862" name="object 1862"/>
            <p:cNvSpPr/>
            <p:nvPr/>
          </p:nvSpPr>
          <p:spPr>
            <a:xfrm>
              <a:off x="6008370" y="143001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3A5D00"/>
            </a:solidFill>
          </p:spPr>
          <p:txBody>
            <a:bodyPr wrap="square" lIns="0" tIns="0" rIns="0" bIns="0" rtlCol="0"/>
            <a:lstStyle/>
            <a:p/>
          </p:txBody>
        </p:sp>
        <p:sp>
          <p:nvSpPr>
            <p:cNvPr id="1863" name="object 1863"/>
            <p:cNvSpPr/>
            <p:nvPr/>
          </p:nvSpPr>
          <p:spPr>
            <a:xfrm>
              <a:off x="6009640" y="1437639"/>
              <a:ext cx="209550" cy="7620"/>
            </a:xfrm>
            <a:custGeom>
              <a:avLst/>
              <a:gdLst/>
              <a:ahLst/>
              <a:cxnLst/>
              <a:rect l="l" t="t" r="r" b="b"/>
              <a:pathLst>
                <a:path w="209550" h="7619">
                  <a:moveTo>
                    <a:pt x="82550" y="0"/>
                  </a:moveTo>
                  <a:lnTo>
                    <a:pt x="0" y="0"/>
                  </a:lnTo>
                  <a:lnTo>
                    <a:pt x="0" y="7620"/>
                  </a:lnTo>
                  <a:lnTo>
                    <a:pt x="83820" y="7620"/>
                  </a:lnTo>
                  <a:lnTo>
                    <a:pt x="83820" y="1270"/>
                  </a:lnTo>
                  <a:lnTo>
                    <a:pt x="82550" y="1270"/>
                  </a:lnTo>
                  <a:lnTo>
                    <a:pt x="82550" y="0"/>
                  </a:lnTo>
                  <a:close/>
                </a:path>
                <a:path w="209550" h="7619">
                  <a:moveTo>
                    <a:pt x="209550" y="0"/>
                  </a:moveTo>
                  <a:lnTo>
                    <a:pt x="125730" y="0"/>
                  </a:lnTo>
                  <a:lnTo>
                    <a:pt x="125730" y="1270"/>
                  </a:lnTo>
                  <a:lnTo>
                    <a:pt x="124460" y="1270"/>
                  </a:lnTo>
                  <a:lnTo>
                    <a:pt x="124460" y="7620"/>
                  </a:lnTo>
                  <a:lnTo>
                    <a:pt x="209550" y="7620"/>
                  </a:lnTo>
                  <a:lnTo>
                    <a:pt x="209550" y="0"/>
                  </a:lnTo>
                  <a:close/>
                </a:path>
              </a:pathLst>
            </a:custGeom>
            <a:solidFill>
              <a:srgbClr val="3B5C00"/>
            </a:solidFill>
          </p:spPr>
          <p:txBody>
            <a:bodyPr wrap="square" lIns="0" tIns="0" rIns="0" bIns="0" rtlCol="0"/>
            <a:lstStyle/>
            <a:p/>
          </p:txBody>
        </p:sp>
        <p:sp>
          <p:nvSpPr>
            <p:cNvPr id="1864" name="object 1864"/>
            <p:cNvSpPr/>
            <p:nvPr/>
          </p:nvSpPr>
          <p:spPr>
            <a:xfrm>
              <a:off x="6009640" y="1445259"/>
              <a:ext cx="208279" cy="6350"/>
            </a:xfrm>
            <a:custGeom>
              <a:avLst/>
              <a:gdLst/>
              <a:ahLst/>
              <a:cxnLst/>
              <a:rect l="l" t="t" r="r" b="b"/>
              <a:pathLst>
                <a:path w="208279" h="6350">
                  <a:moveTo>
                    <a:pt x="83820" y="0"/>
                  </a:moveTo>
                  <a:lnTo>
                    <a:pt x="0" y="0"/>
                  </a:lnTo>
                  <a:lnTo>
                    <a:pt x="0" y="6350"/>
                  </a:lnTo>
                  <a:lnTo>
                    <a:pt x="85089" y="6350"/>
                  </a:lnTo>
                  <a:lnTo>
                    <a:pt x="85089" y="3810"/>
                  </a:lnTo>
                  <a:lnTo>
                    <a:pt x="83820" y="3810"/>
                  </a:lnTo>
                  <a:lnTo>
                    <a:pt x="83820" y="0"/>
                  </a:lnTo>
                  <a:close/>
                </a:path>
                <a:path w="208279" h="6350">
                  <a:moveTo>
                    <a:pt x="208280" y="0"/>
                  </a:moveTo>
                  <a:lnTo>
                    <a:pt x="124460" y="0"/>
                  </a:lnTo>
                  <a:lnTo>
                    <a:pt x="124460" y="5079"/>
                  </a:lnTo>
                  <a:lnTo>
                    <a:pt x="123189" y="5079"/>
                  </a:lnTo>
                  <a:lnTo>
                    <a:pt x="123189" y="6350"/>
                  </a:lnTo>
                  <a:lnTo>
                    <a:pt x="208280" y="6350"/>
                  </a:lnTo>
                  <a:lnTo>
                    <a:pt x="208280" y="0"/>
                  </a:lnTo>
                  <a:close/>
                </a:path>
              </a:pathLst>
            </a:custGeom>
            <a:solidFill>
              <a:srgbClr val="3C5B00"/>
            </a:solidFill>
          </p:spPr>
          <p:txBody>
            <a:bodyPr wrap="square" lIns="0" tIns="0" rIns="0" bIns="0" rtlCol="0"/>
            <a:lstStyle/>
            <a:p/>
          </p:txBody>
        </p:sp>
        <p:sp>
          <p:nvSpPr>
            <p:cNvPr id="1865" name="object 1865"/>
            <p:cNvSpPr/>
            <p:nvPr/>
          </p:nvSpPr>
          <p:spPr>
            <a:xfrm>
              <a:off x="6009640" y="1451609"/>
              <a:ext cx="208279" cy="7620"/>
            </a:xfrm>
            <a:custGeom>
              <a:avLst/>
              <a:gdLst/>
              <a:ahLst/>
              <a:cxnLst/>
              <a:rect l="l" t="t" r="r" b="b"/>
              <a:pathLst>
                <a:path w="208279" h="7619">
                  <a:moveTo>
                    <a:pt x="85089" y="0"/>
                  </a:moveTo>
                  <a:lnTo>
                    <a:pt x="0" y="0"/>
                  </a:lnTo>
                  <a:lnTo>
                    <a:pt x="0" y="2539"/>
                  </a:lnTo>
                  <a:lnTo>
                    <a:pt x="1270" y="2539"/>
                  </a:lnTo>
                  <a:lnTo>
                    <a:pt x="1270" y="7619"/>
                  </a:lnTo>
                  <a:lnTo>
                    <a:pt x="85090" y="7619"/>
                  </a:lnTo>
                  <a:lnTo>
                    <a:pt x="85089" y="0"/>
                  </a:lnTo>
                  <a:close/>
                </a:path>
                <a:path w="208279" h="7619">
                  <a:moveTo>
                    <a:pt x="208280" y="0"/>
                  </a:moveTo>
                  <a:lnTo>
                    <a:pt x="123189" y="0"/>
                  </a:lnTo>
                  <a:lnTo>
                    <a:pt x="123189" y="7619"/>
                  </a:lnTo>
                  <a:lnTo>
                    <a:pt x="208279" y="7619"/>
                  </a:lnTo>
                  <a:lnTo>
                    <a:pt x="208280" y="0"/>
                  </a:lnTo>
                  <a:close/>
                </a:path>
              </a:pathLst>
            </a:custGeom>
            <a:solidFill>
              <a:srgbClr val="3E5900"/>
            </a:solidFill>
          </p:spPr>
          <p:txBody>
            <a:bodyPr wrap="square" lIns="0" tIns="0" rIns="0" bIns="0" rtlCol="0"/>
            <a:lstStyle/>
            <a:p/>
          </p:txBody>
        </p:sp>
        <p:sp>
          <p:nvSpPr>
            <p:cNvPr id="1866" name="object 1866"/>
            <p:cNvSpPr/>
            <p:nvPr/>
          </p:nvSpPr>
          <p:spPr>
            <a:xfrm>
              <a:off x="6010910" y="1459229"/>
              <a:ext cx="207010" cy="7620"/>
            </a:xfrm>
            <a:custGeom>
              <a:avLst/>
              <a:gdLst/>
              <a:ahLst/>
              <a:cxnLst/>
              <a:rect l="l" t="t" r="r" b="b"/>
              <a:pathLst>
                <a:path w="207010" h="7619">
                  <a:moveTo>
                    <a:pt x="83820" y="0"/>
                  </a:moveTo>
                  <a:lnTo>
                    <a:pt x="0" y="0"/>
                  </a:lnTo>
                  <a:lnTo>
                    <a:pt x="0" y="7620"/>
                  </a:lnTo>
                  <a:lnTo>
                    <a:pt x="85089" y="7620"/>
                  </a:lnTo>
                  <a:lnTo>
                    <a:pt x="85089" y="1270"/>
                  </a:lnTo>
                  <a:lnTo>
                    <a:pt x="83820" y="1270"/>
                  </a:lnTo>
                  <a:lnTo>
                    <a:pt x="83820" y="0"/>
                  </a:lnTo>
                  <a:close/>
                </a:path>
                <a:path w="207010" h="7619">
                  <a:moveTo>
                    <a:pt x="207009" y="0"/>
                  </a:moveTo>
                  <a:lnTo>
                    <a:pt x="121919" y="0"/>
                  </a:lnTo>
                  <a:lnTo>
                    <a:pt x="121919" y="2540"/>
                  </a:lnTo>
                  <a:lnTo>
                    <a:pt x="120650" y="2540"/>
                  </a:lnTo>
                  <a:lnTo>
                    <a:pt x="120650" y="7620"/>
                  </a:lnTo>
                  <a:lnTo>
                    <a:pt x="205739" y="7620"/>
                  </a:lnTo>
                  <a:lnTo>
                    <a:pt x="205739" y="1270"/>
                  </a:lnTo>
                  <a:lnTo>
                    <a:pt x="207009" y="1270"/>
                  </a:lnTo>
                  <a:lnTo>
                    <a:pt x="207009" y="0"/>
                  </a:lnTo>
                  <a:close/>
                </a:path>
              </a:pathLst>
            </a:custGeom>
            <a:solidFill>
              <a:srgbClr val="3F5800"/>
            </a:solidFill>
          </p:spPr>
          <p:txBody>
            <a:bodyPr wrap="square" lIns="0" tIns="0" rIns="0" bIns="0" rtlCol="0"/>
            <a:lstStyle/>
            <a:p/>
          </p:txBody>
        </p:sp>
        <p:sp>
          <p:nvSpPr>
            <p:cNvPr id="1867" name="object 1867"/>
            <p:cNvSpPr/>
            <p:nvPr/>
          </p:nvSpPr>
          <p:spPr>
            <a:xfrm>
              <a:off x="6010910" y="1466849"/>
              <a:ext cx="205740" cy="7620"/>
            </a:xfrm>
            <a:custGeom>
              <a:avLst/>
              <a:gdLst/>
              <a:ahLst/>
              <a:cxnLst/>
              <a:rect l="l" t="t" r="r" b="b"/>
              <a:pathLst>
                <a:path w="205739" h="7619">
                  <a:moveTo>
                    <a:pt x="86359" y="2539"/>
                  </a:moveTo>
                  <a:lnTo>
                    <a:pt x="1269" y="2539"/>
                  </a:lnTo>
                  <a:lnTo>
                    <a:pt x="1269" y="7620"/>
                  </a:lnTo>
                  <a:lnTo>
                    <a:pt x="87629" y="7620"/>
                  </a:lnTo>
                  <a:lnTo>
                    <a:pt x="87629" y="6350"/>
                  </a:lnTo>
                  <a:lnTo>
                    <a:pt x="86359" y="6350"/>
                  </a:lnTo>
                  <a:lnTo>
                    <a:pt x="86359" y="2539"/>
                  </a:lnTo>
                  <a:close/>
                </a:path>
                <a:path w="205739" h="7619">
                  <a:moveTo>
                    <a:pt x="85089" y="0"/>
                  </a:moveTo>
                  <a:lnTo>
                    <a:pt x="0" y="0"/>
                  </a:lnTo>
                  <a:lnTo>
                    <a:pt x="0" y="2539"/>
                  </a:lnTo>
                  <a:lnTo>
                    <a:pt x="85089" y="2539"/>
                  </a:lnTo>
                  <a:lnTo>
                    <a:pt x="85089" y="0"/>
                  </a:lnTo>
                  <a:close/>
                </a:path>
                <a:path w="205739" h="7619">
                  <a:moveTo>
                    <a:pt x="204470" y="6350"/>
                  </a:moveTo>
                  <a:lnTo>
                    <a:pt x="118110" y="6350"/>
                  </a:lnTo>
                  <a:lnTo>
                    <a:pt x="118110" y="7620"/>
                  </a:lnTo>
                  <a:lnTo>
                    <a:pt x="204470" y="7620"/>
                  </a:lnTo>
                  <a:lnTo>
                    <a:pt x="204470" y="6350"/>
                  </a:lnTo>
                  <a:close/>
                </a:path>
                <a:path w="205739" h="7619">
                  <a:moveTo>
                    <a:pt x="205739" y="0"/>
                  </a:moveTo>
                  <a:lnTo>
                    <a:pt x="120650" y="0"/>
                  </a:lnTo>
                  <a:lnTo>
                    <a:pt x="120650" y="2539"/>
                  </a:lnTo>
                  <a:lnTo>
                    <a:pt x="119379" y="2539"/>
                  </a:lnTo>
                  <a:lnTo>
                    <a:pt x="119379" y="6350"/>
                  </a:lnTo>
                  <a:lnTo>
                    <a:pt x="205739" y="6350"/>
                  </a:lnTo>
                  <a:lnTo>
                    <a:pt x="205739" y="0"/>
                  </a:lnTo>
                  <a:close/>
                </a:path>
              </a:pathLst>
            </a:custGeom>
            <a:solidFill>
              <a:srgbClr val="405700"/>
            </a:solidFill>
          </p:spPr>
          <p:txBody>
            <a:bodyPr wrap="square" lIns="0" tIns="0" rIns="0" bIns="0" rtlCol="0"/>
            <a:lstStyle/>
            <a:p/>
          </p:txBody>
        </p:sp>
        <p:sp>
          <p:nvSpPr>
            <p:cNvPr id="1868" name="object 1868"/>
            <p:cNvSpPr/>
            <p:nvPr/>
          </p:nvSpPr>
          <p:spPr>
            <a:xfrm>
              <a:off x="6012180" y="1474469"/>
              <a:ext cx="203200" cy="6350"/>
            </a:xfrm>
            <a:custGeom>
              <a:avLst/>
              <a:gdLst/>
              <a:ahLst/>
              <a:cxnLst/>
              <a:rect l="l" t="t" r="r" b="b"/>
              <a:pathLst>
                <a:path w="203200" h="6350">
                  <a:moveTo>
                    <a:pt x="86360" y="0"/>
                  </a:moveTo>
                  <a:lnTo>
                    <a:pt x="0" y="0"/>
                  </a:lnTo>
                  <a:lnTo>
                    <a:pt x="0" y="1270"/>
                  </a:lnTo>
                  <a:lnTo>
                    <a:pt x="86360" y="1270"/>
                  </a:lnTo>
                  <a:lnTo>
                    <a:pt x="86360" y="0"/>
                  </a:lnTo>
                  <a:close/>
                </a:path>
                <a:path w="203200" h="6350">
                  <a:moveTo>
                    <a:pt x="87617" y="1282"/>
                  </a:moveTo>
                  <a:lnTo>
                    <a:pt x="0" y="1282"/>
                  </a:lnTo>
                  <a:lnTo>
                    <a:pt x="0" y="6350"/>
                  </a:lnTo>
                  <a:lnTo>
                    <a:pt x="87617" y="6350"/>
                  </a:lnTo>
                  <a:lnTo>
                    <a:pt x="87617" y="1282"/>
                  </a:lnTo>
                  <a:close/>
                </a:path>
                <a:path w="203200" h="6350">
                  <a:moveTo>
                    <a:pt x="203200" y="1282"/>
                  </a:moveTo>
                  <a:lnTo>
                    <a:pt x="115570" y="1282"/>
                  </a:lnTo>
                  <a:lnTo>
                    <a:pt x="115570" y="6350"/>
                  </a:lnTo>
                  <a:lnTo>
                    <a:pt x="203200" y="6350"/>
                  </a:lnTo>
                  <a:lnTo>
                    <a:pt x="203200" y="1282"/>
                  </a:lnTo>
                  <a:close/>
                </a:path>
                <a:path w="203200" h="6350">
                  <a:moveTo>
                    <a:pt x="203200" y="0"/>
                  </a:moveTo>
                  <a:lnTo>
                    <a:pt x="116840" y="0"/>
                  </a:lnTo>
                  <a:lnTo>
                    <a:pt x="116840" y="1270"/>
                  </a:lnTo>
                  <a:lnTo>
                    <a:pt x="203200" y="1270"/>
                  </a:lnTo>
                  <a:lnTo>
                    <a:pt x="203200" y="0"/>
                  </a:lnTo>
                  <a:close/>
                </a:path>
              </a:pathLst>
            </a:custGeom>
            <a:solidFill>
              <a:srgbClr val="415600"/>
            </a:solidFill>
          </p:spPr>
          <p:txBody>
            <a:bodyPr wrap="square" lIns="0" tIns="0" rIns="0" bIns="0" rtlCol="0"/>
            <a:lstStyle/>
            <a:p/>
          </p:txBody>
        </p:sp>
        <p:sp>
          <p:nvSpPr>
            <p:cNvPr id="1869" name="object 1869"/>
            <p:cNvSpPr/>
            <p:nvPr/>
          </p:nvSpPr>
          <p:spPr>
            <a:xfrm>
              <a:off x="6012180" y="1480819"/>
              <a:ext cx="203200" cy="7620"/>
            </a:xfrm>
            <a:custGeom>
              <a:avLst/>
              <a:gdLst/>
              <a:ahLst/>
              <a:cxnLst/>
              <a:rect l="l" t="t" r="r" b="b"/>
              <a:pathLst>
                <a:path w="203200" h="7619">
                  <a:moveTo>
                    <a:pt x="91440" y="6350"/>
                  </a:moveTo>
                  <a:lnTo>
                    <a:pt x="90170" y="6350"/>
                  </a:lnTo>
                  <a:lnTo>
                    <a:pt x="90170" y="5080"/>
                  </a:lnTo>
                  <a:lnTo>
                    <a:pt x="90170" y="3810"/>
                  </a:lnTo>
                  <a:lnTo>
                    <a:pt x="88900" y="3810"/>
                  </a:lnTo>
                  <a:lnTo>
                    <a:pt x="88900" y="0"/>
                  </a:lnTo>
                  <a:lnTo>
                    <a:pt x="0" y="0"/>
                  </a:lnTo>
                  <a:lnTo>
                    <a:pt x="0" y="3810"/>
                  </a:lnTo>
                  <a:lnTo>
                    <a:pt x="0" y="5080"/>
                  </a:lnTo>
                  <a:lnTo>
                    <a:pt x="1270" y="5080"/>
                  </a:lnTo>
                  <a:lnTo>
                    <a:pt x="1270" y="6350"/>
                  </a:lnTo>
                  <a:lnTo>
                    <a:pt x="1270" y="7620"/>
                  </a:lnTo>
                  <a:lnTo>
                    <a:pt x="91440" y="7620"/>
                  </a:lnTo>
                  <a:lnTo>
                    <a:pt x="91440" y="6350"/>
                  </a:lnTo>
                  <a:close/>
                </a:path>
                <a:path w="203200" h="7619">
                  <a:moveTo>
                    <a:pt x="203200" y="0"/>
                  </a:moveTo>
                  <a:lnTo>
                    <a:pt x="115570" y="0"/>
                  </a:lnTo>
                  <a:lnTo>
                    <a:pt x="115570" y="1270"/>
                  </a:lnTo>
                  <a:lnTo>
                    <a:pt x="114300" y="1270"/>
                  </a:lnTo>
                  <a:lnTo>
                    <a:pt x="114300" y="2540"/>
                  </a:lnTo>
                  <a:lnTo>
                    <a:pt x="114300" y="5080"/>
                  </a:lnTo>
                  <a:lnTo>
                    <a:pt x="113030" y="5080"/>
                  </a:lnTo>
                  <a:lnTo>
                    <a:pt x="113030" y="7620"/>
                  </a:lnTo>
                  <a:lnTo>
                    <a:pt x="201917" y="7620"/>
                  </a:lnTo>
                  <a:lnTo>
                    <a:pt x="201917" y="5080"/>
                  </a:lnTo>
                  <a:lnTo>
                    <a:pt x="201917" y="2540"/>
                  </a:lnTo>
                  <a:lnTo>
                    <a:pt x="203200" y="2540"/>
                  </a:lnTo>
                  <a:lnTo>
                    <a:pt x="203200" y="1270"/>
                  </a:lnTo>
                  <a:lnTo>
                    <a:pt x="203200" y="0"/>
                  </a:lnTo>
                  <a:close/>
                </a:path>
              </a:pathLst>
            </a:custGeom>
            <a:solidFill>
              <a:srgbClr val="425500"/>
            </a:solidFill>
          </p:spPr>
          <p:txBody>
            <a:bodyPr wrap="square" lIns="0" tIns="0" rIns="0" bIns="0" rtlCol="0"/>
            <a:lstStyle/>
            <a:p/>
          </p:txBody>
        </p:sp>
        <p:sp>
          <p:nvSpPr>
            <p:cNvPr id="1870" name="object 1870"/>
            <p:cNvSpPr/>
            <p:nvPr/>
          </p:nvSpPr>
          <p:spPr>
            <a:xfrm>
              <a:off x="6013450" y="1488439"/>
              <a:ext cx="200660" cy="7620"/>
            </a:xfrm>
            <a:custGeom>
              <a:avLst/>
              <a:gdLst/>
              <a:ahLst/>
              <a:cxnLst/>
              <a:rect l="l" t="t" r="r" b="b"/>
              <a:pathLst>
                <a:path w="200660" h="7619">
                  <a:moveTo>
                    <a:pt x="95250" y="6350"/>
                  </a:moveTo>
                  <a:lnTo>
                    <a:pt x="92710" y="6350"/>
                  </a:lnTo>
                  <a:lnTo>
                    <a:pt x="92710" y="3810"/>
                  </a:lnTo>
                  <a:lnTo>
                    <a:pt x="91440" y="3810"/>
                  </a:lnTo>
                  <a:lnTo>
                    <a:pt x="91440" y="0"/>
                  </a:lnTo>
                  <a:lnTo>
                    <a:pt x="0" y="0"/>
                  </a:lnTo>
                  <a:lnTo>
                    <a:pt x="0" y="3810"/>
                  </a:lnTo>
                  <a:lnTo>
                    <a:pt x="0" y="6350"/>
                  </a:lnTo>
                  <a:lnTo>
                    <a:pt x="0" y="7620"/>
                  </a:lnTo>
                  <a:lnTo>
                    <a:pt x="95250" y="7620"/>
                  </a:lnTo>
                  <a:lnTo>
                    <a:pt x="95250" y="6350"/>
                  </a:lnTo>
                  <a:close/>
                </a:path>
                <a:path w="200660" h="7619">
                  <a:moveTo>
                    <a:pt x="200660" y="1270"/>
                  </a:moveTo>
                  <a:lnTo>
                    <a:pt x="200647" y="0"/>
                  </a:lnTo>
                  <a:lnTo>
                    <a:pt x="110490" y="0"/>
                  </a:lnTo>
                  <a:lnTo>
                    <a:pt x="110490" y="1270"/>
                  </a:lnTo>
                  <a:lnTo>
                    <a:pt x="109220" y="1270"/>
                  </a:lnTo>
                  <a:lnTo>
                    <a:pt x="109220" y="5080"/>
                  </a:lnTo>
                  <a:lnTo>
                    <a:pt x="107950" y="5080"/>
                  </a:lnTo>
                  <a:lnTo>
                    <a:pt x="107950" y="6350"/>
                  </a:lnTo>
                  <a:lnTo>
                    <a:pt x="106680" y="6350"/>
                  </a:lnTo>
                  <a:lnTo>
                    <a:pt x="106680" y="7620"/>
                  </a:lnTo>
                  <a:lnTo>
                    <a:pt x="199390" y="7620"/>
                  </a:lnTo>
                  <a:lnTo>
                    <a:pt x="199390" y="6350"/>
                  </a:lnTo>
                  <a:lnTo>
                    <a:pt x="199390" y="5080"/>
                  </a:lnTo>
                  <a:lnTo>
                    <a:pt x="200660" y="5080"/>
                  </a:lnTo>
                  <a:lnTo>
                    <a:pt x="200660" y="1270"/>
                  </a:lnTo>
                  <a:close/>
                </a:path>
              </a:pathLst>
            </a:custGeom>
            <a:solidFill>
              <a:srgbClr val="435400"/>
            </a:solidFill>
          </p:spPr>
          <p:txBody>
            <a:bodyPr wrap="square" lIns="0" tIns="0" rIns="0" bIns="0" rtlCol="0"/>
            <a:lstStyle/>
            <a:p/>
          </p:txBody>
        </p:sp>
        <p:sp>
          <p:nvSpPr>
            <p:cNvPr id="1871" name="object 1871"/>
            <p:cNvSpPr/>
            <p:nvPr/>
          </p:nvSpPr>
          <p:spPr>
            <a:xfrm>
              <a:off x="601345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445300"/>
            </a:solidFill>
          </p:spPr>
          <p:txBody>
            <a:bodyPr wrap="square" lIns="0" tIns="0" rIns="0" bIns="0" rtlCol="0"/>
            <a:lstStyle/>
            <a:p/>
          </p:txBody>
        </p:sp>
        <p:sp>
          <p:nvSpPr>
            <p:cNvPr id="1872" name="object 1872"/>
            <p:cNvSpPr/>
            <p:nvPr/>
          </p:nvSpPr>
          <p:spPr>
            <a:xfrm>
              <a:off x="6014720"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465100"/>
            </a:solidFill>
          </p:spPr>
          <p:txBody>
            <a:bodyPr wrap="square" lIns="0" tIns="0" rIns="0" bIns="0" rtlCol="0"/>
            <a:lstStyle/>
            <a:p/>
          </p:txBody>
        </p:sp>
        <p:sp>
          <p:nvSpPr>
            <p:cNvPr id="1873" name="object 1873"/>
            <p:cNvSpPr/>
            <p:nvPr/>
          </p:nvSpPr>
          <p:spPr>
            <a:xfrm>
              <a:off x="601472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475000"/>
            </a:solidFill>
          </p:spPr>
          <p:txBody>
            <a:bodyPr wrap="square" lIns="0" tIns="0" rIns="0" bIns="0" rtlCol="0"/>
            <a:lstStyle/>
            <a:p/>
          </p:txBody>
        </p:sp>
        <p:sp>
          <p:nvSpPr>
            <p:cNvPr id="1874" name="object 1874"/>
            <p:cNvSpPr/>
            <p:nvPr/>
          </p:nvSpPr>
          <p:spPr>
            <a:xfrm>
              <a:off x="601599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484F00"/>
            </a:solidFill>
          </p:spPr>
          <p:txBody>
            <a:bodyPr wrap="square" lIns="0" tIns="0" rIns="0" bIns="0" rtlCol="0"/>
            <a:lstStyle/>
            <a:p/>
          </p:txBody>
        </p:sp>
        <p:sp>
          <p:nvSpPr>
            <p:cNvPr id="1875" name="object 1875"/>
            <p:cNvSpPr/>
            <p:nvPr/>
          </p:nvSpPr>
          <p:spPr>
            <a:xfrm>
              <a:off x="6017260" y="1523999"/>
              <a:ext cx="191770" cy="7620"/>
            </a:xfrm>
            <a:custGeom>
              <a:avLst/>
              <a:gdLst/>
              <a:ahLst/>
              <a:cxnLst/>
              <a:rect l="l" t="t" r="r" b="b"/>
              <a:pathLst>
                <a:path w="191770" h="7619">
                  <a:moveTo>
                    <a:pt x="190487" y="5092"/>
                  </a:moveTo>
                  <a:lnTo>
                    <a:pt x="1270" y="5092"/>
                  </a:lnTo>
                  <a:lnTo>
                    <a:pt x="1270" y="7620"/>
                  </a:lnTo>
                  <a:lnTo>
                    <a:pt x="190487" y="7620"/>
                  </a:lnTo>
                  <a:lnTo>
                    <a:pt x="190487"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494E00"/>
            </a:solidFill>
          </p:spPr>
          <p:txBody>
            <a:bodyPr wrap="square" lIns="0" tIns="0" rIns="0" bIns="0" rtlCol="0"/>
            <a:lstStyle/>
            <a:p/>
          </p:txBody>
        </p:sp>
        <p:sp>
          <p:nvSpPr>
            <p:cNvPr id="1876" name="object 1876"/>
            <p:cNvSpPr/>
            <p:nvPr/>
          </p:nvSpPr>
          <p:spPr>
            <a:xfrm>
              <a:off x="6018530" y="1531619"/>
              <a:ext cx="189230" cy="7620"/>
            </a:xfrm>
            <a:custGeom>
              <a:avLst/>
              <a:gdLst/>
              <a:ahLst/>
              <a:cxnLst/>
              <a:rect l="l" t="t" r="r" b="b"/>
              <a:pathLst>
                <a:path w="189229" h="7619">
                  <a:moveTo>
                    <a:pt x="187960" y="5080"/>
                  </a:moveTo>
                  <a:lnTo>
                    <a:pt x="1270" y="5080"/>
                  </a:lnTo>
                  <a:lnTo>
                    <a:pt x="1270" y="7620"/>
                  </a:lnTo>
                  <a:lnTo>
                    <a:pt x="187960" y="7620"/>
                  </a:lnTo>
                  <a:lnTo>
                    <a:pt x="187960" y="5080"/>
                  </a:lnTo>
                  <a:close/>
                </a:path>
                <a:path w="189229" h="7619">
                  <a:moveTo>
                    <a:pt x="189230" y="2540"/>
                  </a:moveTo>
                  <a:lnTo>
                    <a:pt x="189217" y="0"/>
                  </a:lnTo>
                  <a:lnTo>
                    <a:pt x="0" y="0"/>
                  </a:lnTo>
                  <a:lnTo>
                    <a:pt x="0" y="2540"/>
                  </a:lnTo>
                  <a:lnTo>
                    <a:pt x="1270" y="2540"/>
                  </a:lnTo>
                  <a:lnTo>
                    <a:pt x="1270" y="3810"/>
                  </a:lnTo>
                  <a:lnTo>
                    <a:pt x="189230" y="3810"/>
                  </a:lnTo>
                  <a:lnTo>
                    <a:pt x="189230" y="2540"/>
                  </a:lnTo>
                  <a:close/>
                </a:path>
              </a:pathLst>
            </a:custGeom>
            <a:solidFill>
              <a:srgbClr val="4A4D00"/>
            </a:solidFill>
          </p:spPr>
          <p:txBody>
            <a:bodyPr wrap="square" lIns="0" tIns="0" rIns="0" bIns="0" rtlCol="0"/>
            <a:lstStyle/>
            <a:p/>
          </p:txBody>
        </p:sp>
        <p:sp>
          <p:nvSpPr>
            <p:cNvPr id="1877" name="object 1877"/>
            <p:cNvSpPr/>
            <p:nvPr/>
          </p:nvSpPr>
          <p:spPr>
            <a:xfrm>
              <a:off x="601980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4B4C00"/>
            </a:solidFill>
          </p:spPr>
          <p:txBody>
            <a:bodyPr wrap="square" lIns="0" tIns="0" rIns="0" bIns="0" rtlCol="0"/>
            <a:lstStyle/>
            <a:p/>
          </p:txBody>
        </p:sp>
        <p:sp>
          <p:nvSpPr>
            <p:cNvPr id="1878" name="object 1878"/>
            <p:cNvSpPr/>
            <p:nvPr/>
          </p:nvSpPr>
          <p:spPr>
            <a:xfrm>
              <a:off x="602107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37" y="3810"/>
                  </a:lnTo>
                  <a:lnTo>
                    <a:pt x="184137" y="2540"/>
                  </a:lnTo>
                  <a:lnTo>
                    <a:pt x="184150" y="0"/>
                  </a:lnTo>
                  <a:close/>
                </a:path>
              </a:pathLst>
            </a:custGeom>
            <a:solidFill>
              <a:srgbClr val="4C4B00"/>
            </a:solidFill>
          </p:spPr>
          <p:txBody>
            <a:bodyPr wrap="square" lIns="0" tIns="0" rIns="0" bIns="0" rtlCol="0"/>
            <a:lstStyle/>
            <a:p/>
          </p:txBody>
        </p:sp>
        <p:sp>
          <p:nvSpPr>
            <p:cNvPr id="1879" name="object 1879"/>
            <p:cNvSpPr/>
            <p:nvPr/>
          </p:nvSpPr>
          <p:spPr>
            <a:xfrm>
              <a:off x="6023610" y="1553209"/>
              <a:ext cx="180340" cy="7620"/>
            </a:xfrm>
            <a:custGeom>
              <a:avLst/>
              <a:gdLst/>
              <a:ahLst/>
              <a:cxnLst/>
              <a:rect l="l" t="t" r="r" b="b"/>
              <a:pathLst>
                <a:path w="180339" h="7619">
                  <a:moveTo>
                    <a:pt x="180340" y="0"/>
                  </a:moveTo>
                  <a:lnTo>
                    <a:pt x="0" y="0"/>
                  </a:lnTo>
                  <a:lnTo>
                    <a:pt x="0" y="2540"/>
                  </a:lnTo>
                  <a:lnTo>
                    <a:pt x="0" y="5080"/>
                  </a:lnTo>
                  <a:lnTo>
                    <a:pt x="1270" y="5080"/>
                  </a:lnTo>
                  <a:lnTo>
                    <a:pt x="1270" y="7620"/>
                  </a:lnTo>
                  <a:lnTo>
                    <a:pt x="179070" y="7620"/>
                  </a:lnTo>
                  <a:lnTo>
                    <a:pt x="179070" y="5080"/>
                  </a:lnTo>
                  <a:lnTo>
                    <a:pt x="179070" y="2540"/>
                  </a:lnTo>
                  <a:lnTo>
                    <a:pt x="180340" y="2540"/>
                  </a:lnTo>
                  <a:lnTo>
                    <a:pt x="180340" y="0"/>
                  </a:lnTo>
                  <a:close/>
                </a:path>
              </a:pathLst>
            </a:custGeom>
            <a:solidFill>
              <a:srgbClr val="4E4900"/>
            </a:solidFill>
          </p:spPr>
          <p:txBody>
            <a:bodyPr wrap="square" lIns="0" tIns="0" rIns="0" bIns="0" rtlCol="0"/>
            <a:lstStyle/>
            <a:p/>
          </p:txBody>
        </p:sp>
        <p:sp>
          <p:nvSpPr>
            <p:cNvPr id="1880" name="object 1880"/>
            <p:cNvSpPr/>
            <p:nvPr/>
          </p:nvSpPr>
          <p:spPr>
            <a:xfrm>
              <a:off x="6024880" y="1560829"/>
              <a:ext cx="177800" cy="6350"/>
            </a:xfrm>
            <a:custGeom>
              <a:avLst/>
              <a:gdLst/>
              <a:ahLst/>
              <a:cxnLst/>
              <a:rect l="l" t="t" r="r" b="b"/>
              <a:pathLst>
                <a:path w="177800" h="6350">
                  <a:moveTo>
                    <a:pt x="177800" y="0"/>
                  </a:moveTo>
                  <a:lnTo>
                    <a:pt x="0" y="0"/>
                  </a:lnTo>
                  <a:lnTo>
                    <a:pt x="0" y="1270"/>
                  </a:lnTo>
                  <a:lnTo>
                    <a:pt x="0" y="2540"/>
                  </a:lnTo>
                  <a:lnTo>
                    <a:pt x="1270" y="2540"/>
                  </a:lnTo>
                  <a:lnTo>
                    <a:pt x="1270" y="6350"/>
                  </a:lnTo>
                  <a:lnTo>
                    <a:pt x="176530" y="6350"/>
                  </a:lnTo>
                  <a:lnTo>
                    <a:pt x="176530" y="2540"/>
                  </a:lnTo>
                  <a:lnTo>
                    <a:pt x="176517" y="1270"/>
                  </a:lnTo>
                  <a:lnTo>
                    <a:pt x="177800" y="1270"/>
                  </a:lnTo>
                  <a:lnTo>
                    <a:pt x="177800" y="0"/>
                  </a:lnTo>
                  <a:close/>
                </a:path>
              </a:pathLst>
            </a:custGeom>
            <a:solidFill>
              <a:srgbClr val="4F4800"/>
            </a:solidFill>
          </p:spPr>
          <p:txBody>
            <a:bodyPr wrap="square" lIns="0" tIns="0" rIns="0" bIns="0" rtlCol="0"/>
            <a:lstStyle/>
            <a:p/>
          </p:txBody>
        </p:sp>
        <p:sp>
          <p:nvSpPr>
            <p:cNvPr id="1881" name="object 1881"/>
            <p:cNvSpPr/>
            <p:nvPr/>
          </p:nvSpPr>
          <p:spPr>
            <a:xfrm>
              <a:off x="6026150" y="1567179"/>
              <a:ext cx="173990" cy="7620"/>
            </a:xfrm>
            <a:custGeom>
              <a:avLst/>
              <a:gdLst/>
              <a:ahLst/>
              <a:cxnLst/>
              <a:rect l="l" t="t" r="r" b="b"/>
              <a:pathLst>
                <a:path w="173989" h="7619">
                  <a:moveTo>
                    <a:pt x="173990" y="0"/>
                  </a:moveTo>
                  <a:lnTo>
                    <a:pt x="0" y="0"/>
                  </a:lnTo>
                  <a:lnTo>
                    <a:pt x="0" y="1270"/>
                  </a:lnTo>
                  <a:lnTo>
                    <a:pt x="1270" y="1270"/>
                  </a:lnTo>
                  <a:lnTo>
                    <a:pt x="1270" y="6350"/>
                  </a:lnTo>
                  <a:lnTo>
                    <a:pt x="1270" y="7620"/>
                  </a:lnTo>
                  <a:lnTo>
                    <a:pt x="172720" y="7620"/>
                  </a:lnTo>
                  <a:lnTo>
                    <a:pt x="172720" y="6350"/>
                  </a:lnTo>
                  <a:lnTo>
                    <a:pt x="173990" y="6350"/>
                  </a:lnTo>
                  <a:lnTo>
                    <a:pt x="173990" y="1270"/>
                  </a:lnTo>
                  <a:lnTo>
                    <a:pt x="173990" y="0"/>
                  </a:lnTo>
                  <a:close/>
                </a:path>
              </a:pathLst>
            </a:custGeom>
            <a:solidFill>
              <a:srgbClr val="504700"/>
            </a:solidFill>
          </p:spPr>
          <p:txBody>
            <a:bodyPr wrap="square" lIns="0" tIns="0" rIns="0" bIns="0" rtlCol="0"/>
            <a:lstStyle/>
            <a:p/>
          </p:txBody>
        </p:sp>
        <p:sp>
          <p:nvSpPr>
            <p:cNvPr id="1882" name="object 1882"/>
            <p:cNvSpPr/>
            <p:nvPr/>
          </p:nvSpPr>
          <p:spPr>
            <a:xfrm>
              <a:off x="6028690" y="1574799"/>
              <a:ext cx="170180" cy="7620"/>
            </a:xfrm>
            <a:custGeom>
              <a:avLst/>
              <a:gdLst/>
              <a:ahLst/>
              <a:cxnLst/>
              <a:rect l="l" t="t" r="r" b="b"/>
              <a:pathLst>
                <a:path w="170179" h="7619">
                  <a:moveTo>
                    <a:pt x="170180" y="0"/>
                  </a:moveTo>
                  <a:lnTo>
                    <a:pt x="0" y="0"/>
                  </a:lnTo>
                  <a:lnTo>
                    <a:pt x="0" y="3810"/>
                  </a:lnTo>
                  <a:lnTo>
                    <a:pt x="0" y="5080"/>
                  </a:lnTo>
                  <a:lnTo>
                    <a:pt x="1270" y="5080"/>
                  </a:lnTo>
                  <a:lnTo>
                    <a:pt x="1270" y="7620"/>
                  </a:lnTo>
                  <a:lnTo>
                    <a:pt x="168910" y="7620"/>
                  </a:lnTo>
                  <a:lnTo>
                    <a:pt x="168910" y="5080"/>
                  </a:lnTo>
                  <a:lnTo>
                    <a:pt x="168910" y="3810"/>
                  </a:lnTo>
                  <a:lnTo>
                    <a:pt x="170180" y="3810"/>
                  </a:lnTo>
                  <a:lnTo>
                    <a:pt x="170180" y="0"/>
                  </a:lnTo>
                  <a:close/>
                </a:path>
              </a:pathLst>
            </a:custGeom>
            <a:solidFill>
              <a:srgbClr val="514600"/>
            </a:solidFill>
          </p:spPr>
          <p:txBody>
            <a:bodyPr wrap="square" lIns="0" tIns="0" rIns="0" bIns="0" rtlCol="0"/>
            <a:lstStyle/>
            <a:p/>
          </p:txBody>
        </p:sp>
        <p:sp>
          <p:nvSpPr>
            <p:cNvPr id="1883" name="object 1883"/>
            <p:cNvSpPr/>
            <p:nvPr/>
          </p:nvSpPr>
          <p:spPr>
            <a:xfrm>
              <a:off x="6029960" y="1582419"/>
              <a:ext cx="167640" cy="6350"/>
            </a:xfrm>
            <a:custGeom>
              <a:avLst/>
              <a:gdLst/>
              <a:ahLst/>
              <a:cxnLst/>
              <a:rect l="l" t="t" r="r" b="b"/>
              <a:pathLst>
                <a:path w="167639" h="6350">
                  <a:moveTo>
                    <a:pt x="167640" y="0"/>
                  </a:moveTo>
                  <a:lnTo>
                    <a:pt x="0" y="0"/>
                  </a:lnTo>
                  <a:lnTo>
                    <a:pt x="0" y="1270"/>
                  </a:lnTo>
                  <a:lnTo>
                    <a:pt x="0" y="2540"/>
                  </a:lnTo>
                  <a:lnTo>
                    <a:pt x="1270" y="2540"/>
                  </a:lnTo>
                  <a:lnTo>
                    <a:pt x="1270" y="5080"/>
                  </a:lnTo>
                  <a:lnTo>
                    <a:pt x="1270" y="6350"/>
                  </a:lnTo>
                  <a:lnTo>
                    <a:pt x="165087" y="6350"/>
                  </a:lnTo>
                  <a:lnTo>
                    <a:pt x="165087" y="5080"/>
                  </a:lnTo>
                  <a:lnTo>
                    <a:pt x="166370" y="5080"/>
                  </a:lnTo>
                  <a:lnTo>
                    <a:pt x="166370" y="2540"/>
                  </a:lnTo>
                  <a:lnTo>
                    <a:pt x="166370" y="1270"/>
                  </a:lnTo>
                  <a:lnTo>
                    <a:pt x="167640" y="1270"/>
                  </a:lnTo>
                  <a:lnTo>
                    <a:pt x="167640" y="0"/>
                  </a:lnTo>
                  <a:close/>
                </a:path>
              </a:pathLst>
            </a:custGeom>
            <a:solidFill>
              <a:srgbClr val="524500"/>
            </a:solidFill>
          </p:spPr>
          <p:txBody>
            <a:bodyPr wrap="square" lIns="0" tIns="0" rIns="0" bIns="0" rtlCol="0"/>
            <a:lstStyle/>
            <a:p/>
          </p:txBody>
        </p:sp>
        <p:sp>
          <p:nvSpPr>
            <p:cNvPr id="1884" name="object 1884"/>
            <p:cNvSpPr/>
            <p:nvPr/>
          </p:nvSpPr>
          <p:spPr>
            <a:xfrm>
              <a:off x="6032487" y="1588769"/>
              <a:ext cx="163195" cy="7620"/>
            </a:xfrm>
            <a:custGeom>
              <a:avLst/>
              <a:gdLst/>
              <a:ahLst/>
              <a:cxnLst/>
              <a:rect l="l" t="t" r="r" b="b"/>
              <a:pathLst>
                <a:path w="163195" h="7619">
                  <a:moveTo>
                    <a:pt x="162572" y="3822"/>
                  </a:moveTo>
                  <a:lnTo>
                    <a:pt x="162560" y="0"/>
                  </a:lnTo>
                  <a:lnTo>
                    <a:pt x="0" y="0"/>
                  </a:lnTo>
                  <a:lnTo>
                    <a:pt x="12" y="3822"/>
                  </a:lnTo>
                  <a:lnTo>
                    <a:pt x="1282" y="3822"/>
                  </a:lnTo>
                  <a:lnTo>
                    <a:pt x="1282" y="7620"/>
                  </a:lnTo>
                  <a:lnTo>
                    <a:pt x="161302" y="7620"/>
                  </a:lnTo>
                  <a:lnTo>
                    <a:pt x="161302" y="3822"/>
                  </a:lnTo>
                  <a:lnTo>
                    <a:pt x="162572" y="3822"/>
                  </a:lnTo>
                  <a:close/>
                </a:path>
              </a:pathLst>
            </a:custGeom>
            <a:solidFill>
              <a:srgbClr val="534400"/>
            </a:solidFill>
          </p:spPr>
          <p:txBody>
            <a:bodyPr wrap="square" lIns="0" tIns="0" rIns="0" bIns="0" rtlCol="0"/>
            <a:lstStyle/>
            <a:p/>
          </p:txBody>
        </p:sp>
        <p:sp>
          <p:nvSpPr>
            <p:cNvPr id="1885" name="object 1885"/>
            <p:cNvSpPr/>
            <p:nvPr/>
          </p:nvSpPr>
          <p:spPr>
            <a:xfrm>
              <a:off x="603504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210" y="7620"/>
                  </a:lnTo>
                  <a:lnTo>
                    <a:pt x="156210" y="5080"/>
                  </a:lnTo>
                  <a:lnTo>
                    <a:pt x="157480" y="5080"/>
                  </a:lnTo>
                  <a:lnTo>
                    <a:pt x="157480" y="3810"/>
                  </a:lnTo>
                  <a:lnTo>
                    <a:pt x="157467" y="1270"/>
                  </a:lnTo>
                  <a:lnTo>
                    <a:pt x="158750" y="1270"/>
                  </a:lnTo>
                  <a:lnTo>
                    <a:pt x="158750" y="0"/>
                  </a:lnTo>
                  <a:close/>
                </a:path>
              </a:pathLst>
            </a:custGeom>
            <a:solidFill>
              <a:srgbClr val="544300"/>
            </a:solidFill>
          </p:spPr>
          <p:txBody>
            <a:bodyPr wrap="square" lIns="0" tIns="0" rIns="0" bIns="0" rtlCol="0"/>
            <a:lstStyle/>
            <a:p/>
          </p:txBody>
        </p:sp>
        <p:sp>
          <p:nvSpPr>
            <p:cNvPr id="1886" name="object 1886"/>
            <p:cNvSpPr/>
            <p:nvPr/>
          </p:nvSpPr>
          <p:spPr>
            <a:xfrm>
              <a:off x="6037580" y="1604009"/>
              <a:ext cx="153670" cy="6350"/>
            </a:xfrm>
            <a:custGeom>
              <a:avLst/>
              <a:gdLst/>
              <a:ahLst/>
              <a:cxnLst/>
              <a:rect l="l" t="t" r="r" b="b"/>
              <a:pathLst>
                <a:path w="153670" h="6350">
                  <a:moveTo>
                    <a:pt x="151130" y="5092"/>
                  </a:moveTo>
                  <a:lnTo>
                    <a:pt x="1270" y="5092"/>
                  </a:lnTo>
                  <a:lnTo>
                    <a:pt x="1270" y="6350"/>
                  </a:lnTo>
                  <a:lnTo>
                    <a:pt x="151130" y="6350"/>
                  </a:lnTo>
                  <a:lnTo>
                    <a:pt x="151130" y="5092"/>
                  </a:lnTo>
                  <a:close/>
                </a:path>
                <a:path w="153670" h="6350">
                  <a:moveTo>
                    <a:pt x="153670" y="0"/>
                  </a:moveTo>
                  <a:lnTo>
                    <a:pt x="0" y="0"/>
                  </a:lnTo>
                  <a:lnTo>
                    <a:pt x="0" y="1270"/>
                  </a:lnTo>
                  <a:lnTo>
                    <a:pt x="0" y="5080"/>
                  </a:lnTo>
                  <a:lnTo>
                    <a:pt x="152400" y="5080"/>
                  </a:lnTo>
                  <a:lnTo>
                    <a:pt x="152400" y="1270"/>
                  </a:lnTo>
                  <a:lnTo>
                    <a:pt x="153670" y="1270"/>
                  </a:lnTo>
                  <a:lnTo>
                    <a:pt x="153670" y="0"/>
                  </a:lnTo>
                  <a:close/>
                </a:path>
              </a:pathLst>
            </a:custGeom>
            <a:solidFill>
              <a:srgbClr val="564100"/>
            </a:solidFill>
          </p:spPr>
          <p:txBody>
            <a:bodyPr wrap="square" lIns="0" tIns="0" rIns="0" bIns="0" rtlCol="0"/>
            <a:lstStyle/>
            <a:p/>
          </p:txBody>
        </p:sp>
        <p:sp>
          <p:nvSpPr>
            <p:cNvPr id="1887" name="object 1887"/>
            <p:cNvSpPr/>
            <p:nvPr/>
          </p:nvSpPr>
          <p:spPr>
            <a:xfrm>
              <a:off x="603885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07" y="7620"/>
                  </a:lnTo>
                  <a:lnTo>
                    <a:pt x="147307" y="6350"/>
                  </a:lnTo>
                  <a:lnTo>
                    <a:pt x="147320" y="5080"/>
                  </a:lnTo>
                  <a:lnTo>
                    <a:pt x="148590" y="5080"/>
                  </a:lnTo>
                  <a:lnTo>
                    <a:pt x="148590" y="2540"/>
                  </a:lnTo>
                  <a:lnTo>
                    <a:pt x="149860" y="2540"/>
                  </a:lnTo>
                  <a:lnTo>
                    <a:pt x="149860" y="0"/>
                  </a:lnTo>
                  <a:close/>
                </a:path>
              </a:pathLst>
            </a:custGeom>
            <a:solidFill>
              <a:srgbClr val="574000"/>
            </a:solidFill>
          </p:spPr>
          <p:txBody>
            <a:bodyPr wrap="square" lIns="0" tIns="0" rIns="0" bIns="0" rtlCol="0"/>
            <a:lstStyle/>
            <a:p/>
          </p:txBody>
        </p:sp>
        <p:sp>
          <p:nvSpPr>
            <p:cNvPr id="1888" name="object 1888"/>
            <p:cNvSpPr/>
            <p:nvPr/>
          </p:nvSpPr>
          <p:spPr>
            <a:xfrm>
              <a:off x="6041390" y="1617979"/>
              <a:ext cx="144780" cy="7620"/>
            </a:xfrm>
            <a:custGeom>
              <a:avLst/>
              <a:gdLst/>
              <a:ahLst/>
              <a:cxnLst/>
              <a:rect l="l" t="t" r="r" b="b"/>
              <a:pathLst>
                <a:path w="144779" h="7619">
                  <a:moveTo>
                    <a:pt x="144767" y="0"/>
                  </a:moveTo>
                  <a:lnTo>
                    <a:pt x="0" y="0"/>
                  </a:lnTo>
                  <a:lnTo>
                    <a:pt x="0" y="1270"/>
                  </a:lnTo>
                  <a:lnTo>
                    <a:pt x="1270" y="1270"/>
                  </a:lnTo>
                  <a:lnTo>
                    <a:pt x="1270" y="3810"/>
                  </a:lnTo>
                  <a:lnTo>
                    <a:pt x="2540" y="3810"/>
                  </a:lnTo>
                  <a:lnTo>
                    <a:pt x="2540" y="5080"/>
                  </a:lnTo>
                  <a:lnTo>
                    <a:pt x="2540" y="7620"/>
                  </a:lnTo>
                  <a:lnTo>
                    <a:pt x="142240" y="7620"/>
                  </a:lnTo>
                  <a:lnTo>
                    <a:pt x="142240" y="5080"/>
                  </a:lnTo>
                  <a:lnTo>
                    <a:pt x="143510" y="5080"/>
                  </a:lnTo>
                  <a:lnTo>
                    <a:pt x="143510" y="3810"/>
                  </a:lnTo>
                  <a:lnTo>
                    <a:pt x="143510" y="1270"/>
                  </a:lnTo>
                  <a:lnTo>
                    <a:pt x="144767" y="1270"/>
                  </a:lnTo>
                  <a:lnTo>
                    <a:pt x="144767" y="0"/>
                  </a:lnTo>
                  <a:close/>
                </a:path>
              </a:pathLst>
            </a:custGeom>
            <a:solidFill>
              <a:srgbClr val="583F00"/>
            </a:solidFill>
          </p:spPr>
          <p:txBody>
            <a:bodyPr wrap="square" lIns="0" tIns="0" rIns="0" bIns="0" rtlCol="0"/>
            <a:lstStyle/>
            <a:p/>
          </p:txBody>
        </p:sp>
        <p:sp>
          <p:nvSpPr>
            <p:cNvPr id="1889" name="object 1889"/>
            <p:cNvSpPr/>
            <p:nvPr/>
          </p:nvSpPr>
          <p:spPr>
            <a:xfrm>
              <a:off x="6045200" y="1625599"/>
              <a:ext cx="137160" cy="6350"/>
            </a:xfrm>
            <a:custGeom>
              <a:avLst/>
              <a:gdLst/>
              <a:ahLst/>
              <a:cxnLst/>
              <a:rect l="l" t="t" r="r" b="b"/>
              <a:pathLst>
                <a:path w="137160" h="6350">
                  <a:moveTo>
                    <a:pt x="137160" y="0"/>
                  </a:moveTo>
                  <a:lnTo>
                    <a:pt x="0" y="0"/>
                  </a:lnTo>
                  <a:lnTo>
                    <a:pt x="0" y="2552"/>
                  </a:lnTo>
                  <a:lnTo>
                    <a:pt x="1270" y="2552"/>
                  </a:lnTo>
                  <a:lnTo>
                    <a:pt x="1270" y="5080"/>
                  </a:lnTo>
                  <a:lnTo>
                    <a:pt x="2540" y="5080"/>
                  </a:lnTo>
                  <a:lnTo>
                    <a:pt x="2540" y="6350"/>
                  </a:lnTo>
                  <a:lnTo>
                    <a:pt x="135890" y="6350"/>
                  </a:lnTo>
                  <a:lnTo>
                    <a:pt x="135890" y="5080"/>
                  </a:lnTo>
                  <a:lnTo>
                    <a:pt x="135890" y="2552"/>
                  </a:lnTo>
                  <a:lnTo>
                    <a:pt x="137160" y="2552"/>
                  </a:lnTo>
                  <a:lnTo>
                    <a:pt x="137160" y="0"/>
                  </a:lnTo>
                  <a:close/>
                </a:path>
              </a:pathLst>
            </a:custGeom>
            <a:solidFill>
              <a:srgbClr val="593E00"/>
            </a:solidFill>
          </p:spPr>
          <p:txBody>
            <a:bodyPr wrap="square" lIns="0" tIns="0" rIns="0" bIns="0" rtlCol="0"/>
            <a:lstStyle/>
            <a:p/>
          </p:txBody>
        </p:sp>
        <p:sp>
          <p:nvSpPr>
            <p:cNvPr id="1890" name="object 1890"/>
            <p:cNvSpPr/>
            <p:nvPr/>
          </p:nvSpPr>
          <p:spPr>
            <a:xfrm>
              <a:off x="6047740" y="1631949"/>
              <a:ext cx="132080" cy="7620"/>
            </a:xfrm>
            <a:custGeom>
              <a:avLst/>
              <a:gdLst/>
              <a:ahLst/>
              <a:cxnLst/>
              <a:rect l="l" t="t" r="r" b="b"/>
              <a:pathLst>
                <a:path w="132079" h="7619">
                  <a:moveTo>
                    <a:pt x="132080" y="1270"/>
                  </a:moveTo>
                  <a:lnTo>
                    <a:pt x="132067" y="0"/>
                  </a:ln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9540" y="7620"/>
                  </a:lnTo>
                  <a:lnTo>
                    <a:pt x="129540" y="6350"/>
                  </a:lnTo>
                  <a:lnTo>
                    <a:pt x="129540" y="5080"/>
                  </a:lnTo>
                  <a:lnTo>
                    <a:pt x="130810" y="5080"/>
                  </a:lnTo>
                  <a:lnTo>
                    <a:pt x="130810" y="3810"/>
                  </a:lnTo>
                  <a:lnTo>
                    <a:pt x="130810" y="2540"/>
                  </a:lnTo>
                  <a:lnTo>
                    <a:pt x="132080" y="2540"/>
                  </a:lnTo>
                  <a:lnTo>
                    <a:pt x="132080" y="1270"/>
                  </a:lnTo>
                  <a:close/>
                </a:path>
              </a:pathLst>
            </a:custGeom>
            <a:solidFill>
              <a:srgbClr val="5A3D00"/>
            </a:solidFill>
          </p:spPr>
          <p:txBody>
            <a:bodyPr wrap="square" lIns="0" tIns="0" rIns="0" bIns="0" rtlCol="0"/>
            <a:lstStyle/>
            <a:p/>
          </p:txBody>
        </p:sp>
        <p:sp>
          <p:nvSpPr>
            <p:cNvPr id="1891" name="object 1891"/>
            <p:cNvSpPr/>
            <p:nvPr/>
          </p:nvSpPr>
          <p:spPr>
            <a:xfrm>
              <a:off x="6051550" y="1639569"/>
              <a:ext cx="124460" cy="8255"/>
            </a:xfrm>
            <a:custGeom>
              <a:avLst/>
              <a:gdLst/>
              <a:ahLst/>
              <a:cxnLst/>
              <a:rect l="l" t="t" r="r" b="b"/>
              <a:pathLst>
                <a:path w="124460" h="8255">
                  <a:moveTo>
                    <a:pt x="124460" y="0"/>
                  </a:moveTo>
                  <a:lnTo>
                    <a:pt x="0" y="0"/>
                  </a:lnTo>
                  <a:lnTo>
                    <a:pt x="0" y="2540"/>
                  </a:lnTo>
                  <a:lnTo>
                    <a:pt x="1270" y="2540"/>
                  </a:lnTo>
                  <a:lnTo>
                    <a:pt x="1270" y="5080"/>
                  </a:lnTo>
                  <a:lnTo>
                    <a:pt x="2540" y="5080"/>
                  </a:lnTo>
                  <a:lnTo>
                    <a:pt x="2540" y="7632"/>
                  </a:lnTo>
                  <a:lnTo>
                    <a:pt x="121907" y="7632"/>
                  </a:lnTo>
                  <a:lnTo>
                    <a:pt x="121907" y="5080"/>
                  </a:lnTo>
                  <a:lnTo>
                    <a:pt x="123190" y="5080"/>
                  </a:lnTo>
                  <a:lnTo>
                    <a:pt x="123190" y="2540"/>
                  </a:lnTo>
                  <a:lnTo>
                    <a:pt x="124460" y="2540"/>
                  </a:lnTo>
                  <a:lnTo>
                    <a:pt x="124460" y="0"/>
                  </a:lnTo>
                  <a:close/>
                </a:path>
              </a:pathLst>
            </a:custGeom>
            <a:solidFill>
              <a:srgbClr val="5B3C00"/>
            </a:solidFill>
          </p:spPr>
          <p:txBody>
            <a:bodyPr wrap="square" lIns="0" tIns="0" rIns="0" bIns="0" rtlCol="0"/>
            <a:lstStyle/>
            <a:p/>
          </p:txBody>
        </p:sp>
        <p:sp>
          <p:nvSpPr>
            <p:cNvPr id="1892" name="object 1892"/>
            <p:cNvSpPr/>
            <p:nvPr/>
          </p:nvSpPr>
          <p:spPr>
            <a:xfrm>
              <a:off x="6055360" y="1647202"/>
              <a:ext cx="116839" cy="6350"/>
            </a:xfrm>
            <a:custGeom>
              <a:avLst/>
              <a:gdLst/>
              <a:ahLst/>
              <a:cxnLst/>
              <a:rect l="l" t="t" r="r" b="b"/>
              <a:pathLst>
                <a:path w="116839" h="6350">
                  <a:moveTo>
                    <a:pt x="116840" y="0"/>
                  </a:moveTo>
                  <a:lnTo>
                    <a:pt x="0" y="0"/>
                  </a:lnTo>
                  <a:lnTo>
                    <a:pt x="0" y="1257"/>
                  </a:lnTo>
                  <a:lnTo>
                    <a:pt x="1270" y="1257"/>
                  </a:lnTo>
                  <a:lnTo>
                    <a:pt x="1270" y="3797"/>
                  </a:lnTo>
                  <a:lnTo>
                    <a:pt x="2540" y="3797"/>
                  </a:lnTo>
                  <a:lnTo>
                    <a:pt x="2540" y="6350"/>
                  </a:lnTo>
                  <a:lnTo>
                    <a:pt x="114300" y="6350"/>
                  </a:lnTo>
                  <a:lnTo>
                    <a:pt x="114300" y="3797"/>
                  </a:lnTo>
                  <a:lnTo>
                    <a:pt x="115570" y="3797"/>
                  </a:lnTo>
                  <a:lnTo>
                    <a:pt x="115570" y="1257"/>
                  </a:lnTo>
                  <a:lnTo>
                    <a:pt x="116840" y="1257"/>
                  </a:lnTo>
                  <a:lnTo>
                    <a:pt x="116840" y="0"/>
                  </a:lnTo>
                  <a:close/>
                </a:path>
              </a:pathLst>
            </a:custGeom>
            <a:solidFill>
              <a:srgbClr val="5C3B00"/>
            </a:solidFill>
          </p:spPr>
          <p:txBody>
            <a:bodyPr wrap="square" lIns="0" tIns="0" rIns="0" bIns="0" rtlCol="0"/>
            <a:lstStyle/>
            <a:p/>
          </p:txBody>
        </p:sp>
        <p:sp>
          <p:nvSpPr>
            <p:cNvPr id="1893" name="object 1893"/>
            <p:cNvSpPr/>
            <p:nvPr/>
          </p:nvSpPr>
          <p:spPr>
            <a:xfrm>
              <a:off x="6059170" y="1653552"/>
              <a:ext cx="109220" cy="7620"/>
            </a:xfrm>
            <a:custGeom>
              <a:avLst/>
              <a:gdLst/>
              <a:ahLst/>
              <a:cxnLst/>
              <a:rect l="l" t="t" r="r" b="b"/>
              <a:pathLst>
                <a:path w="109220" h="7619">
                  <a:moveTo>
                    <a:pt x="109220" y="0"/>
                  </a:moveTo>
                  <a:lnTo>
                    <a:pt x="0" y="0"/>
                  </a:lnTo>
                  <a:lnTo>
                    <a:pt x="0" y="1257"/>
                  </a:lnTo>
                  <a:lnTo>
                    <a:pt x="1270" y="1257"/>
                  </a:lnTo>
                  <a:lnTo>
                    <a:pt x="1270" y="2527"/>
                  </a:lnTo>
                  <a:lnTo>
                    <a:pt x="2540" y="2527"/>
                  </a:lnTo>
                  <a:lnTo>
                    <a:pt x="2540" y="3797"/>
                  </a:lnTo>
                  <a:lnTo>
                    <a:pt x="2540" y="5067"/>
                  </a:lnTo>
                  <a:lnTo>
                    <a:pt x="3810" y="5067"/>
                  </a:lnTo>
                  <a:lnTo>
                    <a:pt x="3810" y="6337"/>
                  </a:lnTo>
                  <a:lnTo>
                    <a:pt x="5080" y="6337"/>
                  </a:lnTo>
                  <a:lnTo>
                    <a:pt x="5080" y="7607"/>
                  </a:lnTo>
                  <a:lnTo>
                    <a:pt x="105410" y="7607"/>
                  </a:lnTo>
                  <a:lnTo>
                    <a:pt x="105410" y="6337"/>
                  </a:lnTo>
                  <a:lnTo>
                    <a:pt x="105410" y="5067"/>
                  </a:lnTo>
                  <a:lnTo>
                    <a:pt x="106680" y="5067"/>
                  </a:lnTo>
                  <a:lnTo>
                    <a:pt x="106680" y="3797"/>
                  </a:lnTo>
                  <a:lnTo>
                    <a:pt x="107950" y="3797"/>
                  </a:lnTo>
                  <a:lnTo>
                    <a:pt x="107950" y="2527"/>
                  </a:lnTo>
                  <a:lnTo>
                    <a:pt x="107937" y="1257"/>
                  </a:lnTo>
                  <a:lnTo>
                    <a:pt x="109220" y="1257"/>
                  </a:lnTo>
                  <a:lnTo>
                    <a:pt x="109220" y="0"/>
                  </a:lnTo>
                  <a:close/>
                </a:path>
              </a:pathLst>
            </a:custGeom>
            <a:solidFill>
              <a:srgbClr val="5E3900"/>
            </a:solidFill>
          </p:spPr>
          <p:txBody>
            <a:bodyPr wrap="square" lIns="0" tIns="0" rIns="0" bIns="0" rtlCol="0"/>
            <a:lstStyle/>
            <a:p/>
          </p:txBody>
        </p:sp>
        <p:sp>
          <p:nvSpPr>
            <p:cNvPr id="1894" name="object 1894"/>
            <p:cNvSpPr/>
            <p:nvPr/>
          </p:nvSpPr>
          <p:spPr>
            <a:xfrm>
              <a:off x="606552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92"/>
                  </a:lnTo>
                  <a:lnTo>
                    <a:pt x="3810" y="5092"/>
                  </a:lnTo>
                  <a:lnTo>
                    <a:pt x="3810" y="6350"/>
                  </a:lnTo>
                  <a:lnTo>
                    <a:pt x="3810" y="7620"/>
                  </a:lnTo>
                  <a:lnTo>
                    <a:pt x="91427" y="7620"/>
                  </a:lnTo>
                  <a:lnTo>
                    <a:pt x="91427" y="6350"/>
                  </a:lnTo>
                  <a:lnTo>
                    <a:pt x="92710" y="6350"/>
                  </a:lnTo>
                  <a:lnTo>
                    <a:pt x="92710" y="5092"/>
                  </a:lnTo>
                  <a:lnTo>
                    <a:pt x="93980" y="5092"/>
                  </a:lnTo>
                  <a:lnTo>
                    <a:pt x="93980" y="3810"/>
                  </a:lnTo>
                  <a:lnTo>
                    <a:pt x="95237" y="3810"/>
                  </a:lnTo>
                  <a:lnTo>
                    <a:pt x="95237" y="2540"/>
                  </a:lnTo>
                  <a:lnTo>
                    <a:pt x="96520" y="2540"/>
                  </a:lnTo>
                  <a:lnTo>
                    <a:pt x="96520" y="1270"/>
                  </a:lnTo>
                  <a:lnTo>
                    <a:pt x="97790" y="1270"/>
                  </a:lnTo>
                  <a:lnTo>
                    <a:pt x="97790" y="0"/>
                  </a:lnTo>
                  <a:close/>
                </a:path>
              </a:pathLst>
            </a:custGeom>
            <a:solidFill>
              <a:srgbClr val="5F3800"/>
            </a:solidFill>
          </p:spPr>
          <p:txBody>
            <a:bodyPr wrap="square" lIns="0" tIns="0" rIns="0" bIns="0" rtlCol="0"/>
            <a:lstStyle/>
            <a:p/>
          </p:txBody>
        </p:sp>
        <p:sp>
          <p:nvSpPr>
            <p:cNvPr id="1895" name="object 1895"/>
            <p:cNvSpPr/>
            <p:nvPr/>
          </p:nvSpPr>
          <p:spPr>
            <a:xfrm>
              <a:off x="6070600"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79" y="3810"/>
                  </a:moveTo>
                  <a:lnTo>
                    <a:pt x="5079" y="3810"/>
                  </a:lnTo>
                  <a:lnTo>
                    <a:pt x="5079" y="5079"/>
                  </a:lnTo>
                  <a:lnTo>
                    <a:pt x="81279" y="5079"/>
                  </a:lnTo>
                  <a:lnTo>
                    <a:pt x="81279"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603700"/>
            </a:solidFill>
          </p:spPr>
          <p:txBody>
            <a:bodyPr wrap="square" lIns="0" tIns="0" rIns="0" bIns="0" rtlCol="0"/>
            <a:lstStyle/>
            <a:p/>
          </p:txBody>
        </p:sp>
        <p:sp>
          <p:nvSpPr>
            <p:cNvPr id="1896" name="object 1896"/>
            <p:cNvSpPr/>
            <p:nvPr/>
          </p:nvSpPr>
          <p:spPr>
            <a:xfrm>
              <a:off x="6078219" y="1675129"/>
              <a:ext cx="71120" cy="7620"/>
            </a:xfrm>
            <a:custGeom>
              <a:avLst/>
              <a:gdLst/>
              <a:ahLst/>
              <a:cxnLst/>
              <a:rect l="l" t="t" r="r" b="b"/>
              <a:pathLst>
                <a:path w="71120" h="7619">
                  <a:moveTo>
                    <a:pt x="63500" y="6350"/>
                  </a:moveTo>
                  <a:lnTo>
                    <a:pt x="8889" y="6350"/>
                  </a:lnTo>
                  <a:lnTo>
                    <a:pt x="8889"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09" y="3810"/>
                  </a:moveTo>
                  <a:lnTo>
                    <a:pt x="3809" y="3810"/>
                  </a:lnTo>
                  <a:lnTo>
                    <a:pt x="3809" y="5079"/>
                  </a:lnTo>
                  <a:lnTo>
                    <a:pt x="67309" y="5079"/>
                  </a:lnTo>
                  <a:lnTo>
                    <a:pt x="67309" y="3810"/>
                  </a:lnTo>
                  <a:close/>
                </a:path>
                <a:path w="71120" h="7619">
                  <a:moveTo>
                    <a:pt x="68579" y="2539"/>
                  </a:moveTo>
                  <a:lnTo>
                    <a:pt x="2539" y="2539"/>
                  </a:lnTo>
                  <a:lnTo>
                    <a:pt x="2539" y="3810"/>
                  </a:lnTo>
                  <a:lnTo>
                    <a:pt x="68579" y="3810"/>
                  </a:lnTo>
                  <a:lnTo>
                    <a:pt x="68579" y="2539"/>
                  </a:lnTo>
                  <a:close/>
                </a:path>
                <a:path w="71120" h="7619">
                  <a:moveTo>
                    <a:pt x="69849" y="1269"/>
                  </a:moveTo>
                  <a:lnTo>
                    <a:pt x="1269" y="1269"/>
                  </a:lnTo>
                  <a:lnTo>
                    <a:pt x="1269" y="2539"/>
                  </a:lnTo>
                  <a:lnTo>
                    <a:pt x="69849" y="2539"/>
                  </a:lnTo>
                  <a:lnTo>
                    <a:pt x="69849" y="1269"/>
                  </a:lnTo>
                  <a:close/>
                </a:path>
                <a:path w="71120" h="7619">
                  <a:moveTo>
                    <a:pt x="71120" y="0"/>
                  </a:moveTo>
                  <a:lnTo>
                    <a:pt x="0" y="0"/>
                  </a:lnTo>
                  <a:lnTo>
                    <a:pt x="0" y="1269"/>
                  </a:lnTo>
                  <a:lnTo>
                    <a:pt x="71120" y="1269"/>
                  </a:lnTo>
                  <a:lnTo>
                    <a:pt x="71120" y="0"/>
                  </a:lnTo>
                  <a:close/>
                </a:path>
              </a:pathLst>
            </a:custGeom>
            <a:solidFill>
              <a:srgbClr val="613600"/>
            </a:solidFill>
          </p:spPr>
          <p:txBody>
            <a:bodyPr wrap="square" lIns="0" tIns="0" rIns="0" bIns="0" rtlCol="0"/>
            <a:lstStyle/>
            <a:p/>
          </p:txBody>
        </p:sp>
        <p:sp>
          <p:nvSpPr>
            <p:cNvPr id="1897" name="object 1897"/>
            <p:cNvSpPr/>
            <p:nvPr/>
          </p:nvSpPr>
          <p:spPr>
            <a:xfrm>
              <a:off x="6088380" y="1682749"/>
              <a:ext cx="49530" cy="7620"/>
            </a:xfrm>
            <a:custGeom>
              <a:avLst/>
              <a:gdLst/>
              <a:ahLst/>
              <a:cxnLst/>
              <a:rect l="l" t="t" r="r" b="b"/>
              <a:pathLst>
                <a:path w="49529" h="7619">
                  <a:moveTo>
                    <a:pt x="25400" y="6350"/>
                  </a:moveTo>
                  <a:lnTo>
                    <a:pt x="24130" y="6350"/>
                  </a:lnTo>
                  <a:lnTo>
                    <a:pt x="24130" y="7620"/>
                  </a:lnTo>
                  <a:lnTo>
                    <a:pt x="25400" y="7620"/>
                  </a:lnTo>
                  <a:lnTo>
                    <a:pt x="25400" y="6350"/>
                  </a:lnTo>
                  <a:close/>
                </a:path>
                <a:path w="49529" h="7619">
                  <a:moveTo>
                    <a:pt x="38100" y="5080"/>
                  </a:moveTo>
                  <a:lnTo>
                    <a:pt x="13970" y="5080"/>
                  </a:lnTo>
                  <a:lnTo>
                    <a:pt x="13970" y="6350"/>
                  </a:lnTo>
                  <a:lnTo>
                    <a:pt x="38100" y="6350"/>
                  </a:lnTo>
                  <a:lnTo>
                    <a:pt x="38100" y="5080"/>
                  </a:lnTo>
                  <a:close/>
                </a:path>
                <a:path w="49529" h="7619">
                  <a:moveTo>
                    <a:pt x="41910" y="3810"/>
                  </a:moveTo>
                  <a:lnTo>
                    <a:pt x="11430" y="3810"/>
                  </a:lnTo>
                  <a:lnTo>
                    <a:pt x="11430" y="5080"/>
                  </a:lnTo>
                  <a:lnTo>
                    <a:pt x="41910" y="5080"/>
                  </a:lnTo>
                  <a:lnTo>
                    <a:pt x="41910" y="3810"/>
                  </a:lnTo>
                  <a:close/>
                </a:path>
                <a:path w="49529" h="7619">
                  <a:moveTo>
                    <a:pt x="44450" y="2540"/>
                  </a:moveTo>
                  <a:lnTo>
                    <a:pt x="3810" y="2540"/>
                  </a:lnTo>
                  <a:lnTo>
                    <a:pt x="3810" y="3810"/>
                  </a:lnTo>
                  <a:lnTo>
                    <a:pt x="44450" y="3810"/>
                  </a:lnTo>
                  <a:lnTo>
                    <a:pt x="44450" y="2540"/>
                  </a:lnTo>
                  <a:close/>
                </a:path>
                <a:path w="49529" h="7619">
                  <a:moveTo>
                    <a:pt x="46990" y="1270"/>
                  </a:moveTo>
                  <a:lnTo>
                    <a:pt x="2540" y="1270"/>
                  </a:lnTo>
                  <a:lnTo>
                    <a:pt x="2540" y="2540"/>
                  </a:lnTo>
                  <a:lnTo>
                    <a:pt x="46990" y="2540"/>
                  </a:lnTo>
                  <a:lnTo>
                    <a:pt x="46990" y="1270"/>
                  </a:lnTo>
                  <a:close/>
                </a:path>
                <a:path w="49529" h="7619">
                  <a:moveTo>
                    <a:pt x="49529" y="0"/>
                  </a:moveTo>
                  <a:lnTo>
                    <a:pt x="0" y="0"/>
                  </a:lnTo>
                  <a:lnTo>
                    <a:pt x="0" y="1270"/>
                  </a:lnTo>
                  <a:lnTo>
                    <a:pt x="49529" y="1270"/>
                  </a:lnTo>
                  <a:lnTo>
                    <a:pt x="49529" y="0"/>
                  </a:lnTo>
                  <a:close/>
                </a:path>
              </a:pathLst>
            </a:custGeom>
            <a:solidFill>
              <a:srgbClr val="623500"/>
            </a:solidFill>
          </p:spPr>
          <p:txBody>
            <a:bodyPr wrap="square" lIns="0" tIns="0" rIns="0" bIns="0" rtlCol="0"/>
            <a:lstStyle/>
            <a:p/>
          </p:txBody>
        </p:sp>
      </p:grpSp>
      <p:grpSp>
        <p:nvGrpSpPr>
          <p:cNvPr id="1898" name="object 1898"/>
          <p:cNvGrpSpPr/>
          <p:nvPr/>
        </p:nvGrpSpPr>
        <p:grpSpPr>
          <a:xfrm>
            <a:off x="6422390" y="855980"/>
            <a:ext cx="82550" cy="195580"/>
            <a:chOff x="6422390" y="855980"/>
            <a:chExt cx="82550" cy="195580"/>
          </a:xfrm>
        </p:grpSpPr>
        <p:sp>
          <p:nvSpPr>
            <p:cNvPr id="1899" name="object 1899"/>
            <p:cNvSpPr/>
            <p:nvPr/>
          </p:nvSpPr>
          <p:spPr>
            <a:xfrm>
              <a:off x="6422390" y="855979"/>
              <a:ext cx="82550" cy="15240"/>
            </a:xfrm>
            <a:custGeom>
              <a:avLst/>
              <a:gdLst/>
              <a:ahLst/>
              <a:cxnLst/>
              <a:rect l="l" t="t" r="r" b="b"/>
              <a:pathLst>
                <a:path w="82550" h="15240">
                  <a:moveTo>
                    <a:pt x="82550" y="0"/>
                  </a:moveTo>
                  <a:lnTo>
                    <a:pt x="0" y="0"/>
                  </a:lnTo>
                  <a:lnTo>
                    <a:pt x="0" y="6350"/>
                  </a:lnTo>
                  <a:lnTo>
                    <a:pt x="0" y="15240"/>
                  </a:lnTo>
                  <a:lnTo>
                    <a:pt x="82550" y="15240"/>
                  </a:lnTo>
                  <a:lnTo>
                    <a:pt x="82550" y="6350"/>
                  </a:lnTo>
                  <a:lnTo>
                    <a:pt x="82550" y="0"/>
                  </a:lnTo>
                  <a:close/>
                </a:path>
              </a:pathLst>
            </a:custGeom>
            <a:solidFill>
              <a:srgbClr val="009800"/>
            </a:solidFill>
          </p:spPr>
          <p:txBody>
            <a:bodyPr wrap="square" lIns="0" tIns="0" rIns="0" bIns="0" rtlCol="0"/>
            <a:lstStyle/>
            <a:p/>
          </p:txBody>
        </p:sp>
        <p:sp>
          <p:nvSpPr>
            <p:cNvPr id="1900" name="object 1900"/>
            <p:cNvSpPr/>
            <p:nvPr/>
          </p:nvSpPr>
          <p:spPr>
            <a:xfrm>
              <a:off x="6422390" y="8712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09700"/>
            </a:solidFill>
          </p:spPr>
          <p:txBody>
            <a:bodyPr wrap="square" lIns="0" tIns="0" rIns="0" bIns="0" rtlCol="0"/>
            <a:lstStyle/>
            <a:p/>
          </p:txBody>
        </p:sp>
        <p:sp>
          <p:nvSpPr>
            <p:cNvPr id="1901" name="object 1901"/>
            <p:cNvSpPr/>
            <p:nvPr/>
          </p:nvSpPr>
          <p:spPr>
            <a:xfrm>
              <a:off x="6422390" y="87884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19600"/>
            </a:solidFill>
          </p:spPr>
          <p:txBody>
            <a:bodyPr wrap="square" lIns="0" tIns="0" rIns="0" bIns="0" rtlCol="0"/>
            <a:lstStyle/>
            <a:p/>
          </p:txBody>
        </p:sp>
        <p:sp>
          <p:nvSpPr>
            <p:cNvPr id="1902" name="object 1902"/>
            <p:cNvSpPr/>
            <p:nvPr/>
          </p:nvSpPr>
          <p:spPr>
            <a:xfrm>
              <a:off x="6422390" y="8877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29500"/>
            </a:solidFill>
          </p:spPr>
          <p:txBody>
            <a:bodyPr wrap="square" lIns="0" tIns="0" rIns="0" bIns="0" rtlCol="0"/>
            <a:lstStyle/>
            <a:p/>
          </p:txBody>
        </p:sp>
        <p:sp>
          <p:nvSpPr>
            <p:cNvPr id="1903" name="object 1903"/>
            <p:cNvSpPr/>
            <p:nvPr/>
          </p:nvSpPr>
          <p:spPr>
            <a:xfrm>
              <a:off x="6422390" y="8953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39400"/>
            </a:solidFill>
          </p:spPr>
          <p:txBody>
            <a:bodyPr wrap="square" lIns="0" tIns="0" rIns="0" bIns="0" rtlCol="0"/>
            <a:lstStyle/>
            <a:p/>
          </p:txBody>
        </p:sp>
        <p:sp>
          <p:nvSpPr>
            <p:cNvPr id="1904" name="object 1904"/>
            <p:cNvSpPr/>
            <p:nvPr/>
          </p:nvSpPr>
          <p:spPr>
            <a:xfrm>
              <a:off x="6422390" y="90297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49300"/>
            </a:solidFill>
          </p:spPr>
          <p:txBody>
            <a:bodyPr wrap="square" lIns="0" tIns="0" rIns="0" bIns="0" rtlCol="0"/>
            <a:lstStyle/>
            <a:p/>
          </p:txBody>
        </p:sp>
        <p:sp>
          <p:nvSpPr>
            <p:cNvPr id="1905" name="object 1905"/>
            <p:cNvSpPr/>
            <p:nvPr/>
          </p:nvSpPr>
          <p:spPr>
            <a:xfrm>
              <a:off x="6422390" y="91186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59200"/>
            </a:solidFill>
          </p:spPr>
          <p:txBody>
            <a:bodyPr wrap="square" lIns="0" tIns="0" rIns="0" bIns="0" rtlCol="0"/>
            <a:lstStyle/>
            <a:p/>
          </p:txBody>
        </p:sp>
        <p:sp>
          <p:nvSpPr>
            <p:cNvPr id="1906" name="object 1906"/>
            <p:cNvSpPr/>
            <p:nvPr/>
          </p:nvSpPr>
          <p:spPr>
            <a:xfrm>
              <a:off x="6422390" y="9207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69100"/>
            </a:solidFill>
          </p:spPr>
          <p:txBody>
            <a:bodyPr wrap="square" lIns="0" tIns="0" rIns="0" bIns="0" rtlCol="0"/>
            <a:lstStyle/>
            <a:p/>
          </p:txBody>
        </p:sp>
        <p:sp>
          <p:nvSpPr>
            <p:cNvPr id="1907" name="object 1907"/>
            <p:cNvSpPr/>
            <p:nvPr/>
          </p:nvSpPr>
          <p:spPr>
            <a:xfrm>
              <a:off x="6422390" y="9283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79000"/>
            </a:solidFill>
          </p:spPr>
          <p:txBody>
            <a:bodyPr wrap="square" lIns="0" tIns="0" rIns="0" bIns="0" rtlCol="0"/>
            <a:lstStyle/>
            <a:p/>
          </p:txBody>
        </p:sp>
        <p:sp>
          <p:nvSpPr>
            <p:cNvPr id="1908" name="object 1908"/>
            <p:cNvSpPr/>
            <p:nvPr/>
          </p:nvSpPr>
          <p:spPr>
            <a:xfrm>
              <a:off x="6422390" y="93599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88F00"/>
            </a:solidFill>
          </p:spPr>
          <p:txBody>
            <a:bodyPr wrap="square" lIns="0" tIns="0" rIns="0" bIns="0" rtlCol="0"/>
            <a:lstStyle/>
            <a:p/>
          </p:txBody>
        </p:sp>
        <p:sp>
          <p:nvSpPr>
            <p:cNvPr id="1909" name="object 1909"/>
            <p:cNvSpPr/>
            <p:nvPr/>
          </p:nvSpPr>
          <p:spPr>
            <a:xfrm>
              <a:off x="6422390" y="9448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98E00"/>
            </a:solidFill>
          </p:spPr>
          <p:txBody>
            <a:bodyPr wrap="square" lIns="0" tIns="0" rIns="0" bIns="0" rtlCol="0"/>
            <a:lstStyle/>
            <a:p/>
          </p:txBody>
        </p:sp>
        <p:sp>
          <p:nvSpPr>
            <p:cNvPr id="1910" name="object 1910"/>
            <p:cNvSpPr/>
            <p:nvPr/>
          </p:nvSpPr>
          <p:spPr>
            <a:xfrm>
              <a:off x="6422390" y="95250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A8D00"/>
            </a:solidFill>
          </p:spPr>
          <p:txBody>
            <a:bodyPr wrap="square" lIns="0" tIns="0" rIns="0" bIns="0" rtlCol="0"/>
            <a:lstStyle/>
            <a:p/>
          </p:txBody>
        </p:sp>
        <p:sp>
          <p:nvSpPr>
            <p:cNvPr id="1911" name="object 1911"/>
            <p:cNvSpPr/>
            <p:nvPr/>
          </p:nvSpPr>
          <p:spPr>
            <a:xfrm>
              <a:off x="6422390" y="9613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B8C00"/>
            </a:solidFill>
          </p:spPr>
          <p:txBody>
            <a:bodyPr wrap="square" lIns="0" tIns="0" rIns="0" bIns="0" rtlCol="0"/>
            <a:lstStyle/>
            <a:p/>
          </p:txBody>
        </p:sp>
        <p:sp>
          <p:nvSpPr>
            <p:cNvPr id="1912" name="object 1912"/>
            <p:cNvSpPr/>
            <p:nvPr/>
          </p:nvSpPr>
          <p:spPr>
            <a:xfrm>
              <a:off x="6422390" y="96901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C8B00"/>
            </a:solidFill>
          </p:spPr>
          <p:txBody>
            <a:bodyPr wrap="square" lIns="0" tIns="0" rIns="0" bIns="0" rtlCol="0"/>
            <a:lstStyle/>
            <a:p/>
          </p:txBody>
        </p:sp>
        <p:sp>
          <p:nvSpPr>
            <p:cNvPr id="1913" name="object 1913"/>
            <p:cNvSpPr/>
            <p:nvPr/>
          </p:nvSpPr>
          <p:spPr>
            <a:xfrm>
              <a:off x="6422390" y="9779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D8A00"/>
            </a:solidFill>
          </p:spPr>
          <p:txBody>
            <a:bodyPr wrap="square" lIns="0" tIns="0" rIns="0" bIns="0" rtlCol="0"/>
            <a:lstStyle/>
            <a:p/>
          </p:txBody>
        </p:sp>
        <p:sp>
          <p:nvSpPr>
            <p:cNvPr id="1914" name="object 1914"/>
            <p:cNvSpPr/>
            <p:nvPr/>
          </p:nvSpPr>
          <p:spPr>
            <a:xfrm>
              <a:off x="6422390" y="9855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E8900"/>
            </a:solidFill>
          </p:spPr>
          <p:txBody>
            <a:bodyPr wrap="square" lIns="0" tIns="0" rIns="0" bIns="0" rtlCol="0"/>
            <a:lstStyle/>
            <a:p/>
          </p:txBody>
        </p:sp>
        <p:sp>
          <p:nvSpPr>
            <p:cNvPr id="1915" name="object 1915"/>
            <p:cNvSpPr/>
            <p:nvPr/>
          </p:nvSpPr>
          <p:spPr>
            <a:xfrm>
              <a:off x="6422390" y="99314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0F8800"/>
            </a:solidFill>
          </p:spPr>
          <p:txBody>
            <a:bodyPr wrap="square" lIns="0" tIns="0" rIns="0" bIns="0" rtlCol="0"/>
            <a:lstStyle/>
            <a:p/>
          </p:txBody>
        </p:sp>
        <p:sp>
          <p:nvSpPr>
            <p:cNvPr id="1916" name="object 1916"/>
            <p:cNvSpPr/>
            <p:nvPr/>
          </p:nvSpPr>
          <p:spPr>
            <a:xfrm>
              <a:off x="6422390" y="10020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08700"/>
            </a:solidFill>
          </p:spPr>
          <p:txBody>
            <a:bodyPr wrap="square" lIns="0" tIns="0" rIns="0" bIns="0" rtlCol="0"/>
            <a:lstStyle/>
            <a:p/>
          </p:txBody>
        </p:sp>
        <p:sp>
          <p:nvSpPr>
            <p:cNvPr id="1917" name="object 1917"/>
            <p:cNvSpPr/>
            <p:nvPr/>
          </p:nvSpPr>
          <p:spPr>
            <a:xfrm>
              <a:off x="6422390" y="100965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118600"/>
            </a:solidFill>
          </p:spPr>
          <p:txBody>
            <a:bodyPr wrap="square" lIns="0" tIns="0" rIns="0" bIns="0" rtlCol="0"/>
            <a:lstStyle/>
            <a:p/>
          </p:txBody>
        </p:sp>
        <p:sp>
          <p:nvSpPr>
            <p:cNvPr id="1918" name="object 1918"/>
            <p:cNvSpPr/>
            <p:nvPr/>
          </p:nvSpPr>
          <p:spPr>
            <a:xfrm>
              <a:off x="6422390" y="10185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28500"/>
            </a:solidFill>
          </p:spPr>
          <p:txBody>
            <a:bodyPr wrap="square" lIns="0" tIns="0" rIns="0" bIns="0" rtlCol="0"/>
            <a:lstStyle/>
            <a:p/>
          </p:txBody>
        </p:sp>
        <p:sp>
          <p:nvSpPr>
            <p:cNvPr id="1919" name="object 1919"/>
            <p:cNvSpPr/>
            <p:nvPr/>
          </p:nvSpPr>
          <p:spPr>
            <a:xfrm>
              <a:off x="6422390" y="102616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138400"/>
            </a:solidFill>
          </p:spPr>
          <p:txBody>
            <a:bodyPr wrap="square" lIns="0" tIns="0" rIns="0" bIns="0" rtlCol="0"/>
            <a:lstStyle/>
            <a:p/>
          </p:txBody>
        </p:sp>
        <p:sp>
          <p:nvSpPr>
            <p:cNvPr id="1920" name="object 1920"/>
            <p:cNvSpPr/>
            <p:nvPr/>
          </p:nvSpPr>
          <p:spPr>
            <a:xfrm>
              <a:off x="6422390" y="1035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48300"/>
            </a:solidFill>
          </p:spPr>
          <p:txBody>
            <a:bodyPr wrap="square" lIns="0" tIns="0" rIns="0" bIns="0" rtlCol="0"/>
            <a:lstStyle/>
            <a:p/>
          </p:txBody>
        </p:sp>
        <p:sp>
          <p:nvSpPr>
            <p:cNvPr id="1921" name="object 1921"/>
            <p:cNvSpPr/>
            <p:nvPr/>
          </p:nvSpPr>
          <p:spPr>
            <a:xfrm>
              <a:off x="6422390" y="1042670"/>
              <a:ext cx="82550" cy="8890"/>
            </a:xfrm>
            <a:custGeom>
              <a:avLst/>
              <a:gdLst/>
              <a:ahLst/>
              <a:cxnLst/>
              <a:rect l="l" t="t" r="r" b="b"/>
              <a:pathLst>
                <a:path w="82550" h="8890">
                  <a:moveTo>
                    <a:pt x="0" y="8889"/>
                  </a:moveTo>
                  <a:lnTo>
                    <a:pt x="0" y="0"/>
                  </a:lnTo>
                  <a:lnTo>
                    <a:pt x="82550" y="0"/>
                  </a:lnTo>
                  <a:lnTo>
                    <a:pt x="82550" y="8889"/>
                  </a:lnTo>
                  <a:lnTo>
                    <a:pt x="0" y="8889"/>
                  </a:lnTo>
                  <a:close/>
                </a:path>
              </a:pathLst>
            </a:custGeom>
            <a:solidFill>
              <a:srgbClr val="158200"/>
            </a:solidFill>
          </p:spPr>
          <p:txBody>
            <a:bodyPr wrap="square" lIns="0" tIns="0" rIns="0" bIns="0" rtlCol="0"/>
            <a:lstStyle/>
            <a:p/>
          </p:txBody>
        </p:sp>
      </p:grpSp>
      <p:grpSp>
        <p:nvGrpSpPr>
          <p:cNvPr id="1922" name="object 1922"/>
          <p:cNvGrpSpPr/>
          <p:nvPr/>
        </p:nvGrpSpPr>
        <p:grpSpPr>
          <a:xfrm>
            <a:off x="6300470" y="1051560"/>
            <a:ext cx="204470" cy="638810"/>
            <a:chOff x="6300470" y="1051560"/>
            <a:chExt cx="204470" cy="638810"/>
          </a:xfrm>
        </p:grpSpPr>
        <p:sp>
          <p:nvSpPr>
            <p:cNvPr id="1923" name="object 1923"/>
            <p:cNvSpPr/>
            <p:nvPr/>
          </p:nvSpPr>
          <p:spPr>
            <a:xfrm>
              <a:off x="6371590" y="1051559"/>
              <a:ext cx="133350" cy="7620"/>
            </a:xfrm>
            <a:custGeom>
              <a:avLst/>
              <a:gdLst/>
              <a:ahLst/>
              <a:cxnLst/>
              <a:rect l="l" t="t" r="r" b="b"/>
              <a:pathLst>
                <a:path w="133350" h="7619">
                  <a:moveTo>
                    <a:pt x="5080" y="6350"/>
                  </a:moveTo>
                  <a:lnTo>
                    <a:pt x="0" y="6350"/>
                  </a:lnTo>
                  <a:lnTo>
                    <a:pt x="0" y="7620"/>
                  </a:lnTo>
                  <a:lnTo>
                    <a:pt x="5080" y="7620"/>
                  </a:lnTo>
                  <a:lnTo>
                    <a:pt x="5080" y="6350"/>
                  </a:lnTo>
                  <a:close/>
                </a:path>
                <a:path w="133350" h="7619">
                  <a:moveTo>
                    <a:pt x="19050" y="6350"/>
                  </a:moveTo>
                  <a:lnTo>
                    <a:pt x="13970" y="6350"/>
                  </a:lnTo>
                  <a:lnTo>
                    <a:pt x="13970" y="7620"/>
                  </a:lnTo>
                  <a:lnTo>
                    <a:pt x="19050" y="7620"/>
                  </a:lnTo>
                  <a:lnTo>
                    <a:pt x="19050" y="6350"/>
                  </a:lnTo>
                  <a:close/>
                </a:path>
                <a:path w="133350" h="7619">
                  <a:moveTo>
                    <a:pt x="133350" y="0"/>
                  </a:moveTo>
                  <a:lnTo>
                    <a:pt x="50800" y="0"/>
                  </a:lnTo>
                  <a:lnTo>
                    <a:pt x="50800" y="6350"/>
                  </a:lnTo>
                  <a:lnTo>
                    <a:pt x="133350" y="6350"/>
                  </a:lnTo>
                  <a:lnTo>
                    <a:pt x="133350" y="0"/>
                  </a:lnTo>
                  <a:close/>
                </a:path>
              </a:pathLst>
            </a:custGeom>
            <a:solidFill>
              <a:srgbClr val="168100"/>
            </a:solidFill>
          </p:spPr>
          <p:txBody>
            <a:bodyPr wrap="square" lIns="0" tIns="0" rIns="0" bIns="0" rtlCol="0"/>
            <a:lstStyle/>
            <a:p/>
          </p:txBody>
        </p:sp>
        <p:sp>
          <p:nvSpPr>
            <p:cNvPr id="1924" name="object 1924"/>
            <p:cNvSpPr/>
            <p:nvPr/>
          </p:nvSpPr>
          <p:spPr>
            <a:xfrm>
              <a:off x="6358890" y="1059180"/>
              <a:ext cx="146050" cy="7620"/>
            </a:xfrm>
            <a:custGeom>
              <a:avLst/>
              <a:gdLst/>
              <a:ahLst/>
              <a:cxnLst/>
              <a:rect l="l" t="t" r="r" b="b"/>
              <a:pathLst>
                <a:path w="146050" h="7619">
                  <a:moveTo>
                    <a:pt x="45720" y="6350"/>
                  </a:moveTo>
                  <a:lnTo>
                    <a:pt x="0" y="6350"/>
                  </a:lnTo>
                  <a:lnTo>
                    <a:pt x="0" y="7620"/>
                  </a:lnTo>
                  <a:lnTo>
                    <a:pt x="45720" y="7620"/>
                  </a:lnTo>
                  <a:lnTo>
                    <a:pt x="45720" y="6350"/>
                  </a:lnTo>
                  <a:close/>
                </a:path>
                <a:path w="146050" h="7619">
                  <a:moveTo>
                    <a:pt x="2539" y="5079"/>
                  </a:moveTo>
                  <a:lnTo>
                    <a:pt x="1270" y="5079"/>
                  </a:lnTo>
                  <a:lnTo>
                    <a:pt x="1270" y="6350"/>
                  </a:lnTo>
                  <a:lnTo>
                    <a:pt x="2539" y="6350"/>
                  </a:lnTo>
                  <a:lnTo>
                    <a:pt x="2539" y="5079"/>
                  </a:lnTo>
                  <a:close/>
                </a:path>
                <a:path w="146050" h="7619">
                  <a:moveTo>
                    <a:pt x="44450" y="5079"/>
                  </a:moveTo>
                  <a:lnTo>
                    <a:pt x="43179" y="5079"/>
                  </a:lnTo>
                  <a:lnTo>
                    <a:pt x="43179" y="6350"/>
                  </a:lnTo>
                  <a:lnTo>
                    <a:pt x="44450" y="6350"/>
                  </a:lnTo>
                  <a:lnTo>
                    <a:pt x="44450" y="5079"/>
                  </a:lnTo>
                  <a:close/>
                </a:path>
                <a:path w="146050" h="7619">
                  <a:moveTo>
                    <a:pt x="6350" y="2539"/>
                  </a:moveTo>
                  <a:lnTo>
                    <a:pt x="5080" y="2539"/>
                  </a:lnTo>
                  <a:lnTo>
                    <a:pt x="5080" y="5079"/>
                  </a:lnTo>
                  <a:lnTo>
                    <a:pt x="40640" y="5079"/>
                  </a:lnTo>
                  <a:lnTo>
                    <a:pt x="40640" y="3810"/>
                  </a:lnTo>
                  <a:lnTo>
                    <a:pt x="6350" y="3810"/>
                  </a:lnTo>
                  <a:lnTo>
                    <a:pt x="6350" y="2539"/>
                  </a:lnTo>
                  <a:close/>
                </a:path>
                <a:path w="146050" h="7619">
                  <a:moveTo>
                    <a:pt x="40640" y="2539"/>
                  </a:moveTo>
                  <a:lnTo>
                    <a:pt x="39370" y="2539"/>
                  </a:lnTo>
                  <a:lnTo>
                    <a:pt x="39370" y="3810"/>
                  </a:lnTo>
                  <a:lnTo>
                    <a:pt x="40640" y="3810"/>
                  </a:lnTo>
                  <a:lnTo>
                    <a:pt x="40640" y="2539"/>
                  </a:lnTo>
                  <a:close/>
                </a:path>
                <a:path w="146050" h="7619">
                  <a:moveTo>
                    <a:pt x="35560" y="0"/>
                  </a:moveTo>
                  <a:lnTo>
                    <a:pt x="8889" y="0"/>
                  </a:lnTo>
                  <a:lnTo>
                    <a:pt x="8889" y="2539"/>
                  </a:lnTo>
                  <a:lnTo>
                    <a:pt x="35560" y="2539"/>
                  </a:lnTo>
                  <a:lnTo>
                    <a:pt x="35560" y="0"/>
                  </a:lnTo>
                  <a:close/>
                </a:path>
                <a:path w="146050" h="7619">
                  <a:moveTo>
                    <a:pt x="146050" y="6350"/>
                  </a:moveTo>
                  <a:lnTo>
                    <a:pt x="63500" y="6350"/>
                  </a:lnTo>
                  <a:lnTo>
                    <a:pt x="63500" y="7620"/>
                  </a:lnTo>
                  <a:lnTo>
                    <a:pt x="146050" y="7620"/>
                  </a:lnTo>
                  <a:lnTo>
                    <a:pt x="146050" y="6350"/>
                  </a:lnTo>
                  <a:close/>
                </a:path>
                <a:path w="146050" h="7619">
                  <a:moveTo>
                    <a:pt x="146050" y="3810"/>
                  </a:moveTo>
                  <a:lnTo>
                    <a:pt x="63500" y="3810"/>
                  </a:lnTo>
                  <a:lnTo>
                    <a:pt x="63500" y="5079"/>
                  </a:lnTo>
                  <a:lnTo>
                    <a:pt x="146050" y="5079"/>
                  </a:lnTo>
                  <a:lnTo>
                    <a:pt x="146050" y="3810"/>
                  </a:lnTo>
                  <a:close/>
                </a:path>
                <a:path w="146050" h="7619">
                  <a:moveTo>
                    <a:pt x="146050" y="0"/>
                  </a:moveTo>
                  <a:lnTo>
                    <a:pt x="63500" y="0"/>
                  </a:lnTo>
                  <a:lnTo>
                    <a:pt x="63500" y="2539"/>
                  </a:lnTo>
                  <a:lnTo>
                    <a:pt x="146050" y="2539"/>
                  </a:lnTo>
                  <a:lnTo>
                    <a:pt x="146050" y="0"/>
                  </a:lnTo>
                  <a:close/>
                </a:path>
              </a:pathLst>
            </a:custGeom>
            <a:solidFill>
              <a:srgbClr val="178000"/>
            </a:solidFill>
          </p:spPr>
          <p:txBody>
            <a:bodyPr wrap="square" lIns="0" tIns="0" rIns="0" bIns="0" rtlCol="0"/>
            <a:lstStyle/>
            <a:p/>
          </p:txBody>
        </p:sp>
        <p:sp>
          <p:nvSpPr>
            <p:cNvPr id="1925" name="object 1925"/>
            <p:cNvSpPr/>
            <p:nvPr/>
          </p:nvSpPr>
          <p:spPr>
            <a:xfrm>
              <a:off x="6352540" y="1066800"/>
              <a:ext cx="152400" cy="8890"/>
            </a:xfrm>
            <a:custGeom>
              <a:avLst/>
              <a:gdLst/>
              <a:ahLst/>
              <a:cxnLst/>
              <a:rect l="l" t="t" r="r" b="b"/>
              <a:pathLst>
                <a:path w="152400" h="8890">
                  <a:moveTo>
                    <a:pt x="59690" y="7619"/>
                  </a:moveTo>
                  <a:lnTo>
                    <a:pt x="58420" y="7619"/>
                  </a:lnTo>
                  <a:lnTo>
                    <a:pt x="58420" y="8889"/>
                  </a:lnTo>
                  <a:lnTo>
                    <a:pt x="59690" y="8889"/>
                  </a:lnTo>
                  <a:lnTo>
                    <a:pt x="59690" y="7619"/>
                  </a:lnTo>
                  <a:close/>
                </a:path>
                <a:path w="152400" h="8890">
                  <a:moveTo>
                    <a:pt x="57150" y="5079"/>
                  </a:moveTo>
                  <a:lnTo>
                    <a:pt x="0" y="5079"/>
                  </a:lnTo>
                  <a:lnTo>
                    <a:pt x="0" y="7619"/>
                  </a:lnTo>
                  <a:lnTo>
                    <a:pt x="57150" y="7619"/>
                  </a:lnTo>
                  <a:lnTo>
                    <a:pt x="57150" y="5079"/>
                  </a:lnTo>
                  <a:close/>
                </a:path>
                <a:path w="152400" h="8890">
                  <a:moveTo>
                    <a:pt x="2539" y="3809"/>
                  </a:moveTo>
                  <a:lnTo>
                    <a:pt x="1270" y="3809"/>
                  </a:lnTo>
                  <a:lnTo>
                    <a:pt x="1270" y="5079"/>
                  </a:lnTo>
                  <a:lnTo>
                    <a:pt x="2539" y="5079"/>
                  </a:lnTo>
                  <a:lnTo>
                    <a:pt x="2539" y="3809"/>
                  </a:lnTo>
                  <a:close/>
                </a:path>
                <a:path w="152400" h="8890">
                  <a:moveTo>
                    <a:pt x="5080" y="1269"/>
                  </a:moveTo>
                  <a:lnTo>
                    <a:pt x="3810" y="1269"/>
                  </a:lnTo>
                  <a:lnTo>
                    <a:pt x="3810" y="3809"/>
                  </a:lnTo>
                  <a:lnTo>
                    <a:pt x="54610" y="3809"/>
                  </a:lnTo>
                  <a:lnTo>
                    <a:pt x="54610" y="2539"/>
                  </a:lnTo>
                  <a:lnTo>
                    <a:pt x="5080" y="2539"/>
                  </a:lnTo>
                  <a:lnTo>
                    <a:pt x="5080" y="1269"/>
                  </a:lnTo>
                  <a:close/>
                </a:path>
                <a:path w="152400" h="8890">
                  <a:moveTo>
                    <a:pt x="54610" y="1269"/>
                  </a:moveTo>
                  <a:lnTo>
                    <a:pt x="53340" y="1269"/>
                  </a:lnTo>
                  <a:lnTo>
                    <a:pt x="53340" y="2539"/>
                  </a:lnTo>
                  <a:lnTo>
                    <a:pt x="54610" y="2539"/>
                  </a:lnTo>
                  <a:lnTo>
                    <a:pt x="54610" y="1269"/>
                  </a:lnTo>
                  <a:close/>
                </a:path>
                <a:path w="152400" h="8890">
                  <a:moveTo>
                    <a:pt x="52070" y="0"/>
                  </a:moveTo>
                  <a:lnTo>
                    <a:pt x="6350" y="0"/>
                  </a:lnTo>
                  <a:lnTo>
                    <a:pt x="6350" y="1269"/>
                  </a:lnTo>
                  <a:lnTo>
                    <a:pt x="52070" y="1269"/>
                  </a:lnTo>
                  <a:lnTo>
                    <a:pt x="52070" y="0"/>
                  </a:lnTo>
                  <a:close/>
                </a:path>
                <a:path w="152400" h="8890">
                  <a:moveTo>
                    <a:pt x="152400" y="5079"/>
                  </a:moveTo>
                  <a:lnTo>
                    <a:pt x="69850" y="5079"/>
                  </a:lnTo>
                  <a:lnTo>
                    <a:pt x="69850" y="7619"/>
                  </a:lnTo>
                  <a:lnTo>
                    <a:pt x="152400" y="7619"/>
                  </a:lnTo>
                  <a:lnTo>
                    <a:pt x="152400" y="5079"/>
                  </a:lnTo>
                  <a:close/>
                </a:path>
                <a:path w="152400" h="8890">
                  <a:moveTo>
                    <a:pt x="152400" y="2539"/>
                  </a:moveTo>
                  <a:lnTo>
                    <a:pt x="69850" y="2539"/>
                  </a:lnTo>
                  <a:lnTo>
                    <a:pt x="69850" y="3809"/>
                  </a:lnTo>
                  <a:lnTo>
                    <a:pt x="152400" y="3809"/>
                  </a:lnTo>
                  <a:lnTo>
                    <a:pt x="152400" y="2539"/>
                  </a:lnTo>
                  <a:close/>
                </a:path>
                <a:path w="152400" h="8890">
                  <a:moveTo>
                    <a:pt x="152400" y="0"/>
                  </a:moveTo>
                  <a:lnTo>
                    <a:pt x="69850" y="0"/>
                  </a:lnTo>
                  <a:lnTo>
                    <a:pt x="69850" y="1269"/>
                  </a:lnTo>
                  <a:lnTo>
                    <a:pt x="152400" y="1269"/>
                  </a:lnTo>
                  <a:lnTo>
                    <a:pt x="152400" y="0"/>
                  </a:lnTo>
                  <a:close/>
                </a:path>
              </a:pathLst>
            </a:custGeom>
            <a:solidFill>
              <a:srgbClr val="187F00"/>
            </a:solidFill>
          </p:spPr>
          <p:txBody>
            <a:bodyPr wrap="square" lIns="0" tIns="0" rIns="0" bIns="0" rtlCol="0"/>
            <a:lstStyle/>
            <a:p/>
          </p:txBody>
        </p:sp>
        <p:sp>
          <p:nvSpPr>
            <p:cNvPr id="1926" name="object 1926"/>
            <p:cNvSpPr/>
            <p:nvPr/>
          </p:nvSpPr>
          <p:spPr>
            <a:xfrm>
              <a:off x="6346190" y="1075690"/>
              <a:ext cx="158750" cy="8890"/>
            </a:xfrm>
            <a:custGeom>
              <a:avLst/>
              <a:gdLst/>
              <a:ahLst/>
              <a:cxnLst/>
              <a:rect l="l" t="t" r="r" b="b"/>
              <a:pathLst>
                <a:path w="158750" h="8890">
                  <a:moveTo>
                    <a:pt x="73660" y="7619"/>
                  </a:moveTo>
                  <a:lnTo>
                    <a:pt x="72390" y="7619"/>
                  </a:lnTo>
                  <a:lnTo>
                    <a:pt x="72390" y="8889"/>
                  </a:lnTo>
                  <a:lnTo>
                    <a:pt x="73660" y="8889"/>
                  </a:lnTo>
                  <a:lnTo>
                    <a:pt x="73660" y="7619"/>
                  </a:lnTo>
                  <a:close/>
                </a:path>
                <a:path w="158750" h="8890">
                  <a:moveTo>
                    <a:pt x="1270" y="5079"/>
                  </a:moveTo>
                  <a:lnTo>
                    <a:pt x="0" y="5079"/>
                  </a:lnTo>
                  <a:lnTo>
                    <a:pt x="0" y="7619"/>
                  </a:lnTo>
                  <a:lnTo>
                    <a:pt x="71120" y="7619"/>
                  </a:lnTo>
                  <a:lnTo>
                    <a:pt x="71120" y="6350"/>
                  </a:lnTo>
                  <a:lnTo>
                    <a:pt x="1270" y="6350"/>
                  </a:lnTo>
                  <a:lnTo>
                    <a:pt x="1270" y="5079"/>
                  </a:lnTo>
                  <a:close/>
                </a:path>
                <a:path w="158750" h="8890">
                  <a:moveTo>
                    <a:pt x="71120" y="5079"/>
                  </a:moveTo>
                  <a:lnTo>
                    <a:pt x="69850" y="5079"/>
                  </a:lnTo>
                  <a:lnTo>
                    <a:pt x="69850" y="6350"/>
                  </a:lnTo>
                  <a:lnTo>
                    <a:pt x="71120" y="6350"/>
                  </a:lnTo>
                  <a:lnTo>
                    <a:pt x="71120" y="5079"/>
                  </a:lnTo>
                  <a:close/>
                </a:path>
                <a:path w="158750" h="8890">
                  <a:moveTo>
                    <a:pt x="68579" y="1269"/>
                  </a:moveTo>
                  <a:lnTo>
                    <a:pt x="67310" y="1269"/>
                  </a:lnTo>
                  <a:lnTo>
                    <a:pt x="67310" y="2539"/>
                  </a:lnTo>
                  <a:lnTo>
                    <a:pt x="1270" y="2539"/>
                  </a:lnTo>
                  <a:lnTo>
                    <a:pt x="1270" y="5079"/>
                  </a:lnTo>
                  <a:lnTo>
                    <a:pt x="68580" y="5079"/>
                  </a:lnTo>
                  <a:lnTo>
                    <a:pt x="68579" y="1269"/>
                  </a:lnTo>
                  <a:close/>
                </a:path>
                <a:path w="158750" h="8890">
                  <a:moveTo>
                    <a:pt x="3810" y="1269"/>
                  </a:moveTo>
                  <a:lnTo>
                    <a:pt x="2539" y="1269"/>
                  </a:lnTo>
                  <a:lnTo>
                    <a:pt x="2539" y="2539"/>
                  </a:lnTo>
                  <a:lnTo>
                    <a:pt x="3810" y="2539"/>
                  </a:lnTo>
                  <a:lnTo>
                    <a:pt x="3810" y="1269"/>
                  </a:lnTo>
                  <a:close/>
                </a:path>
                <a:path w="158750" h="8890">
                  <a:moveTo>
                    <a:pt x="66040" y="0"/>
                  </a:moveTo>
                  <a:lnTo>
                    <a:pt x="5080" y="0"/>
                  </a:lnTo>
                  <a:lnTo>
                    <a:pt x="5080" y="1269"/>
                  </a:lnTo>
                  <a:lnTo>
                    <a:pt x="66040" y="1269"/>
                  </a:lnTo>
                  <a:lnTo>
                    <a:pt x="66040" y="0"/>
                  </a:lnTo>
                  <a:close/>
                </a:path>
                <a:path w="158750" h="8890">
                  <a:moveTo>
                    <a:pt x="158750" y="6350"/>
                  </a:moveTo>
                  <a:lnTo>
                    <a:pt x="76200" y="6350"/>
                  </a:lnTo>
                  <a:lnTo>
                    <a:pt x="76200" y="7619"/>
                  </a:lnTo>
                  <a:lnTo>
                    <a:pt x="158750" y="7619"/>
                  </a:lnTo>
                  <a:lnTo>
                    <a:pt x="158750" y="6350"/>
                  </a:lnTo>
                  <a:close/>
                </a:path>
                <a:path w="158750" h="8890">
                  <a:moveTo>
                    <a:pt x="158750" y="2539"/>
                  </a:moveTo>
                  <a:lnTo>
                    <a:pt x="76200" y="2539"/>
                  </a:lnTo>
                  <a:lnTo>
                    <a:pt x="76200" y="5079"/>
                  </a:lnTo>
                  <a:lnTo>
                    <a:pt x="158750" y="5079"/>
                  </a:lnTo>
                  <a:lnTo>
                    <a:pt x="158750" y="2539"/>
                  </a:lnTo>
                  <a:close/>
                </a:path>
                <a:path w="158750" h="8890">
                  <a:moveTo>
                    <a:pt x="158750" y="0"/>
                  </a:moveTo>
                  <a:lnTo>
                    <a:pt x="76200" y="0"/>
                  </a:lnTo>
                  <a:lnTo>
                    <a:pt x="76200" y="1269"/>
                  </a:lnTo>
                  <a:lnTo>
                    <a:pt x="158750" y="1269"/>
                  </a:lnTo>
                  <a:lnTo>
                    <a:pt x="158750" y="0"/>
                  </a:lnTo>
                  <a:close/>
                </a:path>
              </a:pathLst>
            </a:custGeom>
            <a:solidFill>
              <a:srgbClr val="197E00"/>
            </a:solidFill>
          </p:spPr>
          <p:txBody>
            <a:bodyPr wrap="square" lIns="0" tIns="0" rIns="0" bIns="0" rtlCol="0"/>
            <a:lstStyle/>
            <a:p/>
          </p:txBody>
        </p:sp>
        <p:sp>
          <p:nvSpPr>
            <p:cNvPr id="1927" name="object 1927"/>
            <p:cNvSpPr/>
            <p:nvPr/>
          </p:nvSpPr>
          <p:spPr>
            <a:xfrm>
              <a:off x="6341110" y="1084579"/>
              <a:ext cx="163830" cy="7620"/>
            </a:xfrm>
            <a:custGeom>
              <a:avLst/>
              <a:gdLst/>
              <a:ahLst/>
              <a:cxnLst/>
              <a:rect l="l" t="t" r="r" b="b"/>
              <a:pathLst>
                <a:path w="163829" h="7619">
                  <a:moveTo>
                    <a:pt x="163830" y="0"/>
                  </a:moveTo>
                  <a:lnTo>
                    <a:pt x="81280" y="0"/>
                  </a:lnTo>
                  <a:lnTo>
                    <a:pt x="81280" y="2540"/>
                  </a:lnTo>
                  <a:lnTo>
                    <a:pt x="80010" y="2540"/>
                  </a:lnTo>
                  <a:lnTo>
                    <a:pt x="80010" y="0"/>
                  </a:lnTo>
                  <a:lnTo>
                    <a:pt x="2540" y="0"/>
                  </a:lnTo>
                  <a:lnTo>
                    <a:pt x="2540" y="2540"/>
                  </a:lnTo>
                  <a:lnTo>
                    <a:pt x="2540" y="3810"/>
                  </a:lnTo>
                  <a:lnTo>
                    <a:pt x="1270" y="3810"/>
                  </a:lnTo>
                  <a:lnTo>
                    <a:pt x="1270" y="6350"/>
                  </a:lnTo>
                  <a:lnTo>
                    <a:pt x="0" y="6350"/>
                  </a:lnTo>
                  <a:lnTo>
                    <a:pt x="0" y="7620"/>
                  </a:lnTo>
                  <a:lnTo>
                    <a:pt x="163830" y="7620"/>
                  </a:lnTo>
                  <a:lnTo>
                    <a:pt x="163830" y="6350"/>
                  </a:lnTo>
                  <a:lnTo>
                    <a:pt x="163830" y="3810"/>
                  </a:lnTo>
                  <a:lnTo>
                    <a:pt x="163830" y="2540"/>
                  </a:lnTo>
                  <a:lnTo>
                    <a:pt x="163830" y="0"/>
                  </a:lnTo>
                  <a:close/>
                </a:path>
              </a:pathLst>
            </a:custGeom>
            <a:solidFill>
              <a:srgbClr val="1A7D00"/>
            </a:solidFill>
          </p:spPr>
          <p:txBody>
            <a:bodyPr wrap="square" lIns="0" tIns="0" rIns="0" bIns="0" rtlCol="0"/>
            <a:lstStyle/>
            <a:p/>
          </p:txBody>
        </p:sp>
        <p:sp>
          <p:nvSpPr>
            <p:cNvPr id="1928" name="object 1928"/>
            <p:cNvSpPr/>
            <p:nvPr/>
          </p:nvSpPr>
          <p:spPr>
            <a:xfrm>
              <a:off x="6337300" y="1092199"/>
              <a:ext cx="167640" cy="7620"/>
            </a:xfrm>
            <a:custGeom>
              <a:avLst/>
              <a:gdLst/>
              <a:ahLst/>
              <a:cxnLst/>
              <a:rect l="l" t="t" r="r" b="b"/>
              <a:pathLst>
                <a:path w="167640" h="7619">
                  <a:moveTo>
                    <a:pt x="167640" y="5092"/>
                  </a:moveTo>
                  <a:lnTo>
                    <a:pt x="0" y="5092"/>
                  </a:lnTo>
                  <a:lnTo>
                    <a:pt x="0" y="7620"/>
                  </a:lnTo>
                  <a:lnTo>
                    <a:pt x="167640" y="7620"/>
                  </a:lnTo>
                  <a:lnTo>
                    <a:pt x="167640" y="5092"/>
                  </a:lnTo>
                  <a:close/>
                </a:path>
                <a:path w="167640" h="7619">
                  <a:moveTo>
                    <a:pt x="167640" y="0"/>
                  </a:moveTo>
                  <a:lnTo>
                    <a:pt x="3810" y="0"/>
                  </a:lnTo>
                  <a:lnTo>
                    <a:pt x="3810" y="1270"/>
                  </a:lnTo>
                  <a:lnTo>
                    <a:pt x="2540" y="1270"/>
                  </a:lnTo>
                  <a:lnTo>
                    <a:pt x="2540" y="3810"/>
                  </a:lnTo>
                  <a:lnTo>
                    <a:pt x="1270" y="3810"/>
                  </a:lnTo>
                  <a:lnTo>
                    <a:pt x="1270" y="5080"/>
                  </a:lnTo>
                  <a:lnTo>
                    <a:pt x="167640" y="5080"/>
                  </a:lnTo>
                  <a:lnTo>
                    <a:pt x="167640" y="3810"/>
                  </a:lnTo>
                  <a:lnTo>
                    <a:pt x="167640" y="1270"/>
                  </a:lnTo>
                  <a:lnTo>
                    <a:pt x="167640" y="0"/>
                  </a:lnTo>
                  <a:close/>
                </a:path>
              </a:pathLst>
            </a:custGeom>
            <a:solidFill>
              <a:srgbClr val="1B7C00"/>
            </a:solidFill>
          </p:spPr>
          <p:txBody>
            <a:bodyPr wrap="square" lIns="0" tIns="0" rIns="0" bIns="0" rtlCol="0"/>
            <a:lstStyle/>
            <a:p/>
          </p:txBody>
        </p:sp>
        <p:sp>
          <p:nvSpPr>
            <p:cNvPr id="1929" name="object 1929"/>
            <p:cNvSpPr/>
            <p:nvPr/>
          </p:nvSpPr>
          <p:spPr>
            <a:xfrm>
              <a:off x="6333490" y="1099819"/>
              <a:ext cx="171450" cy="8890"/>
            </a:xfrm>
            <a:custGeom>
              <a:avLst/>
              <a:gdLst/>
              <a:ahLst/>
              <a:cxnLst/>
              <a:rect l="l" t="t" r="r" b="b"/>
              <a:pathLst>
                <a:path w="171450" h="8890">
                  <a:moveTo>
                    <a:pt x="171450" y="0"/>
                  </a:moveTo>
                  <a:lnTo>
                    <a:pt x="2540" y="0"/>
                  </a:lnTo>
                  <a:lnTo>
                    <a:pt x="2540" y="2540"/>
                  </a:lnTo>
                  <a:lnTo>
                    <a:pt x="1270" y="2540"/>
                  </a:lnTo>
                  <a:lnTo>
                    <a:pt x="1270" y="5080"/>
                  </a:lnTo>
                  <a:lnTo>
                    <a:pt x="0" y="5080"/>
                  </a:lnTo>
                  <a:lnTo>
                    <a:pt x="0" y="8890"/>
                  </a:lnTo>
                  <a:lnTo>
                    <a:pt x="171450" y="8890"/>
                  </a:lnTo>
                  <a:lnTo>
                    <a:pt x="171450" y="5080"/>
                  </a:lnTo>
                  <a:lnTo>
                    <a:pt x="171450" y="2540"/>
                  </a:lnTo>
                  <a:lnTo>
                    <a:pt x="171450" y="0"/>
                  </a:lnTo>
                  <a:close/>
                </a:path>
              </a:pathLst>
            </a:custGeom>
            <a:solidFill>
              <a:srgbClr val="1C7B00"/>
            </a:solidFill>
          </p:spPr>
          <p:txBody>
            <a:bodyPr wrap="square" lIns="0" tIns="0" rIns="0" bIns="0" rtlCol="0"/>
            <a:lstStyle/>
            <a:p/>
          </p:txBody>
        </p:sp>
        <p:sp>
          <p:nvSpPr>
            <p:cNvPr id="1930" name="object 1930"/>
            <p:cNvSpPr/>
            <p:nvPr/>
          </p:nvSpPr>
          <p:spPr>
            <a:xfrm>
              <a:off x="6329680" y="1108709"/>
              <a:ext cx="175260" cy="7620"/>
            </a:xfrm>
            <a:custGeom>
              <a:avLst/>
              <a:gdLst/>
              <a:ahLst/>
              <a:cxnLst/>
              <a:rect l="l" t="t" r="r" b="b"/>
              <a:pathLst>
                <a:path w="175259" h="7619">
                  <a:moveTo>
                    <a:pt x="175260" y="0"/>
                  </a:moveTo>
                  <a:lnTo>
                    <a:pt x="2540" y="0"/>
                  </a:lnTo>
                  <a:lnTo>
                    <a:pt x="2540" y="3810"/>
                  </a:lnTo>
                  <a:lnTo>
                    <a:pt x="1270" y="3810"/>
                  </a:lnTo>
                  <a:lnTo>
                    <a:pt x="1270" y="6350"/>
                  </a:lnTo>
                  <a:lnTo>
                    <a:pt x="0" y="6350"/>
                  </a:lnTo>
                  <a:lnTo>
                    <a:pt x="0" y="7620"/>
                  </a:lnTo>
                  <a:lnTo>
                    <a:pt x="175260" y="7620"/>
                  </a:lnTo>
                  <a:lnTo>
                    <a:pt x="175260" y="6350"/>
                  </a:lnTo>
                  <a:lnTo>
                    <a:pt x="175260" y="3810"/>
                  </a:lnTo>
                  <a:lnTo>
                    <a:pt x="175260" y="0"/>
                  </a:lnTo>
                  <a:close/>
                </a:path>
              </a:pathLst>
            </a:custGeom>
            <a:solidFill>
              <a:srgbClr val="1D7A00"/>
            </a:solidFill>
          </p:spPr>
          <p:txBody>
            <a:bodyPr wrap="square" lIns="0" tIns="0" rIns="0" bIns="0" rtlCol="0"/>
            <a:lstStyle/>
            <a:p/>
          </p:txBody>
        </p:sp>
        <p:sp>
          <p:nvSpPr>
            <p:cNvPr id="1931" name="object 1931"/>
            <p:cNvSpPr/>
            <p:nvPr/>
          </p:nvSpPr>
          <p:spPr>
            <a:xfrm>
              <a:off x="6327140" y="1116329"/>
              <a:ext cx="177800" cy="8890"/>
            </a:xfrm>
            <a:custGeom>
              <a:avLst/>
              <a:gdLst/>
              <a:ahLst/>
              <a:cxnLst/>
              <a:rect l="l" t="t" r="r" b="b"/>
              <a:pathLst>
                <a:path w="177800" h="8890">
                  <a:moveTo>
                    <a:pt x="177800" y="0"/>
                  </a:moveTo>
                  <a:lnTo>
                    <a:pt x="2540" y="0"/>
                  </a:lnTo>
                  <a:lnTo>
                    <a:pt x="2540" y="1270"/>
                  </a:lnTo>
                  <a:lnTo>
                    <a:pt x="1270" y="1270"/>
                  </a:lnTo>
                  <a:lnTo>
                    <a:pt x="1270" y="5080"/>
                  </a:lnTo>
                  <a:lnTo>
                    <a:pt x="0" y="5080"/>
                  </a:lnTo>
                  <a:lnTo>
                    <a:pt x="0" y="8890"/>
                  </a:lnTo>
                  <a:lnTo>
                    <a:pt x="177800" y="8890"/>
                  </a:lnTo>
                  <a:lnTo>
                    <a:pt x="177800" y="5080"/>
                  </a:lnTo>
                  <a:lnTo>
                    <a:pt x="177800" y="1270"/>
                  </a:lnTo>
                  <a:lnTo>
                    <a:pt x="177800" y="0"/>
                  </a:lnTo>
                  <a:close/>
                </a:path>
              </a:pathLst>
            </a:custGeom>
            <a:solidFill>
              <a:srgbClr val="1E7900"/>
            </a:solidFill>
          </p:spPr>
          <p:txBody>
            <a:bodyPr wrap="square" lIns="0" tIns="0" rIns="0" bIns="0" rtlCol="0"/>
            <a:lstStyle/>
            <a:p/>
          </p:txBody>
        </p:sp>
        <p:sp>
          <p:nvSpPr>
            <p:cNvPr id="1932" name="object 1932"/>
            <p:cNvSpPr/>
            <p:nvPr/>
          </p:nvSpPr>
          <p:spPr>
            <a:xfrm>
              <a:off x="6324600" y="1125219"/>
              <a:ext cx="180340" cy="7620"/>
            </a:xfrm>
            <a:custGeom>
              <a:avLst/>
              <a:gdLst/>
              <a:ahLst/>
              <a:cxnLst/>
              <a:rect l="l" t="t" r="r" b="b"/>
              <a:pathLst>
                <a:path w="180340" h="7619">
                  <a:moveTo>
                    <a:pt x="180340" y="0"/>
                  </a:moveTo>
                  <a:lnTo>
                    <a:pt x="2540" y="0"/>
                  </a:lnTo>
                  <a:lnTo>
                    <a:pt x="2540" y="1270"/>
                  </a:lnTo>
                  <a:lnTo>
                    <a:pt x="1270" y="1270"/>
                  </a:lnTo>
                  <a:lnTo>
                    <a:pt x="1270" y="6350"/>
                  </a:lnTo>
                  <a:lnTo>
                    <a:pt x="0" y="6350"/>
                  </a:lnTo>
                  <a:lnTo>
                    <a:pt x="0" y="7620"/>
                  </a:lnTo>
                  <a:lnTo>
                    <a:pt x="180340" y="7620"/>
                  </a:lnTo>
                  <a:lnTo>
                    <a:pt x="180340" y="6350"/>
                  </a:lnTo>
                  <a:lnTo>
                    <a:pt x="180340" y="1270"/>
                  </a:lnTo>
                  <a:lnTo>
                    <a:pt x="180340" y="0"/>
                  </a:lnTo>
                  <a:close/>
                </a:path>
              </a:pathLst>
            </a:custGeom>
            <a:solidFill>
              <a:srgbClr val="1F7800"/>
            </a:solidFill>
          </p:spPr>
          <p:txBody>
            <a:bodyPr wrap="square" lIns="0" tIns="0" rIns="0" bIns="0" rtlCol="0"/>
            <a:lstStyle/>
            <a:p/>
          </p:txBody>
        </p:sp>
        <p:sp>
          <p:nvSpPr>
            <p:cNvPr id="1933" name="object 1933"/>
            <p:cNvSpPr/>
            <p:nvPr/>
          </p:nvSpPr>
          <p:spPr>
            <a:xfrm>
              <a:off x="6323330" y="1132839"/>
              <a:ext cx="181610" cy="8890"/>
            </a:xfrm>
            <a:custGeom>
              <a:avLst/>
              <a:gdLst/>
              <a:ahLst/>
              <a:cxnLst/>
              <a:rect l="l" t="t" r="r" b="b"/>
              <a:pathLst>
                <a:path w="181609" h="8890">
                  <a:moveTo>
                    <a:pt x="181610" y="0"/>
                  </a:moveTo>
                  <a:lnTo>
                    <a:pt x="1270" y="0"/>
                  </a:lnTo>
                  <a:lnTo>
                    <a:pt x="1270" y="3810"/>
                  </a:lnTo>
                  <a:lnTo>
                    <a:pt x="0" y="3810"/>
                  </a:lnTo>
                  <a:lnTo>
                    <a:pt x="0" y="8890"/>
                  </a:lnTo>
                  <a:lnTo>
                    <a:pt x="181610" y="8890"/>
                  </a:lnTo>
                  <a:lnTo>
                    <a:pt x="181610" y="3810"/>
                  </a:lnTo>
                  <a:lnTo>
                    <a:pt x="181610" y="0"/>
                  </a:lnTo>
                  <a:close/>
                </a:path>
              </a:pathLst>
            </a:custGeom>
            <a:solidFill>
              <a:srgbClr val="207700"/>
            </a:solidFill>
          </p:spPr>
          <p:txBody>
            <a:bodyPr wrap="square" lIns="0" tIns="0" rIns="0" bIns="0" rtlCol="0"/>
            <a:lstStyle/>
            <a:p/>
          </p:txBody>
        </p:sp>
        <p:sp>
          <p:nvSpPr>
            <p:cNvPr id="1934" name="object 1934"/>
            <p:cNvSpPr/>
            <p:nvPr/>
          </p:nvSpPr>
          <p:spPr>
            <a:xfrm>
              <a:off x="6320790" y="1141729"/>
              <a:ext cx="184150" cy="7620"/>
            </a:xfrm>
            <a:custGeom>
              <a:avLst/>
              <a:gdLst/>
              <a:ahLst/>
              <a:cxnLst/>
              <a:rect l="l" t="t" r="r" b="b"/>
              <a:pathLst>
                <a:path w="184150" h="7619">
                  <a:moveTo>
                    <a:pt x="184150" y="0"/>
                  </a:moveTo>
                  <a:lnTo>
                    <a:pt x="1270" y="0"/>
                  </a:lnTo>
                  <a:lnTo>
                    <a:pt x="1270" y="5080"/>
                  </a:lnTo>
                  <a:lnTo>
                    <a:pt x="0" y="5080"/>
                  </a:lnTo>
                  <a:lnTo>
                    <a:pt x="0" y="7620"/>
                  </a:lnTo>
                  <a:lnTo>
                    <a:pt x="184150" y="7620"/>
                  </a:lnTo>
                  <a:lnTo>
                    <a:pt x="184150" y="5080"/>
                  </a:lnTo>
                  <a:lnTo>
                    <a:pt x="184150" y="0"/>
                  </a:lnTo>
                  <a:close/>
                </a:path>
              </a:pathLst>
            </a:custGeom>
            <a:solidFill>
              <a:srgbClr val="217600"/>
            </a:solidFill>
          </p:spPr>
          <p:txBody>
            <a:bodyPr wrap="square" lIns="0" tIns="0" rIns="0" bIns="0" rtlCol="0"/>
            <a:lstStyle/>
            <a:p/>
          </p:txBody>
        </p:sp>
        <p:sp>
          <p:nvSpPr>
            <p:cNvPr id="1935" name="object 1935"/>
            <p:cNvSpPr/>
            <p:nvPr/>
          </p:nvSpPr>
          <p:spPr>
            <a:xfrm>
              <a:off x="6319520" y="1149349"/>
              <a:ext cx="185420" cy="7620"/>
            </a:xfrm>
            <a:custGeom>
              <a:avLst/>
              <a:gdLst/>
              <a:ahLst/>
              <a:cxnLst/>
              <a:rect l="l" t="t" r="r" b="b"/>
              <a:pathLst>
                <a:path w="185420" h="7619">
                  <a:moveTo>
                    <a:pt x="185420" y="2552"/>
                  </a:moveTo>
                  <a:lnTo>
                    <a:pt x="0" y="2552"/>
                  </a:lnTo>
                  <a:lnTo>
                    <a:pt x="0" y="7620"/>
                  </a:lnTo>
                  <a:lnTo>
                    <a:pt x="185420" y="7620"/>
                  </a:lnTo>
                  <a:lnTo>
                    <a:pt x="185420" y="2552"/>
                  </a:lnTo>
                  <a:close/>
                </a:path>
                <a:path w="185420" h="7619">
                  <a:moveTo>
                    <a:pt x="185420" y="0"/>
                  </a:moveTo>
                  <a:lnTo>
                    <a:pt x="1270" y="0"/>
                  </a:lnTo>
                  <a:lnTo>
                    <a:pt x="1270" y="2540"/>
                  </a:lnTo>
                  <a:lnTo>
                    <a:pt x="185420" y="2540"/>
                  </a:lnTo>
                  <a:lnTo>
                    <a:pt x="185420" y="0"/>
                  </a:lnTo>
                  <a:close/>
                </a:path>
              </a:pathLst>
            </a:custGeom>
            <a:solidFill>
              <a:srgbClr val="227500"/>
            </a:solidFill>
          </p:spPr>
          <p:txBody>
            <a:bodyPr wrap="square" lIns="0" tIns="0" rIns="0" bIns="0" rtlCol="0"/>
            <a:lstStyle/>
            <a:p/>
          </p:txBody>
        </p:sp>
        <p:sp>
          <p:nvSpPr>
            <p:cNvPr id="1936" name="object 1936"/>
            <p:cNvSpPr/>
            <p:nvPr/>
          </p:nvSpPr>
          <p:spPr>
            <a:xfrm>
              <a:off x="6316980" y="1156969"/>
              <a:ext cx="187960" cy="8890"/>
            </a:xfrm>
            <a:custGeom>
              <a:avLst/>
              <a:gdLst/>
              <a:ahLst/>
              <a:cxnLst/>
              <a:rect l="l" t="t" r="r" b="b"/>
              <a:pathLst>
                <a:path w="187959" h="8890">
                  <a:moveTo>
                    <a:pt x="187960" y="0"/>
                  </a:moveTo>
                  <a:lnTo>
                    <a:pt x="1270" y="0"/>
                  </a:lnTo>
                  <a:lnTo>
                    <a:pt x="1270" y="6350"/>
                  </a:lnTo>
                  <a:lnTo>
                    <a:pt x="0" y="6350"/>
                  </a:lnTo>
                  <a:lnTo>
                    <a:pt x="0" y="8890"/>
                  </a:lnTo>
                  <a:lnTo>
                    <a:pt x="187960" y="8890"/>
                  </a:lnTo>
                  <a:lnTo>
                    <a:pt x="187960" y="6350"/>
                  </a:lnTo>
                  <a:lnTo>
                    <a:pt x="187960" y="0"/>
                  </a:lnTo>
                  <a:close/>
                </a:path>
              </a:pathLst>
            </a:custGeom>
            <a:solidFill>
              <a:srgbClr val="237400"/>
            </a:solidFill>
          </p:spPr>
          <p:txBody>
            <a:bodyPr wrap="square" lIns="0" tIns="0" rIns="0" bIns="0" rtlCol="0"/>
            <a:lstStyle/>
            <a:p/>
          </p:txBody>
        </p:sp>
        <p:sp>
          <p:nvSpPr>
            <p:cNvPr id="1937" name="object 1937"/>
            <p:cNvSpPr/>
            <p:nvPr/>
          </p:nvSpPr>
          <p:spPr>
            <a:xfrm>
              <a:off x="6315710" y="1165859"/>
              <a:ext cx="189230" cy="7620"/>
            </a:xfrm>
            <a:custGeom>
              <a:avLst/>
              <a:gdLst/>
              <a:ahLst/>
              <a:cxnLst/>
              <a:rect l="l" t="t" r="r" b="b"/>
              <a:pathLst>
                <a:path w="189229" h="7619">
                  <a:moveTo>
                    <a:pt x="189230" y="0"/>
                  </a:moveTo>
                  <a:lnTo>
                    <a:pt x="1270" y="0"/>
                  </a:lnTo>
                  <a:lnTo>
                    <a:pt x="1270" y="2540"/>
                  </a:lnTo>
                  <a:lnTo>
                    <a:pt x="0" y="2540"/>
                  </a:lnTo>
                  <a:lnTo>
                    <a:pt x="0" y="7620"/>
                  </a:lnTo>
                  <a:lnTo>
                    <a:pt x="189230" y="7620"/>
                  </a:lnTo>
                  <a:lnTo>
                    <a:pt x="189230" y="2540"/>
                  </a:lnTo>
                  <a:lnTo>
                    <a:pt x="189230" y="0"/>
                  </a:lnTo>
                  <a:close/>
                </a:path>
              </a:pathLst>
            </a:custGeom>
            <a:solidFill>
              <a:srgbClr val="247300"/>
            </a:solidFill>
          </p:spPr>
          <p:txBody>
            <a:bodyPr wrap="square" lIns="0" tIns="0" rIns="0" bIns="0" rtlCol="0"/>
            <a:lstStyle/>
            <a:p/>
          </p:txBody>
        </p:sp>
        <p:sp>
          <p:nvSpPr>
            <p:cNvPr id="1938" name="object 1938"/>
            <p:cNvSpPr/>
            <p:nvPr/>
          </p:nvSpPr>
          <p:spPr>
            <a:xfrm>
              <a:off x="6313170" y="1173479"/>
              <a:ext cx="191770" cy="8890"/>
            </a:xfrm>
            <a:custGeom>
              <a:avLst/>
              <a:gdLst/>
              <a:ahLst/>
              <a:cxnLst/>
              <a:rect l="l" t="t" r="r" b="b"/>
              <a:pathLst>
                <a:path w="191770" h="8890">
                  <a:moveTo>
                    <a:pt x="191770" y="0"/>
                  </a:moveTo>
                  <a:lnTo>
                    <a:pt x="2540" y="0"/>
                  </a:lnTo>
                  <a:lnTo>
                    <a:pt x="2540" y="1270"/>
                  </a:lnTo>
                  <a:lnTo>
                    <a:pt x="1270" y="1270"/>
                  </a:lnTo>
                  <a:lnTo>
                    <a:pt x="1270" y="6350"/>
                  </a:lnTo>
                  <a:lnTo>
                    <a:pt x="0" y="6350"/>
                  </a:lnTo>
                  <a:lnTo>
                    <a:pt x="0" y="8890"/>
                  </a:lnTo>
                  <a:lnTo>
                    <a:pt x="191770" y="8890"/>
                  </a:lnTo>
                  <a:lnTo>
                    <a:pt x="191770" y="6350"/>
                  </a:lnTo>
                  <a:lnTo>
                    <a:pt x="191770" y="1270"/>
                  </a:lnTo>
                  <a:lnTo>
                    <a:pt x="191770" y="0"/>
                  </a:lnTo>
                  <a:close/>
                </a:path>
              </a:pathLst>
            </a:custGeom>
            <a:solidFill>
              <a:srgbClr val="257200"/>
            </a:solidFill>
          </p:spPr>
          <p:txBody>
            <a:bodyPr wrap="square" lIns="0" tIns="0" rIns="0" bIns="0" rtlCol="0"/>
            <a:lstStyle/>
            <a:p/>
          </p:txBody>
        </p:sp>
        <p:sp>
          <p:nvSpPr>
            <p:cNvPr id="1939" name="object 1939"/>
            <p:cNvSpPr/>
            <p:nvPr/>
          </p:nvSpPr>
          <p:spPr>
            <a:xfrm>
              <a:off x="6311900" y="1182369"/>
              <a:ext cx="193040" cy="7620"/>
            </a:xfrm>
            <a:custGeom>
              <a:avLst/>
              <a:gdLst/>
              <a:ahLst/>
              <a:cxnLst/>
              <a:rect l="l" t="t" r="r" b="b"/>
              <a:pathLst>
                <a:path w="193040" h="7619">
                  <a:moveTo>
                    <a:pt x="193040" y="0"/>
                  </a:moveTo>
                  <a:lnTo>
                    <a:pt x="1270" y="0"/>
                  </a:lnTo>
                  <a:lnTo>
                    <a:pt x="1270" y="5080"/>
                  </a:lnTo>
                  <a:lnTo>
                    <a:pt x="0" y="5080"/>
                  </a:lnTo>
                  <a:lnTo>
                    <a:pt x="0" y="7620"/>
                  </a:lnTo>
                  <a:lnTo>
                    <a:pt x="193040" y="7620"/>
                  </a:lnTo>
                  <a:lnTo>
                    <a:pt x="193040" y="5080"/>
                  </a:lnTo>
                  <a:lnTo>
                    <a:pt x="193040" y="0"/>
                  </a:lnTo>
                  <a:close/>
                </a:path>
              </a:pathLst>
            </a:custGeom>
            <a:solidFill>
              <a:srgbClr val="267100"/>
            </a:solidFill>
          </p:spPr>
          <p:txBody>
            <a:bodyPr wrap="square" lIns="0" tIns="0" rIns="0" bIns="0" rtlCol="0"/>
            <a:lstStyle/>
            <a:p/>
          </p:txBody>
        </p:sp>
        <p:sp>
          <p:nvSpPr>
            <p:cNvPr id="1940" name="object 1940"/>
            <p:cNvSpPr/>
            <p:nvPr/>
          </p:nvSpPr>
          <p:spPr>
            <a:xfrm>
              <a:off x="6310630" y="1189989"/>
              <a:ext cx="194310" cy="8890"/>
            </a:xfrm>
            <a:custGeom>
              <a:avLst/>
              <a:gdLst/>
              <a:ahLst/>
              <a:cxnLst/>
              <a:rect l="l" t="t" r="r" b="b"/>
              <a:pathLst>
                <a:path w="194309" h="8890">
                  <a:moveTo>
                    <a:pt x="194310" y="0"/>
                  </a:moveTo>
                  <a:lnTo>
                    <a:pt x="1270" y="0"/>
                  </a:lnTo>
                  <a:lnTo>
                    <a:pt x="1270" y="6350"/>
                  </a:lnTo>
                  <a:lnTo>
                    <a:pt x="0" y="6350"/>
                  </a:lnTo>
                  <a:lnTo>
                    <a:pt x="0" y="8890"/>
                  </a:lnTo>
                  <a:lnTo>
                    <a:pt x="194310" y="8890"/>
                  </a:lnTo>
                  <a:lnTo>
                    <a:pt x="194310" y="6350"/>
                  </a:lnTo>
                  <a:lnTo>
                    <a:pt x="194310" y="0"/>
                  </a:lnTo>
                  <a:close/>
                </a:path>
              </a:pathLst>
            </a:custGeom>
            <a:solidFill>
              <a:srgbClr val="277000"/>
            </a:solidFill>
          </p:spPr>
          <p:txBody>
            <a:bodyPr wrap="square" lIns="0" tIns="0" rIns="0" bIns="0" rtlCol="0"/>
            <a:lstStyle/>
            <a:p/>
          </p:txBody>
        </p:sp>
        <p:sp>
          <p:nvSpPr>
            <p:cNvPr id="1941" name="object 1941"/>
            <p:cNvSpPr/>
            <p:nvPr/>
          </p:nvSpPr>
          <p:spPr>
            <a:xfrm>
              <a:off x="6309360" y="1198879"/>
              <a:ext cx="195580" cy="7620"/>
            </a:xfrm>
            <a:custGeom>
              <a:avLst/>
              <a:gdLst/>
              <a:ahLst/>
              <a:cxnLst/>
              <a:rect l="l" t="t" r="r" b="b"/>
              <a:pathLst>
                <a:path w="195579" h="7619">
                  <a:moveTo>
                    <a:pt x="195580" y="6362"/>
                  </a:moveTo>
                  <a:lnTo>
                    <a:pt x="0" y="6362"/>
                  </a:lnTo>
                  <a:lnTo>
                    <a:pt x="0" y="7620"/>
                  </a:lnTo>
                  <a:lnTo>
                    <a:pt x="195580" y="7620"/>
                  </a:lnTo>
                  <a:lnTo>
                    <a:pt x="195580" y="6362"/>
                  </a:lnTo>
                  <a:close/>
                </a:path>
                <a:path w="195579" h="7619">
                  <a:moveTo>
                    <a:pt x="195580" y="0"/>
                  </a:moveTo>
                  <a:lnTo>
                    <a:pt x="1270" y="0"/>
                  </a:lnTo>
                  <a:lnTo>
                    <a:pt x="1270" y="6350"/>
                  </a:lnTo>
                  <a:lnTo>
                    <a:pt x="195580" y="6350"/>
                  </a:lnTo>
                  <a:lnTo>
                    <a:pt x="195580" y="0"/>
                  </a:lnTo>
                  <a:close/>
                </a:path>
              </a:pathLst>
            </a:custGeom>
            <a:solidFill>
              <a:srgbClr val="286F00"/>
            </a:solidFill>
          </p:spPr>
          <p:txBody>
            <a:bodyPr wrap="square" lIns="0" tIns="0" rIns="0" bIns="0" rtlCol="0"/>
            <a:lstStyle/>
            <a:p/>
          </p:txBody>
        </p:sp>
        <p:sp>
          <p:nvSpPr>
            <p:cNvPr id="1942" name="object 1942"/>
            <p:cNvSpPr/>
            <p:nvPr/>
          </p:nvSpPr>
          <p:spPr>
            <a:xfrm>
              <a:off x="6308090" y="1206499"/>
              <a:ext cx="196850" cy="8890"/>
            </a:xfrm>
            <a:custGeom>
              <a:avLst/>
              <a:gdLst/>
              <a:ahLst/>
              <a:cxnLst/>
              <a:rect l="l" t="t" r="r" b="b"/>
              <a:pathLst>
                <a:path w="196850" h="8890">
                  <a:moveTo>
                    <a:pt x="196850" y="0"/>
                  </a:moveTo>
                  <a:lnTo>
                    <a:pt x="1270" y="0"/>
                  </a:lnTo>
                  <a:lnTo>
                    <a:pt x="1270" y="7620"/>
                  </a:lnTo>
                  <a:lnTo>
                    <a:pt x="0" y="7620"/>
                  </a:lnTo>
                  <a:lnTo>
                    <a:pt x="0" y="8890"/>
                  </a:lnTo>
                  <a:lnTo>
                    <a:pt x="196850" y="8890"/>
                  </a:lnTo>
                  <a:lnTo>
                    <a:pt x="196850" y="7620"/>
                  </a:lnTo>
                  <a:lnTo>
                    <a:pt x="196850" y="0"/>
                  </a:lnTo>
                  <a:close/>
                </a:path>
              </a:pathLst>
            </a:custGeom>
            <a:solidFill>
              <a:srgbClr val="296E00"/>
            </a:solidFill>
          </p:spPr>
          <p:txBody>
            <a:bodyPr wrap="square" lIns="0" tIns="0" rIns="0" bIns="0" rtlCol="0"/>
            <a:lstStyle/>
            <a:p/>
          </p:txBody>
        </p:sp>
        <p:sp>
          <p:nvSpPr>
            <p:cNvPr id="1943" name="object 1943"/>
            <p:cNvSpPr/>
            <p:nvPr/>
          </p:nvSpPr>
          <p:spPr>
            <a:xfrm>
              <a:off x="6308090" y="1215390"/>
              <a:ext cx="196850" cy="7620"/>
            </a:xfrm>
            <a:custGeom>
              <a:avLst/>
              <a:gdLst/>
              <a:ahLst/>
              <a:cxnLst/>
              <a:rect l="l" t="t" r="r" b="b"/>
              <a:pathLst>
                <a:path w="196850" h="7619">
                  <a:moveTo>
                    <a:pt x="196850" y="0"/>
                  </a:moveTo>
                  <a:lnTo>
                    <a:pt x="0" y="0"/>
                  </a:lnTo>
                  <a:lnTo>
                    <a:pt x="0" y="7620"/>
                  </a:lnTo>
                  <a:lnTo>
                    <a:pt x="196850" y="7620"/>
                  </a:lnTo>
                  <a:lnTo>
                    <a:pt x="196850" y="0"/>
                  </a:lnTo>
                  <a:close/>
                </a:path>
              </a:pathLst>
            </a:custGeom>
            <a:solidFill>
              <a:srgbClr val="2A6D00"/>
            </a:solidFill>
          </p:spPr>
          <p:txBody>
            <a:bodyPr wrap="square" lIns="0" tIns="0" rIns="0" bIns="0" rtlCol="0"/>
            <a:lstStyle/>
            <a:p/>
          </p:txBody>
        </p:sp>
        <p:sp>
          <p:nvSpPr>
            <p:cNvPr id="1944" name="object 1944"/>
            <p:cNvSpPr/>
            <p:nvPr/>
          </p:nvSpPr>
          <p:spPr>
            <a:xfrm>
              <a:off x="6306820" y="1223010"/>
              <a:ext cx="198120" cy="7620"/>
            </a:xfrm>
            <a:custGeom>
              <a:avLst/>
              <a:gdLst/>
              <a:ahLst/>
              <a:cxnLst/>
              <a:rect l="l" t="t" r="r" b="b"/>
              <a:pathLst>
                <a:path w="198120" h="7619">
                  <a:moveTo>
                    <a:pt x="0" y="7619"/>
                  </a:moveTo>
                  <a:lnTo>
                    <a:pt x="0" y="0"/>
                  </a:lnTo>
                  <a:lnTo>
                    <a:pt x="198120" y="0"/>
                  </a:lnTo>
                  <a:lnTo>
                    <a:pt x="198120" y="7619"/>
                  </a:lnTo>
                  <a:lnTo>
                    <a:pt x="0" y="7619"/>
                  </a:lnTo>
                  <a:close/>
                </a:path>
              </a:pathLst>
            </a:custGeom>
            <a:solidFill>
              <a:srgbClr val="2B6C00"/>
            </a:solidFill>
          </p:spPr>
          <p:txBody>
            <a:bodyPr wrap="square" lIns="0" tIns="0" rIns="0" bIns="0" rtlCol="0"/>
            <a:lstStyle/>
            <a:p/>
          </p:txBody>
        </p:sp>
        <p:sp>
          <p:nvSpPr>
            <p:cNvPr id="1945" name="object 1945"/>
            <p:cNvSpPr/>
            <p:nvPr/>
          </p:nvSpPr>
          <p:spPr>
            <a:xfrm>
              <a:off x="6305550" y="1230629"/>
              <a:ext cx="199390" cy="8890"/>
            </a:xfrm>
            <a:custGeom>
              <a:avLst/>
              <a:gdLst/>
              <a:ahLst/>
              <a:cxnLst/>
              <a:rect l="l" t="t" r="r" b="b"/>
              <a:pathLst>
                <a:path w="199390" h="8890">
                  <a:moveTo>
                    <a:pt x="199390" y="0"/>
                  </a:moveTo>
                  <a:lnTo>
                    <a:pt x="1270" y="0"/>
                  </a:lnTo>
                  <a:lnTo>
                    <a:pt x="1270" y="1270"/>
                  </a:lnTo>
                  <a:lnTo>
                    <a:pt x="0" y="1270"/>
                  </a:lnTo>
                  <a:lnTo>
                    <a:pt x="0" y="8890"/>
                  </a:lnTo>
                  <a:lnTo>
                    <a:pt x="199390" y="8890"/>
                  </a:lnTo>
                  <a:lnTo>
                    <a:pt x="199390" y="1270"/>
                  </a:lnTo>
                  <a:lnTo>
                    <a:pt x="199390" y="0"/>
                  </a:lnTo>
                  <a:close/>
                </a:path>
              </a:pathLst>
            </a:custGeom>
            <a:solidFill>
              <a:srgbClr val="2C6B00"/>
            </a:solidFill>
          </p:spPr>
          <p:txBody>
            <a:bodyPr wrap="square" lIns="0" tIns="0" rIns="0" bIns="0" rtlCol="0"/>
            <a:lstStyle/>
            <a:p/>
          </p:txBody>
        </p:sp>
        <p:sp>
          <p:nvSpPr>
            <p:cNvPr id="1946" name="object 1946"/>
            <p:cNvSpPr/>
            <p:nvPr/>
          </p:nvSpPr>
          <p:spPr>
            <a:xfrm>
              <a:off x="6304280" y="1239519"/>
              <a:ext cx="200660" cy="7620"/>
            </a:xfrm>
            <a:custGeom>
              <a:avLst/>
              <a:gdLst/>
              <a:ahLst/>
              <a:cxnLst/>
              <a:rect l="l" t="t" r="r" b="b"/>
              <a:pathLst>
                <a:path w="200659" h="7619">
                  <a:moveTo>
                    <a:pt x="200660" y="0"/>
                  </a:moveTo>
                  <a:lnTo>
                    <a:pt x="1270" y="0"/>
                  </a:lnTo>
                  <a:lnTo>
                    <a:pt x="1270" y="5080"/>
                  </a:lnTo>
                  <a:lnTo>
                    <a:pt x="0" y="5080"/>
                  </a:lnTo>
                  <a:lnTo>
                    <a:pt x="0" y="7620"/>
                  </a:lnTo>
                  <a:lnTo>
                    <a:pt x="200660" y="7620"/>
                  </a:lnTo>
                  <a:lnTo>
                    <a:pt x="200660" y="5080"/>
                  </a:lnTo>
                  <a:lnTo>
                    <a:pt x="200660" y="0"/>
                  </a:lnTo>
                  <a:close/>
                </a:path>
              </a:pathLst>
            </a:custGeom>
            <a:solidFill>
              <a:srgbClr val="2D6A00"/>
            </a:solidFill>
          </p:spPr>
          <p:txBody>
            <a:bodyPr wrap="square" lIns="0" tIns="0" rIns="0" bIns="0" rtlCol="0"/>
            <a:lstStyle/>
            <a:p/>
          </p:txBody>
        </p:sp>
        <p:sp>
          <p:nvSpPr>
            <p:cNvPr id="1947" name="object 1947"/>
            <p:cNvSpPr/>
            <p:nvPr/>
          </p:nvSpPr>
          <p:spPr>
            <a:xfrm>
              <a:off x="6304280" y="1247140"/>
              <a:ext cx="200660" cy="8890"/>
            </a:xfrm>
            <a:custGeom>
              <a:avLst/>
              <a:gdLst/>
              <a:ahLst/>
              <a:cxnLst/>
              <a:rect l="l" t="t" r="r" b="b"/>
              <a:pathLst>
                <a:path w="200659" h="8890">
                  <a:moveTo>
                    <a:pt x="0" y="8889"/>
                  </a:moveTo>
                  <a:lnTo>
                    <a:pt x="0" y="0"/>
                  </a:lnTo>
                  <a:lnTo>
                    <a:pt x="200660" y="0"/>
                  </a:lnTo>
                  <a:lnTo>
                    <a:pt x="200660" y="8889"/>
                  </a:lnTo>
                  <a:lnTo>
                    <a:pt x="0" y="8889"/>
                  </a:lnTo>
                  <a:close/>
                </a:path>
              </a:pathLst>
            </a:custGeom>
            <a:solidFill>
              <a:srgbClr val="2E6900"/>
            </a:solidFill>
          </p:spPr>
          <p:txBody>
            <a:bodyPr wrap="square" lIns="0" tIns="0" rIns="0" bIns="0" rtlCol="0"/>
            <a:lstStyle/>
            <a:p/>
          </p:txBody>
        </p:sp>
        <p:sp>
          <p:nvSpPr>
            <p:cNvPr id="1948" name="object 1948"/>
            <p:cNvSpPr/>
            <p:nvPr/>
          </p:nvSpPr>
          <p:spPr>
            <a:xfrm>
              <a:off x="6303010" y="1256029"/>
              <a:ext cx="201930" cy="7620"/>
            </a:xfrm>
            <a:custGeom>
              <a:avLst/>
              <a:gdLst/>
              <a:ahLst/>
              <a:cxnLst/>
              <a:rect l="l" t="t" r="r" b="b"/>
              <a:pathLst>
                <a:path w="201929" h="7619">
                  <a:moveTo>
                    <a:pt x="201930" y="0"/>
                  </a:moveTo>
                  <a:lnTo>
                    <a:pt x="1270" y="0"/>
                  </a:lnTo>
                  <a:lnTo>
                    <a:pt x="1270" y="3810"/>
                  </a:lnTo>
                  <a:lnTo>
                    <a:pt x="0" y="3810"/>
                  </a:lnTo>
                  <a:lnTo>
                    <a:pt x="0" y="6350"/>
                  </a:lnTo>
                  <a:lnTo>
                    <a:pt x="0" y="7620"/>
                  </a:lnTo>
                  <a:lnTo>
                    <a:pt x="97790" y="7620"/>
                  </a:lnTo>
                  <a:lnTo>
                    <a:pt x="97790" y="6350"/>
                  </a:lnTo>
                  <a:lnTo>
                    <a:pt x="100330" y="6350"/>
                  </a:lnTo>
                  <a:lnTo>
                    <a:pt x="100330" y="7620"/>
                  </a:lnTo>
                  <a:lnTo>
                    <a:pt x="201930" y="7620"/>
                  </a:lnTo>
                  <a:lnTo>
                    <a:pt x="201930" y="6350"/>
                  </a:lnTo>
                  <a:lnTo>
                    <a:pt x="201930" y="3810"/>
                  </a:lnTo>
                  <a:lnTo>
                    <a:pt x="201930" y="0"/>
                  </a:lnTo>
                  <a:close/>
                </a:path>
              </a:pathLst>
            </a:custGeom>
            <a:solidFill>
              <a:srgbClr val="2F6800"/>
            </a:solidFill>
          </p:spPr>
          <p:txBody>
            <a:bodyPr wrap="square" lIns="0" tIns="0" rIns="0" bIns="0" rtlCol="0"/>
            <a:lstStyle/>
            <a:p/>
          </p:txBody>
        </p:sp>
        <p:sp>
          <p:nvSpPr>
            <p:cNvPr id="1949" name="object 1949"/>
            <p:cNvSpPr/>
            <p:nvPr/>
          </p:nvSpPr>
          <p:spPr>
            <a:xfrm>
              <a:off x="6303010" y="1263649"/>
              <a:ext cx="201930" cy="8890"/>
            </a:xfrm>
            <a:custGeom>
              <a:avLst/>
              <a:gdLst/>
              <a:ahLst/>
              <a:cxnLst/>
              <a:rect l="l" t="t" r="r" b="b"/>
              <a:pathLst>
                <a:path w="201929" h="8890">
                  <a:moveTo>
                    <a:pt x="95250" y="0"/>
                  </a:moveTo>
                  <a:lnTo>
                    <a:pt x="0" y="0"/>
                  </a:lnTo>
                  <a:lnTo>
                    <a:pt x="0" y="2540"/>
                  </a:lnTo>
                  <a:lnTo>
                    <a:pt x="0" y="6350"/>
                  </a:lnTo>
                  <a:lnTo>
                    <a:pt x="0" y="7620"/>
                  </a:lnTo>
                  <a:lnTo>
                    <a:pt x="0" y="8890"/>
                  </a:lnTo>
                  <a:lnTo>
                    <a:pt x="90170" y="8890"/>
                  </a:lnTo>
                  <a:lnTo>
                    <a:pt x="90170" y="7620"/>
                  </a:lnTo>
                  <a:lnTo>
                    <a:pt x="91440" y="7620"/>
                  </a:lnTo>
                  <a:lnTo>
                    <a:pt x="91440" y="6350"/>
                  </a:lnTo>
                  <a:lnTo>
                    <a:pt x="92710" y="6350"/>
                  </a:lnTo>
                  <a:lnTo>
                    <a:pt x="92710" y="2540"/>
                  </a:lnTo>
                  <a:lnTo>
                    <a:pt x="95250" y="2540"/>
                  </a:lnTo>
                  <a:lnTo>
                    <a:pt x="95250" y="0"/>
                  </a:lnTo>
                  <a:close/>
                </a:path>
                <a:path w="201929" h="8890">
                  <a:moveTo>
                    <a:pt x="201930" y="0"/>
                  </a:moveTo>
                  <a:lnTo>
                    <a:pt x="101600" y="0"/>
                  </a:lnTo>
                  <a:lnTo>
                    <a:pt x="101600" y="1270"/>
                  </a:lnTo>
                  <a:lnTo>
                    <a:pt x="102870" y="1270"/>
                  </a:lnTo>
                  <a:lnTo>
                    <a:pt x="102870" y="2540"/>
                  </a:lnTo>
                  <a:lnTo>
                    <a:pt x="104140" y="2540"/>
                  </a:lnTo>
                  <a:lnTo>
                    <a:pt x="104140" y="3810"/>
                  </a:lnTo>
                  <a:lnTo>
                    <a:pt x="105410" y="3810"/>
                  </a:lnTo>
                  <a:lnTo>
                    <a:pt x="105410" y="5080"/>
                  </a:lnTo>
                  <a:lnTo>
                    <a:pt x="106680" y="5080"/>
                  </a:lnTo>
                  <a:lnTo>
                    <a:pt x="106680" y="7620"/>
                  </a:lnTo>
                  <a:lnTo>
                    <a:pt x="107950" y="7620"/>
                  </a:lnTo>
                  <a:lnTo>
                    <a:pt x="107950" y="8890"/>
                  </a:lnTo>
                  <a:lnTo>
                    <a:pt x="201930" y="8890"/>
                  </a:lnTo>
                  <a:lnTo>
                    <a:pt x="201930" y="1270"/>
                  </a:lnTo>
                  <a:lnTo>
                    <a:pt x="201930" y="0"/>
                  </a:lnTo>
                  <a:close/>
                </a:path>
              </a:pathLst>
            </a:custGeom>
            <a:solidFill>
              <a:srgbClr val="306700"/>
            </a:solidFill>
          </p:spPr>
          <p:txBody>
            <a:bodyPr wrap="square" lIns="0" tIns="0" rIns="0" bIns="0" rtlCol="0"/>
            <a:lstStyle/>
            <a:p/>
          </p:txBody>
        </p:sp>
        <p:sp>
          <p:nvSpPr>
            <p:cNvPr id="1950" name="object 1950"/>
            <p:cNvSpPr/>
            <p:nvPr/>
          </p:nvSpPr>
          <p:spPr>
            <a:xfrm>
              <a:off x="6303010" y="1272539"/>
              <a:ext cx="201930" cy="7620"/>
            </a:xfrm>
            <a:custGeom>
              <a:avLst/>
              <a:gdLst/>
              <a:ahLst/>
              <a:cxnLst/>
              <a:rect l="l" t="t" r="r" b="b"/>
              <a:pathLst>
                <a:path w="201929" h="7619">
                  <a:moveTo>
                    <a:pt x="90170" y="0"/>
                  </a:moveTo>
                  <a:lnTo>
                    <a:pt x="0" y="0"/>
                  </a:lnTo>
                  <a:lnTo>
                    <a:pt x="0" y="2540"/>
                  </a:lnTo>
                  <a:lnTo>
                    <a:pt x="0" y="5080"/>
                  </a:lnTo>
                  <a:lnTo>
                    <a:pt x="0" y="7620"/>
                  </a:lnTo>
                  <a:lnTo>
                    <a:pt x="87630" y="7620"/>
                  </a:lnTo>
                  <a:lnTo>
                    <a:pt x="87630" y="5080"/>
                  </a:lnTo>
                  <a:lnTo>
                    <a:pt x="88900" y="5080"/>
                  </a:lnTo>
                  <a:lnTo>
                    <a:pt x="88900" y="2540"/>
                  </a:lnTo>
                  <a:lnTo>
                    <a:pt x="90170" y="2540"/>
                  </a:lnTo>
                  <a:lnTo>
                    <a:pt x="90170" y="0"/>
                  </a:lnTo>
                  <a:close/>
                </a:path>
                <a:path w="201929" h="7619">
                  <a:moveTo>
                    <a:pt x="201930" y="0"/>
                  </a:moveTo>
                  <a:lnTo>
                    <a:pt x="107950" y="0"/>
                  </a:lnTo>
                  <a:lnTo>
                    <a:pt x="107950" y="1270"/>
                  </a:lnTo>
                  <a:lnTo>
                    <a:pt x="109220" y="1270"/>
                  </a:lnTo>
                  <a:lnTo>
                    <a:pt x="109220" y="2540"/>
                  </a:lnTo>
                  <a:lnTo>
                    <a:pt x="109220" y="6350"/>
                  </a:lnTo>
                  <a:lnTo>
                    <a:pt x="110490" y="6350"/>
                  </a:lnTo>
                  <a:lnTo>
                    <a:pt x="110490" y="7620"/>
                  </a:lnTo>
                  <a:lnTo>
                    <a:pt x="201930" y="7620"/>
                  </a:lnTo>
                  <a:lnTo>
                    <a:pt x="201930" y="6350"/>
                  </a:lnTo>
                  <a:lnTo>
                    <a:pt x="201930" y="2540"/>
                  </a:lnTo>
                  <a:lnTo>
                    <a:pt x="201930" y="1270"/>
                  </a:lnTo>
                  <a:lnTo>
                    <a:pt x="201930" y="0"/>
                  </a:lnTo>
                  <a:close/>
                </a:path>
              </a:pathLst>
            </a:custGeom>
            <a:solidFill>
              <a:srgbClr val="316600"/>
            </a:solidFill>
          </p:spPr>
          <p:txBody>
            <a:bodyPr wrap="square" lIns="0" tIns="0" rIns="0" bIns="0" rtlCol="0"/>
            <a:lstStyle/>
            <a:p/>
          </p:txBody>
        </p:sp>
        <p:sp>
          <p:nvSpPr>
            <p:cNvPr id="1951" name="object 1951"/>
            <p:cNvSpPr/>
            <p:nvPr/>
          </p:nvSpPr>
          <p:spPr>
            <a:xfrm>
              <a:off x="6301740" y="1280159"/>
              <a:ext cx="203200" cy="8890"/>
            </a:xfrm>
            <a:custGeom>
              <a:avLst/>
              <a:gdLst/>
              <a:ahLst/>
              <a:cxnLst/>
              <a:rect l="l" t="t" r="r" b="b"/>
              <a:pathLst>
                <a:path w="203200" h="8890">
                  <a:moveTo>
                    <a:pt x="87617" y="5092"/>
                  </a:moveTo>
                  <a:lnTo>
                    <a:pt x="0" y="5092"/>
                  </a:lnTo>
                  <a:lnTo>
                    <a:pt x="0" y="8890"/>
                  </a:lnTo>
                  <a:lnTo>
                    <a:pt x="87617" y="8890"/>
                  </a:lnTo>
                  <a:lnTo>
                    <a:pt x="87617" y="5092"/>
                  </a:lnTo>
                  <a:close/>
                </a:path>
                <a:path w="203200" h="8890">
                  <a:moveTo>
                    <a:pt x="88900" y="0"/>
                  </a:moveTo>
                  <a:lnTo>
                    <a:pt x="1270" y="0"/>
                  </a:lnTo>
                  <a:lnTo>
                    <a:pt x="1270" y="2540"/>
                  </a:lnTo>
                  <a:lnTo>
                    <a:pt x="0" y="2540"/>
                  </a:lnTo>
                  <a:lnTo>
                    <a:pt x="0" y="5080"/>
                  </a:lnTo>
                  <a:lnTo>
                    <a:pt x="87617" y="5080"/>
                  </a:lnTo>
                  <a:lnTo>
                    <a:pt x="87617" y="2540"/>
                  </a:lnTo>
                  <a:lnTo>
                    <a:pt x="88900" y="2540"/>
                  </a:lnTo>
                  <a:lnTo>
                    <a:pt x="88900" y="0"/>
                  </a:lnTo>
                  <a:close/>
                </a:path>
                <a:path w="203200" h="8890">
                  <a:moveTo>
                    <a:pt x="203200" y="5092"/>
                  </a:moveTo>
                  <a:lnTo>
                    <a:pt x="114300" y="5092"/>
                  </a:lnTo>
                  <a:lnTo>
                    <a:pt x="114300" y="8890"/>
                  </a:lnTo>
                  <a:lnTo>
                    <a:pt x="203200" y="8890"/>
                  </a:lnTo>
                  <a:lnTo>
                    <a:pt x="203200" y="5092"/>
                  </a:lnTo>
                  <a:close/>
                </a:path>
                <a:path w="203200" h="8890">
                  <a:moveTo>
                    <a:pt x="203200" y="0"/>
                  </a:moveTo>
                  <a:lnTo>
                    <a:pt x="111760" y="0"/>
                  </a:lnTo>
                  <a:lnTo>
                    <a:pt x="111760" y="1270"/>
                  </a:lnTo>
                  <a:lnTo>
                    <a:pt x="113030" y="1270"/>
                  </a:lnTo>
                  <a:lnTo>
                    <a:pt x="113030" y="5080"/>
                  </a:lnTo>
                  <a:lnTo>
                    <a:pt x="203200" y="5080"/>
                  </a:lnTo>
                  <a:lnTo>
                    <a:pt x="203200" y="1270"/>
                  </a:lnTo>
                  <a:lnTo>
                    <a:pt x="203200" y="0"/>
                  </a:lnTo>
                  <a:close/>
                </a:path>
              </a:pathLst>
            </a:custGeom>
            <a:solidFill>
              <a:srgbClr val="336600"/>
            </a:solidFill>
          </p:spPr>
          <p:txBody>
            <a:bodyPr wrap="square" lIns="0" tIns="0" rIns="0" bIns="0" rtlCol="0"/>
            <a:lstStyle/>
            <a:p/>
          </p:txBody>
        </p:sp>
        <p:sp>
          <p:nvSpPr>
            <p:cNvPr id="1952" name="object 1952"/>
            <p:cNvSpPr/>
            <p:nvPr/>
          </p:nvSpPr>
          <p:spPr>
            <a:xfrm>
              <a:off x="6301740" y="1289049"/>
              <a:ext cx="203200" cy="7620"/>
            </a:xfrm>
            <a:custGeom>
              <a:avLst/>
              <a:gdLst/>
              <a:ahLst/>
              <a:cxnLst/>
              <a:rect l="l" t="t" r="r" b="b"/>
              <a:pathLst>
                <a:path w="203200" h="7619">
                  <a:moveTo>
                    <a:pt x="86360" y="2552"/>
                  </a:moveTo>
                  <a:lnTo>
                    <a:pt x="0" y="2552"/>
                  </a:lnTo>
                  <a:lnTo>
                    <a:pt x="0" y="7620"/>
                  </a:lnTo>
                  <a:lnTo>
                    <a:pt x="86360" y="7620"/>
                  </a:lnTo>
                  <a:lnTo>
                    <a:pt x="86360" y="2552"/>
                  </a:lnTo>
                  <a:close/>
                </a:path>
                <a:path w="203200" h="7619">
                  <a:moveTo>
                    <a:pt x="87617" y="0"/>
                  </a:moveTo>
                  <a:lnTo>
                    <a:pt x="0" y="0"/>
                  </a:lnTo>
                  <a:lnTo>
                    <a:pt x="0" y="2540"/>
                  </a:lnTo>
                  <a:lnTo>
                    <a:pt x="87617" y="2540"/>
                  </a:lnTo>
                  <a:lnTo>
                    <a:pt x="87617" y="0"/>
                  </a:lnTo>
                  <a:close/>
                </a:path>
                <a:path w="203200" h="7619">
                  <a:moveTo>
                    <a:pt x="203200" y="2552"/>
                  </a:moveTo>
                  <a:lnTo>
                    <a:pt x="115570" y="2552"/>
                  </a:lnTo>
                  <a:lnTo>
                    <a:pt x="115570" y="7620"/>
                  </a:lnTo>
                  <a:lnTo>
                    <a:pt x="203200" y="7620"/>
                  </a:lnTo>
                  <a:lnTo>
                    <a:pt x="203200" y="2552"/>
                  </a:lnTo>
                  <a:close/>
                </a:path>
                <a:path w="203200" h="7619">
                  <a:moveTo>
                    <a:pt x="203200" y="0"/>
                  </a:moveTo>
                  <a:lnTo>
                    <a:pt x="114300" y="0"/>
                  </a:lnTo>
                  <a:lnTo>
                    <a:pt x="114300" y="1270"/>
                  </a:lnTo>
                  <a:lnTo>
                    <a:pt x="115570" y="1270"/>
                  </a:lnTo>
                  <a:lnTo>
                    <a:pt x="115570" y="2540"/>
                  </a:lnTo>
                  <a:lnTo>
                    <a:pt x="203200" y="2540"/>
                  </a:lnTo>
                  <a:lnTo>
                    <a:pt x="203200" y="1270"/>
                  </a:lnTo>
                  <a:lnTo>
                    <a:pt x="203200" y="0"/>
                  </a:lnTo>
                  <a:close/>
                </a:path>
              </a:pathLst>
            </a:custGeom>
            <a:solidFill>
              <a:srgbClr val="336400"/>
            </a:solidFill>
          </p:spPr>
          <p:txBody>
            <a:bodyPr wrap="square" lIns="0" tIns="0" rIns="0" bIns="0" rtlCol="0"/>
            <a:lstStyle/>
            <a:p/>
          </p:txBody>
        </p:sp>
        <p:sp>
          <p:nvSpPr>
            <p:cNvPr id="1953" name="object 1953"/>
            <p:cNvSpPr/>
            <p:nvPr/>
          </p:nvSpPr>
          <p:spPr>
            <a:xfrm>
              <a:off x="6301740" y="1296670"/>
              <a:ext cx="203200" cy="8890"/>
            </a:xfrm>
            <a:custGeom>
              <a:avLst/>
              <a:gdLst/>
              <a:ahLst/>
              <a:cxnLst/>
              <a:rect l="l" t="t" r="r" b="b"/>
              <a:pathLst>
                <a:path w="203200" h="8890">
                  <a:moveTo>
                    <a:pt x="86360" y="0"/>
                  </a:moveTo>
                  <a:lnTo>
                    <a:pt x="0" y="0"/>
                  </a:lnTo>
                  <a:lnTo>
                    <a:pt x="0" y="8889"/>
                  </a:lnTo>
                  <a:lnTo>
                    <a:pt x="85089" y="8889"/>
                  </a:lnTo>
                  <a:lnTo>
                    <a:pt x="85089" y="1269"/>
                  </a:lnTo>
                  <a:lnTo>
                    <a:pt x="86360" y="1269"/>
                  </a:lnTo>
                  <a:lnTo>
                    <a:pt x="86360" y="0"/>
                  </a:lnTo>
                  <a:close/>
                </a:path>
                <a:path w="203200" h="8890">
                  <a:moveTo>
                    <a:pt x="203200" y="0"/>
                  </a:moveTo>
                  <a:lnTo>
                    <a:pt x="116839" y="0"/>
                  </a:lnTo>
                  <a:lnTo>
                    <a:pt x="116839" y="8889"/>
                  </a:lnTo>
                  <a:lnTo>
                    <a:pt x="203200" y="8889"/>
                  </a:lnTo>
                  <a:lnTo>
                    <a:pt x="203200" y="0"/>
                  </a:lnTo>
                  <a:close/>
                </a:path>
              </a:pathLst>
            </a:custGeom>
            <a:solidFill>
              <a:srgbClr val="346300"/>
            </a:solidFill>
          </p:spPr>
          <p:txBody>
            <a:bodyPr wrap="square" lIns="0" tIns="0" rIns="0" bIns="0" rtlCol="0"/>
            <a:lstStyle/>
            <a:p/>
          </p:txBody>
        </p:sp>
        <p:sp>
          <p:nvSpPr>
            <p:cNvPr id="1954" name="object 1954"/>
            <p:cNvSpPr/>
            <p:nvPr/>
          </p:nvSpPr>
          <p:spPr>
            <a:xfrm>
              <a:off x="6301740" y="1305559"/>
              <a:ext cx="203200" cy="7620"/>
            </a:xfrm>
            <a:custGeom>
              <a:avLst/>
              <a:gdLst/>
              <a:ahLst/>
              <a:cxnLst/>
              <a:rect l="l" t="t" r="r" b="b"/>
              <a:pathLst>
                <a:path w="203200" h="7619">
                  <a:moveTo>
                    <a:pt x="83820" y="1282"/>
                  </a:moveTo>
                  <a:lnTo>
                    <a:pt x="0" y="1282"/>
                  </a:lnTo>
                  <a:lnTo>
                    <a:pt x="0" y="7620"/>
                  </a:lnTo>
                  <a:lnTo>
                    <a:pt x="83820" y="7620"/>
                  </a:lnTo>
                  <a:lnTo>
                    <a:pt x="83820" y="1282"/>
                  </a:lnTo>
                  <a:close/>
                </a:path>
                <a:path w="203200" h="7619">
                  <a:moveTo>
                    <a:pt x="83820" y="0"/>
                  </a:moveTo>
                  <a:lnTo>
                    <a:pt x="0" y="0"/>
                  </a:lnTo>
                  <a:lnTo>
                    <a:pt x="0" y="1270"/>
                  </a:lnTo>
                  <a:lnTo>
                    <a:pt x="83820" y="1270"/>
                  </a:lnTo>
                  <a:lnTo>
                    <a:pt x="83820" y="0"/>
                  </a:lnTo>
                  <a:close/>
                </a:path>
                <a:path w="203200" h="7619">
                  <a:moveTo>
                    <a:pt x="203200" y="1282"/>
                  </a:moveTo>
                  <a:lnTo>
                    <a:pt x="118110" y="1282"/>
                  </a:lnTo>
                  <a:lnTo>
                    <a:pt x="118110" y="7620"/>
                  </a:lnTo>
                  <a:lnTo>
                    <a:pt x="203200" y="7620"/>
                  </a:lnTo>
                  <a:lnTo>
                    <a:pt x="203200" y="1282"/>
                  </a:lnTo>
                  <a:close/>
                </a:path>
                <a:path w="203200" h="7619">
                  <a:moveTo>
                    <a:pt x="203200" y="0"/>
                  </a:moveTo>
                  <a:lnTo>
                    <a:pt x="116840" y="0"/>
                  </a:lnTo>
                  <a:lnTo>
                    <a:pt x="116840" y="1270"/>
                  </a:lnTo>
                  <a:lnTo>
                    <a:pt x="203200" y="1270"/>
                  </a:lnTo>
                  <a:lnTo>
                    <a:pt x="203200" y="0"/>
                  </a:lnTo>
                  <a:close/>
                </a:path>
              </a:pathLst>
            </a:custGeom>
            <a:solidFill>
              <a:srgbClr val="356200"/>
            </a:solidFill>
          </p:spPr>
          <p:txBody>
            <a:bodyPr wrap="square" lIns="0" tIns="0" rIns="0" bIns="0" rtlCol="0"/>
            <a:lstStyle/>
            <a:p/>
          </p:txBody>
        </p:sp>
        <p:sp>
          <p:nvSpPr>
            <p:cNvPr id="1955" name="object 1955"/>
            <p:cNvSpPr/>
            <p:nvPr/>
          </p:nvSpPr>
          <p:spPr>
            <a:xfrm>
              <a:off x="6300470" y="1313180"/>
              <a:ext cx="204470" cy="8890"/>
            </a:xfrm>
            <a:custGeom>
              <a:avLst/>
              <a:gdLst/>
              <a:ahLst/>
              <a:cxnLst/>
              <a:rect l="l" t="t" r="r" b="b"/>
              <a:pathLst>
                <a:path w="204470" h="8890">
                  <a:moveTo>
                    <a:pt x="85089" y="0"/>
                  </a:moveTo>
                  <a:lnTo>
                    <a:pt x="1269" y="0"/>
                  </a:lnTo>
                  <a:lnTo>
                    <a:pt x="1269" y="2540"/>
                  </a:lnTo>
                  <a:lnTo>
                    <a:pt x="0" y="2540"/>
                  </a:lnTo>
                  <a:lnTo>
                    <a:pt x="0" y="8890"/>
                  </a:lnTo>
                  <a:lnTo>
                    <a:pt x="85089" y="8890"/>
                  </a:lnTo>
                  <a:lnTo>
                    <a:pt x="85089" y="0"/>
                  </a:lnTo>
                  <a:close/>
                </a:path>
                <a:path w="204470" h="8890">
                  <a:moveTo>
                    <a:pt x="204470" y="0"/>
                  </a:moveTo>
                  <a:lnTo>
                    <a:pt x="119379" y="0"/>
                  </a:lnTo>
                  <a:lnTo>
                    <a:pt x="119379" y="3810"/>
                  </a:lnTo>
                  <a:lnTo>
                    <a:pt x="120650" y="3810"/>
                  </a:lnTo>
                  <a:lnTo>
                    <a:pt x="120650" y="8890"/>
                  </a:lnTo>
                  <a:lnTo>
                    <a:pt x="204470" y="8890"/>
                  </a:lnTo>
                  <a:lnTo>
                    <a:pt x="204470" y="0"/>
                  </a:lnTo>
                  <a:close/>
                </a:path>
              </a:pathLst>
            </a:custGeom>
            <a:solidFill>
              <a:srgbClr val="366100"/>
            </a:solidFill>
          </p:spPr>
          <p:txBody>
            <a:bodyPr wrap="square" lIns="0" tIns="0" rIns="0" bIns="0" rtlCol="0"/>
            <a:lstStyle/>
            <a:p/>
          </p:txBody>
        </p:sp>
        <p:sp>
          <p:nvSpPr>
            <p:cNvPr id="1956" name="object 1956"/>
            <p:cNvSpPr/>
            <p:nvPr/>
          </p:nvSpPr>
          <p:spPr>
            <a:xfrm>
              <a:off x="6300470" y="1322070"/>
              <a:ext cx="204470" cy="7620"/>
            </a:xfrm>
            <a:custGeom>
              <a:avLst/>
              <a:gdLst/>
              <a:ahLst/>
              <a:cxnLst/>
              <a:rect l="l" t="t" r="r" b="b"/>
              <a:pathLst>
                <a:path w="204470" h="7619">
                  <a:moveTo>
                    <a:pt x="85089" y="0"/>
                  </a:moveTo>
                  <a:lnTo>
                    <a:pt x="0" y="0"/>
                  </a:lnTo>
                  <a:lnTo>
                    <a:pt x="0" y="7619"/>
                  </a:lnTo>
                  <a:lnTo>
                    <a:pt x="83820" y="7619"/>
                  </a:lnTo>
                  <a:lnTo>
                    <a:pt x="83820" y="3809"/>
                  </a:lnTo>
                  <a:lnTo>
                    <a:pt x="85089" y="3809"/>
                  </a:lnTo>
                  <a:lnTo>
                    <a:pt x="85089" y="0"/>
                  </a:lnTo>
                  <a:close/>
                </a:path>
                <a:path w="204470" h="7619">
                  <a:moveTo>
                    <a:pt x="204470" y="0"/>
                  </a:moveTo>
                  <a:lnTo>
                    <a:pt x="120650" y="0"/>
                  </a:lnTo>
                  <a:lnTo>
                    <a:pt x="120650" y="7619"/>
                  </a:lnTo>
                  <a:lnTo>
                    <a:pt x="204470" y="7619"/>
                  </a:lnTo>
                  <a:lnTo>
                    <a:pt x="204470" y="0"/>
                  </a:lnTo>
                  <a:close/>
                </a:path>
              </a:pathLst>
            </a:custGeom>
            <a:solidFill>
              <a:srgbClr val="376000"/>
            </a:solidFill>
          </p:spPr>
          <p:txBody>
            <a:bodyPr wrap="square" lIns="0" tIns="0" rIns="0" bIns="0" rtlCol="0"/>
            <a:lstStyle/>
            <a:p/>
          </p:txBody>
        </p:sp>
        <p:sp>
          <p:nvSpPr>
            <p:cNvPr id="1957" name="object 1957"/>
            <p:cNvSpPr/>
            <p:nvPr/>
          </p:nvSpPr>
          <p:spPr>
            <a:xfrm>
              <a:off x="6300470" y="132968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0650" y="0"/>
                  </a:lnTo>
                  <a:lnTo>
                    <a:pt x="120650" y="7620"/>
                  </a:lnTo>
                  <a:lnTo>
                    <a:pt x="204470" y="7620"/>
                  </a:lnTo>
                  <a:lnTo>
                    <a:pt x="204470" y="0"/>
                  </a:lnTo>
                  <a:close/>
                </a:path>
              </a:pathLst>
            </a:custGeom>
            <a:solidFill>
              <a:srgbClr val="385F00"/>
            </a:solidFill>
          </p:spPr>
          <p:txBody>
            <a:bodyPr wrap="square" lIns="0" tIns="0" rIns="0" bIns="0" rtlCol="0"/>
            <a:lstStyle/>
            <a:p/>
          </p:txBody>
        </p:sp>
        <p:sp>
          <p:nvSpPr>
            <p:cNvPr id="1958" name="object 1958"/>
            <p:cNvSpPr/>
            <p:nvPr/>
          </p:nvSpPr>
          <p:spPr>
            <a:xfrm>
              <a:off x="6300470" y="1337310"/>
              <a:ext cx="204470" cy="8890"/>
            </a:xfrm>
            <a:custGeom>
              <a:avLst/>
              <a:gdLst/>
              <a:ahLst/>
              <a:cxnLst/>
              <a:rect l="l" t="t" r="r" b="b"/>
              <a:pathLst>
                <a:path w="204470" h="8890">
                  <a:moveTo>
                    <a:pt x="83820" y="0"/>
                  </a:moveTo>
                  <a:lnTo>
                    <a:pt x="0" y="0"/>
                  </a:lnTo>
                  <a:lnTo>
                    <a:pt x="0" y="8889"/>
                  </a:lnTo>
                  <a:lnTo>
                    <a:pt x="83820" y="8889"/>
                  </a:lnTo>
                  <a:lnTo>
                    <a:pt x="83820" y="0"/>
                  </a:lnTo>
                  <a:close/>
                </a:path>
                <a:path w="204470" h="8890">
                  <a:moveTo>
                    <a:pt x="204470" y="0"/>
                  </a:moveTo>
                  <a:lnTo>
                    <a:pt x="120650" y="0"/>
                  </a:lnTo>
                  <a:lnTo>
                    <a:pt x="120650" y="1269"/>
                  </a:lnTo>
                  <a:lnTo>
                    <a:pt x="121919" y="1269"/>
                  </a:lnTo>
                  <a:lnTo>
                    <a:pt x="121919" y="8889"/>
                  </a:lnTo>
                  <a:lnTo>
                    <a:pt x="204470" y="8889"/>
                  </a:lnTo>
                  <a:lnTo>
                    <a:pt x="204470" y="0"/>
                  </a:lnTo>
                  <a:close/>
                </a:path>
              </a:pathLst>
            </a:custGeom>
            <a:solidFill>
              <a:srgbClr val="395E00"/>
            </a:solidFill>
          </p:spPr>
          <p:txBody>
            <a:bodyPr wrap="square" lIns="0" tIns="0" rIns="0" bIns="0" rtlCol="0"/>
            <a:lstStyle/>
            <a:p/>
          </p:txBody>
        </p:sp>
        <p:sp>
          <p:nvSpPr>
            <p:cNvPr id="1959" name="object 1959"/>
            <p:cNvSpPr/>
            <p:nvPr/>
          </p:nvSpPr>
          <p:spPr>
            <a:xfrm>
              <a:off x="6300470" y="134619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3A5D00"/>
            </a:solidFill>
          </p:spPr>
          <p:txBody>
            <a:bodyPr wrap="square" lIns="0" tIns="0" rIns="0" bIns="0" rtlCol="0"/>
            <a:lstStyle/>
            <a:p/>
          </p:txBody>
        </p:sp>
        <p:sp>
          <p:nvSpPr>
            <p:cNvPr id="1960" name="object 1960"/>
            <p:cNvSpPr/>
            <p:nvPr/>
          </p:nvSpPr>
          <p:spPr>
            <a:xfrm>
              <a:off x="6300470" y="1353819"/>
              <a:ext cx="204470" cy="8890"/>
            </a:xfrm>
            <a:custGeom>
              <a:avLst/>
              <a:gdLst/>
              <a:ahLst/>
              <a:cxnLst/>
              <a:rect l="l" t="t" r="r" b="b"/>
              <a:pathLst>
                <a:path w="204470" h="8890">
                  <a:moveTo>
                    <a:pt x="83820" y="0"/>
                  </a:moveTo>
                  <a:lnTo>
                    <a:pt x="0" y="0"/>
                  </a:lnTo>
                  <a:lnTo>
                    <a:pt x="0" y="8890"/>
                  </a:lnTo>
                  <a:lnTo>
                    <a:pt x="83820" y="8890"/>
                  </a:lnTo>
                  <a:lnTo>
                    <a:pt x="83820" y="0"/>
                  </a:lnTo>
                  <a:close/>
                </a:path>
                <a:path w="204470" h="8890">
                  <a:moveTo>
                    <a:pt x="204470" y="0"/>
                  </a:moveTo>
                  <a:lnTo>
                    <a:pt x="121920" y="0"/>
                  </a:lnTo>
                  <a:lnTo>
                    <a:pt x="121920" y="8890"/>
                  </a:lnTo>
                  <a:lnTo>
                    <a:pt x="204470" y="8890"/>
                  </a:lnTo>
                  <a:lnTo>
                    <a:pt x="204470" y="0"/>
                  </a:lnTo>
                  <a:close/>
                </a:path>
              </a:pathLst>
            </a:custGeom>
            <a:solidFill>
              <a:srgbClr val="3B5C00"/>
            </a:solidFill>
          </p:spPr>
          <p:txBody>
            <a:bodyPr wrap="square" lIns="0" tIns="0" rIns="0" bIns="0" rtlCol="0"/>
            <a:lstStyle/>
            <a:p/>
          </p:txBody>
        </p:sp>
        <p:sp>
          <p:nvSpPr>
            <p:cNvPr id="1961" name="object 1961"/>
            <p:cNvSpPr/>
            <p:nvPr/>
          </p:nvSpPr>
          <p:spPr>
            <a:xfrm>
              <a:off x="6300470" y="136270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3C5B00"/>
            </a:solidFill>
          </p:spPr>
          <p:txBody>
            <a:bodyPr wrap="square" lIns="0" tIns="0" rIns="0" bIns="0" rtlCol="0"/>
            <a:lstStyle/>
            <a:p/>
          </p:txBody>
        </p:sp>
        <p:sp>
          <p:nvSpPr>
            <p:cNvPr id="1962" name="object 1962"/>
            <p:cNvSpPr/>
            <p:nvPr/>
          </p:nvSpPr>
          <p:spPr>
            <a:xfrm>
              <a:off x="6300470" y="1370329"/>
              <a:ext cx="204470" cy="8890"/>
            </a:xfrm>
            <a:custGeom>
              <a:avLst/>
              <a:gdLst/>
              <a:ahLst/>
              <a:cxnLst/>
              <a:rect l="l" t="t" r="r" b="b"/>
              <a:pathLst>
                <a:path w="204470" h="8890">
                  <a:moveTo>
                    <a:pt x="83820" y="0"/>
                  </a:moveTo>
                  <a:lnTo>
                    <a:pt x="0" y="0"/>
                  </a:lnTo>
                  <a:lnTo>
                    <a:pt x="0" y="8890"/>
                  </a:lnTo>
                  <a:lnTo>
                    <a:pt x="83820" y="8890"/>
                  </a:lnTo>
                  <a:lnTo>
                    <a:pt x="83820" y="0"/>
                  </a:lnTo>
                  <a:close/>
                </a:path>
                <a:path w="204470" h="8890">
                  <a:moveTo>
                    <a:pt x="204470" y="0"/>
                  </a:moveTo>
                  <a:lnTo>
                    <a:pt x="121920" y="0"/>
                  </a:lnTo>
                  <a:lnTo>
                    <a:pt x="121920" y="8890"/>
                  </a:lnTo>
                  <a:lnTo>
                    <a:pt x="204470" y="8890"/>
                  </a:lnTo>
                  <a:lnTo>
                    <a:pt x="204470" y="0"/>
                  </a:lnTo>
                  <a:close/>
                </a:path>
              </a:pathLst>
            </a:custGeom>
            <a:solidFill>
              <a:srgbClr val="3D5A00"/>
            </a:solidFill>
          </p:spPr>
          <p:txBody>
            <a:bodyPr wrap="square" lIns="0" tIns="0" rIns="0" bIns="0" rtlCol="0"/>
            <a:lstStyle/>
            <a:p/>
          </p:txBody>
        </p:sp>
        <p:sp>
          <p:nvSpPr>
            <p:cNvPr id="1963" name="object 1963"/>
            <p:cNvSpPr/>
            <p:nvPr/>
          </p:nvSpPr>
          <p:spPr>
            <a:xfrm>
              <a:off x="6300470" y="137921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3E5900"/>
            </a:solidFill>
          </p:spPr>
          <p:txBody>
            <a:bodyPr wrap="square" lIns="0" tIns="0" rIns="0" bIns="0" rtlCol="0"/>
            <a:lstStyle/>
            <a:p/>
          </p:txBody>
        </p:sp>
        <p:sp>
          <p:nvSpPr>
            <p:cNvPr id="1964" name="object 1964"/>
            <p:cNvSpPr/>
            <p:nvPr/>
          </p:nvSpPr>
          <p:spPr>
            <a:xfrm>
              <a:off x="6300470" y="138683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3F5800"/>
            </a:solidFill>
          </p:spPr>
          <p:txBody>
            <a:bodyPr wrap="square" lIns="0" tIns="0" rIns="0" bIns="0" rtlCol="0"/>
            <a:lstStyle/>
            <a:p/>
          </p:txBody>
        </p:sp>
        <p:sp>
          <p:nvSpPr>
            <p:cNvPr id="1965" name="object 1965"/>
            <p:cNvSpPr/>
            <p:nvPr/>
          </p:nvSpPr>
          <p:spPr>
            <a:xfrm>
              <a:off x="6300470" y="1394459"/>
              <a:ext cx="204470" cy="8890"/>
            </a:xfrm>
            <a:custGeom>
              <a:avLst/>
              <a:gdLst/>
              <a:ahLst/>
              <a:cxnLst/>
              <a:rect l="l" t="t" r="r" b="b"/>
              <a:pathLst>
                <a:path w="204470" h="8890">
                  <a:moveTo>
                    <a:pt x="83820" y="0"/>
                  </a:moveTo>
                  <a:lnTo>
                    <a:pt x="0" y="0"/>
                  </a:lnTo>
                  <a:lnTo>
                    <a:pt x="0" y="8890"/>
                  </a:lnTo>
                  <a:lnTo>
                    <a:pt x="83820" y="8890"/>
                  </a:lnTo>
                  <a:lnTo>
                    <a:pt x="83820" y="0"/>
                  </a:lnTo>
                  <a:close/>
                </a:path>
                <a:path w="204470" h="8890">
                  <a:moveTo>
                    <a:pt x="204470" y="0"/>
                  </a:moveTo>
                  <a:lnTo>
                    <a:pt x="121920" y="0"/>
                  </a:lnTo>
                  <a:lnTo>
                    <a:pt x="121920" y="8890"/>
                  </a:lnTo>
                  <a:lnTo>
                    <a:pt x="204470" y="8890"/>
                  </a:lnTo>
                  <a:lnTo>
                    <a:pt x="204470" y="0"/>
                  </a:lnTo>
                  <a:close/>
                </a:path>
              </a:pathLst>
            </a:custGeom>
            <a:solidFill>
              <a:srgbClr val="405700"/>
            </a:solidFill>
          </p:spPr>
          <p:txBody>
            <a:bodyPr wrap="square" lIns="0" tIns="0" rIns="0" bIns="0" rtlCol="0"/>
            <a:lstStyle/>
            <a:p/>
          </p:txBody>
        </p:sp>
        <p:sp>
          <p:nvSpPr>
            <p:cNvPr id="1966" name="object 1966"/>
            <p:cNvSpPr/>
            <p:nvPr/>
          </p:nvSpPr>
          <p:spPr>
            <a:xfrm>
              <a:off x="6300470" y="1403350"/>
              <a:ext cx="204470" cy="7620"/>
            </a:xfrm>
            <a:custGeom>
              <a:avLst/>
              <a:gdLst/>
              <a:ahLst/>
              <a:cxnLst/>
              <a:rect l="l" t="t" r="r" b="b"/>
              <a:pathLst>
                <a:path w="204470" h="7619">
                  <a:moveTo>
                    <a:pt x="83819" y="0"/>
                  </a:moveTo>
                  <a:lnTo>
                    <a:pt x="0" y="0"/>
                  </a:lnTo>
                  <a:lnTo>
                    <a:pt x="0" y="7620"/>
                  </a:lnTo>
                  <a:lnTo>
                    <a:pt x="83819" y="7620"/>
                  </a:lnTo>
                  <a:lnTo>
                    <a:pt x="83819" y="0"/>
                  </a:lnTo>
                  <a:close/>
                </a:path>
                <a:path w="204470" h="7619">
                  <a:moveTo>
                    <a:pt x="204470" y="0"/>
                  </a:moveTo>
                  <a:lnTo>
                    <a:pt x="121919" y="0"/>
                  </a:lnTo>
                  <a:lnTo>
                    <a:pt x="121919" y="6350"/>
                  </a:lnTo>
                  <a:lnTo>
                    <a:pt x="120650" y="6350"/>
                  </a:lnTo>
                  <a:lnTo>
                    <a:pt x="120650" y="7620"/>
                  </a:lnTo>
                  <a:lnTo>
                    <a:pt x="204470" y="7620"/>
                  </a:lnTo>
                  <a:lnTo>
                    <a:pt x="204470" y="0"/>
                  </a:lnTo>
                  <a:close/>
                </a:path>
              </a:pathLst>
            </a:custGeom>
            <a:solidFill>
              <a:srgbClr val="415600"/>
            </a:solidFill>
          </p:spPr>
          <p:txBody>
            <a:bodyPr wrap="square" lIns="0" tIns="0" rIns="0" bIns="0" rtlCol="0"/>
            <a:lstStyle/>
            <a:p/>
          </p:txBody>
        </p:sp>
        <p:sp>
          <p:nvSpPr>
            <p:cNvPr id="1967" name="object 1967"/>
            <p:cNvSpPr/>
            <p:nvPr/>
          </p:nvSpPr>
          <p:spPr>
            <a:xfrm>
              <a:off x="6300470" y="1410970"/>
              <a:ext cx="204470" cy="8890"/>
            </a:xfrm>
            <a:custGeom>
              <a:avLst/>
              <a:gdLst/>
              <a:ahLst/>
              <a:cxnLst/>
              <a:rect l="l" t="t" r="r" b="b"/>
              <a:pathLst>
                <a:path w="204470" h="8890">
                  <a:moveTo>
                    <a:pt x="83819" y="0"/>
                  </a:moveTo>
                  <a:lnTo>
                    <a:pt x="0" y="0"/>
                  </a:lnTo>
                  <a:lnTo>
                    <a:pt x="0" y="5079"/>
                  </a:lnTo>
                  <a:lnTo>
                    <a:pt x="1269" y="5079"/>
                  </a:lnTo>
                  <a:lnTo>
                    <a:pt x="1269" y="8889"/>
                  </a:lnTo>
                  <a:lnTo>
                    <a:pt x="83819" y="8889"/>
                  </a:lnTo>
                  <a:lnTo>
                    <a:pt x="83819" y="0"/>
                  </a:lnTo>
                  <a:close/>
                </a:path>
                <a:path w="204470" h="8890">
                  <a:moveTo>
                    <a:pt x="204470" y="0"/>
                  </a:moveTo>
                  <a:lnTo>
                    <a:pt x="120650" y="0"/>
                  </a:lnTo>
                  <a:lnTo>
                    <a:pt x="120650" y="8889"/>
                  </a:lnTo>
                  <a:lnTo>
                    <a:pt x="204470" y="8889"/>
                  </a:lnTo>
                  <a:lnTo>
                    <a:pt x="204470" y="0"/>
                  </a:lnTo>
                  <a:close/>
                </a:path>
              </a:pathLst>
            </a:custGeom>
            <a:solidFill>
              <a:srgbClr val="425500"/>
            </a:solidFill>
          </p:spPr>
          <p:txBody>
            <a:bodyPr wrap="square" lIns="0" tIns="0" rIns="0" bIns="0" rtlCol="0"/>
            <a:lstStyle/>
            <a:p/>
          </p:txBody>
        </p:sp>
        <p:sp>
          <p:nvSpPr>
            <p:cNvPr id="1968" name="object 1968"/>
            <p:cNvSpPr/>
            <p:nvPr/>
          </p:nvSpPr>
          <p:spPr>
            <a:xfrm>
              <a:off x="6301740" y="1419860"/>
              <a:ext cx="203200" cy="7620"/>
            </a:xfrm>
            <a:custGeom>
              <a:avLst/>
              <a:gdLst/>
              <a:ahLst/>
              <a:cxnLst/>
              <a:rect l="l" t="t" r="r" b="b"/>
              <a:pathLst>
                <a:path w="203200" h="7619">
                  <a:moveTo>
                    <a:pt x="82550" y="0"/>
                  </a:moveTo>
                  <a:lnTo>
                    <a:pt x="0" y="0"/>
                  </a:lnTo>
                  <a:lnTo>
                    <a:pt x="0" y="7619"/>
                  </a:lnTo>
                  <a:lnTo>
                    <a:pt x="83820" y="7619"/>
                  </a:lnTo>
                  <a:lnTo>
                    <a:pt x="83820" y="3810"/>
                  </a:lnTo>
                  <a:lnTo>
                    <a:pt x="82550" y="3810"/>
                  </a:lnTo>
                  <a:lnTo>
                    <a:pt x="82550" y="0"/>
                  </a:lnTo>
                  <a:close/>
                </a:path>
                <a:path w="203200" h="7619">
                  <a:moveTo>
                    <a:pt x="203200" y="0"/>
                  </a:moveTo>
                  <a:lnTo>
                    <a:pt x="119380" y="0"/>
                  </a:lnTo>
                  <a:lnTo>
                    <a:pt x="119380" y="7619"/>
                  </a:lnTo>
                  <a:lnTo>
                    <a:pt x="203200" y="7619"/>
                  </a:lnTo>
                  <a:lnTo>
                    <a:pt x="203200" y="0"/>
                  </a:lnTo>
                  <a:close/>
                </a:path>
              </a:pathLst>
            </a:custGeom>
            <a:solidFill>
              <a:srgbClr val="435400"/>
            </a:solidFill>
          </p:spPr>
          <p:txBody>
            <a:bodyPr wrap="square" lIns="0" tIns="0" rIns="0" bIns="0" rtlCol="0"/>
            <a:lstStyle/>
            <a:p/>
          </p:txBody>
        </p:sp>
        <p:sp>
          <p:nvSpPr>
            <p:cNvPr id="1969" name="object 1969"/>
            <p:cNvSpPr/>
            <p:nvPr/>
          </p:nvSpPr>
          <p:spPr>
            <a:xfrm>
              <a:off x="6301740" y="1427480"/>
              <a:ext cx="203200" cy="8890"/>
            </a:xfrm>
            <a:custGeom>
              <a:avLst/>
              <a:gdLst/>
              <a:ahLst/>
              <a:cxnLst/>
              <a:rect l="l" t="t" r="r" b="b"/>
              <a:pathLst>
                <a:path w="203200" h="8890">
                  <a:moveTo>
                    <a:pt x="83820" y="0"/>
                  </a:moveTo>
                  <a:lnTo>
                    <a:pt x="0" y="0"/>
                  </a:lnTo>
                  <a:lnTo>
                    <a:pt x="0" y="8890"/>
                  </a:lnTo>
                  <a:lnTo>
                    <a:pt x="83820" y="8890"/>
                  </a:lnTo>
                  <a:lnTo>
                    <a:pt x="83820" y="0"/>
                  </a:lnTo>
                  <a:close/>
                </a:path>
                <a:path w="203200" h="8890">
                  <a:moveTo>
                    <a:pt x="203200" y="0"/>
                  </a:moveTo>
                  <a:lnTo>
                    <a:pt x="119380" y="0"/>
                  </a:lnTo>
                  <a:lnTo>
                    <a:pt x="119380" y="6350"/>
                  </a:lnTo>
                  <a:lnTo>
                    <a:pt x="118110" y="6350"/>
                  </a:lnTo>
                  <a:lnTo>
                    <a:pt x="118110" y="8890"/>
                  </a:lnTo>
                  <a:lnTo>
                    <a:pt x="203200" y="8890"/>
                  </a:lnTo>
                  <a:lnTo>
                    <a:pt x="203200" y="0"/>
                  </a:lnTo>
                  <a:close/>
                </a:path>
              </a:pathLst>
            </a:custGeom>
            <a:solidFill>
              <a:srgbClr val="445300"/>
            </a:solidFill>
          </p:spPr>
          <p:txBody>
            <a:bodyPr wrap="square" lIns="0" tIns="0" rIns="0" bIns="0" rtlCol="0"/>
            <a:lstStyle/>
            <a:p/>
          </p:txBody>
        </p:sp>
        <p:sp>
          <p:nvSpPr>
            <p:cNvPr id="1970" name="object 1970"/>
            <p:cNvSpPr/>
            <p:nvPr/>
          </p:nvSpPr>
          <p:spPr>
            <a:xfrm>
              <a:off x="6301740" y="1436369"/>
              <a:ext cx="203200" cy="7620"/>
            </a:xfrm>
            <a:custGeom>
              <a:avLst/>
              <a:gdLst/>
              <a:ahLst/>
              <a:cxnLst/>
              <a:rect l="l" t="t" r="r" b="b"/>
              <a:pathLst>
                <a:path w="203200" h="7619">
                  <a:moveTo>
                    <a:pt x="83820" y="0"/>
                  </a:moveTo>
                  <a:lnTo>
                    <a:pt x="0" y="0"/>
                  </a:lnTo>
                  <a:lnTo>
                    <a:pt x="0" y="7620"/>
                  </a:lnTo>
                  <a:lnTo>
                    <a:pt x="83820" y="7620"/>
                  </a:lnTo>
                  <a:lnTo>
                    <a:pt x="83820" y="0"/>
                  </a:lnTo>
                  <a:close/>
                </a:path>
                <a:path w="203200" h="7619">
                  <a:moveTo>
                    <a:pt x="203200" y="0"/>
                  </a:moveTo>
                  <a:lnTo>
                    <a:pt x="118110" y="0"/>
                  </a:lnTo>
                  <a:lnTo>
                    <a:pt x="118110" y="7620"/>
                  </a:lnTo>
                  <a:lnTo>
                    <a:pt x="203200" y="7620"/>
                  </a:lnTo>
                  <a:lnTo>
                    <a:pt x="203200" y="0"/>
                  </a:lnTo>
                  <a:close/>
                </a:path>
              </a:pathLst>
            </a:custGeom>
            <a:solidFill>
              <a:srgbClr val="455200"/>
            </a:solidFill>
          </p:spPr>
          <p:txBody>
            <a:bodyPr wrap="square" lIns="0" tIns="0" rIns="0" bIns="0" rtlCol="0"/>
            <a:lstStyle/>
            <a:p/>
          </p:txBody>
        </p:sp>
        <p:sp>
          <p:nvSpPr>
            <p:cNvPr id="1971" name="object 1971"/>
            <p:cNvSpPr/>
            <p:nvPr/>
          </p:nvSpPr>
          <p:spPr>
            <a:xfrm>
              <a:off x="6301740" y="1443990"/>
              <a:ext cx="203200" cy="8890"/>
            </a:xfrm>
            <a:custGeom>
              <a:avLst/>
              <a:gdLst/>
              <a:ahLst/>
              <a:cxnLst/>
              <a:rect l="l" t="t" r="r" b="b"/>
              <a:pathLst>
                <a:path w="203200" h="8890">
                  <a:moveTo>
                    <a:pt x="85089" y="0"/>
                  </a:moveTo>
                  <a:lnTo>
                    <a:pt x="0" y="0"/>
                  </a:lnTo>
                  <a:lnTo>
                    <a:pt x="0" y="2539"/>
                  </a:lnTo>
                  <a:lnTo>
                    <a:pt x="1270" y="2539"/>
                  </a:lnTo>
                  <a:lnTo>
                    <a:pt x="1270" y="8889"/>
                  </a:lnTo>
                  <a:lnTo>
                    <a:pt x="86360" y="8889"/>
                  </a:lnTo>
                  <a:lnTo>
                    <a:pt x="86360" y="6350"/>
                  </a:lnTo>
                  <a:lnTo>
                    <a:pt x="85090" y="6350"/>
                  </a:lnTo>
                  <a:lnTo>
                    <a:pt x="85089" y="0"/>
                  </a:lnTo>
                  <a:close/>
                </a:path>
                <a:path w="203200" h="8890">
                  <a:moveTo>
                    <a:pt x="203200" y="0"/>
                  </a:moveTo>
                  <a:lnTo>
                    <a:pt x="116839" y="0"/>
                  </a:lnTo>
                  <a:lnTo>
                    <a:pt x="116839" y="8889"/>
                  </a:lnTo>
                  <a:lnTo>
                    <a:pt x="203200" y="8889"/>
                  </a:lnTo>
                  <a:lnTo>
                    <a:pt x="203200" y="0"/>
                  </a:lnTo>
                  <a:close/>
                </a:path>
              </a:pathLst>
            </a:custGeom>
            <a:solidFill>
              <a:srgbClr val="465100"/>
            </a:solidFill>
          </p:spPr>
          <p:txBody>
            <a:bodyPr wrap="square" lIns="0" tIns="0" rIns="0" bIns="0" rtlCol="0"/>
            <a:lstStyle/>
            <a:p/>
          </p:txBody>
        </p:sp>
        <p:sp>
          <p:nvSpPr>
            <p:cNvPr id="1972" name="object 1972"/>
            <p:cNvSpPr/>
            <p:nvPr/>
          </p:nvSpPr>
          <p:spPr>
            <a:xfrm>
              <a:off x="6303010" y="1452880"/>
              <a:ext cx="201930" cy="7620"/>
            </a:xfrm>
            <a:custGeom>
              <a:avLst/>
              <a:gdLst/>
              <a:ahLst/>
              <a:cxnLst/>
              <a:rect l="l" t="t" r="r" b="b"/>
              <a:pathLst>
                <a:path w="201929" h="7619">
                  <a:moveTo>
                    <a:pt x="85089" y="0"/>
                  </a:moveTo>
                  <a:lnTo>
                    <a:pt x="0" y="0"/>
                  </a:lnTo>
                  <a:lnTo>
                    <a:pt x="0" y="7620"/>
                  </a:lnTo>
                  <a:lnTo>
                    <a:pt x="86360" y="7620"/>
                  </a:lnTo>
                  <a:lnTo>
                    <a:pt x="86360" y="3810"/>
                  </a:lnTo>
                  <a:lnTo>
                    <a:pt x="85089" y="3810"/>
                  </a:lnTo>
                  <a:lnTo>
                    <a:pt x="85089" y="0"/>
                  </a:lnTo>
                  <a:close/>
                </a:path>
                <a:path w="201929" h="7619">
                  <a:moveTo>
                    <a:pt x="201930" y="0"/>
                  </a:moveTo>
                  <a:lnTo>
                    <a:pt x="115569" y="0"/>
                  </a:lnTo>
                  <a:lnTo>
                    <a:pt x="115569" y="1270"/>
                  </a:lnTo>
                  <a:lnTo>
                    <a:pt x="114300" y="1270"/>
                  </a:lnTo>
                  <a:lnTo>
                    <a:pt x="114300" y="7620"/>
                  </a:lnTo>
                  <a:lnTo>
                    <a:pt x="201930" y="7620"/>
                  </a:lnTo>
                  <a:lnTo>
                    <a:pt x="201930" y="0"/>
                  </a:lnTo>
                  <a:close/>
                </a:path>
              </a:pathLst>
            </a:custGeom>
            <a:solidFill>
              <a:srgbClr val="475000"/>
            </a:solidFill>
          </p:spPr>
          <p:txBody>
            <a:bodyPr wrap="square" lIns="0" tIns="0" rIns="0" bIns="0" rtlCol="0"/>
            <a:lstStyle/>
            <a:p/>
          </p:txBody>
        </p:sp>
        <p:sp>
          <p:nvSpPr>
            <p:cNvPr id="1973" name="object 1973"/>
            <p:cNvSpPr/>
            <p:nvPr/>
          </p:nvSpPr>
          <p:spPr>
            <a:xfrm>
              <a:off x="6303010" y="1460499"/>
              <a:ext cx="201930" cy="8890"/>
            </a:xfrm>
            <a:custGeom>
              <a:avLst/>
              <a:gdLst/>
              <a:ahLst/>
              <a:cxnLst/>
              <a:rect l="l" t="t" r="r" b="b"/>
              <a:pathLst>
                <a:path w="201929" h="8890">
                  <a:moveTo>
                    <a:pt x="87630" y="5080"/>
                  </a:moveTo>
                  <a:lnTo>
                    <a:pt x="86360" y="5080"/>
                  </a:lnTo>
                  <a:lnTo>
                    <a:pt x="86360" y="0"/>
                  </a:lnTo>
                  <a:lnTo>
                    <a:pt x="0" y="0"/>
                  </a:lnTo>
                  <a:lnTo>
                    <a:pt x="0" y="5080"/>
                  </a:lnTo>
                  <a:lnTo>
                    <a:pt x="0" y="7620"/>
                  </a:lnTo>
                  <a:lnTo>
                    <a:pt x="1270" y="7620"/>
                  </a:lnTo>
                  <a:lnTo>
                    <a:pt x="1270" y="8890"/>
                  </a:lnTo>
                  <a:lnTo>
                    <a:pt x="87630" y="8890"/>
                  </a:lnTo>
                  <a:lnTo>
                    <a:pt x="87630" y="7620"/>
                  </a:lnTo>
                  <a:lnTo>
                    <a:pt x="87630" y="5080"/>
                  </a:lnTo>
                  <a:close/>
                </a:path>
                <a:path w="201929" h="8890">
                  <a:moveTo>
                    <a:pt x="201930" y="5092"/>
                  </a:moveTo>
                  <a:lnTo>
                    <a:pt x="111760" y="5092"/>
                  </a:lnTo>
                  <a:lnTo>
                    <a:pt x="111760" y="8890"/>
                  </a:lnTo>
                  <a:lnTo>
                    <a:pt x="201930" y="8890"/>
                  </a:lnTo>
                  <a:lnTo>
                    <a:pt x="201930" y="5092"/>
                  </a:lnTo>
                  <a:close/>
                </a:path>
                <a:path w="201929" h="8890">
                  <a:moveTo>
                    <a:pt x="201930" y="0"/>
                  </a:moveTo>
                  <a:lnTo>
                    <a:pt x="113030" y="0"/>
                  </a:lnTo>
                  <a:lnTo>
                    <a:pt x="113030" y="5080"/>
                  </a:lnTo>
                  <a:lnTo>
                    <a:pt x="201930" y="5080"/>
                  </a:lnTo>
                  <a:lnTo>
                    <a:pt x="201930" y="0"/>
                  </a:lnTo>
                  <a:close/>
                </a:path>
              </a:pathLst>
            </a:custGeom>
            <a:solidFill>
              <a:srgbClr val="484F00"/>
            </a:solidFill>
          </p:spPr>
          <p:txBody>
            <a:bodyPr wrap="square" lIns="0" tIns="0" rIns="0" bIns="0" rtlCol="0"/>
            <a:lstStyle/>
            <a:p/>
          </p:txBody>
        </p:sp>
        <p:sp>
          <p:nvSpPr>
            <p:cNvPr id="1974" name="object 1974"/>
            <p:cNvSpPr/>
            <p:nvPr/>
          </p:nvSpPr>
          <p:spPr>
            <a:xfrm>
              <a:off x="6304280" y="1469389"/>
              <a:ext cx="200660" cy="7620"/>
            </a:xfrm>
            <a:custGeom>
              <a:avLst/>
              <a:gdLst/>
              <a:ahLst/>
              <a:cxnLst/>
              <a:rect l="l" t="t" r="r" b="b"/>
              <a:pathLst>
                <a:path w="200659" h="7619">
                  <a:moveTo>
                    <a:pt x="90170" y="6350"/>
                  </a:moveTo>
                  <a:lnTo>
                    <a:pt x="88900" y="6350"/>
                  </a:lnTo>
                  <a:lnTo>
                    <a:pt x="88900" y="2540"/>
                  </a:lnTo>
                  <a:lnTo>
                    <a:pt x="87617" y="2540"/>
                  </a:lnTo>
                  <a:lnTo>
                    <a:pt x="87617" y="0"/>
                  </a:lnTo>
                  <a:lnTo>
                    <a:pt x="0" y="0"/>
                  </a:lnTo>
                  <a:lnTo>
                    <a:pt x="0" y="2540"/>
                  </a:lnTo>
                  <a:lnTo>
                    <a:pt x="0" y="6350"/>
                  </a:lnTo>
                  <a:lnTo>
                    <a:pt x="0" y="7620"/>
                  </a:lnTo>
                  <a:lnTo>
                    <a:pt x="90170" y="7620"/>
                  </a:lnTo>
                  <a:lnTo>
                    <a:pt x="90170" y="6350"/>
                  </a:lnTo>
                  <a:close/>
                </a:path>
                <a:path w="200659" h="7619">
                  <a:moveTo>
                    <a:pt x="200660" y="0"/>
                  </a:moveTo>
                  <a:lnTo>
                    <a:pt x="110490" y="0"/>
                  </a:lnTo>
                  <a:lnTo>
                    <a:pt x="110490" y="1270"/>
                  </a:lnTo>
                  <a:lnTo>
                    <a:pt x="109220" y="1270"/>
                  </a:lnTo>
                  <a:lnTo>
                    <a:pt x="109220" y="2540"/>
                  </a:lnTo>
                  <a:lnTo>
                    <a:pt x="109220" y="5080"/>
                  </a:lnTo>
                  <a:lnTo>
                    <a:pt x="107950" y="5080"/>
                  </a:lnTo>
                  <a:lnTo>
                    <a:pt x="107950" y="7620"/>
                  </a:lnTo>
                  <a:lnTo>
                    <a:pt x="200660" y="7620"/>
                  </a:lnTo>
                  <a:lnTo>
                    <a:pt x="200660" y="5080"/>
                  </a:lnTo>
                  <a:lnTo>
                    <a:pt x="200660" y="2540"/>
                  </a:lnTo>
                  <a:lnTo>
                    <a:pt x="200660" y="1270"/>
                  </a:lnTo>
                  <a:lnTo>
                    <a:pt x="200660" y="0"/>
                  </a:lnTo>
                  <a:close/>
                </a:path>
              </a:pathLst>
            </a:custGeom>
            <a:solidFill>
              <a:srgbClr val="494E00"/>
            </a:solidFill>
          </p:spPr>
          <p:txBody>
            <a:bodyPr wrap="square" lIns="0" tIns="0" rIns="0" bIns="0" rtlCol="0"/>
            <a:lstStyle/>
            <a:p/>
          </p:txBody>
        </p:sp>
        <p:sp>
          <p:nvSpPr>
            <p:cNvPr id="1975" name="object 1975"/>
            <p:cNvSpPr/>
            <p:nvPr/>
          </p:nvSpPr>
          <p:spPr>
            <a:xfrm>
              <a:off x="6304280" y="1477009"/>
              <a:ext cx="200660" cy="8890"/>
            </a:xfrm>
            <a:custGeom>
              <a:avLst/>
              <a:gdLst/>
              <a:ahLst/>
              <a:cxnLst/>
              <a:rect l="l" t="t" r="r" b="b"/>
              <a:pathLst>
                <a:path w="200659" h="8890">
                  <a:moveTo>
                    <a:pt x="95250" y="7620"/>
                  </a:moveTo>
                  <a:lnTo>
                    <a:pt x="93980" y="7620"/>
                  </a:lnTo>
                  <a:lnTo>
                    <a:pt x="93980" y="6350"/>
                  </a:lnTo>
                  <a:lnTo>
                    <a:pt x="92710" y="6350"/>
                  </a:lnTo>
                  <a:lnTo>
                    <a:pt x="92710" y="3810"/>
                  </a:lnTo>
                  <a:lnTo>
                    <a:pt x="91427" y="3810"/>
                  </a:lnTo>
                  <a:lnTo>
                    <a:pt x="91427" y="1270"/>
                  </a:lnTo>
                  <a:lnTo>
                    <a:pt x="90170" y="1270"/>
                  </a:lnTo>
                  <a:lnTo>
                    <a:pt x="90170" y="0"/>
                  </a:lnTo>
                  <a:lnTo>
                    <a:pt x="0" y="0"/>
                  </a:lnTo>
                  <a:lnTo>
                    <a:pt x="0" y="1270"/>
                  </a:lnTo>
                  <a:lnTo>
                    <a:pt x="0" y="3810"/>
                  </a:lnTo>
                  <a:lnTo>
                    <a:pt x="0" y="6350"/>
                  </a:lnTo>
                  <a:lnTo>
                    <a:pt x="1270" y="6350"/>
                  </a:lnTo>
                  <a:lnTo>
                    <a:pt x="1270" y="7620"/>
                  </a:lnTo>
                  <a:lnTo>
                    <a:pt x="1270" y="8890"/>
                  </a:lnTo>
                  <a:lnTo>
                    <a:pt x="95250" y="8890"/>
                  </a:lnTo>
                  <a:lnTo>
                    <a:pt x="95250" y="7620"/>
                  </a:lnTo>
                  <a:close/>
                </a:path>
                <a:path w="200659" h="8890">
                  <a:moveTo>
                    <a:pt x="200660" y="0"/>
                  </a:moveTo>
                  <a:lnTo>
                    <a:pt x="106680" y="0"/>
                  </a:lnTo>
                  <a:lnTo>
                    <a:pt x="106680" y="2540"/>
                  </a:lnTo>
                  <a:lnTo>
                    <a:pt x="105410" y="2540"/>
                  </a:lnTo>
                  <a:lnTo>
                    <a:pt x="105410" y="5080"/>
                  </a:lnTo>
                  <a:lnTo>
                    <a:pt x="104140" y="5080"/>
                  </a:lnTo>
                  <a:lnTo>
                    <a:pt x="104140" y="6350"/>
                  </a:lnTo>
                  <a:lnTo>
                    <a:pt x="102870" y="6350"/>
                  </a:lnTo>
                  <a:lnTo>
                    <a:pt x="102870" y="7620"/>
                  </a:lnTo>
                  <a:lnTo>
                    <a:pt x="101600" y="7620"/>
                  </a:lnTo>
                  <a:lnTo>
                    <a:pt x="101600" y="8890"/>
                  </a:lnTo>
                  <a:lnTo>
                    <a:pt x="200660" y="8890"/>
                  </a:lnTo>
                  <a:lnTo>
                    <a:pt x="200660" y="7620"/>
                  </a:lnTo>
                  <a:lnTo>
                    <a:pt x="200660" y="6350"/>
                  </a:lnTo>
                  <a:lnTo>
                    <a:pt x="200660" y="5080"/>
                  </a:lnTo>
                  <a:lnTo>
                    <a:pt x="200660" y="2540"/>
                  </a:lnTo>
                  <a:lnTo>
                    <a:pt x="200660" y="0"/>
                  </a:lnTo>
                  <a:close/>
                </a:path>
              </a:pathLst>
            </a:custGeom>
            <a:solidFill>
              <a:srgbClr val="4A4D00"/>
            </a:solidFill>
          </p:spPr>
          <p:txBody>
            <a:bodyPr wrap="square" lIns="0" tIns="0" rIns="0" bIns="0" rtlCol="0"/>
            <a:lstStyle/>
            <a:p/>
          </p:txBody>
        </p:sp>
        <p:sp>
          <p:nvSpPr>
            <p:cNvPr id="1976" name="object 1976"/>
            <p:cNvSpPr/>
            <p:nvPr/>
          </p:nvSpPr>
          <p:spPr>
            <a:xfrm>
              <a:off x="6305550" y="1485899"/>
              <a:ext cx="199390" cy="7620"/>
            </a:xfrm>
            <a:custGeom>
              <a:avLst/>
              <a:gdLst/>
              <a:ahLst/>
              <a:cxnLst/>
              <a:rect l="l" t="t" r="r" b="b"/>
              <a:pathLst>
                <a:path w="199390" h="7619">
                  <a:moveTo>
                    <a:pt x="199390" y="0"/>
                  </a:moveTo>
                  <a:lnTo>
                    <a:pt x="99060" y="0"/>
                  </a:lnTo>
                  <a:lnTo>
                    <a:pt x="99060" y="1270"/>
                  </a:lnTo>
                  <a:lnTo>
                    <a:pt x="95250" y="1270"/>
                  </a:lnTo>
                  <a:lnTo>
                    <a:pt x="95250" y="0"/>
                  </a:lnTo>
                  <a:lnTo>
                    <a:pt x="0" y="0"/>
                  </a:lnTo>
                  <a:lnTo>
                    <a:pt x="0" y="1270"/>
                  </a:lnTo>
                  <a:lnTo>
                    <a:pt x="0" y="7620"/>
                  </a:lnTo>
                  <a:lnTo>
                    <a:pt x="199390" y="7620"/>
                  </a:lnTo>
                  <a:lnTo>
                    <a:pt x="199390" y="1270"/>
                  </a:lnTo>
                  <a:lnTo>
                    <a:pt x="199390" y="0"/>
                  </a:lnTo>
                  <a:close/>
                </a:path>
              </a:pathLst>
            </a:custGeom>
            <a:solidFill>
              <a:srgbClr val="4B4C00"/>
            </a:solidFill>
          </p:spPr>
          <p:txBody>
            <a:bodyPr wrap="square" lIns="0" tIns="0" rIns="0" bIns="0" rtlCol="0"/>
            <a:lstStyle/>
            <a:p/>
          </p:txBody>
        </p:sp>
        <p:sp>
          <p:nvSpPr>
            <p:cNvPr id="1977" name="object 1977"/>
            <p:cNvSpPr/>
            <p:nvPr/>
          </p:nvSpPr>
          <p:spPr>
            <a:xfrm>
              <a:off x="6305550" y="1493519"/>
              <a:ext cx="199390" cy="7620"/>
            </a:xfrm>
            <a:custGeom>
              <a:avLst/>
              <a:gdLst/>
              <a:ahLst/>
              <a:cxnLst/>
              <a:rect l="l" t="t" r="r" b="b"/>
              <a:pathLst>
                <a:path w="199390" h="7619">
                  <a:moveTo>
                    <a:pt x="199390" y="0"/>
                  </a:moveTo>
                  <a:lnTo>
                    <a:pt x="0" y="0"/>
                  </a:lnTo>
                  <a:lnTo>
                    <a:pt x="0" y="3810"/>
                  </a:lnTo>
                  <a:lnTo>
                    <a:pt x="1270" y="3810"/>
                  </a:lnTo>
                  <a:lnTo>
                    <a:pt x="1270" y="7620"/>
                  </a:lnTo>
                  <a:lnTo>
                    <a:pt x="199390" y="7620"/>
                  </a:lnTo>
                  <a:lnTo>
                    <a:pt x="199390" y="3810"/>
                  </a:lnTo>
                  <a:lnTo>
                    <a:pt x="199390" y="0"/>
                  </a:lnTo>
                  <a:close/>
                </a:path>
              </a:pathLst>
            </a:custGeom>
            <a:solidFill>
              <a:srgbClr val="4C4B00"/>
            </a:solidFill>
          </p:spPr>
          <p:txBody>
            <a:bodyPr wrap="square" lIns="0" tIns="0" rIns="0" bIns="0" rtlCol="0"/>
            <a:lstStyle/>
            <a:p/>
          </p:txBody>
        </p:sp>
        <p:sp>
          <p:nvSpPr>
            <p:cNvPr id="1978" name="object 1978"/>
            <p:cNvSpPr/>
            <p:nvPr/>
          </p:nvSpPr>
          <p:spPr>
            <a:xfrm>
              <a:off x="6306820" y="1501140"/>
              <a:ext cx="198120" cy="8890"/>
            </a:xfrm>
            <a:custGeom>
              <a:avLst/>
              <a:gdLst/>
              <a:ahLst/>
              <a:cxnLst/>
              <a:rect l="l" t="t" r="r" b="b"/>
              <a:pathLst>
                <a:path w="198120" h="8890">
                  <a:moveTo>
                    <a:pt x="0" y="8889"/>
                  </a:moveTo>
                  <a:lnTo>
                    <a:pt x="0" y="0"/>
                  </a:lnTo>
                  <a:lnTo>
                    <a:pt x="198120" y="0"/>
                  </a:lnTo>
                  <a:lnTo>
                    <a:pt x="198120" y="8889"/>
                  </a:lnTo>
                  <a:lnTo>
                    <a:pt x="0" y="8889"/>
                  </a:lnTo>
                  <a:close/>
                </a:path>
              </a:pathLst>
            </a:custGeom>
            <a:solidFill>
              <a:srgbClr val="4D4A00"/>
            </a:solidFill>
          </p:spPr>
          <p:txBody>
            <a:bodyPr wrap="square" lIns="0" tIns="0" rIns="0" bIns="0" rtlCol="0"/>
            <a:lstStyle/>
            <a:p/>
          </p:txBody>
        </p:sp>
        <p:sp>
          <p:nvSpPr>
            <p:cNvPr id="1979" name="object 1979"/>
            <p:cNvSpPr/>
            <p:nvPr/>
          </p:nvSpPr>
          <p:spPr>
            <a:xfrm>
              <a:off x="6306820" y="1510029"/>
              <a:ext cx="198120" cy="7620"/>
            </a:xfrm>
            <a:custGeom>
              <a:avLst/>
              <a:gdLst/>
              <a:ahLst/>
              <a:cxnLst/>
              <a:rect l="l" t="t" r="r" b="b"/>
              <a:pathLst>
                <a:path w="198120" h="7619">
                  <a:moveTo>
                    <a:pt x="198120" y="0"/>
                  </a:moveTo>
                  <a:lnTo>
                    <a:pt x="0" y="0"/>
                  </a:lnTo>
                  <a:lnTo>
                    <a:pt x="0" y="1270"/>
                  </a:lnTo>
                  <a:lnTo>
                    <a:pt x="1270" y="1270"/>
                  </a:lnTo>
                  <a:lnTo>
                    <a:pt x="1270" y="7620"/>
                  </a:lnTo>
                  <a:lnTo>
                    <a:pt x="198120" y="7620"/>
                  </a:lnTo>
                  <a:lnTo>
                    <a:pt x="198120" y="1270"/>
                  </a:lnTo>
                  <a:lnTo>
                    <a:pt x="198120" y="0"/>
                  </a:lnTo>
                  <a:close/>
                </a:path>
              </a:pathLst>
            </a:custGeom>
            <a:solidFill>
              <a:srgbClr val="4E4900"/>
            </a:solidFill>
          </p:spPr>
          <p:txBody>
            <a:bodyPr wrap="square" lIns="0" tIns="0" rIns="0" bIns="0" rtlCol="0"/>
            <a:lstStyle/>
            <a:p/>
          </p:txBody>
        </p:sp>
        <p:sp>
          <p:nvSpPr>
            <p:cNvPr id="1980" name="object 1980"/>
            <p:cNvSpPr/>
            <p:nvPr/>
          </p:nvSpPr>
          <p:spPr>
            <a:xfrm>
              <a:off x="6308090" y="1517649"/>
              <a:ext cx="196850" cy="8890"/>
            </a:xfrm>
            <a:custGeom>
              <a:avLst/>
              <a:gdLst/>
              <a:ahLst/>
              <a:cxnLst/>
              <a:rect l="l" t="t" r="r" b="b"/>
              <a:pathLst>
                <a:path w="196850" h="8890">
                  <a:moveTo>
                    <a:pt x="196850" y="5092"/>
                  </a:moveTo>
                  <a:lnTo>
                    <a:pt x="1270" y="5092"/>
                  </a:lnTo>
                  <a:lnTo>
                    <a:pt x="1270" y="8890"/>
                  </a:lnTo>
                  <a:lnTo>
                    <a:pt x="196850" y="8890"/>
                  </a:lnTo>
                  <a:lnTo>
                    <a:pt x="196850" y="5092"/>
                  </a:lnTo>
                  <a:close/>
                </a:path>
                <a:path w="196850" h="8890">
                  <a:moveTo>
                    <a:pt x="196850" y="0"/>
                  </a:moveTo>
                  <a:lnTo>
                    <a:pt x="0" y="0"/>
                  </a:lnTo>
                  <a:lnTo>
                    <a:pt x="0" y="5080"/>
                  </a:lnTo>
                  <a:lnTo>
                    <a:pt x="196850" y="5080"/>
                  </a:lnTo>
                  <a:lnTo>
                    <a:pt x="196850" y="0"/>
                  </a:lnTo>
                  <a:close/>
                </a:path>
              </a:pathLst>
            </a:custGeom>
            <a:solidFill>
              <a:srgbClr val="4F4800"/>
            </a:solidFill>
          </p:spPr>
          <p:txBody>
            <a:bodyPr wrap="square" lIns="0" tIns="0" rIns="0" bIns="0" rtlCol="0"/>
            <a:lstStyle/>
            <a:p/>
          </p:txBody>
        </p:sp>
        <p:sp>
          <p:nvSpPr>
            <p:cNvPr id="1981" name="object 1981"/>
            <p:cNvSpPr/>
            <p:nvPr/>
          </p:nvSpPr>
          <p:spPr>
            <a:xfrm>
              <a:off x="6309360" y="1526539"/>
              <a:ext cx="195580" cy="7620"/>
            </a:xfrm>
            <a:custGeom>
              <a:avLst/>
              <a:gdLst/>
              <a:ahLst/>
              <a:cxnLst/>
              <a:rect l="l" t="t" r="r" b="b"/>
              <a:pathLst>
                <a:path w="195579" h="7619">
                  <a:moveTo>
                    <a:pt x="195580" y="0"/>
                  </a:moveTo>
                  <a:lnTo>
                    <a:pt x="0" y="0"/>
                  </a:lnTo>
                  <a:lnTo>
                    <a:pt x="0" y="5080"/>
                  </a:lnTo>
                  <a:lnTo>
                    <a:pt x="1270" y="5080"/>
                  </a:lnTo>
                  <a:lnTo>
                    <a:pt x="1270" y="7620"/>
                  </a:lnTo>
                  <a:lnTo>
                    <a:pt x="195580" y="7620"/>
                  </a:lnTo>
                  <a:lnTo>
                    <a:pt x="195580" y="5080"/>
                  </a:lnTo>
                  <a:lnTo>
                    <a:pt x="195580" y="0"/>
                  </a:lnTo>
                  <a:close/>
                </a:path>
              </a:pathLst>
            </a:custGeom>
            <a:solidFill>
              <a:srgbClr val="504700"/>
            </a:solidFill>
          </p:spPr>
          <p:txBody>
            <a:bodyPr wrap="square" lIns="0" tIns="0" rIns="0" bIns="0" rtlCol="0"/>
            <a:lstStyle/>
            <a:p/>
          </p:txBody>
        </p:sp>
        <p:sp>
          <p:nvSpPr>
            <p:cNvPr id="1982" name="object 1982"/>
            <p:cNvSpPr/>
            <p:nvPr/>
          </p:nvSpPr>
          <p:spPr>
            <a:xfrm>
              <a:off x="6310630" y="1534159"/>
              <a:ext cx="194310" cy="8890"/>
            </a:xfrm>
            <a:custGeom>
              <a:avLst/>
              <a:gdLst/>
              <a:ahLst/>
              <a:cxnLst/>
              <a:rect l="l" t="t" r="r" b="b"/>
              <a:pathLst>
                <a:path w="194309" h="8890">
                  <a:moveTo>
                    <a:pt x="194310" y="0"/>
                  </a:moveTo>
                  <a:lnTo>
                    <a:pt x="0" y="0"/>
                  </a:lnTo>
                  <a:lnTo>
                    <a:pt x="0" y="5080"/>
                  </a:lnTo>
                  <a:lnTo>
                    <a:pt x="1270" y="5080"/>
                  </a:lnTo>
                  <a:lnTo>
                    <a:pt x="1270" y="8890"/>
                  </a:lnTo>
                  <a:lnTo>
                    <a:pt x="194310" y="8890"/>
                  </a:lnTo>
                  <a:lnTo>
                    <a:pt x="194310" y="5080"/>
                  </a:lnTo>
                  <a:lnTo>
                    <a:pt x="194310" y="0"/>
                  </a:lnTo>
                  <a:close/>
                </a:path>
              </a:pathLst>
            </a:custGeom>
            <a:solidFill>
              <a:srgbClr val="514600"/>
            </a:solidFill>
          </p:spPr>
          <p:txBody>
            <a:bodyPr wrap="square" lIns="0" tIns="0" rIns="0" bIns="0" rtlCol="0"/>
            <a:lstStyle/>
            <a:p/>
          </p:txBody>
        </p:sp>
        <p:sp>
          <p:nvSpPr>
            <p:cNvPr id="1983" name="object 1983"/>
            <p:cNvSpPr/>
            <p:nvPr/>
          </p:nvSpPr>
          <p:spPr>
            <a:xfrm>
              <a:off x="6311900" y="1543049"/>
              <a:ext cx="193040" cy="7620"/>
            </a:xfrm>
            <a:custGeom>
              <a:avLst/>
              <a:gdLst/>
              <a:ahLst/>
              <a:cxnLst/>
              <a:rect l="l" t="t" r="r" b="b"/>
              <a:pathLst>
                <a:path w="193040" h="7619">
                  <a:moveTo>
                    <a:pt x="193040" y="5092"/>
                  </a:moveTo>
                  <a:lnTo>
                    <a:pt x="1270" y="5092"/>
                  </a:lnTo>
                  <a:lnTo>
                    <a:pt x="1270" y="7620"/>
                  </a:lnTo>
                  <a:lnTo>
                    <a:pt x="193040" y="7620"/>
                  </a:lnTo>
                  <a:lnTo>
                    <a:pt x="193040" y="5092"/>
                  </a:lnTo>
                  <a:close/>
                </a:path>
                <a:path w="193040" h="7619">
                  <a:moveTo>
                    <a:pt x="193040" y="0"/>
                  </a:moveTo>
                  <a:lnTo>
                    <a:pt x="0" y="0"/>
                  </a:lnTo>
                  <a:lnTo>
                    <a:pt x="0" y="5080"/>
                  </a:lnTo>
                  <a:lnTo>
                    <a:pt x="193040" y="5080"/>
                  </a:lnTo>
                  <a:lnTo>
                    <a:pt x="193040" y="0"/>
                  </a:lnTo>
                  <a:close/>
                </a:path>
              </a:pathLst>
            </a:custGeom>
            <a:solidFill>
              <a:srgbClr val="524500"/>
            </a:solidFill>
          </p:spPr>
          <p:txBody>
            <a:bodyPr wrap="square" lIns="0" tIns="0" rIns="0" bIns="0" rtlCol="0"/>
            <a:lstStyle/>
            <a:p/>
          </p:txBody>
        </p:sp>
        <p:sp>
          <p:nvSpPr>
            <p:cNvPr id="1984" name="object 1984"/>
            <p:cNvSpPr/>
            <p:nvPr/>
          </p:nvSpPr>
          <p:spPr>
            <a:xfrm>
              <a:off x="6313170" y="1550669"/>
              <a:ext cx="191770" cy="7620"/>
            </a:xfrm>
            <a:custGeom>
              <a:avLst/>
              <a:gdLst/>
              <a:ahLst/>
              <a:cxnLst/>
              <a:rect l="l" t="t" r="r" b="b"/>
              <a:pathLst>
                <a:path w="191770" h="7619">
                  <a:moveTo>
                    <a:pt x="191770" y="0"/>
                  </a:moveTo>
                  <a:lnTo>
                    <a:pt x="0" y="0"/>
                  </a:lnTo>
                  <a:lnTo>
                    <a:pt x="0" y="6350"/>
                  </a:lnTo>
                  <a:lnTo>
                    <a:pt x="1270" y="6350"/>
                  </a:lnTo>
                  <a:lnTo>
                    <a:pt x="1270" y="7620"/>
                  </a:lnTo>
                  <a:lnTo>
                    <a:pt x="191770" y="7620"/>
                  </a:lnTo>
                  <a:lnTo>
                    <a:pt x="191770" y="6350"/>
                  </a:lnTo>
                  <a:lnTo>
                    <a:pt x="191770" y="0"/>
                  </a:lnTo>
                  <a:close/>
                </a:path>
              </a:pathLst>
            </a:custGeom>
            <a:solidFill>
              <a:srgbClr val="534400"/>
            </a:solidFill>
          </p:spPr>
          <p:txBody>
            <a:bodyPr wrap="square" lIns="0" tIns="0" rIns="0" bIns="0" rtlCol="0"/>
            <a:lstStyle/>
            <a:p/>
          </p:txBody>
        </p:sp>
        <p:sp>
          <p:nvSpPr>
            <p:cNvPr id="1985" name="object 1985"/>
            <p:cNvSpPr/>
            <p:nvPr/>
          </p:nvSpPr>
          <p:spPr>
            <a:xfrm>
              <a:off x="6314440" y="1558289"/>
              <a:ext cx="190500" cy="8890"/>
            </a:xfrm>
            <a:custGeom>
              <a:avLst/>
              <a:gdLst/>
              <a:ahLst/>
              <a:cxnLst/>
              <a:rect l="l" t="t" r="r" b="b"/>
              <a:pathLst>
                <a:path w="190500" h="8890">
                  <a:moveTo>
                    <a:pt x="190500" y="0"/>
                  </a:moveTo>
                  <a:lnTo>
                    <a:pt x="0" y="0"/>
                  </a:lnTo>
                  <a:lnTo>
                    <a:pt x="0" y="7620"/>
                  </a:lnTo>
                  <a:lnTo>
                    <a:pt x="1270" y="7620"/>
                  </a:lnTo>
                  <a:lnTo>
                    <a:pt x="1270" y="8890"/>
                  </a:lnTo>
                  <a:lnTo>
                    <a:pt x="190500" y="8890"/>
                  </a:lnTo>
                  <a:lnTo>
                    <a:pt x="190500" y="7620"/>
                  </a:lnTo>
                  <a:lnTo>
                    <a:pt x="190500" y="0"/>
                  </a:lnTo>
                  <a:close/>
                </a:path>
              </a:pathLst>
            </a:custGeom>
            <a:solidFill>
              <a:srgbClr val="544300"/>
            </a:solidFill>
          </p:spPr>
          <p:txBody>
            <a:bodyPr wrap="square" lIns="0" tIns="0" rIns="0" bIns="0" rtlCol="0"/>
            <a:lstStyle/>
            <a:p/>
          </p:txBody>
        </p:sp>
        <p:sp>
          <p:nvSpPr>
            <p:cNvPr id="1986" name="object 1986"/>
            <p:cNvSpPr/>
            <p:nvPr/>
          </p:nvSpPr>
          <p:spPr>
            <a:xfrm>
              <a:off x="6315710" y="1567179"/>
              <a:ext cx="189230" cy="7620"/>
            </a:xfrm>
            <a:custGeom>
              <a:avLst/>
              <a:gdLst/>
              <a:ahLst/>
              <a:cxnLst/>
              <a:rect l="l" t="t" r="r" b="b"/>
              <a:pathLst>
                <a:path w="189229" h="7619">
                  <a:moveTo>
                    <a:pt x="189230" y="0"/>
                  </a:moveTo>
                  <a:lnTo>
                    <a:pt x="0" y="0"/>
                  </a:lnTo>
                  <a:lnTo>
                    <a:pt x="0" y="6350"/>
                  </a:lnTo>
                  <a:lnTo>
                    <a:pt x="1270" y="6350"/>
                  </a:lnTo>
                  <a:lnTo>
                    <a:pt x="1270" y="7620"/>
                  </a:lnTo>
                  <a:lnTo>
                    <a:pt x="189230" y="7620"/>
                  </a:lnTo>
                  <a:lnTo>
                    <a:pt x="189230" y="6350"/>
                  </a:lnTo>
                  <a:lnTo>
                    <a:pt x="189230" y="0"/>
                  </a:lnTo>
                  <a:close/>
                </a:path>
              </a:pathLst>
            </a:custGeom>
            <a:solidFill>
              <a:srgbClr val="554200"/>
            </a:solidFill>
          </p:spPr>
          <p:txBody>
            <a:bodyPr wrap="square" lIns="0" tIns="0" rIns="0" bIns="0" rtlCol="0"/>
            <a:lstStyle/>
            <a:p/>
          </p:txBody>
        </p:sp>
        <p:sp>
          <p:nvSpPr>
            <p:cNvPr id="1987" name="object 1987"/>
            <p:cNvSpPr/>
            <p:nvPr/>
          </p:nvSpPr>
          <p:spPr>
            <a:xfrm>
              <a:off x="6316980" y="1574799"/>
              <a:ext cx="187960" cy="8890"/>
            </a:xfrm>
            <a:custGeom>
              <a:avLst/>
              <a:gdLst/>
              <a:ahLst/>
              <a:cxnLst/>
              <a:rect l="l" t="t" r="r" b="b"/>
              <a:pathLst>
                <a:path w="187959" h="8890">
                  <a:moveTo>
                    <a:pt x="187960" y="5092"/>
                  </a:moveTo>
                  <a:lnTo>
                    <a:pt x="1270" y="5092"/>
                  </a:lnTo>
                  <a:lnTo>
                    <a:pt x="1270" y="8890"/>
                  </a:lnTo>
                  <a:lnTo>
                    <a:pt x="187960" y="8890"/>
                  </a:lnTo>
                  <a:lnTo>
                    <a:pt x="187960" y="5092"/>
                  </a:lnTo>
                  <a:close/>
                </a:path>
                <a:path w="187959" h="8890">
                  <a:moveTo>
                    <a:pt x="187960" y="0"/>
                  </a:moveTo>
                  <a:lnTo>
                    <a:pt x="0" y="0"/>
                  </a:lnTo>
                  <a:lnTo>
                    <a:pt x="0" y="5080"/>
                  </a:lnTo>
                  <a:lnTo>
                    <a:pt x="187960" y="5080"/>
                  </a:lnTo>
                  <a:lnTo>
                    <a:pt x="187960" y="0"/>
                  </a:lnTo>
                  <a:close/>
                </a:path>
              </a:pathLst>
            </a:custGeom>
            <a:solidFill>
              <a:srgbClr val="564100"/>
            </a:solidFill>
          </p:spPr>
          <p:txBody>
            <a:bodyPr wrap="square" lIns="0" tIns="0" rIns="0" bIns="0" rtlCol="0"/>
            <a:lstStyle/>
            <a:p/>
          </p:txBody>
        </p:sp>
        <p:sp>
          <p:nvSpPr>
            <p:cNvPr id="1988" name="object 1988"/>
            <p:cNvSpPr/>
            <p:nvPr/>
          </p:nvSpPr>
          <p:spPr>
            <a:xfrm>
              <a:off x="6318250" y="1583689"/>
              <a:ext cx="186690" cy="7620"/>
            </a:xfrm>
            <a:custGeom>
              <a:avLst/>
              <a:gdLst/>
              <a:ahLst/>
              <a:cxnLst/>
              <a:rect l="l" t="t" r="r" b="b"/>
              <a:pathLst>
                <a:path w="186690" h="7619">
                  <a:moveTo>
                    <a:pt x="186690" y="0"/>
                  </a:moveTo>
                  <a:lnTo>
                    <a:pt x="0" y="0"/>
                  </a:lnTo>
                  <a:lnTo>
                    <a:pt x="0" y="1270"/>
                  </a:lnTo>
                  <a:lnTo>
                    <a:pt x="1270" y="1270"/>
                  </a:lnTo>
                  <a:lnTo>
                    <a:pt x="1270" y="7620"/>
                  </a:lnTo>
                  <a:lnTo>
                    <a:pt x="186690" y="7620"/>
                  </a:lnTo>
                  <a:lnTo>
                    <a:pt x="186690" y="1270"/>
                  </a:lnTo>
                  <a:lnTo>
                    <a:pt x="186690" y="0"/>
                  </a:lnTo>
                  <a:close/>
                </a:path>
              </a:pathLst>
            </a:custGeom>
            <a:solidFill>
              <a:srgbClr val="574000"/>
            </a:solidFill>
          </p:spPr>
          <p:txBody>
            <a:bodyPr wrap="square" lIns="0" tIns="0" rIns="0" bIns="0" rtlCol="0"/>
            <a:lstStyle/>
            <a:p/>
          </p:txBody>
        </p:sp>
        <p:sp>
          <p:nvSpPr>
            <p:cNvPr id="1989" name="object 1989"/>
            <p:cNvSpPr/>
            <p:nvPr/>
          </p:nvSpPr>
          <p:spPr>
            <a:xfrm>
              <a:off x="6320790" y="1591309"/>
              <a:ext cx="184150" cy="8890"/>
            </a:xfrm>
            <a:custGeom>
              <a:avLst/>
              <a:gdLst/>
              <a:ahLst/>
              <a:cxnLst/>
              <a:rect l="l" t="t" r="r" b="b"/>
              <a:pathLst>
                <a:path w="184150" h="8890">
                  <a:moveTo>
                    <a:pt x="184150" y="0"/>
                  </a:moveTo>
                  <a:lnTo>
                    <a:pt x="0" y="0"/>
                  </a:lnTo>
                  <a:lnTo>
                    <a:pt x="0" y="6350"/>
                  </a:lnTo>
                  <a:lnTo>
                    <a:pt x="1270" y="6350"/>
                  </a:lnTo>
                  <a:lnTo>
                    <a:pt x="1270" y="8890"/>
                  </a:lnTo>
                  <a:lnTo>
                    <a:pt x="184150" y="8890"/>
                  </a:lnTo>
                  <a:lnTo>
                    <a:pt x="184150" y="6350"/>
                  </a:lnTo>
                  <a:lnTo>
                    <a:pt x="184150" y="0"/>
                  </a:lnTo>
                  <a:close/>
                </a:path>
              </a:pathLst>
            </a:custGeom>
            <a:solidFill>
              <a:srgbClr val="583F00"/>
            </a:solidFill>
          </p:spPr>
          <p:txBody>
            <a:bodyPr wrap="square" lIns="0" tIns="0" rIns="0" bIns="0" rtlCol="0"/>
            <a:lstStyle/>
            <a:p/>
          </p:txBody>
        </p:sp>
        <p:sp>
          <p:nvSpPr>
            <p:cNvPr id="1990" name="object 1990"/>
            <p:cNvSpPr/>
            <p:nvPr/>
          </p:nvSpPr>
          <p:spPr>
            <a:xfrm>
              <a:off x="6322060" y="1600199"/>
              <a:ext cx="182880" cy="7620"/>
            </a:xfrm>
            <a:custGeom>
              <a:avLst/>
              <a:gdLst/>
              <a:ahLst/>
              <a:cxnLst/>
              <a:rect l="l" t="t" r="r" b="b"/>
              <a:pathLst>
                <a:path w="182879" h="7619">
                  <a:moveTo>
                    <a:pt x="182880" y="2552"/>
                  </a:moveTo>
                  <a:lnTo>
                    <a:pt x="1270" y="2552"/>
                  </a:lnTo>
                  <a:lnTo>
                    <a:pt x="1270" y="7620"/>
                  </a:lnTo>
                  <a:lnTo>
                    <a:pt x="182880" y="7620"/>
                  </a:lnTo>
                  <a:lnTo>
                    <a:pt x="182880" y="2552"/>
                  </a:lnTo>
                  <a:close/>
                </a:path>
                <a:path w="182879" h="7619">
                  <a:moveTo>
                    <a:pt x="182880" y="0"/>
                  </a:moveTo>
                  <a:lnTo>
                    <a:pt x="0" y="0"/>
                  </a:lnTo>
                  <a:lnTo>
                    <a:pt x="0" y="2540"/>
                  </a:lnTo>
                  <a:lnTo>
                    <a:pt x="182880" y="2540"/>
                  </a:lnTo>
                  <a:lnTo>
                    <a:pt x="182880" y="0"/>
                  </a:lnTo>
                  <a:close/>
                </a:path>
              </a:pathLst>
            </a:custGeom>
            <a:solidFill>
              <a:srgbClr val="593E00"/>
            </a:solidFill>
          </p:spPr>
          <p:txBody>
            <a:bodyPr wrap="square" lIns="0" tIns="0" rIns="0" bIns="0" rtlCol="0"/>
            <a:lstStyle/>
            <a:p/>
          </p:txBody>
        </p:sp>
        <p:sp>
          <p:nvSpPr>
            <p:cNvPr id="1991" name="object 1991"/>
            <p:cNvSpPr/>
            <p:nvPr/>
          </p:nvSpPr>
          <p:spPr>
            <a:xfrm>
              <a:off x="6324600" y="1607819"/>
              <a:ext cx="180340" cy="8890"/>
            </a:xfrm>
            <a:custGeom>
              <a:avLst/>
              <a:gdLst/>
              <a:ahLst/>
              <a:cxnLst/>
              <a:rect l="l" t="t" r="r" b="b"/>
              <a:pathLst>
                <a:path w="180340" h="8890">
                  <a:moveTo>
                    <a:pt x="180340" y="0"/>
                  </a:moveTo>
                  <a:lnTo>
                    <a:pt x="0" y="0"/>
                  </a:lnTo>
                  <a:lnTo>
                    <a:pt x="0" y="5080"/>
                  </a:lnTo>
                  <a:lnTo>
                    <a:pt x="1270" y="5080"/>
                  </a:lnTo>
                  <a:lnTo>
                    <a:pt x="1270" y="8890"/>
                  </a:lnTo>
                  <a:lnTo>
                    <a:pt x="180340" y="8890"/>
                  </a:lnTo>
                  <a:lnTo>
                    <a:pt x="180340" y="5080"/>
                  </a:lnTo>
                  <a:lnTo>
                    <a:pt x="180340" y="0"/>
                  </a:lnTo>
                  <a:close/>
                </a:path>
              </a:pathLst>
            </a:custGeom>
            <a:solidFill>
              <a:srgbClr val="5A3D00"/>
            </a:solidFill>
          </p:spPr>
          <p:txBody>
            <a:bodyPr wrap="square" lIns="0" tIns="0" rIns="0" bIns="0" rtlCol="0"/>
            <a:lstStyle/>
            <a:p/>
          </p:txBody>
        </p:sp>
        <p:sp>
          <p:nvSpPr>
            <p:cNvPr id="1992" name="object 1992"/>
            <p:cNvSpPr/>
            <p:nvPr/>
          </p:nvSpPr>
          <p:spPr>
            <a:xfrm>
              <a:off x="6325870" y="1616709"/>
              <a:ext cx="179070" cy="7620"/>
            </a:xfrm>
            <a:custGeom>
              <a:avLst/>
              <a:gdLst/>
              <a:ahLst/>
              <a:cxnLst/>
              <a:rect l="l" t="t" r="r" b="b"/>
              <a:pathLst>
                <a:path w="179070" h="7619">
                  <a:moveTo>
                    <a:pt x="179070" y="0"/>
                  </a:moveTo>
                  <a:lnTo>
                    <a:pt x="0" y="0"/>
                  </a:lnTo>
                  <a:lnTo>
                    <a:pt x="0" y="2540"/>
                  </a:lnTo>
                  <a:lnTo>
                    <a:pt x="1270" y="2540"/>
                  </a:lnTo>
                  <a:lnTo>
                    <a:pt x="1270" y="7620"/>
                  </a:lnTo>
                  <a:lnTo>
                    <a:pt x="179070" y="7620"/>
                  </a:lnTo>
                  <a:lnTo>
                    <a:pt x="179070" y="2540"/>
                  </a:lnTo>
                  <a:lnTo>
                    <a:pt x="179070" y="0"/>
                  </a:lnTo>
                  <a:close/>
                </a:path>
              </a:pathLst>
            </a:custGeom>
            <a:solidFill>
              <a:srgbClr val="5B3C00"/>
            </a:solidFill>
          </p:spPr>
          <p:txBody>
            <a:bodyPr wrap="square" lIns="0" tIns="0" rIns="0" bIns="0" rtlCol="0"/>
            <a:lstStyle/>
            <a:p/>
          </p:txBody>
        </p:sp>
        <p:sp>
          <p:nvSpPr>
            <p:cNvPr id="1993" name="object 1993"/>
            <p:cNvSpPr/>
            <p:nvPr/>
          </p:nvSpPr>
          <p:spPr>
            <a:xfrm>
              <a:off x="6328410" y="1624329"/>
              <a:ext cx="176530" cy="8890"/>
            </a:xfrm>
            <a:custGeom>
              <a:avLst/>
              <a:gdLst/>
              <a:ahLst/>
              <a:cxnLst/>
              <a:rect l="l" t="t" r="r" b="b"/>
              <a:pathLst>
                <a:path w="176529" h="8889">
                  <a:moveTo>
                    <a:pt x="176530" y="0"/>
                  </a:moveTo>
                  <a:lnTo>
                    <a:pt x="0" y="0"/>
                  </a:lnTo>
                  <a:lnTo>
                    <a:pt x="0" y="3810"/>
                  </a:lnTo>
                  <a:lnTo>
                    <a:pt x="1270" y="3810"/>
                  </a:lnTo>
                  <a:lnTo>
                    <a:pt x="1270" y="7620"/>
                  </a:lnTo>
                  <a:lnTo>
                    <a:pt x="2540" y="7620"/>
                  </a:lnTo>
                  <a:lnTo>
                    <a:pt x="2540" y="8890"/>
                  </a:lnTo>
                  <a:lnTo>
                    <a:pt x="176530" y="8890"/>
                  </a:lnTo>
                  <a:lnTo>
                    <a:pt x="176530" y="7620"/>
                  </a:lnTo>
                  <a:lnTo>
                    <a:pt x="176530" y="3810"/>
                  </a:lnTo>
                  <a:lnTo>
                    <a:pt x="176530" y="0"/>
                  </a:lnTo>
                  <a:close/>
                </a:path>
              </a:pathLst>
            </a:custGeom>
            <a:solidFill>
              <a:srgbClr val="5C3B00"/>
            </a:solidFill>
          </p:spPr>
          <p:txBody>
            <a:bodyPr wrap="square" lIns="0" tIns="0" rIns="0" bIns="0" rtlCol="0"/>
            <a:lstStyle/>
            <a:p/>
          </p:txBody>
        </p:sp>
        <p:sp>
          <p:nvSpPr>
            <p:cNvPr id="1994" name="object 1994"/>
            <p:cNvSpPr/>
            <p:nvPr/>
          </p:nvSpPr>
          <p:spPr>
            <a:xfrm>
              <a:off x="6330950" y="1633219"/>
              <a:ext cx="173990" cy="7620"/>
            </a:xfrm>
            <a:custGeom>
              <a:avLst/>
              <a:gdLst/>
              <a:ahLst/>
              <a:cxnLst/>
              <a:rect l="l" t="t" r="r" b="b"/>
              <a:pathLst>
                <a:path w="173990" h="7619">
                  <a:moveTo>
                    <a:pt x="173990" y="0"/>
                  </a:moveTo>
                  <a:lnTo>
                    <a:pt x="0" y="0"/>
                  </a:lnTo>
                  <a:lnTo>
                    <a:pt x="0" y="1270"/>
                  </a:lnTo>
                  <a:lnTo>
                    <a:pt x="1270" y="1270"/>
                  </a:lnTo>
                  <a:lnTo>
                    <a:pt x="1270" y="5080"/>
                  </a:lnTo>
                  <a:lnTo>
                    <a:pt x="2540" y="5080"/>
                  </a:lnTo>
                  <a:lnTo>
                    <a:pt x="2540" y="7620"/>
                  </a:lnTo>
                  <a:lnTo>
                    <a:pt x="173990" y="7620"/>
                  </a:lnTo>
                  <a:lnTo>
                    <a:pt x="173990" y="5080"/>
                  </a:lnTo>
                  <a:lnTo>
                    <a:pt x="173990" y="1270"/>
                  </a:lnTo>
                  <a:lnTo>
                    <a:pt x="173990" y="0"/>
                  </a:lnTo>
                  <a:close/>
                </a:path>
              </a:pathLst>
            </a:custGeom>
            <a:solidFill>
              <a:srgbClr val="5D3A00"/>
            </a:solidFill>
          </p:spPr>
          <p:txBody>
            <a:bodyPr wrap="square" lIns="0" tIns="0" rIns="0" bIns="0" rtlCol="0"/>
            <a:lstStyle/>
            <a:p/>
          </p:txBody>
        </p:sp>
        <p:sp>
          <p:nvSpPr>
            <p:cNvPr id="1995" name="object 1995"/>
            <p:cNvSpPr/>
            <p:nvPr/>
          </p:nvSpPr>
          <p:spPr>
            <a:xfrm>
              <a:off x="6333490" y="1640839"/>
              <a:ext cx="171450" cy="8890"/>
            </a:xfrm>
            <a:custGeom>
              <a:avLst/>
              <a:gdLst/>
              <a:ahLst/>
              <a:cxnLst/>
              <a:rect l="l" t="t" r="r" b="b"/>
              <a:pathLst>
                <a:path w="171450" h="8889">
                  <a:moveTo>
                    <a:pt x="171450" y="0"/>
                  </a:moveTo>
                  <a:lnTo>
                    <a:pt x="0" y="0"/>
                  </a:lnTo>
                  <a:lnTo>
                    <a:pt x="0" y="2540"/>
                  </a:lnTo>
                  <a:lnTo>
                    <a:pt x="1270" y="2540"/>
                  </a:lnTo>
                  <a:lnTo>
                    <a:pt x="1270" y="5080"/>
                  </a:lnTo>
                  <a:lnTo>
                    <a:pt x="1270" y="6350"/>
                  </a:lnTo>
                  <a:lnTo>
                    <a:pt x="2540" y="6350"/>
                  </a:lnTo>
                  <a:lnTo>
                    <a:pt x="2540" y="7620"/>
                  </a:lnTo>
                  <a:lnTo>
                    <a:pt x="2540" y="8890"/>
                  </a:lnTo>
                  <a:lnTo>
                    <a:pt x="91440" y="8890"/>
                  </a:lnTo>
                  <a:lnTo>
                    <a:pt x="91440" y="7620"/>
                  </a:lnTo>
                  <a:lnTo>
                    <a:pt x="92710" y="7620"/>
                  </a:lnTo>
                  <a:lnTo>
                    <a:pt x="92710" y="6350"/>
                  </a:lnTo>
                  <a:lnTo>
                    <a:pt x="92710" y="5080"/>
                  </a:lnTo>
                  <a:lnTo>
                    <a:pt x="93980" y="5080"/>
                  </a:lnTo>
                  <a:lnTo>
                    <a:pt x="93980" y="8890"/>
                  </a:lnTo>
                  <a:lnTo>
                    <a:pt x="171450" y="8890"/>
                  </a:lnTo>
                  <a:lnTo>
                    <a:pt x="171450" y="5080"/>
                  </a:lnTo>
                  <a:lnTo>
                    <a:pt x="171450" y="2540"/>
                  </a:lnTo>
                  <a:lnTo>
                    <a:pt x="171450" y="0"/>
                  </a:lnTo>
                  <a:close/>
                </a:path>
              </a:pathLst>
            </a:custGeom>
            <a:solidFill>
              <a:srgbClr val="5E3900"/>
            </a:solidFill>
          </p:spPr>
          <p:txBody>
            <a:bodyPr wrap="square" lIns="0" tIns="0" rIns="0" bIns="0" rtlCol="0"/>
            <a:lstStyle/>
            <a:p/>
          </p:txBody>
        </p:sp>
        <p:sp>
          <p:nvSpPr>
            <p:cNvPr id="1996" name="object 1996"/>
            <p:cNvSpPr/>
            <p:nvPr/>
          </p:nvSpPr>
          <p:spPr>
            <a:xfrm>
              <a:off x="6337300" y="1649730"/>
              <a:ext cx="167640" cy="7620"/>
            </a:xfrm>
            <a:custGeom>
              <a:avLst/>
              <a:gdLst/>
              <a:ahLst/>
              <a:cxnLst/>
              <a:rect l="l" t="t" r="r" b="b"/>
              <a:pathLst>
                <a:path w="167640" h="7619">
                  <a:moveTo>
                    <a:pt x="83819" y="3810"/>
                  </a:moveTo>
                  <a:lnTo>
                    <a:pt x="2539" y="3810"/>
                  </a:lnTo>
                  <a:lnTo>
                    <a:pt x="2539" y="6350"/>
                  </a:lnTo>
                  <a:lnTo>
                    <a:pt x="83819" y="6350"/>
                  </a:lnTo>
                  <a:lnTo>
                    <a:pt x="83819" y="3810"/>
                  </a:lnTo>
                  <a:close/>
                </a:path>
                <a:path w="167640" h="7619">
                  <a:moveTo>
                    <a:pt x="85090" y="2540"/>
                  </a:moveTo>
                  <a:lnTo>
                    <a:pt x="1270" y="2540"/>
                  </a:lnTo>
                  <a:lnTo>
                    <a:pt x="1270" y="3810"/>
                  </a:lnTo>
                  <a:lnTo>
                    <a:pt x="85090" y="3810"/>
                  </a:lnTo>
                  <a:lnTo>
                    <a:pt x="85090" y="2540"/>
                  </a:lnTo>
                  <a:close/>
                </a:path>
                <a:path w="167640" h="7619">
                  <a:moveTo>
                    <a:pt x="87629" y="0"/>
                  </a:moveTo>
                  <a:lnTo>
                    <a:pt x="0" y="0"/>
                  </a:lnTo>
                  <a:lnTo>
                    <a:pt x="0" y="2540"/>
                  </a:lnTo>
                  <a:lnTo>
                    <a:pt x="86360" y="2540"/>
                  </a:lnTo>
                  <a:lnTo>
                    <a:pt x="86360" y="1270"/>
                  </a:lnTo>
                  <a:lnTo>
                    <a:pt x="87629" y="1270"/>
                  </a:lnTo>
                  <a:lnTo>
                    <a:pt x="87629" y="0"/>
                  </a:lnTo>
                  <a:close/>
                </a:path>
                <a:path w="167640" h="7619">
                  <a:moveTo>
                    <a:pt x="167640" y="0"/>
                  </a:moveTo>
                  <a:lnTo>
                    <a:pt x="90170" y="0"/>
                  </a:lnTo>
                  <a:lnTo>
                    <a:pt x="90170" y="6350"/>
                  </a:lnTo>
                  <a:lnTo>
                    <a:pt x="167640" y="6350"/>
                  </a:lnTo>
                  <a:lnTo>
                    <a:pt x="167640" y="0"/>
                  </a:lnTo>
                  <a:close/>
                </a:path>
                <a:path w="167640" h="7619">
                  <a:moveTo>
                    <a:pt x="82550" y="6350"/>
                  </a:moveTo>
                  <a:lnTo>
                    <a:pt x="3810" y="6350"/>
                  </a:lnTo>
                  <a:lnTo>
                    <a:pt x="3810" y="7620"/>
                  </a:lnTo>
                  <a:lnTo>
                    <a:pt x="82550" y="7620"/>
                  </a:lnTo>
                  <a:lnTo>
                    <a:pt x="82550" y="6350"/>
                  </a:lnTo>
                  <a:close/>
                </a:path>
                <a:path w="167640" h="7619">
                  <a:moveTo>
                    <a:pt x="167640" y="6350"/>
                  </a:moveTo>
                  <a:lnTo>
                    <a:pt x="90170" y="6350"/>
                  </a:lnTo>
                  <a:lnTo>
                    <a:pt x="90170" y="7620"/>
                  </a:lnTo>
                  <a:lnTo>
                    <a:pt x="167640" y="7620"/>
                  </a:lnTo>
                  <a:lnTo>
                    <a:pt x="167640" y="6350"/>
                  </a:lnTo>
                  <a:close/>
                </a:path>
              </a:pathLst>
            </a:custGeom>
            <a:solidFill>
              <a:srgbClr val="5F3800"/>
            </a:solidFill>
          </p:spPr>
          <p:txBody>
            <a:bodyPr wrap="square" lIns="0" tIns="0" rIns="0" bIns="0" rtlCol="0"/>
            <a:lstStyle/>
            <a:p/>
          </p:txBody>
        </p:sp>
        <p:sp>
          <p:nvSpPr>
            <p:cNvPr id="1997" name="object 1997"/>
            <p:cNvSpPr/>
            <p:nvPr/>
          </p:nvSpPr>
          <p:spPr>
            <a:xfrm>
              <a:off x="6341110" y="1657350"/>
              <a:ext cx="163830" cy="7620"/>
            </a:xfrm>
            <a:custGeom>
              <a:avLst/>
              <a:gdLst/>
              <a:ahLst/>
              <a:cxnLst/>
              <a:rect l="l" t="t" r="r" b="b"/>
              <a:pathLst>
                <a:path w="163829" h="7619">
                  <a:moveTo>
                    <a:pt x="77469" y="1270"/>
                  </a:moveTo>
                  <a:lnTo>
                    <a:pt x="1269" y="1270"/>
                  </a:lnTo>
                  <a:lnTo>
                    <a:pt x="1269" y="2539"/>
                  </a:lnTo>
                  <a:lnTo>
                    <a:pt x="2539" y="2539"/>
                  </a:lnTo>
                  <a:lnTo>
                    <a:pt x="2539" y="5079"/>
                  </a:lnTo>
                  <a:lnTo>
                    <a:pt x="76200" y="5079"/>
                  </a:lnTo>
                  <a:lnTo>
                    <a:pt x="76200" y="3810"/>
                  </a:lnTo>
                  <a:lnTo>
                    <a:pt x="77469" y="3810"/>
                  </a:lnTo>
                  <a:lnTo>
                    <a:pt x="77469" y="1270"/>
                  </a:lnTo>
                  <a:close/>
                </a:path>
                <a:path w="163829" h="7619">
                  <a:moveTo>
                    <a:pt x="78739" y="0"/>
                  </a:moveTo>
                  <a:lnTo>
                    <a:pt x="0" y="0"/>
                  </a:lnTo>
                  <a:lnTo>
                    <a:pt x="0" y="1270"/>
                  </a:lnTo>
                  <a:lnTo>
                    <a:pt x="78739" y="1270"/>
                  </a:lnTo>
                  <a:lnTo>
                    <a:pt x="78739" y="0"/>
                  </a:lnTo>
                  <a:close/>
                </a:path>
                <a:path w="163829" h="7619">
                  <a:moveTo>
                    <a:pt x="163830" y="0"/>
                  </a:moveTo>
                  <a:lnTo>
                    <a:pt x="86360" y="0"/>
                  </a:lnTo>
                  <a:lnTo>
                    <a:pt x="86360" y="5079"/>
                  </a:lnTo>
                  <a:lnTo>
                    <a:pt x="163830" y="5079"/>
                  </a:lnTo>
                  <a:lnTo>
                    <a:pt x="163830" y="0"/>
                  </a:lnTo>
                  <a:close/>
                </a:path>
                <a:path w="163829" h="7619">
                  <a:moveTo>
                    <a:pt x="74930" y="5080"/>
                  </a:moveTo>
                  <a:lnTo>
                    <a:pt x="3810" y="5080"/>
                  </a:lnTo>
                  <a:lnTo>
                    <a:pt x="3810" y="7620"/>
                  </a:lnTo>
                  <a:lnTo>
                    <a:pt x="74930" y="7620"/>
                  </a:lnTo>
                  <a:lnTo>
                    <a:pt x="74930" y="5080"/>
                  </a:lnTo>
                  <a:close/>
                </a:path>
                <a:path w="163829" h="7619">
                  <a:moveTo>
                    <a:pt x="163830" y="5080"/>
                  </a:moveTo>
                  <a:lnTo>
                    <a:pt x="86360" y="5080"/>
                  </a:lnTo>
                  <a:lnTo>
                    <a:pt x="86360" y="7620"/>
                  </a:lnTo>
                  <a:lnTo>
                    <a:pt x="163830" y="7620"/>
                  </a:lnTo>
                  <a:lnTo>
                    <a:pt x="163830" y="5080"/>
                  </a:lnTo>
                  <a:close/>
                </a:path>
              </a:pathLst>
            </a:custGeom>
            <a:solidFill>
              <a:srgbClr val="603700"/>
            </a:solidFill>
          </p:spPr>
          <p:txBody>
            <a:bodyPr wrap="square" lIns="0" tIns="0" rIns="0" bIns="0" rtlCol="0"/>
            <a:lstStyle/>
            <a:p/>
          </p:txBody>
        </p:sp>
        <p:sp>
          <p:nvSpPr>
            <p:cNvPr id="1998" name="object 1998"/>
            <p:cNvSpPr/>
            <p:nvPr/>
          </p:nvSpPr>
          <p:spPr>
            <a:xfrm>
              <a:off x="6346190" y="1664970"/>
              <a:ext cx="158750" cy="8890"/>
            </a:xfrm>
            <a:custGeom>
              <a:avLst/>
              <a:gdLst/>
              <a:ahLst/>
              <a:cxnLst/>
              <a:rect l="l" t="t" r="r" b="b"/>
              <a:pathLst>
                <a:path w="158750" h="8889">
                  <a:moveTo>
                    <a:pt x="68579" y="0"/>
                  </a:moveTo>
                  <a:lnTo>
                    <a:pt x="0" y="0"/>
                  </a:lnTo>
                  <a:lnTo>
                    <a:pt x="0" y="1269"/>
                  </a:lnTo>
                  <a:lnTo>
                    <a:pt x="1270" y="1269"/>
                  </a:lnTo>
                  <a:lnTo>
                    <a:pt x="1270" y="3809"/>
                  </a:lnTo>
                  <a:lnTo>
                    <a:pt x="67310" y="3809"/>
                  </a:lnTo>
                  <a:lnTo>
                    <a:pt x="67310" y="2539"/>
                  </a:lnTo>
                  <a:lnTo>
                    <a:pt x="68580" y="2539"/>
                  </a:lnTo>
                  <a:lnTo>
                    <a:pt x="68579" y="0"/>
                  </a:lnTo>
                  <a:close/>
                </a:path>
                <a:path w="158750" h="8889">
                  <a:moveTo>
                    <a:pt x="158750" y="0"/>
                  </a:moveTo>
                  <a:lnTo>
                    <a:pt x="81280" y="0"/>
                  </a:lnTo>
                  <a:lnTo>
                    <a:pt x="81280" y="3809"/>
                  </a:lnTo>
                  <a:lnTo>
                    <a:pt x="158750" y="3809"/>
                  </a:lnTo>
                  <a:lnTo>
                    <a:pt x="158750" y="0"/>
                  </a:lnTo>
                  <a:close/>
                </a:path>
                <a:path w="158750" h="8889">
                  <a:moveTo>
                    <a:pt x="64770" y="6350"/>
                  </a:moveTo>
                  <a:lnTo>
                    <a:pt x="3810" y="6350"/>
                  </a:lnTo>
                  <a:lnTo>
                    <a:pt x="3810" y="7619"/>
                  </a:lnTo>
                  <a:lnTo>
                    <a:pt x="5080" y="7619"/>
                  </a:lnTo>
                  <a:lnTo>
                    <a:pt x="5080" y="8889"/>
                  </a:lnTo>
                  <a:lnTo>
                    <a:pt x="64770" y="8889"/>
                  </a:lnTo>
                  <a:lnTo>
                    <a:pt x="64770" y="6350"/>
                  </a:lnTo>
                  <a:close/>
                </a:path>
                <a:path w="158750" h="8889">
                  <a:moveTo>
                    <a:pt x="66039" y="3810"/>
                  </a:moveTo>
                  <a:lnTo>
                    <a:pt x="2539" y="3810"/>
                  </a:lnTo>
                  <a:lnTo>
                    <a:pt x="2539" y="6350"/>
                  </a:lnTo>
                  <a:lnTo>
                    <a:pt x="66039" y="6350"/>
                  </a:lnTo>
                  <a:lnTo>
                    <a:pt x="66039" y="3810"/>
                  </a:lnTo>
                  <a:close/>
                </a:path>
                <a:path w="158750" h="8889">
                  <a:moveTo>
                    <a:pt x="158750" y="3810"/>
                  </a:moveTo>
                  <a:lnTo>
                    <a:pt x="81280" y="3810"/>
                  </a:lnTo>
                  <a:lnTo>
                    <a:pt x="81280" y="8889"/>
                  </a:lnTo>
                  <a:lnTo>
                    <a:pt x="158750" y="8889"/>
                  </a:lnTo>
                  <a:lnTo>
                    <a:pt x="158750" y="3810"/>
                  </a:lnTo>
                  <a:close/>
                </a:path>
              </a:pathLst>
            </a:custGeom>
            <a:solidFill>
              <a:srgbClr val="613600"/>
            </a:solidFill>
          </p:spPr>
          <p:txBody>
            <a:bodyPr wrap="square" lIns="0" tIns="0" rIns="0" bIns="0" rtlCol="0"/>
            <a:lstStyle/>
            <a:p/>
          </p:txBody>
        </p:sp>
        <p:sp>
          <p:nvSpPr>
            <p:cNvPr id="1999" name="object 1999"/>
            <p:cNvSpPr/>
            <p:nvPr/>
          </p:nvSpPr>
          <p:spPr>
            <a:xfrm>
              <a:off x="6352540" y="1673860"/>
              <a:ext cx="152400" cy="7620"/>
            </a:xfrm>
            <a:custGeom>
              <a:avLst/>
              <a:gdLst/>
              <a:ahLst/>
              <a:cxnLst/>
              <a:rect l="l" t="t" r="r" b="b"/>
              <a:pathLst>
                <a:path w="152400" h="7619">
                  <a:moveTo>
                    <a:pt x="49530" y="6350"/>
                  </a:moveTo>
                  <a:lnTo>
                    <a:pt x="5080" y="6350"/>
                  </a:lnTo>
                  <a:lnTo>
                    <a:pt x="5080" y="7619"/>
                  </a:lnTo>
                  <a:lnTo>
                    <a:pt x="49530" y="7619"/>
                  </a:lnTo>
                  <a:lnTo>
                    <a:pt x="49530" y="6350"/>
                  </a:lnTo>
                  <a:close/>
                </a:path>
                <a:path w="152400" h="7619">
                  <a:moveTo>
                    <a:pt x="50800" y="5079"/>
                  </a:moveTo>
                  <a:lnTo>
                    <a:pt x="3810" y="5079"/>
                  </a:lnTo>
                  <a:lnTo>
                    <a:pt x="3810" y="6350"/>
                  </a:lnTo>
                  <a:lnTo>
                    <a:pt x="50800" y="6350"/>
                  </a:lnTo>
                  <a:lnTo>
                    <a:pt x="50800" y="5079"/>
                  </a:lnTo>
                  <a:close/>
                </a:path>
                <a:path w="152400" h="7619">
                  <a:moveTo>
                    <a:pt x="54610" y="2539"/>
                  </a:moveTo>
                  <a:lnTo>
                    <a:pt x="2539" y="2539"/>
                  </a:lnTo>
                  <a:lnTo>
                    <a:pt x="2539" y="5079"/>
                  </a:lnTo>
                  <a:lnTo>
                    <a:pt x="52069" y="5079"/>
                  </a:lnTo>
                  <a:lnTo>
                    <a:pt x="52069" y="3810"/>
                  </a:lnTo>
                  <a:lnTo>
                    <a:pt x="54610" y="3810"/>
                  </a:lnTo>
                  <a:lnTo>
                    <a:pt x="54610" y="2539"/>
                  </a:lnTo>
                  <a:close/>
                </a:path>
                <a:path w="152400" h="7619">
                  <a:moveTo>
                    <a:pt x="55880" y="1269"/>
                  </a:moveTo>
                  <a:lnTo>
                    <a:pt x="1270" y="1269"/>
                  </a:lnTo>
                  <a:lnTo>
                    <a:pt x="1270" y="2539"/>
                  </a:lnTo>
                  <a:lnTo>
                    <a:pt x="55880" y="2539"/>
                  </a:lnTo>
                  <a:lnTo>
                    <a:pt x="55880" y="1269"/>
                  </a:lnTo>
                  <a:close/>
                </a:path>
                <a:path w="152400" h="7619">
                  <a:moveTo>
                    <a:pt x="57150" y="0"/>
                  </a:moveTo>
                  <a:lnTo>
                    <a:pt x="0" y="0"/>
                  </a:lnTo>
                  <a:lnTo>
                    <a:pt x="0" y="1269"/>
                  </a:lnTo>
                  <a:lnTo>
                    <a:pt x="57150" y="1269"/>
                  </a:lnTo>
                  <a:lnTo>
                    <a:pt x="57150" y="0"/>
                  </a:lnTo>
                  <a:close/>
                </a:path>
                <a:path w="152400" h="7619">
                  <a:moveTo>
                    <a:pt x="152400" y="0"/>
                  </a:moveTo>
                  <a:lnTo>
                    <a:pt x="74930" y="0"/>
                  </a:lnTo>
                  <a:lnTo>
                    <a:pt x="74930" y="3810"/>
                  </a:lnTo>
                  <a:lnTo>
                    <a:pt x="152400" y="3810"/>
                  </a:lnTo>
                  <a:lnTo>
                    <a:pt x="152400" y="0"/>
                  </a:lnTo>
                  <a:close/>
                </a:path>
              </a:pathLst>
            </a:custGeom>
            <a:solidFill>
              <a:srgbClr val="623500"/>
            </a:solidFill>
          </p:spPr>
          <p:txBody>
            <a:bodyPr wrap="square" lIns="0" tIns="0" rIns="0" bIns="0" rtlCol="0"/>
            <a:lstStyle/>
            <a:p/>
          </p:txBody>
        </p:sp>
        <p:sp>
          <p:nvSpPr>
            <p:cNvPr id="2000" name="object 2000"/>
            <p:cNvSpPr/>
            <p:nvPr/>
          </p:nvSpPr>
          <p:spPr>
            <a:xfrm>
              <a:off x="6360160" y="1681480"/>
              <a:ext cx="41910" cy="8890"/>
            </a:xfrm>
            <a:custGeom>
              <a:avLst/>
              <a:gdLst/>
              <a:ahLst/>
              <a:cxnLst/>
              <a:rect l="l" t="t" r="r" b="b"/>
              <a:pathLst>
                <a:path w="41910" h="8889">
                  <a:moveTo>
                    <a:pt x="21589" y="7620"/>
                  </a:moveTo>
                  <a:lnTo>
                    <a:pt x="15239" y="7620"/>
                  </a:lnTo>
                  <a:lnTo>
                    <a:pt x="15239" y="8890"/>
                  </a:lnTo>
                  <a:lnTo>
                    <a:pt x="21589" y="8890"/>
                  </a:lnTo>
                  <a:lnTo>
                    <a:pt x="21589" y="7620"/>
                  </a:lnTo>
                  <a:close/>
                </a:path>
                <a:path w="41910" h="8889">
                  <a:moveTo>
                    <a:pt x="26670" y="6350"/>
                  </a:moveTo>
                  <a:lnTo>
                    <a:pt x="10160" y="6350"/>
                  </a:lnTo>
                  <a:lnTo>
                    <a:pt x="10160" y="7620"/>
                  </a:lnTo>
                  <a:lnTo>
                    <a:pt x="26670" y="7620"/>
                  </a:lnTo>
                  <a:lnTo>
                    <a:pt x="26670" y="6350"/>
                  </a:lnTo>
                  <a:close/>
                </a:path>
                <a:path w="41910" h="8889">
                  <a:moveTo>
                    <a:pt x="34289" y="5080"/>
                  </a:moveTo>
                  <a:lnTo>
                    <a:pt x="8889" y="5080"/>
                  </a:lnTo>
                  <a:lnTo>
                    <a:pt x="8889" y="6350"/>
                  </a:lnTo>
                  <a:lnTo>
                    <a:pt x="34289" y="6350"/>
                  </a:lnTo>
                  <a:lnTo>
                    <a:pt x="34289" y="5080"/>
                  </a:lnTo>
                  <a:close/>
                </a:path>
                <a:path w="41910" h="8889">
                  <a:moveTo>
                    <a:pt x="35560" y="3810"/>
                  </a:moveTo>
                  <a:lnTo>
                    <a:pt x="6350" y="3810"/>
                  </a:lnTo>
                  <a:lnTo>
                    <a:pt x="6350" y="5080"/>
                  </a:lnTo>
                  <a:lnTo>
                    <a:pt x="35560" y="5080"/>
                  </a:lnTo>
                  <a:lnTo>
                    <a:pt x="35560" y="3810"/>
                  </a:lnTo>
                  <a:close/>
                </a:path>
                <a:path w="41910" h="8889">
                  <a:moveTo>
                    <a:pt x="39369" y="2540"/>
                  </a:moveTo>
                  <a:lnTo>
                    <a:pt x="5079" y="2540"/>
                  </a:lnTo>
                  <a:lnTo>
                    <a:pt x="5079" y="3810"/>
                  </a:lnTo>
                  <a:lnTo>
                    <a:pt x="39369" y="3810"/>
                  </a:lnTo>
                  <a:lnTo>
                    <a:pt x="39369" y="2540"/>
                  </a:lnTo>
                  <a:close/>
                </a:path>
                <a:path w="41910" h="8889">
                  <a:moveTo>
                    <a:pt x="40639" y="1270"/>
                  </a:moveTo>
                  <a:lnTo>
                    <a:pt x="1269" y="1270"/>
                  </a:lnTo>
                  <a:lnTo>
                    <a:pt x="1269" y="2540"/>
                  </a:lnTo>
                  <a:lnTo>
                    <a:pt x="40639" y="2540"/>
                  </a:lnTo>
                  <a:lnTo>
                    <a:pt x="40639" y="1270"/>
                  </a:lnTo>
                  <a:close/>
                </a:path>
                <a:path w="41910" h="8889">
                  <a:moveTo>
                    <a:pt x="41910" y="0"/>
                  </a:moveTo>
                  <a:lnTo>
                    <a:pt x="0" y="0"/>
                  </a:lnTo>
                  <a:lnTo>
                    <a:pt x="0" y="1270"/>
                  </a:lnTo>
                  <a:lnTo>
                    <a:pt x="41910" y="1270"/>
                  </a:lnTo>
                  <a:lnTo>
                    <a:pt x="41910" y="0"/>
                  </a:lnTo>
                  <a:close/>
                </a:path>
              </a:pathLst>
            </a:custGeom>
            <a:solidFill>
              <a:srgbClr val="633400"/>
            </a:solidFill>
          </p:spPr>
          <p:txBody>
            <a:bodyPr wrap="square" lIns="0" tIns="0" rIns="0" bIns="0" rtlCol="0"/>
            <a:lstStyle/>
            <a:p/>
          </p:txBody>
        </p:sp>
      </p:grpSp>
      <p:grpSp>
        <p:nvGrpSpPr>
          <p:cNvPr id="2001" name="object 2001"/>
          <p:cNvGrpSpPr/>
          <p:nvPr/>
        </p:nvGrpSpPr>
        <p:grpSpPr>
          <a:xfrm>
            <a:off x="6774180" y="855980"/>
            <a:ext cx="203200" cy="821690"/>
            <a:chOff x="6774180" y="855980"/>
            <a:chExt cx="203200" cy="821690"/>
          </a:xfrm>
        </p:grpSpPr>
        <p:sp>
          <p:nvSpPr>
            <p:cNvPr id="2002" name="object 2002"/>
            <p:cNvSpPr/>
            <p:nvPr/>
          </p:nvSpPr>
          <p:spPr>
            <a:xfrm>
              <a:off x="6774180" y="855979"/>
              <a:ext cx="91440" cy="13970"/>
            </a:xfrm>
            <a:custGeom>
              <a:avLst/>
              <a:gdLst/>
              <a:ahLst/>
              <a:cxnLst/>
              <a:rect l="l" t="t" r="r" b="b"/>
              <a:pathLst>
                <a:path w="91440" h="13969">
                  <a:moveTo>
                    <a:pt x="91440" y="0"/>
                  </a:moveTo>
                  <a:lnTo>
                    <a:pt x="0" y="0"/>
                  </a:lnTo>
                  <a:lnTo>
                    <a:pt x="0" y="6350"/>
                  </a:lnTo>
                  <a:lnTo>
                    <a:pt x="0" y="13970"/>
                  </a:lnTo>
                  <a:lnTo>
                    <a:pt x="91440" y="13970"/>
                  </a:lnTo>
                  <a:lnTo>
                    <a:pt x="91440" y="6350"/>
                  </a:lnTo>
                  <a:lnTo>
                    <a:pt x="91440" y="0"/>
                  </a:lnTo>
                  <a:close/>
                </a:path>
              </a:pathLst>
            </a:custGeom>
            <a:solidFill>
              <a:srgbClr val="009800"/>
            </a:solidFill>
          </p:spPr>
          <p:txBody>
            <a:bodyPr wrap="square" lIns="0" tIns="0" rIns="0" bIns="0" rtlCol="0"/>
            <a:lstStyle/>
            <a:p/>
          </p:txBody>
        </p:sp>
        <p:sp>
          <p:nvSpPr>
            <p:cNvPr id="2003" name="object 2003"/>
            <p:cNvSpPr/>
            <p:nvPr/>
          </p:nvSpPr>
          <p:spPr>
            <a:xfrm>
              <a:off x="6774180" y="86995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009700"/>
            </a:solidFill>
          </p:spPr>
          <p:txBody>
            <a:bodyPr wrap="square" lIns="0" tIns="0" rIns="0" bIns="0" rtlCol="0"/>
            <a:lstStyle/>
            <a:p/>
          </p:txBody>
        </p:sp>
        <p:sp>
          <p:nvSpPr>
            <p:cNvPr id="2004" name="object 2004"/>
            <p:cNvSpPr/>
            <p:nvPr/>
          </p:nvSpPr>
          <p:spPr>
            <a:xfrm>
              <a:off x="6774180" y="8788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19600"/>
            </a:solidFill>
          </p:spPr>
          <p:txBody>
            <a:bodyPr wrap="square" lIns="0" tIns="0" rIns="0" bIns="0" rtlCol="0"/>
            <a:lstStyle/>
            <a:p/>
          </p:txBody>
        </p:sp>
        <p:sp>
          <p:nvSpPr>
            <p:cNvPr id="2005" name="object 2005"/>
            <p:cNvSpPr/>
            <p:nvPr/>
          </p:nvSpPr>
          <p:spPr>
            <a:xfrm>
              <a:off x="6774180" y="88646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029500"/>
            </a:solidFill>
          </p:spPr>
          <p:txBody>
            <a:bodyPr wrap="square" lIns="0" tIns="0" rIns="0" bIns="0" rtlCol="0"/>
            <a:lstStyle/>
            <a:p/>
          </p:txBody>
        </p:sp>
        <p:sp>
          <p:nvSpPr>
            <p:cNvPr id="2006" name="object 2006"/>
            <p:cNvSpPr/>
            <p:nvPr/>
          </p:nvSpPr>
          <p:spPr>
            <a:xfrm>
              <a:off x="6774180" y="8953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39400"/>
            </a:solidFill>
          </p:spPr>
          <p:txBody>
            <a:bodyPr wrap="square" lIns="0" tIns="0" rIns="0" bIns="0" rtlCol="0"/>
            <a:lstStyle/>
            <a:p/>
          </p:txBody>
        </p:sp>
        <p:sp>
          <p:nvSpPr>
            <p:cNvPr id="2007" name="object 2007"/>
            <p:cNvSpPr/>
            <p:nvPr/>
          </p:nvSpPr>
          <p:spPr>
            <a:xfrm>
              <a:off x="6774180" y="9029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49300"/>
            </a:solidFill>
          </p:spPr>
          <p:txBody>
            <a:bodyPr wrap="square" lIns="0" tIns="0" rIns="0" bIns="0" rtlCol="0"/>
            <a:lstStyle/>
            <a:p/>
          </p:txBody>
        </p:sp>
        <p:sp>
          <p:nvSpPr>
            <p:cNvPr id="2008" name="object 2008"/>
            <p:cNvSpPr/>
            <p:nvPr/>
          </p:nvSpPr>
          <p:spPr>
            <a:xfrm>
              <a:off x="6774180" y="91059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059200"/>
            </a:solidFill>
          </p:spPr>
          <p:txBody>
            <a:bodyPr wrap="square" lIns="0" tIns="0" rIns="0" bIns="0" rtlCol="0"/>
            <a:lstStyle/>
            <a:p/>
          </p:txBody>
        </p:sp>
        <p:sp>
          <p:nvSpPr>
            <p:cNvPr id="2009" name="object 2009"/>
            <p:cNvSpPr/>
            <p:nvPr/>
          </p:nvSpPr>
          <p:spPr>
            <a:xfrm>
              <a:off x="6774180" y="9194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69100"/>
            </a:solidFill>
          </p:spPr>
          <p:txBody>
            <a:bodyPr wrap="square" lIns="0" tIns="0" rIns="0" bIns="0" rtlCol="0"/>
            <a:lstStyle/>
            <a:p/>
          </p:txBody>
        </p:sp>
        <p:sp>
          <p:nvSpPr>
            <p:cNvPr id="2010" name="object 2010"/>
            <p:cNvSpPr/>
            <p:nvPr/>
          </p:nvSpPr>
          <p:spPr>
            <a:xfrm>
              <a:off x="6774180" y="9271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79000"/>
            </a:solidFill>
          </p:spPr>
          <p:txBody>
            <a:bodyPr wrap="square" lIns="0" tIns="0" rIns="0" bIns="0" rtlCol="0"/>
            <a:lstStyle/>
            <a:p/>
          </p:txBody>
        </p:sp>
        <p:sp>
          <p:nvSpPr>
            <p:cNvPr id="2011" name="object 2011"/>
            <p:cNvSpPr/>
            <p:nvPr/>
          </p:nvSpPr>
          <p:spPr>
            <a:xfrm>
              <a:off x="6774180" y="93472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088F00"/>
            </a:solidFill>
          </p:spPr>
          <p:txBody>
            <a:bodyPr wrap="square" lIns="0" tIns="0" rIns="0" bIns="0" rtlCol="0"/>
            <a:lstStyle/>
            <a:p/>
          </p:txBody>
        </p:sp>
        <p:sp>
          <p:nvSpPr>
            <p:cNvPr id="2012" name="object 2012"/>
            <p:cNvSpPr/>
            <p:nvPr/>
          </p:nvSpPr>
          <p:spPr>
            <a:xfrm>
              <a:off x="6774180" y="9436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98E00"/>
            </a:solidFill>
          </p:spPr>
          <p:txBody>
            <a:bodyPr wrap="square" lIns="0" tIns="0" rIns="0" bIns="0" rtlCol="0"/>
            <a:lstStyle/>
            <a:p/>
          </p:txBody>
        </p:sp>
        <p:sp>
          <p:nvSpPr>
            <p:cNvPr id="2013" name="object 2013"/>
            <p:cNvSpPr/>
            <p:nvPr/>
          </p:nvSpPr>
          <p:spPr>
            <a:xfrm>
              <a:off x="6774180" y="9512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A8D00"/>
            </a:solidFill>
          </p:spPr>
          <p:txBody>
            <a:bodyPr wrap="square" lIns="0" tIns="0" rIns="0" bIns="0" rtlCol="0"/>
            <a:lstStyle/>
            <a:p/>
          </p:txBody>
        </p:sp>
        <p:sp>
          <p:nvSpPr>
            <p:cNvPr id="2014" name="object 2014"/>
            <p:cNvSpPr/>
            <p:nvPr/>
          </p:nvSpPr>
          <p:spPr>
            <a:xfrm>
              <a:off x="6774180" y="95885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0B8C00"/>
            </a:solidFill>
          </p:spPr>
          <p:txBody>
            <a:bodyPr wrap="square" lIns="0" tIns="0" rIns="0" bIns="0" rtlCol="0"/>
            <a:lstStyle/>
            <a:p/>
          </p:txBody>
        </p:sp>
        <p:sp>
          <p:nvSpPr>
            <p:cNvPr id="2015" name="object 2015"/>
            <p:cNvSpPr/>
            <p:nvPr/>
          </p:nvSpPr>
          <p:spPr>
            <a:xfrm>
              <a:off x="6774180" y="9677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C8B00"/>
            </a:solidFill>
          </p:spPr>
          <p:txBody>
            <a:bodyPr wrap="square" lIns="0" tIns="0" rIns="0" bIns="0" rtlCol="0"/>
            <a:lstStyle/>
            <a:p/>
          </p:txBody>
        </p:sp>
        <p:sp>
          <p:nvSpPr>
            <p:cNvPr id="2016" name="object 2016"/>
            <p:cNvSpPr/>
            <p:nvPr/>
          </p:nvSpPr>
          <p:spPr>
            <a:xfrm>
              <a:off x="6774180" y="9753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D8A00"/>
            </a:solidFill>
          </p:spPr>
          <p:txBody>
            <a:bodyPr wrap="square" lIns="0" tIns="0" rIns="0" bIns="0" rtlCol="0"/>
            <a:lstStyle/>
            <a:p/>
          </p:txBody>
        </p:sp>
        <p:sp>
          <p:nvSpPr>
            <p:cNvPr id="2017" name="object 2017"/>
            <p:cNvSpPr/>
            <p:nvPr/>
          </p:nvSpPr>
          <p:spPr>
            <a:xfrm>
              <a:off x="6774180" y="982980"/>
              <a:ext cx="91440" cy="8890"/>
            </a:xfrm>
            <a:custGeom>
              <a:avLst/>
              <a:gdLst/>
              <a:ahLst/>
              <a:cxnLst/>
              <a:rect l="l" t="t" r="r" b="b"/>
              <a:pathLst>
                <a:path w="91440" h="8890">
                  <a:moveTo>
                    <a:pt x="0" y="0"/>
                  </a:moveTo>
                  <a:lnTo>
                    <a:pt x="91440" y="0"/>
                  </a:lnTo>
                  <a:lnTo>
                    <a:pt x="91440" y="8890"/>
                  </a:lnTo>
                  <a:lnTo>
                    <a:pt x="0" y="8890"/>
                  </a:lnTo>
                  <a:lnTo>
                    <a:pt x="0" y="0"/>
                  </a:lnTo>
                  <a:close/>
                </a:path>
              </a:pathLst>
            </a:custGeom>
            <a:solidFill>
              <a:srgbClr val="0E8900"/>
            </a:solidFill>
          </p:spPr>
          <p:txBody>
            <a:bodyPr wrap="square" lIns="0" tIns="0" rIns="0" bIns="0" rtlCol="0"/>
            <a:lstStyle/>
            <a:p/>
          </p:txBody>
        </p:sp>
        <p:sp>
          <p:nvSpPr>
            <p:cNvPr id="2018" name="object 2018"/>
            <p:cNvSpPr/>
            <p:nvPr/>
          </p:nvSpPr>
          <p:spPr>
            <a:xfrm>
              <a:off x="6774180" y="9918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F8800"/>
            </a:solidFill>
          </p:spPr>
          <p:txBody>
            <a:bodyPr wrap="square" lIns="0" tIns="0" rIns="0" bIns="0" rtlCol="0"/>
            <a:lstStyle/>
            <a:p/>
          </p:txBody>
        </p:sp>
        <p:sp>
          <p:nvSpPr>
            <p:cNvPr id="2019" name="object 2019"/>
            <p:cNvSpPr/>
            <p:nvPr/>
          </p:nvSpPr>
          <p:spPr>
            <a:xfrm>
              <a:off x="6774180" y="9994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08700"/>
            </a:solidFill>
          </p:spPr>
          <p:txBody>
            <a:bodyPr wrap="square" lIns="0" tIns="0" rIns="0" bIns="0" rtlCol="0"/>
            <a:lstStyle/>
            <a:p/>
          </p:txBody>
        </p:sp>
        <p:sp>
          <p:nvSpPr>
            <p:cNvPr id="2020" name="object 2020"/>
            <p:cNvSpPr/>
            <p:nvPr/>
          </p:nvSpPr>
          <p:spPr>
            <a:xfrm>
              <a:off x="6774180" y="100711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118600"/>
            </a:solidFill>
          </p:spPr>
          <p:txBody>
            <a:bodyPr wrap="square" lIns="0" tIns="0" rIns="0" bIns="0" rtlCol="0"/>
            <a:lstStyle/>
            <a:p/>
          </p:txBody>
        </p:sp>
        <p:sp>
          <p:nvSpPr>
            <p:cNvPr id="2021" name="object 2021"/>
            <p:cNvSpPr/>
            <p:nvPr/>
          </p:nvSpPr>
          <p:spPr>
            <a:xfrm>
              <a:off x="6774180" y="10160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28500"/>
            </a:solidFill>
          </p:spPr>
          <p:txBody>
            <a:bodyPr wrap="square" lIns="0" tIns="0" rIns="0" bIns="0" rtlCol="0"/>
            <a:lstStyle/>
            <a:p/>
          </p:txBody>
        </p:sp>
        <p:sp>
          <p:nvSpPr>
            <p:cNvPr id="2022" name="object 2022"/>
            <p:cNvSpPr/>
            <p:nvPr/>
          </p:nvSpPr>
          <p:spPr>
            <a:xfrm>
              <a:off x="6774180" y="10236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38400"/>
            </a:solidFill>
          </p:spPr>
          <p:txBody>
            <a:bodyPr wrap="square" lIns="0" tIns="0" rIns="0" bIns="0" rtlCol="0"/>
            <a:lstStyle/>
            <a:p/>
          </p:txBody>
        </p:sp>
        <p:sp>
          <p:nvSpPr>
            <p:cNvPr id="2023" name="object 2023"/>
            <p:cNvSpPr/>
            <p:nvPr/>
          </p:nvSpPr>
          <p:spPr>
            <a:xfrm>
              <a:off x="6774180" y="103124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148300"/>
            </a:solidFill>
          </p:spPr>
          <p:txBody>
            <a:bodyPr wrap="square" lIns="0" tIns="0" rIns="0" bIns="0" rtlCol="0"/>
            <a:lstStyle/>
            <a:p/>
          </p:txBody>
        </p:sp>
        <p:sp>
          <p:nvSpPr>
            <p:cNvPr id="2024" name="object 2024"/>
            <p:cNvSpPr/>
            <p:nvPr/>
          </p:nvSpPr>
          <p:spPr>
            <a:xfrm>
              <a:off x="6774180" y="10401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58200"/>
            </a:solidFill>
          </p:spPr>
          <p:txBody>
            <a:bodyPr wrap="square" lIns="0" tIns="0" rIns="0" bIns="0" rtlCol="0"/>
            <a:lstStyle/>
            <a:p/>
          </p:txBody>
        </p:sp>
        <p:sp>
          <p:nvSpPr>
            <p:cNvPr id="2025" name="object 2025"/>
            <p:cNvSpPr/>
            <p:nvPr/>
          </p:nvSpPr>
          <p:spPr>
            <a:xfrm>
              <a:off x="6774180" y="104775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168100"/>
            </a:solidFill>
          </p:spPr>
          <p:txBody>
            <a:bodyPr wrap="square" lIns="0" tIns="0" rIns="0" bIns="0" rtlCol="0"/>
            <a:lstStyle/>
            <a:p/>
          </p:txBody>
        </p:sp>
        <p:sp>
          <p:nvSpPr>
            <p:cNvPr id="2026" name="object 2026"/>
            <p:cNvSpPr/>
            <p:nvPr/>
          </p:nvSpPr>
          <p:spPr>
            <a:xfrm>
              <a:off x="6774180" y="10566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78000"/>
            </a:solidFill>
          </p:spPr>
          <p:txBody>
            <a:bodyPr wrap="square" lIns="0" tIns="0" rIns="0" bIns="0" rtlCol="0"/>
            <a:lstStyle/>
            <a:p/>
          </p:txBody>
        </p:sp>
        <p:sp>
          <p:nvSpPr>
            <p:cNvPr id="2027" name="object 2027"/>
            <p:cNvSpPr/>
            <p:nvPr/>
          </p:nvSpPr>
          <p:spPr>
            <a:xfrm>
              <a:off x="6774180" y="10642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87F00"/>
            </a:solidFill>
          </p:spPr>
          <p:txBody>
            <a:bodyPr wrap="square" lIns="0" tIns="0" rIns="0" bIns="0" rtlCol="0"/>
            <a:lstStyle/>
            <a:p/>
          </p:txBody>
        </p:sp>
        <p:sp>
          <p:nvSpPr>
            <p:cNvPr id="2028" name="object 2028"/>
            <p:cNvSpPr/>
            <p:nvPr/>
          </p:nvSpPr>
          <p:spPr>
            <a:xfrm>
              <a:off x="6774180" y="1071880"/>
              <a:ext cx="91440" cy="8890"/>
            </a:xfrm>
            <a:custGeom>
              <a:avLst/>
              <a:gdLst/>
              <a:ahLst/>
              <a:cxnLst/>
              <a:rect l="l" t="t" r="r" b="b"/>
              <a:pathLst>
                <a:path w="91440" h="8890">
                  <a:moveTo>
                    <a:pt x="0" y="0"/>
                  </a:moveTo>
                  <a:lnTo>
                    <a:pt x="91440" y="0"/>
                  </a:lnTo>
                  <a:lnTo>
                    <a:pt x="91440" y="8890"/>
                  </a:lnTo>
                  <a:lnTo>
                    <a:pt x="0" y="8890"/>
                  </a:lnTo>
                  <a:lnTo>
                    <a:pt x="0" y="0"/>
                  </a:lnTo>
                  <a:close/>
                </a:path>
              </a:pathLst>
            </a:custGeom>
            <a:solidFill>
              <a:srgbClr val="197E00"/>
            </a:solidFill>
          </p:spPr>
          <p:txBody>
            <a:bodyPr wrap="square" lIns="0" tIns="0" rIns="0" bIns="0" rtlCol="0"/>
            <a:lstStyle/>
            <a:p/>
          </p:txBody>
        </p:sp>
        <p:sp>
          <p:nvSpPr>
            <p:cNvPr id="2029" name="object 2029"/>
            <p:cNvSpPr/>
            <p:nvPr/>
          </p:nvSpPr>
          <p:spPr>
            <a:xfrm>
              <a:off x="6774180" y="10807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A7D00"/>
            </a:solidFill>
          </p:spPr>
          <p:txBody>
            <a:bodyPr wrap="square" lIns="0" tIns="0" rIns="0" bIns="0" rtlCol="0"/>
            <a:lstStyle/>
            <a:p/>
          </p:txBody>
        </p:sp>
        <p:sp>
          <p:nvSpPr>
            <p:cNvPr id="2030" name="object 2030"/>
            <p:cNvSpPr/>
            <p:nvPr/>
          </p:nvSpPr>
          <p:spPr>
            <a:xfrm>
              <a:off x="6774180" y="10883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B7C00"/>
            </a:solidFill>
          </p:spPr>
          <p:txBody>
            <a:bodyPr wrap="square" lIns="0" tIns="0" rIns="0" bIns="0" rtlCol="0"/>
            <a:lstStyle/>
            <a:p/>
          </p:txBody>
        </p:sp>
        <p:sp>
          <p:nvSpPr>
            <p:cNvPr id="2031" name="object 2031"/>
            <p:cNvSpPr/>
            <p:nvPr/>
          </p:nvSpPr>
          <p:spPr>
            <a:xfrm>
              <a:off x="6774180" y="109601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1C7B00"/>
            </a:solidFill>
          </p:spPr>
          <p:txBody>
            <a:bodyPr wrap="square" lIns="0" tIns="0" rIns="0" bIns="0" rtlCol="0"/>
            <a:lstStyle/>
            <a:p/>
          </p:txBody>
        </p:sp>
        <p:sp>
          <p:nvSpPr>
            <p:cNvPr id="2032" name="object 2032"/>
            <p:cNvSpPr/>
            <p:nvPr/>
          </p:nvSpPr>
          <p:spPr>
            <a:xfrm>
              <a:off x="6774180" y="11049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D7A00"/>
            </a:solidFill>
          </p:spPr>
          <p:txBody>
            <a:bodyPr wrap="square" lIns="0" tIns="0" rIns="0" bIns="0" rtlCol="0"/>
            <a:lstStyle/>
            <a:p/>
          </p:txBody>
        </p:sp>
        <p:sp>
          <p:nvSpPr>
            <p:cNvPr id="2033" name="object 2033"/>
            <p:cNvSpPr/>
            <p:nvPr/>
          </p:nvSpPr>
          <p:spPr>
            <a:xfrm>
              <a:off x="6774180" y="11125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E7900"/>
            </a:solidFill>
          </p:spPr>
          <p:txBody>
            <a:bodyPr wrap="square" lIns="0" tIns="0" rIns="0" bIns="0" rtlCol="0"/>
            <a:lstStyle/>
            <a:p/>
          </p:txBody>
        </p:sp>
        <p:sp>
          <p:nvSpPr>
            <p:cNvPr id="2034" name="object 2034"/>
            <p:cNvSpPr/>
            <p:nvPr/>
          </p:nvSpPr>
          <p:spPr>
            <a:xfrm>
              <a:off x="6774180" y="112014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1F7800"/>
            </a:solidFill>
          </p:spPr>
          <p:txBody>
            <a:bodyPr wrap="square" lIns="0" tIns="0" rIns="0" bIns="0" rtlCol="0"/>
            <a:lstStyle/>
            <a:p/>
          </p:txBody>
        </p:sp>
        <p:sp>
          <p:nvSpPr>
            <p:cNvPr id="2035" name="object 2035"/>
            <p:cNvSpPr/>
            <p:nvPr/>
          </p:nvSpPr>
          <p:spPr>
            <a:xfrm>
              <a:off x="6774180" y="11290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07700"/>
            </a:solidFill>
          </p:spPr>
          <p:txBody>
            <a:bodyPr wrap="square" lIns="0" tIns="0" rIns="0" bIns="0" rtlCol="0"/>
            <a:lstStyle/>
            <a:p/>
          </p:txBody>
        </p:sp>
        <p:sp>
          <p:nvSpPr>
            <p:cNvPr id="2036" name="object 2036"/>
            <p:cNvSpPr/>
            <p:nvPr/>
          </p:nvSpPr>
          <p:spPr>
            <a:xfrm>
              <a:off x="6774180" y="11366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17600"/>
            </a:solidFill>
          </p:spPr>
          <p:txBody>
            <a:bodyPr wrap="square" lIns="0" tIns="0" rIns="0" bIns="0" rtlCol="0"/>
            <a:lstStyle/>
            <a:p/>
          </p:txBody>
        </p:sp>
        <p:sp>
          <p:nvSpPr>
            <p:cNvPr id="2037" name="object 2037"/>
            <p:cNvSpPr/>
            <p:nvPr/>
          </p:nvSpPr>
          <p:spPr>
            <a:xfrm>
              <a:off x="6774180" y="114427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227500"/>
            </a:solidFill>
          </p:spPr>
          <p:txBody>
            <a:bodyPr wrap="square" lIns="0" tIns="0" rIns="0" bIns="0" rtlCol="0"/>
            <a:lstStyle/>
            <a:p/>
          </p:txBody>
        </p:sp>
        <p:sp>
          <p:nvSpPr>
            <p:cNvPr id="2038" name="object 2038"/>
            <p:cNvSpPr/>
            <p:nvPr/>
          </p:nvSpPr>
          <p:spPr>
            <a:xfrm>
              <a:off x="6774180" y="11531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37400"/>
            </a:solidFill>
          </p:spPr>
          <p:txBody>
            <a:bodyPr wrap="square" lIns="0" tIns="0" rIns="0" bIns="0" rtlCol="0"/>
            <a:lstStyle/>
            <a:p/>
          </p:txBody>
        </p:sp>
        <p:sp>
          <p:nvSpPr>
            <p:cNvPr id="2039" name="object 2039"/>
            <p:cNvSpPr/>
            <p:nvPr/>
          </p:nvSpPr>
          <p:spPr>
            <a:xfrm>
              <a:off x="6774180" y="11607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47300"/>
            </a:solidFill>
          </p:spPr>
          <p:txBody>
            <a:bodyPr wrap="square" lIns="0" tIns="0" rIns="0" bIns="0" rtlCol="0"/>
            <a:lstStyle/>
            <a:p/>
          </p:txBody>
        </p:sp>
        <p:sp>
          <p:nvSpPr>
            <p:cNvPr id="2040" name="object 2040"/>
            <p:cNvSpPr/>
            <p:nvPr/>
          </p:nvSpPr>
          <p:spPr>
            <a:xfrm>
              <a:off x="6774180" y="116840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257200"/>
            </a:solidFill>
          </p:spPr>
          <p:txBody>
            <a:bodyPr wrap="square" lIns="0" tIns="0" rIns="0" bIns="0" rtlCol="0"/>
            <a:lstStyle/>
            <a:p/>
          </p:txBody>
        </p:sp>
        <p:sp>
          <p:nvSpPr>
            <p:cNvPr id="2041" name="object 2041"/>
            <p:cNvSpPr/>
            <p:nvPr/>
          </p:nvSpPr>
          <p:spPr>
            <a:xfrm>
              <a:off x="6774180" y="11772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67100"/>
            </a:solidFill>
          </p:spPr>
          <p:txBody>
            <a:bodyPr wrap="square" lIns="0" tIns="0" rIns="0" bIns="0" rtlCol="0"/>
            <a:lstStyle/>
            <a:p/>
          </p:txBody>
        </p:sp>
        <p:sp>
          <p:nvSpPr>
            <p:cNvPr id="2042" name="object 2042"/>
            <p:cNvSpPr/>
            <p:nvPr/>
          </p:nvSpPr>
          <p:spPr>
            <a:xfrm>
              <a:off x="6774180" y="11849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77000"/>
            </a:solidFill>
          </p:spPr>
          <p:txBody>
            <a:bodyPr wrap="square" lIns="0" tIns="0" rIns="0" bIns="0" rtlCol="0"/>
            <a:lstStyle/>
            <a:p/>
          </p:txBody>
        </p:sp>
        <p:sp>
          <p:nvSpPr>
            <p:cNvPr id="2043" name="object 2043"/>
            <p:cNvSpPr/>
            <p:nvPr/>
          </p:nvSpPr>
          <p:spPr>
            <a:xfrm>
              <a:off x="6774180" y="1192530"/>
              <a:ext cx="91440" cy="8890"/>
            </a:xfrm>
            <a:custGeom>
              <a:avLst/>
              <a:gdLst/>
              <a:ahLst/>
              <a:cxnLst/>
              <a:rect l="l" t="t" r="r" b="b"/>
              <a:pathLst>
                <a:path w="91440" h="8890">
                  <a:moveTo>
                    <a:pt x="0" y="0"/>
                  </a:moveTo>
                  <a:lnTo>
                    <a:pt x="91440" y="0"/>
                  </a:lnTo>
                  <a:lnTo>
                    <a:pt x="91440" y="8890"/>
                  </a:lnTo>
                  <a:lnTo>
                    <a:pt x="0" y="8890"/>
                  </a:lnTo>
                  <a:lnTo>
                    <a:pt x="0" y="0"/>
                  </a:lnTo>
                  <a:close/>
                </a:path>
              </a:pathLst>
            </a:custGeom>
            <a:solidFill>
              <a:srgbClr val="286F00"/>
            </a:solidFill>
          </p:spPr>
          <p:txBody>
            <a:bodyPr wrap="square" lIns="0" tIns="0" rIns="0" bIns="0" rtlCol="0"/>
            <a:lstStyle/>
            <a:p/>
          </p:txBody>
        </p:sp>
        <p:sp>
          <p:nvSpPr>
            <p:cNvPr id="2044" name="object 2044"/>
            <p:cNvSpPr/>
            <p:nvPr/>
          </p:nvSpPr>
          <p:spPr>
            <a:xfrm>
              <a:off x="6774180" y="12014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96E00"/>
            </a:solidFill>
          </p:spPr>
          <p:txBody>
            <a:bodyPr wrap="square" lIns="0" tIns="0" rIns="0" bIns="0" rtlCol="0"/>
            <a:lstStyle/>
            <a:p/>
          </p:txBody>
        </p:sp>
        <p:sp>
          <p:nvSpPr>
            <p:cNvPr id="2045" name="object 2045"/>
            <p:cNvSpPr/>
            <p:nvPr/>
          </p:nvSpPr>
          <p:spPr>
            <a:xfrm>
              <a:off x="6774180" y="120904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2A6D00"/>
            </a:solidFill>
          </p:spPr>
          <p:txBody>
            <a:bodyPr wrap="square" lIns="0" tIns="0" rIns="0" bIns="0" rtlCol="0"/>
            <a:lstStyle/>
            <a:p/>
          </p:txBody>
        </p:sp>
        <p:sp>
          <p:nvSpPr>
            <p:cNvPr id="2046" name="object 2046"/>
            <p:cNvSpPr/>
            <p:nvPr/>
          </p:nvSpPr>
          <p:spPr>
            <a:xfrm>
              <a:off x="6774180" y="12179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B6C00"/>
            </a:solidFill>
          </p:spPr>
          <p:txBody>
            <a:bodyPr wrap="square" lIns="0" tIns="0" rIns="0" bIns="0" rtlCol="0"/>
            <a:lstStyle/>
            <a:p/>
          </p:txBody>
        </p:sp>
        <p:sp>
          <p:nvSpPr>
            <p:cNvPr id="2047" name="object 2047"/>
            <p:cNvSpPr/>
            <p:nvPr/>
          </p:nvSpPr>
          <p:spPr>
            <a:xfrm>
              <a:off x="6774180" y="12255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C6B00"/>
            </a:solidFill>
          </p:spPr>
          <p:txBody>
            <a:bodyPr wrap="square" lIns="0" tIns="0" rIns="0" bIns="0" rtlCol="0"/>
            <a:lstStyle/>
            <a:p/>
          </p:txBody>
        </p:sp>
        <p:sp>
          <p:nvSpPr>
            <p:cNvPr id="2048" name="object 2048"/>
            <p:cNvSpPr/>
            <p:nvPr/>
          </p:nvSpPr>
          <p:spPr>
            <a:xfrm>
              <a:off x="6774180" y="123317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2D6A00"/>
            </a:solidFill>
          </p:spPr>
          <p:txBody>
            <a:bodyPr wrap="square" lIns="0" tIns="0" rIns="0" bIns="0" rtlCol="0"/>
            <a:lstStyle/>
            <a:p/>
          </p:txBody>
        </p:sp>
        <p:sp>
          <p:nvSpPr>
            <p:cNvPr id="2049" name="object 2049"/>
            <p:cNvSpPr/>
            <p:nvPr/>
          </p:nvSpPr>
          <p:spPr>
            <a:xfrm>
              <a:off x="6774180" y="12420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E6900"/>
            </a:solidFill>
          </p:spPr>
          <p:txBody>
            <a:bodyPr wrap="square" lIns="0" tIns="0" rIns="0" bIns="0" rtlCol="0"/>
            <a:lstStyle/>
            <a:p/>
          </p:txBody>
        </p:sp>
        <p:sp>
          <p:nvSpPr>
            <p:cNvPr id="2050" name="object 2050"/>
            <p:cNvSpPr/>
            <p:nvPr/>
          </p:nvSpPr>
          <p:spPr>
            <a:xfrm>
              <a:off x="6774180" y="12496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F6800"/>
            </a:solidFill>
          </p:spPr>
          <p:txBody>
            <a:bodyPr wrap="square" lIns="0" tIns="0" rIns="0" bIns="0" rtlCol="0"/>
            <a:lstStyle/>
            <a:p/>
          </p:txBody>
        </p:sp>
        <p:sp>
          <p:nvSpPr>
            <p:cNvPr id="2051" name="object 2051"/>
            <p:cNvSpPr/>
            <p:nvPr/>
          </p:nvSpPr>
          <p:spPr>
            <a:xfrm>
              <a:off x="6774180" y="125730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306700"/>
            </a:solidFill>
          </p:spPr>
          <p:txBody>
            <a:bodyPr wrap="square" lIns="0" tIns="0" rIns="0" bIns="0" rtlCol="0"/>
            <a:lstStyle/>
            <a:p/>
          </p:txBody>
        </p:sp>
        <p:sp>
          <p:nvSpPr>
            <p:cNvPr id="2052" name="object 2052"/>
            <p:cNvSpPr/>
            <p:nvPr/>
          </p:nvSpPr>
          <p:spPr>
            <a:xfrm>
              <a:off x="6774180" y="12661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16600"/>
            </a:solidFill>
          </p:spPr>
          <p:txBody>
            <a:bodyPr wrap="square" lIns="0" tIns="0" rIns="0" bIns="0" rtlCol="0"/>
            <a:lstStyle/>
            <a:p/>
          </p:txBody>
        </p:sp>
        <p:sp>
          <p:nvSpPr>
            <p:cNvPr id="2053" name="object 2053"/>
            <p:cNvSpPr/>
            <p:nvPr/>
          </p:nvSpPr>
          <p:spPr>
            <a:xfrm>
              <a:off x="6774180" y="12738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36600"/>
            </a:solidFill>
          </p:spPr>
          <p:txBody>
            <a:bodyPr wrap="square" lIns="0" tIns="0" rIns="0" bIns="0" rtlCol="0"/>
            <a:lstStyle/>
            <a:p/>
          </p:txBody>
        </p:sp>
        <p:sp>
          <p:nvSpPr>
            <p:cNvPr id="2054" name="object 2054"/>
            <p:cNvSpPr/>
            <p:nvPr/>
          </p:nvSpPr>
          <p:spPr>
            <a:xfrm>
              <a:off x="6774180" y="1281430"/>
              <a:ext cx="91440" cy="8890"/>
            </a:xfrm>
            <a:custGeom>
              <a:avLst/>
              <a:gdLst/>
              <a:ahLst/>
              <a:cxnLst/>
              <a:rect l="l" t="t" r="r" b="b"/>
              <a:pathLst>
                <a:path w="91440" h="8890">
                  <a:moveTo>
                    <a:pt x="0" y="0"/>
                  </a:moveTo>
                  <a:lnTo>
                    <a:pt x="91440" y="0"/>
                  </a:lnTo>
                  <a:lnTo>
                    <a:pt x="91440" y="8890"/>
                  </a:lnTo>
                  <a:lnTo>
                    <a:pt x="0" y="8890"/>
                  </a:lnTo>
                  <a:lnTo>
                    <a:pt x="0" y="0"/>
                  </a:lnTo>
                  <a:close/>
                </a:path>
              </a:pathLst>
            </a:custGeom>
            <a:solidFill>
              <a:srgbClr val="336400"/>
            </a:solidFill>
          </p:spPr>
          <p:txBody>
            <a:bodyPr wrap="square" lIns="0" tIns="0" rIns="0" bIns="0" rtlCol="0"/>
            <a:lstStyle/>
            <a:p/>
          </p:txBody>
        </p:sp>
        <p:sp>
          <p:nvSpPr>
            <p:cNvPr id="2055" name="object 2055"/>
            <p:cNvSpPr/>
            <p:nvPr/>
          </p:nvSpPr>
          <p:spPr>
            <a:xfrm>
              <a:off x="6774180" y="12903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46300"/>
            </a:solidFill>
          </p:spPr>
          <p:txBody>
            <a:bodyPr wrap="square" lIns="0" tIns="0" rIns="0" bIns="0" rtlCol="0"/>
            <a:lstStyle/>
            <a:p/>
          </p:txBody>
        </p:sp>
        <p:sp>
          <p:nvSpPr>
            <p:cNvPr id="2056" name="object 2056"/>
            <p:cNvSpPr/>
            <p:nvPr/>
          </p:nvSpPr>
          <p:spPr>
            <a:xfrm>
              <a:off x="6774180" y="12979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56200"/>
            </a:solidFill>
          </p:spPr>
          <p:txBody>
            <a:bodyPr wrap="square" lIns="0" tIns="0" rIns="0" bIns="0" rtlCol="0"/>
            <a:lstStyle/>
            <a:p/>
          </p:txBody>
        </p:sp>
        <p:sp>
          <p:nvSpPr>
            <p:cNvPr id="2057" name="object 2057"/>
            <p:cNvSpPr/>
            <p:nvPr/>
          </p:nvSpPr>
          <p:spPr>
            <a:xfrm>
              <a:off x="6774180" y="130556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366100"/>
            </a:solidFill>
          </p:spPr>
          <p:txBody>
            <a:bodyPr wrap="square" lIns="0" tIns="0" rIns="0" bIns="0" rtlCol="0"/>
            <a:lstStyle/>
            <a:p/>
          </p:txBody>
        </p:sp>
        <p:sp>
          <p:nvSpPr>
            <p:cNvPr id="2058" name="object 2058"/>
            <p:cNvSpPr/>
            <p:nvPr/>
          </p:nvSpPr>
          <p:spPr>
            <a:xfrm>
              <a:off x="6774180" y="13144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76000"/>
            </a:solidFill>
          </p:spPr>
          <p:txBody>
            <a:bodyPr wrap="square" lIns="0" tIns="0" rIns="0" bIns="0" rtlCol="0"/>
            <a:lstStyle/>
            <a:p/>
          </p:txBody>
        </p:sp>
        <p:sp>
          <p:nvSpPr>
            <p:cNvPr id="2059" name="object 2059"/>
            <p:cNvSpPr/>
            <p:nvPr/>
          </p:nvSpPr>
          <p:spPr>
            <a:xfrm>
              <a:off x="6774180" y="13220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85F00"/>
            </a:solidFill>
          </p:spPr>
          <p:txBody>
            <a:bodyPr wrap="square" lIns="0" tIns="0" rIns="0" bIns="0" rtlCol="0"/>
            <a:lstStyle/>
            <a:p/>
          </p:txBody>
        </p:sp>
        <p:sp>
          <p:nvSpPr>
            <p:cNvPr id="2060" name="object 2060"/>
            <p:cNvSpPr/>
            <p:nvPr/>
          </p:nvSpPr>
          <p:spPr>
            <a:xfrm>
              <a:off x="6774180" y="132969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395E00"/>
            </a:solidFill>
          </p:spPr>
          <p:txBody>
            <a:bodyPr wrap="square" lIns="0" tIns="0" rIns="0" bIns="0" rtlCol="0"/>
            <a:lstStyle/>
            <a:p/>
          </p:txBody>
        </p:sp>
        <p:sp>
          <p:nvSpPr>
            <p:cNvPr id="2061" name="object 2061"/>
            <p:cNvSpPr/>
            <p:nvPr/>
          </p:nvSpPr>
          <p:spPr>
            <a:xfrm>
              <a:off x="6774180" y="13385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A5D00"/>
            </a:solidFill>
          </p:spPr>
          <p:txBody>
            <a:bodyPr wrap="square" lIns="0" tIns="0" rIns="0" bIns="0" rtlCol="0"/>
            <a:lstStyle/>
            <a:p/>
          </p:txBody>
        </p:sp>
        <p:sp>
          <p:nvSpPr>
            <p:cNvPr id="2062" name="object 2062"/>
            <p:cNvSpPr/>
            <p:nvPr/>
          </p:nvSpPr>
          <p:spPr>
            <a:xfrm>
              <a:off x="6774180" y="13462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B5C00"/>
            </a:solidFill>
          </p:spPr>
          <p:txBody>
            <a:bodyPr wrap="square" lIns="0" tIns="0" rIns="0" bIns="0" rtlCol="0"/>
            <a:lstStyle/>
            <a:p/>
          </p:txBody>
        </p:sp>
        <p:sp>
          <p:nvSpPr>
            <p:cNvPr id="2063" name="object 2063"/>
            <p:cNvSpPr/>
            <p:nvPr/>
          </p:nvSpPr>
          <p:spPr>
            <a:xfrm>
              <a:off x="6774180" y="135382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3C5B00"/>
            </a:solidFill>
          </p:spPr>
          <p:txBody>
            <a:bodyPr wrap="square" lIns="0" tIns="0" rIns="0" bIns="0" rtlCol="0"/>
            <a:lstStyle/>
            <a:p/>
          </p:txBody>
        </p:sp>
        <p:sp>
          <p:nvSpPr>
            <p:cNvPr id="2064" name="object 2064"/>
            <p:cNvSpPr/>
            <p:nvPr/>
          </p:nvSpPr>
          <p:spPr>
            <a:xfrm>
              <a:off x="6774180" y="13627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D5A00"/>
            </a:solidFill>
          </p:spPr>
          <p:txBody>
            <a:bodyPr wrap="square" lIns="0" tIns="0" rIns="0" bIns="0" rtlCol="0"/>
            <a:lstStyle/>
            <a:p/>
          </p:txBody>
        </p:sp>
        <p:sp>
          <p:nvSpPr>
            <p:cNvPr id="2065" name="object 2065"/>
            <p:cNvSpPr/>
            <p:nvPr/>
          </p:nvSpPr>
          <p:spPr>
            <a:xfrm>
              <a:off x="6774180" y="1370330"/>
              <a:ext cx="91440" cy="8890"/>
            </a:xfrm>
            <a:custGeom>
              <a:avLst/>
              <a:gdLst/>
              <a:ahLst/>
              <a:cxnLst/>
              <a:rect l="l" t="t" r="r" b="b"/>
              <a:pathLst>
                <a:path w="91440" h="8890">
                  <a:moveTo>
                    <a:pt x="0" y="0"/>
                  </a:moveTo>
                  <a:lnTo>
                    <a:pt x="91440" y="0"/>
                  </a:lnTo>
                  <a:lnTo>
                    <a:pt x="91440" y="8890"/>
                  </a:lnTo>
                  <a:lnTo>
                    <a:pt x="0" y="8890"/>
                  </a:lnTo>
                  <a:lnTo>
                    <a:pt x="0" y="0"/>
                  </a:lnTo>
                  <a:close/>
                </a:path>
              </a:pathLst>
            </a:custGeom>
            <a:solidFill>
              <a:srgbClr val="3E5900"/>
            </a:solidFill>
          </p:spPr>
          <p:txBody>
            <a:bodyPr wrap="square" lIns="0" tIns="0" rIns="0" bIns="0" rtlCol="0"/>
            <a:lstStyle/>
            <a:p/>
          </p:txBody>
        </p:sp>
        <p:sp>
          <p:nvSpPr>
            <p:cNvPr id="2066" name="object 2066"/>
            <p:cNvSpPr/>
            <p:nvPr/>
          </p:nvSpPr>
          <p:spPr>
            <a:xfrm>
              <a:off x="6774180" y="13792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F5800"/>
            </a:solidFill>
          </p:spPr>
          <p:txBody>
            <a:bodyPr wrap="square" lIns="0" tIns="0" rIns="0" bIns="0" rtlCol="0"/>
            <a:lstStyle/>
            <a:p/>
          </p:txBody>
        </p:sp>
        <p:sp>
          <p:nvSpPr>
            <p:cNvPr id="2067" name="object 2067"/>
            <p:cNvSpPr/>
            <p:nvPr/>
          </p:nvSpPr>
          <p:spPr>
            <a:xfrm>
              <a:off x="6774180" y="13868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05700"/>
            </a:solidFill>
          </p:spPr>
          <p:txBody>
            <a:bodyPr wrap="square" lIns="0" tIns="0" rIns="0" bIns="0" rtlCol="0"/>
            <a:lstStyle/>
            <a:p/>
          </p:txBody>
        </p:sp>
        <p:sp>
          <p:nvSpPr>
            <p:cNvPr id="2068" name="object 2068"/>
            <p:cNvSpPr/>
            <p:nvPr/>
          </p:nvSpPr>
          <p:spPr>
            <a:xfrm>
              <a:off x="6774180" y="139446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415600"/>
            </a:solidFill>
          </p:spPr>
          <p:txBody>
            <a:bodyPr wrap="square" lIns="0" tIns="0" rIns="0" bIns="0" rtlCol="0"/>
            <a:lstStyle/>
            <a:p/>
          </p:txBody>
        </p:sp>
        <p:sp>
          <p:nvSpPr>
            <p:cNvPr id="2069" name="object 2069"/>
            <p:cNvSpPr/>
            <p:nvPr/>
          </p:nvSpPr>
          <p:spPr>
            <a:xfrm>
              <a:off x="6774180" y="14033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25500"/>
            </a:solidFill>
          </p:spPr>
          <p:txBody>
            <a:bodyPr wrap="square" lIns="0" tIns="0" rIns="0" bIns="0" rtlCol="0"/>
            <a:lstStyle/>
            <a:p/>
          </p:txBody>
        </p:sp>
        <p:sp>
          <p:nvSpPr>
            <p:cNvPr id="2070" name="object 2070"/>
            <p:cNvSpPr/>
            <p:nvPr/>
          </p:nvSpPr>
          <p:spPr>
            <a:xfrm>
              <a:off x="6774180" y="14109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435400"/>
            </a:solidFill>
          </p:spPr>
          <p:txBody>
            <a:bodyPr wrap="square" lIns="0" tIns="0" rIns="0" bIns="0" rtlCol="0"/>
            <a:lstStyle/>
            <a:p/>
          </p:txBody>
        </p:sp>
        <p:sp>
          <p:nvSpPr>
            <p:cNvPr id="2071" name="object 2071"/>
            <p:cNvSpPr/>
            <p:nvPr/>
          </p:nvSpPr>
          <p:spPr>
            <a:xfrm>
              <a:off x="6774180" y="1418590"/>
              <a:ext cx="91440" cy="8890"/>
            </a:xfrm>
            <a:custGeom>
              <a:avLst/>
              <a:gdLst/>
              <a:ahLst/>
              <a:cxnLst/>
              <a:rect l="l" t="t" r="r" b="b"/>
              <a:pathLst>
                <a:path w="91440" h="8890">
                  <a:moveTo>
                    <a:pt x="0" y="0"/>
                  </a:moveTo>
                  <a:lnTo>
                    <a:pt x="91440" y="0"/>
                  </a:lnTo>
                  <a:lnTo>
                    <a:pt x="91440" y="8889"/>
                  </a:lnTo>
                  <a:lnTo>
                    <a:pt x="0" y="8889"/>
                  </a:lnTo>
                  <a:lnTo>
                    <a:pt x="0" y="0"/>
                  </a:lnTo>
                  <a:close/>
                </a:path>
              </a:pathLst>
            </a:custGeom>
            <a:solidFill>
              <a:srgbClr val="445300"/>
            </a:solidFill>
          </p:spPr>
          <p:txBody>
            <a:bodyPr wrap="square" lIns="0" tIns="0" rIns="0" bIns="0" rtlCol="0"/>
            <a:lstStyle/>
            <a:p/>
          </p:txBody>
        </p:sp>
        <p:sp>
          <p:nvSpPr>
            <p:cNvPr id="2072" name="object 2072"/>
            <p:cNvSpPr/>
            <p:nvPr/>
          </p:nvSpPr>
          <p:spPr>
            <a:xfrm>
              <a:off x="6774180" y="14274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55200"/>
            </a:solidFill>
          </p:spPr>
          <p:txBody>
            <a:bodyPr wrap="square" lIns="0" tIns="0" rIns="0" bIns="0" rtlCol="0"/>
            <a:lstStyle/>
            <a:p/>
          </p:txBody>
        </p:sp>
        <p:sp>
          <p:nvSpPr>
            <p:cNvPr id="2073" name="object 2073"/>
            <p:cNvSpPr/>
            <p:nvPr/>
          </p:nvSpPr>
          <p:spPr>
            <a:xfrm>
              <a:off x="6774180" y="1435099"/>
              <a:ext cx="203200" cy="7620"/>
            </a:xfrm>
            <a:custGeom>
              <a:avLst/>
              <a:gdLst/>
              <a:ahLst/>
              <a:cxnLst/>
              <a:rect l="l" t="t" r="r" b="b"/>
              <a:pathLst>
                <a:path w="203200" h="7619">
                  <a:moveTo>
                    <a:pt x="203200" y="6350"/>
                  </a:moveTo>
                  <a:lnTo>
                    <a:pt x="91440" y="6350"/>
                  </a:lnTo>
                  <a:lnTo>
                    <a:pt x="91440" y="0"/>
                  </a:lnTo>
                  <a:lnTo>
                    <a:pt x="0" y="0"/>
                  </a:lnTo>
                  <a:lnTo>
                    <a:pt x="0" y="6350"/>
                  </a:lnTo>
                  <a:lnTo>
                    <a:pt x="0" y="7620"/>
                  </a:lnTo>
                  <a:lnTo>
                    <a:pt x="203200" y="7620"/>
                  </a:lnTo>
                  <a:lnTo>
                    <a:pt x="203200" y="6350"/>
                  </a:lnTo>
                  <a:close/>
                </a:path>
              </a:pathLst>
            </a:custGeom>
            <a:solidFill>
              <a:srgbClr val="465100"/>
            </a:solidFill>
          </p:spPr>
          <p:txBody>
            <a:bodyPr wrap="square" lIns="0" tIns="0" rIns="0" bIns="0" rtlCol="0"/>
            <a:lstStyle/>
            <a:p/>
          </p:txBody>
        </p:sp>
        <p:sp>
          <p:nvSpPr>
            <p:cNvPr id="2074" name="object 2074"/>
            <p:cNvSpPr/>
            <p:nvPr/>
          </p:nvSpPr>
          <p:spPr>
            <a:xfrm>
              <a:off x="6774180" y="144272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475000"/>
            </a:solidFill>
          </p:spPr>
          <p:txBody>
            <a:bodyPr wrap="square" lIns="0" tIns="0" rIns="0" bIns="0" rtlCol="0"/>
            <a:lstStyle/>
            <a:p/>
          </p:txBody>
        </p:sp>
        <p:sp>
          <p:nvSpPr>
            <p:cNvPr id="2075" name="object 2075"/>
            <p:cNvSpPr/>
            <p:nvPr/>
          </p:nvSpPr>
          <p:spPr>
            <a:xfrm>
              <a:off x="6774180" y="145161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484F00"/>
            </a:solidFill>
          </p:spPr>
          <p:txBody>
            <a:bodyPr wrap="square" lIns="0" tIns="0" rIns="0" bIns="0" rtlCol="0"/>
            <a:lstStyle/>
            <a:p/>
          </p:txBody>
        </p:sp>
        <p:sp>
          <p:nvSpPr>
            <p:cNvPr id="2076" name="object 2076"/>
            <p:cNvSpPr/>
            <p:nvPr/>
          </p:nvSpPr>
          <p:spPr>
            <a:xfrm>
              <a:off x="6774180" y="14592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494E00"/>
            </a:solidFill>
          </p:spPr>
          <p:txBody>
            <a:bodyPr wrap="square" lIns="0" tIns="0" rIns="0" bIns="0" rtlCol="0"/>
            <a:lstStyle/>
            <a:p/>
          </p:txBody>
        </p:sp>
        <p:sp>
          <p:nvSpPr>
            <p:cNvPr id="2077" name="object 2077"/>
            <p:cNvSpPr/>
            <p:nvPr/>
          </p:nvSpPr>
          <p:spPr>
            <a:xfrm>
              <a:off x="6774180" y="146685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4A4D00"/>
            </a:solidFill>
          </p:spPr>
          <p:txBody>
            <a:bodyPr wrap="square" lIns="0" tIns="0" rIns="0" bIns="0" rtlCol="0"/>
            <a:lstStyle/>
            <a:p/>
          </p:txBody>
        </p:sp>
        <p:sp>
          <p:nvSpPr>
            <p:cNvPr id="2078" name="object 2078"/>
            <p:cNvSpPr/>
            <p:nvPr/>
          </p:nvSpPr>
          <p:spPr>
            <a:xfrm>
              <a:off x="6774180" y="14757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4B4C00"/>
            </a:solidFill>
          </p:spPr>
          <p:txBody>
            <a:bodyPr wrap="square" lIns="0" tIns="0" rIns="0" bIns="0" rtlCol="0"/>
            <a:lstStyle/>
            <a:p/>
          </p:txBody>
        </p:sp>
        <p:sp>
          <p:nvSpPr>
            <p:cNvPr id="2079" name="object 2079"/>
            <p:cNvSpPr/>
            <p:nvPr/>
          </p:nvSpPr>
          <p:spPr>
            <a:xfrm>
              <a:off x="6774180" y="14833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4C4B00"/>
            </a:solidFill>
          </p:spPr>
          <p:txBody>
            <a:bodyPr wrap="square" lIns="0" tIns="0" rIns="0" bIns="0" rtlCol="0"/>
            <a:lstStyle/>
            <a:p/>
          </p:txBody>
        </p:sp>
        <p:sp>
          <p:nvSpPr>
            <p:cNvPr id="2080" name="object 2080"/>
            <p:cNvSpPr/>
            <p:nvPr/>
          </p:nvSpPr>
          <p:spPr>
            <a:xfrm>
              <a:off x="6774180" y="1490980"/>
              <a:ext cx="203200" cy="8890"/>
            </a:xfrm>
            <a:custGeom>
              <a:avLst/>
              <a:gdLst/>
              <a:ahLst/>
              <a:cxnLst/>
              <a:rect l="l" t="t" r="r" b="b"/>
              <a:pathLst>
                <a:path w="203200" h="8890">
                  <a:moveTo>
                    <a:pt x="203200" y="0"/>
                  </a:moveTo>
                  <a:lnTo>
                    <a:pt x="0" y="0"/>
                  </a:lnTo>
                  <a:lnTo>
                    <a:pt x="0" y="8890"/>
                  </a:lnTo>
                  <a:lnTo>
                    <a:pt x="203200" y="8890"/>
                  </a:lnTo>
                  <a:lnTo>
                    <a:pt x="203200" y="0"/>
                  </a:lnTo>
                  <a:close/>
                </a:path>
              </a:pathLst>
            </a:custGeom>
            <a:solidFill>
              <a:srgbClr val="4D4A00"/>
            </a:solidFill>
          </p:spPr>
          <p:txBody>
            <a:bodyPr wrap="square" lIns="0" tIns="0" rIns="0" bIns="0" rtlCol="0"/>
            <a:lstStyle/>
            <a:p/>
          </p:txBody>
        </p:sp>
        <p:sp>
          <p:nvSpPr>
            <p:cNvPr id="2081" name="object 2081"/>
            <p:cNvSpPr/>
            <p:nvPr/>
          </p:nvSpPr>
          <p:spPr>
            <a:xfrm>
              <a:off x="6774180" y="14998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4E4900"/>
            </a:solidFill>
          </p:spPr>
          <p:txBody>
            <a:bodyPr wrap="square" lIns="0" tIns="0" rIns="0" bIns="0" rtlCol="0"/>
            <a:lstStyle/>
            <a:p/>
          </p:txBody>
        </p:sp>
        <p:sp>
          <p:nvSpPr>
            <p:cNvPr id="2082" name="object 2082"/>
            <p:cNvSpPr/>
            <p:nvPr/>
          </p:nvSpPr>
          <p:spPr>
            <a:xfrm>
              <a:off x="6774180" y="15074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4F4800"/>
            </a:solidFill>
          </p:spPr>
          <p:txBody>
            <a:bodyPr wrap="square" lIns="0" tIns="0" rIns="0" bIns="0" rtlCol="0"/>
            <a:lstStyle/>
            <a:p/>
          </p:txBody>
        </p:sp>
        <p:sp>
          <p:nvSpPr>
            <p:cNvPr id="2083" name="object 2083"/>
            <p:cNvSpPr/>
            <p:nvPr/>
          </p:nvSpPr>
          <p:spPr>
            <a:xfrm>
              <a:off x="6774180" y="151511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504700"/>
            </a:solidFill>
          </p:spPr>
          <p:txBody>
            <a:bodyPr wrap="square" lIns="0" tIns="0" rIns="0" bIns="0" rtlCol="0"/>
            <a:lstStyle/>
            <a:p/>
          </p:txBody>
        </p:sp>
        <p:sp>
          <p:nvSpPr>
            <p:cNvPr id="2084" name="object 2084"/>
            <p:cNvSpPr/>
            <p:nvPr/>
          </p:nvSpPr>
          <p:spPr>
            <a:xfrm>
              <a:off x="6774180" y="15240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14600"/>
            </a:solidFill>
          </p:spPr>
          <p:txBody>
            <a:bodyPr wrap="square" lIns="0" tIns="0" rIns="0" bIns="0" rtlCol="0"/>
            <a:lstStyle/>
            <a:p/>
          </p:txBody>
        </p:sp>
        <p:sp>
          <p:nvSpPr>
            <p:cNvPr id="2085" name="object 2085"/>
            <p:cNvSpPr/>
            <p:nvPr/>
          </p:nvSpPr>
          <p:spPr>
            <a:xfrm>
              <a:off x="6774180" y="153162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524500"/>
            </a:solidFill>
          </p:spPr>
          <p:txBody>
            <a:bodyPr wrap="square" lIns="0" tIns="0" rIns="0" bIns="0" rtlCol="0"/>
            <a:lstStyle/>
            <a:p/>
          </p:txBody>
        </p:sp>
        <p:sp>
          <p:nvSpPr>
            <p:cNvPr id="2086" name="object 2086"/>
            <p:cNvSpPr/>
            <p:nvPr/>
          </p:nvSpPr>
          <p:spPr>
            <a:xfrm>
              <a:off x="6774180" y="154051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534400"/>
            </a:solidFill>
          </p:spPr>
          <p:txBody>
            <a:bodyPr wrap="square" lIns="0" tIns="0" rIns="0" bIns="0" rtlCol="0"/>
            <a:lstStyle/>
            <a:p/>
          </p:txBody>
        </p:sp>
        <p:sp>
          <p:nvSpPr>
            <p:cNvPr id="2087" name="object 2087"/>
            <p:cNvSpPr/>
            <p:nvPr/>
          </p:nvSpPr>
          <p:spPr>
            <a:xfrm>
              <a:off x="6774180" y="15481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44300"/>
            </a:solidFill>
          </p:spPr>
          <p:txBody>
            <a:bodyPr wrap="square" lIns="0" tIns="0" rIns="0" bIns="0" rtlCol="0"/>
            <a:lstStyle/>
            <a:p/>
          </p:txBody>
        </p:sp>
        <p:sp>
          <p:nvSpPr>
            <p:cNvPr id="2088" name="object 2088"/>
            <p:cNvSpPr/>
            <p:nvPr/>
          </p:nvSpPr>
          <p:spPr>
            <a:xfrm>
              <a:off x="6774180" y="155575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554200"/>
            </a:solidFill>
          </p:spPr>
          <p:txBody>
            <a:bodyPr wrap="square" lIns="0" tIns="0" rIns="0" bIns="0" rtlCol="0"/>
            <a:lstStyle/>
            <a:p/>
          </p:txBody>
        </p:sp>
        <p:sp>
          <p:nvSpPr>
            <p:cNvPr id="2089" name="object 2089"/>
            <p:cNvSpPr/>
            <p:nvPr/>
          </p:nvSpPr>
          <p:spPr>
            <a:xfrm>
              <a:off x="6774180" y="15646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64100"/>
            </a:solidFill>
          </p:spPr>
          <p:txBody>
            <a:bodyPr wrap="square" lIns="0" tIns="0" rIns="0" bIns="0" rtlCol="0"/>
            <a:lstStyle/>
            <a:p/>
          </p:txBody>
        </p:sp>
        <p:sp>
          <p:nvSpPr>
            <p:cNvPr id="2090" name="object 2090"/>
            <p:cNvSpPr/>
            <p:nvPr/>
          </p:nvSpPr>
          <p:spPr>
            <a:xfrm>
              <a:off x="6774180" y="15722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574000"/>
            </a:solidFill>
          </p:spPr>
          <p:txBody>
            <a:bodyPr wrap="square" lIns="0" tIns="0" rIns="0" bIns="0" rtlCol="0"/>
            <a:lstStyle/>
            <a:p/>
          </p:txBody>
        </p:sp>
        <p:sp>
          <p:nvSpPr>
            <p:cNvPr id="2091" name="object 2091"/>
            <p:cNvSpPr/>
            <p:nvPr/>
          </p:nvSpPr>
          <p:spPr>
            <a:xfrm>
              <a:off x="6774180" y="1579880"/>
              <a:ext cx="203200" cy="8890"/>
            </a:xfrm>
            <a:custGeom>
              <a:avLst/>
              <a:gdLst/>
              <a:ahLst/>
              <a:cxnLst/>
              <a:rect l="l" t="t" r="r" b="b"/>
              <a:pathLst>
                <a:path w="203200" h="8890">
                  <a:moveTo>
                    <a:pt x="203200" y="0"/>
                  </a:moveTo>
                  <a:lnTo>
                    <a:pt x="0" y="0"/>
                  </a:lnTo>
                  <a:lnTo>
                    <a:pt x="0" y="8890"/>
                  </a:lnTo>
                  <a:lnTo>
                    <a:pt x="203200" y="8890"/>
                  </a:lnTo>
                  <a:lnTo>
                    <a:pt x="203200" y="0"/>
                  </a:lnTo>
                  <a:close/>
                </a:path>
              </a:pathLst>
            </a:custGeom>
            <a:solidFill>
              <a:srgbClr val="583F00"/>
            </a:solidFill>
          </p:spPr>
          <p:txBody>
            <a:bodyPr wrap="square" lIns="0" tIns="0" rIns="0" bIns="0" rtlCol="0"/>
            <a:lstStyle/>
            <a:p/>
          </p:txBody>
        </p:sp>
        <p:sp>
          <p:nvSpPr>
            <p:cNvPr id="2092" name="object 2092"/>
            <p:cNvSpPr/>
            <p:nvPr/>
          </p:nvSpPr>
          <p:spPr>
            <a:xfrm>
              <a:off x="6774180" y="15887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593E00"/>
            </a:solidFill>
          </p:spPr>
          <p:txBody>
            <a:bodyPr wrap="square" lIns="0" tIns="0" rIns="0" bIns="0" rtlCol="0"/>
            <a:lstStyle/>
            <a:p/>
          </p:txBody>
        </p:sp>
        <p:sp>
          <p:nvSpPr>
            <p:cNvPr id="2093" name="object 2093"/>
            <p:cNvSpPr/>
            <p:nvPr/>
          </p:nvSpPr>
          <p:spPr>
            <a:xfrm>
              <a:off x="6774180" y="15963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A3D00"/>
            </a:solidFill>
          </p:spPr>
          <p:txBody>
            <a:bodyPr wrap="square" lIns="0" tIns="0" rIns="0" bIns="0" rtlCol="0"/>
            <a:lstStyle/>
            <a:p/>
          </p:txBody>
        </p:sp>
        <p:sp>
          <p:nvSpPr>
            <p:cNvPr id="2094" name="object 2094"/>
            <p:cNvSpPr/>
            <p:nvPr/>
          </p:nvSpPr>
          <p:spPr>
            <a:xfrm>
              <a:off x="6774180" y="1604010"/>
              <a:ext cx="203200" cy="8890"/>
            </a:xfrm>
            <a:custGeom>
              <a:avLst/>
              <a:gdLst/>
              <a:ahLst/>
              <a:cxnLst/>
              <a:rect l="l" t="t" r="r" b="b"/>
              <a:pathLst>
                <a:path w="203200" h="8890">
                  <a:moveTo>
                    <a:pt x="203200" y="0"/>
                  </a:moveTo>
                  <a:lnTo>
                    <a:pt x="0" y="0"/>
                  </a:lnTo>
                  <a:lnTo>
                    <a:pt x="0" y="8889"/>
                  </a:lnTo>
                  <a:lnTo>
                    <a:pt x="203200" y="8889"/>
                  </a:lnTo>
                  <a:lnTo>
                    <a:pt x="203200" y="0"/>
                  </a:lnTo>
                  <a:close/>
                </a:path>
              </a:pathLst>
            </a:custGeom>
            <a:solidFill>
              <a:srgbClr val="5B3C00"/>
            </a:solidFill>
          </p:spPr>
          <p:txBody>
            <a:bodyPr wrap="square" lIns="0" tIns="0" rIns="0" bIns="0" rtlCol="0"/>
            <a:lstStyle/>
            <a:p/>
          </p:txBody>
        </p:sp>
        <p:sp>
          <p:nvSpPr>
            <p:cNvPr id="2095" name="object 2095"/>
            <p:cNvSpPr/>
            <p:nvPr/>
          </p:nvSpPr>
          <p:spPr>
            <a:xfrm>
              <a:off x="6774180" y="16129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C3B00"/>
            </a:solidFill>
          </p:spPr>
          <p:txBody>
            <a:bodyPr wrap="square" lIns="0" tIns="0" rIns="0" bIns="0" rtlCol="0"/>
            <a:lstStyle/>
            <a:p/>
          </p:txBody>
        </p:sp>
        <p:sp>
          <p:nvSpPr>
            <p:cNvPr id="2096" name="object 2096"/>
            <p:cNvSpPr/>
            <p:nvPr/>
          </p:nvSpPr>
          <p:spPr>
            <a:xfrm>
              <a:off x="6774180" y="162052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5D3A00"/>
            </a:solidFill>
          </p:spPr>
          <p:txBody>
            <a:bodyPr wrap="square" lIns="0" tIns="0" rIns="0" bIns="0" rtlCol="0"/>
            <a:lstStyle/>
            <a:p/>
          </p:txBody>
        </p:sp>
        <p:sp>
          <p:nvSpPr>
            <p:cNvPr id="2097" name="object 2097"/>
            <p:cNvSpPr/>
            <p:nvPr/>
          </p:nvSpPr>
          <p:spPr>
            <a:xfrm>
              <a:off x="6774180" y="1628140"/>
              <a:ext cx="203200" cy="8890"/>
            </a:xfrm>
            <a:custGeom>
              <a:avLst/>
              <a:gdLst/>
              <a:ahLst/>
              <a:cxnLst/>
              <a:rect l="l" t="t" r="r" b="b"/>
              <a:pathLst>
                <a:path w="203200" h="8889">
                  <a:moveTo>
                    <a:pt x="203200" y="0"/>
                  </a:moveTo>
                  <a:lnTo>
                    <a:pt x="0" y="0"/>
                  </a:lnTo>
                  <a:lnTo>
                    <a:pt x="0" y="8889"/>
                  </a:lnTo>
                  <a:lnTo>
                    <a:pt x="203200" y="8889"/>
                  </a:lnTo>
                  <a:lnTo>
                    <a:pt x="203200" y="0"/>
                  </a:lnTo>
                  <a:close/>
                </a:path>
              </a:pathLst>
            </a:custGeom>
            <a:solidFill>
              <a:srgbClr val="5E3900"/>
            </a:solidFill>
          </p:spPr>
          <p:txBody>
            <a:bodyPr wrap="square" lIns="0" tIns="0" rIns="0" bIns="0" rtlCol="0"/>
            <a:lstStyle/>
            <a:p/>
          </p:txBody>
        </p:sp>
        <p:sp>
          <p:nvSpPr>
            <p:cNvPr id="2098" name="object 2098"/>
            <p:cNvSpPr/>
            <p:nvPr/>
          </p:nvSpPr>
          <p:spPr>
            <a:xfrm>
              <a:off x="6774180" y="16370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F3800"/>
            </a:solidFill>
          </p:spPr>
          <p:txBody>
            <a:bodyPr wrap="square" lIns="0" tIns="0" rIns="0" bIns="0" rtlCol="0"/>
            <a:lstStyle/>
            <a:p/>
          </p:txBody>
        </p:sp>
        <p:sp>
          <p:nvSpPr>
            <p:cNvPr id="2099" name="object 2099"/>
            <p:cNvSpPr/>
            <p:nvPr/>
          </p:nvSpPr>
          <p:spPr>
            <a:xfrm>
              <a:off x="6774180" y="164465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03700"/>
            </a:solidFill>
          </p:spPr>
          <p:txBody>
            <a:bodyPr wrap="square" lIns="0" tIns="0" rIns="0" bIns="0" rtlCol="0"/>
            <a:lstStyle/>
            <a:p/>
          </p:txBody>
        </p:sp>
        <p:sp>
          <p:nvSpPr>
            <p:cNvPr id="2100" name="object 2100"/>
            <p:cNvSpPr/>
            <p:nvPr/>
          </p:nvSpPr>
          <p:spPr>
            <a:xfrm>
              <a:off x="6774180" y="1652270"/>
              <a:ext cx="203200" cy="8890"/>
            </a:xfrm>
            <a:custGeom>
              <a:avLst/>
              <a:gdLst/>
              <a:ahLst/>
              <a:cxnLst/>
              <a:rect l="l" t="t" r="r" b="b"/>
              <a:pathLst>
                <a:path w="203200" h="8889">
                  <a:moveTo>
                    <a:pt x="203200" y="0"/>
                  </a:moveTo>
                  <a:lnTo>
                    <a:pt x="0" y="0"/>
                  </a:lnTo>
                  <a:lnTo>
                    <a:pt x="0" y="8889"/>
                  </a:lnTo>
                  <a:lnTo>
                    <a:pt x="203200" y="8889"/>
                  </a:lnTo>
                  <a:lnTo>
                    <a:pt x="203200" y="0"/>
                  </a:lnTo>
                  <a:close/>
                </a:path>
              </a:pathLst>
            </a:custGeom>
            <a:solidFill>
              <a:srgbClr val="613600"/>
            </a:solidFill>
          </p:spPr>
          <p:txBody>
            <a:bodyPr wrap="square" lIns="0" tIns="0" rIns="0" bIns="0" rtlCol="0"/>
            <a:lstStyle/>
            <a:p/>
          </p:txBody>
        </p:sp>
        <p:sp>
          <p:nvSpPr>
            <p:cNvPr id="2101" name="object 2101"/>
            <p:cNvSpPr/>
            <p:nvPr/>
          </p:nvSpPr>
          <p:spPr>
            <a:xfrm>
              <a:off x="6774180" y="16611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623500"/>
            </a:solidFill>
          </p:spPr>
          <p:txBody>
            <a:bodyPr wrap="square" lIns="0" tIns="0" rIns="0" bIns="0" rtlCol="0"/>
            <a:lstStyle/>
            <a:p/>
          </p:txBody>
        </p:sp>
        <p:sp>
          <p:nvSpPr>
            <p:cNvPr id="2102" name="object 2102"/>
            <p:cNvSpPr/>
            <p:nvPr/>
          </p:nvSpPr>
          <p:spPr>
            <a:xfrm>
              <a:off x="6774180" y="1668780"/>
              <a:ext cx="203200" cy="8890"/>
            </a:xfrm>
            <a:custGeom>
              <a:avLst/>
              <a:gdLst/>
              <a:ahLst/>
              <a:cxnLst/>
              <a:rect l="l" t="t" r="r" b="b"/>
              <a:pathLst>
                <a:path w="203200" h="8889">
                  <a:moveTo>
                    <a:pt x="203200" y="0"/>
                  </a:moveTo>
                  <a:lnTo>
                    <a:pt x="0" y="0"/>
                  </a:lnTo>
                  <a:lnTo>
                    <a:pt x="0" y="8890"/>
                  </a:lnTo>
                  <a:lnTo>
                    <a:pt x="203200" y="8890"/>
                  </a:lnTo>
                  <a:lnTo>
                    <a:pt x="203200" y="0"/>
                  </a:lnTo>
                  <a:close/>
                </a:path>
              </a:pathLst>
            </a:custGeom>
            <a:solidFill>
              <a:srgbClr val="633400"/>
            </a:solidFill>
          </p:spPr>
          <p:txBody>
            <a:bodyPr wrap="square" lIns="0" tIns="0" rIns="0" bIns="0" rtlCol="0"/>
            <a:lstStyle/>
            <a:p/>
          </p:txBody>
        </p:sp>
      </p:grpSp>
      <p:grpSp>
        <p:nvGrpSpPr>
          <p:cNvPr id="2103" name="object 2103"/>
          <p:cNvGrpSpPr/>
          <p:nvPr/>
        </p:nvGrpSpPr>
        <p:grpSpPr>
          <a:xfrm>
            <a:off x="7066280" y="855980"/>
            <a:ext cx="82550" cy="821690"/>
            <a:chOff x="7066280" y="855980"/>
            <a:chExt cx="82550" cy="821690"/>
          </a:xfrm>
        </p:grpSpPr>
        <p:sp>
          <p:nvSpPr>
            <p:cNvPr id="2104" name="object 2104"/>
            <p:cNvSpPr/>
            <p:nvPr/>
          </p:nvSpPr>
          <p:spPr>
            <a:xfrm>
              <a:off x="7066280" y="855979"/>
              <a:ext cx="82550" cy="13970"/>
            </a:xfrm>
            <a:custGeom>
              <a:avLst/>
              <a:gdLst/>
              <a:ahLst/>
              <a:cxnLst/>
              <a:rect l="l" t="t" r="r" b="b"/>
              <a:pathLst>
                <a:path w="82550" h="13969">
                  <a:moveTo>
                    <a:pt x="82550" y="0"/>
                  </a:moveTo>
                  <a:lnTo>
                    <a:pt x="0" y="0"/>
                  </a:lnTo>
                  <a:lnTo>
                    <a:pt x="0" y="6350"/>
                  </a:lnTo>
                  <a:lnTo>
                    <a:pt x="0" y="13970"/>
                  </a:lnTo>
                  <a:lnTo>
                    <a:pt x="82550" y="13970"/>
                  </a:lnTo>
                  <a:lnTo>
                    <a:pt x="82550" y="6350"/>
                  </a:lnTo>
                  <a:lnTo>
                    <a:pt x="82550" y="0"/>
                  </a:lnTo>
                  <a:close/>
                </a:path>
              </a:pathLst>
            </a:custGeom>
            <a:solidFill>
              <a:srgbClr val="009800"/>
            </a:solidFill>
          </p:spPr>
          <p:txBody>
            <a:bodyPr wrap="square" lIns="0" tIns="0" rIns="0" bIns="0" rtlCol="0"/>
            <a:lstStyle/>
            <a:p/>
          </p:txBody>
        </p:sp>
        <p:sp>
          <p:nvSpPr>
            <p:cNvPr id="2105" name="object 2105"/>
            <p:cNvSpPr/>
            <p:nvPr/>
          </p:nvSpPr>
          <p:spPr>
            <a:xfrm>
              <a:off x="7066280" y="8699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009700"/>
            </a:solidFill>
          </p:spPr>
          <p:txBody>
            <a:bodyPr wrap="square" lIns="0" tIns="0" rIns="0" bIns="0" rtlCol="0"/>
            <a:lstStyle/>
            <a:p/>
          </p:txBody>
        </p:sp>
        <p:sp>
          <p:nvSpPr>
            <p:cNvPr id="2106" name="object 2106"/>
            <p:cNvSpPr/>
            <p:nvPr/>
          </p:nvSpPr>
          <p:spPr>
            <a:xfrm>
              <a:off x="7066280" y="878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19600"/>
            </a:solidFill>
          </p:spPr>
          <p:txBody>
            <a:bodyPr wrap="square" lIns="0" tIns="0" rIns="0" bIns="0" rtlCol="0"/>
            <a:lstStyle/>
            <a:p/>
          </p:txBody>
        </p:sp>
        <p:sp>
          <p:nvSpPr>
            <p:cNvPr id="2107" name="object 2107"/>
            <p:cNvSpPr/>
            <p:nvPr/>
          </p:nvSpPr>
          <p:spPr>
            <a:xfrm>
              <a:off x="7066280" y="88646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029500"/>
            </a:solidFill>
          </p:spPr>
          <p:txBody>
            <a:bodyPr wrap="square" lIns="0" tIns="0" rIns="0" bIns="0" rtlCol="0"/>
            <a:lstStyle/>
            <a:p/>
          </p:txBody>
        </p:sp>
        <p:sp>
          <p:nvSpPr>
            <p:cNvPr id="2108" name="object 2108"/>
            <p:cNvSpPr/>
            <p:nvPr/>
          </p:nvSpPr>
          <p:spPr>
            <a:xfrm>
              <a:off x="7066280" y="8953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39400"/>
            </a:solidFill>
          </p:spPr>
          <p:txBody>
            <a:bodyPr wrap="square" lIns="0" tIns="0" rIns="0" bIns="0" rtlCol="0"/>
            <a:lstStyle/>
            <a:p/>
          </p:txBody>
        </p:sp>
        <p:sp>
          <p:nvSpPr>
            <p:cNvPr id="2109" name="object 2109"/>
            <p:cNvSpPr/>
            <p:nvPr/>
          </p:nvSpPr>
          <p:spPr>
            <a:xfrm>
              <a:off x="7066280" y="902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49300"/>
            </a:solidFill>
          </p:spPr>
          <p:txBody>
            <a:bodyPr wrap="square" lIns="0" tIns="0" rIns="0" bIns="0" rtlCol="0"/>
            <a:lstStyle/>
            <a:p/>
          </p:txBody>
        </p:sp>
        <p:sp>
          <p:nvSpPr>
            <p:cNvPr id="2110" name="object 2110"/>
            <p:cNvSpPr/>
            <p:nvPr/>
          </p:nvSpPr>
          <p:spPr>
            <a:xfrm>
              <a:off x="7066280" y="91059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059200"/>
            </a:solidFill>
          </p:spPr>
          <p:txBody>
            <a:bodyPr wrap="square" lIns="0" tIns="0" rIns="0" bIns="0" rtlCol="0"/>
            <a:lstStyle/>
            <a:p/>
          </p:txBody>
        </p:sp>
        <p:sp>
          <p:nvSpPr>
            <p:cNvPr id="2111" name="object 2111"/>
            <p:cNvSpPr/>
            <p:nvPr/>
          </p:nvSpPr>
          <p:spPr>
            <a:xfrm>
              <a:off x="7066280" y="919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69100"/>
            </a:solidFill>
          </p:spPr>
          <p:txBody>
            <a:bodyPr wrap="square" lIns="0" tIns="0" rIns="0" bIns="0" rtlCol="0"/>
            <a:lstStyle/>
            <a:p/>
          </p:txBody>
        </p:sp>
        <p:sp>
          <p:nvSpPr>
            <p:cNvPr id="2112" name="object 2112"/>
            <p:cNvSpPr/>
            <p:nvPr/>
          </p:nvSpPr>
          <p:spPr>
            <a:xfrm>
              <a:off x="7066280" y="9271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79000"/>
            </a:solidFill>
          </p:spPr>
          <p:txBody>
            <a:bodyPr wrap="square" lIns="0" tIns="0" rIns="0" bIns="0" rtlCol="0"/>
            <a:lstStyle/>
            <a:p/>
          </p:txBody>
        </p:sp>
        <p:sp>
          <p:nvSpPr>
            <p:cNvPr id="2113" name="object 2113"/>
            <p:cNvSpPr/>
            <p:nvPr/>
          </p:nvSpPr>
          <p:spPr>
            <a:xfrm>
              <a:off x="7066280" y="9347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088F00"/>
            </a:solidFill>
          </p:spPr>
          <p:txBody>
            <a:bodyPr wrap="square" lIns="0" tIns="0" rIns="0" bIns="0" rtlCol="0"/>
            <a:lstStyle/>
            <a:p/>
          </p:txBody>
        </p:sp>
        <p:sp>
          <p:nvSpPr>
            <p:cNvPr id="2114" name="object 2114"/>
            <p:cNvSpPr/>
            <p:nvPr/>
          </p:nvSpPr>
          <p:spPr>
            <a:xfrm>
              <a:off x="7066280" y="943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98E00"/>
            </a:solidFill>
          </p:spPr>
          <p:txBody>
            <a:bodyPr wrap="square" lIns="0" tIns="0" rIns="0" bIns="0" rtlCol="0"/>
            <a:lstStyle/>
            <a:p/>
          </p:txBody>
        </p:sp>
        <p:sp>
          <p:nvSpPr>
            <p:cNvPr id="2115" name="object 2115"/>
            <p:cNvSpPr/>
            <p:nvPr/>
          </p:nvSpPr>
          <p:spPr>
            <a:xfrm>
              <a:off x="7066280" y="951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A8D00"/>
            </a:solidFill>
          </p:spPr>
          <p:txBody>
            <a:bodyPr wrap="square" lIns="0" tIns="0" rIns="0" bIns="0" rtlCol="0"/>
            <a:lstStyle/>
            <a:p/>
          </p:txBody>
        </p:sp>
        <p:sp>
          <p:nvSpPr>
            <p:cNvPr id="2116" name="object 2116"/>
            <p:cNvSpPr/>
            <p:nvPr/>
          </p:nvSpPr>
          <p:spPr>
            <a:xfrm>
              <a:off x="7066280" y="9588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0B8C00"/>
            </a:solidFill>
          </p:spPr>
          <p:txBody>
            <a:bodyPr wrap="square" lIns="0" tIns="0" rIns="0" bIns="0" rtlCol="0"/>
            <a:lstStyle/>
            <a:p/>
          </p:txBody>
        </p:sp>
        <p:sp>
          <p:nvSpPr>
            <p:cNvPr id="2117" name="object 2117"/>
            <p:cNvSpPr/>
            <p:nvPr/>
          </p:nvSpPr>
          <p:spPr>
            <a:xfrm>
              <a:off x="7066280" y="9677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C8B00"/>
            </a:solidFill>
          </p:spPr>
          <p:txBody>
            <a:bodyPr wrap="square" lIns="0" tIns="0" rIns="0" bIns="0" rtlCol="0"/>
            <a:lstStyle/>
            <a:p/>
          </p:txBody>
        </p:sp>
        <p:sp>
          <p:nvSpPr>
            <p:cNvPr id="2118" name="object 2118"/>
            <p:cNvSpPr/>
            <p:nvPr/>
          </p:nvSpPr>
          <p:spPr>
            <a:xfrm>
              <a:off x="7066280" y="975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D8A00"/>
            </a:solidFill>
          </p:spPr>
          <p:txBody>
            <a:bodyPr wrap="square" lIns="0" tIns="0" rIns="0" bIns="0" rtlCol="0"/>
            <a:lstStyle/>
            <a:p/>
          </p:txBody>
        </p:sp>
        <p:sp>
          <p:nvSpPr>
            <p:cNvPr id="2119" name="object 2119"/>
            <p:cNvSpPr/>
            <p:nvPr/>
          </p:nvSpPr>
          <p:spPr>
            <a:xfrm>
              <a:off x="7066280" y="9829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0E8900"/>
            </a:solidFill>
          </p:spPr>
          <p:txBody>
            <a:bodyPr wrap="square" lIns="0" tIns="0" rIns="0" bIns="0" rtlCol="0"/>
            <a:lstStyle/>
            <a:p/>
          </p:txBody>
        </p:sp>
        <p:sp>
          <p:nvSpPr>
            <p:cNvPr id="2120" name="object 2120"/>
            <p:cNvSpPr/>
            <p:nvPr/>
          </p:nvSpPr>
          <p:spPr>
            <a:xfrm>
              <a:off x="7066280" y="9918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F8800"/>
            </a:solidFill>
          </p:spPr>
          <p:txBody>
            <a:bodyPr wrap="square" lIns="0" tIns="0" rIns="0" bIns="0" rtlCol="0"/>
            <a:lstStyle/>
            <a:p/>
          </p:txBody>
        </p:sp>
        <p:sp>
          <p:nvSpPr>
            <p:cNvPr id="2121" name="object 2121"/>
            <p:cNvSpPr/>
            <p:nvPr/>
          </p:nvSpPr>
          <p:spPr>
            <a:xfrm>
              <a:off x="7066280" y="9994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08700"/>
            </a:solidFill>
          </p:spPr>
          <p:txBody>
            <a:bodyPr wrap="square" lIns="0" tIns="0" rIns="0" bIns="0" rtlCol="0"/>
            <a:lstStyle/>
            <a:p/>
          </p:txBody>
        </p:sp>
        <p:sp>
          <p:nvSpPr>
            <p:cNvPr id="2122" name="object 2122"/>
            <p:cNvSpPr/>
            <p:nvPr/>
          </p:nvSpPr>
          <p:spPr>
            <a:xfrm>
              <a:off x="7066280" y="10071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18600"/>
            </a:solidFill>
          </p:spPr>
          <p:txBody>
            <a:bodyPr wrap="square" lIns="0" tIns="0" rIns="0" bIns="0" rtlCol="0"/>
            <a:lstStyle/>
            <a:p/>
          </p:txBody>
        </p:sp>
        <p:sp>
          <p:nvSpPr>
            <p:cNvPr id="2123" name="object 2123"/>
            <p:cNvSpPr/>
            <p:nvPr/>
          </p:nvSpPr>
          <p:spPr>
            <a:xfrm>
              <a:off x="7066280" y="1016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28500"/>
            </a:solidFill>
          </p:spPr>
          <p:txBody>
            <a:bodyPr wrap="square" lIns="0" tIns="0" rIns="0" bIns="0" rtlCol="0"/>
            <a:lstStyle/>
            <a:p/>
          </p:txBody>
        </p:sp>
        <p:sp>
          <p:nvSpPr>
            <p:cNvPr id="2124" name="object 2124"/>
            <p:cNvSpPr/>
            <p:nvPr/>
          </p:nvSpPr>
          <p:spPr>
            <a:xfrm>
              <a:off x="7066280" y="10236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38400"/>
            </a:solidFill>
          </p:spPr>
          <p:txBody>
            <a:bodyPr wrap="square" lIns="0" tIns="0" rIns="0" bIns="0" rtlCol="0"/>
            <a:lstStyle/>
            <a:p/>
          </p:txBody>
        </p:sp>
        <p:sp>
          <p:nvSpPr>
            <p:cNvPr id="2125" name="object 2125"/>
            <p:cNvSpPr/>
            <p:nvPr/>
          </p:nvSpPr>
          <p:spPr>
            <a:xfrm>
              <a:off x="7066280" y="103124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48300"/>
            </a:solidFill>
          </p:spPr>
          <p:txBody>
            <a:bodyPr wrap="square" lIns="0" tIns="0" rIns="0" bIns="0" rtlCol="0"/>
            <a:lstStyle/>
            <a:p/>
          </p:txBody>
        </p:sp>
        <p:sp>
          <p:nvSpPr>
            <p:cNvPr id="2126" name="object 2126"/>
            <p:cNvSpPr/>
            <p:nvPr/>
          </p:nvSpPr>
          <p:spPr>
            <a:xfrm>
              <a:off x="7066280" y="1040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58200"/>
            </a:solidFill>
          </p:spPr>
          <p:txBody>
            <a:bodyPr wrap="square" lIns="0" tIns="0" rIns="0" bIns="0" rtlCol="0"/>
            <a:lstStyle/>
            <a:p/>
          </p:txBody>
        </p:sp>
        <p:sp>
          <p:nvSpPr>
            <p:cNvPr id="2127" name="object 2127"/>
            <p:cNvSpPr/>
            <p:nvPr/>
          </p:nvSpPr>
          <p:spPr>
            <a:xfrm>
              <a:off x="7066280" y="1047750"/>
              <a:ext cx="82550" cy="0"/>
            </a:xfrm>
            <a:custGeom>
              <a:avLst/>
              <a:gdLst/>
              <a:ahLst/>
              <a:cxnLst/>
              <a:rect l="l" t="t" r="r" b="b"/>
              <a:pathLst>
                <a:path w="82550">
                  <a:moveTo>
                    <a:pt x="82550" y="0"/>
                  </a:moveTo>
                  <a:lnTo>
                    <a:pt x="0" y="0"/>
                  </a:lnTo>
                  <a:lnTo>
                    <a:pt x="82550" y="0"/>
                  </a:lnTo>
                  <a:close/>
                </a:path>
              </a:pathLst>
            </a:custGeom>
            <a:solidFill>
              <a:srgbClr val="168100"/>
            </a:solidFill>
          </p:spPr>
          <p:txBody>
            <a:bodyPr wrap="square" lIns="0" tIns="0" rIns="0" bIns="0" rtlCol="0"/>
            <a:lstStyle/>
            <a:p/>
          </p:txBody>
        </p:sp>
        <p:sp>
          <p:nvSpPr>
            <p:cNvPr id="2128" name="object 2128"/>
            <p:cNvSpPr/>
            <p:nvPr/>
          </p:nvSpPr>
          <p:spPr>
            <a:xfrm>
              <a:off x="7066280" y="1069340"/>
              <a:ext cx="82550" cy="2540"/>
            </a:xfrm>
            <a:custGeom>
              <a:avLst/>
              <a:gdLst/>
              <a:ahLst/>
              <a:cxnLst/>
              <a:rect l="l" t="t" r="r" b="b"/>
              <a:pathLst>
                <a:path w="82550" h="2540">
                  <a:moveTo>
                    <a:pt x="0" y="0"/>
                  </a:moveTo>
                  <a:lnTo>
                    <a:pt x="82550" y="0"/>
                  </a:lnTo>
                  <a:lnTo>
                    <a:pt x="82550" y="2539"/>
                  </a:lnTo>
                  <a:lnTo>
                    <a:pt x="0" y="2539"/>
                  </a:lnTo>
                  <a:lnTo>
                    <a:pt x="0" y="0"/>
                  </a:lnTo>
                  <a:close/>
                </a:path>
              </a:pathLst>
            </a:custGeom>
            <a:solidFill>
              <a:srgbClr val="187F00"/>
            </a:solidFill>
          </p:spPr>
          <p:txBody>
            <a:bodyPr wrap="square" lIns="0" tIns="0" rIns="0" bIns="0" rtlCol="0"/>
            <a:lstStyle/>
            <a:p/>
          </p:txBody>
        </p:sp>
        <p:sp>
          <p:nvSpPr>
            <p:cNvPr id="2129" name="object 2129"/>
            <p:cNvSpPr/>
            <p:nvPr/>
          </p:nvSpPr>
          <p:spPr>
            <a:xfrm>
              <a:off x="7066280" y="10718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197E00"/>
            </a:solidFill>
          </p:spPr>
          <p:txBody>
            <a:bodyPr wrap="square" lIns="0" tIns="0" rIns="0" bIns="0" rtlCol="0"/>
            <a:lstStyle/>
            <a:p/>
          </p:txBody>
        </p:sp>
        <p:sp>
          <p:nvSpPr>
            <p:cNvPr id="2130" name="object 2130"/>
            <p:cNvSpPr/>
            <p:nvPr/>
          </p:nvSpPr>
          <p:spPr>
            <a:xfrm>
              <a:off x="7066280" y="1080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A7D00"/>
            </a:solidFill>
          </p:spPr>
          <p:txBody>
            <a:bodyPr wrap="square" lIns="0" tIns="0" rIns="0" bIns="0" rtlCol="0"/>
            <a:lstStyle/>
            <a:p/>
          </p:txBody>
        </p:sp>
        <p:sp>
          <p:nvSpPr>
            <p:cNvPr id="2131" name="object 2131"/>
            <p:cNvSpPr/>
            <p:nvPr/>
          </p:nvSpPr>
          <p:spPr>
            <a:xfrm>
              <a:off x="7066280" y="1088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B7C00"/>
            </a:solidFill>
          </p:spPr>
          <p:txBody>
            <a:bodyPr wrap="square" lIns="0" tIns="0" rIns="0" bIns="0" rtlCol="0"/>
            <a:lstStyle/>
            <a:p/>
          </p:txBody>
        </p:sp>
        <p:sp>
          <p:nvSpPr>
            <p:cNvPr id="2132" name="object 2132"/>
            <p:cNvSpPr/>
            <p:nvPr/>
          </p:nvSpPr>
          <p:spPr>
            <a:xfrm>
              <a:off x="7066280" y="10960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C7B00"/>
            </a:solidFill>
          </p:spPr>
          <p:txBody>
            <a:bodyPr wrap="square" lIns="0" tIns="0" rIns="0" bIns="0" rtlCol="0"/>
            <a:lstStyle/>
            <a:p/>
          </p:txBody>
        </p:sp>
        <p:sp>
          <p:nvSpPr>
            <p:cNvPr id="2133" name="object 2133"/>
            <p:cNvSpPr/>
            <p:nvPr/>
          </p:nvSpPr>
          <p:spPr>
            <a:xfrm>
              <a:off x="7066280" y="11049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D7A00"/>
            </a:solidFill>
          </p:spPr>
          <p:txBody>
            <a:bodyPr wrap="square" lIns="0" tIns="0" rIns="0" bIns="0" rtlCol="0"/>
            <a:lstStyle/>
            <a:p/>
          </p:txBody>
        </p:sp>
        <p:sp>
          <p:nvSpPr>
            <p:cNvPr id="2134" name="object 2134"/>
            <p:cNvSpPr/>
            <p:nvPr/>
          </p:nvSpPr>
          <p:spPr>
            <a:xfrm>
              <a:off x="7066280" y="1112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E7900"/>
            </a:solidFill>
          </p:spPr>
          <p:txBody>
            <a:bodyPr wrap="square" lIns="0" tIns="0" rIns="0" bIns="0" rtlCol="0"/>
            <a:lstStyle/>
            <a:p/>
          </p:txBody>
        </p:sp>
        <p:sp>
          <p:nvSpPr>
            <p:cNvPr id="2135" name="object 2135"/>
            <p:cNvSpPr/>
            <p:nvPr/>
          </p:nvSpPr>
          <p:spPr>
            <a:xfrm>
              <a:off x="7066280" y="112014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1F7800"/>
            </a:solidFill>
          </p:spPr>
          <p:txBody>
            <a:bodyPr wrap="square" lIns="0" tIns="0" rIns="0" bIns="0" rtlCol="0"/>
            <a:lstStyle/>
            <a:p/>
          </p:txBody>
        </p:sp>
        <p:sp>
          <p:nvSpPr>
            <p:cNvPr id="2136" name="object 2136"/>
            <p:cNvSpPr/>
            <p:nvPr/>
          </p:nvSpPr>
          <p:spPr>
            <a:xfrm>
              <a:off x="7066280" y="11290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07700"/>
            </a:solidFill>
          </p:spPr>
          <p:txBody>
            <a:bodyPr wrap="square" lIns="0" tIns="0" rIns="0" bIns="0" rtlCol="0"/>
            <a:lstStyle/>
            <a:p/>
          </p:txBody>
        </p:sp>
        <p:sp>
          <p:nvSpPr>
            <p:cNvPr id="2137" name="object 2137"/>
            <p:cNvSpPr/>
            <p:nvPr/>
          </p:nvSpPr>
          <p:spPr>
            <a:xfrm>
              <a:off x="7066280" y="11366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17600"/>
            </a:solidFill>
          </p:spPr>
          <p:txBody>
            <a:bodyPr wrap="square" lIns="0" tIns="0" rIns="0" bIns="0" rtlCol="0"/>
            <a:lstStyle/>
            <a:p/>
          </p:txBody>
        </p:sp>
        <p:sp>
          <p:nvSpPr>
            <p:cNvPr id="2138" name="object 2138"/>
            <p:cNvSpPr/>
            <p:nvPr/>
          </p:nvSpPr>
          <p:spPr>
            <a:xfrm>
              <a:off x="7066280" y="114427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27500"/>
            </a:solidFill>
          </p:spPr>
          <p:txBody>
            <a:bodyPr wrap="square" lIns="0" tIns="0" rIns="0" bIns="0" rtlCol="0"/>
            <a:lstStyle/>
            <a:p/>
          </p:txBody>
        </p:sp>
        <p:sp>
          <p:nvSpPr>
            <p:cNvPr id="2139" name="object 2139"/>
            <p:cNvSpPr/>
            <p:nvPr/>
          </p:nvSpPr>
          <p:spPr>
            <a:xfrm>
              <a:off x="7066280" y="1153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37400"/>
            </a:solidFill>
          </p:spPr>
          <p:txBody>
            <a:bodyPr wrap="square" lIns="0" tIns="0" rIns="0" bIns="0" rtlCol="0"/>
            <a:lstStyle/>
            <a:p/>
          </p:txBody>
        </p:sp>
        <p:sp>
          <p:nvSpPr>
            <p:cNvPr id="2140" name="object 2140"/>
            <p:cNvSpPr/>
            <p:nvPr/>
          </p:nvSpPr>
          <p:spPr>
            <a:xfrm>
              <a:off x="7066280" y="11607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47300"/>
            </a:solidFill>
          </p:spPr>
          <p:txBody>
            <a:bodyPr wrap="square" lIns="0" tIns="0" rIns="0" bIns="0" rtlCol="0"/>
            <a:lstStyle/>
            <a:p/>
          </p:txBody>
        </p:sp>
        <p:sp>
          <p:nvSpPr>
            <p:cNvPr id="2141" name="object 2141"/>
            <p:cNvSpPr/>
            <p:nvPr/>
          </p:nvSpPr>
          <p:spPr>
            <a:xfrm>
              <a:off x="7066280" y="116840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57200"/>
            </a:solidFill>
          </p:spPr>
          <p:txBody>
            <a:bodyPr wrap="square" lIns="0" tIns="0" rIns="0" bIns="0" rtlCol="0"/>
            <a:lstStyle/>
            <a:p/>
          </p:txBody>
        </p:sp>
        <p:sp>
          <p:nvSpPr>
            <p:cNvPr id="2142" name="object 2142"/>
            <p:cNvSpPr/>
            <p:nvPr/>
          </p:nvSpPr>
          <p:spPr>
            <a:xfrm>
              <a:off x="7066280" y="1177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67100"/>
            </a:solidFill>
          </p:spPr>
          <p:txBody>
            <a:bodyPr wrap="square" lIns="0" tIns="0" rIns="0" bIns="0" rtlCol="0"/>
            <a:lstStyle/>
            <a:p/>
          </p:txBody>
        </p:sp>
        <p:sp>
          <p:nvSpPr>
            <p:cNvPr id="2143" name="object 2143"/>
            <p:cNvSpPr/>
            <p:nvPr/>
          </p:nvSpPr>
          <p:spPr>
            <a:xfrm>
              <a:off x="7066280" y="1184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77000"/>
            </a:solidFill>
          </p:spPr>
          <p:txBody>
            <a:bodyPr wrap="square" lIns="0" tIns="0" rIns="0" bIns="0" rtlCol="0"/>
            <a:lstStyle/>
            <a:p/>
          </p:txBody>
        </p:sp>
        <p:sp>
          <p:nvSpPr>
            <p:cNvPr id="2144" name="object 2144"/>
            <p:cNvSpPr/>
            <p:nvPr/>
          </p:nvSpPr>
          <p:spPr>
            <a:xfrm>
              <a:off x="7066280" y="11925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286F00"/>
            </a:solidFill>
          </p:spPr>
          <p:txBody>
            <a:bodyPr wrap="square" lIns="0" tIns="0" rIns="0" bIns="0" rtlCol="0"/>
            <a:lstStyle/>
            <a:p/>
          </p:txBody>
        </p:sp>
        <p:sp>
          <p:nvSpPr>
            <p:cNvPr id="2145" name="object 2145"/>
            <p:cNvSpPr/>
            <p:nvPr/>
          </p:nvSpPr>
          <p:spPr>
            <a:xfrm>
              <a:off x="7066280" y="12014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96E00"/>
            </a:solidFill>
          </p:spPr>
          <p:txBody>
            <a:bodyPr wrap="square" lIns="0" tIns="0" rIns="0" bIns="0" rtlCol="0"/>
            <a:lstStyle/>
            <a:p/>
          </p:txBody>
        </p:sp>
        <p:sp>
          <p:nvSpPr>
            <p:cNvPr id="2146" name="object 2146"/>
            <p:cNvSpPr/>
            <p:nvPr/>
          </p:nvSpPr>
          <p:spPr>
            <a:xfrm>
              <a:off x="7066280" y="120904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A6D00"/>
            </a:solidFill>
          </p:spPr>
          <p:txBody>
            <a:bodyPr wrap="square" lIns="0" tIns="0" rIns="0" bIns="0" rtlCol="0"/>
            <a:lstStyle/>
            <a:p/>
          </p:txBody>
        </p:sp>
        <p:sp>
          <p:nvSpPr>
            <p:cNvPr id="2147" name="object 2147"/>
            <p:cNvSpPr/>
            <p:nvPr/>
          </p:nvSpPr>
          <p:spPr>
            <a:xfrm>
              <a:off x="7066280" y="1217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B6C00"/>
            </a:solidFill>
          </p:spPr>
          <p:txBody>
            <a:bodyPr wrap="square" lIns="0" tIns="0" rIns="0" bIns="0" rtlCol="0"/>
            <a:lstStyle/>
            <a:p/>
          </p:txBody>
        </p:sp>
        <p:sp>
          <p:nvSpPr>
            <p:cNvPr id="2148" name="object 2148"/>
            <p:cNvSpPr/>
            <p:nvPr/>
          </p:nvSpPr>
          <p:spPr>
            <a:xfrm>
              <a:off x="7066280" y="1225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C6B00"/>
            </a:solidFill>
          </p:spPr>
          <p:txBody>
            <a:bodyPr wrap="square" lIns="0" tIns="0" rIns="0" bIns="0" rtlCol="0"/>
            <a:lstStyle/>
            <a:p/>
          </p:txBody>
        </p:sp>
        <p:sp>
          <p:nvSpPr>
            <p:cNvPr id="2149" name="object 2149"/>
            <p:cNvSpPr/>
            <p:nvPr/>
          </p:nvSpPr>
          <p:spPr>
            <a:xfrm>
              <a:off x="7066280" y="123317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2D6A00"/>
            </a:solidFill>
          </p:spPr>
          <p:txBody>
            <a:bodyPr wrap="square" lIns="0" tIns="0" rIns="0" bIns="0" rtlCol="0"/>
            <a:lstStyle/>
            <a:p/>
          </p:txBody>
        </p:sp>
        <p:sp>
          <p:nvSpPr>
            <p:cNvPr id="2150" name="object 2150"/>
            <p:cNvSpPr/>
            <p:nvPr/>
          </p:nvSpPr>
          <p:spPr>
            <a:xfrm>
              <a:off x="7066280" y="1242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E6900"/>
            </a:solidFill>
          </p:spPr>
          <p:txBody>
            <a:bodyPr wrap="square" lIns="0" tIns="0" rIns="0" bIns="0" rtlCol="0"/>
            <a:lstStyle/>
            <a:p/>
          </p:txBody>
        </p:sp>
        <p:sp>
          <p:nvSpPr>
            <p:cNvPr id="2151" name="object 2151"/>
            <p:cNvSpPr/>
            <p:nvPr/>
          </p:nvSpPr>
          <p:spPr>
            <a:xfrm>
              <a:off x="7066280" y="1249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F6800"/>
            </a:solidFill>
          </p:spPr>
          <p:txBody>
            <a:bodyPr wrap="square" lIns="0" tIns="0" rIns="0" bIns="0" rtlCol="0"/>
            <a:lstStyle/>
            <a:p/>
          </p:txBody>
        </p:sp>
        <p:sp>
          <p:nvSpPr>
            <p:cNvPr id="2152" name="object 2152"/>
            <p:cNvSpPr/>
            <p:nvPr/>
          </p:nvSpPr>
          <p:spPr>
            <a:xfrm>
              <a:off x="7066280" y="125730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06700"/>
            </a:solidFill>
          </p:spPr>
          <p:txBody>
            <a:bodyPr wrap="square" lIns="0" tIns="0" rIns="0" bIns="0" rtlCol="0"/>
            <a:lstStyle/>
            <a:p/>
          </p:txBody>
        </p:sp>
        <p:sp>
          <p:nvSpPr>
            <p:cNvPr id="2153" name="object 2153"/>
            <p:cNvSpPr/>
            <p:nvPr/>
          </p:nvSpPr>
          <p:spPr>
            <a:xfrm>
              <a:off x="7066280" y="12661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16600"/>
            </a:solidFill>
          </p:spPr>
          <p:txBody>
            <a:bodyPr wrap="square" lIns="0" tIns="0" rIns="0" bIns="0" rtlCol="0"/>
            <a:lstStyle/>
            <a:p/>
          </p:txBody>
        </p:sp>
        <p:sp>
          <p:nvSpPr>
            <p:cNvPr id="2154" name="object 2154"/>
            <p:cNvSpPr/>
            <p:nvPr/>
          </p:nvSpPr>
          <p:spPr>
            <a:xfrm>
              <a:off x="7066280" y="1273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36600"/>
            </a:solidFill>
          </p:spPr>
          <p:txBody>
            <a:bodyPr wrap="square" lIns="0" tIns="0" rIns="0" bIns="0" rtlCol="0"/>
            <a:lstStyle/>
            <a:p/>
          </p:txBody>
        </p:sp>
        <p:sp>
          <p:nvSpPr>
            <p:cNvPr id="2155" name="object 2155"/>
            <p:cNvSpPr/>
            <p:nvPr/>
          </p:nvSpPr>
          <p:spPr>
            <a:xfrm>
              <a:off x="7066280" y="12814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336400"/>
            </a:solidFill>
          </p:spPr>
          <p:txBody>
            <a:bodyPr wrap="square" lIns="0" tIns="0" rIns="0" bIns="0" rtlCol="0"/>
            <a:lstStyle/>
            <a:p/>
          </p:txBody>
        </p:sp>
        <p:sp>
          <p:nvSpPr>
            <p:cNvPr id="2156" name="object 2156"/>
            <p:cNvSpPr/>
            <p:nvPr/>
          </p:nvSpPr>
          <p:spPr>
            <a:xfrm>
              <a:off x="7066280" y="1290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46300"/>
            </a:solidFill>
          </p:spPr>
          <p:txBody>
            <a:bodyPr wrap="square" lIns="0" tIns="0" rIns="0" bIns="0" rtlCol="0"/>
            <a:lstStyle/>
            <a:p/>
          </p:txBody>
        </p:sp>
        <p:sp>
          <p:nvSpPr>
            <p:cNvPr id="2157" name="object 2157"/>
            <p:cNvSpPr/>
            <p:nvPr/>
          </p:nvSpPr>
          <p:spPr>
            <a:xfrm>
              <a:off x="7066280" y="12979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56200"/>
            </a:solidFill>
          </p:spPr>
          <p:txBody>
            <a:bodyPr wrap="square" lIns="0" tIns="0" rIns="0" bIns="0" rtlCol="0"/>
            <a:lstStyle/>
            <a:p/>
          </p:txBody>
        </p:sp>
        <p:sp>
          <p:nvSpPr>
            <p:cNvPr id="2158" name="object 2158"/>
            <p:cNvSpPr/>
            <p:nvPr/>
          </p:nvSpPr>
          <p:spPr>
            <a:xfrm>
              <a:off x="7066280" y="130556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66100"/>
            </a:solidFill>
          </p:spPr>
          <p:txBody>
            <a:bodyPr wrap="square" lIns="0" tIns="0" rIns="0" bIns="0" rtlCol="0"/>
            <a:lstStyle/>
            <a:p/>
          </p:txBody>
        </p:sp>
        <p:sp>
          <p:nvSpPr>
            <p:cNvPr id="2159" name="object 2159"/>
            <p:cNvSpPr/>
            <p:nvPr/>
          </p:nvSpPr>
          <p:spPr>
            <a:xfrm>
              <a:off x="7066280" y="1314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76000"/>
            </a:solidFill>
          </p:spPr>
          <p:txBody>
            <a:bodyPr wrap="square" lIns="0" tIns="0" rIns="0" bIns="0" rtlCol="0"/>
            <a:lstStyle/>
            <a:p/>
          </p:txBody>
        </p:sp>
        <p:sp>
          <p:nvSpPr>
            <p:cNvPr id="2160" name="object 2160"/>
            <p:cNvSpPr/>
            <p:nvPr/>
          </p:nvSpPr>
          <p:spPr>
            <a:xfrm>
              <a:off x="7066280" y="1322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85F00"/>
            </a:solidFill>
          </p:spPr>
          <p:txBody>
            <a:bodyPr wrap="square" lIns="0" tIns="0" rIns="0" bIns="0" rtlCol="0"/>
            <a:lstStyle/>
            <a:p/>
          </p:txBody>
        </p:sp>
        <p:sp>
          <p:nvSpPr>
            <p:cNvPr id="2161" name="object 2161"/>
            <p:cNvSpPr/>
            <p:nvPr/>
          </p:nvSpPr>
          <p:spPr>
            <a:xfrm>
              <a:off x="7066280" y="132969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95E00"/>
            </a:solidFill>
          </p:spPr>
          <p:txBody>
            <a:bodyPr wrap="square" lIns="0" tIns="0" rIns="0" bIns="0" rtlCol="0"/>
            <a:lstStyle/>
            <a:p/>
          </p:txBody>
        </p:sp>
        <p:sp>
          <p:nvSpPr>
            <p:cNvPr id="2162" name="object 2162"/>
            <p:cNvSpPr/>
            <p:nvPr/>
          </p:nvSpPr>
          <p:spPr>
            <a:xfrm>
              <a:off x="7066280" y="13385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A5D00"/>
            </a:solidFill>
          </p:spPr>
          <p:txBody>
            <a:bodyPr wrap="square" lIns="0" tIns="0" rIns="0" bIns="0" rtlCol="0"/>
            <a:lstStyle/>
            <a:p/>
          </p:txBody>
        </p:sp>
        <p:sp>
          <p:nvSpPr>
            <p:cNvPr id="2163" name="object 2163"/>
            <p:cNvSpPr/>
            <p:nvPr/>
          </p:nvSpPr>
          <p:spPr>
            <a:xfrm>
              <a:off x="7066280" y="1346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B5C00"/>
            </a:solidFill>
          </p:spPr>
          <p:txBody>
            <a:bodyPr wrap="square" lIns="0" tIns="0" rIns="0" bIns="0" rtlCol="0"/>
            <a:lstStyle/>
            <a:p/>
          </p:txBody>
        </p:sp>
        <p:sp>
          <p:nvSpPr>
            <p:cNvPr id="2164" name="object 2164"/>
            <p:cNvSpPr/>
            <p:nvPr/>
          </p:nvSpPr>
          <p:spPr>
            <a:xfrm>
              <a:off x="7066280" y="13538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3C5B00"/>
            </a:solidFill>
          </p:spPr>
          <p:txBody>
            <a:bodyPr wrap="square" lIns="0" tIns="0" rIns="0" bIns="0" rtlCol="0"/>
            <a:lstStyle/>
            <a:p/>
          </p:txBody>
        </p:sp>
        <p:sp>
          <p:nvSpPr>
            <p:cNvPr id="2165" name="object 2165"/>
            <p:cNvSpPr/>
            <p:nvPr/>
          </p:nvSpPr>
          <p:spPr>
            <a:xfrm>
              <a:off x="7066280" y="13627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D5A00"/>
            </a:solidFill>
          </p:spPr>
          <p:txBody>
            <a:bodyPr wrap="square" lIns="0" tIns="0" rIns="0" bIns="0" rtlCol="0"/>
            <a:lstStyle/>
            <a:p/>
          </p:txBody>
        </p:sp>
        <p:sp>
          <p:nvSpPr>
            <p:cNvPr id="2166" name="object 2166"/>
            <p:cNvSpPr/>
            <p:nvPr/>
          </p:nvSpPr>
          <p:spPr>
            <a:xfrm>
              <a:off x="7066280" y="137033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3E5900"/>
            </a:solidFill>
          </p:spPr>
          <p:txBody>
            <a:bodyPr wrap="square" lIns="0" tIns="0" rIns="0" bIns="0" rtlCol="0"/>
            <a:lstStyle/>
            <a:p/>
          </p:txBody>
        </p:sp>
        <p:sp>
          <p:nvSpPr>
            <p:cNvPr id="2167" name="object 2167"/>
            <p:cNvSpPr/>
            <p:nvPr/>
          </p:nvSpPr>
          <p:spPr>
            <a:xfrm>
              <a:off x="7066280" y="1379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F5800"/>
            </a:solidFill>
          </p:spPr>
          <p:txBody>
            <a:bodyPr wrap="square" lIns="0" tIns="0" rIns="0" bIns="0" rtlCol="0"/>
            <a:lstStyle/>
            <a:p/>
          </p:txBody>
        </p:sp>
        <p:sp>
          <p:nvSpPr>
            <p:cNvPr id="2168" name="object 2168"/>
            <p:cNvSpPr/>
            <p:nvPr/>
          </p:nvSpPr>
          <p:spPr>
            <a:xfrm>
              <a:off x="7066280" y="1386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05700"/>
            </a:solidFill>
          </p:spPr>
          <p:txBody>
            <a:bodyPr wrap="square" lIns="0" tIns="0" rIns="0" bIns="0" rtlCol="0"/>
            <a:lstStyle/>
            <a:p/>
          </p:txBody>
        </p:sp>
        <p:sp>
          <p:nvSpPr>
            <p:cNvPr id="2169" name="object 2169"/>
            <p:cNvSpPr/>
            <p:nvPr/>
          </p:nvSpPr>
          <p:spPr>
            <a:xfrm>
              <a:off x="7066280" y="139446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15600"/>
            </a:solidFill>
          </p:spPr>
          <p:txBody>
            <a:bodyPr wrap="square" lIns="0" tIns="0" rIns="0" bIns="0" rtlCol="0"/>
            <a:lstStyle/>
            <a:p/>
          </p:txBody>
        </p:sp>
        <p:sp>
          <p:nvSpPr>
            <p:cNvPr id="2170" name="object 2170"/>
            <p:cNvSpPr/>
            <p:nvPr/>
          </p:nvSpPr>
          <p:spPr>
            <a:xfrm>
              <a:off x="7066280" y="14033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25500"/>
            </a:solidFill>
          </p:spPr>
          <p:txBody>
            <a:bodyPr wrap="square" lIns="0" tIns="0" rIns="0" bIns="0" rtlCol="0"/>
            <a:lstStyle/>
            <a:p/>
          </p:txBody>
        </p:sp>
        <p:sp>
          <p:nvSpPr>
            <p:cNvPr id="2171" name="object 2171"/>
            <p:cNvSpPr/>
            <p:nvPr/>
          </p:nvSpPr>
          <p:spPr>
            <a:xfrm>
              <a:off x="7066280" y="1410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35400"/>
            </a:solidFill>
          </p:spPr>
          <p:txBody>
            <a:bodyPr wrap="square" lIns="0" tIns="0" rIns="0" bIns="0" rtlCol="0"/>
            <a:lstStyle/>
            <a:p/>
          </p:txBody>
        </p:sp>
        <p:sp>
          <p:nvSpPr>
            <p:cNvPr id="2172" name="object 2172"/>
            <p:cNvSpPr/>
            <p:nvPr/>
          </p:nvSpPr>
          <p:spPr>
            <a:xfrm>
              <a:off x="7066280" y="141859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45300"/>
            </a:solidFill>
          </p:spPr>
          <p:txBody>
            <a:bodyPr wrap="square" lIns="0" tIns="0" rIns="0" bIns="0" rtlCol="0"/>
            <a:lstStyle/>
            <a:p/>
          </p:txBody>
        </p:sp>
        <p:sp>
          <p:nvSpPr>
            <p:cNvPr id="2173" name="object 2173"/>
            <p:cNvSpPr/>
            <p:nvPr/>
          </p:nvSpPr>
          <p:spPr>
            <a:xfrm>
              <a:off x="7066280" y="1427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55200"/>
            </a:solidFill>
          </p:spPr>
          <p:txBody>
            <a:bodyPr wrap="square" lIns="0" tIns="0" rIns="0" bIns="0" rtlCol="0"/>
            <a:lstStyle/>
            <a:p/>
          </p:txBody>
        </p:sp>
        <p:sp>
          <p:nvSpPr>
            <p:cNvPr id="2174" name="object 2174"/>
            <p:cNvSpPr/>
            <p:nvPr/>
          </p:nvSpPr>
          <p:spPr>
            <a:xfrm>
              <a:off x="7066280" y="14351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65100"/>
            </a:solidFill>
          </p:spPr>
          <p:txBody>
            <a:bodyPr wrap="square" lIns="0" tIns="0" rIns="0" bIns="0" rtlCol="0"/>
            <a:lstStyle/>
            <a:p/>
          </p:txBody>
        </p:sp>
        <p:sp>
          <p:nvSpPr>
            <p:cNvPr id="2175" name="object 2175"/>
            <p:cNvSpPr/>
            <p:nvPr/>
          </p:nvSpPr>
          <p:spPr>
            <a:xfrm>
              <a:off x="7066280" y="14427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75000"/>
            </a:solidFill>
          </p:spPr>
          <p:txBody>
            <a:bodyPr wrap="square" lIns="0" tIns="0" rIns="0" bIns="0" rtlCol="0"/>
            <a:lstStyle/>
            <a:p/>
          </p:txBody>
        </p:sp>
        <p:sp>
          <p:nvSpPr>
            <p:cNvPr id="2176" name="object 2176"/>
            <p:cNvSpPr/>
            <p:nvPr/>
          </p:nvSpPr>
          <p:spPr>
            <a:xfrm>
              <a:off x="7066280" y="1451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84F00"/>
            </a:solidFill>
          </p:spPr>
          <p:txBody>
            <a:bodyPr wrap="square" lIns="0" tIns="0" rIns="0" bIns="0" rtlCol="0"/>
            <a:lstStyle/>
            <a:p/>
          </p:txBody>
        </p:sp>
        <p:sp>
          <p:nvSpPr>
            <p:cNvPr id="2177" name="object 2177"/>
            <p:cNvSpPr/>
            <p:nvPr/>
          </p:nvSpPr>
          <p:spPr>
            <a:xfrm>
              <a:off x="7066280" y="1459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94E00"/>
            </a:solidFill>
          </p:spPr>
          <p:txBody>
            <a:bodyPr wrap="square" lIns="0" tIns="0" rIns="0" bIns="0" rtlCol="0"/>
            <a:lstStyle/>
            <a:p/>
          </p:txBody>
        </p:sp>
        <p:sp>
          <p:nvSpPr>
            <p:cNvPr id="2178" name="object 2178"/>
            <p:cNvSpPr/>
            <p:nvPr/>
          </p:nvSpPr>
          <p:spPr>
            <a:xfrm>
              <a:off x="7066280" y="14668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4A4D00"/>
            </a:solidFill>
          </p:spPr>
          <p:txBody>
            <a:bodyPr wrap="square" lIns="0" tIns="0" rIns="0" bIns="0" rtlCol="0"/>
            <a:lstStyle/>
            <a:p/>
          </p:txBody>
        </p:sp>
        <p:sp>
          <p:nvSpPr>
            <p:cNvPr id="2179" name="object 2179"/>
            <p:cNvSpPr/>
            <p:nvPr/>
          </p:nvSpPr>
          <p:spPr>
            <a:xfrm>
              <a:off x="7066280" y="14757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B4C00"/>
            </a:solidFill>
          </p:spPr>
          <p:txBody>
            <a:bodyPr wrap="square" lIns="0" tIns="0" rIns="0" bIns="0" rtlCol="0"/>
            <a:lstStyle/>
            <a:p/>
          </p:txBody>
        </p:sp>
        <p:sp>
          <p:nvSpPr>
            <p:cNvPr id="2180" name="object 2180"/>
            <p:cNvSpPr/>
            <p:nvPr/>
          </p:nvSpPr>
          <p:spPr>
            <a:xfrm>
              <a:off x="7066280" y="1483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C4B00"/>
            </a:solidFill>
          </p:spPr>
          <p:txBody>
            <a:bodyPr wrap="square" lIns="0" tIns="0" rIns="0" bIns="0" rtlCol="0"/>
            <a:lstStyle/>
            <a:p/>
          </p:txBody>
        </p:sp>
        <p:sp>
          <p:nvSpPr>
            <p:cNvPr id="2181" name="object 2181"/>
            <p:cNvSpPr/>
            <p:nvPr/>
          </p:nvSpPr>
          <p:spPr>
            <a:xfrm>
              <a:off x="7066280" y="14909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4D4A00"/>
            </a:solidFill>
          </p:spPr>
          <p:txBody>
            <a:bodyPr wrap="square" lIns="0" tIns="0" rIns="0" bIns="0" rtlCol="0"/>
            <a:lstStyle/>
            <a:p/>
          </p:txBody>
        </p:sp>
        <p:sp>
          <p:nvSpPr>
            <p:cNvPr id="2182" name="object 2182"/>
            <p:cNvSpPr/>
            <p:nvPr/>
          </p:nvSpPr>
          <p:spPr>
            <a:xfrm>
              <a:off x="7066280" y="14998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E4900"/>
            </a:solidFill>
          </p:spPr>
          <p:txBody>
            <a:bodyPr wrap="square" lIns="0" tIns="0" rIns="0" bIns="0" rtlCol="0"/>
            <a:lstStyle/>
            <a:p/>
          </p:txBody>
        </p:sp>
        <p:sp>
          <p:nvSpPr>
            <p:cNvPr id="2183" name="object 2183"/>
            <p:cNvSpPr/>
            <p:nvPr/>
          </p:nvSpPr>
          <p:spPr>
            <a:xfrm>
              <a:off x="7066280" y="15074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F4800"/>
            </a:solidFill>
          </p:spPr>
          <p:txBody>
            <a:bodyPr wrap="square" lIns="0" tIns="0" rIns="0" bIns="0" rtlCol="0"/>
            <a:lstStyle/>
            <a:p/>
          </p:txBody>
        </p:sp>
        <p:sp>
          <p:nvSpPr>
            <p:cNvPr id="2184" name="object 2184"/>
            <p:cNvSpPr/>
            <p:nvPr/>
          </p:nvSpPr>
          <p:spPr>
            <a:xfrm>
              <a:off x="7066280" y="15151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04700"/>
            </a:solidFill>
          </p:spPr>
          <p:txBody>
            <a:bodyPr wrap="square" lIns="0" tIns="0" rIns="0" bIns="0" rtlCol="0"/>
            <a:lstStyle/>
            <a:p/>
          </p:txBody>
        </p:sp>
        <p:sp>
          <p:nvSpPr>
            <p:cNvPr id="2185" name="object 2185"/>
            <p:cNvSpPr/>
            <p:nvPr/>
          </p:nvSpPr>
          <p:spPr>
            <a:xfrm>
              <a:off x="7066280" y="1524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14600"/>
            </a:solidFill>
          </p:spPr>
          <p:txBody>
            <a:bodyPr wrap="square" lIns="0" tIns="0" rIns="0" bIns="0" rtlCol="0"/>
            <a:lstStyle/>
            <a:p/>
          </p:txBody>
        </p:sp>
        <p:sp>
          <p:nvSpPr>
            <p:cNvPr id="2186" name="object 2186"/>
            <p:cNvSpPr/>
            <p:nvPr/>
          </p:nvSpPr>
          <p:spPr>
            <a:xfrm>
              <a:off x="7066280" y="153162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24500"/>
            </a:solidFill>
          </p:spPr>
          <p:txBody>
            <a:bodyPr wrap="square" lIns="0" tIns="0" rIns="0" bIns="0" rtlCol="0"/>
            <a:lstStyle/>
            <a:p/>
          </p:txBody>
        </p:sp>
        <p:sp>
          <p:nvSpPr>
            <p:cNvPr id="2187" name="object 2187"/>
            <p:cNvSpPr/>
            <p:nvPr/>
          </p:nvSpPr>
          <p:spPr>
            <a:xfrm>
              <a:off x="7066280" y="15405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34400"/>
            </a:solidFill>
          </p:spPr>
          <p:txBody>
            <a:bodyPr wrap="square" lIns="0" tIns="0" rIns="0" bIns="0" rtlCol="0"/>
            <a:lstStyle/>
            <a:p/>
          </p:txBody>
        </p:sp>
        <p:sp>
          <p:nvSpPr>
            <p:cNvPr id="2188" name="object 2188"/>
            <p:cNvSpPr/>
            <p:nvPr/>
          </p:nvSpPr>
          <p:spPr>
            <a:xfrm>
              <a:off x="7066280" y="1548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44300"/>
            </a:solidFill>
          </p:spPr>
          <p:txBody>
            <a:bodyPr wrap="square" lIns="0" tIns="0" rIns="0" bIns="0" rtlCol="0"/>
            <a:lstStyle/>
            <a:p/>
          </p:txBody>
        </p:sp>
        <p:sp>
          <p:nvSpPr>
            <p:cNvPr id="2189" name="object 2189"/>
            <p:cNvSpPr/>
            <p:nvPr/>
          </p:nvSpPr>
          <p:spPr>
            <a:xfrm>
              <a:off x="7066280" y="155575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54200"/>
            </a:solidFill>
          </p:spPr>
          <p:txBody>
            <a:bodyPr wrap="square" lIns="0" tIns="0" rIns="0" bIns="0" rtlCol="0"/>
            <a:lstStyle/>
            <a:p/>
          </p:txBody>
        </p:sp>
        <p:sp>
          <p:nvSpPr>
            <p:cNvPr id="2190" name="object 2190"/>
            <p:cNvSpPr/>
            <p:nvPr/>
          </p:nvSpPr>
          <p:spPr>
            <a:xfrm>
              <a:off x="7066280" y="15646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64100"/>
            </a:solidFill>
          </p:spPr>
          <p:txBody>
            <a:bodyPr wrap="square" lIns="0" tIns="0" rIns="0" bIns="0" rtlCol="0"/>
            <a:lstStyle/>
            <a:p/>
          </p:txBody>
        </p:sp>
        <p:sp>
          <p:nvSpPr>
            <p:cNvPr id="2191" name="object 2191"/>
            <p:cNvSpPr/>
            <p:nvPr/>
          </p:nvSpPr>
          <p:spPr>
            <a:xfrm>
              <a:off x="7066280" y="15722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74000"/>
            </a:solidFill>
          </p:spPr>
          <p:txBody>
            <a:bodyPr wrap="square" lIns="0" tIns="0" rIns="0" bIns="0" rtlCol="0"/>
            <a:lstStyle/>
            <a:p/>
          </p:txBody>
        </p:sp>
        <p:sp>
          <p:nvSpPr>
            <p:cNvPr id="2192" name="object 2192"/>
            <p:cNvSpPr/>
            <p:nvPr/>
          </p:nvSpPr>
          <p:spPr>
            <a:xfrm>
              <a:off x="7066280" y="1579880"/>
              <a:ext cx="82550" cy="8890"/>
            </a:xfrm>
            <a:custGeom>
              <a:avLst/>
              <a:gdLst/>
              <a:ahLst/>
              <a:cxnLst/>
              <a:rect l="l" t="t" r="r" b="b"/>
              <a:pathLst>
                <a:path w="82550" h="8890">
                  <a:moveTo>
                    <a:pt x="82550" y="0"/>
                  </a:moveTo>
                  <a:lnTo>
                    <a:pt x="0" y="0"/>
                  </a:lnTo>
                  <a:lnTo>
                    <a:pt x="0" y="8890"/>
                  </a:lnTo>
                  <a:lnTo>
                    <a:pt x="82550" y="8890"/>
                  </a:lnTo>
                  <a:lnTo>
                    <a:pt x="82550" y="0"/>
                  </a:lnTo>
                  <a:close/>
                </a:path>
              </a:pathLst>
            </a:custGeom>
            <a:solidFill>
              <a:srgbClr val="583F00"/>
            </a:solidFill>
          </p:spPr>
          <p:txBody>
            <a:bodyPr wrap="square" lIns="0" tIns="0" rIns="0" bIns="0" rtlCol="0"/>
            <a:lstStyle/>
            <a:p/>
          </p:txBody>
        </p:sp>
        <p:sp>
          <p:nvSpPr>
            <p:cNvPr id="2193" name="object 2193"/>
            <p:cNvSpPr/>
            <p:nvPr/>
          </p:nvSpPr>
          <p:spPr>
            <a:xfrm>
              <a:off x="7066280" y="1588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93E00"/>
            </a:solidFill>
          </p:spPr>
          <p:txBody>
            <a:bodyPr wrap="square" lIns="0" tIns="0" rIns="0" bIns="0" rtlCol="0"/>
            <a:lstStyle/>
            <a:p/>
          </p:txBody>
        </p:sp>
        <p:sp>
          <p:nvSpPr>
            <p:cNvPr id="2194" name="object 2194"/>
            <p:cNvSpPr/>
            <p:nvPr/>
          </p:nvSpPr>
          <p:spPr>
            <a:xfrm>
              <a:off x="7066280" y="1596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A3D00"/>
            </a:solidFill>
          </p:spPr>
          <p:txBody>
            <a:bodyPr wrap="square" lIns="0" tIns="0" rIns="0" bIns="0" rtlCol="0"/>
            <a:lstStyle/>
            <a:p/>
          </p:txBody>
        </p:sp>
        <p:sp>
          <p:nvSpPr>
            <p:cNvPr id="2195" name="object 2195"/>
            <p:cNvSpPr/>
            <p:nvPr/>
          </p:nvSpPr>
          <p:spPr>
            <a:xfrm>
              <a:off x="7066280" y="1604010"/>
              <a:ext cx="82550" cy="8890"/>
            </a:xfrm>
            <a:custGeom>
              <a:avLst/>
              <a:gdLst/>
              <a:ahLst/>
              <a:cxnLst/>
              <a:rect l="l" t="t" r="r" b="b"/>
              <a:pathLst>
                <a:path w="82550" h="8890">
                  <a:moveTo>
                    <a:pt x="82550" y="0"/>
                  </a:moveTo>
                  <a:lnTo>
                    <a:pt x="0" y="0"/>
                  </a:lnTo>
                  <a:lnTo>
                    <a:pt x="0" y="8889"/>
                  </a:lnTo>
                  <a:lnTo>
                    <a:pt x="82550" y="8889"/>
                  </a:lnTo>
                  <a:lnTo>
                    <a:pt x="82550" y="0"/>
                  </a:lnTo>
                  <a:close/>
                </a:path>
              </a:pathLst>
            </a:custGeom>
            <a:solidFill>
              <a:srgbClr val="5B3C00"/>
            </a:solidFill>
          </p:spPr>
          <p:txBody>
            <a:bodyPr wrap="square" lIns="0" tIns="0" rIns="0" bIns="0" rtlCol="0"/>
            <a:lstStyle/>
            <a:p/>
          </p:txBody>
        </p:sp>
        <p:sp>
          <p:nvSpPr>
            <p:cNvPr id="2196" name="object 2196"/>
            <p:cNvSpPr/>
            <p:nvPr/>
          </p:nvSpPr>
          <p:spPr>
            <a:xfrm>
              <a:off x="7066280" y="16129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C3B00"/>
            </a:solidFill>
          </p:spPr>
          <p:txBody>
            <a:bodyPr wrap="square" lIns="0" tIns="0" rIns="0" bIns="0" rtlCol="0"/>
            <a:lstStyle/>
            <a:p/>
          </p:txBody>
        </p:sp>
        <p:sp>
          <p:nvSpPr>
            <p:cNvPr id="2197" name="object 2197"/>
            <p:cNvSpPr/>
            <p:nvPr/>
          </p:nvSpPr>
          <p:spPr>
            <a:xfrm>
              <a:off x="7066280" y="1620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D3A00"/>
            </a:solidFill>
          </p:spPr>
          <p:txBody>
            <a:bodyPr wrap="square" lIns="0" tIns="0" rIns="0" bIns="0" rtlCol="0"/>
            <a:lstStyle/>
            <a:p/>
          </p:txBody>
        </p:sp>
        <p:sp>
          <p:nvSpPr>
            <p:cNvPr id="2198" name="object 2198"/>
            <p:cNvSpPr/>
            <p:nvPr/>
          </p:nvSpPr>
          <p:spPr>
            <a:xfrm>
              <a:off x="7066280" y="1628140"/>
              <a:ext cx="82550" cy="8890"/>
            </a:xfrm>
            <a:custGeom>
              <a:avLst/>
              <a:gdLst/>
              <a:ahLst/>
              <a:cxnLst/>
              <a:rect l="l" t="t" r="r" b="b"/>
              <a:pathLst>
                <a:path w="82550" h="8889">
                  <a:moveTo>
                    <a:pt x="82550" y="0"/>
                  </a:moveTo>
                  <a:lnTo>
                    <a:pt x="0" y="0"/>
                  </a:lnTo>
                  <a:lnTo>
                    <a:pt x="0" y="8889"/>
                  </a:lnTo>
                  <a:lnTo>
                    <a:pt x="82550" y="8889"/>
                  </a:lnTo>
                  <a:lnTo>
                    <a:pt x="82550" y="0"/>
                  </a:lnTo>
                  <a:close/>
                </a:path>
              </a:pathLst>
            </a:custGeom>
            <a:solidFill>
              <a:srgbClr val="5E3900"/>
            </a:solidFill>
          </p:spPr>
          <p:txBody>
            <a:bodyPr wrap="square" lIns="0" tIns="0" rIns="0" bIns="0" rtlCol="0"/>
            <a:lstStyle/>
            <a:p/>
          </p:txBody>
        </p:sp>
        <p:sp>
          <p:nvSpPr>
            <p:cNvPr id="2199" name="object 2199"/>
            <p:cNvSpPr/>
            <p:nvPr/>
          </p:nvSpPr>
          <p:spPr>
            <a:xfrm>
              <a:off x="7066280" y="16370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F3800"/>
            </a:solidFill>
          </p:spPr>
          <p:txBody>
            <a:bodyPr wrap="square" lIns="0" tIns="0" rIns="0" bIns="0" rtlCol="0"/>
            <a:lstStyle/>
            <a:p/>
          </p:txBody>
        </p:sp>
        <p:sp>
          <p:nvSpPr>
            <p:cNvPr id="2200" name="object 2200"/>
            <p:cNvSpPr/>
            <p:nvPr/>
          </p:nvSpPr>
          <p:spPr>
            <a:xfrm>
              <a:off x="7066280" y="16446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03700"/>
            </a:solidFill>
          </p:spPr>
          <p:txBody>
            <a:bodyPr wrap="square" lIns="0" tIns="0" rIns="0" bIns="0" rtlCol="0"/>
            <a:lstStyle/>
            <a:p/>
          </p:txBody>
        </p:sp>
        <p:sp>
          <p:nvSpPr>
            <p:cNvPr id="2201" name="object 2201"/>
            <p:cNvSpPr/>
            <p:nvPr/>
          </p:nvSpPr>
          <p:spPr>
            <a:xfrm>
              <a:off x="7066280" y="1652270"/>
              <a:ext cx="82550" cy="8890"/>
            </a:xfrm>
            <a:custGeom>
              <a:avLst/>
              <a:gdLst/>
              <a:ahLst/>
              <a:cxnLst/>
              <a:rect l="l" t="t" r="r" b="b"/>
              <a:pathLst>
                <a:path w="82550" h="8889">
                  <a:moveTo>
                    <a:pt x="82550" y="0"/>
                  </a:moveTo>
                  <a:lnTo>
                    <a:pt x="0" y="0"/>
                  </a:lnTo>
                  <a:lnTo>
                    <a:pt x="0" y="8889"/>
                  </a:lnTo>
                  <a:lnTo>
                    <a:pt x="82550" y="8889"/>
                  </a:lnTo>
                  <a:lnTo>
                    <a:pt x="82550" y="0"/>
                  </a:lnTo>
                  <a:close/>
                </a:path>
              </a:pathLst>
            </a:custGeom>
            <a:solidFill>
              <a:srgbClr val="613600"/>
            </a:solidFill>
          </p:spPr>
          <p:txBody>
            <a:bodyPr wrap="square" lIns="0" tIns="0" rIns="0" bIns="0" rtlCol="0"/>
            <a:lstStyle/>
            <a:p/>
          </p:txBody>
        </p:sp>
        <p:sp>
          <p:nvSpPr>
            <p:cNvPr id="2202" name="object 2202"/>
            <p:cNvSpPr/>
            <p:nvPr/>
          </p:nvSpPr>
          <p:spPr>
            <a:xfrm>
              <a:off x="7066280" y="1661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23500"/>
            </a:solidFill>
          </p:spPr>
          <p:txBody>
            <a:bodyPr wrap="square" lIns="0" tIns="0" rIns="0" bIns="0" rtlCol="0"/>
            <a:lstStyle/>
            <a:p/>
          </p:txBody>
        </p:sp>
        <p:sp>
          <p:nvSpPr>
            <p:cNvPr id="2203" name="object 2203"/>
            <p:cNvSpPr/>
            <p:nvPr/>
          </p:nvSpPr>
          <p:spPr>
            <a:xfrm>
              <a:off x="7066280" y="1668780"/>
              <a:ext cx="82550" cy="8890"/>
            </a:xfrm>
            <a:custGeom>
              <a:avLst/>
              <a:gdLst/>
              <a:ahLst/>
              <a:cxnLst/>
              <a:rect l="l" t="t" r="r" b="b"/>
              <a:pathLst>
                <a:path w="82550" h="8889">
                  <a:moveTo>
                    <a:pt x="82550" y="0"/>
                  </a:moveTo>
                  <a:lnTo>
                    <a:pt x="0" y="0"/>
                  </a:lnTo>
                  <a:lnTo>
                    <a:pt x="0" y="8890"/>
                  </a:lnTo>
                  <a:lnTo>
                    <a:pt x="82550" y="8890"/>
                  </a:lnTo>
                  <a:lnTo>
                    <a:pt x="82550" y="0"/>
                  </a:lnTo>
                  <a:close/>
                </a:path>
              </a:pathLst>
            </a:custGeom>
            <a:solidFill>
              <a:srgbClr val="633400"/>
            </a:solidFill>
          </p:spPr>
          <p:txBody>
            <a:bodyPr wrap="square" lIns="0" tIns="0" rIns="0" bIns="0" rtlCol="0"/>
            <a:lstStyle/>
            <a:p/>
          </p:txBody>
        </p:sp>
      </p:grpSp>
      <p:grpSp>
        <p:nvGrpSpPr>
          <p:cNvPr id="2204" name="object 2204"/>
          <p:cNvGrpSpPr/>
          <p:nvPr/>
        </p:nvGrpSpPr>
        <p:grpSpPr>
          <a:xfrm>
            <a:off x="7218680" y="1056639"/>
            <a:ext cx="200660" cy="633730"/>
            <a:chOff x="7218680" y="1056639"/>
            <a:chExt cx="200660" cy="633730"/>
          </a:xfrm>
        </p:grpSpPr>
        <p:sp>
          <p:nvSpPr>
            <p:cNvPr id="2205" name="object 2205"/>
            <p:cNvSpPr/>
            <p:nvPr/>
          </p:nvSpPr>
          <p:spPr>
            <a:xfrm>
              <a:off x="7291070" y="1056639"/>
              <a:ext cx="58419" cy="6350"/>
            </a:xfrm>
            <a:custGeom>
              <a:avLst/>
              <a:gdLst/>
              <a:ahLst/>
              <a:cxnLst/>
              <a:rect l="l" t="t" r="r" b="b"/>
              <a:pathLst>
                <a:path w="58420" h="6350">
                  <a:moveTo>
                    <a:pt x="58420" y="5080"/>
                  </a:moveTo>
                  <a:lnTo>
                    <a:pt x="0" y="5080"/>
                  </a:lnTo>
                  <a:lnTo>
                    <a:pt x="0" y="6350"/>
                  </a:lnTo>
                  <a:lnTo>
                    <a:pt x="58420" y="6350"/>
                  </a:lnTo>
                  <a:lnTo>
                    <a:pt x="58420" y="5080"/>
                  </a:lnTo>
                  <a:close/>
                </a:path>
                <a:path w="58420" h="6350">
                  <a:moveTo>
                    <a:pt x="57149" y="3810"/>
                  </a:moveTo>
                  <a:lnTo>
                    <a:pt x="2539" y="3810"/>
                  </a:lnTo>
                  <a:lnTo>
                    <a:pt x="2539" y="5080"/>
                  </a:lnTo>
                  <a:lnTo>
                    <a:pt x="57149" y="5080"/>
                  </a:lnTo>
                  <a:lnTo>
                    <a:pt x="57149" y="3810"/>
                  </a:lnTo>
                  <a:close/>
                </a:path>
                <a:path w="58420" h="6350">
                  <a:moveTo>
                    <a:pt x="50800" y="2539"/>
                  </a:moveTo>
                  <a:lnTo>
                    <a:pt x="6350" y="2539"/>
                  </a:lnTo>
                  <a:lnTo>
                    <a:pt x="6350" y="3810"/>
                  </a:lnTo>
                  <a:lnTo>
                    <a:pt x="50800" y="3810"/>
                  </a:lnTo>
                  <a:lnTo>
                    <a:pt x="50800" y="2539"/>
                  </a:lnTo>
                  <a:close/>
                </a:path>
                <a:path w="58420" h="6350">
                  <a:moveTo>
                    <a:pt x="44450" y="1270"/>
                  </a:moveTo>
                  <a:lnTo>
                    <a:pt x="12700" y="1270"/>
                  </a:lnTo>
                  <a:lnTo>
                    <a:pt x="12700" y="2539"/>
                  </a:lnTo>
                  <a:lnTo>
                    <a:pt x="44450" y="2539"/>
                  </a:lnTo>
                  <a:lnTo>
                    <a:pt x="44450" y="1270"/>
                  </a:lnTo>
                  <a:close/>
                </a:path>
                <a:path w="58420" h="6350">
                  <a:moveTo>
                    <a:pt x="29210" y="0"/>
                  </a:moveTo>
                  <a:lnTo>
                    <a:pt x="20320" y="0"/>
                  </a:lnTo>
                  <a:lnTo>
                    <a:pt x="20320" y="1270"/>
                  </a:lnTo>
                  <a:lnTo>
                    <a:pt x="29210" y="1270"/>
                  </a:lnTo>
                  <a:lnTo>
                    <a:pt x="29210" y="0"/>
                  </a:lnTo>
                  <a:close/>
                </a:path>
              </a:pathLst>
            </a:custGeom>
            <a:solidFill>
              <a:srgbClr val="009800"/>
            </a:solidFill>
          </p:spPr>
          <p:txBody>
            <a:bodyPr wrap="square" lIns="0" tIns="0" rIns="0" bIns="0" rtlCol="0"/>
            <a:lstStyle/>
            <a:p/>
          </p:txBody>
        </p:sp>
        <p:sp>
          <p:nvSpPr>
            <p:cNvPr id="2206" name="object 2206"/>
            <p:cNvSpPr/>
            <p:nvPr/>
          </p:nvSpPr>
          <p:spPr>
            <a:xfrm>
              <a:off x="7279640" y="1062989"/>
              <a:ext cx="83820" cy="7620"/>
            </a:xfrm>
            <a:custGeom>
              <a:avLst/>
              <a:gdLst/>
              <a:ahLst/>
              <a:cxnLst/>
              <a:rect l="l" t="t" r="r" b="b"/>
              <a:pathLst>
                <a:path w="83820" h="7619">
                  <a:moveTo>
                    <a:pt x="83820" y="6350"/>
                  </a:moveTo>
                  <a:lnTo>
                    <a:pt x="0" y="6350"/>
                  </a:lnTo>
                  <a:lnTo>
                    <a:pt x="0" y="7620"/>
                  </a:lnTo>
                  <a:lnTo>
                    <a:pt x="83820" y="7620"/>
                  </a:lnTo>
                  <a:lnTo>
                    <a:pt x="83820" y="6350"/>
                  </a:lnTo>
                  <a:close/>
                </a:path>
                <a:path w="83820" h="7619">
                  <a:moveTo>
                    <a:pt x="82549" y="5080"/>
                  </a:moveTo>
                  <a:lnTo>
                    <a:pt x="1269" y="5080"/>
                  </a:lnTo>
                  <a:lnTo>
                    <a:pt x="1269" y="6350"/>
                  </a:lnTo>
                  <a:lnTo>
                    <a:pt x="82549" y="6350"/>
                  </a:lnTo>
                  <a:lnTo>
                    <a:pt x="82549" y="5080"/>
                  </a:lnTo>
                  <a:close/>
                </a:path>
                <a:path w="83820" h="7619">
                  <a:moveTo>
                    <a:pt x="81279" y="3810"/>
                  </a:moveTo>
                  <a:lnTo>
                    <a:pt x="2539" y="3810"/>
                  </a:lnTo>
                  <a:lnTo>
                    <a:pt x="2539" y="5080"/>
                  </a:lnTo>
                  <a:lnTo>
                    <a:pt x="81279" y="5080"/>
                  </a:lnTo>
                  <a:lnTo>
                    <a:pt x="81279" y="3810"/>
                  </a:lnTo>
                  <a:close/>
                </a:path>
                <a:path w="83820" h="7619">
                  <a:moveTo>
                    <a:pt x="80009" y="2539"/>
                  </a:moveTo>
                  <a:lnTo>
                    <a:pt x="5079" y="2539"/>
                  </a:lnTo>
                  <a:lnTo>
                    <a:pt x="5079" y="3810"/>
                  </a:lnTo>
                  <a:lnTo>
                    <a:pt x="80009" y="3810"/>
                  </a:lnTo>
                  <a:lnTo>
                    <a:pt x="80009" y="2539"/>
                  </a:lnTo>
                  <a:close/>
                </a:path>
                <a:path w="83820" h="7619">
                  <a:moveTo>
                    <a:pt x="76200" y="1270"/>
                  </a:moveTo>
                  <a:lnTo>
                    <a:pt x="6350" y="1270"/>
                  </a:lnTo>
                  <a:lnTo>
                    <a:pt x="6350" y="2539"/>
                  </a:lnTo>
                  <a:lnTo>
                    <a:pt x="76200" y="2539"/>
                  </a:lnTo>
                  <a:lnTo>
                    <a:pt x="76200" y="1270"/>
                  </a:lnTo>
                  <a:close/>
                </a:path>
                <a:path w="83820" h="7619">
                  <a:moveTo>
                    <a:pt x="73659" y="0"/>
                  </a:moveTo>
                  <a:lnTo>
                    <a:pt x="8889" y="0"/>
                  </a:lnTo>
                  <a:lnTo>
                    <a:pt x="8889" y="1270"/>
                  </a:lnTo>
                  <a:lnTo>
                    <a:pt x="73659" y="1270"/>
                  </a:lnTo>
                  <a:lnTo>
                    <a:pt x="73659" y="0"/>
                  </a:lnTo>
                  <a:close/>
                </a:path>
              </a:pathLst>
            </a:custGeom>
            <a:solidFill>
              <a:srgbClr val="009700"/>
            </a:solidFill>
          </p:spPr>
          <p:txBody>
            <a:bodyPr wrap="square" lIns="0" tIns="0" rIns="0" bIns="0" rtlCol="0"/>
            <a:lstStyle/>
            <a:p/>
          </p:txBody>
        </p:sp>
        <p:sp>
          <p:nvSpPr>
            <p:cNvPr id="2207" name="object 2207"/>
            <p:cNvSpPr/>
            <p:nvPr/>
          </p:nvSpPr>
          <p:spPr>
            <a:xfrm>
              <a:off x="7272020" y="1070609"/>
              <a:ext cx="97790" cy="6350"/>
            </a:xfrm>
            <a:custGeom>
              <a:avLst/>
              <a:gdLst/>
              <a:ahLst/>
              <a:cxnLst/>
              <a:rect l="l" t="t" r="r" b="b"/>
              <a:pathLst>
                <a:path w="97790" h="6350">
                  <a:moveTo>
                    <a:pt x="97790" y="5080"/>
                  </a:moveTo>
                  <a:lnTo>
                    <a:pt x="96520" y="5080"/>
                  </a:lnTo>
                  <a:lnTo>
                    <a:pt x="96520" y="3810"/>
                  </a:lnTo>
                  <a:lnTo>
                    <a:pt x="95237" y="3810"/>
                  </a:lnTo>
                  <a:lnTo>
                    <a:pt x="95237"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19600"/>
            </a:solidFill>
          </p:spPr>
          <p:txBody>
            <a:bodyPr wrap="square" lIns="0" tIns="0" rIns="0" bIns="0" rtlCol="0"/>
            <a:lstStyle/>
            <a:p/>
          </p:txBody>
        </p:sp>
        <p:sp>
          <p:nvSpPr>
            <p:cNvPr id="2208" name="object 2208"/>
            <p:cNvSpPr/>
            <p:nvPr/>
          </p:nvSpPr>
          <p:spPr>
            <a:xfrm>
              <a:off x="7265670" y="1076959"/>
              <a:ext cx="110489" cy="7620"/>
            </a:xfrm>
            <a:custGeom>
              <a:avLst/>
              <a:gdLst/>
              <a:ahLst/>
              <a:cxnLst/>
              <a:rect l="l" t="t" r="r" b="b"/>
              <a:pathLst>
                <a:path w="110490" h="7619">
                  <a:moveTo>
                    <a:pt x="110490" y="6350"/>
                  </a:moveTo>
                  <a:lnTo>
                    <a:pt x="109220" y="6350"/>
                  </a:lnTo>
                  <a:lnTo>
                    <a:pt x="109220" y="3810"/>
                  </a:lnTo>
                  <a:lnTo>
                    <a:pt x="107937" y="3810"/>
                  </a:lnTo>
                  <a:lnTo>
                    <a:pt x="107937"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29500"/>
            </a:solidFill>
          </p:spPr>
          <p:txBody>
            <a:bodyPr wrap="square" lIns="0" tIns="0" rIns="0" bIns="0" rtlCol="0"/>
            <a:lstStyle/>
            <a:p/>
          </p:txBody>
        </p:sp>
        <p:sp>
          <p:nvSpPr>
            <p:cNvPr id="2209" name="object 2209"/>
            <p:cNvSpPr/>
            <p:nvPr/>
          </p:nvSpPr>
          <p:spPr>
            <a:xfrm>
              <a:off x="7260590" y="1084579"/>
              <a:ext cx="120650" cy="7620"/>
            </a:xfrm>
            <a:custGeom>
              <a:avLst/>
              <a:gdLst/>
              <a:ahLst/>
              <a:cxnLst/>
              <a:rect l="l" t="t" r="r" b="b"/>
              <a:pathLst>
                <a:path w="120650" h="7619">
                  <a:moveTo>
                    <a:pt x="120650" y="6350"/>
                  </a:moveTo>
                  <a:lnTo>
                    <a:pt x="119367" y="6350"/>
                  </a:lnTo>
                  <a:lnTo>
                    <a:pt x="119367" y="5080"/>
                  </a:lnTo>
                  <a:lnTo>
                    <a:pt x="118110" y="5080"/>
                  </a:lnTo>
                  <a:lnTo>
                    <a:pt x="118110"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39400"/>
            </a:solidFill>
          </p:spPr>
          <p:txBody>
            <a:bodyPr wrap="square" lIns="0" tIns="0" rIns="0" bIns="0" rtlCol="0"/>
            <a:lstStyle/>
            <a:p/>
          </p:txBody>
        </p:sp>
        <p:sp>
          <p:nvSpPr>
            <p:cNvPr id="2210" name="object 2210"/>
            <p:cNvSpPr/>
            <p:nvPr/>
          </p:nvSpPr>
          <p:spPr>
            <a:xfrm>
              <a:off x="7256780" y="1092199"/>
              <a:ext cx="127000" cy="6350"/>
            </a:xfrm>
            <a:custGeom>
              <a:avLst/>
              <a:gdLst/>
              <a:ahLst/>
              <a:cxnLst/>
              <a:rect l="l" t="t" r="r" b="b"/>
              <a:pathLst>
                <a:path w="127000" h="6350">
                  <a:moveTo>
                    <a:pt x="127000" y="3810"/>
                  </a:move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6350"/>
                  </a:lnTo>
                  <a:lnTo>
                    <a:pt x="127000" y="6350"/>
                  </a:lnTo>
                  <a:lnTo>
                    <a:pt x="127000" y="3810"/>
                  </a:lnTo>
                  <a:close/>
                </a:path>
              </a:pathLst>
            </a:custGeom>
            <a:solidFill>
              <a:srgbClr val="049300"/>
            </a:solidFill>
          </p:spPr>
          <p:txBody>
            <a:bodyPr wrap="square" lIns="0" tIns="0" rIns="0" bIns="0" rtlCol="0"/>
            <a:lstStyle/>
            <a:p/>
          </p:txBody>
        </p:sp>
        <p:sp>
          <p:nvSpPr>
            <p:cNvPr id="2211" name="object 2211"/>
            <p:cNvSpPr/>
            <p:nvPr/>
          </p:nvSpPr>
          <p:spPr>
            <a:xfrm>
              <a:off x="7252970" y="1098549"/>
              <a:ext cx="134620" cy="7620"/>
            </a:xfrm>
            <a:custGeom>
              <a:avLst/>
              <a:gdLst/>
              <a:ahLst/>
              <a:cxnLst/>
              <a:rect l="l" t="t" r="r" b="b"/>
              <a:pathLst>
                <a:path w="134620" h="7619">
                  <a:moveTo>
                    <a:pt x="133350" y="2540"/>
                  </a:moveTo>
                  <a:lnTo>
                    <a:pt x="132080" y="2540"/>
                  </a:lnTo>
                  <a:lnTo>
                    <a:pt x="132080" y="0"/>
                  </a:lnTo>
                  <a:lnTo>
                    <a:pt x="2540" y="0"/>
                  </a:lnTo>
                  <a:lnTo>
                    <a:pt x="2540" y="2540"/>
                  </a:lnTo>
                  <a:lnTo>
                    <a:pt x="1270" y="2540"/>
                  </a:lnTo>
                  <a:lnTo>
                    <a:pt x="1270" y="5080"/>
                  </a:lnTo>
                  <a:lnTo>
                    <a:pt x="133350" y="5080"/>
                  </a:lnTo>
                  <a:lnTo>
                    <a:pt x="133350" y="2540"/>
                  </a:lnTo>
                  <a:close/>
                </a:path>
                <a:path w="134620" h="7619">
                  <a:moveTo>
                    <a:pt x="134620" y="5092"/>
                  </a:moveTo>
                  <a:lnTo>
                    <a:pt x="0" y="5092"/>
                  </a:lnTo>
                  <a:lnTo>
                    <a:pt x="0" y="7620"/>
                  </a:lnTo>
                  <a:lnTo>
                    <a:pt x="134620" y="7620"/>
                  </a:lnTo>
                  <a:lnTo>
                    <a:pt x="134620" y="5092"/>
                  </a:lnTo>
                  <a:close/>
                </a:path>
              </a:pathLst>
            </a:custGeom>
            <a:solidFill>
              <a:srgbClr val="059200"/>
            </a:solidFill>
          </p:spPr>
          <p:txBody>
            <a:bodyPr wrap="square" lIns="0" tIns="0" rIns="0" bIns="0" rtlCol="0"/>
            <a:lstStyle/>
            <a:p/>
          </p:txBody>
        </p:sp>
        <p:sp>
          <p:nvSpPr>
            <p:cNvPr id="2212" name="object 2212"/>
            <p:cNvSpPr/>
            <p:nvPr/>
          </p:nvSpPr>
          <p:spPr>
            <a:xfrm>
              <a:off x="7250430" y="1106169"/>
              <a:ext cx="140970" cy="7620"/>
            </a:xfrm>
            <a:custGeom>
              <a:avLst/>
              <a:gdLst/>
              <a:ahLst/>
              <a:cxnLst/>
              <a:rect l="l" t="t" r="r" b="b"/>
              <a:pathLst>
                <a:path w="140970"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79000"/>
            </a:solidFill>
          </p:spPr>
          <p:txBody>
            <a:bodyPr wrap="square" lIns="0" tIns="0" rIns="0" bIns="0" rtlCol="0"/>
            <a:lstStyle/>
            <a:p/>
          </p:txBody>
        </p:sp>
        <p:sp>
          <p:nvSpPr>
            <p:cNvPr id="2213" name="object 2213"/>
            <p:cNvSpPr/>
            <p:nvPr/>
          </p:nvSpPr>
          <p:spPr>
            <a:xfrm>
              <a:off x="7247890" y="1113789"/>
              <a:ext cx="144780" cy="6350"/>
            </a:xfrm>
            <a:custGeom>
              <a:avLst/>
              <a:gdLst/>
              <a:ahLst/>
              <a:cxnLst/>
              <a:rect l="l" t="t" r="r" b="b"/>
              <a:pathLst>
                <a:path w="144779" h="6350">
                  <a:moveTo>
                    <a:pt x="144780" y="3810"/>
                  </a:moveTo>
                  <a:lnTo>
                    <a:pt x="144767" y="2540"/>
                  </a:lnTo>
                  <a:lnTo>
                    <a:pt x="143510" y="2540"/>
                  </a:lnTo>
                  <a:lnTo>
                    <a:pt x="143510" y="0"/>
                  </a:lnTo>
                  <a:lnTo>
                    <a:pt x="1270" y="0"/>
                  </a:lnTo>
                  <a:lnTo>
                    <a:pt x="1270" y="2540"/>
                  </a:lnTo>
                  <a:lnTo>
                    <a:pt x="1270" y="3810"/>
                  </a:lnTo>
                  <a:lnTo>
                    <a:pt x="0" y="3810"/>
                  </a:lnTo>
                  <a:lnTo>
                    <a:pt x="0" y="6350"/>
                  </a:lnTo>
                  <a:lnTo>
                    <a:pt x="144780" y="6350"/>
                  </a:lnTo>
                  <a:lnTo>
                    <a:pt x="144780" y="3810"/>
                  </a:lnTo>
                  <a:close/>
                </a:path>
              </a:pathLst>
            </a:custGeom>
            <a:solidFill>
              <a:srgbClr val="088F00"/>
            </a:solidFill>
          </p:spPr>
          <p:txBody>
            <a:bodyPr wrap="square" lIns="0" tIns="0" rIns="0" bIns="0" rtlCol="0"/>
            <a:lstStyle/>
            <a:p/>
          </p:txBody>
        </p:sp>
        <p:sp>
          <p:nvSpPr>
            <p:cNvPr id="2214" name="object 2214"/>
            <p:cNvSpPr/>
            <p:nvPr/>
          </p:nvSpPr>
          <p:spPr>
            <a:xfrm>
              <a:off x="7245350" y="1120139"/>
              <a:ext cx="149860" cy="7620"/>
            </a:xfrm>
            <a:custGeom>
              <a:avLst/>
              <a:gdLst/>
              <a:ahLst/>
              <a:cxnLst/>
              <a:rect l="l" t="t" r="r" b="b"/>
              <a:pathLst>
                <a:path w="149859"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98E00"/>
            </a:solidFill>
          </p:spPr>
          <p:txBody>
            <a:bodyPr wrap="square" lIns="0" tIns="0" rIns="0" bIns="0" rtlCol="0"/>
            <a:lstStyle/>
            <a:p/>
          </p:txBody>
        </p:sp>
        <p:sp>
          <p:nvSpPr>
            <p:cNvPr id="2215" name="object 2215"/>
            <p:cNvSpPr/>
            <p:nvPr/>
          </p:nvSpPr>
          <p:spPr>
            <a:xfrm>
              <a:off x="7241540" y="1127759"/>
              <a:ext cx="156210" cy="7620"/>
            </a:xfrm>
            <a:custGeom>
              <a:avLst/>
              <a:gdLst/>
              <a:ahLst/>
              <a:cxnLst/>
              <a:rect l="l" t="t" r="r" b="b"/>
              <a:pathLst>
                <a:path w="156209" h="7619">
                  <a:moveTo>
                    <a:pt x="153670" y="0"/>
                  </a:moveTo>
                  <a:lnTo>
                    <a:pt x="2540" y="0"/>
                  </a:lnTo>
                  <a:lnTo>
                    <a:pt x="2540" y="1270"/>
                  </a:lnTo>
                  <a:lnTo>
                    <a:pt x="153670" y="1270"/>
                  </a:lnTo>
                  <a:lnTo>
                    <a:pt x="153670" y="0"/>
                  </a:lnTo>
                  <a:close/>
                </a:path>
                <a:path w="156209" h="7619">
                  <a:moveTo>
                    <a:pt x="156210" y="3810"/>
                  </a:move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lnTo>
                    <a:pt x="156210" y="3810"/>
                  </a:lnTo>
                  <a:close/>
                </a:path>
              </a:pathLst>
            </a:custGeom>
            <a:solidFill>
              <a:srgbClr val="0A8D00"/>
            </a:solidFill>
          </p:spPr>
          <p:txBody>
            <a:bodyPr wrap="square" lIns="0" tIns="0" rIns="0" bIns="0" rtlCol="0"/>
            <a:lstStyle/>
            <a:p/>
          </p:txBody>
        </p:sp>
        <p:sp>
          <p:nvSpPr>
            <p:cNvPr id="2216" name="object 2216"/>
            <p:cNvSpPr/>
            <p:nvPr/>
          </p:nvSpPr>
          <p:spPr>
            <a:xfrm>
              <a:off x="7240270" y="1135379"/>
              <a:ext cx="160020" cy="6350"/>
            </a:xfrm>
            <a:custGeom>
              <a:avLst/>
              <a:gdLst/>
              <a:ahLst/>
              <a:cxnLst/>
              <a:rect l="l" t="t" r="r" b="b"/>
              <a:pathLst>
                <a:path w="160020" h="6350">
                  <a:moveTo>
                    <a:pt x="158750" y="0"/>
                  </a:moveTo>
                  <a:lnTo>
                    <a:pt x="1270" y="0"/>
                  </a:lnTo>
                  <a:lnTo>
                    <a:pt x="1270" y="3810"/>
                  </a:lnTo>
                  <a:lnTo>
                    <a:pt x="158750" y="3810"/>
                  </a:lnTo>
                  <a:lnTo>
                    <a:pt x="158750" y="0"/>
                  </a:lnTo>
                  <a:close/>
                </a:path>
                <a:path w="160020" h="6350">
                  <a:moveTo>
                    <a:pt x="160020" y="3822"/>
                  </a:moveTo>
                  <a:lnTo>
                    <a:pt x="0" y="3822"/>
                  </a:lnTo>
                  <a:lnTo>
                    <a:pt x="0" y="6350"/>
                  </a:lnTo>
                  <a:lnTo>
                    <a:pt x="160020" y="6350"/>
                  </a:lnTo>
                  <a:lnTo>
                    <a:pt x="160020" y="3822"/>
                  </a:lnTo>
                  <a:close/>
                </a:path>
              </a:pathLst>
            </a:custGeom>
            <a:solidFill>
              <a:srgbClr val="0B8C00"/>
            </a:solidFill>
          </p:spPr>
          <p:txBody>
            <a:bodyPr wrap="square" lIns="0" tIns="0" rIns="0" bIns="0" rtlCol="0"/>
            <a:lstStyle/>
            <a:p/>
          </p:txBody>
        </p:sp>
        <p:sp>
          <p:nvSpPr>
            <p:cNvPr id="2217" name="object 2217"/>
            <p:cNvSpPr/>
            <p:nvPr/>
          </p:nvSpPr>
          <p:spPr>
            <a:xfrm>
              <a:off x="7239000" y="1141729"/>
              <a:ext cx="162560" cy="7620"/>
            </a:xfrm>
            <a:custGeom>
              <a:avLst/>
              <a:gdLst/>
              <a:ahLst/>
              <a:cxnLst/>
              <a:rect l="l" t="t" r="r" b="b"/>
              <a:pathLst>
                <a:path w="162559"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0C8B00"/>
            </a:solidFill>
          </p:spPr>
          <p:txBody>
            <a:bodyPr wrap="square" lIns="0" tIns="0" rIns="0" bIns="0" rtlCol="0"/>
            <a:lstStyle/>
            <a:p/>
          </p:txBody>
        </p:sp>
        <p:sp>
          <p:nvSpPr>
            <p:cNvPr id="2218" name="object 2218"/>
            <p:cNvSpPr/>
            <p:nvPr/>
          </p:nvSpPr>
          <p:spPr>
            <a:xfrm>
              <a:off x="7236460" y="1149349"/>
              <a:ext cx="166370" cy="7620"/>
            </a:xfrm>
            <a:custGeom>
              <a:avLst/>
              <a:gdLst/>
              <a:ahLst/>
              <a:cxnLst/>
              <a:rect l="l" t="t" r="r" b="b"/>
              <a:pathLst>
                <a:path w="166370" h="7619">
                  <a:moveTo>
                    <a:pt x="166370" y="1270"/>
                  </a:moveTo>
                  <a:lnTo>
                    <a:pt x="165100" y="1270"/>
                  </a:lnTo>
                  <a:lnTo>
                    <a:pt x="165100" y="0"/>
                  </a:lnTo>
                  <a:lnTo>
                    <a:pt x="2540" y="0"/>
                  </a:lnTo>
                  <a:lnTo>
                    <a:pt x="2540" y="1270"/>
                  </a:lnTo>
                  <a:lnTo>
                    <a:pt x="1270" y="1270"/>
                  </a:lnTo>
                  <a:lnTo>
                    <a:pt x="1270" y="6350"/>
                  </a:lnTo>
                  <a:lnTo>
                    <a:pt x="0" y="6350"/>
                  </a:lnTo>
                  <a:lnTo>
                    <a:pt x="0" y="7620"/>
                  </a:lnTo>
                  <a:lnTo>
                    <a:pt x="166370" y="7620"/>
                  </a:lnTo>
                  <a:lnTo>
                    <a:pt x="166370" y="6350"/>
                  </a:lnTo>
                  <a:lnTo>
                    <a:pt x="166370" y="1270"/>
                  </a:lnTo>
                  <a:close/>
                </a:path>
              </a:pathLst>
            </a:custGeom>
            <a:solidFill>
              <a:srgbClr val="0D8A00"/>
            </a:solidFill>
          </p:spPr>
          <p:txBody>
            <a:bodyPr wrap="square" lIns="0" tIns="0" rIns="0" bIns="0" rtlCol="0"/>
            <a:lstStyle/>
            <a:p/>
          </p:txBody>
        </p:sp>
        <p:sp>
          <p:nvSpPr>
            <p:cNvPr id="2219" name="object 2219"/>
            <p:cNvSpPr/>
            <p:nvPr/>
          </p:nvSpPr>
          <p:spPr>
            <a:xfrm>
              <a:off x="7235190" y="1156969"/>
              <a:ext cx="168910" cy="6350"/>
            </a:xfrm>
            <a:custGeom>
              <a:avLst/>
              <a:gdLst/>
              <a:ahLst/>
              <a:cxnLst/>
              <a:rect l="l" t="t" r="r" b="b"/>
              <a:pathLst>
                <a:path w="168909" h="6350">
                  <a:moveTo>
                    <a:pt x="168910" y="1270"/>
                  </a:moveTo>
                  <a:lnTo>
                    <a:pt x="167640" y="1270"/>
                  </a:lnTo>
                  <a:lnTo>
                    <a:pt x="167640" y="0"/>
                  </a:lnTo>
                  <a:lnTo>
                    <a:pt x="1270" y="0"/>
                  </a:lnTo>
                  <a:lnTo>
                    <a:pt x="1270" y="1270"/>
                  </a:lnTo>
                  <a:lnTo>
                    <a:pt x="1270" y="5080"/>
                  </a:lnTo>
                  <a:lnTo>
                    <a:pt x="0" y="5080"/>
                  </a:lnTo>
                  <a:lnTo>
                    <a:pt x="0" y="6350"/>
                  </a:lnTo>
                  <a:lnTo>
                    <a:pt x="168910" y="6350"/>
                  </a:lnTo>
                  <a:lnTo>
                    <a:pt x="168910" y="5080"/>
                  </a:lnTo>
                  <a:lnTo>
                    <a:pt x="168910" y="1270"/>
                  </a:lnTo>
                  <a:close/>
                </a:path>
              </a:pathLst>
            </a:custGeom>
            <a:solidFill>
              <a:srgbClr val="0F8800"/>
            </a:solidFill>
          </p:spPr>
          <p:txBody>
            <a:bodyPr wrap="square" lIns="0" tIns="0" rIns="0" bIns="0" rtlCol="0"/>
            <a:lstStyle/>
            <a:p/>
          </p:txBody>
        </p:sp>
        <p:sp>
          <p:nvSpPr>
            <p:cNvPr id="2220" name="object 2220"/>
            <p:cNvSpPr/>
            <p:nvPr/>
          </p:nvSpPr>
          <p:spPr>
            <a:xfrm>
              <a:off x="723392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108700"/>
            </a:solidFill>
          </p:spPr>
          <p:txBody>
            <a:bodyPr wrap="square" lIns="0" tIns="0" rIns="0" bIns="0" rtlCol="0"/>
            <a:lstStyle/>
            <a:p/>
          </p:txBody>
        </p:sp>
        <p:sp>
          <p:nvSpPr>
            <p:cNvPr id="2221" name="object 2221"/>
            <p:cNvSpPr/>
            <p:nvPr/>
          </p:nvSpPr>
          <p:spPr>
            <a:xfrm>
              <a:off x="7232650" y="1170939"/>
              <a:ext cx="173990" cy="7620"/>
            </a:xfrm>
            <a:custGeom>
              <a:avLst/>
              <a:gdLst/>
              <a:ahLst/>
              <a:cxnLst/>
              <a:rect l="l" t="t" r="r" b="b"/>
              <a:pathLst>
                <a:path w="173990"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118600"/>
            </a:solidFill>
          </p:spPr>
          <p:txBody>
            <a:bodyPr wrap="square" lIns="0" tIns="0" rIns="0" bIns="0" rtlCol="0"/>
            <a:lstStyle/>
            <a:p/>
          </p:txBody>
        </p:sp>
        <p:sp>
          <p:nvSpPr>
            <p:cNvPr id="2222" name="object 2222"/>
            <p:cNvSpPr/>
            <p:nvPr/>
          </p:nvSpPr>
          <p:spPr>
            <a:xfrm>
              <a:off x="7232650" y="1178559"/>
              <a:ext cx="175260" cy="6350"/>
            </a:xfrm>
            <a:custGeom>
              <a:avLst/>
              <a:gdLst/>
              <a:ahLst/>
              <a:cxnLst/>
              <a:rect l="l" t="t" r="r" b="b"/>
              <a:pathLst>
                <a:path w="175259"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128500"/>
            </a:solidFill>
          </p:spPr>
          <p:txBody>
            <a:bodyPr wrap="square" lIns="0" tIns="0" rIns="0" bIns="0" rtlCol="0"/>
            <a:lstStyle/>
            <a:p/>
          </p:txBody>
        </p:sp>
        <p:sp>
          <p:nvSpPr>
            <p:cNvPr id="2223" name="object 2223"/>
            <p:cNvSpPr/>
            <p:nvPr/>
          </p:nvSpPr>
          <p:spPr>
            <a:xfrm>
              <a:off x="7231380" y="1184909"/>
              <a:ext cx="177800" cy="7620"/>
            </a:xfrm>
            <a:custGeom>
              <a:avLst/>
              <a:gdLst/>
              <a:ahLst/>
              <a:cxnLst/>
              <a:rect l="l" t="t" r="r" b="b"/>
              <a:pathLst>
                <a:path w="177800" h="7619">
                  <a:moveTo>
                    <a:pt x="177800" y="2540"/>
                  </a:moveTo>
                  <a:lnTo>
                    <a:pt x="176530" y="2540"/>
                  </a:lnTo>
                  <a:lnTo>
                    <a:pt x="176530" y="1270"/>
                  </a:lnTo>
                  <a:lnTo>
                    <a:pt x="176530" y="0"/>
                  </a:lnTo>
                  <a:lnTo>
                    <a:pt x="1270" y="0"/>
                  </a:lnTo>
                  <a:lnTo>
                    <a:pt x="1270" y="1270"/>
                  </a:lnTo>
                  <a:lnTo>
                    <a:pt x="0" y="1270"/>
                  </a:lnTo>
                  <a:lnTo>
                    <a:pt x="0" y="2540"/>
                  </a:lnTo>
                  <a:lnTo>
                    <a:pt x="0" y="7620"/>
                  </a:lnTo>
                  <a:lnTo>
                    <a:pt x="177800" y="7620"/>
                  </a:lnTo>
                  <a:lnTo>
                    <a:pt x="177800" y="2540"/>
                  </a:lnTo>
                  <a:close/>
                </a:path>
              </a:pathLst>
            </a:custGeom>
            <a:solidFill>
              <a:srgbClr val="138400"/>
            </a:solidFill>
          </p:spPr>
          <p:txBody>
            <a:bodyPr wrap="square" lIns="0" tIns="0" rIns="0" bIns="0" rtlCol="0"/>
            <a:lstStyle/>
            <a:p/>
          </p:txBody>
        </p:sp>
        <p:sp>
          <p:nvSpPr>
            <p:cNvPr id="2224" name="object 2224"/>
            <p:cNvSpPr/>
            <p:nvPr/>
          </p:nvSpPr>
          <p:spPr>
            <a:xfrm>
              <a:off x="7230110" y="1192529"/>
              <a:ext cx="180340" cy="7620"/>
            </a:xfrm>
            <a:custGeom>
              <a:avLst/>
              <a:gdLst/>
              <a:ahLst/>
              <a:cxnLst/>
              <a:rect l="l" t="t" r="r" b="b"/>
              <a:pathLst>
                <a:path w="180340" h="7619">
                  <a:moveTo>
                    <a:pt x="180340" y="3810"/>
                  </a:moveTo>
                  <a:lnTo>
                    <a:pt x="179070" y="3810"/>
                  </a:lnTo>
                  <a:lnTo>
                    <a:pt x="179070" y="1270"/>
                  </a:lnTo>
                  <a:lnTo>
                    <a:pt x="179070" y="0"/>
                  </a:lnTo>
                  <a:lnTo>
                    <a:pt x="1270" y="0"/>
                  </a:lnTo>
                  <a:lnTo>
                    <a:pt x="1270" y="1270"/>
                  </a:lnTo>
                  <a:lnTo>
                    <a:pt x="0" y="1270"/>
                  </a:lnTo>
                  <a:lnTo>
                    <a:pt x="0" y="3810"/>
                  </a:lnTo>
                  <a:lnTo>
                    <a:pt x="0" y="7620"/>
                  </a:lnTo>
                  <a:lnTo>
                    <a:pt x="180340" y="7620"/>
                  </a:lnTo>
                  <a:lnTo>
                    <a:pt x="180340" y="3810"/>
                  </a:lnTo>
                  <a:close/>
                </a:path>
              </a:pathLst>
            </a:custGeom>
            <a:solidFill>
              <a:srgbClr val="148300"/>
            </a:solidFill>
          </p:spPr>
          <p:txBody>
            <a:bodyPr wrap="square" lIns="0" tIns="0" rIns="0" bIns="0" rtlCol="0"/>
            <a:lstStyle/>
            <a:p/>
          </p:txBody>
        </p:sp>
        <p:sp>
          <p:nvSpPr>
            <p:cNvPr id="2225" name="object 2225"/>
            <p:cNvSpPr/>
            <p:nvPr/>
          </p:nvSpPr>
          <p:spPr>
            <a:xfrm>
              <a:off x="7230110" y="1200149"/>
              <a:ext cx="181610" cy="6350"/>
            </a:xfrm>
            <a:custGeom>
              <a:avLst/>
              <a:gdLst/>
              <a:ahLst/>
              <a:cxnLst/>
              <a:rect l="l" t="t" r="r" b="b"/>
              <a:pathLst>
                <a:path w="181609" h="6350">
                  <a:moveTo>
                    <a:pt x="180340" y="0"/>
                  </a:moveTo>
                  <a:lnTo>
                    <a:pt x="0" y="0"/>
                  </a:lnTo>
                  <a:lnTo>
                    <a:pt x="0" y="5080"/>
                  </a:lnTo>
                  <a:lnTo>
                    <a:pt x="180340" y="5080"/>
                  </a:lnTo>
                  <a:lnTo>
                    <a:pt x="180340" y="0"/>
                  </a:lnTo>
                  <a:close/>
                </a:path>
                <a:path w="181609" h="6350">
                  <a:moveTo>
                    <a:pt x="181597" y="5092"/>
                  </a:moveTo>
                  <a:lnTo>
                    <a:pt x="0" y="5092"/>
                  </a:lnTo>
                  <a:lnTo>
                    <a:pt x="0" y="6350"/>
                  </a:lnTo>
                  <a:lnTo>
                    <a:pt x="181597" y="6350"/>
                  </a:lnTo>
                  <a:lnTo>
                    <a:pt x="181597" y="5092"/>
                  </a:lnTo>
                  <a:close/>
                </a:path>
              </a:pathLst>
            </a:custGeom>
            <a:solidFill>
              <a:srgbClr val="158200"/>
            </a:solidFill>
          </p:spPr>
          <p:txBody>
            <a:bodyPr wrap="square" lIns="0" tIns="0" rIns="0" bIns="0" rtlCol="0"/>
            <a:lstStyle/>
            <a:p/>
          </p:txBody>
        </p:sp>
        <p:sp>
          <p:nvSpPr>
            <p:cNvPr id="2226" name="object 2226"/>
            <p:cNvSpPr/>
            <p:nvPr/>
          </p:nvSpPr>
          <p:spPr>
            <a:xfrm>
              <a:off x="7230110" y="1206499"/>
              <a:ext cx="181610" cy="7620"/>
            </a:xfrm>
            <a:custGeom>
              <a:avLst/>
              <a:gdLst/>
              <a:ahLst/>
              <a:cxnLst/>
              <a:rect l="l" t="t" r="r" b="b"/>
              <a:pathLst>
                <a:path w="181609" h="7619">
                  <a:moveTo>
                    <a:pt x="181609" y="0"/>
                  </a:moveTo>
                  <a:lnTo>
                    <a:pt x="0" y="0"/>
                  </a:lnTo>
                  <a:lnTo>
                    <a:pt x="0" y="7620"/>
                  </a:lnTo>
                  <a:lnTo>
                    <a:pt x="181609" y="7620"/>
                  </a:lnTo>
                  <a:lnTo>
                    <a:pt x="181609" y="0"/>
                  </a:lnTo>
                  <a:close/>
                </a:path>
              </a:pathLst>
            </a:custGeom>
            <a:solidFill>
              <a:srgbClr val="178000"/>
            </a:solidFill>
          </p:spPr>
          <p:txBody>
            <a:bodyPr wrap="square" lIns="0" tIns="0" rIns="0" bIns="0" rtlCol="0"/>
            <a:lstStyle/>
            <a:p/>
          </p:txBody>
        </p:sp>
        <p:sp>
          <p:nvSpPr>
            <p:cNvPr id="2227" name="object 2227"/>
            <p:cNvSpPr/>
            <p:nvPr/>
          </p:nvSpPr>
          <p:spPr>
            <a:xfrm>
              <a:off x="722884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6350"/>
                  </a:lnTo>
                  <a:lnTo>
                    <a:pt x="0" y="7620"/>
                  </a:lnTo>
                  <a:lnTo>
                    <a:pt x="77470" y="7620"/>
                  </a:lnTo>
                  <a:lnTo>
                    <a:pt x="77470" y="6350"/>
                  </a:lnTo>
                  <a:lnTo>
                    <a:pt x="78740" y="6350"/>
                  </a:lnTo>
                  <a:lnTo>
                    <a:pt x="78740" y="5080"/>
                  </a:lnTo>
                  <a:lnTo>
                    <a:pt x="80010" y="5080"/>
                  </a:lnTo>
                  <a:lnTo>
                    <a:pt x="80010" y="3810"/>
                  </a:lnTo>
                  <a:lnTo>
                    <a:pt x="81267" y="3810"/>
                  </a:lnTo>
                  <a:lnTo>
                    <a:pt x="81267" y="2540"/>
                  </a:lnTo>
                  <a:lnTo>
                    <a:pt x="83820" y="2540"/>
                  </a:lnTo>
                  <a:lnTo>
                    <a:pt x="83820" y="1270"/>
                  </a:lnTo>
                  <a:lnTo>
                    <a:pt x="88900" y="1270"/>
                  </a:lnTo>
                  <a:lnTo>
                    <a:pt x="88900" y="2540"/>
                  </a:lnTo>
                  <a:lnTo>
                    <a:pt x="90170" y="2540"/>
                  </a:lnTo>
                  <a:lnTo>
                    <a:pt x="90170" y="3810"/>
                  </a:lnTo>
                  <a:lnTo>
                    <a:pt x="93980" y="3810"/>
                  </a:lnTo>
                  <a:lnTo>
                    <a:pt x="93980" y="6350"/>
                  </a:lnTo>
                  <a:lnTo>
                    <a:pt x="95250" y="6350"/>
                  </a:lnTo>
                  <a:lnTo>
                    <a:pt x="95250" y="7620"/>
                  </a:lnTo>
                  <a:lnTo>
                    <a:pt x="184150" y="7620"/>
                  </a:lnTo>
                  <a:lnTo>
                    <a:pt x="184150" y="6350"/>
                  </a:lnTo>
                  <a:lnTo>
                    <a:pt x="184150" y="3810"/>
                  </a:lnTo>
                  <a:lnTo>
                    <a:pt x="184150" y="2540"/>
                  </a:lnTo>
                  <a:lnTo>
                    <a:pt x="184150" y="1270"/>
                  </a:lnTo>
                  <a:lnTo>
                    <a:pt x="184150" y="0"/>
                  </a:lnTo>
                  <a:close/>
                </a:path>
              </a:pathLst>
            </a:custGeom>
            <a:solidFill>
              <a:srgbClr val="187F00"/>
            </a:solidFill>
          </p:spPr>
          <p:txBody>
            <a:bodyPr wrap="square" lIns="0" tIns="0" rIns="0" bIns="0" rtlCol="0"/>
            <a:lstStyle/>
            <a:p/>
          </p:txBody>
        </p:sp>
        <p:sp>
          <p:nvSpPr>
            <p:cNvPr id="2228" name="object 2228"/>
            <p:cNvSpPr/>
            <p:nvPr/>
          </p:nvSpPr>
          <p:spPr>
            <a:xfrm>
              <a:off x="7228840" y="1221739"/>
              <a:ext cx="185420" cy="6350"/>
            </a:xfrm>
            <a:custGeom>
              <a:avLst/>
              <a:gdLst/>
              <a:ahLst/>
              <a:cxnLst/>
              <a:rect l="l" t="t" r="r" b="b"/>
              <a:pathLst>
                <a:path w="185420" h="6350">
                  <a:moveTo>
                    <a:pt x="77470" y="0"/>
                  </a:moveTo>
                  <a:lnTo>
                    <a:pt x="0" y="0"/>
                  </a:lnTo>
                  <a:lnTo>
                    <a:pt x="0" y="2539"/>
                  </a:lnTo>
                  <a:lnTo>
                    <a:pt x="77470" y="2539"/>
                  </a:lnTo>
                  <a:lnTo>
                    <a:pt x="77470" y="0"/>
                  </a:lnTo>
                  <a:close/>
                </a:path>
                <a:path w="185420" h="6350">
                  <a:moveTo>
                    <a:pt x="184150" y="0"/>
                  </a:moveTo>
                  <a:lnTo>
                    <a:pt x="97789" y="0"/>
                  </a:lnTo>
                  <a:lnTo>
                    <a:pt x="97789" y="2539"/>
                  </a:lnTo>
                  <a:lnTo>
                    <a:pt x="184149" y="2539"/>
                  </a:lnTo>
                  <a:lnTo>
                    <a:pt x="184150" y="0"/>
                  </a:lnTo>
                  <a:close/>
                </a:path>
                <a:path w="185420" h="6350">
                  <a:moveTo>
                    <a:pt x="185419" y="2666"/>
                  </a:moveTo>
                  <a:lnTo>
                    <a:pt x="99059" y="2666"/>
                  </a:lnTo>
                  <a:lnTo>
                    <a:pt x="99059" y="5206"/>
                  </a:lnTo>
                  <a:lnTo>
                    <a:pt x="100329" y="5206"/>
                  </a:lnTo>
                  <a:lnTo>
                    <a:pt x="100329" y="6350"/>
                  </a:lnTo>
                  <a:lnTo>
                    <a:pt x="185420" y="6350"/>
                  </a:lnTo>
                  <a:lnTo>
                    <a:pt x="185419" y="2666"/>
                  </a:lnTo>
                  <a:close/>
                </a:path>
                <a:path w="185420" h="6350">
                  <a:moveTo>
                    <a:pt x="76200" y="2666"/>
                  </a:moveTo>
                  <a:lnTo>
                    <a:pt x="0" y="2666"/>
                  </a:lnTo>
                  <a:lnTo>
                    <a:pt x="0" y="6350"/>
                  </a:lnTo>
                  <a:lnTo>
                    <a:pt x="76200" y="6350"/>
                  </a:lnTo>
                  <a:lnTo>
                    <a:pt x="76200" y="2666"/>
                  </a:lnTo>
                  <a:close/>
                </a:path>
              </a:pathLst>
            </a:custGeom>
            <a:solidFill>
              <a:srgbClr val="197E00"/>
            </a:solidFill>
          </p:spPr>
          <p:txBody>
            <a:bodyPr wrap="square" lIns="0" tIns="0" rIns="0" bIns="0" rtlCol="0"/>
            <a:lstStyle/>
            <a:p/>
          </p:txBody>
        </p:sp>
        <p:sp>
          <p:nvSpPr>
            <p:cNvPr id="2229" name="object 2229"/>
            <p:cNvSpPr/>
            <p:nvPr/>
          </p:nvSpPr>
          <p:spPr>
            <a:xfrm>
              <a:off x="7227570" y="1228089"/>
              <a:ext cx="187960" cy="7620"/>
            </a:xfrm>
            <a:custGeom>
              <a:avLst/>
              <a:gdLst/>
              <a:ahLst/>
              <a:cxnLst/>
              <a:rect l="l" t="t" r="r" b="b"/>
              <a:pathLst>
                <a:path w="187959" h="7619">
                  <a:moveTo>
                    <a:pt x="77470" y="1397"/>
                  </a:moveTo>
                  <a:lnTo>
                    <a:pt x="1270" y="1397"/>
                  </a:lnTo>
                  <a:lnTo>
                    <a:pt x="1270" y="3937"/>
                  </a:lnTo>
                  <a:lnTo>
                    <a:pt x="0" y="3937"/>
                  </a:lnTo>
                  <a:lnTo>
                    <a:pt x="0" y="7620"/>
                  </a:lnTo>
                  <a:lnTo>
                    <a:pt x="76200" y="7620"/>
                  </a:lnTo>
                  <a:lnTo>
                    <a:pt x="76200" y="2539"/>
                  </a:lnTo>
                  <a:lnTo>
                    <a:pt x="77470" y="2539"/>
                  </a:lnTo>
                  <a:lnTo>
                    <a:pt x="77470" y="1397"/>
                  </a:lnTo>
                  <a:close/>
                </a:path>
                <a:path w="187959" h="7619">
                  <a:moveTo>
                    <a:pt x="186690" y="1397"/>
                  </a:moveTo>
                  <a:lnTo>
                    <a:pt x="102870" y="1397"/>
                  </a:lnTo>
                  <a:lnTo>
                    <a:pt x="102870" y="7620"/>
                  </a:lnTo>
                  <a:lnTo>
                    <a:pt x="187960" y="7620"/>
                  </a:lnTo>
                  <a:lnTo>
                    <a:pt x="187960" y="6476"/>
                  </a:lnTo>
                  <a:lnTo>
                    <a:pt x="186690" y="6476"/>
                  </a:lnTo>
                  <a:lnTo>
                    <a:pt x="186690" y="1397"/>
                  </a:lnTo>
                  <a:close/>
                </a:path>
                <a:path w="187959" h="7619">
                  <a:moveTo>
                    <a:pt x="186690" y="0"/>
                  </a:moveTo>
                  <a:lnTo>
                    <a:pt x="101600" y="0"/>
                  </a:lnTo>
                  <a:lnTo>
                    <a:pt x="101600" y="1397"/>
                  </a:lnTo>
                  <a:lnTo>
                    <a:pt x="102870" y="1397"/>
                  </a:lnTo>
                  <a:lnTo>
                    <a:pt x="102870" y="1269"/>
                  </a:lnTo>
                  <a:lnTo>
                    <a:pt x="186690" y="1269"/>
                  </a:lnTo>
                  <a:lnTo>
                    <a:pt x="186690" y="0"/>
                  </a:lnTo>
                  <a:close/>
                </a:path>
                <a:path w="187959" h="7619">
                  <a:moveTo>
                    <a:pt x="77470" y="0"/>
                  </a:moveTo>
                  <a:lnTo>
                    <a:pt x="1270" y="0"/>
                  </a:lnTo>
                  <a:lnTo>
                    <a:pt x="1270" y="1269"/>
                  </a:lnTo>
                  <a:lnTo>
                    <a:pt x="77470" y="1269"/>
                  </a:lnTo>
                  <a:lnTo>
                    <a:pt x="77470" y="0"/>
                  </a:lnTo>
                  <a:close/>
                </a:path>
              </a:pathLst>
            </a:custGeom>
            <a:solidFill>
              <a:srgbClr val="1A7D00"/>
            </a:solidFill>
          </p:spPr>
          <p:txBody>
            <a:bodyPr wrap="square" lIns="0" tIns="0" rIns="0" bIns="0" rtlCol="0"/>
            <a:lstStyle/>
            <a:p/>
          </p:txBody>
        </p:sp>
        <p:sp>
          <p:nvSpPr>
            <p:cNvPr id="2230" name="object 2230"/>
            <p:cNvSpPr/>
            <p:nvPr/>
          </p:nvSpPr>
          <p:spPr>
            <a:xfrm>
              <a:off x="7227570" y="1235709"/>
              <a:ext cx="187960" cy="7620"/>
            </a:xfrm>
            <a:custGeom>
              <a:avLst/>
              <a:gdLst/>
              <a:ahLst/>
              <a:cxnLst/>
              <a:rect l="l" t="t" r="r" b="b"/>
              <a:pathLst>
                <a:path w="187959" h="7619">
                  <a:moveTo>
                    <a:pt x="76200" y="0"/>
                  </a:moveTo>
                  <a:lnTo>
                    <a:pt x="0" y="0"/>
                  </a:lnTo>
                  <a:lnTo>
                    <a:pt x="0" y="7619"/>
                  </a:lnTo>
                  <a:lnTo>
                    <a:pt x="76200" y="7619"/>
                  </a:lnTo>
                  <a:lnTo>
                    <a:pt x="76200" y="0"/>
                  </a:lnTo>
                  <a:close/>
                </a:path>
                <a:path w="187959" h="7619">
                  <a:moveTo>
                    <a:pt x="187960" y="0"/>
                  </a:moveTo>
                  <a:lnTo>
                    <a:pt x="102870" y="0"/>
                  </a:lnTo>
                  <a:lnTo>
                    <a:pt x="104139" y="126"/>
                  </a:lnTo>
                  <a:lnTo>
                    <a:pt x="104139" y="5206"/>
                  </a:lnTo>
                  <a:lnTo>
                    <a:pt x="105409" y="5206"/>
                  </a:lnTo>
                  <a:lnTo>
                    <a:pt x="105409" y="7619"/>
                  </a:lnTo>
                  <a:lnTo>
                    <a:pt x="187959" y="7619"/>
                  </a:lnTo>
                  <a:lnTo>
                    <a:pt x="187960" y="0"/>
                  </a:lnTo>
                  <a:close/>
                </a:path>
              </a:pathLst>
            </a:custGeom>
            <a:solidFill>
              <a:srgbClr val="1B7C00"/>
            </a:solidFill>
          </p:spPr>
          <p:txBody>
            <a:bodyPr wrap="square" lIns="0" tIns="0" rIns="0" bIns="0" rtlCol="0"/>
            <a:lstStyle/>
            <a:p/>
          </p:txBody>
        </p:sp>
        <p:sp>
          <p:nvSpPr>
            <p:cNvPr id="2231" name="object 2231"/>
            <p:cNvSpPr/>
            <p:nvPr/>
          </p:nvSpPr>
          <p:spPr>
            <a:xfrm>
              <a:off x="7227570" y="1243329"/>
              <a:ext cx="189230" cy="6350"/>
            </a:xfrm>
            <a:custGeom>
              <a:avLst/>
              <a:gdLst/>
              <a:ahLst/>
              <a:cxnLst/>
              <a:rect l="l" t="t" r="r" b="b"/>
              <a:pathLst>
                <a:path w="189229" h="6350">
                  <a:moveTo>
                    <a:pt x="189229" y="5207"/>
                  </a:moveTo>
                  <a:lnTo>
                    <a:pt x="105409" y="5207"/>
                  </a:lnTo>
                  <a:lnTo>
                    <a:pt x="105409" y="6350"/>
                  </a:lnTo>
                  <a:lnTo>
                    <a:pt x="189229" y="6350"/>
                  </a:lnTo>
                  <a:lnTo>
                    <a:pt x="189229" y="5207"/>
                  </a:lnTo>
                  <a:close/>
                </a:path>
                <a:path w="189229" h="6350">
                  <a:moveTo>
                    <a:pt x="78740" y="5079"/>
                  </a:moveTo>
                  <a:lnTo>
                    <a:pt x="77470" y="5079"/>
                  </a:lnTo>
                  <a:lnTo>
                    <a:pt x="77470" y="5207"/>
                  </a:lnTo>
                  <a:lnTo>
                    <a:pt x="0" y="5207"/>
                  </a:lnTo>
                  <a:lnTo>
                    <a:pt x="0" y="6350"/>
                  </a:lnTo>
                  <a:lnTo>
                    <a:pt x="78740" y="6350"/>
                  </a:lnTo>
                  <a:lnTo>
                    <a:pt x="78740" y="5079"/>
                  </a:lnTo>
                  <a:close/>
                </a:path>
                <a:path w="189229" h="6350">
                  <a:moveTo>
                    <a:pt x="77470" y="0"/>
                  </a:moveTo>
                  <a:lnTo>
                    <a:pt x="0" y="0"/>
                  </a:lnTo>
                  <a:lnTo>
                    <a:pt x="0" y="5079"/>
                  </a:lnTo>
                  <a:lnTo>
                    <a:pt x="77470" y="5079"/>
                  </a:lnTo>
                  <a:lnTo>
                    <a:pt x="77470" y="0"/>
                  </a:lnTo>
                  <a:close/>
                </a:path>
                <a:path w="189229" h="6350">
                  <a:moveTo>
                    <a:pt x="187959" y="0"/>
                  </a:moveTo>
                  <a:lnTo>
                    <a:pt x="105409" y="0"/>
                  </a:lnTo>
                  <a:lnTo>
                    <a:pt x="105409" y="5079"/>
                  </a:lnTo>
                  <a:lnTo>
                    <a:pt x="189229" y="5079"/>
                  </a:lnTo>
                  <a:lnTo>
                    <a:pt x="189229" y="1397"/>
                  </a:lnTo>
                  <a:lnTo>
                    <a:pt x="187959" y="1397"/>
                  </a:lnTo>
                  <a:lnTo>
                    <a:pt x="187959" y="0"/>
                  </a:lnTo>
                  <a:close/>
                </a:path>
              </a:pathLst>
            </a:custGeom>
            <a:solidFill>
              <a:srgbClr val="1C7B00"/>
            </a:solidFill>
          </p:spPr>
          <p:txBody>
            <a:bodyPr wrap="square" lIns="0" tIns="0" rIns="0" bIns="0" rtlCol="0"/>
            <a:lstStyle/>
            <a:p/>
          </p:txBody>
        </p:sp>
        <p:sp>
          <p:nvSpPr>
            <p:cNvPr id="2232" name="object 2232"/>
            <p:cNvSpPr/>
            <p:nvPr/>
          </p:nvSpPr>
          <p:spPr>
            <a:xfrm>
              <a:off x="7227570" y="1249679"/>
              <a:ext cx="186690" cy="7620"/>
            </a:xfrm>
            <a:custGeom>
              <a:avLst/>
              <a:gdLst/>
              <a:ahLst/>
              <a:cxnLst/>
              <a:rect l="l" t="t" r="r" b="b"/>
              <a:pathLst>
                <a:path w="186690" h="7619">
                  <a:moveTo>
                    <a:pt x="170179" y="5207"/>
                  </a:moveTo>
                  <a:lnTo>
                    <a:pt x="106679" y="5207"/>
                  </a:lnTo>
                  <a:lnTo>
                    <a:pt x="106679" y="7620"/>
                  </a:lnTo>
                  <a:lnTo>
                    <a:pt x="166370" y="7620"/>
                  </a:lnTo>
                  <a:lnTo>
                    <a:pt x="166370" y="6350"/>
                  </a:lnTo>
                  <a:lnTo>
                    <a:pt x="170179" y="6350"/>
                  </a:lnTo>
                  <a:lnTo>
                    <a:pt x="170179" y="5207"/>
                  </a:lnTo>
                  <a:close/>
                </a:path>
                <a:path w="186690" h="7619">
                  <a:moveTo>
                    <a:pt x="173989" y="3937"/>
                  </a:moveTo>
                  <a:lnTo>
                    <a:pt x="106679" y="3937"/>
                  </a:lnTo>
                  <a:lnTo>
                    <a:pt x="106679" y="5079"/>
                  </a:lnTo>
                  <a:lnTo>
                    <a:pt x="170179" y="5079"/>
                  </a:lnTo>
                  <a:lnTo>
                    <a:pt x="170179" y="5207"/>
                  </a:lnTo>
                  <a:lnTo>
                    <a:pt x="173989" y="5207"/>
                  </a:lnTo>
                  <a:lnTo>
                    <a:pt x="173989" y="3937"/>
                  </a:lnTo>
                  <a:close/>
                </a:path>
                <a:path w="186690" h="7619">
                  <a:moveTo>
                    <a:pt x="179069" y="2666"/>
                  </a:moveTo>
                  <a:lnTo>
                    <a:pt x="105409" y="2666"/>
                  </a:lnTo>
                  <a:lnTo>
                    <a:pt x="105409" y="3937"/>
                  </a:lnTo>
                  <a:lnTo>
                    <a:pt x="179069" y="3937"/>
                  </a:lnTo>
                  <a:lnTo>
                    <a:pt x="179069" y="2666"/>
                  </a:lnTo>
                  <a:close/>
                </a:path>
                <a:path w="186690" h="7619">
                  <a:moveTo>
                    <a:pt x="186689" y="0"/>
                  </a:moveTo>
                  <a:lnTo>
                    <a:pt x="105409" y="0"/>
                  </a:lnTo>
                  <a:lnTo>
                    <a:pt x="105409" y="2539"/>
                  </a:lnTo>
                  <a:lnTo>
                    <a:pt x="179069" y="2539"/>
                  </a:lnTo>
                  <a:lnTo>
                    <a:pt x="182879" y="2666"/>
                  </a:lnTo>
                  <a:lnTo>
                    <a:pt x="182879" y="1397"/>
                  </a:lnTo>
                  <a:lnTo>
                    <a:pt x="186689" y="1397"/>
                  </a:lnTo>
                  <a:lnTo>
                    <a:pt x="186689" y="0"/>
                  </a:lnTo>
                  <a:close/>
                </a:path>
                <a:path w="186690" h="7619">
                  <a:moveTo>
                    <a:pt x="85090" y="5079"/>
                  </a:moveTo>
                  <a:lnTo>
                    <a:pt x="82550" y="5079"/>
                  </a:lnTo>
                  <a:lnTo>
                    <a:pt x="82550" y="5207"/>
                  </a:lnTo>
                  <a:lnTo>
                    <a:pt x="0" y="5207"/>
                  </a:lnTo>
                  <a:lnTo>
                    <a:pt x="0" y="7620"/>
                  </a:lnTo>
                  <a:lnTo>
                    <a:pt x="86359" y="7620"/>
                  </a:lnTo>
                  <a:lnTo>
                    <a:pt x="86359" y="6350"/>
                  </a:lnTo>
                  <a:lnTo>
                    <a:pt x="85090" y="6350"/>
                  </a:lnTo>
                  <a:lnTo>
                    <a:pt x="85090" y="5079"/>
                  </a:lnTo>
                  <a:close/>
                </a:path>
                <a:path w="186690" h="7619">
                  <a:moveTo>
                    <a:pt x="81279" y="2539"/>
                  </a:moveTo>
                  <a:lnTo>
                    <a:pt x="80009" y="2539"/>
                  </a:lnTo>
                  <a:lnTo>
                    <a:pt x="0" y="2666"/>
                  </a:lnTo>
                  <a:lnTo>
                    <a:pt x="0" y="5079"/>
                  </a:lnTo>
                  <a:lnTo>
                    <a:pt x="82550" y="5079"/>
                  </a:lnTo>
                  <a:lnTo>
                    <a:pt x="82550" y="3937"/>
                  </a:lnTo>
                  <a:lnTo>
                    <a:pt x="81279" y="3937"/>
                  </a:lnTo>
                  <a:lnTo>
                    <a:pt x="81279" y="2539"/>
                  </a:lnTo>
                  <a:close/>
                </a:path>
                <a:path w="186690" h="7619">
                  <a:moveTo>
                    <a:pt x="78740" y="0"/>
                  </a:moveTo>
                  <a:lnTo>
                    <a:pt x="0" y="0"/>
                  </a:lnTo>
                  <a:lnTo>
                    <a:pt x="0" y="2539"/>
                  </a:lnTo>
                  <a:lnTo>
                    <a:pt x="80009" y="2539"/>
                  </a:lnTo>
                  <a:lnTo>
                    <a:pt x="80009" y="1397"/>
                  </a:lnTo>
                  <a:lnTo>
                    <a:pt x="78740" y="1397"/>
                  </a:lnTo>
                  <a:lnTo>
                    <a:pt x="78740" y="0"/>
                  </a:lnTo>
                  <a:close/>
                </a:path>
              </a:pathLst>
            </a:custGeom>
            <a:solidFill>
              <a:srgbClr val="1D7A00"/>
            </a:solidFill>
          </p:spPr>
          <p:txBody>
            <a:bodyPr wrap="square" lIns="0" tIns="0" rIns="0" bIns="0" rtlCol="0"/>
            <a:lstStyle/>
            <a:p/>
          </p:txBody>
        </p:sp>
        <p:sp>
          <p:nvSpPr>
            <p:cNvPr id="2233" name="object 2233"/>
            <p:cNvSpPr/>
            <p:nvPr/>
          </p:nvSpPr>
          <p:spPr>
            <a:xfrm>
              <a:off x="7227570" y="1257299"/>
              <a:ext cx="162560" cy="7620"/>
            </a:xfrm>
            <a:custGeom>
              <a:avLst/>
              <a:gdLst/>
              <a:ahLst/>
              <a:cxnLst/>
              <a:rect l="l" t="t" r="r" b="b"/>
              <a:pathLst>
                <a:path w="162559"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59"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1F7800"/>
            </a:solidFill>
          </p:spPr>
          <p:txBody>
            <a:bodyPr wrap="square" lIns="0" tIns="0" rIns="0" bIns="0" rtlCol="0"/>
            <a:lstStyle/>
            <a:p/>
          </p:txBody>
        </p:sp>
        <p:sp>
          <p:nvSpPr>
            <p:cNvPr id="2234" name="object 2234"/>
            <p:cNvSpPr/>
            <p:nvPr/>
          </p:nvSpPr>
          <p:spPr>
            <a:xfrm>
              <a:off x="7227570" y="1264919"/>
              <a:ext cx="142240" cy="6350"/>
            </a:xfrm>
            <a:custGeom>
              <a:avLst/>
              <a:gdLst/>
              <a:ahLst/>
              <a:cxnLst/>
              <a:rect l="l" t="t" r="r" b="b"/>
              <a:pathLst>
                <a:path w="142240"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6987" y="5207"/>
                  </a:lnTo>
                  <a:lnTo>
                    <a:pt x="126987" y="3810"/>
                  </a:lnTo>
                  <a:lnTo>
                    <a:pt x="130810" y="3810"/>
                  </a:lnTo>
                  <a:lnTo>
                    <a:pt x="130810" y="2540"/>
                  </a:lnTo>
                  <a:lnTo>
                    <a:pt x="134620" y="2540"/>
                  </a:lnTo>
                  <a:lnTo>
                    <a:pt x="134620" y="1397"/>
                  </a:lnTo>
                  <a:lnTo>
                    <a:pt x="138430" y="1397"/>
                  </a:lnTo>
                  <a:lnTo>
                    <a:pt x="138430" y="127"/>
                  </a:lnTo>
                  <a:close/>
                </a:path>
                <a:path w="142240" h="6350">
                  <a:moveTo>
                    <a:pt x="142240" y="0"/>
                  </a:moveTo>
                  <a:lnTo>
                    <a:pt x="138430" y="0"/>
                  </a:lnTo>
                  <a:lnTo>
                    <a:pt x="138430" y="127"/>
                  </a:lnTo>
                  <a:lnTo>
                    <a:pt x="142240" y="127"/>
                  </a:lnTo>
                  <a:lnTo>
                    <a:pt x="142240" y="0"/>
                  </a:lnTo>
                  <a:close/>
                </a:path>
              </a:pathLst>
            </a:custGeom>
            <a:solidFill>
              <a:srgbClr val="207700"/>
            </a:solidFill>
          </p:spPr>
          <p:txBody>
            <a:bodyPr wrap="square" lIns="0" tIns="0" rIns="0" bIns="0" rtlCol="0"/>
            <a:lstStyle/>
            <a:p/>
          </p:txBody>
        </p:sp>
        <p:sp>
          <p:nvSpPr>
            <p:cNvPr id="2235" name="object 2235"/>
            <p:cNvSpPr/>
            <p:nvPr/>
          </p:nvSpPr>
          <p:spPr>
            <a:xfrm>
              <a:off x="7227570" y="1271269"/>
              <a:ext cx="128270" cy="7620"/>
            </a:xfrm>
            <a:custGeom>
              <a:avLst/>
              <a:gdLst/>
              <a:ahLst/>
              <a:cxnLst/>
              <a:rect l="l" t="t" r="r" b="b"/>
              <a:pathLst>
                <a:path w="128270" h="7619">
                  <a:moveTo>
                    <a:pt x="116840" y="0"/>
                  </a:moveTo>
                  <a:lnTo>
                    <a:pt x="114300" y="0"/>
                  </a:lnTo>
                  <a:lnTo>
                    <a:pt x="114300" y="127"/>
                  </a:lnTo>
                  <a:lnTo>
                    <a:pt x="116840" y="127"/>
                  </a:lnTo>
                  <a:lnTo>
                    <a:pt x="116840" y="0"/>
                  </a:lnTo>
                  <a:close/>
                </a:path>
                <a:path w="128270" h="7619">
                  <a:moveTo>
                    <a:pt x="123190" y="0"/>
                  </a:moveTo>
                  <a:lnTo>
                    <a:pt x="119380" y="0"/>
                  </a:lnTo>
                  <a:lnTo>
                    <a:pt x="119380" y="127"/>
                  </a:lnTo>
                  <a:lnTo>
                    <a:pt x="123190" y="127"/>
                  </a:lnTo>
                  <a:lnTo>
                    <a:pt x="123190" y="0"/>
                  </a:lnTo>
                  <a:close/>
                </a:path>
                <a:path w="128270" h="7619">
                  <a:moveTo>
                    <a:pt x="124460" y="3810"/>
                  </a:moveTo>
                  <a:lnTo>
                    <a:pt x="123190" y="3810"/>
                  </a:lnTo>
                  <a:lnTo>
                    <a:pt x="123190" y="2540"/>
                  </a:lnTo>
                  <a:lnTo>
                    <a:pt x="120650" y="2540"/>
                  </a:lnTo>
                  <a:lnTo>
                    <a:pt x="120650" y="1397"/>
                  </a:lnTo>
                  <a:lnTo>
                    <a:pt x="119380" y="1397"/>
                  </a:lnTo>
                  <a:lnTo>
                    <a:pt x="119380"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70"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217600"/>
            </a:solidFill>
          </p:spPr>
          <p:txBody>
            <a:bodyPr wrap="square" lIns="0" tIns="0" rIns="0" bIns="0" rtlCol="0"/>
            <a:lstStyle/>
            <a:p/>
          </p:txBody>
        </p:sp>
        <p:sp>
          <p:nvSpPr>
            <p:cNvPr id="2236" name="object 2236"/>
            <p:cNvSpPr/>
            <p:nvPr/>
          </p:nvSpPr>
          <p:spPr>
            <a:xfrm>
              <a:off x="7228840" y="1278889"/>
              <a:ext cx="138430" cy="7620"/>
            </a:xfrm>
            <a:custGeom>
              <a:avLst/>
              <a:gdLst/>
              <a:ahLst/>
              <a:cxnLst/>
              <a:rect l="l" t="t" r="r" b="b"/>
              <a:pathLst>
                <a:path w="138429"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40" y="1270"/>
                  </a:lnTo>
                  <a:lnTo>
                    <a:pt x="129540"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227500"/>
            </a:solidFill>
          </p:spPr>
          <p:txBody>
            <a:bodyPr wrap="square" lIns="0" tIns="0" rIns="0" bIns="0" rtlCol="0"/>
            <a:lstStyle/>
            <a:p/>
          </p:txBody>
        </p:sp>
        <p:sp>
          <p:nvSpPr>
            <p:cNvPr id="2237" name="object 2237"/>
            <p:cNvSpPr/>
            <p:nvPr/>
          </p:nvSpPr>
          <p:spPr>
            <a:xfrm>
              <a:off x="7228840" y="1286509"/>
              <a:ext cx="143510" cy="6350"/>
            </a:xfrm>
            <a:custGeom>
              <a:avLst/>
              <a:gdLst/>
              <a:ahLst/>
              <a:cxnLst/>
              <a:rect l="l" t="t" r="r" b="b"/>
              <a:pathLst>
                <a:path w="143509" h="6350">
                  <a:moveTo>
                    <a:pt x="143510" y="5080"/>
                  </a:moveTo>
                  <a:lnTo>
                    <a:pt x="142240" y="5080"/>
                  </a:lnTo>
                  <a:lnTo>
                    <a:pt x="142240" y="3810"/>
                  </a:lnTo>
                  <a:lnTo>
                    <a:pt x="140970" y="3810"/>
                  </a:lnTo>
                  <a:lnTo>
                    <a:pt x="140970" y="1270"/>
                  </a:lnTo>
                  <a:lnTo>
                    <a:pt x="139700" y="1270"/>
                  </a:lnTo>
                  <a:lnTo>
                    <a:pt x="139700" y="0"/>
                  </a:lnTo>
                  <a:lnTo>
                    <a:pt x="0" y="0"/>
                  </a:lnTo>
                  <a:lnTo>
                    <a:pt x="0" y="1270"/>
                  </a:lnTo>
                  <a:lnTo>
                    <a:pt x="0" y="3810"/>
                  </a:lnTo>
                  <a:lnTo>
                    <a:pt x="0" y="5080"/>
                  </a:lnTo>
                  <a:lnTo>
                    <a:pt x="0" y="6350"/>
                  </a:lnTo>
                  <a:lnTo>
                    <a:pt x="143510" y="6350"/>
                  </a:lnTo>
                  <a:lnTo>
                    <a:pt x="143510" y="5080"/>
                  </a:lnTo>
                  <a:close/>
                </a:path>
              </a:pathLst>
            </a:custGeom>
            <a:solidFill>
              <a:srgbClr val="237400"/>
            </a:solidFill>
          </p:spPr>
          <p:txBody>
            <a:bodyPr wrap="square" lIns="0" tIns="0" rIns="0" bIns="0" rtlCol="0"/>
            <a:lstStyle/>
            <a:p/>
          </p:txBody>
        </p:sp>
        <p:sp>
          <p:nvSpPr>
            <p:cNvPr id="2238" name="object 2238"/>
            <p:cNvSpPr/>
            <p:nvPr/>
          </p:nvSpPr>
          <p:spPr>
            <a:xfrm>
              <a:off x="7228840" y="1292859"/>
              <a:ext cx="151130" cy="7620"/>
            </a:xfrm>
            <a:custGeom>
              <a:avLst/>
              <a:gdLst/>
              <a:ahLst/>
              <a:cxnLst/>
              <a:rect l="l" t="t" r="r" b="b"/>
              <a:pathLst>
                <a:path w="151129" h="7619">
                  <a:moveTo>
                    <a:pt x="151130" y="5080"/>
                  </a:moveTo>
                  <a:lnTo>
                    <a:pt x="149860" y="5080"/>
                  </a:lnTo>
                  <a:lnTo>
                    <a:pt x="149860" y="3810"/>
                  </a:lnTo>
                  <a:lnTo>
                    <a:pt x="148590" y="3810"/>
                  </a:lnTo>
                  <a:lnTo>
                    <a:pt x="148590" y="2540"/>
                  </a:lnTo>
                  <a:lnTo>
                    <a:pt x="146050" y="2540"/>
                  </a:lnTo>
                  <a:lnTo>
                    <a:pt x="146050" y="1270"/>
                  </a:lnTo>
                  <a:lnTo>
                    <a:pt x="144780" y="1270"/>
                  </a:lnTo>
                  <a:lnTo>
                    <a:pt x="144780" y="0"/>
                  </a:lnTo>
                  <a:lnTo>
                    <a:pt x="0" y="0"/>
                  </a:lnTo>
                  <a:lnTo>
                    <a:pt x="0" y="7620"/>
                  </a:lnTo>
                  <a:lnTo>
                    <a:pt x="151130" y="7620"/>
                  </a:lnTo>
                  <a:lnTo>
                    <a:pt x="151130" y="5080"/>
                  </a:lnTo>
                  <a:close/>
                </a:path>
              </a:pathLst>
            </a:custGeom>
            <a:solidFill>
              <a:srgbClr val="247300"/>
            </a:solidFill>
          </p:spPr>
          <p:txBody>
            <a:bodyPr wrap="square" lIns="0" tIns="0" rIns="0" bIns="0" rtlCol="0"/>
            <a:lstStyle/>
            <a:p/>
          </p:txBody>
        </p:sp>
        <p:sp>
          <p:nvSpPr>
            <p:cNvPr id="2239" name="object 2239"/>
            <p:cNvSpPr/>
            <p:nvPr/>
          </p:nvSpPr>
          <p:spPr>
            <a:xfrm>
              <a:off x="7228840" y="1300479"/>
              <a:ext cx="156210" cy="7620"/>
            </a:xfrm>
            <a:custGeom>
              <a:avLst/>
              <a:gdLst/>
              <a:ahLst/>
              <a:cxnLst/>
              <a:rect l="l" t="t" r="r" b="b"/>
              <a:pathLst>
                <a:path w="156209" h="7619">
                  <a:moveTo>
                    <a:pt x="156210" y="5080"/>
                  </a:moveTo>
                  <a:lnTo>
                    <a:pt x="154940" y="5080"/>
                  </a:lnTo>
                  <a:lnTo>
                    <a:pt x="154940" y="2540"/>
                  </a:lnTo>
                  <a:lnTo>
                    <a:pt x="153670" y="2540"/>
                  </a:lnTo>
                  <a:lnTo>
                    <a:pt x="153670" y="1270"/>
                  </a:lnTo>
                  <a:lnTo>
                    <a:pt x="152400" y="1270"/>
                  </a:lnTo>
                  <a:lnTo>
                    <a:pt x="152400" y="0"/>
                  </a:lnTo>
                  <a:lnTo>
                    <a:pt x="0" y="0"/>
                  </a:lnTo>
                  <a:lnTo>
                    <a:pt x="0" y="1270"/>
                  </a:lnTo>
                  <a:lnTo>
                    <a:pt x="0" y="2540"/>
                  </a:lnTo>
                  <a:lnTo>
                    <a:pt x="1270" y="2540"/>
                  </a:lnTo>
                  <a:lnTo>
                    <a:pt x="1270" y="5080"/>
                  </a:lnTo>
                  <a:lnTo>
                    <a:pt x="1270" y="7620"/>
                  </a:lnTo>
                  <a:lnTo>
                    <a:pt x="156210" y="7620"/>
                  </a:lnTo>
                  <a:lnTo>
                    <a:pt x="156210" y="5080"/>
                  </a:lnTo>
                  <a:close/>
                </a:path>
              </a:pathLst>
            </a:custGeom>
            <a:solidFill>
              <a:srgbClr val="257200"/>
            </a:solidFill>
          </p:spPr>
          <p:txBody>
            <a:bodyPr wrap="square" lIns="0" tIns="0" rIns="0" bIns="0" rtlCol="0"/>
            <a:lstStyle/>
            <a:p/>
          </p:txBody>
        </p:sp>
        <p:sp>
          <p:nvSpPr>
            <p:cNvPr id="2240" name="object 2240"/>
            <p:cNvSpPr/>
            <p:nvPr/>
          </p:nvSpPr>
          <p:spPr>
            <a:xfrm>
              <a:off x="7230110" y="1308099"/>
              <a:ext cx="160020" cy="6350"/>
            </a:xfrm>
            <a:custGeom>
              <a:avLst/>
              <a:gdLst/>
              <a:ahLst/>
              <a:cxnLst/>
              <a:rect l="l" t="t" r="r" b="b"/>
              <a:pathLst>
                <a:path w="160020" h="6350">
                  <a:moveTo>
                    <a:pt x="160020" y="5080"/>
                  </a:moveTo>
                  <a:lnTo>
                    <a:pt x="158750" y="5080"/>
                  </a:lnTo>
                  <a:lnTo>
                    <a:pt x="158750" y="2540"/>
                  </a:lnTo>
                  <a:lnTo>
                    <a:pt x="157467" y="2540"/>
                  </a:lnTo>
                  <a:lnTo>
                    <a:pt x="157467" y="1270"/>
                  </a:lnTo>
                  <a:lnTo>
                    <a:pt x="156197" y="1270"/>
                  </a:lnTo>
                  <a:lnTo>
                    <a:pt x="156197" y="0"/>
                  </a:lnTo>
                  <a:lnTo>
                    <a:pt x="0" y="0"/>
                  </a:lnTo>
                  <a:lnTo>
                    <a:pt x="0" y="1270"/>
                  </a:lnTo>
                  <a:lnTo>
                    <a:pt x="0" y="2540"/>
                  </a:lnTo>
                  <a:lnTo>
                    <a:pt x="0" y="5080"/>
                  </a:lnTo>
                  <a:lnTo>
                    <a:pt x="0" y="6350"/>
                  </a:lnTo>
                  <a:lnTo>
                    <a:pt x="160020" y="6350"/>
                  </a:lnTo>
                  <a:lnTo>
                    <a:pt x="160020" y="5080"/>
                  </a:lnTo>
                  <a:close/>
                </a:path>
              </a:pathLst>
            </a:custGeom>
            <a:solidFill>
              <a:srgbClr val="277000"/>
            </a:solidFill>
          </p:spPr>
          <p:txBody>
            <a:bodyPr wrap="square" lIns="0" tIns="0" rIns="0" bIns="0" rtlCol="0"/>
            <a:lstStyle/>
            <a:p/>
          </p:txBody>
        </p:sp>
        <p:sp>
          <p:nvSpPr>
            <p:cNvPr id="2241" name="object 2241"/>
            <p:cNvSpPr/>
            <p:nvPr/>
          </p:nvSpPr>
          <p:spPr>
            <a:xfrm>
              <a:off x="7230110" y="1314449"/>
              <a:ext cx="165100" cy="7620"/>
            </a:xfrm>
            <a:custGeom>
              <a:avLst/>
              <a:gdLst/>
              <a:ahLst/>
              <a:cxnLst/>
              <a:rect l="l" t="t" r="r" b="b"/>
              <a:pathLst>
                <a:path w="165100" h="7619">
                  <a:moveTo>
                    <a:pt x="165100" y="6350"/>
                  </a:moveTo>
                  <a:lnTo>
                    <a:pt x="163817" y="6350"/>
                  </a:lnTo>
                  <a:lnTo>
                    <a:pt x="163817" y="3810"/>
                  </a:lnTo>
                  <a:lnTo>
                    <a:pt x="162560" y="3810"/>
                  </a:lnTo>
                  <a:lnTo>
                    <a:pt x="162560" y="2540"/>
                  </a:lnTo>
                  <a:lnTo>
                    <a:pt x="162547" y="1270"/>
                  </a:lnTo>
                  <a:lnTo>
                    <a:pt x="161290" y="1270"/>
                  </a:lnTo>
                  <a:lnTo>
                    <a:pt x="161290"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286F00"/>
            </a:solidFill>
          </p:spPr>
          <p:txBody>
            <a:bodyPr wrap="square" lIns="0" tIns="0" rIns="0" bIns="0" rtlCol="0"/>
            <a:lstStyle/>
            <a:p/>
          </p:txBody>
        </p:sp>
        <p:sp>
          <p:nvSpPr>
            <p:cNvPr id="2242" name="object 2242"/>
            <p:cNvSpPr/>
            <p:nvPr/>
          </p:nvSpPr>
          <p:spPr>
            <a:xfrm>
              <a:off x="7231380" y="1322069"/>
              <a:ext cx="165100" cy="7620"/>
            </a:xfrm>
            <a:custGeom>
              <a:avLst/>
              <a:gdLst/>
              <a:ahLst/>
              <a:cxnLst/>
              <a:rect l="l" t="t" r="r" b="b"/>
              <a:pathLst>
                <a:path w="165100" h="7619">
                  <a:moveTo>
                    <a:pt x="165100" y="2540"/>
                  </a:moveTo>
                  <a:lnTo>
                    <a:pt x="163830" y="2540"/>
                  </a:lnTo>
                  <a:lnTo>
                    <a:pt x="163830" y="0"/>
                  </a:lnTo>
                  <a:lnTo>
                    <a:pt x="0" y="0"/>
                  </a:lnTo>
                  <a:lnTo>
                    <a:pt x="0" y="2540"/>
                  </a:lnTo>
                  <a:lnTo>
                    <a:pt x="0" y="3810"/>
                  </a:lnTo>
                  <a:lnTo>
                    <a:pt x="1270" y="3810"/>
                  </a:lnTo>
                  <a:lnTo>
                    <a:pt x="1270" y="7620"/>
                  </a:lnTo>
                  <a:lnTo>
                    <a:pt x="165100" y="7620"/>
                  </a:lnTo>
                  <a:lnTo>
                    <a:pt x="165100" y="3810"/>
                  </a:lnTo>
                  <a:lnTo>
                    <a:pt x="165100" y="2540"/>
                  </a:lnTo>
                  <a:close/>
                </a:path>
              </a:pathLst>
            </a:custGeom>
            <a:solidFill>
              <a:srgbClr val="296E00"/>
            </a:solidFill>
          </p:spPr>
          <p:txBody>
            <a:bodyPr wrap="square" lIns="0" tIns="0" rIns="0" bIns="0" rtlCol="0"/>
            <a:lstStyle/>
            <a:p/>
          </p:txBody>
        </p:sp>
        <p:sp>
          <p:nvSpPr>
            <p:cNvPr id="2243" name="object 2243"/>
            <p:cNvSpPr/>
            <p:nvPr/>
          </p:nvSpPr>
          <p:spPr>
            <a:xfrm>
              <a:off x="7232650" y="1329689"/>
              <a:ext cx="167640" cy="7620"/>
            </a:xfrm>
            <a:custGeom>
              <a:avLst/>
              <a:gdLst/>
              <a:ahLst/>
              <a:cxnLst/>
              <a:rect l="l" t="t" r="r" b="b"/>
              <a:pathLst>
                <a:path w="167640" h="7619">
                  <a:moveTo>
                    <a:pt x="167640" y="6350"/>
                  </a:moveTo>
                  <a:lnTo>
                    <a:pt x="166370" y="6350"/>
                  </a:lnTo>
                  <a:lnTo>
                    <a:pt x="166370" y="3810"/>
                  </a:lnTo>
                  <a:lnTo>
                    <a:pt x="165100" y="3810"/>
                  </a:lnTo>
                  <a:lnTo>
                    <a:pt x="165100" y="2540"/>
                  </a:lnTo>
                  <a:lnTo>
                    <a:pt x="165100" y="0"/>
                  </a:lnTo>
                  <a:lnTo>
                    <a:pt x="0" y="0"/>
                  </a:lnTo>
                  <a:lnTo>
                    <a:pt x="0" y="2540"/>
                  </a:lnTo>
                  <a:lnTo>
                    <a:pt x="1270" y="2540"/>
                  </a:lnTo>
                  <a:lnTo>
                    <a:pt x="1270" y="3810"/>
                  </a:lnTo>
                  <a:lnTo>
                    <a:pt x="1270" y="6350"/>
                  </a:lnTo>
                  <a:lnTo>
                    <a:pt x="1270" y="7620"/>
                  </a:lnTo>
                  <a:lnTo>
                    <a:pt x="167640" y="7620"/>
                  </a:lnTo>
                  <a:lnTo>
                    <a:pt x="167640" y="6350"/>
                  </a:lnTo>
                  <a:close/>
                </a:path>
              </a:pathLst>
            </a:custGeom>
            <a:solidFill>
              <a:srgbClr val="2A6D00"/>
            </a:solidFill>
          </p:spPr>
          <p:txBody>
            <a:bodyPr wrap="square" lIns="0" tIns="0" rIns="0" bIns="0" rtlCol="0"/>
            <a:lstStyle/>
            <a:p/>
          </p:txBody>
        </p:sp>
        <p:sp>
          <p:nvSpPr>
            <p:cNvPr id="2244" name="object 2244"/>
            <p:cNvSpPr/>
            <p:nvPr/>
          </p:nvSpPr>
          <p:spPr>
            <a:xfrm>
              <a:off x="7233920" y="1337309"/>
              <a:ext cx="168910" cy="6350"/>
            </a:xfrm>
            <a:custGeom>
              <a:avLst/>
              <a:gdLst/>
              <a:ahLst/>
              <a:cxnLst/>
              <a:rect l="l" t="t" r="r" b="b"/>
              <a:pathLst>
                <a:path w="168909"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09" h="6350">
                  <a:moveTo>
                    <a:pt x="168910" y="5092"/>
                  </a:moveTo>
                  <a:lnTo>
                    <a:pt x="1270" y="5092"/>
                  </a:lnTo>
                  <a:lnTo>
                    <a:pt x="1270" y="6350"/>
                  </a:lnTo>
                  <a:lnTo>
                    <a:pt x="168910" y="6350"/>
                  </a:lnTo>
                  <a:lnTo>
                    <a:pt x="168910" y="5092"/>
                  </a:lnTo>
                  <a:close/>
                </a:path>
              </a:pathLst>
            </a:custGeom>
            <a:solidFill>
              <a:srgbClr val="2B6C00"/>
            </a:solidFill>
          </p:spPr>
          <p:txBody>
            <a:bodyPr wrap="square" lIns="0" tIns="0" rIns="0" bIns="0" rtlCol="0"/>
            <a:lstStyle/>
            <a:p/>
          </p:txBody>
        </p:sp>
        <p:sp>
          <p:nvSpPr>
            <p:cNvPr id="2245" name="object 2245"/>
            <p:cNvSpPr/>
            <p:nvPr/>
          </p:nvSpPr>
          <p:spPr>
            <a:xfrm>
              <a:off x="7235190" y="1343659"/>
              <a:ext cx="168910" cy="7620"/>
            </a:xfrm>
            <a:custGeom>
              <a:avLst/>
              <a:gdLst/>
              <a:ahLst/>
              <a:cxnLst/>
              <a:rect l="l" t="t" r="r" b="b"/>
              <a:pathLst>
                <a:path w="168909" h="7619">
                  <a:moveTo>
                    <a:pt x="168910" y="3810"/>
                  </a:moveTo>
                  <a:lnTo>
                    <a:pt x="167640" y="3810"/>
                  </a:lnTo>
                  <a:lnTo>
                    <a:pt x="167640" y="0"/>
                  </a:lnTo>
                  <a:lnTo>
                    <a:pt x="0" y="0"/>
                  </a:lnTo>
                  <a:lnTo>
                    <a:pt x="0" y="3810"/>
                  </a:lnTo>
                  <a:lnTo>
                    <a:pt x="0" y="6350"/>
                  </a:lnTo>
                  <a:lnTo>
                    <a:pt x="1270" y="6350"/>
                  </a:lnTo>
                  <a:lnTo>
                    <a:pt x="1270" y="7620"/>
                  </a:lnTo>
                  <a:lnTo>
                    <a:pt x="168910" y="7620"/>
                  </a:lnTo>
                  <a:lnTo>
                    <a:pt x="168910" y="6350"/>
                  </a:lnTo>
                  <a:lnTo>
                    <a:pt x="168910" y="3810"/>
                  </a:lnTo>
                  <a:close/>
                </a:path>
              </a:pathLst>
            </a:custGeom>
            <a:solidFill>
              <a:srgbClr val="2C6B00"/>
            </a:solidFill>
          </p:spPr>
          <p:txBody>
            <a:bodyPr wrap="square" lIns="0" tIns="0" rIns="0" bIns="0" rtlCol="0"/>
            <a:lstStyle/>
            <a:p/>
          </p:txBody>
        </p:sp>
        <p:sp>
          <p:nvSpPr>
            <p:cNvPr id="2246" name="object 2246"/>
            <p:cNvSpPr/>
            <p:nvPr/>
          </p:nvSpPr>
          <p:spPr>
            <a:xfrm>
              <a:off x="7236460" y="1351279"/>
              <a:ext cx="170180" cy="7620"/>
            </a:xfrm>
            <a:custGeom>
              <a:avLst/>
              <a:gdLst/>
              <a:ahLst/>
              <a:cxnLst/>
              <a:rect l="l" t="t" r="r" b="b"/>
              <a:pathLst>
                <a:path w="170179" h="7619">
                  <a:moveTo>
                    <a:pt x="170167" y="3810"/>
                  </a:moveTo>
                  <a:lnTo>
                    <a:pt x="168897" y="3810"/>
                  </a:lnTo>
                  <a:lnTo>
                    <a:pt x="168897" y="1270"/>
                  </a:lnTo>
                  <a:lnTo>
                    <a:pt x="167640" y="1270"/>
                  </a:lnTo>
                  <a:lnTo>
                    <a:pt x="167640" y="0"/>
                  </a:lnTo>
                  <a:lnTo>
                    <a:pt x="0" y="0"/>
                  </a:lnTo>
                  <a:lnTo>
                    <a:pt x="0" y="1270"/>
                  </a:lnTo>
                  <a:lnTo>
                    <a:pt x="0" y="3810"/>
                  </a:lnTo>
                  <a:lnTo>
                    <a:pt x="1270" y="3810"/>
                  </a:lnTo>
                  <a:lnTo>
                    <a:pt x="1270" y="7620"/>
                  </a:lnTo>
                  <a:lnTo>
                    <a:pt x="170167" y="7620"/>
                  </a:lnTo>
                  <a:lnTo>
                    <a:pt x="170167" y="3810"/>
                  </a:lnTo>
                  <a:close/>
                </a:path>
              </a:pathLst>
            </a:custGeom>
            <a:solidFill>
              <a:srgbClr val="2D6A00"/>
            </a:solidFill>
          </p:spPr>
          <p:txBody>
            <a:bodyPr wrap="square" lIns="0" tIns="0" rIns="0" bIns="0" rtlCol="0"/>
            <a:lstStyle/>
            <a:p/>
          </p:txBody>
        </p:sp>
        <p:sp>
          <p:nvSpPr>
            <p:cNvPr id="2247" name="object 2247"/>
            <p:cNvSpPr/>
            <p:nvPr/>
          </p:nvSpPr>
          <p:spPr>
            <a:xfrm>
              <a:off x="723773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2F6800"/>
            </a:solidFill>
          </p:spPr>
          <p:txBody>
            <a:bodyPr wrap="square" lIns="0" tIns="0" rIns="0" bIns="0" rtlCol="0"/>
            <a:lstStyle/>
            <a:p/>
          </p:txBody>
        </p:sp>
        <p:sp>
          <p:nvSpPr>
            <p:cNvPr id="2248" name="object 2248"/>
            <p:cNvSpPr/>
            <p:nvPr/>
          </p:nvSpPr>
          <p:spPr>
            <a:xfrm>
              <a:off x="723900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306700"/>
            </a:solidFill>
          </p:spPr>
          <p:txBody>
            <a:bodyPr wrap="square" lIns="0" tIns="0" rIns="0" bIns="0" rtlCol="0"/>
            <a:lstStyle/>
            <a:p/>
          </p:txBody>
        </p:sp>
        <p:sp>
          <p:nvSpPr>
            <p:cNvPr id="2249" name="object 2249"/>
            <p:cNvSpPr/>
            <p:nvPr/>
          </p:nvSpPr>
          <p:spPr>
            <a:xfrm>
              <a:off x="7241540" y="1372869"/>
              <a:ext cx="170180" cy="7620"/>
            </a:xfrm>
            <a:custGeom>
              <a:avLst/>
              <a:gdLst/>
              <a:ahLst/>
              <a:cxnLst/>
              <a:rect l="l" t="t" r="r" b="b"/>
              <a:pathLst>
                <a:path w="170179"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316600"/>
            </a:solidFill>
          </p:spPr>
          <p:txBody>
            <a:bodyPr wrap="square" lIns="0" tIns="0" rIns="0" bIns="0" rtlCol="0"/>
            <a:lstStyle/>
            <a:p/>
          </p:txBody>
        </p:sp>
        <p:sp>
          <p:nvSpPr>
            <p:cNvPr id="2250" name="object 2250"/>
            <p:cNvSpPr/>
            <p:nvPr/>
          </p:nvSpPr>
          <p:spPr>
            <a:xfrm>
              <a:off x="7245350" y="1380489"/>
              <a:ext cx="166370" cy="6350"/>
            </a:xfrm>
            <a:custGeom>
              <a:avLst/>
              <a:gdLst/>
              <a:ahLst/>
              <a:cxnLst/>
              <a:rect l="l" t="t" r="r" b="b"/>
              <a:pathLst>
                <a:path w="166370"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336600"/>
            </a:solidFill>
          </p:spPr>
          <p:txBody>
            <a:bodyPr wrap="square" lIns="0" tIns="0" rIns="0" bIns="0" rtlCol="0"/>
            <a:lstStyle/>
            <a:p/>
          </p:txBody>
        </p:sp>
        <p:sp>
          <p:nvSpPr>
            <p:cNvPr id="2251" name="object 2251"/>
            <p:cNvSpPr/>
            <p:nvPr/>
          </p:nvSpPr>
          <p:spPr>
            <a:xfrm>
              <a:off x="7246620" y="1386839"/>
              <a:ext cx="167640" cy="7620"/>
            </a:xfrm>
            <a:custGeom>
              <a:avLst/>
              <a:gdLst/>
              <a:ahLst/>
              <a:cxnLst/>
              <a:rect l="l" t="t" r="r" b="b"/>
              <a:pathLst>
                <a:path w="167640"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336400"/>
            </a:solidFill>
          </p:spPr>
          <p:txBody>
            <a:bodyPr wrap="square" lIns="0" tIns="0" rIns="0" bIns="0" rtlCol="0"/>
            <a:lstStyle/>
            <a:p/>
          </p:txBody>
        </p:sp>
        <p:sp>
          <p:nvSpPr>
            <p:cNvPr id="2252" name="object 2252"/>
            <p:cNvSpPr/>
            <p:nvPr/>
          </p:nvSpPr>
          <p:spPr>
            <a:xfrm>
              <a:off x="7249160" y="1394459"/>
              <a:ext cx="166370" cy="7620"/>
            </a:xfrm>
            <a:custGeom>
              <a:avLst/>
              <a:gdLst/>
              <a:ahLst/>
              <a:cxnLst/>
              <a:rect l="l" t="t" r="r" b="b"/>
              <a:pathLst>
                <a:path w="166370"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346300"/>
            </a:solidFill>
          </p:spPr>
          <p:txBody>
            <a:bodyPr wrap="square" lIns="0" tIns="0" rIns="0" bIns="0" rtlCol="0"/>
            <a:lstStyle/>
            <a:p/>
          </p:txBody>
        </p:sp>
        <p:sp>
          <p:nvSpPr>
            <p:cNvPr id="2253" name="object 2253"/>
            <p:cNvSpPr/>
            <p:nvPr/>
          </p:nvSpPr>
          <p:spPr>
            <a:xfrm>
              <a:off x="7251700" y="1402079"/>
              <a:ext cx="163830" cy="6350"/>
            </a:xfrm>
            <a:custGeom>
              <a:avLst/>
              <a:gdLst/>
              <a:ahLst/>
              <a:cxnLst/>
              <a:rect l="l" t="t" r="r" b="b"/>
              <a:pathLst>
                <a:path w="163829"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366100"/>
            </a:solidFill>
          </p:spPr>
          <p:txBody>
            <a:bodyPr wrap="square" lIns="0" tIns="0" rIns="0" bIns="0" rtlCol="0"/>
            <a:lstStyle/>
            <a:p/>
          </p:txBody>
        </p:sp>
        <p:sp>
          <p:nvSpPr>
            <p:cNvPr id="2254" name="object 2254"/>
            <p:cNvSpPr/>
            <p:nvPr/>
          </p:nvSpPr>
          <p:spPr>
            <a:xfrm>
              <a:off x="7255510" y="1408429"/>
              <a:ext cx="161290" cy="7620"/>
            </a:xfrm>
            <a:custGeom>
              <a:avLst/>
              <a:gdLst/>
              <a:ahLst/>
              <a:cxnLst/>
              <a:rect l="l" t="t" r="r" b="b"/>
              <a:pathLst>
                <a:path w="161290" h="7619">
                  <a:moveTo>
                    <a:pt x="161290" y="6477"/>
                  </a:moveTo>
                  <a:lnTo>
                    <a:pt x="3810" y="6477"/>
                  </a:lnTo>
                  <a:lnTo>
                    <a:pt x="3810" y="7620"/>
                  </a:lnTo>
                  <a:lnTo>
                    <a:pt x="161290" y="7620"/>
                  </a:lnTo>
                  <a:lnTo>
                    <a:pt x="161290" y="6477"/>
                  </a:lnTo>
                  <a:close/>
                </a:path>
                <a:path w="161290"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376000"/>
            </a:solidFill>
          </p:spPr>
          <p:txBody>
            <a:bodyPr wrap="square" lIns="0" tIns="0" rIns="0" bIns="0" rtlCol="0"/>
            <a:lstStyle/>
            <a:p/>
          </p:txBody>
        </p:sp>
        <p:sp>
          <p:nvSpPr>
            <p:cNvPr id="2255" name="object 2255"/>
            <p:cNvSpPr/>
            <p:nvPr/>
          </p:nvSpPr>
          <p:spPr>
            <a:xfrm>
              <a:off x="7259320" y="1416049"/>
              <a:ext cx="157480" cy="7620"/>
            </a:xfrm>
            <a:custGeom>
              <a:avLst/>
              <a:gdLst/>
              <a:ahLst/>
              <a:cxnLst/>
              <a:rect l="l" t="t" r="r" b="b"/>
              <a:pathLst>
                <a:path w="157479"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80" y="5080"/>
                  </a:lnTo>
                  <a:lnTo>
                    <a:pt x="157480" y="3810"/>
                  </a:lnTo>
                  <a:lnTo>
                    <a:pt x="157480" y="1270"/>
                  </a:lnTo>
                  <a:lnTo>
                    <a:pt x="157480" y="0"/>
                  </a:lnTo>
                  <a:close/>
                </a:path>
              </a:pathLst>
            </a:custGeom>
            <a:solidFill>
              <a:srgbClr val="385F00"/>
            </a:solidFill>
          </p:spPr>
          <p:txBody>
            <a:bodyPr wrap="square" lIns="0" tIns="0" rIns="0" bIns="0" rtlCol="0"/>
            <a:lstStyle/>
            <a:p/>
          </p:txBody>
        </p:sp>
        <p:sp>
          <p:nvSpPr>
            <p:cNvPr id="2256" name="object 2256"/>
            <p:cNvSpPr/>
            <p:nvPr/>
          </p:nvSpPr>
          <p:spPr>
            <a:xfrm>
              <a:off x="7264400" y="1423669"/>
              <a:ext cx="153670" cy="6350"/>
            </a:xfrm>
            <a:custGeom>
              <a:avLst/>
              <a:gdLst/>
              <a:ahLst/>
              <a:cxnLst/>
              <a:rect l="l" t="t" r="r" b="b"/>
              <a:pathLst>
                <a:path w="153670"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395E00"/>
            </a:solidFill>
          </p:spPr>
          <p:txBody>
            <a:bodyPr wrap="square" lIns="0" tIns="0" rIns="0" bIns="0" rtlCol="0"/>
            <a:lstStyle/>
            <a:p/>
          </p:txBody>
        </p:sp>
        <p:sp>
          <p:nvSpPr>
            <p:cNvPr id="2257" name="object 2257"/>
            <p:cNvSpPr/>
            <p:nvPr/>
          </p:nvSpPr>
          <p:spPr>
            <a:xfrm>
              <a:off x="7270750" y="1430019"/>
              <a:ext cx="147320" cy="7620"/>
            </a:xfrm>
            <a:custGeom>
              <a:avLst/>
              <a:gdLst/>
              <a:ahLst/>
              <a:cxnLst/>
              <a:rect l="l" t="t" r="r" b="b"/>
              <a:pathLst>
                <a:path w="147320" h="7619">
                  <a:moveTo>
                    <a:pt x="147320" y="6477"/>
                  </a:moveTo>
                  <a:lnTo>
                    <a:pt x="8890" y="6477"/>
                  </a:lnTo>
                  <a:lnTo>
                    <a:pt x="8890" y="7620"/>
                  </a:lnTo>
                  <a:lnTo>
                    <a:pt x="147320" y="7620"/>
                  </a:lnTo>
                  <a:lnTo>
                    <a:pt x="147320" y="6477"/>
                  </a:lnTo>
                  <a:close/>
                </a:path>
                <a:path w="147320"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07" y="3810"/>
                  </a:lnTo>
                  <a:lnTo>
                    <a:pt x="147307" y="2540"/>
                  </a:lnTo>
                  <a:lnTo>
                    <a:pt x="147320" y="1270"/>
                  </a:lnTo>
                  <a:lnTo>
                    <a:pt x="147320" y="0"/>
                  </a:lnTo>
                  <a:close/>
                </a:path>
              </a:pathLst>
            </a:custGeom>
            <a:solidFill>
              <a:srgbClr val="3A5D00"/>
            </a:solidFill>
          </p:spPr>
          <p:txBody>
            <a:bodyPr wrap="square" lIns="0" tIns="0" rIns="0" bIns="0" rtlCol="0"/>
            <a:lstStyle/>
            <a:p/>
          </p:txBody>
        </p:sp>
        <p:sp>
          <p:nvSpPr>
            <p:cNvPr id="2258" name="object 2258"/>
            <p:cNvSpPr/>
            <p:nvPr/>
          </p:nvSpPr>
          <p:spPr>
            <a:xfrm>
              <a:off x="7280910" y="1437639"/>
              <a:ext cx="138430" cy="7620"/>
            </a:xfrm>
            <a:custGeom>
              <a:avLst/>
              <a:gdLst/>
              <a:ahLst/>
              <a:cxnLst/>
              <a:rect l="l" t="t" r="r" b="b"/>
              <a:pathLst>
                <a:path w="138429" h="7619">
                  <a:moveTo>
                    <a:pt x="138430" y="1270"/>
                  </a:moveTo>
                  <a:lnTo>
                    <a:pt x="137147" y="1270"/>
                  </a:lnTo>
                  <a:lnTo>
                    <a:pt x="137147"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3B5C00"/>
            </a:solidFill>
          </p:spPr>
          <p:txBody>
            <a:bodyPr wrap="square" lIns="0" tIns="0" rIns="0" bIns="0" rtlCol="0"/>
            <a:lstStyle/>
            <a:p/>
          </p:txBody>
        </p:sp>
        <p:sp>
          <p:nvSpPr>
            <p:cNvPr id="2259" name="object 2259"/>
            <p:cNvSpPr/>
            <p:nvPr/>
          </p:nvSpPr>
          <p:spPr>
            <a:xfrm>
              <a:off x="7288530" y="1445259"/>
              <a:ext cx="130810" cy="6350"/>
            </a:xfrm>
            <a:custGeom>
              <a:avLst/>
              <a:gdLst/>
              <a:ahLst/>
              <a:cxnLst/>
              <a:rect l="l" t="t" r="r" b="b"/>
              <a:pathLst>
                <a:path w="130809"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3C5B00"/>
            </a:solidFill>
          </p:spPr>
          <p:txBody>
            <a:bodyPr wrap="square" lIns="0" tIns="0" rIns="0" bIns="0" rtlCol="0"/>
            <a:lstStyle/>
            <a:p/>
          </p:txBody>
        </p:sp>
        <p:sp>
          <p:nvSpPr>
            <p:cNvPr id="2260" name="object 2260"/>
            <p:cNvSpPr/>
            <p:nvPr/>
          </p:nvSpPr>
          <p:spPr>
            <a:xfrm>
              <a:off x="7282180" y="1451609"/>
              <a:ext cx="137160" cy="7620"/>
            </a:xfrm>
            <a:custGeom>
              <a:avLst/>
              <a:gdLst/>
              <a:ahLst/>
              <a:cxnLst/>
              <a:rect l="l" t="t" r="r" b="b"/>
              <a:pathLst>
                <a:path w="137159" h="7619">
                  <a:moveTo>
                    <a:pt x="137160" y="6477"/>
                  </a:moveTo>
                  <a:lnTo>
                    <a:pt x="29210" y="6477"/>
                  </a:lnTo>
                  <a:lnTo>
                    <a:pt x="29210" y="7620"/>
                  </a:lnTo>
                  <a:lnTo>
                    <a:pt x="137160" y="7620"/>
                  </a:lnTo>
                  <a:lnTo>
                    <a:pt x="137160" y="6477"/>
                  </a:lnTo>
                  <a:close/>
                </a:path>
                <a:path w="137159"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50"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3E5900"/>
            </a:solidFill>
          </p:spPr>
          <p:txBody>
            <a:bodyPr wrap="square" lIns="0" tIns="0" rIns="0" bIns="0" rtlCol="0"/>
            <a:lstStyle/>
            <a:p/>
          </p:txBody>
        </p:sp>
        <p:sp>
          <p:nvSpPr>
            <p:cNvPr id="2261" name="object 2261"/>
            <p:cNvSpPr/>
            <p:nvPr/>
          </p:nvSpPr>
          <p:spPr>
            <a:xfrm>
              <a:off x="7258050" y="1459229"/>
              <a:ext cx="161290" cy="7620"/>
            </a:xfrm>
            <a:custGeom>
              <a:avLst/>
              <a:gdLst/>
              <a:ahLst/>
              <a:cxnLst/>
              <a:rect l="l" t="t" r="r" b="b"/>
              <a:pathLst>
                <a:path w="161290"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50" y="5080"/>
                  </a:lnTo>
                  <a:lnTo>
                    <a:pt x="44450" y="3810"/>
                  </a:lnTo>
                  <a:lnTo>
                    <a:pt x="44450" y="2540"/>
                  </a:lnTo>
                  <a:lnTo>
                    <a:pt x="44450" y="1270"/>
                  </a:lnTo>
                  <a:lnTo>
                    <a:pt x="44450" y="0"/>
                  </a:lnTo>
                  <a:close/>
                </a:path>
                <a:path w="161290"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3F5800"/>
            </a:solidFill>
          </p:spPr>
          <p:txBody>
            <a:bodyPr wrap="square" lIns="0" tIns="0" rIns="0" bIns="0" rtlCol="0"/>
            <a:lstStyle/>
            <a:p/>
          </p:txBody>
        </p:sp>
        <p:sp>
          <p:nvSpPr>
            <p:cNvPr id="2262" name="object 2262"/>
            <p:cNvSpPr/>
            <p:nvPr/>
          </p:nvSpPr>
          <p:spPr>
            <a:xfrm>
              <a:off x="7233920" y="1466849"/>
              <a:ext cx="185420" cy="7620"/>
            </a:xfrm>
            <a:custGeom>
              <a:avLst/>
              <a:gdLst/>
              <a:ahLst/>
              <a:cxnLst/>
              <a:rect l="l" t="t" r="r" b="b"/>
              <a:pathLst>
                <a:path w="185420" h="7619">
                  <a:moveTo>
                    <a:pt x="69850" y="3810"/>
                  </a:moveTo>
                  <a:lnTo>
                    <a:pt x="68580" y="3810"/>
                  </a:lnTo>
                  <a:lnTo>
                    <a:pt x="68580" y="2540"/>
                  </a:lnTo>
                  <a:lnTo>
                    <a:pt x="68580"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20" h="7619">
                  <a:moveTo>
                    <a:pt x="185420" y="1270"/>
                  </a:moveTo>
                  <a:lnTo>
                    <a:pt x="185407" y="0"/>
                  </a:ln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6350"/>
                  </a:lnTo>
                  <a:lnTo>
                    <a:pt x="185420" y="5080"/>
                  </a:lnTo>
                  <a:lnTo>
                    <a:pt x="185420" y="3810"/>
                  </a:lnTo>
                  <a:lnTo>
                    <a:pt x="185420" y="2540"/>
                  </a:lnTo>
                  <a:lnTo>
                    <a:pt x="185420" y="1270"/>
                  </a:lnTo>
                  <a:close/>
                </a:path>
              </a:pathLst>
            </a:custGeom>
            <a:solidFill>
              <a:srgbClr val="405700"/>
            </a:solidFill>
          </p:spPr>
          <p:txBody>
            <a:bodyPr wrap="square" lIns="0" tIns="0" rIns="0" bIns="0" rtlCol="0"/>
            <a:lstStyle/>
            <a:p/>
          </p:txBody>
        </p:sp>
        <p:sp>
          <p:nvSpPr>
            <p:cNvPr id="2263" name="object 2263"/>
            <p:cNvSpPr/>
            <p:nvPr/>
          </p:nvSpPr>
          <p:spPr>
            <a:xfrm>
              <a:off x="7218680" y="1474469"/>
              <a:ext cx="200660" cy="6350"/>
            </a:xfrm>
            <a:custGeom>
              <a:avLst/>
              <a:gdLst/>
              <a:ahLst/>
              <a:cxnLst/>
              <a:rect l="l" t="t" r="r" b="b"/>
              <a:pathLst>
                <a:path w="200659" h="6350">
                  <a:moveTo>
                    <a:pt x="6350" y="2539"/>
                  </a:moveTo>
                  <a:lnTo>
                    <a:pt x="2540" y="2539"/>
                  </a:lnTo>
                  <a:lnTo>
                    <a:pt x="2540" y="3809"/>
                  </a:lnTo>
                  <a:lnTo>
                    <a:pt x="85090" y="3809"/>
                  </a:lnTo>
                  <a:lnTo>
                    <a:pt x="85090" y="2666"/>
                  </a:lnTo>
                  <a:lnTo>
                    <a:pt x="6350" y="2666"/>
                  </a:lnTo>
                  <a:lnTo>
                    <a:pt x="6350" y="2539"/>
                  </a:lnTo>
                  <a:close/>
                </a:path>
                <a:path w="200659" h="6350">
                  <a:moveTo>
                    <a:pt x="15240" y="0"/>
                  </a:moveTo>
                  <a:lnTo>
                    <a:pt x="10160" y="0"/>
                  </a:lnTo>
                  <a:lnTo>
                    <a:pt x="10160" y="1396"/>
                  </a:lnTo>
                  <a:lnTo>
                    <a:pt x="6350" y="1396"/>
                  </a:lnTo>
                  <a:lnTo>
                    <a:pt x="6350" y="2539"/>
                  </a:lnTo>
                  <a:lnTo>
                    <a:pt x="85090" y="2539"/>
                  </a:lnTo>
                  <a:lnTo>
                    <a:pt x="85090" y="126"/>
                  </a:lnTo>
                  <a:lnTo>
                    <a:pt x="15240" y="126"/>
                  </a:lnTo>
                  <a:close/>
                </a:path>
                <a:path w="200659" h="6350">
                  <a:moveTo>
                    <a:pt x="200660" y="2666"/>
                  </a:moveTo>
                  <a:lnTo>
                    <a:pt x="118110" y="2666"/>
                  </a:lnTo>
                  <a:lnTo>
                    <a:pt x="118110" y="3809"/>
                  </a:lnTo>
                  <a:lnTo>
                    <a:pt x="200660" y="3809"/>
                  </a:lnTo>
                  <a:lnTo>
                    <a:pt x="200660" y="2666"/>
                  </a:lnTo>
                  <a:close/>
                </a:path>
                <a:path w="200659" h="6350">
                  <a:moveTo>
                    <a:pt x="200660" y="126"/>
                  </a:moveTo>
                  <a:lnTo>
                    <a:pt x="116840" y="126"/>
                  </a:lnTo>
                  <a:lnTo>
                    <a:pt x="116840" y="2666"/>
                  </a:lnTo>
                  <a:lnTo>
                    <a:pt x="118110" y="2666"/>
                  </a:lnTo>
                  <a:lnTo>
                    <a:pt x="118110" y="2539"/>
                  </a:lnTo>
                  <a:lnTo>
                    <a:pt x="200660" y="2539"/>
                  </a:lnTo>
                  <a:lnTo>
                    <a:pt x="200660" y="126"/>
                  </a:lnTo>
                  <a:close/>
                </a:path>
                <a:path w="200659" h="6350">
                  <a:moveTo>
                    <a:pt x="116840" y="0"/>
                  </a:moveTo>
                  <a:lnTo>
                    <a:pt x="114300" y="0"/>
                  </a:lnTo>
                  <a:lnTo>
                    <a:pt x="116840" y="126"/>
                  </a:lnTo>
                  <a:close/>
                </a:path>
                <a:path w="200659" h="6350">
                  <a:moveTo>
                    <a:pt x="85090" y="3810"/>
                  </a:moveTo>
                  <a:lnTo>
                    <a:pt x="0" y="3810"/>
                  </a:lnTo>
                  <a:lnTo>
                    <a:pt x="0" y="6350"/>
                  </a:lnTo>
                  <a:lnTo>
                    <a:pt x="85090" y="6350"/>
                  </a:lnTo>
                  <a:lnTo>
                    <a:pt x="85090" y="3810"/>
                  </a:lnTo>
                  <a:close/>
                </a:path>
                <a:path w="200659" h="6350">
                  <a:moveTo>
                    <a:pt x="200660" y="3810"/>
                  </a:moveTo>
                  <a:lnTo>
                    <a:pt x="119379" y="3810"/>
                  </a:lnTo>
                  <a:lnTo>
                    <a:pt x="119379" y="6350"/>
                  </a:lnTo>
                  <a:lnTo>
                    <a:pt x="200660" y="6350"/>
                  </a:lnTo>
                  <a:lnTo>
                    <a:pt x="200660" y="3810"/>
                  </a:lnTo>
                  <a:close/>
                </a:path>
              </a:pathLst>
            </a:custGeom>
            <a:solidFill>
              <a:srgbClr val="415600"/>
            </a:solidFill>
          </p:spPr>
          <p:txBody>
            <a:bodyPr wrap="square" lIns="0" tIns="0" rIns="0" bIns="0" rtlCol="0"/>
            <a:lstStyle/>
            <a:p/>
          </p:txBody>
        </p:sp>
        <p:sp>
          <p:nvSpPr>
            <p:cNvPr id="2264" name="object 2264"/>
            <p:cNvSpPr/>
            <p:nvPr/>
          </p:nvSpPr>
          <p:spPr>
            <a:xfrm>
              <a:off x="7218680" y="1480819"/>
              <a:ext cx="200660" cy="7620"/>
            </a:xfrm>
            <a:custGeom>
              <a:avLst/>
              <a:gdLst/>
              <a:ahLst/>
              <a:cxnLst/>
              <a:rect l="l" t="t" r="r" b="b"/>
              <a:pathLst>
                <a:path w="200659" h="7619">
                  <a:moveTo>
                    <a:pt x="86359" y="0"/>
                  </a:moveTo>
                  <a:lnTo>
                    <a:pt x="0" y="0"/>
                  </a:lnTo>
                  <a:lnTo>
                    <a:pt x="0" y="5079"/>
                  </a:lnTo>
                  <a:lnTo>
                    <a:pt x="1270" y="5079"/>
                  </a:lnTo>
                  <a:lnTo>
                    <a:pt x="1270" y="7619"/>
                  </a:lnTo>
                  <a:lnTo>
                    <a:pt x="86360" y="7619"/>
                  </a:lnTo>
                  <a:lnTo>
                    <a:pt x="86359" y="0"/>
                  </a:lnTo>
                  <a:close/>
                </a:path>
                <a:path w="200659" h="7619">
                  <a:moveTo>
                    <a:pt x="200659" y="0"/>
                  </a:moveTo>
                  <a:lnTo>
                    <a:pt x="120650" y="0"/>
                  </a:lnTo>
                  <a:lnTo>
                    <a:pt x="120650" y="3809"/>
                  </a:lnTo>
                  <a:lnTo>
                    <a:pt x="121920" y="3809"/>
                  </a:lnTo>
                  <a:lnTo>
                    <a:pt x="121920" y="7619"/>
                  </a:lnTo>
                  <a:lnTo>
                    <a:pt x="200660" y="7619"/>
                  </a:lnTo>
                  <a:lnTo>
                    <a:pt x="200659" y="0"/>
                  </a:lnTo>
                  <a:close/>
                </a:path>
              </a:pathLst>
            </a:custGeom>
            <a:solidFill>
              <a:srgbClr val="425500"/>
            </a:solidFill>
          </p:spPr>
          <p:txBody>
            <a:bodyPr wrap="square" lIns="0" tIns="0" rIns="0" bIns="0" rtlCol="0"/>
            <a:lstStyle/>
            <a:p/>
          </p:txBody>
        </p:sp>
        <p:sp>
          <p:nvSpPr>
            <p:cNvPr id="2265" name="object 2265"/>
            <p:cNvSpPr/>
            <p:nvPr/>
          </p:nvSpPr>
          <p:spPr>
            <a:xfrm>
              <a:off x="7219950" y="1488439"/>
              <a:ext cx="199390" cy="7620"/>
            </a:xfrm>
            <a:custGeom>
              <a:avLst/>
              <a:gdLst/>
              <a:ahLst/>
              <a:cxnLst/>
              <a:rect l="l" t="t" r="r" b="b"/>
              <a:pathLst>
                <a:path w="199390" h="7619">
                  <a:moveTo>
                    <a:pt x="85090" y="0"/>
                  </a:moveTo>
                  <a:lnTo>
                    <a:pt x="0" y="0"/>
                  </a:lnTo>
                  <a:lnTo>
                    <a:pt x="0" y="7620"/>
                  </a:lnTo>
                  <a:lnTo>
                    <a:pt x="86359" y="7620"/>
                  </a:lnTo>
                  <a:lnTo>
                    <a:pt x="86359" y="1270"/>
                  </a:lnTo>
                  <a:lnTo>
                    <a:pt x="85090" y="1270"/>
                  </a:lnTo>
                  <a:lnTo>
                    <a:pt x="85090" y="0"/>
                  </a:lnTo>
                  <a:close/>
                </a:path>
                <a:path w="199390" h="7619">
                  <a:moveTo>
                    <a:pt x="199389" y="0"/>
                  </a:moveTo>
                  <a:lnTo>
                    <a:pt x="121920" y="0"/>
                  </a:lnTo>
                  <a:lnTo>
                    <a:pt x="121920" y="7620"/>
                  </a:lnTo>
                  <a:lnTo>
                    <a:pt x="199390" y="7620"/>
                  </a:lnTo>
                  <a:lnTo>
                    <a:pt x="199389" y="0"/>
                  </a:lnTo>
                  <a:close/>
                </a:path>
              </a:pathLst>
            </a:custGeom>
            <a:solidFill>
              <a:srgbClr val="435400"/>
            </a:solidFill>
          </p:spPr>
          <p:txBody>
            <a:bodyPr wrap="square" lIns="0" tIns="0" rIns="0" bIns="0" rtlCol="0"/>
            <a:lstStyle/>
            <a:p/>
          </p:txBody>
        </p:sp>
        <p:sp>
          <p:nvSpPr>
            <p:cNvPr id="2266" name="object 2266"/>
            <p:cNvSpPr/>
            <p:nvPr/>
          </p:nvSpPr>
          <p:spPr>
            <a:xfrm>
              <a:off x="7219950" y="1496059"/>
              <a:ext cx="199390" cy="6350"/>
            </a:xfrm>
            <a:custGeom>
              <a:avLst/>
              <a:gdLst/>
              <a:ahLst/>
              <a:cxnLst/>
              <a:rect l="l" t="t" r="r" b="b"/>
              <a:pathLst>
                <a:path w="199390" h="6350">
                  <a:moveTo>
                    <a:pt x="86359" y="0"/>
                  </a:moveTo>
                  <a:lnTo>
                    <a:pt x="0" y="0"/>
                  </a:lnTo>
                  <a:lnTo>
                    <a:pt x="0" y="2539"/>
                  </a:lnTo>
                  <a:lnTo>
                    <a:pt x="1270" y="2539"/>
                  </a:lnTo>
                  <a:lnTo>
                    <a:pt x="1270" y="6350"/>
                  </a:lnTo>
                  <a:lnTo>
                    <a:pt x="87629" y="6350"/>
                  </a:lnTo>
                  <a:lnTo>
                    <a:pt x="87629" y="1269"/>
                  </a:lnTo>
                  <a:lnTo>
                    <a:pt x="86359" y="1269"/>
                  </a:lnTo>
                  <a:lnTo>
                    <a:pt x="86359" y="0"/>
                  </a:lnTo>
                  <a:close/>
                </a:path>
                <a:path w="199390" h="6350">
                  <a:moveTo>
                    <a:pt x="199390" y="0"/>
                  </a:moveTo>
                  <a:lnTo>
                    <a:pt x="121920" y="0"/>
                  </a:lnTo>
                  <a:lnTo>
                    <a:pt x="121920" y="6350"/>
                  </a:lnTo>
                  <a:lnTo>
                    <a:pt x="199390" y="6350"/>
                  </a:lnTo>
                  <a:lnTo>
                    <a:pt x="199390" y="0"/>
                  </a:lnTo>
                  <a:close/>
                </a:path>
              </a:pathLst>
            </a:custGeom>
            <a:solidFill>
              <a:srgbClr val="445300"/>
            </a:solidFill>
          </p:spPr>
          <p:txBody>
            <a:bodyPr wrap="square" lIns="0" tIns="0" rIns="0" bIns="0" rtlCol="0"/>
            <a:lstStyle/>
            <a:p/>
          </p:txBody>
        </p:sp>
        <p:sp>
          <p:nvSpPr>
            <p:cNvPr id="2267" name="object 2267"/>
            <p:cNvSpPr/>
            <p:nvPr/>
          </p:nvSpPr>
          <p:spPr>
            <a:xfrm>
              <a:off x="7221220" y="1502409"/>
              <a:ext cx="198120" cy="7620"/>
            </a:xfrm>
            <a:custGeom>
              <a:avLst/>
              <a:gdLst/>
              <a:ahLst/>
              <a:cxnLst/>
              <a:rect l="l" t="t" r="r" b="b"/>
              <a:pathLst>
                <a:path w="198120" h="7619">
                  <a:moveTo>
                    <a:pt x="86359" y="0"/>
                  </a:moveTo>
                  <a:lnTo>
                    <a:pt x="0" y="0"/>
                  </a:lnTo>
                  <a:lnTo>
                    <a:pt x="0" y="7619"/>
                  </a:lnTo>
                  <a:lnTo>
                    <a:pt x="87629" y="7619"/>
                  </a:lnTo>
                  <a:lnTo>
                    <a:pt x="87629" y="1269"/>
                  </a:lnTo>
                  <a:lnTo>
                    <a:pt x="86359" y="1269"/>
                  </a:lnTo>
                  <a:lnTo>
                    <a:pt x="86359" y="0"/>
                  </a:lnTo>
                  <a:close/>
                </a:path>
                <a:path w="198120" h="7619">
                  <a:moveTo>
                    <a:pt x="198120" y="0"/>
                  </a:moveTo>
                  <a:lnTo>
                    <a:pt x="120650" y="0"/>
                  </a:lnTo>
                  <a:lnTo>
                    <a:pt x="120650" y="2539"/>
                  </a:lnTo>
                  <a:lnTo>
                    <a:pt x="119379" y="2539"/>
                  </a:lnTo>
                  <a:lnTo>
                    <a:pt x="119379" y="7619"/>
                  </a:lnTo>
                  <a:lnTo>
                    <a:pt x="196850" y="7619"/>
                  </a:lnTo>
                  <a:lnTo>
                    <a:pt x="196850" y="3810"/>
                  </a:lnTo>
                  <a:lnTo>
                    <a:pt x="198120" y="3810"/>
                  </a:lnTo>
                  <a:lnTo>
                    <a:pt x="198120" y="0"/>
                  </a:lnTo>
                  <a:close/>
                </a:path>
              </a:pathLst>
            </a:custGeom>
            <a:solidFill>
              <a:srgbClr val="465100"/>
            </a:solidFill>
          </p:spPr>
          <p:txBody>
            <a:bodyPr wrap="square" lIns="0" tIns="0" rIns="0" bIns="0" rtlCol="0"/>
            <a:lstStyle/>
            <a:p/>
          </p:txBody>
        </p:sp>
        <p:sp>
          <p:nvSpPr>
            <p:cNvPr id="2268" name="object 2268"/>
            <p:cNvSpPr/>
            <p:nvPr/>
          </p:nvSpPr>
          <p:spPr>
            <a:xfrm>
              <a:off x="7221220" y="1510029"/>
              <a:ext cx="196850" cy="7620"/>
            </a:xfrm>
            <a:custGeom>
              <a:avLst/>
              <a:gdLst/>
              <a:ahLst/>
              <a:cxnLst/>
              <a:rect l="l" t="t" r="r" b="b"/>
              <a:pathLst>
                <a:path w="196850" h="7619">
                  <a:moveTo>
                    <a:pt x="90170" y="3810"/>
                  </a:moveTo>
                  <a:lnTo>
                    <a:pt x="88900" y="3810"/>
                  </a:lnTo>
                  <a:lnTo>
                    <a:pt x="88900" y="2540"/>
                  </a:lnTo>
                  <a:lnTo>
                    <a:pt x="88900" y="0"/>
                  </a:lnTo>
                  <a:lnTo>
                    <a:pt x="0" y="0"/>
                  </a:lnTo>
                  <a:lnTo>
                    <a:pt x="0" y="2540"/>
                  </a:lnTo>
                  <a:lnTo>
                    <a:pt x="1270" y="2540"/>
                  </a:lnTo>
                  <a:lnTo>
                    <a:pt x="1270" y="3810"/>
                  </a:lnTo>
                  <a:lnTo>
                    <a:pt x="1270" y="7620"/>
                  </a:lnTo>
                  <a:lnTo>
                    <a:pt x="90170" y="7620"/>
                  </a:lnTo>
                  <a:lnTo>
                    <a:pt x="90170" y="381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475000"/>
            </a:solidFill>
          </p:spPr>
          <p:txBody>
            <a:bodyPr wrap="square" lIns="0" tIns="0" rIns="0" bIns="0" rtlCol="0"/>
            <a:lstStyle/>
            <a:p/>
          </p:txBody>
        </p:sp>
        <p:sp>
          <p:nvSpPr>
            <p:cNvPr id="2269" name="object 2269"/>
            <p:cNvSpPr/>
            <p:nvPr/>
          </p:nvSpPr>
          <p:spPr>
            <a:xfrm>
              <a:off x="7222490" y="1517649"/>
              <a:ext cx="195580" cy="6350"/>
            </a:xfrm>
            <a:custGeom>
              <a:avLst/>
              <a:gdLst/>
              <a:ahLst/>
              <a:cxnLst/>
              <a:rect l="l" t="t" r="r" b="b"/>
              <a:pathLst>
                <a:path w="195579" h="6350">
                  <a:moveTo>
                    <a:pt x="95250" y="5080"/>
                  </a:moveTo>
                  <a:lnTo>
                    <a:pt x="92710" y="5080"/>
                  </a:lnTo>
                  <a:lnTo>
                    <a:pt x="92710" y="3810"/>
                  </a:lnTo>
                  <a:lnTo>
                    <a:pt x="91440" y="3810"/>
                  </a:lnTo>
                  <a:lnTo>
                    <a:pt x="91440" y="1270"/>
                  </a:lnTo>
                  <a:lnTo>
                    <a:pt x="90170" y="1270"/>
                  </a:lnTo>
                  <a:lnTo>
                    <a:pt x="90170" y="0"/>
                  </a:lnTo>
                  <a:lnTo>
                    <a:pt x="0" y="0"/>
                  </a:lnTo>
                  <a:lnTo>
                    <a:pt x="0" y="1270"/>
                  </a:lnTo>
                  <a:lnTo>
                    <a:pt x="0" y="3810"/>
                  </a:lnTo>
                  <a:lnTo>
                    <a:pt x="0" y="5080"/>
                  </a:lnTo>
                  <a:lnTo>
                    <a:pt x="0" y="6350"/>
                  </a:lnTo>
                  <a:lnTo>
                    <a:pt x="95250" y="6350"/>
                  </a:lnTo>
                  <a:lnTo>
                    <a:pt x="95250" y="5080"/>
                  </a:lnTo>
                  <a:close/>
                </a:path>
                <a:path w="195579"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484F00"/>
            </a:solidFill>
          </p:spPr>
          <p:txBody>
            <a:bodyPr wrap="square" lIns="0" tIns="0" rIns="0" bIns="0" rtlCol="0"/>
            <a:lstStyle/>
            <a:p/>
          </p:txBody>
        </p:sp>
        <p:sp>
          <p:nvSpPr>
            <p:cNvPr id="2270" name="object 2270"/>
            <p:cNvSpPr/>
            <p:nvPr/>
          </p:nvSpPr>
          <p:spPr>
            <a:xfrm>
              <a:off x="7222490" y="1523999"/>
              <a:ext cx="194310" cy="7620"/>
            </a:xfrm>
            <a:custGeom>
              <a:avLst/>
              <a:gdLst/>
              <a:ahLst/>
              <a:cxnLst/>
              <a:rect l="l" t="t" r="r" b="b"/>
              <a:pathLst>
                <a:path w="194309" h="7619">
                  <a:moveTo>
                    <a:pt x="194310" y="0"/>
                  </a:moveTo>
                  <a:lnTo>
                    <a:pt x="107950" y="0"/>
                  </a:lnTo>
                  <a:lnTo>
                    <a:pt x="107950" y="1270"/>
                  </a:lnTo>
                  <a:lnTo>
                    <a:pt x="106680" y="1270"/>
                  </a:lnTo>
                  <a:lnTo>
                    <a:pt x="106680" y="2540"/>
                  </a:lnTo>
                  <a:lnTo>
                    <a:pt x="104140" y="2540"/>
                  </a:lnTo>
                  <a:lnTo>
                    <a:pt x="104140" y="3810"/>
                  </a:lnTo>
                  <a:lnTo>
                    <a:pt x="100317" y="3810"/>
                  </a:lnTo>
                  <a:lnTo>
                    <a:pt x="100317" y="2540"/>
                  </a:lnTo>
                  <a:lnTo>
                    <a:pt x="99060" y="2540"/>
                  </a:lnTo>
                  <a:lnTo>
                    <a:pt x="99060"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494E00"/>
            </a:solidFill>
          </p:spPr>
          <p:txBody>
            <a:bodyPr wrap="square" lIns="0" tIns="0" rIns="0" bIns="0" rtlCol="0"/>
            <a:lstStyle/>
            <a:p/>
          </p:txBody>
        </p:sp>
        <p:sp>
          <p:nvSpPr>
            <p:cNvPr id="2271" name="object 2271"/>
            <p:cNvSpPr/>
            <p:nvPr/>
          </p:nvSpPr>
          <p:spPr>
            <a:xfrm>
              <a:off x="7223760" y="1531619"/>
              <a:ext cx="193040" cy="7620"/>
            </a:xfrm>
            <a:custGeom>
              <a:avLst/>
              <a:gdLst/>
              <a:ahLst/>
              <a:cxnLst/>
              <a:rect l="l" t="t" r="r" b="b"/>
              <a:pathLst>
                <a:path w="193040" h="7619">
                  <a:moveTo>
                    <a:pt x="193040" y="0"/>
                  </a:moveTo>
                  <a:lnTo>
                    <a:pt x="0" y="0"/>
                  </a:lnTo>
                  <a:lnTo>
                    <a:pt x="0" y="1270"/>
                  </a:lnTo>
                  <a:lnTo>
                    <a:pt x="0" y="3810"/>
                  </a:lnTo>
                  <a:lnTo>
                    <a:pt x="1270" y="3810"/>
                  </a:lnTo>
                  <a:lnTo>
                    <a:pt x="1270" y="7620"/>
                  </a:lnTo>
                  <a:lnTo>
                    <a:pt x="191770" y="7620"/>
                  </a:lnTo>
                  <a:lnTo>
                    <a:pt x="191770" y="3810"/>
                  </a:lnTo>
                  <a:lnTo>
                    <a:pt x="191770" y="1270"/>
                  </a:lnTo>
                  <a:lnTo>
                    <a:pt x="193040" y="1270"/>
                  </a:lnTo>
                  <a:lnTo>
                    <a:pt x="193040" y="0"/>
                  </a:lnTo>
                  <a:close/>
                </a:path>
              </a:pathLst>
            </a:custGeom>
            <a:solidFill>
              <a:srgbClr val="4A4D00"/>
            </a:solidFill>
          </p:spPr>
          <p:txBody>
            <a:bodyPr wrap="square" lIns="0" tIns="0" rIns="0" bIns="0" rtlCol="0"/>
            <a:lstStyle/>
            <a:p/>
          </p:txBody>
        </p:sp>
        <p:sp>
          <p:nvSpPr>
            <p:cNvPr id="2272" name="object 2272"/>
            <p:cNvSpPr/>
            <p:nvPr/>
          </p:nvSpPr>
          <p:spPr>
            <a:xfrm>
              <a:off x="722503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4B4C00"/>
            </a:solidFill>
          </p:spPr>
          <p:txBody>
            <a:bodyPr wrap="square" lIns="0" tIns="0" rIns="0" bIns="0" rtlCol="0"/>
            <a:lstStyle/>
            <a:p/>
          </p:txBody>
        </p:sp>
        <p:sp>
          <p:nvSpPr>
            <p:cNvPr id="2273" name="object 2273"/>
            <p:cNvSpPr/>
            <p:nvPr/>
          </p:nvSpPr>
          <p:spPr>
            <a:xfrm>
              <a:off x="7226300" y="1545589"/>
              <a:ext cx="187960" cy="7620"/>
            </a:xfrm>
            <a:custGeom>
              <a:avLst/>
              <a:gdLst/>
              <a:ahLst/>
              <a:cxnLst/>
              <a:rect l="l" t="t" r="r" b="b"/>
              <a:pathLst>
                <a:path w="187959"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4C4B00"/>
            </a:solidFill>
          </p:spPr>
          <p:txBody>
            <a:bodyPr wrap="square" lIns="0" tIns="0" rIns="0" bIns="0" rtlCol="0"/>
            <a:lstStyle/>
            <a:p/>
          </p:txBody>
        </p:sp>
        <p:sp>
          <p:nvSpPr>
            <p:cNvPr id="2274" name="object 2274"/>
            <p:cNvSpPr/>
            <p:nvPr/>
          </p:nvSpPr>
          <p:spPr>
            <a:xfrm>
              <a:off x="7227570" y="1553209"/>
              <a:ext cx="186690" cy="7620"/>
            </a:xfrm>
            <a:custGeom>
              <a:avLst/>
              <a:gdLst/>
              <a:ahLst/>
              <a:cxnLst/>
              <a:rect l="l" t="t" r="r" b="b"/>
              <a:pathLst>
                <a:path w="186690"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4E4900"/>
            </a:solidFill>
          </p:spPr>
          <p:txBody>
            <a:bodyPr wrap="square" lIns="0" tIns="0" rIns="0" bIns="0" rtlCol="0"/>
            <a:lstStyle/>
            <a:p/>
          </p:txBody>
        </p:sp>
        <p:sp>
          <p:nvSpPr>
            <p:cNvPr id="2275" name="object 2275"/>
            <p:cNvSpPr/>
            <p:nvPr/>
          </p:nvSpPr>
          <p:spPr>
            <a:xfrm>
              <a:off x="722884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4F4800"/>
            </a:solidFill>
          </p:spPr>
          <p:txBody>
            <a:bodyPr wrap="square" lIns="0" tIns="0" rIns="0" bIns="0" rtlCol="0"/>
            <a:lstStyle/>
            <a:p/>
          </p:txBody>
        </p:sp>
        <p:sp>
          <p:nvSpPr>
            <p:cNvPr id="2276" name="object 2276"/>
            <p:cNvSpPr/>
            <p:nvPr/>
          </p:nvSpPr>
          <p:spPr>
            <a:xfrm>
              <a:off x="7228840" y="1567179"/>
              <a:ext cx="182880" cy="7620"/>
            </a:xfrm>
            <a:custGeom>
              <a:avLst/>
              <a:gdLst/>
              <a:ahLst/>
              <a:cxnLst/>
              <a:rect l="l" t="t" r="r" b="b"/>
              <a:pathLst>
                <a:path w="182879" h="7619">
                  <a:moveTo>
                    <a:pt x="182880" y="0"/>
                  </a:moveTo>
                  <a:lnTo>
                    <a:pt x="0" y="0"/>
                  </a:lnTo>
                  <a:lnTo>
                    <a:pt x="0" y="1270"/>
                  </a:lnTo>
                  <a:lnTo>
                    <a:pt x="0" y="2540"/>
                  </a:lnTo>
                  <a:lnTo>
                    <a:pt x="1270" y="2540"/>
                  </a:lnTo>
                  <a:lnTo>
                    <a:pt x="1270" y="7620"/>
                  </a:lnTo>
                  <a:lnTo>
                    <a:pt x="181610" y="7620"/>
                  </a:lnTo>
                  <a:lnTo>
                    <a:pt x="181610" y="2540"/>
                  </a:lnTo>
                  <a:lnTo>
                    <a:pt x="181610" y="1270"/>
                  </a:lnTo>
                  <a:lnTo>
                    <a:pt x="182880" y="1270"/>
                  </a:lnTo>
                  <a:lnTo>
                    <a:pt x="182880" y="0"/>
                  </a:lnTo>
                  <a:close/>
                </a:path>
              </a:pathLst>
            </a:custGeom>
            <a:solidFill>
              <a:srgbClr val="504700"/>
            </a:solidFill>
          </p:spPr>
          <p:txBody>
            <a:bodyPr wrap="square" lIns="0" tIns="0" rIns="0" bIns="0" rtlCol="0"/>
            <a:lstStyle/>
            <a:p/>
          </p:txBody>
        </p:sp>
        <p:sp>
          <p:nvSpPr>
            <p:cNvPr id="2277" name="object 2277"/>
            <p:cNvSpPr/>
            <p:nvPr/>
          </p:nvSpPr>
          <p:spPr>
            <a:xfrm>
              <a:off x="7230110" y="1574799"/>
              <a:ext cx="179070" cy="7620"/>
            </a:xfrm>
            <a:custGeom>
              <a:avLst/>
              <a:gdLst/>
              <a:ahLst/>
              <a:cxnLst/>
              <a:rect l="l" t="t" r="r" b="b"/>
              <a:pathLst>
                <a:path w="179070" h="7619">
                  <a:moveTo>
                    <a:pt x="179070" y="0"/>
                  </a:moveTo>
                  <a:lnTo>
                    <a:pt x="0" y="0"/>
                  </a:lnTo>
                  <a:lnTo>
                    <a:pt x="0" y="2540"/>
                  </a:lnTo>
                  <a:lnTo>
                    <a:pt x="1270" y="2540"/>
                  </a:lnTo>
                  <a:lnTo>
                    <a:pt x="1270" y="6350"/>
                  </a:lnTo>
                  <a:lnTo>
                    <a:pt x="1270" y="7620"/>
                  </a:lnTo>
                  <a:lnTo>
                    <a:pt x="177800" y="7620"/>
                  </a:lnTo>
                  <a:lnTo>
                    <a:pt x="177800" y="6350"/>
                  </a:lnTo>
                  <a:lnTo>
                    <a:pt x="179070" y="6350"/>
                  </a:lnTo>
                  <a:lnTo>
                    <a:pt x="179070" y="2540"/>
                  </a:lnTo>
                  <a:lnTo>
                    <a:pt x="179070" y="0"/>
                  </a:lnTo>
                  <a:close/>
                </a:path>
              </a:pathLst>
            </a:custGeom>
            <a:solidFill>
              <a:srgbClr val="514600"/>
            </a:solidFill>
          </p:spPr>
          <p:txBody>
            <a:bodyPr wrap="square" lIns="0" tIns="0" rIns="0" bIns="0" rtlCol="0"/>
            <a:lstStyle/>
            <a:p/>
          </p:txBody>
        </p:sp>
        <p:sp>
          <p:nvSpPr>
            <p:cNvPr id="2278" name="object 2278"/>
            <p:cNvSpPr/>
            <p:nvPr/>
          </p:nvSpPr>
          <p:spPr>
            <a:xfrm>
              <a:off x="7232650" y="1582419"/>
              <a:ext cx="175260" cy="6350"/>
            </a:xfrm>
            <a:custGeom>
              <a:avLst/>
              <a:gdLst/>
              <a:ahLst/>
              <a:cxnLst/>
              <a:rect l="l" t="t" r="r" b="b"/>
              <a:pathLst>
                <a:path w="175259"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524500"/>
            </a:solidFill>
          </p:spPr>
          <p:txBody>
            <a:bodyPr wrap="square" lIns="0" tIns="0" rIns="0" bIns="0" rtlCol="0"/>
            <a:lstStyle/>
            <a:p/>
          </p:txBody>
        </p:sp>
        <p:sp>
          <p:nvSpPr>
            <p:cNvPr id="2279" name="object 2279"/>
            <p:cNvSpPr/>
            <p:nvPr/>
          </p:nvSpPr>
          <p:spPr>
            <a:xfrm>
              <a:off x="7233920" y="1588769"/>
              <a:ext cx="172720" cy="7620"/>
            </a:xfrm>
            <a:custGeom>
              <a:avLst/>
              <a:gdLst/>
              <a:ahLst/>
              <a:cxnLst/>
              <a:rect l="l" t="t" r="r" b="b"/>
              <a:pathLst>
                <a:path w="172720"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534400"/>
            </a:solidFill>
          </p:spPr>
          <p:txBody>
            <a:bodyPr wrap="square" lIns="0" tIns="0" rIns="0" bIns="0" rtlCol="0"/>
            <a:lstStyle/>
            <a:p/>
          </p:txBody>
        </p:sp>
        <p:sp>
          <p:nvSpPr>
            <p:cNvPr id="2280" name="object 2280"/>
            <p:cNvSpPr/>
            <p:nvPr/>
          </p:nvSpPr>
          <p:spPr>
            <a:xfrm>
              <a:off x="7235190" y="1596389"/>
              <a:ext cx="170180" cy="7620"/>
            </a:xfrm>
            <a:custGeom>
              <a:avLst/>
              <a:gdLst/>
              <a:ahLst/>
              <a:cxnLst/>
              <a:rect l="l" t="t" r="r" b="b"/>
              <a:pathLst>
                <a:path w="170179" h="7619">
                  <a:moveTo>
                    <a:pt x="168910" y="2552"/>
                  </a:moveTo>
                  <a:lnTo>
                    <a:pt x="1270" y="2552"/>
                  </a:lnTo>
                  <a:lnTo>
                    <a:pt x="1270" y="7620"/>
                  </a:lnTo>
                  <a:lnTo>
                    <a:pt x="168910" y="7620"/>
                  </a:lnTo>
                  <a:lnTo>
                    <a:pt x="168910" y="2552"/>
                  </a:lnTo>
                  <a:close/>
                </a:path>
                <a:path w="170179" h="7619">
                  <a:moveTo>
                    <a:pt x="170180" y="0"/>
                  </a:moveTo>
                  <a:lnTo>
                    <a:pt x="0" y="0"/>
                  </a:lnTo>
                  <a:lnTo>
                    <a:pt x="0" y="2540"/>
                  </a:lnTo>
                  <a:lnTo>
                    <a:pt x="170180" y="2540"/>
                  </a:lnTo>
                  <a:lnTo>
                    <a:pt x="170180" y="0"/>
                  </a:lnTo>
                  <a:close/>
                </a:path>
              </a:pathLst>
            </a:custGeom>
            <a:solidFill>
              <a:srgbClr val="544300"/>
            </a:solidFill>
          </p:spPr>
          <p:txBody>
            <a:bodyPr wrap="square" lIns="0" tIns="0" rIns="0" bIns="0" rtlCol="0"/>
            <a:lstStyle/>
            <a:p/>
          </p:txBody>
        </p:sp>
        <p:sp>
          <p:nvSpPr>
            <p:cNvPr id="2281" name="object 2281"/>
            <p:cNvSpPr/>
            <p:nvPr/>
          </p:nvSpPr>
          <p:spPr>
            <a:xfrm>
              <a:off x="7236460" y="1604009"/>
              <a:ext cx="166370" cy="6350"/>
            </a:xfrm>
            <a:custGeom>
              <a:avLst/>
              <a:gdLst/>
              <a:ahLst/>
              <a:cxnLst/>
              <a:rect l="l" t="t" r="r" b="b"/>
              <a:pathLst>
                <a:path w="166370" h="6350">
                  <a:moveTo>
                    <a:pt x="166370" y="0"/>
                  </a:moveTo>
                  <a:lnTo>
                    <a:pt x="0" y="0"/>
                  </a:lnTo>
                  <a:lnTo>
                    <a:pt x="0" y="1270"/>
                  </a:lnTo>
                  <a:lnTo>
                    <a:pt x="1270" y="1270"/>
                  </a:lnTo>
                  <a:lnTo>
                    <a:pt x="1270" y="3810"/>
                  </a:lnTo>
                  <a:lnTo>
                    <a:pt x="1270" y="6350"/>
                  </a:lnTo>
                  <a:lnTo>
                    <a:pt x="165100" y="6350"/>
                  </a:lnTo>
                  <a:lnTo>
                    <a:pt x="165100" y="3810"/>
                  </a:lnTo>
                  <a:lnTo>
                    <a:pt x="166370" y="3810"/>
                  </a:lnTo>
                  <a:lnTo>
                    <a:pt x="166370" y="1270"/>
                  </a:lnTo>
                  <a:lnTo>
                    <a:pt x="166370" y="0"/>
                  </a:lnTo>
                  <a:close/>
                </a:path>
              </a:pathLst>
            </a:custGeom>
            <a:solidFill>
              <a:srgbClr val="564100"/>
            </a:solidFill>
          </p:spPr>
          <p:txBody>
            <a:bodyPr wrap="square" lIns="0" tIns="0" rIns="0" bIns="0" rtlCol="0"/>
            <a:lstStyle/>
            <a:p/>
          </p:txBody>
        </p:sp>
        <p:sp>
          <p:nvSpPr>
            <p:cNvPr id="2282" name="object 2282"/>
            <p:cNvSpPr/>
            <p:nvPr/>
          </p:nvSpPr>
          <p:spPr>
            <a:xfrm>
              <a:off x="7239000" y="1610359"/>
              <a:ext cx="162560" cy="7620"/>
            </a:xfrm>
            <a:custGeom>
              <a:avLst/>
              <a:gdLst/>
              <a:ahLst/>
              <a:cxnLst/>
              <a:rect l="l" t="t" r="r" b="b"/>
              <a:pathLst>
                <a:path w="162559"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574000"/>
            </a:solidFill>
          </p:spPr>
          <p:txBody>
            <a:bodyPr wrap="square" lIns="0" tIns="0" rIns="0" bIns="0" rtlCol="0"/>
            <a:lstStyle/>
            <a:p/>
          </p:txBody>
        </p:sp>
        <p:sp>
          <p:nvSpPr>
            <p:cNvPr id="2283" name="object 2283"/>
            <p:cNvSpPr/>
            <p:nvPr/>
          </p:nvSpPr>
          <p:spPr>
            <a:xfrm>
              <a:off x="7241540" y="1617992"/>
              <a:ext cx="156210" cy="7620"/>
            </a:xfrm>
            <a:custGeom>
              <a:avLst/>
              <a:gdLst/>
              <a:ahLst/>
              <a:cxnLst/>
              <a:rect l="l" t="t" r="r" b="b"/>
              <a:pathLst>
                <a:path w="156209" h="7619">
                  <a:moveTo>
                    <a:pt x="156210" y="0"/>
                  </a:moveTo>
                  <a:lnTo>
                    <a:pt x="0" y="0"/>
                  </a:lnTo>
                  <a:lnTo>
                    <a:pt x="0" y="3810"/>
                  </a:lnTo>
                  <a:lnTo>
                    <a:pt x="1270" y="3810"/>
                  </a:lnTo>
                  <a:lnTo>
                    <a:pt x="1270" y="7607"/>
                  </a:lnTo>
                  <a:lnTo>
                    <a:pt x="154940" y="7607"/>
                  </a:lnTo>
                  <a:lnTo>
                    <a:pt x="154940" y="3810"/>
                  </a:lnTo>
                  <a:lnTo>
                    <a:pt x="156210" y="3810"/>
                  </a:lnTo>
                  <a:lnTo>
                    <a:pt x="156210" y="0"/>
                  </a:lnTo>
                  <a:close/>
                </a:path>
              </a:pathLst>
            </a:custGeom>
            <a:solidFill>
              <a:srgbClr val="583F00"/>
            </a:solidFill>
          </p:spPr>
          <p:txBody>
            <a:bodyPr wrap="square" lIns="0" tIns="0" rIns="0" bIns="0" rtlCol="0"/>
            <a:lstStyle/>
            <a:p/>
          </p:txBody>
        </p:sp>
        <p:sp>
          <p:nvSpPr>
            <p:cNvPr id="2284" name="object 2284"/>
            <p:cNvSpPr/>
            <p:nvPr/>
          </p:nvSpPr>
          <p:spPr>
            <a:xfrm>
              <a:off x="7244080" y="1625599"/>
              <a:ext cx="151130" cy="6350"/>
            </a:xfrm>
            <a:custGeom>
              <a:avLst/>
              <a:gdLst/>
              <a:ahLst/>
              <a:cxnLst/>
              <a:rect l="l" t="t" r="r" b="b"/>
              <a:pathLst>
                <a:path w="151129" h="6350">
                  <a:moveTo>
                    <a:pt x="151130" y="0"/>
                  </a:moveTo>
                  <a:lnTo>
                    <a:pt x="0" y="0"/>
                  </a:lnTo>
                  <a:lnTo>
                    <a:pt x="0" y="2540"/>
                  </a:lnTo>
                  <a:lnTo>
                    <a:pt x="0" y="3810"/>
                  </a:lnTo>
                  <a:lnTo>
                    <a:pt x="1270" y="3810"/>
                  </a:lnTo>
                  <a:lnTo>
                    <a:pt x="1270" y="6350"/>
                  </a:lnTo>
                  <a:lnTo>
                    <a:pt x="149860" y="6350"/>
                  </a:lnTo>
                  <a:lnTo>
                    <a:pt x="149860" y="3810"/>
                  </a:lnTo>
                  <a:lnTo>
                    <a:pt x="149847" y="2540"/>
                  </a:lnTo>
                  <a:lnTo>
                    <a:pt x="151130" y="2540"/>
                  </a:lnTo>
                  <a:lnTo>
                    <a:pt x="151130" y="0"/>
                  </a:lnTo>
                  <a:close/>
                </a:path>
              </a:pathLst>
            </a:custGeom>
            <a:solidFill>
              <a:srgbClr val="593E00"/>
            </a:solidFill>
          </p:spPr>
          <p:txBody>
            <a:bodyPr wrap="square" lIns="0" tIns="0" rIns="0" bIns="0" rtlCol="0"/>
            <a:lstStyle/>
            <a:p/>
          </p:txBody>
        </p:sp>
        <p:sp>
          <p:nvSpPr>
            <p:cNvPr id="2285" name="object 2285"/>
            <p:cNvSpPr/>
            <p:nvPr/>
          </p:nvSpPr>
          <p:spPr>
            <a:xfrm>
              <a:off x="7245350" y="1631949"/>
              <a:ext cx="147320" cy="7620"/>
            </a:xfrm>
            <a:custGeom>
              <a:avLst/>
              <a:gdLst/>
              <a:ahLst/>
              <a:cxnLst/>
              <a:rect l="l" t="t" r="r" b="b"/>
              <a:pathLst>
                <a:path w="147320" h="7619">
                  <a:moveTo>
                    <a:pt x="147320" y="0"/>
                  </a:moveTo>
                  <a:lnTo>
                    <a:pt x="0" y="0"/>
                  </a:lnTo>
                  <a:lnTo>
                    <a:pt x="0" y="1270"/>
                  </a:lnTo>
                  <a:lnTo>
                    <a:pt x="1270" y="1270"/>
                  </a:lnTo>
                  <a:lnTo>
                    <a:pt x="1270" y="3810"/>
                  </a:lnTo>
                  <a:lnTo>
                    <a:pt x="1270" y="5080"/>
                  </a:lnTo>
                  <a:lnTo>
                    <a:pt x="2540" y="5080"/>
                  </a:lnTo>
                  <a:lnTo>
                    <a:pt x="2540" y="6350"/>
                  </a:lnTo>
                  <a:lnTo>
                    <a:pt x="2540" y="7620"/>
                  </a:lnTo>
                  <a:lnTo>
                    <a:pt x="144780" y="7620"/>
                  </a:lnTo>
                  <a:lnTo>
                    <a:pt x="144780" y="6350"/>
                  </a:lnTo>
                  <a:lnTo>
                    <a:pt x="146050" y="6350"/>
                  </a:lnTo>
                  <a:lnTo>
                    <a:pt x="146050" y="5080"/>
                  </a:lnTo>
                  <a:lnTo>
                    <a:pt x="146050" y="3810"/>
                  </a:lnTo>
                  <a:lnTo>
                    <a:pt x="147320" y="3810"/>
                  </a:lnTo>
                  <a:lnTo>
                    <a:pt x="147320" y="1270"/>
                  </a:lnTo>
                  <a:lnTo>
                    <a:pt x="147320" y="0"/>
                  </a:lnTo>
                  <a:close/>
                </a:path>
              </a:pathLst>
            </a:custGeom>
            <a:solidFill>
              <a:srgbClr val="5A3D00"/>
            </a:solidFill>
          </p:spPr>
          <p:txBody>
            <a:bodyPr wrap="square" lIns="0" tIns="0" rIns="0" bIns="0" rtlCol="0"/>
            <a:lstStyle/>
            <a:p/>
          </p:txBody>
        </p:sp>
        <p:sp>
          <p:nvSpPr>
            <p:cNvPr id="2286" name="object 2286"/>
            <p:cNvSpPr/>
            <p:nvPr/>
          </p:nvSpPr>
          <p:spPr>
            <a:xfrm>
              <a:off x="7249160" y="1639569"/>
              <a:ext cx="140970" cy="7620"/>
            </a:xfrm>
            <a:custGeom>
              <a:avLst/>
              <a:gdLst/>
              <a:ahLst/>
              <a:cxnLst/>
              <a:rect l="l" t="t" r="r" b="b"/>
              <a:pathLst>
                <a:path w="140970" h="7619">
                  <a:moveTo>
                    <a:pt x="140970" y="0"/>
                  </a:moveTo>
                  <a:lnTo>
                    <a:pt x="0" y="0"/>
                  </a:lnTo>
                  <a:lnTo>
                    <a:pt x="0" y="1270"/>
                  </a:lnTo>
                  <a:lnTo>
                    <a:pt x="0" y="2540"/>
                  </a:lnTo>
                  <a:lnTo>
                    <a:pt x="1270" y="2540"/>
                  </a:lnTo>
                  <a:lnTo>
                    <a:pt x="1270" y="3810"/>
                  </a:lnTo>
                  <a:lnTo>
                    <a:pt x="1270" y="5080"/>
                  </a:lnTo>
                  <a:lnTo>
                    <a:pt x="2540" y="5080"/>
                  </a:lnTo>
                  <a:lnTo>
                    <a:pt x="2540" y="6350"/>
                  </a:lnTo>
                  <a:lnTo>
                    <a:pt x="2540" y="7620"/>
                  </a:lnTo>
                  <a:lnTo>
                    <a:pt x="137160" y="7620"/>
                  </a:lnTo>
                  <a:lnTo>
                    <a:pt x="137160" y="6350"/>
                  </a:lnTo>
                  <a:lnTo>
                    <a:pt x="138430" y="6350"/>
                  </a:lnTo>
                  <a:lnTo>
                    <a:pt x="138430" y="5080"/>
                  </a:lnTo>
                  <a:lnTo>
                    <a:pt x="138417" y="3810"/>
                  </a:lnTo>
                  <a:lnTo>
                    <a:pt x="139700" y="3810"/>
                  </a:lnTo>
                  <a:lnTo>
                    <a:pt x="139700" y="2540"/>
                  </a:lnTo>
                  <a:lnTo>
                    <a:pt x="139700" y="1270"/>
                  </a:lnTo>
                  <a:lnTo>
                    <a:pt x="140970" y="1270"/>
                  </a:lnTo>
                  <a:lnTo>
                    <a:pt x="140970" y="0"/>
                  </a:lnTo>
                  <a:close/>
                </a:path>
              </a:pathLst>
            </a:custGeom>
            <a:solidFill>
              <a:srgbClr val="5B3C00"/>
            </a:solidFill>
          </p:spPr>
          <p:txBody>
            <a:bodyPr wrap="square" lIns="0" tIns="0" rIns="0" bIns="0" rtlCol="0"/>
            <a:lstStyle/>
            <a:p/>
          </p:txBody>
        </p:sp>
        <p:sp>
          <p:nvSpPr>
            <p:cNvPr id="2287" name="object 2287"/>
            <p:cNvSpPr/>
            <p:nvPr/>
          </p:nvSpPr>
          <p:spPr>
            <a:xfrm>
              <a:off x="725297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810" y="5080"/>
                  </a:lnTo>
                  <a:lnTo>
                    <a:pt x="130810" y="3810"/>
                  </a:lnTo>
                  <a:lnTo>
                    <a:pt x="132080" y="3810"/>
                  </a:lnTo>
                  <a:lnTo>
                    <a:pt x="132080" y="2540"/>
                  </a:lnTo>
                  <a:lnTo>
                    <a:pt x="132080" y="1270"/>
                  </a:lnTo>
                  <a:lnTo>
                    <a:pt x="133350" y="1270"/>
                  </a:lnTo>
                  <a:lnTo>
                    <a:pt x="133350" y="0"/>
                  </a:lnTo>
                  <a:close/>
                </a:path>
              </a:pathLst>
            </a:custGeom>
            <a:solidFill>
              <a:srgbClr val="5C3B00"/>
            </a:solidFill>
          </p:spPr>
          <p:txBody>
            <a:bodyPr wrap="square" lIns="0" tIns="0" rIns="0" bIns="0" rtlCol="0"/>
            <a:lstStyle/>
            <a:p/>
          </p:txBody>
        </p:sp>
        <p:sp>
          <p:nvSpPr>
            <p:cNvPr id="2288" name="object 2288"/>
            <p:cNvSpPr/>
            <p:nvPr/>
          </p:nvSpPr>
          <p:spPr>
            <a:xfrm>
              <a:off x="7256780" y="1653539"/>
              <a:ext cx="124460" cy="7620"/>
            </a:xfrm>
            <a:custGeom>
              <a:avLst/>
              <a:gdLst/>
              <a:ahLst/>
              <a:cxnLst/>
              <a:rect l="l" t="t" r="r" b="b"/>
              <a:pathLst>
                <a:path w="124459" h="7619">
                  <a:moveTo>
                    <a:pt x="119380" y="6362"/>
                  </a:moveTo>
                  <a:lnTo>
                    <a:pt x="3810" y="6362"/>
                  </a:lnTo>
                  <a:lnTo>
                    <a:pt x="3810" y="7620"/>
                  </a:lnTo>
                  <a:lnTo>
                    <a:pt x="119380" y="7620"/>
                  </a:lnTo>
                  <a:lnTo>
                    <a:pt x="119380" y="6362"/>
                  </a:lnTo>
                  <a:close/>
                </a:path>
                <a:path w="124459" h="7619">
                  <a:moveTo>
                    <a:pt x="124447" y="0"/>
                  </a:moveTo>
                  <a:lnTo>
                    <a:pt x="0" y="0"/>
                  </a:lnTo>
                  <a:lnTo>
                    <a:pt x="0" y="1270"/>
                  </a:lnTo>
                  <a:lnTo>
                    <a:pt x="0" y="2540"/>
                  </a:lnTo>
                  <a:lnTo>
                    <a:pt x="1270" y="2540"/>
                  </a:lnTo>
                  <a:lnTo>
                    <a:pt x="1270" y="3810"/>
                  </a:lnTo>
                  <a:lnTo>
                    <a:pt x="2540" y="3810"/>
                  </a:lnTo>
                  <a:lnTo>
                    <a:pt x="2540" y="5080"/>
                  </a:lnTo>
                  <a:lnTo>
                    <a:pt x="2540" y="6350"/>
                  </a:lnTo>
                  <a:lnTo>
                    <a:pt x="120650" y="6350"/>
                  </a:lnTo>
                  <a:lnTo>
                    <a:pt x="120650" y="5080"/>
                  </a:lnTo>
                  <a:lnTo>
                    <a:pt x="121920" y="5080"/>
                  </a:lnTo>
                  <a:lnTo>
                    <a:pt x="121920" y="3810"/>
                  </a:lnTo>
                  <a:lnTo>
                    <a:pt x="123190" y="3810"/>
                  </a:lnTo>
                  <a:lnTo>
                    <a:pt x="123190" y="2540"/>
                  </a:lnTo>
                  <a:lnTo>
                    <a:pt x="123190" y="1270"/>
                  </a:lnTo>
                  <a:lnTo>
                    <a:pt x="124447" y="1270"/>
                  </a:lnTo>
                  <a:lnTo>
                    <a:pt x="124447" y="0"/>
                  </a:lnTo>
                  <a:close/>
                </a:path>
              </a:pathLst>
            </a:custGeom>
            <a:solidFill>
              <a:srgbClr val="5E3900"/>
            </a:solidFill>
          </p:spPr>
          <p:txBody>
            <a:bodyPr wrap="square" lIns="0" tIns="0" rIns="0" bIns="0" rtlCol="0"/>
            <a:lstStyle/>
            <a:p/>
          </p:txBody>
        </p:sp>
        <p:sp>
          <p:nvSpPr>
            <p:cNvPr id="2289" name="object 2289"/>
            <p:cNvSpPr/>
            <p:nvPr/>
          </p:nvSpPr>
          <p:spPr>
            <a:xfrm>
              <a:off x="7261860" y="1661159"/>
              <a:ext cx="114300" cy="8255"/>
            </a:xfrm>
            <a:custGeom>
              <a:avLst/>
              <a:gdLst/>
              <a:ahLst/>
              <a:cxnLst/>
              <a:rect l="l" t="t" r="r" b="b"/>
              <a:pathLst>
                <a:path w="114300" h="8255">
                  <a:moveTo>
                    <a:pt x="110490" y="5092"/>
                  </a:moveTo>
                  <a:lnTo>
                    <a:pt x="3810" y="5092"/>
                  </a:lnTo>
                  <a:lnTo>
                    <a:pt x="3810" y="6350"/>
                  </a:lnTo>
                  <a:lnTo>
                    <a:pt x="5080" y="6350"/>
                  </a:lnTo>
                  <a:lnTo>
                    <a:pt x="5080" y="7632"/>
                  </a:lnTo>
                  <a:lnTo>
                    <a:pt x="109220" y="7632"/>
                  </a:lnTo>
                  <a:lnTo>
                    <a:pt x="109220" y="6350"/>
                  </a:lnTo>
                  <a:lnTo>
                    <a:pt x="110490" y="6350"/>
                  </a:lnTo>
                  <a:lnTo>
                    <a:pt x="110490" y="5092"/>
                  </a:lnTo>
                  <a:close/>
                </a:path>
                <a:path w="114300" h="8255">
                  <a:moveTo>
                    <a:pt x="114300" y="0"/>
                  </a:moveTo>
                  <a:lnTo>
                    <a:pt x="0" y="0"/>
                  </a:lnTo>
                  <a:lnTo>
                    <a:pt x="0" y="1282"/>
                  </a:lnTo>
                  <a:lnTo>
                    <a:pt x="1270" y="1282"/>
                  </a:lnTo>
                  <a:lnTo>
                    <a:pt x="1270" y="2540"/>
                  </a:lnTo>
                  <a:lnTo>
                    <a:pt x="1270" y="3810"/>
                  </a:lnTo>
                  <a:lnTo>
                    <a:pt x="2540" y="3810"/>
                  </a:lnTo>
                  <a:lnTo>
                    <a:pt x="2540" y="5080"/>
                  </a:lnTo>
                  <a:lnTo>
                    <a:pt x="111760" y="5080"/>
                  </a:lnTo>
                  <a:lnTo>
                    <a:pt x="111760" y="3810"/>
                  </a:lnTo>
                  <a:lnTo>
                    <a:pt x="111760" y="2540"/>
                  </a:lnTo>
                  <a:lnTo>
                    <a:pt x="113017" y="2540"/>
                  </a:lnTo>
                  <a:lnTo>
                    <a:pt x="113017" y="1282"/>
                  </a:lnTo>
                  <a:lnTo>
                    <a:pt x="114300" y="1282"/>
                  </a:lnTo>
                  <a:lnTo>
                    <a:pt x="114300" y="0"/>
                  </a:lnTo>
                  <a:close/>
                </a:path>
              </a:pathLst>
            </a:custGeom>
            <a:solidFill>
              <a:srgbClr val="5F3800"/>
            </a:solidFill>
          </p:spPr>
          <p:txBody>
            <a:bodyPr wrap="square" lIns="0" tIns="0" rIns="0" bIns="0" rtlCol="0"/>
            <a:lstStyle/>
            <a:p/>
          </p:txBody>
        </p:sp>
        <p:sp>
          <p:nvSpPr>
            <p:cNvPr id="2290" name="object 2290"/>
            <p:cNvSpPr/>
            <p:nvPr/>
          </p:nvSpPr>
          <p:spPr>
            <a:xfrm>
              <a:off x="7268210" y="1668792"/>
              <a:ext cx="101600" cy="6350"/>
            </a:xfrm>
            <a:custGeom>
              <a:avLst/>
              <a:gdLst/>
              <a:ahLst/>
              <a:cxnLst/>
              <a:rect l="l" t="t" r="r" b="b"/>
              <a:pathLst>
                <a:path w="101600" h="6350">
                  <a:moveTo>
                    <a:pt x="101600"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20" y="6350"/>
                  </a:lnTo>
                  <a:lnTo>
                    <a:pt x="96520" y="5067"/>
                  </a:lnTo>
                  <a:lnTo>
                    <a:pt x="97790" y="5067"/>
                  </a:lnTo>
                  <a:lnTo>
                    <a:pt x="97790" y="3810"/>
                  </a:lnTo>
                  <a:lnTo>
                    <a:pt x="99060" y="3810"/>
                  </a:lnTo>
                  <a:lnTo>
                    <a:pt x="99060" y="2527"/>
                  </a:lnTo>
                  <a:lnTo>
                    <a:pt x="100317" y="2527"/>
                  </a:lnTo>
                  <a:lnTo>
                    <a:pt x="100317" y="1257"/>
                  </a:lnTo>
                  <a:lnTo>
                    <a:pt x="101600" y="1257"/>
                  </a:lnTo>
                  <a:lnTo>
                    <a:pt x="101600" y="0"/>
                  </a:lnTo>
                  <a:close/>
                </a:path>
              </a:pathLst>
            </a:custGeom>
            <a:solidFill>
              <a:srgbClr val="603700"/>
            </a:solidFill>
          </p:spPr>
          <p:txBody>
            <a:bodyPr wrap="square" lIns="0" tIns="0" rIns="0" bIns="0" rtlCol="0"/>
            <a:lstStyle/>
            <a:p/>
          </p:txBody>
        </p:sp>
        <p:sp>
          <p:nvSpPr>
            <p:cNvPr id="2291" name="object 2291"/>
            <p:cNvSpPr/>
            <p:nvPr/>
          </p:nvSpPr>
          <p:spPr>
            <a:xfrm>
              <a:off x="7275830" y="1675129"/>
              <a:ext cx="87630" cy="7620"/>
            </a:xfrm>
            <a:custGeom>
              <a:avLst/>
              <a:gdLst/>
              <a:ahLst/>
              <a:cxnLst/>
              <a:rect l="l" t="t" r="r" b="b"/>
              <a:pathLst>
                <a:path w="87629" h="7619">
                  <a:moveTo>
                    <a:pt x="77470" y="6350"/>
                  </a:moveTo>
                  <a:lnTo>
                    <a:pt x="10160" y="6350"/>
                  </a:lnTo>
                  <a:lnTo>
                    <a:pt x="10160" y="7619"/>
                  </a:lnTo>
                  <a:lnTo>
                    <a:pt x="77470" y="7619"/>
                  </a:lnTo>
                  <a:lnTo>
                    <a:pt x="77470" y="6350"/>
                  </a:lnTo>
                  <a:close/>
                </a:path>
                <a:path w="87629" h="7619">
                  <a:moveTo>
                    <a:pt x="81279" y="5079"/>
                  </a:moveTo>
                  <a:lnTo>
                    <a:pt x="7620" y="5079"/>
                  </a:lnTo>
                  <a:lnTo>
                    <a:pt x="7620" y="6350"/>
                  </a:lnTo>
                  <a:lnTo>
                    <a:pt x="81279" y="6350"/>
                  </a:lnTo>
                  <a:lnTo>
                    <a:pt x="81279" y="5079"/>
                  </a:lnTo>
                  <a:close/>
                </a:path>
                <a:path w="87629" h="7619">
                  <a:moveTo>
                    <a:pt x="83820" y="3810"/>
                  </a:moveTo>
                  <a:lnTo>
                    <a:pt x="5079" y="3810"/>
                  </a:lnTo>
                  <a:lnTo>
                    <a:pt x="5079" y="5079"/>
                  </a:lnTo>
                  <a:lnTo>
                    <a:pt x="83820" y="5079"/>
                  </a:lnTo>
                  <a:lnTo>
                    <a:pt x="83820" y="3810"/>
                  </a:lnTo>
                  <a:close/>
                </a:path>
                <a:path w="87629" h="7619">
                  <a:moveTo>
                    <a:pt x="85090" y="2539"/>
                  </a:moveTo>
                  <a:lnTo>
                    <a:pt x="2540" y="2539"/>
                  </a:lnTo>
                  <a:lnTo>
                    <a:pt x="2540" y="3810"/>
                  </a:lnTo>
                  <a:lnTo>
                    <a:pt x="85090" y="3810"/>
                  </a:lnTo>
                  <a:lnTo>
                    <a:pt x="85090" y="2539"/>
                  </a:lnTo>
                  <a:close/>
                </a:path>
                <a:path w="87629" h="7619">
                  <a:moveTo>
                    <a:pt x="86360" y="1269"/>
                  </a:moveTo>
                  <a:lnTo>
                    <a:pt x="1270" y="1269"/>
                  </a:lnTo>
                  <a:lnTo>
                    <a:pt x="1270" y="2539"/>
                  </a:lnTo>
                  <a:lnTo>
                    <a:pt x="86360" y="2539"/>
                  </a:lnTo>
                  <a:lnTo>
                    <a:pt x="86360" y="1269"/>
                  </a:lnTo>
                  <a:close/>
                </a:path>
                <a:path w="87629" h="7619">
                  <a:moveTo>
                    <a:pt x="87629" y="0"/>
                  </a:moveTo>
                  <a:lnTo>
                    <a:pt x="0" y="0"/>
                  </a:lnTo>
                  <a:lnTo>
                    <a:pt x="0" y="1269"/>
                  </a:lnTo>
                  <a:lnTo>
                    <a:pt x="87629" y="1269"/>
                  </a:lnTo>
                  <a:lnTo>
                    <a:pt x="87629" y="0"/>
                  </a:lnTo>
                  <a:close/>
                </a:path>
              </a:pathLst>
            </a:custGeom>
            <a:solidFill>
              <a:srgbClr val="613600"/>
            </a:solidFill>
          </p:spPr>
          <p:txBody>
            <a:bodyPr wrap="square" lIns="0" tIns="0" rIns="0" bIns="0" rtlCol="0"/>
            <a:lstStyle/>
            <a:p/>
          </p:txBody>
        </p:sp>
        <p:sp>
          <p:nvSpPr>
            <p:cNvPr id="2292" name="object 2292"/>
            <p:cNvSpPr/>
            <p:nvPr/>
          </p:nvSpPr>
          <p:spPr>
            <a:xfrm>
              <a:off x="7287260" y="1682749"/>
              <a:ext cx="64769" cy="7620"/>
            </a:xfrm>
            <a:custGeom>
              <a:avLst/>
              <a:gdLst/>
              <a:ahLst/>
              <a:cxnLst/>
              <a:rect l="l" t="t" r="r" b="b"/>
              <a:pathLst>
                <a:path w="64770" h="7619">
                  <a:moveTo>
                    <a:pt x="34290" y="6350"/>
                  </a:moveTo>
                  <a:lnTo>
                    <a:pt x="33020" y="6350"/>
                  </a:lnTo>
                  <a:lnTo>
                    <a:pt x="33020" y="7620"/>
                  </a:lnTo>
                  <a:lnTo>
                    <a:pt x="34290" y="7620"/>
                  </a:lnTo>
                  <a:lnTo>
                    <a:pt x="34290" y="6350"/>
                  </a:lnTo>
                  <a:close/>
                </a:path>
                <a:path w="64770" h="7619">
                  <a:moveTo>
                    <a:pt x="43180" y="5080"/>
                  </a:moveTo>
                  <a:lnTo>
                    <a:pt x="21590" y="5080"/>
                  </a:lnTo>
                  <a:lnTo>
                    <a:pt x="21590" y="6350"/>
                  </a:lnTo>
                  <a:lnTo>
                    <a:pt x="43180" y="6350"/>
                  </a:lnTo>
                  <a:lnTo>
                    <a:pt x="43180" y="5080"/>
                  </a:lnTo>
                  <a:close/>
                </a:path>
                <a:path w="64770" h="7619">
                  <a:moveTo>
                    <a:pt x="57150" y="3810"/>
                  </a:moveTo>
                  <a:lnTo>
                    <a:pt x="17780" y="3810"/>
                  </a:lnTo>
                  <a:lnTo>
                    <a:pt x="17780" y="5080"/>
                  </a:lnTo>
                  <a:lnTo>
                    <a:pt x="57150" y="5080"/>
                  </a:lnTo>
                  <a:lnTo>
                    <a:pt x="57150" y="3810"/>
                  </a:lnTo>
                  <a:close/>
                </a:path>
                <a:path w="64770" h="7619">
                  <a:moveTo>
                    <a:pt x="59690" y="2540"/>
                  </a:moveTo>
                  <a:lnTo>
                    <a:pt x="10160" y="2540"/>
                  </a:lnTo>
                  <a:lnTo>
                    <a:pt x="10160" y="3810"/>
                  </a:lnTo>
                  <a:lnTo>
                    <a:pt x="59690" y="3810"/>
                  </a:lnTo>
                  <a:lnTo>
                    <a:pt x="59690" y="2540"/>
                  </a:lnTo>
                  <a:close/>
                </a:path>
                <a:path w="64770" h="7619">
                  <a:moveTo>
                    <a:pt x="62229" y="1270"/>
                  </a:moveTo>
                  <a:lnTo>
                    <a:pt x="7620" y="1270"/>
                  </a:lnTo>
                  <a:lnTo>
                    <a:pt x="7620" y="2540"/>
                  </a:lnTo>
                  <a:lnTo>
                    <a:pt x="62229" y="2540"/>
                  </a:lnTo>
                  <a:lnTo>
                    <a:pt x="62229" y="1270"/>
                  </a:lnTo>
                  <a:close/>
                </a:path>
                <a:path w="64770" h="7619">
                  <a:moveTo>
                    <a:pt x="64770" y="0"/>
                  </a:moveTo>
                  <a:lnTo>
                    <a:pt x="0" y="0"/>
                  </a:lnTo>
                  <a:lnTo>
                    <a:pt x="0" y="1270"/>
                  </a:lnTo>
                  <a:lnTo>
                    <a:pt x="64770" y="1270"/>
                  </a:lnTo>
                  <a:lnTo>
                    <a:pt x="64770" y="0"/>
                  </a:lnTo>
                  <a:close/>
                </a:path>
              </a:pathLst>
            </a:custGeom>
            <a:solidFill>
              <a:srgbClr val="623500"/>
            </a:solidFill>
          </p:spPr>
          <p:txBody>
            <a:bodyPr wrap="square" lIns="0" tIns="0" rIns="0" bIns="0" rtlCol="0"/>
            <a:lstStyle/>
            <a:p/>
          </p:txBody>
        </p:sp>
      </p:grpSp>
      <p:grpSp>
        <p:nvGrpSpPr>
          <p:cNvPr id="2293" name="object 2293"/>
          <p:cNvGrpSpPr/>
          <p:nvPr/>
        </p:nvGrpSpPr>
        <p:grpSpPr>
          <a:xfrm>
            <a:off x="7498080" y="839469"/>
            <a:ext cx="146050" cy="850900"/>
            <a:chOff x="7498080" y="839469"/>
            <a:chExt cx="146050" cy="850900"/>
          </a:xfrm>
        </p:grpSpPr>
        <p:sp>
          <p:nvSpPr>
            <p:cNvPr id="2294" name="object 2294"/>
            <p:cNvSpPr/>
            <p:nvPr/>
          </p:nvSpPr>
          <p:spPr>
            <a:xfrm>
              <a:off x="7597140" y="839469"/>
              <a:ext cx="8890" cy="13970"/>
            </a:xfrm>
            <a:custGeom>
              <a:avLst/>
              <a:gdLst/>
              <a:ahLst/>
              <a:cxnLst/>
              <a:rect l="l" t="t" r="r" b="b"/>
              <a:pathLst>
                <a:path w="8890" h="13969">
                  <a:moveTo>
                    <a:pt x="8890" y="0"/>
                  </a:moveTo>
                  <a:lnTo>
                    <a:pt x="7620" y="0"/>
                  </a:lnTo>
                  <a:lnTo>
                    <a:pt x="7620" y="1270"/>
                  </a:lnTo>
                  <a:lnTo>
                    <a:pt x="6350" y="1270"/>
                  </a:lnTo>
                  <a:lnTo>
                    <a:pt x="6350" y="3810"/>
                  </a:lnTo>
                  <a:lnTo>
                    <a:pt x="5080" y="3810"/>
                  </a:lnTo>
                  <a:lnTo>
                    <a:pt x="5080" y="6350"/>
                  </a:lnTo>
                  <a:lnTo>
                    <a:pt x="3810" y="6350"/>
                  </a:lnTo>
                  <a:lnTo>
                    <a:pt x="3810" y="7620"/>
                  </a:lnTo>
                  <a:lnTo>
                    <a:pt x="2540" y="7620"/>
                  </a:lnTo>
                  <a:lnTo>
                    <a:pt x="2540" y="10160"/>
                  </a:lnTo>
                  <a:lnTo>
                    <a:pt x="1270" y="10160"/>
                  </a:lnTo>
                  <a:lnTo>
                    <a:pt x="1270" y="12700"/>
                  </a:lnTo>
                  <a:lnTo>
                    <a:pt x="0" y="12700"/>
                  </a:lnTo>
                  <a:lnTo>
                    <a:pt x="0" y="13970"/>
                  </a:lnTo>
                  <a:lnTo>
                    <a:pt x="8890" y="13970"/>
                  </a:lnTo>
                  <a:lnTo>
                    <a:pt x="8890" y="6350"/>
                  </a:lnTo>
                  <a:lnTo>
                    <a:pt x="8890" y="0"/>
                  </a:lnTo>
                  <a:close/>
                </a:path>
              </a:pathLst>
            </a:custGeom>
            <a:solidFill>
              <a:srgbClr val="009800"/>
            </a:solidFill>
          </p:spPr>
          <p:txBody>
            <a:bodyPr wrap="square" lIns="0" tIns="0" rIns="0" bIns="0" rtlCol="0"/>
            <a:lstStyle/>
            <a:p/>
          </p:txBody>
        </p:sp>
        <p:sp>
          <p:nvSpPr>
            <p:cNvPr id="2295" name="object 2295"/>
            <p:cNvSpPr/>
            <p:nvPr/>
          </p:nvSpPr>
          <p:spPr>
            <a:xfrm>
              <a:off x="7592060" y="853439"/>
              <a:ext cx="13970" cy="8890"/>
            </a:xfrm>
            <a:custGeom>
              <a:avLst/>
              <a:gdLst/>
              <a:ahLst/>
              <a:cxnLst/>
              <a:rect l="l" t="t" r="r" b="b"/>
              <a:pathLst>
                <a:path w="13970" h="8890">
                  <a:moveTo>
                    <a:pt x="13970" y="0"/>
                  </a:moveTo>
                  <a:lnTo>
                    <a:pt x="3810" y="0"/>
                  </a:lnTo>
                  <a:lnTo>
                    <a:pt x="3810" y="2539"/>
                  </a:lnTo>
                  <a:lnTo>
                    <a:pt x="2540" y="2539"/>
                  </a:lnTo>
                  <a:lnTo>
                    <a:pt x="2540" y="5079"/>
                  </a:lnTo>
                  <a:lnTo>
                    <a:pt x="1270" y="5079"/>
                  </a:lnTo>
                  <a:lnTo>
                    <a:pt x="1270" y="6350"/>
                  </a:lnTo>
                  <a:lnTo>
                    <a:pt x="0" y="6350"/>
                  </a:lnTo>
                  <a:lnTo>
                    <a:pt x="0" y="8889"/>
                  </a:lnTo>
                  <a:lnTo>
                    <a:pt x="13970" y="8889"/>
                  </a:lnTo>
                  <a:lnTo>
                    <a:pt x="13970" y="0"/>
                  </a:lnTo>
                  <a:close/>
                </a:path>
              </a:pathLst>
            </a:custGeom>
            <a:solidFill>
              <a:srgbClr val="009700"/>
            </a:solidFill>
          </p:spPr>
          <p:txBody>
            <a:bodyPr wrap="square" lIns="0" tIns="0" rIns="0" bIns="0" rtlCol="0"/>
            <a:lstStyle/>
            <a:p/>
          </p:txBody>
        </p:sp>
        <p:sp>
          <p:nvSpPr>
            <p:cNvPr id="2296" name="object 2296"/>
            <p:cNvSpPr/>
            <p:nvPr/>
          </p:nvSpPr>
          <p:spPr>
            <a:xfrm>
              <a:off x="7586980" y="862329"/>
              <a:ext cx="19050" cy="7620"/>
            </a:xfrm>
            <a:custGeom>
              <a:avLst/>
              <a:gdLst/>
              <a:ahLst/>
              <a:cxnLst/>
              <a:rect l="l" t="t" r="r" b="b"/>
              <a:pathLst>
                <a:path w="19050" h="7619">
                  <a:moveTo>
                    <a:pt x="19050" y="0"/>
                  </a:moveTo>
                  <a:lnTo>
                    <a:pt x="3810" y="0"/>
                  </a:lnTo>
                  <a:lnTo>
                    <a:pt x="3810" y="2539"/>
                  </a:lnTo>
                  <a:lnTo>
                    <a:pt x="2540" y="2539"/>
                  </a:lnTo>
                  <a:lnTo>
                    <a:pt x="2540" y="3810"/>
                  </a:lnTo>
                  <a:lnTo>
                    <a:pt x="1270" y="3810"/>
                  </a:lnTo>
                  <a:lnTo>
                    <a:pt x="1270" y="6350"/>
                  </a:lnTo>
                  <a:lnTo>
                    <a:pt x="0" y="6350"/>
                  </a:lnTo>
                  <a:lnTo>
                    <a:pt x="0" y="7620"/>
                  </a:lnTo>
                  <a:lnTo>
                    <a:pt x="19050" y="7620"/>
                  </a:lnTo>
                  <a:lnTo>
                    <a:pt x="19050" y="0"/>
                  </a:lnTo>
                  <a:close/>
                </a:path>
              </a:pathLst>
            </a:custGeom>
            <a:solidFill>
              <a:srgbClr val="019600"/>
            </a:solidFill>
          </p:spPr>
          <p:txBody>
            <a:bodyPr wrap="square" lIns="0" tIns="0" rIns="0" bIns="0" rtlCol="0"/>
            <a:lstStyle/>
            <a:p/>
          </p:txBody>
        </p:sp>
        <p:sp>
          <p:nvSpPr>
            <p:cNvPr id="2297" name="object 2297"/>
            <p:cNvSpPr/>
            <p:nvPr/>
          </p:nvSpPr>
          <p:spPr>
            <a:xfrm>
              <a:off x="7581900" y="869949"/>
              <a:ext cx="24130" cy="8890"/>
            </a:xfrm>
            <a:custGeom>
              <a:avLst/>
              <a:gdLst/>
              <a:ahLst/>
              <a:cxnLst/>
              <a:rect l="l" t="t" r="r" b="b"/>
              <a:pathLst>
                <a:path w="24129" h="8890">
                  <a:moveTo>
                    <a:pt x="24129" y="0"/>
                  </a:moveTo>
                  <a:lnTo>
                    <a:pt x="5079" y="0"/>
                  </a:lnTo>
                  <a:lnTo>
                    <a:pt x="5079" y="1269"/>
                  </a:lnTo>
                  <a:lnTo>
                    <a:pt x="3809" y="1269"/>
                  </a:lnTo>
                  <a:lnTo>
                    <a:pt x="3809" y="2539"/>
                  </a:lnTo>
                  <a:lnTo>
                    <a:pt x="2540" y="2539"/>
                  </a:lnTo>
                  <a:lnTo>
                    <a:pt x="2540" y="5079"/>
                  </a:lnTo>
                  <a:lnTo>
                    <a:pt x="1270" y="5079"/>
                  </a:lnTo>
                  <a:lnTo>
                    <a:pt x="1270" y="7619"/>
                  </a:lnTo>
                  <a:lnTo>
                    <a:pt x="0" y="7619"/>
                  </a:lnTo>
                  <a:lnTo>
                    <a:pt x="0" y="8889"/>
                  </a:lnTo>
                  <a:lnTo>
                    <a:pt x="24129" y="8889"/>
                  </a:lnTo>
                  <a:lnTo>
                    <a:pt x="24129" y="0"/>
                  </a:lnTo>
                  <a:close/>
                </a:path>
              </a:pathLst>
            </a:custGeom>
            <a:solidFill>
              <a:srgbClr val="029500"/>
            </a:solidFill>
          </p:spPr>
          <p:txBody>
            <a:bodyPr wrap="square" lIns="0" tIns="0" rIns="0" bIns="0" rtlCol="0"/>
            <a:lstStyle/>
            <a:p/>
          </p:txBody>
        </p:sp>
        <p:sp>
          <p:nvSpPr>
            <p:cNvPr id="2298" name="object 2298"/>
            <p:cNvSpPr/>
            <p:nvPr/>
          </p:nvSpPr>
          <p:spPr>
            <a:xfrm>
              <a:off x="7576820" y="878839"/>
              <a:ext cx="29209" cy="8890"/>
            </a:xfrm>
            <a:custGeom>
              <a:avLst/>
              <a:gdLst/>
              <a:ahLst/>
              <a:cxnLst/>
              <a:rect l="l" t="t" r="r" b="b"/>
              <a:pathLst>
                <a:path w="29209" h="8890">
                  <a:moveTo>
                    <a:pt x="29209" y="0"/>
                  </a:moveTo>
                  <a:lnTo>
                    <a:pt x="5079" y="0"/>
                  </a:lnTo>
                  <a:lnTo>
                    <a:pt x="5079" y="1269"/>
                  </a:lnTo>
                  <a:lnTo>
                    <a:pt x="3809" y="1269"/>
                  </a:lnTo>
                  <a:lnTo>
                    <a:pt x="3809" y="2539"/>
                  </a:lnTo>
                  <a:lnTo>
                    <a:pt x="2539" y="2539"/>
                  </a:lnTo>
                  <a:lnTo>
                    <a:pt x="2539" y="5079"/>
                  </a:lnTo>
                  <a:lnTo>
                    <a:pt x="1270" y="5079"/>
                  </a:lnTo>
                  <a:lnTo>
                    <a:pt x="1270" y="7619"/>
                  </a:lnTo>
                  <a:lnTo>
                    <a:pt x="0" y="7619"/>
                  </a:lnTo>
                  <a:lnTo>
                    <a:pt x="0" y="8889"/>
                  </a:lnTo>
                  <a:lnTo>
                    <a:pt x="29209" y="8889"/>
                  </a:lnTo>
                  <a:lnTo>
                    <a:pt x="29209" y="0"/>
                  </a:lnTo>
                  <a:close/>
                </a:path>
              </a:pathLst>
            </a:custGeom>
            <a:solidFill>
              <a:srgbClr val="039400"/>
            </a:solidFill>
          </p:spPr>
          <p:txBody>
            <a:bodyPr wrap="square" lIns="0" tIns="0" rIns="0" bIns="0" rtlCol="0"/>
            <a:lstStyle/>
            <a:p/>
          </p:txBody>
        </p:sp>
        <p:sp>
          <p:nvSpPr>
            <p:cNvPr id="2299" name="object 2299"/>
            <p:cNvSpPr/>
            <p:nvPr/>
          </p:nvSpPr>
          <p:spPr>
            <a:xfrm>
              <a:off x="7571740" y="887729"/>
              <a:ext cx="34290" cy="7620"/>
            </a:xfrm>
            <a:custGeom>
              <a:avLst/>
              <a:gdLst/>
              <a:ahLst/>
              <a:cxnLst/>
              <a:rect l="l" t="t" r="r" b="b"/>
              <a:pathLst>
                <a:path w="34290" h="7619">
                  <a:moveTo>
                    <a:pt x="34289" y="0"/>
                  </a:moveTo>
                  <a:lnTo>
                    <a:pt x="3809" y="0"/>
                  </a:lnTo>
                  <a:lnTo>
                    <a:pt x="3809" y="2539"/>
                  </a:lnTo>
                  <a:lnTo>
                    <a:pt x="2539" y="2539"/>
                  </a:lnTo>
                  <a:lnTo>
                    <a:pt x="2539" y="5079"/>
                  </a:lnTo>
                  <a:lnTo>
                    <a:pt x="1269" y="5079"/>
                  </a:lnTo>
                  <a:lnTo>
                    <a:pt x="1269" y="6350"/>
                  </a:lnTo>
                  <a:lnTo>
                    <a:pt x="0" y="6350"/>
                  </a:lnTo>
                  <a:lnTo>
                    <a:pt x="0" y="7620"/>
                  </a:lnTo>
                  <a:lnTo>
                    <a:pt x="34289" y="7620"/>
                  </a:lnTo>
                  <a:lnTo>
                    <a:pt x="34289" y="0"/>
                  </a:lnTo>
                  <a:close/>
                </a:path>
              </a:pathLst>
            </a:custGeom>
            <a:solidFill>
              <a:srgbClr val="049300"/>
            </a:solidFill>
          </p:spPr>
          <p:txBody>
            <a:bodyPr wrap="square" lIns="0" tIns="0" rIns="0" bIns="0" rtlCol="0"/>
            <a:lstStyle/>
            <a:p/>
          </p:txBody>
        </p:sp>
        <p:sp>
          <p:nvSpPr>
            <p:cNvPr id="2300" name="object 2300"/>
            <p:cNvSpPr/>
            <p:nvPr/>
          </p:nvSpPr>
          <p:spPr>
            <a:xfrm>
              <a:off x="7566660" y="895349"/>
              <a:ext cx="39370" cy="8890"/>
            </a:xfrm>
            <a:custGeom>
              <a:avLst/>
              <a:gdLst/>
              <a:ahLst/>
              <a:cxnLst/>
              <a:rect l="l" t="t" r="r" b="b"/>
              <a:pathLst>
                <a:path w="39370" h="8890">
                  <a:moveTo>
                    <a:pt x="39370" y="0"/>
                  </a:moveTo>
                  <a:lnTo>
                    <a:pt x="5080" y="0"/>
                  </a:lnTo>
                  <a:lnTo>
                    <a:pt x="5080" y="1269"/>
                  </a:lnTo>
                  <a:lnTo>
                    <a:pt x="3810" y="1269"/>
                  </a:lnTo>
                  <a:lnTo>
                    <a:pt x="3810" y="3809"/>
                  </a:lnTo>
                  <a:lnTo>
                    <a:pt x="2540" y="3809"/>
                  </a:lnTo>
                  <a:lnTo>
                    <a:pt x="2540" y="5079"/>
                  </a:lnTo>
                  <a:lnTo>
                    <a:pt x="1270" y="5079"/>
                  </a:lnTo>
                  <a:lnTo>
                    <a:pt x="1270" y="7619"/>
                  </a:lnTo>
                  <a:lnTo>
                    <a:pt x="0" y="7619"/>
                  </a:lnTo>
                  <a:lnTo>
                    <a:pt x="0" y="8889"/>
                  </a:lnTo>
                  <a:lnTo>
                    <a:pt x="39370" y="8889"/>
                  </a:lnTo>
                  <a:lnTo>
                    <a:pt x="39370" y="0"/>
                  </a:lnTo>
                  <a:close/>
                </a:path>
              </a:pathLst>
            </a:custGeom>
            <a:solidFill>
              <a:srgbClr val="059200"/>
            </a:solidFill>
          </p:spPr>
          <p:txBody>
            <a:bodyPr wrap="square" lIns="0" tIns="0" rIns="0" bIns="0" rtlCol="0"/>
            <a:lstStyle/>
            <a:p/>
          </p:txBody>
        </p:sp>
        <p:sp>
          <p:nvSpPr>
            <p:cNvPr id="2301" name="object 2301"/>
            <p:cNvSpPr/>
            <p:nvPr/>
          </p:nvSpPr>
          <p:spPr>
            <a:xfrm>
              <a:off x="7561580" y="904239"/>
              <a:ext cx="44450" cy="8890"/>
            </a:xfrm>
            <a:custGeom>
              <a:avLst/>
              <a:gdLst/>
              <a:ahLst/>
              <a:cxnLst/>
              <a:rect l="l" t="t" r="r" b="b"/>
              <a:pathLst>
                <a:path w="44450" h="8890">
                  <a:moveTo>
                    <a:pt x="44450" y="0"/>
                  </a:moveTo>
                  <a:lnTo>
                    <a:pt x="5079" y="0"/>
                  </a:lnTo>
                  <a:lnTo>
                    <a:pt x="5079" y="1269"/>
                  </a:lnTo>
                  <a:lnTo>
                    <a:pt x="3810" y="1269"/>
                  </a:lnTo>
                  <a:lnTo>
                    <a:pt x="3810" y="2539"/>
                  </a:lnTo>
                  <a:lnTo>
                    <a:pt x="2540" y="2539"/>
                  </a:lnTo>
                  <a:lnTo>
                    <a:pt x="2540" y="5079"/>
                  </a:lnTo>
                  <a:lnTo>
                    <a:pt x="1270" y="5079"/>
                  </a:lnTo>
                  <a:lnTo>
                    <a:pt x="1270" y="7619"/>
                  </a:lnTo>
                  <a:lnTo>
                    <a:pt x="0" y="7619"/>
                  </a:lnTo>
                  <a:lnTo>
                    <a:pt x="0" y="8889"/>
                  </a:lnTo>
                  <a:lnTo>
                    <a:pt x="44450" y="8889"/>
                  </a:lnTo>
                  <a:lnTo>
                    <a:pt x="44450" y="0"/>
                  </a:lnTo>
                  <a:close/>
                </a:path>
              </a:pathLst>
            </a:custGeom>
            <a:solidFill>
              <a:srgbClr val="069100"/>
            </a:solidFill>
          </p:spPr>
          <p:txBody>
            <a:bodyPr wrap="square" lIns="0" tIns="0" rIns="0" bIns="0" rtlCol="0"/>
            <a:lstStyle/>
            <a:p/>
          </p:txBody>
        </p:sp>
        <p:sp>
          <p:nvSpPr>
            <p:cNvPr id="2302" name="object 2302"/>
            <p:cNvSpPr/>
            <p:nvPr/>
          </p:nvSpPr>
          <p:spPr>
            <a:xfrm>
              <a:off x="7556500" y="913129"/>
              <a:ext cx="49530" cy="7620"/>
            </a:xfrm>
            <a:custGeom>
              <a:avLst/>
              <a:gdLst/>
              <a:ahLst/>
              <a:cxnLst/>
              <a:rect l="l" t="t" r="r" b="b"/>
              <a:pathLst>
                <a:path w="49529" h="7619">
                  <a:moveTo>
                    <a:pt x="49529" y="0"/>
                  </a:moveTo>
                  <a:lnTo>
                    <a:pt x="3809" y="0"/>
                  </a:lnTo>
                  <a:lnTo>
                    <a:pt x="3809" y="2539"/>
                  </a:lnTo>
                  <a:lnTo>
                    <a:pt x="2540" y="2539"/>
                  </a:lnTo>
                  <a:lnTo>
                    <a:pt x="2540" y="5079"/>
                  </a:lnTo>
                  <a:lnTo>
                    <a:pt x="1270" y="5079"/>
                  </a:lnTo>
                  <a:lnTo>
                    <a:pt x="1270" y="6350"/>
                  </a:lnTo>
                  <a:lnTo>
                    <a:pt x="0" y="6350"/>
                  </a:lnTo>
                  <a:lnTo>
                    <a:pt x="0" y="7620"/>
                  </a:lnTo>
                  <a:lnTo>
                    <a:pt x="49529" y="7620"/>
                  </a:lnTo>
                  <a:lnTo>
                    <a:pt x="49529" y="0"/>
                  </a:lnTo>
                  <a:close/>
                </a:path>
              </a:pathLst>
            </a:custGeom>
            <a:solidFill>
              <a:srgbClr val="079000"/>
            </a:solidFill>
          </p:spPr>
          <p:txBody>
            <a:bodyPr wrap="square" lIns="0" tIns="0" rIns="0" bIns="0" rtlCol="0"/>
            <a:lstStyle/>
            <a:p/>
          </p:txBody>
        </p:sp>
        <p:sp>
          <p:nvSpPr>
            <p:cNvPr id="2303" name="object 2303"/>
            <p:cNvSpPr/>
            <p:nvPr/>
          </p:nvSpPr>
          <p:spPr>
            <a:xfrm>
              <a:off x="7551420" y="920749"/>
              <a:ext cx="54610" cy="8890"/>
            </a:xfrm>
            <a:custGeom>
              <a:avLst/>
              <a:gdLst/>
              <a:ahLst/>
              <a:cxnLst/>
              <a:rect l="l" t="t" r="r" b="b"/>
              <a:pathLst>
                <a:path w="54609" h="8890">
                  <a:moveTo>
                    <a:pt x="54609" y="0"/>
                  </a:moveTo>
                  <a:lnTo>
                    <a:pt x="5079" y="0"/>
                  </a:lnTo>
                  <a:lnTo>
                    <a:pt x="5079" y="1269"/>
                  </a:lnTo>
                  <a:lnTo>
                    <a:pt x="3809" y="1269"/>
                  </a:lnTo>
                  <a:lnTo>
                    <a:pt x="3809" y="3809"/>
                  </a:lnTo>
                  <a:lnTo>
                    <a:pt x="2539" y="3809"/>
                  </a:lnTo>
                  <a:lnTo>
                    <a:pt x="2539" y="5079"/>
                  </a:lnTo>
                  <a:lnTo>
                    <a:pt x="1270" y="5079"/>
                  </a:lnTo>
                  <a:lnTo>
                    <a:pt x="1270" y="7619"/>
                  </a:lnTo>
                  <a:lnTo>
                    <a:pt x="0" y="7619"/>
                  </a:lnTo>
                  <a:lnTo>
                    <a:pt x="0" y="8889"/>
                  </a:lnTo>
                  <a:lnTo>
                    <a:pt x="54609" y="8889"/>
                  </a:lnTo>
                  <a:lnTo>
                    <a:pt x="54609" y="0"/>
                  </a:lnTo>
                  <a:close/>
                </a:path>
              </a:pathLst>
            </a:custGeom>
            <a:solidFill>
              <a:srgbClr val="088F00"/>
            </a:solidFill>
          </p:spPr>
          <p:txBody>
            <a:bodyPr wrap="square" lIns="0" tIns="0" rIns="0" bIns="0" rtlCol="0"/>
            <a:lstStyle/>
            <a:p/>
          </p:txBody>
        </p:sp>
        <p:sp>
          <p:nvSpPr>
            <p:cNvPr id="2304" name="object 2304"/>
            <p:cNvSpPr/>
            <p:nvPr/>
          </p:nvSpPr>
          <p:spPr>
            <a:xfrm>
              <a:off x="7547610" y="929639"/>
              <a:ext cx="58419" cy="7620"/>
            </a:xfrm>
            <a:custGeom>
              <a:avLst/>
              <a:gdLst/>
              <a:ahLst/>
              <a:cxnLst/>
              <a:rect l="l" t="t" r="r" b="b"/>
              <a:pathLst>
                <a:path w="58420" h="7619">
                  <a:moveTo>
                    <a:pt x="58420" y="0"/>
                  </a:moveTo>
                  <a:lnTo>
                    <a:pt x="3810" y="0"/>
                  </a:lnTo>
                  <a:lnTo>
                    <a:pt x="3810" y="1269"/>
                  </a:lnTo>
                  <a:lnTo>
                    <a:pt x="2540" y="1269"/>
                  </a:lnTo>
                  <a:lnTo>
                    <a:pt x="2540" y="2539"/>
                  </a:lnTo>
                  <a:lnTo>
                    <a:pt x="1270" y="2539"/>
                  </a:lnTo>
                  <a:lnTo>
                    <a:pt x="1270" y="5079"/>
                  </a:lnTo>
                  <a:lnTo>
                    <a:pt x="0" y="5079"/>
                  </a:lnTo>
                  <a:lnTo>
                    <a:pt x="0" y="7620"/>
                  </a:lnTo>
                  <a:lnTo>
                    <a:pt x="58420" y="7620"/>
                  </a:lnTo>
                  <a:lnTo>
                    <a:pt x="58420" y="0"/>
                  </a:lnTo>
                  <a:close/>
                </a:path>
              </a:pathLst>
            </a:custGeom>
            <a:solidFill>
              <a:srgbClr val="098E00"/>
            </a:solidFill>
          </p:spPr>
          <p:txBody>
            <a:bodyPr wrap="square" lIns="0" tIns="0" rIns="0" bIns="0" rtlCol="0"/>
            <a:lstStyle/>
            <a:p/>
          </p:txBody>
        </p:sp>
        <p:sp>
          <p:nvSpPr>
            <p:cNvPr id="2305" name="object 2305"/>
            <p:cNvSpPr/>
            <p:nvPr/>
          </p:nvSpPr>
          <p:spPr>
            <a:xfrm>
              <a:off x="7541260" y="937259"/>
              <a:ext cx="64769" cy="8890"/>
            </a:xfrm>
            <a:custGeom>
              <a:avLst/>
              <a:gdLst/>
              <a:ahLst/>
              <a:cxnLst/>
              <a:rect l="l" t="t" r="r" b="b"/>
              <a:pathLst>
                <a:path w="64770" h="8890">
                  <a:moveTo>
                    <a:pt x="64770" y="0"/>
                  </a:moveTo>
                  <a:lnTo>
                    <a:pt x="5080" y="0"/>
                  </a:lnTo>
                  <a:lnTo>
                    <a:pt x="5080" y="1269"/>
                  </a:lnTo>
                  <a:lnTo>
                    <a:pt x="3810" y="1269"/>
                  </a:lnTo>
                  <a:lnTo>
                    <a:pt x="3810" y="3809"/>
                  </a:lnTo>
                  <a:lnTo>
                    <a:pt x="2540" y="3809"/>
                  </a:lnTo>
                  <a:lnTo>
                    <a:pt x="2540" y="6349"/>
                  </a:lnTo>
                  <a:lnTo>
                    <a:pt x="1270" y="6349"/>
                  </a:lnTo>
                  <a:lnTo>
                    <a:pt x="1270" y="7619"/>
                  </a:lnTo>
                  <a:lnTo>
                    <a:pt x="0" y="7619"/>
                  </a:lnTo>
                  <a:lnTo>
                    <a:pt x="0" y="8889"/>
                  </a:lnTo>
                  <a:lnTo>
                    <a:pt x="64770" y="8889"/>
                  </a:lnTo>
                  <a:lnTo>
                    <a:pt x="64770" y="0"/>
                  </a:lnTo>
                  <a:close/>
                </a:path>
              </a:pathLst>
            </a:custGeom>
            <a:solidFill>
              <a:srgbClr val="0A8D00"/>
            </a:solidFill>
          </p:spPr>
          <p:txBody>
            <a:bodyPr wrap="square" lIns="0" tIns="0" rIns="0" bIns="0" rtlCol="0"/>
            <a:lstStyle/>
            <a:p/>
          </p:txBody>
        </p:sp>
        <p:sp>
          <p:nvSpPr>
            <p:cNvPr id="2306" name="object 2306"/>
            <p:cNvSpPr/>
            <p:nvPr/>
          </p:nvSpPr>
          <p:spPr>
            <a:xfrm>
              <a:off x="7537450" y="946149"/>
              <a:ext cx="68580" cy="7620"/>
            </a:xfrm>
            <a:custGeom>
              <a:avLst/>
              <a:gdLst/>
              <a:ahLst/>
              <a:cxnLst/>
              <a:rect l="l" t="t" r="r" b="b"/>
              <a:pathLst>
                <a:path w="68579" h="7619">
                  <a:moveTo>
                    <a:pt x="68579" y="0"/>
                  </a:moveTo>
                  <a:lnTo>
                    <a:pt x="3809" y="0"/>
                  </a:lnTo>
                  <a:lnTo>
                    <a:pt x="3809" y="1269"/>
                  </a:lnTo>
                  <a:lnTo>
                    <a:pt x="2540" y="1269"/>
                  </a:lnTo>
                  <a:lnTo>
                    <a:pt x="2540" y="3809"/>
                  </a:lnTo>
                  <a:lnTo>
                    <a:pt x="1270" y="3809"/>
                  </a:lnTo>
                  <a:lnTo>
                    <a:pt x="1270" y="5079"/>
                  </a:lnTo>
                  <a:lnTo>
                    <a:pt x="0" y="5079"/>
                  </a:lnTo>
                  <a:lnTo>
                    <a:pt x="0" y="7620"/>
                  </a:lnTo>
                  <a:lnTo>
                    <a:pt x="68579" y="7620"/>
                  </a:lnTo>
                  <a:lnTo>
                    <a:pt x="68579" y="0"/>
                  </a:lnTo>
                  <a:close/>
                </a:path>
              </a:pathLst>
            </a:custGeom>
            <a:solidFill>
              <a:srgbClr val="0B8C00"/>
            </a:solidFill>
          </p:spPr>
          <p:txBody>
            <a:bodyPr wrap="square" lIns="0" tIns="0" rIns="0" bIns="0" rtlCol="0"/>
            <a:lstStyle/>
            <a:p/>
          </p:txBody>
        </p:sp>
        <p:sp>
          <p:nvSpPr>
            <p:cNvPr id="2307" name="object 2307"/>
            <p:cNvSpPr/>
            <p:nvPr/>
          </p:nvSpPr>
          <p:spPr>
            <a:xfrm>
              <a:off x="7532370" y="953769"/>
              <a:ext cx="73660" cy="8890"/>
            </a:xfrm>
            <a:custGeom>
              <a:avLst/>
              <a:gdLst/>
              <a:ahLst/>
              <a:cxnLst/>
              <a:rect l="l" t="t" r="r" b="b"/>
              <a:pathLst>
                <a:path w="73659" h="8890">
                  <a:moveTo>
                    <a:pt x="73659" y="0"/>
                  </a:moveTo>
                  <a:lnTo>
                    <a:pt x="3809" y="0"/>
                  </a:lnTo>
                  <a:lnTo>
                    <a:pt x="3809" y="2539"/>
                  </a:lnTo>
                  <a:lnTo>
                    <a:pt x="2539" y="2539"/>
                  </a:lnTo>
                  <a:lnTo>
                    <a:pt x="2539" y="3809"/>
                  </a:lnTo>
                  <a:lnTo>
                    <a:pt x="1270" y="3809"/>
                  </a:lnTo>
                  <a:lnTo>
                    <a:pt x="1270" y="6349"/>
                  </a:lnTo>
                  <a:lnTo>
                    <a:pt x="0" y="6349"/>
                  </a:lnTo>
                  <a:lnTo>
                    <a:pt x="0" y="8889"/>
                  </a:lnTo>
                  <a:lnTo>
                    <a:pt x="73659" y="8889"/>
                  </a:lnTo>
                  <a:lnTo>
                    <a:pt x="73659" y="0"/>
                  </a:lnTo>
                  <a:close/>
                </a:path>
              </a:pathLst>
            </a:custGeom>
            <a:solidFill>
              <a:srgbClr val="0C8B00"/>
            </a:solidFill>
          </p:spPr>
          <p:txBody>
            <a:bodyPr wrap="square" lIns="0" tIns="0" rIns="0" bIns="0" rtlCol="0"/>
            <a:lstStyle/>
            <a:p/>
          </p:txBody>
        </p:sp>
        <p:sp>
          <p:nvSpPr>
            <p:cNvPr id="2308" name="object 2308"/>
            <p:cNvSpPr/>
            <p:nvPr/>
          </p:nvSpPr>
          <p:spPr>
            <a:xfrm>
              <a:off x="7526020" y="962659"/>
              <a:ext cx="80010" cy="8890"/>
            </a:xfrm>
            <a:custGeom>
              <a:avLst/>
              <a:gdLst/>
              <a:ahLst/>
              <a:cxnLst/>
              <a:rect l="l" t="t" r="r" b="b"/>
              <a:pathLst>
                <a:path w="80009" h="8890">
                  <a:moveTo>
                    <a:pt x="80009" y="0"/>
                  </a:moveTo>
                  <a:lnTo>
                    <a:pt x="5079" y="0"/>
                  </a:lnTo>
                  <a:lnTo>
                    <a:pt x="5079" y="1269"/>
                  </a:lnTo>
                  <a:lnTo>
                    <a:pt x="3809" y="1269"/>
                  </a:lnTo>
                  <a:lnTo>
                    <a:pt x="3809" y="3809"/>
                  </a:lnTo>
                  <a:lnTo>
                    <a:pt x="2539" y="3809"/>
                  </a:lnTo>
                  <a:lnTo>
                    <a:pt x="2539" y="6349"/>
                  </a:lnTo>
                  <a:lnTo>
                    <a:pt x="1270" y="6349"/>
                  </a:lnTo>
                  <a:lnTo>
                    <a:pt x="1270" y="7619"/>
                  </a:lnTo>
                  <a:lnTo>
                    <a:pt x="0" y="7619"/>
                  </a:lnTo>
                  <a:lnTo>
                    <a:pt x="0" y="8889"/>
                  </a:lnTo>
                  <a:lnTo>
                    <a:pt x="80009" y="8889"/>
                  </a:lnTo>
                  <a:lnTo>
                    <a:pt x="80009" y="0"/>
                  </a:lnTo>
                  <a:close/>
                </a:path>
              </a:pathLst>
            </a:custGeom>
            <a:solidFill>
              <a:srgbClr val="0D8A00"/>
            </a:solidFill>
          </p:spPr>
          <p:txBody>
            <a:bodyPr wrap="square" lIns="0" tIns="0" rIns="0" bIns="0" rtlCol="0"/>
            <a:lstStyle/>
            <a:p/>
          </p:txBody>
        </p:sp>
        <p:sp>
          <p:nvSpPr>
            <p:cNvPr id="2309" name="object 2309"/>
            <p:cNvSpPr/>
            <p:nvPr/>
          </p:nvSpPr>
          <p:spPr>
            <a:xfrm>
              <a:off x="7522210" y="971549"/>
              <a:ext cx="83820" cy="7620"/>
            </a:xfrm>
            <a:custGeom>
              <a:avLst/>
              <a:gdLst/>
              <a:ahLst/>
              <a:cxnLst/>
              <a:rect l="l" t="t" r="r" b="b"/>
              <a:pathLst>
                <a:path w="83820" h="7619">
                  <a:moveTo>
                    <a:pt x="83820" y="0"/>
                  </a:moveTo>
                  <a:lnTo>
                    <a:pt x="3810" y="0"/>
                  </a:lnTo>
                  <a:lnTo>
                    <a:pt x="3810" y="1269"/>
                  </a:lnTo>
                  <a:lnTo>
                    <a:pt x="2540" y="1269"/>
                  </a:lnTo>
                  <a:lnTo>
                    <a:pt x="2540" y="3809"/>
                  </a:lnTo>
                  <a:lnTo>
                    <a:pt x="1270" y="3809"/>
                  </a:lnTo>
                  <a:lnTo>
                    <a:pt x="1270" y="5079"/>
                  </a:lnTo>
                  <a:lnTo>
                    <a:pt x="0" y="5079"/>
                  </a:lnTo>
                  <a:lnTo>
                    <a:pt x="0" y="7620"/>
                  </a:lnTo>
                  <a:lnTo>
                    <a:pt x="83820" y="7620"/>
                  </a:lnTo>
                  <a:lnTo>
                    <a:pt x="83820" y="0"/>
                  </a:lnTo>
                  <a:close/>
                </a:path>
              </a:pathLst>
            </a:custGeom>
            <a:solidFill>
              <a:srgbClr val="0E8900"/>
            </a:solidFill>
          </p:spPr>
          <p:txBody>
            <a:bodyPr wrap="square" lIns="0" tIns="0" rIns="0" bIns="0" rtlCol="0"/>
            <a:lstStyle/>
            <a:p/>
          </p:txBody>
        </p:sp>
        <p:sp>
          <p:nvSpPr>
            <p:cNvPr id="2310" name="object 2310"/>
            <p:cNvSpPr/>
            <p:nvPr/>
          </p:nvSpPr>
          <p:spPr>
            <a:xfrm>
              <a:off x="7522210" y="97916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0F8800"/>
            </a:solidFill>
          </p:spPr>
          <p:txBody>
            <a:bodyPr wrap="square" lIns="0" tIns="0" rIns="0" bIns="0" rtlCol="0"/>
            <a:lstStyle/>
            <a:p/>
          </p:txBody>
        </p:sp>
        <p:sp>
          <p:nvSpPr>
            <p:cNvPr id="2311" name="object 2311"/>
            <p:cNvSpPr/>
            <p:nvPr/>
          </p:nvSpPr>
          <p:spPr>
            <a:xfrm>
              <a:off x="7522210" y="98805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08700"/>
            </a:solidFill>
          </p:spPr>
          <p:txBody>
            <a:bodyPr wrap="square" lIns="0" tIns="0" rIns="0" bIns="0" rtlCol="0"/>
            <a:lstStyle/>
            <a:p/>
          </p:txBody>
        </p:sp>
        <p:sp>
          <p:nvSpPr>
            <p:cNvPr id="2312" name="object 2312"/>
            <p:cNvSpPr/>
            <p:nvPr/>
          </p:nvSpPr>
          <p:spPr>
            <a:xfrm>
              <a:off x="7522210" y="995679"/>
              <a:ext cx="83820" cy="8890"/>
            </a:xfrm>
            <a:custGeom>
              <a:avLst/>
              <a:gdLst/>
              <a:ahLst/>
              <a:cxnLst/>
              <a:rect l="l" t="t" r="r" b="b"/>
              <a:pathLst>
                <a:path w="83820" h="8890">
                  <a:moveTo>
                    <a:pt x="0" y="8890"/>
                  </a:moveTo>
                  <a:lnTo>
                    <a:pt x="0" y="0"/>
                  </a:lnTo>
                  <a:lnTo>
                    <a:pt x="83820" y="0"/>
                  </a:lnTo>
                  <a:lnTo>
                    <a:pt x="83820" y="8890"/>
                  </a:lnTo>
                  <a:lnTo>
                    <a:pt x="0" y="8890"/>
                  </a:lnTo>
                  <a:close/>
                </a:path>
              </a:pathLst>
            </a:custGeom>
            <a:solidFill>
              <a:srgbClr val="118600"/>
            </a:solidFill>
          </p:spPr>
          <p:txBody>
            <a:bodyPr wrap="square" lIns="0" tIns="0" rIns="0" bIns="0" rtlCol="0"/>
            <a:lstStyle/>
            <a:p/>
          </p:txBody>
        </p:sp>
        <p:sp>
          <p:nvSpPr>
            <p:cNvPr id="2313" name="object 2313"/>
            <p:cNvSpPr/>
            <p:nvPr/>
          </p:nvSpPr>
          <p:spPr>
            <a:xfrm>
              <a:off x="7522210" y="10045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28500"/>
            </a:solidFill>
          </p:spPr>
          <p:txBody>
            <a:bodyPr wrap="square" lIns="0" tIns="0" rIns="0" bIns="0" rtlCol="0"/>
            <a:lstStyle/>
            <a:p/>
          </p:txBody>
        </p:sp>
        <p:sp>
          <p:nvSpPr>
            <p:cNvPr id="2314" name="object 2314"/>
            <p:cNvSpPr/>
            <p:nvPr/>
          </p:nvSpPr>
          <p:spPr>
            <a:xfrm>
              <a:off x="7522210" y="101218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138400"/>
            </a:solidFill>
          </p:spPr>
          <p:txBody>
            <a:bodyPr wrap="square" lIns="0" tIns="0" rIns="0" bIns="0" rtlCol="0"/>
            <a:lstStyle/>
            <a:p/>
          </p:txBody>
        </p:sp>
        <p:sp>
          <p:nvSpPr>
            <p:cNvPr id="2315" name="object 2315"/>
            <p:cNvSpPr/>
            <p:nvPr/>
          </p:nvSpPr>
          <p:spPr>
            <a:xfrm>
              <a:off x="7522210" y="1021079"/>
              <a:ext cx="83820" cy="8890"/>
            </a:xfrm>
            <a:custGeom>
              <a:avLst/>
              <a:gdLst/>
              <a:ahLst/>
              <a:cxnLst/>
              <a:rect l="l" t="t" r="r" b="b"/>
              <a:pathLst>
                <a:path w="83820" h="8890">
                  <a:moveTo>
                    <a:pt x="0" y="8890"/>
                  </a:moveTo>
                  <a:lnTo>
                    <a:pt x="0" y="0"/>
                  </a:lnTo>
                  <a:lnTo>
                    <a:pt x="83820" y="0"/>
                  </a:lnTo>
                  <a:lnTo>
                    <a:pt x="83820" y="8890"/>
                  </a:lnTo>
                  <a:lnTo>
                    <a:pt x="0" y="8890"/>
                  </a:lnTo>
                  <a:close/>
                </a:path>
              </a:pathLst>
            </a:custGeom>
            <a:solidFill>
              <a:srgbClr val="148300"/>
            </a:solidFill>
          </p:spPr>
          <p:txBody>
            <a:bodyPr wrap="square" lIns="0" tIns="0" rIns="0" bIns="0" rtlCol="0"/>
            <a:lstStyle/>
            <a:p/>
          </p:txBody>
        </p:sp>
        <p:sp>
          <p:nvSpPr>
            <p:cNvPr id="2316" name="object 2316"/>
            <p:cNvSpPr/>
            <p:nvPr/>
          </p:nvSpPr>
          <p:spPr>
            <a:xfrm>
              <a:off x="7522210" y="10299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58200"/>
            </a:solidFill>
          </p:spPr>
          <p:txBody>
            <a:bodyPr wrap="square" lIns="0" tIns="0" rIns="0" bIns="0" rtlCol="0"/>
            <a:lstStyle/>
            <a:p/>
          </p:txBody>
        </p:sp>
        <p:sp>
          <p:nvSpPr>
            <p:cNvPr id="2317" name="object 2317"/>
            <p:cNvSpPr/>
            <p:nvPr/>
          </p:nvSpPr>
          <p:spPr>
            <a:xfrm>
              <a:off x="7522210" y="103758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168100"/>
            </a:solidFill>
          </p:spPr>
          <p:txBody>
            <a:bodyPr wrap="square" lIns="0" tIns="0" rIns="0" bIns="0" rtlCol="0"/>
            <a:lstStyle/>
            <a:p/>
          </p:txBody>
        </p:sp>
        <p:sp>
          <p:nvSpPr>
            <p:cNvPr id="2318" name="object 2318"/>
            <p:cNvSpPr/>
            <p:nvPr/>
          </p:nvSpPr>
          <p:spPr>
            <a:xfrm>
              <a:off x="7522210" y="10464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78000"/>
            </a:solidFill>
          </p:spPr>
          <p:txBody>
            <a:bodyPr wrap="square" lIns="0" tIns="0" rIns="0" bIns="0" rtlCol="0"/>
            <a:lstStyle/>
            <a:p/>
          </p:txBody>
        </p:sp>
        <p:sp>
          <p:nvSpPr>
            <p:cNvPr id="2319" name="object 2319"/>
            <p:cNvSpPr/>
            <p:nvPr/>
          </p:nvSpPr>
          <p:spPr>
            <a:xfrm>
              <a:off x="7522210" y="105409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187F00"/>
            </a:solidFill>
          </p:spPr>
          <p:txBody>
            <a:bodyPr wrap="square" lIns="0" tIns="0" rIns="0" bIns="0" rtlCol="0"/>
            <a:lstStyle/>
            <a:p/>
          </p:txBody>
        </p:sp>
        <p:sp>
          <p:nvSpPr>
            <p:cNvPr id="2320" name="object 2320"/>
            <p:cNvSpPr/>
            <p:nvPr/>
          </p:nvSpPr>
          <p:spPr>
            <a:xfrm>
              <a:off x="7498080" y="1062989"/>
              <a:ext cx="107950" cy="8890"/>
            </a:xfrm>
            <a:custGeom>
              <a:avLst/>
              <a:gdLst/>
              <a:ahLst/>
              <a:cxnLst/>
              <a:rect l="l" t="t" r="r" b="b"/>
              <a:pathLst>
                <a:path w="107950" h="8890">
                  <a:moveTo>
                    <a:pt x="107950" y="0"/>
                  </a:moveTo>
                  <a:lnTo>
                    <a:pt x="24130" y="0"/>
                  </a:lnTo>
                  <a:lnTo>
                    <a:pt x="24130" y="7620"/>
                  </a:lnTo>
                  <a:lnTo>
                    <a:pt x="0" y="7620"/>
                  </a:lnTo>
                  <a:lnTo>
                    <a:pt x="0" y="8890"/>
                  </a:lnTo>
                  <a:lnTo>
                    <a:pt x="107950" y="8890"/>
                  </a:lnTo>
                  <a:lnTo>
                    <a:pt x="107950" y="7620"/>
                  </a:lnTo>
                  <a:lnTo>
                    <a:pt x="107950" y="0"/>
                  </a:lnTo>
                  <a:close/>
                </a:path>
              </a:pathLst>
            </a:custGeom>
            <a:solidFill>
              <a:srgbClr val="197E00"/>
            </a:solidFill>
          </p:spPr>
          <p:txBody>
            <a:bodyPr wrap="square" lIns="0" tIns="0" rIns="0" bIns="0" rtlCol="0"/>
            <a:lstStyle/>
            <a:p/>
          </p:txBody>
        </p:sp>
        <p:sp>
          <p:nvSpPr>
            <p:cNvPr id="2321" name="object 2321"/>
            <p:cNvSpPr/>
            <p:nvPr/>
          </p:nvSpPr>
          <p:spPr>
            <a:xfrm>
              <a:off x="7498080" y="107187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1A7D00"/>
            </a:solidFill>
          </p:spPr>
          <p:txBody>
            <a:bodyPr wrap="square" lIns="0" tIns="0" rIns="0" bIns="0" rtlCol="0"/>
            <a:lstStyle/>
            <a:p/>
          </p:txBody>
        </p:sp>
        <p:sp>
          <p:nvSpPr>
            <p:cNvPr id="2322" name="object 2322"/>
            <p:cNvSpPr/>
            <p:nvPr/>
          </p:nvSpPr>
          <p:spPr>
            <a:xfrm>
              <a:off x="7498080" y="107949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1B7C00"/>
            </a:solidFill>
          </p:spPr>
          <p:txBody>
            <a:bodyPr wrap="square" lIns="0" tIns="0" rIns="0" bIns="0" rtlCol="0"/>
            <a:lstStyle/>
            <a:p/>
          </p:txBody>
        </p:sp>
        <p:sp>
          <p:nvSpPr>
            <p:cNvPr id="2323" name="object 2323"/>
            <p:cNvSpPr/>
            <p:nvPr/>
          </p:nvSpPr>
          <p:spPr>
            <a:xfrm>
              <a:off x="7498080" y="108838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1C7B00"/>
            </a:solidFill>
          </p:spPr>
          <p:txBody>
            <a:bodyPr wrap="square" lIns="0" tIns="0" rIns="0" bIns="0" rtlCol="0"/>
            <a:lstStyle/>
            <a:p/>
          </p:txBody>
        </p:sp>
        <p:sp>
          <p:nvSpPr>
            <p:cNvPr id="2324" name="object 2324"/>
            <p:cNvSpPr/>
            <p:nvPr/>
          </p:nvSpPr>
          <p:spPr>
            <a:xfrm>
              <a:off x="7498080" y="109600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1D7A00"/>
            </a:solidFill>
          </p:spPr>
          <p:txBody>
            <a:bodyPr wrap="square" lIns="0" tIns="0" rIns="0" bIns="0" rtlCol="0"/>
            <a:lstStyle/>
            <a:p/>
          </p:txBody>
        </p:sp>
        <p:sp>
          <p:nvSpPr>
            <p:cNvPr id="2325" name="object 2325"/>
            <p:cNvSpPr/>
            <p:nvPr/>
          </p:nvSpPr>
          <p:spPr>
            <a:xfrm>
              <a:off x="7498080" y="110489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1E7900"/>
            </a:solidFill>
          </p:spPr>
          <p:txBody>
            <a:bodyPr wrap="square" lIns="0" tIns="0" rIns="0" bIns="0" rtlCol="0"/>
            <a:lstStyle/>
            <a:p/>
          </p:txBody>
        </p:sp>
        <p:sp>
          <p:nvSpPr>
            <p:cNvPr id="2326" name="object 2326"/>
            <p:cNvSpPr/>
            <p:nvPr/>
          </p:nvSpPr>
          <p:spPr>
            <a:xfrm>
              <a:off x="7498080" y="111251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1F7800"/>
            </a:solidFill>
          </p:spPr>
          <p:txBody>
            <a:bodyPr wrap="square" lIns="0" tIns="0" rIns="0" bIns="0" rtlCol="0"/>
            <a:lstStyle/>
            <a:p/>
          </p:txBody>
        </p:sp>
        <p:sp>
          <p:nvSpPr>
            <p:cNvPr id="2327" name="object 2327"/>
            <p:cNvSpPr/>
            <p:nvPr/>
          </p:nvSpPr>
          <p:spPr>
            <a:xfrm>
              <a:off x="7498080" y="112140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07700"/>
            </a:solidFill>
          </p:spPr>
          <p:txBody>
            <a:bodyPr wrap="square" lIns="0" tIns="0" rIns="0" bIns="0" rtlCol="0"/>
            <a:lstStyle/>
            <a:p/>
          </p:txBody>
        </p:sp>
        <p:sp>
          <p:nvSpPr>
            <p:cNvPr id="2328" name="object 2328"/>
            <p:cNvSpPr/>
            <p:nvPr/>
          </p:nvSpPr>
          <p:spPr>
            <a:xfrm>
              <a:off x="7498080" y="113029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17600"/>
            </a:solidFill>
          </p:spPr>
          <p:txBody>
            <a:bodyPr wrap="square" lIns="0" tIns="0" rIns="0" bIns="0" rtlCol="0"/>
            <a:lstStyle/>
            <a:p/>
          </p:txBody>
        </p:sp>
        <p:sp>
          <p:nvSpPr>
            <p:cNvPr id="2329" name="object 2329"/>
            <p:cNvSpPr/>
            <p:nvPr/>
          </p:nvSpPr>
          <p:spPr>
            <a:xfrm>
              <a:off x="7498080" y="113791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27500"/>
            </a:solidFill>
          </p:spPr>
          <p:txBody>
            <a:bodyPr wrap="square" lIns="0" tIns="0" rIns="0" bIns="0" rtlCol="0"/>
            <a:lstStyle/>
            <a:p/>
          </p:txBody>
        </p:sp>
        <p:sp>
          <p:nvSpPr>
            <p:cNvPr id="2330" name="object 2330"/>
            <p:cNvSpPr/>
            <p:nvPr/>
          </p:nvSpPr>
          <p:spPr>
            <a:xfrm>
              <a:off x="7498080" y="114680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37400"/>
            </a:solidFill>
          </p:spPr>
          <p:txBody>
            <a:bodyPr wrap="square" lIns="0" tIns="0" rIns="0" bIns="0" rtlCol="0"/>
            <a:lstStyle/>
            <a:p/>
          </p:txBody>
        </p:sp>
        <p:sp>
          <p:nvSpPr>
            <p:cNvPr id="2331" name="object 2331"/>
            <p:cNvSpPr/>
            <p:nvPr/>
          </p:nvSpPr>
          <p:spPr>
            <a:xfrm>
              <a:off x="7498080" y="1154429"/>
              <a:ext cx="143510" cy="8890"/>
            </a:xfrm>
            <a:custGeom>
              <a:avLst/>
              <a:gdLst/>
              <a:ahLst/>
              <a:cxnLst/>
              <a:rect l="l" t="t" r="r" b="b"/>
              <a:pathLst>
                <a:path w="143509" h="8890">
                  <a:moveTo>
                    <a:pt x="0" y="8890"/>
                  </a:moveTo>
                  <a:lnTo>
                    <a:pt x="0" y="0"/>
                  </a:lnTo>
                  <a:lnTo>
                    <a:pt x="143509" y="0"/>
                  </a:lnTo>
                  <a:lnTo>
                    <a:pt x="143509" y="8890"/>
                  </a:lnTo>
                  <a:lnTo>
                    <a:pt x="0" y="8890"/>
                  </a:lnTo>
                  <a:close/>
                </a:path>
              </a:pathLst>
            </a:custGeom>
            <a:solidFill>
              <a:srgbClr val="247300"/>
            </a:solidFill>
          </p:spPr>
          <p:txBody>
            <a:bodyPr wrap="square" lIns="0" tIns="0" rIns="0" bIns="0" rtlCol="0"/>
            <a:lstStyle/>
            <a:p/>
          </p:txBody>
        </p:sp>
        <p:sp>
          <p:nvSpPr>
            <p:cNvPr id="2332" name="object 2332"/>
            <p:cNvSpPr/>
            <p:nvPr/>
          </p:nvSpPr>
          <p:spPr>
            <a:xfrm>
              <a:off x="7498080" y="116331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57200"/>
            </a:solidFill>
          </p:spPr>
          <p:txBody>
            <a:bodyPr wrap="square" lIns="0" tIns="0" rIns="0" bIns="0" rtlCol="0"/>
            <a:lstStyle/>
            <a:p/>
          </p:txBody>
        </p:sp>
        <p:sp>
          <p:nvSpPr>
            <p:cNvPr id="2333" name="object 2333"/>
            <p:cNvSpPr/>
            <p:nvPr/>
          </p:nvSpPr>
          <p:spPr>
            <a:xfrm>
              <a:off x="7498080" y="117220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67100"/>
            </a:solidFill>
          </p:spPr>
          <p:txBody>
            <a:bodyPr wrap="square" lIns="0" tIns="0" rIns="0" bIns="0" rtlCol="0"/>
            <a:lstStyle/>
            <a:p/>
          </p:txBody>
        </p:sp>
        <p:sp>
          <p:nvSpPr>
            <p:cNvPr id="2334" name="object 2334"/>
            <p:cNvSpPr/>
            <p:nvPr/>
          </p:nvSpPr>
          <p:spPr>
            <a:xfrm>
              <a:off x="7498080" y="1179829"/>
              <a:ext cx="143510" cy="8890"/>
            </a:xfrm>
            <a:custGeom>
              <a:avLst/>
              <a:gdLst/>
              <a:ahLst/>
              <a:cxnLst/>
              <a:rect l="l" t="t" r="r" b="b"/>
              <a:pathLst>
                <a:path w="143509" h="8890">
                  <a:moveTo>
                    <a:pt x="0" y="8890"/>
                  </a:moveTo>
                  <a:lnTo>
                    <a:pt x="0" y="0"/>
                  </a:lnTo>
                  <a:lnTo>
                    <a:pt x="143509" y="0"/>
                  </a:lnTo>
                  <a:lnTo>
                    <a:pt x="143509" y="8890"/>
                  </a:lnTo>
                  <a:lnTo>
                    <a:pt x="0" y="8890"/>
                  </a:lnTo>
                  <a:close/>
                </a:path>
              </a:pathLst>
            </a:custGeom>
            <a:solidFill>
              <a:srgbClr val="277000"/>
            </a:solidFill>
          </p:spPr>
          <p:txBody>
            <a:bodyPr wrap="square" lIns="0" tIns="0" rIns="0" bIns="0" rtlCol="0"/>
            <a:lstStyle/>
            <a:p/>
          </p:txBody>
        </p:sp>
        <p:sp>
          <p:nvSpPr>
            <p:cNvPr id="2335" name="object 2335"/>
            <p:cNvSpPr/>
            <p:nvPr/>
          </p:nvSpPr>
          <p:spPr>
            <a:xfrm>
              <a:off x="7498080" y="118871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86F00"/>
            </a:solidFill>
          </p:spPr>
          <p:txBody>
            <a:bodyPr wrap="square" lIns="0" tIns="0" rIns="0" bIns="0" rtlCol="0"/>
            <a:lstStyle/>
            <a:p/>
          </p:txBody>
        </p:sp>
        <p:sp>
          <p:nvSpPr>
            <p:cNvPr id="2336" name="object 2336"/>
            <p:cNvSpPr/>
            <p:nvPr/>
          </p:nvSpPr>
          <p:spPr>
            <a:xfrm>
              <a:off x="7498080" y="119633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96E00"/>
            </a:solidFill>
          </p:spPr>
          <p:txBody>
            <a:bodyPr wrap="square" lIns="0" tIns="0" rIns="0" bIns="0" rtlCol="0"/>
            <a:lstStyle/>
            <a:p/>
          </p:txBody>
        </p:sp>
        <p:sp>
          <p:nvSpPr>
            <p:cNvPr id="2337" name="object 2337"/>
            <p:cNvSpPr/>
            <p:nvPr/>
          </p:nvSpPr>
          <p:spPr>
            <a:xfrm>
              <a:off x="7498080" y="1205229"/>
              <a:ext cx="143510" cy="8890"/>
            </a:xfrm>
            <a:custGeom>
              <a:avLst/>
              <a:gdLst/>
              <a:ahLst/>
              <a:cxnLst/>
              <a:rect l="l" t="t" r="r" b="b"/>
              <a:pathLst>
                <a:path w="143509" h="8890">
                  <a:moveTo>
                    <a:pt x="0" y="8890"/>
                  </a:moveTo>
                  <a:lnTo>
                    <a:pt x="0" y="0"/>
                  </a:lnTo>
                  <a:lnTo>
                    <a:pt x="143509" y="0"/>
                  </a:lnTo>
                  <a:lnTo>
                    <a:pt x="143509" y="8890"/>
                  </a:lnTo>
                  <a:lnTo>
                    <a:pt x="0" y="8890"/>
                  </a:lnTo>
                  <a:close/>
                </a:path>
              </a:pathLst>
            </a:custGeom>
            <a:solidFill>
              <a:srgbClr val="2A6D00"/>
            </a:solidFill>
          </p:spPr>
          <p:txBody>
            <a:bodyPr wrap="square" lIns="0" tIns="0" rIns="0" bIns="0" rtlCol="0"/>
            <a:lstStyle/>
            <a:p/>
          </p:txBody>
        </p:sp>
        <p:sp>
          <p:nvSpPr>
            <p:cNvPr id="2338" name="object 2338"/>
            <p:cNvSpPr/>
            <p:nvPr/>
          </p:nvSpPr>
          <p:spPr>
            <a:xfrm>
              <a:off x="7498080" y="121411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B6C00"/>
            </a:solidFill>
          </p:spPr>
          <p:txBody>
            <a:bodyPr wrap="square" lIns="0" tIns="0" rIns="0" bIns="0" rtlCol="0"/>
            <a:lstStyle/>
            <a:p/>
          </p:txBody>
        </p:sp>
        <p:sp>
          <p:nvSpPr>
            <p:cNvPr id="2339" name="object 2339"/>
            <p:cNvSpPr/>
            <p:nvPr/>
          </p:nvSpPr>
          <p:spPr>
            <a:xfrm>
              <a:off x="7498080" y="122173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C6B00"/>
            </a:solidFill>
          </p:spPr>
          <p:txBody>
            <a:bodyPr wrap="square" lIns="0" tIns="0" rIns="0" bIns="0" rtlCol="0"/>
            <a:lstStyle/>
            <a:p/>
          </p:txBody>
        </p:sp>
        <p:sp>
          <p:nvSpPr>
            <p:cNvPr id="2340" name="object 2340"/>
            <p:cNvSpPr/>
            <p:nvPr/>
          </p:nvSpPr>
          <p:spPr>
            <a:xfrm>
              <a:off x="7498080" y="123062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D6A00"/>
            </a:solidFill>
          </p:spPr>
          <p:txBody>
            <a:bodyPr wrap="square" lIns="0" tIns="0" rIns="0" bIns="0" rtlCol="0"/>
            <a:lstStyle/>
            <a:p/>
          </p:txBody>
        </p:sp>
        <p:sp>
          <p:nvSpPr>
            <p:cNvPr id="2341" name="object 2341"/>
            <p:cNvSpPr/>
            <p:nvPr/>
          </p:nvSpPr>
          <p:spPr>
            <a:xfrm>
              <a:off x="7498080" y="123824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2E6900"/>
            </a:solidFill>
          </p:spPr>
          <p:txBody>
            <a:bodyPr wrap="square" lIns="0" tIns="0" rIns="0" bIns="0" rtlCol="0"/>
            <a:lstStyle/>
            <a:p/>
          </p:txBody>
        </p:sp>
        <p:sp>
          <p:nvSpPr>
            <p:cNvPr id="2342" name="object 2342"/>
            <p:cNvSpPr/>
            <p:nvPr/>
          </p:nvSpPr>
          <p:spPr>
            <a:xfrm>
              <a:off x="7498080" y="124713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F6800"/>
            </a:solidFill>
          </p:spPr>
          <p:txBody>
            <a:bodyPr wrap="square" lIns="0" tIns="0" rIns="0" bIns="0" rtlCol="0"/>
            <a:lstStyle/>
            <a:p/>
          </p:txBody>
        </p:sp>
        <p:sp>
          <p:nvSpPr>
            <p:cNvPr id="2343" name="object 2343"/>
            <p:cNvSpPr/>
            <p:nvPr/>
          </p:nvSpPr>
          <p:spPr>
            <a:xfrm>
              <a:off x="7498080" y="1254759"/>
              <a:ext cx="143510" cy="8890"/>
            </a:xfrm>
            <a:custGeom>
              <a:avLst/>
              <a:gdLst/>
              <a:ahLst/>
              <a:cxnLst/>
              <a:rect l="l" t="t" r="r" b="b"/>
              <a:pathLst>
                <a:path w="143509" h="8890">
                  <a:moveTo>
                    <a:pt x="0" y="8889"/>
                  </a:moveTo>
                  <a:lnTo>
                    <a:pt x="0" y="0"/>
                  </a:lnTo>
                  <a:lnTo>
                    <a:pt x="143509" y="0"/>
                  </a:lnTo>
                  <a:lnTo>
                    <a:pt x="143509" y="8889"/>
                  </a:lnTo>
                  <a:lnTo>
                    <a:pt x="0" y="8889"/>
                  </a:lnTo>
                  <a:close/>
                </a:path>
              </a:pathLst>
            </a:custGeom>
            <a:solidFill>
              <a:srgbClr val="306700"/>
            </a:solidFill>
          </p:spPr>
          <p:txBody>
            <a:bodyPr wrap="square" lIns="0" tIns="0" rIns="0" bIns="0" rtlCol="0"/>
            <a:lstStyle/>
            <a:p/>
          </p:txBody>
        </p:sp>
        <p:sp>
          <p:nvSpPr>
            <p:cNvPr id="2344" name="object 2344"/>
            <p:cNvSpPr/>
            <p:nvPr/>
          </p:nvSpPr>
          <p:spPr>
            <a:xfrm>
              <a:off x="7498080" y="1263650"/>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16600"/>
            </a:solidFill>
          </p:spPr>
          <p:txBody>
            <a:bodyPr wrap="square" lIns="0" tIns="0" rIns="0" bIns="0" rtlCol="0"/>
            <a:lstStyle/>
            <a:p/>
          </p:txBody>
        </p:sp>
        <p:sp>
          <p:nvSpPr>
            <p:cNvPr id="2345" name="object 2345"/>
            <p:cNvSpPr/>
            <p:nvPr/>
          </p:nvSpPr>
          <p:spPr>
            <a:xfrm>
              <a:off x="7498080" y="1271269"/>
              <a:ext cx="143510" cy="8890"/>
            </a:xfrm>
            <a:custGeom>
              <a:avLst/>
              <a:gdLst/>
              <a:ahLst/>
              <a:cxnLst/>
              <a:rect l="l" t="t" r="r" b="b"/>
              <a:pathLst>
                <a:path w="143509" h="8890">
                  <a:moveTo>
                    <a:pt x="107950" y="1270"/>
                  </a:moveTo>
                  <a:lnTo>
                    <a:pt x="0" y="1270"/>
                  </a:lnTo>
                  <a:lnTo>
                    <a:pt x="0" y="2540"/>
                  </a:lnTo>
                  <a:lnTo>
                    <a:pt x="24130" y="2540"/>
                  </a:lnTo>
                  <a:lnTo>
                    <a:pt x="24130" y="8890"/>
                  </a:lnTo>
                  <a:lnTo>
                    <a:pt x="107950" y="8890"/>
                  </a:lnTo>
                  <a:lnTo>
                    <a:pt x="107950" y="2540"/>
                  </a:lnTo>
                  <a:lnTo>
                    <a:pt x="107950" y="1270"/>
                  </a:lnTo>
                  <a:close/>
                </a:path>
                <a:path w="143509" h="8890">
                  <a:moveTo>
                    <a:pt x="143497" y="0"/>
                  </a:moveTo>
                  <a:lnTo>
                    <a:pt x="107950" y="0"/>
                  </a:lnTo>
                  <a:lnTo>
                    <a:pt x="107950" y="1270"/>
                  </a:lnTo>
                  <a:lnTo>
                    <a:pt x="143497" y="1270"/>
                  </a:lnTo>
                  <a:lnTo>
                    <a:pt x="143497" y="0"/>
                  </a:lnTo>
                  <a:close/>
                </a:path>
              </a:pathLst>
            </a:custGeom>
            <a:solidFill>
              <a:srgbClr val="336600"/>
            </a:solidFill>
          </p:spPr>
          <p:txBody>
            <a:bodyPr wrap="square" lIns="0" tIns="0" rIns="0" bIns="0" rtlCol="0"/>
            <a:lstStyle/>
            <a:p/>
          </p:txBody>
        </p:sp>
        <p:sp>
          <p:nvSpPr>
            <p:cNvPr id="2346" name="object 2346"/>
            <p:cNvSpPr/>
            <p:nvPr/>
          </p:nvSpPr>
          <p:spPr>
            <a:xfrm>
              <a:off x="7522210" y="128015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336400"/>
            </a:solidFill>
          </p:spPr>
          <p:txBody>
            <a:bodyPr wrap="square" lIns="0" tIns="0" rIns="0" bIns="0" rtlCol="0"/>
            <a:lstStyle/>
            <a:p/>
          </p:txBody>
        </p:sp>
        <p:sp>
          <p:nvSpPr>
            <p:cNvPr id="2347" name="object 2347"/>
            <p:cNvSpPr/>
            <p:nvPr/>
          </p:nvSpPr>
          <p:spPr>
            <a:xfrm>
              <a:off x="7522210" y="12890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346300"/>
            </a:solidFill>
          </p:spPr>
          <p:txBody>
            <a:bodyPr wrap="square" lIns="0" tIns="0" rIns="0" bIns="0" rtlCol="0"/>
            <a:lstStyle/>
            <a:p/>
          </p:txBody>
        </p:sp>
        <p:sp>
          <p:nvSpPr>
            <p:cNvPr id="2348" name="object 2348"/>
            <p:cNvSpPr/>
            <p:nvPr/>
          </p:nvSpPr>
          <p:spPr>
            <a:xfrm>
              <a:off x="7522210" y="129666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356200"/>
            </a:solidFill>
          </p:spPr>
          <p:txBody>
            <a:bodyPr wrap="square" lIns="0" tIns="0" rIns="0" bIns="0" rtlCol="0"/>
            <a:lstStyle/>
            <a:p/>
          </p:txBody>
        </p:sp>
        <p:sp>
          <p:nvSpPr>
            <p:cNvPr id="2349" name="object 2349"/>
            <p:cNvSpPr/>
            <p:nvPr/>
          </p:nvSpPr>
          <p:spPr>
            <a:xfrm>
              <a:off x="7522210" y="130555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66100"/>
            </a:solidFill>
          </p:spPr>
          <p:txBody>
            <a:bodyPr wrap="square" lIns="0" tIns="0" rIns="0" bIns="0" rtlCol="0"/>
            <a:lstStyle/>
            <a:p/>
          </p:txBody>
        </p:sp>
        <p:sp>
          <p:nvSpPr>
            <p:cNvPr id="2350" name="object 2350"/>
            <p:cNvSpPr/>
            <p:nvPr/>
          </p:nvSpPr>
          <p:spPr>
            <a:xfrm>
              <a:off x="7522210" y="1313179"/>
              <a:ext cx="83820" cy="8890"/>
            </a:xfrm>
            <a:custGeom>
              <a:avLst/>
              <a:gdLst/>
              <a:ahLst/>
              <a:cxnLst/>
              <a:rect l="l" t="t" r="r" b="b"/>
              <a:pathLst>
                <a:path w="83820" h="8890">
                  <a:moveTo>
                    <a:pt x="0" y="8890"/>
                  </a:moveTo>
                  <a:lnTo>
                    <a:pt x="0" y="0"/>
                  </a:lnTo>
                  <a:lnTo>
                    <a:pt x="83820" y="0"/>
                  </a:lnTo>
                  <a:lnTo>
                    <a:pt x="83820" y="8890"/>
                  </a:lnTo>
                  <a:lnTo>
                    <a:pt x="0" y="8890"/>
                  </a:lnTo>
                  <a:close/>
                </a:path>
              </a:pathLst>
            </a:custGeom>
            <a:solidFill>
              <a:srgbClr val="376000"/>
            </a:solidFill>
          </p:spPr>
          <p:txBody>
            <a:bodyPr wrap="square" lIns="0" tIns="0" rIns="0" bIns="0" rtlCol="0"/>
            <a:lstStyle/>
            <a:p/>
          </p:txBody>
        </p:sp>
        <p:sp>
          <p:nvSpPr>
            <p:cNvPr id="2351" name="object 2351"/>
            <p:cNvSpPr/>
            <p:nvPr/>
          </p:nvSpPr>
          <p:spPr>
            <a:xfrm>
              <a:off x="7522210" y="132206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385F00"/>
            </a:solidFill>
          </p:spPr>
          <p:txBody>
            <a:bodyPr wrap="square" lIns="0" tIns="0" rIns="0" bIns="0" rtlCol="0"/>
            <a:lstStyle/>
            <a:p/>
          </p:txBody>
        </p:sp>
        <p:sp>
          <p:nvSpPr>
            <p:cNvPr id="2352" name="object 2352"/>
            <p:cNvSpPr/>
            <p:nvPr/>
          </p:nvSpPr>
          <p:spPr>
            <a:xfrm>
              <a:off x="7522210" y="133095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95E00"/>
            </a:solidFill>
          </p:spPr>
          <p:txBody>
            <a:bodyPr wrap="square" lIns="0" tIns="0" rIns="0" bIns="0" rtlCol="0"/>
            <a:lstStyle/>
            <a:p/>
          </p:txBody>
        </p:sp>
        <p:sp>
          <p:nvSpPr>
            <p:cNvPr id="2353" name="object 2353"/>
            <p:cNvSpPr/>
            <p:nvPr/>
          </p:nvSpPr>
          <p:spPr>
            <a:xfrm>
              <a:off x="7522210" y="1338579"/>
              <a:ext cx="83820" cy="8890"/>
            </a:xfrm>
            <a:custGeom>
              <a:avLst/>
              <a:gdLst/>
              <a:ahLst/>
              <a:cxnLst/>
              <a:rect l="l" t="t" r="r" b="b"/>
              <a:pathLst>
                <a:path w="83820" h="8890">
                  <a:moveTo>
                    <a:pt x="0" y="8890"/>
                  </a:moveTo>
                  <a:lnTo>
                    <a:pt x="0" y="0"/>
                  </a:lnTo>
                  <a:lnTo>
                    <a:pt x="83820" y="0"/>
                  </a:lnTo>
                  <a:lnTo>
                    <a:pt x="83820" y="8890"/>
                  </a:lnTo>
                  <a:lnTo>
                    <a:pt x="0" y="8890"/>
                  </a:lnTo>
                  <a:close/>
                </a:path>
              </a:pathLst>
            </a:custGeom>
            <a:solidFill>
              <a:srgbClr val="3A5D00"/>
            </a:solidFill>
          </p:spPr>
          <p:txBody>
            <a:bodyPr wrap="square" lIns="0" tIns="0" rIns="0" bIns="0" rtlCol="0"/>
            <a:lstStyle/>
            <a:p/>
          </p:txBody>
        </p:sp>
        <p:sp>
          <p:nvSpPr>
            <p:cNvPr id="2354" name="object 2354"/>
            <p:cNvSpPr/>
            <p:nvPr/>
          </p:nvSpPr>
          <p:spPr>
            <a:xfrm>
              <a:off x="7522210" y="13474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B5C00"/>
            </a:solidFill>
          </p:spPr>
          <p:txBody>
            <a:bodyPr wrap="square" lIns="0" tIns="0" rIns="0" bIns="0" rtlCol="0"/>
            <a:lstStyle/>
            <a:p/>
          </p:txBody>
        </p:sp>
        <p:sp>
          <p:nvSpPr>
            <p:cNvPr id="2355" name="object 2355"/>
            <p:cNvSpPr/>
            <p:nvPr/>
          </p:nvSpPr>
          <p:spPr>
            <a:xfrm>
              <a:off x="7522210" y="135508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3C5B00"/>
            </a:solidFill>
          </p:spPr>
          <p:txBody>
            <a:bodyPr wrap="square" lIns="0" tIns="0" rIns="0" bIns="0" rtlCol="0"/>
            <a:lstStyle/>
            <a:p/>
          </p:txBody>
        </p:sp>
        <p:sp>
          <p:nvSpPr>
            <p:cNvPr id="2356" name="object 2356"/>
            <p:cNvSpPr/>
            <p:nvPr/>
          </p:nvSpPr>
          <p:spPr>
            <a:xfrm>
              <a:off x="7522210" y="1363979"/>
              <a:ext cx="83820" cy="8890"/>
            </a:xfrm>
            <a:custGeom>
              <a:avLst/>
              <a:gdLst/>
              <a:ahLst/>
              <a:cxnLst/>
              <a:rect l="l" t="t" r="r" b="b"/>
              <a:pathLst>
                <a:path w="83820" h="8890">
                  <a:moveTo>
                    <a:pt x="0" y="8890"/>
                  </a:moveTo>
                  <a:lnTo>
                    <a:pt x="0" y="0"/>
                  </a:lnTo>
                  <a:lnTo>
                    <a:pt x="83820" y="0"/>
                  </a:lnTo>
                  <a:lnTo>
                    <a:pt x="83820" y="8890"/>
                  </a:lnTo>
                  <a:lnTo>
                    <a:pt x="0" y="8890"/>
                  </a:lnTo>
                  <a:close/>
                </a:path>
              </a:pathLst>
            </a:custGeom>
            <a:solidFill>
              <a:srgbClr val="3D5A00"/>
            </a:solidFill>
          </p:spPr>
          <p:txBody>
            <a:bodyPr wrap="square" lIns="0" tIns="0" rIns="0" bIns="0" rtlCol="0"/>
            <a:lstStyle/>
            <a:p/>
          </p:txBody>
        </p:sp>
        <p:sp>
          <p:nvSpPr>
            <p:cNvPr id="2357" name="object 2357"/>
            <p:cNvSpPr/>
            <p:nvPr/>
          </p:nvSpPr>
          <p:spPr>
            <a:xfrm>
              <a:off x="7522210" y="13728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E5900"/>
            </a:solidFill>
          </p:spPr>
          <p:txBody>
            <a:bodyPr wrap="square" lIns="0" tIns="0" rIns="0" bIns="0" rtlCol="0"/>
            <a:lstStyle/>
            <a:p/>
          </p:txBody>
        </p:sp>
        <p:sp>
          <p:nvSpPr>
            <p:cNvPr id="2358" name="object 2358"/>
            <p:cNvSpPr/>
            <p:nvPr/>
          </p:nvSpPr>
          <p:spPr>
            <a:xfrm>
              <a:off x="7522210" y="138048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3F5800"/>
            </a:solidFill>
          </p:spPr>
          <p:txBody>
            <a:bodyPr wrap="square" lIns="0" tIns="0" rIns="0" bIns="0" rtlCol="0"/>
            <a:lstStyle/>
            <a:p/>
          </p:txBody>
        </p:sp>
        <p:sp>
          <p:nvSpPr>
            <p:cNvPr id="2359" name="object 2359"/>
            <p:cNvSpPr/>
            <p:nvPr/>
          </p:nvSpPr>
          <p:spPr>
            <a:xfrm>
              <a:off x="7522210" y="13893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05700"/>
            </a:solidFill>
          </p:spPr>
          <p:txBody>
            <a:bodyPr wrap="square" lIns="0" tIns="0" rIns="0" bIns="0" rtlCol="0"/>
            <a:lstStyle/>
            <a:p/>
          </p:txBody>
        </p:sp>
        <p:sp>
          <p:nvSpPr>
            <p:cNvPr id="2360" name="object 2360"/>
            <p:cNvSpPr/>
            <p:nvPr/>
          </p:nvSpPr>
          <p:spPr>
            <a:xfrm>
              <a:off x="7522210" y="1397000"/>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415600"/>
            </a:solidFill>
          </p:spPr>
          <p:txBody>
            <a:bodyPr wrap="square" lIns="0" tIns="0" rIns="0" bIns="0" rtlCol="0"/>
            <a:lstStyle/>
            <a:p/>
          </p:txBody>
        </p:sp>
        <p:sp>
          <p:nvSpPr>
            <p:cNvPr id="2361" name="object 2361"/>
            <p:cNvSpPr/>
            <p:nvPr/>
          </p:nvSpPr>
          <p:spPr>
            <a:xfrm>
              <a:off x="7522210" y="14058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25500"/>
            </a:solidFill>
          </p:spPr>
          <p:txBody>
            <a:bodyPr wrap="square" lIns="0" tIns="0" rIns="0" bIns="0" rtlCol="0"/>
            <a:lstStyle/>
            <a:p/>
          </p:txBody>
        </p:sp>
        <p:sp>
          <p:nvSpPr>
            <p:cNvPr id="2362" name="object 2362"/>
            <p:cNvSpPr/>
            <p:nvPr/>
          </p:nvSpPr>
          <p:spPr>
            <a:xfrm>
              <a:off x="7522210" y="141350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435400"/>
            </a:solidFill>
          </p:spPr>
          <p:txBody>
            <a:bodyPr wrap="square" lIns="0" tIns="0" rIns="0" bIns="0" rtlCol="0"/>
            <a:lstStyle/>
            <a:p/>
          </p:txBody>
        </p:sp>
        <p:sp>
          <p:nvSpPr>
            <p:cNvPr id="2363" name="object 2363"/>
            <p:cNvSpPr/>
            <p:nvPr/>
          </p:nvSpPr>
          <p:spPr>
            <a:xfrm>
              <a:off x="7522210" y="1422400"/>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445300"/>
            </a:solidFill>
          </p:spPr>
          <p:txBody>
            <a:bodyPr wrap="square" lIns="0" tIns="0" rIns="0" bIns="0" rtlCol="0"/>
            <a:lstStyle/>
            <a:p/>
          </p:txBody>
        </p:sp>
        <p:sp>
          <p:nvSpPr>
            <p:cNvPr id="2364" name="object 2364"/>
            <p:cNvSpPr/>
            <p:nvPr/>
          </p:nvSpPr>
          <p:spPr>
            <a:xfrm>
              <a:off x="7522210" y="14312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55200"/>
            </a:solidFill>
          </p:spPr>
          <p:txBody>
            <a:bodyPr wrap="square" lIns="0" tIns="0" rIns="0" bIns="0" rtlCol="0"/>
            <a:lstStyle/>
            <a:p/>
          </p:txBody>
        </p:sp>
        <p:sp>
          <p:nvSpPr>
            <p:cNvPr id="2365" name="object 2365"/>
            <p:cNvSpPr/>
            <p:nvPr/>
          </p:nvSpPr>
          <p:spPr>
            <a:xfrm>
              <a:off x="7522210" y="143890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465100"/>
            </a:solidFill>
          </p:spPr>
          <p:txBody>
            <a:bodyPr wrap="square" lIns="0" tIns="0" rIns="0" bIns="0" rtlCol="0"/>
            <a:lstStyle/>
            <a:p/>
          </p:txBody>
        </p:sp>
        <p:sp>
          <p:nvSpPr>
            <p:cNvPr id="2366" name="object 2366"/>
            <p:cNvSpPr/>
            <p:nvPr/>
          </p:nvSpPr>
          <p:spPr>
            <a:xfrm>
              <a:off x="7522210" y="14478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75000"/>
            </a:solidFill>
          </p:spPr>
          <p:txBody>
            <a:bodyPr wrap="square" lIns="0" tIns="0" rIns="0" bIns="0" rtlCol="0"/>
            <a:lstStyle/>
            <a:p/>
          </p:txBody>
        </p:sp>
        <p:sp>
          <p:nvSpPr>
            <p:cNvPr id="2367" name="object 2367"/>
            <p:cNvSpPr/>
            <p:nvPr/>
          </p:nvSpPr>
          <p:spPr>
            <a:xfrm>
              <a:off x="7522210" y="1455419"/>
              <a:ext cx="83820" cy="8890"/>
            </a:xfrm>
            <a:custGeom>
              <a:avLst/>
              <a:gdLst/>
              <a:ahLst/>
              <a:cxnLst/>
              <a:rect l="l" t="t" r="r" b="b"/>
              <a:pathLst>
                <a:path w="83820" h="8890">
                  <a:moveTo>
                    <a:pt x="0" y="8889"/>
                  </a:moveTo>
                  <a:lnTo>
                    <a:pt x="0" y="0"/>
                  </a:lnTo>
                  <a:lnTo>
                    <a:pt x="83820" y="0"/>
                  </a:lnTo>
                  <a:lnTo>
                    <a:pt x="83820" y="8889"/>
                  </a:lnTo>
                  <a:lnTo>
                    <a:pt x="0" y="8889"/>
                  </a:lnTo>
                  <a:close/>
                </a:path>
              </a:pathLst>
            </a:custGeom>
            <a:solidFill>
              <a:srgbClr val="484F00"/>
            </a:solidFill>
          </p:spPr>
          <p:txBody>
            <a:bodyPr wrap="square" lIns="0" tIns="0" rIns="0" bIns="0" rtlCol="0"/>
            <a:lstStyle/>
            <a:p/>
          </p:txBody>
        </p:sp>
        <p:sp>
          <p:nvSpPr>
            <p:cNvPr id="2368" name="object 2368"/>
            <p:cNvSpPr/>
            <p:nvPr/>
          </p:nvSpPr>
          <p:spPr>
            <a:xfrm>
              <a:off x="7522210" y="1464309"/>
              <a:ext cx="115570" cy="8890"/>
            </a:xfrm>
            <a:custGeom>
              <a:avLst/>
              <a:gdLst/>
              <a:ahLst/>
              <a:cxnLst/>
              <a:rect l="l" t="t" r="r" b="b"/>
              <a:pathLst>
                <a:path w="115570" h="8890">
                  <a:moveTo>
                    <a:pt x="83820" y="7620"/>
                  </a:moveTo>
                  <a:lnTo>
                    <a:pt x="0" y="7620"/>
                  </a:lnTo>
                  <a:lnTo>
                    <a:pt x="0" y="8890"/>
                  </a:lnTo>
                  <a:lnTo>
                    <a:pt x="83820" y="8890"/>
                  </a:lnTo>
                  <a:lnTo>
                    <a:pt x="83820" y="7620"/>
                  </a:lnTo>
                  <a:close/>
                </a:path>
                <a:path w="115570" h="8890">
                  <a:moveTo>
                    <a:pt x="83820" y="0"/>
                  </a:moveTo>
                  <a:lnTo>
                    <a:pt x="0" y="0"/>
                  </a:lnTo>
                  <a:lnTo>
                    <a:pt x="0" y="6350"/>
                  </a:lnTo>
                  <a:lnTo>
                    <a:pt x="83820" y="6350"/>
                  </a:lnTo>
                  <a:lnTo>
                    <a:pt x="83820" y="0"/>
                  </a:lnTo>
                  <a:close/>
                </a:path>
                <a:path w="115570" h="8890">
                  <a:moveTo>
                    <a:pt x="115570" y="7620"/>
                  </a:moveTo>
                  <a:lnTo>
                    <a:pt x="114300" y="7620"/>
                  </a:lnTo>
                  <a:lnTo>
                    <a:pt x="114300" y="6350"/>
                  </a:lnTo>
                  <a:lnTo>
                    <a:pt x="113030" y="6350"/>
                  </a:lnTo>
                  <a:lnTo>
                    <a:pt x="113030" y="7620"/>
                  </a:lnTo>
                  <a:lnTo>
                    <a:pt x="111760" y="7620"/>
                  </a:lnTo>
                  <a:lnTo>
                    <a:pt x="111760" y="8890"/>
                  </a:lnTo>
                  <a:lnTo>
                    <a:pt x="115570" y="8890"/>
                  </a:lnTo>
                  <a:lnTo>
                    <a:pt x="115570" y="7620"/>
                  </a:lnTo>
                  <a:close/>
                </a:path>
              </a:pathLst>
            </a:custGeom>
            <a:solidFill>
              <a:srgbClr val="494E00"/>
            </a:solidFill>
          </p:spPr>
          <p:txBody>
            <a:bodyPr wrap="square" lIns="0" tIns="0" rIns="0" bIns="0" rtlCol="0"/>
            <a:lstStyle/>
            <a:p/>
          </p:txBody>
        </p:sp>
        <p:sp>
          <p:nvSpPr>
            <p:cNvPr id="2369" name="object 2369"/>
            <p:cNvSpPr/>
            <p:nvPr/>
          </p:nvSpPr>
          <p:spPr>
            <a:xfrm>
              <a:off x="7522210" y="1473200"/>
              <a:ext cx="115570" cy="7620"/>
            </a:xfrm>
            <a:custGeom>
              <a:avLst/>
              <a:gdLst/>
              <a:ahLst/>
              <a:cxnLst/>
              <a:rect l="l" t="t" r="r" b="b"/>
              <a:pathLst>
                <a:path w="115570" h="7619">
                  <a:moveTo>
                    <a:pt x="83820" y="5079"/>
                  </a:moveTo>
                  <a:lnTo>
                    <a:pt x="0" y="5079"/>
                  </a:lnTo>
                  <a:lnTo>
                    <a:pt x="0" y="7620"/>
                  </a:lnTo>
                  <a:lnTo>
                    <a:pt x="83820" y="7620"/>
                  </a:lnTo>
                  <a:lnTo>
                    <a:pt x="83820" y="5079"/>
                  </a:lnTo>
                  <a:close/>
                </a:path>
                <a:path w="115570" h="7619">
                  <a:moveTo>
                    <a:pt x="115570" y="5079"/>
                  </a:moveTo>
                  <a:lnTo>
                    <a:pt x="104140" y="5079"/>
                  </a:lnTo>
                  <a:lnTo>
                    <a:pt x="104140" y="7620"/>
                  </a:lnTo>
                  <a:lnTo>
                    <a:pt x="115570" y="7620"/>
                  </a:lnTo>
                  <a:lnTo>
                    <a:pt x="115570" y="5079"/>
                  </a:lnTo>
                  <a:close/>
                </a:path>
                <a:path w="115570" h="7619">
                  <a:moveTo>
                    <a:pt x="106680" y="3809"/>
                  </a:moveTo>
                  <a:lnTo>
                    <a:pt x="105410" y="3809"/>
                  </a:lnTo>
                  <a:lnTo>
                    <a:pt x="105410" y="5079"/>
                  </a:lnTo>
                  <a:lnTo>
                    <a:pt x="106680" y="5079"/>
                  </a:lnTo>
                  <a:lnTo>
                    <a:pt x="106680" y="3809"/>
                  </a:lnTo>
                  <a:close/>
                </a:path>
                <a:path w="115570" h="7619">
                  <a:moveTo>
                    <a:pt x="109220" y="1269"/>
                  </a:moveTo>
                  <a:lnTo>
                    <a:pt x="107950" y="1269"/>
                  </a:lnTo>
                  <a:lnTo>
                    <a:pt x="107950" y="3809"/>
                  </a:lnTo>
                  <a:lnTo>
                    <a:pt x="115570" y="3809"/>
                  </a:lnTo>
                  <a:lnTo>
                    <a:pt x="115570" y="2539"/>
                  </a:lnTo>
                  <a:lnTo>
                    <a:pt x="109220" y="2539"/>
                  </a:lnTo>
                  <a:lnTo>
                    <a:pt x="109220" y="1269"/>
                  </a:lnTo>
                  <a:close/>
                </a:path>
                <a:path w="115570" h="7619">
                  <a:moveTo>
                    <a:pt x="115570" y="0"/>
                  </a:moveTo>
                  <a:lnTo>
                    <a:pt x="111760" y="0"/>
                  </a:lnTo>
                  <a:lnTo>
                    <a:pt x="111760" y="1269"/>
                  </a:lnTo>
                  <a:lnTo>
                    <a:pt x="115570" y="1269"/>
                  </a:lnTo>
                  <a:lnTo>
                    <a:pt x="115570" y="0"/>
                  </a:lnTo>
                  <a:close/>
                </a:path>
                <a:path w="115570" h="7619">
                  <a:moveTo>
                    <a:pt x="83820" y="2539"/>
                  </a:moveTo>
                  <a:lnTo>
                    <a:pt x="0" y="2539"/>
                  </a:lnTo>
                  <a:lnTo>
                    <a:pt x="0" y="3809"/>
                  </a:lnTo>
                  <a:lnTo>
                    <a:pt x="83820" y="3809"/>
                  </a:lnTo>
                  <a:lnTo>
                    <a:pt x="83820" y="2539"/>
                  </a:lnTo>
                  <a:close/>
                </a:path>
                <a:path w="115570" h="7619">
                  <a:moveTo>
                    <a:pt x="83820" y="0"/>
                  </a:moveTo>
                  <a:lnTo>
                    <a:pt x="0" y="0"/>
                  </a:lnTo>
                  <a:lnTo>
                    <a:pt x="0" y="1269"/>
                  </a:lnTo>
                  <a:lnTo>
                    <a:pt x="83820" y="1269"/>
                  </a:lnTo>
                  <a:lnTo>
                    <a:pt x="83820" y="0"/>
                  </a:lnTo>
                  <a:close/>
                </a:path>
              </a:pathLst>
            </a:custGeom>
            <a:solidFill>
              <a:srgbClr val="4A4D00"/>
            </a:solidFill>
          </p:spPr>
          <p:txBody>
            <a:bodyPr wrap="square" lIns="0" tIns="0" rIns="0" bIns="0" rtlCol="0"/>
            <a:lstStyle/>
            <a:p/>
          </p:txBody>
        </p:sp>
        <p:sp>
          <p:nvSpPr>
            <p:cNvPr id="2370" name="object 2370"/>
            <p:cNvSpPr/>
            <p:nvPr/>
          </p:nvSpPr>
          <p:spPr>
            <a:xfrm>
              <a:off x="7522210" y="1480819"/>
              <a:ext cx="116839" cy="8890"/>
            </a:xfrm>
            <a:custGeom>
              <a:avLst/>
              <a:gdLst/>
              <a:ahLst/>
              <a:cxnLst/>
              <a:rect l="l" t="t" r="r" b="b"/>
              <a:pathLst>
                <a:path w="116840" h="8890">
                  <a:moveTo>
                    <a:pt x="85090" y="6349"/>
                  </a:moveTo>
                  <a:lnTo>
                    <a:pt x="83820" y="6349"/>
                  </a:lnTo>
                  <a:lnTo>
                    <a:pt x="83820" y="7619"/>
                  </a:lnTo>
                  <a:lnTo>
                    <a:pt x="0" y="7619"/>
                  </a:lnTo>
                  <a:lnTo>
                    <a:pt x="0" y="8889"/>
                  </a:lnTo>
                  <a:lnTo>
                    <a:pt x="85090" y="8889"/>
                  </a:lnTo>
                  <a:lnTo>
                    <a:pt x="85090" y="6349"/>
                  </a:lnTo>
                  <a:close/>
                </a:path>
                <a:path w="116840" h="8890">
                  <a:moveTo>
                    <a:pt x="83820" y="3809"/>
                  </a:moveTo>
                  <a:lnTo>
                    <a:pt x="0" y="3809"/>
                  </a:lnTo>
                  <a:lnTo>
                    <a:pt x="0" y="6349"/>
                  </a:lnTo>
                  <a:lnTo>
                    <a:pt x="83820" y="6349"/>
                  </a:lnTo>
                  <a:lnTo>
                    <a:pt x="83820" y="3809"/>
                  </a:lnTo>
                  <a:close/>
                </a:path>
                <a:path w="116840" h="8890">
                  <a:moveTo>
                    <a:pt x="97790" y="6349"/>
                  </a:moveTo>
                  <a:lnTo>
                    <a:pt x="95250" y="6349"/>
                  </a:lnTo>
                  <a:lnTo>
                    <a:pt x="95250" y="8889"/>
                  </a:lnTo>
                  <a:lnTo>
                    <a:pt x="116840" y="8889"/>
                  </a:lnTo>
                  <a:lnTo>
                    <a:pt x="116840" y="7619"/>
                  </a:lnTo>
                  <a:lnTo>
                    <a:pt x="97790" y="7619"/>
                  </a:lnTo>
                  <a:lnTo>
                    <a:pt x="97790" y="6349"/>
                  </a:lnTo>
                  <a:close/>
                </a:path>
                <a:path w="116840" h="8890">
                  <a:moveTo>
                    <a:pt x="115570" y="3809"/>
                  </a:moveTo>
                  <a:lnTo>
                    <a:pt x="99060" y="3809"/>
                  </a:lnTo>
                  <a:lnTo>
                    <a:pt x="99060" y="6349"/>
                  </a:lnTo>
                  <a:lnTo>
                    <a:pt x="115570" y="6349"/>
                  </a:lnTo>
                  <a:lnTo>
                    <a:pt x="115570" y="3809"/>
                  </a:lnTo>
                  <a:close/>
                </a:path>
                <a:path w="116840" h="8890">
                  <a:moveTo>
                    <a:pt x="101600" y="2539"/>
                  </a:moveTo>
                  <a:lnTo>
                    <a:pt x="100330" y="2539"/>
                  </a:lnTo>
                  <a:lnTo>
                    <a:pt x="100330" y="3809"/>
                  </a:lnTo>
                  <a:lnTo>
                    <a:pt x="101600" y="3809"/>
                  </a:lnTo>
                  <a:lnTo>
                    <a:pt x="101600" y="2539"/>
                  </a:lnTo>
                  <a:close/>
                </a:path>
                <a:path w="116840" h="8890">
                  <a:moveTo>
                    <a:pt x="115570" y="0"/>
                  </a:moveTo>
                  <a:lnTo>
                    <a:pt x="102870" y="0"/>
                  </a:lnTo>
                  <a:lnTo>
                    <a:pt x="102870" y="1269"/>
                  </a:lnTo>
                  <a:lnTo>
                    <a:pt x="101600" y="1269"/>
                  </a:lnTo>
                  <a:lnTo>
                    <a:pt x="101600" y="2539"/>
                  </a:lnTo>
                  <a:lnTo>
                    <a:pt x="115570" y="2539"/>
                  </a:lnTo>
                  <a:lnTo>
                    <a:pt x="115570" y="0"/>
                  </a:lnTo>
                  <a:close/>
                </a:path>
                <a:path w="116840" h="8890">
                  <a:moveTo>
                    <a:pt x="83820" y="0"/>
                  </a:moveTo>
                  <a:lnTo>
                    <a:pt x="0" y="0"/>
                  </a:lnTo>
                  <a:lnTo>
                    <a:pt x="0" y="2539"/>
                  </a:lnTo>
                  <a:lnTo>
                    <a:pt x="83820" y="2539"/>
                  </a:lnTo>
                  <a:lnTo>
                    <a:pt x="83820" y="0"/>
                  </a:lnTo>
                  <a:close/>
                </a:path>
              </a:pathLst>
            </a:custGeom>
            <a:solidFill>
              <a:srgbClr val="4B4C00"/>
            </a:solidFill>
          </p:spPr>
          <p:txBody>
            <a:bodyPr wrap="square" lIns="0" tIns="0" rIns="0" bIns="0" rtlCol="0"/>
            <a:lstStyle/>
            <a:p/>
          </p:txBody>
        </p:sp>
        <p:sp>
          <p:nvSpPr>
            <p:cNvPr id="2371" name="object 2371"/>
            <p:cNvSpPr/>
            <p:nvPr/>
          </p:nvSpPr>
          <p:spPr>
            <a:xfrm>
              <a:off x="7522210" y="1489709"/>
              <a:ext cx="116839" cy="7620"/>
            </a:xfrm>
            <a:custGeom>
              <a:avLst/>
              <a:gdLst/>
              <a:ahLst/>
              <a:cxnLst/>
              <a:rect l="l" t="t" r="r" b="b"/>
              <a:pathLst>
                <a:path w="116840" h="7619">
                  <a:moveTo>
                    <a:pt x="116840" y="1270"/>
                  </a:moveTo>
                  <a:lnTo>
                    <a:pt x="93980" y="1270"/>
                  </a:lnTo>
                  <a:lnTo>
                    <a:pt x="93980" y="0"/>
                  </a:lnTo>
                  <a:lnTo>
                    <a:pt x="91440" y="0"/>
                  </a:lnTo>
                  <a:lnTo>
                    <a:pt x="91440" y="1270"/>
                  </a:lnTo>
                  <a:lnTo>
                    <a:pt x="88900" y="1270"/>
                  </a:lnTo>
                  <a:lnTo>
                    <a:pt x="88900" y="3810"/>
                  </a:lnTo>
                  <a:lnTo>
                    <a:pt x="86347" y="3810"/>
                  </a:lnTo>
                  <a:lnTo>
                    <a:pt x="86347" y="1270"/>
                  </a:lnTo>
                  <a:lnTo>
                    <a:pt x="0" y="1270"/>
                  </a:lnTo>
                  <a:lnTo>
                    <a:pt x="0" y="3810"/>
                  </a:lnTo>
                  <a:lnTo>
                    <a:pt x="0" y="7620"/>
                  </a:lnTo>
                  <a:lnTo>
                    <a:pt x="116840" y="7620"/>
                  </a:lnTo>
                  <a:lnTo>
                    <a:pt x="116840" y="3810"/>
                  </a:lnTo>
                  <a:lnTo>
                    <a:pt x="116840" y="1270"/>
                  </a:lnTo>
                  <a:close/>
                </a:path>
              </a:pathLst>
            </a:custGeom>
            <a:solidFill>
              <a:srgbClr val="4C4B00"/>
            </a:solidFill>
          </p:spPr>
          <p:txBody>
            <a:bodyPr wrap="square" lIns="0" tIns="0" rIns="0" bIns="0" rtlCol="0"/>
            <a:lstStyle/>
            <a:p/>
          </p:txBody>
        </p:sp>
        <p:sp>
          <p:nvSpPr>
            <p:cNvPr id="2372" name="object 2372"/>
            <p:cNvSpPr/>
            <p:nvPr/>
          </p:nvSpPr>
          <p:spPr>
            <a:xfrm>
              <a:off x="7522210" y="1497329"/>
              <a:ext cx="116839" cy="8890"/>
            </a:xfrm>
            <a:custGeom>
              <a:avLst/>
              <a:gdLst/>
              <a:ahLst/>
              <a:cxnLst/>
              <a:rect l="l" t="t" r="r" b="b"/>
              <a:pathLst>
                <a:path w="116840" h="8890">
                  <a:moveTo>
                    <a:pt x="0" y="8890"/>
                  </a:moveTo>
                  <a:lnTo>
                    <a:pt x="0" y="0"/>
                  </a:lnTo>
                  <a:lnTo>
                    <a:pt x="116840" y="0"/>
                  </a:lnTo>
                  <a:lnTo>
                    <a:pt x="116840" y="8890"/>
                  </a:lnTo>
                  <a:lnTo>
                    <a:pt x="0" y="8890"/>
                  </a:lnTo>
                  <a:close/>
                </a:path>
              </a:pathLst>
            </a:custGeom>
            <a:solidFill>
              <a:srgbClr val="4D4A00"/>
            </a:solidFill>
          </p:spPr>
          <p:txBody>
            <a:bodyPr wrap="square" lIns="0" tIns="0" rIns="0" bIns="0" rtlCol="0"/>
            <a:lstStyle/>
            <a:p/>
          </p:txBody>
        </p:sp>
        <p:sp>
          <p:nvSpPr>
            <p:cNvPr id="2373" name="object 2373"/>
            <p:cNvSpPr/>
            <p:nvPr/>
          </p:nvSpPr>
          <p:spPr>
            <a:xfrm>
              <a:off x="7523480" y="1506219"/>
              <a:ext cx="115570" cy="8890"/>
            </a:xfrm>
            <a:custGeom>
              <a:avLst/>
              <a:gdLst/>
              <a:ahLst/>
              <a:cxnLst/>
              <a:rect l="l" t="t" r="r" b="b"/>
              <a:pathLst>
                <a:path w="115570" h="8890">
                  <a:moveTo>
                    <a:pt x="115570" y="0"/>
                  </a:moveTo>
                  <a:lnTo>
                    <a:pt x="0" y="0"/>
                  </a:lnTo>
                  <a:lnTo>
                    <a:pt x="0" y="8889"/>
                  </a:lnTo>
                  <a:lnTo>
                    <a:pt x="115570" y="8889"/>
                  </a:lnTo>
                  <a:lnTo>
                    <a:pt x="115570" y="0"/>
                  </a:lnTo>
                  <a:close/>
                </a:path>
              </a:pathLst>
            </a:custGeom>
            <a:solidFill>
              <a:srgbClr val="4E4900"/>
            </a:solidFill>
          </p:spPr>
          <p:txBody>
            <a:bodyPr wrap="square" lIns="0" tIns="0" rIns="0" bIns="0" rtlCol="0"/>
            <a:lstStyle/>
            <a:p/>
          </p:txBody>
        </p:sp>
        <p:sp>
          <p:nvSpPr>
            <p:cNvPr id="2374" name="object 2374"/>
            <p:cNvSpPr/>
            <p:nvPr/>
          </p:nvSpPr>
          <p:spPr>
            <a:xfrm>
              <a:off x="7523480" y="1515109"/>
              <a:ext cx="116839" cy="7620"/>
            </a:xfrm>
            <a:custGeom>
              <a:avLst/>
              <a:gdLst/>
              <a:ahLst/>
              <a:cxnLst/>
              <a:rect l="l" t="t" r="r" b="b"/>
              <a:pathLst>
                <a:path w="116840" h="7619">
                  <a:moveTo>
                    <a:pt x="116840" y="5080"/>
                  </a:moveTo>
                  <a:lnTo>
                    <a:pt x="115570" y="5080"/>
                  </a:lnTo>
                  <a:lnTo>
                    <a:pt x="115570" y="0"/>
                  </a:lnTo>
                  <a:lnTo>
                    <a:pt x="0" y="0"/>
                  </a:lnTo>
                  <a:lnTo>
                    <a:pt x="0" y="5080"/>
                  </a:lnTo>
                  <a:lnTo>
                    <a:pt x="0" y="7620"/>
                  </a:lnTo>
                  <a:lnTo>
                    <a:pt x="116840" y="7620"/>
                  </a:lnTo>
                  <a:lnTo>
                    <a:pt x="116840" y="5080"/>
                  </a:lnTo>
                  <a:close/>
                </a:path>
              </a:pathLst>
            </a:custGeom>
            <a:solidFill>
              <a:srgbClr val="4F4800"/>
            </a:solidFill>
          </p:spPr>
          <p:txBody>
            <a:bodyPr wrap="square" lIns="0" tIns="0" rIns="0" bIns="0" rtlCol="0"/>
            <a:lstStyle/>
            <a:p/>
          </p:txBody>
        </p:sp>
        <p:sp>
          <p:nvSpPr>
            <p:cNvPr id="2375" name="object 2375"/>
            <p:cNvSpPr/>
            <p:nvPr/>
          </p:nvSpPr>
          <p:spPr>
            <a:xfrm>
              <a:off x="7523480" y="1522729"/>
              <a:ext cx="116839" cy="8890"/>
            </a:xfrm>
            <a:custGeom>
              <a:avLst/>
              <a:gdLst/>
              <a:ahLst/>
              <a:cxnLst/>
              <a:rect l="l" t="t" r="r" b="b"/>
              <a:pathLst>
                <a:path w="116840" h="8890">
                  <a:moveTo>
                    <a:pt x="0" y="8890"/>
                  </a:moveTo>
                  <a:lnTo>
                    <a:pt x="0" y="0"/>
                  </a:lnTo>
                  <a:lnTo>
                    <a:pt x="116840" y="0"/>
                  </a:lnTo>
                  <a:lnTo>
                    <a:pt x="116840" y="8890"/>
                  </a:lnTo>
                  <a:lnTo>
                    <a:pt x="0" y="8890"/>
                  </a:lnTo>
                  <a:close/>
                </a:path>
              </a:pathLst>
            </a:custGeom>
            <a:solidFill>
              <a:srgbClr val="504700"/>
            </a:solidFill>
          </p:spPr>
          <p:txBody>
            <a:bodyPr wrap="square" lIns="0" tIns="0" rIns="0" bIns="0" rtlCol="0"/>
            <a:lstStyle/>
            <a:p/>
          </p:txBody>
        </p:sp>
        <p:sp>
          <p:nvSpPr>
            <p:cNvPr id="2376" name="object 2376"/>
            <p:cNvSpPr/>
            <p:nvPr/>
          </p:nvSpPr>
          <p:spPr>
            <a:xfrm>
              <a:off x="7523480" y="1531619"/>
              <a:ext cx="116839" cy="7620"/>
            </a:xfrm>
            <a:custGeom>
              <a:avLst/>
              <a:gdLst/>
              <a:ahLst/>
              <a:cxnLst/>
              <a:rect l="l" t="t" r="r" b="b"/>
              <a:pathLst>
                <a:path w="116840" h="7619">
                  <a:moveTo>
                    <a:pt x="0" y="7619"/>
                  </a:moveTo>
                  <a:lnTo>
                    <a:pt x="0" y="0"/>
                  </a:lnTo>
                  <a:lnTo>
                    <a:pt x="116840" y="0"/>
                  </a:lnTo>
                  <a:lnTo>
                    <a:pt x="116840" y="7619"/>
                  </a:lnTo>
                  <a:lnTo>
                    <a:pt x="0" y="7619"/>
                  </a:lnTo>
                  <a:close/>
                </a:path>
              </a:pathLst>
            </a:custGeom>
            <a:solidFill>
              <a:srgbClr val="514600"/>
            </a:solidFill>
          </p:spPr>
          <p:txBody>
            <a:bodyPr wrap="square" lIns="0" tIns="0" rIns="0" bIns="0" rtlCol="0"/>
            <a:lstStyle/>
            <a:p/>
          </p:txBody>
        </p:sp>
        <p:sp>
          <p:nvSpPr>
            <p:cNvPr id="2377" name="object 2377"/>
            <p:cNvSpPr/>
            <p:nvPr/>
          </p:nvSpPr>
          <p:spPr>
            <a:xfrm>
              <a:off x="7523480" y="1539239"/>
              <a:ext cx="116839" cy="8890"/>
            </a:xfrm>
            <a:custGeom>
              <a:avLst/>
              <a:gdLst/>
              <a:ahLst/>
              <a:cxnLst/>
              <a:rect l="l" t="t" r="r" b="b"/>
              <a:pathLst>
                <a:path w="116840" h="8890">
                  <a:moveTo>
                    <a:pt x="116840" y="0"/>
                  </a:moveTo>
                  <a:lnTo>
                    <a:pt x="0" y="0"/>
                  </a:lnTo>
                  <a:lnTo>
                    <a:pt x="0" y="5080"/>
                  </a:lnTo>
                  <a:lnTo>
                    <a:pt x="1270" y="5080"/>
                  </a:lnTo>
                  <a:lnTo>
                    <a:pt x="1270" y="8890"/>
                  </a:lnTo>
                  <a:lnTo>
                    <a:pt x="116840" y="8890"/>
                  </a:lnTo>
                  <a:lnTo>
                    <a:pt x="116840" y="5080"/>
                  </a:lnTo>
                  <a:lnTo>
                    <a:pt x="116840" y="0"/>
                  </a:lnTo>
                  <a:close/>
                </a:path>
              </a:pathLst>
            </a:custGeom>
            <a:solidFill>
              <a:srgbClr val="524500"/>
            </a:solidFill>
          </p:spPr>
          <p:txBody>
            <a:bodyPr wrap="square" lIns="0" tIns="0" rIns="0" bIns="0" rtlCol="0"/>
            <a:lstStyle/>
            <a:p/>
          </p:txBody>
        </p:sp>
        <p:sp>
          <p:nvSpPr>
            <p:cNvPr id="2378" name="object 2378"/>
            <p:cNvSpPr/>
            <p:nvPr/>
          </p:nvSpPr>
          <p:spPr>
            <a:xfrm>
              <a:off x="7524750" y="1548129"/>
              <a:ext cx="116839" cy="7620"/>
            </a:xfrm>
            <a:custGeom>
              <a:avLst/>
              <a:gdLst/>
              <a:ahLst/>
              <a:cxnLst/>
              <a:rect l="l" t="t" r="r" b="b"/>
              <a:pathLst>
                <a:path w="116840" h="7619">
                  <a:moveTo>
                    <a:pt x="116840" y="5080"/>
                  </a:moveTo>
                  <a:lnTo>
                    <a:pt x="115570" y="5080"/>
                  </a:lnTo>
                  <a:lnTo>
                    <a:pt x="115570" y="0"/>
                  </a:lnTo>
                  <a:lnTo>
                    <a:pt x="0" y="0"/>
                  </a:lnTo>
                  <a:lnTo>
                    <a:pt x="0" y="5080"/>
                  </a:lnTo>
                  <a:lnTo>
                    <a:pt x="0" y="7620"/>
                  </a:lnTo>
                  <a:lnTo>
                    <a:pt x="116840" y="7620"/>
                  </a:lnTo>
                  <a:lnTo>
                    <a:pt x="116840" y="5080"/>
                  </a:lnTo>
                  <a:close/>
                </a:path>
              </a:pathLst>
            </a:custGeom>
            <a:solidFill>
              <a:srgbClr val="534400"/>
            </a:solidFill>
          </p:spPr>
          <p:txBody>
            <a:bodyPr wrap="square" lIns="0" tIns="0" rIns="0" bIns="0" rtlCol="0"/>
            <a:lstStyle/>
            <a:p/>
          </p:txBody>
        </p:sp>
        <p:sp>
          <p:nvSpPr>
            <p:cNvPr id="2379" name="object 2379"/>
            <p:cNvSpPr/>
            <p:nvPr/>
          </p:nvSpPr>
          <p:spPr>
            <a:xfrm>
              <a:off x="7524750" y="1555749"/>
              <a:ext cx="116839" cy="8890"/>
            </a:xfrm>
            <a:custGeom>
              <a:avLst/>
              <a:gdLst/>
              <a:ahLst/>
              <a:cxnLst/>
              <a:rect l="l" t="t" r="r" b="b"/>
              <a:pathLst>
                <a:path w="116840" h="8890">
                  <a:moveTo>
                    <a:pt x="116840" y="5080"/>
                  </a:moveTo>
                  <a:lnTo>
                    <a:pt x="1270" y="5080"/>
                  </a:lnTo>
                  <a:lnTo>
                    <a:pt x="1270" y="8890"/>
                  </a:lnTo>
                  <a:lnTo>
                    <a:pt x="116840" y="8890"/>
                  </a:lnTo>
                  <a:lnTo>
                    <a:pt x="116840" y="5080"/>
                  </a:lnTo>
                  <a:close/>
                </a:path>
                <a:path w="116840" h="8890">
                  <a:moveTo>
                    <a:pt x="116840" y="0"/>
                  </a:moveTo>
                  <a:lnTo>
                    <a:pt x="0" y="0"/>
                  </a:lnTo>
                  <a:lnTo>
                    <a:pt x="0" y="3810"/>
                  </a:lnTo>
                  <a:lnTo>
                    <a:pt x="0" y="5080"/>
                  </a:lnTo>
                  <a:lnTo>
                    <a:pt x="1270" y="5080"/>
                  </a:lnTo>
                  <a:lnTo>
                    <a:pt x="1270" y="3810"/>
                  </a:lnTo>
                  <a:lnTo>
                    <a:pt x="116840" y="3810"/>
                  </a:lnTo>
                  <a:lnTo>
                    <a:pt x="116840" y="0"/>
                  </a:lnTo>
                  <a:close/>
                </a:path>
              </a:pathLst>
            </a:custGeom>
            <a:solidFill>
              <a:srgbClr val="544300"/>
            </a:solidFill>
          </p:spPr>
          <p:txBody>
            <a:bodyPr wrap="square" lIns="0" tIns="0" rIns="0" bIns="0" rtlCol="0"/>
            <a:lstStyle/>
            <a:p/>
          </p:txBody>
        </p:sp>
        <p:sp>
          <p:nvSpPr>
            <p:cNvPr id="2380" name="object 2380"/>
            <p:cNvSpPr/>
            <p:nvPr/>
          </p:nvSpPr>
          <p:spPr>
            <a:xfrm>
              <a:off x="7526020" y="1564639"/>
              <a:ext cx="115570" cy="7620"/>
            </a:xfrm>
            <a:custGeom>
              <a:avLst/>
              <a:gdLst/>
              <a:ahLst/>
              <a:cxnLst/>
              <a:rect l="l" t="t" r="r" b="b"/>
              <a:pathLst>
                <a:path w="115570" h="7619">
                  <a:moveTo>
                    <a:pt x="0" y="7620"/>
                  </a:moveTo>
                  <a:lnTo>
                    <a:pt x="0" y="0"/>
                  </a:lnTo>
                  <a:lnTo>
                    <a:pt x="115570" y="0"/>
                  </a:lnTo>
                  <a:lnTo>
                    <a:pt x="115570" y="7620"/>
                  </a:lnTo>
                  <a:lnTo>
                    <a:pt x="0" y="7620"/>
                  </a:lnTo>
                  <a:close/>
                </a:path>
              </a:pathLst>
            </a:custGeom>
            <a:solidFill>
              <a:srgbClr val="554200"/>
            </a:solidFill>
          </p:spPr>
          <p:txBody>
            <a:bodyPr wrap="square" lIns="0" tIns="0" rIns="0" bIns="0" rtlCol="0"/>
            <a:lstStyle/>
            <a:p/>
          </p:txBody>
        </p:sp>
        <p:sp>
          <p:nvSpPr>
            <p:cNvPr id="2381" name="object 2381"/>
            <p:cNvSpPr/>
            <p:nvPr/>
          </p:nvSpPr>
          <p:spPr>
            <a:xfrm>
              <a:off x="7526020" y="1572259"/>
              <a:ext cx="115570" cy="8890"/>
            </a:xfrm>
            <a:custGeom>
              <a:avLst/>
              <a:gdLst/>
              <a:ahLst/>
              <a:cxnLst/>
              <a:rect l="l" t="t" r="r" b="b"/>
              <a:pathLst>
                <a:path w="115570" h="8890">
                  <a:moveTo>
                    <a:pt x="115570" y="1282"/>
                  </a:moveTo>
                  <a:lnTo>
                    <a:pt x="1270" y="1282"/>
                  </a:lnTo>
                  <a:lnTo>
                    <a:pt x="1270" y="8890"/>
                  </a:lnTo>
                  <a:lnTo>
                    <a:pt x="115570" y="8890"/>
                  </a:lnTo>
                  <a:lnTo>
                    <a:pt x="115570" y="1282"/>
                  </a:lnTo>
                  <a:close/>
                </a:path>
                <a:path w="115570" h="8890">
                  <a:moveTo>
                    <a:pt x="115570" y="0"/>
                  </a:moveTo>
                  <a:lnTo>
                    <a:pt x="0" y="0"/>
                  </a:lnTo>
                  <a:lnTo>
                    <a:pt x="0" y="1270"/>
                  </a:lnTo>
                  <a:lnTo>
                    <a:pt x="115570" y="1270"/>
                  </a:lnTo>
                  <a:lnTo>
                    <a:pt x="115570" y="0"/>
                  </a:lnTo>
                  <a:close/>
                </a:path>
              </a:pathLst>
            </a:custGeom>
            <a:solidFill>
              <a:srgbClr val="564100"/>
            </a:solidFill>
          </p:spPr>
          <p:txBody>
            <a:bodyPr wrap="square" lIns="0" tIns="0" rIns="0" bIns="0" rtlCol="0"/>
            <a:lstStyle/>
            <a:p/>
          </p:txBody>
        </p:sp>
        <p:sp>
          <p:nvSpPr>
            <p:cNvPr id="2382" name="object 2382"/>
            <p:cNvSpPr/>
            <p:nvPr/>
          </p:nvSpPr>
          <p:spPr>
            <a:xfrm>
              <a:off x="7527290" y="1581149"/>
              <a:ext cx="115570" cy="8890"/>
            </a:xfrm>
            <a:custGeom>
              <a:avLst/>
              <a:gdLst/>
              <a:ahLst/>
              <a:cxnLst/>
              <a:rect l="l" t="t" r="r" b="b"/>
              <a:pathLst>
                <a:path w="115570" h="8890">
                  <a:moveTo>
                    <a:pt x="115570" y="3810"/>
                  </a:moveTo>
                  <a:lnTo>
                    <a:pt x="114300" y="3810"/>
                  </a:lnTo>
                  <a:lnTo>
                    <a:pt x="114300" y="0"/>
                  </a:lnTo>
                  <a:lnTo>
                    <a:pt x="0" y="0"/>
                  </a:lnTo>
                  <a:lnTo>
                    <a:pt x="0" y="3810"/>
                  </a:lnTo>
                  <a:lnTo>
                    <a:pt x="0" y="6350"/>
                  </a:lnTo>
                  <a:lnTo>
                    <a:pt x="1270" y="6350"/>
                  </a:lnTo>
                  <a:lnTo>
                    <a:pt x="1270" y="8890"/>
                  </a:lnTo>
                  <a:lnTo>
                    <a:pt x="115570" y="8890"/>
                  </a:lnTo>
                  <a:lnTo>
                    <a:pt x="115570" y="6350"/>
                  </a:lnTo>
                  <a:lnTo>
                    <a:pt x="115570" y="3810"/>
                  </a:lnTo>
                  <a:close/>
                </a:path>
              </a:pathLst>
            </a:custGeom>
            <a:solidFill>
              <a:srgbClr val="574000"/>
            </a:solidFill>
          </p:spPr>
          <p:txBody>
            <a:bodyPr wrap="square" lIns="0" tIns="0" rIns="0" bIns="0" rtlCol="0"/>
            <a:lstStyle/>
            <a:p/>
          </p:txBody>
        </p:sp>
        <p:sp>
          <p:nvSpPr>
            <p:cNvPr id="2383" name="object 2383"/>
            <p:cNvSpPr/>
            <p:nvPr/>
          </p:nvSpPr>
          <p:spPr>
            <a:xfrm>
              <a:off x="7528560" y="1590039"/>
              <a:ext cx="114300" cy="7620"/>
            </a:xfrm>
            <a:custGeom>
              <a:avLst/>
              <a:gdLst/>
              <a:ahLst/>
              <a:cxnLst/>
              <a:rect l="l" t="t" r="r" b="b"/>
              <a:pathLst>
                <a:path w="114300" h="7619">
                  <a:moveTo>
                    <a:pt x="0" y="7620"/>
                  </a:moveTo>
                  <a:lnTo>
                    <a:pt x="0" y="0"/>
                  </a:lnTo>
                  <a:lnTo>
                    <a:pt x="114300" y="0"/>
                  </a:lnTo>
                  <a:lnTo>
                    <a:pt x="114300" y="7620"/>
                  </a:lnTo>
                  <a:lnTo>
                    <a:pt x="0" y="7620"/>
                  </a:lnTo>
                  <a:close/>
                </a:path>
              </a:pathLst>
            </a:custGeom>
            <a:solidFill>
              <a:srgbClr val="583F00"/>
            </a:solidFill>
          </p:spPr>
          <p:txBody>
            <a:bodyPr wrap="square" lIns="0" tIns="0" rIns="0" bIns="0" rtlCol="0"/>
            <a:lstStyle/>
            <a:p/>
          </p:txBody>
        </p:sp>
        <p:sp>
          <p:nvSpPr>
            <p:cNvPr id="2384" name="object 2384"/>
            <p:cNvSpPr/>
            <p:nvPr/>
          </p:nvSpPr>
          <p:spPr>
            <a:xfrm>
              <a:off x="7528560" y="1597659"/>
              <a:ext cx="114300" cy="8890"/>
            </a:xfrm>
            <a:custGeom>
              <a:avLst/>
              <a:gdLst/>
              <a:ahLst/>
              <a:cxnLst/>
              <a:rect l="l" t="t" r="r" b="b"/>
              <a:pathLst>
                <a:path w="114300" h="8890">
                  <a:moveTo>
                    <a:pt x="114300" y="1282"/>
                  </a:moveTo>
                  <a:lnTo>
                    <a:pt x="1270" y="1282"/>
                  </a:lnTo>
                  <a:lnTo>
                    <a:pt x="1270" y="8890"/>
                  </a:lnTo>
                  <a:lnTo>
                    <a:pt x="114300" y="8890"/>
                  </a:lnTo>
                  <a:lnTo>
                    <a:pt x="114300" y="1282"/>
                  </a:lnTo>
                  <a:close/>
                </a:path>
                <a:path w="114300" h="8890">
                  <a:moveTo>
                    <a:pt x="114300" y="0"/>
                  </a:moveTo>
                  <a:lnTo>
                    <a:pt x="0" y="0"/>
                  </a:lnTo>
                  <a:lnTo>
                    <a:pt x="0" y="1270"/>
                  </a:lnTo>
                  <a:lnTo>
                    <a:pt x="114300" y="1270"/>
                  </a:lnTo>
                  <a:lnTo>
                    <a:pt x="114300" y="0"/>
                  </a:lnTo>
                  <a:close/>
                </a:path>
              </a:pathLst>
            </a:custGeom>
            <a:solidFill>
              <a:srgbClr val="593E00"/>
            </a:solidFill>
          </p:spPr>
          <p:txBody>
            <a:bodyPr wrap="square" lIns="0" tIns="0" rIns="0" bIns="0" rtlCol="0"/>
            <a:lstStyle/>
            <a:p/>
          </p:txBody>
        </p:sp>
        <p:sp>
          <p:nvSpPr>
            <p:cNvPr id="2385" name="object 2385"/>
            <p:cNvSpPr/>
            <p:nvPr/>
          </p:nvSpPr>
          <p:spPr>
            <a:xfrm>
              <a:off x="7529830" y="1606549"/>
              <a:ext cx="113030" cy="7620"/>
            </a:xfrm>
            <a:custGeom>
              <a:avLst/>
              <a:gdLst/>
              <a:ahLst/>
              <a:cxnLst/>
              <a:rect l="l" t="t" r="r" b="b"/>
              <a:pathLst>
                <a:path w="113029" h="7619">
                  <a:moveTo>
                    <a:pt x="113030" y="0"/>
                  </a:moveTo>
                  <a:lnTo>
                    <a:pt x="0" y="0"/>
                  </a:lnTo>
                  <a:lnTo>
                    <a:pt x="0" y="1270"/>
                  </a:lnTo>
                  <a:lnTo>
                    <a:pt x="1270" y="1270"/>
                  </a:lnTo>
                  <a:lnTo>
                    <a:pt x="1270" y="6350"/>
                  </a:lnTo>
                  <a:lnTo>
                    <a:pt x="2540" y="6350"/>
                  </a:lnTo>
                  <a:lnTo>
                    <a:pt x="2540" y="7620"/>
                  </a:lnTo>
                  <a:lnTo>
                    <a:pt x="113030" y="7620"/>
                  </a:lnTo>
                  <a:lnTo>
                    <a:pt x="113030" y="6350"/>
                  </a:lnTo>
                  <a:lnTo>
                    <a:pt x="113030" y="1270"/>
                  </a:lnTo>
                  <a:lnTo>
                    <a:pt x="113030" y="0"/>
                  </a:lnTo>
                  <a:close/>
                </a:path>
              </a:pathLst>
            </a:custGeom>
            <a:solidFill>
              <a:srgbClr val="5A3D00"/>
            </a:solidFill>
          </p:spPr>
          <p:txBody>
            <a:bodyPr wrap="square" lIns="0" tIns="0" rIns="0" bIns="0" rtlCol="0"/>
            <a:lstStyle/>
            <a:p/>
          </p:txBody>
        </p:sp>
        <p:sp>
          <p:nvSpPr>
            <p:cNvPr id="2386" name="object 2386"/>
            <p:cNvSpPr/>
            <p:nvPr/>
          </p:nvSpPr>
          <p:spPr>
            <a:xfrm>
              <a:off x="7532370" y="1614169"/>
              <a:ext cx="111760" cy="8890"/>
            </a:xfrm>
            <a:custGeom>
              <a:avLst/>
              <a:gdLst/>
              <a:ahLst/>
              <a:cxnLst/>
              <a:rect l="l" t="t" r="r" b="b"/>
              <a:pathLst>
                <a:path w="111759" h="8890">
                  <a:moveTo>
                    <a:pt x="111760" y="3810"/>
                  </a:moveTo>
                  <a:lnTo>
                    <a:pt x="110490" y="3810"/>
                  </a:lnTo>
                  <a:lnTo>
                    <a:pt x="110490" y="0"/>
                  </a:lnTo>
                  <a:lnTo>
                    <a:pt x="0" y="0"/>
                  </a:lnTo>
                  <a:lnTo>
                    <a:pt x="0" y="3810"/>
                  </a:lnTo>
                  <a:lnTo>
                    <a:pt x="0" y="7620"/>
                  </a:lnTo>
                  <a:lnTo>
                    <a:pt x="1270" y="7620"/>
                  </a:lnTo>
                  <a:lnTo>
                    <a:pt x="1270" y="8890"/>
                  </a:lnTo>
                  <a:lnTo>
                    <a:pt x="111760" y="8890"/>
                  </a:lnTo>
                  <a:lnTo>
                    <a:pt x="111760" y="7620"/>
                  </a:lnTo>
                  <a:lnTo>
                    <a:pt x="111760" y="3810"/>
                  </a:lnTo>
                  <a:close/>
                </a:path>
              </a:pathLst>
            </a:custGeom>
            <a:solidFill>
              <a:srgbClr val="5B3C00"/>
            </a:solidFill>
          </p:spPr>
          <p:txBody>
            <a:bodyPr wrap="square" lIns="0" tIns="0" rIns="0" bIns="0" rtlCol="0"/>
            <a:lstStyle/>
            <a:p/>
          </p:txBody>
        </p:sp>
        <p:sp>
          <p:nvSpPr>
            <p:cNvPr id="2387" name="object 2387"/>
            <p:cNvSpPr/>
            <p:nvPr/>
          </p:nvSpPr>
          <p:spPr>
            <a:xfrm>
              <a:off x="7533640" y="1623059"/>
              <a:ext cx="110489" cy="8890"/>
            </a:xfrm>
            <a:custGeom>
              <a:avLst/>
              <a:gdLst/>
              <a:ahLst/>
              <a:cxnLst/>
              <a:rect l="l" t="t" r="r" b="b"/>
              <a:pathLst>
                <a:path w="110490" h="8889">
                  <a:moveTo>
                    <a:pt x="110490" y="7632"/>
                  </a:moveTo>
                  <a:lnTo>
                    <a:pt x="2540" y="7632"/>
                  </a:lnTo>
                  <a:lnTo>
                    <a:pt x="2540" y="8890"/>
                  </a:lnTo>
                  <a:lnTo>
                    <a:pt x="110490" y="8890"/>
                  </a:lnTo>
                  <a:lnTo>
                    <a:pt x="110490" y="7632"/>
                  </a:lnTo>
                  <a:close/>
                </a:path>
                <a:path w="110490" h="8889">
                  <a:moveTo>
                    <a:pt x="110490" y="0"/>
                  </a:moveTo>
                  <a:lnTo>
                    <a:pt x="0" y="0"/>
                  </a:lnTo>
                  <a:lnTo>
                    <a:pt x="0" y="5080"/>
                  </a:lnTo>
                  <a:lnTo>
                    <a:pt x="1270" y="5080"/>
                  </a:lnTo>
                  <a:lnTo>
                    <a:pt x="1270" y="7620"/>
                  </a:lnTo>
                  <a:lnTo>
                    <a:pt x="110490" y="7620"/>
                  </a:lnTo>
                  <a:lnTo>
                    <a:pt x="110490" y="5080"/>
                  </a:lnTo>
                  <a:lnTo>
                    <a:pt x="110490" y="0"/>
                  </a:lnTo>
                  <a:close/>
                </a:path>
              </a:pathLst>
            </a:custGeom>
            <a:solidFill>
              <a:srgbClr val="5C3B00"/>
            </a:solidFill>
          </p:spPr>
          <p:txBody>
            <a:bodyPr wrap="square" lIns="0" tIns="0" rIns="0" bIns="0" rtlCol="0"/>
            <a:lstStyle/>
            <a:p/>
          </p:txBody>
        </p:sp>
        <p:sp>
          <p:nvSpPr>
            <p:cNvPr id="2388" name="object 2388"/>
            <p:cNvSpPr/>
            <p:nvPr/>
          </p:nvSpPr>
          <p:spPr>
            <a:xfrm>
              <a:off x="7536180" y="1631949"/>
              <a:ext cx="107950" cy="7620"/>
            </a:xfrm>
            <a:custGeom>
              <a:avLst/>
              <a:gdLst/>
              <a:ahLst/>
              <a:cxnLst/>
              <a:rect l="l" t="t" r="r" b="b"/>
              <a:pathLst>
                <a:path w="107950" h="7619">
                  <a:moveTo>
                    <a:pt x="107950" y="5092"/>
                  </a:moveTo>
                  <a:lnTo>
                    <a:pt x="2540" y="5092"/>
                  </a:lnTo>
                  <a:lnTo>
                    <a:pt x="2540" y="7620"/>
                  </a:lnTo>
                  <a:lnTo>
                    <a:pt x="107950" y="7620"/>
                  </a:lnTo>
                  <a:lnTo>
                    <a:pt x="107950" y="5092"/>
                  </a:lnTo>
                  <a:close/>
                </a:path>
                <a:path w="107950" h="7619">
                  <a:moveTo>
                    <a:pt x="107950" y="0"/>
                  </a:moveTo>
                  <a:lnTo>
                    <a:pt x="0" y="0"/>
                  </a:lnTo>
                  <a:lnTo>
                    <a:pt x="0" y="1270"/>
                  </a:lnTo>
                  <a:lnTo>
                    <a:pt x="1270" y="1270"/>
                  </a:lnTo>
                  <a:lnTo>
                    <a:pt x="1270" y="5080"/>
                  </a:lnTo>
                  <a:lnTo>
                    <a:pt x="107950" y="5080"/>
                  </a:lnTo>
                  <a:lnTo>
                    <a:pt x="107950" y="1270"/>
                  </a:lnTo>
                  <a:lnTo>
                    <a:pt x="107950" y="0"/>
                  </a:lnTo>
                  <a:close/>
                </a:path>
              </a:pathLst>
            </a:custGeom>
            <a:solidFill>
              <a:srgbClr val="5D3A00"/>
            </a:solidFill>
          </p:spPr>
          <p:txBody>
            <a:bodyPr wrap="square" lIns="0" tIns="0" rIns="0" bIns="0" rtlCol="0"/>
            <a:lstStyle/>
            <a:p/>
          </p:txBody>
        </p:sp>
        <p:sp>
          <p:nvSpPr>
            <p:cNvPr id="2389" name="object 2389"/>
            <p:cNvSpPr/>
            <p:nvPr/>
          </p:nvSpPr>
          <p:spPr>
            <a:xfrm>
              <a:off x="7538720" y="1639569"/>
              <a:ext cx="105410" cy="8890"/>
            </a:xfrm>
            <a:custGeom>
              <a:avLst/>
              <a:gdLst/>
              <a:ahLst/>
              <a:cxnLst/>
              <a:rect l="l" t="t" r="r" b="b"/>
              <a:pathLst>
                <a:path w="105409" h="8889">
                  <a:moveTo>
                    <a:pt x="105410" y="0"/>
                  </a:moveTo>
                  <a:lnTo>
                    <a:pt x="0" y="0"/>
                  </a:lnTo>
                  <a:lnTo>
                    <a:pt x="0" y="2540"/>
                  </a:lnTo>
                  <a:lnTo>
                    <a:pt x="1270" y="2540"/>
                  </a:lnTo>
                  <a:lnTo>
                    <a:pt x="1270" y="6350"/>
                  </a:lnTo>
                  <a:lnTo>
                    <a:pt x="2540" y="6350"/>
                  </a:lnTo>
                  <a:lnTo>
                    <a:pt x="2540" y="8890"/>
                  </a:lnTo>
                  <a:lnTo>
                    <a:pt x="105410" y="8890"/>
                  </a:lnTo>
                  <a:lnTo>
                    <a:pt x="105410" y="6350"/>
                  </a:lnTo>
                  <a:lnTo>
                    <a:pt x="105410" y="2540"/>
                  </a:lnTo>
                  <a:lnTo>
                    <a:pt x="105410" y="0"/>
                  </a:lnTo>
                  <a:close/>
                </a:path>
              </a:pathLst>
            </a:custGeom>
            <a:solidFill>
              <a:srgbClr val="5E3900"/>
            </a:solidFill>
          </p:spPr>
          <p:txBody>
            <a:bodyPr wrap="square" lIns="0" tIns="0" rIns="0" bIns="0" rtlCol="0"/>
            <a:lstStyle/>
            <a:p/>
          </p:txBody>
        </p:sp>
        <p:sp>
          <p:nvSpPr>
            <p:cNvPr id="2390" name="object 2390"/>
            <p:cNvSpPr/>
            <p:nvPr/>
          </p:nvSpPr>
          <p:spPr>
            <a:xfrm>
              <a:off x="7541260" y="1648459"/>
              <a:ext cx="102870" cy="8890"/>
            </a:xfrm>
            <a:custGeom>
              <a:avLst/>
              <a:gdLst/>
              <a:ahLst/>
              <a:cxnLst/>
              <a:rect l="l" t="t" r="r" b="b"/>
              <a:pathLst>
                <a:path w="102870" h="8889">
                  <a:moveTo>
                    <a:pt x="102870" y="0"/>
                  </a:moveTo>
                  <a:lnTo>
                    <a:pt x="0" y="0"/>
                  </a:lnTo>
                  <a:lnTo>
                    <a:pt x="0" y="1270"/>
                  </a:lnTo>
                  <a:lnTo>
                    <a:pt x="1270" y="1270"/>
                  </a:lnTo>
                  <a:lnTo>
                    <a:pt x="1270" y="5080"/>
                  </a:lnTo>
                  <a:lnTo>
                    <a:pt x="2540" y="5080"/>
                  </a:lnTo>
                  <a:lnTo>
                    <a:pt x="2540" y="8890"/>
                  </a:lnTo>
                  <a:lnTo>
                    <a:pt x="102870" y="8890"/>
                  </a:lnTo>
                  <a:lnTo>
                    <a:pt x="102870" y="5080"/>
                  </a:lnTo>
                  <a:lnTo>
                    <a:pt x="102870" y="1270"/>
                  </a:lnTo>
                  <a:lnTo>
                    <a:pt x="102870" y="0"/>
                  </a:lnTo>
                  <a:close/>
                </a:path>
              </a:pathLst>
            </a:custGeom>
            <a:solidFill>
              <a:srgbClr val="5F3800"/>
            </a:solidFill>
          </p:spPr>
          <p:txBody>
            <a:bodyPr wrap="square" lIns="0" tIns="0" rIns="0" bIns="0" rtlCol="0"/>
            <a:lstStyle/>
            <a:p/>
          </p:txBody>
        </p:sp>
        <p:sp>
          <p:nvSpPr>
            <p:cNvPr id="2391" name="object 2391"/>
            <p:cNvSpPr/>
            <p:nvPr/>
          </p:nvSpPr>
          <p:spPr>
            <a:xfrm>
              <a:off x="7545070" y="1657349"/>
              <a:ext cx="99060" cy="7620"/>
            </a:xfrm>
            <a:custGeom>
              <a:avLst/>
              <a:gdLst/>
              <a:ahLst/>
              <a:cxnLst/>
              <a:rect l="l" t="t" r="r" b="b"/>
              <a:pathLst>
                <a:path w="99059" h="7619">
                  <a:moveTo>
                    <a:pt x="99060" y="5092"/>
                  </a:moveTo>
                  <a:lnTo>
                    <a:pt x="2540" y="5092"/>
                  </a:lnTo>
                  <a:lnTo>
                    <a:pt x="2540" y="7620"/>
                  </a:lnTo>
                  <a:lnTo>
                    <a:pt x="99060" y="7620"/>
                  </a:lnTo>
                  <a:lnTo>
                    <a:pt x="99060" y="5092"/>
                  </a:lnTo>
                  <a:close/>
                </a:path>
                <a:path w="99059" h="7619">
                  <a:moveTo>
                    <a:pt x="99060" y="0"/>
                  </a:moveTo>
                  <a:lnTo>
                    <a:pt x="0" y="0"/>
                  </a:lnTo>
                  <a:lnTo>
                    <a:pt x="0" y="2540"/>
                  </a:lnTo>
                  <a:lnTo>
                    <a:pt x="1270" y="2540"/>
                  </a:lnTo>
                  <a:lnTo>
                    <a:pt x="1270" y="5080"/>
                  </a:lnTo>
                  <a:lnTo>
                    <a:pt x="99060" y="5080"/>
                  </a:lnTo>
                  <a:lnTo>
                    <a:pt x="99060" y="2540"/>
                  </a:lnTo>
                  <a:lnTo>
                    <a:pt x="99060" y="0"/>
                  </a:lnTo>
                  <a:close/>
                </a:path>
              </a:pathLst>
            </a:custGeom>
            <a:solidFill>
              <a:srgbClr val="603700"/>
            </a:solidFill>
          </p:spPr>
          <p:txBody>
            <a:bodyPr wrap="square" lIns="0" tIns="0" rIns="0" bIns="0" rtlCol="0"/>
            <a:lstStyle/>
            <a:p/>
          </p:txBody>
        </p:sp>
        <p:sp>
          <p:nvSpPr>
            <p:cNvPr id="2392" name="object 2392"/>
            <p:cNvSpPr/>
            <p:nvPr/>
          </p:nvSpPr>
          <p:spPr>
            <a:xfrm>
              <a:off x="7548880" y="1664969"/>
              <a:ext cx="95250" cy="8890"/>
            </a:xfrm>
            <a:custGeom>
              <a:avLst/>
              <a:gdLst/>
              <a:ahLst/>
              <a:cxnLst/>
              <a:rect l="l" t="t" r="r" b="b"/>
              <a:pathLst>
                <a:path w="95250" h="8889">
                  <a:moveTo>
                    <a:pt x="95250" y="0"/>
                  </a:moveTo>
                  <a:lnTo>
                    <a:pt x="0" y="0"/>
                  </a:lnTo>
                  <a:lnTo>
                    <a:pt x="0" y="2540"/>
                  </a:lnTo>
                  <a:lnTo>
                    <a:pt x="1270" y="2540"/>
                  </a:lnTo>
                  <a:lnTo>
                    <a:pt x="1270" y="3810"/>
                  </a:lnTo>
                  <a:lnTo>
                    <a:pt x="2540" y="3810"/>
                  </a:lnTo>
                  <a:lnTo>
                    <a:pt x="2540" y="5080"/>
                  </a:lnTo>
                  <a:lnTo>
                    <a:pt x="2540" y="6350"/>
                  </a:lnTo>
                  <a:lnTo>
                    <a:pt x="3810" y="6350"/>
                  </a:lnTo>
                  <a:lnTo>
                    <a:pt x="3810" y="7620"/>
                  </a:lnTo>
                  <a:lnTo>
                    <a:pt x="5080" y="7620"/>
                  </a:lnTo>
                  <a:lnTo>
                    <a:pt x="5080" y="8890"/>
                  </a:lnTo>
                  <a:lnTo>
                    <a:pt x="86347" y="8890"/>
                  </a:lnTo>
                  <a:lnTo>
                    <a:pt x="86347" y="7620"/>
                  </a:lnTo>
                  <a:lnTo>
                    <a:pt x="88900" y="7620"/>
                  </a:lnTo>
                  <a:lnTo>
                    <a:pt x="88900" y="6350"/>
                  </a:lnTo>
                  <a:lnTo>
                    <a:pt x="90170" y="6350"/>
                  </a:lnTo>
                  <a:lnTo>
                    <a:pt x="90170" y="5080"/>
                  </a:lnTo>
                  <a:lnTo>
                    <a:pt x="92710" y="5080"/>
                  </a:lnTo>
                  <a:lnTo>
                    <a:pt x="92710" y="3810"/>
                  </a:lnTo>
                  <a:lnTo>
                    <a:pt x="95250" y="3810"/>
                  </a:lnTo>
                  <a:lnTo>
                    <a:pt x="95250" y="2540"/>
                  </a:lnTo>
                  <a:lnTo>
                    <a:pt x="95250" y="0"/>
                  </a:lnTo>
                  <a:close/>
                </a:path>
              </a:pathLst>
            </a:custGeom>
            <a:solidFill>
              <a:srgbClr val="613600"/>
            </a:solidFill>
          </p:spPr>
          <p:txBody>
            <a:bodyPr wrap="square" lIns="0" tIns="0" rIns="0" bIns="0" rtlCol="0"/>
            <a:lstStyle/>
            <a:p/>
          </p:txBody>
        </p:sp>
        <p:sp>
          <p:nvSpPr>
            <p:cNvPr id="2393" name="object 2393"/>
            <p:cNvSpPr/>
            <p:nvPr/>
          </p:nvSpPr>
          <p:spPr>
            <a:xfrm>
              <a:off x="7555230" y="1673859"/>
              <a:ext cx="78740" cy="7620"/>
            </a:xfrm>
            <a:custGeom>
              <a:avLst/>
              <a:gdLst/>
              <a:ahLst/>
              <a:cxnLst/>
              <a:rect l="l" t="t" r="r" b="b"/>
              <a:pathLst>
                <a:path w="78740" h="7619">
                  <a:moveTo>
                    <a:pt x="66039" y="6350"/>
                  </a:moveTo>
                  <a:lnTo>
                    <a:pt x="5079" y="6350"/>
                  </a:lnTo>
                  <a:lnTo>
                    <a:pt x="5079" y="7619"/>
                  </a:lnTo>
                  <a:lnTo>
                    <a:pt x="66039" y="7619"/>
                  </a:lnTo>
                  <a:lnTo>
                    <a:pt x="66039" y="6350"/>
                  </a:lnTo>
                  <a:close/>
                </a:path>
                <a:path w="78740" h="7619">
                  <a:moveTo>
                    <a:pt x="68580" y="5079"/>
                  </a:moveTo>
                  <a:lnTo>
                    <a:pt x="3810" y="5079"/>
                  </a:lnTo>
                  <a:lnTo>
                    <a:pt x="3810" y="6350"/>
                  </a:lnTo>
                  <a:lnTo>
                    <a:pt x="68580" y="6350"/>
                  </a:lnTo>
                  <a:lnTo>
                    <a:pt x="68580" y="5079"/>
                  </a:lnTo>
                  <a:close/>
                </a:path>
                <a:path w="78740" h="7619">
                  <a:moveTo>
                    <a:pt x="73660" y="2539"/>
                  </a:moveTo>
                  <a:lnTo>
                    <a:pt x="2540" y="2539"/>
                  </a:lnTo>
                  <a:lnTo>
                    <a:pt x="2540" y="5079"/>
                  </a:lnTo>
                  <a:lnTo>
                    <a:pt x="71120" y="5079"/>
                  </a:lnTo>
                  <a:lnTo>
                    <a:pt x="71120" y="3810"/>
                  </a:lnTo>
                  <a:lnTo>
                    <a:pt x="73660" y="3810"/>
                  </a:lnTo>
                  <a:lnTo>
                    <a:pt x="73660" y="2539"/>
                  </a:lnTo>
                  <a:close/>
                </a:path>
                <a:path w="78740" h="7619">
                  <a:moveTo>
                    <a:pt x="76200" y="1269"/>
                  </a:moveTo>
                  <a:lnTo>
                    <a:pt x="1270" y="1269"/>
                  </a:lnTo>
                  <a:lnTo>
                    <a:pt x="1270" y="2539"/>
                  </a:lnTo>
                  <a:lnTo>
                    <a:pt x="76200" y="2539"/>
                  </a:lnTo>
                  <a:lnTo>
                    <a:pt x="76200" y="1269"/>
                  </a:lnTo>
                  <a:close/>
                </a:path>
                <a:path w="78740" h="7619">
                  <a:moveTo>
                    <a:pt x="78740" y="0"/>
                  </a:moveTo>
                  <a:lnTo>
                    <a:pt x="0" y="0"/>
                  </a:lnTo>
                  <a:lnTo>
                    <a:pt x="0" y="1269"/>
                  </a:lnTo>
                  <a:lnTo>
                    <a:pt x="78740" y="1269"/>
                  </a:lnTo>
                  <a:lnTo>
                    <a:pt x="78740" y="0"/>
                  </a:lnTo>
                  <a:close/>
                </a:path>
              </a:pathLst>
            </a:custGeom>
            <a:solidFill>
              <a:srgbClr val="623500"/>
            </a:solidFill>
          </p:spPr>
          <p:txBody>
            <a:bodyPr wrap="square" lIns="0" tIns="0" rIns="0" bIns="0" rtlCol="0"/>
            <a:lstStyle/>
            <a:p/>
          </p:txBody>
        </p:sp>
        <p:sp>
          <p:nvSpPr>
            <p:cNvPr id="2394" name="object 2394"/>
            <p:cNvSpPr/>
            <p:nvPr/>
          </p:nvSpPr>
          <p:spPr>
            <a:xfrm>
              <a:off x="7564120" y="1681480"/>
              <a:ext cx="54610" cy="8890"/>
            </a:xfrm>
            <a:custGeom>
              <a:avLst/>
              <a:gdLst/>
              <a:ahLst/>
              <a:cxnLst/>
              <a:rect l="l" t="t" r="r" b="b"/>
              <a:pathLst>
                <a:path w="54609" h="8889">
                  <a:moveTo>
                    <a:pt x="31750" y="7620"/>
                  </a:moveTo>
                  <a:lnTo>
                    <a:pt x="19050" y="7620"/>
                  </a:lnTo>
                  <a:lnTo>
                    <a:pt x="19050" y="8890"/>
                  </a:lnTo>
                  <a:lnTo>
                    <a:pt x="31750" y="8890"/>
                  </a:lnTo>
                  <a:lnTo>
                    <a:pt x="31750" y="7620"/>
                  </a:lnTo>
                  <a:close/>
                </a:path>
                <a:path w="54609" h="8889">
                  <a:moveTo>
                    <a:pt x="38100" y="6350"/>
                  </a:moveTo>
                  <a:lnTo>
                    <a:pt x="12700" y="6350"/>
                  </a:lnTo>
                  <a:lnTo>
                    <a:pt x="12700" y="7620"/>
                  </a:lnTo>
                  <a:lnTo>
                    <a:pt x="38100" y="7620"/>
                  </a:lnTo>
                  <a:lnTo>
                    <a:pt x="38100" y="6350"/>
                  </a:lnTo>
                  <a:close/>
                </a:path>
                <a:path w="54609" h="8889">
                  <a:moveTo>
                    <a:pt x="41909" y="5080"/>
                  </a:moveTo>
                  <a:lnTo>
                    <a:pt x="11429" y="5080"/>
                  </a:lnTo>
                  <a:lnTo>
                    <a:pt x="11429" y="6350"/>
                  </a:lnTo>
                  <a:lnTo>
                    <a:pt x="41909" y="6350"/>
                  </a:lnTo>
                  <a:lnTo>
                    <a:pt x="41909" y="5080"/>
                  </a:lnTo>
                  <a:close/>
                </a:path>
                <a:path w="54609" h="8889">
                  <a:moveTo>
                    <a:pt x="44450" y="3810"/>
                  </a:moveTo>
                  <a:lnTo>
                    <a:pt x="7620" y="3810"/>
                  </a:lnTo>
                  <a:lnTo>
                    <a:pt x="7620" y="5080"/>
                  </a:lnTo>
                  <a:lnTo>
                    <a:pt x="44450" y="5080"/>
                  </a:lnTo>
                  <a:lnTo>
                    <a:pt x="44450" y="3810"/>
                  </a:lnTo>
                  <a:close/>
                </a:path>
                <a:path w="54609" h="8889">
                  <a:moveTo>
                    <a:pt x="48259" y="2540"/>
                  </a:moveTo>
                  <a:lnTo>
                    <a:pt x="5079" y="2540"/>
                  </a:lnTo>
                  <a:lnTo>
                    <a:pt x="5079" y="3810"/>
                  </a:lnTo>
                  <a:lnTo>
                    <a:pt x="48259" y="3810"/>
                  </a:lnTo>
                  <a:lnTo>
                    <a:pt x="48259" y="2540"/>
                  </a:lnTo>
                  <a:close/>
                </a:path>
                <a:path w="54609" h="8889">
                  <a:moveTo>
                    <a:pt x="50800" y="1270"/>
                  </a:moveTo>
                  <a:lnTo>
                    <a:pt x="1270" y="1270"/>
                  </a:lnTo>
                  <a:lnTo>
                    <a:pt x="1270" y="2540"/>
                  </a:lnTo>
                  <a:lnTo>
                    <a:pt x="50800" y="2540"/>
                  </a:lnTo>
                  <a:lnTo>
                    <a:pt x="50800" y="1270"/>
                  </a:lnTo>
                  <a:close/>
                </a:path>
                <a:path w="54609" h="8889">
                  <a:moveTo>
                    <a:pt x="54609" y="0"/>
                  </a:moveTo>
                  <a:lnTo>
                    <a:pt x="0" y="0"/>
                  </a:lnTo>
                  <a:lnTo>
                    <a:pt x="0" y="1270"/>
                  </a:lnTo>
                  <a:lnTo>
                    <a:pt x="54609" y="1270"/>
                  </a:lnTo>
                  <a:lnTo>
                    <a:pt x="54609" y="0"/>
                  </a:lnTo>
                  <a:close/>
                </a:path>
              </a:pathLst>
            </a:custGeom>
            <a:solidFill>
              <a:srgbClr val="633400"/>
            </a:solidFill>
          </p:spPr>
          <p:txBody>
            <a:bodyPr wrap="square" lIns="0" tIns="0" rIns="0" bIns="0" rtlCol="0"/>
            <a:lstStyle/>
            <a:p/>
          </p:txBody>
        </p:sp>
      </p:grpSp>
      <p:grpSp>
        <p:nvGrpSpPr>
          <p:cNvPr id="2395" name="object 2395"/>
          <p:cNvGrpSpPr/>
          <p:nvPr/>
        </p:nvGrpSpPr>
        <p:grpSpPr>
          <a:xfrm>
            <a:off x="7710169" y="1056639"/>
            <a:ext cx="214629" cy="633730"/>
            <a:chOff x="7710169" y="1056639"/>
            <a:chExt cx="214629" cy="633730"/>
          </a:xfrm>
        </p:grpSpPr>
        <p:sp>
          <p:nvSpPr>
            <p:cNvPr id="2396" name="object 2396"/>
            <p:cNvSpPr/>
            <p:nvPr/>
          </p:nvSpPr>
          <p:spPr>
            <a:xfrm>
              <a:off x="7791449" y="1056639"/>
              <a:ext cx="48260" cy="6350"/>
            </a:xfrm>
            <a:custGeom>
              <a:avLst/>
              <a:gdLst/>
              <a:ahLst/>
              <a:cxnLst/>
              <a:rect l="l" t="t" r="r" b="b"/>
              <a:pathLst>
                <a:path w="48259" h="6350">
                  <a:moveTo>
                    <a:pt x="48259" y="5080"/>
                  </a:moveTo>
                  <a:lnTo>
                    <a:pt x="0" y="5080"/>
                  </a:lnTo>
                  <a:lnTo>
                    <a:pt x="0" y="6350"/>
                  </a:lnTo>
                  <a:lnTo>
                    <a:pt x="48259" y="6350"/>
                  </a:lnTo>
                  <a:lnTo>
                    <a:pt x="48259" y="5080"/>
                  </a:lnTo>
                  <a:close/>
                </a:path>
                <a:path w="48259" h="6350">
                  <a:moveTo>
                    <a:pt x="45720" y="3810"/>
                  </a:moveTo>
                  <a:lnTo>
                    <a:pt x="2540" y="3810"/>
                  </a:lnTo>
                  <a:lnTo>
                    <a:pt x="2540" y="5080"/>
                  </a:lnTo>
                  <a:lnTo>
                    <a:pt x="45720" y="5080"/>
                  </a:lnTo>
                  <a:lnTo>
                    <a:pt x="45720" y="3810"/>
                  </a:lnTo>
                  <a:close/>
                </a:path>
                <a:path w="48259" h="6350">
                  <a:moveTo>
                    <a:pt x="43179" y="2539"/>
                  </a:moveTo>
                  <a:lnTo>
                    <a:pt x="6350" y="2539"/>
                  </a:lnTo>
                  <a:lnTo>
                    <a:pt x="6350" y="3810"/>
                  </a:lnTo>
                  <a:lnTo>
                    <a:pt x="43179" y="3810"/>
                  </a:lnTo>
                  <a:lnTo>
                    <a:pt x="43179" y="2539"/>
                  </a:lnTo>
                  <a:close/>
                </a:path>
                <a:path w="48259" h="6350">
                  <a:moveTo>
                    <a:pt x="34289" y="1270"/>
                  </a:moveTo>
                  <a:lnTo>
                    <a:pt x="11429" y="1270"/>
                  </a:lnTo>
                  <a:lnTo>
                    <a:pt x="11429" y="2539"/>
                  </a:lnTo>
                  <a:lnTo>
                    <a:pt x="34289" y="2539"/>
                  </a:lnTo>
                  <a:lnTo>
                    <a:pt x="34289" y="1270"/>
                  </a:lnTo>
                  <a:close/>
                </a:path>
                <a:path w="48259" h="6350">
                  <a:moveTo>
                    <a:pt x="24129" y="0"/>
                  </a:moveTo>
                  <a:lnTo>
                    <a:pt x="22859" y="0"/>
                  </a:lnTo>
                  <a:lnTo>
                    <a:pt x="22859" y="1270"/>
                  </a:lnTo>
                  <a:lnTo>
                    <a:pt x="24129" y="1270"/>
                  </a:lnTo>
                  <a:lnTo>
                    <a:pt x="24129" y="0"/>
                  </a:lnTo>
                  <a:close/>
                </a:path>
              </a:pathLst>
            </a:custGeom>
            <a:solidFill>
              <a:srgbClr val="009800"/>
            </a:solidFill>
          </p:spPr>
          <p:txBody>
            <a:bodyPr wrap="square" lIns="0" tIns="0" rIns="0" bIns="0" rtlCol="0"/>
            <a:lstStyle/>
            <a:p/>
          </p:txBody>
        </p:sp>
        <p:sp>
          <p:nvSpPr>
            <p:cNvPr id="2397" name="object 2397"/>
            <p:cNvSpPr/>
            <p:nvPr/>
          </p:nvSpPr>
          <p:spPr>
            <a:xfrm>
              <a:off x="7781289" y="1062989"/>
              <a:ext cx="72390" cy="7620"/>
            </a:xfrm>
            <a:custGeom>
              <a:avLst/>
              <a:gdLst/>
              <a:ahLst/>
              <a:cxnLst/>
              <a:rect l="l" t="t" r="r" b="b"/>
              <a:pathLst>
                <a:path w="72390" h="7619">
                  <a:moveTo>
                    <a:pt x="72390" y="6350"/>
                  </a:moveTo>
                  <a:lnTo>
                    <a:pt x="0" y="6350"/>
                  </a:lnTo>
                  <a:lnTo>
                    <a:pt x="0" y="7620"/>
                  </a:lnTo>
                  <a:lnTo>
                    <a:pt x="72390" y="7620"/>
                  </a:lnTo>
                  <a:lnTo>
                    <a:pt x="72390" y="6350"/>
                  </a:lnTo>
                  <a:close/>
                </a:path>
                <a:path w="72390" h="7619">
                  <a:moveTo>
                    <a:pt x="71119" y="5080"/>
                  </a:moveTo>
                  <a:lnTo>
                    <a:pt x="1269" y="5080"/>
                  </a:lnTo>
                  <a:lnTo>
                    <a:pt x="1269" y="6350"/>
                  </a:lnTo>
                  <a:lnTo>
                    <a:pt x="71119" y="6350"/>
                  </a:lnTo>
                  <a:lnTo>
                    <a:pt x="71119" y="5080"/>
                  </a:lnTo>
                  <a:close/>
                </a:path>
                <a:path w="72390" h="7619">
                  <a:moveTo>
                    <a:pt x="69849" y="3810"/>
                  </a:moveTo>
                  <a:lnTo>
                    <a:pt x="2539" y="3810"/>
                  </a:lnTo>
                  <a:lnTo>
                    <a:pt x="2539" y="5080"/>
                  </a:lnTo>
                  <a:lnTo>
                    <a:pt x="69849" y="5080"/>
                  </a:lnTo>
                  <a:lnTo>
                    <a:pt x="69849" y="3810"/>
                  </a:lnTo>
                  <a:close/>
                </a:path>
                <a:path w="72390" h="7619">
                  <a:moveTo>
                    <a:pt x="66039" y="2539"/>
                  </a:moveTo>
                  <a:lnTo>
                    <a:pt x="5079" y="2539"/>
                  </a:lnTo>
                  <a:lnTo>
                    <a:pt x="5079" y="3810"/>
                  </a:lnTo>
                  <a:lnTo>
                    <a:pt x="66039" y="3810"/>
                  </a:lnTo>
                  <a:lnTo>
                    <a:pt x="66039" y="2539"/>
                  </a:lnTo>
                  <a:close/>
                </a:path>
                <a:path w="72390" h="7619">
                  <a:moveTo>
                    <a:pt x="63500" y="1270"/>
                  </a:moveTo>
                  <a:lnTo>
                    <a:pt x="6350" y="1270"/>
                  </a:lnTo>
                  <a:lnTo>
                    <a:pt x="6350" y="2539"/>
                  </a:lnTo>
                  <a:lnTo>
                    <a:pt x="63500" y="2539"/>
                  </a:lnTo>
                  <a:lnTo>
                    <a:pt x="63500" y="1270"/>
                  </a:lnTo>
                  <a:close/>
                </a:path>
                <a:path w="72390" h="7619">
                  <a:moveTo>
                    <a:pt x="62229" y="0"/>
                  </a:moveTo>
                  <a:lnTo>
                    <a:pt x="7619" y="0"/>
                  </a:lnTo>
                  <a:lnTo>
                    <a:pt x="7619" y="1270"/>
                  </a:lnTo>
                  <a:lnTo>
                    <a:pt x="62229" y="1270"/>
                  </a:lnTo>
                  <a:lnTo>
                    <a:pt x="62229" y="0"/>
                  </a:lnTo>
                  <a:close/>
                </a:path>
              </a:pathLst>
            </a:custGeom>
            <a:solidFill>
              <a:srgbClr val="009700"/>
            </a:solidFill>
          </p:spPr>
          <p:txBody>
            <a:bodyPr wrap="square" lIns="0" tIns="0" rIns="0" bIns="0" rtlCol="0"/>
            <a:lstStyle/>
            <a:p/>
          </p:txBody>
        </p:sp>
        <p:sp>
          <p:nvSpPr>
            <p:cNvPr id="2398" name="object 2398"/>
            <p:cNvSpPr/>
            <p:nvPr/>
          </p:nvSpPr>
          <p:spPr>
            <a:xfrm>
              <a:off x="7774939"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89" y="3810"/>
                  </a:moveTo>
                  <a:lnTo>
                    <a:pt x="1269" y="3810"/>
                  </a:lnTo>
                  <a:lnTo>
                    <a:pt x="1269" y="5079"/>
                  </a:lnTo>
                  <a:lnTo>
                    <a:pt x="85089" y="5079"/>
                  </a:lnTo>
                  <a:lnTo>
                    <a:pt x="85089" y="3810"/>
                  </a:lnTo>
                  <a:close/>
                </a:path>
                <a:path w="86359" h="6350">
                  <a:moveTo>
                    <a:pt x="83819" y="2539"/>
                  </a:moveTo>
                  <a:lnTo>
                    <a:pt x="2539" y="2539"/>
                  </a:lnTo>
                  <a:lnTo>
                    <a:pt x="2539" y="3810"/>
                  </a:lnTo>
                  <a:lnTo>
                    <a:pt x="83819" y="3810"/>
                  </a:lnTo>
                  <a:lnTo>
                    <a:pt x="83819"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19600"/>
            </a:solidFill>
          </p:spPr>
          <p:txBody>
            <a:bodyPr wrap="square" lIns="0" tIns="0" rIns="0" bIns="0" rtlCol="0"/>
            <a:lstStyle/>
            <a:p/>
          </p:txBody>
        </p:sp>
        <p:sp>
          <p:nvSpPr>
            <p:cNvPr id="2399" name="object 2399"/>
            <p:cNvSpPr/>
            <p:nvPr/>
          </p:nvSpPr>
          <p:spPr>
            <a:xfrm>
              <a:off x="7767320" y="1076959"/>
              <a:ext cx="102870" cy="7620"/>
            </a:xfrm>
            <a:custGeom>
              <a:avLst/>
              <a:gdLst/>
              <a:ahLst/>
              <a:cxnLst/>
              <a:rect l="l" t="t" r="r" b="b"/>
              <a:pathLst>
                <a:path w="102870" h="7619">
                  <a:moveTo>
                    <a:pt x="102870" y="6350"/>
                  </a:moveTo>
                  <a:lnTo>
                    <a:pt x="101600" y="6350"/>
                  </a:lnTo>
                  <a:lnTo>
                    <a:pt x="101600" y="5080"/>
                  </a:lnTo>
                  <a:lnTo>
                    <a:pt x="100330" y="5080"/>
                  </a:lnTo>
                  <a:lnTo>
                    <a:pt x="100330" y="3810"/>
                  </a:lnTo>
                  <a:lnTo>
                    <a:pt x="99060" y="3810"/>
                  </a:lnTo>
                  <a:lnTo>
                    <a:pt x="99060" y="2540"/>
                  </a:lnTo>
                  <a:lnTo>
                    <a:pt x="97790" y="2540"/>
                  </a:lnTo>
                  <a:lnTo>
                    <a:pt x="9779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2870" y="7620"/>
                  </a:lnTo>
                  <a:lnTo>
                    <a:pt x="102870" y="6350"/>
                  </a:lnTo>
                  <a:close/>
                </a:path>
              </a:pathLst>
            </a:custGeom>
            <a:solidFill>
              <a:srgbClr val="029500"/>
            </a:solidFill>
          </p:spPr>
          <p:txBody>
            <a:bodyPr wrap="square" lIns="0" tIns="0" rIns="0" bIns="0" rtlCol="0"/>
            <a:lstStyle/>
            <a:p/>
          </p:txBody>
        </p:sp>
        <p:sp>
          <p:nvSpPr>
            <p:cNvPr id="2400" name="object 2400"/>
            <p:cNvSpPr/>
            <p:nvPr/>
          </p:nvSpPr>
          <p:spPr>
            <a:xfrm>
              <a:off x="7762240" y="1084579"/>
              <a:ext cx="113030" cy="7620"/>
            </a:xfrm>
            <a:custGeom>
              <a:avLst/>
              <a:gdLst/>
              <a:ahLst/>
              <a:cxnLst/>
              <a:rect l="l" t="t" r="r" b="b"/>
              <a:pathLst>
                <a:path w="113029" h="7619">
                  <a:moveTo>
                    <a:pt x="111760" y="3810"/>
                  </a:moveTo>
                  <a:lnTo>
                    <a:pt x="110490" y="3810"/>
                  </a:lnTo>
                  <a:lnTo>
                    <a:pt x="110490" y="2540"/>
                  </a:lnTo>
                  <a:lnTo>
                    <a:pt x="109220" y="2540"/>
                  </a:lnTo>
                  <a:lnTo>
                    <a:pt x="109220" y="1270"/>
                  </a:lnTo>
                  <a:lnTo>
                    <a:pt x="107950" y="1270"/>
                  </a:lnTo>
                  <a:lnTo>
                    <a:pt x="107950" y="0"/>
                  </a:lnTo>
                  <a:lnTo>
                    <a:pt x="3810" y="0"/>
                  </a:lnTo>
                  <a:lnTo>
                    <a:pt x="3810" y="1270"/>
                  </a:lnTo>
                  <a:lnTo>
                    <a:pt x="2540" y="1270"/>
                  </a:lnTo>
                  <a:lnTo>
                    <a:pt x="2540" y="2540"/>
                  </a:lnTo>
                  <a:lnTo>
                    <a:pt x="2540" y="3810"/>
                  </a:lnTo>
                  <a:lnTo>
                    <a:pt x="1270" y="3810"/>
                  </a:lnTo>
                  <a:lnTo>
                    <a:pt x="1270" y="6350"/>
                  </a:lnTo>
                  <a:lnTo>
                    <a:pt x="111760" y="6350"/>
                  </a:lnTo>
                  <a:lnTo>
                    <a:pt x="111760" y="3810"/>
                  </a:lnTo>
                  <a:close/>
                </a:path>
                <a:path w="113029" h="7619">
                  <a:moveTo>
                    <a:pt x="113030" y="6362"/>
                  </a:moveTo>
                  <a:lnTo>
                    <a:pt x="0" y="6362"/>
                  </a:lnTo>
                  <a:lnTo>
                    <a:pt x="0" y="7620"/>
                  </a:lnTo>
                  <a:lnTo>
                    <a:pt x="113030" y="7620"/>
                  </a:lnTo>
                  <a:lnTo>
                    <a:pt x="113030" y="6362"/>
                  </a:lnTo>
                  <a:close/>
                </a:path>
              </a:pathLst>
            </a:custGeom>
            <a:solidFill>
              <a:srgbClr val="039400"/>
            </a:solidFill>
          </p:spPr>
          <p:txBody>
            <a:bodyPr wrap="square" lIns="0" tIns="0" rIns="0" bIns="0" rtlCol="0"/>
            <a:lstStyle/>
            <a:p/>
          </p:txBody>
        </p:sp>
        <p:sp>
          <p:nvSpPr>
            <p:cNvPr id="2401" name="object 2401"/>
            <p:cNvSpPr/>
            <p:nvPr/>
          </p:nvSpPr>
          <p:spPr>
            <a:xfrm>
              <a:off x="7759700" y="1092199"/>
              <a:ext cx="118110" cy="6350"/>
            </a:xfrm>
            <a:custGeom>
              <a:avLst/>
              <a:gdLst/>
              <a:ahLst/>
              <a:cxnLst/>
              <a:rect l="l" t="t" r="r" b="b"/>
              <a:pathLst>
                <a:path w="118109" h="6350">
                  <a:moveTo>
                    <a:pt x="118110" y="3810"/>
                  </a:moveTo>
                  <a:lnTo>
                    <a:pt x="116840" y="3810"/>
                  </a:lnTo>
                  <a:lnTo>
                    <a:pt x="116840" y="1270"/>
                  </a:lnTo>
                  <a:lnTo>
                    <a:pt x="115570" y="1270"/>
                  </a:lnTo>
                  <a:lnTo>
                    <a:pt x="115570" y="0"/>
                  </a:lnTo>
                  <a:lnTo>
                    <a:pt x="2540" y="0"/>
                  </a:lnTo>
                  <a:lnTo>
                    <a:pt x="2540" y="1270"/>
                  </a:lnTo>
                  <a:lnTo>
                    <a:pt x="1270" y="1270"/>
                  </a:lnTo>
                  <a:lnTo>
                    <a:pt x="1270" y="3810"/>
                  </a:lnTo>
                  <a:lnTo>
                    <a:pt x="0" y="3810"/>
                  </a:lnTo>
                  <a:lnTo>
                    <a:pt x="0" y="6350"/>
                  </a:lnTo>
                  <a:lnTo>
                    <a:pt x="118110" y="6350"/>
                  </a:lnTo>
                  <a:lnTo>
                    <a:pt x="118110" y="3810"/>
                  </a:lnTo>
                  <a:close/>
                </a:path>
              </a:pathLst>
            </a:custGeom>
            <a:solidFill>
              <a:srgbClr val="049300"/>
            </a:solidFill>
          </p:spPr>
          <p:txBody>
            <a:bodyPr wrap="square" lIns="0" tIns="0" rIns="0" bIns="0" rtlCol="0"/>
            <a:lstStyle/>
            <a:p/>
          </p:txBody>
        </p:sp>
        <p:sp>
          <p:nvSpPr>
            <p:cNvPr id="2402" name="object 2402"/>
            <p:cNvSpPr/>
            <p:nvPr/>
          </p:nvSpPr>
          <p:spPr>
            <a:xfrm>
              <a:off x="775462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1270"/>
                  </a:lnTo>
                  <a:lnTo>
                    <a:pt x="12446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28270" y="7620"/>
                  </a:lnTo>
                  <a:lnTo>
                    <a:pt x="128270" y="6350"/>
                  </a:lnTo>
                  <a:close/>
                </a:path>
              </a:pathLst>
            </a:custGeom>
            <a:solidFill>
              <a:srgbClr val="059200"/>
            </a:solidFill>
          </p:spPr>
          <p:txBody>
            <a:bodyPr wrap="square" lIns="0" tIns="0" rIns="0" bIns="0" rtlCol="0"/>
            <a:lstStyle/>
            <a:p/>
          </p:txBody>
        </p:sp>
        <p:sp>
          <p:nvSpPr>
            <p:cNvPr id="2403" name="object 2403"/>
            <p:cNvSpPr/>
            <p:nvPr/>
          </p:nvSpPr>
          <p:spPr>
            <a:xfrm>
              <a:off x="7750810" y="1106169"/>
              <a:ext cx="135890" cy="7620"/>
            </a:xfrm>
            <a:custGeom>
              <a:avLst/>
              <a:gdLst/>
              <a:ahLst/>
              <a:cxnLst/>
              <a:rect l="l" t="t" r="r" b="b"/>
              <a:pathLst>
                <a:path w="135890" h="7619">
                  <a:moveTo>
                    <a:pt x="135890" y="6350"/>
                  </a:moveTo>
                  <a:lnTo>
                    <a:pt x="134620" y="6350"/>
                  </a:lnTo>
                  <a:lnTo>
                    <a:pt x="134620" y="5080"/>
                  </a:lnTo>
                  <a:lnTo>
                    <a:pt x="134620" y="3810"/>
                  </a:lnTo>
                  <a:lnTo>
                    <a:pt x="133350" y="3810"/>
                  </a:lnTo>
                  <a:lnTo>
                    <a:pt x="133350" y="2540"/>
                  </a:lnTo>
                  <a:lnTo>
                    <a:pt x="133350" y="1270"/>
                  </a:lnTo>
                  <a:lnTo>
                    <a:pt x="132080" y="1270"/>
                  </a:lnTo>
                  <a:lnTo>
                    <a:pt x="132080"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79000"/>
            </a:solidFill>
          </p:spPr>
          <p:txBody>
            <a:bodyPr wrap="square" lIns="0" tIns="0" rIns="0" bIns="0" rtlCol="0"/>
            <a:lstStyle/>
            <a:p/>
          </p:txBody>
        </p:sp>
        <p:sp>
          <p:nvSpPr>
            <p:cNvPr id="2404" name="object 2404"/>
            <p:cNvSpPr/>
            <p:nvPr/>
          </p:nvSpPr>
          <p:spPr>
            <a:xfrm>
              <a:off x="7748270" y="1113789"/>
              <a:ext cx="140970" cy="6350"/>
            </a:xfrm>
            <a:custGeom>
              <a:avLst/>
              <a:gdLst/>
              <a:ahLst/>
              <a:cxnLst/>
              <a:rect l="l" t="t" r="r" b="b"/>
              <a:pathLst>
                <a:path w="140970" h="6350">
                  <a:moveTo>
                    <a:pt x="140970" y="5080"/>
                  </a:moveTo>
                  <a:lnTo>
                    <a:pt x="139700" y="5080"/>
                  </a:lnTo>
                  <a:lnTo>
                    <a:pt x="139700" y="3810"/>
                  </a:lnTo>
                  <a:lnTo>
                    <a:pt x="139700" y="2540"/>
                  </a:lnTo>
                  <a:lnTo>
                    <a:pt x="138430" y="2540"/>
                  </a:lnTo>
                  <a:lnTo>
                    <a:pt x="138430" y="0"/>
                  </a:lnTo>
                  <a:lnTo>
                    <a:pt x="1270" y="0"/>
                  </a:lnTo>
                  <a:lnTo>
                    <a:pt x="1270" y="2540"/>
                  </a:lnTo>
                  <a:lnTo>
                    <a:pt x="1270" y="3810"/>
                  </a:lnTo>
                  <a:lnTo>
                    <a:pt x="0" y="3810"/>
                  </a:lnTo>
                  <a:lnTo>
                    <a:pt x="0" y="5080"/>
                  </a:lnTo>
                  <a:lnTo>
                    <a:pt x="0" y="6350"/>
                  </a:lnTo>
                  <a:lnTo>
                    <a:pt x="140970" y="6350"/>
                  </a:lnTo>
                  <a:lnTo>
                    <a:pt x="140970" y="5080"/>
                  </a:lnTo>
                  <a:close/>
                </a:path>
              </a:pathLst>
            </a:custGeom>
            <a:solidFill>
              <a:srgbClr val="088F00"/>
            </a:solidFill>
          </p:spPr>
          <p:txBody>
            <a:bodyPr wrap="square" lIns="0" tIns="0" rIns="0" bIns="0" rtlCol="0"/>
            <a:lstStyle/>
            <a:p/>
          </p:txBody>
        </p:sp>
        <p:sp>
          <p:nvSpPr>
            <p:cNvPr id="2405" name="object 2405"/>
            <p:cNvSpPr/>
            <p:nvPr/>
          </p:nvSpPr>
          <p:spPr>
            <a:xfrm>
              <a:off x="7745730" y="1120139"/>
              <a:ext cx="146050" cy="7620"/>
            </a:xfrm>
            <a:custGeom>
              <a:avLst/>
              <a:gdLst/>
              <a:ahLst/>
              <a:cxnLst/>
              <a:rect l="l" t="t" r="r" b="b"/>
              <a:pathLst>
                <a:path w="146050" h="7619">
                  <a:moveTo>
                    <a:pt x="146050" y="5080"/>
                  </a:moveTo>
                  <a:lnTo>
                    <a:pt x="144780" y="5080"/>
                  </a:lnTo>
                  <a:lnTo>
                    <a:pt x="144780" y="3810"/>
                  </a:lnTo>
                  <a:lnTo>
                    <a:pt x="144780" y="2540"/>
                  </a:lnTo>
                  <a:lnTo>
                    <a:pt x="143510" y="2540"/>
                  </a:lnTo>
                  <a:lnTo>
                    <a:pt x="143510" y="1270"/>
                  </a:lnTo>
                  <a:lnTo>
                    <a:pt x="143510" y="0"/>
                  </a:lnTo>
                  <a:lnTo>
                    <a:pt x="2540" y="0"/>
                  </a:lnTo>
                  <a:lnTo>
                    <a:pt x="2540" y="1270"/>
                  </a:lnTo>
                  <a:lnTo>
                    <a:pt x="1270" y="1270"/>
                  </a:lnTo>
                  <a:lnTo>
                    <a:pt x="1270" y="2540"/>
                  </a:lnTo>
                  <a:lnTo>
                    <a:pt x="1270" y="3810"/>
                  </a:lnTo>
                  <a:lnTo>
                    <a:pt x="0" y="3810"/>
                  </a:lnTo>
                  <a:lnTo>
                    <a:pt x="0" y="5080"/>
                  </a:lnTo>
                  <a:lnTo>
                    <a:pt x="0" y="7620"/>
                  </a:lnTo>
                  <a:lnTo>
                    <a:pt x="146050" y="7620"/>
                  </a:lnTo>
                  <a:lnTo>
                    <a:pt x="146050" y="5080"/>
                  </a:lnTo>
                  <a:close/>
                </a:path>
              </a:pathLst>
            </a:custGeom>
            <a:solidFill>
              <a:srgbClr val="098E00"/>
            </a:solidFill>
          </p:spPr>
          <p:txBody>
            <a:bodyPr wrap="square" lIns="0" tIns="0" rIns="0" bIns="0" rtlCol="0"/>
            <a:lstStyle/>
            <a:p/>
          </p:txBody>
        </p:sp>
        <p:sp>
          <p:nvSpPr>
            <p:cNvPr id="2406" name="object 2406"/>
            <p:cNvSpPr/>
            <p:nvPr/>
          </p:nvSpPr>
          <p:spPr>
            <a:xfrm>
              <a:off x="7741920" y="1127759"/>
              <a:ext cx="153670" cy="7620"/>
            </a:xfrm>
            <a:custGeom>
              <a:avLst/>
              <a:gdLst/>
              <a:ahLst/>
              <a:cxnLst/>
              <a:rect l="l" t="t" r="r" b="b"/>
              <a:pathLst>
                <a:path w="153670" h="7619">
                  <a:moveTo>
                    <a:pt x="153670" y="6350"/>
                  </a:moveTo>
                  <a:lnTo>
                    <a:pt x="152400" y="6350"/>
                  </a:lnTo>
                  <a:lnTo>
                    <a:pt x="152400" y="5080"/>
                  </a:lnTo>
                  <a:lnTo>
                    <a:pt x="152400" y="2540"/>
                  </a:lnTo>
                  <a:lnTo>
                    <a:pt x="151130"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A8D00"/>
            </a:solidFill>
          </p:spPr>
          <p:txBody>
            <a:bodyPr wrap="square" lIns="0" tIns="0" rIns="0" bIns="0" rtlCol="0"/>
            <a:lstStyle/>
            <a:p/>
          </p:txBody>
        </p:sp>
        <p:sp>
          <p:nvSpPr>
            <p:cNvPr id="2407" name="object 2407"/>
            <p:cNvSpPr/>
            <p:nvPr/>
          </p:nvSpPr>
          <p:spPr>
            <a:xfrm>
              <a:off x="7739380" y="1135379"/>
              <a:ext cx="158750" cy="6350"/>
            </a:xfrm>
            <a:custGeom>
              <a:avLst/>
              <a:gdLst/>
              <a:ahLst/>
              <a:cxnLst/>
              <a:rect l="l" t="t" r="r" b="b"/>
              <a:pathLst>
                <a:path w="158750" h="6350">
                  <a:moveTo>
                    <a:pt x="158750" y="5080"/>
                  </a:moveTo>
                  <a:lnTo>
                    <a:pt x="157480" y="5080"/>
                  </a:lnTo>
                  <a:lnTo>
                    <a:pt x="157480" y="2540"/>
                  </a:lnTo>
                  <a:lnTo>
                    <a:pt x="156210" y="2540"/>
                  </a:lnTo>
                  <a:lnTo>
                    <a:pt x="156210" y="1270"/>
                  </a:lnTo>
                  <a:lnTo>
                    <a:pt x="156210" y="0"/>
                  </a:lnTo>
                  <a:lnTo>
                    <a:pt x="2540" y="0"/>
                  </a:lnTo>
                  <a:lnTo>
                    <a:pt x="2540" y="1270"/>
                  </a:lnTo>
                  <a:lnTo>
                    <a:pt x="1270" y="1270"/>
                  </a:lnTo>
                  <a:lnTo>
                    <a:pt x="1270" y="2540"/>
                  </a:lnTo>
                  <a:lnTo>
                    <a:pt x="1270" y="5080"/>
                  </a:lnTo>
                  <a:lnTo>
                    <a:pt x="0" y="5080"/>
                  </a:lnTo>
                  <a:lnTo>
                    <a:pt x="0" y="6350"/>
                  </a:lnTo>
                  <a:lnTo>
                    <a:pt x="158750" y="6350"/>
                  </a:lnTo>
                  <a:lnTo>
                    <a:pt x="158750" y="5080"/>
                  </a:lnTo>
                  <a:close/>
                </a:path>
              </a:pathLst>
            </a:custGeom>
            <a:solidFill>
              <a:srgbClr val="0B8C00"/>
            </a:solidFill>
          </p:spPr>
          <p:txBody>
            <a:bodyPr wrap="square" lIns="0" tIns="0" rIns="0" bIns="0" rtlCol="0"/>
            <a:lstStyle/>
            <a:p/>
          </p:txBody>
        </p:sp>
        <p:sp>
          <p:nvSpPr>
            <p:cNvPr id="2408" name="object 2408"/>
            <p:cNvSpPr/>
            <p:nvPr/>
          </p:nvSpPr>
          <p:spPr>
            <a:xfrm>
              <a:off x="7736840" y="1141729"/>
              <a:ext cx="163830" cy="7620"/>
            </a:xfrm>
            <a:custGeom>
              <a:avLst/>
              <a:gdLst/>
              <a:ahLst/>
              <a:cxnLst/>
              <a:rect l="l" t="t" r="r" b="b"/>
              <a:pathLst>
                <a:path w="163829" h="7619">
                  <a:moveTo>
                    <a:pt x="162560" y="2540"/>
                  </a:moveTo>
                  <a:lnTo>
                    <a:pt x="161290" y="2540"/>
                  </a:lnTo>
                  <a:lnTo>
                    <a:pt x="161290" y="0"/>
                  </a:lnTo>
                  <a:lnTo>
                    <a:pt x="2540" y="0"/>
                  </a:lnTo>
                  <a:lnTo>
                    <a:pt x="2540" y="2540"/>
                  </a:lnTo>
                  <a:lnTo>
                    <a:pt x="1270" y="2540"/>
                  </a:lnTo>
                  <a:lnTo>
                    <a:pt x="1270" y="6350"/>
                  </a:lnTo>
                  <a:lnTo>
                    <a:pt x="162560" y="6350"/>
                  </a:lnTo>
                  <a:lnTo>
                    <a:pt x="162560" y="2540"/>
                  </a:lnTo>
                  <a:close/>
                </a:path>
                <a:path w="163829" h="7619">
                  <a:moveTo>
                    <a:pt x="163830" y="6362"/>
                  </a:moveTo>
                  <a:lnTo>
                    <a:pt x="0" y="6362"/>
                  </a:lnTo>
                  <a:lnTo>
                    <a:pt x="0" y="7620"/>
                  </a:lnTo>
                  <a:lnTo>
                    <a:pt x="163830" y="7620"/>
                  </a:lnTo>
                  <a:lnTo>
                    <a:pt x="163830" y="6362"/>
                  </a:lnTo>
                  <a:close/>
                </a:path>
              </a:pathLst>
            </a:custGeom>
            <a:solidFill>
              <a:srgbClr val="0C8B00"/>
            </a:solidFill>
          </p:spPr>
          <p:txBody>
            <a:bodyPr wrap="square" lIns="0" tIns="0" rIns="0" bIns="0" rtlCol="0"/>
            <a:lstStyle/>
            <a:p/>
          </p:txBody>
        </p:sp>
        <p:sp>
          <p:nvSpPr>
            <p:cNvPr id="2409" name="object 2409"/>
            <p:cNvSpPr/>
            <p:nvPr/>
          </p:nvSpPr>
          <p:spPr>
            <a:xfrm>
              <a:off x="7735570" y="1149349"/>
              <a:ext cx="166370" cy="7620"/>
            </a:xfrm>
            <a:custGeom>
              <a:avLst/>
              <a:gdLst/>
              <a:ahLst/>
              <a:cxnLst/>
              <a:rect l="l" t="t" r="r" b="b"/>
              <a:pathLst>
                <a:path w="166370" h="7619">
                  <a:moveTo>
                    <a:pt x="166370" y="3810"/>
                  </a:moveTo>
                  <a:lnTo>
                    <a:pt x="165100" y="3810"/>
                  </a:lnTo>
                  <a:lnTo>
                    <a:pt x="165100" y="0"/>
                  </a:lnTo>
                  <a:lnTo>
                    <a:pt x="1270" y="0"/>
                  </a:lnTo>
                  <a:lnTo>
                    <a:pt x="1270" y="3810"/>
                  </a:lnTo>
                  <a:lnTo>
                    <a:pt x="0" y="3810"/>
                  </a:lnTo>
                  <a:lnTo>
                    <a:pt x="0" y="7620"/>
                  </a:lnTo>
                  <a:lnTo>
                    <a:pt x="166370" y="7620"/>
                  </a:lnTo>
                  <a:lnTo>
                    <a:pt x="166370" y="3810"/>
                  </a:lnTo>
                  <a:close/>
                </a:path>
              </a:pathLst>
            </a:custGeom>
            <a:solidFill>
              <a:srgbClr val="0D8A00"/>
            </a:solidFill>
          </p:spPr>
          <p:txBody>
            <a:bodyPr wrap="square" lIns="0" tIns="0" rIns="0" bIns="0" rtlCol="0"/>
            <a:lstStyle/>
            <a:p/>
          </p:txBody>
        </p:sp>
        <p:sp>
          <p:nvSpPr>
            <p:cNvPr id="2410" name="object 2410"/>
            <p:cNvSpPr/>
            <p:nvPr/>
          </p:nvSpPr>
          <p:spPr>
            <a:xfrm>
              <a:off x="7733030" y="1156969"/>
              <a:ext cx="170180" cy="6350"/>
            </a:xfrm>
            <a:custGeom>
              <a:avLst/>
              <a:gdLst/>
              <a:ahLst/>
              <a:cxnLst/>
              <a:rect l="l" t="t" r="r" b="b"/>
              <a:pathLst>
                <a:path w="170179" h="6350">
                  <a:moveTo>
                    <a:pt x="170180" y="1270"/>
                  </a:moveTo>
                  <a:lnTo>
                    <a:pt x="168910" y="1270"/>
                  </a:lnTo>
                  <a:lnTo>
                    <a:pt x="168910" y="0"/>
                  </a:lnTo>
                  <a:lnTo>
                    <a:pt x="2540" y="0"/>
                  </a:lnTo>
                  <a:lnTo>
                    <a:pt x="2540" y="1270"/>
                  </a:lnTo>
                  <a:lnTo>
                    <a:pt x="1270" y="1270"/>
                  </a:lnTo>
                  <a:lnTo>
                    <a:pt x="1270" y="5080"/>
                  </a:lnTo>
                  <a:lnTo>
                    <a:pt x="0" y="5080"/>
                  </a:lnTo>
                  <a:lnTo>
                    <a:pt x="0" y="6350"/>
                  </a:lnTo>
                  <a:lnTo>
                    <a:pt x="170180" y="6350"/>
                  </a:lnTo>
                  <a:lnTo>
                    <a:pt x="170180" y="5080"/>
                  </a:lnTo>
                  <a:lnTo>
                    <a:pt x="170180" y="1270"/>
                  </a:lnTo>
                  <a:close/>
                </a:path>
              </a:pathLst>
            </a:custGeom>
            <a:solidFill>
              <a:srgbClr val="0F8800"/>
            </a:solidFill>
          </p:spPr>
          <p:txBody>
            <a:bodyPr wrap="square" lIns="0" tIns="0" rIns="0" bIns="0" rtlCol="0"/>
            <a:lstStyle/>
            <a:p/>
          </p:txBody>
        </p:sp>
        <p:sp>
          <p:nvSpPr>
            <p:cNvPr id="2411" name="object 2411"/>
            <p:cNvSpPr/>
            <p:nvPr/>
          </p:nvSpPr>
          <p:spPr>
            <a:xfrm>
              <a:off x="7731760" y="1163319"/>
              <a:ext cx="173990" cy="7620"/>
            </a:xfrm>
            <a:custGeom>
              <a:avLst/>
              <a:gdLst/>
              <a:ahLst/>
              <a:cxnLst/>
              <a:rect l="l" t="t" r="r" b="b"/>
              <a:pathLst>
                <a:path w="173990"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108700"/>
            </a:solidFill>
          </p:spPr>
          <p:txBody>
            <a:bodyPr wrap="square" lIns="0" tIns="0" rIns="0" bIns="0" rtlCol="0"/>
            <a:lstStyle/>
            <a:p/>
          </p:txBody>
        </p:sp>
        <p:sp>
          <p:nvSpPr>
            <p:cNvPr id="2412" name="object 2412"/>
            <p:cNvSpPr/>
            <p:nvPr/>
          </p:nvSpPr>
          <p:spPr>
            <a:xfrm>
              <a:off x="7730490" y="1170939"/>
              <a:ext cx="176530" cy="7620"/>
            </a:xfrm>
            <a:custGeom>
              <a:avLst/>
              <a:gdLst/>
              <a:ahLst/>
              <a:cxnLst/>
              <a:rect l="l" t="t" r="r" b="b"/>
              <a:pathLst>
                <a:path w="176529" h="7619">
                  <a:moveTo>
                    <a:pt x="176530" y="3810"/>
                  </a:moveTo>
                  <a:lnTo>
                    <a:pt x="175260" y="3810"/>
                  </a:lnTo>
                  <a:lnTo>
                    <a:pt x="175260" y="1270"/>
                  </a:lnTo>
                  <a:lnTo>
                    <a:pt x="175260" y="0"/>
                  </a:lnTo>
                  <a:lnTo>
                    <a:pt x="1270" y="0"/>
                  </a:lnTo>
                  <a:lnTo>
                    <a:pt x="1270" y="1270"/>
                  </a:lnTo>
                  <a:lnTo>
                    <a:pt x="0" y="1270"/>
                  </a:lnTo>
                  <a:lnTo>
                    <a:pt x="0" y="3810"/>
                  </a:lnTo>
                  <a:lnTo>
                    <a:pt x="0" y="7620"/>
                  </a:lnTo>
                  <a:lnTo>
                    <a:pt x="176530" y="7620"/>
                  </a:lnTo>
                  <a:lnTo>
                    <a:pt x="176530" y="3810"/>
                  </a:lnTo>
                  <a:close/>
                </a:path>
              </a:pathLst>
            </a:custGeom>
            <a:solidFill>
              <a:srgbClr val="118600"/>
            </a:solidFill>
          </p:spPr>
          <p:txBody>
            <a:bodyPr wrap="square" lIns="0" tIns="0" rIns="0" bIns="0" rtlCol="0"/>
            <a:lstStyle/>
            <a:p/>
          </p:txBody>
        </p:sp>
        <p:sp>
          <p:nvSpPr>
            <p:cNvPr id="2413" name="object 2413"/>
            <p:cNvSpPr/>
            <p:nvPr/>
          </p:nvSpPr>
          <p:spPr>
            <a:xfrm>
              <a:off x="7727950" y="1178559"/>
              <a:ext cx="180340" cy="6350"/>
            </a:xfrm>
            <a:custGeom>
              <a:avLst/>
              <a:gdLst/>
              <a:ahLst/>
              <a:cxnLst/>
              <a:rect l="l" t="t" r="r" b="b"/>
              <a:pathLst>
                <a:path w="180340" h="6350">
                  <a:moveTo>
                    <a:pt x="180340" y="1270"/>
                  </a:moveTo>
                  <a:lnTo>
                    <a:pt x="179070" y="1270"/>
                  </a:lnTo>
                  <a:lnTo>
                    <a:pt x="179070" y="0"/>
                  </a:lnTo>
                  <a:lnTo>
                    <a:pt x="1270" y="0"/>
                  </a:lnTo>
                  <a:lnTo>
                    <a:pt x="1270" y="1270"/>
                  </a:lnTo>
                  <a:lnTo>
                    <a:pt x="1270" y="5080"/>
                  </a:lnTo>
                  <a:lnTo>
                    <a:pt x="0" y="5080"/>
                  </a:lnTo>
                  <a:lnTo>
                    <a:pt x="0" y="6350"/>
                  </a:lnTo>
                  <a:lnTo>
                    <a:pt x="180340" y="6350"/>
                  </a:lnTo>
                  <a:lnTo>
                    <a:pt x="180340" y="5080"/>
                  </a:lnTo>
                  <a:lnTo>
                    <a:pt x="180340" y="1270"/>
                  </a:lnTo>
                  <a:close/>
                </a:path>
              </a:pathLst>
            </a:custGeom>
            <a:solidFill>
              <a:srgbClr val="128500"/>
            </a:solidFill>
          </p:spPr>
          <p:txBody>
            <a:bodyPr wrap="square" lIns="0" tIns="0" rIns="0" bIns="0" rtlCol="0"/>
            <a:lstStyle/>
            <a:p/>
          </p:txBody>
        </p:sp>
        <p:sp>
          <p:nvSpPr>
            <p:cNvPr id="2414" name="object 2414"/>
            <p:cNvSpPr/>
            <p:nvPr/>
          </p:nvSpPr>
          <p:spPr>
            <a:xfrm>
              <a:off x="7726680" y="1184909"/>
              <a:ext cx="184150" cy="7620"/>
            </a:xfrm>
            <a:custGeom>
              <a:avLst/>
              <a:gdLst/>
              <a:ahLst/>
              <a:cxnLst/>
              <a:rect l="l" t="t" r="r" b="b"/>
              <a:pathLst>
                <a:path w="184150" h="7619">
                  <a:moveTo>
                    <a:pt x="184150" y="5080"/>
                  </a:moveTo>
                  <a:lnTo>
                    <a:pt x="182880" y="5080"/>
                  </a:lnTo>
                  <a:lnTo>
                    <a:pt x="182880" y="0"/>
                  </a:lnTo>
                  <a:lnTo>
                    <a:pt x="1270" y="0"/>
                  </a:lnTo>
                  <a:lnTo>
                    <a:pt x="1270" y="5080"/>
                  </a:lnTo>
                  <a:lnTo>
                    <a:pt x="0" y="5080"/>
                  </a:lnTo>
                  <a:lnTo>
                    <a:pt x="0" y="7620"/>
                  </a:lnTo>
                  <a:lnTo>
                    <a:pt x="184150" y="7620"/>
                  </a:lnTo>
                  <a:lnTo>
                    <a:pt x="184150" y="5080"/>
                  </a:lnTo>
                  <a:close/>
                </a:path>
              </a:pathLst>
            </a:custGeom>
            <a:solidFill>
              <a:srgbClr val="138400"/>
            </a:solidFill>
          </p:spPr>
          <p:txBody>
            <a:bodyPr wrap="square" lIns="0" tIns="0" rIns="0" bIns="0" rtlCol="0"/>
            <a:lstStyle/>
            <a:p/>
          </p:txBody>
        </p:sp>
        <p:sp>
          <p:nvSpPr>
            <p:cNvPr id="2415" name="object 2415"/>
            <p:cNvSpPr/>
            <p:nvPr/>
          </p:nvSpPr>
          <p:spPr>
            <a:xfrm>
              <a:off x="7725410" y="1192529"/>
              <a:ext cx="186690" cy="7620"/>
            </a:xfrm>
            <a:custGeom>
              <a:avLst/>
              <a:gdLst/>
              <a:ahLst/>
              <a:cxnLst/>
              <a:rect l="l" t="t" r="r" b="b"/>
              <a:pathLst>
                <a:path w="186690" h="7619">
                  <a:moveTo>
                    <a:pt x="186690" y="5080"/>
                  </a:moveTo>
                  <a:lnTo>
                    <a:pt x="185420" y="5080"/>
                  </a:lnTo>
                  <a:lnTo>
                    <a:pt x="185420" y="3810"/>
                  </a:lnTo>
                  <a:lnTo>
                    <a:pt x="185420" y="0"/>
                  </a:lnTo>
                  <a:lnTo>
                    <a:pt x="1270" y="0"/>
                  </a:lnTo>
                  <a:lnTo>
                    <a:pt x="1270" y="3810"/>
                  </a:lnTo>
                  <a:lnTo>
                    <a:pt x="0" y="3810"/>
                  </a:lnTo>
                  <a:lnTo>
                    <a:pt x="0" y="5080"/>
                  </a:lnTo>
                  <a:lnTo>
                    <a:pt x="0" y="7620"/>
                  </a:lnTo>
                  <a:lnTo>
                    <a:pt x="186690" y="7620"/>
                  </a:lnTo>
                  <a:lnTo>
                    <a:pt x="186690" y="5080"/>
                  </a:lnTo>
                  <a:close/>
                </a:path>
              </a:pathLst>
            </a:custGeom>
            <a:solidFill>
              <a:srgbClr val="148300"/>
            </a:solidFill>
          </p:spPr>
          <p:txBody>
            <a:bodyPr wrap="square" lIns="0" tIns="0" rIns="0" bIns="0" rtlCol="0"/>
            <a:lstStyle/>
            <a:p/>
          </p:txBody>
        </p:sp>
        <p:sp>
          <p:nvSpPr>
            <p:cNvPr id="2416" name="object 2416"/>
            <p:cNvSpPr/>
            <p:nvPr/>
          </p:nvSpPr>
          <p:spPr>
            <a:xfrm>
              <a:off x="7724140" y="1200149"/>
              <a:ext cx="187960" cy="6350"/>
            </a:xfrm>
            <a:custGeom>
              <a:avLst/>
              <a:gdLst/>
              <a:ahLst/>
              <a:cxnLst/>
              <a:rect l="l" t="t" r="r" b="b"/>
              <a:pathLst>
                <a:path w="187959" h="6350">
                  <a:moveTo>
                    <a:pt x="187960" y="2552"/>
                  </a:moveTo>
                  <a:lnTo>
                    <a:pt x="0" y="2552"/>
                  </a:lnTo>
                  <a:lnTo>
                    <a:pt x="0" y="6350"/>
                  </a:lnTo>
                  <a:lnTo>
                    <a:pt x="187960" y="6350"/>
                  </a:lnTo>
                  <a:lnTo>
                    <a:pt x="187960" y="2552"/>
                  </a:lnTo>
                  <a:close/>
                </a:path>
                <a:path w="187959" h="6350">
                  <a:moveTo>
                    <a:pt x="187960" y="0"/>
                  </a:moveTo>
                  <a:lnTo>
                    <a:pt x="1270" y="0"/>
                  </a:lnTo>
                  <a:lnTo>
                    <a:pt x="1270" y="2540"/>
                  </a:lnTo>
                  <a:lnTo>
                    <a:pt x="187960" y="2540"/>
                  </a:lnTo>
                  <a:lnTo>
                    <a:pt x="187960" y="0"/>
                  </a:lnTo>
                  <a:close/>
                </a:path>
              </a:pathLst>
            </a:custGeom>
            <a:solidFill>
              <a:srgbClr val="158200"/>
            </a:solidFill>
          </p:spPr>
          <p:txBody>
            <a:bodyPr wrap="square" lIns="0" tIns="0" rIns="0" bIns="0" rtlCol="0"/>
            <a:lstStyle/>
            <a:p/>
          </p:txBody>
        </p:sp>
        <p:sp>
          <p:nvSpPr>
            <p:cNvPr id="2417" name="object 2417"/>
            <p:cNvSpPr/>
            <p:nvPr/>
          </p:nvSpPr>
          <p:spPr>
            <a:xfrm>
              <a:off x="7722870" y="1206499"/>
              <a:ext cx="190500" cy="7620"/>
            </a:xfrm>
            <a:custGeom>
              <a:avLst/>
              <a:gdLst/>
              <a:ahLst/>
              <a:cxnLst/>
              <a:rect l="l" t="t" r="r" b="b"/>
              <a:pathLst>
                <a:path w="190500" h="7619">
                  <a:moveTo>
                    <a:pt x="190500" y="1270"/>
                  </a:moveTo>
                  <a:lnTo>
                    <a:pt x="189230" y="1270"/>
                  </a:lnTo>
                  <a:lnTo>
                    <a:pt x="189230" y="0"/>
                  </a:lnTo>
                  <a:lnTo>
                    <a:pt x="1270" y="0"/>
                  </a:lnTo>
                  <a:lnTo>
                    <a:pt x="1270" y="1270"/>
                  </a:lnTo>
                  <a:lnTo>
                    <a:pt x="1270" y="3810"/>
                  </a:lnTo>
                  <a:lnTo>
                    <a:pt x="0" y="3810"/>
                  </a:lnTo>
                  <a:lnTo>
                    <a:pt x="0" y="7620"/>
                  </a:lnTo>
                  <a:lnTo>
                    <a:pt x="190500" y="7620"/>
                  </a:lnTo>
                  <a:lnTo>
                    <a:pt x="190500" y="3810"/>
                  </a:lnTo>
                  <a:lnTo>
                    <a:pt x="190500" y="1270"/>
                  </a:lnTo>
                  <a:close/>
                </a:path>
              </a:pathLst>
            </a:custGeom>
            <a:solidFill>
              <a:srgbClr val="178000"/>
            </a:solidFill>
          </p:spPr>
          <p:txBody>
            <a:bodyPr wrap="square" lIns="0" tIns="0" rIns="0" bIns="0" rtlCol="0"/>
            <a:lstStyle/>
            <a:p/>
          </p:txBody>
        </p:sp>
        <p:sp>
          <p:nvSpPr>
            <p:cNvPr id="2418" name="object 2418"/>
            <p:cNvSpPr/>
            <p:nvPr/>
          </p:nvSpPr>
          <p:spPr>
            <a:xfrm>
              <a:off x="7721600" y="1214119"/>
              <a:ext cx="193040" cy="7620"/>
            </a:xfrm>
            <a:custGeom>
              <a:avLst/>
              <a:gdLst/>
              <a:ahLst/>
              <a:cxnLst/>
              <a:rect l="l" t="t" r="r" b="b"/>
              <a:pathLst>
                <a:path w="193040" h="7619">
                  <a:moveTo>
                    <a:pt x="193040" y="1270"/>
                  </a:moveTo>
                  <a:lnTo>
                    <a:pt x="191770" y="1270"/>
                  </a:lnTo>
                  <a:lnTo>
                    <a:pt x="191770" y="0"/>
                  </a:lnTo>
                  <a:lnTo>
                    <a:pt x="1270" y="0"/>
                  </a:lnTo>
                  <a:lnTo>
                    <a:pt x="1270" y="1270"/>
                  </a:lnTo>
                  <a:lnTo>
                    <a:pt x="1270" y="2540"/>
                  </a:lnTo>
                  <a:lnTo>
                    <a:pt x="0" y="2540"/>
                  </a:lnTo>
                  <a:lnTo>
                    <a:pt x="0" y="7620"/>
                  </a:lnTo>
                  <a:lnTo>
                    <a:pt x="193040" y="7620"/>
                  </a:lnTo>
                  <a:lnTo>
                    <a:pt x="193040" y="2540"/>
                  </a:lnTo>
                  <a:lnTo>
                    <a:pt x="193040" y="1270"/>
                  </a:lnTo>
                  <a:close/>
                </a:path>
              </a:pathLst>
            </a:custGeom>
            <a:solidFill>
              <a:srgbClr val="187F00"/>
            </a:solidFill>
          </p:spPr>
          <p:txBody>
            <a:bodyPr wrap="square" lIns="0" tIns="0" rIns="0" bIns="0" rtlCol="0"/>
            <a:lstStyle/>
            <a:p/>
          </p:txBody>
        </p:sp>
        <p:sp>
          <p:nvSpPr>
            <p:cNvPr id="2419" name="object 2419"/>
            <p:cNvSpPr/>
            <p:nvPr/>
          </p:nvSpPr>
          <p:spPr>
            <a:xfrm>
              <a:off x="7720330" y="1221739"/>
              <a:ext cx="195580" cy="6350"/>
            </a:xfrm>
            <a:custGeom>
              <a:avLst/>
              <a:gdLst/>
              <a:ahLst/>
              <a:cxnLst/>
              <a:rect l="l" t="t" r="r" b="b"/>
              <a:pathLst>
                <a:path w="195579" h="6350">
                  <a:moveTo>
                    <a:pt x="195580" y="0"/>
                  </a:moveTo>
                  <a:lnTo>
                    <a:pt x="1270" y="0"/>
                  </a:lnTo>
                  <a:lnTo>
                    <a:pt x="1270" y="2540"/>
                  </a:lnTo>
                  <a:lnTo>
                    <a:pt x="0" y="2540"/>
                  </a:lnTo>
                  <a:lnTo>
                    <a:pt x="0" y="6350"/>
                  </a:lnTo>
                  <a:lnTo>
                    <a:pt x="195580" y="6350"/>
                  </a:lnTo>
                  <a:lnTo>
                    <a:pt x="195580" y="2540"/>
                  </a:lnTo>
                  <a:lnTo>
                    <a:pt x="195580" y="0"/>
                  </a:lnTo>
                  <a:close/>
                </a:path>
              </a:pathLst>
            </a:custGeom>
            <a:solidFill>
              <a:srgbClr val="197E00"/>
            </a:solidFill>
          </p:spPr>
          <p:txBody>
            <a:bodyPr wrap="square" lIns="0" tIns="0" rIns="0" bIns="0" rtlCol="0"/>
            <a:lstStyle/>
            <a:p/>
          </p:txBody>
        </p:sp>
        <p:sp>
          <p:nvSpPr>
            <p:cNvPr id="2420" name="object 2420"/>
            <p:cNvSpPr/>
            <p:nvPr/>
          </p:nvSpPr>
          <p:spPr>
            <a:xfrm>
              <a:off x="771906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67" y="5080"/>
                  </a:lnTo>
                  <a:lnTo>
                    <a:pt x="93967" y="3810"/>
                  </a:lnTo>
                  <a:lnTo>
                    <a:pt x="95250" y="3810"/>
                  </a:lnTo>
                  <a:lnTo>
                    <a:pt x="95250" y="2540"/>
                  </a:lnTo>
                  <a:lnTo>
                    <a:pt x="99060" y="2540"/>
                  </a:lnTo>
                  <a:lnTo>
                    <a:pt x="99060" y="1270"/>
                  </a:lnTo>
                  <a:lnTo>
                    <a:pt x="100330" y="1270"/>
                  </a:lnTo>
                  <a:lnTo>
                    <a:pt x="10033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1A7D00"/>
            </a:solidFill>
          </p:spPr>
          <p:txBody>
            <a:bodyPr wrap="square" lIns="0" tIns="0" rIns="0" bIns="0" rtlCol="0"/>
            <a:lstStyle/>
            <a:p/>
          </p:txBody>
        </p:sp>
        <p:sp>
          <p:nvSpPr>
            <p:cNvPr id="2421" name="object 2421"/>
            <p:cNvSpPr/>
            <p:nvPr/>
          </p:nvSpPr>
          <p:spPr>
            <a:xfrm>
              <a:off x="7719060" y="1235709"/>
              <a:ext cx="199390" cy="7620"/>
            </a:xfrm>
            <a:custGeom>
              <a:avLst/>
              <a:gdLst/>
              <a:ahLst/>
              <a:cxnLst/>
              <a:rect l="l" t="t" r="r" b="b"/>
              <a:pathLst>
                <a:path w="199390" h="7619">
                  <a:moveTo>
                    <a:pt x="91440" y="0"/>
                  </a:moveTo>
                  <a:lnTo>
                    <a:pt x="0" y="0"/>
                  </a:lnTo>
                  <a:lnTo>
                    <a:pt x="0" y="1270"/>
                  </a:lnTo>
                  <a:lnTo>
                    <a:pt x="0" y="2540"/>
                  </a:lnTo>
                  <a:lnTo>
                    <a:pt x="0" y="5080"/>
                  </a:lnTo>
                  <a:lnTo>
                    <a:pt x="0" y="7620"/>
                  </a:lnTo>
                  <a:lnTo>
                    <a:pt x="87617" y="7620"/>
                  </a:lnTo>
                  <a:lnTo>
                    <a:pt x="87617" y="5080"/>
                  </a:lnTo>
                  <a:lnTo>
                    <a:pt x="88900" y="5080"/>
                  </a:lnTo>
                  <a:lnTo>
                    <a:pt x="88900" y="2540"/>
                  </a:lnTo>
                  <a:lnTo>
                    <a:pt x="90170" y="2540"/>
                  </a:lnTo>
                  <a:lnTo>
                    <a:pt x="90170" y="1270"/>
                  </a:lnTo>
                  <a:lnTo>
                    <a:pt x="91440" y="1270"/>
                  </a:lnTo>
                  <a:lnTo>
                    <a:pt x="91440" y="0"/>
                  </a:lnTo>
                  <a:close/>
                </a:path>
                <a:path w="199390" h="7619">
                  <a:moveTo>
                    <a:pt x="199390" y="5080"/>
                  </a:moveTo>
                  <a:lnTo>
                    <a:pt x="198120" y="5080"/>
                  </a:lnTo>
                  <a:lnTo>
                    <a:pt x="198120" y="2540"/>
                  </a:lnTo>
                  <a:lnTo>
                    <a:pt x="198120" y="1270"/>
                  </a:lnTo>
                  <a:lnTo>
                    <a:pt x="198120" y="0"/>
                  </a:lnTo>
                  <a:lnTo>
                    <a:pt x="107950" y="0"/>
                  </a:lnTo>
                  <a:lnTo>
                    <a:pt x="107950" y="1270"/>
                  </a:lnTo>
                  <a:lnTo>
                    <a:pt x="109220" y="1270"/>
                  </a:lnTo>
                  <a:lnTo>
                    <a:pt x="109220" y="2540"/>
                  </a:lnTo>
                  <a:lnTo>
                    <a:pt x="110490" y="2540"/>
                  </a:lnTo>
                  <a:lnTo>
                    <a:pt x="110490" y="5080"/>
                  </a:lnTo>
                  <a:lnTo>
                    <a:pt x="111760" y="5080"/>
                  </a:lnTo>
                  <a:lnTo>
                    <a:pt x="111760" y="7620"/>
                  </a:lnTo>
                  <a:lnTo>
                    <a:pt x="199390" y="7620"/>
                  </a:lnTo>
                  <a:lnTo>
                    <a:pt x="199390" y="5080"/>
                  </a:lnTo>
                  <a:close/>
                </a:path>
              </a:pathLst>
            </a:custGeom>
            <a:solidFill>
              <a:srgbClr val="1B7C00"/>
            </a:solidFill>
          </p:spPr>
          <p:txBody>
            <a:bodyPr wrap="square" lIns="0" tIns="0" rIns="0" bIns="0" rtlCol="0"/>
            <a:lstStyle/>
            <a:p/>
          </p:txBody>
        </p:sp>
        <p:sp>
          <p:nvSpPr>
            <p:cNvPr id="2422" name="object 2422"/>
            <p:cNvSpPr/>
            <p:nvPr/>
          </p:nvSpPr>
          <p:spPr>
            <a:xfrm>
              <a:off x="7717789" y="1243329"/>
              <a:ext cx="200660" cy="6350"/>
            </a:xfrm>
            <a:custGeom>
              <a:avLst/>
              <a:gdLst/>
              <a:ahLst/>
              <a:cxnLst/>
              <a:rect l="l" t="t" r="r" b="b"/>
              <a:pathLst>
                <a:path w="200659" h="6350">
                  <a:moveTo>
                    <a:pt x="87629" y="0"/>
                  </a:moveTo>
                  <a:lnTo>
                    <a:pt x="0" y="0"/>
                  </a:lnTo>
                  <a:lnTo>
                    <a:pt x="0" y="6350"/>
                  </a:lnTo>
                  <a:lnTo>
                    <a:pt x="86359" y="6350"/>
                  </a:lnTo>
                  <a:lnTo>
                    <a:pt x="86359" y="5080"/>
                  </a:lnTo>
                  <a:lnTo>
                    <a:pt x="87629" y="5080"/>
                  </a:lnTo>
                  <a:lnTo>
                    <a:pt x="87629" y="0"/>
                  </a:lnTo>
                  <a:close/>
                </a:path>
                <a:path w="200659" h="6350">
                  <a:moveTo>
                    <a:pt x="200659" y="0"/>
                  </a:moveTo>
                  <a:lnTo>
                    <a:pt x="114300" y="0"/>
                  </a:lnTo>
                  <a:lnTo>
                    <a:pt x="114300" y="5080"/>
                  </a:lnTo>
                  <a:lnTo>
                    <a:pt x="115569" y="5080"/>
                  </a:lnTo>
                  <a:lnTo>
                    <a:pt x="115569" y="6350"/>
                  </a:lnTo>
                  <a:lnTo>
                    <a:pt x="200659" y="6350"/>
                  </a:lnTo>
                  <a:lnTo>
                    <a:pt x="200659" y="0"/>
                  </a:lnTo>
                  <a:close/>
                </a:path>
              </a:pathLst>
            </a:custGeom>
            <a:solidFill>
              <a:srgbClr val="1C7B00"/>
            </a:solidFill>
          </p:spPr>
          <p:txBody>
            <a:bodyPr wrap="square" lIns="0" tIns="0" rIns="0" bIns="0" rtlCol="0"/>
            <a:lstStyle/>
            <a:p/>
          </p:txBody>
        </p:sp>
        <p:sp>
          <p:nvSpPr>
            <p:cNvPr id="2423" name="object 2423"/>
            <p:cNvSpPr/>
            <p:nvPr/>
          </p:nvSpPr>
          <p:spPr>
            <a:xfrm>
              <a:off x="7716519" y="1249679"/>
              <a:ext cx="201930" cy="7620"/>
            </a:xfrm>
            <a:custGeom>
              <a:avLst/>
              <a:gdLst/>
              <a:ahLst/>
              <a:cxnLst/>
              <a:rect l="l" t="t" r="r" b="b"/>
              <a:pathLst>
                <a:path w="201929" h="7619">
                  <a:moveTo>
                    <a:pt x="87629" y="0"/>
                  </a:moveTo>
                  <a:lnTo>
                    <a:pt x="1270" y="0"/>
                  </a:lnTo>
                  <a:lnTo>
                    <a:pt x="1270" y="2540"/>
                  </a:lnTo>
                  <a:lnTo>
                    <a:pt x="0" y="2540"/>
                  </a:lnTo>
                  <a:lnTo>
                    <a:pt x="0" y="7620"/>
                  </a:lnTo>
                  <a:lnTo>
                    <a:pt x="85090" y="7620"/>
                  </a:lnTo>
                  <a:lnTo>
                    <a:pt x="85090" y="6350"/>
                  </a:lnTo>
                  <a:lnTo>
                    <a:pt x="86359" y="6350"/>
                  </a:lnTo>
                  <a:lnTo>
                    <a:pt x="86360" y="1270"/>
                  </a:lnTo>
                  <a:lnTo>
                    <a:pt x="87629" y="1270"/>
                  </a:lnTo>
                  <a:lnTo>
                    <a:pt x="87629" y="0"/>
                  </a:lnTo>
                  <a:close/>
                </a:path>
                <a:path w="201929" h="7619">
                  <a:moveTo>
                    <a:pt x="201929" y="0"/>
                  </a:moveTo>
                  <a:lnTo>
                    <a:pt x="116839" y="0"/>
                  </a:lnTo>
                  <a:lnTo>
                    <a:pt x="116839" y="3810"/>
                  </a:lnTo>
                  <a:lnTo>
                    <a:pt x="118109" y="3810"/>
                  </a:lnTo>
                  <a:lnTo>
                    <a:pt x="118109" y="7620"/>
                  </a:lnTo>
                  <a:lnTo>
                    <a:pt x="201929" y="7620"/>
                  </a:lnTo>
                  <a:lnTo>
                    <a:pt x="201929" y="0"/>
                  </a:lnTo>
                  <a:close/>
                </a:path>
              </a:pathLst>
            </a:custGeom>
            <a:solidFill>
              <a:srgbClr val="1D7A00"/>
            </a:solidFill>
          </p:spPr>
          <p:txBody>
            <a:bodyPr wrap="square" lIns="0" tIns="0" rIns="0" bIns="0" rtlCol="0"/>
            <a:lstStyle/>
            <a:p/>
          </p:txBody>
        </p:sp>
        <p:sp>
          <p:nvSpPr>
            <p:cNvPr id="2424" name="object 2424"/>
            <p:cNvSpPr/>
            <p:nvPr/>
          </p:nvSpPr>
          <p:spPr>
            <a:xfrm>
              <a:off x="7715249" y="1257299"/>
              <a:ext cx="204470" cy="7620"/>
            </a:xfrm>
            <a:custGeom>
              <a:avLst/>
              <a:gdLst/>
              <a:ahLst/>
              <a:cxnLst/>
              <a:rect l="l" t="t" r="r" b="b"/>
              <a:pathLst>
                <a:path w="204470" h="7619">
                  <a:moveTo>
                    <a:pt x="86360" y="0"/>
                  </a:moveTo>
                  <a:lnTo>
                    <a:pt x="1270" y="0"/>
                  </a:lnTo>
                  <a:lnTo>
                    <a:pt x="1270" y="5079"/>
                  </a:lnTo>
                  <a:lnTo>
                    <a:pt x="0" y="5079"/>
                  </a:lnTo>
                  <a:lnTo>
                    <a:pt x="0" y="7620"/>
                  </a:lnTo>
                  <a:lnTo>
                    <a:pt x="83820" y="7620"/>
                  </a:lnTo>
                  <a:lnTo>
                    <a:pt x="83820" y="6350"/>
                  </a:lnTo>
                  <a:lnTo>
                    <a:pt x="85090" y="6350"/>
                  </a:lnTo>
                  <a:lnTo>
                    <a:pt x="85090" y="3810"/>
                  </a:lnTo>
                  <a:lnTo>
                    <a:pt x="86360" y="3810"/>
                  </a:lnTo>
                  <a:lnTo>
                    <a:pt x="86360" y="0"/>
                  </a:lnTo>
                  <a:close/>
                </a:path>
                <a:path w="204470" h="7619">
                  <a:moveTo>
                    <a:pt x="204470" y="0"/>
                  </a:moveTo>
                  <a:lnTo>
                    <a:pt x="119379" y="0"/>
                  </a:lnTo>
                  <a:lnTo>
                    <a:pt x="119379" y="1270"/>
                  </a:lnTo>
                  <a:lnTo>
                    <a:pt x="120650" y="1270"/>
                  </a:lnTo>
                  <a:lnTo>
                    <a:pt x="120650" y="6350"/>
                  </a:lnTo>
                  <a:lnTo>
                    <a:pt x="121920" y="6350"/>
                  </a:lnTo>
                  <a:lnTo>
                    <a:pt x="121920" y="7620"/>
                  </a:lnTo>
                  <a:lnTo>
                    <a:pt x="204470" y="7620"/>
                  </a:lnTo>
                  <a:lnTo>
                    <a:pt x="204470" y="0"/>
                  </a:lnTo>
                  <a:close/>
                </a:path>
              </a:pathLst>
            </a:custGeom>
            <a:solidFill>
              <a:srgbClr val="1F7800"/>
            </a:solidFill>
          </p:spPr>
          <p:txBody>
            <a:bodyPr wrap="square" lIns="0" tIns="0" rIns="0" bIns="0" rtlCol="0"/>
            <a:lstStyle/>
            <a:p/>
          </p:txBody>
        </p:sp>
        <p:sp>
          <p:nvSpPr>
            <p:cNvPr id="2425" name="object 2425"/>
            <p:cNvSpPr/>
            <p:nvPr/>
          </p:nvSpPr>
          <p:spPr>
            <a:xfrm>
              <a:off x="7715249" y="1264919"/>
              <a:ext cx="205740" cy="6350"/>
            </a:xfrm>
            <a:custGeom>
              <a:avLst/>
              <a:gdLst/>
              <a:ahLst/>
              <a:cxnLst/>
              <a:rect l="l" t="t" r="r" b="b"/>
              <a:pathLst>
                <a:path w="205740" h="6350">
                  <a:moveTo>
                    <a:pt x="83820" y="0"/>
                  </a:moveTo>
                  <a:lnTo>
                    <a:pt x="0" y="0"/>
                  </a:lnTo>
                  <a:lnTo>
                    <a:pt x="0" y="6350"/>
                  </a:lnTo>
                  <a:lnTo>
                    <a:pt x="83820" y="6350"/>
                  </a:lnTo>
                  <a:lnTo>
                    <a:pt x="83820" y="0"/>
                  </a:lnTo>
                  <a:close/>
                </a:path>
                <a:path w="205740" h="6350">
                  <a:moveTo>
                    <a:pt x="204470" y="0"/>
                  </a:moveTo>
                  <a:lnTo>
                    <a:pt x="121920" y="0"/>
                  </a:lnTo>
                  <a:lnTo>
                    <a:pt x="121920" y="5079"/>
                  </a:lnTo>
                  <a:lnTo>
                    <a:pt x="123190" y="5079"/>
                  </a:lnTo>
                  <a:lnTo>
                    <a:pt x="123190" y="6350"/>
                  </a:lnTo>
                  <a:lnTo>
                    <a:pt x="205740" y="6350"/>
                  </a:lnTo>
                  <a:lnTo>
                    <a:pt x="205740" y="3809"/>
                  </a:lnTo>
                  <a:lnTo>
                    <a:pt x="204470" y="3809"/>
                  </a:lnTo>
                  <a:lnTo>
                    <a:pt x="204470" y="0"/>
                  </a:lnTo>
                  <a:close/>
                </a:path>
              </a:pathLst>
            </a:custGeom>
            <a:solidFill>
              <a:srgbClr val="207700"/>
            </a:solidFill>
          </p:spPr>
          <p:txBody>
            <a:bodyPr wrap="square" lIns="0" tIns="0" rIns="0" bIns="0" rtlCol="0"/>
            <a:lstStyle/>
            <a:p/>
          </p:txBody>
        </p:sp>
        <p:sp>
          <p:nvSpPr>
            <p:cNvPr id="2426" name="object 2426"/>
            <p:cNvSpPr/>
            <p:nvPr/>
          </p:nvSpPr>
          <p:spPr>
            <a:xfrm>
              <a:off x="7713979" y="1271269"/>
              <a:ext cx="207010" cy="7620"/>
            </a:xfrm>
            <a:custGeom>
              <a:avLst/>
              <a:gdLst/>
              <a:ahLst/>
              <a:cxnLst/>
              <a:rect l="l" t="t" r="r" b="b"/>
              <a:pathLst>
                <a:path w="207009" h="7619">
                  <a:moveTo>
                    <a:pt x="85090" y="0"/>
                  </a:moveTo>
                  <a:lnTo>
                    <a:pt x="1270" y="0"/>
                  </a:lnTo>
                  <a:lnTo>
                    <a:pt x="1270" y="1269"/>
                  </a:lnTo>
                  <a:lnTo>
                    <a:pt x="85090" y="1269"/>
                  </a:lnTo>
                  <a:lnTo>
                    <a:pt x="85090" y="0"/>
                  </a:lnTo>
                  <a:close/>
                </a:path>
                <a:path w="207009" h="7619">
                  <a:moveTo>
                    <a:pt x="207010" y="0"/>
                  </a:moveTo>
                  <a:lnTo>
                    <a:pt x="124460" y="0"/>
                  </a:lnTo>
                  <a:lnTo>
                    <a:pt x="124460" y="1269"/>
                  </a:lnTo>
                  <a:lnTo>
                    <a:pt x="207010" y="1269"/>
                  </a:lnTo>
                  <a:lnTo>
                    <a:pt x="207010" y="0"/>
                  </a:lnTo>
                  <a:close/>
                </a:path>
                <a:path w="207009" h="7619">
                  <a:moveTo>
                    <a:pt x="83820" y="1270"/>
                  </a:moveTo>
                  <a:lnTo>
                    <a:pt x="0" y="1270"/>
                  </a:lnTo>
                  <a:lnTo>
                    <a:pt x="0" y="7619"/>
                  </a:lnTo>
                  <a:lnTo>
                    <a:pt x="82550" y="7619"/>
                  </a:lnTo>
                  <a:lnTo>
                    <a:pt x="82550" y="6350"/>
                  </a:lnTo>
                  <a:lnTo>
                    <a:pt x="83820" y="6350"/>
                  </a:lnTo>
                  <a:lnTo>
                    <a:pt x="83820" y="1270"/>
                  </a:lnTo>
                  <a:close/>
                </a:path>
                <a:path w="207009" h="7619">
                  <a:moveTo>
                    <a:pt x="207010" y="1270"/>
                  </a:moveTo>
                  <a:lnTo>
                    <a:pt x="124460" y="1270"/>
                  </a:lnTo>
                  <a:lnTo>
                    <a:pt x="124460" y="7619"/>
                  </a:lnTo>
                  <a:lnTo>
                    <a:pt x="207010" y="7619"/>
                  </a:lnTo>
                  <a:lnTo>
                    <a:pt x="207010" y="1270"/>
                  </a:lnTo>
                  <a:close/>
                </a:path>
              </a:pathLst>
            </a:custGeom>
            <a:solidFill>
              <a:srgbClr val="217600"/>
            </a:solidFill>
          </p:spPr>
          <p:txBody>
            <a:bodyPr wrap="square" lIns="0" tIns="0" rIns="0" bIns="0" rtlCol="0"/>
            <a:lstStyle/>
            <a:p/>
          </p:txBody>
        </p:sp>
        <p:sp>
          <p:nvSpPr>
            <p:cNvPr id="2427" name="object 2427"/>
            <p:cNvSpPr/>
            <p:nvPr/>
          </p:nvSpPr>
          <p:spPr>
            <a:xfrm>
              <a:off x="7713979" y="1278889"/>
              <a:ext cx="208279" cy="7620"/>
            </a:xfrm>
            <a:custGeom>
              <a:avLst/>
              <a:gdLst/>
              <a:ahLst/>
              <a:cxnLst/>
              <a:rect l="l" t="t" r="r" b="b"/>
              <a:pathLst>
                <a:path w="208279" h="7619">
                  <a:moveTo>
                    <a:pt x="82550" y="0"/>
                  </a:moveTo>
                  <a:lnTo>
                    <a:pt x="0" y="0"/>
                  </a:lnTo>
                  <a:lnTo>
                    <a:pt x="0" y="6350"/>
                  </a:lnTo>
                  <a:lnTo>
                    <a:pt x="82550" y="6350"/>
                  </a:lnTo>
                  <a:lnTo>
                    <a:pt x="82550" y="0"/>
                  </a:lnTo>
                  <a:close/>
                </a:path>
                <a:path w="208279" h="7619">
                  <a:moveTo>
                    <a:pt x="207010" y="0"/>
                  </a:moveTo>
                  <a:lnTo>
                    <a:pt x="124460" y="0"/>
                  </a:lnTo>
                  <a:lnTo>
                    <a:pt x="124460" y="3810"/>
                  </a:lnTo>
                  <a:lnTo>
                    <a:pt x="125729" y="3810"/>
                  </a:lnTo>
                  <a:lnTo>
                    <a:pt x="125729" y="6350"/>
                  </a:lnTo>
                  <a:lnTo>
                    <a:pt x="207009" y="6350"/>
                  </a:lnTo>
                  <a:lnTo>
                    <a:pt x="207010" y="0"/>
                  </a:lnTo>
                  <a:close/>
                </a:path>
                <a:path w="208279" h="7619">
                  <a:moveTo>
                    <a:pt x="82550" y="6350"/>
                  </a:moveTo>
                  <a:lnTo>
                    <a:pt x="0" y="6350"/>
                  </a:lnTo>
                  <a:lnTo>
                    <a:pt x="0" y="7620"/>
                  </a:lnTo>
                  <a:lnTo>
                    <a:pt x="82550" y="7620"/>
                  </a:lnTo>
                  <a:lnTo>
                    <a:pt x="82550" y="6350"/>
                  </a:lnTo>
                  <a:close/>
                </a:path>
                <a:path w="208279" h="7619">
                  <a:moveTo>
                    <a:pt x="208279" y="6350"/>
                  </a:moveTo>
                  <a:lnTo>
                    <a:pt x="125729" y="6350"/>
                  </a:lnTo>
                  <a:lnTo>
                    <a:pt x="125729" y="7620"/>
                  </a:lnTo>
                  <a:lnTo>
                    <a:pt x="208279" y="7620"/>
                  </a:lnTo>
                  <a:lnTo>
                    <a:pt x="208279" y="6350"/>
                  </a:lnTo>
                  <a:close/>
                </a:path>
              </a:pathLst>
            </a:custGeom>
            <a:solidFill>
              <a:srgbClr val="227500"/>
            </a:solidFill>
          </p:spPr>
          <p:txBody>
            <a:bodyPr wrap="square" lIns="0" tIns="0" rIns="0" bIns="0" rtlCol="0"/>
            <a:lstStyle/>
            <a:p/>
          </p:txBody>
        </p:sp>
        <p:sp>
          <p:nvSpPr>
            <p:cNvPr id="2428" name="object 2428"/>
            <p:cNvSpPr/>
            <p:nvPr/>
          </p:nvSpPr>
          <p:spPr>
            <a:xfrm>
              <a:off x="7713979" y="1286509"/>
              <a:ext cx="208279" cy="6350"/>
            </a:xfrm>
            <a:custGeom>
              <a:avLst/>
              <a:gdLst/>
              <a:ahLst/>
              <a:cxnLst/>
              <a:rect l="l" t="t" r="r" b="b"/>
              <a:pathLst>
                <a:path w="208279" h="6350">
                  <a:moveTo>
                    <a:pt x="82550" y="0"/>
                  </a:moveTo>
                  <a:lnTo>
                    <a:pt x="0" y="0"/>
                  </a:lnTo>
                  <a:lnTo>
                    <a:pt x="0" y="6350"/>
                  </a:lnTo>
                  <a:lnTo>
                    <a:pt x="82550" y="6350"/>
                  </a:lnTo>
                  <a:lnTo>
                    <a:pt x="82550" y="0"/>
                  </a:lnTo>
                  <a:close/>
                </a:path>
                <a:path w="208279" h="6350">
                  <a:moveTo>
                    <a:pt x="208279" y="0"/>
                  </a:moveTo>
                  <a:lnTo>
                    <a:pt x="125729" y="0"/>
                  </a:lnTo>
                  <a:lnTo>
                    <a:pt x="125729" y="3810"/>
                  </a:lnTo>
                  <a:lnTo>
                    <a:pt x="127000" y="3810"/>
                  </a:lnTo>
                  <a:lnTo>
                    <a:pt x="127000" y="6350"/>
                  </a:lnTo>
                  <a:lnTo>
                    <a:pt x="208279" y="6350"/>
                  </a:lnTo>
                  <a:lnTo>
                    <a:pt x="208279" y="0"/>
                  </a:lnTo>
                  <a:close/>
                </a:path>
              </a:pathLst>
            </a:custGeom>
            <a:solidFill>
              <a:srgbClr val="237400"/>
            </a:solidFill>
          </p:spPr>
          <p:txBody>
            <a:bodyPr wrap="square" lIns="0" tIns="0" rIns="0" bIns="0" rtlCol="0"/>
            <a:lstStyle/>
            <a:p/>
          </p:txBody>
        </p:sp>
        <p:sp>
          <p:nvSpPr>
            <p:cNvPr id="2429" name="object 2429"/>
            <p:cNvSpPr/>
            <p:nvPr/>
          </p:nvSpPr>
          <p:spPr>
            <a:xfrm>
              <a:off x="7712709" y="1292859"/>
              <a:ext cx="209550" cy="7620"/>
            </a:xfrm>
            <a:custGeom>
              <a:avLst/>
              <a:gdLst/>
              <a:ahLst/>
              <a:cxnLst/>
              <a:rect l="l" t="t" r="r" b="b"/>
              <a:pathLst>
                <a:path w="209550" h="7619">
                  <a:moveTo>
                    <a:pt x="83820" y="0"/>
                  </a:moveTo>
                  <a:lnTo>
                    <a:pt x="0" y="0"/>
                  </a:lnTo>
                  <a:lnTo>
                    <a:pt x="0" y="7619"/>
                  </a:lnTo>
                  <a:lnTo>
                    <a:pt x="82550" y="7619"/>
                  </a:lnTo>
                  <a:lnTo>
                    <a:pt x="82550" y="5079"/>
                  </a:lnTo>
                  <a:lnTo>
                    <a:pt x="83820" y="5079"/>
                  </a:lnTo>
                  <a:lnTo>
                    <a:pt x="83820" y="0"/>
                  </a:lnTo>
                  <a:close/>
                </a:path>
                <a:path w="209550" h="7619">
                  <a:moveTo>
                    <a:pt x="209550" y="0"/>
                  </a:moveTo>
                  <a:lnTo>
                    <a:pt x="128270" y="0"/>
                  </a:lnTo>
                  <a:lnTo>
                    <a:pt x="128270" y="7619"/>
                  </a:lnTo>
                  <a:lnTo>
                    <a:pt x="209550" y="7619"/>
                  </a:lnTo>
                  <a:lnTo>
                    <a:pt x="209550" y="0"/>
                  </a:lnTo>
                  <a:close/>
                </a:path>
              </a:pathLst>
            </a:custGeom>
            <a:solidFill>
              <a:srgbClr val="247300"/>
            </a:solidFill>
          </p:spPr>
          <p:txBody>
            <a:bodyPr wrap="square" lIns="0" tIns="0" rIns="0" bIns="0" rtlCol="0"/>
            <a:lstStyle/>
            <a:p/>
          </p:txBody>
        </p:sp>
        <p:sp>
          <p:nvSpPr>
            <p:cNvPr id="2430" name="object 2430"/>
            <p:cNvSpPr/>
            <p:nvPr/>
          </p:nvSpPr>
          <p:spPr>
            <a:xfrm>
              <a:off x="7712710" y="1300479"/>
              <a:ext cx="209550" cy="7620"/>
            </a:xfrm>
            <a:custGeom>
              <a:avLst/>
              <a:gdLst/>
              <a:ahLst/>
              <a:cxnLst/>
              <a:rect l="l" t="t" r="r" b="b"/>
              <a:pathLst>
                <a:path w="209550" h="7619">
                  <a:moveTo>
                    <a:pt x="209550" y="0"/>
                  </a:moveTo>
                  <a:lnTo>
                    <a:pt x="128270" y="0"/>
                  </a:lnTo>
                  <a:lnTo>
                    <a:pt x="128270" y="1270"/>
                  </a:lnTo>
                  <a:lnTo>
                    <a:pt x="82550" y="1270"/>
                  </a:lnTo>
                  <a:lnTo>
                    <a:pt x="82550" y="0"/>
                  </a:lnTo>
                  <a:lnTo>
                    <a:pt x="0" y="0"/>
                  </a:lnTo>
                  <a:lnTo>
                    <a:pt x="0" y="1270"/>
                  </a:lnTo>
                  <a:lnTo>
                    <a:pt x="0" y="7620"/>
                  </a:lnTo>
                  <a:lnTo>
                    <a:pt x="209550" y="7620"/>
                  </a:lnTo>
                  <a:lnTo>
                    <a:pt x="209550" y="1270"/>
                  </a:lnTo>
                  <a:lnTo>
                    <a:pt x="209550" y="0"/>
                  </a:lnTo>
                  <a:close/>
                </a:path>
              </a:pathLst>
            </a:custGeom>
            <a:solidFill>
              <a:srgbClr val="257200"/>
            </a:solidFill>
          </p:spPr>
          <p:txBody>
            <a:bodyPr wrap="square" lIns="0" tIns="0" rIns="0" bIns="0" rtlCol="0"/>
            <a:lstStyle/>
            <a:p/>
          </p:txBody>
        </p:sp>
        <p:sp>
          <p:nvSpPr>
            <p:cNvPr id="2431" name="object 2431"/>
            <p:cNvSpPr/>
            <p:nvPr/>
          </p:nvSpPr>
          <p:spPr>
            <a:xfrm>
              <a:off x="7712710" y="1308099"/>
              <a:ext cx="210820" cy="6350"/>
            </a:xfrm>
            <a:custGeom>
              <a:avLst/>
              <a:gdLst/>
              <a:ahLst/>
              <a:cxnLst/>
              <a:rect l="l" t="t" r="r" b="b"/>
              <a:pathLst>
                <a:path w="210820" h="6350">
                  <a:moveTo>
                    <a:pt x="210820" y="1270"/>
                  </a:moveTo>
                  <a:lnTo>
                    <a:pt x="209550" y="1270"/>
                  </a:lnTo>
                  <a:lnTo>
                    <a:pt x="209550" y="0"/>
                  </a:lnTo>
                  <a:lnTo>
                    <a:pt x="0" y="0"/>
                  </a:lnTo>
                  <a:lnTo>
                    <a:pt x="0" y="1270"/>
                  </a:lnTo>
                  <a:lnTo>
                    <a:pt x="0" y="6350"/>
                  </a:lnTo>
                  <a:lnTo>
                    <a:pt x="210820" y="6350"/>
                  </a:lnTo>
                  <a:lnTo>
                    <a:pt x="210820" y="1270"/>
                  </a:lnTo>
                  <a:close/>
                </a:path>
              </a:pathLst>
            </a:custGeom>
            <a:solidFill>
              <a:srgbClr val="277000"/>
            </a:solidFill>
          </p:spPr>
          <p:txBody>
            <a:bodyPr wrap="square" lIns="0" tIns="0" rIns="0" bIns="0" rtlCol="0"/>
            <a:lstStyle/>
            <a:p/>
          </p:txBody>
        </p:sp>
        <p:sp>
          <p:nvSpPr>
            <p:cNvPr id="2432" name="object 2432"/>
            <p:cNvSpPr/>
            <p:nvPr/>
          </p:nvSpPr>
          <p:spPr>
            <a:xfrm>
              <a:off x="7711440" y="1314449"/>
              <a:ext cx="212090" cy="7620"/>
            </a:xfrm>
            <a:custGeom>
              <a:avLst/>
              <a:gdLst/>
              <a:ahLst/>
              <a:cxnLst/>
              <a:rect l="l" t="t" r="r" b="b"/>
              <a:pathLst>
                <a:path w="212090" h="7619">
                  <a:moveTo>
                    <a:pt x="212090" y="0"/>
                  </a:moveTo>
                  <a:lnTo>
                    <a:pt x="1270" y="0"/>
                  </a:lnTo>
                  <a:lnTo>
                    <a:pt x="1270" y="1270"/>
                  </a:lnTo>
                  <a:lnTo>
                    <a:pt x="0" y="1270"/>
                  </a:lnTo>
                  <a:lnTo>
                    <a:pt x="0" y="7620"/>
                  </a:lnTo>
                  <a:lnTo>
                    <a:pt x="212090" y="7620"/>
                  </a:lnTo>
                  <a:lnTo>
                    <a:pt x="212090" y="1270"/>
                  </a:lnTo>
                  <a:lnTo>
                    <a:pt x="212090" y="0"/>
                  </a:lnTo>
                  <a:close/>
                </a:path>
              </a:pathLst>
            </a:custGeom>
            <a:solidFill>
              <a:srgbClr val="286F00"/>
            </a:solidFill>
          </p:spPr>
          <p:txBody>
            <a:bodyPr wrap="square" lIns="0" tIns="0" rIns="0" bIns="0" rtlCol="0"/>
            <a:lstStyle/>
            <a:p/>
          </p:txBody>
        </p:sp>
        <p:sp>
          <p:nvSpPr>
            <p:cNvPr id="2433" name="object 2433"/>
            <p:cNvSpPr/>
            <p:nvPr/>
          </p:nvSpPr>
          <p:spPr>
            <a:xfrm>
              <a:off x="7711439" y="1322069"/>
              <a:ext cx="212090" cy="7620"/>
            </a:xfrm>
            <a:custGeom>
              <a:avLst/>
              <a:gdLst/>
              <a:ahLst/>
              <a:cxnLst/>
              <a:rect l="l" t="t" r="r" b="b"/>
              <a:pathLst>
                <a:path w="212090" h="7619">
                  <a:moveTo>
                    <a:pt x="0" y="7619"/>
                  </a:moveTo>
                  <a:lnTo>
                    <a:pt x="0" y="0"/>
                  </a:lnTo>
                  <a:lnTo>
                    <a:pt x="212089" y="0"/>
                  </a:lnTo>
                  <a:lnTo>
                    <a:pt x="212089" y="7619"/>
                  </a:lnTo>
                  <a:lnTo>
                    <a:pt x="0" y="7619"/>
                  </a:lnTo>
                  <a:close/>
                </a:path>
              </a:pathLst>
            </a:custGeom>
            <a:solidFill>
              <a:srgbClr val="296E00"/>
            </a:solidFill>
          </p:spPr>
          <p:txBody>
            <a:bodyPr wrap="square" lIns="0" tIns="0" rIns="0" bIns="0" rtlCol="0"/>
            <a:lstStyle/>
            <a:p/>
          </p:txBody>
        </p:sp>
        <p:sp>
          <p:nvSpPr>
            <p:cNvPr id="2434" name="object 2434"/>
            <p:cNvSpPr/>
            <p:nvPr/>
          </p:nvSpPr>
          <p:spPr>
            <a:xfrm>
              <a:off x="7710170" y="1329689"/>
              <a:ext cx="214629" cy="7620"/>
            </a:xfrm>
            <a:custGeom>
              <a:avLst/>
              <a:gdLst/>
              <a:ahLst/>
              <a:cxnLst/>
              <a:rect l="l" t="t" r="r" b="b"/>
              <a:pathLst>
                <a:path w="214629" h="7619">
                  <a:moveTo>
                    <a:pt x="214630" y="5080"/>
                  </a:moveTo>
                  <a:lnTo>
                    <a:pt x="213360" y="5080"/>
                  </a:lnTo>
                  <a:lnTo>
                    <a:pt x="213360" y="1270"/>
                  </a:lnTo>
                  <a:lnTo>
                    <a:pt x="213360" y="0"/>
                  </a:lnTo>
                  <a:lnTo>
                    <a:pt x="1270" y="0"/>
                  </a:lnTo>
                  <a:lnTo>
                    <a:pt x="1270" y="1270"/>
                  </a:lnTo>
                  <a:lnTo>
                    <a:pt x="0" y="1270"/>
                  </a:lnTo>
                  <a:lnTo>
                    <a:pt x="0" y="5080"/>
                  </a:lnTo>
                  <a:lnTo>
                    <a:pt x="0" y="7620"/>
                  </a:lnTo>
                  <a:lnTo>
                    <a:pt x="214630" y="7620"/>
                  </a:lnTo>
                  <a:lnTo>
                    <a:pt x="214630" y="5080"/>
                  </a:lnTo>
                  <a:close/>
                </a:path>
              </a:pathLst>
            </a:custGeom>
            <a:solidFill>
              <a:srgbClr val="2A6D00"/>
            </a:solidFill>
          </p:spPr>
          <p:txBody>
            <a:bodyPr wrap="square" lIns="0" tIns="0" rIns="0" bIns="0" rtlCol="0"/>
            <a:lstStyle/>
            <a:p/>
          </p:txBody>
        </p:sp>
        <p:sp>
          <p:nvSpPr>
            <p:cNvPr id="2435" name="object 2435"/>
            <p:cNvSpPr/>
            <p:nvPr/>
          </p:nvSpPr>
          <p:spPr>
            <a:xfrm>
              <a:off x="771016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B6C00"/>
            </a:solidFill>
          </p:spPr>
          <p:txBody>
            <a:bodyPr wrap="square" lIns="0" tIns="0" rIns="0" bIns="0" rtlCol="0"/>
            <a:lstStyle/>
            <a:p/>
          </p:txBody>
        </p:sp>
        <p:sp>
          <p:nvSpPr>
            <p:cNvPr id="2436" name="object 2436"/>
            <p:cNvSpPr/>
            <p:nvPr/>
          </p:nvSpPr>
          <p:spPr>
            <a:xfrm>
              <a:off x="771016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2C6B00"/>
            </a:solidFill>
          </p:spPr>
          <p:txBody>
            <a:bodyPr wrap="square" lIns="0" tIns="0" rIns="0" bIns="0" rtlCol="0"/>
            <a:lstStyle/>
            <a:p/>
          </p:txBody>
        </p:sp>
        <p:sp>
          <p:nvSpPr>
            <p:cNvPr id="2437" name="object 2437"/>
            <p:cNvSpPr/>
            <p:nvPr/>
          </p:nvSpPr>
          <p:spPr>
            <a:xfrm>
              <a:off x="771016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2D6A00"/>
            </a:solidFill>
          </p:spPr>
          <p:txBody>
            <a:bodyPr wrap="square" lIns="0" tIns="0" rIns="0" bIns="0" rtlCol="0"/>
            <a:lstStyle/>
            <a:p/>
          </p:txBody>
        </p:sp>
        <p:sp>
          <p:nvSpPr>
            <p:cNvPr id="2438" name="object 2438"/>
            <p:cNvSpPr/>
            <p:nvPr/>
          </p:nvSpPr>
          <p:spPr>
            <a:xfrm>
              <a:off x="771016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F6800"/>
            </a:solidFill>
          </p:spPr>
          <p:txBody>
            <a:bodyPr wrap="square" lIns="0" tIns="0" rIns="0" bIns="0" rtlCol="0"/>
            <a:lstStyle/>
            <a:p/>
          </p:txBody>
        </p:sp>
        <p:sp>
          <p:nvSpPr>
            <p:cNvPr id="2439" name="object 2439"/>
            <p:cNvSpPr/>
            <p:nvPr/>
          </p:nvSpPr>
          <p:spPr>
            <a:xfrm>
              <a:off x="771016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06700"/>
            </a:solidFill>
          </p:spPr>
          <p:txBody>
            <a:bodyPr wrap="square" lIns="0" tIns="0" rIns="0" bIns="0" rtlCol="0"/>
            <a:lstStyle/>
            <a:p/>
          </p:txBody>
        </p:sp>
        <p:sp>
          <p:nvSpPr>
            <p:cNvPr id="2440" name="object 2440"/>
            <p:cNvSpPr/>
            <p:nvPr/>
          </p:nvSpPr>
          <p:spPr>
            <a:xfrm>
              <a:off x="771016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16600"/>
            </a:solidFill>
          </p:spPr>
          <p:txBody>
            <a:bodyPr wrap="square" lIns="0" tIns="0" rIns="0" bIns="0" rtlCol="0"/>
            <a:lstStyle/>
            <a:p/>
          </p:txBody>
        </p:sp>
        <p:sp>
          <p:nvSpPr>
            <p:cNvPr id="2441" name="object 2441"/>
            <p:cNvSpPr/>
            <p:nvPr/>
          </p:nvSpPr>
          <p:spPr>
            <a:xfrm>
              <a:off x="771016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36600"/>
            </a:solidFill>
          </p:spPr>
          <p:txBody>
            <a:bodyPr wrap="square" lIns="0" tIns="0" rIns="0" bIns="0" rtlCol="0"/>
            <a:lstStyle/>
            <a:p/>
          </p:txBody>
        </p:sp>
        <p:sp>
          <p:nvSpPr>
            <p:cNvPr id="2442" name="object 2442"/>
            <p:cNvSpPr/>
            <p:nvPr/>
          </p:nvSpPr>
          <p:spPr>
            <a:xfrm>
              <a:off x="771016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36400"/>
            </a:solidFill>
          </p:spPr>
          <p:txBody>
            <a:bodyPr wrap="square" lIns="0" tIns="0" rIns="0" bIns="0" rtlCol="0"/>
            <a:lstStyle/>
            <a:p/>
          </p:txBody>
        </p:sp>
        <p:sp>
          <p:nvSpPr>
            <p:cNvPr id="2443" name="object 2443"/>
            <p:cNvSpPr/>
            <p:nvPr/>
          </p:nvSpPr>
          <p:spPr>
            <a:xfrm>
              <a:off x="771016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46300"/>
            </a:solidFill>
          </p:spPr>
          <p:txBody>
            <a:bodyPr wrap="square" lIns="0" tIns="0" rIns="0" bIns="0" rtlCol="0"/>
            <a:lstStyle/>
            <a:p/>
          </p:txBody>
        </p:sp>
        <p:sp>
          <p:nvSpPr>
            <p:cNvPr id="2444" name="object 2444"/>
            <p:cNvSpPr/>
            <p:nvPr/>
          </p:nvSpPr>
          <p:spPr>
            <a:xfrm>
              <a:off x="771016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66100"/>
            </a:solidFill>
          </p:spPr>
          <p:txBody>
            <a:bodyPr wrap="square" lIns="0" tIns="0" rIns="0" bIns="0" rtlCol="0"/>
            <a:lstStyle/>
            <a:p/>
          </p:txBody>
        </p:sp>
        <p:sp>
          <p:nvSpPr>
            <p:cNvPr id="2445" name="object 2445"/>
            <p:cNvSpPr/>
            <p:nvPr/>
          </p:nvSpPr>
          <p:spPr>
            <a:xfrm>
              <a:off x="7710170" y="1408429"/>
              <a:ext cx="214629" cy="7620"/>
            </a:xfrm>
            <a:custGeom>
              <a:avLst/>
              <a:gdLst/>
              <a:ahLst/>
              <a:cxnLst/>
              <a:rect l="l" t="t" r="r" b="b"/>
              <a:pathLst>
                <a:path w="214629" h="7619">
                  <a:moveTo>
                    <a:pt x="214630" y="0"/>
                  </a:moveTo>
                  <a:lnTo>
                    <a:pt x="0" y="0"/>
                  </a:lnTo>
                  <a:lnTo>
                    <a:pt x="0" y="2540"/>
                  </a:lnTo>
                  <a:lnTo>
                    <a:pt x="1270" y="2540"/>
                  </a:lnTo>
                  <a:lnTo>
                    <a:pt x="1270" y="7620"/>
                  </a:lnTo>
                  <a:lnTo>
                    <a:pt x="214630" y="7620"/>
                  </a:lnTo>
                  <a:lnTo>
                    <a:pt x="214630" y="2540"/>
                  </a:lnTo>
                  <a:lnTo>
                    <a:pt x="214630" y="0"/>
                  </a:lnTo>
                  <a:close/>
                </a:path>
              </a:pathLst>
            </a:custGeom>
            <a:solidFill>
              <a:srgbClr val="376000"/>
            </a:solidFill>
          </p:spPr>
          <p:txBody>
            <a:bodyPr wrap="square" lIns="0" tIns="0" rIns="0" bIns="0" rtlCol="0"/>
            <a:lstStyle/>
            <a:p/>
          </p:txBody>
        </p:sp>
        <p:sp>
          <p:nvSpPr>
            <p:cNvPr id="2446" name="object 2446"/>
            <p:cNvSpPr/>
            <p:nvPr/>
          </p:nvSpPr>
          <p:spPr>
            <a:xfrm>
              <a:off x="7711439" y="141604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385F00"/>
            </a:solidFill>
          </p:spPr>
          <p:txBody>
            <a:bodyPr wrap="square" lIns="0" tIns="0" rIns="0" bIns="0" rtlCol="0"/>
            <a:lstStyle/>
            <a:p/>
          </p:txBody>
        </p:sp>
        <p:sp>
          <p:nvSpPr>
            <p:cNvPr id="2447" name="object 2447"/>
            <p:cNvSpPr/>
            <p:nvPr/>
          </p:nvSpPr>
          <p:spPr>
            <a:xfrm>
              <a:off x="7711439" y="1423669"/>
              <a:ext cx="213360" cy="6350"/>
            </a:xfrm>
            <a:custGeom>
              <a:avLst/>
              <a:gdLst/>
              <a:ahLst/>
              <a:cxnLst/>
              <a:rect l="l" t="t" r="r" b="b"/>
              <a:pathLst>
                <a:path w="213359" h="6350">
                  <a:moveTo>
                    <a:pt x="0" y="6350"/>
                  </a:moveTo>
                  <a:lnTo>
                    <a:pt x="0" y="0"/>
                  </a:lnTo>
                  <a:lnTo>
                    <a:pt x="213359" y="0"/>
                  </a:lnTo>
                  <a:lnTo>
                    <a:pt x="213359" y="6350"/>
                  </a:lnTo>
                  <a:lnTo>
                    <a:pt x="0" y="6350"/>
                  </a:lnTo>
                  <a:close/>
                </a:path>
              </a:pathLst>
            </a:custGeom>
            <a:solidFill>
              <a:srgbClr val="395E00"/>
            </a:solidFill>
          </p:spPr>
          <p:txBody>
            <a:bodyPr wrap="square" lIns="0" tIns="0" rIns="0" bIns="0" rtlCol="0"/>
            <a:lstStyle/>
            <a:p/>
          </p:txBody>
        </p:sp>
        <p:sp>
          <p:nvSpPr>
            <p:cNvPr id="2448" name="object 2448"/>
            <p:cNvSpPr/>
            <p:nvPr/>
          </p:nvSpPr>
          <p:spPr>
            <a:xfrm>
              <a:off x="7711440" y="1430019"/>
              <a:ext cx="213360" cy="7620"/>
            </a:xfrm>
            <a:custGeom>
              <a:avLst/>
              <a:gdLst/>
              <a:ahLst/>
              <a:cxnLst/>
              <a:rect l="l" t="t" r="r" b="b"/>
              <a:pathLst>
                <a:path w="213359" h="7619">
                  <a:moveTo>
                    <a:pt x="213360" y="3822"/>
                  </a:moveTo>
                  <a:lnTo>
                    <a:pt x="1270" y="3822"/>
                  </a:lnTo>
                  <a:lnTo>
                    <a:pt x="1270" y="7620"/>
                  </a:lnTo>
                  <a:lnTo>
                    <a:pt x="213360" y="7620"/>
                  </a:lnTo>
                  <a:lnTo>
                    <a:pt x="213360" y="3822"/>
                  </a:lnTo>
                  <a:close/>
                </a:path>
                <a:path w="213359" h="7619">
                  <a:moveTo>
                    <a:pt x="213360" y="0"/>
                  </a:moveTo>
                  <a:lnTo>
                    <a:pt x="0" y="0"/>
                  </a:lnTo>
                  <a:lnTo>
                    <a:pt x="0" y="3810"/>
                  </a:lnTo>
                  <a:lnTo>
                    <a:pt x="213360" y="3810"/>
                  </a:lnTo>
                  <a:lnTo>
                    <a:pt x="213360" y="0"/>
                  </a:lnTo>
                  <a:close/>
                </a:path>
              </a:pathLst>
            </a:custGeom>
            <a:solidFill>
              <a:srgbClr val="3A5D00"/>
            </a:solidFill>
          </p:spPr>
          <p:txBody>
            <a:bodyPr wrap="square" lIns="0" tIns="0" rIns="0" bIns="0" rtlCol="0"/>
            <a:lstStyle/>
            <a:p/>
          </p:txBody>
        </p:sp>
        <p:sp>
          <p:nvSpPr>
            <p:cNvPr id="2449" name="object 2449"/>
            <p:cNvSpPr/>
            <p:nvPr/>
          </p:nvSpPr>
          <p:spPr>
            <a:xfrm>
              <a:off x="7712709" y="143763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3B5C00"/>
            </a:solidFill>
          </p:spPr>
          <p:txBody>
            <a:bodyPr wrap="square" lIns="0" tIns="0" rIns="0" bIns="0" rtlCol="0"/>
            <a:lstStyle/>
            <a:p/>
          </p:txBody>
        </p:sp>
        <p:sp>
          <p:nvSpPr>
            <p:cNvPr id="2450" name="object 2450"/>
            <p:cNvSpPr/>
            <p:nvPr/>
          </p:nvSpPr>
          <p:spPr>
            <a:xfrm>
              <a:off x="7712710" y="1445259"/>
              <a:ext cx="212090" cy="6350"/>
            </a:xfrm>
            <a:custGeom>
              <a:avLst/>
              <a:gdLst/>
              <a:ahLst/>
              <a:cxnLst/>
              <a:rect l="l" t="t" r="r" b="b"/>
              <a:pathLst>
                <a:path w="212090" h="6350">
                  <a:moveTo>
                    <a:pt x="212090" y="0"/>
                  </a:moveTo>
                  <a:lnTo>
                    <a:pt x="0" y="0"/>
                  </a:lnTo>
                  <a:lnTo>
                    <a:pt x="0" y="3810"/>
                  </a:lnTo>
                  <a:lnTo>
                    <a:pt x="0" y="6350"/>
                  </a:lnTo>
                  <a:lnTo>
                    <a:pt x="82550" y="6350"/>
                  </a:lnTo>
                  <a:lnTo>
                    <a:pt x="82550" y="3810"/>
                  </a:lnTo>
                  <a:lnTo>
                    <a:pt x="212090" y="3810"/>
                  </a:lnTo>
                  <a:lnTo>
                    <a:pt x="212090" y="0"/>
                  </a:lnTo>
                  <a:close/>
                </a:path>
              </a:pathLst>
            </a:custGeom>
            <a:solidFill>
              <a:srgbClr val="3C5B00"/>
            </a:solidFill>
          </p:spPr>
          <p:txBody>
            <a:bodyPr wrap="square" lIns="0" tIns="0" rIns="0" bIns="0" rtlCol="0"/>
            <a:lstStyle/>
            <a:p/>
          </p:txBody>
        </p:sp>
        <p:sp>
          <p:nvSpPr>
            <p:cNvPr id="2451" name="object 2451"/>
            <p:cNvSpPr/>
            <p:nvPr/>
          </p:nvSpPr>
          <p:spPr>
            <a:xfrm>
              <a:off x="7712709" y="1451609"/>
              <a:ext cx="83820" cy="7620"/>
            </a:xfrm>
            <a:custGeom>
              <a:avLst/>
              <a:gdLst/>
              <a:ahLst/>
              <a:cxnLst/>
              <a:rect l="l" t="t" r="r" b="b"/>
              <a:pathLst>
                <a:path w="83820" h="7619">
                  <a:moveTo>
                    <a:pt x="83820" y="0"/>
                  </a:moveTo>
                  <a:lnTo>
                    <a:pt x="0" y="0"/>
                  </a:lnTo>
                  <a:lnTo>
                    <a:pt x="0" y="5079"/>
                  </a:lnTo>
                  <a:lnTo>
                    <a:pt x="1270" y="5079"/>
                  </a:lnTo>
                  <a:lnTo>
                    <a:pt x="1270" y="7619"/>
                  </a:lnTo>
                  <a:lnTo>
                    <a:pt x="83820" y="7619"/>
                  </a:lnTo>
                  <a:lnTo>
                    <a:pt x="83820" y="0"/>
                  </a:lnTo>
                  <a:close/>
                </a:path>
              </a:pathLst>
            </a:custGeom>
            <a:solidFill>
              <a:srgbClr val="3E5900"/>
            </a:solidFill>
          </p:spPr>
          <p:txBody>
            <a:bodyPr wrap="square" lIns="0" tIns="0" rIns="0" bIns="0" rtlCol="0"/>
            <a:lstStyle/>
            <a:p/>
          </p:txBody>
        </p:sp>
        <p:sp>
          <p:nvSpPr>
            <p:cNvPr id="2452" name="object 2452"/>
            <p:cNvSpPr/>
            <p:nvPr/>
          </p:nvSpPr>
          <p:spPr>
            <a:xfrm>
              <a:off x="7713979" y="1459229"/>
              <a:ext cx="133350" cy="7620"/>
            </a:xfrm>
            <a:custGeom>
              <a:avLst/>
              <a:gdLst/>
              <a:ahLst/>
              <a:cxnLst/>
              <a:rect l="l" t="t" r="r" b="b"/>
              <a:pathLst>
                <a:path w="133350" h="7619">
                  <a:moveTo>
                    <a:pt x="82550" y="0"/>
                  </a:moveTo>
                  <a:lnTo>
                    <a:pt x="0" y="0"/>
                  </a:lnTo>
                  <a:lnTo>
                    <a:pt x="0" y="7620"/>
                  </a:lnTo>
                  <a:lnTo>
                    <a:pt x="82550" y="7620"/>
                  </a:lnTo>
                  <a:lnTo>
                    <a:pt x="82550" y="0"/>
                  </a:lnTo>
                  <a:close/>
                </a:path>
                <a:path w="133350" h="7619">
                  <a:moveTo>
                    <a:pt x="130810" y="5080"/>
                  </a:moveTo>
                  <a:lnTo>
                    <a:pt x="129540" y="5080"/>
                  </a:lnTo>
                  <a:lnTo>
                    <a:pt x="129540" y="7620"/>
                  </a:lnTo>
                  <a:lnTo>
                    <a:pt x="133350" y="7620"/>
                  </a:lnTo>
                  <a:lnTo>
                    <a:pt x="133350" y="6350"/>
                  </a:lnTo>
                  <a:lnTo>
                    <a:pt x="130810" y="6350"/>
                  </a:lnTo>
                  <a:lnTo>
                    <a:pt x="130810" y="5080"/>
                  </a:lnTo>
                  <a:close/>
                </a:path>
              </a:pathLst>
            </a:custGeom>
            <a:solidFill>
              <a:srgbClr val="3F5800"/>
            </a:solidFill>
          </p:spPr>
          <p:txBody>
            <a:bodyPr wrap="square" lIns="0" tIns="0" rIns="0" bIns="0" rtlCol="0"/>
            <a:lstStyle/>
            <a:p/>
          </p:txBody>
        </p:sp>
        <p:sp>
          <p:nvSpPr>
            <p:cNvPr id="2453" name="object 2453"/>
            <p:cNvSpPr/>
            <p:nvPr/>
          </p:nvSpPr>
          <p:spPr>
            <a:xfrm>
              <a:off x="7713979" y="1466849"/>
              <a:ext cx="157480" cy="7620"/>
            </a:xfrm>
            <a:custGeom>
              <a:avLst/>
              <a:gdLst/>
              <a:ahLst/>
              <a:cxnLst/>
              <a:rect l="l" t="t" r="r" b="b"/>
              <a:pathLst>
                <a:path w="157479" h="7619">
                  <a:moveTo>
                    <a:pt x="83820" y="0"/>
                  </a:moveTo>
                  <a:lnTo>
                    <a:pt x="0" y="0"/>
                  </a:lnTo>
                  <a:lnTo>
                    <a:pt x="0" y="7620"/>
                  </a:lnTo>
                  <a:lnTo>
                    <a:pt x="83820" y="7620"/>
                  </a:lnTo>
                  <a:lnTo>
                    <a:pt x="83820" y="0"/>
                  </a:lnTo>
                  <a:close/>
                </a:path>
                <a:path w="157479" h="7619">
                  <a:moveTo>
                    <a:pt x="157479" y="6350"/>
                  </a:moveTo>
                  <a:lnTo>
                    <a:pt x="127000" y="6350"/>
                  </a:lnTo>
                  <a:lnTo>
                    <a:pt x="127000" y="7620"/>
                  </a:lnTo>
                  <a:lnTo>
                    <a:pt x="157479" y="7620"/>
                  </a:lnTo>
                  <a:lnTo>
                    <a:pt x="157479" y="6350"/>
                  </a:lnTo>
                  <a:close/>
                </a:path>
                <a:path w="157479" h="7619">
                  <a:moveTo>
                    <a:pt x="140970" y="1270"/>
                  </a:moveTo>
                  <a:lnTo>
                    <a:pt x="128270" y="1270"/>
                  </a:lnTo>
                  <a:lnTo>
                    <a:pt x="128270" y="6350"/>
                  </a:lnTo>
                  <a:lnTo>
                    <a:pt x="153670" y="6350"/>
                  </a:lnTo>
                  <a:lnTo>
                    <a:pt x="153670" y="5079"/>
                  </a:lnTo>
                  <a:lnTo>
                    <a:pt x="149860" y="5079"/>
                  </a:lnTo>
                  <a:lnTo>
                    <a:pt x="149860" y="3810"/>
                  </a:lnTo>
                  <a:lnTo>
                    <a:pt x="146050" y="3810"/>
                  </a:lnTo>
                  <a:lnTo>
                    <a:pt x="146050" y="2539"/>
                  </a:lnTo>
                  <a:lnTo>
                    <a:pt x="140970" y="2539"/>
                  </a:lnTo>
                  <a:lnTo>
                    <a:pt x="140970" y="1270"/>
                  </a:lnTo>
                  <a:close/>
                </a:path>
                <a:path w="157479" h="7619">
                  <a:moveTo>
                    <a:pt x="137160" y="0"/>
                  </a:moveTo>
                  <a:lnTo>
                    <a:pt x="129540" y="0"/>
                  </a:lnTo>
                  <a:lnTo>
                    <a:pt x="129540" y="1270"/>
                  </a:lnTo>
                  <a:lnTo>
                    <a:pt x="137160" y="1270"/>
                  </a:lnTo>
                  <a:lnTo>
                    <a:pt x="137160" y="0"/>
                  </a:lnTo>
                  <a:close/>
                </a:path>
              </a:pathLst>
            </a:custGeom>
            <a:solidFill>
              <a:srgbClr val="405700"/>
            </a:solidFill>
          </p:spPr>
          <p:txBody>
            <a:bodyPr wrap="square" lIns="0" tIns="0" rIns="0" bIns="0" rtlCol="0"/>
            <a:lstStyle/>
            <a:p/>
          </p:txBody>
        </p:sp>
        <p:sp>
          <p:nvSpPr>
            <p:cNvPr id="2454" name="object 2454"/>
            <p:cNvSpPr/>
            <p:nvPr/>
          </p:nvSpPr>
          <p:spPr>
            <a:xfrm>
              <a:off x="7713979" y="1474469"/>
              <a:ext cx="177800" cy="6350"/>
            </a:xfrm>
            <a:custGeom>
              <a:avLst/>
              <a:gdLst/>
              <a:ahLst/>
              <a:cxnLst/>
              <a:rect l="l" t="t" r="r" b="b"/>
              <a:pathLst>
                <a:path w="177800" h="6350">
                  <a:moveTo>
                    <a:pt x="83820" y="0"/>
                  </a:moveTo>
                  <a:lnTo>
                    <a:pt x="0" y="0"/>
                  </a:lnTo>
                  <a:lnTo>
                    <a:pt x="0" y="3809"/>
                  </a:lnTo>
                  <a:lnTo>
                    <a:pt x="1270" y="3809"/>
                  </a:lnTo>
                  <a:lnTo>
                    <a:pt x="127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415600"/>
            </a:solidFill>
          </p:spPr>
          <p:txBody>
            <a:bodyPr wrap="square" lIns="0" tIns="0" rIns="0" bIns="0" rtlCol="0"/>
            <a:lstStyle/>
            <a:p/>
          </p:txBody>
        </p:sp>
        <p:sp>
          <p:nvSpPr>
            <p:cNvPr id="2455" name="object 2455"/>
            <p:cNvSpPr/>
            <p:nvPr/>
          </p:nvSpPr>
          <p:spPr>
            <a:xfrm>
              <a:off x="7715249" y="1480819"/>
              <a:ext cx="200660" cy="7620"/>
            </a:xfrm>
            <a:custGeom>
              <a:avLst/>
              <a:gdLst/>
              <a:ahLst/>
              <a:cxnLst/>
              <a:rect l="l" t="t" r="r" b="b"/>
              <a:pathLst>
                <a:path w="200659" h="7619">
                  <a:moveTo>
                    <a:pt x="83820" y="0"/>
                  </a:moveTo>
                  <a:lnTo>
                    <a:pt x="0" y="0"/>
                  </a:lnTo>
                  <a:lnTo>
                    <a:pt x="0" y="7619"/>
                  </a:lnTo>
                  <a:lnTo>
                    <a:pt x="85090" y="7619"/>
                  </a:lnTo>
                  <a:lnTo>
                    <a:pt x="85090" y="2539"/>
                  </a:lnTo>
                  <a:lnTo>
                    <a:pt x="83820" y="2539"/>
                  </a:lnTo>
                  <a:lnTo>
                    <a:pt x="83820" y="0"/>
                  </a:lnTo>
                  <a:close/>
                </a:path>
                <a:path w="200659" h="7619">
                  <a:moveTo>
                    <a:pt x="189230" y="2539"/>
                  </a:moveTo>
                  <a:lnTo>
                    <a:pt x="123190" y="2539"/>
                  </a:lnTo>
                  <a:lnTo>
                    <a:pt x="123190" y="7619"/>
                  </a:lnTo>
                  <a:lnTo>
                    <a:pt x="200660" y="7619"/>
                  </a:lnTo>
                  <a:lnTo>
                    <a:pt x="200660" y="6350"/>
                  </a:lnTo>
                  <a:lnTo>
                    <a:pt x="196850" y="6350"/>
                  </a:lnTo>
                  <a:lnTo>
                    <a:pt x="196850" y="5079"/>
                  </a:lnTo>
                  <a:lnTo>
                    <a:pt x="193040" y="5079"/>
                  </a:lnTo>
                  <a:lnTo>
                    <a:pt x="193040" y="3809"/>
                  </a:lnTo>
                  <a:lnTo>
                    <a:pt x="189230" y="3809"/>
                  </a:lnTo>
                  <a:lnTo>
                    <a:pt x="189230" y="2539"/>
                  </a:lnTo>
                  <a:close/>
                </a:path>
                <a:path w="200659" h="7619">
                  <a:moveTo>
                    <a:pt x="180339" y="0"/>
                  </a:moveTo>
                  <a:lnTo>
                    <a:pt x="124459" y="0"/>
                  </a:lnTo>
                  <a:lnTo>
                    <a:pt x="124459" y="2539"/>
                  </a:lnTo>
                  <a:lnTo>
                    <a:pt x="185419" y="2539"/>
                  </a:lnTo>
                  <a:lnTo>
                    <a:pt x="185419" y="1269"/>
                  </a:lnTo>
                  <a:lnTo>
                    <a:pt x="180339" y="1269"/>
                  </a:lnTo>
                  <a:lnTo>
                    <a:pt x="180339" y="0"/>
                  </a:lnTo>
                  <a:close/>
                </a:path>
              </a:pathLst>
            </a:custGeom>
            <a:solidFill>
              <a:srgbClr val="425500"/>
            </a:solidFill>
          </p:spPr>
          <p:txBody>
            <a:bodyPr wrap="square" lIns="0" tIns="0" rIns="0" bIns="0" rtlCol="0"/>
            <a:lstStyle/>
            <a:p/>
          </p:txBody>
        </p:sp>
        <p:sp>
          <p:nvSpPr>
            <p:cNvPr id="2456" name="object 2456"/>
            <p:cNvSpPr/>
            <p:nvPr/>
          </p:nvSpPr>
          <p:spPr>
            <a:xfrm>
              <a:off x="7715249" y="1488439"/>
              <a:ext cx="209550" cy="7620"/>
            </a:xfrm>
            <a:custGeom>
              <a:avLst/>
              <a:gdLst/>
              <a:ahLst/>
              <a:cxnLst/>
              <a:rect l="l" t="t" r="r" b="b"/>
              <a:pathLst>
                <a:path w="209550" h="7619">
                  <a:moveTo>
                    <a:pt x="86359" y="0"/>
                  </a:moveTo>
                  <a:lnTo>
                    <a:pt x="0" y="0"/>
                  </a:lnTo>
                  <a:lnTo>
                    <a:pt x="0" y="5080"/>
                  </a:lnTo>
                  <a:lnTo>
                    <a:pt x="1270" y="5080"/>
                  </a:lnTo>
                  <a:lnTo>
                    <a:pt x="1270" y="6350"/>
                  </a:lnTo>
                  <a:lnTo>
                    <a:pt x="87629" y="6350"/>
                  </a:lnTo>
                  <a:lnTo>
                    <a:pt x="87629" y="3810"/>
                  </a:lnTo>
                  <a:lnTo>
                    <a:pt x="86359" y="3810"/>
                  </a:lnTo>
                  <a:lnTo>
                    <a:pt x="86359" y="0"/>
                  </a:lnTo>
                  <a:close/>
                </a:path>
                <a:path w="209550" h="7619">
                  <a:moveTo>
                    <a:pt x="209550" y="1270"/>
                  </a:moveTo>
                  <a:lnTo>
                    <a:pt x="121920" y="1270"/>
                  </a:lnTo>
                  <a:lnTo>
                    <a:pt x="121920" y="6350"/>
                  </a:lnTo>
                  <a:lnTo>
                    <a:pt x="209550" y="6350"/>
                  </a:lnTo>
                  <a:lnTo>
                    <a:pt x="209550" y="1270"/>
                  </a:lnTo>
                  <a:close/>
                </a:path>
                <a:path w="209550" h="7619">
                  <a:moveTo>
                    <a:pt x="205740" y="0"/>
                  </a:moveTo>
                  <a:lnTo>
                    <a:pt x="123190" y="0"/>
                  </a:lnTo>
                  <a:lnTo>
                    <a:pt x="123190" y="1270"/>
                  </a:lnTo>
                  <a:lnTo>
                    <a:pt x="205740" y="1270"/>
                  </a:lnTo>
                  <a:lnTo>
                    <a:pt x="205740" y="0"/>
                  </a:lnTo>
                  <a:close/>
                </a:path>
                <a:path w="209550" h="7619">
                  <a:moveTo>
                    <a:pt x="88900" y="6350"/>
                  </a:moveTo>
                  <a:lnTo>
                    <a:pt x="1270" y="6350"/>
                  </a:lnTo>
                  <a:lnTo>
                    <a:pt x="1270" y="7620"/>
                  </a:lnTo>
                  <a:lnTo>
                    <a:pt x="88900" y="7620"/>
                  </a:lnTo>
                  <a:lnTo>
                    <a:pt x="88900" y="6350"/>
                  </a:lnTo>
                  <a:close/>
                </a:path>
                <a:path w="209550" h="7619">
                  <a:moveTo>
                    <a:pt x="209550" y="6350"/>
                  </a:moveTo>
                  <a:lnTo>
                    <a:pt x="120650" y="6350"/>
                  </a:lnTo>
                  <a:lnTo>
                    <a:pt x="120650" y="7620"/>
                  </a:lnTo>
                  <a:lnTo>
                    <a:pt x="209550" y="7620"/>
                  </a:lnTo>
                  <a:lnTo>
                    <a:pt x="209550" y="6350"/>
                  </a:lnTo>
                  <a:close/>
                </a:path>
              </a:pathLst>
            </a:custGeom>
            <a:solidFill>
              <a:srgbClr val="435400"/>
            </a:solidFill>
          </p:spPr>
          <p:txBody>
            <a:bodyPr wrap="square" lIns="0" tIns="0" rIns="0" bIns="0" rtlCol="0"/>
            <a:lstStyle/>
            <a:p/>
          </p:txBody>
        </p:sp>
        <p:sp>
          <p:nvSpPr>
            <p:cNvPr id="2457" name="object 2457"/>
            <p:cNvSpPr/>
            <p:nvPr/>
          </p:nvSpPr>
          <p:spPr>
            <a:xfrm>
              <a:off x="7716520" y="1496059"/>
              <a:ext cx="208279" cy="6350"/>
            </a:xfrm>
            <a:custGeom>
              <a:avLst/>
              <a:gdLst/>
              <a:ahLst/>
              <a:cxnLst/>
              <a:rect l="l" t="t" r="r" b="b"/>
              <a:pathLst>
                <a:path w="208279" h="6350">
                  <a:moveTo>
                    <a:pt x="88900" y="5080"/>
                  </a:moveTo>
                  <a:lnTo>
                    <a:pt x="87630" y="5080"/>
                  </a:lnTo>
                  <a:lnTo>
                    <a:pt x="87630" y="0"/>
                  </a:lnTo>
                  <a:lnTo>
                    <a:pt x="0" y="0"/>
                  </a:lnTo>
                  <a:lnTo>
                    <a:pt x="0" y="5080"/>
                  </a:lnTo>
                  <a:lnTo>
                    <a:pt x="0" y="6350"/>
                  </a:lnTo>
                  <a:lnTo>
                    <a:pt x="88900" y="6350"/>
                  </a:lnTo>
                  <a:lnTo>
                    <a:pt x="88900" y="5080"/>
                  </a:lnTo>
                  <a:close/>
                </a:path>
                <a:path w="208279" h="6350">
                  <a:moveTo>
                    <a:pt x="208280" y="0"/>
                  </a:moveTo>
                  <a:lnTo>
                    <a:pt x="119380" y="0"/>
                  </a:lnTo>
                  <a:lnTo>
                    <a:pt x="119380" y="3810"/>
                  </a:lnTo>
                  <a:lnTo>
                    <a:pt x="118110" y="3810"/>
                  </a:lnTo>
                  <a:lnTo>
                    <a:pt x="118110" y="5080"/>
                  </a:lnTo>
                  <a:lnTo>
                    <a:pt x="118110" y="6350"/>
                  </a:lnTo>
                  <a:lnTo>
                    <a:pt x="207010" y="6350"/>
                  </a:lnTo>
                  <a:lnTo>
                    <a:pt x="207010" y="5080"/>
                  </a:lnTo>
                  <a:lnTo>
                    <a:pt x="208280" y="5080"/>
                  </a:lnTo>
                  <a:lnTo>
                    <a:pt x="208280" y="3810"/>
                  </a:lnTo>
                  <a:lnTo>
                    <a:pt x="208280" y="0"/>
                  </a:lnTo>
                  <a:close/>
                </a:path>
              </a:pathLst>
            </a:custGeom>
            <a:solidFill>
              <a:srgbClr val="445300"/>
            </a:solidFill>
          </p:spPr>
          <p:txBody>
            <a:bodyPr wrap="square" lIns="0" tIns="0" rIns="0" bIns="0" rtlCol="0"/>
            <a:lstStyle/>
            <a:p/>
          </p:txBody>
        </p:sp>
        <p:sp>
          <p:nvSpPr>
            <p:cNvPr id="2458" name="object 2458"/>
            <p:cNvSpPr/>
            <p:nvPr/>
          </p:nvSpPr>
          <p:spPr>
            <a:xfrm>
              <a:off x="7716520" y="1502409"/>
              <a:ext cx="207010" cy="7620"/>
            </a:xfrm>
            <a:custGeom>
              <a:avLst/>
              <a:gdLst/>
              <a:ahLst/>
              <a:cxnLst/>
              <a:rect l="l" t="t" r="r" b="b"/>
              <a:pathLst>
                <a:path w="207009"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7009" h="7619">
                  <a:moveTo>
                    <a:pt x="207010" y="0"/>
                  </a:moveTo>
                  <a:lnTo>
                    <a:pt x="118110" y="0"/>
                  </a:lnTo>
                  <a:lnTo>
                    <a:pt x="118110" y="1270"/>
                  </a:lnTo>
                  <a:lnTo>
                    <a:pt x="116840" y="1270"/>
                  </a:lnTo>
                  <a:lnTo>
                    <a:pt x="116840" y="3810"/>
                  </a:lnTo>
                  <a:lnTo>
                    <a:pt x="115570" y="3810"/>
                  </a:lnTo>
                  <a:lnTo>
                    <a:pt x="115570" y="5080"/>
                  </a:lnTo>
                  <a:lnTo>
                    <a:pt x="115570" y="6350"/>
                  </a:lnTo>
                  <a:lnTo>
                    <a:pt x="114300" y="6350"/>
                  </a:lnTo>
                  <a:lnTo>
                    <a:pt x="114300" y="7620"/>
                  </a:lnTo>
                  <a:lnTo>
                    <a:pt x="205740" y="7620"/>
                  </a:lnTo>
                  <a:lnTo>
                    <a:pt x="205740" y="6350"/>
                  </a:lnTo>
                  <a:lnTo>
                    <a:pt x="205740" y="5080"/>
                  </a:lnTo>
                  <a:lnTo>
                    <a:pt x="207010" y="5080"/>
                  </a:lnTo>
                  <a:lnTo>
                    <a:pt x="207010" y="3810"/>
                  </a:lnTo>
                  <a:lnTo>
                    <a:pt x="207010" y="1270"/>
                  </a:lnTo>
                  <a:lnTo>
                    <a:pt x="207010" y="0"/>
                  </a:lnTo>
                  <a:close/>
                </a:path>
              </a:pathLst>
            </a:custGeom>
            <a:solidFill>
              <a:srgbClr val="465100"/>
            </a:solidFill>
          </p:spPr>
          <p:txBody>
            <a:bodyPr wrap="square" lIns="0" tIns="0" rIns="0" bIns="0" rtlCol="0"/>
            <a:lstStyle/>
            <a:p/>
          </p:txBody>
        </p:sp>
        <p:sp>
          <p:nvSpPr>
            <p:cNvPr id="2459" name="object 2459"/>
            <p:cNvSpPr/>
            <p:nvPr/>
          </p:nvSpPr>
          <p:spPr>
            <a:xfrm>
              <a:off x="7717790" y="1510029"/>
              <a:ext cx="204470" cy="7620"/>
            </a:xfrm>
            <a:custGeom>
              <a:avLst/>
              <a:gdLst/>
              <a:ahLst/>
              <a:cxnLst/>
              <a:rect l="l" t="t" r="r" b="b"/>
              <a:pathLst>
                <a:path w="204470" h="7619">
                  <a:moveTo>
                    <a:pt x="97790" y="6350"/>
                  </a:moveTo>
                  <a:lnTo>
                    <a:pt x="95237" y="6350"/>
                  </a:lnTo>
                  <a:lnTo>
                    <a:pt x="95237" y="5080"/>
                  </a:lnTo>
                  <a:lnTo>
                    <a:pt x="93967" y="5080"/>
                  </a:lnTo>
                  <a:lnTo>
                    <a:pt x="93967" y="3810"/>
                  </a:lnTo>
                  <a:lnTo>
                    <a:pt x="92710" y="3810"/>
                  </a:lnTo>
                  <a:lnTo>
                    <a:pt x="92710" y="2540"/>
                  </a:lnTo>
                  <a:lnTo>
                    <a:pt x="92710" y="0"/>
                  </a:lnTo>
                  <a:lnTo>
                    <a:pt x="0" y="0"/>
                  </a:lnTo>
                  <a:lnTo>
                    <a:pt x="0" y="2540"/>
                  </a:lnTo>
                  <a:lnTo>
                    <a:pt x="1270" y="2540"/>
                  </a:lnTo>
                  <a:lnTo>
                    <a:pt x="1270" y="3810"/>
                  </a:lnTo>
                  <a:lnTo>
                    <a:pt x="1270" y="5080"/>
                  </a:lnTo>
                  <a:lnTo>
                    <a:pt x="1270" y="6350"/>
                  </a:lnTo>
                  <a:lnTo>
                    <a:pt x="1270" y="7620"/>
                  </a:lnTo>
                  <a:lnTo>
                    <a:pt x="97790" y="7620"/>
                  </a:lnTo>
                  <a:lnTo>
                    <a:pt x="97790" y="6350"/>
                  </a:lnTo>
                  <a:close/>
                </a:path>
                <a:path w="204470" h="7619">
                  <a:moveTo>
                    <a:pt x="204470" y="0"/>
                  </a:moveTo>
                  <a:lnTo>
                    <a:pt x="111760" y="0"/>
                  </a:lnTo>
                  <a:lnTo>
                    <a:pt x="111760" y="1270"/>
                  </a:lnTo>
                  <a:lnTo>
                    <a:pt x="110490" y="1270"/>
                  </a:lnTo>
                  <a:lnTo>
                    <a:pt x="110490" y="2540"/>
                  </a:lnTo>
                  <a:lnTo>
                    <a:pt x="109220" y="2540"/>
                  </a:lnTo>
                  <a:lnTo>
                    <a:pt x="109220" y="5080"/>
                  </a:lnTo>
                  <a:lnTo>
                    <a:pt x="106680" y="5080"/>
                  </a:lnTo>
                  <a:lnTo>
                    <a:pt x="106680" y="6350"/>
                  </a:lnTo>
                  <a:lnTo>
                    <a:pt x="104140" y="6350"/>
                  </a:lnTo>
                  <a:lnTo>
                    <a:pt x="104140" y="7620"/>
                  </a:lnTo>
                  <a:lnTo>
                    <a:pt x="203187" y="7620"/>
                  </a:lnTo>
                  <a:lnTo>
                    <a:pt x="203187" y="6350"/>
                  </a:lnTo>
                  <a:lnTo>
                    <a:pt x="203200" y="5080"/>
                  </a:lnTo>
                  <a:lnTo>
                    <a:pt x="204470" y="5080"/>
                  </a:lnTo>
                  <a:lnTo>
                    <a:pt x="204470" y="2540"/>
                  </a:lnTo>
                  <a:lnTo>
                    <a:pt x="204470" y="1270"/>
                  </a:lnTo>
                  <a:lnTo>
                    <a:pt x="204470" y="0"/>
                  </a:lnTo>
                  <a:close/>
                </a:path>
              </a:pathLst>
            </a:custGeom>
            <a:solidFill>
              <a:srgbClr val="475000"/>
            </a:solidFill>
          </p:spPr>
          <p:txBody>
            <a:bodyPr wrap="square" lIns="0" tIns="0" rIns="0" bIns="0" rtlCol="0"/>
            <a:lstStyle/>
            <a:p/>
          </p:txBody>
        </p:sp>
        <p:sp>
          <p:nvSpPr>
            <p:cNvPr id="2460" name="object 2460"/>
            <p:cNvSpPr/>
            <p:nvPr/>
          </p:nvSpPr>
          <p:spPr>
            <a:xfrm>
              <a:off x="7719060" y="1517649"/>
              <a:ext cx="201930" cy="6350"/>
            </a:xfrm>
            <a:custGeom>
              <a:avLst/>
              <a:gdLst/>
              <a:ahLst/>
              <a:cxnLst/>
              <a:rect l="l" t="t" r="r" b="b"/>
              <a:pathLst>
                <a:path w="201929" h="6350">
                  <a:moveTo>
                    <a:pt x="200660" y="5092"/>
                  </a:moveTo>
                  <a:lnTo>
                    <a:pt x="1270" y="5092"/>
                  </a:lnTo>
                  <a:lnTo>
                    <a:pt x="1270" y="6350"/>
                  </a:lnTo>
                  <a:lnTo>
                    <a:pt x="200660" y="6350"/>
                  </a:lnTo>
                  <a:lnTo>
                    <a:pt x="200660" y="5092"/>
                  </a:lnTo>
                  <a:close/>
                </a:path>
                <a:path w="201929" h="6350">
                  <a:moveTo>
                    <a:pt x="201917" y="0"/>
                  </a:moveTo>
                  <a:lnTo>
                    <a:pt x="101600" y="0"/>
                  </a:lnTo>
                  <a:lnTo>
                    <a:pt x="101600" y="1270"/>
                  </a:lnTo>
                  <a:lnTo>
                    <a:pt x="97790" y="1270"/>
                  </a:lnTo>
                  <a:lnTo>
                    <a:pt x="97790" y="0"/>
                  </a:lnTo>
                  <a:lnTo>
                    <a:pt x="0" y="0"/>
                  </a:lnTo>
                  <a:lnTo>
                    <a:pt x="0" y="1270"/>
                  </a:lnTo>
                  <a:lnTo>
                    <a:pt x="0" y="3810"/>
                  </a:lnTo>
                  <a:lnTo>
                    <a:pt x="0" y="5080"/>
                  </a:lnTo>
                  <a:lnTo>
                    <a:pt x="200647" y="5080"/>
                  </a:lnTo>
                  <a:lnTo>
                    <a:pt x="200647" y="3810"/>
                  </a:lnTo>
                  <a:lnTo>
                    <a:pt x="201917" y="3810"/>
                  </a:lnTo>
                  <a:lnTo>
                    <a:pt x="201917" y="1270"/>
                  </a:lnTo>
                  <a:lnTo>
                    <a:pt x="201917" y="0"/>
                  </a:lnTo>
                  <a:close/>
                </a:path>
              </a:pathLst>
            </a:custGeom>
            <a:solidFill>
              <a:srgbClr val="484F00"/>
            </a:solidFill>
          </p:spPr>
          <p:txBody>
            <a:bodyPr wrap="square" lIns="0" tIns="0" rIns="0" bIns="0" rtlCol="0"/>
            <a:lstStyle/>
            <a:p/>
          </p:txBody>
        </p:sp>
        <p:sp>
          <p:nvSpPr>
            <p:cNvPr id="2461" name="object 2461"/>
            <p:cNvSpPr/>
            <p:nvPr/>
          </p:nvSpPr>
          <p:spPr>
            <a:xfrm>
              <a:off x="7720330" y="1523999"/>
              <a:ext cx="199390" cy="7620"/>
            </a:xfrm>
            <a:custGeom>
              <a:avLst/>
              <a:gdLst/>
              <a:ahLst/>
              <a:cxnLst/>
              <a:rect l="l" t="t" r="r" b="b"/>
              <a:pathLst>
                <a:path w="199390" h="7619">
                  <a:moveTo>
                    <a:pt x="199390" y="0"/>
                  </a:moveTo>
                  <a:lnTo>
                    <a:pt x="0" y="0"/>
                  </a:lnTo>
                  <a:lnTo>
                    <a:pt x="0" y="3810"/>
                  </a:lnTo>
                  <a:lnTo>
                    <a:pt x="0" y="6350"/>
                  </a:lnTo>
                  <a:lnTo>
                    <a:pt x="1270" y="6350"/>
                  </a:lnTo>
                  <a:lnTo>
                    <a:pt x="1270" y="7620"/>
                  </a:lnTo>
                  <a:lnTo>
                    <a:pt x="198120" y="7620"/>
                  </a:lnTo>
                  <a:lnTo>
                    <a:pt x="198120" y="6350"/>
                  </a:lnTo>
                  <a:lnTo>
                    <a:pt x="198120" y="3810"/>
                  </a:lnTo>
                  <a:lnTo>
                    <a:pt x="199390" y="3810"/>
                  </a:lnTo>
                  <a:lnTo>
                    <a:pt x="199390" y="0"/>
                  </a:lnTo>
                  <a:close/>
                </a:path>
              </a:pathLst>
            </a:custGeom>
            <a:solidFill>
              <a:srgbClr val="494E00"/>
            </a:solidFill>
          </p:spPr>
          <p:txBody>
            <a:bodyPr wrap="square" lIns="0" tIns="0" rIns="0" bIns="0" rtlCol="0"/>
            <a:lstStyle/>
            <a:p/>
          </p:txBody>
        </p:sp>
        <p:sp>
          <p:nvSpPr>
            <p:cNvPr id="2462" name="object 2462"/>
            <p:cNvSpPr/>
            <p:nvPr/>
          </p:nvSpPr>
          <p:spPr>
            <a:xfrm>
              <a:off x="7721600" y="1531619"/>
              <a:ext cx="196850" cy="7620"/>
            </a:xfrm>
            <a:custGeom>
              <a:avLst/>
              <a:gdLst/>
              <a:ahLst/>
              <a:cxnLst/>
              <a:rect l="l" t="t" r="r" b="b"/>
              <a:pathLst>
                <a:path w="196850" h="7619">
                  <a:moveTo>
                    <a:pt x="196850" y="0"/>
                  </a:moveTo>
                  <a:lnTo>
                    <a:pt x="0" y="0"/>
                  </a:lnTo>
                  <a:lnTo>
                    <a:pt x="0" y="3810"/>
                  </a:lnTo>
                  <a:lnTo>
                    <a:pt x="0" y="5080"/>
                  </a:lnTo>
                  <a:lnTo>
                    <a:pt x="1270" y="5080"/>
                  </a:lnTo>
                  <a:lnTo>
                    <a:pt x="1270" y="7620"/>
                  </a:lnTo>
                  <a:lnTo>
                    <a:pt x="195580" y="7620"/>
                  </a:lnTo>
                  <a:lnTo>
                    <a:pt x="195580" y="5080"/>
                  </a:lnTo>
                  <a:lnTo>
                    <a:pt x="195580" y="3810"/>
                  </a:lnTo>
                  <a:lnTo>
                    <a:pt x="196850" y="3810"/>
                  </a:lnTo>
                  <a:lnTo>
                    <a:pt x="196850" y="0"/>
                  </a:lnTo>
                  <a:close/>
                </a:path>
              </a:pathLst>
            </a:custGeom>
            <a:solidFill>
              <a:srgbClr val="4A4D00"/>
            </a:solidFill>
          </p:spPr>
          <p:txBody>
            <a:bodyPr wrap="square" lIns="0" tIns="0" rIns="0" bIns="0" rtlCol="0"/>
            <a:lstStyle/>
            <a:p/>
          </p:txBody>
        </p:sp>
        <p:sp>
          <p:nvSpPr>
            <p:cNvPr id="2463" name="object 2463"/>
            <p:cNvSpPr/>
            <p:nvPr/>
          </p:nvSpPr>
          <p:spPr>
            <a:xfrm>
              <a:off x="7722870" y="1539239"/>
              <a:ext cx="194310" cy="6350"/>
            </a:xfrm>
            <a:custGeom>
              <a:avLst/>
              <a:gdLst/>
              <a:ahLst/>
              <a:cxnLst/>
              <a:rect l="l" t="t" r="r" b="b"/>
              <a:pathLst>
                <a:path w="194309" h="6350">
                  <a:moveTo>
                    <a:pt x="194310" y="0"/>
                  </a:moveTo>
                  <a:lnTo>
                    <a:pt x="0" y="0"/>
                  </a:lnTo>
                  <a:lnTo>
                    <a:pt x="0" y="2540"/>
                  </a:lnTo>
                  <a:lnTo>
                    <a:pt x="0" y="3810"/>
                  </a:lnTo>
                  <a:lnTo>
                    <a:pt x="1270" y="3810"/>
                  </a:lnTo>
                  <a:lnTo>
                    <a:pt x="1270" y="6350"/>
                  </a:lnTo>
                  <a:lnTo>
                    <a:pt x="193040" y="6350"/>
                  </a:lnTo>
                  <a:lnTo>
                    <a:pt x="193040" y="3810"/>
                  </a:lnTo>
                  <a:lnTo>
                    <a:pt x="193040" y="2540"/>
                  </a:lnTo>
                  <a:lnTo>
                    <a:pt x="194310" y="2540"/>
                  </a:lnTo>
                  <a:lnTo>
                    <a:pt x="194310" y="0"/>
                  </a:lnTo>
                  <a:close/>
                </a:path>
              </a:pathLst>
            </a:custGeom>
            <a:solidFill>
              <a:srgbClr val="4B4C00"/>
            </a:solidFill>
          </p:spPr>
          <p:txBody>
            <a:bodyPr wrap="square" lIns="0" tIns="0" rIns="0" bIns="0" rtlCol="0"/>
            <a:lstStyle/>
            <a:p/>
          </p:txBody>
        </p:sp>
        <p:sp>
          <p:nvSpPr>
            <p:cNvPr id="2464" name="object 2464"/>
            <p:cNvSpPr/>
            <p:nvPr/>
          </p:nvSpPr>
          <p:spPr>
            <a:xfrm>
              <a:off x="7724140" y="1545589"/>
              <a:ext cx="191770" cy="7620"/>
            </a:xfrm>
            <a:custGeom>
              <a:avLst/>
              <a:gdLst/>
              <a:ahLst/>
              <a:cxnLst/>
              <a:rect l="l" t="t" r="r" b="b"/>
              <a:pathLst>
                <a:path w="191770" h="7619">
                  <a:moveTo>
                    <a:pt x="191770" y="0"/>
                  </a:moveTo>
                  <a:lnTo>
                    <a:pt x="0" y="0"/>
                  </a:lnTo>
                  <a:lnTo>
                    <a:pt x="0" y="1270"/>
                  </a:lnTo>
                  <a:lnTo>
                    <a:pt x="0" y="3810"/>
                  </a:lnTo>
                  <a:lnTo>
                    <a:pt x="1270" y="3810"/>
                  </a:lnTo>
                  <a:lnTo>
                    <a:pt x="1270" y="6350"/>
                  </a:lnTo>
                  <a:lnTo>
                    <a:pt x="1270" y="7620"/>
                  </a:lnTo>
                  <a:lnTo>
                    <a:pt x="189217" y="7620"/>
                  </a:lnTo>
                  <a:lnTo>
                    <a:pt x="189217" y="6350"/>
                  </a:lnTo>
                  <a:lnTo>
                    <a:pt x="190487" y="6350"/>
                  </a:lnTo>
                  <a:lnTo>
                    <a:pt x="190487" y="3810"/>
                  </a:lnTo>
                  <a:lnTo>
                    <a:pt x="190500" y="1270"/>
                  </a:lnTo>
                  <a:lnTo>
                    <a:pt x="191770" y="1270"/>
                  </a:lnTo>
                  <a:lnTo>
                    <a:pt x="191770" y="0"/>
                  </a:lnTo>
                  <a:close/>
                </a:path>
              </a:pathLst>
            </a:custGeom>
            <a:solidFill>
              <a:srgbClr val="4C4B00"/>
            </a:solidFill>
          </p:spPr>
          <p:txBody>
            <a:bodyPr wrap="square" lIns="0" tIns="0" rIns="0" bIns="0" rtlCol="0"/>
            <a:lstStyle/>
            <a:p/>
          </p:txBody>
        </p:sp>
        <p:sp>
          <p:nvSpPr>
            <p:cNvPr id="2465" name="object 2465"/>
            <p:cNvSpPr/>
            <p:nvPr/>
          </p:nvSpPr>
          <p:spPr>
            <a:xfrm>
              <a:off x="7725410" y="1553209"/>
              <a:ext cx="187960" cy="7620"/>
            </a:xfrm>
            <a:custGeom>
              <a:avLst/>
              <a:gdLst/>
              <a:ahLst/>
              <a:cxnLst/>
              <a:rect l="l" t="t" r="r" b="b"/>
              <a:pathLst>
                <a:path w="187959" h="7619">
                  <a:moveTo>
                    <a:pt x="187947" y="0"/>
                  </a:moveTo>
                  <a:lnTo>
                    <a:pt x="0" y="0"/>
                  </a:lnTo>
                  <a:lnTo>
                    <a:pt x="0" y="2540"/>
                  </a:lnTo>
                  <a:lnTo>
                    <a:pt x="1270" y="2540"/>
                  </a:lnTo>
                  <a:lnTo>
                    <a:pt x="1270" y="7620"/>
                  </a:lnTo>
                  <a:lnTo>
                    <a:pt x="186690" y="7620"/>
                  </a:lnTo>
                  <a:lnTo>
                    <a:pt x="186690" y="2540"/>
                  </a:lnTo>
                  <a:lnTo>
                    <a:pt x="187947" y="2540"/>
                  </a:lnTo>
                  <a:lnTo>
                    <a:pt x="187947" y="0"/>
                  </a:lnTo>
                  <a:close/>
                </a:path>
              </a:pathLst>
            </a:custGeom>
            <a:solidFill>
              <a:srgbClr val="4E4900"/>
            </a:solidFill>
          </p:spPr>
          <p:txBody>
            <a:bodyPr wrap="square" lIns="0" tIns="0" rIns="0" bIns="0" rtlCol="0"/>
            <a:lstStyle/>
            <a:p/>
          </p:txBody>
        </p:sp>
        <p:sp>
          <p:nvSpPr>
            <p:cNvPr id="2466" name="object 2466"/>
            <p:cNvSpPr/>
            <p:nvPr/>
          </p:nvSpPr>
          <p:spPr>
            <a:xfrm>
              <a:off x="7727950" y="1560829"/>
              <a:ext cx="182880" cy="6350"/>
            </a:xfrm>
            <a:custGeom>
              <a:avLst/>
              <a:gdLst/>
              <a:ahLst/>
              <a:cxnLst/>
              <a:rect l="l" t="t" r="r" b="b"/>
              <a:pathLst>
                <a:path w="182879" h="6350">
                  <a:moveTo>
                    <a:pt x="182880" y="0"/>
                  </a:moveTo>
                  <a:lnTo>
                    <a:pt x="0" y="0"/>
                  </a:lnTo>
                  <a:lnTo>
                    <a:pt x="0" y="5080"/>
                  </a:lnTo>
                  <a:lnTo>
                    <a:pt x="0" y="6350"/>
                  </a:lnTo>
                  <a:lnTo>
                    <a:pt x="181610" y="6350"/>
                  </a:lnTo>
                  <a:lnTo>
                    <a:pt x="181610" y="5080"/>
                  </a:lnTo>
                  <a:lnTo>
                    <a:pt x="182880" y="5080"/>
                  </a:lnTo>
                  <a:lnTo>
                    <a:pt x="182880" y="0"/>
                  </a:lnTo>
                  <a:close/>
                </a:path>
              </a:pathLst>
            </a:custGeom>
            <a:solidFill>
              <a:srgbClr val="4F4800"/>
            </a:solidFill>
          </p:spPr>
          <p:txBody>
            <a:bodyPr wrap="square" lIns="0" tIns="0" rIns="0" bIns="0" rtlCol="0"/>
            <a:lstStyle/>
            <a:p/>
          </p:txBody>
        </p:sp>
        <p:sp>
          <p:nvSpPr>
            <p:cNvPr id="2467" name="object 2467"/>
            <p:cNvSpPr/>
            <p:nvPr/>
          </p:nvSpPr>
          <p:spPr>
            <a:xfrm>
              <a:off x="7729220" y="1567179"/>
              <a:ext cx="180340" cy="7620"/>
            </a:xfrm>
            <a:custGeom>
              <a:avLst/>
              <a:gdLst/>
              <a:ahLst/>
              <a:cxnLst/>
              <a:rect l="l" t="t" r="r" b="b"/>
              <a:pathLst>
                <a:path w="180340" h="7619">
                  <a:moveTo>
                    <a:pt x="180340" y="0"/>
                  </a:moveTo>
                  <a:lnTo>
                    <a:pt x="0" y="0"/>
                  </a:lnTo>
                  <a:lnTo>
                    <a:pt x="0" y="3810"/>
                  </a:lnTo>
                  <a:lnTo>
                    <a:pt x="0" y="5080"/>
                  </a:lnTo>
                  <a:lnTo>
                    <a:pt x="1270" y="5080"/>
                  </a:lnTo>
                  <a:lnTo>
                    <a:pt x="1270" y="7620"/>
                  </a:lnTo>
                  <a:lnTo>
                    <a:pt x="179070" y="7620"/>
                  </a:lnTo>
                  <a:lnTo>
                    <a:pt x="179070" y="5080"/>
                  </a:lnTo>
                  <a:lnTo>
                    <a:pt x="179070" y="3810"/>
                  </a:lnTo>
                  <a:lnTo>
                    <a:pt x="180340" y="3810"/>
                  </a:lnTo>
                  <a:lnTo>
                    <a:pt x="180340" y="0"/>
                  </a:lnTo>
                  <a:close/>
                </a:path>
              </a:pathLst>
            </a:custGeom>
            <a:solidFill>
              <a:srgbClr val="504700"/>
            </a:solidFill>
          </p:spPr>
          <p:txBody>
            <a:bodyPr wrap="square" lIns="0" tIns="0" rIns="0" bIns="0" rtlCol="0"/>
            <a:lstStyle/>
            <a:p/>
          </p:txBody>
        </p:sp>
        <p:sp>
          <p:nvSpPr>
            <p:cNvPr id="2468" name="object 2468"/>
            <p:cNvSpPr/>
            <p:nvPr/>
          </p:nvSpPr>
          <p:spPr>
            <a:xfrm>
              <a:off x="7730490" y="1574799"/>
              <a:ext cx="177800" cy="7620"/>
            </a:xfrm>
            <a:custGeom>
              <a:avLst/>
              <a:gdLst/>
              <a:ahLst/>
              <a:cxnLst/>
              <a:rect l="l" t="t" r="r" b="b"/>
              <a:pathLst>
                <a:path w="177800" h="7619">
                  <a:moveTo>
                    <a:pt x="177800" y="0"/>
                  </a:moveTo>
                  <a:lnTo>
                    <a:pt x="0" y="0"/>
                  </a:lnTo>
                  <a:lnTo>
                    <a:pt x="0" y="1270"/>
                  </a:lnTo>
                  <a:lnTo>
                    <a:pt x="0" y="2540"/>
                  </a:lnTo>
                  <a:lnTo>
                    <a:pt x="1270" y="2540"/>
                  </a:lnTo>
                  <a:lnTo>
                    <a:pt x="1270" y="6350"/>
                  </a:lnTo>
                  <a:lnTo>
                    <a:pt x="1270" y="7620"/>
                  </a:lnTo>
                  <a:lnTo>
                    <a:pt x="175260" y="7620"/>
                  </a:lnTo>
                  <a:lnTo>
                    <a:pt x="175260" y="6350"/>
                  </a:lnTo>
                  <a:lnTo>
                    <a:pt x="176517" y="6350"/>
                  </a:lnTo>
                  <a:lnTo>
                    <a:pt x="176517" y="2540"/>
                  </a:lnTo>
                  <a:lnTo>
                    <a:pt x="176530" y="1270"/>
                  </a:lnTo>
                  <a:lnTo>
                    <a:pt x="177800" y="1270"/>
                  </a:lnTo>
                  <a:lnTo>
                    <a:pt x="177800" y="0"/>
                  </a:lnTo>
                  <a:close/>
                </a:path>
              </a:pathLst>
            </a:custGeom>
            <a:solidFill>
              <a:srgbClr val="514600"/>
            </a:solidFill>
          </p:spPr>
          <p:txBody>
            <a:bodyPr wrap="square" lIns="0" tIns="0" rIns="0" bIns="0" rtlCol="0"/>
            <a:lstStyle/>
            <a:p/>
          </p:txBody>
        </p:sp>
        <p:sp>
          <p:nvSpPr>
            <p:cNvPr id="2469" name="object 2469"/>
            <p:cNvSpPr/>
            <p:nvPr/>
          </p:nvSpPr>
          <p:spPr>
            <a:xfrm>
              <a:off x="773176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1270"/>
                  </a:lnTo>
                  <a:lnTo>
                    <a:pt x="1270" y="1270"/>
                  </a:lnTo>
                  <a:lnTo>
                    <a:pt x="1270" y="3810"/>
                  </a:lnTo>
                  <a:lnTo>
                    <a:pt x="173990" y="3810"/>
                  </a:lnTo>
                  <a:lnTo>
                    <a:pt x="173990" y="1270"/>
                  </a:lnTo>
                  <a:lnTo>
                    <a:pt x="173990" y="0"/>
                  </a:lnTo>
                  <a:close/>
                </a:path>
              </a:pathLst>
            </a:custGeom>
            <a:solidFill>
              <a:srgbClr val="524500"/>
            </a:solidFill>
          </p:spPr>
          <p:txBody>
            <a:bodyPr wrap="square" lIns="0" tIns="0" rIns="0" bIns="0" rtlCol="0"/>
            <a:lstStyle/>
            <a:p/>
          </p:txBody>
        </p:sp>
        <p:sp>
          <p:nvSpPr>
            <p:cNvPr id="2470" name="object 2470"/>
            <p:cNvSpPr/>
            <p:nvPr/>
          </p:nvSpPr>
          <p:spPr>
            <a:xfrm>
              <a:off x="7734300" y="1588769"/>
              <a:ext cx="170180" cy="7620"/>
            </a:xfrm>
            <a:custGeom>
              <a:avLst/>
              <a:gdLst/>
              <a:ahLst/>
              <a:cxnLst/>
              <a:rect l="l" t="t" r="r" b="b"/>
              <a:pathLst>
                <a:path w="170179" h="7619">
                  <a:moveTo>
                    <a:pt x="170180" y="0"/>
                  </a:moveTo>
                  <a:lnTo>
                    <a:pt x="0" y="0"/>
                  </a:lnTo>
                  <a:lnTo>
                    <a:pt x="0" y="2540"/>
                  </a:lnTo>
                  <a:lnTo>
                    <a:pt x="0" y="5080"/>
                  </a:lnTo>
                  <a:lnTo>
                    <a:pt x="1270" y="5080"/>
                  </a:lnTo>
                  <a:lnTo>
                    <a:pt x="1270" y="7620"/>
                  </a:lnTo>
                  <a:lnTo>
                    <a:pt x="168910" y="7620"/>
                  </a:lnTo>
                  <a:lnTo>
                    <a:pt x="168910" y="5080"/>
                  </a:lnTo>
                  <a:lnTo>
                    <a:pt x="168910" y="2540"/>
                  </a:lnTo>
                  <a:lnTo>
                    <a:pt x="170180" y="2540"/>
                  </a:lnTo>
                  <a:lnTo>
                    <a:pt x="170180" y="0"/>
                  </a:lnTo>
                  <a:close/>
                </a:path>
              </a:pathLst>
            </a:custGeom>
            <a:solidFill>
              <a:srgbClr val="534400"/>
            </a:solidFill>
          </p:spPr>
          <p:txBody>
            <a:bodyPr wrap="square" lIns="0" tIns="0" rIns="0" bIns="0" rtlCol="0"/>
            <a:lstStyle/>
            <a:p/>
          </p:txBody>
        </p:sp>
        <p:sp>
          <p:nvSpPr>
            <p:cNvPr id="2471" name="object 2471"/>
            <p:cNvSpPr/>
            <p:nvPr/>
          </p:nvSpPr>
          <p:spPr>
            <a:xfrm>
              <a:off x="773557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544300"/>
            </a:solidFill>
          </p:spPr>
          <p:txBody>
            <a:bodyPr wrap="square" lIns="0" tIns="0" rIns="0" bIns="0" rtlCol="0"/>
            <a:lstStyle/>
            <a:p/>
          </p:txBody>
        </p:sp>
        <p:sp>
          <p:nvSpPr>
            <p:cNvPr id="2472" name="object 2472"/>
            <p:cNvSpPr/>
            <p:nvPr/>
          </p:nvSpPr>
          <p:spPr>
            <a:xfrm>
              <a:off x="7738110" y="1604009"/>
              <a:ext cx="162560" cy="6350"/>
            </a:xfrm>
            <a:custGeom>
              <a:avLst/>
              <a:gdLst/>
              <a:ahLst/>
              <a:cxnLst/>
              <a:rect l="l" t="t" r="r" b="b"/>
              <a:pathLst>
                <a:path w="162559" h="6350">
                  <a:moveTo>
                    <a:pt x="162547"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47" y="1270"/>
                  </a:lnTo>
                  <a:lnTo>
                    <a:pt x="162547" y="0"/>
                  </a:lnTo>
                  <a:close/>
                </a:path>
              </a:pathLst>
            </a:custGeom>
            <a:solidFill>
              <a:srgbClr val="564100"/>
            </a:solidFill>
          </p:spPr>
          <p:txBody>
            <a:bodyPr wrap="square" lIns="0" tIns="0" rIns="0" bIns="0" rtlCol="0"/>
            <a:lstStyle/>
            <a:p/>
          </p:txBody>
        </p:sp>
        <p:sp>
          <p:nvSpPr>
            <p:cNvPr id="2473" name="object 2473"/>
            <p:cNvSpPr/>
            <p:nvPr/>
          </p:nvSpPr>
          <p:spPr>
            <a:xfrm>
              <a:off x="7739380" y="1610359"/>
              <a:ext cx="158750" cy="7620"/>
            </a:xfrm>
            <a:custGeom>
              <a:avLst/>
              <a:gdLst/>
              <a:ahLst/>
              <a:cxnLst/>
              <a:rect l="l" t="t" r="r" b="b"/>
              <a:pathLst>
                <a:path w="158750" h="7619">
                  <a:moveTo>
                    <a:pt x="158750" y="0"/>
                  </a:moveTo>
                  <a:lnTo>
                    <a:pt x="0" y="0"/>
                  </a:lnTo>
                  <a:lnTo>
                    <a:pt x="0" y="1270"/>
                  </a:lnTo>
                  <a:lnTo>
                    <a:pt x="1270" y="1270"/>
                  </a:lnTo>
                  <a:lnTo>
                    <a:pt x="1270" y="2540"/>
                  </a:lnTo>
                  <a:lnTo>
                    <a:pt x="1270" y="5080"/>
                  </a:lnTo>
                  <a:lnTo>
                    <a:pt x="2540" y="5080"/>
                  </a:lnTo>
                  <a:lnTo>
                    <a:pt x="2540" y="7620"/>
                  </a:lnTo>
                  <a:lnTo>
                    <a:pt x="157480" y="7620"/>
                  </a:lnTo>
                  <a:lnTo>
                    <a:pt x="157480" y="5080"/>
                  </a:lnTo>
                  <a:lnTo>
                    <a:pt x="157480" y="2540"/>
                  </a:lnTo>
                  <a:lnTo>
                    <a:pt x="158750" y="2540"/>
                  </a:lnTo>
                  <a:lnTo>
                    <a:pt x="158750" y="1270"/>
                  </a:lnTo>
                  <a:lnTo>
                    <a:pt x="158750" y="0"/>
                  </a:lnTo>
                  <a:close/>
                </a:path>
              </a:pathLst>
            </a:custGeom>
            <a:solidFill>
              <a:srgbClr val="574000"/>
            </a:solidFill>
          </p:spPr>
          <p:txBody>
            <a:bodyPr wrap="square" lIns="0" tIns="0" rIns="0" bIns="0" rtlCol="0"/>
            <a:lstStyle/>
            <a:p/>
          </p:txBody>
        </p:sp>
        <p:sp>
          <p:nvSpPr>
            <p:cNvPr id="2474" name="object 2474"/>
            <p:cNvSpPr/>
            <p:nvPr/>
          </p:nvSpPr>
          <p:spPr>
            <a:xfrm>
              <a:off x="7743190" y="1617979"/>
              <a:ext cx="152400" cy="7620"/>
            </a:xfrm>
            <a:custGeom>
              <a:avLst/>
              <a:gdLst/>
              <a:ahLst/>
              <a:cxnLst/>
              <a:rect l="l" t="t" r="r" b="b"/>
              <a:pathLst>
                <a:path w="152400" h="7619">
                  <a:moveTo>
                    <a:pt x="152400" y="0"/>
                  </a:moveTo>
                  <a:lnTo>
                    <a:pt x="0" y="0"/>
                  </a:lnTo>
                  <a:lnTo>
                    <a:pt x="0" y="3810"/>
                  </a:lnTo>
                  <a:lnTo>
                    <a:pt x="1270" y="3810"/>
                  </a:lnTo>
                  <a:lnTo>
                    <a:pt x="1270" y="7620"/>
                  </a:lnTo>
                  <a:lnTo>
                    <a:pt x="151117" y="7620"/>
                  </a:lnTo>
                  <a:lnTo>
                    <a:pt x="151117" y="3810"/>
                  </a:lnTo>
                  <a:lnTo>
                    <a:pt x="152400" y="3810"/>
                  </a:lnTo>
                  <a:lnTo>
                    <a:pt x="152400" y="0"/>
                  </a:lnTo>
                  <a:close/>
                </a:path>
              </a:pathLst>
            </a:custGeom>
            <a:solidFill>
              <a:srgbClr val="583F00"/>
            </a:solidFill>
          </p:spPr>
          <p:txBody>
            <a:bodyPr wrap="square" lIns="0" tIns="0" rIns="0" bIns="0" rtlCol="0"/>
            <a:lstStyle/>
            <a:p/>
          </p:txBody>
        </p:sp>
        <p:sp>
          <p:nvSpPr>
            <p:cNvPr id="2475" name="object 2475"/>
            <p:cNvSpPr/>
            <p:nvPr/>
          </p:nvSpPr>
          <p:spPr>
            <a:xfrm>
              <a:off x="7745730" y="1625599"/>
              <a:ext cx="147320" cy="6350"/>
            </a:xfrm>
            <a:custGeom>
              <a:avLst/>
              <a:gdLst/>
              <a:ahLst/>
              <a:cxnLst/>
              <a:rect l="l" t="t" r="r" b="b"/>
              <a:pathLst>
                <a:path w="147320" h="6350">
                  <a:moveTo>
                    <a:pt x="144780" y="5092"/>
                  </a:moveTo>
                  <a:lnTo>
                    <a:pt x="2540" y="5092"/>
                  </a:lnTo>
                  <a:lnTo>
                    <a:pt x="2540" y="6350"/>
                  </a:lnTo>
                  <a:lnTo>
                    <a:pt x="144780" y="6350"/>
                  </a:lnTo>
                  <a:lnTo>
                    <a:pt x="144780" y="5092"/>
                  </a:lnTo>
                  <a:close/>
                </a:path>
                <a:path w="147320" h="6350">
                  <a:moveTo>
                    <a:pt x="147320" y="0"/>
                  </a:moveTo>
                  <a:lnTo>
                    <a:pt x="0" y="0"/>
                  </a:lnTo>
                  <a:lnTo>
                    <a:pt x="0" y="2540"/>
                  </a:lnTo>
                  <a:lnTo>
                    <a:pt x="1270" y="2540"/>
                  </a:lnTo>
                  <a:lnTo>
                    <a:pt x="1270" y="5080"/>
                  </a:lnTo>
                  <a:lnTo>
                    <a:pt x="146050" y="5080"/>
                  </a:lnTo>
                  <a:lnTo>
                    <a:pt x="146050" y="2540"/>
                  </a:lnTo>
                  <a:lnTo>
                    <a:pt x="147320" y="2540"/>
                  </a:lnTo>
                  <a:lnTo>
                    <a:pt x="147320" y="0"/>
                  </a:lnTo>
                  <a:close/>
                </a:path>
              </a:pathLst>
            </a:custGeom>
            <a:solidFill>
              <a:srgbClr val="593E00"/>
            </a:solidFill>
          </p:spPr>
          <p:txBody>
            <a:bodyPr wrap="square" lIns="0" tIns="0" rIns="0" bIns="0" rtlCol="0"/>
            <a:lstStyle/>
            <a:p/>
          </p:txBody>
        </p:sp>
        <p:sp>
          <p:nvSpPr>
            <p:cNvPr id="2476" name="object 2476"/>
            <p:cNvSpPr/>
            <p:nvPr/>
          </p:nvSpPr>
          <p:spPr>
            <a:xfrm>
              <a:off x="7748270" y="1631949"/>
              <a:ext cx="142240" cy="7620"/>
            </a:xfrm>
            <a:custGeom>
              <a:avLst/>
              <a:gdLst/>
              <a:ahLst/>
              <a:cxnLst/>
              <a:rect l="l" t="t" r="r" b="b"/>
              <a:pathLst>
                <a:path w="142240" h="7619">
                  <a:moveTo>
                    <a:pt x="139687" y="5092"/>
                  </a:moveTo>
                  <a:lnTo>
                    <a:pt x="2540" y="5092"/>
                  </a:lnTo>
                  <a:lnTo>
                    <a:pt x="2540" y="7620"/>
                  </a:lnTo>
                  <a:lnTo>
                    <a:pt x="139687" y="7620"/>
                  </a:lnTo>
                  <a:lnTo>
                    <a:pt x="139687" y="5092"/>
                  </a:lnTo>
                  <a:close/>
                </a:path>
                <a:path w="142240" h="7619">
                  <a:moveTo>
                    <a:pt x="142240" y="0"/>
                  </a:moveTo>
                  <a:lnTo>
                    <a:pt x="0" y="0"/>
                  </a:lnTo>
                  <a:lnTo>
                    <a:pt x="0" y="1270"/>
                  </a:lnTo>
                  <a:lnTo>
                    <a:pt x="1270" y="1270"/>
                  </a:lnTo>
                  <a:lnTo>
                    <a:pt x="1270" y="3810"/>
                  </a:lnTo>
                  <a:lnTo>
                    <a:pt x="1270" y="5080"/>
                  </a:lnTo>
                  <a:lnTo>
                    <a:pt x="139700" y="5080"/>
                  </a:lnTo>
                  <a:lnTo>
                    <a:pt x="139700" y="3810"/>
                  </a:lnTo>
                  <a:lnTo>
                    <a:pt x="140970" y="3810"/>
                  </a:lnTo>
                  <a:lnTo>
                    <a:pt x="140970" y="1270"/>
                  </a:lnTo>
                  <a:lnTo>
                    <a:pt x="142240" y="1270"/>
                  </a:lnTo>
                  <a:lnTo>
                    <a:pt x="142240" y="0"/>
                  </a:lnTo>
                  <a:close/>
                </a:path>
              </a:pathLst>
            </a:custGeom>
            <a:solidFill>
              <a:srgbClr val="5A3D00"/>
            </a:solidFill>
          </p:spPr>
          <p:txBody>
            <a:bodyPr wrap="square" lIns="0" tIns="0" rIns="0" bIns="0" rtlCol="0"/>
            <a:lstStyle/>
            <a:p/>
          </p:txBody>
        </p:sp>
        <p:sp>
          <p:nvSpPr>
            <p:cNvPr id="2477" name="object 2477"/>
            <p:cNvSpPr/>
            <p:nvPr/>
          </p:nvSpPr>
          <p:spPr>
            <a:xfrm>
              <a:off x="7752080" y="1639569"/>
              <a:ext cx="134620" cy="7620"/>
            </a:xfrm>
            <a:custGeom>
              <a:avLst/>
              <a:gdLst/>
              <a:ahLst/>
              <a:cxnLst/>
              <a:rect l="l" t="t" r="r" b="b"/>
              <a:pathLst>
                <a:path w="134620" h="7619">
                  <a:moveTo>
                    <a:pt x="134620" y="0"/>
                  </a:moveTo>
                  <a:lnTo>
                    <a:pt x="0" y="0"/>
                  </a:lnTo>
                  <a:lnTo>
                    <a:pt x="0" y="2540"/>
                  </a:lnTo>
                  <a:lnTo>
                    <a:pt x="1270" y="2540"/>
                  </a:lnTo>
                  <a:lnTo>
                    <a:pt x="1270" y="5080"/>
                  </a:lnTo>
                  <a:lnTo>
                    <a:pt x="2540" y="5080"/>
                  </a:lnTo>
                  <a:lnTo>
                    <a:pt x="2540" y="7620"/>
                  </a:lnTo>
                  <a:lnTo>
                    <a:pt x="132080" y="7620"/>
                  </a:lnTo>
                  <a:lnTo>
                    <a:pt x="132080" y="5080"/>
                  </a:lnTo>
                  <a:lnTo>
                    <a:pt x="133350" y="5080"/>
                  </a:lnTo>
                  <a:lnTo>
                    <a:pt x="133350" y="2540"/>
                  </a:lnTo>
                  <a:lnTo>
                    <a:pt x="134620" y="2540"/>
                  </a:lnTo>
                  <a:lnTo>
                    <a:pt x="134620" y="0"/>
                  </a:lnTo>
                  <a:close/>
                </a:path>
              </a:pathLst>
            </a:custGeom>
            <a:solidFill>
              <a:srgbClr val="5B3C00"/>
            </a:solidFill>
          </p:spPr>
          <p:txBody>
            <a:bodyPr wrap="square" lIns="0" tIns="0" rIns="0" bIns="0" rtlCol="0"/>
            <a:lstStyle/>
            <a:p/>
          </p:txBody>
        </p:sp>
        <p:sp>
          <p:nvSpPr>
            <p:cNvPr id="2478" name="object 2478"/>
            <p:cNvSpPr/>
            <p:nvPr/>
          </p:nvSpPr>
          <p:spPr>
            <a:xfrm>
              <a:off x="7755890" y="1647189"/>
              <a:ext cx="127000" cy="6350"/>
            </a:xfrm>
            <a:custGeom>
              <a:avLst/>
              <a:gdLst/>
              <a:ahLst/>
              <a:cxnLst/>
              <a:rect l="l" t="t" r="r" b="b"/>
              <a:pathLst>
                <a:path w="127000" h="6350">
                  <a:moveTo>
                    <a:pt x="125717" y="2552"/>
                  </a:moveTo>
                  <a:lnTo>
                    <a:pt x="1270" y="2552"/>
                  </a:lnTo>
                  <a:lnTo>
                    <a:pt x="1270" y="5080"/>
                  </a:lnTo>
                  <a:lnTo>
                    <a:pt x="2540" y="5080"/>
                  </a:lnTo>
                  <a:lnTo>
                    <a:pt x="2540" y="6350"/>
                  </a:lnTo>
                  <a:lnTo>
                    <a:pt x="124460" y="6350"/>
                  </a:lnTo>
                  <a:lnTo>
                    <a:pt x="124460" y="5080"/>
                  </a:lnTo>
                  <a:lnTo>
                    <a:pt x="125717" y="5080"/>
                  </a:lnTo>
                  <a:lnTo>
                    <a:pt x="125717" y="2552"/>
                  </a:lnTo>
                  <a:close/>
                </a:path>
                <a:path w="127000" h="6350">
                  <a:moveTo>
                    <a:pt x="127000" y="0"/>
                  </a:moveTo>
                  <a:lnTo>
                    <a:pt x="0" y="0"/>
                  </a:lnTo>
                  <a:lnTo>
                    <a:pt x="0" y="2540"/>
                  </a:lnTo>
                  <a:lnTo>
                    <a:pt x="127000" y="2540"/>
                  </a:lnTo>
                  <a:lnTo>
                    <a:pt x="127000" y="0"/>
                  </a:lnTo>
                  <a:close/>
                </a:path>
              </a:pathLst>
            </a:custGeom>
            <a:solidFill>
              <a:srgbClr val="5C3B00"/>
            </a:solidFill>
          </p:spPr>
          <p:txBody>
            <a:bodyPr wrap="square" lIns="0" tIns="0" rIns="0" bIns="0" rtlCol="0"/>
            <a:lstStyle/>
            <a:p/>
          </p:txBody>
        </p:sp>
        <p:sp>
          <p:nvSpPr>
            <p:cNvPr id="2479" name="object 2479"/>
            <p:cNvSpPr/>
            <p:nvPr/>
          </p:nvSpPr>
          <p:spPr>
            <a:xfrm>
              <a:off x="7758430" y="1653539"/>
              <a:ext cx="120650" cy="7620"/>
            </a:xfrm>
            <a:custGeom>
              <a:avLst/>
              <a:gdLst/>
              <a:ahLst/>
              <a:cxnLst/>
              <a:rect l="l" t="t" r="r" b="b"/>
              <a:pathLst>
                <a:path w="120650" h="7619">
                  <a:moveTo>
                    <a:pt x="119380" y="2552"/>
                  </a:moveTo>
                  <a:lnTo>
                    <a:pt x="2540" y="2552"/>
                  </a:lnTo>
                  <a:lnTo>
                    <a:pt x="2540" y="5080"/>
                  </a:lnTo>
                  <a:lnTo>
                    <a:pt x="3810" y="5080"/>
                  </a:lnTo>
                  <a:lnTo>
                    <a:pt x="3810" y="6350"/>
                  </a:lnTo>
                  <a:lnTo>
                    <a:pt x="5080" y="6350"/>
                  </a:lnTo>
                  <a:lnTo>
                    <a:pt x="5080" y="7620"/>
                  </a:lnTo>
                  <a:lnTo>
                    <a:pt x="116827" y="7620"/>
                  </a:lnTo>
                  <a:lnTo>
                    <a:pt x="116827" y="6350"/>
                  </a:lnTo>
                  <a:lnTo>
                    <a:pt x="118110" y="6350"/>
                  </a:lnTo>
                  <a:lnTo>
                    <a:pt x="118110" y="5080"/>
                  </a:lnTo>
                  <a:lnTo>
                    <a:pt x="119380" y="5080"/>
                  </a:lnTo>
                  <a:lnTo>
                    <a:pt x="119380" y="2552"/>
                  </a:lnTo>
                  <a:close/>
                </a:path>
                <a:path w="120650" h="7619">
                  <a:moveTo>
                    <a:pt x="120650" y="0"/>
                  </a:moveTo>
                  <a:lnTo>
                    <a:pt x="0" y="0"/>
                  </a:lnTo>
                  <a:lnTo>
                    <a:pt x="0" y="1270"/>
                  </a:lnTo>
                  <a:lnTo>
                    <a:pt x="1270" y="1270"/>
                  </a:lnTo>
                  <a:lnTo>
                    <a:pt x="1270" y="2540"/>
                  </a:lnTo>
                  <a:lnTo>
                    <a:pt x="120650" y="2540"/>
                  </a:lnTo>
                  <a:lnTo>
                    <a:pt x="120650" y="1270"/>
                  </a:lnTo>
                  <a:lnTo>
                    <a:pt x="120650" y="0"/>
                  </a:lnTo>
                  <a:close/>
                </a:path>
              </a:pathLst>
            </a:custGeom>
            <a:solidFill>
              <a:srgbClr val="5E3900"/>
            </a:solidFill>
          </p:spPr>
          <p:txBody>
            <a:bodyPr wrap="square" lIns="0" tIns="0" rIns="0" bIns="0" rtlCol="0"/>
            <a:lstStyle/>
            <a:p/>
          </p:txBody>
        </p:sp>
        <p:sp>
          <p:nvSpPr>
            <p:cNvPr id="2480" name="object 2480"/>
            <p:cNvSpPr/>
            <p:nvPr/>
          </p:nvSpPr>
          <p:spPr>
            <a:xfrm>
              <a:off x="7763510" y="1661159"/>
              <a:ext cx="110489" cy="7620"/>
            </a:xfrm>
            <a:custGeom>
              <a:avLst/>
              <a:gdLst/>
              <a:ahLst/>
              <a:cxnLst/>
              <a:rect l="l" t="t" r="r" b="b"/>
              <a:pathLst>
                <a:path w="110490"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5410" y="7620"/>
                  </a:lnTo>
                  <a:lnTo>
                    <a:pt x="105410" y="6350"/>
                  </a:lnTo>
                  <a:lnTo>
                    <a:pt x="106680" y="6350"/>
                  </a:lnTo>
                  <a:lnTo>
                    <a:pt x="106680" y="5080"/>
                  </a:lnTo>
                  <a:lnTo>
                    <a:pt x="107950" y="5080"/>
                  </a:lnTo>
                  <a:lnTo>
                    <a:pt x="107950" y="3810"/>
                  </a:lnTo>
                  <a:lnTo>
                    <a:pt x="109220" y="3810"/>
                  </a:lnTo>
                  <a:lnTo>
                    <a:pt x="109220" y="2540"/>
                  </a:lnTo>
                  <a:lnTo>
                    <a:pt x="109220" y="1270"/>
                  </a:lnTo>
                  <a:lnTo>
                    <a:pt x="110490" y="1270"/>
                  </a:lnTo>
                  <a:lnTo>
                    <a:pt x="110490" y="0"/>
                  </a:lnTo>
                  <a:close/>
                </a:path>
              </a:pathLst>
            </a:custGeom>
            <a:solidFill>
              <a:srgbClr val="5F3800"/>
            </a:solidFill>
          </p:spPr>
          <p:txBody>
            <a:bodyPr wrap="square" lIns="0" tIns="0" rIns="0" bIns="0" rtlCol="0"/>
            <a:lstStyle/>
            <a:p/>
          </p:txBody>
        </p:sp>
        <p:sp>
          <p:nvSpPr>
            <p:cNvPr id="2481" name="object 2481"/>
            <p:cNvSpPr/>
            <p:nvPr/>
          </p:nvSpPr>
          <p:spPr>
            <a:xfrm>
              <a:off x="776986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91440" y="6350"/>
                  </a:lnTo>
                  <a:lnTo>
                    <a:pt x="91440" y="5080"/>
                  </a:lnTo>
                  <a:lnTo>
                    <a:pt x="92710" y="5080"/>
                  </a:lnTo>
                  <a:lnTo>
                    <a:pt x="92710" y="3810"/>
                  </a:lnTo>
                  <a:lnTo>
                    <a:pt x="93980" y="3810"/>
                  </a:lnTo>
                  <a:lnTo>
                    <a:pt x="93980" y="2540"/>
                  </a:lnTo>
                  <a:lnTo>
                    <a:pt x="96520" y="2540"/>
                  </a:lnTo>
                  <a:lnTo>
                    <a:pt x="96520" y="1270"/>
                  </a:lnTo>
                  <a:lnTo>
                    <a:pt x="97790" y="1270"/>
                  </a:lnTo>
                  <a:lnTo>
                    <a:pt x="97790" y="0"/>
                  </a:lnTo>
                  <a:close/>
                </a:path>
              </a:pathLst>
            </a:custGeom>
            <a:solidFill>
              <a:srgbClr val="603700"/>
            </a:solidFill>
          </p:spPr>
          <p:txBody>
            <a:bodyPr wrap="square" lIns="0" tIns="0" rIns="0" bIns="0" rtlCol="0"/>
            <a:lstStyle/>
            <a:p/>
          </p:txBody>
        </p:sp>
        <p:sp>
          <p:nvSpPr>
            <p:cNvPr id="2482" name="object 2482"/>
            <p:cNvSpPr/>
            <p:nvPr/>
          </p:nvSpPr>
          <p:spPr>
            <a:xfrm>
              <a:off x="7776209" y="1675129"/>
              <a:ext cx="83820" cy="7620"/>
            </a:xfrm>
            <a:custGeom>
              <a:avLst/>
              <a:gdLst/>
              <a:ahLst/>
              <a:cxnLst/>
              <a:rect l="l" t="t" r="r" b="b"/>
              <a:pathLst>
                <a:path w="83820" h="7619">
                  <a:moveTo>
                    <a:pt x="74930" y="6350"/>
                  </a:moveTo>
                  <a:lnTo>
                    <a:pt x="11430" y="6350"/>
                  </a:lnTo>
                  <a:lnTo>
                    <a:pt x="11430" y="7620"/>
                  </a:lnTo>
                  <a:lnTo>
                    <a:pt x="74930" y="7620"/>
                  </a:lnTo>
                  <a:lnTo>
                    <a:pt x="74930" y="6350"/>
                  </a:lnTo>
                  <a:close/>
                </a:path>
                <a:path w="83820" h="7619">
                  <a:moveTo>
                    <a:pt x="77470" y="5080"/>
                  </a:moveTo>
                  <a:lnTo>
                    <a:pt x="8890" y="5080"/>
                  </a:lnTo>
                  <a:lnTo>
                    <a:pt x="8890" y="6350"/>
                  </a:lnTo>
                  <a:lnTo>
                    <a:pt x="77470" y="6350"/>
                  </a:lnTo>
                  <a:lnTo>
                    <a:pt x="77470" y="5080"/>
                  </a:lnTo>
                  <a:close/>
                </a:path>
                <a:path w="83820" h="7619">
                  <a:moveTo>
                    <a:pt x="78740" y="3810"/>
                  </a:moveTo>
                  <a:lnTo>
                    <a:pt x="7620" y="3810"/>
                  </a:lnTo>
                  <a:lnTo>
                    <a:pt x="7620" y="5080"/>
                  </a:lnTo>
                  <a:lnTo>
                    <a:pt x="78740" y="5080"/>
                  </a:lnTo>
                  <a:lnTo>
                    <a:pt x="78740" y="3810"/>
                  </a:lnTo>
                  <a:close/>
                </a:path>
                <a:path w="83820" h="7619">
                  <a:moveTo>
                    <a:pt x="80010" y="2540"/>
                  </a:moveTo>
                  <a:lnTo>
                    <a:pt x="5080" y="2540"/>
                  </a:lnTo>
                  <a:lnTo>
                    <a:pt x="5080" y="3810"/>
                  </a:lnTo>
                  <a:lnTo>
                    <a:pt x="80010" y="3810"/>
                  </a:lnTo>
                  <a:lnTo>
                    <a:pt x="80010"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613600"/>
            </a:solidFill>
          </p:spPr>
          <p:txBody>
            <a:bodyPr wrap="square" lIns="0" tIns="0" rIns="0" bIns="0" rtlCol="0"/>
            <a:lstStyle/>
            <a:p/>
          </p:txBody>
        </p:sp>
        <p:sp>
          <p:nvSpPr>
            <p:cNvPr id="2483" name="object 2483"/>
            <p:cNvSpPr/>
            <p:nvPr/>
          </p:nvSpPr>
          <p:spPr>
            <a:xfrm>
              <a:off x="7790179" y="1682749"/>
              <a:ext cx="57150" cy="7620"/>
            </a:xfrm>
            <a:custGeom>
              <a:avLst/>
              <a:gdLst/>
              <a:ahLst/>
              <a:cxnLst/>
              <a:rect l="l" t="t" r="r" b="b"/>
              <a:pathLst>
                <a:path w="57150" h="7619">
                  <a:moveTo>
                    <a:pt x="27940" y="6350"/>
                  </a:moveTo>
                  <a:lnTo>
                    <a:pt x="26670" y="6350"/>
                  </a:lnTo>
                  <a:lnTo>
                    <a:pt x="26670" y="7620"/>
                  </a:lnTo>
                  <a:lnTo>
                    <a:pt x="27940" y="7620"/>
                  </a:lnTo>
                  <a:lnTo>
                    <a:pt x="27940" y="6350"/>
                  </a:lnTo>
                  <a:close/>
                </a:path>
                <a:path w="57150" h="7619">
                  <a:moveTo>
                    <a:pt x="38100" y="5079"/>
                  </a:moveTo>
                  <a:lnTo>
                    <a:pt x="10160" y="5079"/>
                  </a:lnTo>
                  <a:lnTo>
                    <a:pt x="10160" y="6350"/>
                  </a:lnTo>
                  <a:lnTo>
                    <a:pt x="38100" y="6350"/>
                  </a:lnTo>
                  <a:lnTo>
                    <a:pt x="38100" y="5079"/>
                  </a:lnTo>
                  <a:close/>
                </a:path>
                <a:path w="57150" h="7619">
                  <a:moveTo>
                    <a:pt x="46990" y="3810"/>
                  </a:moveTo>
                  <a:lnTo>
                    <a:pt x="7620" y="3810"/>
                  </a:lnTo>
                  <a:lnTo>
                    <a:pt x="7620" y="5079"/>
                  </a:lnTo>
                  <a:lnTo>
                    <a:pt x="46990" y="5079"/>
                  </a:lnTo>
                  <a:lnTo>
                    <a:pt x="46990" y="3810"/>
                  </a:lnTo>
                  <a:close/>
                </a:path>
                <a:path w="57150" h="7619">
                  <a:moveTo>
                    <a:pt x="52070" y="2539"/>
                  </a:moveTo>
                  <a:lnTo>
                    <a:pt x="5079" y="2539"/>
                  </a:lnTo>
                  <a:lnTo>
                    <a:pt x="5079" y="3810"/>
                  </a:lnTo>
                  <a:lnTo>
                    <a:pt x="52070" y="3810"/>
                  </a:lnTo>
                  <a:lnTo>
                    <a:pt x="52070" y="2539"/>
                  </a:lnTo>
                  <a:close/>
                </a:path>
                <a:path w="57150" h="7619">
                  <a:moveTo>
                    <a:pt x="54610" y="1270"/>
                  </a:moveTo>
                  <a:lnTo>
                    <a:pt x="1270" y="1270"/>
                  </a:lnTo>
                  <a:lnTo>
                    <a:pt x="1270" y="2539"/>
                  </a:lnTo>
                  <a:lnTo>
                    <a:pt x="54610" y="2539"/>
                  </a:lnTo>
                  <a:lnTo>
                    <a:pt x="54610" y="1270"/>
                  </a:lnTo>
                  <a:close/>
                </a:path>
                <a:path w="57150" h="7619">
                  <a:moveTo>
                    <a:pt x="57150" y="0"/>
                  </a:moveTo>
                  <a:lnTo>
                    <a:pt x="0" y="0"/>
                  </a:lnTo>
                  <a:lnTo>
                    <a:pt x="0" y="1270"/>
                  </a:lnTo>
                  <a:lnTo>
                    <a:pt x="57150" y="1270"/>
                  </a:lnTo>
                  <a:lnTo>
                    <a:pt x="57150" y="0"/>
                  </a:lnTo>
                  <a:close/>
                </a:path>
              </a:pathLst>
            </a:custGeom>
            <a:solidFill>
              <a:srgbClr val="623500"/>
            </a:solidFill>
          </p:spPr>
          <p:txBody>
            <a:bodyPr wrap="square" lIns="0" tIns="0" rIns="0" bIns="0" rtlCol="0"/>
            <a:lstStyle/>
            <a:p/>
          </p:txBody>
        </p:sp>
      </p:grpSp>
      <p:grpSp>
        <p:nvGrpSpPr>
          <p:cNvPr id="2484" name="object 2484"/>
          <p:cNvGrpSpPr/>
          <p:nvPr/>
        </p:nvGrpSpPr>
        <p:grpSpPr>
          <a:xfrm>
            <a:off x="8012430" y="1056639"/>
            <a:ext cx="196850" cy="621030"/>
            <a:chOff x="8012430" y="1056639"/>
            <a:chExt cx="196850" cy="621030"/>
          </a:xfrm>
        </p:grpSpPr>
        <p:sp>
          <p:nvSpPr>
            <p:cNvPr id="2485" name="object 2485"/>
            <p:cNvSpPr/>
            <p:nvPr/>
          </p:nvSpPr>
          <p:spPr>
            <a:xfrm>
              <a:off x="8124190" y="1056639"/>
              <a:ext cx="36830" cy="6350"/>
            </a:xfrm>
            <a:custGeom>
              <a:avLst/>
              <a:gdLst/>
              <a:ahLst/>
              <a:cxnLst/>
              <a:rect l="l" t="t" r="r" b="b"/>
              <a:pathLst>
                <a:path w="36829" h="6350">
                  <a:moveTo>
                    <a:pt x="36829" y="5080"/>
                  </a:moveTo>
                  <a:lnTo>
                    <a:pt x="0" y="5080"/>
                  </a:lnTo>
                  <a:lnTo>
                    <a:pt x="0" y="6350"/>
                  </a:lnTo>
                  <a:lnTo>
                    <a:pt x="36829" y="6350"/>
                  </a:lnTo>
                  <a:lnTo>
                    <a:pt x="36829" y="5080"/>
                  </a:lnTo>
                  <a:close/>
                </a:path>
                <a:path w="36829" h="6350">
                  <a:moveTo>
                    <a:pt x="35559" y="3810"/>
                  </a:moveTo>
                  <a:lnTo>
                    <a:pt x="2539" y="3810"/>
                  </a:lnTo>
                  <a:lnTo>
                    <a:pt x="2539" y="5080"/>
                  </a:lnTo>
                  <a:lnTo>
                    <a:pt x="35559" y="5080"/>
                  </a:lnTo>
                  <a:lnTo>
                    <a:pt x="35559" y="3810"/>
                  </a:lnTo>
                  <a:close/>
                </a:path>
                <a:path w="36829" h="6350">
                  <a:moveTo>
                    <a:pt x="33019" y="2539"/>
                  </a:moveTo>
                  <a:lnTo>
                    <a:pt x="3809" y="2539"/>
                  </a:lnTo>
                  <a:lnTo>
                    <a:pt x="3809" y="3810"/>
                  </a:lnTo>
                  <a:lnTo>
                    <a:pt x="33019" y="3810"/>
                  </a:lnTo>
                  <a:lnTo>
                    <a:pt x="33019" y="2539"/>
                  </a:lnTo>
                  <a:close/>
                </a:path>
                <a:path w="36829" h="6350">
                  <a:moveTo>
                    <a:pt x="27939" y="1270"/>
                  </a:moveTo>
                  <a:lnTo>
                    <a:pt x="7619" y="1270"/>
                  </a:lnTo>
                  <a:lnTo>
                    <a:pt x="7619" y="2539"/>
                  </a:lnTo>
                  <a:lnTo>
                    <a:pt x="27939" y="2539"/>
                  </a:lnTo>
                  <a:lnTo>
                    <a:pt x="27939" y="1270"/>
                  </a:lnTo>
                  <a:close/>
                </a:path>
                <a:path w="36829" h="6350">
                  <a:moveTo>
                    <a:pt x="20320" y="0"/>
                  </a:moveTo>
                  <a:lnTo>
                    <a:pt x="12700" y="0"/>
                  </a:lnTo>
                  <a:lnTo>
                    <a:pt x="12700" y="1270"/>
                  </a:lnTo>
                  <a:lnTo>
                    <a:pt x="20320" y="1270"/>
                  </a:lnTo>
                  <a:lnTo>
                    <a:pt x="20320" y="0"/>
                  </a:lnTo>
                  <a:close/>
                </a:path>
              </a:pathLst>
            </a:custGeom>
            <a:solidFill>
              <a:srgbClr val="009800"/>
            </a:solidFill>
          </p:spPr>
          <p:txBody>
            <a:bodyPr wrap="square" lIns="0" tIns="0" rIns="0" bIns="0" rtlCol="0"/>
            <a:lstStyle/>
            <a:p/>
          </p:txBody>
        </p:sp>
        <p:sp>
          <p:nvSpPr>
            <p:cNvPr id="2486" name="object 2486"/>
            <p:cNvSpPr/>
            <p:nvPr/>
          </p:nvSpPr>
          <p:spPr>
            <a:xfrm>
              <a:off x="8012430" y="1062989"/>
              <a:ext cx="157480" cy="7620"/>
            </a:xfrm>
            <a:custGeom>
              <a:avLst/>
              <a:gdLst/>
              <a:ahLst/>
              <a:cxnLst/>
              <a:rect l="l" t="t" r="r" b="b"/>
              <a:pathLst>
                <a:path w="157479" h="7619">
                  <a:moveTo>
                    <a:pt x="78740" y="6350"/>
                  </a:moveTo>
                  <a:lnTo>
                    <a:pt x="0" y="6350"/>
                  </a:lnTo>
                  <a:lnTo>
                    <a:pt x="0" y="7620"/>
                  </a:lnTo>
                  <a:lnTo>
                    <a:pt x="78740" y="7620"/>
                  </a:lnTo>
                  <a:lnTo>
                    <a:pt x="78740" y="6350"/>
                  </a:lnTo>
                  <a:close/>
                </a:path>
                <a:path w="157479" h="7619">
                  <a:moveTo>
                    <a:pt x="157480" y="6350"/>
                  </a:moveTo>
                  <a:lnTo>
                    <a:pt x="156210" y="6350"/>
                  </a:lnTo>
                  <a:lnTo>
                    <a:pt x="156210" y="5080"/>
                  </a:lnTo>
                  <a:lnTo>
                    <a:pt x="154940" y="5080"/>
                  </a:lnTo>
                  <a:lnTo>
                    <a:pt x="154940" y="3810"/>
                  </a:lnTo>
                  <a:lnTo>
                    <a:pt x="153670" y="3810"/>
                  </a:lnTo>
                  <a:lnTo>
                    <a:pt x="153670" y="2540"/>
                  </a:lnTo>
                  <a:lnTo>
                    <a:pt x="151130" y="2540"/>
                  </a:lnTo>
                  <a:lnTo>
                    <a:pt x="151130" y="1270"/>
                  </a:lnTo>
                  <a:lnTo>
                    <a:pt x="149860" y="1270"/>
                  </a:lnTo>
                  <a:lnTo>
                    <a:pt x="149860" y="0"/>
                  </a:lnTo>
                  <a:lnTo>
                    <a:pt x="110490" y="0"/>
                  </a:lnTo>
                  <a:lnTo>
                    <a:pt x="110490" y="1270"/>
                  </a:lnTo>
                  <a:lnTo>
                    <a:pt x="107950" y="1270"/>
                  </a:lnTo>
                  <a:lnTo>
                    <a:pt x="107950" y="2540"/>
                  </a:lnTo>
                  <a:lnTo>
                    <a:pt x="106680" y="2540"/>
                  </a:lnTo>
                  <a:lnTo>
                    <a:pt x="106680" y="3810"/>
                  </a:lnTo>
                  <a:lnTo>
                    <a:pt x="105410" y="3810"/>
                  </a:lnTo>
                  <a:lnTo>
                    <a:pt x="105410" y="5080"/>
                  </a:lnTo>
                  <a:lnTo>
                    <a:pt x="104140" y="5080"/>
                  </a:lnTo>
                  <a:lnTo>
                    <a:pt x="104140" y="6350"/>
                  </a:lnTo>
                  <a:lnTo>
                    <a:pt x="102870" y="6350"/>
                  </a:lnTo>
                  <a:lnTo>
                    <a:pt x="102870" y="7620"/>
                  </a:lnTo>
                  <a:lnTo>
                    <a:pt x="157480" y="7620"/>
                  </a:lnTo>
                  <a:lnTo>
                    <a:pt x="157480" y="6350"/>
                  </a:lnTo>
                  <a:close/>
                </a:path>
              </a:pathLst>
            </a:custGeom>
            <a:solidFill>
              <a:srgbClr val="009700"/>
            </a:solidFill>
          </p:spPr>
          <p:txBody>
            <a:bodyPr wrap="square" lIns="0" tIns="0" rIns="0" bIns="0" rtlCol="0"/>
            <a:lstStyle/>
            <a:p/>
          </p:txBody>
        </p:sp>
        <p:sp>
          <p:nvSpPr>
            <p:cNvPr id="2487" name="object 2487"/>
            <p:cNvSpPr/>
            <p:nvPr/>
          </p:nvSpPr>
          <p:spPr>
            <a:xfrm>
              <a:off x="8012430" y="1070609"/>
              <a:ext cx="162560" cy="6350"/>
            </a:xfrm>
            <a:custGeom>
              <a:avLst/>
              <a:gdLst/>
              <a:ahLst/>
              <a:cxnLst/>
              <a:rect l="l" t="t" r="r" b="b"/>
              <a:pathLst>
                <a:path w="162559" h="6350">
                  <a:moveTo>
                    <a:pt x="78740" y="0"/>
                  </a:moveTo>
                  <a:lnTo>
                    <a:pt x="0" y="0"/>
                  </a:lnTo>
                  <a:lnTo>
                    <a:pt x="0" y="6350"/>
                  </a:lnTo>
                  <a:lnTo>
                    <a:pt x="78740" y="6350"/>
                  </a:lnTo>
                  <a:lnTo>
                    <a:pt x="78740" y="0"/>
                  </a:lnTo>
                  <a:close/>
                </a:path>
                <a:path w="162559" h="6350">
                  <a:moveTo>
                    <a:pt x="162560" y="5080"/>
                  </a:moveTo>
                  <a:lnTo>
                    <a:pt x="161290" y="5080"/>
                  </a:lnTo>
                  <a:lnTo>
                    <a:pt x="161290" y="2540"/>
                  </a:lnTo>
                  <a:lnTo>
                    <a:pt x="160020" y="2540"/>
                  </a:lnTo>
                  <a:lnTo>
                    <a:pt x="160020" y="1270"/>
                  </a:lnTo>
                  <a:lnTo>
                    <a:pt x="158750" y="1270"/>
                  </a:lnTo>
                  <a:lnTo>
                    <a:pt x="158750" y="0"/>
                  </a:lnTo>
                  <a:lnTo>
                    <a:pt x="101600" y="0"/>
                  </a:lnTo>
                  <a:lnTo>
                    <a:pt x="101600" y="1270"/>
                  </a:lnTo>
                  <a:lnTo>
                    <a:pt x="100330" y="1270"/>
                  </a:lnTo>
                  <a:lnTo>
                    <a:pt x="100330" y="2540"/>
                  </a:lnTo>
                  <a:lnTo>
                    <a:pt x="99060" y="2540"/>
                  </a:lnTo>
                  <a:lnTo>
                    <a:pt x="99060" y="5080"/>
                  </a:lnTo>
                  <a:lnTo>
                    <a:pt x="97790" y="5080"/>
                  </a:lnTo>
                  <a:lnTo>
                    <a:pt x="97790" y="6350"/>
                  </a:lnTo>
                  <a:lnTo>
                    <a:pt x="162560" y="6350"/>
                  </a:lnTo>
                  <a:lnTo>
                    <a:pt x="162560" y="5080"/>
                  </a:lnTo>
                  <a:close/>
                </a:path>
              </a:pathLst>
            </a:custGeom>
            <a:solidFill>
              <a:srgbClr val="019600"/>
            </a:solidFill>
          </p:spPr>
          <p:txBody>
            <a:bodyPr wrap="square" lIns="0" tIns="0" rIns="0" bIns="0" rtlCol="0"/>
            <a:lstStyle/>
            <a:p/>
          </p:txBody>
        </p:sp>
        <p:sp>
          <p:nvSpPr>
            <p:cNvPr id="2488" name="object 2488"/>
            <p:cNvSpPr/>
            <p:nvPr/>
          </p:nvSpPr>
          <p:spPr>
            <a:xfrm>
              <a:off x="8012430" y="1076959"/>
              <a:ext cx="167640" cy="7620"/>
            </a:xfrm>
            <a:custGeom>
              <a:avLst/>
              <a:gdLst/>
              <a:ahLst/>
              <a:cxnLst/>
              <a:rect l="l" t="t" r="r" b="b"/>
              <a:pathLst>
                <a:path w="167640" h="7619">
                  <a:moveTo>
                    <a:pt x="166370" y="3810"/>
                  </a:moveTo>
                  <a:lnTo>
                    <a:pt x="93979" y="3810"/>
                  </a:lnTo>
                  <a:lnTo>
                    <a:pt x="93979" y="6350"/>
                  </a:lnTo>
                  <a:lnTo>
                    <a:pt x="92710" y="6350"/>
                  </a:lnTo>
                  <a:lnTo>
                    <a:pt x="92710" y="7619"/>
                  </a:lnTo>
                  <a:lnTo>
                    <a:pt x="167640" y="7619"/>
                  </a:lnTo>
                  <a:lnTo>
                    <a:pt x="167639" y="5079"/>
                  </a:lnTo>
                  <a:lnTo>
                    <a:pt x="166370" y="5079"/>
                  </a:lnTo>
                  <a:lnTo>
                    <a:pt x="166370" y="3810"/>
                  </a:lnTo>
                  <a:close/>
                </a:path>
                <a:path w="167640" h="7619">
                  <a:moveTo>
                    <a:pt x="163829" y="0"/>
                  </a:moveTo>
                  <a:lnTo>
                    <a:pt x="96520" y="0"/>
                  </a:lnTo>
                  <a:lnTo>
                    <a:pt x="96520" y="1269"/>
                  </a:lnTo>
                  <a:lnTo>
                    <a:pt x="95250" y="1269"/>
                  </a:lnTo>
                  <a:lnTo>
                    <a:pt x="95250" y="3810"/>
                  </a:lnTo>
                  <a:lnTo>
                    <a:pt x="165100" y="3810"/>
                  </a:lnTo>
                  <a:lnTo>
                    <a:pt x="165100" y="2539"/>
                  </a:lnTo>
                  <a:lnTo>
                    <a:pt x="163829" y="2539"/>
                  </a:lnTo>
                  <a:lnTo>
                    <a:pt x="163829" y="0"/>
                  </a:lnTo>
                  <a:close/>
                </a:path>
                <a:path w="167640" h="7619">
                  <a:moveTo>
                    <a:pt x="78740" y="0"/>
                  </a:moveTo>
                  <a:lnTo>
                    <a:pt x="0" y="0"/>
                  </a:lnTo>
                  <a:lnTo>
                    <a:pt x="0" y="7619"/>
                  </a:lnTo>
                  <a:lnTo>
                    <a:pt x="78740" y="7619"/>
                  </a:lnTo>
                  <a:lnTo>
                    <a:pt x="78740" y="0"/>
                  </a:lnTo>
                  <a:close/>
                </a:path>
              </a:pathLst>
            </a:custGeom>
            <a:solidFill>
              <a:srgbClr val="029500"/>
            </a:solidFill>
          </p:spPr>
          <p:txBody>
            <a:bodyPr wrap="square" lIns="0" tIns="0" rIns="0" bIns="0" rtlCol="0"/>
            <a:lstStyle/>
            <a:p/>
          </p:txBody>
        </p:sp>
        <p:sp>
          <p:nvSpPr>
            <p:cNvPr id="2489" name="object 2489"/>
            <p:cNvSpPr/>
            <p:nvPr/>
          </p:nvSpPr>
          <p:spPr>
            <a:xfrm>
              <a:off x="8012430" y="1084579"/>
              <a:ext cx="171450" cy="7620"/>
            </a:xfrm>
            <a:custGeom>
              <a:avLst/>
              <a:gdLst/>
              <a:ahLst/>
              <a:cxnLst/>
              <a:rect l="l" t="t" r="r" b="b"/>
              <a:pathLst>
                <a:path w="171450" h="7619">
                  <a:moveTo>
                    <a:pt x="78740" y="0"/>
                  </a:moveTo>
                  <a:lnTo>
                    <a:pt x="0" y="0"/>
                  </a:lnTo>
                  <a:lnTo>
                    <a:pt x="0" y="7620"/>
                  </a:lnTo>
                  <a:lnTo>
                    <a:pt x="78740" y="7620"/>
                  </a:lnTo>
                  <a:lnTo>
                    <a:pt x="78740" y="0"/>
                  </a:lnTo>
                  <a:close/>
                </a:path>
                <a:path w="171450" h="7619">
                  <a:moveTo>
                    <a:pt x="171450" y="5080"/>
                  </a:moveTo>
                  <a:lnTo>
                    <a:pt x="170180" y="5080"/>
                  </a:lnTo>
                  <a:lnTo>
                    <a:pt x="170180" y="2540"/>
                  </a:lnTo>
                  <a:lnTo>
                    <a:pt x="168910" y="2540"/>
                  </a:lnTo>
                  <a:lnTo>
                    <a:pt x="168910" y="12"/>
                  </a:lnTo>
                  <a:lnTo>
                    <a:pt x="91440" y="12"/>
                  </a:lnTo>
                  <a:lnTo>
                    <a:pt x="91440" y="2540"/>
                  </a:lnTo>
                  <a:lnTo>
                    <a:pt x="90170" y="2540"/>
                  </a:lnTo>
                  <a:lnTo>
                    <a:pt x="90170" y="5080"/>
                  </a:lnTo>
                  <a:lnTo>
                    <a:pt x="88900" y="5080"/>
                  </a:lnTo>
                  <a:lnTo>
                    <a:pt x="88900" y="7620"/>
                  </a:lnTo>
                  <a:lnTo>
                    <a:pt x="171450" y="7620"/>
                  </a:lnTo>
                  <a:lnTo>
                    <a:pt x="171450" y="5080"/>
                  </a:lnTo>
                  <a:close/>
                </a:path>
              </a:pathLst>
            </a:custGeom>
            <a:solidFill>
              <a:srgbClr val="039400"/>
            </a:solidFill>
          </p:spPr>
          <p:txBody>
            <a:bodyPr wrap="square" lIns="0" tIns="0" rIns="0" bIns="0" rtlCol="0"/>
            <a:lstStyle/>
            <a:p/>
          </p:txBody>
        </p:sp>
        <p:sp>
          <p:nvSpPr>
            <p:cNvPr id="2490" name="object 2490"/>
            <p:cNvSpPr/>
            <p:nvPr/>
          </p:nvSpPr>
          <p:spPr>
            <a:xfrm>
              <a:off x="8012430" y="1092199"/>
              <a:ext cx="173990" cy="6350"/>
            </a:xfrm>
            <a:custGeom>
              <a:avLst/>
              <a:gdLst/>
              <a:ahLst/>
              <a:cxnLst/>
              <a:rect l="l" t="t" r="r" b="b"/>
              <a:pathLst>
                <a:path w="173990" h="6350">
                  <a:moveTo>
                    <a:pt x="78740" y="0"/>
                  </a:moveTo>
                  <a:lnTo>
                    <a:pt x="0" y="0"/>
                  </a:lnTo>
                  <a:lnTo>
                    <a:pt x="0" y="6350"/>
                  </a:lnTo>
                  <a:lnTo>
                    <a:pt x="78740" y="6350"/>
                  </a:lnTo>
                  <a:lnTo>
                    <a:pt x="78740" y="0"/>
                  </a:lnTo>
                  <a:close/>
                </a:path>
                <a:path w="173990" h="6350">
                  <a:moveTo>
                    <a:pt x="173990" y="2540"/>
                  </a:moveTo>
                  <a:lnTo>
                    <a:pt x="172720" y="2540"/>
                  </a:lnTo>
                  <a:lnTo>
                    <a:pt x="172720" y="0"/>
                  </a:lnTo>
                  <a:lnTo>
                    <a:pt x="87630" y="0"/>
                  </a:lnTo>
                  <a:lnTo>
                    <a:pt x="87630" y="2540"/>
                  </a:lnTo>
                  <a:lnTo>
                    <a:pt x="86360" y="2540"/>
                  </a:lnTo>
                  <a:lnTo>
                    <a:pt x="86360" y="3810"/>
                  </a:lnTo>
                  <a:lnTo>
                    <a:pt x="85090" y="3810"/>
                  </a:lnTo>
                  <a:lnTo>
                    <a:pt x="85090" y="6350"/>
                  </a:lnTo>
                  <a:lnTo>
                    <a:pt x="173990" y="6350"/>
                  </a:lnTo>
                  <a:lnTo>
                    <a:pt x="173990" y="3810"/>
                  </a:lnTo>
                  <a:lnTo>
                    <a:pt x="173990" y="2540"/>
                  </a:lnTo>
                  <a:close/>
                </a:path>
              </a:pathLst>
            </a:custGeom>
            <a:solidFill>
              <a:srgbClr val="049300"/>
            </a:solidFill>
          </p:spPr>
          <p:txBody>
            <a:bodyPr wrap="square" lIns="0" tIns="0" rIns="0" bIns="0" rtlCol="0"/>
            <a:lstStyle/>
            <a:p/>
          </p:txBody>
        </p:sp>
        <p:sp>
          <p:nvSpPr>
            <p:cNvPr id="2491" name="object 2491"/>
            <p:cNvSpPr/>
            <p:nvPr/>
          </p:nvSpPr>
          <p:spPr>
            <a:xfrm>
              <a:off x="8012430" y="1098549"/>
              <a:ext cx="177800" cy="7620"/>
            </a:xfrm>
            <a:custGeom>
              <a:avLst/>
              <a:gdLst/>
              <a:ahLst/>
              <a:cxnLst/>
              <a:rect l="l" t="t" r="r" b="b"/>
              <a:pathLst>
                <a:path w="177800" h="7619">
                  <a:moveTo>
                    <a:pt x="78740" y="0"/>
                  </a:moveTo>
                  <a:lnTo>
                    <a:pt x="0" y="0"/>
                  </a:lnTo>
                  <a:lnTo>
                    <a:pt x="0" y="7620"/>
                  </a:lnTo>
                  <a:lnTo>
                    <a:pt x="78740" y="7620"/>
                  </a:lnTo>
                  <a:lnTo>
                    <a:pt x="78740" y="0"/>
                  </a:lnTo>
                  <a:close/>
                </a:path>
                <a:path w="177800" h="7619">
                  <a:moveTo>
                    <a:pt x="177800" y="6350"/>
                  </a:moveTo>
                  <a:lnTo>
                    <a:pt x="176530" y="6350"/>
                  </a:lnTo>
                  <a:lnTo>
                    <a:pt x="176530" y="5080"/>
                  </a:lnTo>
                  <a:lnTo>
                    <a:pt x="176530" y="2540"/>
                  </a:lnTo>
                  <a:lnTo>
                    <a:pt x="175260" y="2540"/>
                  </a:lnTo>
                  <a:lnTo>
                    <a:pt x="175260" y="0"/>
                  </a:lnTo>
                  <a:lnTo>
                    <a:pt x="83820" y="0"/>
                  </a:lnTo>
                  <a:lnTo>
                    <a:pt x="83820" y="2540"/>
                  </a:lnTo>
                  <a:lnTo>
                    <a:pt x="82550" y="2540"/>
                  </a:lnTo>
                  <a:lnTo>
                    <a:pt x="82550" y="5080"/>
                  </a:lnTo>
                  <a:lnTo>
                    <a:pt x="81280" y="5080"/>
                  </a:lnTo>
                  <a:lnTo>
                    <a:pt x="81280" y="6350"/>
                  </a:lnTo>
                  <a:lnTo>
                    <a:pt x="80010" y="6350"/>
                  </a:lnTo>
                  <a:lnTo>
                    <a:pt x="80010" y="7620"/>
                  </a:lnTo>
                  <a:lnTo>
                    <a:pt x="177800" y="7620"/>
                  </a:lnTo>
                  <a:lnTo>
                    <a:pt x="177800" y="6350"/>
                  </a:lnTo>
                  <a:close/>
                </a:path>
              </a:pathLst>
            </a:custGeom>
            <a:solidFill>
              <a:srgbClr val="069100"/>
            </a:solidFill>
          </p:spPr>
          <p:txBody>
            <a:bodyPr wrap="square" lIns="0" tIns="0" rIns="0" bIns="0" rtlCol="0"/>
            <a:lstStyle/>
            <a:p/>
          </p:txBody>
        </p:sp>
        <p:sp>
          <p:nvSpPr>
            <p:cNvPr id="2492" name="object 2492"/>
            <p:cNvSpPr/>
            <p:nvPr/>
          </p:nvSpPr>
          <p:spPr>
            <a:xfrm>
              <a:off x="8012430" y="1106169"/>
              <a:ext cx="179070" cy="7620"/>
            </a:xfrm>
            <a:custGeom>
              <a:avLst/>
              <a:gdLst/>
              <a:ahLst/>
              <a:cxnLst/>
              <a:rect l="l" t="t" r="r" b="b"/>
              <a:pathLst>
                <a:path w="179070" h="7619">
                  <a:moveTo>
                    <a:pt x="179070" y="1270"/>
                  </a:moveTo>
                  <a:lnTo>
                    <a:pt x="177800" y="1270"/>
                  </a:lnTo>
                  <a:lnTo>
                    <a:pt x="177800" y="0"/>
                  </a:lnTo>
                  <a:lnTo>
                    <a:pt x="0" y="0"/>
                  </a:lnTo>
                  <a:lnTo>
                    <a:pt x="0" y="1270"/>
                  </a:lnTo>
                  <a:lnTo>
                    <a:pt x="0" y="7620"/>
                  </a:lnTo>
                  <a:lnTo>
                    <a:pt x="179070" y="7620"/>
                  </a:lnTo>
                  <a:lnTo>
                    <a:pt x="179070" y="1270"/>
                  </a:lnTo>
                  <a:close/>
                </a:path>
              </a:pathLst>
            </a:custGeom>
            <a:solidFill>
              <a:srgbClr val="079000"/>
            </a:solidFill>
          </p:spPr>
          <p:txBody>
            <a:bodyPr wrap="square" lIns="0" tIns="0" rIns="0" bIns="0" rtlCol="0"/>
            <a:lstStyle/>
            <a:p/>
          </p:txBody>
        </p:sp>
        <p:sp>
          <p:nvSpPr>
            <p:cNvPr id="2493" name="object 2493"/>
            <p:cNvSpPr/>
            <p:nvPr/>
          </p:nvSpPr>
          <p:spPr>
            <a:xfrm>
              <a:off x="8012430" y="1113789"/>
              <a:ext cx="180340" cy="6350"/>
            </a:xfrm>
            <a:custGeom>
              <a:avLst/>
              <a:gdLst/>
              <a:ahLst/>
              <a:cxnLst/>
              <a:rect l="l" t="t" r="r" b="b"/>
              <a:pathLst>
                <a:path w="180340" h="6350">
                  <a:moveTo>
                    <a:pt x="180340" y="0"/>
                  </a:moveTo>
                  <a:lnTo>
                    <a:pt x="0" y="0"/>
                  </a:lnTo>
                  <a:lnTo>
                    <a:pt x="0" y="6350"/>
                  </a:lnTo>
                  <a:lnTo>
                    <a:pt x="180340" y="6350"/>
                  </a:lnTo>
                  <a:lnTo>
                    <a:pt x="180340" y="0"/>
                  </a:lnTo>
                  <a:close/>
                </a:path>
              </a:pathLst>
            </a:custGeom>
            <a:solidFill>
              <a:srgbClr val="088F00"/>
            </a:solidFill>
          </p:spPr>
          <p:txBody>
            <a:bodyPr wrap="square" lIns="0" tIns="0" rIns="0" bIns="0" rtlCol="0"/>
            <a:lstStyle/>
            <a:p/>
          </p:txBody>
        </p:sp>
        <p:sp>
          <p:nvSpPr>
            <p:cNvPr id="2494" name="object 2494"/>
            <p:cNvSpPr/>
            <p:nvPr/>
          </p:nvSpPr>
          <p:spPr>
            <a:xfrm>
              <a:off x="8012430" y="1120139"/>
              <a:ext cx="182880" cy="7620"/>
            </a:xfrm>
            <a:custGeom>
              <a:avLst/>
              <a:gdLst/>
              <a:ahLst/>
              <a:cxnLst/>
              <a:rect l="l" t="t" r="r" b="b"/>
              <a:pathLst>
                <a:path w="182879" h="7619">
                  <a:moveTo>
                    <a:pt x="182880" y="3810"/>
                  </a:moveTo>
                  <a:lnTo>
                    <a:pt x="181597" y="3810"/>
                  </a:lnTo>
                  <a:lnTo>
                    <a:pt x="181597" y="0"/>
                  </a:lnTo>
                  <a:lnTo>
                    <a:pt x="0" y="0"/>
                  </a:lnTo>
                  <a:lnTo>
                    <a:pt x="0" y="3810"/>
                  </a:lnTo>
                  <a:lnTo>
                    <a:pt x="0" y="7620"/>
                  </a:lnTo>
                  <a:lnTo>
                    <a:pt x="182880" y="7620"/>
                  </a:lnTo>
                  <a:lnTo>
                    <a:pt x="182880" y="3810"/>
                  </a:lnTo>
                  <a:close/>
                </a:path>
              </a:pathLst>
            </a:custGeom>
            <a:solidFill>
              <a:srgbClr val="098E00"/>
            </a:solidFill>
          </p:spPr>
          <p:txBody>
            <a:bodyPr wrap="square" lIns="0" tIns="0" rIns="0" bIns="0" rtlCol="0"/>
            <a:lstStyle/>
            <a:p/>
          </p:txBody>
        </p:sp>
        <p:sp>
          <p:nvSpPr>
            <p:cNvPr id="2495" name="object 2495"/>
            <p:cNvSpPr/>
            <p:nvPr/>
          </p:nvSpPr>
          <p:spPr>
            <a:xfrm>
              <a:off x="801243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A8D00"/>
            </a:solidFill>
          </p:spPr>
          <p:txBody>
            <a:bodyPr wrap="square" lIns="0" tIns="0" rIns="0" bIns="0" rtlCol="0"/>
            <a:lstStyle/>
            <a:p/>
          </p:txBody>
        </p:sp>
        <p:sp>
          <p:nvSpPr>
            <p:cNvPr id="2496" name="object 2496"/>
            <p:cNvSpPr/>
            <p:nvPr/>
          </p:nvSpPr>
          <p:spPr>
            <a:xfrm>
              <a:off x="8012430" y="1135379"/>
              <a:ext cx="186690" cy="6350"/>
            </a:xfrm>
            <a:custGeom>
              <a:avLst/>
              <a:gdLst/>
              <a:ahLst/>
              <a:cxnLst/>
              <a:rect l="l" t="t" r="r" b="b"/>
              <a:pathLst>
                <a:path w="186690" h="6350">
                  <a:moveTo>
                    <a:pt x="186690" y="5080"/>
                  </a:moveTo>
                  <a:lnTo>
                    <a:pt x="185420" y="5080"/>
                  </a:lnTo>
                  <a:lnTo>
                    <a:pt x="185420" y="1270"/>
                  </a:lnTo>
                  <a:lnTo>
                    <a:pt x="184150" y="1270"/>
                  </a:lnTo>
                  <a:lnTo>
                    <a:pt x="184150" y="0"/>
                  </a:lnTo>
                  <a:lnTo>
                    <a:pt x="0" y="0"/>
                  </a:lnTo>
                  <a:lnTo>
                    <a:pt x="0" y="1270"/>
                  </a:lnTo>
                  <a:lnTo>
                    <a:pt x="0" y="5080"/>
                  </a:lnTo>
                  <a:lnTo>
                    <a:pt x="0" y="6350"/>
                  </a:lnTo>
                  <a:lnTo>
                    <a:pt x="186690" y="6350"/>
                  </a:lnTo>
                  <a:lnTo>
                    <a:pt x="186690" y="5080"/>
                  </a:lnTo>
                  <a:close/>
                </a:path>
              </a:pathLst>
            </a:custGeom>
            <a:solidFill>
              <a:srgbClr val="0B8C00"/>
            </a:solidFill>
          </p:spPr>
          <p:txBody>
            <a:bodyPr wrap="square" lIns="0" tIns="0" rIns="0" bIns="0" rtlCol="0"/>
            <a:lstStyle/>
            <a:p/>
          </p:txBody>
        </p:sp>
        <p:sp>
          <p:nvSpPr>
            <p:cNvPr id="2497" name="object 2497"/>
            <p:cNvSpPr/>
            <p:nvPr/>
          </p:nvSpPr>
          <p:spPr>
            <a:xfrm>
              <a:off x="8012430" y="1141729"/>
              <a:ext cx="187960" cy="7620"/>
            </a:xfrm>
            <a:custGeom>
              <a:avLst/>
              <a:gdLst/>
              <a:ahLst/>
              <a:cxnLst/>
              <a:rect l="l" t="t" r="r" b="b"/>
              <a:pathLst>
                <a:path w="187959" h="7619">
                  <a:moveTo>
                    <a:pt x="187947" y="5080"/>
                  </a:moveTo>
                  <a:lnTo>
                    <a:pt x="186690" y="5080"/>
                  </a:lnTo>
                  <a:lnTo>
                    <a:pt x="186690" y="0"/>
                  </a:lnTo>
                  <a:lnTo>
                    <a:pt x="0" y="0"/>
                  </a:lnTo>
                  <a:lnTo>
                    <a:pt x="0" y="5080"/>
                  </a:lnTo>
                  <a:lnTo>
                    <a:pt x="0" y="7620"/>
                  </a:lnTo>
                  <a:lnTo>
                    <a:pt x="187947" y="7620"/>
                  </a:lnTo>
                  <a:lnTo>
                    <a:pt x="187947" y="5080"/>
                  </a:lnTo>
                  <a:close/>
                </a:path>
              </a:pathLst>
            </a:custGeom>
            <a:solidFill>
              <a:srgbClr val="0D8A00"/>
            </a:solidFill>
          </p:spPr>
          <p:txBody>
            <a:bodyPr wrap="square" lIns="0" tIns="0" rIns="0" bIns="0" rtlCol="0"/>
            <a:lstStyle/>
            <a:p/>
          </p:txBody>
        </p:sp>
        <p:sp>
          <p:nvSpPr>
            <p:cNvPr id="2498" name="object 2498"/>
            <p:cNvSpPr/>
            <p:nvPr/>
          </p:nvSpPr>
          <p:spPr>
            <a:xfrm>
              <a:off x="8012430" y="1149349"/>
              <a:ext cx="189230" cy="7620"/>
            </a:xfrm>
            <a:custGeom>
              <a:avLst/>
              <a:gdLst/>
              <a:ahLst/>
              <a:cxnLst/>
              <a:rect l="l" t="t" r="r" b="b"/>
              <a:pathLst>
                <a:path w="189229" h="7619">
                  <a:moveTo>
                    <a:pt x="189230" y="6350"/>
                  </a:moveTo>
                  <a:lnTo>
                    <a:pt x="187947" y="6350"/>
                  </a:lnTo>
                  <a:lnTo>
                    <a:pt x="187947" y="0"/>
                  </a:lnTo>
                  <a:lnTo>
                    <a:pt x="0" y="0"/>
                  </a:lnTo>
                  <a:lnTo>
                    <a:pt x="0" y="6350"/>
                  </a:lnTo>
                  <a:lnTo>
                    <a:pt x="0" y="7620"/>
                  </a:lnTo>
                  <a:lnTo>
                    <a:pt x="189230" y="7620"/>
                  </a:lnTo>
                  <a:lnTo>
                    <a:pt x="189230" y="6350"/>
                  </a:lnTo>
                  <a:close/>
                </a:path>
              </a:pathLst>
            </a:custGeom>
            <a:solidFill>
              <a:srgbClr val="0E8900"/>
            </a:solidFill>
          </p:spPr>
          <p:txBody>
            <a:bodyPr wrap="square" lIns="0" tIns="0" rIns="0" bIns="0" rtlCol="0"/>
            <a:lstStyle/>
            <a:p/>
          </p:txBody>
        </p:sp>
        <p:sp>
          <p:nvSpPr>
            <p:cNvPr id="2499" name="object 2499"/>
            <p:cNvSpPr/>
            <p:nvPr/>
          </p:nvSpPr>
          <p:spPr>
            <a:xfrm>
              <a:off x="8012430"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0F8800"/>
            </a:solidFill>
          </p:spPr>
          <p:txBody>
            <a:bodyPr wrap="square" lIns="0" tIns="0" rIns="0" bIns="0" rtlCol="0"/>
            <a:lstStyle/>
            <a:p/>
          </p:txBody>
        </p:sp>
        <p:sp>
          <p:nvSpPr>
            <p:cNvPr id="2500" name="object 2500"/>
            <p:cNvSpPr/>
            <p:nvPr/>
          </p:nvSpPr>
          <p:spPr>
            <a:xfrm>
              <a:off x="801243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108700"/>
            </a:solidFill>
          </p:spPr>
          <p:txBody>
            <a:bodyPr wrap="square" lIns="0" tIns="0" rIns="0" bIns="0" rtlCol="0"/>
            <a:lstStyle/>
            <a:p/>
          </p:txBody>
        </p:sp>
        <p:sp>
          <p:nvSpPr>
            <p:cNvPr id="2501" name="object 2501"/>
            <p:cNvSpPr/>
            <p:nvPr/>
          </p:nvSpPr>
          <p:spPr>
            <a:xfrm>
              <a:off x="801243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118600"/>
            </a:solidFill>
          </p:spPr>
          <p:txBody>
            <a:bodyPr wrap="square" lIns="0" tIns="0" rIns="0" bIns="0" rtlCol="0"/>
            <a:lstStyle/>
            <a:p/>
          </p:txBody>
        </p:sp>
        <p:sp>
          <p:nvSpPr>
            <p:cNvPr id="2502" name="object 2502"/>
            <p:cNvSpPr/>
            <p:nvPr/>
          </p:nvSpPr>
          <p:spPr>
            <a:xfrm>
              <a:off x="8012430"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128500"/>
            </a:solidFill>
          </p:spPr>
          <p:txBody>
            <a:bodyPr wrap="square" lIns="0" tIns="0" rIns="0" bIns="0" rtlCol="0"/>
            <a:lstStyle/>
            <a:p/>
          </p:txBody>
        </p:sp>
        <p:sp>
          <p:nvSpPr>
            <p:cNvPr id="2503" name="object 2503"/>
            <p:cNvSpPr/>
            <p:nvPr/>
          </p:nvSpPr>
          <p:spPr>
            <a:xfrm>
              <a:off x="8012430" y="1186179"/>
              <a:ext cx="193040" cy="6350"/>
            </a:xfrm>
            <a:custGeom>
              <a:avLst/>
              <a:gdLst/>
              <a:ahLst/>
              <a:cxnLst/>
              <a:rect l="l" t="t" r="r" b="b"/>
              <a:pathLst>
                <a:path w="193040"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148300"/>
            </a:solidFill>
          </p:spPr>
          <p:txBody>
            <a:bodyPr wrap="square" lIns="0" tIns="0" rIns="0" bIns="0" rtlCol="0"/>
            <a:lstStyle/>
            <a:p/>
          </p:txBody>
        </p:sp>
        <p:sp>
          <p:nvSpPr>
            <p:cNvPr id="2504" name="object 2504"/>
            <p:cNvSpPr/>
            <p:nvPr/>
          </p:nvSpPr>
          <p:spPr>
            <a:xfrm>
              <a:off x="8012430" y="1192529"/>
              <a:ext cx="194310" cy="7620"/>
            </a:xfrm>
            <a:custGeom>
              <a:avLst/>
              <a:gdLst/>
              <a:ahLst/>
              <a:cxnLst/>
              <a:rect l="l" t="t" r="r" b="b"/>
              <a:pathLst>
                <a:path w="194309" h="7619">
                  <a:moveTo>
                    <a:pt x="193040" y="0"/>
                  </a:moveTo>
                  <a:lnTo>
                    <a:pt x="0" y="0"/>
                  </a:lnTo>
                  <a:lnTo>
                    <a:pt x="0" y="6350"/>
                  </a:lnTo>
                  <a:lnTo>
                    <a:pt x="193040" y="6350"/>
                  </a:lnTo>
                  <a:lnTo>
                    <a:pt x="193040" y="0"/>
                  </a:lnTo>
                  <a:close/>
                </a:path>
                <a:path w="194309" h="7619">
                  <a:moveTo>
                    <a:pt x="194297" y="6362"/>
                  </a:moveTo>
                  <a:lnTo>
                    <a:pt x="0" y="6362"/>
                  </a:lnTo>
                  <a:lnTo>
                    <a:pt x="0" y="7620"/>
                  </a:lnTo>
                  <a:lnTo>
                    <a:pt x="194297" y="7620"/>
                  </a:lnTo>
                  <a:lnTo>
                    <a:pt x="194297" y="6362"/>
                  </a:lnTo>
                  <a:close/>
                </a:path>
              </a:pathLst>
            </a:custGeom>
            <a:solidFill>
              <a:srgbClr val="158200"/>
            </a:solidFill>
          </p:spPr>
          <p:txBody>
            <a:bodyPr wrap="square" lIns="0" tIns="0" rIns="0" bIns="0" rtlCol="0"/>
            <a:lstStyle/>
            <a:p/>
          </p:txBody>
        </p:sp>
        <p:sp>
          <p:nvSpPr>
            <p:cNvPr id="2505" name="object 2505"/>
            <p:cNvSpPr/>
            <p:nvPr/>
          </p:nvSpPr>
          <p:spPr>
            <a:xfrm>
              <a:off x="8012430" y="1200149"/>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168100"/>
            </a:solidFill>
          </p:spPr>
          <p:txBody>
            <a:bodyPr wrap="square" lIns="0" tIns="0" rIns="0" bIns="0" rtlCol="0"/>
            <a:lstStyle/>
            <a:p/>
          </p:txBody>
        </p:sp>
        <p:sp>
          <p:nvSpPr>
            <p:cNvPr id="2506" name="object 2506"/>
            <p:cNvSpPr/>
            <p:nvPr/>
          </p:nvSpPr>
          <p:spPr>
            <a:xfrm>
              <a:off x="8012430" y="1207769"/>
              <a:ext cx="195580" cy="6350"/>
            </a:xfrm>
            <a:custGeom>
              <a:avLst/>
              <a:gdLst/>
              <a:ahLst/>
              <a:cxnLst/>
              <a:rect l="l" t="t" r="r" b="b"/>
              <a:pathLst>
                <a:path w="195579" h="6350">
                  <a:moveTo>
                    <a:pt x="195580" y="2540"/>
                  </a:moveTo>
                  <a:lnTo>
                    <a:pt x="194297" y="2540"/>
                  </a:lnTo>
                  <a:lnTo>
                    <a:pt x="194297" y="0"/>
                  </a:lnTo>
                  <a:lnTo>
                    <a:pt x="0" y="0"/>
                  </a:lnTo>
                  <a:lnTo>
                    <a:pt x="0" y="2540"/>
                  </a:lnTo>
                  <a:lnTo>
                    <a:pt x="0" y="6350"/>
                  </a:lnTo>
                  <a:lnTo>
                    <a:pt x="195580" y="6350"/>
                  </a:lnTo>
                  <a:lnTo>
                    <a:pt x="195580" y="2540"/>
                  </a:lnTo>
                  <a:close/>
                </a:path>
              </a:pathLst>
            </a:custGeom>
            <a:solidFill>
              <a:srgbClr val="178000"/>
            </a:solidFill>
          </p:spPr>
          <p:txBody>
            <a:bodyPr wrap="square" lIns="0" tIns="0" rIns="0" bIns="0" rtlCol="0"/>
            <a:lstStyle/>
            <a:p/>
          </p:txBody>
        </p:sp>
        <p:sp>
          <p:nvSpPr>
            <p:cNvPr id="2507" name="object 2507"/>
            <p:cNvSpPr/>
            <p:nvPr/>
          </p:nvSpPr>
          <p:spPr>
            <a:xfrm>
              <a:off x="8012430"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187F00"/>
            </a:solidFill>
          </p:spPr>
          <p:txBody>
            <a:bodyPr wrap="square" lIns="0" tIns="0" rIns="0" bIns="0" rtlCol="0"/>
            <a:lstStyle/>
            <a:p/>
          </p:txBody>
        </p:sp>
        <p:sp>
          <p:nvSpPr>
            <p:cNvPr id="2508" name="object 2508"/>
            <p:cNvSpPr/>
            <p:nvPr/>
          </p:nvSpPr>
          <p:spPr>
            <a:xfrm>
              <a:off x="801243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197E00"/>
            </a:solidFill>
          </p:spPr>
          <p:txBody>
            <a:bodyPr wrap="square" lIns="0" tIns="0" rIns="0" bIns="0" rtlCol="0"/>
            <a:lstStyle/>
            <a:p/>
          </p:txBody>
        </p:sp>
        <p:sp>
          <p:nvSpPr>
            <p:cNvPr id="2509" name="object 2509"/>
            <p:cNvSpPr/>
            <p:nvPr/>
          </p:nvSpPr>
          <p:spPr>
            <a:xfrm>
              <a:off x="8012430"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B7C00"/>
            </a:solidFill>
          </p:spPr>
          <p:txBody>
            <a:bodyPr wrap="square" lIns="0" tIns="0" rIns="0" bIns="0" rtlCol="0"/>
            <a:lstStyle/>
            <a:p/>
          </p:txBody>
        </p:sp>
        <p:sp>
          <p:nvSpPr>
            <p:cNvPr id="2510" name="object 2510"/>
            <p:cNvSpPr/>
            <p:nvPr/>
          </p:nvSpPr>
          <p:spPr>
            <a:xfrm>
              <a:off x="8012430"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1C7B00"/>
            </a:solidFill>
          </p:spPr>
          <p:txBody>
            <a:bodyPr wrap="square" lIns="0" tIns="0" rIns="0" bIns="0" rtlCol="0"/>
            <a:lstStyle/>
            <a:p/>
          </p:txBody>
        </p:sp>
        <p:sp>
          <p:nvSpPr>
            <p:cNvPr id="2511" name="object 2511"/>
            <p:cNvSpPr/>
            <p:nvPr/>
          </p:nvSpPr>
          <p:spPr>
            <a:xfrm>
              <a:off x="8012430"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1D7A00"/>
            </a:solidFill>
          </p:spPr>
          <p:txBody>
            <a:bodyPr wrap="square" lIns="0" tIns="0" rIns="0" bIns="0" rtlCol="0"/>
            <a:lstStyle/>
            <a:p/>
          </p:txBody>
        </p:sp>
        <p:sp>
          <p:nvSpPr>
            <p:cNvPr id="2512" name="object 2512"/>
            <p:cNvSpPr/>
            <p:nvPr/>
          </p:nvSpPr>
          <p:spPr>
            <a:xfrm>
              <a:off x="8012430"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E7900"/>
            </a:solidFill>
          </p:spPr>
          <p:txBody>
            <a:bodyPr wrap="square" lIns="0" tIns="0" rIns="0" bIns="0" rtlCol="0"/>
            <a:lstStyle/>
            <a:p/>
          </p:txBody>
        </p:sp>
        <p:sp>
          <p:nvSpPr>
            <p:cNvPr id="2513" name="object 2513"/>
            <p:cNvSpPr/>
            <p:nvPr/>
          </p:nvSpPr>
          <p:spPr>
            <a:xfrm>
              <a:off x="8012430"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1F7800"/>
            </a:solidFill>
          </p:spPr>
          <p:txBody>
            <a:bodyPr wrap="square" lIns="0" tIns="0" rIns="0" bIns="0" rtlCol="0"/>
            <a:lstStyle/>
            <a:p/>
          </p:txBody>
        </p:sp>
        <p:sp>
          <p:nvSpPr>
            <p:cNvPr id="2514" name="object 2514"/>
            <p:cNvSpPr/>
            <p:nvPr/>
          </p:nvSpPr>
          <p:spPr>
            <a:xfrm>
              <a:off x="801243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47" y="6350"/>
                  </a:lnTo>
                  <a:lnTo>
                    <a:pt x="99047" y="5080"/>
                  </a:lnTo>
                  <a:lnTo>
                    <a:pt x="101600" y="5080"/>
                  </a:lnTo>
                  <a:lnTo>
                    <a:pt x="101600" y="6350"/>
                  </a:lnTo>
                  <a:lnTo>
                    <a:pt x="102870" y="6350"/>
                  </a:lnTo>
                  <a:lnTo>
                    <a:pt x="102870" y="7620"/>
                  </a:lnTo>
                  <a:lnTo>
                    <a:pt x="196850" y="7620"/>
                  </a:lnTo>
                  <a:lnTo>
                    <a:pt x="196850" y="6350"/>
                  </a:lnTo>
                  <a:lnTo>
                    <a:pt x="196850" y="5080"/>
                  </a:lnTo>
                  <a:lnTo>
                    <a:pt x="196850" y="0"/>
                  </a:lnTo>
                  <a:close/>
                </a:path>
              </a:pathLst>
            </a:custGeom>
            <a:solidFill>
              <a:srgbClr val="217600"/>
            </a:solidFill>
          </p:spPr>
          <p:txBody>
            <a:bodyPr wrap="square" lIns="0" tIns="0" rIns="0" bIns="0" rtlCol="0"/>
            <a:lstStyle/>
            <a:p/>
          </p:txBody>
        </p:sp>
        <p:sp>
          <p:nvSpPr>
            <p:cNvPr id="2515" name="object 2515"/>
            <p:cNvSpPr/>
            <p:nvPr/>
          </p:nvSpPr>
          <p:spPr>
            <a:xfrm>
              <a:off x="8012430" y="1272539"/>
              <a:ext cx="196850" cy="7620"/>
            </a:xfrm>
            <a:custGeom>
              <a:avLst/>
              <a:gdLst/>
              <a:ahLst/>
              <a:cxnLst/>
              <a:rect l="l" t="t" r="r" b="b"/>
              <a:pathLst>
                <a:path w="196850" h="7619">
                  <a:moveTo>
                    <a:pt x="96520" y="0"/>
                  </a:moveTo>
                  <a:lnTo>
                    <a:pt x="0" y="0"/>
                  </a:lnTo>
                  <a:lnTo>
                    <a:pt x="0" y="1270"/>
                  </a:lnTo>
                  <a:lnTo>
                    <a:pt x="0" y="2540"/>
                  </a:lnTo>
                  <a:lnTo>
                    <a:pt x="0" y="5080"/>
                  </a:lnTo>
                  <a:lnTo>
                    <a:pt x="0" y="7620"/>
                  </a:lnTo>
                  <a:lnTo>
                    <a:pt x="92697" y="7620"/>
                  </a:lnTo>
                  <a:lnTo>
                    <a:pt x="92697" y="5080"/>
                  </a:lnTo>
                  <a:lnTo>
                    <a:pt x="93980" y="508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3810"/>
                  </a:lnTo>
                  <a:lnTo>
                    <a:pt x="107950" y="3810"/>
                  </a:lnTo>
                  <a:lnTo>
                    <a:pt x="107950" y="7620"/>
                  </a:lnTo>
                  <a:lnTo>
                    <a:pt x="196850" y="7620"/>
                  </a:lnTo>
                  <a:lnTo>
                    <a:pt x="196850" y="3810"/>
                  </a:lnTo>
                  <a:lnTo>
                    <a:pt x="196850" y="2540"/>
                  </a:lnTo>
                  <a:lnTo>
                    <a:pt x="196850" y="0"/>
                  </a:lnTo>
                  <a:close/>
                </a:path>
              </a:pathLst>
            </a:custGeom>
            <a:solidFill>
              <a:srgbClr val="227500"/>
            </a:solidFill>
          </p:spPr>
          <p:txBody>
            <a:bodyPr wrap="square" lIns="0" tIns="0" rIns="0" bIns="0" rtlCol="0"/>
            <a:lstStyle/>
            <a:p/>
          </p:txBody>
        </p:sp>
        <p:sp>
          <p:nvSpPr>
            <p:cNvPr id="2516" name="object 2516"/>
            <p:cNvSpPr/>
            <p:nvPr/>
          </p:nvSpPr>
          <p:spPr>
            <a:xfrm>
              <a:off x="8012430" y="1280159"/>
              <a:ext cx="196850" cy="6350"/>
            </a:xfrm>
            <a:custGeom>
              <a:avLst/>
              <a:gdLst/>
              <a:ahLst/>
              <a:cxnLst/>
              <a:rect l="l" t="t" r="r" b="b"/>
              <a:pathLst>
                <a:path w="196850" h="6350">
                  <a:moveTo>
                    <a:pt x="92697" y="0"/>
                  </a:moveTo>
                  <a:lnTo>
                    <a:pt x="0" y="0"/>
                  </a:lnTo>
                  <a:lnTo>
                    <a:pt x="0" y="1270"/>
                  </a:lnTo>
                  <a:lnTo>
                    <a:pt x="0" y="5080"/>
                  </a:lnTo>
                  <a:lnTo>
                    <a:pt x="0" y="6350"/>
                  </a:lnTo>
                  <a:lnTo>
                    <a:pt x="90170" y="6350"/>
                  </a:lnTo>
                  <a:lnTo>
                    <a:pt x="90170" y="5080"/>
                  </a:lnTo>
                  <a:lnTo>
                    <a:pt x="91440" y="5080"/>
                  </a:lnTo>
                  <a:lnTo>
                    <a:pt x="91440" y="1270"/>
                  </a:lnTo>
                  <a:lnTo>
                    <a:pt x="92697" y="1270"/>
                  </a:lnTo>
                  <a:lnTo>
                    <a:pt x="92697" y="0"/>
                  </a:lnTo>
                  <a:close/>
                </a:path>
                <a:path w="196850" h="6350">
                  <a:moveTo>
                    <a:pt x="196850" y="0"/>
                  </a:moveTo>
                  <a:lnTo>
                    <a:pt x="109220" y="0"/>
                  </a:lnTo>
                  <a:lnTo>
                    <a:pt x="109220" y="2540"/>
                  </a:lnTo>
                  <a:lnTo>
                    <a:pt x="110490" y="2540"/>
                  </a:lnTo>
                  <a:lnTo>
                    <a:pt x="110490" y="6350"/>
                  </a:lnTo>
                  <a:lnTo>
                    <a:pt x="196850" y="6350"/>
                  </a:lnTo>
                  <a:lnTo>
                    <a:pt x="196850" y="2540"/>
                  </a:lnTo>
                  <a:lnTo>
                    <a:pt x="196850" y="0"/>
                  </a:lnTo>
                  <a:close/>
                </a:path>
              </a:pathLst>
            </a:custGeom>
            <a:solidFill>
              <a:srgbClr val="237400"/>
            </a:solidFill>
          </p:spPr>
          <p:txBody>
            <a:bodyPr wrap="square" lIns="0" tIns="0" rIns="0" bIns="0" rtlCol="0"/>
            <a:lstStyle/>
            <a:p/>
          </p:txBody>
        </p:sp>
        <p:sp>
          <p:nvSpPr>
            <p:cNvPr id="2517" name="object 2517"/>
            <p:cNvSpPr/>
            <p:nvPr/>
          </p:nvSpPr>
          <p:spPr>
            <a:xfrm>
              <a:off x="8012430" y="1286509"/>
              <a:ext cx="196850" cy="7620"/>
            </a:xfrm>
            <a:custGeom>
              <a:avLst/>
              <a:gdLst/>
              <a:ahLst/>
              <a:cxnLst/>
              <a:rect l="l" t="t" r="r" b="b"/>
              <a:pathLst>
                <a:path w="196850" h="7619">
                  <a:moveTo>
                    <a:pt x="90170" y="0"/>
                  </a:moveTo>
                  <a:lnTo>
                    <a:pt x="0" y="0"/>
                  </a:lnTo>
                  <a:lnTo>
                    <a:pt x="0" y="3810"/>
                  </a:lnTo>
                  <a:lnTo>
                    <a:pt x="0" y="7620"/>
                  </a:lnTo>
                  <a:lnTo>
                    <a:pt x="88900" y="7620"/>
                  </a:lnTo>
                  <a:lnTo>
                    <a:pt x="88900" y="3810"/>
                  </a:lnTo>
                  <a:lnTo>
                    <a:pt x="90170" y="3810"/>
                  </a:lnTo>
                  <a:lnTo>
                    <a:pt x="9017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247300"/>
            </a:solidFill>
          </p:spPr>
          <p:txBody>
            <a:bodyPr wrap="square" lIns="0" tIns="0" rIns="0" bIns="0" rtlCol="0"/>
            <a:lstStyle/>
            <a:p/>
          </p:txBody>
        </p:sp>
        <p:sp>
          <p:nvSpPr>
            <p:cNvPr id="2518" name="object 2518"/>
            <p:cNvSpPr/>
            <p:nvPr/>
          </p:nvSpPr>
          <p:spPr>
            <a:xfrm>
              <a:off x="8012430" y="1294129"/>
              <a:ext cx="196850" cy="7620"/>
            </a:xfrm>
            <a:custGeom>
              <a:avLst/>
              <a:gdLst/>
              <a:ahLst/>
              <a:cxnLst/>
              <a:rect l="l" t="t" r="r" b="b"/>
              <a:pathLst>
                <a:path w="196850" h="7619">
                  <a:moveTo>
                    <a:pt x="87629" y="0"/>
                  </a:moveTo>
                  <a:lnTo>
                    <a:pt x="0" y="0"/>
                  </a:lnTo>
                  <a:lnTo>
                    <a:pt x="0" y="6350"/>
                  </a:lnTo>
                  <a:lnTo>
                    <a:pt x="87629" y="6350"/>
                  </a:lnTo>
                  <a:lnTo>
                    <a:pt x="87629" y="0"/>
                  </a:lnTo>
                  <a:close/>
                </a:path>
                <a:path w="196850" h="7619">
                  <a:moveTo>
                    <a:pt x="196850" y="0"/>
                  </a:moveTo>
                  <a:lnTo>
                    <a:pt x="111760" y="0"/>
                  </a:lnTo>
                  <a:lnTo>
                    <a:pt x="111760" y="3810"/>
                  </a:lnTo>
                  <a:lnTo>
                    <a:pt x="113029" y="3810"/>
                  </a:lnTo>
                  <a:lnTo>
                    <a:pt x="113029" y="6350"/>
                  </a:lnTo>
                  <a:lnTo>
                    <a:pt x="196850" y="6350"/>
                  </a:lnTo>
                  <a:lnTo>
                    <a:pt x="196850" y="0"/>
                  </a:lnTo>
                  <a:close/>
                </a:path>
                <a:path w="196850" h="7619">
                  <a:moveTo>
                    <a:pt x="86359" y="6350"/>
                  </a:moveTo>
                  <a:lnTo>
                    <a:pt x="0" y="6350"/>
                  </a:lnTo>
                  <a:lnTo>
                    <a:pt x="0" y="7620"/>
                  </a:lnTo>
                  <a:lnTo>
                    <a:pt x="86359" y="7620"/>
                  </a:lnTo>
                  <a:lnTo>
                    <a:pt x="86359" y="6350"/>
                  </a:lnTo>
                  <a:close/>
                </a:path>
                <a:path w="196850" h="7619">
                  <a:moveTo>
                    <a:pt x="196850" y="6350"/>
                  </a:moveTo>
                  <a:lnTo>
                    <a:pt x="113029" y="6350"/>
                  </a:lnTo>
                  <a:lnTo>
                    <a:pt x="113029" y="7620"/>
                  </a:lnTo>
                  <a:lnTo>
                    <a:pt x="196850" y="7620"/>
                  </a:lnTo>
                  <a:lnTo>
                    <a:pt x="196850" y="6350"/>
                  </a:lnTo>
                  <a:close/>
                </a:path>
              </a:pathLst>
            </a:custGeom>
            <a:solidFill>
              <a:srgbClr val="257200"/>
            </a:solidFill>
          </p:spPr>
          <p:txBody>
            <a:bodyPr wrap="square" lIns="0" tIns="0" rIns="0" bIns="0" rtlCol="0"/>
            <a:lstStyle/>
            <a:p/>
          </p:txBody>
        </p:sp>
        <p:sp>
          <p:nvSpPr>
            <p:cNvPr id="2519" name="object 2519"/>
            <p:cNvSpPr/>
            <p:nvPr/>
          </p:nvSpPr>
          <p:spPr>
            <a:xfrm>
              <a:off x="8012430" y="1301749"/>
              <a:ext cx="196850" cy="6350"/>
            </a:xfrm>
            <a:custGeom>
              <a:avLst/>
              <a:gdLst/>
              <a:ahLst/>
              <a:cxnLst/>
              <a:rect l="l" t="t" r="r" b="b"/>
              <a:pathLst>
                <a:path w="196850" h="6350">
                  <a:moveTo>
                    <a:pt x="86347" y="0"/>
                  </a:moveTo>
                  <a:lnTo>
                    <a:pt x="0" y="0"/>
                  </a:lnTo>
                  <a:lnTo>
                    <a:pt x="0" y="6350"/>
                  </a:lnTo>
                  <a:lnTo>
                    <a:pt x="86347" y="6350"/>
                  </a:lnTo>
                  <a:lnTo>
                    <a:pt x="86347" y="0"/>
                  </a:lnTo>
                  <a:close/>
                </a:path>
                <a:path w="196850" h="6350">
                  <a:moveTo>
                    <a:pt x="196850" y="0"/>
                  </a:moveTo>
                  <a:lnTo>
                    <a:pt x="113030" y="0"/>
                  </a:lnTo>
                  <a:lnTo>
                    <a:pt x="113030" y="6350"/>
                  </a:lnTo>
                  <a:lnTo>
                    <a:pt x="196850" y="6350"/>
                  </a:lnTo>
                  <a:lnTo>
                    <a:pt x="196850" y="0"/>
                  </a:lnTo>
                  <a:close/>
                </a:path>
              </a:pathLst>
            </a:custGeom>
            <a:solidFill>
              <a:srgbClr val="267100"/>
            </a:solidFill>
          </p:spPr>
          <p:txBody>
            <a:bodyPr wrap="square" lIns="0" tIns="0" rIns="0" bIns="0" rtlCol="0"/>
            <a:lstStyle/>
            <a:p/>
          </p:txBody>
        </p:sp>
        <p:sp>
          <p:nvSpPr>
            <p:cNvPr id="2520" name="object 2520"/>
            <p:cNvSpPr/>
            <p:nvPr/>
          </p:nvSpPr>
          <p:spPr>
            <a:xfrm>
              <a:off x="8012430" y="1308099"/>
              <a:ext cx="196850" cy="7620"/>
            </a:xfrm>
            <a:custGeom>
              <a:avLst/>
              <a:gdLst/>
              <a:ahLst/>
              <a:cxnLst/>
              <a:rect l="l" t="t" r="r" b="b"/>
              <a:pathLst>
                <a:path w="196850" h="7619">
                  <a:moveTo>
                    <a:pt x="86359" y="0"/>
                  </a:moveTo>
                  <a:lnTo>
                    <a:pt x="0" y="0"/>
                  </a:lnTo>
                  <a:lnTo>
                    <a:pt x="0" y="7620"/>
                  </a:lnTo>
                  <a:lnTo>
                    <a:pt x="85090" y="7620"/>
                  </a:lnTo>
                  <a:lnTo>
                    <a:pt x="85090" y="3810"/>
                  </a:lnTo>
                  <a:lnTo>
                    <a:pt x="86359" y="3810"/>
                  </a:lnTo>
                  <a:lnTo>
                    <a:pt x="86359" y="0"/>
                  </a:lnTo>
                  <a:close/>
                </a:path>
                <a:path w="196850" h="7619">
                  <a:moveTo>
                    <a:pt x="196850" y="0"/>
                  </a:moveTo>
                  <a:lnTo>
                    <a:pt x="113029" y="0"/>
                  </a:lnTo>
                  <a:lnTo>
                    <a:pt x="113029" y="3810"/>
                  </a:lnTo>
                  <a:lnTo>
                    <a:pt x="114300" y="3810"/>
                  </a:lnTo>
                  <a:lnTo>
                    <a:pt x="114300" y="7620"/>
                  </a:lnTo>
                  <a:lnTo>
                    <a:pt x="196850" y="7620"/>
                  </a:lnTo>
                  <a:lnTo>
                    <a:pt x="196850" y="0"/>
                  </a:lnTo>
                  <a:close/>
                </a:path>
              </a:pathLst>
            </a:custGeom>
            <a:solidFill>
              <a:srgbClr val="286F00"/>
            </a:solidFill>
          </p:spPr>
          <p:txBody>
            <a:bodyPr wrap="square" lIns="0" tIns="0" rIns="0" bIns="0" rtlCol="0"/>
            <a:lstStyle/>
            <a:p/>
          </p:txBody>
        </p:sp>
        <p:sp>
          <p:nvSpPr>
            <p:cNvPr id="2521" name="object 2521"/>
            <p:cNvSpPr/>
            <p:nvPr/>
          </p:nvSpPr>
          <p:spPr>
            <a:xfrm>
              <a:off x="8012430" y="1315719"/>
              <a:ext cx="196850" cy="7620"/>
            </a:xfrm>
            <a:custGeom>
              <a:avLst/>
              <a:gdLst/>
              <a:ahLst/>
              <a:cxnLst/>
              <a:rect l="l" t="t" r="r" b="b"/>
              <a:pathLst>
                <a:path w="196850" h="7619">
                  <a:moveTo>
                    <a:pt x="85090" y="0"/>
                  </a:moveTo>
                  <a:lnTo>
                    <a:pt x="0" y="0"/>
                  </a:lnTo>
                  <a:lnTo>
                    <a:pt x="0" y="7619"/>
                  </a:lnTo>
                  <a:lnTo>
                    <a:pt x="83820" y="7619"/>
                  </a:lnTo>
                  <a:lnTo>
                    <a:pt x="83820" y="5079"/>
                  </a:lnTo>
                  <a:lnTo>
                    <a:pt x="85090" y="5079"/>
                  </a:lnTo>
                  <a:lnTo>
                    <a:pt x="85090" y="0"/>
                  </a:lnTo>
                  <a:close/>
                </a:path>
                <a:path w="196850" h="7619">
                  <a:moveTo>
                    <a:pt x="196850" y="0"/>
                  </a:moveTo>
                  <a:lnTo>
                    <a:pt x="114300" y="0"/>
                  </a:lnTo>
                  <a:lnTo>
                    <a:pt x="114300" y="7619"/>
                  </a:lnTo>
                  <a:lnTo>
                    <a:pt x="196850" y="7619"/>
                  </a:lnTo>
                  <a:lnTo>
                    <a:pt x="196850" y="0"/>
                  </a:lnTo>
                  <a:close/>
                </a:path>
              </a:pathLst>
            </a:custGeom>
            <a:solidFill>
              <a:srgbClr val="296E00"/>
            </a:solidFill>
          </p:spPr>
          <p:txBody>
            <a:bodyPr wrap="square" lIns="0" tIns="0" rIns="0" bIns="0" rtlCol="0"/>
            <a:lstStyle/>
            <a:p/>
          </p:txBody>
        </p:sp>
        <p:sp>
          <p:nvSpPr>
            <p:cNvPr id="2522" name="object 2522"/>
            <p:cNvSpPr/>
            <p:nvPr/>
          </p:nvSpPr>
          <p:spPr>
            <a:xfrm>
              <a:off x="801243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2A6D00"/>
            </a:solidFill>
          </p:spPr>
          <p:txBody>
            <a:bodyPr wrap="square" lIns="0" tIns="0" rIns="0" bIns="0" rtlCol="0"/>
            <a:lstStyle/>
            <a:p/>
          </p:txBody>
        </p:sp>
        <p:sp>
          <p:nvSpPr>
            <p:cNvPr id="2523" name="object 2523"/>
            <p:cNvSpPr/>
            <p:nvPr/>
          </p:nvSpPr>
          <p:spPr>
            <a:xfrm>
              <a:off x="801243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2B6C00"/>
            </a:solidFill>
          </p:spPr>
          <p:txBody>
            <a:bodyPr wrap="square" lIns="0" tIns="0" rIns="0" bIns="0" rtlCol="0"/>
            <a:lstStyle/>
            <a:p/>
          </p:txBody>
        </p:sp>
        <p:sp>
          <p:nvSpPr>
            <p:cNvPr id="2524" name="object 2524"/>
            <p:cNvSpPr/>
            <p:nvPr/>
          </p:nvSpPr>
          <p:spPr>
            <a:xfrm>
              <a:off x="801243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2C6B00"/>
            </a:solidFill>
          </p:spPr>
          <p:txBody>
            <a:bodyPr wrap="square" lIns="0" tIns="0" rIns="0" bIns="0" rtlCol="0"/>
            <a:lstStyle/>
            <a:p/>
          </p:txBody>
        </p:sp>
        <p:sp>
          <p:nvSpPr>
            <p:cNvPr id="2525" name="object 2525"/>
            <p:cNvSpPr/>
            <p:nvPr/>
          </p:nvSpPr>
          <p:spPr>
            <a:xfrm>
              <a:off x="8012430"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2D6A00"/>
            </a:solidFill>
          </p:spPr>
          <p:txBody>
            <a:bodyPr wrap="square" lIns="0" tIns="0" rIns="0" bIns="0" rtlCol="0"/>
            <a:lstStyle/>
            <a:p/>
          </p:txBody>
        </p:sp>
        <p:sp>
          <p:nvSpPr>
            <p:cNvPr id="2526" name="object 2526"/>
            <p:cNvSpPr/>
            <p:nvPr/>
          </p:nvSpPr>
          <p:spPr>
            <a:xfrm>
              <a:off x="801243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2F6800"/>
            </a:solidFill>
          </p:spPr>
          <p:txBody>
            <a:bodyPr wrap="square" lIns="0" tIns="0" rIns="0" bIns="0" rtlCol="0"/>
            <a:lstStyle/>
            <a:p/>
          </p:txBody>
        </p:sp>
        <p:sp>
          <p:nvSpPr>
            <p:cNvPr id="2527" name="object 2527"/>
            <p:cNvSpPr/>
            <p:nvPr/>
          </p:nvSpPr>
          <p:spPr>
            <a:xfrm>
              <a:off x="801243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06700"/>
            </a:solidFill>
          </p:spPr>
          <p:txBody>
            <a:bodyPr wrap="square" lIns="0" tIns="0" rIns="0" bIns="0" rtlCol="0"/>
            <a:lstStyle/>
            <a:p/>
          </p:txBody>
        </p:sp>
        <p:sp>
          <p:nvSpPr>
            <p:cNvPr id="2528" name="object 2528"/>
            <p:cNvSpPr/>
            <p:nvPr/>
          </p:nvSpPr>
          <p:spPr>
            <a:xfrm>
              <a:off x="801243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16600"/>
            </a:solidFill>
          </p:spPr>
          <p:txBody>
            <a:bodyPr wrap="square" lIns="0" tIns="0" rIns="0" bIns="0" rtlCol="0"/>
            <a:lstStyle/>
            <a:p/>
          </p:txBody>
        </p:sp>
        <p:sp>
          <p:nvSpPr>
            <p:cNvPr id="2529" name="object 2529"/>
            <p:cNvSpPr/>
            <p:nvPr/>
          </p:nvSpPr>
          <p:spPr>
            <a:xfrm>
              <a:off x="801243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36600"/>
            </a:solidFill>
          </p:spPr>
          <p:txBody>
            <a:bodyPr wrap="square" lIns="0" tIns="0" rIns="0" bIns="0" rtlCol="0"/>
            <a:lstStyle/>
            <a:p/>
          </p:txBody>
        </p:sp>
        <p:sp>
          <p:nvSpPr>
            <p:cNvPr id="2530" name="object 2530"/>
            <p:cNvSpPr/>
            <p:nvPr/>
          </p:nvSpPr>
          <p:spPr>
            <a:xfrm>
              <a:off x="801243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36400"/>
            </a:solidFill>
          </p:spPr>
          <p:txBody>
            <a:bodyPr wrap="square" lIns="0" tIns="0" rIns="0" bIns="0" rtlCol="0"/>
            <a:lstStyle/>
            <a:p/>
          </p:txBody>
        </p:sp>
        <p:sp>
          <p:nvSpPr>
            <p:cNvPr id="2531" name="object 2531"/>
            <p:cNvSpPr/>
            <p:nvPr/>
          </p:nvSpPr>
          <p:spPr>
            <a:xfrm>
              <a:off x="801243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46300"/>
            </a:solidFill>
          </p:spPr>
          <p:txBody>
            <a:bodyPr wrap="square" lIns="0" tIns="0" rIns="0" bIns="0" rtlCol="0"/>
            <a:lstStyle/>
            <a:p/>
          </p:txBody>
        </p:sp>
        <p:sp>
          <p:nvSpPr>
            <p:cNvPr id="2532" name="object 2532"/>
            <p:cNvSpPr/>
            <p:nvPr/>
          </p:nvSpPr>
          <p:spPr>
            <a:xfrm>
              <a:off x="801243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66100"/>
            </a:solidFill>
          </p:spPr>
          <p:txBody>
            <a:bodyPr wrap="square" lIns="0" tIns="0" rIns="0" bIns="0" rtlCol="0"/>
            <a:lstStyle/>
            <a:p/>
          </p:txBody>
        </p:sp>
        <p:sp>
          <p:nvSpPr>
            <p:cNvPr id="2533" name="object 2533"/>
            <p:cNvSpPr/>
            <p:nvPr/>
          </p:nvSpPr>
          <p:spPr>
            <a:xfrm>
              <a:off x="801243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76000"/>
            </a:solidFill>
          </p:spPr>
          <p:txBody>
            <a:bodyPr wrap="square" lIns="0" tIns="0" rIns="0" bIns="0" rtlCol="0"/>
            <a:lstStyle/>
            <a:p/>
          </p:txBody>
        </p:sp>
        <p:sp>
          <p:nvSpPr>
            <p:cNvPr id="2534" name="object 2534"/>
            <p:cNvSpPr/>
            <p:nvPr/>
          </p:nvSpPr>
          <p:spPr>
            <a:xfrm>
              <a:off x="801243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85F00"/>
            </a:solidFill>
          </p:spPr>
          <p:txBody>
            <a:bodyPr wrap="square" lIns="0" tIns="0" rIns="0" bIns="0" rtlCol="0"/>
            <a:lstStyle/>
            <a:p/>
          </p:txBody>
        </p:sp>
        <p:sp>
          <p:nvSpPr>
            <p:cNvPr id="2535" name="object 2535"/>
            <p:cNvSpPr/>
            <p:nvPr/>
          </p:nvSpPr>
          <p:spPr>
            <a:xfrm>
              <a:off x="801243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95E00"/>
            </a:solidFill>
          </p:spPr>
          <p:txBody>
            <a:bodyPr wrap="square" lIns="0" tIns="0" rIns="0" bIns="0" rtlCol="0"/>
            <a:lstStyle/>
            <a:p/>
          </p:txBody>
        </p:sp>
        <p:sp>
          <p:nvSpPr>
            <p:cNvPr id="2536" name="object 2536"/>
            <p:cNvSpPr/>
            <p:nvPr/>
          </p:nvSpPr>
          <p:spPr>
            <a:xfrm>
              <a:off x="801243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A5D00"/>
            </a:solidFill>
          </p:spPr>
          <p:txBody>
            <a:bodyPr wrap="square" lIns="0" tIns="0" rIns="0" bIns="0" rtlCol="0"/>
            <a:lstStyle/>
            <a:p/>
          </p:txBody>
        </p:sp>
        <p:sp>
          <p:nvSpPr>
            <p:cNvPr id="2537" name="object 2537"/>
            <p:cNvSpPr/>
            <p:nvPr/>
          </p:nvSpPr>
          <p:spPr>
            <a:xfrm>
              <a:off x="801243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B5C00"/>
            </a:solidFill>
          </p:spPr>
          <p:txBody>
            <a:bodyPr wrap="square" lIns="0" tIns="0" rIns="0" bIns="0" rtlCol="0"/>
            <a:lstStyle/>
            <a:p/>
          </p:txBody>
        </p:sp>
        <p:sp>
          <p:nvSpPr>
            <p:cNvPr id="2538" name="object 2538"/>
            <p:cNvSpPr/>
            <p:nvPr/>
          </p:nvSpPr>
          <p:spPr>
            <a:xfrm>
              <a:off x="801243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D5A00"/>
            </a:solidFill>
          </p:spPr>
          <p:txBody>
            <a:bodyPr wrap="square" lIns="0" tIns="0" rIns="0" bIns="0" rtlCol="0"/>
            <a:lstStyle/>
            <a:p/>
          </p:txBody>
        </p:sp>
        <p:sp>
          <p:nvSpPr>
            <p:cNvPr id="2539" name="object 2539"/>
            <p:cNvSpPr/>
            <p:nvPr/>
          </p:nvSpPr>
          <p:spPr>
            <a:xfrm>
              <a:off x="801243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E5900"/>
            </a:solidFill>
          </p:spPr>
          <p:txBody>
            <a:bodyPr wrap="square" lIns="0" tIns="0" rIns="0" bIns="0" rtlCol="0"/>
            <a:lstStyle/>
            <a:p/>
          </p:txBody>
        </p:sp>
        <p:sp>
          <p:nvSpPr>
            <p:cNvPr id="2540" name="object 2540"/>
            <p:cNvSpPr/>
            <p:nvPr/>
          </p:nvSpPr>
          <p:spPr>
            <a:xfrm>
              <a:off x="801243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F5800"/>
            </a:solidFill>
          </p:spPr>
          <p:txBody>
            <a:bodyPr wrap="square" lIns="0" tIns="0" rIns="0" bIns="0" rtlCol="0"/>
            <a:lstStyle/>
            <a:p/>
          </p:txBody>
        </p:sp>
        <p:sp>
          <p:nvSpPr>
            <p:cNvPr id="2541" name="object 2541"/>
            <p:cNvSpPr/>
            <p:nvPr/>
          </p:nvSpPr>
          <p:spPr>
            <a:xfrm>
              <a:off x="801243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05700"/>
            </a:solidFill>
          </p:spPr>
          <p:txBody>
            <a:bodyPr wrap="square" lIns="0" tIns="0" rIns="0" bIns="0" rtlCol="0"/>
            <a:lstStyle/>
            <a:p/>
          </p:txBody>
        </p:sp>
        <p:sp>
          <p:nvSpPr>
            <p:cNvPr id="2542" name="object 2542"/>
            <p:cNvSpPr/>
            <p:nvPr/>
          </p:nvSpPr>
          <p:spPr>
            <a:xfrm>
              <a:off x="801243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15600"/>
            </a:solidFill>
          </p:spPr>
          <p:txBody>
            <a:bodyPr wrap="square" lIns="0" tIns="0" rIns="0" bIns="0" rtlCol="0"/>
            <a:lstStyle/>
            <a:p/>
          </p:txBody>
        </p:sp>
        <p:sp>
          <p:nvSpPr>
            <p:cNvPr id="2543" name="object 2543"/>
            <p:cNvSpPr/>
            <p:nvPr/>
          </p:nvSpPr>
          <p:spPr>
            <a:xfrm>
              <a:off x="801243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35400"/>
            </a:solidFill>
          </p:spPr>
          <p:txBody>
            <a:bodyPr wrap="square" lIns="0" tIns="0" rIns="0" bIns="0" rtlCol="0"/>
            <a:lstStyle/>
            <a:p/>
          </p:txBody>
        </p:sp>
        <p:sp>
          <p:nvSpPr>
            <p:cNvPr id="2544" name="object 2544"/>
            <p:cNvSpPr/>
            <p:nvPr/>
          </p:nvSpPr>
          <p:spPr>
            <a:xfrm>
              <a:off x="801243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45300"/>
            </a:solidFill>
          </p:spPr>
          <p:txBody>
            <a:bodyPr wrap="square" lIns="0" tIns="0" rIns="0" bIns="0" rtlCol="0"/>
            <a:lstStyle/>
            <a:p/>
          </p:txBody>
        </p:sp>
        <p:sp>
          <p:nvSpPr>
            <p:cNvPr id="2545" name="object 2545"/>
            <p:cNvSpPr/>
            <p:nvPr/>
          </p:nvSpPr>
          <p:spPr>
            <a:xfrm>
              <a:off x="801243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55200"/>
            </a:solidFill>
          </p:spPr>
          <p:txBody>
            <a:bodyPr wrap="square" lIns="0" tIns="0" rIns="0" bIns="0" rtlCol="0"/>
            <a:lstStyle/>
            <a:p/>
          </p:txBody>
        </p:sp>
        <p:sp>
          <p:nvSpPr>
            <p:cNvPr id="2546" name="object 2546"/>
            <p:cNvSpPr/>
            <p:nvPr/>
          </p:nvSpPr>
          <p:spPr>
            <a:xfrm>
              <a:off x="801243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65100"/>
            </a:solidFill>
          </p:spPr>
          <p:txBody>
            <a:bodyPr wrap="square" lIns="0" tIns="0" rIns="0" bIns="0" rtlCol="0"/>
            <a:lstStyle/>
            <a:p/>
          </p:txBody>
        </p:sp>
        <p:sp>
          <p:nvSpPr>
            <p:cNvPr id="2547" name="object 2547"/>
            <p:cNvSpPr/>
            <p:nvPr/>
          </p:nvSpPr>
          <p:spPr>
            <a:xfrm>
              <a:off x="801243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75000"/>
            </a:solidFill>
          </p:spPr>
          <p:txBody>
            <a:bodyPr wrap="square" lIns="0" tIns="0" rIns="0" bIns="0" rtlCol="0"/>
            <a:lstStyle/>
            <a:p/>
          </p:txBody>
        </p:sp>
        <p:sp>
          <p:nvSpPr>
            <p:cNvPr id="2548" name="object 2548"/>
            <p:cNvSpPr/>
            <p:nvPr/>
          </p:nvSpPr>
          <p:spPr>
            <a:xfrm>
              <a:off x="801243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84F00"/>
            </a:solidFill>
          </p:spPr>
          <p:txBody>
            <a:bodyPr wrap="square" lIns="0" tIns="0" rIns="0" bIns="0" rtlCol="0"/>
            <a:lstStyle/>
            <a:p/>
          </p:txBody>
        </p:sp>
        <p:sp>
          <p:nvSpPr>
            <p:cNvPr id="2549" name="object 2549"/>
            <p:cNvSpPr/>
            <p:nvPr/>
          </p:nvSpPr>
          <p:spPr>
            <a:xfrm>
              <a:off x="801243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A4D00"/>
            </a:solidFill>
          </p:spPr>
          <p:txBody>
            <a:bodyPr wrap="square" lIns="0" tIns="0" rIns="0" bIns="0" rtlCol="0"/>
            <a:lstStyle/>
            <a:p/>
          </p:txBody>
        </p:sp>
        <p:sp>
          <p:nvSpPr>
            <p:cNvPr id="2550" name="object 2550"/>
            <p:cNvSpPr/>
            <p:nvPr/>
          </p:nvSpPr>
          <p:spPr>
            <a:xfrm>
              <a:off x="801243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B4C00"/>
            </a:solidFill>
          </p:spPr>
          <p:txBody>
            <a:bodyPr wrap="square" lIns="0" tIns="0" rIns="0" bIns="0" rtlCol="0"/>
            <a:lstStyle/>
            <a:p/>
          </p:txBody>
        </p:sp>
        <p:sp>
          <p:nvSpPr>
            <p:cNvPr id="2551" name="object 2551"/>
            <p:cNvSpPr/>
            <p:nvPr/>
          </p:nvSpPr>
          <p:spPr>
            <a:xfrm>
              <a:off x="801243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C4B00"/>
            </a:solidFill>
          </p:spPr>
          <p:txBody>
            <a:bodyPr wrap="square" lIns="0" tIns="0" rIns="0" bIns="0" rtlCol="0"/>
            <a:lstStyle/>
            <a:p/>
          </p:txBody>
        </p:sp>
        <p:sp>
          <p:nvSpPr>
            <p:cNvPr id="2552" name="object 2552"/>
            <p:cNvSpPr/>
            <p:nvPr/>
          </p:nvSpPr>
          <p:spPr>
            <a:xfrm>
              <a:off x="801243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D4A00"/>
            </a:solidFill>
          </p:spPr>
          <p:txBody>
            <a:bodyPr wrap="square" lIns="0" tIns="0" rIns="0" bIns="0" rtlCol="0"/>
            <a:lstStyle/>
            <a:p/>
          </p:txBody>
        </p:sp>
        <p:sp>
          <p:nvSpPr>
            <p:cNvPr id="2553" name="object 2553"/>
            <p:cNvSpPr/>
            <p:nvPr/>
          </p:nvSpPr>
          <p:spPr>
            <a:xfrm>
              <a:off x="801243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E4900"/>
            </a:solidFill>
          </p:spPr>
          <p:txBody>
            <a:bodyPr wrap="square" lIns="0" tIns="0" rIns="0" bIns="0" rtlCol="0"/>
            <a:lstStyle/>
            <a:p/>
          </p:txBody>
        </p:sp>
        <p:sp>
          <p:nvSpPr>
            <p:cNvPr id="2554" name="object 2554"/>
            <p:cNvSpPr/>
            <p:nvPr/>
          </p:nvSpPr>
          <p:spPr>
            <a:xfrm>
              <a:off x="801243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F4800"/>
            </a:solidFill>
          </p:spPr>
          <p:txBody>
            <a:bodyPr wrap="square" lIns="0" tIns="0" rIns="0" bIns="0" rtlCol="0"/>
            <a:lstStyle/>
            <a:p/>
          </p:txBody>
        </p:sp>
        <p:sp>
          <p:nvSpPr>
            <p:cNvPr id="2555" name="object 2555"/>
            <p:cNvSpPr/>
            <p:nvPr/>
          </p:nvSpPr>
          <p:spPr>
            <a:xfrm>
              <a:off x="801243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14600"/>
            </a:solidFill>
          </p:spPr>
          <p:txBody>
            <a:bodyPr wrap="square" lIns="0" tIns="0" rIns="0" bIns="0" rtlCol="0"/>
            <a:lstStyle/>
            <a:p/>
          </p:txBody>
        </p:sp>
        <p:sp>
          <p:nvSpPr>
            <p:cNvPr id="2556" name="object 2556"/>
            <p:cNvSpPr/>
            <p:nvPr/>
          </p:nvSpPr>
          <p:spPr>
            <a:xfrm>
              <a:off x="801243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24500"/>
            </a:solidFill>
          </p:spPr>
          <p:txBody>
            <a:bodyPr wrap="square" lIns="0" tIns="0" rIns="0" bIns="0" rtlCol="0"/>
            <a:lstStyle/>
            <a:p/>
          </p:txBody>
        </p:sp>
        <p:sp>
          <p:nvSpPr>
            <p:cNvPr id="2557" name="object 2557"/>
            <p:cNvSpPr/>
            <p:nvPr/>
          </p:nvSpPr>
          <p:spPr>
            <a:xfrm>
              <a:off x="801243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34400"/>
            </a:solidFill>
          </p:spPr>
          <p:txBody>
            <a:bodyPr wrap="square" lIns="0" tIns="0" rIns="0" bIns="0" rtlCol="0"/>
            <a:lstStyle/>
            <a:p/>
          </p:txBody>
        </p:sp>
        <p:sp>
          <p:nvSpPr>
            <p:cNvPr id="2558" name="object 2558"/>
            <p:cNvSpPr/>
            <p:nvPr/>
          </p:nvSpPr>
          <p:spPr>
            <a:xfrm>
              <a:off x="801243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44300"/>
            </a:solidFill>
          </p:spPr>
          <p:txBody>
            <a:bodyPr wrap="square" lIns="0" tIns="0" rIns="0" bIns="0" rtlCol="0"/>
            <a:lstStyle/>
            <a:p/>
          </p:txBody>
        </p:sp>
        <p:sp>
          <p:nvSpPr>
            <p:cNvPr id="2559" name="object 2559"/>
            <p:cNvSpPr/>
            <p:nvPr/>
          </p:nvSpPr>
          <p:spPr>
            <a:xfrm>
              <a:off x="801243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54200"/>
            </a:solidFill>
          </p:spPr>
          <p:txBody>
            <a:bodyPr wrap="square" lIns="0" tIns="0" rIns="0" bIns="0" rtlCol="0"/>
            <a:lstStyle/>
            <a:p/>
          </p:txBody>
        </p:sp>
        <p:sp>
          <p:nvSpPr>
            <p:cNvPr id="2560" name="object 2560"/>
            <p:cNvSpPr/>
            <p:nvPr/>
          </p:nvSpPr>
          <p:spPr>
            <a:xfrm>
              <a:off x="801243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64100"/>
            </a:solidFill>
          </p:spPr>
          <p:txBody>
            <a:bodyPr wrap="square" lIns="0" tIns="0" rIns="0" bIns="0" rtlCol="0"/>
            <a:lstStyle/>
            <a:p/>
          </p:txBody>
        </p:sp>
        <p:sp>
          <p:nvSpPr>
            <p:cNvPr id="2561" name="object 2561"/>
            <p:cNvSpPr/>
            <p:nvPr/>
          </p:nvSpPr>
          <p:spPr>
            <a:xfrm>
              <a:off x="801243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83F00"/>
            </a:solidFill>
          </p:spPr>
          <p:txBody>
            <a:bodyPr wrap="square" lIns="0" tIns="0" rIns="0" bIns="0" rtlCol="0"/>
            <a:lstStyle/>
            <a:p/>
          </p:txBody>
        </p:sp>
        <p:sp>
          <p:nvSpPr>
            <p:cNvPr id="2562" name="object 2562"/>
            <p:cNvSpPr/>
            <p:nvPr/>
          </p:nvSpPr>
          <p:spPr>
            <a:xfrm>
              <a:off x="801243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93E00"/>
            </a:solidFill>
          </p:spPr>
          <p:txBody>
            <a:bodyPr wrap="square" lIns="0" tIns="0" rIns="0" bIns="0" rtlCol="0"/>
            <a:lstStyle/>
            <a:p/>
          </p:txBody>
        </p:sp>
        <p:sp>
          <p:nvSpPr>
            <p:cNvPr id="2563" name="object 2563"/>
            <p:cNvSpPr/>
            <p:nvPr/>
          </p:nvSpPr>
          <p:spPr>
            <a:xfrm>
              <a:off x="801243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A3D00"/>
            </a:solidFill>
          </p:spPr>
          <p:txBody>
            <a:bodyPr wrap="square" lIns="0" tIns="0" rIns="0" bIns="0" rtlCol="0"/>
            <a:lstStyle/>
            <a:p/>
          </p:txBody>
        </p:sp>
        <p:sp>
          <p:nvSpPr>
            <p:cNvPr id="2564" name="object 2564"/>
            <p:cNvSpPr/>
            <p:nvPr/>
          </p:nvSpPr>
          <p:spPr>
            <a:xfrm>
              <a:off x="801243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B3C00"/>
            </a:solidFill>
          </p:spPr>
          <p:txBody>
            <a:bodyPr wrap="square" lIns="0" tIns="0" rIns="0" bIns="0" rtlCol="0"/>
            <a:lstStyle/>
            <a:p/>
          </p:txBody>
        </p:sp>
        <p:sp>
          <p:nvSpPr>
            <p:cNvPr id="2565" name="object 2565"/>
            <p:cNvSpPr/>
            <p:nvPr/>
          </p:nvSpPr>
          <p:spPr>
            <a:xfrm>
              <a:off x="801243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C3B00"/>
            </a:solidFill>
          </p:spPr>
          <p:txBody>
            <a:bodyPr wrap="square" lIns="0" tIns="0" rIns="0" bIns="0" rtlCol="0"/>
            <a:lstStyle/>
            <a:p/>
          </p:txBody>
        </p:sp>
        <p:sp>
          <p:nvSpPr>
            <p:cNvPr id="2566" name="object 2566"/>
            <p:cNvSpPr/>
            <p:nvPr/>
          </p:nvSpPr>
          <p:spPr>
            <a:xfrm>
              <a:off x="801243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D3A00"/>
            </a:solidFill>
          </p:spPr>
          <p:txBody>
            <a:bodyPr wrap="square" lIns="0" tIns="0" rIns="0" bIns="0" rtlCol="0"/>
            <a:lstStyle/>
            <a:p/>
          </p:txBody>
        </p:sp>
        <p:sp>
          <p:nvSpPr>
            <p:cNvPr id="2567" name="object 2567"/>
            <p:cNvSpPr/>
            <p:nvPr/>
          </p:nvSpPr>
          <p:spPr>
            <a:xfrm>
              <a:off x="801243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F3800"/>
            </a:solidFill>
          </p:spPr>
          <p:txBody>
            <a:bodyPr wrap="square" lIns="0" tIns="0" rIns="0" bIns="0" rtlCol="0"/>
            <a:lstStyle/>
            <a:p/>
          </p:txBody>
        </p:sp>
        <p:sp>
          <p:nvSpPr>
            <p:cNvPr id="2568" name="object 2568"/>
            <p:cNvSpPr/>
            <p:nvPr/>
          </p:nvSpPr>
          <p:spPr>
            <a:xfrm>
              <a:off x="801243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03700"/>
            </a:solidFill>
          </p:spPr>
          <p:txBody>
            <a:bodyPr wrap="square" lIns="0" tIns="0" rIns="0" bIns="0" rtlCol="0"/>
            <a:lstStyle/>
            <a:p/>
          </p:txBody>
        </p:sp>
        <p:sp>
          <p:nvSpPr>
            <p:cNvPr id="2569" name="object 2569"/>
            <p:cNvSpPr/>
            <p:nvPr/>
          </p:nvSpPr>
          <p:spPr>
            <a:xfrm>
              <a:off x="801243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13600"/>
            </a:solidFill>
          </p:spPr>
          <p:txBody>
            <a:bodyPr wrap="square" lIns="0" tIns="0" rIns="0" bIns="0" rtlCol="0"/>
            <a:lstStyle/>
            <a:p/>
          </p:txBody>
        </p:sp>
        <p:sp>
          <p:nvSpPr>
            <p:cNvPr id="2570" name="object 2570"/>
            <p:cNvSpPr/>
            <p:nvPr/>
          </p:nvSpPr>
          <p:spPr>
            <a:xfrm>
              <a:off x="801243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23500"/>
            </a:solidFill>
          </p:spPr>
          <p:txBody>
            <a:bodyPr wrap="square" lIns="0" tIns="0" rIns="0" bIns="0" rtlCol="0"/>
            <a:lstStyle/>
            <a:p/>
          </p:txBody>
        </p:sp>
      </p:grpSp>
      <p:grpSp>
        <p:nvGrpSpPr>
          <p:cNvPr id="2571" name="object 2571"/>
          <p:cNvGrpSpPr/>
          <p:nvPr/>
        </p:nvGrpSpPr>
        <p:grpSpPr>
          <a:xfrm>
            <a:off x="8298180" y="1056639"/>
            <a:ext cx="214629" cy="633730"/>
            <a:chOff x="8298180" y="1056639"/>
            <a:chExt cx="214629" cy="633730"/>
          </a:xfrm>
        </p:grpSpPr>
        <p:sp>
          <p:nvSpPr>
            <p:cNvPr id="2572" name="object 2572"/>
            <p:cNvSpPr/>
            <p:nvPr/>
          </p:nvSpPr>
          <p:spPr>
            <a:xfrm>
              <a:off x="8379460" y="1056639"/>
              <a:ext cx="46990" cy="6350"/>
            </a:xfrm>
            <a:custGeom>
              <a:avLst/>
              <a:gdLst/>
              <a:ahLst/>
              <a:cxnLst/>
              <a:rect l="l" t="t" r="r" b="b"/>
              <a:pathLst>
                <a:path w="46990" h="6350">
                  <a:moveTo>
                    <a:pt x="46990" y="5080"/>
                  </a:moveTo>
                  <a:lnTo>
                    <a:pt x="0" y="5080"/>
                  </a:lnTo>
                  <a:lnTo>
                    <a:pt x="0" y="6350"/>
                  </a:lnTo>
                  <a:lnTo>
                    <a:pt x="46990" y="6350"/>
                  </a:lnTo>
                  <a:lnTo>
                    <a:pt x="46990" y="5080"/>
                  </a:lnTo>
                  <a:close/>
                </a:path>
                <a:path w="46990" h="6350">
                  <a:moveTo>
                    <a:pt x="44450" y="3810"/>
                  </a:moveTo>
                  <a:lnTo>
                    <a:pt x="2540" y="3810"/>
                  </a:lnTo>
                  <a:lnTo>
                    <a:pt x="2540" y="5080"/>
                  </a:lnTo>
                  <a:lnTo>
                    <a:pt x="44450" y="5080"/>
                  </a:lnTo>
                  <a:lnTo>
                    <a:pt x="44450" y="3810"/>
                  </a:lnTo>
                  <a:close/>
                </a:path>
                <a:path w="46990" h="6350">
                  <a:moveTo>
                    <a:pt x="43179" y="2539"/>
                  </a:moveTo>
                  <a:lnTo>
                    <a:pt x="6350" y="2539"/>
                  </a:lnTo>
                  <a:lnTo>
                    <a:pt x="6350" y="3810"/>
                  </a:lnTo>
                  <a:lnTo>
                    <a:pt x="43179" y="3810"/>
                  </a:lnTo>
                  <a:lnTo>
                    <a:pt x="43179" y="2539"/>
                  </a:lnTo>
                  <a:close/>
                </a:path>
                <a:path w="46990" h="6350">
                  <a:moveTo>
                    <a:pt x="33020" y="1270"/>
                  </a:moveTo>
                  <a:lnTo>
                    <a:pt x="11430" y="1270"/>
                  </a:lnTo>
                  <a:lnTo>
                    <a:pt x="11430" y="2539"/>
                  </a:lnTo>
                  <a:lnTo>
                    <a:pt x="33020" y="2539"/>
                  </a:lnTo>
                  <a:lnTo>
                    <a:pt x="33020" y="1270"/>
                  </a:lnTo>
                  <a:close/>
                </a:path>
                <a:path w="46990" h="6350">
                  <a:moveTo>
                    <a:pt x="24130" y="0"/>
                  </a:moveTo>
                  <a:lnTo>
                    <a:pt x="22860" y="0"/>
                  </a:lnTo>
                  <a:lnTo>
                    <a:pt x="22860" y="1270"/>
                  </a:lnTo>
                  <a:lnTo>
                    <a:pt x="24130" y="1270"/>
                  </a:lnTo>
                  <a:lnTo>
                    <a:pt x="24130" y="0"/>
                  </a:lnTo>
                  <a:close/>
                </a:path>
              </a:pathLst>
            </a:custGeom>
            <a:solidFill>
              <a:srgbClr val="009800"/>
            </a:solidFill>
          </p:spPr>
          <p:txBody>
            <a:bodyPr wrap="square" lIns="0" tIns="0" rIns="0" bIns="0" rtlCol="0"/>
            <a:lstStyle/>
            <a:p/>
          </p:txBody>
        </p:sp>
        <p:sp>
          <p:nvSpPr>
            <p:cNvPr id="2573" name="object 2573"/>
            <p:cNvSpPr/>
            <p:nvPr/>
          </p:nvSpPr>
          <p:spPr>
            <a:xfrm>
              <a:off x="8369300" y="1062989"/>
              <a:ext cx="72390" cy="7620"/>
            </a:xfrm>
            <a:custGeom>
              <a:avLst/>
              <a:gdLst/>
              <a:ahLst/>
              <a:cxnLst/>
              <a:rect l="l" t="t" r="r" b="b"/>
              <a:pathLst>
                <a:path w="72390" h="7619">
                  <a:moveTo>
                    <a:pt x="72390" y="6350"/>
                  </a:moveTo>
                  <a:lnTo>
                    <a:pt x="0" y="6350"/>
                  </a:lnTo>
                  <a:lnTo>
                    <a:pt x="0" y="7620"/>
                  </a:lnTo>
                  <a:lnTo>
                    <a:pt x="72390" y="7620"/>
                  </a:lnTo>
                  <a:lnTo>
                    <a:pt x="72390" y="6350"/>
                  </a:lnTo>
                  <a:close/>
                </a:path>
                <a:path w="72390" h="7619">
                  <a:moveTo>
                    <a:pt x="71120" y="5080"/>
                  </a:moveTo>
                  <a:lnTo>
                    <a:pt x="1270" y="5080"/>
                  </a:lnTo>
                  <a:lnTo>
                    <a:pt x="1270" y="6350"/>
                  </a:lnTo>
                  <a:lnTo>
                    <a:pt x="71120" y="6350"/>
                  </a:lnTo>
                  <a:lnTo>
                    <a:pt x="71120" y="5080"/>
                  </a:lnTo>
                  <a:close/>
                </a:path>
                <a:path w="72390" h="7619">
                  <a:moveTo>
                    <a:pt x="69850" y="3810"/>
                  </a:moveTo>
                  <a:lnTo>
                    <a:pt x="2540" y="3810"/>
                  </a:lnTo>
                  <a:lnTo>
                    <a:pt x="2540" y="5080"/>
                  </a:lnTo>
                  <a:lnTo>
                    <a:pt x="69850" y="5080"/>
                  </a:lnTo>
                  <a:lnTo>
                    <a:pt x="69850" y="3810"/>
                  </a:lnTo>
                  <a:close/>
                </a:path>
                <a:path w="72390" h="7619">
                  <a:moveTo>
                    <a:pt x="66039" y="2539"/>
                  </a:moveTo>
                  <a:lnTo>
                    <a:pt x="5079" y="2539"/>
                  </a:lnTo>
                  <a:lnTo>
                    <a:pt x="5079" y="3810"/>
                  </a:lnTo>
                  <a:lnTo>
                    <a:pt x="66039" y="3810"/>
                  </a:lnTo>
                  <a:lnTo>
                    <a:pt x="66039" y="2539"/>
                  </a:lnTo>
                  <a:close/>
                </a:path>
                <a:path w="72390" h="7619">
                  <a:moveTo>
                    <a:pt x="63500" y="1270"/>
                  </a:moveTo>
                  <a:lnTo>
                    <a:pt x="6350" y="1270"/>
                  </a:lnTo>
                  <a:lnTo>
                    <a:pt x="6350" y="2539"/>
                  </a:lnTo>
                  <a:lnTo>
                    <a:pt x="63500" y="2539"/>
                  </a:lnTo>
                  <a:lnTo>
                    <a:pt x="63500" y="1270"/>
                  </a:lnTo>
                  <a:close/>
                </a:path>
                <a:path w="72390" h="7619">
                  <a:moveTo>
                    <a:pt x="60960" y="0"/>
                  </a:moveTo>
                  <a:lnTo>
                    <a:pt x="7620" y="0"/>
                  </a:lnTo>
                  <a:lnTo>
                    <a:pt x="7620" y="1270"/>
                  </a:lnTo>
                  <a:lnTo>
                    <a:pt x="60960" y="1270"/>
                  </a:lnTo>
                  <a:lnTo>
                    <a:pt x="60960" y="0"/>
                  </a:lnTo>
                  <a:close/>
                </a:path>
              </a:pathLst>
            </a:custGeom>
            <a:solidFill>
              <a:srgbClr val="009700"/>
            </a:solidFill>
          </p:spPr>
          <p:txBody>
            <a:bodyPr wrap="square" lIns="0" tIns="0" rIns="0" bIns="0" rtlCol="0"/>
            <a:lstStyle/>
            <a:p/>
          </p:txBody>
        </p:sp>
        <p:sp>
          <p:nvSpPr>
            <p:cNvPr id="2574" name="object 2574"/>
            <p:cNvSpPr/>
            <p:nvPr/>
          </p:nvSpPr>
          <p:spPr>
            <a:xfrm>
              <a:off x="8362950"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90" y="3810"/>
                  </a:moveTo>
                  <a:lnTo>
                    <a:pt x="1270" y="3810"/>
                  </a:lnTo>
                  <a:lnTo>
                    <a:pt x="1270" y="5079"/>
                  </a:lnTo>
                  <a:lnTo>
                    <a:pt x="85090" y="5079"/>
                  </a:lnTo>
                  <a:lnTo>
                    <a:pt x="85090" y="3810"/>
                  </a:lnTo>
                  <a:close/>
                </a:path>
                <a:path w="86359" h="6350">
                  <a:moveTo>
                    <a:pt x="83820" y="2539"/>
                  </a:moveTo>
                  <a:lnTo>
                    <a:pt x="2540" y="2539"/>
                  </a:lnTo>
                  <a:lnTo>
                    <a:pt x="2540" y="3810"/>
                  </a:lnTo>
                  <a:lnTo>
                    <a:pt x="83820" y="3810"/>
                  </a:lnTo>
                  <a:lnTo>
                    <a:pt x="83820"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19600"/>
            </a:solidFill>
          </p:spPr>
          <p:txBody>
            <a:bodyPr wrap="square" lIns="0" tIns="0" rIns="0" bIns="0" rtlCol="0"/>
            <a:lstStyle/>
            <a:p/>
          </p:txBody>
        </p:sp>
        <p:sp>
          <p:nvSpPr>
            <p:cNvPr id="2575" name="object 2575"/>
            <p:cNvSpPr/>
            <p:nvPr/>
          </p:nvSpPr>
          <p:spPr>
            <a:xfrm>
              <a:off x="835533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29500"/>
            </a:solidFill>
          </p:spPr>
          <p:txBody>
            <a:bodyPr wrap="square" lIns="0" tIns="0" rIns="0" bIns="0" rtlCol="0"/>
            <a:lstStyle/>
            <a:p/>
          </p:txBody>
        </p:sp>
        <p:sp>
          <p:nvSpPr>
            <p:cNvPr id="2576" name="object 2576"/>
            <p:cNvSpPr/>
            <p:nvPr/>
          </p:nvSpPr>
          <p:spPr>
            <a:xfrm>
              <a:off x="8348980" y="1084579"/>
              <a:ext cx="113030" cy="7620"/>
            </a:xfrm>
            <a:custGeom>
              <a:avLst/>
              <a:gdLst/>
              <a:ahLst/>
              <a:cxnLst/>
              <a:rect l="l" t="t" r="r" b="b"/>
              <a:pathLst>
                <a:path w="113029" h="7619">
                  <a:moveTo>
                    <a:pt x="113030" y="6350"/>
                  </a:moveTo>
                  <a:lnTo>
                    <a:pt x="111760" y="6350"/>
                  </a:lnTo>
                  <a:lnTo>
                    <a:pt x="111760"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39400"/>
            </a:solidFill>
          </p:spPr>
          <p:txBody>
            <a:bodyPr wrap="square" lIns="0" tIns="0" rIns="0" bIns="0" rtlCol="0"/>
            <a:lstStyle/>
            <a:p/>
          </p:txBody>
        </p:sp>
        <p:sp>
          <p:nvSpPr>
            <p:cNvPr id="2577" name="object 2577"/>
            <p:cNvSpPr/>
            <p:nvPr/>
          </p:nvSpPr>
          <p:spPr>
            <a:xfrm>
              <a:off x="834644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49300"/>
            </a:solidFill>
          </p:spPr>
          <p:txBody>
            <a:bodyPr wrap="square" lIns="0" tIns="0" rIns="0" bIns="0" rtlCol="0"/>
            <a:lstStyle/>
            <a:p/>
          </p:txBody>
        </p:sp>
        <p:sp>
          <p:nvSpPr>
            <p:cNvPr id="2578" name="object 2578"/>
            <p:cNvSpPr/>
            <p:nvPr/>
          </p:nvSpPr>
          <p:spPr>
            <a:xfrm>
              <a:off x="834263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59200"/>
            </a:solidFill>
          </p:spPr>
          <p:txBody>
            <a:bodyPr wrap="square" lIns="0" tIns="0" rIns="0" bIns="0" rtlCol="0"/>
            <a:lstStyle/>
            <a:p/>
          </p:txBody>
        </p:sp>
        <p:sp>
          <p:nvSpPr>
            <p:cNvPr id="2579" name="object 2579"/>
            <p:cNvSpPr/>
            <p:nvPr/>
          </p:nvSpPr>
          <p:spPr>
            <a:xfrm>
              <a:off x="8337550" y="1106169"/>
              <a:ext cx="137160" cy="7620"/>
            </a:xfrm>
            <a:custGeom>
              <a:avLst/>
              <a:gdLst/>
              <a:ahLst/>
              <a:cxnLst/>
              <a:rect l="l" t="t" r="r" b="b"/>
              <a:pathLst>
                <a:path w="137159"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59"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79000"/>
            </a:solidFill>
          </p:spPr>
          <p:txBody>
            <a:bodyPr wrap="square" lIns="0" tIns="0" rIns="0" bIns="0" rtlCol="0"/>
            <a:lstStyle/>
            <a:p/>
          </p:txBody>
        </p:sp>
        <p:sp>
          <p:nvSpPr>
            <p:cNvPr id="2580" name="object 2580"/>
            <p:cNvSpPr/>
            <p:nvPr/>
          </p:nvSpPr>
          <p:spPr>
            <a:xfrm>
              <a:off x="8335010" y="1113789"/>
              <a:ext cx="142240" cy="6350"/>
            </a:xfrm>
            <a:custGeom>
              <a:avLst/>
              <a:gdLst/>
              <a:ahLst/>
              <a:cxnLst/>
              <a:rect l="l" t="t" r="r" b="b"/>
              <a:pathLst>
                <a:path w="142240"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88F00"/>
            </a:solidFill>
          </p:spPr>
          <p:txBody>
            <a:bodyPr wrap="square" lIns="0" tIns="0" rIns="0" bIns="0" rtlCol="0"/>
            <a:lstStyle/>
            <a:p/>
          </p:txBody>
        </p:sp>
        <p:sp>
          <p:nvSpPr>
            <p:cNvPr id="2581" name="object 2581"/>
            <p:cNvSpPr/>
            <p:nvPr/>
          </p:nvSpPr>
          <p:spPr>
            <a:xfrm>
              <a:off x="8332470" y="1120139"/>
              <a:ext cx="147320" cy="7620"/>
            </a:xfrm>
            <a:custGeom>
              <a:avLst/>
              <a:gdLst/>
              <a:ahLst/>
              <a:cxnLst/>
              <a:rect l="l" t="t" r="r" b="b"/>
              <a:pathLst>
                <a:path w="147320" h="7619">
                  <a:moveTo>
                    <a:pt x="147320" y="5080"/>
                  </a:moveTo>
                  <a:lnTo>
                    <a:pt x="146050" y="508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5080"/>
                  </a:lnTo>
                  <a:lnTo>
                    <a:pt x="0" y="7620"/>
                  </a:lnTo>
                  <a:lnTo>
                    <a:pt x="147320" y="7620"/>
                  </a:lnTo>
                  <a:lnTo>
                    <a:pt x="147320" y="5080"/>
                  </a:lnTo>
                  <a:close/>
                </a:path>
              </a:pathLst>
            </a:custGeom>
            <a:solidFill>
              <a:srgbClr val="098E00"/>
            </a:solidFill>
          </p:spPr>
          <p:txBody>
            <a:bodyPr wrap="square" lIns="0" tIns="0" rIns="0" bIns="0" rtlCol="0"/>
            <a:lstStyle/>
            <a:p/>
          </p:txBody>
        </p:sp>
        <p:sp>
          <p:nvSpPr>
            <p:cNvPr id="2582" name="object 2582"/>
            <p:cNvSpPr/>
            <p:nvPr/>
          </p:nvSpPr>
          <p:spPr>
            <a:xfrm>
              <a:off x="8328660" y="1127759"/>
              <a:ext cx="154940" cy="7620"/>
            </a:xfrm>
            <a:custGeom>
              <a:avLst/>
              <a:gdLst/>
              <a:ahLst/>
              <a:cxnLst/>
              <a:rect l="l" t="t" r="r" b="b"/>
              <a:pathLst>
                <a:path w="154940" h="7619">
                  <a:moveTo>
                    <a:pt x="154940" y="6350"/>
                  </a:moveTo>
                  <a:lnTo>
                    <a:pt x="153670" y="6350"/>
                  </a:lnTo>
                  <a:lnTo>
                    <a:pt x="153670" y="5080"/>
                  </a:lnTo>
                  <a:lnTo>
                    <a:pt x="153670" y="2540"/>
                  </a:lnTo>
                  <a:lnTo>
                    <a:pt x="152400" y="2540"/>
                  </a:lnTo>
                  <a:lnTo>
                    <a:pt x="152400" y="0"/>
                  </a:lnTo>
                  <a:lnTo>
                    <a:pt x="2540" y="0"/>
                  </a:lnTo>
                  <a:lnTo>
                    <a:pt x="2540" y="2540"/>
                  </a:lnTo>
                  <a:lnTo>
                    <a:pt x="1270" y="2540"/>
                  </a:lnTo>
                  <a:lnTo>
                    <a:pt x="1270" y="5080"/>
                  </a:lnTo>
                  <a:lnTo>
                    <a:pt x="0" y="5080"/>
                  </a:lnTo>
                  <a:lnTo>
                    <a:pt x="0" y="6350"/>
                  </a:lnTo>
                  <a:lnTo>
                    <a:pt x="0" y="7620"/>
                  </a:lnTo>
                  <a:lnTo>
                    <a:pt x="154940" y="7620"/>
                  </a:lnTo>
                  <a:lnTo>
                    <a:pt x="154940" y="6350"/>
                  </a:lnTo>
                  <a:close/>
                </a:path>
              </a:pathLst>
            </a:custGeom>
            <a:solidFill>
              <a:srgbClr val="0A8D00"/>
            </a:solidFill>
          </p:spPr>
          <p:txBody>
            <a:bodyPr wrap="square" lIns="0" tIns="0" rIns="0" bIns="0" rtlCol="0"/>
            <a:lstStyle/>
            <a:p/>
          </p:txBody>
        </p:sp>
        <p:sp>
          <p:nvSpPr>
            <p:cNvPr id="2583" name="object 2583"/>
            <p:cNvSpPr/>
            <p:nvPr/>
          </p:nvSpPr>
          <p:spPr>
            <a:xfrm>
              <a:off x="8327390" y="1135379"/>
              <a:ext cx="157480" cy="6350"/>
            </a:xfrm>
            <a:custGeom>
              <a:avLst/>
              <a:gdLst/>
              <a:ahLst/>
              <a:cxnLst/>
              <a:rect l="l" t="t" r="r" b="b"/>
              <a:pathLst>
                <a:path w="157479" h="6350">
                  <a:moveTo>
                    <a:pt x="157480" y="3810"/>
                  </a:moveTo>
                  <a:lnTo>
                    <a:pt x="156210" y="3810"/>
                  </a:lnTo>
                  <a:lnTo>
                    <a:pt x="156210" y="2540"/>
                  </a:lnTo>
                  <a:lnTo>
                    <a:pt x="156210" y="0"/>
                  </a:lnTo>
                  <a:lnTo>
                    <a:pt x="1270" y="0"/>
                  </a:lnTo>
                  <a:lnTo>
                    <a:pt x="1270" y="2540"/>
                  </a:lnTo>
                  <a:lnTo>
                    <a:pt x="0" y="2540"/>
                  </a:lnTo>
                  <a:lnTo>
                    <a:pt x="0" y="3810"/>
                  </a:lnTo>
                  <a:lnTo>
                    <a:pt x="0" y="6350"/>
                  </a:lnTo>
                  <a:lnTo>
                    <a:pt x="157480" y="6350"/>
                  </a:lnTo>
                  <a:lnTo>
                    <a:pt x="157480" y="3810"/>
                  </a:lnTo>
                  <a:close/>
                </a:path>
              </a:pathLst>
            </a:custGeom>
            <a:solidFill>
              <a:srgbClr val="0B8C00"/>
            </a:solidFill>
          </p:spPr>
          <p:txBody>
            <a:bodyPr wrap="square" lIns="0" tIns="0" rIns="0" bIns="0" rtlCol="0"/>
            <a:lstStyle/>
            <a:p/>
          </p:txBody>
        </p:sp>
        <p:sp>
          <p:nvSpPr>
            <p:cNvPr id="2584" name="object 2584"/>
            <p:cNvSpPr/>
            <p:nvPr/>
          </p:nvSpPr>
          <p:spPr>
            <a:xfrm>
              <a:off x="8324850" y="1141729"/>
              <a:ext cx="162560" cy="7620"/>
            </a:xfrm>
            <a:custGeom>
              <a:avLst/>
              <a:gdLst/>
              <a:ahLst/>
              <a:cxnLst/>
              <a:rect l="l" t="t" r="r" b="b"/>
              <a:pathLst>
                <a:path w="162559" h="7619">
                  <a:moveTo>
                    <a:pt x="161290" y="2540"/>
                  </a:moveTo>
                  <a:lnTo>
                    <a:pt x="160020" y="2540"/>
                  </a:lnTo>
                  <a:lnTo>
                    <a:pt x="160020" y="1270"/>
                  </a:lnTo>
                  <a:lnTo>
                    <a:pt x="160020" y="0"/>
                  </a:lnTo>
                  <a:lnTo>
                    <a:pt x="2540" y="0"/>
                  </a:lnTo>
                  <a:lnTo>
                    <a:pt x="2540" y="1270"/>
                  </a:lnTo>
                  <a:lnTo>
                    <a:pt x="1270" y="1270"/>
                  </a:lnTo>
                  <a:lnTo>
                    <a:pt x="1270" y="2540"/>
                  </a:lnTo>
                  <a:lnTo>
                    <a:pt x="1270" y="6350"/>
                  </a:lnTo>
                  <a:lnTo>
                    <a:pt x="161290" y="6350"/>
                  </a:lnTo>
                  <a:lnTo>
                    <a:pt x="161290" y="2540"/>
                  </a:lnTo>
                  <a:close/>
                </a:path>
                <a:path w="162559" h="7619">
                  <a:moveTo>
                    <a:pt x="162560" y="6362"/>
                  </a:moveTo>
                  <a:lnTo>
                    <a:pt x="0" y="6362"/>
                  </a:lnTo>
                  <a:lnTo>
                    <a:pt x="0" y="7620"/>
                  </a:lnTo>
                  <a:lnTo>
                    <a:pt x="162560" y="7620"/>
                  </a:lnTo>
                  <a:lnTo>
                    <a:pt x="162560" y="6362"/>
                  </a:lnTo>
                  <a:close/>
                </a:path>
              </a:pathLst>
            </a:custGeom>
            <a:solidFill>
              <a:srgbClr val="0C8B00"/>
            </a:solidFill>
          </p:spPr>
          <p:txBody>
            <a:bodyPr wrap="square" lIns="0" tIns="0" rIns="0" bIns="0" rtlCol="0"/>
            <a:lstStyle/>
            <a:p/>
          </p:txBody>
        </p:sp>
        <p:sp>
          <p:nvSpPr>
            <p:cNvPr id="2585" name="object 2585"/>
            <p:cNvSpPr/>
            <p:nvPr/>
          </p:nvSpPr>
          <p:spPr>
            <a:xfrm>
              <a:off x="8323580" y="1149349"/>
              <a:ext cx="165100" cy="7620"/>
            </a:xfrm>
            <a:custGeom>
              <a:avLst/>
              <a:gdLst/>
              <a:ahLst/>
              <a:cxnLst/>
              <a:rect l="l" t="t" r="r" b="b"/>
              <a:pathLst>
                <a:path w="165100" h="7619">
                  <a:moveTo>
                    <a:pt x="165100" y="3810"/>
                  </a:moveTo>
                  <a:lnTo>
                    <a:pt x="163830" y="3810"/>
                  </a:lnTo>
                  <a:lnTo>
                    <a:pt x="163830" y="0"/>
                  </a:lnTo>
                  <a:lnTo>
                    <a:pt x="1270" y="0"/>
                  </a:lnTo>
                  <a:lnTo>
                    <a:pt x="1270" y="3810"/>
                  </a:lnTo>
                  <a:lnTo>
                    <a:pt x="0" y="3810"/>
                  </a:lnTo>
                  <a:lnTo>
                    <a:pt x="0" y="7620"/>
                  </a:lnTo>
                  <a:lnTo>
                    <a:pt x="165100" y="7620"/>
                  </a:lnTo>
                  <a:lnTo>
                    <a:pt x="165100" y="3810"/>
                  </a:lnTo>
                  <a:close/>
                </a:path>
              </a:pathLst>
            </a:custGeom>
            <a:solidFill>
              <a:srgbClr val="0D8A00"/>
            </a:solidFill>
          </p:spPr>
          <p:txBody>
            <a:bodyPr wrap="square" lIns="0" tIns="0" rIns="0" bIns="0" rtlCol="0"/>
            <a:lstStyle/>
            <a:p/>
          </p:txBody>
        </p:sp>
        <p:sp>
          <p:nvSpPr>
            <p:cNvPr id="2586" name="object 2586"/>
            <p:cNvSpPr/>
            <p:nvPr/>
          </p:nvSpPr>
          <p:spPr>
            <a:xfrm>
              <a:off x="8321040" y="1156969"/>
              <a:ext cx="168910" cy="6350"/>
            </a:xfrm>
            <a:custGeom>
              <a:avLst/>
              <a:gdLst/>
              <a:ahLst/>
              <a:cxnLst/>
              <a:rect l="l" t="t" r="r" b="b"/>
              <a:pathLst>
                <a:path w="168909" h="6350">
                  <a:moveTo>
                    <a:pt x="168910" y="1270"/>
                  </a:moveTo>
                  <a:lnTo>
                    <a:pt x="167640" y="1270"/>
                  </a:lnTo>
                  <a:lnTo>
                    <a:pt x="167640" y="0"/>
                  </a:lnTo>
                  <a:lnTo>
                    <a:pt x="2540" y="0"/>
                  </a:lnTo>
                  <a:lnTo>
                    <a:pt x="2540" y="1270"/>
                  </a:lnTo>
                  <a:lnTo>
                    <a:pt x="1270" y="1270"/>
                  </a:lnTo>
                  <a:lnTo>
                    <a:pt x="1270" y="5080"/>
                  </a:lnTo>
                  <a:lnTo>
                    <a:pt x="0" y="5080"/>
                  </a:lnTo>
                  <a:lnTo>
                    <a:pt x="0" y="6350"/>
                  </a:lnTo>
                  <a:lnTo>
                    <a:pt x="168910" y="6350"/>
                  </a:lnTo>
                  <a:lnTo>
                    <a:pt x="168910" y="5080"/>
                  </a:lnTo>
                  <a:lnTo>
                    <a:pt x="168910" y="1270"/>
                  </a:lnTo>
                  <a:close/>
                </a:path>
              </a:pathLst>
            </a:custGeom>
            <a:solidFill>
              <a:srgbClr val="0F8800"/>
            </a:solidFill>
          </p:spPr>
          <p:txBody>
            <a:bodyPr wrap="square" lIns="0" tIns="0" rIns="0" bIns="0" rtlCol="0"/>
            <a:lstStyle/>
            <a:p/>
          </p:txBody>
        </p:sp>
        <p:sp>
          <p:nvSpPr>
            <p:cNvPr id="2587" name="object 2587"/>
            <p:cNvSpPr/>
            <p:nvPr/>
          </p:nvSpPr>
          <p:spPr>
            <a:xfrm>
              <a:off x="8319770" y="1163319"/>
              <a:ext cx="172720" cy="7620"/>
            </a:xfrm>
            <a:custGeom>
              <a:avLst/>
              <a:gdLst/>
              <a:ahLst/>
              <a:cxnLst/>
              <a:rect l="l" t="t" r="r" b="b"/>
              <a:pathLst>
                <a:path w="172720" h="7619">
                  <a:moveTo>
                    <a:pt x="172720" y="6350"/>
                  </a:moveTo>
                  <a:lnTo>
                    <a:pt x="171450" y="6350"/>
                  </a:lnTo>
                  <a:lnTo>
                    <a:pt x="171450" y="3810"/>
                  </a:lnTo>
                  <a:lnTo>
                    <a:pt x="171450" y="1270"/>
                  </a:lnTo>
                  <a:lnTo>
                    <a:pt x="170180" y="1270"/>
                  </a:lnTo>
                  <a:lnTo>
                    <a:pt x="170180" y="0"/>
                  </a:lnTo>
                  <a:lnTo>
                    <a:pt x="1270" y="0"/>
                  </a:lnTo>
                  <a:lnTo>
                    <a:pt x="1270" y="1270"/>
                  </a:lnTo>
                  <a:lnTo>
                    <a:pt x="1270" y="3810"/>
                  </a:lnTo>
                  <a:lnTo>
                    <a:pt x="0" y="3810"/>
                  </a:lnTo>
                  <a:lnTo>
                    <a:pt x="0" y="6350"/>
                  </a:lnTo>
                  <a:lnTo>
                    <a:pt x="0" y="7620"/>
                  </a:lnTo>
                  <a:lnTo>
                    <a:pt x="172720" y="7620"/>
                  </a:lnTo>
                  <a:lnTo>
                    <a:pt x="172720" y="6350"/>
                  </a:lnTo>
                  <a:close/>
                </a:path>
              </a:pathLst>
            </a:custGeom>
            <a:solidFill>
              <a:srgbClr val="108700"/>
            </a:solidFill>
          </p:spPr>
          <p:txBody>
            <a:bodyPr wrap="square" lIns="0" tIns="0" rIns="0" bIns="0" rtlCol="0"/>
            <a:lstStyle/>
            <a:p/>
          </p:txBody>
        </p:sp>
        <p:sp>
          <p:nvSpPr>
            <p:cNvPr id="2588" name="object 2588"/>
            <p:cNvSpPr/>
            <p:nvPr/>
          </p:nvSpPr>
          <p:spPr>
            <a:xfrm>
              <a:off x="8317230" y="1170939"/>
              <a:ext cx="176530" cy="7620"/>
            </a:xfrm>
            <a:custGeom>
              <a:avLst/>
              <a:gdLst/>
              <a:ahLst/>
              <a:cxnLst/>
              <a:rect l="l" t="t" r="r" b="b"/>
              <a:pathLst>
                <a:path w="176529" h="7619">
                  <a:moveTo>
                    <a:pt x="176530" y="3810"/>
                  </a:moveTo>
                  <a:lnTo>
                    <a:pt x="175260" y="3810"/>
                  </a:lnTo>
                  <a:lnTo>
                    <a:pt x="175260" y="0"/>
                  </a:lnTo>
                  <a:lnTo>
                    <a:pt x="1270" y="0"/>
                  </a:lnTo>
                  <a:lnTo>
                    <a:pt x="1270" y="3810"/>
                  </a:lnTo>
                  <a:lnTo>
                    <a:pt x="1270" y="5080"/>
                  </a:lnTo>
                  <a:lnTo>
                    <a:pt x="0" y="5080"/>
                  </a:lnTo>
                  <a:lnTo>
                    <a:pt x="0" y="7620"/>
                  </a:lnTo>
                  <a:lnTo>
                    <a:pt x="176530" y="7620"/>
                  </a:lnTo>
                  <a:lnTo>
                    <a:pt x="176530" y="5080"/>
                  </a:lnTo>
                  <a:lnTo>
                    <a:pt x="176530" y="3810"/>
                  </a:lnTo>
                  <a:close/>
                </a:path>
              </a:pathLst>
            </a:custGeom>
            <a:solidFill>
              <a:srgbClr val="118600"/>
            </a:solidFill>
          </p:spPr>
          <p:txBody>
            <a:bodyPr wrap="square" lIns="0" tIns="0" rIns="0" bIns="0" rtlCol="0"/>
            <a:lstStyle/>
            <a:p/>
          </p:txBody>
        </p:sp>
        <p:sp>
          <p:nvSpPr>
            <p:cNvPr id="2589" name="object 2589"/>
            <p:cNvSpPr/>
            <p:nvPr/>
          </p:nvSpPr>
          <p:spPr>
            <a:xfrm>
              <a:off x="831596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128500"/>
            </a:solidFill>
          </p:spPr>
          <p:txBody>
            <a:bodyPr wrap="square" lIns="0" tIns="0" rIns="0" bIns="0" rtlCol="0"/>
            <a:lstStyle/>
            <a:p/>
          </p:txBody>
        </p:sp>
        <p:sp>
          <p:nvSpPr>
            <p:cNvPr id="2590" name="object 2590"/>
            <p:cNvSpPr/>
            <p:nvPr/>
          </p:nvSpPr>
          <p:spPr>
            <a:xfrm>
              <a:off x="831342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138400"/>
            </a:solidFill>
          </p:spPr>
          <p:txBody>
            <a:bodyPr wrap="square" lIns="0" tIns="0" rIns="0" bIns="0" rtlCol="0"/>
            <a:lstStyle/>
            <a:p/>
          </p:txBody>
        </p:sp>
        <p:sp>
          <p:nvSpPr>
            <p:cNvPr id="2591" name="object 2591"/>
            <p:cNvSpPr/>
            <p:nvPr/>
          </p:nvSpPr>
          <p:spPr>
            <a:xfrm>
              <a:off x="8312150" y="1192529"/>
              <a:ext cx="186690" cy="7620"/>
            </a:xfrm>
            <a:custGeom>
              <a:avLst/>
              <a:gdLst/>
              <a:ahLst/>
              <a:cxnLst/>
              <a:rect l="l" t="t" r="r" b="b"/>
              <a:pathLst>
                <a:path w="186690" h="7619">
                  <a:moveTo>
                    <a:pt x="186690" y="3810"/>
                  </a:moveTo>
                  <a:lnTo>
                    <a:pt x="185420" y="3810"/>
                  </a:lnTo>
                  <a:lnTo>
                    <a:pt x="185420" y="0"/>
                  </a:lnTo>
                  <a:lnTo>
                    <a:pt x="1270" y="0"/>
                  </a:lnTo>
                  <a:lnTo>
                    <a:pt x="1270" y="3810"/>
                  </a:lnTo>
                  <a:lnTo>
                    <a:pt x="0" y="3810"/>
                  </a:lnTo>
                  <a:lnTo>
                    <a:pt x="0" y="7620"/>
                  </a:lnTo>
                  <a:lnTo>
                    <a:pt x="186690" y="7620"/>
                  </a:lnTo>
                  <a:lnTo>
                    <a:pt x="186690" y="3810"/>
                  </a:lnTo>
                  <a:close/>
                </a:path>
              </a:pathLst>
            </a:custGeom>
            <a:solidFill>
              <a:srgbClr val="148300"/>
            </a:solidFill>
          </p:spPr>
          <p:txBody>
            <a:bodyPr wrap="square" lIns="0" tIns="0" rIns="0" bIns="0" rtlCol="0"/>
            <a:lstStyle/>
            <a:p/>
          </p:txBody>
        </p:sp>
        <p:sp>
          <p:nvSpPr>
            <p:cNvPr id="2592" name="object 2592"/>
            <p:cNvSpPr/>
            <p:nvPr/>
          </p:nvSpPr>
          <p:spPr>
            <a:xfrm>
              <a:off x="8310880" y="1200149"/>
              <a:ext cx="189230" cy="6350"/>
            </a:xfrm>
            <a:custGeom>
              <a:avLst/>
              <a:gdLst/>
              <a:ahLst/>
              <a:cxnLst/>
              <a:rect l="l" t="t" r="r" b="b"/>
              <a:pathLst>
                <a:path w="189229" h="6350">
                  <a:moveTo>
                    <a:pt x="189230" y="2540"/>
                  </a:moveTo>
                  <a:lnTo>
                    <a:pt x="187960" y="2540"/>
                  </a:lnTo>
                  <a:lnTo>
                    <a:pt x="187960" y="0"/>
                  </a:lnTo>
                  <a:lnTo>
                    <a:pt x="1270" y="0"/>
                  </a:lnTo>
                  <a:lnTo>
                    <a:pt x="1270" y="2540"/>
                  </a:lnTo>
                  <a:lnTo>
                    <a:pt x="0" y="2540"/>
                  </a:lnTo>
                  <a:lnTo>
                    <a:pt x="0" y="6350"/>
                  </a:lnTo>
                  <a:lnTo>
                    <a:pt x="189230" y="6350"/>
                  </a:lnTo>
                  <a:lnTo>
                    <a:pt x="189230" y="2540"/>
                  </a:lnTo>
                  <a:close/>
                </a:path>
              </a:pathLst>
            </a:custGeom>
            <a:solidFill>
              <a:srgbClr val="158200"/>
            </a:solidFill>
          </p:spPr>
          <p:txBody>
            <a:bodyPr wrap="square" lIns="0" tIns="0" rIns="0" bIns="0" rtlCol="0"/>
            <a:lstStyle/>
            <a:p/>
          </p:txBody>
        </p:sp>
        <p:sp>
          <p:nvSpPr>
            <p:cNvPr id="2593" name="object 2593"/>
            <p:cNvSpPr/>
            <p:nvPr/>
          </p:nvSpPr>
          <p:spPr>
            <a:xfrm>
              <a:off x="8309610" y="1206499"/>
              <a:ext cx="191770" cy="7620"/>
            </a:xfrm>
            <a:custGeom>
              <a:avLst/>
              <a:gdLst/>
              <a:ahLst/>
              <a:cxnLst/>
              <a:rect l="l" t="t" r="r" b="b"/>
              <a:pathLst>
                <a:path w="191770" h="7619">
                  <a:moveTo>
                    <a:pt x="191770" y="2540"/>
                  </a:moveTo>
                  <a:lnTo>
                    <a:pt x="190500" y="2540"/>
                  </a:lnTo>
                  <a:lnTo>
                    <a:pt x="190500" y="0"/>
                  </a:lnTo>
                  <a:lnTo>
                    <a:pt x="1270" y="0"/>
                  </a:lnTo>
                  <a:lnTo>
                    <a:pt x="1270" y="2540"/>
                  </a:lnTo>
                  <a:lnTo>
                    <a:pt x="1270" y="3810"/>
                  </a:lnTo>
                  <a:lnTo>
                    <a:pt x="0" y="3810"/>
                  </a:lnTo>
                  <a:lnTo>
                    <a:pt x="0" y="7620"/>
                  </a:lnTo>
                  <a:lnTo>
                    <a:pt x="191770" y="7620"/>
                  </a:lnTo>
                  <a:lnTo>
                    <a:pt x="191770" y="3810"/>
                  </a:lnTo>
                  <a:lnTo>
                    <a:pt x="191770" y="2540"/>
                  </a:lnTo>
                  <a:close/>
                </a:path>
              </a:pathLst>
            </a:custGeom>
            <a:solidFill>
              <a:srgbClr val="178000"/>
            </a:solidFill>
          </p:spPr>
          <p:txBody>
            <a:bodyPr wrap="square" lIns="0" tIns="0" rIns="0" bIns="0" rtlCol="0"/>
            <a:lstStyle/>
            <a:p/>
          </p:txBody>
        </p:sp>
        <p:sp>
          <p:nvSpPr>
            <p:cNvPr id="2594" name="object 2594"/>
            <p:cNvSpPr/>
            <p:nvPr/>
          </p:nvSpPr>
          <p:spPr>
            <a:xfrm>
              <a:off x="8308340" y="1214119"/>
              <a:ext cx="194310" cy="7620"/>
            </a:xfrm>
            <a:custGeom>
              <a:avLst/>
              <a:gdLst/>
              <a:ahLst/>
              <a:cxnLst/>
              <a:rect l="l" t="t" r="r" b="b"/>
              <a:pathLst>
                <a:path w="194309" h="7619">
                  <a:moveTo>
                    <a:pt x="194310" y="2540"/>
                  </a:moveTo>
                  <a:lnTo>
                    <a:pt x="193040" y="2540"/>
                  </a:lnTo>
                  <a:lnTo>
                    <a:pt x="193040" y="0"/>
                  </a:lnTo>
                  <a:lnTo>
                    <a:pt x="1270" y="0"/>
                  </a:lnTo>
                  <a:lnTo>
                    <a:pt x="1270" y="2540"/>
                  </a:lnTo>
                  <a:lnTo>
                    <a:pt x="0" y="2540"/>
                  </a:lnTo>
                  <a:lnTo>
                    <a:pt x="0" y="7620"/>
                  </a:lnTo>
                  <a:lnTo>
                    <a:pt x="194310" y="7620"/>
                  </a:lnTo>
                  <a:lnTo>
                    <a:pt x="194310" y="2540"/>
                  </a:lnTo>
                  <a:close/>
                </a:path>
              </a:pathLst>
            </a:custGeom>
            <a:solidFill>
              <a:srgbClr val="187F00"/>
            </a:solidFill>
          </p:spPr>
          <p:txBody>
            <a:bodyPr wrap="square" lIns="0" tIns="0" rIns="0" bIns="0" rtlCol="0"/>
            <a:lstStyle/>
            <a:p/>
          </p:txBody>
        </p:sp>
        <p:sp>
          <p:nvSpPr>
            <p:cNvPr id="2595" name="object 2595"/>
            <p:cNvSpPr/>
            <p:nvPr/>
          </p:nvSpPr>
          <p:spPr>
            <a:xfrm>
              <a:off x="8307070" y="1221739"/>
              <a:ext cx="196850" cy="6350"/>
            </a:xfrm>
            <a:custGeom>
              <a:avLst/>
              <a:gdLst/>
              <a:ahLst/>
              <a:cxnLst/>
              <a:rect l="l" t="t" r="r" b="b"/>
              <a:pathLst>
                <a:path w="196850" h="6350">
                  <a:moveTo>
                    <a:pt x="196850" y="5080"/>
                  </a:moveTo>
                  <a:lnTo>
                    <a:pt x="195580" y="5080"/>
                  </a:lnTo>
                  <a:lnTo>
                    <a:pt x="195580" y="2540"/>
                  </a:lnTo>
                  <a:lnTo>
                    <a:pt x="195580" y="0"/>
                  </a:lnTo>
                  <a:lnTo>
                    <a:pt x="1270" y="0"/>
                  </a:lnTo>
                  <a:lnTo>
                    <a:pt x="1270" y="2540"/>
                  </a:lnTo>
                  <a:lnTo>
                    <a:pt x="0" y="2540"/>
                  </a:lnTo>
                  <a:lnTo>
                    <a:pt x="0" y="5080"/>
                  </a:lnTo>
                  <a:lnTo>
                    <a:pt x="0" y="6350"/>
                  </a:lnTo>
                  <a:lnTo>
                    <a:pt x="196850" y="6350"/>
                  </a:lnTo>
                  <a:lnTo>
                    <a:pt x="196850" y="5080"/>
                  </a:lnTo>
                  <a:close/>
                </a:path>
              </a:pathLst>
            </a:custGeom>
            <a:solidFill>
              <a:srgbClr val="197E00"/>
            </a:solidFill>
          </p:spPr>
          <p:txBody>
            <a:bodyPr wrap="square" lIns="0" tIns="0" rIns="0" bIns="0" rtlCol="0"/>
            <a:lstStyle/>
            <a:p/>
          </p:txBody>
        </p:sp>
        <p:sp>
          <p:nvSpPr>
            <p:cNvPr id="2596" name="object 2596"/>
            <p:cNvSpPr/>
            <p:nvPr/>
          </p:nvSpPr>
          <p:spPr>
            <a:xfrm>
              <a:off x="830580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9060" y="2540"/>
                  </a:lnTo>
                  <a:lnTo>
                    <a:pt x="99060" y="1270"/>
                  </a:lnTo>
                  <a:lnTo>
                    <a:pt x="101600" y="1270"/>
                  </a:lnTo>
                  <a:lnTo>
                    <a:pt x="10160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1A7D00"/>
            </a:solidFill>
          </p:spPr>
          <p:txBody>
            <a:bodyPr wrap="square" lIns="0" tIns="0" rIns="0" bIns="0" rtlCol="0"/>
            <a:lstStyle/>
            <a:p/>
          </p:txBody>
        </p:sp>
        <p:sp>
          <p:nvSpPr>
            <p:cNvPr id="2597" name="object 2597"/>
            <p:cNvSpPr/>
            <p:nvPr/>
          </p:nvSpPr>
          <p:spPr>
            <a:xfrm>
              <a:off x="8305800" y="1235709"/>
              <a:ext cx="199390" cy="7620"/>
            </a:xfrm>
            <a:custGeom>
              <a:avLst/>
              <a:gdLst/>
              <a:ahLst/>
              <a:cxnLst/>
              <a:rect l="l" t="t" r="r" b="b"/>
              <a:pathLst>
                <a:path w="199390" h="7619">
                  <a:moveTo>
                    <a:pt x="91440" y="0"/>
                  </a:moveTo>
                  <a:lnTo>
                    <a:pt x="0" y="0"/>
                  </a:lnTo>
                  <a:lnTo>
                    <a:pt x="0" y="2540"/>
                  </a:lnTo>
                  <a:lnTo>
                    <a:pt x="0" y="5080"/>
                  </a:lnTo>
                  <a:lnTo>
                    <a:pt x="0" y="7620"/>
                  </a:lnTo>
                  <a:lnTo>
                    <a:pt x="88900" y="7620"/>
                  </a:lnTo>
                  <a:lnTo>
                    <a:pt x="88900" y="5080"/>
                  </a:lnTo>
                  <a:lnTo>
                    <a:pt x="90170" y="5080"/>
                  </a:lnTo>
                  <a:lnTo>
                    <a:pt x="90170" y="2540"/>
                  </a:lnTo>
                  <a:lnTo>
                    <a:pt x="91440" y="2540"/>
                  </a:lnTo>
                  <a:lnTo>
                    <a:pt x="91440" y="0"/>
                  </a:lnTo>
                  <a:close/>
                </a:path>
                <a:path w="199390" h="7619">
                  <a:moveTo>
                    <a:pt x="199390" y="0"/>
                  </a:moveTo>
                  <a:lnTo>
                    <a:pt x="109220" y="0"/>
                  </a:lnTo>
                  <a:lnTo>
                    <a:pt x="109220" y="1270"/>
                  </a:lnTo>
                  <a:lnTo>
                    <a:pt x="110490" y="1270"/>
                  </a:lnTo>
                  <a:lnTo>
                    <a:pt x="110490" y="5080"/>
                  </a:lnTo>
                  <a:lnTo>
                    <a:pt x="111760" y="5080"/>
                  </a:lnTo>
                  <a:lnTo>
                    <a:pt x="111760" y="7620"/>
                  </a:lnTo>
                  <a:lnTo>
                    <a:pt x="199377" y="7620"/>
                  </a:lnTo>
                  <a:lnTo>
                    <a:pt x="199377" y="5080"/>
                  </a:lnTo>
                  <a:lnTo>
                    <a:pt x="199390" y="1270"/>
                  </a:lnTo>
                  <a:lnTo>
                    <a:pt x="199390" y="0"/>
                  </a:lnTo>
                  <a:close/>
                </a:path>
              </a:pathLst>
            </a:custGeom>
            <a:solidFill>
              <a:srgbClr val="1B7C00"/>
            </a:solidFill>
          </p:spPr>
          <p:txBody>
            <a:bodyPr wrap="square" lIns="0" tIns="0" rIns="0" bIns="0" rtlCol="0"/>
            <a:lstStyle/>
            <a:p/>
          </p:txBody>
        </p:sp>
        <p:sp>
          <p:nvSpPr>
            <p:cNvPr id="2598" name="object 2598"/>
            <p:cNvSpPr/>
            <p:nvPr/>
          </p:nvSpPr>
          <p:spPr>
            <a:xfrm>
              <a:off x="8304530" y="1243329"/>
              <a:ext cx="201930" cy="6350"/>
            </a:xfrm>
            <a:custGeom>
              <a:avLst/>
              <a:gdLst/>
              <a:ahLst/>
              <a:cxnLst/>
              <a:rect l="l" t="t" r="r" b="b"/>
              <a:pathLst>
                <a:path w="201929" h="6350">
                  <a:moveTo>
                    <a:pt x="88900" y="0"/>
                  </a:moveTo>
                  <a:lnTo>
                    <a:pt x="0" y="0"/>
                  </a:lnTo>
                  <a:lnTo>
                    <a:pt x="0" y="6350"/>
                  </a:lnTo>
                  <a:lnTo>
                    <a:pt x="86359" y="6350"/>
                  </a:lnTo>
                  <a:lnTo>
                    <a:pt x="86359" y="5080"/>
                  </a:lnTo>
                  <a:lnTo>
                    <a:pt x="87629" y="5080"/>
                  </a:lnTo>
                  <a:lnTo>
                    <a:pt x="87629" y="2540"/>
                  </a:lnTo>
                  <a:lnTo>
                    <a:pt x="88900" y="2540"/>
                  </a:lnTo>
                  <a:lnTo>
                    <a:pt x="88900" y="0"/>
                  </a:lnTo>
                  <a:close/>
                </a:path>
                <a:path w="201929" h="6350">
                  <a:moveTo>
                    <a:pt x="200659" y="0"/>
                  </a:moveTo>
                  <a:lnTo>
                    <a:pt x="114300" y="0"/>
                  </a:lnTo>
                  <a:lnTo>
                    <a:pt x="114300" y="3810"/>
                  </a:lnTo>
                  <a:lnTo>
                    <a:pt x="115570" y="3810"/>
                  </a:lnTo>
                  <a:lnTo>
                    <a:pt x="115570" y="6350"/>
                  </a:lnTo>
                  <a:lnTo>
                    <a:pt x="201929" y="6350"/>
                  </a:lnTo>
                  <a:lnTo>
                    <a:pt x="201929" y="2540"/>
                  </a:lnTo>
                  <a:lnTo>
                    <a:pt x="200659" y="2540"/>
                  </a:lnTo>
                  <a:lnTo>
                    <a:pt x="200659" y="0"/>
                  </a:lnTo>
                  <a:close/>
                </a:path>
              </a:pathLst>
            </a:custGeom>
            <a:solidFill>
              <a:srgbClr val="1C7B00"/>
            </a:solidFill>
          </p:spPr>
          <p:txBody>
            <a:bodyPr wrap="square" lIns="0" tIns="0" rIns="0" bIns="0" rtlCol="0"/>
            <a:lstStyle/>
            <a:p/>
          </p:txBody>
        </p:sp>
        <p:sp>
          <p:nvSpPr>
            <p:cNvPr id="2599" name="object 2599"/>
            <p:cNvSpPr/>
            <p:nvPr/>
          </p:nvSpPr>
          <p:spPr>
            <a:xfrm>
              <a:off x="8303260" y="1249679"/>
              <a:ext cx="204470" cy="7620"/>
            </a:xfrm>
            <a:custGeom>
              <a:avLst/>
              <a:gdLst/>
              <a:ahLst/>
              <a:cxnLst/>
              <a:rect l="l" t="t" r="r" b="b"/>
              <a:pathLst>
                <a:path w="204470" h="7619">
                  <a:moveTo>
                    <a:pt x="86359" y="5080"/>
                  </a:moveTo>
                  <a:lnTo>
                    <a:pt x="0" y="5080"/>
                  </a:lnTo>
                  <a:lnTo>
                    <a:pt x="0" y="7620"/>
                  </a:lnTo>
                  <a:lnTo>
                    <a:pt x="86359" y="7620"/>
                  </a:lnTo>
                  <a:lnTo>
                    <a:pt x="86359" y="5080"/>
                  </a:lnTo>
                  <a:close/>
                </a:path>
                <a:path w="204470" h="7619">
                  <a:moveTo>
                    <a:pt x="87629" y="0"/>
                  </a:moveTo>
                  <a:lnTo>
                    <a:pt x="1270" y="0"/>
                  </a:lnTo>
                  <a:lnTo>
                    <a:pt x="1270" y="5080"/>
                  </a:lnTo>
                  <a:lnTo>
                    <a:pt x="87629" y="5080"/>
                  </a:lnTo>
                  <a:lnTo>
                    <a:pt x="87629" y="0"/>
                  </a:lnTo>
                  <a:close/>
                </a:path>
                <a:path w="204470" h="7619">
                  <a:moveTo>
                    <a:pt x="118110" y="112"/>
                  </a:moveTo>
                  <a:lnTo>
                    <a:pt x="118110" y="3810"/>
                  </a:lnTo>
                  <a:lnTo>
                    <a:pt x="119380" y="3810"/>
                  </a:lnTo>
                  <a:lnTo>
                    <a:pt x="119380" y="7620"/>
                  </a:lnTo>
                  <a:lnTo>
                    <a:pt x="203200" y="7620"/>
                  </a:lnTo>
                  <a:lnTo>
                    <a:pt x="118110" y="112"/>
                  </a:lnTo>
                  <a:close/>
                </a:path>
                <a:path w="204470" h="7619">
                  <a:moveTo>
                    <a:pt x="203200" y="7507"/>
                  </a:moveTo>
                  <a:lnTo>
                    <a:pt x="204470" y="7620"/>
                  </a:lnTo>
                  <a:lnTo>
                    <a:pt x="203200" y="7507"/>
                  </a:lnTo>
                  <a:close/>
                </a:path>
                <a:path w="204470" h="7619">
                  <a:moveTo>
                    <a:pt x="203200" y="0"/>
                  </a:moveTo>
                  <a:lnTo>
                    <a:pt x="118110" y="0"/>
                  </a:lnTo>
                  <a:lnTo>
                    <a:pt x="203200" y="7507"/>
                  </a:lnTo>
                  <a:lnTo>
                    <a:pt x="203200" y="0"/>
                  </a:lnTo>
                  <a:close/>
                </a:path>
                <a:path w="204470" h="7619">
                  <a:moveTo>
                    <a:pt x="118110" y="0"/>
                  </a:moveTo>
                  <a:lnTo>
                    <a:pt x="116840" y="0"/>
                  </a:lnTo>
                  <a:lnTo>
                    <a:pt x="118110" y="112"/>
                  </a:lnTo>
                  <a:close/>
                </a:path>
              </a:pathLst>
            </a:custGeom>
            <a:solidFill>
              <a:srgbClr val="1D7A00"/>
            </a:solidFill>
          </p:spPr>
          <p:txBody>
            <a:bodyPr wrap="square" lIns="0" tIns="0" rIns="0" bIns="0" rtlCol="0"/>
            <a:lstStyle/>
            <a:p/>
          </p:txBody>
        </p:sp>
        <p:sp>
          <p:nvSpPr>
            <p:cNvPr id="2600" name="object 2600"/>
            <p:cNvSpPr/>
            <p:nvPr/>
          </p:nvSpPr>
          <p:spPr>
            <a:xfrm>
              <a:off x="8303260" y="1257299"/>
              <a:ext cx="204470" cy="7620"/>
            </a:xfrm>
            <a:custGeom>
              <a:avLst/>
              <a:gdLst/>
              <a:ahLst/>
              <a:cxnLst/>
              <a:rect l="l" t="t" r="r" b="b"/>
              <a:pathLst>
                <a:path w="204470" h="7619">
                  <a:moveTo>
                    <a:pt x="86359" y="0"/>
                  </a:moveTo>
                  <a:lnTo>
                    <a:pt x="0" y="0"/>
                  </a:lnTo>
                  <a:lnTo>
                    <a:pt x="0" y="7620"/>
                  </a:lnTo>
                  <a:lnTo>
                    <a:pt x="83820" y="7620"/>
                  </a:lnTo>
                  <a:lnTo>
                    <a:pt x="83820" y="5079"/>
                  </a:lnTo>
                  <a:lnTo>
                    <a:pt x="85090" y="5079"/>
                  </a:lnTo>
                  <a:lnTo>
                    <a:pt x="85090" y="1270"/>
                  </a:lnTo>
                  <a:lnTo>
                    <a:pt x="86359" y="1270"/>
                  </a:lnTo>
                  <a:lnTo>
                    <a:pt x="86359" y="0"/>
                  </a:lnTo>
                  <a:close/>
                </a:path>
                <a:path w="204470" h="7619">
                  <a:moveTo>
                    <a:pt x="204470" y="0"/>
                  </a:moveTo>
                  <a:lnTo>
                    <a:pt x="119380" y="0"/>
                  </a:lnTo>
                  <a:lnTo>
                    <a:pt x="119380" y="1270"/>
                  </a:lnTo>
                  <a:lnTo>
                    <a:pt x="120650" y="1270"/>
                  </a:lnTo>
                  <a:lnTo>
                    <a:pt x="120650" y="6350"/>
                  </a:lnTo>
                  <a:lnTo>
                    <a:pt x="121920" y="6350"/>
                  </a:lnTo>
                  <a:lnTo>
                    <a:pt x="121920" y="7620"/>
                  </a:lnTo>
                  <a:lnTo>
                    <a:pt x="204470" y="7620"/>
                  </a:lnTo>
                  <a:lnTo>
                    <a:pt x="204470" y="0"/>
                  </a:lnTo>
                  <a:close/>
                </a:path>
              </a:pathLst>
            </a:custGeom>
            <a:solidFill>
              <a:srgbClr val="1F7800"/>
            </a:solidFill>
          </p:spPr>
          <p:txBody>
            <a:bodyPr wrap="square" lIns="0" tIns="0" rIns="0" bIns="0" rtlCol="0"/>
            <a:lstStyle/>
            <a:p/>
          </p:txBody>
        </p:sp>
        <p:sp>
          <p:nvSpPr>
            <p:cNvPr id="2601" name="object 2601"/>
            <p:cNvSpPr/>
            <p:nvPr/>
          </p:nvSpPr>
          <p:spPr>
            <a:xfrm>
              <a:off x="8301990" y="1264919"/>
              <a:ext cx="207010" cy="6350"/>
            </a:xfrm>
            <a:custGeom>
              <a:avLst/>
              <a:gdLst/>
              <a:ahLst/>
              <a:cxnLst/>
              <a:rect l="l" t="t" r="r" b="b"/>
              <a:pathLst>
                <a:path w="207009" h="6350">
                  <a:moveTo>
                    <a:pt x="85089" y="0"/>
                  </a:moveTo>
                  <a:lnTo>
                    <a:pt x="1269" y="0"/>
                  </a:lnTo>
                  <a:lnTo>
                    <a:pt x="1269" y="5079"/>
                  </a:lnTo>
                  <a:lnTo>
                    <a:pt x="0" y="5079"/>
                  </a:lnTo>
                  <a:lnTo>
                    <a:pt x="0" y="6350"/>
                  </a:lnTo>
                  <a:lnTo>
                    <a:pt x="83819" y="6350"/>
                  </a:lnTo>
                  <a:lnTo>
                    <a:pt x="83819" y="2539"/>
                  </a:lnTo>
                  <a:lnTo>
                    <a:pt x="85089" y="2539"/>
                  </a:lnTo>
                  <a:lnTo>
                    <a:pt x="85089" y="0"/>
                  </a:lnTo>
                  <a:close/>
                </a:path>
                <a:path w="207009" h="6350">
                  <a:moveTo>
                    <a:pt x="205739" y="0"/>
                  </a:moveTo>
                  <a:lnTo>
                    <a:pt x="123189" y="0"/>
                  </a:lnTo>
                  <a:lnTo>
                    <a:pt x="123189" y="6350"/>
                  </a:lnTo>
                  <a:lnTo>
                    <a:pt x="207009" y="6350"/>
                  </a:lnTo>
                  <a:lnTo>
                    <a:pt x="207009" y="3809"/>
                  </a:lnTo>
                  <a:lnTo>
                    <a:pt x="205739" y="3809"/>
                  </a:lnTo>
                  <a:lnTo>
                    <a:pt x="205739" y="0"/>
                  </a:lnTo>
                  <a:close/>
                </a:path>
              </a:pathLst>
            </a:custGeom>
            <a:solidFill>
              <a:srgbClr val="207700"/>
            </a:solidFill>
          </p:spPr>
          <p:txBody>
            <a:bodyPr wrap="square" lIns="0" tIns="0" rIns="0" bIns="0" rtlCol="0"/>
            <a:lstStyle/>
            <a:p/>
          </p:txBody>
        </p:sp>
        <p:sp>
          <p:nvSpPr>
            <p:cNvPr id="2602" name="object 2602"/>
            <p:cNvSpPr/>
            <p:nvPr/>
          </p:nvSpPr>
          <p:spPr>
            <a:xfrm>
              <a:off x="8301990" y="1271269"/>
              <a:ext cx="207010" cy="7620"/>
            </a:xfrm>
            <a:custGeom>
              <a:avLst/>
              <a:gdLst/>
              <a:ahLst/>
              <a:cxnLst/>
              <a:rect l="l" t="t" r="r" b="b"/>
              <a:pathLst>
                <a:path w="207009" h="7619">
                  <a:moveTo>
                    <a:pt x="83819" y="0"/>
                  </a:moveTo>
                  <a:lnTo>
                    <a:pt x="0" y="0"/>
                  </a:lnTo>
                  <a:lnTo>
                    <a:pt x="0" y="7619"/>
                  </a:lnTo>
                  <a:lnTo>
                    <a:pt x="82550" y="7619"/>
                  </a:lnTo>
                  <a:lnTo>
                    <a:pt x="82550" y="6350"/>
                  </a:lnTo>
                  <a:lnTo>
                    <a:pt x="83820" y="6350"/>
                  </a:lnTo>
                  <a:lnTo>
                    <a:pt x="83819" y="0"/>
                  </a:lnTo>
                  <a:close/>
                </a:path>
                <a:path w="207009" h="7619">
                  <a:moveTo>
                    <a:pt x="207009" y="0"/>
                  </a:moveTo>
                  <a:lnTo>
                    <a:pt x="123189" y="0"/>
                  </a:lnTo>
                  <a:lnTo>
                    <a:pt x="123189" y="5079"/>
                  </a:lnTo>
                  <a:lnTo>
                    <a:pt x="124459" y="5079"/>
                  </a:lnTo>
                  <a:lnTo>
                    <a:pt x="124459" y="7619"/>
                  </a:lnTo>
                  <a:lnTo>
                    <a:pt x="207009" y="7619"/>
                  </a:lnTo>
                  <a:lnTo>
                    <a:pt x="207009" y="0"/>
                  </a:lnTo>
                  <a:close/>
                </a:path>
              </a:pathLst>
            </a:custGeom>
            <a:solidFill>
              <a:srgbClr val="217600"/>
            </a:solidFill>
          </p:spPr>
          <p:txBody>
            <a:bodyPr wrap="square" lIns="0" tIns="0" rIns="0" bIns="0" rtlCol="0"/>
            <a:lstStyle/>
            <a:p/>
          </p:txBody>
        </p:sp>
        <p:sp>
          <p:nvSpPr>
            <p:cNvPr id="2603" name="object 2603"/>
            <p:cNvSpPr/>
            <p:nvPr/>
          </p:nvSpPr>
          <p:spPr>
            <a:xfrm>
              <a:off x="8300720" y="1278889"/>
              <a:ext cx="209550" cy="7620"/>
            </a:xfrm>
            <a:custGeom>
              <a:avLst/>
              <a:gdLst/>
              <a:ahLst/>
              <a:cxnLst/>
              <a:rect l="l" t="t" r="r" b="b"/>
              <a:pathLst>
                <a:path w="209550" h="7619">
                  <a:moveTo>
                    <a:pt x="83820" y="0"/>
                  </a:moveTo>
                  <a:lnTo>
                    <a:pt x="1270" y="0"/>
                  </a:lnTo>
                  <a:lnTo>
                    <a:pt x="1270" y="6350"/>
                  </a:lnTo>
                  <a:lnTo>
                    <a:pt x="0" y="6350"/>
                  </a:lnTo>
                  <a:lnTo>
                    <a:pt x="0" y="7620"/>
                  </a:lnTo>
                  <a:lnTo>
                    <a:pt x="82550" y="7620"/>
                  </a:lnTo>
                  <a:lnTo>
                    <a:pt x="82550" y="3810"/>
                  </a:lnTo>
                  <a:lnTo>
                    <a:pt x="83820" y="3810"/>
                  </a:lnTo>
                  <a:lnTo>
                    <a:pt x="83820" y="0"/>
                  </a:lnTo>
                  <a:close/>
                </a:path>
                <a:path w="209550" h="7619">
                  <a:moveTo>
                    <a:pt x="208279" y="0"/>
                  </a:moveTo>
                  <a:lnTo>
                    <a:pt x="125729" y="0"/>
                  </a:lnTo>
                  <a:lnTo>
                    <a:pt x="125729" y="3810"/>
                  </a:lnTo>
                  <a:lnTo>
                    <a:pt x="127000" y="3810"/>
                  </a:lnTo>
                  <a:lnTo>
                    <a:pt x="127000" y="7620"/>
                  </a:lnTo>
                  <a:lnTo>
                    <a:pt x="209550" y="7620"/>
                  </a:lnTo>
                  <a:lnTo>
                    <a:pt x="209550" y="6350"/>
                  </a:lnTo>
                  <a:lnTo>
                    <a:pt x="208279" y="6350"/>
                  </a:lnTo>
                  <a:lnTo>
                    <a:pt x="208279" y="0"/>
                  </a:lnTo>
                  <a:close/>
                </a:path>
              </a:pathLst>
            </a:custGeom>
            <a:solidFill>
              <a:srgbClr val="227500"/>
            </a:solidFill>
          </p:spPr>
          <p:txBody>
            <a:bodyPr wrap="square" lIns="0" tIns="0" rIns="0" bIns="0" rtlCol="0"/>
            <a:lstStyle/>
            <a:p/>
          </p:txBody>
        </p:sp>
        <p:sp>
          <p:nvSpPr>
            <p:cNvPr id="2604" name="object 2604"/>
            <p:cNvSpPr/>
            <p:nvPr/>
          </p:nvSpPr>
          <p:spPr>
            <a:xfrm>
              <a:off x="8300720" y="1286509"/>
              <a:ext cx="209550" cy="6350"/>
            </a:xfrm>
            <a:custGeom>
              <a:avLst/>
              <a:gdLst/>
              <a:ahLst/>
              <a:cxnLst/>
              <a:rect l="l" t="t" r="r" b="b"/>
              <a:pathLst>
                <a:path w="209550" h="6350">
                  <a:moveTo>
                    <a:pt x="82550" y="0"/>
                  </a:moveTo>
                  <a:lnTo>
                    <a:pt x="0" y="0"/>
                  </a:lnTo>
                  <a:lnTo>
                    <a:pt x="0" y="6350"/>
                  </a:lnTo>
                  <a:lnTo>
                    <a:pt x="82550" y="6350"/>
                  </a:lnTo>
                  <a:lnTo>
                    <a:pt x="82550" y="0"/>
                  </a:lnTo>
                  <a:close/>
                </a:path>
                <a:path w="209550" h="6350">
                  <a:moveTo>
                    <a:pt x="209550" y="0"/>
                  </a:moveTo>
                  <a:lnTo>
                    <a:pt x="127000" y="0"/>
                  </a:lnTo>
                  <a:lnTo>
                    <a:pt x="127000" y="6350"/>
                  </a:lnTo>
                  <a:lnTo>
                    <a:pt x="209550" y="6350"/>
                  </a:lnTo>
                  <a:lnTo>
                    <a:pt x="209550" y="0"/>
                  </a:lnTo>
                  <a:close/>
                </a:path>
              </a:pathLst>
            </a:custGeom>
            <a:solidFill>
              <a:srgbClr val="237400"/>
            </a:solidFill>
          </p:spPr>
          <p:txBody>
            <a:bodyPr wrap="square" lIns="0" tIns="0" rIns="0" bIns="0" rtlCol="0"/>
            <a:lstStyle/>
            <a:p/>
          </p:txBody>
        </p:sp>
        <p:sp>
          <p:nvSpPr>
            <p:cNvPr id="2605" name="object 2605"/>
            <p:cNvSpPr/>
            <p:nvPr/>
          </p:nvSpPr>
          <p:spPr>
            <a:xfrm>
              <a:off x="830072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247300"/>
            </a:solidFill>
          </p:spPr>
          <p:txBody>
            <a:bodyPr wrap="square" lIns="0" tIns="0" rIns="0" bIns="0" rtlCol="0"/>
            <a:lstStyle/>
            <a:p/>
          </p:txBody>
        </p:sp>
        <p:sp>
          <p:nvSpPr>
            <p:cNvPr id="2606" name="object 2606"/>
            <p:cNvSpPr/>
            <p:nvPr/>
          </p:nvSpPr>
          <p:spPr>
            <a:xfrm>
              <a:off x="829945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257200"/>
            </a:solidFill>
          </p:spPr>
          <p:txBody>
            <a:bodyPr wrap="square" lIns="0" tIns="0" rIns="0" bIns="0" rtlCol="0"/>
            <a:lstStyle/>
            <a:p/>
          </p:txBody>
        </p:sp>
        <p:sp>
          <p:nvSpPr>
            <p:cNvPr id="2607" name="object 2607"/>
            <p:cNvSpPr/>
            <p:nvPr/>
          </p:nvSpPr>
          <p:spPr>
            <a:xfrm>
              <a:off x="8299450" y="1308099"/>
              <a:ext cx="212090" cy="6350"/>
            </a:xfrm>
            <a:custGeom>
              <a:avLst/>
              <a:gdLst/>
              <a:ahLst/>
              <a:cxnLst/>
              <a:rect l="l" t="t" r="r" b="b"/>
              <a:pathLst>
                <a:path w="212090" h="6350">
                  <a:moveTo>
                    <a:pt x="212090" y="1270"/>
                  </a:moveTo>
                  <a:lnTo>
                    <a:pt x="210820" y="1270"/>
                  </a:lnTo>
                  <a:lnTo>
                    <a:pt x="210820" y="0"/>
                  </a:lnTo>
                  <a:lnTo>
                    <a:pt x="0" y="0"/>
                  </a:lnTo>
                  <a:lnTo>
                    <a:pt x="0" y="1270"/>
                  </a:lnTo>
                  <a:lnTo>
                    <a:pt x="0" y="6350"/>
                  </a:lnTo>
                  <a:lnTo>
                    <a:pt x="212090" y="6350"/>
                  </a:lnTo>
                  <a:lnTo>
                    <a:pt x="212090" y="1270"/>
                  </a:lnTo>
                  <a:close/>
                </a:path>
              </a:pathLst>
            </a:custGeom>
            <a:solidFill>
              <a:srgbClr val="277000"/>
            </a:solidFill>
          </p:spPr>
          <p:txBody>
            <a:bodyPr wrap="square" lIns="0" tIns="0" rIns="0" bIns="0" rtlCol="0"/>
            <a:lstStyle/>
            <a:p/>
          </p:txBody>
        </p:sp>
        <p:sp>
          <p:nvSpPr>
            <p:cNvPr id="2608" name="object 2608"/>
            <p:cNvSpPr/>
            <p:nvPr/>
          </p:nvSpPr>
          <p:spPr>
            <a:xfrm>
              <a:off x="8299450" y="131444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286F00"/>
            </a:solidFill>
          </p:spPr>
          <p:txBody>
            <a:bodyPr wrap="square" lIns="0" tIns="0" rIns="0" bIns="0" rtlCol="0"/>
            <a:lstStyle/>
            <a:p/>
          </p:txBody>
        </p:sp>
        <p:sp>
          <p:nvSpPr>
            <p:cNvPr id="2609" name="object 2609"/>
            <p:cNvSpPr/>
            <p:nvPr/>
          </p:nvSpPr>
          <p:spPr>
            <a:xfrm>
              <a:off x="8298180" y="1322069"/>
              <a:ext cx="213360" cy="7620"/>
            </a:xfrm>
            <a:custGeom>
              <a:avLst/>
              <a:gdLst/>
              <a:ahLst/>
              <a:cxnLst/>
              <a:rect l="l" t="t" r="r" b="b"/>
              <a:pathLst>
                <a:path w="213359" h="7619">
                  <a:moveTo>
                    <a:pt x="213347" y="1282"/>
                  </a:moveTo>
                  <a:lnTo>
                    <a:pt x="0" y="1282"/>
                  </a:lnTo>
                  <a:lnTo>
                    <a:pt x="0" y="7620"/>
                  </a:lnTo>
                  <a:lnTo>
                    <a:pt x="213347" y="7620"/>
                  </a:lnTo>
                  <a:lnTo>
                    <a:pt x="213347" y="1282"/>
                  </a:lnTo>
                  <a:close/>
                </a:path>
                <a:path w="213359" h="7619">
                  <a:moveTo>
                    <a:pt x="213360" y="0"/>
                  </a:moveTo>
                  <a:lnTo>
                    <a:pt x="1270" y="0"/>
                  </a:lnTo>
                  <a:lnTo>
                    <a:pt x="1270" y="1270"/>
                  </a:lnTo>
                  <a:lnTo>
                    <a:pt x="213360" y="1270"/>
                  </a:lnTo>
                  <a:lnTo>
                    <a:pt x="213360" y="0"/>
                  </a:lnTo>
                  <a:close/>
                </a:path>
              </a:pathLst>
            </a:custGeom>
            <a:solidFill>
              <a:srgbClr val="296E00"/>
            </a:solidFill>
          </p:spPr>
          <p:txBody>
            <a:bodyPr wrap="square" lIns="0" tIns="0" rIns="0" bIns="0" rtlCol="0"/>
            <a:lstStyle/>
            <a:p/>
          </p:txBody>
        </p:sp>
        <p:sp>
          <p:nvSpPr>
            <p:cNvPr id="2610" name="object 2610"/>
            <p:cNvSpPr/>
            <p:nvPr/>
          </p:nvSpPr>
          <p:spPr>
            <a:xfrm>
              <a:off x="8298180" y="1329689"/>
              <a:ext cx="214629" cy="7620"/>
            </a:xfrm>
            <a:custGeom>
              <a:avLst/>
              <a:gdLst/>
              <a:ahLst/>
              <a:cxnLst/>
              <a:rect l="l" t="t" r="r" b="b"/>
              <a:pathLst>
                <a:path w="214629" h="7619">
                  <a:moveTo>
                    <a:pt x="214630" y="5080"/>
                  </a:moveTo>
                  <a:lnTo>
                    <a:pt x="213347" y="5080"/>
                  </a:lnTo>
                  <a:lnTo>
                    <a:pt x="213347" y="0"/>
                  </a:lnTo>
                  <a:lnTo>
                    <a:pt x="0" y="0"/>
                  </a:lnTo>
                  <a:lnTo>
                    <a:pt x="0" y="5080"/>
                  </a:lnTo>
                  <a:lnTo>
                    <a:pt x="0" y="7620"/>
                  </a:lnTo>
                  <a:lnTo>
                    <a:pt x="214630" y="7620"/>
                  </a:lnTo>
                  <a:lnTo>
                    <a:pt x="214630" y="5080"/>
                  </a:lnTo>
                  <a:close/>
                </a:path>
              </a:pathLst>
            </a:custGeom>
            <a:solidFill>
              <a:srgbClr val="2A6D00"/>
            </a:solidFill>
          </p:spPr>
          <p:txBody>
            <a:bodyPr wrap="square" lIns="0" tIns="0" rIns="0" bIns="0" rtlCol="0"/>
            <a:lstStyle/>
            <a:p/>
          </p:txBody>
        </p:sp>
        <p:sp>
          <p:nvSpPr>
            <p:cNvPr id="2611" name="object 2611"/>
            <p:cNvSpPr/>
            <p:nvPr/>
          </p:nvSpPr>
          <p:spPr>
            <a:xfrm>
              <a:off x="8298180"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B6C00"/>
            </a:solidFill>
          </p:spPr>
          <p:txBody>
            <a:bodyPr wrap="square" lIns="0" tIns="0" rIns="0" bIns="0" rtlCol="0"/>
            <a:lstStyle/>
            <a:p/>
          </p:txBody>
        </p:sp>
        <p:sp>
          <p:nvSpPr>
            <p:cNvPr id="2612" name="object 2612"/>
            <p:cNvSpPr/>
            <p:nvPr/>
          </p:nvSpPr>
          <p:spPr>
            <a:xfrm>
              <a:off x="8298180"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2C6B00"/>
            </a:solidFill>
          </p:spPr>
          <p:txBody>
            <a:bodyPr wrap="square" lIns="0" tIns="0" rIns="0" bIns="0" rtlCol="0"/>
            <a:lstStyle/>
            <a:p/>
          </p:txBody>
        </p:sp>
        <p:sp>
          <p:nvSpPr>
            <p:cNvPr id="2613" name="object 2613"/>
            <p:cNvSpPr/>
            <p:nvPr/>
          </p:nvSpPr>
          <p:spPr>
            <a:xfrm>
              <a:off x="8298180"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2D6A00"/>
            </a:solidFill>
          </p:spPr>
          <p:txBody>
            <a:bodyPr wrap="square" lIns="0" tIns="0" rIns="0" bIns="0" rtlCol="0"/>
            <a:lstStyle/>
            <a:p/>
          </p:txBody>
        </p:sp>
        <p:sp>
          <p:nvSpPr>
            <p:cNvPr id="2614" name="object 2614"/>
            <p:cNvSpPr/>
            <p:nvPr/>
          </p:nvSpPr>
          <p:spPr>
            <a:xfrm>
              <a:off x="8298180"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2F6800"/>
            </a:solidFill>
          </p:spPr>
          <p:txBody>
            <a:bodyPr wrap="square" lIns="0" tIns="0" rIns="0" bIns="0" rtlCol="0"/>
            <a:lstStyle/>
            <a:p/>
          </p:txBody>
        </p:sp>
        <p:sp>
          <p:nvSpPr>
            <p:cNvPr id="2615" name="object 2615"/>
            <p:cNvSpPr/>
            <p:nvPr/>
          </p:nvSpPr>
          <p:spPr>
            <a:xfrm>
              <a:off x="8298180"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06700"/>
            </a:solidFill>
          </p:spPr>
          <p:txBody>
            <a:bodyPr wrap="square" lIns="0" tIns="0" rIns="0" bIns="0" rtlCol="0"/>
            <a:lstStyle/>
            <a:p/>
          </p:txBody>
        </p:sp>
        <p:sp>
          <p:nvSpPr>
            <p:cNvPr id="2616" name="object 2616"/>
            <p:cNvSpPr/>
            <p:nvPr/>
          </p:nvSpPr>
          <p:spPr>
            <a:xfrm>
              <a:off x="8298180"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16600"/>
            </a:solidFill>
          </p:spPr>
          <p:txBody>
            <a:bodyPr wrap="square" lIns="0" tIns="0" rIns="0" bIns="0" rtlCol="0"/>
            <a:lstStyle/>
            <a:p/>
          </p:txBody>
        </p:sp>
        <p:sp>
          <p:nvSpPr>
            <p:cNvPr id="2617" name="object 2617"/>
            <p:cNvSpPr/>
            <p:nvPr/>
          </p:nvSpPr>
          <p:spPr>
            <a:xfrm>
              <a:off x="8298180"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36600"/>
            </a:solidFill>
          </p:spPr>
          <p:txBody>
            <a:bodyPr wrap="square" lIns="0" tIns="0" rIns="0" bIns="0" rtlCol="0"/>
            <a:lstStyle/>
            <a:p/>
          </p:txBody>
        </p:sp>
        <p:sp>
          <p:nvSpPr>
            <p:cNvPr id="2618" name="object 2618"/>
            <p:cNvSpPr/>
            <p:nvPr/>
          </p:nvSpPr>
          <p:spPr>
            <a:xfrm>
              <a:off x="8298180"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36400"/>
            </a:solidFill>
          </p:spPr>
          <p:txBody>
            <a:bodyPr wrap="square" lIns="0" tIns="0" rIns="0" bIns="0" rtlCol="0"/>
            <a:lstStyle/>
            <a:p/>
          </p:txBody>
        </p:sp>
        <p:sp>
          <p:nvSpPr>
            <p:cNvPr id="2619" name="object 2619"/>
            <p:cNvSpPr/>
            <p:nvPr/>
          </p:nvSpPr>
          <p:spPr>
            <a:xfrm>
              <a:off x="8298180"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46300"/>
            </a:solidFill>
          </p:spPr>
          <p:txBody>
            <a:bodyPr wrap="square" lIns="0" tIns="0" rIns="0" bIns="0" rtlCol="0"/>
            <a:lstStyle/>
            <a:p/>
          </p:txBody>
        </p:sp>
        <p:sp>
          <p:nvSpPr>
            <p:cNvPr id="2620" name="object 2620"/>
            <p:cNvSpPr/>
            <p:nvPr/>
          </p:nvSpPr>
          <p:spPr>
            <a:xfrm>
              <a:off x="8298180"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66100"/>
            </a:solidFill>
          </p:spPr>
          <p:txBody>
            <a:bodyPr wrap="square" lIns="0" tIns="0" rIns="0" bIns="0" rtlCol="0"/>
            <a:lstStyle/>
            <a:p/>
          </p:txBody>
        </p:sp>
        <p:sp>
          <p:nvSpPr>
            <p:cNvPr id="2621" name="object 2621"/>
            <p:cNvSpPr/>
            <p:nvPr/>
          </p:nvSpPr>
          <p:spPr>
            <a:xfrm>
              <a:off x="8298180"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76000"/>
            </a:solidFill>
          </p:spPr>
          <p:txBody>
            <a:bodyPr wrap="square" lIns="0" tIns="0" rIns="0" bIns="0" rtlCol="0"/>
            <a:lstStyle/>
            <a:p/>
          </p:txBody>
        </p:sp>
        <p:sp>
          <p:nvSpPr>
            <p:cNvPr id="2622" name="object 2622"/>
            <p:cNvSpPr/>
            <p:nvPr/>
          </p:nvSpPr>
          <p:spPr>
            <a:xfrm>
              <a:off x="8298180"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85F00"/>
            </a:solidFill>
          </p:spPr>
          <p:txBody>
            <a:bodyPr wrap="square" lIns="0" tIns="0" rIns="0" bIns="0" rtlCol="0"/>
            <a:lstStyle/>
            <a:p/>
          </p:txBody>
        </p:sp>
        <p:sp>
          <p:nvSpPr>
            <p:cNvPr id="2623" name="object 2623"/>
            <p:cNvSpPr/>
            <p:nvPr/>
          </p:nvSpPr>
          <p:spPr>
            <a:xfrm>
              <a:off x="8298180"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95E00"/>
            </a:solidFill>
          </p:spPr>
          <p:txBody>
            <a:bodyPr wrap="square" lIns="0" tIns="0" rIns="0" bIns="0" rtlCol="0"/>
            <a:lstStyle/>
            <a:p/>
          </p:txBody>
        </p:sp>
        <p:sp>
          <p:nvSpPr>
            <p:cNvPr id="2624" name="object 2624"/>
            <p:cNvSpPr/>
            <p:nvPr/>
          </p:nvSpPr>
          <p:spPr>
            <a:xfrm>
              <a:off x="829818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3A5D00"/>
            </a:solidFill>
          </p:spPr>
          <p:txBody>
            <a:bodyPr wrap="square" lIns="0" tIns="0" rIns="0" bIns="0" rtlCol="0"/>
            <a:lstStyle/>
            <a:p/>
          </p:txBody>
        </p:sp>
        <p:sp>
          <p:nvSpPr>
            <p:cNvPr id="2625" name="object 2625"/>
            <p:cNvSpPr/>
            <p:nvPr/>
          </p:nvSpPr>
          <p:spPr>
            <a:xfrm>
              <a:off x="8299450" y="143763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3B5C00"/>
            </a:solidFill>
          </p:spPr>
          <p:txBody>
            <a:bodyPr wrap="square" lIns="0" tIns="0" rIns="0" bIns="0" rtlCol="0"/>
            <a:lstStyle/>
            <a:p/>
          </p:txBody>
        </p:sp>
        <p:sp>
          <p:nvSpPr>
            <p:cNvPr id="2626" name="object 2626"/>
            <p:cNvSpPr/>
            <p:nvPr/>
          </p:nvSpPr>
          <p:spPr>
            <a:xfrm>
              <a:off x="8299450" y="1445259"/>
              <a:ext cx="213360" cy="6350"/>
            </a:xfrm>
            <a:custGeom>
              <a:avLst/>
              <a:gdLst/>
              <a:ahLst/>
              <a:cxnLst/>
              <a:rect l="l" t="t" r="r" b="b"/>
              <a:pathLst>
                <a:path w="213359"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3C5B00"/>
            </a:solidFill>
          </p:spPr>
          <p:txBody>
            <a:bodyPr wrap="square" lIns="0" tIns="0" rIns="0" bIns="0" rtlCol="0"/>
            <a:lstStyle/>
            <a:p/>
          </p:txBody>
        </p:sp>
        <p:sp>
          <p:nvSpPr>
            <p:cNvPr id="2627" name="object 2627"/>
            <p:cNvSpPr/>
            <p:nvPr/>
          </p:nvSpPr>
          <p:spPr>
            <a:xfrm>
              <a:off x="8299450"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3E5900"/>
            </a:solidFill>
          </p:spPr>
          <p:txBody>
            <a:bodyPr wrap="square" lIns="0" tIns="0" rIns="0" bIns="0" rtlCol="0"/>
            <a:lstStyle/>
            <a:p/>
          </p:txBody>
        </p:sp>
        <p:sp>
          <p:nvSpPr>
            <p:cNvPr id="2628" name="object 2628"/>
            <p:cNvSpPr/>
            <p:nvPr/>
          </p:nvSpPr>
          <p:spPr>
            <a:xfrm>
              <a:off x="8300720"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79" y="5079"/>
                  </a:moveTo>
                  <a:lnTo>
                    <a:pt x="130809" y="5079"/>
                  </a:lnTo>
                  <a:lnTo>
                    <a:pt x="130809" y="7620"/>
                  </a:lnTo>
                  <a:lnTo>
                    <a:pt x="134619" y="7620"/>
                  </a:lnTo>
                  <a:lnTo>
                    <a:pt x="134619" y="6350"/>
                  </a:lnTo>
                  <a:lnTo>
                    <a:pt x="132079" y="6350"/>
                  </a:lnTo>
                  <a:lnTo>
                    <a:pt x="132079" y="5079"/>
                  </a:lnTo>
                  <a:close/>
                </a:path>
              </a:pathLst>
            </a:custGeom>
            <a:solidFill>
              <a:srgbClr val="3F5800"/>
            </a:solidFill>
          </p:spPr>
          <p:txBody>
            <a:bodyPr wrap="square" lIns="0" tIns="0" rIns="0" bIns="0" rtlCol="0"/>
            <a:lstStyle/>
            <a:p/>
          </p:txBody>
        </p:sp>
        <p:sp>
          <p:nvSpPr>
            <p:cNvPr id="2629" name="object 2629"/>
            <p:cNvSpPr/>
            <p:nvPr/>
          </p:nvSpPr>
          <p:spPr>
            <a:xfrm>
              <a:off x="8300720"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90"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29" y="0"/>
                  </a:moveTo>
                  <a:lnTo>
                    <a:pt x="130809" y="0"/>
                  </a:lnTo>
                  <a:lnTo>
                    <a:pt x="130809" y="1270"/>
                  </a:lnTo>
                  <a:lnTo>
                    <a:pt x="138429" y="1270"/>
                  </a:lnTo>
                  <a:lnTo>
                    <a:pt x="138429" y="0"/>
                  </a:lnTo>
                  <a:close/>
                </a:path>
              </a:pathLst>
            </a:custGeom>
            <a:solidFill>
              <a:srgbClr val="405700"/>
            </a:solidFill>
          </p:spPr>
          <p:txBody>
            <a:bodyPr wrap="square" lIns="0" tIns="0" rIns="0" bIns="0" rtlCol="0"/>
            <a:lstStyle/>
            <a:p/>
          </p:txBody>
        </p:sp>
        <p:sp>
          <p:nvSpPr>
            <p:cNvPr id="2630" name="object 2630"/>
            <p:cNvSpPr/>
            <p:nvPr/>
          </p:nvSpPr>
          <p:spPr>
            <a:xfrm>
              <a:off x="8301990" y="1474469"/>
              <a:ext cx="177800" cy="6350"/>
            </a:xfrm>
            <a:custGeom>
              <a:avLst/>
              <a:gdLst/>
              <a:ahLst/>
              <a:cxnLst/>
              <a:rect l="l" t="t" r="r" b="b"/>
              <a:pathLst>
                <a:path w="177800" h="6350">
                  <a:moveTo>
                    <a:pt x="83820" y="0"/>
                  </a:moveTo>
                  <a:lnTo>
                    <a:pt x="0" y="0"/>
                  </a:lnTo>
                  <a:lnTo>
                    <a:pt x="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415600"/>
            </a:solidFill>
          </p:spPr>
          <p:txBody>
            <a:bodyPr wrap="square" lIns="0" tIns="0" rIns="0" bIns="0" rtlCol="0"/>
            <a:lstStyle/>
            <a:p/>
          </p:txBody>
        </p:sp>
        <p:sp>
          <p:nvSpPr>
            <p:cNvPr id="2631" name="object 2631"/>
            <p:cNvSpPr/>
            <p:nvPr/>
          </p:nvSpPr>
          <p:spPr>
            <a:xfrm>
              <a:off x="8301990" y="1480819"/>
              <a:ext cx="201930" cy="7620"/>
            </a:xfrm>
            <a:custGeom>
              <a:avLst/>
              <a:gdLst/>
              <a:ahLst/>
              <a:cxnLst/>
              <a:rect l="l" t="t" r="r" b="b"/>
              <a:pathLst>
                <a:path w="201929" h="7619">
                  <a:moveTo>
                    <a:pt x="86359" y="2539"/>
                  </a:moveTo>
                  <a:lnTo>
                    <a:pt x="1269" y="2539"/>
                  </a:lnTo>
                  <a:lnTo>
                    <a:pt x="1269" y="7619"/>
                  </a:lnTo>
                  <a:lnTo>
                    <a:pt x="86359" y="7619"/>
                  </a:lnTo>
                  <a:lnTo>
                    <a:pt x="86359" y="2539"/>
                  </a:lnTo>
                  <a:close/>
                </a:path>
                <a:path w="201929" h="7619">
                  <a:moveTo>
                    <a:pt x="85090" y="0"/>
                  </a:moveTo>
                  <a:lnTo>
                    <a:pt x="0" y="0"/>
                  </a:lnTo>
                  <a:lnTo>
                    <a:pt x="0" y="2539"/>
                  </a:lnTo>
                  <a:lnTo>
                    <a:pt x="85090" y="2539"/>
                  </a:lnTo>
                  <a:lnTo>
                    <a:pt x="85090" y="0"/>
                  </a:lnTo>
                  <a:close/>
                </a:path>
                <a:path w="201929" h="7619">
                  <a:moveTo>
                    <a:pt x="201929" y="6350"/>
                  </a:moveTo>
                  <a:lnTo>
                    <a:pt x="123189" y="6350"/>
                  </a:lnTo>
                  <a:lnTo>
                    <a:pt x="123189" y="7619"/>
                  </a:lnTo>
                  <a:lnTo>
                    <a:pt x="201929" y="7619"/>
                  </a:lnTo>
                  <a:lnTo>
                    <a:pt x="201929" y="6350"/>
                  </a:lnTo>
                  <a:close/>
                </a:path>
                <a:path w="201929" h="7619">
                  <a:moveTo>
                    <a:pt x="186689" y="1269"/>
                  </a:moveTo>
                  <a:lnTo>
                    <a:pt x="124459" y="1269"/>
                  </a:lnTo>
                  <a:lnTo>
                    <a:pt x="124459" y="6350"/>
                  </a:lnTo>
                  <a:lnTo>
                    <a:pt x="198119" y="6350"/>
                  </a:lnTo>
                  <a:lnTo>
                    <a:pt x="198119" y="5079"/>
                  </a:lnTo>
                  <a:lnTo>
                    <a:pt x="194309" y="5079"/>
                  </a:lnTo>
                  <a:lnTo>
                    <a:pt x="194309" y="3809"/>
                  </a:lnTo>
                  <a:lnTo>
                    <a:pt x="190500" y="3809"/>
                  </a:lnTo>
                  <a:lnTo>
                    <a:pt x="190500" y="2539"/>
                  </a:lnTo>
                  <a:lnTo>
                    <a:pt x="186689" y="2539"/>
                  </a:lnTo>
                  <a:lnTo>
                    <a:pt x="186689" y="1269"/>
                  </a:lnTo>
                  <a:close/>
                </a:path>
                <a:path w="201929" h="7619">
                  <a:moveTo>
                    <a:pt x="181609" y="0"/>
                  </a:moveTo>
                  <a:lnTo>
                    <a:pt x="125729" y="0"/>
                  </a:lnTo>
                  <a:lnTo>
                    <a:pt x="125729" y="1269"/>
                  </a:lnTo>
                  <a:lnTo>
                    <a:pt x="181609" y="1269"/>
                  </a:lnTo>
                  <a:lnTo>
                    <a:pt x="181609" y="0"/>
                  </a:lnTo>
                  <a:close/>
                </a:path>
              </a:pathLst>
            </a:custGeom>
            <a:solidFill>
              <a:srgbClr val="425500"/>
            </a:solidFill>
          </p:spPr>
          <p:txBody>
            <a:bodyPr wrap="square" lIns="0" tIns="0" rIns="0" bIns="0" rtlCol="0"/>
            <a:lstStyle/>
            <a:p/>
          </p:txBody>
        </p:sp>
        <p:sp>
          <p:nvSpPr>
            <p:cNvPr id="2632" name="object 2632"/>
            <p:cNvSpPr/>
            <p:nvPr/>
          </p:nvSpPr>
          <p:spPr>
            <a:xfrm>
              <a:off x="8303260" y="1488439"/>
              <a:ext cx="209550" cy="7620"/>
            </a:xfrm>
            <a:custGeom>
              <a:avLst/>
              <a:gdLst/>
              <a:ahLst/>
              <a:cxnLst/>
              <a:rect l="l" t="t" r="r" b="b"/>
              <a:pathLst>
                <a:path w="209550" h="7619">
                  <a:moveTo>
                    <a:pt x="87617" y="6350"/>
                  </a:moveTo>
                  <a:lnTo>
                    <a:pt x="86360" y="6350"/>
                  </a:lnTo>
                  <a:lnTo>
                    <a:pt x="86360" y="5080"/>
                  </a:lnTo>
                  <a:lnTo>
                    <a:pt x="86347" y="3810"/>
                  </a:lnTo>
                  <a:lnTo>
                    <a:pt x="85090" y="3810"/>
                  </a:lnTo>
                  <a:lnTo>
                    <a:pt x="85090" y="0"/>
                  </a:lnTo>
                  <a:lnTo>
                    <a:pt x="0" y="0"/>
                  </a:lnTo>
                  <a:lnTo>
                    <a:pt x="0" y="3810"/>
                  </a:lnTo>
                  <a:lnTo>
                    <a:pt x="0" y="5080"/>
                  </a:lnTo>
                  <a:lnTo>
                    <a:pt x="1270" y="5080"/>
                  </a:lnTo>
                  <a:lnTo>
                    <a:pt x="1270" y="6350"/>
                  </a:lnTo>
                  <a:lnTo>
                    <a:pt x="1270" y="7620"/>
                  </a:lnTo>
                  <a:lnTo>
                    <a:pt x="87617" y="7620"/>
                  </a:lnTo>
                  <a:lnTo>
                    <a:pt x="87617" y="6350"/>
                  </a:lnTo>
                  <a:close/>
                </a:path>
                <a:path w="209550" h="7619">
                  <a:moveTo>
                    <a:pt x="209550" y="1270"/>
                  </a:moveTo>
                  <a:lnTo>
                    <a:pt x="205740" y="1270"/>
                  </a:lnTo>
                  <a:lnTo>
                    <a:pt x="205740" y="0"/>
                  </a:lnTo>
                  <a:lnTo>
                    <a:pt x="121920" y="0"/>
                  </a:lnTo>
                  <a:lnTo>
                    <a:pt x="121920" y="1270"/>
                  </a:lnTo>
                  <a:lnTo>
                    <a:pt x="121920" y="2540"/>
                  </a:lnTo>
                  <a:lnTo>
                    <a:pt x="120650" y="2540"/>
                  </a:lnTo>
                  <a:lnTo>
                    <a:pt x="120650" y="6350"/>
                  </a:lnTo>
                  <a:lnTo>
                    <a:pt x="119380" y="6350"/>
                  </a:lnTo>
                  <a:lnTo>
                    <a:pt x="119380" y="7620"/>
                  </a:lnTo>
                  <a:lnTo>
                    <a:pt x="209550" y="7620"/>
                  </a:lnTo>
                  <a:lnTo>
                    <a:pt x="209550" y="6350"/>
                  </a:lnTo>
                  <a:lnTo>
                    <a:pt x="209550" y="2540"/>
                  </a:lnTo>
                  <a:lnTo>
                    <a:pt x="209550" y="1270"/>
                  </a:lnTo>
                  <a:close/>
                </a:path>
              </a:pathLst>
            </a:custGeom>
            <a:solidFill>
              <a:srgbClr val="435400"/>
            </a:solidFill>
          </p:spPr>
          <p:txBody>
            <a:bodyPr wrap="square" lIns="0" tIns="0" rIns="0" bIns="0" rtlCol="0"/>
            <a:lstStyle/>
            <a:p/>
          </p:txBody>
        </p:sp>
        <p:sp>
          <p:nvSpPr>
            <p:cNvPr id="2633" name="object 2633"/>
            <p:cNvSpPr/>
            <p:nvPr/>
          </p:nvSpPr>
          <p:spPr>
            <a:xfrm>
              <a:off x="8304530" y="1496059"/>
              <a:ext cx="208279" cy="6350"/>
            </a:xfrm>
            <a:custGeom>
              <a:avLst/>
              <a:gdLst/>
              <a:ahLst/>
              <a:cxnLst/>
              <a:rect l="l" t="t" r="r" b="b"/>
              <a:pathLst>
                <a:path w="208279" h="6350">
                  <a:moveTo>
                    <a:pt x="88900" y="5080"/>
                  </a:moveTo>
                  <a:lnTo>
                    <a:pt x="87630" y="5080"/>
                  </a:lnTo>
                  <a:lnTo>
                    <a:pt x="87630" y="2540"/>
                  </a:lnTo>
                  <a:lnTo>
                    <a:pt x="86347" y="2540"/>
                  </a:lnTo>
                  <a:lnTo>
                    <a:pt x="86347" y="0"/>
                  </a:lnTo>
                  <a:lnTo>
                    <a:pt x="0" y="0"/>
                  </a:lnTo>
                  <a:lnTo>
                    <a:pt x="0" y="2540"/>
                  </a:lnTo>
                  <a:lnTo>
                    <a:pt x="0" y="5080"/>
                  </a:lnTo>
                  <a:lnTo>
                    <a:pt x="0" y="6350"/>
                  </a:lnTo>
                  <a:lnTo>
                    <a:pt x="88900" y="6350"/>
                  </a:lnTo>
                  <a:lnTo>
                    <a:pt x="88900" y="5080"/>
                  </a:lnTo>
                  <a:close/>
                </a:path>
                <a:path w="208279" h="6350">
                  <a:moveTo>
                    <a:pt x="208280" y="0"/>
                  </a:moveTo>
                  <a:lnTo>
                    <a:pt x="118110" y="0"/>
                  </a:lnTo>
                  <a:lnTo>
                    <a:pt x="118110" y="3810"/>
                  </a:lnTo>
                  <a:lnTo>
                    <a:pt x="116840" y="3810"/>
                  </a:lnTo>
                  <a:lnTo>
                    <a:pt x="116840" y="5080"/>
                  </a:lnTo>
                  <a:lnTo>
                    <a:pt x="116840" y="6350"/>
                  </a:lnTo>
                  <a:lnTo>
                    <a:pt x="207010" y="6350"/>
                  </a:lnTo>
                  <a:lnTo>
                    <a:pt x="207010" y="5080"/>
                  </a:lnTo>
                  <a:lnTo>
                    <a:pt x="208280" y="5080"/>
                  </a:lnTo>
                  <a:lnTo>
                    <a:pt x="208280" y="3810"/>
                  </a:lnTo>
                  <a:lnTo>
                    <a:pt x="208280" y="0"/>
                  </a:lnTo>
                  <a:close/>
                </a:path>
              </a:pathLst>
            </a:custGeom>
            <a:solidFill>
              <a:srgbClr val="445300"/>
            </a:solidFill>
          </p:spPr>
          <p:txBody>
            <a:bodyPr wrap="square" lIns="0" tIns="0" rIns="0" bIns="0" rtlCol="0"/>
            <a:lstStyle/>
            <a:p/>
          </p:txBody>
        </p:sp>
        <p:sp>
          <p:nvSpPr>
            <p:cNvPr id="2634" name="object 2634"/>
            <p:cNvSpPr/>
            <p:nvPr/>
          </p:nvSpPr>
          <p:spPr>
            <a:xfrm>
              <a:off x="8304530" y="1502409"/>
              <a:ext cx="207010" cy="7620"/>
            </a:xfrm>
            <a:custGeom>
              <a:avLst/>
              <a:gdLst/>
              <a:ahLst/>
              <a:cxnLst/>
              <a:rect l="l" t="t" r="r" b="b"/>
              <a:pathLst>
                <a:path w="207009" h="7619">
                  <a:moveTo>
                    <a:pt x="91440" y="6350"/>
                  </a:moveTo>
                  <a:lnTo>
                    <a:pt x="90170" y="6350"/>
                  </a:lnTo>
                  <a:lnTo>
                    <a:pt x="90170" y="3810"/>
                  </a:lnTo>
                  <a:lnTo>
                    <a:pt x="88900" y="3810"/>
                  </a:lnTo>
                  <a:lnTo>
                    <a:pt x="88900" y="1270"/>
                  </a:lnTo>
                  <a:lnTo>
                    <a:pt x="88900" y="0"/>
                  </a:lnTo>
                  <a:lnTo>
                    <a:pt x="0" y="0"/>
                  </a:lnTo>
                  <a:lnTo>
                    <a:pt x="0" y="1270"/>
                  </a:lnTo>
                  <a:lnTo>
                    <a:pt x="1270" y="1270"/>
                  </a:lnTo>
                  <a:lnTo>
                    <a:pt x="1270" y="3810"/>
                  </a:lnTo>
                  <a:lnTo>
                    <a:pt x="1270" y="6350"/>
                  </a:lnTo>
                  <a:lnTo>
                    <a:pt x="1270" y="7620"/>
                  </a:lnTo>
                  <a:lnTo>
                    <a:pt x="91440" y="7620"/>
                  </a:lnTo>
                  <a:lnTo>
                    <a:pt x="91440" y="6350"/>
                  </a:lnTo>
                  <a:close/>
                </a:path>
                <a:path w="207009" h="7619">
                  <a:moveTo>
                    <a:pt x="207010" y="1282"/>
                  </a:moveTo>
                  <a:lnTo>
                    <a:pt x="115570" y="1282"/>
                  </a:lnTo>
                  <a:lnTo>
                    <a:pt x="115570" y="5080"/>
                  </a:lnTo>
                  <a:lnTo>
                    <a:pt x="114300" y="5080"/>
                  </a:lnTo>
                  <a:lnTo>
                    <a:pt x="114300" y="6350"/>
                  </a:lnTo>
                  <a:lnTo>
                    <a:pt x="113030" y="6350"/>
                  </a:lnTo>
                  <a:lnTo>
                    <a:pt x="113030" y="7620"/>
                  </a:lnTo>
                  <a:lnTo>
                    <a:pt x="205740" y="7620"/>
                  </a:lnTo>
                  <a:lnTo>
                    <a:pt x="205740" y="6350"/>
                  </a:lnTo>
                  <a:lnTo>
                    <a:pt x="205740" y="5080"/>
                  </a:lnTo>
                  <a:lnTo>
                    <a:pt x="207010" y="5080"/>
                  </a:lnTo>
                  <a:lnTo>
                    <a:pt x="207010" y="1282"/>
                  </a:lnTo>
                  <a:close/>
                </a:path>
                <a:path w="207009" h="7619">
                  <a:moveTo>
                    <a:pt x="207010" y="0"/>
                  </a:moveTo>
                  <a:lnTo>
                    <a:pt x="116840" y="0"/>
                  </a:lnTo>
                  <a:lnTo>
                    <a:pt x="116840" y="1270"/>
                  </a:lnTo>
                  <a:lnTo>
                    <a:pt x="207010" y="1270"/>
                  </a:lnTo>
                  <a:lnTo>
                    <a:pt x="207010" y="0"/>
                  </a:lnTo>
                  <a:close/>
                </a:path>
              </a:pathLst>
            </a:custGeom>
            <a:solidFill>
              <a:srgbClr val="465100"/>
            </a:solidFill>
          </p:spPr>
          <p:txBody>
            <a:bodyPr wrap="square" lIns="0" tIns="0" rIns="0" bIns="0" rtlCol="0"/>
            <a:lstStyle/>
            <a:p/>
          </p:txBody>
        </p:sp>
        <p:sp>
          <p:nvSpPr>
            <p:cNvPr id="2635" name="object 2635"/>
            <p:cNvSpPr/>
            <p:nvPr/>
          </p:nvSpPr>
          <p:spPr>
            <a:xfrm>
              <a:off x="8305800" y="1510029"/>
              <a:ext cx="204470" cy="7620"/>
            </a:xfrm>
            <a:custGeom>
              <a:avLst/>
              <a:gdLst/>
              <a:ahLst/>
              <a:cxnLst/>
              <a:rect l="l" t="t" r="r" b="b"/>
              <a:pathLst>
                <a:path w="204470" h="7619">
                  <a:moveTo>
                    <a:pt x="96520" y="6350"/>
                  </a:moveTo>
                  <a:lnTo>
                    <a:pt x="95250" y="6350"/>
                  </a:lnTo>
                  <a:lnTo>
                    <a:pt x="95250" y="5080"/>
                  </a:lnTo>
                  <a:lnTo>
                    <a:pt x="93980" y="5080"/>
                  </a:lnTo>
                  <a:lnTo>
                    <a:pt x="93980" y="3810"/>
                  </a:lnTo>
                  <a:lnTo>
                    <a:pt x="92710" y="3810"/>
                  </a:lnTo>
                  <a:lnTo>
                    <a:pt x="92710" y="2540"/>
                  </a:lnTo>
                  <a:lnTo>
                    <a:pt x="92710" y="1270"/>
                  </a:lnTo>
                  <a:lnTo>
                    <a:pt x="91440" y="1270"/>
                  </a:lnTo>
                  <a:lnTo>
                    <a:pt x="91440" y="0"/>
                  </a:lnTo>
                  <a:lnTo>
                    <a:pt x="0" y="0"/>
                  </a:lnTo>
                  <a:lnTo>
                    <a:pt x="0" y="1270"/>
                  </a:lnTo>
                  <a:lnTo>
                    <a:pt x="0" y="2540"/>
                  </a:lnTo>
                  <a:lnTo>
                    <a:pt x="1270" y="2540"/>
                  </a:lnTo>
                  <a:lnTo>
                    <a:pt x="1270" y="3810"/>
                  </a:lnTo>
                  <a:lnTo>
                    <a:pt x="1270" y="5080"/>
                  </a:lnTo>
                  <a:lnTo>
                    <a:pt x="1270" y="6350"/>
                  </a:lnTo>
                  <a:lnTo>
                    <a:pt x="1270" y="7620"/>
                  </a:lnTo>
                  <a:lnTo>
                    <a:pt x="96520" y="7620"/>
                  </a:lnTo>
                  <a:lnTo>
                    <a:pt x="96520" y="6350"/>
                  </a:lnTo>
                  <a:close/>
                </a:path>
                <a:path w="204470" h="7619">
                  <a:moveTo>
                    <a:pt x="204470" y="0"/>
                  </a:moveTo>
                  <a:lnTo>
                    <a:pt x="111760" y="0"/>
                  </a:lnTo>
                  <a:lnTo>
                    <a:pt x="111760" y="1270"/>
                  </a:lnTo>
                  <a:lnTo>
                    <a:pt x="110490" y="1270"/>
                  </a:lnTo>
                  <a:lnTo>
                    <a:pt x="110490" y="2540"/>
                  </a:lnTo>
                  <a:lnTo>
                    <a:pt x="107950" y="2540"/>
                  </a:lnTo>
                  <a:lnTo>
                    <a:pt x="107950" y="5080"/>
                  </a:lnTo>
                  <a:lnTo>
                    <a:pt x="105410" y="5080"/>
                  </a:lnTo>
                  <a:lnTo>
                    <a:pt x="105410" y="6350"/>
                  </a:lnTo>
                  <a:lnTo>
                    <a:pt x="102870" y="6350"/>
                  </a:lnTo>
                  <a:lnTo>
                    <a:pt x="102870" y="7620"/>
                  </a:lnTo>
                  <a:lnTo>
                    <a:pt x="203200" y="7620"/>
                  </a:lnTo>
                  <a:lnTo>
                    <a:pt x="203200" y="6350"/>
                  </a:lnTo>
                  <a:lnTo>
                    <a:pt x="203200" y="5080"/>
                  </a:lnTo>
                  <a:lnTo>
                    <a:pt x="204470" y="5080"/>
                  </a:lnTo>
                  <a:lnTo>
                    <a:pt x="204470" y="2540"/>
                  </a:lnTo>
                  <a:lnTo>
                    <a:pt x="204470" y="1270"/>
                  </a:lnTo>
                  <a:lnTo>
                    <a:pt x="204470" y="0"/>
                  </a:lnTo>
                  <a:close/>
                </a:path>
              </a:pathLst>
            </a:custGeom>
            <a:solidFill>
              <a:srgbClr val="475000"/>
            </a:solidFill>
          </p:spPr>
          <p:txBody>
            <a:bodyPr wrap="square" lIns="0" tIns="0" rIns="0" bIns="0" rtlCol="0"/>
            <a:lstStyle/>
            <a:p/>
          </p:txBody>
        </p:sp>
        <p:sp>
          <p:nvSpPr>
            <p:cNvPr id="2636" name="object 2636"/>
            <p:cNvSpPr/>
            <p:nvPr/>
          </p:nvSpPr>
          <p:spPr>
            <a:xfrm>
              <a:off x="8307070" y="1517649"/>
              <a:ext cx="201930" cy="6350"/>
            </a:xfrm>
            <a:custGeom>
              <a:avLst/>
              <a:gdLst/>
              <a:ahLst/>
              <a:cxnLst/>
              <a:rect l="l" t="t" r="r" b="b"/>
              <a:pathLst>
                <a:path w="201929" h="6350">
                  <a:moveTo>
                    <a:pt x="201930" y="0"/>
                  </a:moveTo>
                  <a:lnTo>
                    <a:pt x="100330" y="0"/>
                  </a:lnTo>
                  <a:lnTo>
                    <a:pt x="100330" y="1270"/>
                  </a:lnTo>
                  <a:lnTo>
                    <a:pt x="97790" y="1270"/>
                  </a:lnTo>
                  <a:lnTo>
                    <a:pt x="97790" y="0"/>
                  </a:lnTo>
                  <a:lnTo>
                    <a:pt x="0" y="0"/>
                  </a:lnTo>
                  <a:lnTo>
                    <a:pt x="0" y="1270"/>
                  </a:lnTo>
                  <a:lnTo>
                    <a:pt x="0" y="3810"/>
                  </a:lnTo>
                  <a:lnTo>
                    <a:pt x="0" y="5080"/>
                  </a:lnTo>
                  <a:lnTo>
                    <a:pt x="1270" y="5080"/>
                  </a:lnTo>
                  <a:lnTo>
                    <a:pt x="1270" y="6350"/>
                  </a:lnTo>
                  <a:lnTo>
                    <a:pt x="200660" y="6350"/>
                  </a:lnTo>
                  <a:lnTo>
                    <a:pt x="200660" y="5080"/>
                  </a:lnTo>
                  <a:lnTo>
                    <a:pt x="200660" y="3810"/>
                  </a:lnTo>
                  <a:lnTo>
                    <a:pt x="201930" y="3810"/>
                  </a:lnTo>
                  <a:lnTo>
                    <a:pt x="201930" y="1270"/>
                  </a:lnTo>
                  <a:lnTo>
                    <a:pt x="201930" y="0"/>
                  </a:lnTo>
                  <a:close/>
                </a:path>
              </a:pathLst>
            </a:custGeom>
            <a:solidFill>
              <a:srgbClr val="484F00"/>
            </a:solidFill>
          </p:spPr>
          <p:txBody>
            <a:bodyPr wrap="square" lIns="0" tIns="0" rIns="0" bIns="0" rtlCol="0"/>
            <a:lstStyle/>
            <a:p/>
          </p:txBody>
        </p:sp>
        <p:sp>
          <p:nvSpPr>
            <p:cNvPr id="2637" name="object 2637"/>
            <p:cNvSpPr/>
            <p:nvPr/>
          </p:nvSpPr>
          <p:spPr>
            <a:xfrm>
              <a:off x="8308340" y="1523999"/>
              <a:ext cx="199390" cy="7620"/>
            </a:xfrm>
            <a:custGeom>
              <a:avLst/>
              <a:gdLst/>
              <a:ahLst/>
              <a:cxnLst/>
              <a:rect l="l" t="t" r="r" b="b"/>
              <a:pathLst>
                <a:path w="199390" h="7619">
                  <a:moveTo>
                    <a:pt x="199390" y="0"/>
                  </a:moveTo>
                  <a:lnTo>
                    <a:pt x="0" y="0"/>
                  </a:lnTo>
                  <a:lnTo>
                    <a:pt x="0" y="2540"/>
                  </a:lnTo>
                  <a:lnTo>
                    <a:pt x="0" y="6350"/>
                  </a:lnTo>
                  <a:lnTo>
                    <a:pt x="1270" y="6350"/>
                  </a:lnTo>
                  <a:lnTo>
                    <a:pt x="1270" y="7620"/>
                  </a:lnTo>
                  <a:lnTo>
                    <a:pt x="198120" y="7620"/>
                  </a:lnTo>
                  <a:lnTo>
                    <a:pt x="198120" y="6350"/>
                  </a:lnTo>
                  <a:lnTo>
                    <a:pt x="198120" y="2540"/>
                  </a:lnTo>
                  <a:lnTo>
                    <a:pt x="199390" y="2540"/>
                  </a:lnTo>
                  <a:lnTo>
                    <a:pt x="199390" y="0"/>
                  </a:lnTo>
                  <a:close/>
                </a:path>
              </a:pathLst>
            </a:custGeom>
            <a:solidFill>
              <a:srgbClr val="494E00"/>
            </a:solidFill>
          </p:spPr>
          <p:txBody>
            <a:bodyPr wrap="square" lIns="0" tIns="0" rIns="0" bIns="0" rtlCol="0"/>
            <a:lstStyle/>
            <a:p/>
          </p:txBody>
        </p:sp>
        <p:sp>
          <p:nvSpPr>
            <p:cNvPr id="2638" name="object 2638"/>
            <p:cNvSpPr/>
            <p:nvPr/>
          </p:nvSpPr>
          <p:spPr>
            <a:xfrm>
              <a:off x="8309610" y="1531619"/>
              <a:ext cx="195580" cy="7620"/>
            </a:xfrm>
            <a:custGeom>
              <a:avLst/>
              <a:gdLst/>
              <a:ahLst/>
              <a:cxnLst/>
              <a:rect l="l" t="t" r="r" b="b"/>
              <a:pathLst>
                <a:path w="195579" h="7619">
                  <a:moveTo>
                    <a:pt x="195567" y="0"/>
                  </a:moveTo>
                  <a:lnTo>
                    <a:pt x="0" y="0"/>
                  </a:lnTo>
                  <a:lnTo>
                    <a:pt x="0" y="5080"/>
                  </a:lnTo>
                  <a:lnTo>
                    <a:pt x="1270" y="5080"/>
                  </a:lnTo>
                  <a:lnTo>
                    <a:pt x="1270" y="7620"/>
                  </a:lnTo>
                  <a:lnTo>
                    <a:pt x="194310" y="7620"/>
                  </a:lnTo>
                  <a:lnTo>
                    <a:pt x="194310" y="5080"/>
                  </a:lnTo>
                  <a:lnTo>
                    <a:pt x="195567" y="5080"/>
                  </a:lnTo>
                  <a:lnTo>
                    <a:pt x="195567" y="0"/>
                  </a:lnTo>
                  <a:close/>
                </a:path>
              </a:pathLst>
            </a:custGeom>
            <a:solidFill>
              <a:srgbClr val="4A4D00"/>
            </a:solidFill>
          </p:spPr>
          <p:txBody>
            <a:bodyPr wrap="square" lIns="0" tIns="0" rIns="0" bIns="0" rtlCol="0"/>
            <a:lstStyle/>
            <a:p/>
          </p:txBody>
        </p:sp>
        <p:sp>
          <p:nvSpPr>
            <p:cNvPr id="2639" name="object 2639"/>
            <p:cNvSpPr/>
            <p:nvPr/>
          </p:nvSpPr>
          <p:spPr>
            <a:xfrm>
              <a:off x="8310880" y="1539239"/>
              <a:ext cx="193040" cy="6350"/>
            </a:xfrm>
            <a:custGeom>
              <a:avLst/>
              <a:gdLst/>
              <a:ahLst/>
              <a:cxnLst/>
              <a:rect l="l" t="t" r="r" b="b"/>
              <a:pathLst>
                <a:path w="193040"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4B4C00"/>
            </a:solidFill>
          </p:spPr>
          <p:txBody>
            <a:bodyPr wrap="square" lIns="0" tIns="0" rIns="0" bIns="0" rtlCol="0"/>
            <a:lstStyle/>
            <a:p/>
          </p:txBody>
        </p:sp>
        <p:sp>
          <p:nvSpPr>
            <p:cNvPr id="2640" name="object 2640"/>
            <p:cNvSpPr/>
            <p:nvPr/>
          </p:nvSpPr>
          <p:spPr>
            <a:xfrm>
              <a:off x="831215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30" y="2540"/>
                  </a:lnTo>
                  <a:lnTo>
                    <a:pt x="190500" y="2540"/>
                  </a:lnTo>
                  <a:lnTo>
                    <a:pt x="190500" y="0"/>
                  </a:lnTo>
                  <a:close/>
                </a:path>
              </a:pathLst>
            </a:custGeom>
            <a:solidFill>
              <a:srgbClr val="4C4B00"/>
            </a:solidFill>
          </p:spPr>
          <p:txBody>
            <a:bodyPr wrap="square" lIns="0" tIns="0" rIns="0" bIns="0" rtlCol="0"/>
            <a:lstStyle/>
            <a:p/>
          </p:txBody>
        </p:sp>
        <p:sp>
          <p:nvSpPr>
            <p:cNvPr id="2641" name="object 2641"/>
            <p:cNvSpPr/>
            <p:nvPr/>
          </p:nvSpPr>
          <p:spPr>
            <a:xfrm>
              <a:off x="8313420" y="1553209"/>
              <a:ext cx="186690" cy="7620"/>
            </a:xfrm>
            <a:custGeom>
              <a:avLst/>
              <a:gdLst/>
              <a:ahLst/>
              <a:cxnLst/>
              <a:rect l="l" t="t" r="r" b="b"/>
              <a:pathLst>
                <a:path w="186690"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4E4900"/>
            </a:solidFill>
          </p:spPr>
          <p:txBody>
            <a:bodyPr wrap="square" lIns="0" tIns="0" rIns="0" bIns="0" rtlCol="0"/>
            <a:lstStyle/>
            <a:p/>
          </p:txBody>
        </p:sp>
        <p:sp>
          <p:nvSpPr>
            <p:cNvPr id="2642" name="object 2642"/>
            <p:cNvSpPr/>
            <p:nvPr/>
          </p:nvSpPr>
          <p:spPr>
            <a:xfrm>
              <a:off x="831469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4F4800"/>
            </a:solidFill>
          </p:spPr>
          <p:txBody>
            <a:bodyPr wrap="square" lIns="0" tIns="0" rIns="0" bIns="0" rtlCol="0"/>
            <a:lstStyle/>
            <a:p/>
          </p:txBody>
        </p:sp>
        <p:sp>
          <p:nvSpPr>
            <p:cNvPr id="2643" name="object 2643"/>
            <p:cNvSpPr/>
            <p:nvPr/>
          </p:nvSpPr>
          <p:spPr>
            <a:xfrm>
              <a:off x="8315960" y="1567179"/>
              <a:ext cx="181610" cy="7620"/>
            </a:xfrm>
            <a:custGeom>
              <a:avLst/>
              <a:gdLst/>
              <a:ahLst/>
              <a:cxnLst/>
              <a:rect l="l" t="t" r="r" b="b"/>
              <a:pathLst>
                <a:path w="181609"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504700"/>
            </a:solidFill>
          </p:spPr>
          <p:txBody>
            <a:bodyPr wrap="square" lIns="0" tIns="0" rIns="0" bIns="0" rtlCol="0"/>
            <a:lstStyle/>
            <a:p/>
          </p:txBody>
        </p:sp>
        <p:sp>
          <p:nvSpPr>
            <p:cNvPr id="2644" name="object 2644"/>
            <p:cNvSpPr/>
            <p:nvPr/>
          </p:nvSpPr>
          <p:spPr>
            <a:xfrm>
              <a:off x="831723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800" y="6350"/>
                  </a:lnTo>
                  <a:lnTo>
                    <a:pt x="177800" y="2540"/>
                  </a:lnTo>
                  <a:lnTo>
                    <a:pt x="177800" y="1270"/>
                  </a:lnTo>
                  <a:lnTo>
                    <a:pt x="179070" y="1270"/>
                  </a:lnTo>
                  <a:lnTo>
                    <a:pt x="179070" y="0"/>
                  </a:lnTo>
                  <a:close/>
                </a:path>
              </a:pathLst>
            </a:custGeom>
            <a:solidFill>
              <a:srgbClr val="514600"/>
            </a:solidFill>
          </p:spPr>
          <p:txBody>
            <a:bodyPr wrap="square" lIns="0" tIns="0" rIns="0" bIns="0" rtlCol="0"/>
            <a:lstStyle/>
            <a:p/>
          </p:txBody>
        </p:sp>
        <p:sp>
          <p:nvSpPr>
            <p:cNvPr id="2645" name="object 2645"/>
            <p:cNvSpPr/>
            <p:nvPr/>
          </p:nvSpPr>
          <p:spPr>
            <a:xfrm>
              <a:off x="831977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3810"/>
                  </a:lnTo>
                  <a:lnTo>
                    <a:pt x="173990" y="3810"/>
                  </a:lnTo>
                  <a:lnTo>
                    <a:pt x="173990" y="0"/>
                  </a:lnTo>
                  <a:close/>
                </a:path>
              </a:pathLst>
            </a:custGeom>
            <a:solidFill>
              <a:srgbClr val="524500"/>
            </a:solidFill>
          </p:spPr>
          <p:txBody>
            <a:bodyPr wrap="square" lIns="0" tIns="0" rIns="0" bIns="0" rtlCol="0"/>
            <a:lstStyle/>
            <a:p/>
          </p:txBody>
        </p:sp>
        <p:sp>
          <p:nvSpPr>
            <p:cNvPr id="2646" name="object 2646"/>
            <p:cNvSpPr/>
            <p:nvPr/>
          </p:nvSpPr>
          <p:spPr>
            <a:xfrm>
              <a:off x="832104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70180" y="7620"/>
                  </a:lnTo>
                  <a:lnTo>
                    <a:pt x="170180" y="6350"/>
                  </a:lnTo>
                  <a:lnTo>
                    <a:pt x="170167" y="2540"/>
                  </a:lnTo>
                  <a:lnTo>
                    <a:pt x="171450" y="2540"/>
                  </a:lnTo>
                  <a:lnTo>
                    <a:pt x="171450" y="0"/>
                  </a:lnTo>
                  <a:close/>
                </a:path>
              </a:pathLst>
            </a:custGeom>
            <a:solidFill>
              <a:srgbClr val="534400"/>
            </a:solidFill>
          </p:spPr>
          <p:txBody>
            <a:bodyPr wrap="square" lIns="0" tIns="0" rIns="0" bIns="0" rtlCol="0"/>
            <a:lstStyle/>
            <a:p/>
          </p:txBody>
        </p:sp>
        <p:sp>
          <p:nvSpPr>
            <p:cNvPr id="2647" name="object 2647"/>
            <p:cNvSpPr/>
            <p:nvPr/>
          </p:nvSpPr>
          <p:spPr>
            <a:xfrm>
              <a:off x="832358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544300"/>
            </a:solidFill>
          </p:spPr>
          <p:txBody>
            <a:bodyPr wrap="square" lIns="0" tIns="0" rIns="0" bIns="0" rtlCol="0"/>
            <a:lstStyle/>
            <a:p/>
          </p:txBody>
        </p:sp>
        <p:sp>
          <p:nvSpPr>
            <p:cNvPr id="2648" name="object 2648"/>
            <p:cNvSpPr/>
            <p:nvPr/>
          </p:nvSpPr>
          <p:spPr>
            <a:xfrm>
              <a:off x="8326120" y="1604009"/>
              <a:ext cx="162560" cy="6350"/>
            </a:xfrm>
            <a:custGeom>
              <a:avLst/>
              <a:gdLst/>
              <a:ahLst/>
              <a:cxnLst/>
              <a:rect l="l" t="t" r="r" b="b"/>
              <a:pathLst>
                <a:path w="162559" h="6350">
                  <a:moveTo>
                    <a:pt x="162560"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60" y="1270"/>
                  </a:lnTo>
                  <a:lnTo>
                    <a:pt x="162560" y="0"/>
                  </a:lnTo>
                  <a:close/>
                </a:path>
              </a:pathLst>
            </a:custGeom>
            <a:solidFill>
              <a:srgbClr val="564100"/>
            </a:solidFill>
          </p:spPr>
          <p:txBody>
            <a:bodyPr wrap="square" lIns="0" tIns="0" rIns="0" bIns="0" rtlCol="0"/>
            <a:lstStyle/>
            <a:p/>
          </p:txBody>
        </p:sp>
        <p:sp>
          <p:nvSpPr>
            <p:cNvPr id="2649" name="object 2649"/>
            <p:cNvSpPr/>
            <p:nvPr/>
          </p:nvSpPr>
          <p:spPr>
            <a:xfrm>
              <a:off x="8327390" y="1610359"/>
              <a:ext cx="158750" cy="7620"/>
            </a:xfrm>
            <a:custGeom>
              <a:avLst/>
              <a:gdLst/>
              <a:ahLst/>
              <a:cxnLst/>
              <a:rect l="l" t="t" r="r" b="b"/>
              <a:pathLst>
                <a:path w="158750" h="7619">
                  <a:moveTo>
                    <a:pt x="158750" y="0"/>
                  </a:moveTo>
                  <a:lnTo>
                    <a:pt x="0" y="0"/>
                  </a:lnTo>
                  <a:lnTo>
                    <a:pt x="0" y="1270"/>
                  </a:lnTo>
                  <a:lnTo>
                    <a:pt x="1270" y="1270"/>
                  </a:lnTo>
                  <a:lnTo>
                    <a:pt x="1270" y="5080"/>
                  </a:lnTo>
                  <a:lnTo>
                    <a:pt x="2540" y="5080"/>
                  </a:lnTo>
                  <a:lnTo>
                    <a:pt x="2540" y="7620"/>
                  </a:lnTo>
                  <a:lnTo>
                    <a:pt x="156210" y="7620"/>
                  </a:lnTo>
                  <a:lnTo>
                    <a:pt x="156210" y="5080"/>
                  </a:lnTo>
                  <a:lnTo>
                    <a:pt x="157467" y="5080"/>
                  </a:lnTo>
                  <a:lnTo>
                    <a:pt x="157467" y="1270"/>
                  </a:lnTo>
                  <a:lnTo>
                    <a:pt x="158750" y="1270"/>
                  </a:lnTo>
                  <a:lnTo>
                    <a:pt x="158750" y="0"/>
                  </a:lnTo>
                  <a:close/>
                </a:path>
              </a:pathLst>
            </a:custGeom>
            <a:solidFill>
              <a:srgbClr val="574000"/>
            </a:solidFill>
          </p:spPr>
          <p:txBody>
            <a:bodyPr wrap="square" lIns="0" tIns="0" rIns="0" bIns="0" rtlCol="0"/>
            <a:lstStyle/>
            <a:p/>
          </p:txBody>
        </p:sp>
        <p:sp>
          <p:nvSpPr>
            <p:cNvPr id="2650" name="object 2650"/>
            <p:cNvSpPr/>
            <p:nvPr/>
          </p:nvSpPr>
          <p:spPr>
            <a:xfrm>
              <a:off x="8331200" y="1617979"/>
              <a:ext cx="152400" cy="7620"/>
            </a:xfrm>
            <a:custGeom>
              <a:avLst/>
              <a:gdLst/>
              <a:ahLst/>
              <a:cxnLst/>
              <a:rect l="l" t="t" r="r" b="b"/>
              <a:pathLst>
                <a:path w="152400" h="7619">
                  <a:moveTo>
                    <a:pt x="152400" y="0"/>
                  </a:moveTo>
                  <a:lnTo>
                    <a:pt x="0" y="0"/>
                  </a:lnTo>
                  <a:lnTo>
                    <a:pt x="0" y="1270"/>
                  </a:lnTo>
                  <a:lnTo>
                    <a:pt x="0" y="3810"/>
                  </a:lnTo>
                  <a:lnTo>
                    <a:pt x="1270" y="3810"/>
                  </a:lnTo>
                  <a:lnTo>
                    <a:pt x="1270" y="7620"/>
                  </a:lnTo>
                  <a:lnTo>
                    <a:pt x="149860" y="7620"/>
                  </a:lnTo>
                  <a:lnTo>
                    <a:pt x="149860" y="3810"/>
                  </a:lnTo>
                  <a:lnTo>
                    <a:pt x="151130" y="3810"/>
                  </a:lnTo>
                  <a:lnTo>
                    <a:pt x="151130" y="1270"/>
                  </a:lnTo>
                  <a:lnTo>
                    <a:pt x="152400" y="1270"/>
                  </a:lnTo>
                  <a:lnTo>
                    <a:pt x="152400" y="0"/>
                  </a:lnTo>
                  <a:close/>
                </a:path>
              </a:pathLst>
            </a:custGeom>
            <a:solidFill>
              <a:srgbClr val="583F00"/>
            </a:solidFill>
          </p:spPr>
          <p:txBody>
            <a:bodyPr wrap="square" lIns="0" tIns="0" rIns="0" bIns="0" rtlCol="0"/>
            <a:lstStyle/>
            <a:p/>
          </p:txBody>
        </p:sp>
        <p:sp>
          <p:nvSpPr>
            <p:cNvPr id="2651" name="object 2651"/>
            <p:cNvSpPr/>
            <p:nvPr/>
          </p:nvSpPr>
          <p:spPr>
            <a:xfrm>
              <a:off x="8333740" y="1625599"/>
              <a:ext cx="146050" cy="6350"/>
            </a:xfrm>
            <a:custGeom>
              <a:avLst/>
              <a:gdLst/>
              <a:ahLst/>
              <a:cxnLst/>
              <a:rect l="l" t="t" r="r" b="b"/>
              <a:pathLst>
                <a:path w="146050" h="6350">
                  <a:moveTo>
                    <a:pt x="146050" y="0"/>
                  </a:moveTo>
                  <a:lnTo>
                    <a:pt x="0" y="0"/>
                  </a:lnTo>
                  <a:lnTo>
                    <a:pt x="0" y="3810"/>
                  </a:lnTo>
                  <a:lnTo>
                    <a:pt x="1270" y="3810"/>
                  </a:lnTo>
                  <a:lnTo>
                    <a:pt x="1270" y="6350"/>
                  </a:lnTo>
                  <a:lnTo>
                    <a:pt x="144767" y="6350"/>
                  </a:lnTo>
                  <a:lnTo>
                    <a:pt x="144767" y="3810"/>
                  </a:lnTo>
                  <a:lnTo>
                    <a:pt x="146050" y="3810"/>
                  </a:lnTo>
                  <a:lnTo>
                    <a:pt x="146050" y="0"/>
                  </a:lnTo>
                  <a:close/>
                </a:path>
              </a:pathLst>
            </a:custGeom>
            <a:solidFill>
              <a:srgbClr val="593E00"/>
            </a:solidFill>
          </p:spPr>
          <p:txBody>
            <a:bodyPr wrap="square" lIns="0" tIns="0" rIns="0" bIns="0" rtlCol="0"/>
            <a:lstStyle/>
            <a:p/>
          </p:txBody>
        </p:sp>
        <p:sp>
          <p:nvSpPr>
            <p:cNvPr id="2652" name="object 2652"/>
            <p:cNvSpPr/>
            <p:nvPr/>
          </p:nvSpPr>
          <p:spPr>
            <a:xfrm>
              <a:off x="8335010" y="1631949"/>
              <a:ext cx="142240" cy="7620"/>
            </a:xfrm>
            <a:custGeom>
              <a:avLst/>
              <a:gdLst/>
              <a:ahLst/>
              <a:cxnLst/>
              <a:rect l="l" t="t" r="r" b="b"/>
              <a:pathLst>
                <a:path w="142240" h="7619">
                  <a:moveTo>
                    <a:pt x="142240" y="0"/>
                  </a:moveTo>
                  <a:lnTo>
                    <a:pt x="0" y="0"/>
                  </a:lnTo>
                  <a:lnTo>
                    <a:pt x="0" y="1270"/>
                  </a:lnTo>
                  <a:lnTo>
                    <a:pt x="1270" y="1270"/>
                  </a:lnTo>
                  <a:lnTo>
                    <a:pt x="1270" y="3810"/>
                  </a:lnTo>
                  <a:lnTo>
                    <a:pt x="1270" y="5080"/>
                  </a:lnTo>
                  <a:lnTo>
                    <a:pt x="2540" y="5080"/>
                  </a:lnTo>
                  <a:lnTo>
                    <a:pt x="2540" y="6350"/>
                  </a:lnTo>
                  <a:lnTo>
                    <a:pt x="2540" y="7620"/>
                  </a:lnTo>
                  <a:lnTo>
                    <a:pt x="139700" y="7620"/>
                  </a:lnTo>
                  <a:lnTo>
                    <a:pt x="139700" y="6350"/>
                  </a:lnTo>
                  <a:lnTo>
                    <a:pt x="140970" y="6350"/>
                  </a:lnTo>
                  <a:lnTo>
                    <a:pt x="140970" y="5080"/>
                  </a:lnTo>
                  <a:lnTo>
                    <a:pt x="140970" y="3810"/>
                  </a:lnTo>
                  <a:lnTo>
                    <a:pt x="142240" y="3810"/>
                  </a:lnTo>
                  <a:lnTo>
                    <a:pt x="142240" y="1270"/>
                  </a:lnTo>
                  <a:lnTo>
                    <a:pt x="142240" y="0"/>
                  </a:lnTo>
                  <a:close/>
                </a:path>
              </a:pathLst>
            </a:custGeom>
            <a:solidFill>
              <a:srgbClr val="5A3D00"/>
            </a:solidFill>
          </p:spPr>
          <p:txBody>
            <a:bodyPr wrap="square" lIns="0" tIns="0" rIns="0" bIns="0" rtlCol="0"/>
            <a:lstStyle/>
            <a:p/>
          </p:txBody>
        </p:sp>
        <p:sp>
          <p:nvSpPr>
            <p:cNvPr id="2653" name="object 2653"/>
            <p:cNvSpPr/>
            <p:nvPr/>
          </p:nvSpPr>
          <p:spPr>
            <a:xfrm>
              <a:off x="8338820" y="1639569"/>
              <a:ext cx="135890" cy="7620"/>
            </a:xfrm>
            <a:custGeom>
              <a:avLst/>
              <a:gdLst/>
              <a:ahLst/>
              <a:cxnLst/>
              <a:rect l="l" t="t" r="r" b="b"/>
              <a:pathLst>
                <a:path w="135890" h="7619">
                  <a:moveTo>
                    <a:pt x="135890" y="0"/>
                  </a:moveTo>
                  <a:lnTo>
                    <a:pt x="0" y="0"/>
                  </a:lnTo>
                  <a:lnTo>
                    <a:pt x="0" y="1270"/>
                  </a:lnTo>
                  <a:lnTo>
                    <a:pt x="0" y="2540"/>
                  </a:lnTo>
                  <a:lnTo>
                    <a:pt x="1270" y="2540"/>
                  </a:lnTo>
                  <a:lnTo>
                    <a:pt x="1270" y="3810"/>
                  </a:lnTo>
                  <a:lnTo>
                    <a:pt x="1270" y="5080"/>
                  </a:lnTo>
                  <a:lnTo>
                    <a:pt x="2540" y="5080"/>
                  </a:lnTo>
                  <a:lnTo>
                    <a:pt x="2540" y="7620"/>
                  </a:lnTo>
                  <a:lnTo>
                    <a:pt x="132080" y="7620"/>
                  </a:lnTo>
                  <a:lnTo>
                    <a:pt x="132080" y="5080"/>
                  </a:lnTo>
                  <a:lnTo>
                    <a:pt x="133350" y="5080"/>
                  </a:lnTo>
                  <a:lnTo>
                    <a:pt x="133350" y="3810"/>
                  </a:lnTo>
                  <a:lnTo>
                    <a:pt x="134620" y="3810"/>
                  </a:lnTo>
                  <a:lnTo>
                    <a:pt x="134620" y="2540"/>
                  </a:lnTo>
                  <a:lnTo>
                    <a:pt x="134620" y="1270"/>
                  </a:lnTo>
                  <a:lnTo>
                    <a:pt x="135890" y="1270"/>
                  </a:lnTo>
                  <a:lnTo>
                    <a:pt x="135890" y="0"/>
                  </a:lnTo>
                  <a:close/>
                </a:path>
              </a:pathLst>
            </a:custGeom>
            <a:solidFill>
              <a:srgbClr val="5B3C00"/>
            </a:solidFill>
          </p:spPr>
          <p:txBody>
            <a:bodyPr wrap="square" lIns="0" tIns="0" rIns="0" bIns="0" rtlCol="0"/>
            <a:lstStyle/>
            <a:p/>
          </p:txBody>
        </p:sp>
        <p:sp>
          <p:nvSpPr>
            <p:cNvPr id="2654" name="object 2654"/>
            <p:cNvSpPr/>
            <p:nvPr/>
          </p:nvSpPr>
          <p:spPr>
            <a:xfrm>
              <a:off x="8342630" y="1647189"/>
              <a:ext cx="127000" cy="6350"/>
            </a:xfrm>
            <a:custGeom>
              <a:avLst/>
              <a:gdLst/>
              <a:ahLst/>
              <a:cxnLst/>
              <a:rect l="l" t="t" r="r" b="b"/>
              <a:pathLst>
                <a:path w="12700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7000" h="6350">
                  <a:moveTo>
                    <a:pt x="127000" y="0"/>
                  </a:moveTo>
                  <a:lnTo>
                    <a:pt x="0" y="0"/>
                  </a:lnTo>
                  <a:lnTo>
                    <a:pt x="0" y="2540"/>
                  </a:lnTo>
                  <a:lnTo>
                    <a:pt x="127000" y="2540"/>
                  </a:lnTo>
                  <a:lnTo>
                    <a:pt x="127000" y="0"/>
                  </a:lnTo>
                  <a:close/>
                </a:path>
              </a:pathLst>
            </a:custGeom>
            <a:solidFill>
              <a:srgbClr val="5C3B00"/>
            </a:solidFill>
          </p:spPr>
          <p:txBody>
            <a:bodyPr wrap="square" lIns="0" tIns="0" rIns="0" bIns="0" rtlCol="0"/>
            <a:lstStyle/>
            <a:p/>
          </p:txBody>
        </p:sp>
        <p:sp>
          <p:nvSpPr>
            <p:cNvPr id="2655" name="object 2655"/>
            <p:cNvSpPr/>
            <p:nvPr/>
          </p:nvSpPr>
          <p:spPr>
            <a:xfrm>
              <a:off x="8345170" y="1653539"/>
              <a:ext cx="120650" cy="7620"/>
            </a:xfrm>
            <a:custGeom>
              <a:avLst/>
              <a:gdLst/>
              <a:ahLst/>
              <a:cxnLst/>
              <a:rect l="l" t="t" r="r" b="b"/>
              <a:pathLst>
                <a:path w="120650" h="7619">
                  <a:moveTo>
                    <a:pt x="12065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16840" y="7620"/>
                  </a:lnTo>
                  <a:lnTo>
                    <a:pt x="116840" y="6350"/>
                  </a:lnTo>
                  <a:lnTo>
                    <a:pt x="118110" y="6350"/>
                  </a:lnTo>
                  <a:lnTo>
                    <a:pt x="118110" y="5080"/>
                  </a:lnTo>
                  <a:lnTo>
                    <a:pt x="119380" y="5080"/>
                  </a:lnTo>
                  <a:lnTo>
                    <a:pt x="119380" y="3810"/>
                  </a:lnTo>
                  <a:lnTo>
                    <a:pt x="119380" y="2540"/>
                  </a:lnTo>
                  <a:lnTo>
                    <a:pt x="120650" y="2540"/>
                  </a:lnTo>
                  <a:lnTo>
                    <a:pt x="120650" y="1270"/>
                  </a:lnTo>
                  <a:lnTo>
                    <a:pt x="120650" y="0"/>
                  </a:lnTo>
                  <a:close/>
                </a:path>
              </a:pathLst>
            </a:custGeom>
            <a:solidFill>
              <a:srgbClr val="5E3900"/>
            </a:solidFill>
          </p:spPr>
          <p:txBody>
            <a:bodyPr wrap="square" lIns="0" tIns="0" rIns="0" bIns="0" rtlCol="0"/>
            <a:lstStyle/>
            <a:p/>
          </p:txBody>
        </p:sp>
        <p:sp>
          <p:nvSpPr>
            <p:cNvPr id="2656" name="object 2656"/>
            <p:cNvSpPr/>
            <p:nvPr/>
          </p:nvSpPr>
          <p:spPr>
            <a:xfrm>
              <a:off x="8351520" y="1661159"/>
              <a:ext cx="109220" cy="7620"/>
            </a:xfrm>
            <a:custGeom>
              <a:avLst/>
              <a:gdLst/>
              <a:ahLst/>
              <a:cxnLst/>
              <a:rect l="l" t="t" r="r" b="b"/>
              <a:pathLst>
                <a:path w="109220"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37" y="3810"/>
                  </a:lnTo>
                  <a:lnTo>
                    <a:pt x="107937" y="2540"/>
                  </a:lnTo>
                  <a:lnTo>
                    <a:pt x="107950" y="1270"/>
                  </a:lnTo>
                  <a:lnTo>
                    <a:pt x="109220" y="1270"/>
                  </a:lnTo>
                  <a:lnTo>
                    <a:pt x="109220" y="0"/>
                  </a:lnTo>
                  <a:close/>
                </a:path>
              </a:pathLst>
            </a:custGeom>
            <a:solidFill>
              <a:srgbClr val="5F3800"/>
            </a:solidFill>
          </p:spPr>
          <p:txBody>
            <a:bodyPr wrap="square" lIns="0" tIns="0" rIns="0" bIns="0" rtlCol="0"/>
            <a:lstStyle/>
            <a:p/>
          </p:txBody>
        </p:sp>
        <p:sp>
          <p:nvSpPr>
            <p:cNvPr id="2657" name="object 2657"/>
            <p:cNvSpPr/>
            <p:nvPr/>
          </p:nvSpPr>
          <p:spPr>
            <a:xfrm>
              <a:off x="835660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92710" y="6350"/>
                  </a:lnTo>
                  <a:lnTo>
                    <a:pt x="92710" y="5080"/>
                  </a:lnTo>
                  <a:lnTo>
                    <a:pt x="93980" y="5080"/>
                  </a:lnTo>
                  <a:lnTo>
                    <a:pt x="93980" y="3810"/>
                  </a:lnTo>
                  <a:lnTo>
                    <a:pt x="95250" y="3810"/>
                  </a:lnTo>
                  <a:lnTo>
                    <a:pt x="95250" y="2540"/>
                  </a:lnTo>
                  <a:lnTo>
                    <a:pt x="96520" y="2540"/>
                  </a:lnTo>
                  <a:lnTo>
                    <a:pt x="96520" y="1270"/>
                  </a:lnTo>
                  <a:lnTo>
                    <a:pt x="97790" y="1270"/>
                  </a:lnTo>
                  <a:lnTo>
                    <a:pt x="97790" y="0"/>
                  </a:lnTo>
                  <a:close/>
                </a:path>
              </a:pathLst>
            </a:custGeom>
            <a:solidFill>
              <a:srgbClr val="603700"/>
            </a:solidFill>
          </p:spPr>
          <p:txBody>
            <a:bodyPr wrap="square" lIns="0" tIns="0" rIns="0" bIns="0" rtlCol="0"/>
            <a:lstStyle/>
            <a:p/>
          </p:txBody>
        </p:sp>
        <p:sp>
          <p:nvSpPr>
            <p:cNvPr id="2658" name="object 2658"/>
            <p:cNvSpPr/>
            <p:nvPr/>
          </p:nvSpPr>
          <p:spPr>
            <a:xfrm>
              <a:off x="8364220" y="1675129"/>
              <a:ext cx="83820" cy="7620"/>
            </a:xfrm>
            <a:custGeom>
              <a:avLst/>
              <a:gdLst/>
              <a:ahLst/>
              <a:cxnLst/>
              <a:rect l="l" t="t" r="r" b="b"/>
              <a:pathLst>
                <a:path w="83820" h="7619">
                  <a:moveTo>
                    <a:pt x="73659" y="6350"/>
                  </a:moveTo>
                  <a:lnTo>
                    <a:pt x="11429" y="6350"/>
                  </a:lnTo>
                  <a:lnTo>
                    <a:pt x="11429" y="7620"/>
                  </a:lnTo>
                  <a:lnTo>
                    <a:pt x="73659" y="7620"/>
                  </a:lnTo>
                  <a:lnTo>
                    <a:pt x="73659" y="6350"/>
                  </a:lnTo>
                  <a:close/>
                </a:path>
                <a:path w="83820" h="7619">
                  <a:moveTo>
                    <a:pt x="76200" y="5080"/>
                  </a:moveTo>
                  <a:lnTo>
                    <a:pt x="7620" y="5080"/>
                  </a:lnTo>
                  <a:lnTo>
                    <a:pt x="7620" y="6350"/>
                  </a:lnTo>
                  <a:lnTo>
                    <a:pt x="76200" y="6350"/>
                  </a:lnTo>
                  <a:lnTo>
                    <a:pt x="76200" y="5080"/>
                  </a:lnTo>
                  <a:close/>
                </a:path>
                <a:path w="83820" h="7619">
                  <a:moveTo>
                    <a:pt x="78740" y="3810"/>
                  </a:moveTo>
                  <a:lnTo>
                    <a:pt x="6350" y="3810"/>
                  </a:lnTo>
                  <a:lnTo>
                    <a:pt x="6350" y="5080"/>
                  </a:lnTo>
                  <a:lnTo>
                    <a:pt x="78740" y="5080"/>
                  </a:lnTo>
                  <a:lnTo>
                    <a:pt x="78740" y="3810"/>
                  </a:lnTo>
                  <a:close/>
                </a:path>
                <a:path w="83820" h="7619">
                  <a:moveTo>
                    <a:pt x="80009" y="2540"/>
                  </a:moveTo>
                  <a:lnTo>
                    <a:pt x="3809" y="2540"/>
                  </a:lnTo>
                  <a:lnTo>
                    <a:pt x="3809" y="3810"/>
                  </a:lnTo>
                  <a:lnTo>
                    <a:pt x="80009" y="3810"/>
                  </a:lnTo>
                  <a:lnTo>
                    <a:pt x="80009"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613600"/>
            </a:solidFill>
          </p:spPr>
          <p:txBody>
            <a:bodyPr wrap="square" lIns="0" tIns="0" rIns="0" bIns="0" rtlCol="0"/>
            <a:lstStyle/>
            <a:p/>
          </p:txBody>
        </p:sp>
        <p:sp>
          <p:nvSpPr>
            <p:cNvPr id="2659" name="object 2659"/>
            <p:cNvSpPr/>
            <p:nvPr/>
          </p:nvSpPr>
          <p:spPr>
            <a:xfrm>
              <a:off x="8378190" y="1682749"/>
              <a:ext cx="55880" cy="7620"/>
            </a:xfrm>
            <a:custGeom>
              <a:avLst/>
              <a:gdLst/>
              <a:ahLst/>
              <a:cxnLst/>
              <a:rect l="l" t="t" r="r" b="b"/>
              <a:pathLst>
                <a:path w="55879" h="7619">
                  <a:moveTo>
                    <a:pt x="26670" y="6350"/>
                  </a:moveTo>
                  <a:lnTo>
                    <a:pt x="25400" y="6350"/>
                  </a:lnTo>
                  <a:lnTo>
                    <a:pt x="25400" y="7620"/>
                  </a:lnTo>
                  <a:lnTo>
                    <a:pt x="26670" y="7620"/>
                  </a:lnTo>
                  <a:lnTo>
                    <a:pt x="26670" y="6350"/>
                  </a:lnTo>
                  <a:close/>
                </a:path>
                <a:path w="55879" h="7619">
                  <a:moveTo>
                    <a:pt x="36829" y="5079"/>
                  </a:moveTo>
                  <a:lnTo>
                    <a:pt x="8889" y="5079"/>
                  </a:lnTo>
                  <a:lnTo>
                    <a:pt x="8889" y="6350"/>
                  </a:lnTo>
                  <a:lnTo>
                    <a:pt x="36829" y="6350"/>
                  </a:lnTo>
                  <a:lnTo>
                    <a:pt x="36829"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623500"/>
            </a:solidFill>
          </p:spPr>
          <p:txBody>
            <a:bodyPr wrap="square" lIns="0" tIns="0" rIns="0" bIns="0" rtlCol="0"/>
            <a:lstStyle/>
            <a:p/>
          </p:txBody>
        </p:sp>
      </p:grpSp>
      <p:grpSp>
        <p:nvGrpSpPr>
          <p:cNvPr id="2660" name="object 2660"/>
          <p:cNvGrpSpPr/>
          <p:nvPr/>
        </p:nvGrpSpPr>
        <p:grpSpPr>
          <a:xfrm>
            <a:off x="8600440" y="1057910"/>
            <a:ext cx="153670" cy="619760"/>
            <a:chOff x="8600440" y="1057910"/>
            <a:chExt cx="153670" cy="619760"/>
          </a:xfrm>
        </p:grpSpPr>
        <p:sp>
          <p:nvSpPr>
            <p:cNvPr id="2661" name="object 2661"/>
            <p:cNvSpPr/>
            <p:nvPr/>
          </p:nvSpPr>
          <p:spPr>
            <a:xfrm>
              <a:off x="8696960" y="1057910"/>
              <a:ext cx="26670" cy="5080"/>
            </a:xfrm>
            <a:custGeom>
              <a:avLst/>
              <a:gdLst/>
              <a:ahLst/>
              <a:cxnLst/>
              <a:rect l="l" t="t" r="r" b="b"/>
              <a:pathLst>
                <a:path w="26670" h="5080">
                  <a:moveTo>
                    <a:pt x="2540" y="3810"/>
                  </a:moveTo>
                  <a:lnTo>
                    <a:pt x="0" y="3810"/>
                  </a:lnTo>
                  <a:lnTo>
                    <a:pt x="0" y="5080"/>
                  </a:lnTo>
                  <a:lnTo>
                    <a:pt x="2540" y="5080"/>
                  </a:lnTo>
                  <a:lnTo>
                    <a:pt x="2540" y="3810"/>
                  </a:lnTo>
                  <a:close/>
                </a:path>
                <a:path w="26670" h="5080">
                  <a:moveTo>
                    <a:pt x="26670" y="3810"/>
                  </a:moveTo>
                  <a:lnTo>
                    <a:pt x="25400" y="3810"/>
                  </a:lnTo>
                  <a:lnTo>
                    <a:pt x="25400" y="5080"/>
                  </a:lnTo>
                  <a:lnTo>
                    <a:pt x="26670" y="5080"/>
                  </a:lnTo>
                  <a:lnTo>
                    <a:pt x="26670" y="3810"/>
                  </a:lnTo>
                  <a:close/>
                </a:path>
                <a:path w="26670" h="5080">
                  <a:moveTo>
                    <a:pt x="24130" y="1270"/>
                  </a:moveTo>
                  <a:lnTo>
                    <a:pt x="3810" y="1270"/>
                  </a:lnTo>
                  <a:lnTo>
                    <a:pt x="3810" y="3810"/>
                  </a:lnTo>
                  <a:lnTo>
                    <a:pt x="24130" y="3810"/>
                  </a:lnTo>
                  <a:lnTo>
                    <a:pt x="24130" y="1270"/>
                  </a:lnTo>
                  <a:close/>
                </a:path>
                <a:path w="26670" h="5080">
                  <a:moveTo>
                    <a:pt x="10160" y="0"/>
                  </a:moveTo>
                  <a:lnTo>
                    <a:pt x="6350" y="0"/>
                  </a:lnTo>
                  <a:lnTo>
                    <a:pt x="6350" y="1270"/>
                  </a:lnTo>
                  <a:lnTo>
                    <a:pt x="10160" y="1270"/>
                  </a:lnTo>
                  <a:lnTo>
                    <a:pt x="10160" y="0"/>
                  </a:lnTo>
                  <a:close/>
                </a:path>
                <a:path w="26670" h="5080">
                  <a:moveTo>
                    <a:pt x="20320" y="0"/>
                  </a:moveTo>
                  <a:lnTo>
                    <a:pt x="17780" y="0"/>
                  </a:lnTo>
                  <a:lnTo>
                    <a:pt x="17780" y="1270"/>
                  </a:lnTo>
                  <a:lnTo>
                    <a:pt x="20320" y="1270"/>
                  </a:lnTo>
                  <a:lnTo>
                    <a:pt x="20320" y="0"/>
                  </a:lnTo>
                  <a:close/>
                </a:path>
              </a:pathLst>
            </a:custGeom>
            <a:solidFill>
              <a:srgbClr val="009800"/>
            </a:solidFill>
          </p:spPr>
          <p:txBody>
            <a:bodyPr wrap="square" lIns="0" tIns="0" rIns="0" bIns="0" rtlCol="0"/>
            <a:lstStyle/>
            <a:p/>
          </p:txBody>
        </p:sp>
        <p:sp>
          <p:nvSpPr>
            <p:cNvPr id="2662" name="object 2662"/>
            <p:cNvSpPr/>
            <p:nvPr/>
          </p:nvSpPr>
          <p:spPr>
            <a:xfrm>
              <a:off x="8691880" y="1062990"/>
              <a:ext cx="40640" cy="7620"/>
            </a:xfrm>
            <a:custGeom>
              <a:avLst/>
              <a:gdLst/>
              <a:ahLst/>
              <a:cxnLst/>
              <a:rect l="l" t="t" r="r" b="b"/>
              <a:pathLst>
                <a:path w="40640" h="7619">
                  <a:moveTo>
                    <a:pt x="40640" y="5079"/>
                  </a:moveTo>
                  <a:lnTo>
                    <a:pt x="39370" y="5079"/>
                  </a:lnTo>
                  <a:lnTo>
                    <a:pt x="39370" y="6350"/>
                  </a:lnTo>
                  <a:lnTo>
                    <a:pt x="0" y="6350"/>
                  </a:lnTo>
                  <a:lnTo>
                    <a:pt x="0" y="7620"/>
                  </a:lnTo>
                  <a:lnTo>
                    <a:pt x="40640" y="7620"/>
                  </a:lnTo>
                  <a:lnTo>
                    <a:pt x="40640" y="5079"/>
                  </a:lnTo>
                  <a:close/>
                </a:path>
                <a:path w="40640" h="7619">
                  <a:moveTo>
                    <a:pt x="36829" y="2539"/>
                  </a:moveTo>
                  <a:lnTo>
                    <a:pt x="1270" y="2539"/>
                  </a:lnTo>
                  <a:lnTo>
                    <a:pt x="1270" y="5079"/>
                  </a:lnTo>
                  <a:lnTo>
                    <a:pt x="36829" y="5079"/>
                  </a:lnTo>
                  <a:lnTo>
                    <a:pt x="36829" y="2539"/>
                  </a:lnTo>
                  <a:close/>
                </a:path>
                <a:path w="40640" h="7619">
                  <a:moveTo>
                    <a:pt x="3810" y="1269"/>
                  </a:moveTo>
                  <a:lnTo>
                    <a:pt x="2540" y="1269"/>
                  </a:lnTo>
                  <a:lnTo>
                    <a:pt x="2540" y="2539"/>
                  </a:lnTo>
                  <a:lnTo>
                    <a:pt x="3810" y="2539"/>
                  </a:lnTo>
                  <a:lnTo>
                    <a:pt x="3810" y="1269"/>
                  </a:lnTo>
                  <a:close/>
                </a:path>
                <a:path w="40640" h="7619">
                  <a:moveTo>
                    <a:pt x="35560" y="1269"/>
                  </a:moveTo>
                  <a:lnTo>
                    <a:pt x="34290" y="1269"/>
                  </a:lnTo>
                  <a:lnTo>
                    <a:pt x="34290" y="2539"/>
                  </a:lnTo>
                  <a:lnTo>
                    <a:pt x="35560" y="2539"/>
                  </a:lnTo>
                  <a:lnTo>
                    <a:pt x="35560" y="1269"/>
                  </a:lnTo>
                  <a:close/>
                </a:path>
                <a:path w="40640" h="7619">
                  <a:moveTo>
                    <a:pt x="31750" y="0"/>
                  </a:moveTo>
                  <a:lnTo>
                    <a:pt x="5079" y="0"/>
                  </a:lnTo>
                  <a:lnTo>
                    <a:pt x="5079" y="1269"/>
                  </a:lnTo>
                  <a:lnTo>
                    <a:pt x="31750" y="1269"/>
                  </a:lnTo>
                  <a:lnTo>
                    <a:pt x="31750" y="0"/>
                  </a:lnTo>
                  <a:close/>
                </a:path>
              </a:pathLst>
            </a:custGeom>
            <a:solidFill>
              <a:srgbClr val="009700"/>
            </a:solidFill>
          </p:spPr>
          <p:txBody>
            <a:bodyPr wrap="square" lIns="0" tIns="0" rIns="0" bIns="0" rtlCol="0"/>
            <a:lstStyle/>
            <a:p/>
          </p:txBody>
        </p:sp>
        <p:sp>
          <p:nvSpPr>
            <p:cNvPr id="2663" name="object 2663"/>
            <p:cNvSpPr/>
            <p:nvPr/>
          </p:nvSpPr>
          <p:spPr>
            <a:xfrm>
              <a:off x="8600440" y="1070610"/>
              <a:ext cx="137160" cy="6350"/>
            </a:xfrm>
            <a:custGeom>
              <a:avLst/>
              <a:gdLst/>
              <a:ahLst/>
              <a:cxnLst/>
              <a:rect l="l" t="t" r="r" b="b"/>
              <a:pathLst>
                <a:path w="137159" h="6350">
                  <a:moveTo>
                    <a:pt x="78740" y="5080"/>
                  </a:moveTo>
                  <a:lnTo>
                    <a:pt x="0" y="5080"/>
                  </a:lnTo>
                  <a:lnTo>
                    <a:pt x="0" y="6350"/>
                  </a:lnTo>
                  <a:lnTo>
                    <a:pt x="78740" y="6350"/>
                  </a:lnTo>
                  <a:lnTo>
                    <a:pt x="78740" y="5080"/>
                  </a:lnTo>
                  <a:close/>
                </a:path>
                <a:path w="137159" h="6350">
                  <a:moveTo>
                    <a:pt x="137159" y="3810"/>
                  </a:moveTo>
                  <a:lnTo>
                    <a:pt x="135889" y="3810"/>
                  </a:lnTo>
                  <a:lnTo>
                    <a:pt x="135889" y="5080"/>
                  </a:lnTo>
                  <a:lnTo>
                    <a:pt x="87629" y="5080"/>
                  </a:lnTo>
                  <a:lnTo>
                    <a:pt x="87629" y="6350"/>
                  </a:lnTo>
                  <a:lnTo>
                    <a:pt x="137159" y="6350"/>
                  </a:lnTo>
                  <a:lnTo>
                    <a:pt x="137159" y="3810"/>
                  </a:lnTo>
                  <a:close/>
                </a:path>
                <a:path w="137159" h="6350">
                  <a:moveTo>
                    <a:pt x="134620" y="1270"/>
                  </a:moveTo>
                  <a:lnTo>
                    <a:pt x="88900" y="1270"/>
                  </a:lnTo>
                  <a:lnTo>
                    <a:pt x="88900" y="3810"/>
                  </a:lnTo>
                  <a:lnTo>
                    <a:pt x="134620" y="3810"/>
                  </a:lnTo>
                  <a:lnTo>
                    <a:pt x="134620" y="1270"/>
                  </a:lnTo>
                  <a:close/>
                </a:path>
                <a:path w="137159" h="6350">
                  <a:moveTo>
                    <a:pt x="133349" y="0"/>
                  </a:moveTo>
                  <a:lnTo>
                    <a:pt x="90169" y="0"/>
                  </a:lnTo>
                  <a:lnTo>
                    <a:pt x="90169" y="1270"/>
                  </a:lnTo>
                  <a:lnTo>
                    <a:pt x="133349" y="1270"/>
                  </a:lnTo>
                  <a:lnTo>
                    <a:pt x="133349" y="0"/>
                  </a:lnTo>
                  <a:close/>
                </a:path>
                <a:path w="137159" h="6350">
                  <a:moveTo>
                    <a:pt x="78740" y="0"/>
                  </a:moveTo>
                  <a:lnTo>
                    <a:pt x="0" y="0"/>
                  </a:lnTo>
                  <a:lnTo>
                    <a:pt x="0" y="3810"/>
                  </a:lnTo>
                  <a:lnTo>
                    <a:pt x="78740" y="3810"/>
                  </a:lnTo>
                  <a:lnTo>
                    <a:pt x="78740" y="0"/>
                  </a:lnTo>
                  <a:close/>
                </a:path>
              </a:pathLst>
            </a:custGeom>
            <a:solidFill>
              <a:srgbClr val="019600"/>
            </a:solidFill>
          </p:spPr>
          <p:txBody>
            <a:bodyPr wrap="square" lIns="0" tIns="0" rIns="0" bIns="0" rtlCol="0"/>
            <a:lstStyle/>
            <a:p/>
          </p:txBody>
        </p:sp>
        <p:sp>
          <p:nvSpPr>
            <p:cNvPr id="2664" name="object 2664"/>
            <p:cNvSpPr/>
            <p:nvPr/>
          </p:nvSpPr>
          <p:spPr>
            <a:xfrm>
              <a:off x="8600440" y="1076960"/>
              <a:ext cx="143510" cy="7620"/>
            </a:xfrm>
            <a:custGeom>
              <a:avLst/>
              <a:gdLst/>
              <a:ahLst/>
              <a:cxnLst/>
              <a:rect l="l" t="t" r="r" b="b"/>
              <a:pathLst>
                <a:path w="143509" h="7619">
                  <a:moveTo>
                    <a:pt x="77470" y="5079"/>
                  </a:moveTo>
                  <a:lnTo>
                    <a:pt x="0" y="5079"/>
                  </a:lnTo>
                  <a:lnTo>
                    <a:pt x="0" y="7619"/>
                  </a:lnTo>
                  <a:lnTo>
                    <a:pt x="77470" y="7619"/>
                  </a:lnTo>
                  <a:lnTo>
                    <a:pt x="77470" y="5079"/>
                  </a:lnTo>
                  <a:close/>
                </a:path>
                <a:path w="143509" h="7619">
                  <a:moveTo>
                    <a:pt x="143509" y="3809"/>
                  </a:moveTo>
                  <a:lnTo>
                    <a:pt x="142239" y="3809"/>
                  </a:lnTo>
                  <a:lnTo>
                    <a:pt x="142239" y="5079"/>
                  </a:lnTo>
                  <a:lnTo>
                    <a:pt x="83819" y="5079"/>
                  </a:lnTo>
                  <a:lnTo>
                    <a:pt x="83819" y="6349"/>
                  </a:lnTo>
                  <a:lnTo>
                    <a:pt x="82550" y="6349"/>
                  </a:lnTo>
                  <a:lnTo>
                    <a:pt x="82550" y="7619"/>
                  </a:lnTo>
                  <a:lnTo>
                    <a:pt x="143509" y="7619"/>
                  </a:lnTo>
                  <a:lnTo>
                    <a:pt x="143509" y="3809"/>
                  </a:lnTo>
                  <a:close/>
                </a:path>
                <a:path w="143509" h="7619">
                  <a:moveTo>
                    <a:pt x="86359" y="0"/>
                  </a:moveTo>
                  <a:lnTo>
                    <a:pt x="85089" y="0"/>
                  </a:lnTo>
                  <a:lnTo>
                    <a:pt x="85089" y="3809"/>
                  </a:lnTo>
                  <a:lnTo>
                    <a:pt x="140969" y="3809"/>
                  </a:lnTo>
                  <a:lnTo>
                    <a:pt x="140969" y="1269"/>
                  </a:lnTo>
                  <a:lnTo>
                    <a:pt x="86359" y="1269"/>
                  </a:lnTo>
                  <a:lnTo>
                    <a:pt x="86359" y="0"/>
                  </a:lnTo>
                  <a:close/>
                </a:path>
                <a:path w="143509" h="7619">
                  <a:moveTo>
                    <a:pt x="139699" y="0"/>
                  </a:moveTo>
                  <a:lnTo>
                    <a:pt x="138429" y="0"/>
                  </a:lnTo>
                  <a:lnTo>
                    <a:pt x="138429" y="1269"/>
                  </a:lnTo>
                  <a:lnTo>
                    <a:pt x="139699" y="1269"/>
                  </a:lnTo>
                  <a:lnTo>
                    <a:pt x="139699" y="0"/>
                  </a:lnTo>
                  <a:close/>
                </a:path>
                <a:path w="143509" h="7619">
                  <a:moveTo>
                    <a:pt x="78740" y="1269"/>
                  </a:moveTo>
                  <a:lnTo>
                    <a:pt x="0" y="1269"/>
                  </a:lnTo>
                  <a:lnTo>
                    <a:pt x="0" y="3809"/>
                  </a:lnTo>
                  <a:lnTo>
                    <a:pt x="78740" y="3809"/>
                  </a:lnTo>
                  <a:lnTo>
                    <a:pt x="78740" y="1269"/>
                  </a:lnTo>
                  <a:close/>
                </a:path>
              </a:pathLst>
            </a:custGeom>
            <a:solidFill>
              <a:srgbClr val="029500"/>
            </a:solidFill>
          </p:spPr>
          <p:txBody>
            <a:bodyPr wrap="square" lIns="0" tIns="0" rIns="0" bIns="0" rtlCol="0"/>
            <a:lstStyle/>
            <a:p/>
          </p:txBody>
        </p:sp>
        <p:sp>
          <p:nvSpPr>
            <p:cNvPr id="2665" name="object 2665"/>
            <p:cNvSpPr/>
            <p:nvPr/>
          </p:nvSpPr>
          <p:spPr>
            <a:xfrm>
              <a:off x="8600440" y="1084580"/>
              <a:ext cx="148590" cy="7620"/>
            </a:xfrm>
            <a:custGeom>
              <a:avLst/>
              <a:gdLst/>
              <a:ahLst/>
              <a:cxnLst/>
              <a:rect l="l" t="t" r="r" b="b"/>
              <a:pathLst>
                <a:path w="148590" h="7619">
                  <a:moveTo>
                    <a:pt x="77470" y="0"/>
                  </a:moveTo>
                  <a:lnTo>
                    <a:pt x="0" y="0"/>
                  </a:lnTo>
                  <a:lnTo>
                    <a:pt x="0" y="7620"/>
                  </a:lnTo>
                  <a:lnTo>
                    <a:pt x="77470" y="7620"/>
                  </a:lnTo>
                  <a:lnTo>
                    <a:pt x="77470" y="0"/>
                  </a:lnTo>
                  <a:close/>
                </a:path>
                <a:path w="148590" h="7619">
                  <a:moveTo>
                    <a:pt x="148589" y="6350"/>
                  </a:moveTo>
                  <a:lnTo>
                    <a:pt x="80009" y="6350"/>
                  </a:lnTo>
                  <a:lnTo>
                    <a:pt x="80009" y="7620"/>
                  </a:lnTo>
                  <a:lnTo>
                    <a:pt x="148589" y="7620"/>
                  </a:lnTo>
                  <a:lnTo>
                    <a:pt x="148589" y="6350"/>
                  </a:lnTo>
                  <a:close/>
                </a:path>
                <a:path w="148590" h="7619">
                  <a:moveTo>
                    <a:pt x="146050" y="2539"/>
                  </a:moveTo>
                  <a:lnTo>
                    <a:pt x="81279" y="2539"/>
                  </a:lnTo>
                  <a:lnTo>
                    <a:pt x="81279" y="6350"/>
                  </a:lnTo>
                  <a:lnTo>
                    <a:pt x="147320" y="6350"/>
                  </a:lnTo>
                  <a:lnTo>
                    <a:pt x="147320" y="5079"/>
                  </a:lnTo>
                  <a:lnTo>
                    <a:pt x="146050" y="5079"/>
                  </a:lnTo>
                  <a:lnTo>
                    <a:pt x="146050" y="2539"/>
                  </a:lnTo>
                  <a:close/>
                </a:path>
                <a:path w="148590" h="7619">
                  <a:moveTo>
                    <a:pt x="144779" y="0"/>
                  </a:moveTo>
                  <a:lnTo>
                    <a:pt x="82550" y="0"/>
                  </a:lnTo>
                  <a:lnTo>
                    <a:pt x="82550" y="2539"/>
                  </a:lnTo>
                  <a:lnTo>
                    <a:pt x="144779" y="2539"/>
                  </a:lnTo>
                  <a:lnTo>
                    <a:pt x="144779" y="0"/>
                  </a:lnTo>
                  <a:close/>
                </a:path>
              </a:pathLst>
            </a:custGeom>
            <a:solidFill>
              <a:srgbClr val="039400"/>
            </a:solidFill>
          </p:spPr>
          <p:txBody>
            <a:bodyPr wrap="square" lIns="0" tIns="0" rIns="0" bIns="0" rtlCol="0"/>
            <a:lstStyle/>
            <a:p/>
          </p:txBody>
        </p:sp>
        <p:sp>
          <p:nvSpPr>
            <p:cNvPr id="2666" name="object 2666"/>
            <p:cNvSpPr/>
            <p:nvPr/>
          </p:nvSpPr>
          <p:spPr>
            <a:xfrm>
              <a:off x="8600440" y="1092200"/>
              <a:ext cx="152400" cy="6350"/>
            </a:xfrm>
            <a:custGeom>
              <a:avLst/>
              <a:gdLst/>
              <a:ahLst/>
              <a:cxnLst/>
              <a:rect l="l" t="t" r="r" b="b"/>
              <a:pathLst>
                <a:path w="152400" h="6350">
                  <a:moveTo>
                    <a:pt x="77470" y="2539"/>
                  </a:moveTo>
                  <a:lnTo>
                    <a:pt x="0" y="2539"/>
                  </a:lnTo>
                  <a:lnTo>
                    <a:pt x="0" y="6350"/>
                  </a:lnTo>
                  <a:lnTo>
                    <a:pt x="77470" y="6350"/>
                  </a:lnTo>
                  <a:lnTo>
                    <a:pt x="77470" y="2539"/>
                  </a:lnTo>
                  <a:close/>
                </a:path>
                <a:path w="152400" h="6350">
                  <a:moveTo>
                    <a:pt x="151129" y="1269"/>
                  </a:moveTo>
                  <a:lnTo>
                    <a:pt x="149859" y="1269"/>
                  </a:lnTo>
                  <a:lnTo>
                    <a:pt x="149859" y="2539"/>
                  </a:lnTo>
                  <a:lnTo>
                    <a:pt x="80009" y="2539"/>
                  </a:lnTo>
                  <a:lnTo>
                    <a:pt x="80009" y="3809"/>
                  </a:lnTo>
                  <a:lnTo>
                    <a:pt x="78739" y="3809"/>
                  </a:lnTo>
                  <a:lnTo>
                    <a:pt x="78739" y="6350"/>
                  </a:lnTo>
                  <a:lnTo>
                    <a:pt x="152399" y="6350"/>
                  </a:lnTo>
                  <a:lnTo>
                    <a:pt x="152399" y="5079"/>
                  </a:lnTo>
                  <a:lnTo>
                    <a:pt x="151129" y="5079"/>
                  </a:lnTo>
                  <a:lnTo>
                    <a:pt x="151129" y="1269"/>
                  </a:lnTo>
                  <a:close/>
                </a:path>
                <a:path w="152400" h="6350">
                  <a:moveTo>
                    <a:pt x="148589" y="0"/>
                  </a:moveTo>
                  <a:lnTo>
                    <a:pt x="80009" y="0"/>
                  </a:lnTo>
                  <a:lnTo>
                    <a:pt x="80009" y="1269"/>
                  </a:lnTo>
                  <a:lnTo>
                    <a:pt x="148589" y="1269"/>
                  </a:lnTo>
                  <a:lnTo>
                    <a:pt x="148589" y="0"/>
                  </a:lnTo>
                  <a:close/>
                </a:path>
                <a:path w="152400" h="6350">
                  <a:moveTo>
                    <a:pt x="77470" y="0"/>
                  </a:moveTo>
                  <a:lnTo>
                    <a:pt x="0" y="0"/>
                  </a:lnTo>
                  <a:lnTo>
                    <a:pt x="0" y="1269"/>
                  </a:lnTo>
                  <a:lnTo>
                    <a:pt x="77470" y="1269"/>
                  </a:lnTo>
                  <a:lnTo>
                    <a:pt x="77470" y="0"/>
                  </a:lnTo>
                  <a:close/>
                </a:path>
              </a:pathLst>
            </a:custGeom>
            <a:solidFill>
              <a:srgbClr val="049300"/>
            </a:solidFill>
          </p:spPr>
          <p:txBody>
            <a:bodyPr wrap="square" lIns="0" tIns="0" rIns="0" bIns="0" rtlCol="0"/>
            <a:lstStyle/>
            <a:p/>
          </p:txBody>
        </p:sp>
        <p:sp>
          <p:nvSpPr>
            <p:cNvPr id="2667" name="object 2667"/>
            <p:cNvSpPr/>
            <p:nvPr/>
          </p:nvSpPr>
          <p:spPr>
            <a:xfrm>
              <a:off x="8600440" y="1098549"/>
              <a:ext cx="153670" cy="7620"/>
            </a:xfrm>
            <a:custGeom>
              <a:avLst/>
              <a:gdLst/>
              <a:ahLst/>
              <a:cxnLst/>
              <a:rect l="l" t="t" r="r" b="b"/>
              <a:pathLst>
                <a:path w="153670" h="7619">
                  <a:moveTo>
                    <a:pt x="153670" y="1270"/>
                  </a:moveTo>
                  <a:lnTo>
                    <a:pt x="152387" y="1270"/>
                  </a:lnTo>
                  <a:lnTo>
                    <a:pt x="152387"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69100"/>
            </a:solidFill>
          </p:spPr>
          <p:txBody>
            <a:bodyPr wrap="square" lIns="0" tIns="0" rIns="0" bIns="0" rtlCol="0"/>
            <a:lstStyle/>
            <a:p/>
          </p:txBody>
        </p:sp>
        <p:sp>
          <p:nvSpPr>
            <p:cNvPr id="2668" name="object 2668"/>
            <p:cNvSpPr/>
            <p:nvPr/>
          </p:nvSpPr>
          <p:spPr>
            <a:xfrm>
              <a:off x="860044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79000"/>
            </a:solidFill>
          </p:spPr>
          <p:txBody>
            <a:bodyPr wrap="square" lIns="0" tIns="0" rIns="0" bIns="0" rtlCol="0"/>
            <a:lstStyle/>
            <a:p/>
          </p:txBody>
        </p:sp>
        <p:sp>
          <p:nvSpPr>
            <p:cNvPr id="2669" name="object 2669"/>
            <p:cNvSpPr/>
            <p:nvPr/>
          </p:nvSpPr>
          <p:spPr>
            <a:xfrm>
              <a:off x="860044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88F00"/>
            </a:solidFill>
          </p:spPr>
          <p:txBody>
            <a:bodyPr wrap="square" lIns="0" tIns="0" rIns="0" bIns="0" rtlCol="0"/>
            <a:lstStyle/>
            <a:p/>
          </p:txBody>
        </p:sp>
        <p:sp>
          <p:nvSpPr>
            <p:cNvPr id="2670" name="object 2670"/>
            <p:cNvSpPr/>
            <p:nvPr/>
          </p:nvSpPr>
          <p:spPr>
            <a:xfrm>
              <a:off x="8600440" y="1120139"/>
              <a:ext cx="151130" cy="7620"/>
            </a:xfrm>
            <a:custGeom>
              <a:avLst/>
              <a:gdLst/>
              <a:ahLst/>
              <a:cxnLst/>
              <a:rect l="l" t="t" r="r" b="b"/>
              <a:pathLst>
                <a:path w="151129"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98E00"/>
            </a:solidFill>
          </p:spPr>
          <p:txBody>
            <a:bodyPr wrap="square" lIns="0" tIns="0" rIns="0" bIns="0" rtlCol="0"/>
            <a:lstStyle/>
            <a:p/>
          </p:txBody>
        </p:sp>
        <p:sp>
          <p:nvSpPr>
            <p:cNvPr id="2671" name="object 2671"/>
            <p:cNvSpPr/>
            <p:nvPr/>
          </p:nvSpPr>
          <p:spPr>
            <a:xfrm>
              <a:off x="8600440" y="1127759"/>
              <a:ext cx="149860" cy="7620"/>
            </a:xfrm>
            <a:custGeom>
              <a:avLst/>
              <a:gdLst/>
              <a:ahLst/>
              <a:cxnLst/>
              <a:rect l="l" t="t" r="r" b="b"/>
              <a:pathLst>
                <a:path w="149859" h="7619">
                  <a:moveTo>
                    <a:pt x="149860" y="0"/>
                  </a:moveTo>
                  <a:lnTo>
                    <a:pt x="0" y="0"/>
                  </a:lnTo>
                  <a:lnTo>
                    <a:pt x="0" y="6350"/>
                  </a:lnTo>
                  <a:lnTo>
                    <a:pt x="0" y="7620"/>
                  </a:lnTo>
                  <a:lnTo>
                    <a:pt x="148590" y="7620"/>
                  </a:lnTo>
                  <a:lnTo>
                    <a:pt x="148590" y="6350"/>
                  </a:lnTo>
                  <a:lnTo>
                    <a:pt x="149860" y="6350"/>
                  </a:lnTo>
                  <a:lnTo>
                    <a:pt x="149860" y="0"/>
                  </a:lnTo>
                  <a:close/>
                </a:path>
              </a:pathLst>
            </a:custGeom>
            <a:solidFill>
              <a:srgbClr val="0A8D00"/>
            </a:solidFill>
          </p:spPr>
          <p:txBody>
            <a:bodyPr wrap="square" lIns="0" tIns="0" rIns="0" bIns="0" rtlCol="0"/>
            <a:lstStyle/>
            <a:p/>
          </p:txBody>
        </p:sp>
        <p:sp>
          <p:nvSpPr>
            <p:cNvPr id="2672" name="object 2672"/>
            <p:cNvSpPr/>
            <p:nvPr/>
          </p:nvSpPr>
          <p:spPr>
            <a:xfrm>
              <a:off x="8600440" y="1135380"/>
              <a:ext cx="148590" cy="6350"/>
            </a:xfrm>
            <a:custGeom>
              <a:avLst/>
              <a:gdLst/>
              <a:ahLst/>
              <a:cxnLst/>
              <a:rect l="l" t="t" r="r" b="b"/>
              <a:pathLst>
                <a:path w="148590" h="6350">
                  <a:moveTo>
                    <a:pt x="0" y="6350"/>
                  </a:moveTo>
                  <a:lnTo>
                    <a:pt x="0" y="0"/>
                  </a:lnTo>
                  <a:lnTo>
                    <a:pt x="148590" y="0"/>
                  </a:lnTo>
                  <a:lnTo>
                    <a:pt x="148590" y="6350"/>
                  </a:lnTo>
                  <a:lnTo>
                    <a:pt x="0" y="6350"/>
                  </a:lnTo>
                  <a:close/>
                </a:path>
              </a:pathLst>
            </a:custGeom>
            <a:solidFill>
              <a:srgbClr val="0B8C00"/>
            </a:solidFill>
          </p:spPr>
          <p:txBody>
            <a:bodyPr wrap="square" lIns="0" tIns="0" rIns="0" bIns="0" rtlCol="0"/>
            <a:lstStyle/>
            <a:p/>
          </p:txBody>
        </p:sp>
        <p:sp>
          <p:nvSpPr>
            <p:cNvPr id="2673" name="object 2673"/>
            <p:cNvSpPr/>
            <p:nvPr/>
          </p:nvSpPr>
          <p:spPr>
            <a:xfrm>
              <a:off x="8600440" y="1141729"/>
              <a:ext cx="148590" cy="7620"/>
            </a:xfrm>
            <a:custGeom>
              <a:avLst/>
              <a:gdLst/>
              <a:ahLst/>
              <a:cxnLst/>
              <a:rect l="l" t="t" r="r" b="b"/>
              <a:pathLst>
                <a:path w="148590" h="7619">
                  <a:moveTo>
                    <a:pt x="148590" y="0"/>
                  </a:moveTo>
                  <a:lnTo>
                    <a:pt x="0" y="0"/>
                  </a:lnTo>
                  <a:lnTo>
                    <a:pt x="0" y="2540"/>
                  </a:lnTo>
                  <a:lnTo>
                    <a:pt x="0" y="7620"/>
                  </a:lnTo>
                  <a:lnTo>
                    <a:pt x="147320" y="7620"/>
                  </a:lnTo>
                  <a:lnTo>
                    <a:pt x="147320" y="2540"/>
                  </a:lnTo>
                  <a:lnTo>
                    <a:pt x="148590" y="2540"/>
                  </a:lnTo>
                  <a:lnTo>
                    <a:pt x="148590" y="0"/>
                  </a:lnTo>
                  <a:close/>
                </a:path>
              </a:pathLst>
            </a:custGeom>
            <a:solidFill>
              <a:srgbClr val="0D8A00"/>
            </a:solidFill>
          </p:spPr>
          <p:txBody>
            <a:bodyPr wrap="square" lIns="0" tIns="0" rIns="0" bIns="0" rtlCol="0"/>
            <a:lstStyle/>
            <a:p/>
          </p:txBody>
        </p:sp>
        <p:sp>
          <p:nvSpPr>
            <p:cNvPr id="2674" name="object 2674"/>
            <p:cNvSpPr/>
            <p:nvPr/>
          </p:nvSpPr>
          <p:spPr>
            <a:xfrm>
              <a:off x="8600440" y="1149349"/>
              <a:ext cx="147320" cy="7620"/>
            </a:xfrm>
            <a:custGeom>
              <a:avLst/>
              <a:gdLst/>
              <a:ahLst/>
              <a:cxnLst/>
              <a:rect l="l" t="t" r="r" b="b"/>
              <a:pathLst>
                <a:path w="147320"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0E8900"/>
            </a:solidFill>
          </p:spPr>
          <p:txBody>
            <a:bodyPr wrap="square" lIns="0" tIns="0" rIns="0" bIns="0" rtlCol="0"/>
            <a:lstStyle/>
            <a:p/>
          </p:txBody>
        </p:sp>
        <p:sp>
          <p:nvSpPr>
            <p:cNvPr id="2675" name="object 2675"/>
            <p:cNvSpPr/>
            <p:nvPr/>
          </p:nvSpPr>
          <p:spPr>
            <a:xfrm>
              <a:off x="860044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0F8800"/>
            </a:solidFill>
          </p:spPr>
          <p:txBody>
            <a:bodyPr wrap="square" lIns="0" tIns="0" rIns="0" bIns="0" rtlCol="0"/>
            <a:lstStyle/>
            <a:p/>
          </p:txBody>
        </p:sp>
        <p:sp>
          <p:nvSpPr>
            <p:cNvPr id="2676" name="object 2676"/>
            <p:cNvSpPr/>
            <p:nvPr/>
          </p:nvSpPr>
          <p:spPr>
            <a:xfrm>
              <a:off x="8600440" y="1164590"/>
              <a:ext cx="144780" cy="6350"/>
            </a:xfrm>
            <a:custGeom>
              <a:avLst/>
              <a:gdLst/>
              <a:ahLst/>
              <a:cxnLst/>
              <a:rect l="l" t="t" r="r" b="b"/>
              <a:pathLst>
                <a:path w="144779" h="6350">
                  <a:moveTo>
                    <a:pt x="0" y="6350"/>
                  </a:moveTo>
                  <a:lnTo>
                    <a:pt x="0" y="0"/>
                  </a:lnTo>
                  <a:lnTo>
                    <a:pt x="144779" y="0"/>
                  </a:lnTo>
                  <a:lnTo>
                    <a:pt x="144779" y="6350"/>
                  </a:lnTo>
                  <a:lnTo>
                    <a:pt x="0" y="6350"/>
                  </a:lnTo>
                  <a:close/>
                </a:path>
              </a:pathLst>
            </a:custGeom>
            <a:solidFill>
              <a:srgbClr val="108700"/>
            </a:solidFill>
          </p:spPr>
          <p:txBody>
            <a:bodyPr wrap="square" lIns="0" tIns="0" rIns="0" bIns="0" rtlCol="0"/>
            <a:lstStyle/>
            <a:p/>
          </p:txBody>
        </p:sp>
        <p:sp>
          <p:nvSpPr>
            <p:cNvPr id="2677" name="object 2677"/>
            <p:cNvSpPr/>
            <p:nvPr/>
          </p:nvSpPr>
          <p:spPr>
            <a:xfrm>
              <a:off x="8600440" y="1170939"/>
              <a:ext cx="144780" cy="7620"/>
            </a:xfrm>
            <a:custGeom>
              <a:avLst/>
              <a:gdLst/>
              <a:ahLst/>
              <a:cxnLst/>
              <a:rect l="l" t="t" r="r" b="b"/>
              <a:pathLst>
                <a:path w="144779"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118600"/>
            </a:solidFill>
          </p:spPr>
          <p:txBody>
            <a:bodyPr wrap="square" lIns="0" tIns="0" rIns="0" bIns="0" rtlCol="0"/>
            <a:lstStyle/>
            <a:p/>
          </p:txBody>
        </p:sp>
        <p:sp>
          <p:nvSpPr>
            <p:cNvPr id="2678" name="object 2678"/>
            <p:cNvSpPr/>
            <p:nvPr/>
          </p:nvSpPr>
          <p:spPr>
            <a:xfrm>
              <a:off x="8600440" y="1178559"/>
              <a:ext cx="143510" cy="7620"/>
            </a:xfrm>
            <a:custGeom>
              <a:avLst/>
              <a:gdLst/>
              <a:ahLst/>
              <a:cxnLst/>
              <a:rect l="l" t="t" r="r" b="b"/>
              <a:pathLst>
                <a:path w="143509" h="7619">
                  <a:moveTo>
                    <a:pt x="143510" y="0"/>
                  </a:moveTo>
                  <a:lnTo>
                    <a:pt x="0" y="0"/>
                  </a:lnTo>
                  <a:lnTo>
                    <a:pt x="0" y="5080"/>
                  </a:lnTo>
                  <a:lnTo>
                    <a:pt x="0" y="7620"/>
                  </a:lnTo>
                  <a:lnTo>
                    <a:pt x="142240" y="7620"/>
                  </a:lnTo>
                  <a:lnTo>
                    <a:pt x="142240" y="5080"/>
                  </a:lnTo>
                  <a:lnTo>
                    <a:pt x="143510" y="5080"/>
                  </a:lnTo>
                  <a:lnTo>
                    <a:pt x="143510" y="0"/>
                  </a:lnTo>
                  <a:close/>
                </a:path>
              </a:pathLst>
            </a:custGeom>
            <a:solidFill>
              <a:srgbClr val="128500"/>
            </a:solidFill>
          </p:spPr>
          <p:txBody>
            <a:bodyPr wrap="square" lIns="0" tIns="0" rIns="0" bIns="0" rtlCol="0"/>
            <a:lstStyle/>
            <a:p/>
          </p:txBody>
        </p:sp>
        <p:sp>
          <p:nvSpPr>
            <p:cNvPr id="2679" name="object 2679"/>
            <p:cNvSpPr/>
            <p:nvPr/>
          </p:nvSpPr>
          <p:spPr>
            <a:xfrm>
              <a:off x="8600440" y="1186180"/>
              <a:ext cx="142240" cy="6350"/>
            </a:xfrm>
            <a:custGeom>
              <a:avLst/>
              <a:gdLst/>
              <a:ahLst/>
              <a:cxnLst/>
              <a:rect l="l" t="t" r="r" b="b"/>
              <a:pathLst>
                <a:path w="142240" h="6350">
                  <a:moveTo>
                    <a:pt x="0" y="6350"/>
                  </a:moveTo>
                  <a:lnTo>
                    <a:pt x="0" y="0"/>
                  </a:lnTo>
                  <a:lnTo>
                    <a:pt x="142240" y="0"/>
                  </a:lnTo>
                  <a:lnTo>
                    <a:pt x="142240" y="6350"/>
                  </a:lnTo>
                  <a:lnTo>
                    <a:pt x="0" y="6350"/>
                  </a:lnTo>
                  <a:close/>
                </a:path>
              </a:pathLst>
            </a:custGeom>
            <a:solidFill>
              <a:srgbClr val="148300"/>
            </a:solidFill>
          </p:spPr>
          <p:txBody>
            <a:bodyPr wrap="square" lIns="0" tIns="0" rIns="0" bIns="0" rtlCol="0"/>
            <a:lstStyle/>
            <a:p/>
          </p:txBody>
        </p:sp>
        <p:sp>
          <p:nvSpPr>
            <p:cNvPr id="2680" name="object 2680"/>
            <p:cNvSpPr/>
            <p:nvPr/>
          </p:nvSpPr>
          <p:spPr>
            <a:xfrm>
              <a:off x="8600440" y="1192530"/>
              <a:ext cx="140970" cy="7620"/>
            </a:xfrm>
            <a:custGeom>
              <a:avLst/>
              <a:gdLst/>
              <a:ahLst/>
              <a:cxnLst/>
              <a:rect l="l" t="t" r="r" b="b"/>
              <a:pathLst>
                <a:path w="140970" h="7619">
                  <a:moveTo>
                    <a:pt x="140970" y="0"/>
                  </a:moveTo>
                  <a:lnTo>
                    <a:pt x="0" y="0"/>
                  </a:lnTo>
                  <a:lnTo>
                    <a:pt x="0" y="7620"/>
                  </a:lnTo>
                  <a:lnTo>
                    <a:pt x="140970" y="7620"/>
                  </a:lnTo>
                  <a:lnTo>
                    <a:pt x="140970" y="0"/>
                  </a:lnTo>
                  <a:close/>
                </a:path>
              </a:pathLst>
            </a:custGeom>
            <a:solidFill>
              <a:srgbClr val="158200"/>
            </a:solidFill>
          </p:spPr>
          <p:txBody>
            <a:bodyPr wrap="square" lIns="0" tIns="0" rIns="0" bIns="0" rtlCol="0"/>
            <a:lstStyle/>
            <a:p/>
          </p:txBody>
        </p:sp>
        <p:sp>
          <p:nvSpPr>
            <p:cNvPr id="2681" name="object 2681"/>
            <p:cNvSpPr/>
            <p:nvPr/>
          </p:nvSpPr>
          <p:spPr>
            <a:xfrm>
              <a:off x="8600440" y="1200149"/>
              <a:ext cx="140970" cy="7620"/>
            </a:xfrm>
            <a:custGeom>
              <a:avLst/>
              <a:gdLst/>
              <a:ahLst/>
              <a:cxnLst/>
              <a:rect l="l" t="t" r="r" b="b"/>
              <a:pathLst>
                <a:path w="140970"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168100"/>
            </a:solidFill>
          </p:spPr>
          <p:txBody>
            <a:bodyPr wrap="square" lIns="0" tIns="0" rIns="0" bIns="0" rtlCol="0"/>
            <a:lstStyle/>
            <a:p/>
          </p:txBody>
        </p:sp>
        <p:sp>
          <p:nvSpPr>
            <p:cNvPr id="2682" name="object 2682"/>
            <p:cNvSpPr/>
            <p:nvPr/>
          </p:nvSpPr>
          <p:spPr>
            <a:xfrm>
              <a:off x="860044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178000"/>
            </a:solidFill>
          </p:spPr>
          <p:txBody>
            <a:bodyPr wrap="square" lIns="0" tIns="0" rIns="0" bIns="0" rtlCol="0"/>
            <a:lstStyle/>
            <a:p/>
          </p:txBody>
        </p:sp>
        <p:sp>
          <p:nvSpPr>
            <p:cNvPr id="2683" name="object 2683"/>
            <p:cNvSpPr/>
            <p:nvPr/>
          </p:nvSpPr>
          <p:spPr>
            <a:xfrm>
              <a:off x="8600440" y="1214119"/>
              <a:ext cx="138430" cy="7620"/>
            </a:xfrm>
            <a:custGeom>
              <a:avLst/>
              <a:gdLst/>
              <a:ahLst/>
              <a:cxnLst/>
              <a:rect l="l" t="t" r="r" b="b"/>
              <a:pathLst>
                <a:path w="138429"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187F00"/>
            </a:solidFill>
          </p:spPr>
          <p:txBody>
            <a:bodyPr wrap="square" lIns="0" tIns="0" rIns="0" bIns="0" rtlCol="0"/>
            <a:lstStyle/>
            <a:p/>
          </p:txBody>
        </p:sp>
        <p:sp>
          <p:nvSpPr>
            <p:cNvPr id="2684" name="object 2684"/>
            <p:cNvSpPr/>
            <p:nvPr/>
          </p:nvSpPr>
          <p:spPr>
            <a:xfrm>
              <a:off x="8600440" y="1221740"/>
              <a:ext cx="137160" cy="7620"/>
            </a:xfrm>
            <a:custGeom>
              <a:avLst/>
              <a:gdLst/>
              <a:ahLst/>
              <a:cxnLst/>
              <a:rect l="l" t="t" r="r" b="b"/>
              <a:pathLst>
                <a:path w="137159" h="7619">
                  <a:moveTo>
                    <a:pt x="137159" y="0"/>
                  </a:moveTo>
                  <a:lnTo>
                    <a:pt x="0" y="0"/>
                  </a:lnTo>
                  <a:lnTo>
                    <a:pt x="0" y="7620"/>
                  </a:lnTo>
                  <a:lnTo>
                    <a:pt x="137159" y="7620"/>
                  </a:lnTo>
                  <a:lnTo>
                    <a:pt x="137159" y="0"/>
                  </a:lnTo>
                  <a:close/>
                </a:path>
              </a:pathLst>
            </a:custGeom>
            <a:solidFill>
              <a:srgbClr val="197E00"/>
            </a:solidFill>
          </p:spPr>
          <p:txBody>
            <a:bodyPr wrap="square" lIns="0" tIns="0" rIns="0" bIns="0" rtlCol="0"/>
            <a:lstStyle/>
            <a:p/>
          </p:txBody>
        </p:sp>
        <p:sp>
          <p:nvSpPr>
            <p:cNvPr id="2685" name="object 2685"/>
            <p:cNvSpPr/>
            <p:nvPr/>
          </p:nvSpPr>
          <p:spPr>
            <a:xfrm>
              <a:off x="8600440" y="1229359"/>
              <a:ext cx="137160" cy="6350"/>
            </a:xfrm>
            <a:custGeom>
              <a:avLst/>
              <a:gdLst/>
              <a:ahLst/>
              <a:cxnLst/>
              <a:rect l="l" t="t" r="r" b="b"/>
              <a:pathLst>
                <a:path w="137159" h="6350">
                  <a:moveTo>
                    <a:pt x="135890" y="1282"/>
                  </a:moveTo>
                  <a:lnTo>
                    <a:pt x="0" y="1282"/>
                  </a:lnTo>
                  <a:lnTo>
                    <a:pt x="0" y="6350"/>
                  </a:lnTo>
                  <a:lnTo>
                    <a:pt x="135890" y="6350"/>
                  </a:lnTo>
                  <a:lnTo>
                    <a:pt x="135890" y="1282"/>
                  </a:lnTo>
                  <a:close/>
                </a:path>
                <a:path w="137159" h="6350">
                  <a:moveTo>
                    <a:pt x="137160" y="0"/>
                  </a:moveTo>
                  <a:lnTo>
                    <a:pt x="0" y="0"/>
                  </a:lnTo>
                  <a:lnTo>
                    <a:pt x="0" y="1270"/>
                  </a:lnTo>
                  <a:lnTo>
                    <a:pt x="137160" y="1270"/>
                  </a:lnTo>
                  <a:lnTo>
                    <a:pt x="137160" y="0"/>
                  </a:lnTo>
                  <a:close/>
                </a:path>
              </a:pathLst>
            </a:custGeom>
            <a:solidFill>
              <a:srgbClr val="1B7C00"/>
            </a:solidFill>
          </p:spPr>
          <p:txBody>
            <a:bodyPr wrap="square" lIns="0" tIns="0" rIns="0" bIns="0" rtlCol="0"/>
            <a:lstStyle/>
            <a:p/>
          </p:txBody>
        </p:sp>
        <p:sp>
          <p:nvSpPr>
            <p:cNvPr id="2686" name="object 2686"/>
            <p:cNvSpPr/>
            <p:nvPr/>
          </p:nvSpPr>
          <p:spPr>
            <a:xfrm>
              <a:off x="8600440" y="1235709"/>
              <a:ext cx="135890" cy="7620"/>
            </a:xfrm>
            <a:custGeom>
              <a:avLst/>
              <a:gdLst/>
              <a:ahLst/>
              <a:cxnLst/>
              <a:rect l="l" t="t" r="r" b="b"/>
              <a:pathLst>
                <a:path w="135890" h="7619">
                  <a:moveTo>
                    <a:pt x="135890" y="0"/>
                  </a:moveTo>
                  <a:lnTo>
                    <a:pt x="0" y="0"/>
                  </a:lnTo>
                  <a:lnTo>
                    <a:pt x="0" y="3810"/>
                  </a:lnTo>
                  <a:lnTo>
                    <a:pt x="0" y="7620"/>
                  </a:lnTo>
                  <a:lnTo>
                    <a:pt x="134620" y="7620"/>
                  </a:lnTo>
                  <a:lnTo>
                    <a:pt x="134620" y="3810"/>
                  </a:lnTo>
                  <a:lnTo>
                    <a:pt x="135890" y="3810"/>
                  </a:lnTo>
                  <a:lnTo>
                    <a:pt x="135890" y="0"/>
                  </a:lnTo>
                  <a:close/>
                </a:path>
              </a:pathLst>
            </a:custGeom>
            <a:solidFill>
              <a:srgbClr val="1C7B00"/>
            </a:solidFill>
          </p:spPr>
          <p:txBody>
            <a:bodyPr wrap="square" lIns="0" tIns="0" rIns="0" bIns="0" rtlCol="0"/>
            <a:lstStyle/>
            <a:p/>
          </p:txBody>
        </p:sp>
        <p:sp>
          <p:nvSpPr>
            <p:cNvPr id="2687" name="object 2687"/>
            <p:cNvSpPr/>
            <p:nvPr/>
          </p:nvSpPr>
          <p:spPr>
            <a:xfrm>
              <a:off x="8600440" y="1243329"/>
              <a:ext cx="134620" cy="7620"/>
            </a:xfrm>
            <a:custGeom>
              <a:avLst/>
              <a:gdLst/>
              <a:ahLst/>
              <a:cxnLst/>
              <a:rect l="l" t="t" r="r" b="b"/>
              <a:pathLst>
                <a:path w="134620"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1D7A00"/>
            </a:solidFill>
          </p:spPr>
          <p:txBody>
            <a:bodyPr wrap="square" lIns="0" tIns="0" rIns="0" bIns="0" rtlCol="0"/>
            <a:lstStyle/>
            <a:p/>
          </p:txBody>
        </p:sp>
        <p:sp>
          <p:nvSpPr>
            <p:cNvPr id="2688" name="object 2688"/>
            <p:cNvSpPr/>
            <p:nvPr/>
          </p:nvSpPr>
          <p:spPr>
            <a:xfrm>
              <a:off x="860044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1E7900"/>
            </a:solidFill>
          </p:spPr>
          <p:txBody>
            <a:bodyPr wrap="square" lIns="0" tIns="0" rIns="0" bIns="0" rtlCol="0"/>
            <a:lstStyle/>
            <a:p/>
          </p:txBody>
        </p:sp>
        <p:sp>
          <p:nvSpPr>
            <p:cNvPr id="2689" name="object 2689"/>
            <p:cNvSpPr/>
            <p:nvPr/>
          </p:nvSpPr>
          <p:spPr>
            <a:xfrm>
              <a:off x="860044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1F7800"/>
            </a:solidFill>
          </p:spPr>
          <p:txBody>
            <a:bodyPr wrap="square" lIns="0" tIns="0" rIns="0" bIns="0" rtlCol="0"/>
            <a:lstStyle/>
            <a:p/>
          </p:txBody>
        </p:sp>
        <p:sp>
          <p:nvSpPr>
            <p:cNvPr id="2690" name="object 2690"/>
            <p:cNvSpPr/>
            <p:nvPr/>
          </p:nvSpPr>
          <p:spPr>
            <a:xfrm>
              <a:off x="8600440" y="1264919"/>
              <a:ext cx="132080" cy="7620"/>
            </a:xfrm>
            <a:custGeom>
              <a:avLst/>
              <a:gdLst/>
              <a:ahLst/>
              <a:cxnLst/>
              <a:rect l="l" t="t" r="r" b="b"/>
              <a:pathLst>
                <a:path w="132079"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217600"/>
            </a:solidFill>
          </p:spPr>
          <p:txBody>
            <a:bodyPr wrap="square" lIns="0" tIns="0" rIns="0" bIns="0" rtlCol="0"/>
            <a:lstStyle/>
            <a:p/>
          </p:txBody>
        </p:sp>
        <p:sp>
          <p:nvSpPr>
            <p:cNvPr id="2691" name="object 2691"/>
            <p:cNvSpPr/>
            <p:nvPr/>
          </p:nvSpPr>
          <p:spPr>
            <a:xfrm>
              <a:off x="8600440" y="1272539"/>
              <a:ext cx="130810" cy="7620"/>
            </a:xfrm>
            <a:custGeom>
              <a:avLst/>
              <a:gdLst/>
              <a:ahLst/>
              <a:cxnLst/>
              <a:rect l="l" t="t" r="r" b="b"/>
              <a:pathLst>
                <a:path w="130809"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90" y="5080"/>
                  </a:lnTo>
                  <a:lnTo>
                    <a:pt x="97790" y="2540"/>
                  </a:lnTo>
                  <a:lnTo>
                    <a:pt x="99060" y="2540"/>
                  </a:lnTo>
                  <a:lnTo>
                    <a:pt x="99060" y="1270"/>
                  </a:lnTo>
                  <a:lnTo>
                    <a:pt x="100330" y="1270"/>
                  </a:lnTo>
                  <a:lnTo>
                    <a:pt x="100330" y="0"/>
                  </a:lnTo>
                  <a:close/>
                </a:path>
                <a:path w="130809"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40" y="7620"/>
                  </a:lnTo>
                  <a:lnTo>
                    <a:pt x="129540" y="6350"/>
                  </a:lnTo>
                  <a:lnTo>
                    <a:pt x="130810" y="6350"/>
                  </a:lnTo>
                  <a:lnTo>
                    <a:pt x="130810" y="5080"/>
                  </a:lnTo>
                  <a:lnTo>
                    <a:pt x="130810" y="3810"/>
                  </a:lnTo>
                  <a:lnTo>
                    <a:pt x="130810" y="2540"/>
                  </a:lnTo>
                  <a:lnTo>
                    <a:pt x="130810" y="1270"/>
                  </a:lnTo>
                  <a:lnTo>
                    <a:pt x="130810" y="0"/>
                  </a:lnTo>
                  <a:close/>
                </a:path>
              </a:pathLst>
            </a:custGeom>
            <a:solidFill>
              <a:srgbClr val="227500"/>
            </a:solidFill>
          </p:spPr>
          <p:txBody>
            <a:bodyPr wrap="square" lIns="0" tIns="0" rIns="0" bIns="0" rtlCol="0"/>
            <a:lstStyle/>
            <a:p/>
          </p:txBody>
        </p:sp>
        <p:sp>
          <p:nvSpPr>
            <p:cNvPr id="2692" name="object 2692"/>
            <p:cNvSpPr/>
            <p:nvPr/>
          </p:nvSpPr>
          <p:spPr>
            <a:xfrm>
              <a:off x="8600440" y="1280159"/>
              <a:ext cx="129539" cy="6350"/>
            </a:xfrm>
            <a:custGeom>
              <a:avLst/>
              <a:gdLst/>
              <a:ahLst/>
              <a:cxnLst/>
              <a:rect l="l" t="t" r="r" b="b"/>
              <a:pathLst>
                <a:path w="129540" h="6350">
                  <a:moveTo>
                    <a:pt x="95250" y="0"/>
                  </a:moveTo>
                  <a:lnTo>
                    <a:pt x="0" y="0"/>
                  </a:lnTo>
                  <a:lnTo>
                    <a:pt x="0" y="3810"/>
                  </a:lnTo>
                  <a:lnTo>
                    <a:pt x="0" y="6350"/>
                  </a:lnTo>
                  <a:lnTo>
                    <a:pt x="93980" y="6350"/>
                  </a:lnTo>
                  <a:lnTo>
                    <a:pt x="93980" y="3810"/>
                  </a:lnTo>
                  <a:lnTo>
                    <a:pt x="95250" y="3810"/>
                  </a:lnTo>
                  <a:lnTo>
                    <a:pt x="95250" y="0"/>
                  </a:lnTo>
                  <a:close/>
                </a:path>
                <a:path w="129540" h="6350">
                  <a:moveTo>
                    <a:pt x="129540"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40" y="6350"/>
                  </a:lnTo>
                  <a:lnTo>
                    <a:pt x="129540" y="5080"/>
                  </a:lnTo>
                  <a:lnTo>
                    <a:pt x="129540" y="3810"/>
                  </a:lnTo>
                  <a:lnTo>
                    <a:pt x="129540" y="2540"/>
                  </a:lnTo>
                  <a:lnTo>
                    <a:pt x="129540" y="1270"/>
                  </a:lnTo>
                  <a:lnTo>
                    <a:pt x="129540" y="0"/>
                  </a:lnTo>
                  <a:close/>
                </a:path>
              </a:pathLst>
            </a:custGeom>
            <a:solidFill>
              <a:srgbClr val="237400"/>
            </a:solidFill>
          </p:spPr>
          <p:txBody>
            <a:bodyPr wrap="square" lIns="0" tIns="0" rIns="0" bIns="0" rtlCol="0"/>
            <a:lstStyle/>
            <a:p/>
          </p:txBody>
        </p:sp>
        <p:sp>
          <p:nvSpPr>
            <p:cNvPr id="2693" name="object 2693"/>
            <p:cNvSpPr/>
            <p:nvPr/>
          </p:nvSpPr>
          <p:spPr>
            <a:xfrm>
              <a:off x="8600440" y="1286509"/>
              <a:ext cx="129539" cy="7620"/>
            </a:xfrm>
            <a:custGeom>
              <a:avLst/>
              <a:gdLst/>
              <a:ahLst/>
              <a:cxnLst/>
              <a:rect l="l" t="t" r="r" b="b"/>
              <a:pathLst>
                <a:path w="129540" h="7619">
                  <a:moveTo>
                    <a:pt x="93980" y="0"/>
                  </a:moveTo>
                  <a:lnTo>
                    <a:pt x="0" y="0"/>
                  </a:lnTo>
                  <a:lnTo>
                    <a:pt x="0" y="2540"/>
                  </a:lnTo>
                  <a:lnTo>
                    <a:pt x="0" y="7620"/>
                  </a:lnTo>
                  <a:lnTo>
                    <a:pt x="92710" y="7620"/>
                  </a:lnTo>
                  <a:lnTo>
                    <a:pt x="92710" y="2540"/>
                  </a:lnTo>
                  <a:lnTo>
                    <a:pt x="93980" y="2540"/>
                  </a:lnTo>
                  <a:lnTo>
                    <a:pt x="93980" y="0"/>
                  </a:lnTo>
                  <a:close/>
                </a:path>
                <a:path w="129540" h="7619">
                  <a:moveTo>
                    <a:pt x="129540"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40" y="2540"/>
                  </a:lnTo>
                  <a:lnTo>
                    <a:pt x="129540" y="0"/>
                  </a:lnTo>
                  <a:close/>
                </a:path>
              </a:pathLst>
            </a:custGeom>
            <a:solidFill>
              <a:srgbClr val="247300"/>
            </a:solidFill>
          </p:spPr>
          <p:txBody>
            <a:bodyPr wrap="square" lIns="0" tIns="0" rIns="0" bIns="0" rtlCol="0"/>
            <a:lstStyle/>
            <a:p/>
          </p:txBody>
        </p:sp>
        <p:sp>
          <p:nvSpPr>
            <p:cNvPr id="2694" name="object 2694"/>
            <p:cNvSpPr/>
            <p:nvPr/>
          </p:nvSpPr>
          <p:spPr>
            <a:xfrm>
              <a:off x="8600440" y="1294129"/>
              <a:ext cx="92710" cy="7620"/>
            </a:xfrm>
            <a:custGeom>
              <a:avLst/>
              <a:gdLst/>
              <a:ahLst/>
              <a:cxnLst/>
              <a:rect l="l" t="t" r="r" b="b"/>
              <a:pathLst>
                <a:path w="92709" h="7619">
                  <a:moveTo>
                    <a:pt x="92710" y="0"/>
                  </a:moveTo>
                  <a:lnTo>
                    <a:pt x="0" y="0"/>
                  </a:lnTo>
                  <a:lnTo>
                    <a:pt x="0" y="1270"/>
                  </a:lnTo>
                  <a:lnTo>
                    <a:pt x="0" y="7620"/>
                  </a:lnTo>
                  <a:lnTo>
                    <a:pt x="91440" y="7620"/>
                  </a:lnTo>
                  <a:lnTo>
                    <a:pt x="91440" y="1270"/>
                  </a:lnTo>
                  <a:lnTo>
                    <a:pt x="92710" y="1270"/>
                  </a:lnTo>
                  <a:lnTo>
                    <a:pt x="92710" y="0"/>
                  </a:lnTo>
                  <a:close/>
                </a:path>
              </a:pathLst>
            </a:custGeom>
            <a:solidFill>
              <a:srgbClr val="257200"/>
            </a:solidFill>
          </p:spPr>
          <p:txBody>
            <a:bodyPr wrap="square" lIns="0" tIns="0" rIns="0" bIns="0" rtlCol="0"/>
            <a:lstStyle/>
            <a:p/>
          </p:txBody>
        </p:sp>
        <p:sp>
          <p:nvSpPr>
            <p:cNvPr id="2695" name="object 2695"/>
            <p:cNvSpPr/>
            <p:nvPr/>
          </p:nvSpPr>
          <p:spPr>
            <a:xfrm>
              <a:off x="8600440" y="1301750"/>
              <a:ext cx="90170" cy="6350"/>
            </a:xfrm>
            <a:custGeom>
              <a:avLst/>
              <a:gdLst/>
              <a:ahLst/>
              <a:cxnLst/>
              <a:rect l="l" t="t" r="r" b="b"/>
              <a:pathLst>
                <a:path w="90170" h="6350">
                  <a:moveTo>
                    <a:pt x="90170" y="0"/>
                  </a:moveTo>
                  <a:lnTo>
                    <a:pt x="0" y="0"/>
                  </a:lnTo>
                  <a:lnTo>
                    <a:pt x="0" y="6350"/>
                  </a:lnTo>
                  <a:lnTo>
                    <a:pt x="90170" y="6350"/>
                  </a:lnTo>
                  <a:lnTo>
                    <a:pt x="90170" y="0"/>
                  </a:lnTo>
                  <a:close/>
                </a:path>
              </a:pathLst>
            </a:custGeom>
            <a:solidFill>
              <a:srgbClr val="267100"/>
            </a:solidFill>
          </p:spPr>
          <p:txBody>
            <a:bodyPr wrap="square" lIns="0" tIns="0" rIns="0" bIns="0" rtlCol="0"/>
            <a:lstStyle/>
            <a:p/>
          </p:txBody>
        </p:sp>
        <p:sp>
          <p:nvSpPr>
            <p:cNvPr id="2696" name="object 2696"/>
            <p:cNvSpPr/>
            <p:nvPr/>
          </p:nvSpPr>
          <p:spPr>
            <a:xfrm>
              <a:off x="8600440" y="1308099"/>
              <a:ext cx="90170" cy="7620"/>
            </a:xfrm>
            <a:custGeom>
              <a:avLst/>
              <a:gdLst/>
              <a:ahLst/>
              <a:cxnLst/>
              <a:rect l="l" t="t" r="r" b="b"/>
              <a:pathLst>
                <a:path w="90170" h="7619">
                  <a:moveTo>
                    <a:pt x="90170" y="0"/>
                  </a:moveTo>
                  <a:lnTo>
                    <a:pt x="0" y="0"/>
                  </a:lnTo>
                  <a:lnTo>
                    <a:pt x="0" y="3810"/>
                  </a:lnTo>
                  <a:lnTo>
                    <a:pt x="0" y="7620"/>
                  </a:lnTo>
                  <a:lnTo>
                    <a:pt x="88900" y="7620"/>
                  </a:lnTo>
                  <a:lnTo>
                    <a:pt x="88900" y="3810"/>
                  </a:lnTo>
                  <a:lnTo>
                    <a:pt x="90170" y="3810"/>
                  </a:lnTo>
                  <a:lnTo>
                    <a:pt x="90170" y="0"/>
                  </a:lnTo>
                  <a:close/>
                </a:path>
              </a:pathLst>
            </a:custGeom>
            <a:solidFill>
              <a:srgbClr val="286F00"/>
            </a:solidFill>
          </p:spPr>
          <p:txBody>
            <a:bodyPr wrap="square" lIns="0" tIns="0" rIns="0" bIns="0" rtlCol="0"/>
            <a:lstStyle/>
            <a:p/>
          </p:txBody>
        </p:sp>
        <p:sp>
          <p:nvSpPr>
            <p:cNvPr id="2697" name="object 2697"/>
            <p:cNvSpPr/>
            <p:nvPr/>
          </p:nvSpPr>
          <p:spPr>
            <a:xfrm>
              <a:off x="8600440" y="1315720"/>
              <a:ext cx="88900" cy="7620"/>
            </a:xfrm>
            <a:custGeom>
              <a:avLst/>
              <a:gdLst/>
              <a:ahLst/>
              <a:cxnLst/>
              <a:rect l="l" t="t" r="r" b="b"/>
              <a:pathLst>
                <a:path w="88900" h="7619">
                  <a:moveTo>
                    <a:pt x="0" y="7619"/>
                  </a:moveTo>
                  <a:lnTo>
                    <a:pt x="0" y="0"/>
                  </a:lnTo>
                  <a:lnTo>
                    <a:pt x="88900" y="0"/>
                  </a:lnTo>
                  <a:lnTo>
                    <a:pt x="88900" y="7619"/>
                  </a:lnTo>
                  <a:lnTo>
                    <a:pt x="0" y="7619"/>
                  </a:lnTo>
                  <a:close/>
                </a:path>
              </a:pathLst>
            </a:custGeom>
            <a:solidFill>
              <a:srgbClr val="296E00"/>
            </a:solidFill>
          </p:spPr>
          <p:txBody>
            <a:bodyPr wrap="square" lIns="0" tIns="0" rIns="0" bIns="0" rtlCol="0"/>
            <a:lstStyle/>
            <a:p/>
          </p:txBody>
        </p:sp>
        <p:sp>
          <p:nvSpPr>
            <p:cNvPr id="2698" name="object 2698"/>
            <p:cNvSpPr/>
            <p:nvPr/>
          </p:nvSpPr>
          <p:spPr>
            <a:xfrm>
              <a:off x="8600440" y="1323340"/>
              <a:ext cx="88900" cy="6350"/>
            </a:xfrm>
            <a:custGeom>
              <a:avLst/>
              <a:gdLst/>
              <a:ahLst/>
              <a:cxnLst/>
              <a:rect l="l" t="t" r="r" b="b"/>
              <a:pathLst>
                <a:path w="88900" h="6350">
                  <a:moveTo>
                    <a:pt x="88900" y="0"/>
                  </a:moveTo>
                  <a:lnTo>
                    <a:pt x="0" y="0"/>
                  </a:lnTo>
                  <a:lnTo>
                    <a:pt x="0" y="6350"/>
                  </a:lnTo>
                  <a:lnTo>
                    <a:pt x="87629" y="6350"/>
                  </a:lnTo>
                  <a:lnTo>
                    <a:pt x="87629" y="1270"/>
                  </a:lnTo>
                  <a:lnTo>
                    <a:pt x="88900" y="1270"/>
                  </a:lnTo>
                  <a:lnTo>
                    <a:pt x="88900" y="0"/>
                  </a:lnTo>
                  <a:close/>
                </a:path>
              </a:pathLst>
            </a:custGeom>
            <a:solidFill>
              <a:srgbClr val="2A6D00"/>
            </a:solidFill>
          </p:spPr>
          <p:txBody>
            <a:bodyPr wrap="square" lIns="0" tIns="0" rIns="0" bIns="0" rtlCol="0"/>
            <a:lstStyle/>
            <a:p/>
          </p:txBody>
        </p:sp>
        <p:sp>
          <p:nvSpPr>
            <p:cNvPr id="2699" name="object 2699"/>
            <p:cNvSpPr/>
            <p:nvPr/>
          </p:nvSpPr>
          <p:spPr>
            <a:xfrm>
              <a:off x="8600440" y="1329690"/>
              <a:ext cx="87630" cy="7620"/>
            </a:xfrm>
            <a:custGeom>
              <a:avLst/>
              <a:gdLst/>
              <a:ahLst/>
              <a:cxnLst/>
              <a:rect l="l" t="t" r="r" b="b"/>
              <a:pathLst>
                <a:path w="87629" h="7619">
                  <a:moveTo>
                    <a:pt x="87629" y="0"/>
                  </a:moveTo>
                  <a:lnTo>
                    <a:pt x="0" y="0"/>
                  </a:lnTo>
                  <a:lnTo>
                    <a:pt x="0" y="7620"/>
                  </a:lnTo>
                  <a:lnTo>
                    <a:pt x="86359" y="7620"/>
                  </a:lnTo>
                  <a:lnTo>
                    <a:pt x="86359" y="3810"/>
                  </a:lnTo>
                  <a:lnTo>
                    <a:pt x="87629" y="3810"/>
                  </a:lnTo>
                  <a:lnTo>
                    <a:pt x="87629" y="0"/>
                  </a:lnTo>
                  <a:close/>
                </a:path>
              </a:pathLst>
            </a:custGeom>
            <a:solidFill>
              <a:srgbClr val="2B6C00"/>
            </a:solidFill>
          </p:spPr>
          <p:txBody>
            <a:bodyPr wrap="square" lIns="0" tIns="0" rIns="0" bIns="0" rtlCol="0"/>
            <a:lstStyle/>
            <a:p/>
          </p:txBody>
        </p:sp>
        <p:sp>
          <p:nvSpPr>
            <p:cNvPr id="2700" name="object 2700"/>
            <p:cNvSpPr/>
            <p:nvPr/>
          </p:nvSpPr>
          <p:spPr>
            <a:xfrm>
              <a:off x="8600440" y="1337310"/>
              <a:ext cx="86360" cy="7620"/>
            </a:xfrm>
            <a:custGeom>
              <a:avLst/>
              <a:gdLst/>
              <a:ahLst/>
              <a:cxnLst/>
              <a:rect l="l" t="t" r="r" b="b"/>
              <a:pathLst>
                <a:path w="86359" h="7619">
                  <a:moveTo>
                    <a:pt x="0" y="7619"/>
                  </a:moveTo>
                  <a:lnTo>
                    <a:pt x="0" y="0"/>
                  </a:lnTo>
                  <a:lnTo>
                    <a:pt x="86359" y="0"/>
                  </a:lnTo>
                  <a:lnTo>
                    <a:pt x="86359" y="7619"/>
                  </a:lnTo>
                  <a:lnTo>
                    <a:pt x="0" y="7619"/>
                  </a:lnTo>
                  <a:close/>
                </a:path>
              </a:pathLst>
            </a:custGeom>
            <a:solidFill>
              <a:srgbClr val="2C6B00"/>
            </a:solidFill>
          </p:spPr>
          <p:txBody>
            <a:bodyPr wrap="square" lIns="0" tIns="0" rIns="0" bIns="0" rtlCol="0"/>
            <a:lstStyle/>
            <a:p/>
          </p:txBody>
        </p:sp>
        <p:sp>
          <p:nvSpPr>
            <p:cNvPr id="2701" name="object 2701"/>
            <p:cNvSpPr/>
            <p:nvPr/>
          </p:nvSpPr>
          <p:spPr>
            <a:xfrm>
              <a:off x="8600440" y="1344930"/>
              <a:ext cx="86360" cy="6350"/>
            </a:xfrm>
            <a:custGeom>
              <a:avLst/>
              <a:gdLst/>
              <a:ahLst/>
              <a:cxnLst/>
              <a:rect l="l" t="t" r="r" b="b"/>
              <a:pathLst>
                <a:path w="86359" h="6350">
                  <a:moveTo>
                    <a:pt x="86359" y="0"/>
                  </a:moveTo>
                  <a:lnTo>
                    <a:pt x="0" y="0"/>
                  </a:lnTo>
                  <a:lnTo>
                    <a:pt x="0" y="6350"/>
                  </a:lnTo>
                  <a:lnTo>
                    <a:pt x="85090" y="6350"/>
                  </a:lnTo>
                  <a:lnTo>
                    <a:pt x="85090" y="2540"/>
                  </a:lnTo>
                  <a:lnTo>
                    <a:pt x="86359" y="2540"/>
                  </a:lnTo>
                  <a:lnTo>
                    <a:pt x="86359" y="0"/>
                  </a:lnTo>
                  <a:close/>
                </a:path>
              </a:pathLst>
            </a:custGeom>
            <a:solidFill>
              <a:srgbClr val="2D6A00"/>
            </a:solidFill>
          </p:spPr>
          <p:txBody>
            <a:bodyPr wrap="square" lIns="0" tIns="0" rIns="0" bIns="0" rtlCol="0"/>
            <a:lstStyle/>
            <a:p/>
          </p:txBody>
        </p:sp>
        <p:sp>
          <p:nvSpPr>
            <p:cNvPr id="2702" name="object 2702"/>
            <p:cNvSpPr/>
            <p:nvPr/>
          </p:nvSpPr>
          <p:spPr>
            <a:xfrm>
              <a:off x="8600440" y="135128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2F6800"/>
            </a:solidFill>
          </p:spPr>
          <p:txBody>
            <a:bodyPr wrap="square" lIns="0" tIns="0" rIns="0" bIns="0" rtlCol="0"/>
            <a:lstStyle/>
            <a:p/>
          </p:txBody>
        </p:sp>
        <p:sp>
          <p:nvSpPr>
            <p:cNvPr id="2703" name="object 2703"/>
            <p:cNvSpPr/>
            <p:nvPr/>
          </p:nvSpPr>
          <p:spPr>
            <a:xfrm>
              <a:off x="8600440" y="135890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306700"/>
            </a:solidFill>
          </p:spPr>
          <p:txBody>
            <a:bodyPr wrap="square" lIns="0" tIns="0" rIns="0" bIns="0" rtlCol="0"/>
            <a:lstStyle/>
            <a:p/>
          </p:txBody>
        </p:sp>
        <p:sp>
          <p:nvSpPr>
            <p:cNvPr id="2704" name="object 2704"/>
            <p:cNvSpPr/>
            <p:nvPr/>
          </p:nvSpPr>
          <p:spPr>
            <a:xfrm>
              <a:off x="8600440" y="1366520"/>
              <a:ext cx="85090" cy="7620"/>
            </a:xfrm>
            <a:custGeom>
              <a:avLst/>
              <a:gdLst/>
              <a:ahLst/>
              <a:cxnLst/>
              <a:rect l="l" t="t" r="r" b="b"/>
              <a:pathLst>
                <a:path w="85090" h="7619">
                  <a:moveTo>
                    <a:pt x="0" y="7619"/>
                  </a:moveTo>
                  <a:lnTo>
                    <a:pt x="0" y="0"/>
                  </a:lnTo>
                  <a:lnTo>
                    <a:pt x="85090" y="0"/>
                  </a:lnTo>
                  <a:lnTo>
                    <a:pt x="85090" y="7619"/>
                  </a:lnTo>
                  <a:lnTo>
                    <a:pt x="0" y="7619"/>
                  </a:lnTo>
                  <a:close/>
                </a:path>
              </a:pathLst>
            </a:custGeom>
            <a:solidFill>
              <a:srgbClr val="316600"/>
            </a:solidFill>
          </p:spPr>
          <p:txBody>
            <a:bodyPr wrap="square" lIns="0" tIns="0" rIns="0" bIns="0" rtlCol="0"/>
            <a:lstStyle/>
            <a:p/>
          </p:txBody>
        </p:sp>
        <p:sp>
          <p:nvSpPr>
            <p:cNvPr id="2705" name="object 2705"/>
            <p:cNvSpPr/>
            <p:nvPr/>
          </p:nvSpPr>
          <p:spPr>
            <a:xfrm>
              <a:off x="8600440" y="1374140"/>
              <a:ext cx="85090" cy="6350"/>
            </a:xfrm>
            <a:custGeom>
              <a:avLst/>
              <a:gdLst/>
              <a:ahLst/>
              <a:cxnLst/>
              <a:rect l="l" t="t" r="r" b="b"/>
              <a:pathLst>
                <a:path w="85090" h="6350">
                  <a:moveTo>
                    <a:pt x="0" y="6350"/>
                  </a:moveTo>
                  <a:lnTo>
                    <a:pt x="0" y="0"/>
                  </a:lnTo>
                  <a:lnTo>
                    <a:pt x="85090" y="0"/>
                  </a:lnTo>
                  <a:lnTo>
                    <a:pt x="85090" y="6350"/>
                  </a:lnTo>
                  <a:lnTo>
                    <a:pt x="0" y="6350"/>
                  </a:lnTo>
                  <a:close/>
                </a:path>
              </a:pathLst>
            </a:custGeom>
            <a:solidFill>
              <a:srgbClr val="336600"/>
            </a:solidFill>
          </p:spPr>
          <p:txBody>
            <a:bodyPr wrap="square" lIns="0" tIns="0" rIns="0" bIns="0" rtlCol="0"/>
            <a:lstStyle/>
            <a:p/>
          </p:txBody>
        </p:sp>
        <p:sp>
          <p:nvSpPr>
            <p:cNvPr id="2706" name="object 2706"/>
            <p:cNvSpPr/>
            <p:nvPr/>
          </p:nvSpPr>
          <p:spPr>
            <a:xfrm>
              <a:off x="8600440" y="138049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336400"/>
            </a:solidFill>
          </p:spPr>
          <p:txBody>
            <a:bodyPr wrap="square" lIns="0" tIns="0" rIns="0" bIns="0" rtlCol="0"/>
            <a:lstStyle/>
            <a:p/>
          </p:txBody>
        </p:sp>
        <p:sp>
          <p:nvSpPr>
            <p:cNvPr id="2707" name="object 2707"/>
            <p:cNvSpPr/>
            <p:nvPr/>
          </p:nvSpPr>
          <p:spPr>
            <a:xfrm>
              <a:off x="8600440" y="1388110"/>
              <a:ext cx="85090" cy="7620"/>
            </a:xfrm>
            <a:custGeom>
              <a:avLst/>
              <a:gdLst/>
              <a:ahLst/>
              <a:cxnLst/>
              <a:rect l="l" t="t" r="r" b="b"/>
              <a:pathLst>
                <a:path w="85090" h="7619">
                  <a:moveTo>
                    <a:pt x="85090" y="0"/>
                  </a:moveTo>
                  <a:lnTo>
                    <a:pt x="0" y="0"/>
                  </a:lnTo>
                  <a:lnTo>
                    <a:pt x="0" y="5079"/>
                  </a:lnTo>
                  <a:lnTo>
                    <a:pt x="85090" y="5079"/>
                  </a:lnTo>
                  <a:lnTo>
                    <a:pt x="85090" y="0"/>
                  </a:lnTo>
                  <a:close/>
                </a:path>
                <a:path w="85090" h="7619">
                  <a:moveTo>
                    <a:pt x="83820" y="5080"/>
                  </a:moveTo>
                  <a:lnTo>
                    <a:pt x="0" y="5080"/>
                  </a:lnTo>
                  <a:lnTo>
                    <a:pt x="0" y="7619"/>
                  </a:lnTo>
                  <a:lnTo>
                    <a:pt x="83820" y="7619"/>
                  </a:lnTo>
                  <a:lnTo>
                    <a:pt x="83820" y="5080"/>
                  </a:lnTo>
                  <a:close/>
                </a:path>
              </a:pathLst>
            </a:custGeom>
            <a:solidFill>
              <a:srgbClr val="346300"/>
            </a:solidFill>
          </p:spPr>
          <p:txBody>
            <a:bodyPr wrap="square" lIns="0" tIns="0" rIns="0" bIns="0" rtlCol="0"/>
            <a:lstStyle/>
            <a:p/>
          </p:txBody>
        </p:sp>
        <p:sp>
          <p:nvSpPr>
            <p:cNvPr id="2708" name="object 2708"/>
            <p:cNvSpPr/>
            <p:nvPr/>
          </p:nvSpPr>
          <p:spPr>
            <a:xfrm>
              <a:off x="8600440" y="139573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366100"/>
            </a:solidFill>
          </p:spPr>
          <p:txBody>
            <a:bodyPr wrap="square" lIns="0" tIns="0" rIns="0" bIns="0" rtlCol="0"/>
            <a:lstStyle/>
            <a:p/>
          </p:txBody>
        </p:sp>
        <p:sp>
          <p:nvSpPr>
            <p:cNvPr id="2709" name="object 2709"/>
            <p:cNvSpPr/>
            <p:nvPr/>
          </p:nvSpPr>
          <p:spPr>
            <a:xfrm>
              <a:off x="8600440" y="14020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376000"/>
            </a:solidFill>
          </p:spPr>
          <p:txBody>
            <a:bodyPr wrap="square" lIns="0" tIns="0" rIns="0" bIns="0" rtlCol="0"/>
            <a:lstStyle/>
            <a:p/>
          </p:txBody>
        </p:sp>
        <p:sp>
          <p:nvSpPr>
            <p:cNvPr id="2710" name="object 2710"/>
            <p:cNvSpPr/>
            <p:nvPr/>
          </p:nvSpPr>
          <p:spPr>
            <a:xfrm>
              <a:off x="8600440" y="14097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385F00"/>
            </a:solidFill>
          </p:spPr>
          <p:txBody>
            <a:bodyPr wrap="square" lIns="0" tIns="0" rIns="0" bIns="0" rtlCol="0"/>
            <a:lstStyle/>
            <a:p/>
          </p:txBody>
        </p:sp>
        <p:sp>
          <p:nvSpPr>
            <p:cNvPr id="2711" name="object 2711"/>
            <p:cNvSpPr/>
            <p:nvPr/>
          </p:nvSpPr>
          <p:spPr>
            <a:xfrm>
              <a:off x="8600440" y="141732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395E00"/>
            </a:solidFill>
          </p:spPr>
          <p:txBody>
            <a:bodyPr wrap="square" lIns="0" tIns="0" rIns="0" bIns="0" rtlCol="0"/>
            <a:lstStyle/>
            <a:p/>
          </p:txBody>
        </p:sp>
        <p:sp>
          <p:nvSpPr>
            <p:cNvPr id="2712" name="object 2712"/>
            <p:cNvSpPr/>
            <p:nvPr/>
          </p:nvSpPr>
          <p:spPr>
            <a:xfrm>
              <a:off x="8600440" y="14236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A5D00"/>
            </a:solidFill>
          </p:spPr>
          <p:txBody>
            <a:bodyPr wrap="square" lIns="0" tIns="0" rIns="0" bIns="0" rtlCol="0"/>
            <a:lstStyle/>
            <a:p/>
          </p:txBody>
        </p:sp>
        <p:sp>
          <p:nvSpPr>
            <p:cNvPr id="2713" name="object 2713"/>
            <p:cNvSpPr/>
            <p:nvPr/>
          </p:nvSpPr>
          <p:spPr>
            <a:xfrm>
              <a:off x="8600440" y="14312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3B5C00"/>
            </a:solidFill>
          </p:spPr>
          <p:txBody>
            <a:bodyPr wrap="square" lIns="0" tIns="0" rIns="0" bIns="0" rtlCol="0"/>
            <a:lstStyle/>
            <a:p/>
          </p:txBody>
        </p:sp>
        <p:sp>
          <p:nvSpPr>
            <p:cNvPr id="2714" name="object 2714"/>
            <p:cNvSpPr/>
            <p:nvPr/>
          </p:nvSpPr>
          <p:spPr>
            <a:xfrm>
              <a:off x="8600440" y="14389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3D5A00"/>
            </a:solidFill>
          </p:spPr>
          <p:txBody>
            <a:bodyPr wrap="square" lIns="0" tIns="0" rIns="0" bIns="0" rtlCol="0"/>
            <a:lstStyle/>
            <a:p/>
          </p:txBody>
        </p:sp>
        <p:sp>
          <p:nvSpPr>
            <p:cNvPr id="2715" name="object 2715"/>
            <p:cNvSpPr/>
            <p:nvPr/>
          </p:nvSpPr>
          <p:spPr>
            <a:xfrm>
              <a:off x="8600440" y="14452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3E5900"/>
            </a:solidFill>
          </p:spPr>
          <p:txBody>
            <a:bodyPr wrap="square" lIns="0" tIns="0" rIns="0" bIns="0" rtlCol="0"/>
            <a:lstStyle/>
            <a:p/>
          </p:txBody>
        </p:sp>
        <p:sp>
          <p:nvSpPr>
            <p:cNvPr id="2716" name="object 2716"/>
            <p:cNvSpPr/>
            <p:nvPr/>
          </p:nvSpPr>
          <p:spPr>
            <a:xfrm>
              <a:off x="8600440" y="14528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3F5800"/>
            </a:solidFill>
          </p:spPr>
          <p:txBody>
            <a:bodyPr wrap="square" lIns="0" tIns="0" rIns="0" bIns="0" rtlCol="0"/>
            <a:lstStyle/>
            <a:p/>
          </p:txBody>
        </p:sp>
        <p:sp>
          <p:nvSpPr>
            <p:cNvPr id="2717" name="object 2717"/>
            <p:cNvSpPr/>
            <p:nvPr/>
          </p:nvSpPr>
          <p:spPr>
            <a:xfrm>
              <a:off x="8600440" y="14605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05700"/>
            </a:solidFill>
          </p:spPr>
          <p:txBody>
            <a:bodyPr wrap="square" lIns="0" tIns="0" rIns="0" bIns="0" rtlCol="0"/>
            <a:lstStyle/>
            <a:p/>
          </p:txBody>
        </p:sp>
        <p:sp>
          <p:nvSpPr>
            <p:cNvPr id="2718" name="object 2718"/>
            <p:cNvSpPr/>
            <p:nvPr/>
          </p:nvSpPr>
          <p:spPr>
            <a:xfrm>
              <a:off x="8600440" y="14668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15600"/>
            </a:solidFill>
          </p:spPr>
          <p:txBody>
            <a:bodyPr wrap="square" lIns="0" tIns="0" rIns="0" bIns="0" rtlCol="0"/>
            <a:lstStyle/>
            <a:p/>
          </p:txBody>
        </p:sp>
        <p:sp>
          <p:nvSpPr>
            <p:cNvPr id="2719" name="object 2719"/>
            <p:cNvSpPr/>
            <p:nvPr/>
          </p:nvSpPr>
          <p:spPr>
            <a:xfrm>
              <a:off x="8600440" y="14744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35400"/>
            </a:solidFill>
          </p:spPr>
          <p:txBody>
            <a:bodyPr wrap="square" lIns="0" tIns="0" rIns="0" bIns="0" rtlCol="0"/>
            <a:lstStyle/>
            <a:p/>
          </p:txBody>
        </p:sp>
        <p:sp>
          <p:nvSpPr>
            <p:cNvPr id="2720" name="object 2720"/>
            <p:cNvSpPr/>
            <p:nvPr/>
          </p:nvSpPr>
          <p:spPr>
            <a:xfrm>
              <a:off x="8600440" y="14820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45300"/>
            </a:solidFill>
          </p:spPr>
          <p:txBody>
            <a:bodyPr wrap="square" lIns="0" tIns="0" rIns="0" bIns="0" rtlCol="0"/>
            <a:lstStyle/>
            <a:p/>
          </p:txBody>
        </p:sp>
        <p:sp>
          <p:nvSpPr>
            <p:cNvPr id="2721" name="object 2721"/>
            <p:cNvSpPr/>
            <p:nvPr/>
          </p:nvSpPr>
          <p:spPr>
            <a:xfrm>
              <a:off x="8600440" y="14897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55200"/>
            </a:solidFill>
          </p:spPr>
          <p:txBody>
            <a:bodyPr wrap="square" lIns="0" tIns="0" rIns="0" bIns="0" rtlCol="0"/>
            <a:lstStyle/>
            <a:p/>
          </p:txBody>
        </p:sp>
        <p:sp>
          <p:nvSpPr>
            <p:cNvPr id="2722" name="object 2722"/>
            <p:cNvSpPr/>
            <p:nvPr/>
          </p:nvSpPr>
          <p:spPr>
            <a:xfrm>
              <a:off x="8600440" y="14960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65100"/>
            </a:solidFill>
          </p:spPr>
          <p:txBody>
            <a:bodyPr wrap="square" lIns="0" tIns="0" rIns="0" bIns="0" rtlCol="0"/>
            <a:lstStyle/>
            <a:p/>
          </p:txBody>
        </p:sp>
        <p:sp>
          <p:nvSpPr>
            <p:cNvPr id="2723" name="object 2723"/>
            <p:cNvSpPr/>
            <p:nvPr/>
          </p:nvSpPr>
          <p:spPr>
            <a:xfrm>
              <a:off x="8600440" y="15036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75000"/>
            </a:solidFill>
          </p:spPr>
          <p:txBody>
            <a:bodyPr wrap="square" lIns="0" tIns="0" rIns="0" bIns="0" rtlCol="0"/>
            <a:lstStyle/>
            <a:p/>
          </p:txBody>
        </p:sp>
        <p:sp>
          <p:nvSpPr>
            <p:cNvPr id="2724" name="object 2724"/>
            <p:cNvSpPr/>
            <p:nvPr/>
          </p:nvSpPr>
          <p:spPr>
            <a:xfrm>
              <a:off x="8600440" y="15113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84F00"/>
            </a:solidFill>
          </p:spPr>
          <p:txBody>
            <a:bodyPr wrap="square" lIns="0" tIns="0" rIns="0" bIns="0" rtlCol="0"/>
            <a:lstStyle/>
            <a:p/>
          </p:txBody>
        </p:sp>
        <p:sp>
          <p:nvSpPr>
            <p:cNvPr id="2725" name="object 2725"/>
            <p:cNvSpPr/>
            <p:nvPr/>
          </p:nvSpPr>
          <p:spPr>
            <a:xfrm>
              <a:off x="8600440" y="15176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A4D00"/>
            </a:solidFill>
          </p:spPr>
          <p:txBody>
            <a:bodyPr wrap="square" lIns="0" tIns="0" rIns="0" bIns="0" rtlCol="0"/>
            <a:lstStyle/>
            <a:p/>
          </p:txBody>
        </p:sp>
        <p:sp>
          <p:nvSpPr>
            <p:cNvPr id="2726" name="object 2726"/>
            <p:cNvSpPr/>
            <p:nvPr/>
          </p:nvSpPr>
          <p:spPr>
            <a:xfrm>
              <a:off x="8600440" y="15252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B4C00"/>
            </a:solidFill>
          </p:spPr>
          <p:txBody>
            <a:bodyPr wrap="square" lIns="0" tIns="0" rIns="0" bIns="0" rtlCol="0"/>
            <a:lstStyle/>
            <a:p/>
          </p:txBody>
        </p:sp>
        <p:sp>
          <p:nvSpPr>
            <p:cNvPr id="2727" name="object 2727"/>
            <p:cNvSpPr/>
            <p:nvPr/>
          </p:nvSpPr>
          <p:spPr>
            <a:xfrm>
              <a:off x="8600440" y="15328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C4B00"/>
            </a:solidFill>
          </p:spPr>
          <p:txBody>
            <a:bodyPr wrap="square" lIns="0" tIns="0" rIns="0" bIns="0" rtlCol="0"/>
            <a:lstStyle/>
            <a:p/>
          </p:txBody>
        </p:sp>
        <p:sp>
          <p:nvSpPr>
            <p:cNvPr id="2728" name="object 2728"/>
            <p:cNvSpPr/>
            <p:nvPr/>
          </p:nvSpPr>
          <p:spPr>
            <a:xfrm>
              <a:off x="8600440" y="15392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D4A00"/>
            </a:solidFill>
          </p:spPr>
          <p:txBody>
            <a:bodyPr wrap="square" lIns="0" tIns="0" rIns="0" bIns="0" rtlCol="0"/>
            <a:lstStyle/>
            <a:p/>
          </p:txBody>
        </p:sp>
        <p:sp>
          <p:nvSpPr>
            <p:cNvPr id="2729" name="object 2729"/>
            <p:cNvSpPr/>
            <p:nvPr/>
          </p:nvSpPr>
          <p:spPr>
            <a:xfrm>
              <a:off x="8600440" y="15468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E4900"/>
            </a:solidFill>
          </p:spPr>
          <p:txBody>
            <a:bodyPr wrap="square" lIns="0" tIns="0" rIns="0" bIns="0" rtlCol="0"/>
            <a:lstStyle/>
            <a:p/>
          </p:txBody>
        </p:sp>
        <p:sp>
          <p:nvSpPr>
            <p:cNvPr id="2730" name="object 2730"/>
            <p:cNvSpPr/>
            <p:nvPr/>
          </p:nvSpPr>
          <p:spPr>
            <a:xfrm>
              <a:off x="8600440" y="15544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F4800"/>
            </a:solidFill>
          </p:spPr>
          <p:txBody>
            <a:bodyPr wrap="square" lIns="0" tIns="0" rIns="0" bIns="0" rtlCol="0"/>
            <a:lstStyle/>
            <a:p/>
          </p:txBody>
        </p:sp>
        <p:sp>
          <p:nvSpPr>
            <p:cNvPr id="2731" name="object 2731"/>
            <p:cNvSpPr/>
            <p:nvPr/>
          </p:nvSpPr>
          <p:spPr>
            <a:xfrm>
              <a:off x="8600440" y="15608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14600"/>
            </a:solidFill>
          </p:spPr>
          <p:txBody>
            <a:bodyPr wrap="square" lIns="0" tIns="0" rIns="0" bIns="0" rtlCol="0"/>
            <a:lstStyle/>
            <a:p/>
          </p:txBody>
        </p:sp>
        <p:sp>
          <p:nvSpPr>
            <p:cNvPr id="2732" name="object 2732"/>
            <p:cNvSpPr/>
            <p:nvPr/>
          </p:nvSpPr>
          <p:spPr>
            <a:xfrm>
              <a:off x="8600440" y="15684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24500"/>
            </a:solidFill>
          </p:spPr>
          <p:txBody>
            <a:bodyPr wrap="square" lIns="0" tIns="0" rIns="0" bIns="0" rtlCol="0"/>
            <a:lstStyle/>
            <a:p/>
          </p:txBody>
        </p:sp>
        <p:sp>
          <p:nvSpPr>
            <p:cNvPr id="2733" name="object 2733"/>
            <p:cNvSpPr/>
            <p:nvPr/>
          </p:nvSpPr>
          <p:spPr>
            <a:xfrm>
              <a:off x="8600440" y="15760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34400"/>
            </a:solidFill>
          </p:spPr>
          <p:txBody>
            <a:bodyPr wrap="square" lIns="0" tIns="0" rIns="0" bIns="0" rtlCol="0"/>
            <a:lstStyle/>
            <a:p/>
          </p:txBody>
        </p:sp>
        <p:sp>
          <p:nvSpPr>
            <p:cNvPr id="2734" name="object 2734"/>
            <p:cNvSpPr/>
            <p:nvPr/>
          </p:nvSpPr>
          <p:spPr>
            <a:xfrm>
              <a:off x="8600440" y="15836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44300"/>
            </a:solidFill>
          </p:spPr>
          <p:txBody>
            <a:bodyPr wrap="square" lIns="0" tIns="0" rIns="0" bIns="0" rtlCol="0"/>
            <a:lstStyle/>
            <a:p/>
          </p:txBody>
        </p:sp>
        <p:sp>
          <p:nvSpPr>
            <p:cNvPr id="2735" name="object 2735"/>
            <p:cNvSpPr/>
            <p:nvPr/>
          </p:nvSpPr>
          <p:spPr>
            <a:xfrm>
              <a:off x="8600440" y="15900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54200"/>
            </a:solidFill>
          </p:spPr>
          <p:txBody>
            <a:bodyPr wrap="square" lIns="0" tIns="0" rIns="0" bIns="0" rtlCol="0"/>
            <a:lstStyle/>
            <a:p/>
          </p:txBody>
        </p:sp>
        <p:sp>
          <p:nvSpPr>
            <p:cNvPr id="2736" name="object 2736"/>
            <p:cNvSpPr/>
            <p:nvPr/>
          </p:nvSpPr>
          <p:spPr>
            <a:xfrm>
              <a:off x="8600440" y="15976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64100"/>
            </a:solidFill>
          </p:spPr>
          <p:txBody>
            <a:bodyPr wrap="square" lIns="0" tIns="0" rIns="0" bIns="0" rtlCol="0"/>
            <a:lstStyle/>
            <a:p/>
          </p:txBody>
        </p:sp>
        <p:sp>
          <p:nvSpPr>
            <p:cNvPr id="2737" name="object 2737"/>
            <p:cNvSpPr/>
            <p:nvPr/>
          </p:nvSpPr>
          <p:spPr>
            <a:xfrm>
              <a:off x="8600440" y="16052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83F00"/>
            </a:solidFill>
          </p:spPr>
          <p:txBody>
            <a:bodyPr wrap="square" lIns="0" tIns="0" rIns="0" bIns="0" rtlCol="0"/>
            <a:lstStyle/>
            <a:p/>
          </p:txBody>
        </p:sp>
        <p:sp>
          <p:nvSpPr>
            <p:cNvPr id="2738" name="object 2738"/>
            <p:cNvSpPr/>
            <p:nvPr/>
          </p:nvSpPr>
          <p:spPr>
            <a:xfrm>
              <a:off x="8600440" y="16116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93E00"/>
            </a:solidFill>
          </p:spPr>
          <p:txBody>
            <a:bodyPr wrap="square" lIns="0" tIns="0" rIns="0" bIns="0" rtlCol="0"/>
            <a:lstStyle/>
            <a:p/>
          </p:txBody>
        </p:sp>
        <p:sp>
          <p:nvSpPr>
            <p:cNvPr id="2739" name="object 2739"/>
            <p:cNvSpPr/>
            <p:nvPr/>
          </p:nvSpPr>
          <p:spPr>
            <a:xfrm>
              <a:off x="8600440" y="16192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A3D00"/>
            </a:solidFill>
          </p:spPr>
          <p:txBody>
            <a:bodyPr wrap="square" lIns="0" tIns="0" rIns="0" bIns="0" rtlCol="0"/>
            <a:lstStyle/>
            <a:p/>
          </p:txBody>
        </p:sp>
        <p:sp>
          <p:nvSpPr>
            <p:cNvPr id="2740" name="object 2740"/>
            <p:cNvSpPr/>
            <p:nvPr/>
          </p:nvSpPr>
          <p:spPr>
            <a:xfrm>
              <a:off x="8600440" y="162687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B3C00"/>
            </a:solidFill>
          </p:spPr>
          <p:txBody>
            <a:bodyPr wrap="square" lIns="0" tIns="0" rIns="0" bIns="0" rtlCol="0"/>
            <a:lstStyle/>
            <a:p/>
          </p:txBody>
        </p:sp>
        <p:sp>
          <p:nvSpPr>
            <p:cNvPr id="2741" name="object 2741"/>
            <p:cNvSpPr/>
            <p:nvPr/>
          </p:nvSpPr>
          <p:spPr>
            <a:xfrm>
              <a:off x="8600440" y="163322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C3B00"/>
            </a:solidFill>
          </p:spPr>
          <p:txBody>
            <a:bodyPr wrap="square" lIns="0" tIns="0" rIns="0" bIns="0" rtlCol="0"/>
            <a:lstStyle/>
            <a:p/>
          </p:txBody>
        </p:sp>
        <p:sp>
          <p:nvSpPr>
            <p:cNvPr id="2742" name="object 2742"/>
            <p:cNvSpPr/>
            <p:nvPr/>
          </p:nvSpPr>
          <p:spPr>
            <a:xfrm>
              <a:off x="8600440" y="16408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D3A00"/>
            </a:solidFill>
          </p:spPr>
          <p:txBody>
            <a:bodyPr wrap="square" lIns="0" tIns="0" rIns="0" bIns="0" rtlCol="0"/>
            <a:lstStyle/>
            <a:p/>
          </p:txBody>
        </p:sp>
        <p:sp>
          <p:nvSpPr>
            <p:cNvPr id="2743" name="object 2743"/>
            <p:cNvSpPr/>
            <p:nvPr/>
          </p:nvSpPr>
          <p:spPr>
            <a:xfrm>
              <a:off x="8600440" y="164846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F3800"/>
            </a:solidFill>
          </p:spPr>
          <p:txBody>
            <a:bodyPr wrap="square" lIns="0" tIns="0" rIns="0" bIns="0" rtlCol="0"/>
            <a:lstStyle/>
            <a:p/>
          </p:txBody>
        </p:sp>
        <p:sp>
          <p:nvSpPr>
            <p:cNvPr id="2744" name="object 2744"/>
            <p:cNvSpPr/>
            <p:nvPr/>
          </p:nvSpPr>
          <p:spPr>
            <a:xfrm>
              <a:off x="8600440" y="165481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603700"/>
            </a:solidFill>
          </p:spPr>
          <p:txBody>
            <a:bodyPr wrap="square" lIns="0" tIns="0" rIns="0" bIns="0" rtlCol="0"/>
            <a:lstStyle/>
            <a:p/>
          </p:txBody>
        </p:sp>
        <p:sp>
          <p:nvSpPr>
            <p:cNvPr id="2745" name="object 2745"/>
            <p:cNvSpPr/>
            <p:nvPr/>
          </p:nvSpPr>
          <p:spPr>
            <a:xfrm>
              <a:off x="8600440" y="16624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13600"/>
            </a:solidFill>
          </p:spPr>
          <p:txBody>
            <a:bodyPr wrap="square" lIns="0" tIns="0" rIns="0" bIns="0" rtlCol="0"/>
            <a:lstStyle/>
            <a:p/>
          </p:txBody>
        </p:sp>
        <p:sp>
          <p:nvSpPr>
            <p:cNvPr id="2746" name="object 2746"/>
            <p:cNvSpPr/>
            <p:nvPr/>
          </p:nvSpPr>
          <p:spPr>
            <a:xfrm>
              <a:off x="8600440" y="16700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23500"/>
            </a:solidFill>
          </p:spPr>
          <p:txBody>
            <a:bodyPr wrap="square" lIns="0" tIns="0" rIns="0" bIns="0" rtlCol="0"/>
            <a:lstStyle/>
            <a:p/>
          </p:txBody>
        </p:sp>
      </p:grpSp>
      <p:sp>
        <p:nvSpPr>
          <p:cNvPr id="2747" name="object 2747"/>
          <p:cNvSpPr txBox="1"/>
          <p:nvPr/>
        </p:nvSpPr>
        <p:spPr>
          <a:xfrm>
            <a:off x="991869" y="2167890"/>
            <a:ext cx="7557134" cy="4306570"/>
          </a:xfrm>
          <a:prstGeom prst="rect">
            <a:avLst/>
          </a:prstGeom>
        </p:spPr>
        <p:txBody>
          <a:bodyPr vert="horz" wrap="square" lIns="0" tIns="12700" rIns="0" bIns="0" rtlCol="0">
            <a:spAutoFit/>
          </a:bodyPr>
          <a:lstStyle/>
          <a:p>
            <a:pPr marL="12700" marR="156210">
              <a:lnSpc>
                <a:spcPct val="100000"/>
              </a:lnSpc>
              <a:spcBef>
                <a:spcPts val="100"/>
              </a:spcBef>
              <a:buFont typeface="Tahoma" panose="020B0604030504040204"/>
              <a:buChar char="•"/>
              <a:tabLst>
                <a:tab pos="203200" algn="l"/>
              </a:tabLst>
            </a:pPr>
            <a:r>
              <a:rPr sz="2000" b="1" u="sng" dirty="0">
                <a:solidFill>
                  <a:srgbClr val="FF0000"/>
                </a:solidFill>
                <a:uFill>
                  <a:solidFill>
                    <a:srgbClr val="FF0000"/>
                  </a:solidFill>
                </a:uFill>
                <a:latin typeface="Tahoma" panose="020B0604030504040204"/>
                <a:cs typeface="Tahoma" panose="020B0604030504040204"/>
              </a:rPr>
              <a:t>Let </a:t>
            </a:r>
            <a:r>
              <a:rPr sz="2000" b="1" u="sng" spc="-5" dirty="0">
                <a:solidFill>
                  <a:srgbClr val="FF0000"/>
                </a:solidFill>
                <a:uFill>
                  <a:solidFill>
                    <a:srgbClr val="FF0000"/>
                  </a:solidFill>
                </a:uFill>
                <a:latin typeface="Tahoma" panose="020B0604030504040204"/>
                <a:cs typeface="Tahoma" panose="020B0604030504040204"/>
              </a:rPr>
              <a:t>yourself </a:t>
            </a:r>
            <a:r>
              <a:rPr sz="2000" b="1" u="sng" dirty="0">
                <a:solidFill>
                  <a:srgbClr val="FF0000"/>
                </a:solidFill>
                <a:uFill>
                  <a:solidFill>
                    <a:srgbClr val="FF0000"/>
                  </a:solidFill>
                </a:uFill>
                <a:latin typeface="Tahoma" panose="020B0604030504040204"/>
                <a:cs typeface="Tahoma" panose="020B0604030504040204"/>
              </a:rPr>
              <a:t>finish </a:t>
            </a:r>
            <a:r>
              <a:rPr sz="2000" b="1" u="sng" spc="-5" dirty="0">
                <a:solidFill>
                  <a:srgbClr val="FF0000"/>
                </a:solidFill>
                <a:uFill>
                  <a:solidFill>
                    <a:srgbClr val="FF0000"/>
                  </a:solidFill>
                </a:uFill>
                <a:latin typeface="Tahoma" panose="020B0604030504040204"/>
                <a:cs typeface="Tahoma" panose="020B0604030504040204"/>
              </a:rPr>
              <a:t>listening </a:t>
            </a:r>
            <a:r>
              <a:rPr sz="2000" b="1" u="sng" dirty="0">
                <a:solidFill>
                  <a:srgbClr val="FF0000"/>
                </a:solidFill>
                <a:uFill>
                  <a:solidFill>
                    <a:srgbClr val="FF0000"/>
                  </a:solidFill>
                </a:uFill>
                <a:latin typeface="Tahoma" panose="020B0604030504040204"/>
                <a:cs typeface="Tahoma" panose="020B0604030504040204"/>
              </a:rPr>
              <a:t>before </a:t>
            </a:r>
            <a:r>
              <a:rPr sz="2000" b="1" u="sng" spc="-5" dirty="0">
                <a:solidFill>
                  <a:srgbClr val="FF0000"/>
                </a:solidFill>
                <a:uFill>
                  <a:solidFill>
                    <a:srgbClr val="FF0000"/>
                  </a:solidFill>
                </a:uFill>
                <a:latin typeface="Tahoma" panose="020B0604030504040204"/>
                <a:cs typeface="Tahoma" panose="020B0604030504040204"/>
              </a:rPr>
              <a:t>you </a:t>
            </a:r>
            <a:r>
              <a:rPr sz="2000" b="1" u="sng" dirty="0">
                <a:solidFill>
                  <a:srgbClr val="FF0000"/>
                </a:solidFill>
                <a:uFill>
                  <a:solidFill>
                    <a:srgbClr val="FF0000"/>
                  </a:solidFill>
                </a:uFill>
                <a:latin typeface="Tahoma" panose="020B0604030504040204"/>
                <a:cs typeface="Tahoma" panose="020B0604030504040204"/>
              </a:rPr>
              <a:t>begin </a:t>
            </a:r>
            <a:r>
              <a:rPr sz="2000" b="1" u="sng" spc="-5" dirty="0">
                <a:solidFill>
                  <a:srgbClr val="FF0000"/>
                </a:solidFill>
                <a:uFill>
                  <a:solidFill>
                    <a:srgbClr val="FF0000"/>
                  </a:solidFill>
                </a:uFill>
                <a:latin typeface="Tahoma" panose="020B0604030504040204"/>
                <a:cs typeface="Tahoma" panose="020B0604030504040204"/>
              </a:rPr>
              <a:t>to </a:t>
            </a:r>
            <a:r>
              <a:rPr sz="2000" b="1" u="sng" dirty="0">
                <a:solidFill>
                  <a:srgbClr val="FF0000"/>
                </a:solidFill>
                <a:uFill>
                  <a:solidFill>
                    <a:srgbClr val="FF0000"/>
                  </a:solidFill>
                </a:uFill>
                <a:latin typeface="Tahoma" panose="020B0604030504040204"/>
                <a:cs typeface="Tahoma" panose="020B0604030504040204"/>
              </a:rPr>
              <a:t>speak</a:t>
            </a:r>
            <a:r>
              <a:rPr sz="2000" b="1" dirty="0">
                <a:solidFill>
                  <a:srgbClr val="FF0000"/>
                </a:solidFill>
                <a:latin typeface="Tahoma" panose="020B0604030504040204"/>
                <a:cs typeface="Tahoma" panose="020B0604030504040204"/>
              </a:rPr>
              <a:t>! </a:t>
            </a:r>
            <a:r>
              <a:rPr sz="2000" b="1" dirty="0">
                <a:latin typeface="Tahoma" panose="020B0604030504040204"/>
                <a:cs typeface="Tahoma" panose="020B0604030504040204"/>
              </a:rPr>
              <a:t> You </a:t>
            </a:r>
            <a:r>
              <a:rPr sz="2000" b="1" spc="-5" dirty="0">
                <a:latin typeface="Tahoma" panose="020B0604030504040204"/>
                <a:cs typeface="Tahoma" panose="020B0604030504040204"/>
              </a:rPr>
              <a:t>can't really listen if you are </a:t>
            </a:r>
            <a:r>
              <a:rPr sz="2000" b="1" dirty="0">
                <a:latin typeface="Tahoma" panose="020B0604030504040204"/>
                <a:cs typeface="Tahoma" panose="020B0604030504040204"/>
              </a:rPr>
              <a:t>busy </a:t>
            </a:r>
            <a:r>
              <a:rPr sz="2000" b="1" spc="-5" dirty="0">
                <a:latin typeface="Tahoma" panose="020B0604030504040204"/>
                <a:cs typeface="Tahoma" panose="020B0604030504040204"/>
              </a:rPr>
              <a:t>thinking </a:t>
            </a:r>
            <a:r>
              <a:rPr sz="2000" b="1" dirty="0">
                <a:latin typeface="Tahoma" panose="020B0604030504040204"/>
                <a:cs typeface="Tahoma" panose="020B0604030504040204"/>
              </a:rPr>
              <a:t>about what  </a:t>
            </a:r>
            <a:r>
              <a:rPr sz="2000" b="1" spc="-5" dirty="0">
                <a:latin typeface="Tahoma" panose="020B0604030504040204"/>
                <a:cs typeface="Tahoma" panose="020B0604030504040204"/>
              </a:rPr>
              <a:t>you </a:t>
            </a:r>
            <a:r>
              <a:rPr sz="2000" b="1" dirty="0">
                <a:latin typeface="Tahoma" panose="020B0604030504040204"/>
                <a:cs typeface="Tahoma" panose="020B0604030504040204"/>
              </a:rPr>
              <a:t>want </a:t>
            </a:r>
            <a:r>
              <a:rPr sz="2000" b="1" spc="-5" dirty="0">
                <a:latin typeface="Tahoma" panose="020B0604030504040204"/>
                <a:cs typeface="Tahoma" panose="020B0604030504040204"/>
              </a:rPr>
              <a:t>to </a:t>
            </a:r>
            <a:r>
              <a:rPr sz="2000" b="1" dirty="0">
                <a:latin typeface="Tahoma" panose="020B0604030504040204"/>
                <a:cs typeface="Tahoma" panose="020B0604030504040204"/>
              </a:rPr>
              <a:t>say </a:t>
            </a:r>
            <a:r>
              <a:rPr sz="2000" b="1" spc="-5" dirty="0">
                <a:latin typeface="Tahoma" panose="020B0604030504040204"/>
                <a:cs typeface="Tahoma" panose="020B0604030504040204"/>
              </a:rPr>
              <a:t>next.</a:t>
            </a:r>
            <a:endParaRPr sz="2000">
              <a:latin typeface="Tahoma" panose="020B0604030504040204"/>
              <a:cs typeface="Tahoma" panose="020B0604030504040204"/>
            </a:endParaRPr>
          </a:p>
          <a:p>
            <a:pPr marL="12700" marR="17145">
              <a:lnSpc>
                <a:spcPct val="100000"/>
              </a:lnSpc>
              <a:spcBef>
                <a:spcPts val="1245"/>
              </a:spcBef>
              <a:buClr>
                <a:srgbClr val="000000"/>
              </a:buClr>
              <a:buFont typeface="Tahoma" panose="020B0604030504040204"/>
              <a:buChar char="•"/>
              <a:tabLst>
                <a:tab pos="203200" algn="l"/>
              </a:tabLst>
            </a:pPr>
            <a:r>
              <a:rPr sz="2000" b="1" u="sng" spc="-5" dirty="0">
                <a:solidFill>
                  <a:srgbClr val="FF0000"/>
                </a:solidFill>
                <a:uFill>
                  <a:solidFill>
                    <a:srgbClr val="FF0000"/>
                  </a:solidFill>
                </a:uFill>
                <a:latin typeface="Tahoma" panose="020B0604030504040204"/>
                <a:cs typeface="Tahoma" panose="020B0604030504040204"/>
              </a:rPr>
              <a:t>Listen </a:t>
            </a:r>
            <a:r>
              <a:rPr sz="2000" b="1" u="sng" dirty="0">
                <a:solidFill>
                  <a:srgbClr val="FF0000"/>
                </a:solidFill>
                <a:uFill>
                  <a:solidFill>
                    <a:srgbClr val="FF0000"/>
                  </a:solidFill>
                </a:uFill>
                <a:latin typeface="Tahoma" panose="020B0604030504040204"/>
                <a:cs typeface="Tahoma" panose="020B0604030504040204"/>
              </a:rPr>
              <a:t>for </a:t>
            </a:r>
            <a:r>
              <a:rPr sz="2000" b="1" u="sng" spc="-5" dirty="0">
                <a:solidFill>
                  <a:srgbClr val="FF0000"/>
                </a:solidFill>
                <a:uFill>
                  <a:solidFill>
                    <a:srgbClr val="FF0000"/>
                  </a:solidFill>
                </a:uFill>
                <a:latin typeface="Tahoma" panose="020B0604030504040204"/>
                <a:cs typeface="Tahoma" panose="020B0604030504040204"/>
              </a:rPr>
              <a:t>main ideas</a:t>
            </a:r>
            <a:r>
              <a:rPr sz="2000" b="1" spc="-5" dirty="0">
                <a:latin typeface="Tahoma" panose="020B0604030504040204"/>
                <a:cs typeface="Tahoma" panose="020B0604030504040204"/>
              </a:rPr>
              <a:t>. The main ideas are the most  important points </a:t>
            </a:r>
            <a:r>
              <a:rPr sz="2000" b="1" dirty="0">
                <a:latin typeface="Tahoma" panose="020B0604030504040204"/>
                <a:cs typeface="Tahoma" panose="020B0604030504040204"/>
              </a:rPr>
              <a:t>the speaker wants </a:t>
            </a:r>
            <a:r>
              <a:rPr sz="2000" b="1" spc="-5" dirty="0">
                <a:latin typeface="Tahoma" panose="020B0604030504040204"/>
                <a:cs typeface="Tahoma" panose="020B0604030504040204"/>
              </a:rPr>
              <a:t>to get </a:t>
            </a:r>
            <a:r>
              <a:rPr sz="2000" b="1" dirty="0">
                <a:latin typeface="Tahoma" panose="020B0604030504040204"/>
                <a:cs typeface="Tahoma" panose="020B0604030504040204"/>
              </a:rPr>
              <a:t>across. They  may be </a:t>
            </a:r>
            <a:r>
              <a:rPr sz="2000" b="1" spc="-5" dirty="0">
                <a:latin typeface="Tahoma" panose="020B0604030504040204"/>
                <a:cs typeface="Tahoma" panose="020B0604030504040204"/>
              </a:rPr>
              <a:t>mentioned </a:t>
            </a:r>
            <a:r>
              <a:rPr sz="2000" b="1" dirty="0">
                <a:latin typeface="Tahoma" panose="020B0604030504040204"/>
                <a:cs typeface="Tahoma" panose="020B0604030504040204"/>
              </a:rPr>
              <a:t>at the </a:t>
            </a:r>
            <a:r>
              <a:rPr sz="2000" b="1" spc="-5" dirty="0">
                <a:latin typeface="Tahoma" panose="020B0604030504040204"/>
                <a:cs typeface="Tahoma" panose="020B0604030504040204"/>
              </a:rPr>
              <a:t>start </a:t>
            </a:r>
            <a:r>
              <a:rPr sz="2000" b="1" dirty="0">
                <a:latin typeface="Tahoma" panose="020B0604030504040204"/>
                <a:cs typeface="Tahoma" panose="020B0604030504040204"/>
              </a:rPr>
              <a:t>or </a:t>
            </a:r>
            <a:r>
              <a:rPr sz="2000" b="1" spc="-5" dirty="0">
                <a:latin typeface="Tahoma" panose="020B0604030504040204"/>
                <a:cs typeface="Tahoma" panose="020B0604030504040204"/>
              </a:rPr>
              <a:t>end </a:t>
            </a:r>
            <a:r>
              <a:rPr sz="2000" b="1" dirty="0">
                <a:latin typeface="Tahoma" panose="020B0604030504040204"/>
                <a:cs typeface="Tahoma" panose="020B0604030504040204"/>
              </a:rPr>
              <a:t>of a </a:t>
            </a:r>
            <a:r>
              <a:rPr sz="2000" b="1" spc="-5" dirty="0">
                <a:latin typeface="Tahoma" panose="020B0604030504040204"/>
                <a:cs typeface="Tahoma" panose="020B0604030504040204"/>
              </a:rPr>
              <a:t>talk, </a:t>
            </a:r>
            <a:r>
              <a:rPr sz="2000" b="1" dirty="0">
                <a:latin typeface="Tahoma" panose="020B0604030504040204"/>
                <a:cs typeface="Tahoma" panose="020B0604030504040204"/>
              </a:rPr>
              <a:t>and  </a:t>
            </a:r>
            <a:r>
              <a:rPr sz="2000" b="1" spc="-5" dirty="0">
                <a:latin typeface="Tahoma" panose="020B0604030504040204"/>
                <a:cs typeface="Tahoma" panose="020B0604030504040204"/>
              </a:rPr>
              <a:t>repeated </a:t>
            </a:r>
            <a:r>
              <a:rPr sz="2000" b="1" dirty="0">
                <a:latin typeface="Tahoma" panose="020B0604030504040204"/>
                <a:cs typeface="Tahoma" panose="020B0604030504040204"/>
              </a:rPr>
              <a:t>a number of </a:t>
            </a:r>
            <a:r>
              <a:rPr sz="2000" b="1" spc="-5" dirty="0">
                <a:latin typeface="Tahoma" panose="020B0604030504040204"/>
                <a:cs typeface="Tahoma" panose="020B0604030504040204"/>
              </a:rPr>
              <a:t>times. </a:t>
            </a:r>
            <a:r>
              <a:rPr sz="2000" b="1" dirty="0">
                <a:latin typeface="Tahoma" panose="020B0604030504040204"/>
                <a:cs typeface="Tahoma" panose="020B0604030504040204"/>
              </a:rPr>
              <a:t>Pay special </a:t>
            </a:r>
            <a:r>
              <a:rPr sz="2000" b="1" spc="-5" dirty="0">
                <a:latin typeface="Tahoma" panose="020B0604030504040204"/>
                <a:cs typeface="Tahoma" panose="020B0604030504040204"/>
              </a:rPr>
              <a:t>attention to  statements </a:t>
            </a:r>
            <a:r>
              <a:rPr sz="2000" b="1" dirty="0">
                <a:latin typeface="Tahoma" panose="020B0604030504040204"/>
                <a:cs typeface="Tahoma" panose="020B0604030504040204"/>
              </a:rPr>
              <a:t>that begin with </a:t>
            </a:r>
            <a:r>
              <a:rPr sz="2000" b="1" spc="-5" dirty="0">
                <a:latin typeface="Tahoma" panose="020B0604030504040204"/>
                <a:cs typeface="Tahoma" panose="020B0604030504040204"/>
              </a:rPr>
              <a:t>phrases </a:t>
            </a:r>
            <a:r>
              <a:rPr sz="2000" b="1" dirty="0">
                <a:latin typeface="Tahoma" panose="020B0604030504040204"/>
                <a:cs typeface="Tahoma" panose="020B0604030504040204"/>
              </a:rPr>
              <a:t>such as "My </a:t>
            </a:r>
            <a:r>
              <a:rPr sz="2000" b="1" spc="-5" dirty="0">
                <a:latin typeface="Tahoma" panose="020B0604030504040204"/>
                <a:cs typeface="Tahoma" panose="020B0604030504040204"/>
              </a:rPr>
              <a:t>point is..."  or </a:t>
            </a:r>
            <a:r>
              <a:rPr sz="2000" b="1" dirty="0">
                <a:latin typeface="Tahoma" panose="020B0604030504040204"/>
                <a:cs typeface="Tahoma" panose="020B0604030504040204"/>
              </a:rPr>
              <a:t>"The </a:t>
            </a:r>
            <a:r>
              <a:rPr sz="2000" b="1" spc="-5" dirty="0">
                <a:latin typeface="Tahoma" panose="020B0604030504040204"/>
                <a:cs typeface="Tahoma" panose="020B0604030504040204"/>
              </a:rPr>
              <a:t>thing to remember</a:t>
            </a:r>
            <a:r>
              <a:rPr sz="2000" b="1" spc="15" dirty="0">
                <a:latin typeface="Tahoma" panose="020B0604030504040204"/>
                <a:cs typeface="Tahoma" panose="020B0604030504040204"/>
              </a:rPr>
              <a:t> </a:t>
            </a:r>
            <a:r>
              <a:rPr sz="2000" b="1" spc="-5" dirty="0">
                <a:latin typeface="Tahoma" panose="020B0604030504040204"/>
                <a:cs typeface="Tahoma" panose="020B0604030504040204"/>
              </a:rPr>
              <a:t>is..."</a:t>
            </a:r>
            <a:endParaRPr sz="2000">
              <a:latin typeface="Tahoma" panose="020B0604030504040204"/>
              <a:cs typeface="Tahoma" panose="020B0604030504040204"/>
            </a:endParaRPr>
          </a:p>
          <a:p>
            <a:pPr marL="12700" marR="5080">
              <a:lnSpc>
                <a:spcPct val="100000"/>
              </a:lnSpc>
              <a:spcBef>
                <a:spcPts val="1240"/>
              </a:spcBef>
              <a:buClr>
                <a:srgbClr val="000000"/>
              </a:buClr>
              <a:buFont typeface="Tahoma" panose="020B0604030504040204"/>
              <a:buChar char="•"/>
              <a:tabLst>
                <a:tab pos="207010" algn="l"/>
              </a:tabLst>
            </a:pPr>
            <a:r>
              <a:rPr sz="2000" b="1" u="sng" dirty="0">
                <a:solidFill>
                  <a:srgbClr val="FF0000"/>
                </a:solidFill>
                <a:uFill>
                  <a:solidFill>
                    <a:srgbClr val="FF0000"/>
                  </a:solidFill>
                </a:uFill>
                <a:latin typeface="Tahoma" panose="020B0604030504040204"/>
                <a:cs typeface="Tahoma" panose="020B0604030504040204"/>
              </a:rPr>
              <a:t>Ask </a:t>
            </a:r>
            <a:r>
              <a:rPr sz="2000" b="1" u="sng" spc="-5" dirty="0">
                <a:solidFill>
                  <a:srgbClr val="FF0000"/>
                </a:solidFill>
                <a:uFill>
                  <a:solidFill>
                    <a:srgbClr val="FF0000"/>
                  </a:solidFill>
                </a:uFill>
                <a:latin typeface="Tahoma" panose="020B0604030504040204"/>
                <a:cs typeface="Tahoma" panose="020B0604030504040204"/>
              </a:rPr>
              <a:t>questions</a:t>
            </a:r>
            <a:r>
              <a:rPr sz="2000" b="1" spc="-5" dirty="0">
                <a:latin typeface="Tahoma" panose="020B0604030504040204"/>
                <a:cs typeface="Tahoma" panose="020B0604030504040204"/>
              </a:rPr>
              <a:t>. </a:t>
            </a:r>
            <a:r>
              <a:rPr sz="2000" b="1" dirty="0">
                <a:latin typeface="Tahoma" panose="020B0604030504040204"/>
                <a:cs typeface="Tahoma" panose="020B0604030504040204"/>
              </a:rPr>
              <a:t>If </a:t>
            </a:r>
            <a:r>
              <a:rPr sz="2000" b="1" spc="-5" dirty="0">
                <a:latin typeface="Tahoma" panose="020B0604030504040204"/>
                <a:cs typeface="Tahoma" panose="020B0604030504040204"/>
              </a:rPr>
              <a:t>you are </a:t>
            </a:r>
            <a:r>
              <a:rPr sz="2000" b="1" dirty="0">
                <a:latin typeface="Tahoma" panose="020B0604030504040204"/>
                <a:cs typeface="Tahoma" panose="020B0604030504040204"/>
              </a:rPr>
              <a:t>not </a:t>
            </a:r>
            <a:r>
              <a:rPr sz="2000" b="1" spc="-5" dirty="0">
                <a:latin typeface="Tahoma" panose="020B0604030504040204"/>
                <a:cs typeface="Tahoma" panose="020B0604030504040204"/>
              </a:rPr>
              <a:t>sure you understood </a:t>
            </a:r>
            <a:r>
              <a:rPr sz="2000" b="1" dirty="0">
                <a:latin typeface="Tahoma" panose="020B0604030504040204"/>
                <a:cs typeface="Tahoma" panose="020B0604030504040204"/>
              </a:rPr>
              <a:t>what  </a:t>
            </a:r>
            <a:r>
              <a:rPr sz="2000" b="1" spc="-5" dirty="0">
                <a:latin typeface="Tahoma" panose="020B0604030504040204"/>
                <a:cs typeface="Tahoma" panose="020B0604030504040204"/>
              </a:rPr>
              <a:t>the </a:t>
            </a:r>
            <a:r>
              <a:rPr sz="2000" b="1" dirty="0">
                <a:latin typeface="Tahoma" panose="020B0604030504040204"/>
                <a:cs typeface="Tahoma" panose="020B0604030504040204"/>
              </a:rPr>
              <a:t>speaker </a:t>
            </a:r>
            <a:r>
              <a:rPr sz="2000" b="1" spc="-5" dirty="0">
                <a:latin typeface="Tahoma" panose="020B0604030504040204"/>
                <a:cs typeface="Tahoma" panose="020B0604030504040204"/>
              </a:rPr>
              <a:t>has </a:t>
            </a:r>
            <a:r>
              <a:rPr sz="2000" b="1" dirty="0">
                <a:latin typeface="Tahoma" panose="020B0604030504040204"/>
                <a:cs typeface="Tahoma" panose="020B0604030504040204"/>
              </a:rPr>
              <a:t>said, just ask. For </a:t>
            </a:r>
            <a:r>
              <a:rPr sz="2000" b="1" spc="-5" dirty="0">
                <a:latin typeface="Tahoma" panose="020B0604030504040204"/>
                <a:cs typeface="Tahoma" panose="020B0604030504040204"/>
              </a:rPr>
              <a:t>example, you might </a:t>
            </a:r>
            <a:r>
              <a:rPr sz="2000" b="1" dirty="0">
                <a:latin typeface="Tahoma" panose="020B0604030504040204"/>
                <a:cs typeface="Tahoma" panose="020B0604030504040204"/>
              </a:rPr>
              <a:t>say,  "When </a:t>
            </a:r>
            <a:r>
              <a:rPr sz="2000" b="1" spc="-5" dirty="0">
                <a:latin typeface="Tahoma" panose="020B0604030504040204"/>
                <a:cs typeface="Tahoma" panose="020B0604030504040204"/>
              </a:rPr>
              <a:t>you said that no two </a:t>
            </a:r>
            <a:r>
              <a:rPr sz="2000" b="1" spc="5" dirty="0">
                <a:latin typeface="Tahoma" panose="020B0604030504040204"/>
                <a:cs typeface="Tahoma" panose="020B0604030504040204"/>
              </a:rPr>
              <a:t>zebras </a:t>
            </a:r>
            <a:r>
              <a:rPr sz="2000" b="1" spc="-5" dirty="0">
                <a:latin typeface="Tahoma" panose="020B0604030504040204"/>
                <a:cs typeface="Tahoma" panose="020B0604030504040204"/>
              </a:rPr>
              <a:t>are alike, did you mean  that the stripes are different </a:t>
            </a:r>
            <a:r>
              <a:rPr sz="2000" b="1" dirty="0">
                <a:latin typeface="Tahoma" panose="020B0604030504040204"/>
                <a:cs typeface="Tahoma" panose="020B0604030504040204"/>
              </a:rPr>
              <a:t>on each</a:t>
            </a:r>
            <a:r>
              <a:rPr sz="2000" b="1" spc="20" dirty="0">
                <a:latin typeface="Tahoma" panose="020B0604030504040204"/>
                <a:cs typeface="Tahoma" panose="020B0604030504040204"/>
              </a:rPr>
              <a:t> </a:t>
            </a:r>
            <a:r>
              <a:rPr sz="2000" b="1" dirty="0">
                <a:latin typeface="Tahoma" panose="020B0604030504040204"/>
                <a:cs typeface="Tahoma" panose="020B0604030504040204"/>
              </a:rPr>
              <a:t>one?"</a:t>
            </a:r>
            <a:endParaRPr sz="2000">
              <a:latin typeface="Tahoma" panose="020B0604030504040204"/>
              <a:cs typeface="Tahoma" panose="020B060403050404020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747">
                                            <p:txEl>
                                              <p:pRg st="0" end="0"/>
                                            </p:txEl>
                                          </p:spTgt>
                                        </p:tgtEl>
                                        <p:attrNameLst>
                                          <p:attrName>style.visibility</p:attrName>
                                        </p:attrNameLst>
                                      </p:cBhvr>
                                      <p:to>
                                        <p:strVal val="visible"/>
                                      </p:to>
                                    </p:set>
                                    <p:anim calcmode="lin" valueType="num">
                                      <p:cBhvr additive="base">
                                        <p:cTn id="7" dur="500" fill="hold"/>
                                        <p:tgtEl>
                                          <p:spTgt spid="274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74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747">
                                            <p:txEl>
                                              <p:pRg st="1" end="1"/>
                                            </p:txEl>
                                          </p:spTgt>
                                        </p:tgtEl>
                                        <p:attrNameLst>
                                          <p:attrName>style.visibility</p:attrName>
                                        </p:attrNameLst>
                                      </p:cBhvr>
                                      <p:to>
                                        <p:strVal val="visible"/>
                                      </p:to>
                                    </p:set>
                                    <p:anim calcmode="lin" valueType="num">
                                      <p:cBhvr additive="base">
                                        <p:cTn id="13" dur="500" fill="hold"/>
                                        <p:tgtEl>
                                          <p:spTgt spid="274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74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747">
                                            <p:txEl>
                                              <p:pRg st="2" end="2"/>
                                            </p:txEl>
                                          </p:spTgt>
                                        </p:tgtEl>
                                        <p:attrNameLst>
                                          <p:attrName>style.visibility</p:attrName>
                                        </p:attrNameLst>
                                      </p:cBhvr>
                                      <p:to>
                                        <p:strVal val="visible"/>
                                      </p:to>
                                    </p:set>
                                    <p:anim calcmode="lin" valueType="num">
                                      <p:cBhvr additive="base">
                                        <p:cTn id="19" dur="500" fill="hold"/>
                                        <p:tgtEl>
                                          <p:spTgt spid="274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747">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373" name="object 373"/>
          <p:cNvSpPr/>
          <p:nvPr/>
        </p:nvSpPr>
        <p:spPr>
          <a:xfrm>
            <a:off x="1308100" y="892810"/>
            <a:ext cx="237490" cy="821689"/>
          </a:xfrm>
          <a:prstGeom prst="rect">
            <a:avLst/>
          </a:prstGeom>
          <a:blipFill>
            <a:blip r:embed="rId3" cstate="print"/>
            <a:stretch>
              <a:fillRect/>
            </a:stretch>
          </a:blipFill>
        </p:spPr>
        <p:txBody>
          <a:bodyPr wrap="square" lIns="0" tIns="0" rIns="0" bIns="0" rtlCol="0"/>
          <a:lstStyle/>
          <a:p/>
        </p:txBody>
      </p:sp>
      <p:sp>
        <p:nvSpPr>
          <p:cNvPr id="374" name="object 374"/>
          <p:cNvSpPr/>
          <p:nvPr/>
        </p:nvSpPr>
        <p:spPr>
          <a:xfrm>
            <a:off x="1640839" y="892810"/>
            <a:ext cx="82550" cy="821689"/>
          </a:xfrm>
          <a:prstGeom prst="rect">
            <a:avLst/>
          </a:prstGeom>
          <a:blipFill>
            <a:blip r:embed="rId4" cstate="print"/>
            <a:stretch>
              <a:fillRect/>
            </a:stretch>
          </a:blipFill>
        </p:spPr>
        <p:txBody>
          <a:bodyPr wrap="square" lIns="0" tIns="0" rIns="0" bIns="0" rtlCol="0"/>
          <a:lstStyle/>
          <a:p/>
        </p:txBody>
      </p:sp>
      <p:sp>
        <p:nvSpPr>
          <p:cNvPr id="375" name="object 375"/>
          <p:cNvSpPr/>
          <p:nvPr/>
        </p:nvSpPr>
        <p:spPr>
          <a:xfrm>
            <a:off x="1805939" y="1094739"/>
            <a:ext cx="204469" cy="833119"/>
          </a:xfrm>
          <a:prstGeom prst="rect">
            <a:avLst/>
          </a:prstGeom>
          <a:blipFill>
            <a:blip r:embed="rId5" cstate="print"/>
            <a:stretch>
              <a:fillRect/>
            </a:stretch>
          </a:blipFill>
        </p:spPr>
        <p:txBody>
          <a:bodyPr wrap="square" lIns="0" tIns="0" rIns="0" bIns="0" rtlCol="0"/>
          <a:lstStyle/>
          <a:p/>
        </p:txBody>
      </p:sp>
      <p:sp>
        <p:nvSpPr>
          <p:cNvPr id="376" name="object 376"/>
          <p:cNvSpPr/>
          <p:nvPr/>
        </p:nvSpPr>
        <p:spPr>
          <a:xfrm>
            <a:off x="2086610" y="1094739"/>
            <a:ext cx="199389" cy="632460"/>
          </a:xfrm>
          <a:prstGeom prst="rect">
            <a:avLst/>
          </a:prstGeom>
          <a:blipFill>
            <a:blip r:embed="rId6" cstate="print"/>
            <a:stretch>
              <a:fillRect/>
            </a:stretch>
          </a:blipFill>
        </p:spPr>
        <p:txBody>
          <a:bodyPr wrap="square" lIns="0" tIns="0" rIns="0" bIns="0" rtlCol="0"/>
          <a:lstStyle/>
          <a:p/>
        </p:txBody>
      </p:sp>
      <p:grpSp>
        <p:nvGrpSpPr>
          <p:cNvPr id="377" name="object 377"/>
          <p:cNvGrpSpPr/>
          <p:nvPr/>
        </p:nvGrpSpPr>
        <p:grpSpPr>
          <a:xfrm>
            <a:off x="2527300" y="880110"/>
            <a:ext cx="407670" cy="847090"/>
            <a:chOff x="2527300" y="880110"/>
            <a:chExt cx="407670" cy="847090"/>
          </a:xfrm>
        </p:grpSpPr>
        <p:sp>
          <p:nvSpPr>
            <p:cNvPr id="378" name="object 378"/>
            <p:cNvSpPr/>
            <p:nvPr/>
          </p:nvSpPr>
          <p:spPr>
            <a:xfrm>
              <a:off x="2527300" y="880110"/>
              <a:ext cx="152400" cy="834389"/>
            </a:xfrm>
            <a:prstGeom prst="rect">
              <a:avLst/>
            </a:prstGeom>
            <a:blipFill>
              <a:blip r:embed="rId7" cstate="print"/>
              <a:stretch>
                <a:fillRect/>
              </a:stretch>
            </a:blipFill>
          </p:spPr>
          <p:txBody>
            <a:bodyPr wrap="square" lIns="0" tIns="0" rIns="0" bIns="0" rtlCol="0"/>
            <a:lstStyle/>
            <a:p/>
          </p:txBody>
        </p:sp>
        <p:sp>
          <p:nvSpPr>
            <p:cNvPr id="379" name="object 379"/>
            <p:cNvSpPr/>
            <p:nvPr/>
          </p:nvSpPr>
          <p:spPr>
            <a:xfrm>
              <a:off x="2721610" y="1094740"/>
              <a:ext cx="213360" cy="632460"/>
            </a:xfrm>
            <a:prstGeom prst="rect">
              <a:avLst/>
            </a:prstGeom>
            <a:blipFill>
              <a:blip r:embed="rId8" cstate="print"/>
              <a:stretch>
                <a:fillRect/>
              </a:stretch>
            </a:blipFill>
          </p:spPr>
          <p:txBody>
            <a:bodyPr wrap="square" lIns="0" tIns="0" rIns="0" bIns="0" rtlCol="0"/>
            <a:lstStyle/>
            <a:p/>
          </p:txBody>
        </p:sp>
      </p:grpSp>
      <p:sp>
        <p:nvSpPr>
          <p:cNvPr id="380" name="object 380"/>
          <p:cNvSpPr/>
          <p:nvPr/>
        </p:nvSpPr>
        <p:spPr>
          <a:xfrm>
            <a:off x="3023870" y="1094739"/>
            <a:ext cx="152400" cy="619760"/>
          </a:xfrm>
          <a:prstGeom prst="rect">
            <a:avLst/>
          </a:prstGeom>
          <a:blipFill>
            <a:blip r:embed="rId9" cstate="print"/>
            <a:stretch>
              <a:fillRect/>
            </a:stretch>
          </a:blipFill>
        </p:spPr>
        <p:txBody>
          <a:bodyPr wrap="square" lIns="0" tIns="0" rIns="0" bIns="0" rtlCol="0"/>
          <a:lstStyle/>
          <a:p/>
        </p:txBody>
      </p:sp>
      <p:sp>
        <p:nvSpPr>
          <p:cNvPr id="381" name="object 381"/>
          <p:cNvSpPr/>
          <p:nvPr/>
        </p:nvSpPr>
        <p:spPr>
          <a:xfrm>
            <a:off x="3401059" y="892810"/>
            <a:ext cx="204470" cy="834389"/>
          </a:xfrm>
          <a:prstGeom prst="rect">
            <a:avLst/>
          </a:prstGeom>
          <a:blipFill>
            <a:blip r:embed="rId10" cstate="print"/>
            <a:stretch>
              <a:fillRect/>
            </a:stretch>
          </a:blipFill>
        </p:spPr>
        <p:txBody>
          <a:bodyPr wrap="square" lIns="0" tIns="0" rIns="0" bIns="0" rtlCol="0"/>
          <a:lstStyle/>
          <a:p/>
        </p:txBody>
      </p:sp>
      <p:sp>
        <p:nvSpPr>
          <p:cNvPr id="382" name="object 382"/>
          <p:cNvSpPr/>
          <p:nvPr/>
        </p:nvSpPr>
        <p:spPr>
          <a:xfrm>
            <a:off x="3686809" y="1094739"/>
            <a:ext cx="214629" cy="632460"/>
          </a:xfrm>
          <a:prstGeom prst="rect">
            <a:avLst/>
          </a:prstGeom>
          <a:blipFill>
            <a:blip r:embed="rId11" cstate="print"/>
            <a:stretch>
              <a:fillRect/>
            </a:stretch>
          </a:blipFill>
        </p:spPr>
        <p:txBody>
          <a:bodyPr wrap="square" lIns="0" tIns="0" rIns="0" bIns="0" rtlCol="0"/>
          <a:lstStyle/>
          <a:p/>
        </p:txBody>
      </p:sp>
      <p:sp>
        <p:nvSpPr>
          <p:cNvPr id="383" name="object 383"/>
          <p:cNvSpPr/>
          <p:nvPr/>
        </p:nvSpPr>
        <p:spPr>
          <a:xfrm>
            <a:off x="3990340" y="892810"/>
            <a:ext cx="82550" cy="821689"/>
          </a:xfrm>
          <a:prstGeom prst="rect">
            <a:avLst/>
          </a:prstGeom>
          <a:blipFill>
            <a:blip r:embed="rId4" cstate="print"/>
            <a:stretch>
              <a:fillRect/>
            </a:stretch>
          </a:blipFill>
        </p:spPr>
        <p:txBody>
          <a:bodyPr wrap="square" lIns="0" tIns="0" rIns="0" bIns="0" rtlCol="0"/>
          <a:lstStyle/>
          <a:p/>
        </p:txBody>
      </p:sp>
      <p:sp>
        <p:nvSpPr>
          <p:cNvPr id="384" name="object 384"/>
          <p:cNvSpPr/>
          <p:nvPr/>
        </p:nvSpPr>
        <p:spPr>
          <a:xfrm>
            <a:off x="4156709" y="1094739"/>
            <a:ext cx="196850" cy="619760"/>
          </a:xfrm>
          <a:prstGeom prst="rect">
            <a:avLst/>
          </a:prstGeom>
          <a:blipFill>
            <a:blip r:embed="rId12" cstate="print"/>
            <a:stretch>
              <a:fillRect/>
            </a:stretch>
          </a:blipFill>
        </p:spPr>
        <p:txBody>
          <a:bodyPr wrap="square" lIns="0" tIns="0" rIns="0" bIns="0" rtlCol="0"/>
          <a:lstStyle/>
          <a:p/>
        </p:txBody>
      </p:sp>
      <p:sp>
        <p:nvSpPr>
          <p:cNvPr id="385" name="object 385"/>
          <p:cNvSpPr/>
          <p:nvPr/>
        </p:nvSpPr>
        <p:spPr>
          <a:xfrm>
            <a:off x="4441190" y="1094739"/>
            <a:ext cx="205739" cy="848360"/>
          </a:xfrm>
          <a:prstGeom prst="rect">
            <a:avLst/>
          </a:prstGeom>
          <a:blipFill>
            <a:blip r:embed="rId13" cstate="print"/>
            <a:stretch>
              <a:fillRect/>
            </a:stretch>
          </a:blipFill>
        </p:spPr>
        <p:txBody>
          <a:bodyPr wrap="square" lIns="0" tIns="0" rIns="0" bIns="0" rtlCol="0"/>
          <a:lstStyle/>
          <a:p/>
        </p:txBody>
      </p:sp>
      <p:sp>
        <p:nvSpPr>
          <p:cNvPr id="386" name="object 386"/>
          <p:cNvSpPr/>
          <p:nvPr/>
        </p:nvSpPr>
        <p:spPr>
          <a:xfrm>
            <a:off x="4903470" y="1094739"/>
            <a:ext cx="217170" cy="632460"/>
          </a:xfrm>
          <a:prstGeom prst="rect">
            <a:avLst/>
          </a:prstGeom>
          <a:blipFill>
            <a:blip r:embed="rId14" cstate="print"/>
            <a:stretch>
              <a:fillRect/>
            </a:stretch>
          </a:blipFill>
        </p:spPr>
        <p:txBody>
          <a:bodyPr wrap="square" lIns="0" tIns="0" rIns="0" bIns="0" rtlCol="0"/>
          <a:lstStyle/>
          <a:p/>
        </p:txBody>
      </p:sp>
      <p:sp>
        <p:nvSpPr>
          <p:cNvPr id="387" name="object 387"/>
          <p:cNvSpPr/>
          <p:nvPr/>
        </p:nvSpPr>
        <p:spPr>
          <a:xfrm>
            <a:off x="5368290" y="880110"/>
            <a:ext cx="256539" cy="847089"/>
          </a:xfrm>
          <a:prstGeom prst="rect">
            <a:avLst/>
          </a:prstGeom>
          <a:blipFill>
            <a:blip r:embed="rId15" cstate="print"/>
            <a:stretch>
              <a:fillRect/>
            </a:stretch>
          </a:blipFill>
        </p:spPr>
        <p:txBody>
          <a:bodyPr wrap="square" lIns="0" tIns="0" rIns="0" bIns="0" rtlCol="0"/>
          <a:lstStyle/>
          <a:p/>
        </p:txBody>
      </p:sp>
      <p:sp>
        <p:nvSpPr>
          <p:cNvPr id="388" name="object 388"/>
          <p:cNvSpPr/>
          <p:nvPr/>
        </p:nvSpPr>
        <p:spPr>
          <a:xfrm>
            <a:off x="5726429" y="1094739"/>
            <a:ext cx="213360" cy="632460"/>
          </a:xfrm>
          <a:prstGeom prst="rect">
            <a:avLst/>
          </a:prstGeom>
          <a:blipFill>
            <a:blip r:embed="rId8" cstate="print"/>
            <a:stretch>
              <a:fillRect/>
            </a:stretch>
          </a:blipFill>
        </p:spPr>
        <p:txBody>
          <a:bodyPr wrap="square" lIns="0" tIns="0" rIns="0" bIns="0" rtlCol="0"/>
          <a:lstStyle/>
          <a:p/>
        </p:txBody>
      </p:sp>
      <p:sp>
        <p:nvSpPr>
          <p:cNvPr id="389" name="object 389"/>
          <p:cNvSpPr/>
          <p:nvPr/>
        </p:nvSpPr>
        <p:spPr>
          <a:xfrm>
            <a:off x="6019800" y="1094739"/>
            <a:ext cx="212089" cy="632460"/>
          </a:xfrm>
          <a:prstGeom prst="rect">
            <a:avLst/>
          </a:prstGeom>
          <a:blipFill>
            <a:blip r:embed="rId16" cstate="print"/>
            <a:stretch>
              <a:fillRect/>
            </a:stretch>
          </a:blipFill>
        </p:spPr>
        <p:txBody>
          <a:bodyPr wrap="square" lIns="0" tIns="0" rIns="0" bIns="0" rtlCol="0"/>
          <a:lstStyle/>
          <a:p/>
        </p:txBody>
      </p:sp>
      <p:sp>
        <p:nvSpPr>
          <p:cNvPr id="390" name="object 390"/>
          <p:cNvSpPr/>
          <p:nvPr/>
        </p:nvSpPr>
        <p:spPr>
          <a:xfrm>
            <a:off x="6313170" y="892810"/>
            <a:ext cx="204470" cy="834389"/>
          </a:xfrm>
          <a:prstGeom prst="rect">
            <a:avLst/>
          </a:prstGeom>
          <a:blipFill>
            <a:blip r:embed="rId17" cstate="print"/>
            <a:stretch>
              <a:fillRect/>
            </a:stretch>
          </a:blipFill>
        </p:spPr>
        <p:txBody>
          <a:bodyPr wrap="square" lIns="0" tIns="0" rIns="0" bIns="0" rtlCol="0"/>
          <a:lstStyle/>
          <a:p/>
        </p:txBody>
      </p:sp>
      <p:sp>
        <p:nvSpPr>
          <p:cNvPr id="391" name="object 391"/>
          <p:cNvSpPr/>
          <p:nvPr/>
        </p:nvSpPr>
        <p:spPr>
          <a:xfrm>
            <a:off x="6786880" y="892810"/>
            <a:ext cx="203200" cy="821689"/>
          </a:xfrm>
          <a:prstGeom prst="rect">
            <a:avLst/>
          </a:prstGeom>
          <a:blipFill>
            <a:blip r:embed="rId18" cstate="print"/>
            <a:stretch>
              <a:fillRect/>
            </a:stretch>
          </a:blipFill>
        </p:spPr>
        <p:txBody>
          <a:bodyPr wrap="square" lIns="0" tIns="0" rIns="0" bIns="0" rtlCol="0"/>
          <a:lstStyle/>
          <a:p/>
        </p:txBody>
      </p:sp>
      <p:sp>
        <p:nvSpPr>
          <p:cNvPr id="392" name="object 392"/>
          <p:cNvSpPr/>
          <p:nvPr/>
        </p:nvSpPr>
        <p:spPr>
          <a:xfrm>
            <a:off x="7078980" y="892810"/>
            <a:ext cx="82550" cy="821689"/>
          </a:xfrm>
          <a:prstGeom prst="rect">
            <a:avLst/>
          </a:prstGeom>
          <a:blipFill>
            <a:blip r:embed="rId4" cstate="print"/>
            <a:stretch>
              <a:fillRect/>
            </a:stretch>
          </a:blipFill>
        </p:spPr>
        <p:txBody>
          <a:bodyPr wrap="square" lIns="0" tIns="0" rIns="0" bIns="0" rtlCol="0"/>
          <a:lstStyle/>
          <a:p/>
        </p:txBody>
      </p:sp>
      <p:sp>
        <p:nvSpPr>
          <p:cNvPr id="393" name="object 393"/>
          <p:cNvSpPr/>
          <p:nvPr/>
        </p:nvSpPr>
        <p:spPr>
          <a:xfrm>
            <a:off x="7231380" y="1094739"/>
            <a:ext cx="199390" cy="632460"/>
          </a:xfrm>
          <a:prstGeom prst="rect">
            <a:avLst/>
          </a:prstGeom>
          <a:blipFill>
            <a:blip r:embed="rId19" cstate="print"/>
            <a:stretch>
              <a:fillRect/>
            </a:stretch>
          </a:blipFill>
        </p:spPr>
        <p:txBody>
          <a:bodyPr wrap="square" lIns="0" tIns="0" rIns="0" bIns="0" rtlCol="0"/>
          <a:lstStyle/>
          <a:p/>
        </p:txBody>
      </p:sp>
      <p:sp>
        <p:nvSpPr>
          <p:cNvPr id="394" name="object 394"/>
          <p:cNvSpPr/>
          <p:nvPr/>
        </p:nvSpPr>
        <p:spPr>
          <a:xfrm>
            <a:off x="7510780" y="889192"/>
            <a:ext cx="146050" cy="838007"/>
          </a:xfrm>
          <a:prstGeom prst="rect">
            <a:avLst/>
          </a:prstGeom>
          <a:blipFill>
            <a:blip r:embed="rId20" cstate="print"/>
            <a:stretch>
              <a:fillRect/>
            </a:stretch>
          </a:blipFill>
        </p:spPr>
        <p:txBody>
          <a:bodyPr wrap="square" lIns="0" tIns="0" rIns="0" bIns="0" rtlCol="0"/>
          <a:lstStyle/>
          <a:p/>
        </p:txBody>
      </p:sp>
      <p:sp>
        <p:nvSpPr>
          <p:cNvPr id="395" name="object 395"/>
          <p:cNvSpPr/>
          <p:nvPr/>
        </p:nvSpPr>
        <p:spPr>
          <a:xfrm>
            <a:off x="7722869" y="1094739"/>
            <a:ext cx="214629" cy="632460"/>
          </a:xfrm>
          <a:prstGeom prst="rect">
            <a:avLst/>
          </a:prstGeom>
          <a:blipFill>
            <a:blip r:embed="rId21" cstate="print"/>
            <a:stretch>
              <a:fillRect/>
            </a:stretch>
          </a:blipFill>
        </p:spPr>
        <p:txBody>
          <a:bodyPr wrap="square" lIns="0" tIns="0" rIns="0" bIns="0" rtlCol="0"/>
          <a:lstStyle/>
          <a:p/>
        </p:txBody>
      </p:sp>
      <p:sp>
        <p:nvSpPr>
          <p:cNvPr id="396" name="object 396"/>
          <p:cNvSpPr/>
          <p:nvPr/>
        </p:nvSpPr>
        <p:spPr>
          <a:xfrm>
            <a:off x="8025130" y="1094739"/>
            <a:ext cx="196850" cy="619760"/>
          </a:xfrm>
          <a:prstGeom prst="rect">
            <a:avLst/>
          </a:prstGeom>
          <a:blipFill>
            <a:blip r:embed="rId12" cstate="print"/>
            <a:stretch>
              <a:fillRect/>
            </a:stretch>
          </a:blipFill>
        </p:spPr>
        <p:txBody>
          <a:bodyPr wrap="square" lIns="0" tIns="0" rIns="0" bIns="0" rtlCol="0"/>
          <a:lstStyle/>
          <a:p/>
        </p:txBody>
      </p:sp>
      <p:sp>
        <p:nvSpPr>
          <p:cNvPr id="397" name="object 397"/>
          <p:cNvSpPr/>
          <p:nvPr/>
        </p:nvSpPr>
        <p:spPr>
          <a:xfrm>
            <a:off x="8309609" y="1094739"/>
            <a:ext cx="214629" cy="632460"/>
          </a:xfrm>
          <a:prstGeom prst="rect">
            <a:avLst/>
          </a:prstGeom>
          <a:blipFill>
            <a:blip r:embed="rId11" cstate="print"/>
            <a:stretch>
              <a:fillRect/>
            </a:stretch>
          </a:blipFill>
        </p:spPr>
        <p:txBody>
          <a:bodyPr wrap="square" lIns="0" tIns="0" rIns="0" bIns="0" rtlCol="0"/>
          <a:lstStyle/>
          <a:p/>
        </p:txBody>
      </p:sp>
      <p:sp>
        <p:nvSpPr>
          <p:cNvPr id="398" name="object 398"/>
          <p:cNvSpPr/>
          <p:nvPr/>
        </p:nvSpPr>
        <p:spPr>
          <a:xfrm>
            <a:off x="8613140" y="1094739"/>
            <a:ext cx="152400" cy="619760"/>
          </a:xfrm>
          <a:prstGeom prst="rect">
            <a:avLst/>
          </a:prstGeom>
          <a:blipFill>
            <a:blip r:embed="rId9" cstate="print"/>
            <a:stretch>
              <a:fillRect/>
            </a:stretch>
          </a:blipFill>
        </p:spPr>
        <p:txBody>
          <a:bodyPr wrap="square" lIns="0" tIns="0" rIns="0" bIns="0" rtlCol="0"/>
          <a:lstStyle/>
          <a:p/>
        </p:txBody>
      </p:sp>
      <p:grpSp>
        <p:nvGrpSpPr>
          <p:cNvPr id="399" name="object 399"/>
          <p:cNvGrpSpPr/>
          <p:nvPr/>
        </p:nvGrpSpPr>
        <p:grpSpPr>
          <a:xfrm>
            <a:off x="1295400" y="855980"/>
            <a:ext cx="237490" cy="820419"/>
            <a:chOff x="1295400" y="855980"/>
            <a:chExt cx="237490" cy="820419"/>
          </a:xfrm>
        </p:grpSpPr>
        <p:sp>
          <p:nvSpPr>
            <p:cNvPr id="400" name="object 400"/>
            <p:cNvSpPr/>
            <p:nvPr/>
          </p:nvSpPr>
          <p:spPr>
            <a:xfrm>
              <a:off x="1295400" y="855979"/>
              <a:ext cx="237490" cy="12700"/>
            </a:xfrm>
            <a:custGeom>
              <a:avLst/>
              <a:gdLst/>
              <a:ahLst/>
              <a:cxnLst/>
              <a:rect l="l" t="t" r="r" b="b"/>
              <a:pathLst>
                <a:path w="237490" h="12700">
                  <a:moveTo>
                    <a:pt x="237490" y="0"/>
                  </a:moveTo>
                  <a:lnTo>
                    <a:pt x="0" y="0"/>
                  </a:lnTo>
                  <a:lnTo>
                    <a:pt x="0" y="6350"/>
                  </a:lnTo>
                  <a:lnTo>
                    <a:pt x="0" y="12700"/>
                  </a:lnTo>
                  <a:lnTo>
                    <a:pt x="237490" y="12700"/>
                  </a:lnTo>
                  <a:lnTo>
                    <a:pt x="237490" y="6350"/>
                  </a:lnTo>
                  <a:lnTo>
                    <a:pt x="237490" y="0"/>
                  </a:lnTo>
                  <a:close/>
                </a:path>
              </a:pathLst>
            </a:custGeom>
            <a:solidFill>
              <a:srgbClr val="003300"/>
            </a:solidFill>
          </p:spPr>
          <p:txBody>
            <a:bodyPr wrap="square" lIns="0" tIns="0" rIns="0" bIns="0" rtlCol="0"/>
            <a:lstStyle/>
            <a:p/>
          </p:txBody>
        </p:sp>
        <p:sp>
          <p:nvSpPr>
            <p:cNvPr id="401" name="object 401"/>
            <p:cNvSpPr/>
            <p:nvPr/>
          </p:nvSpPr>
          <p:spPr>
            <a:xfrm>
              <a:off x="1295400" y="86868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13301"/>
            </a:solidFill>
          </p:spPr>
          <p:txBody>
            <a:bodyPr wrap="square" lIns="0" tIns="0" rIns="0" bIns="0" rtlCol="0"/>
            <a:lstStyle/>
            <a:p/>
          </p:txBody>
        </p:sp>
        <p:sp>
          <p:nvSpPr>
            <p:cNvPr id="402" name="object 402"/>
            <p:cNvSpPr/>
            <p:nvPr/>
          </p:nvSpPr>
          <p:spPr>
            <a:xfrm>
              <a:off x="1295400" y="87630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23102"/>
            </a:solidFill>
          </p:spPr>
          <p:txBody>
            <a:bodyPr wrap="square" lIns="0" tIns="0" rIns="0" bIns="0" rtlCol="0"/>
            <a:lstStyle/>
            <a:p/>
          </p:txBody>
        </p:sp>
        <p:sp>
          <p:nvSpPr>
            <p:cNvPr id="403" name="object 403"/>
            <p:cNvSpPr/>
            <p:nvPr/>
          </p:nvSpPr>
          <p:spPr>
            <a:xfrm>
              <a:off x="1295400" y="88392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33103"/>
            </a:solidFill>
          </p:spPr>
          <p:txBody>
            <a:bodyPr wrap="square" lIns="0" tIns="0" rIns="0" bIns="0" rtlCol="0"/>
            <a:lstStyle/>
            <a:p/>
          </p:txBody>
        </p:sp>
        <p:sp>
          <p:nvSpPr>
            <p:cNvPr id="404" name="object 404"/>
            <p:cNvSpPr/>
            <p:nvPr/>
          </p:nvSpPr>
          <p:spPr>
            <a:xfrm>
              <a:off x="1295400" y="8902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43004"/>
            </a:solidFill>
          </p:spPr>
          <p:txBody>
            <a:bodyPr wrap="square" lIns="0" tIns="0" rIns="0" bIns="0" rtlCol="0"/>
            <a:lstStyle/>
            <a:p/>
          </p:txBody>
        </p:sp>
        <p:sp>
          <p:nvSpPr>
            <p:cNvPr id="405" name="object 405"/>
            <p:cNvSpPr/>
            <p:nvPr/>
          </p:nvSpPr>
          <p:spPr>
            <a:xfrm>
              <a:off x="1295400" y="89789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53005"/>
            </a:solidFill>
          </p:spPr>
          <p:txBody>
            <a:bodyPr wrap="square" lIns="0" tIns="0" rIns="0" bIns="0" rtlCol="0"/>
            <a:lstStyle/>
            <a:p/>
          </p:txBody>
        </p:sp>
        <p:sp>
          <p:nvSpPr>
            <p:cNvPr id="406" name="object 406"/>
            <p:cNvSpPr/>
            <p:nvPr/>
          </p:nvSpPr>
          <p:spPr>
            <a:xfrm>
              <a:off x="1295400" y="90551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62F06"/>
            </a:solidFill>
          </p:spPr>
          <p:txBody>
            <a:bodyPr wrap="square" lIns="0" tIns="0" rIns="0" bIns="0" rtlCol="0"/>
            <a:lstStyle/>
            <a:p/>
          </p:txBody>
        </p:sp>
        <p:sp>
          <p:nvSpPr>
            <p:cNvPr id="407" name="object 407"/>
            <p:cNvSpPr/>
            <p:nvPr/>
          </p:nvSpPr>
          <p:spPr>
            <a:xfrm>
              <a:off x="1295400" y="9118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72F07"/>
            </a:solidFill>
          </p:spPr>
          <p:txBody>
            <a:bodyPr wrap="square" lIns="0" tIns="0" rIns="0" bIns="0" rtlCol="0"/>
            <a:lstStyle/>
            <a:p/>
          </p:txBody>
        </p:sp>
        <p:sp>
          <p:nvSpPr>
            <p:cNvPr id="408" name="object 408"/>
            <p:cNvSpPr/>
            <p:nvPr/>
          </p:nvSpPr>
          <p:spPr>
            <a:xfrm>
              <a:off x="1295400" y="91948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92F09"/>
            </a:solidFill>
          </p:spPr>
          <p:txBody>
            <a:bodyPr wrap="square" lIns="0" tIns="0" rIns="0" bIns="0" rtlCol="0"/>
            <a:lstStyle/>
            <a:p/>
          </p:txBody>
        </p:sp>
        <p:sp>
          <p:nvSpPr>
            <p:cNvPr id="409" name="object 409"/>
            <p:cNvSpPr/>
            <p:nvPr/>
          </p:nvSpPr>
          <p:spPr>
            <a:xfrm>
              <a:off x="1295400" y="92710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A2E0A"/>
            </a:solidFill>
          </p:spPr>
          <p:txBody>
            <a:bodyPr wrap="square" lIns="0" tIns="0" rIns="0" bIns="0" rtlCol="0"/>
            <a:lstStyle/>
            <a:p/>
          </p:txBody>
        </p:sp>
        <p:sp>
          <p:nvSpPr>
            <p:cNvPr id="410" name="object 410"/>
            <p:cNvSpPr/>
            <p:nvPr/>
          </p:nvSpPr>
          <p:spPr>
            <a:xfrm>
              <a:off x="1295400" y="9334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B2E0B"/>
            </a:solidFill>
          </p:spPr>
          <p:txBody>
            <a:bodyPr wrap="square" lIns="0" tIns="0" rIns="0" bIns="0" rtlCol="0"/>
            <a:lstStyle/>
            <a:p/>
          </p:txBody>
        </p:sp>
        <p:sp>
          <p:nvSpPr>
            <p:cNvPr id="411" name="object 411"/>
            <p:cNvSpPr/>
            <p:nvPr/>
          </p:nvSpPr>
          <p:spPr>
            <a:xfrm>
              <a:off x="1295400" y="94107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C2D0C"/>
            </a:solidFill>
          </p:spPr>
          <p:txBody>
            <a:bodyPr wrap="square" lIns="0" tIns="0" rIns="0" bIns="0" rtlCol="0"/>
            <a:lstStyle/>
            <a:p/>
          </p:txBody>
        </p:sp>
        <p:sp>
          <p:nvSpPr>
            <p:cNvPr id="412" name="object 412"/>
            <p:cNvSpPr/>
            <p:nvPr/>
          </p:nvSpPr>
          <p:spPr>
            <a:xfrm>
              <a:off x="1295400" y="94869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0D2D0D"/>
            </a:solidFill>
          </p:spPr>
          <p:txBody>
            <a:bodyPr wrap="square" lIns="0" tIns="0" rIns="0" bIns="0" rtlCol="0"/>
            <a:lstStyle/>
            <a:p/>
          </p:txBody>
        </p:sp>
        <p:sp>
          <p:nvSpPr>
            <p:cNvPr id="413" name="object 413"/>
            <p:cNvSpPr/>
            <p:nvPr/>
          </p:nvSpPr>
          <p:spPr>
            <a:xfrm>
              <a:off x="1295400" y="9550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0E2C0E"/>
            </a:solidFill>
          </p:spPr>
          <p:txBody>
            <a:bodyPr wrap="square" lIns="0" tIns="0" rIns="0" bIns="0" rtlCol="0"/>
            <a:lstStyle/>
            <a:p/>
          </p:txBody>
        </p:sp>
        <p:sp>
          <p:nvSpPr>
            <p:cNvPr id="414" name="object 414"/>
            <p:cNvSpPr/>
            <p:nvPr/>
          </p:nvSpPr>
          <p:spPr>
            <a:xfrm>
              <a:off x="1295400" y="9626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0F2C0F"/>
            </a:solidFill>
          </p:spPr>
          <p:txBody>
            <a:bodyPr wrap="square" lIns="0" tIns="0" rIns="0" bIns="0" rtlCol="0"/>
            <a:lstStyle/>
            <a:p/>
          </p:txBody>
        </p:sp>
        <p:sp>
          <p:nvSpPr>
            <p:cNvPr id="415" name="object 415"/>
            <p:cNvSpPr/>
            <p:nvPr/>
          </p:nvSpPr>
          <p:spPr>
            <a:xfrm>
              <a:off x="1295400" y="97028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102B10"/>
            </a:solidFill>
          </p:spPr>
          <p:txBody>
            <a:bodyPr wrap="square" lIns="0" tIns="0" rIns="0" bIns="0" rtlCol="0"/>
            <a:lstStyle/>
            <a:p/>
          </p:txBody>
        </p:sp>
        <p:sp>
          <p:nvSpPr>
            <p:cNvPr id="416" name="object 416"/>
            <p:cNvSpPr/>
            <p:nvPr/>
          </p:nvSpPr>
          <p:spPr>
            <a:xfrm>
              <a:off x="1295400" y="9766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12B11"/>
            </a:solidFill>
          </p:spPr>
          <p:txBody>
            <a:bodyPr wrap="square" lIns="0" tIns="0" rIns="0" bIns="0" rtlCol="0"/>
            <a:lstStyle/>
            <a:p/>
          </p:txBody>
        </p:sp>
        <p:sp>
          <p:nvSpPr>
            <p:cNvPr id="417" name="object 417"/>
            <p:cNvSpPr/>
            <p:nvPr/>
          </p:nvSpPr>
          <p:spPr>
            <a:xfrm>
              <a:off x="1295400" y="9842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32B13"/>
            </a:solidFill>
          </p:spPr>
          <p:txBody>
            <a:bodyPr wrap="square" lIns="0" tIns="0" rIns="0" bIns="0" rtlCol="0"/>
            <a:lstStyle/>
            <a:p/>
          </p:txBody>
        </p:sp>
        <p:sp>
          <p:nvSpPr>
            <p:cNvPr id="418" name="object 418"/>
            <p:cNvSpPr/>
            <p:nvPr/>
          </p:nvSpPr>
          <p:spPr>
            <a:xfrm>
              <a:off x="1295400" y="99187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142A14"/>
            </a:solidFill>
          </p:spPr>
          <p:txBody>
            <a:bodyPr wrap="square" lIns="0" tIns="0" rIns="0" bIns="0" rtlCol="0"/>
            <a:lstStyle/>
            <a:p/>
          </p:txBody>
        </p:sp>
        <p:sp>
          <p:nvSpPr>
            <p:cNvPr id="419" name="object 419"/>
            <p:cNvSpPr/>
            <p:nvPr/>
          </p:nvSpPr>
          <p:spPr>
            <a:xfrm>
              <a:off x="1295400" y="99822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52A15"/>
            </a:solidFill>
          </p:spPr>
          <p:txBody>
            <a:bodyPr wrap="square" lIns="0" tIns="0" rIns="0" bIns="0" rtlCol="0"/>
            <a:lstStyle/>
            <a:p/>
          </p:txBody>
        </p:sp>
        <p:sp>
          <p:nvSpPr>
            <p:cNvPr id="420" name="object 420"/>
            <p:cNvSpPr/>
            <p:nvPr/>
          </p:nvSpPr>
          <p:spPr>
            <a:xfrm>
              <a:off x="1295400" y="10058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62916"/>
            </a:solidFill>
          </p:spPr>
          <p:txBody>
            <a:bodyPr wrap="square" lIns="0" tIns="0" rIns="0" bIns="0" rtlCol="0"/>
            <a:lstStyle/>
            <a:p/>
          </p:txBody>
        </p:sp>
        <p:sp>
          <p:nvSpPr>
            <p:cNvPr id="421" name="object 421"/>
            <p:cNvSpPr/>
            <p:nvPr/>
          </p:nvSpPr>
          <p:spPr>
            <a:xfrm>
              <a:off x="1295400" y="101346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72917"/>
            </a:solidFill>
          </p:spPr>
          <p:txBody>
            <a:bodyPr wrap="square" lIns="0" tIns="0" rIns="0" bIns="0" rtlCol="0"/>
            <a:lstStyle/>
            <a:p/>
          </p:txBody>
        </p:sp>
        <p:sp>
          <p:nvSpPr>
            <p:cNvPr id="422" name="object 422"/>
            <p:cNvSpPr/>
            <p:nvPr/>
          </p:nvSpPr>
          <p:spPr>
            <a:xfrm>
              <a:off x="1295400" y="102108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182818"/>
            </a:solidFill>
          </p:spPr>
          <p:txBody>
            <a:bodyPr wrap="square" lIns="0" tIns="0" rIns="0" bIns="0" rtlCol="0"/>
            <a:lstStyle/>
            <a:p/>
          </p:txBody>
        </p:sp>
        <p:sp>
          <p:nvSpPr>
            <p:cNvPr id="423" name="object 423"/>
            <p:cNvSpPr/>
            <p:nvPr/>
          </p:nvSpPr>
          <p:spPr>
            <a:xfrm>
              <a:off x="1295400" y="10274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92819"/>
            </a:solidFill>
          </p:spPr>
          <p:txBody>
            <a:bodyPr wrap="square" lIns="0" tIns="0" rIns="0" bIns="0" rtlCol="0"/>
            <a:lstStyle/>
            <a:p/>
          </p:txBody>
        </p:sp>
        <p:sp>
          <p:nvSpPr>
            <p:cNvPr id="424" name="object 424"/>
            <p:cNvSpPr/>
            <p:nvPr/>
          </p:nvSpPr>
          <p:spPr>
            <a:xfrm>
              <a:off x="1295400" y="103505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A271A"/>
            </a:solidFill>
          </p:spPr>
          <p:txBody>
            <a:bodyPr wrap="square" lIns="0" tIns="0" rIns="0" bIns="0" rtlCol="0"/>
            <a:lstStyle/>
            <a:p/>
          </p:txBody>
        </p:sp>
        <p:sp>
          <p:nvSpPr>
            <p:cNvPr id="425" name="object 425"/>
            <p:cNvSpPr/>
            <p:nvPr/>
          </p:nvSpPr>
          <p:spPr>
            <a:xfrm>
              <a:off x="1295400" y="104267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1B271B"/>
            </a:solidFill>
          </p:spPr>
          <p:txBody>
            <a:bodyPr wrap="square" lIns="0" tIns="0" rIns="0" bIns="0" rtlCol="0"/>
            <a:lstStyle/>
            <a:p/>
          </p:txBody>
        </p:sp>
        <p:sp>
          <p:nvSpPr>
            <p:cNvPr id="426" name="object 426"/>
            <p:cNvSpPr/>
            <p:nvPr/>
          </p:nvSpPr>
          <p:spPr>
            <a:xfrm>
              <a:off x="1295400" y="104902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1D271D"/>
            </a:solidFill>
          </p:spPr>
          <p:txBody>
            <a:bodyPr wrap="square" lIns="0" tIns="0" rIns="0" bIns="0" rtlCol="0"/>
            <a:lstStyle/>
            <a:p/>
          </p:txBody>
        </p:sp>
        <p:sp>
          <p:nvSpPr>
            <p:cNvPr id="427" name="object 427"/>
            <p:cNvSpPr/>
            <p:nvPr/>
          </p:nvSpPr>
          <p:spPr>
            <a:xfrm>
              <a:off x="1295400" y="105664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1E261E"/>
            </a:solidFill>
          </p:spPr>
          <p:txBody>
            <a:bodyPr wrap="square" lIns="0" tIns="0" rIns="0" bIns="0" rtlCol="0"/>
            <a:lstStyle/>
            <a:p/>
          </p:txBody>
        </p:sp>
        <p:sp>
          <p:nvSpPr>
            <p:cNvPr id="428" name="object 428"/>
            <p:cNvSpPr/>
            <p:nvPr/>
          </p:nvSpPr>
          <p:spPr>
            <a:xfrm>
              <a:off x="1295400" y="106426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1F261F"/>
            </a:solidFill>
          </p:spPr>
          <p:txBody>
            <a:bodyPr wrap="square" lIns="0" tIns="0" rIns="0" bIns="0" rtlCol="0"/>
            <a:lstStyle/>
            <a:p/>
          </p:txBody>
        </p:sp>
        <p:sp>
          <p:nvSpPr>
            <p:cNvPr id="429" name="object 429"/>
            <p:cNvSpPr/>
            <p:nvPr/>
          </p:nvSpPr>
          <p:spPr>
            <a:xfrm>
              <a:off x="1295400" y="1070610"/>
              <a:ext cx="237490" cy="7620"/>
            </a:xfrm>
            <a:custGeom>
              <a:avLst/>
              <a:gdLst/>
              <a:ahLst/>
              <a:cxnLst/>
              <a:rect l="l" t="t" r="r" b="b"/>
              <a:pathLst>
                <a:path w="237490" h="7619">
                  <a:moveTo>
                    <a:pt x="0" y="7619"/>
                  </a:moveTo>
                  <a:lnTo>
                    <a:pt x="0" y="0"/>
                  </a:lnTo>
                  <a:lnTo>
                    <a:pt x="237490" y="0"/>
                  </a:lnTo>
                  <a:lnTo>
                    <a:pt x="237490" y="7619"/>
                  </a:lnTo>
                  <a:lnTo>
                    <a:pt x="0" y="7619"/>
                  </a:lnTo>
                  <a:close/>
                </a:path>
              </a:pathLst>
            </a:custGeom>
            <a:solidFill>
              <a:srgbClr val="202520"/>
            </a:solidFill>
          </p:spPr>
          <p:txBody>
            <a:bodyPr wrap="square" lIns="0" tIns="0" rIns="0" bIns="0" rtlCol="0"/>
            <a:lstStyle/>
            <a:p/>
          </p:txBody>
        </p:sp>
        <p:sp>
          <p:nvSpPr>
            <p:cNvPr id="430" name="object 430"/>
            <p:cNvSpPr/>
            <p:nvPr/>
          </p:nvSpPr>
          <p:spPr>
            <a:xfrm>
              <a:off x="1295400" y="1078230"/>
              <a:ext cx="237490" cy="7620"/>
            </a:xfrm>
            <a:custGeom>
              <a:avLst/>
              <a:gdLst/>
              <a:ahLst/>
              <a:cxnLst/>
              <a:rect l="l" t="t" r="r" b="b"/>
              <a:pathLst>
                <a:path w="237490" h="7619">
                  <a:moveTo>
                    <a:pt x="0" y="7620"/>
                  </a:moveTo>
                  <a:lnTo>
                    <a:pt x="0" y="0"/>
                  </a:lnTo>
                  <a:lnTo>
                    <a:pt x="237490" y="0"/>
                  </a:lnTo>
                  <a:lnTo>
                    <a:pt x="237490" y="7620"/>
                  </a:lnTo>
                  <a:lnTo>
                    <a:pt x="0" y="7620"/>
                  </a:lnTo>
                  <a:close/>
                </a:path>
              </a:pathLst>
            </a:custGeom>
            <a:solidFill>
              <a:srgbClr val="212521"/>
            </a:solidFill>
          </p:spPr>
          <p:txBody>
            <a:bodyPr wrap="square" lIns="0" tIns="0" rIns="0" bIns="0" rtlCol="0"/>
            <a:lstStyle/>
            <a:p/>
          </p:txBody>
        </p:sp>
        <p:sp>
          <p:nvSpPr>
            <p:cNvPr id="431" name="object 431"/>
            <p:cNvSpPr/>
            <p:nvPr/>
          </p:nvSpPr>
          <p:spPr>
            <a:xfrm>
              <a:off x="1295400" y="1085850"/>
              <a:ext cx="237490" cy="6350"/>
            </a:xfrm>
            <a:custGeom>
              <a:avLst/>
              <a:gdLst/>
              <a:ahLst/>
              <a:cxnLst/>
              <a:rect l="l" t="t" r="r" b="b"/>
              <a:pathLst>
                <a:path w="237490" h="6350">
                  <a:moveTo>
                    <a:pt x="0" y="6350"/>
                  </a:moveTo>
                  <a:lnTo>
                    <a:pt x="0" y="0"/>
                  </a:lnTo>
                  <a:lnTo>
                    <a:pt x="237490" y="0"/>
                  </a:lnTo>
                  <a:lnTo>
                    <a:pt x="237490" y="6350"/>
                  </a:lnTo>
                  <a:lnTo>
                    <a:pt x="0" y="6350"/>
                  </a:lnTo>
                  <a:close/>
                </a:path>
              </a:pathLst>
            </a:custGeom>
            <a:solidFill>
              <a:srgbClr val="222422"/>
            </a:solidFill>
          </p:spPr>
          <p:txBody>
            <a:bodyPr wrap="square" lIns="0" tIns="0" rIns="0" bIns="0" rtlCol="0"/>
            <a:lstStyle/>
            <a:p/>
          </p:txBody>
        </p:sp>
        <p:sp>
          <p:nvSpPr>
            <p:cNvPr id="432" name="object 432"/>
            <p:cNvSpPr/>
            <p:nvPr/>
          </p:nvSpPr>
          <p:spPr>
            <a:xfrm>
              <a:off x="1295400" y="1092199"/>
              <a:ext cx="163830" cy="7620"/>
            </a:xfrm>
            <a:custGeom>
              <a:avLst/>
              <a:gdLst/>
              <a:ahLst/>
              <a:cxnLst/>
              <a:rect l="l" t="t" r="r" b="b"/>
              <a:pathLst>
                <a:path w="163830" h="7619">
                  <a:moveTo>
                    <a:pt x="163830" y="0"/>
                  </a:moveTo>
                  <a:lnTo>
                    <a:pt x="0" y="0"/>
                  </a:lnTo>
                  <a:lnTo>
                    <a:pt x="0" y="1270"/>
                  </a:lnTo>
                  <a:lnTo>
                    <a:pt x="73660" y="1270"/>
                  </a:lnTo>
                  <a:lnTo>
                    <a:pt x="73660" y="7620"/>
                  </a:lnTo>
                  <a:lnTo>
                    <a:pt x="163830" y="7620"/>
                  </a:lnTo>
                  <a:lnTo>
                    <a:pt x="163830" y="1270"/>
                  </a:lnTo>
                  <a:lnTo>
                    <a:pt x="163830" y="0"/>
                  </a:lnTo>
                  <a:close/>
                </a:path>
              </a:pathLst>
            </a:custGeom>
            <a:solidFill>
              <a:srgbClr val="232423"/>
            </a:solidFill>
          </p:spPr>
          <p:txBody>
            <a:bodyPr wrap="square" lIns="0" tIns="0" rIns="0" bIns="0" rtlCol="0"/>
            <a:lstStyle/>
            <a:p/>
          </p:txBody>
        </p:sp>
        <p:sp>
          <p:nvSpPr>
            <p:cNvPr id="433" name="object 433"/>
            <p:cNvSpPr/>
            <p:nvPr/>
          </p:nvSpPr>
          <p:spPr>
            <a:xfrm>
              <a:off x="1369060" y="10998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42324"/>
            </a:solidFill>
          </p:spPr>
          <p:txBody>
            <a:bodyPr wrap="square" lIns="0" tIns="0" rIns="0" bIns="0" rtlCol="0"/>
            <a:lstStyle/>
            <a:p/>
          </p:txBody>
        </p:sp>
        <p:sp>
          <p:nvSpPr>
            <p:cNvPr id="434" name="object 434"/>
            <p:cNvSpPr/>
            <p:nvPr/>
          </p:nvSpPr>
          <p:spPr>
            <a:xfrm>
              <a:off x="1369060" y="110744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252325"/>
            </a:solidFill>
          </p:spPr>
          <p:txBody>
            <a:bodyPr wrap="square" lIns="0" tIns="0" rIns="0" bIns="0" rtlCol="0"/>
            <a:lstStyle/>
            <a:p/>
          </p:txBody>
        </p:sp>
        <p:sp>
          <p:nvSpPr>
            <p:cNvPr id="435" name="object 435"/>
            <p:cNvSpPr/>
            <p:nvPr/>
          </p:nvSpPr>
          <p:spPr>
            <a:xfrm>
              <a:off x="1369060" y="11137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72327"/>
            </a:solidFill>
          </p:spPr>
          <p:txBody>
            <a:bodyPr wrap="square" lIns="0" tIns="0" rIns="0" bIns="0" rtlCol="0"/>
            <a:lstStyle/>
            <a:p/>
          </p:txBody>
        </p:sp>
        <p:sp>
          <p:nvSpPr>
            <p:cNvPr id="436" name="object 436"/>
            <p:cNvSpPr/>
            <p:nvPr/>
          </p:nvSpPr>
          <p:spPr>
            <a:xfrm>
              <a:off x="1369060" y="11214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82228"/>
            </a:solidFill>
          </p:spPr>
          <p:txBody>
            <a:bodyPr wrap="square" lIns="0" tIns="0" rIns="0" bIns="0" rtlCol="0"/>
            <a:lstStyle/>
            <a:p/>
          </p:txBody>
        </p:sp>
        <p:sp>
          <p:nvSpPr>
            <p:cNvPr id="437" name="object 437"/>
            <p:cNvSpPr/>
            <p:nvPr/>
          </p:nvSpPr>
          <p:spPr>
            <a:xfrm>
              <a:off x="1369060" y="112903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292229"/>
            </a:solidFill>
          </p:spPr>
          <p:txBody>
            <a:bodyPr wrap="square" lIns="0" tIns="0" rIns="0" bIns="0" rtlCol="0"/>
            <a:lstStyle/>
            <a:p/>
          </p:txBody>
        </p:sp>
        <p:sp>
          <p:nvSpPr>
            <p:cNvPr id="438" name="object 438"/>
            <p:cNvSpPr/>
            <p:nvPr/>
          </p:nvSpPr>
          <p:spPr>
            <a:xfrm>
              <a:off x="1369060" y="11353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A212A"/>
            </a:solidFill>
          </p:spPr>
          <p:txBody>
            <a:bodyPr wrap="square" lIns="0" tIns="0" rIns="0" bIns="0" rtlCol="0"/>
            <a:lstStyle/>
            <a:p/>
          </p:txBody>
        </p:sp>
        <p:sp>
          <p:nvSpPr>
            <p:cNvPr id="439" name="object 439"/>
            <p:cNvSpPr/>
            <p:nvPr/>
          </p:nvSpPr>
          <p:spPr>
            <a:xfrm>
              <a:off x="1369060" y="114300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B212B"/>
            </a:solidFill>
          </p:spPr>
          <p:txBody>
            <a:bodyPr wrap="square" lIns="0" tIns="0" rIns="0" bIns="0" rtlCol="0"/>
            <a:lstStyle/>
            <a:p/>
          </p:txBody>
        </p:sp>
        <p:sp>
          <p:nvSpPr>
            <p:cNvPr id="440" name="object 440"/>
            <p:cNvSpPr/>
            <p:nvPr/>
          </p:nvSpPr>
          <p:spPr>
            <a:xfrm>
              <a:off x="1369060" y="115062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2C202C"/>
            </a:solidFill>
          </p:spPr>
          <p:txBody>
            <a:bodyPr wrap="square" lIns="0" tIns="0" rIns="0" bIns="0" rtlCol="0"/>
            <a:lstStyle/>
            <a:p/>
          </p:txBody>
        </p:sp>
        <p:sp>
          <p:nvSpPr>
            <p:cNvPr id="441" name="object 441"/>
            <p:cNvSpPr/>
            <p:nvPr/>
          </p:nvSpPr>
          <p:spPr>
            <a:xfrm>
              <a:off x="1369060" y="11569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2D202D"/>
            </a:solidFill>
          </p:spPr>
          <p:txBody>
            <a:bodyPr wrap="square" lIns="0" tIns="0" rIns="0" bIns="0" rtlCol="0"/>
            <a:lstStyle/>
            <a:p/>
          </p:txBody>
        </p:sp>
        <p:sp>
          <p:nvSpPr>
            <p:cNvPr id="442" name="object 442"/>
            <p:cNvSpPr/>
            <p:nvPr/>
          </p:nvSpPr>
          <p:spPr>
            <a:xfrm>
              <a:off x="1369060" y="11645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2E1F2E"/>
            </a:solidFill>
          </p:spPr>
          <p:txBody>
            <a:bodyPr wrap="square" lIns="0" tIns="0" rIns="0" bIns="0" rtlCol="0"/>
            <a:lstStyle/>
            <a:p/>
          </p:txBody>
        </p:sp>
        <p:sp>
          <p:nvSpPr>
            <p:cNvPr id="443" name="object 443"/>
            <p:cNvSpPr/>
            <p:nvPr/>
          </p:nvSpPr>
          <p:spPr>
            <a:xfrm>
              <a:off x="1369060" y="117221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2F1F2F"/>
            </a:solidFill>
          </p:spPr>
          <p:txBody>
            <a:bodyPr wrap="square" lIns="0" tIns="0" rIns="0" bIns="0" rtlCol="0"/>
            <a:lstStyle/>
            <a:p/>
          </p:txBody>
        </p:sp>
        <p:sp>
          <p:nvSpPr>
            <p:cNvPr id="444" name="object 444"/>
            <p:cNvSpPr/>
            <p:nvPr/>
          </p:nvSpPr>
          <p:spPr>
            <a:xfrm>
              <a:off x="1369060" y="11785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11F31"/>
            </a:solidFill>
          </p:spPr>
          <p:txBody>
            <a:bodyPr wrap="square" lIns="0" tIns="0" rIns="0" bIns="0" rtlCol="0"/>
            <a:lstStyle/>
            <a:p/>
          </p:txBody>
        </p:sp>
        <p:sp>
          <p:nvSpPr>
            <p:cNvPr id="445" name="object 445"/>
            <p:cNvSpPr/>
            <p:nvPr/>
          </p:nvSpPr>
          <p:spPr>
            <a:xfrm>
              <a:off x="1369060" y="1186179"/>
              <a:ext cx="90170" cy="15240"/>
            </a:xfrm>
            <a:custGeom>
              <a:avLst/>
              <a:gdLst/>
              <a:ahLst/>
              <a:cxnLst/>
              <a:rect l="l" t="t" r="r" b="b"/>
              <a:pathLst>
                <a:path w="90169" h="15240">
                  <a:moveTo>
                    <a:pt x="90170" y="0"/>
                  </a:moveTo>
                  <a:lnTo>
                    <a:pt x="0" y="0"/>
                  </a:lnTo>
                  <a:lnTo>
                    <a:pt x="0" y="7620"/>
                  </a:lnTo>
                  <a:lnTo>
                    <a:pt x="0" y="15240"/>
                  </a:lnTo>
                  <a:lnTo>
                    <a:pt x="90170" y="15240"/>
                  </a:lnTo>
                  <a:lnTo>
                    <a:pt x="90170" y="7620"/>
                  </a:lnTo>
                  <a:lnTo>
                    <a:pt x="90170" y="0"/>
                  </a:lnTo>
                  <a:close/>
                </a:path>
              </a:pathLst>
            </a:custGeom>
            <a:solidFill>
              <a:srgbClr val="331E33"/>
            </a:solidFill>
          </p:spPr>
          <p:txBody>
            <a:bodyPr wrap="square" lIns="0" tIns="0" rIns="0" bIns="0" rtlCol="0"/>
            <a:lstStyle/>
            <a:p/>
          </p:txBody>
        </p:sp>
        <p:sp>
          <p:nvSpPr>
            <p:cNvPr id="446" name="object 446"/>
            <p:cNvSpPr/>
            <p:nvPr/>
          </p:nvSpPr>
          <p:spPr>
            <a:xfrm>
              <a:off x="1369060" y="120142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341D34"/>
            </a:solidFill>
          </p:spPr>
          <p:txBody>
            <a:bodyPr wrap="square" lIns="0" tIns="0" rIns="0" bIns="0" rtlCol="0"/>
            <a:lstStyle/>
            <a:p/>
          </p:txBody>
        </p:sp>
        <p:sp>
          <p:nvSpPr>
            <p:cNvPr id="447" name="object 447"/>
            <p:cNvSpPr/>
            <p:nvPr/>
          </p:nvSpPr>
          <p:spPr>
            <a:xfrm>
              <a:off x="1369060" y="12077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51D35"/>
            </a:solidFill>
          </p:spPr>
          <p:txBody>
            <a:bodyPr wrap="square" lIns="0" tIns="0" rIns="0" bIns="0" rtlCol="0"/>
            <a:lstStyle/>
            <a:p/>
          </p:txBody>
        </p:sp>
        <p:sp>
          <p:nvSpPr>
            <p:cNvPr id="448" name="object 448"/>
            <p:cNvSpPr/>
            <p:nvPr/>
          </p:nvSpPr>
          <p:spPr>
            <a:xfrm>
              <a:off x="1369060" y="121539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61C36"/>
            </a:solidFill>
          </p:spPr>
          <p:txBody>
            <a:bodyPr wrap="square" lIns="0" tIns="0" rIns="0" bIns="0" rtlCol="0"/>
            <a:lstStyle/>
            <a:p/>
          </p:txBody>
        </p:sp>
        <p:sp>
          <p:nvSpPr>
            <p:cNvPr id="449" name="object 449"/>
            <p:cNvSpPr/>
            <p:nvPr/>
          </p:nvSpPr>
          <p:spPr>
            <a:xfrm>
              <a:off x="1369060" y="122301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371C37"/>
            </a:solidFill>
          </p:spPr>
          <p:txBody>
            <a:bodyPr wrap="square" lIns="0" tIns="0" rIns="0" bIns="0" rtlCol="0"/>
            <a:lstStyle/>
            <a:p/>
          </p:txBody>
        </p:sp>
        <p:sp>
          <p:nvSpPr>
            <p:cNvPr id="450" name="object 450"/>
            <p:cNvSpPr/>
            <p:nvPr/>
          </p:nvSpPr>
          <p:spPr>
            <a:xfrm>
              <a:off x="1369060" y="12293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81B38"/>
            </a:solidFill>
          </p:spPr>
          <p:txBody>
            <a:bodyPr wrap="square" lIns="0" tIns="0" rIns="0" bIns="0" rtlCol="0"/>
            <a:lstStyle/>
            <a:p/>
          </p:txBody>
        </p:sp>
        <p:sp>
          <p:nvSpPr>
            <p:cNvPr id="451" name="object 451"/>
            <p:cNvSpPr/>
            <p:nvPr/>
          </p:nvSpPr>
          <p:spPr>
            <a:xfrm>
              <a:off x="1369060" y="123698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91B39"/>
            </a:solidFill>
          </p:spPr>
          <p:txBody>
            <a:bodyPr wrap="square" lIns="0" tIns="0" rIns="0" bIns="0" rtlCol="0"/>
            <a:lstStyle/>
            <a:p/>
          </p:txBody>
        </p:sp>
        <p:sp>
          <p:nvSpPr>
            <p:cNvPr id="452" name="object 452"/>
            <p:cNvSpPr/>
            <p:nvPr/>
          </p:nvSpPr>
          <p:spPr>
            <a:xfrm>
              <a:off x="1369060" y="124460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3B1B3B"/>
            </a:solidFill>
          </p:spPr>
          <p:txBody>
            <a:bodyPr wrap="square" lIns="0" tIns="0" rIns="0" bIns="0" rtlCol="0"/>
            <a:lstStyle/>
            <a:p/>
          </p:txBody>
        </p:sp>
        <p:sp>
          <p:nvSpPr>
            <p:cNvPr id="453" name="object 453"/>
            <p:cNvSpPr/>
            <p:nvPr/>
          </p:nvSpPr>
          <p:spPr>
            <a:xfrm>
              <a:off x="1369060" y="12509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C1A3C"/>
            </a:solidFill>
          </p:spPr>
          <p:txBody>
            <a:bodyPr wrap="square" lIns="0" tIns="0" rIns="0" bIns="0" rtlCol="0"/>
            <a:lstStyle/>
            <a:p/>
          </p:txBody>
        </p:sp>
        <p:sp>
          <p:nvSpPr>
            <p:cNvPr id="454" name="object 454"/>
            <p:cNvSpPr/>
            <p:nvPr/>
          </p:nvSpPr>
          <p:spPr>
            <a:xfrm>
              <a:off x="1369060" y="125857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3D1A3D"/>
            </a:solidFill>
          </p:spPr>
          <p:txBody>
            <a:bodyPr wrap="square" lIns="0" tIns="0" rIns="0" bIns="0" rtlCol="0"/>
            <a:lstStyle/>
            <a:p/>
          </p:txBody>
        </p:sp>
        <p:sp>
          <p:nvSpPr>
            <p:cNvPr id="455" name="object 455"/>
            <p:cNvSpPr/>
            <p:nvPr/>
          </p:nvSpPr>
          <p:spPr>
            <a:xfrm>
              <a:off x="1369060" y="126619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3E193E"/>
            </a:solidFill>
          </p:spPr>
          <p:txBody>
            <a:bodyPr wrap="square" lIns="0" tIns="0" rIns="0" bIns="0" rtlCol="0"/>
            <a:lstStyle/>
            <a:p/>
          </p:txBody>
        </p:sp>
        <p:sp>
          <p:nvSpPr>
            <p:cNvPr id="456" name="object 456"/>
            <p:cNvSpPr/>
            <p:nvPr/>
          </p:nvSpPr>
          <p:spPr>
            <a:xfrm>
              <a:off x="1369060" y="12725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3F193F"/>
            </a:solidFill>
          </p:spPr>
          <p:txBody>
            <a:bodyPr wrap="square" lIns="0" tIns="0" rIns="0" bIns="0" rtlCol="0"/>
            <a:lstStyle/>
            <a:p/>
          </p:txBody>
        </p:sp>
        <p:sp>
          <p:nvSpPr>
            <p:cNvPr id="457" name="object 457"/>
            <p:cNvSpPr/>
            <p:nvPr/>
          </p:nvSpPr>
          <p:spPr>
            <a:xfrm>
              <a:off x="1369060" y="128016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401840"/>
            </a:solidFill>
          </p:spPr>
          <p:txBody>
            <a:bodyPr wrap="square" lIns="0" tIns="0" rIns="0" bIns="0" rtlCol="0"/>
            <a:lstStyle/>
            <a:p/>
          </p:txBody>
        </p:sp>
        <p:sp>
          <p:nvSpPr>
            <p:cNvPr id="458" name="object 458"/>
            <p:cNvSpPr/>
            <p:nvPr/>
          </p:nvSpPr>
          <p:spPr>
            <a:xfrm>
              <a:off x="1369060" y="128778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411841"/>
            </a:solidFill>
          </p:spPr>
          <p:txBody>
            <a:bodyPr wrap="square" lIns="0" tIns="0" rIns="0" bIns="0" rtlCol="0"/>
            <a:lstStyle/>
            <a:p/>
          </p:txBody>
        </p:sp>
        <p:sp>
          <p:nvSpPr>
            <p:cNvPr id="459" name="object 459"/>
            <p:cNvSpPr/>
            <p:nvPr/>
          </p:nvSpPr>
          <p:spPr>
            <a:xfrm>
              <a:off x="1369060" y="12941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21742"/>
            </a:solidFill>
          </p:spPr>
          <p:txBody>
            <a:bodyPr wrap="square" lIns="0" tIns="0" rIns="0" bIns="0" rtlCol="0"/>
            <a:lstStyle/>
            <a:p/>
          </p:txBody>
        </p:sp>
        <p:sp>
          <p:nvSpPr>
            <p:cNvPr id="460" name="object 460"/>
            <p:cNvSpPr/>
            <p:nvPr/>
          </p:nvSpPr>
          <p:spPr>
            <a:xfrm>
              <a:off x="1369060" y="13017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41744"/>
            </a:solidFill>
          </p:spPr>
          <p:txBody>
            <a:bodyPr wrap="square" lIns="0" tIns="0" rIns="0" bIns="0" rtlCol="0"/>
            <a:lstStyle/>
            <a:p/>
          </p:txBody>
        </p:sp>
        <p:sp>
          <p:nvSpPr>
            <p:cNvPr id="461" name="object 461"/>
            <p:cNvSpPr/>
            <p:nvPr/>
          </p:nvSpPr>
          <p:spPr>
            <a:xfrm>
              <a:off x="1369060" y="130937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451745"/>
            </a:solidFill>
          </p:spPr>
          <p:txBody>
            <a:bodyPr wrap="square" lIns="0" tIns="0" rIns="0" bIns="0" rtlCol="0"/>
            <a:lstStyle/>
            <a:p/>
          </p:txBody>
        </p:sp>
        <p:sp>
          <p:nvSpPr>
            <p:cNvPr id="462" name="object 462"/>
            <p:cNvSpPr/>
            <p:nvPr/>
          </p:nvSpPr>
          <p:spPr>
            <a:xfrm>
              <a:off x="1369060" y="13157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461646"/>
            </a:solidFill>
          </p:spPr>
          <p:txBody>
            <a:bodyPr wrap="square" lIns="0" tIns="0" rIns="0" bIns="0" rtlCol="0"/>
            <a:lstStyle/>
            <a:p/>
          </p:txBody>
        </p:sp>
        <p:sp>
          <p:nvSpPr>
            <p:cNvPr id="463" name="object 463"/>
            <p:cNvSpPr/>
            <p:nvPr/>
          </p:nvSpPr>
          <p:spPr>
            <a:xfrm>
              <a:off x="1369060" y="13233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71647"/>
            </a:solidFill>
          </p:spPr>
          <p:txBody>
            <a:bodyPr wrap="square" lIns="0" tIns="0" rIns="0" bIns="0" rtlCol="0"/>
            <a:lstStyle/>
            <a:p/>
          </p:txBody>
        </p:sp>
        <p:sp>
          <p:nvSpPr>
            <p:cNvPr id="464" name="object 464"/>
            <p:cNvSpPr/>
            <p:nvPr/>
          </p:nvSpPr>
          <p:spPr>
            <a:xfrm>
              <a:off x="1369060" y="133096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481548"/>
            </a:solidFill>
          </p:spPr>
          <p:txBody>
            <a:bodyPr wrap="square" lIns="0" tIns="0" rIns="0" bIns="0" rtlCol="0"/>
            <a:lstStyle/>
            <a:p/>
          </p:txBody>
        </p:sp>
        <p:sp>
          <p:nvSpPr>
            <p:cNvPr id="465" name="object 465"/>
            <p:cNvSpPr/>
            <p:nvPr/>
          </p:nvSpPr>
          <p:spPr>
            <a:xfrm>
              <a:off x="1369060" y="13373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491549"/>
            </a:solidFill>
          </p:spPr>
          <p:txBody>
            <a:bodyPr wrap="square" lIns="0" tIns="0" rIns="0" bIns="0" rtlCol="0"/>
            <a:lstStyle/>
            <a:p/>
          </p:txBody>
        </p:sp>
        <p:sp>
          <p:nvSpPr>
            <p:cNvPr id="466" name="object 466"/>
            <p:cNvSpPr/>
            <p:nvPr/>
          </p:nvSpPr>
          <p:spPr>
            <a:xfrm>
              <a:off x="1369060" y="134493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A144A"/>
            </a:solidFill>
          </p:spPr>
          <p:txBody>
            <a:bodyPr wrap="square" lIns="0" tIns="0" rIns="0" bIns="0" rtlCol="0"/>
            <a:lstStyle/>
            <a:p/>
          </p:txBody>
        </p:sp>
        <p:sp>
          <p:nvSpPr>
            <p:cNvPr id="467" name="object 467"/>
            <p:cNvSpPr/>
            <p:nvPr/>
          </p:nvSpPr>
          <p:spPr>
            <a:xfrm>
              <a:off x="1369060" y="135255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B144B"/>
            </a:solidFill>
          </p:spPr>
          <p:txBody>
            <a:bodyPr wrap="square" lIns="0" tIns="0" rIns="0" bIns="0" rtlCol="0"/>
            <a:lstStyle/>
            <a:p/>
          </p:txBody>
        </p:sp>
        <p:sp>
          <p:nvSpPr>
            <p:cNvPr id="468" name="object 468"/>
            <p:cNvSpPr/>
            <p:nvPr/>
          </p:nvSpPr>
          <p:spPr>
            <a:xfrm>
              <a:off x="1369060" y="136017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4C134C"/>
            </a:solidFill>
          </p:spPr>
          <p:txBody>
            <a:bodyPr wrap="square" lIns="0" tIns="0" rIns="0" bIns="0" rtlCol="0"/>
            <a:lstStyle/>
            <a:p/>
          </p:txBody>
        </p:sp>
        <p:sp>
          <p:nvSpPr>
            <p:cNvPr id="469" name="object 469"/>
            <p:cNvSpPr/>
            <p:nvPr/>
          </p:nvSpPr>
          <p:spPr>
            <a:xfrm>
              <a:off x="1369060" y="136652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4E134E"/>
            </a:solidFill>
          </p:spPr>
          <p:txBody>
            <a:bodyPr wrap="square" lIns="0" tIns="0" rIns="0" bIns="0" rtlCol="0"/>
            <a:lstStyle/>
            <a:p/>
          </p:txBody>
        </p:sp>
        <p:sp>
          <p:nvSpPr>
            <p:cNvPr id="470" name="object 470"/>
            <p:cNvSpPr/>
            <p:nvPr/>
          </p:nvSpPr>
          <p:spPr>
            <a:xfrm>
              <a:off x="1369060" y="1374140"/>
              <a:ext cx="90170" cy="7620"/>
            </a:xfrm>
            <a:custGeom>
              <a:avLst/>
              <a:gdLst/>
              <a:ahLst/>
              <a:cxnLst/>
              <a:rect l="l" t="t" r="r" b="b"/>
              <a:pathLst>
                <a:path w="90169" h="7619">
                  <a:moveTo>
                    <a:pt x="0" y="7620"/>
                  </a:moveTo>
                  <a:lnTo>
                    <a:pt x="0" y="0"/>
                  </a:lnTo>
                  <a:lnTo>
                    <a:pt x="90170" y="0"/>
                  </a:lnTo>
                  <a:lnTo>
                    <a:pt x="90170" y="7620"/>
                  </a:lnTo>
                  <a:lnTo>
                    <a:pt x="0" y="7620"/>
                  </a:lnTo>
                  <a:close/>
                </a:path>
              </a:pathLst>
            </a:custGeom>
            <a:solidFill>
              <a:srgbClr val="4F134F"/>
            </a:solidFill>
          </p:spPr>
          <p:txBody>
            <a:bodyPr wrap="square" lIns="0" tIns="0" rIns="0" bIns="0" rtlCol="0"/>
            <a:lstStyle/>
            <a:p/>
          </p:txBody>
        </p:sp>
        <p:sp>
          <p:nvSpPr>
            <p:cNvPr id="471" name="object 471"/>
            <p:cNvSpPr/>
            <p:nvPr/>
          </p:nvSpPr>
          <p:spPr>
            <a:xfrm>
              <a:off x="1369060" y="1381760"/>
              <a:ext cx="90170" cy="6350"/>
            </a:xfrm>
            <a:custGeom>
              <a:avLst/>
              <a:gdLst/>
              <a:ahLst/>
              <a:cxnLst/>
              <a:rect l="l" t="t" r="r" b="b"/>
              <a:pathLst>
                <a:path w="90169" h="6350">
                  <a:moveTo>
                    <a:pt x="0" y="6350"/>
                  </a:moveTo>
                  <a:lnTo>
                    <a:pt x="0" y="0"/>
                  </a:lnTo>
                  <a:lnTo>
                    <a:pt x="90170" y="0"/>
                  </a:lnTo>
                  <a:lnTo>
                    <a:pt x="90170" y="6350"/>
                  </a:lnTo>
                  <a:lnTo>
                    <a:pt x="0" y="6350"/>
                  </a:lnTo>
                  <a:close/>
                </a:path>
              </a:pathLst>
            </a:custGeom>
            <a:solidFill>
              <a:srgbClr val="501250"/>
            </a:solidFill>
          </p:spPr>
          <p:txBody>
            <a:bodyPr wrap="square" lIns="0" tIns="0" rIns="0" bIns="0" rtlCol="0"/>
            <a:lstStyle/>
            <a:p/>
          </p:txBody>
        </p:sp>
        <p:sp>
          <p:nvSpPr>
            <p:cNvPr id="472" name="object 472"/>
            <p:cNvSpPr/>
            <p:nvPr/>
          </p:nvSpPr>
          <p:spPr>
            <a:xfrm>
              <a:off x="1369060" y="1388110"/>
              <a:ext cx="90170" cy="7620"/>
            </a:xfrm>
            <a:custGeom>
              <a:avLst/>
              <a:gdLst/>
              <a:ahLst/>
              <a:cxnLst/>
              <a:rect l="l" t="t" r="r" b="b"/>
              <a:pathLst>
                <a:path w="90169" h="7619">
                  <a:moveTo>
                    <a:pt x="0" y="7619"/>
                  </a:moveTo>
                  <a:lnTo>
                    <a:pt x="0" y="0"/>
                  </a:lnTo>
                  <a:lnTo>
                    <a:pt x="90170" y="0"/>
                  </a:lnTo>
                  <a:lnTo>
                    <a:pt x="90170" y="7619"/>
                  </a:lnTo>
                  <a:lnTo>
                    <a:pt x="0" y="7619"/>
                  </a:lnTo>
                  <a:close/>
                </a:path>
              </a:pathLst>
            </a:custGeom>
            <a:solidFill>
              <a:srgbClr val="511251"/>
            </a:solidFill>
          </p:spPr>
          <p:txBody>
            <a:bodyPr wrap="square" lIns="0" tIns="0" rIns="0" bIns="0" rtlCol="0"/>
            <a:lstStyle/>
            <a:p/>
          </p:txBody>
        </p:sp>
        <p:sp>
          <p:nvSpPr>
            <p:cNvPr id="473" name="object 473"/>
            <p:cNvSpPr/>
            <p:nvPr/>
          </p:nvSpPr>
          <p:spPr>
            <a:xfrm>
              <a:off x="1369060" y="1395730"/>
              <a:ext cx="90170" cy="7620"/>
            </a:xfrm>
            <a:custGeom>
              <a:avLst/>
              <a:gdLst/>
              <a:ahLst/>
              <a:cxnLst/>
              <a:rect l="l" t="t" r="r" b="b"/>
              <a:pathLst>
                <a:path w="90169" h="7619">
                  <a:moveTo>
                    <a:pt x="0" y="7620"/>
                  </a:moveTo>
                  <a:lnTo>
                    <a:pt x="0" y="0"/>
                  </a:lnTo>
                  <a:lnTo>
                    <a:pt x="90170" y="0"/>
                  </a:lnTo>
                  <a:lnTo>
                    <a:pt x="90169" y="7620"/>
                  </a:lnTo>
                  <a:lnTo>
                    <a:pt x="0" y="7620"/>
                  </a:lnTo>
                  <a:close/>
                </a:path>
              </a:pathLst>
            </a:custGeom>
            <a:solidFill>
              <a:srgbClr val="521152"/>
            </a:solidFill>
          </p:spPr>
          <p:txBody>
            <a:bodyPr wrap="square" lIns="0" tIns="0" rIns="0" bIns="0" rtlCol="0"/>
            <a:lstStyle/>
            <a:p/>
          </p:txBody>
        </p:sp>
        <p:sp>
          <p:nvSpPr>
            <p:cNvPr id="474" name="object 474"/>
            <p:cNvSpPr/>
            <p:nvPr/>
          </p:nvSpPr>
          <p:spPr>
            <a:xfrm>
              <a:off x="1369060" y="1403350"/>
              <a:ext cx="90170" cy="6350"/>
            </a:xfrm>
            <a:custGeom>
              <a:avLst/>
              <a:gdLst/>
              <a:ahLst/>
              <a:cxnLst/>
              <a:rect l="l" t="t" r="r" b="b"/>
              <a:pathLst>
                <a:path w="90169" h="6350">
                  <a:moveTo>
                    <a:pt x="0" y="6350"/>
                  </a:moveTo>
                  <a:lnTo>
                    <a:pt x="0" y="0"/>
                  </a:lnTo>
                  <a:lnTo>
                    <a:pt x="90170" y="0"/>
                  </a:lnTo>
                  <a:lnTo>
                    <a:pt x="90169" y="6350"/>
                  </a:lnTo>
                  <a:lnTo>
                    <a:pt x="0" y="6350"/>
                  </a:lnTo>
                  <a:close/>
                </a:path>
              </a:pathLst>
            </a:custGeom>
            <a:solidFill>
              <a:srgbClr val="531153"/>
            </a:solidFill>
          </p:spPr>
          <p:txBody>
            <a:bodyPr wrap="square" lIns="0" tIns="0" rIns="0" bIns="0" rtlCol="0"/>
            <a:lstStyle/>
            <a:p/>
          </p:txBody>
        </p:sp>
        <p:sp>
          <p:nvSpPr>
            <p:cNvPr id="475" name="object 475"/>
            <p:cNvSpPr/>
            <p:nvPr/>
          </p:nvSpPr>
          <p:spPr>
            <a:xfrm>
              <a:off x="1369060" y="1409700"/>
              <a:ext cx="90170" cy="7620"/>
            </a:xfrm>
            <a:custGeom>
              <a:avLst/>
              <a:gdLst/>
              <a:ahLst/>
              <a:cxnLst/>
              <a:rect l="l" t="t" r="r" b="b"/>
              <a:pathLst>
                <a:path w="90169" h="7619">
                  <a:moveTo>
                    <a:pt x="0" y="7620"/>
                  </a:moveTo>
                  <a:lnTo>
                    <a:pt x="0" y="0"/>
                  </a:lnTo>
                  <a:lnTo>
                    <a:pt x="90170" y="0"/>
                  </a:lnTo>
                  <a:lnTo>
                    <a:pt x="90169" y="7620"/>
                  </a:lnTo>
                  <a:lnTo>
                    <a:pt x="0" y="7620"/>
                  </a:lnTo>
                  <a:close/>
                </a:path>
              </a:pathLst>
            </a:custGeom>
            <a:solidFill>
              <a:srgbClr val="541054"/>
            </a:solidFill>
          </p:spPr>
          <p:txBody>
            <a:bodyPr wrap="square" lIns="0" tIns="0" rIns="0" bIns="0" rtlCol="0"/>
            <a:lstStyle/>
            <a:p/>
          </p:txBody>
        </p:sp>
        <p:sp>
          <p:nvSpPr>
            <p:cNvPr id="476" name="object 476"/>
            <p:cNvSpPr/>
            <p:nvPr/>
          </p:nvSpPr>
          <p:spPr>
            <a:xfrm>
              <a:off x="1369060" y="1417320"/>
              <a:ext cx="90170" cy="7620"/>
            </a:xfrm>
            <a:custGeom>
              <a:avLst/>
              <a:gdLst/>
              <a:ahLst/>
              <a:cxnLst/>
              <a:rect l="l" t="t" r="r" b="b"/>
              <a:pathLst>
                <a:path w="90169" h="7619">
                  <a:moveTo>
                    <a:pt x="0" y="7619"/>
                  </a:moveTo>
                  <a:lnTo>
                    <a:pt x="0" y="0"/>
                  </a:lnTo>
                  <a:lnTo>
                    <a:pt x="90170" y="0"/>
                  </a:lnTo>
                  <a:lnTo>
                    <a:pt x="90169" y="7619"/>
                  </a:lnTo>
                  <a:lnTo>
                    <a:pt x="0" y="7619"/>
                  </a:lnTo>
                  <a:close/>
                </a:path>
              </a:pathLst>
            </a:custGeom>
            <a:solidFill>
              <a:srgbClr val="551055"/>
            </a:solidFill>
          </p:spPr>
          <p:txBody>
            <a:bodyPr wrap="square" lIns="0" tIns="0" rIns="0" bIns="0" rtlCol="0"/>
            <a:lstStyle/>
            <a:p/>
          </p:txBody>
        </p:sp>
        <p:sp>
          <p:nvSpPr>
            <p:cNvPr id="477" name="object 477"/>
            <p:cNvSpPr/>
            <p:nvPr/>
          </p:nvSpPr>
          <p:spPr>
            <a:xfrm>
              <a:off x="1369060" y="142494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560F56"/>
            </a:solidFill>
          </p:spPr>
          <p:txBody>
            <a:bodyPr wrap="square" lIns="0" tIns="0" rIns="0" bIns="0" rtlCol="0"/>
            <a:lstStyle/>
            <a:p/>
          </p:txBody>
        </p:sp>
        <p:sp>
          <p:nvSpPr>
            <p:cNvPr id="478" name="object 478"/>
            <p:cNvSpPr/>
            <p:nvPr/>
          </p:nvSpPr>
          <p:spPr>
            <a:xfrm>
              <a:off x="1369060" y="14312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80F58"/>
            </a:solidFill>
          </p:spPr>
          <p:txBody>
            <a:bodyPr wrap="square" lIns="0" tIns="0" rIns="0" bIns="0" rtlCol="0"/>
            <a:lstStyle/>
            <a:p/>
          </p:txBody>
        </p:sp>
        <p:sp>
          <p:nvSpPr>
            <p:cNvPr id="479" name="object 479"/>
            <p:cNvSpPr/>
            <p:nvPr/>
          </p:nvSpPr>
          <p:spPr>
            <a:xfrm>
              <a:off x="1369060" y="14389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90F59"/>
            </a:solidFill>
          </p:spPr>
          <p:txBody>
            <a:bodyPr wrap="square" lIns="0" tIns="0" rIns="0" bIns="0" rtlCol="0"/>
            <a:lstStyle/>
            <a:p/>
          </p:txBody>
        </p:sp>
        <p:sp>
          <p:nvSpPr>
            <p:cNvPr id="480" name="object 480"/>
            <p:cNvSpPr/>
            <p:nvPr/>
          </p:nvSpPr>
          <p:spPr>
            <a:xfrm>
              <a:off x="1369060" y="144653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5A0E5A"/>
            </a:solidFill>
          </p:spPr>
          <p:txBody>
            <a:bodyPr wrap="square" lIns="0" tIns="0" rIns="0" bIns="0" rtlCol="0"/>
            <a:lstStyle/>
            <a:p/>
          </p:txBody>
        </p:sp>
        <p:sp>
          <p:nvSpPr>
            <p:cNvPr id="481" name="object 481"/>
            <p:cNvSpPr/>
            <p:nvPr/>
          </p:nvSpPr>
          <p:spPr>
            <a:xfrm>
              <a:off x="1369060" y="14528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B0E5B"/>
            </a:solidFill>
          </p:spPr>
          <p:txBody>
            <a:bodyPr wrap="square" lIns="0" tIns="0" rIns="0" bIns="0" rtlCol="0"/>
            <a:lstStyle/>
            <a:p/>
          </p:txBody>
        </p:sp>
        <p:sp>
          <p:nvSpPr>
            <p:cNvPr id="482" name="object 482"/>
            <p:cNvSpPr/>
            <p:nvPr/>
          </p:nvSpPr>
          <p:spPr>
            <a:xfrm>
              <a:off x="1369060" y="14605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C0D5C"/>
            </a:solidFill>
          </p:spPr>
          <p:txBody>
            <a:bodyPr wrap="square" lIns="0" tIns="0" rIns="0" bIns="0" rtlCol="0"/>
            <a:lstStyle/>
            <a:p/>
          </p:txBody>
        </p:sp>
        <p:sp>
          <p:nvSpPr>
            <p:cNvPr id="483" name="object 483"/>
            <p:cNvSpPr/>
            <p:nvPr/>
          </p:nvSpPr>
          <p:spPr>
            <a:xfrm>
              <a:off x="1369060" y="146812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5D0D5D"/>
            </a:solidFill>
          </p:spPr>
          <p:txBody>
            <a:bodyPr wrap="square" lIns="0" tIns="0" rIns="0" bIns="0" rtlCol="0"/>
            <a:lstStyle/>
            <a:p/>
          </p:txBody>
        </p:sp>
        <p:sp>
          <p:nvSpPr>
            <p:cNvPr id="484" name="object 484"/>
            <p:cNvSpPr/>
            <p:nvPr/>
          </p:nvSpPr>
          <p:spPr>
            <a:xfrm>
              <a:off x="1369060" y="14744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5E0C5E"/>
            </a:solidFill>
          </p:spPr>
          <p:txBody>
            <a:bodyPr wrap="square" lIns="0" tIns="0" rIns="0" bIns="0" rtlCol="0"/>
            <a:lstStyle/>
            <a:p/>
          </p:txBody>
        </p:sp>
        <p:sp>
          <p:nvSpPr>
            <p:cNvPr id="485" name="object 485"/>
            <p:cNvSpPr/>
            <p:nvPr/>
          </p:nvSpPr>
          <p:spPr>
            <a:xfrm>
              <a:off x="1369060" y="14820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5F0C5F"/>
            </a:solidFill>
          </p:spPr>
          <p:txBody>
            <a:bodyPr wrap="square" lIns="0" tIns="0" rIns="0" bIns="0" rtlCol="0"/>
            <a:lstStyle/>
            <a:p/>
          </p:txBody>
        </p:sp>
        <p:sp>
          <p:nvSpPr>
            <p:cNvPr id="486" name="object 486"/>
            <p:cNvSpPr/>
            <p:nvPr/>
          </p:nvSpPr>
          <p:spPr>
            <a:xfrm>
              <a:off x="1369060" y="148971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600B60"/>
            </a:solidFill>
          </p:spPr>
          <p:txBody>
            <a:bodyPr wrap="square" lIns="0" tIns="0" rIns="0" bIns="0" rtlCol="0"/>
            <a:lstStyle/>
            <a:p/>
          </p:txBody>
        </p:sp>
        <p:sp>
          <p:nvSpPr>
            <p:cNvPr id="487" name="object 487"/>
            <p:cNvSpPr/>
            <p:nvPr/>
          </p:nvSpPr>
          <p:spPr>
            <a:xfrm>
              <a:off x="1369060" y="14960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620B62"/>
            </a:solidFill>
          </p:spPr>
          <p:txBody>
            <a:bodyPr wrap="square" lIns="0" tIns="0" rIns="0" bIns="0" rtlCol="0"/>
            <a:lstStyle/>
            <a:p/>
          </p:txBody>
        </p:sp>
        <p:sp>
          <p:nvSpPr>
            <p:cNvPr id="488" name="object 488"/>
            <p:cNvSpPr/>
            <p:nvPr/>
          </p:nvSpPr>
          <p:spPr>
            <a:xfrm>
              <a:off x="1369060" y="15036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30B63"/>
            </a:solidFill>
          </p:spPr>
          <p:txBody>
            <a:bodyPr wrap="square" lIns="0" tIns="0" rIns="0" bIns="0" rtlCol="0"/>
            <a:lstStyle/>
            <a:p/>
          </p:txBody>
        </p:sp>
        <p:sp>
          <p:nvSpPr>
            <p:cNvPr id="489" name="object 489"/>
            <p:cNvSpPr/>
            <p:nvPr/>
          </p:nvSpPr>
          <p:spPr>
            <a:xfrm>
              <a:off x="1369060" y="151130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40A64"/>
            </a:solidFill>
          </p:spPr>
          <p:txBody>
            <a:bodyPr wrap="square" lIns="0" tIns="0" rIns="0" bIns="0" rtlCol="0"/>
            <a:lstStyle/>
            <a:p/>
          </p:txBody>
        </p:sp>
        <p:sp>
          <p:nvSpPr>
            <p:cNvPr id="490" name="object 490"/>
            <p:cNvSpPr/>
            <p:nvPr/>
          </p:nvSpPr>
          <p:spPr>
            <a:xfrm>
              <a:off x="1369060" y="151892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660A66"/>
            </a:solidFill>
          </p:spPr>
          <p:txBody>
            <a:bodyPr wrap="square" lIns="0" tIns="0" rIns="0" bIns="0" rtlCol="0"/>
            <a:lstStyle/>
            <a:p/>
          </p:txBody>
        </p:sp>
        <p:sp>
          <p:nvSpPr>
            <p:cNvPr id="491" name="object 491"/>
            <p:cNvSpPr/>
            <p:nvPr/>
          </p:nvSpPr>
          <p:spPr>
            <a:xfrm>
              <a:off x="1369060" y="15252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660966"/>
            </a:solidFill>
          </p:spPr>
          <p:txBody>
            <a:bodyPr wrap="square" lIns="0" tIns="0" rIns="0" bIns="0" rtlCol="0"/>
            <a:lstStyle/>
            <a:p/>
          </p:txBody>
        </p:sp>
        <p:sp>
          <p:nvSpPr>
            <p:cNvPr id="492" name="object 492"/>
            <p:cNvSpPr/>
            <p:nvPr/>
          </p:nvSpPr>
          <p:spPr>
            <a:xfrm>
              <a:off x="1369060" y="153289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70967"/>
            </a:solidFill>
          </p:spPr>
          <p:txBody>
            <a:bodyPr wrap="square" lIns="0" tIns="0" rIns="0" bIns="0" rtlCol="0"/>
            <a:lstStyle/>
            <a:p/>
          </p:txBody>
        </p:sp>
        <p:sp>
          <p:nvSpPr>
            <p:cNvPr id="493" name="object 493"/>
            <p:cNvSpPr/>
            <p:nvPr/>
          </p:nvSpPr>
          <p:spPr>
            <a:xfrm>
              <a:off x="1369060" y="154051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680868"/>
            </a:solidFill>
          </p:spPr>
          <p:txBody>
            <a:bodyPr wrap="square" lIns="0" tIns="0" rIns="0" bIns="0" rtlCol="0"/>
            <a:lstStyle/>
            <a:p/>
          </p:txBody>
        </p:sp>
        <p:sp>
          <p:nvSpPr>
            <p:cNvPr id="494" name="object 494"/>
            <p:cNvSpPr/>
            <p:nvPr/>
          </p:nvSpPr>
          <p:spPr>
            <a:xfrm>
              <a:off x="1369060" y="15468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690869"/>
            </a:solidFill>
          </p:spPr>
          <p:txBody>
            <a:bodyPr wrap="square" lIns="0" tIns="0" rIns="0" bIns="0" rtlCol="0"/>
            <a:lstStyle/>
            <a:p/>
          </p:txBody>
        </p:sp>
        <p:sp>
          <p:nvSpPr>
            <p:cNvPr id="495" name="object 495"/>
            <p:cNvSpPr/>
            <p:nvPr/>
          </p:nvSpPr>
          <p:spPr>
            <a:xfrm>
              <a:off x="1369060" y="155448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A076A"/>
            </a:solidFill>
          </p:spPr>
          <p:txBody>
            <a:bodyPr wrap="square" lIns="0" tIns="0" rIns="0" bIns="0" rtlCol="0"/>
            <a:lstStyle/>
            <a:p/>
          </p:txBody>
        </p:sp>
        <p:sp>
          <p:nvSpPr>
            <p:cNvPr id="496" name="object 496"/>
            <p:cNvSpPr/>
            <p:nvPr/>
          </p:nvSpPr>
          <p:spPr>
            <a:xfrm>
              <a:off x="1369060" y="156210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6C076C"/>
            </a:solidFill>
          </p:spPr>
          <p:txBody>
            <a:bodyPr wrap="square" lIns="0" tIns="0" rIns="0" bIns="0" rtlCol="0"/>
            <a:lstStyle/>
            <a:p/>
          </p:txBody>
        </p:sp>
        <p:sp>
          <p:nvSpPr>
            <p:cNvPr id="497" name="object 497"/>
            <p:cNvSpPr/>
            <p:nvPr/>
          </p:nvSpPr>
          <p:spPr>
            <a:xfrm>
              <a:off x="1369060" y="156845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6D076D"/>
            </a:solidFill>
          </p:spPr>
          <p:txBody>
            <a:bodyPr wrap="square" lIns="0" tIns="0" rIns="0" bIns="0" rtlCol="0"/>
            <a:lstStyle/>
            <a:p/>
          </p:txBody>
        </p:sp>
        <p:sp>
          <p:nvSpPr>
            <p:cNvPr id="498" name="object 498"/>
            <p:cNvSpPr/>
            <p:nvPr/>
          </p:nvSpPr>
          <p:spPr>
            <a:xfrm>
              <a:off x="1369060" y="157607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6E066E"/>
            </a:solidFill>
          </p:spPr>
          <p:txBody>
            <a:bodyPr wrap="square" lIns="0" tIns="0" rIns="0" bIns="0" rtlCol="0"/>
            <a:lstStyle/>
            <a:p/>
          </p:txBody>
        </p:sp>
        <p:sp>
          <p:nvSpPr>
            <p:cNvPr id="499" name="object 499"/>
            <p:cNvSpPr/>
            <p:nvPr/>
          </p:nvSpPr>
          <p:spPr>
            <a:xfrm>
              <a:off x="1369060" y="158369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6F066F"/>
            </a:solidFill>
          </p:spPr>
          <p:txBody>
            <a:bodyPr wrap="square" lIns="0" tIns="0" rIns="0" bIns="0" rtlCol="0"/>
            <a:lstStyle/>
            <a:p/>
          </p:txBody>
        </p:sp>
        <p:sp>
          <p:nvSpPr>
            <p:cNvPr id="500" name="object 500"/>
            <p:cNvSpPr/>
            <p:nvPr/>
          </p:nvSpPr>
          <p:spPr>
            <a:xfrm>
              <a:off x="1369060" y="15900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700570"/>
            </a:solidFill>
          </p:spPr>
          <p:txBody>
            <a:bodyPr wrap="square" lIns="0" tIns="0" rIns="0" bIns="0" rtlCol="0"/>
            <a:lstStyle/>
            <a:p/>
          </p:txBody>
        </p:sp>
        <p:sp>
          <p:nvSpPr>
            <p:cNvPr id="501" name="object 501"/>
            <p:cNvSpPr/>
            <p:nvPr/>
          </p:nvSpPr>
          <p:spPr>
            <a:xfrm>
              <a:off x="1369060" y="159766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710571"/>
            </a:solidFill>
          </p:spPr>
          <p:txBody>
            <a:bodyPr wrap="square" lIns="0" tIns="0" rIns="0" bIns="0" rtlCol="0"/>
            <a:lstStyle/>
            <a:p/>
          </p:txBody>
        </p:sp>
        <p:sp>
          <p:nvSpPr>
            <p:cNvPr id="502" name="object 502"/>
            <p:cNvSpPr/>
            <p:nvPr/>
          </p:nvSpPr>
          <p:spPr>
            <a:xfrm>
              <a:off x="1369060" y="160528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720472"/>
            </a:solidFill>
          </p:spPr>
          <p:txBody>
            <a:bodyPr wrap="square" lIns="0" tIns="0" rIns="0" bIns="0" rtlCol="0"/>
            <a:lstStyle/>
            <a:p/>
          </p:txBody>
        </p:sp>
        <p:sp>
          <p:nvSpPr>
            <p:cNvPr id="503" name="object 503"/>
            <p:cNvSpPr/>
            <p:nvPr/>
          </p:nvSpPr>
          <p:spPr>
            <a:xfrm>
              <a:off x="1369060" y="16116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730473"/>
            </a:solidFill>
          </p:spPr>
          <p:txBody>
            <a:bodyPr wrap="square" lIns="0" tIns="0" rIns="0" bIns="0" rtlCol="0"/>
            <a:lstStyle/>
            <a:p/>
          </p:txBody>
        </p:sp>
        <p:sp>
          <p:nvSpPr>
            <p:cNvPr id="504" name="object 504"/>
            <p:cNvSpPr/>
            <p:nvPr/>
          </p:nvSpPr>
          <p:spPr>
            <a:xfrm>
              <a:off x="1369060" y="161925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740374"/>
            </a:solidFill>
          </p:spPr>
          <p:txBody>
            <a:bodyPr wrap="square" lIns="0" tIns="0" rIns="0" bIns="0" rtlCol="0"/>
            <a:lstStyle/>
            <a:p/>
          </p:txBody>
        </p:sp>
        <p:sp>
          <p:nvSpPr>
            <p:cNvPr id="505" name="object 505"/>
            <p:cNvSpPr/>
            <p:nvPr/>
          </p:nvSpPr>
          <p:spPr>
            <a:xfrm>
              <a:off x="1369060" y="162687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760376"/>
            </a:solidFill>
          </p:spPr>
          <p:txBody>
            <a:bodyPr wrap="square" lIns="0" tIns="0" rIns="0" bIns="0" rtlCol="0"/>
            <a:lstStyle/>
            <a:p/>
          </p:txBody>
        </p:sp>
        <p:sp>
          <p:nvSpPr>
            <p:cNvPr id="506" name="object 506"/>
            <p:cNvSpPr/>
            <p:nvPr/>
          </p:nvSpPr>
          <p:spPr>
            <a:xfrm>
              <a:off x="1369060" y="163322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770377"/>
            </a:solidFill>
          </p:spPr>
          <p:txBody>
            <a:bodyPr wrap="square" lIns="0" tIns="0" rIns="0" bIns="0" rtlCol="0"/>
            <a:lstStyle/>
            <a:p/>
          </p:txBody>
        </p:sp>
        <p:sp>
          <p:nvSpPr>
            <p:cNvPr id="507" name="object 507"/>
            <p:cNvSpPr/>
            <p:nvPr/>
          </p:nvSpPr>
          <p:spPr>
            <a:xfrm>
              <a:off x="1369060" y="164084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780278"/>
            </a:solidFill>
          </p:spPr>
          <p:txBody>
            <a:bodyPr wrap="square" lIns="0" tIns="0" rIns="0" bIns="0" rtlCol="0"/>
            <a:lstStyle/>
            <a:p/>
          </p:txBody>
        </p:sp>
        <p:sp>
          <p:nvSpPr>
            <p:cNvPr id="508" name="object 508"/>
            <p:cNvSpPr/>
            <p:nvPr/>
          </p:nvSpPr>
          <p:spPr>
            <a:xfrm>
              <a:off x="1369060" y="164846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790279"/>
            </a:solidFill>
          </p:spPr>
          <p:txBody>
            <a:bodyPr wrap="square" lIns="0" tIns="0" rIns="0" bIns="0" rtlCol="0"/>
            <a:lstStyle/>
            <a:p/>
          </p:txBody>
        </p:sp>
        <p:sp>
          <p:nvSpPr>
            <p:cNvPr id="509" name="object 509"/>
            <p:cNvSpPr/>
            <p:nvPr/>
          </p:nvSpPr>
          <p:spPr>
            <a:xfrm>
              <a:off x="1369060" y="1654810"/>
              <a:ext cx="90170" cy="7620"/>
            </a:xfrm>
            <a:custGeom>
              <a:avLst/>
              <a:gdLst/>
              <a:ahLst/>
              <a:cxnLst/>
              <a:rect l="l" t="t" r="r" b="b"/>
              <a:pathLst>
                <a:path w="90169" h="7619">
                  <a:moveTo>
                    <a:pt x="0" y="7619"/>
                  </a:moveTo>
                  <a:lnTo>
                    <a:pt x="0" y="0"/>
                  </a:lnTo>
                  <a:lnTo>
                    <a:pt x="90169" y="0"/>
                  </a:lnTo>
                  <a:lnTo>
                    <a:pt x="90169" y="7619"/>
                  </a:lnTo>
                  <a:lnTo>
                    <a:pt x="0" y="7619"/>
                  </a:lnTo>
                  <a:close/>
                </a:path>
              </a:pathLst>
            </a:custGeom>
            <a:solidFill>
              <a:srgbClr val="7A017A"/>
            </a:solidFill>
          </p:spPr>
          <p:txBody>
            <a:bodyPr wrap="square" lIns="0" tIns="0" rIns="0" bIns="0" rtlCol="0"/>
            <a:lstStyle/>
            <a:p/>
          </p:txBody>
        </p:sp>
        <p:sp>
          <p:nvSpPr>
            <p:cNvPr id="510" name="object 510"/>
            <p:cNvSpPr/>
            <p:nvPr/>
          </p:nvSpPr>
          <p:spPr>
            <a:xfrm>
              <a:off x="1369060" y="1662430"/>
              <a:ext cx="90170" cy="7620"/>
            </a:xfrm>
            <a:custGeom>
              <a:avLst/>
              <a:gdLst/>
              <a:ahLst/>
              <a:cxnLst/>
              <a:rect l="l" t="t" r="r" b="b"/>
              <a:pathLst>
                <a:path w="90169" h="7619">
                  <a:moveTo>
                    <a:pt x="0" y="7620"/>
                  </a:moveTo>
                  <a:lnTo>
                    <a:pt x="0" y="0"/>
                  </a:lnTo>
                  <a:lnTo>
                    <a:pt x="90169" y="0"/>
                  </a:lnTo>
                  <a:lnTo>
                    <a:pt x="90169" y="7620"/>
                  </a:lnTo>
                  <a:lnTo>
                    <a:pt x="0" y="7620"/>
                  </a:lnTo>
                  <a:close/>
                </a:path>
              </a:pathLst>
            </a:custGeom>
            <a:solidFill>
              <a:srgbClr val="7B017B"/>
            </a:solidFill>
          </p:spPr>
          <p:txBody>
            <a:bodyPr wrap="square" lIns="0" tIns="0" rIns="0" bIns="0" rtlCol="0"/>
            <a:lstStyle/>
            <a:p/>
          </p:txBody>
        </p:sp>
        <p:sp>
          <p:nvSpPr>
            <p:cNvPr id="511" name="object 511"/>
            <p:cNvSpPr/>
            <p:nvPr/>
          </p:nvSpPr>
          <p:spPr>
            <a:xfrm>
              <a:off x="1369060" y="1670050"/>
              <a:ext cx="90170" cy="6350"/>
            </a:xfrm>
            <a:custGeom>
              <a:avLst/>
              <a:gdLst/>
              <a:ahLst/>
              <a:cxnLst/>
              <a:rect l="l" t="t" r="r" b="b"/>
              <a:pathLst>
                <a:path w="90169" h="6350">
                  <a:moveTo>
                    <a:pt x="0" y="6350"/>
                  </a:moveTo>
                  <a:lnTo>
                    <a:pt x="0" y="0"/>
                  </a:lnTo>
                  <a:lnTo>
                    <a:pt x="90169" y="0"/>
                  </a:lnTo>
                  <a:lnTo>
                    <a:pt x="90169" y="6350"/>
                  </a:lnTo>
                  <a:lnTo>
                    <a:pt x="0" y="6350"/>
                  </a:lnTo>
                  <a:close/>
                </a:path>
              </a:pathLst>
            </a:custGeom>
            <a:solidFill>
              <a:srgbClr val="7C007C"/>
            </a:solidFill>
          </p:spPr>
          <p:txBody>
            <a:bodyPr wrap="square" lIns="0" tIns="0" rIns="0" bIns="0" rtlCol="0"/>
            <a:lstStyle/>
            <a:p/>
          </p:txBody>
        </p:sp>
      </p:grpSp>
      <p:grpSp>
        <p:nvGrpSpPr>
          <p:cNvPr id="512" name="object 512"/>
          <p:cNvGrpSpPr/>
          <p:nvPr/>
        </p:nvGrpSpPr>
        <p:grpSpPr>
          <a:xfrm>
            <a:off x="1628139" y="855980"/>
            <a:ext cx="82550" cy="820419"/>
            <a:chOff x="1628139" y="855980"/>
            <a:chExt cx="82550" cy="820419"/>
          </a:xfrm>
        </p:grpSpPr>
        <p:sp>
          <p:nvSpPr>
            <p:cNvPr id="513" name="object 513"/>
            <p:cNvSpPr/>
            <p:nvPr/>
          </p:nvSpPr>
          <p:spPr>
            <a:xfrm>
              <a:off x="1628139" y="855980"/>
              <a:ext cx="82550" cy="191770"/>
            </a:xfrm>
            <a:prstGeom prst="rect">
              <a:avLst/>
            </a:prstGeom>
            <a:blipFill>
              <a:blip r:embed="rId22" cstate="print"/>
              <a:stretch>
                <a:fillRect/>
              </a:stretch>
            </a:blipFill>
          </p:spPr>
          <p:txBody>
            <a:bodyPr wrap="square" lIns="0" tIns="0" rIns="0" bIns="0" rtlCol="0"/>
            <a:lstStyle/>
            <a:p/>
          </p:txBody>
        </p:sp>
        <p:sp>
          <p:nvSpPr>
            <p:cNvPr id="514" name="object 514"/>
            <p:cNvSpPr/>
            <p:nvPr/>
          </p:nvSpPr>
          <p:spPr>
            <a:xfrm>
              <a:off x="1628139" y="1069340"/>
              <a:ext cx="82550" cy="1270"/>
            </a:xfrm>
            <a:custGeom>
              <a:avLst/>
              <a:gdLst/>
              <a:ahLst/>
              <a:cxnLst/>
              <a:rect l="l" t="t" r="r" b="b"/>
              <a:pathLst>
                <a:path w="82550" h="1269">
                  <a:moveTo>
                    <a:pt x="0" y="0"/>
                  </a:moveTo>
                  <a:lnTo>
                    <a:pt x="82550" y="0"/>
                  </a:lnTo>
                  <a:lnTo>
                    <a:pt x="82550" y="1269"/>
                  </a:lnTo>
                  <a:lnTo>
                    <a:pt x="0" y="1269"/>
                  </a:lnTo>
                  <a:lnTo>
                    <a:pt x="0" y="0"/>
                  </a:lnTo>
                  <a:close/>
                </a:path>
              </a:pathLst>
            </a:custGeom>
            <a:solidFill>
              <a:srgbClr val="1F261F"/>
            </a:solidFill>
          </p:spPr>
          <p:txBody>
            <a:bodyPr wrap="square" lIns="0" tIns="0" rIns="0" bIns="0" rtlCol="0"/>
            <a:lstStyle/>
            <a:p/>
          </p:txBody>
        </p:sp>
        <p:sp>
          <p:nvSpPr>
            <p:cNvPr id="515" name="object 515"/>
            <p:cNvSpPr/>
            <p:nvPr/>
          </p:nvSpPr>
          <p:spPr>
            <a:xfrm>
              <a:off x="1628139" y="1070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02520"/>
            </a:solidFill>
          </p:spPr>
          <p:txBody>
            <a:bodyPr wrap="square" lIns="0" tIns="0" rIns="0" bIns="0" rtlCol="0"/>
            <a:lstStyle/>
            <a:p/>
          </p:txBody>
        </p:sp>
        <p:sp>
          <p:nvSpPr>
            <p:cNvPr id="516" name="object 516"/>
            <p:cNvSpPr/>
            <p:nvPr/>
          </p:nvSpPr>
          <p:spPr>
            <a:xfrm>
              <a:off x="1628139" y="1078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12521"/>
            </a:solidFill>
          </p:spPr>
          <p:txBody>
            <a:bodyPr wrap="square" lIns="0" tIns="0" rIns="0" bIns="0" rtlCol="0"/>
            <a:lstStyle/>
            <a:p/>
          </p:txBody>
        </p:sp>
        <p:sp>
          <p:nvSpPr>
            <p:cNvPr id="517" name="object 517"/>
            <p:cNvSpPr/>
            <p:nvPr/>
          </p:nvSpPr>
          <p:spPr>
            <a:xfrm>
              <a:off x="1628139" y="10858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22422"/>
            </a:solidFill>
          </p:spPr>
          <p:txBody>
            <a:bodyPr wrap="square" lIns="0" tIns="0" rIns="0" bIns="0" rtlCol="0"/>
            <a:lstStyle/>
            <a:p/>
          </p:txBody>
        </p:sp>
        <p:sp>
          <p:nvSpPr>
            <p:cNvPr id="518" name="object 518"/>
            <p:cNvSpPr/>
            <p:nvPr/>
          </p:nvSpPr>
          <p:spPr>
            <a:xfrm>
              <a:off x="1628139" y="1092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32423"/>
            </a:solidFill>
          </p:spPr>
          <p:txBody>
            <a:bodyPr wrap="square" lIns="0" tIns="0" rIns="0" bIns="0" rtlCol="0"/>
            <a:lstStyle/>
            <a:p/>
          </p:txBody>
        </p:sp>
        <p:sp>
          <p:nvSpPr>
            <p:cNvPr id="519" name="object 519"/>
            <p:cNvSpPr/>
            <p:nvPr/>
          </p:nvSpPr>
          <p:spPr>
            <a:xfrm>
              <a:off x="1628139" y="10998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42324"/>
            </a:solidFill>
          </p:spPr>
          <p:txBody>
            <a:bodyPr wrap="square" lIns="0" tIns="0" rIns="0" bIns="0" rtlCol="0"/>
            <a:lstStyle/>
            <a:p/>
          </p:txBody>
        </p:sp>
        <p:sp>
          <p:nvSpPr>
            <p:cNvPr id="520" name="object 520"/>
            <p:cNvSpPr/>
            <p:nvPr/>
          </p:nvSpPr>
          <p:spPr>
            <a:xfrm>
              <a:off x="1628139" y="11074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52325"/>
            </a:solidFill>
          </p:spPr>
          <p:txBody>
            <a:bodyPr wrap="square" lIns="0" tIns="0" rIns="0" bIns="0" rtlCol="0"/>
            <a:lstStyle/>
            <a:p/>
          </p:txBody>
        </p:sp>
        <p:sp>
          <p:nvSpPr>
            <p:cNvPr id="521" name="object 521"/>
            <p:cNvSpPr/>
            <p:nvPr/>
          </p:nvSpPr>
          <p:spPr>
            <a:xfrm>
              <a:off x="1628139" y="11137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72327"/>
            </a:solidFill>
          </p:spPr>
          <p:txBody>
            <a:bodyPr wrap="square" lIns="0" tIns="0" rIns="0" bIns="0" rtlCol="0"/>
            <a:lstStyle/>
            <a:p/>
          </p:txBody>
        </p:sp>
        <p:sp>
          <p:nvSpPr>
            <p:cNvPr id="522" name="object 522"/>
            <p:cNvSpPr/>
            <p:nvPr/>
          </p:nvSpPr>
          <p:spPr>
            <a:xfrm>
              <a:off x="1628139" y="11214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82228"/>
            </a:solidFill>
          </p:spPr>
          <p:txBody>
            <a:bodyPr wrap="square" lIns="0" tIns="0" rIns="0" bIns="0" rtlCol="0"/>
            <a:lstStyle/>
            <a:p/>
          </p:txBody>
        </p:sp>
        <p:sp>
          <p:nvSpPr>
            <p:cNvPr id="523" name="object 523"/>
            <p:cNvSpPr/>
            <p:nvPr/>
          </p:nvSpPr>
          <p:spPr>
            <a:xfrm>
              <a:off x="1628139" y="11290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92229"/>
            </a:solidFill>
          </p:spPr>
          <p:txBody>
            <a:bodyPr wrap="square" lIns="0" tIns="0" rIns="0" bIns="0" rtlCol="0"/>
            <a:lstStyle/>
            <a:p/>
          </p:txBody>
        </p:sp>
        <p:sp>
          <p:nvSpPr>
            <p:cNvPr id="524" name="object 524"/>
            <p:cNvSpPr/>
            <p:nvPr/>
          </p:nvSpPr>
          <p:spPr>
            <a:xfrm>
              <a:off x="1628139" y="11353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A212A"/>
            </a:solidFill>
          </p:spPr>
          <p:txBody>
            <a:bodyPr wrap="square" lIns="0" tIns="0" rIns="0" bIns="0" rtlCol="0"/>
            <a:lstStyle/>
            <a:p/>
          </p:txBody>
        </p:sp>
        <p:sp>
          <p:nvSpPr>
            <p:cNvPr id="525" name="object 525"/>
            <p:cNvSpPr/>
            <p:nvPr/>
          </p:nvSpPr>
          <p:spPr>
            <a:xfrm>
              <a:off x="1628139" y="1143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B212B"/>
            </a:solidFill>
          </p:spPr>
          <p:txBody>
            <a:bodyPr wrap="square" lIns="0" tIns="0" rIns="0" bIns="0" rtlCol="0"/>
            <a:lstStyle/>
            <a:p/>
          </p:txBody>
        </p:sp>
        <p:sp>
          <p:nvSpPr>
            <p:cNvPr id="526" name="object 526"/>
            <p:cNvSpPr/>
            <p:nvPr/>
          </p:nvSpPr>
          <p:spPr>
            <a:xfrm>
              <a:off x="1628139" y="11506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C202C"/>
            </a:solidFill>
          </p:spPr>
          <p:txBody>
            <a:bodyPr wrap="square" lIns="0" tIns="0" rIns="0" bIns="0" rtlCol="0"/>
            <a:lstStyle/>
            <a:p/>
          </p:txBody>
        </p:sp>
        <p:sp>
          <p:nvSpPr>
            <p:cNvPr id="527" name="object 527"/>
            <p:cNvSpPr/>
            <p:nvPr/>
          </p:nvSpPr>
          <p:spPr>
            <a:xfrm>
              <a:off x="1628139" y="1156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D202D"/>
            </a:solidFill>
          </p:spPr>
          <p:txBody>
            <a:bodyPr wrap="square" lIns="0" tIns="0" rIns="0" bIns="0" rtlCol="0"/>
            <a:lstStyle/>
            <a:p/>
          </p:txBody>
        </p:sp>
        <p:sp>
          <p:nvSpPr>
            <p:cNvPr id="528" name="object 528"/>
            <p:cNvSpPr/>
            <p:nvPr/>
          </p:nvSpPr>
          <p:spPr>
            <a:xfrm>
              <a:off x="1628139" y="11645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E1F2E"/>
            </a:solidFill>
          </p:spPr>
          <p:txBody>
            <a:bodyPr wrap="square" lIns="0" tIns="0" rIns="0" bIns="0" rtlCol="0"/>
            <a:lstStyle/>
            <a:p/>
          </p:txBody>
        </p:sp>
        <p:sp>
          <p:nvSpPr>
            <p:cNvPr id="529" name="object 529"/>
            <p:cNvSpPr/>
            <p:nvPr/>
          </p:nvSpPr>
          <p:spPr>
            <a:xfrm>
              <a:off x="1628139" y="11722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F1F2F"/>
            </a:solidFill>
          </p:spPr>
          <p:txBody>
            <a:bodyPr wrap="square" lIns="0" tIns="0" rIns="0" bIns="0" rtlCol="0"/>
            <a:lstStyle/>
            <a:p/>
          </p:txBody>
        </p:sp>
        <p:sp>
          <p:nvSpPr>
            <p:cNvPr id="530" name="object 530"/>
            <p:cNvSpPr/>
            <p:nvPr/>
          </p:nvSpPr>
          <p:spPr>
            <a:xfrm>
              <a:off x="1628139" y="11785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11F31"/>
            </a:solidFill>
          </p:spPr>
          <p:txBody>
            <a:bodyPr wrap="square" lIns="0" tIns="0" rIns="0" bIns="0" rtlCol="0"/>
            <a:lstStyle/>
            <a:p/>
          </p:txBody>
        </p:sp>
        <p:sp>
          <p:nvSpPr>
            <p:cNvPr id="531" name="object 531"/>
            <p:cNvSpPr/>
            <p:nvPr/>
          </p:nvSpPr>
          <p:spPr>
            <a:xfrm>
              <a:off x="1628127" y="1186179"/>
              <a:ext cx="83185" cy="15240"/>
            </a:xfrm>
            <a:custGeom>
              <a:avLst/>
              <a:gdLst/>
              <a:ahLst/>
              <a:cxnLst/>
              <a:rect l="l" t="t" r="r" b="b"/>
              <a:pathLst>
                <a:path w="83185" h="15240">
                  <a:moveTo>
                    <a:pt x="82562" y="0"/>
                  </a:moveTo>
                  <a:lnTo>
                    <a:pt x="0" y="0"/>
                  </a:lnTo>
                  <a:lnTo>
                    <a:pt x="0" y="7620"/>
                  </a:lnTo>
                  <a:lnTo>
                    <a:pt x="0" y="15240"/>
                  </a:lnTo>
                  <a:lnTo>
                    <a:pt x="82562" y="15240"/>
                  </a:lnTo>
                  <a:lnTo>
                    <a:pt x="82562" y="7620"/>
                  </a:lnTo>
                  <a:lnTo>
                    <a:pt x="82562" y="0"/>
                  </a:lnTo>
                  <a:close/>
                </a:path>
              </a:pathLst>
            </a:custGeom>
            <a:solidFill>
              <a:srgbClr val="331E33"/>
            </a:solidFill>
          </p:spPr>
          <p:txBody>
            <a:bodyPr wrap="square" lIns="0" tIns="0" rIns="0" bIns="0" rtlCol="0"/>
            <a:lstStyle/>
            <a:p/>
          </p:txBody>
        </p:sp>
        <p:sp>
          <p:nvSpPr>
            <p:cNvPr id="532" name="object 532"/>
            <p:cNvSpPr/>
            <p:nvPr/>
          </p:nvSpPr>
          <p:spPr>
            <a:xfrm>
              <a:off x="1628139" y="12014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41D34"/>
            </a:solidFill>
          </p:spPr>
          <p:txBody>
            <a:bodyPr wrap="square" lIns="0" tIns="0" rIns="0" bIns="0" rtlCol="0"/>
            <a:lstStyle/>
            <a:p/>
          </p:txBody>
        </p:sp>
        <p:sp>
          <p:nvSpPr>
            <p:cNvPr id="533" name="object 533"/>
            <p:cNvSpPr/>
            <p:nvPr/>
          </p:nvSpPr>
          <p:spPr>
            <a:xfrm>
              <a:off x="1628139" y="1207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51D35"/>
            </a:solidFill>
          </p:spPr>
          <p:txBody>
            <a:bodyPr wrap="square" lIns="0" tIns="0" rIns="0" bIns="0" rtlCol="0"/>
            <a:lstStyle/>
            <a:p/>
          </p:txBody>
        </p:sp>
        <p:sp>
          <p:nvSpPr>
            <p:cNvPr id="534" name="object 534"/>
            <p:cNvSpPr/>
            <p:nvPr/>
          </p:nvSpPr>
          <p:spPr>
            <a:xfrm>
              <a:off x="1628139" y="1215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61C36"/>
            </a:solidFill>
          </p:spPr>
          <p:txBody>
            <a:bodyPr wrap="square" lIns="0" tIns="0" rIns="0" bIns="0" rtlCol="0"/>
            <a:lstStyle/>
            <a:p/>
          </p:txBody>
        </p:sp>
        <p:sp>
          <p:nvSpPr>
            <p:cNvPr id="535" name="object 535"/>
            <p:cNvSpPr/>
            <p:nvPr/>
          </p:nvSpPr>
          <p:spPr>
            <a:xfrm>
              <a:off x="1628139" y="12230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71C37"/>
            </a:solidFill>
          </p:spPr>
          <p:txBody>
            <a:bodyPr wrap="square" lIns="0" tIns="0" rIns="0" bIns="0" rtlCol="0"/>
            <a:lstStyle/>
            <a:p/>
          </p:txBody>
        </p:sp>
        <p:sp>
          <p:nvSpPr>
            <p:cNvPr id="536" name="object 536"/>
            <p:cNvSpPr/>
            <p:nvPr/>
          </p:nvSpPr>
          <p:spPr>
            <a:xfrm>
              <a:off x="1628139" y="1229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81B38"/>
            </a:solidFill>
          </p:spPr>
          <p:txBody>
            <a:bodyPr wrap="square" lIns="0" tIns="0" rIns="0" bIns="0" rtlCol="0"/>
            <a:lstStyle/>
            <a:p/>
          </p:txBody>
        </p:sp>
        <p:sp>
          <p:nvSpPr>
            <p:cNvPr id="537" name="object 537"/>
            <p:cNvSpPr/>
            <p:nvPr/>
          </p:nvSpPr>
          <p:spPr>
            <a:xfrm>
              <a:off x="1628139" y="12369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91B39"/>
            </a:solidFill>
          </p:spPr>
          <p:txBody>
            <a:bodyPr wrap="square" lIns="0" tIns="0" rIns="0" bIns="0" rtlCol="0"/>
            <a:lstStyle/>
            <a:p/>
          </p:txBody>
        </p:sp>
        <p:sp>
          <p:nvSpPr>
            <p:cNvPr id="538" name="object 538"/>
            <p:cNvSpPr/>
            <p:nvPr/>
          </p:nvSpPr>
          <p:spPr>
            <a:xfrm>
              <a:off x="1628139" y="12446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B1B3B"/>
            </a:solidFill>
          </p:spPr>
          <p:txBody>
            <a:bodyPr wrap="square" lIns="0" tIns="0" rIns="0" bIns="0" rtlCol="0"/>
            <a:lstStyle/>
            <a:p/>
          </p:txBody>
        </p:sp>
        <p:sp>
          <p:nvSpPr>
            <p:cNvPr id="539" name="object 539"/>
            <p:cNvSpPr/>
            <p:nvPr/>
          </p:nvSpPr>
          <p:spPr>
            <a:xfrm>
              <a:off x="1628139" y="12509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C1A3C"/>
            </a:solidFill>
          </p:spPr>
          <p:txBody>
            <a:bodyPr wrap="square" lIns="0" tIns="0" rIns="0" bIns="0" rtlCol="0"/>
            <a:lstStyle/>
            <a:p/>
          </p:txBody>
        </p:sp>
        <p:sp>
          <p:nvSpPr>
            <p:cNvPr id="540" name="object 540"/>
            <p:cNvSpPr/>
            <p:nvPr/>
          </p:nvSpPr>
          <p:spPr>
            <a:xfrm>
              <a:off x="1628139" y="12585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D1A3D"/>
            </a:solidFill>
          </p:spPr>
          <p:txBody>
            <a:bodyPr wrap="square" lIns="0" tIns="0" rIns="0" bIns="0" rtlCol="0"/>
            <a:lstStyle/>
            <a:p/>
          </p:txBody>
        </p:sp>
        <p:sp>
          <p:nvSpPr>
            <p:cNvPr id="541" name="object 541"/>
            <p:cNvSpPr/>
            <p:nvPr/>
          </p:nvSpPr>
          <p:spPr>
            <a:xfrm>
              <a:off x="1628139" y="12661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E193E"/>
            </a:solidFill>
          </p:spPr>
          <p:txBody>
            <a:bodyPr wrap="square" lIns="0" tIns="0" rIns="0" bIns="0" rtlCol="0"/>
            <a:lstStyle/>
            <a:p/>
          </p:txBody>
        </p:sp>
        <p:sp>
          <p:nvSpPr>
            <p:cNvPr id="542" name="object 542"/>
            <p:cNvSpPr/>
            <p:nvPr/>
          </p:nvSpPr>
          <p:spPr>
            <a:xfrm>
              <a:off x="1628139" y="12725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F193F"/>
            </a:solidFill>
          </p:spPr>
          <p:txBody>
            <a:bodyPr wrap="square" lIns="0" tIns="0" rIns="0" bIns="0" rtlCol="0"/>
            <a:lstStyle/>
            <a:p/>
          </p:txBody>
        </p:sp>
        <p:sp>
          <p:nvSpPr>
            <p:cNvPr id="543" name="object 543"/>
            <p:cNvSpPr/>
            <p:nvPr/>
          </p:nvSpPr>
          <p:spPr>
            <a:xfrm>
              <a:off x="1628139" y="1280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01840"/>
            </a:solidFill>
          </p:spPr>
          <p:txBody>
            <a:bodyPr wrap="square" lIns="0" tIns="0" rIns="0" bIns="0" rtlCol="0"/>
            <a:lstStyle/>
            <a:p/>
          </p:txBody>
        </p:sp>
        <p:sp>
          <p:nvSpPr>
            <p:cNvPr id="544" name="object 544"/>
            <p:cNvSpPr/>
            <p:nvPr/>
          </p:nvSpPr>
          <p:spPr>
            <a:xfrm>
              <a:off x="1628139" y="12877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11841"/>
            </a:solidFill>
          </p:spPr>
          <p:txBody>
            <a:bodyPr wrap="square" lIns="0" tIns="0" rIns="0" bIns="0" rtlCol="0"/>
            <a:lstStyle/>
            <a:p/>
          </p:txBody>
        </p:sp>
        <p:sp>
          <p:nvSpPr>
            <p:cNvPr id="545" name="object 545"/>
            <p:cNvSpPr/>
            <p:nvPr/>
          </p:nvSpPr>
          <p:spPr>
            <a:xfrm>
              <a:off x="1628139" y="1294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21742"/>
            </a:solidFill>
          </p:spPr>
          <p:txBody>
            <a:bodyPr wrap="square" lIns="0" tIns="0" rIns="0" bIns="0" rtlCol="0"/>
            <a:lstStyle/>
            <a:p/>
          </p:txBody>
        </p:sp>
        <p:sp>
          <p:nvSpPr>
            <p:cNvPr id="546" name="object 546"/>
            <p:cNvSpPr/>
            <p:nvPr/>
          </p:nvSpPr>
          <p:spPr>
            <a:xfrm>
              <a:off x="1628139" y="13017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41744"/>
            </a:solidFill>
          </p:spPr>
          <p:txBody>
            <a:bodyPr wrap="square" lIns="0" tIns="0" rIns="0" bIns="0" rtlCol="0"/>
            <a:lstStyle/>
            <a:p/>
          </p:txBody>
        </p:sp>
        <p:sp>
          <p:nvSpPr>
            <p:cNvPr id="547" name="object 547"/>
            <p:cNvSpPr/>
            <p:nvPr/>
          </p:nvSpPr>
          <p:spPr>
            <a:xfrm>
              <a:off x="1628139" y="13093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51745"/>
            </a:solidFill>
          </p:spPr>
          <p:txBody>
            <a:bodyPr wrap="square" lIns="0" tIns="0" rIns="0" bIns="0" rtlCol="0"/>
            <a:lstStyle/>
            <a:p/>
          </p:txBody>
        </p:sp>
        <p:sp>
          <p:nvSpPr>
            <p:cNvPr id="548" name="object 548"/>
            <p:cNvSpPr/>
            <p:nvPr/>
          </p:nvSpPr>
          <p:spPr>
            <a:xfrm>
              <a:off x="1628139" y="13157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61646"/>
            </a:solidFill>
          </p:spPr>
          <p:txBody>
            <a:bodyPr wrap="square" lIns="0" tIns="0" rIns="0" bIns="0" rtlCol="0"/>
            <a:lstStyle/>
            <a:p/>
          </p:txBody>
        </p:sp>
        <p:sp>
          <p:nvSpPr>
            <p:cNvPr id="549" name="object 549"/>
            <p:cNvSpPr/>
            <p:nvPr/>
          </p:nvSpPr>
          <p:spPr>
            <a:xfrm>
              <a:off x="1628139" y="13233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71647"/>
            </a:solidFill>
          </p:spPr>
          <p:txBody>
            <a:bodyPr wrap="square" lIns="0" tIns="0" rIns="0" bIns="0" rtlCol="0"/>
            <a:lstStyle/>
            <a:p/>
          </p:txBody>
        </p:sp>
        <p:sp>
          <p:nvSpPr>
            <p:cNvPr id="550" name="object 550"/>
            <p:cNvSpPr/>
            <p:nvPr/>
          </p:nvSpPr>
          <p:spPr>
            <a:xfrm>
              <a:off x="1628139" y="13309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81548"/>
            </a:solidFill>
          </p:spPr>
          <p:txBody>
            <a:bodyPr wrap="square" lIns="0" tIns="0" rIns="0" bIns="0" rtlCol="0"/>
            <a:lstStyle/>
            <a:p/>
          </p:txBody>
        </p:sp>
        <p:sp>
          <p:nvSpPr>
            <p:cNvPr id="551" name="object 551"/>
            <p:cNvSpPr/>
            <p:nvPr/>
          </p:nvSpPr>
          <p:spPr>
            <a:xfrm>
              <a:off x="1628139" y="13373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91549"/>
            </a:solidFill>
          </p:spPr>
          <p:txBody>
            <a:bodyPr wrap="square" lIns="0" tIns="0" rIns="0" bIns="0" rtlCol="0"/>
            <a:lstStyle/>
            <a:p/>
          </p:txBody>
        </p:sp>
        <p:sp>
          <p:nvSpPr>
            <p:cNvPr id="552" name="object 552"/>
            <p:cNvSpPr/>
            <p:nvPr/>
          </p:nvSpPr>
          <p:spPr>
            <a:xfrm>
              <a:off x="1628139" y="1344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A144A"/>
            </a:solidFill>
          </p:spPr>
          <p:txBody>
            <a:bodyPr wrap="square" lIns="0" tIns="0" rIns="0" bIns="0" rtlCol="0"/>
            <a:lstStyle/>
            <a:p/>
          </p:txBody>
        </p:sp>
        <p:sp>
          <p:nvSpPr>
            <p:cNvPr id="553" name="object 553"/>
            <p:cNvSpPr/>
            <p:nvPr/>
          </p:nvSpPr>
          <p:spPr>
            <a:xfrm>
              <a:off x="1628139" y="1352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B144B"/>
            </a:solidFill>
          </p:spPr>
          <p:txBody>
            <a:bodyPr wrap="square" lIns="0" tIns="0" rIns="0" bIns="0" rtlCol="0"/>
            <a:lstStyle/>
            <a:p/>
          </p:txBody>
        </p:sp>
        <p:sp>
          <p:nvSpPr>
            <p:cNvPr id="554" name="object 554"/>
            <p:cNvSpPr/>
            <p:nvPr/>
          </p:nvSpPr>
          <p:spPr>
            <a:xfrm>
              <a:off x="1628139" y="13601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C134C"/>
            </a:solidFill>
          </p:spPr>
          <p:txBody>
            <a:bodyPr wrap="square" lIns="0" tIns="0" rIns="0" bIns="0" rtlCol="0"/>
            <a:lstStyle/>
            <a:p/>
          </p:txBody>
        </p:sp>
        <p:sp>
          <p:nvSpPr>
            <p:cNvPr id="555" name="object 555"/>
            <p:cNvSpPr/>
            <p:nvPr/>
          </p:nvSpPr>
          <p:spPr>
            <a:xfrm>
              <a:off x="1628139" y="1366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E134E"/>
            </a:solidFill>
          </p:spPr>
          <p:txBody>
            <a:bodyPr wrap="square" lIns="0" tIns="0" rIns="0" bIns="0" rtlCol="0"/>
            <a:lstStyle/>
            <a:p/>
          </p:txBody>
        </p:sp>
        <p:sp>
          <p:nvSpPr>
            <p:cNvPr id="556" name="object 556"/>
            <p:cNvSpPr/>
            <p:nvPr/>
          </p:nvSpPr>
          <p:spPr>
            <a:xfrm>
              <a:off x="1628139" y="13741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F134F"/>
            </a:solidFill>
          </p:spPr>
          <p:txBody>
            <a:bodyPr wrap="square" lIns="0" tIns="0" rIns="0" bIns="0" rtlCol="0"/>
            <a:lstStyle/>
            <a:p/>
          </p:txBody>
        </p:sp>
        <p:sp>
          <p:nvSpPr>
            <p:cNvPr id="557" name="object 557"/>
            <p:cNvSpPr/>
            <p:nvPr/>
          </p:nvSpPr>
          <p:spPr>
            <a:xfrm>
              <a:off x="1628139" y="13817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01250"/>
            </a:solidFill>
          </p:spPr>
          <p:txBody>
            <a:bodyPr wrap="square" lIns="0" tIns="0" rIns="0" bIns="0" rtlCol="0"/>
            <a:lstStyle/>
            <a:p/>
          </p:txBody>
        </p:sp>
        <p:sp>
          <p:nvSpPr>
            <p:cNvPr id="558" name="object 558"/>
            <p:cNvSpPr/>
            <p:nvPr/>
          </p:nvSpPr>
          <p:spPr>
            <a:xfrm>
              <a:off x="1628139" y="13881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11251"/>
            </a:solidFill>
          </p:spPr>
          <p:txBody>
            <a:bodyPr wrap="square" lIns="0" tIns="0" rIns="0" bIns="0" rtlCol="0"/>
            <a:lstStyle/>
            <a:p/>
          </p:txBody>
        </p:sp>
        <p:sp>
          <p:nvSpPr>
            <p:cNvPr id="559" name="object 559"/>
            <p:cNvSpPr/>
            <p:nvPr/>
          </p:nvSpPr>
          <p:spPr>
            <a:xfrm>
              <a:off x="1628139" y="13957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21152"/>
            </a:solidFill>
          </p:spPr>
          <p:txBody>
            <a:bodyPr wrap="square" lIns="0" tIns="0" rIns="0" bIns="0" rtlCol="0"/>
            <a:lstStyle/>
            <a:p/>
          </p:txBody>
        </p:sp>
        <p:sp>
          <p:nvSpPr>
            <p:cNvPr id="560" name="object 560"/>
            <p:cNvSpPr/>
            <p:nvPr/>
          </p:nvSpPr>
          <p:spPr>
            <a:xfrm>
              <a:off x="1628139" y="14033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31153"/>
            </a:solidFill>
          </p:spPr>
          <p:txBody>
            <a:bodyPr wrap="square" lIns="0" tIns="0" rIns="0" bIns="0" rtlCol="0"/>
            <a:lstStyle/>
            <a:p/>
          </p:txBody>
        </p:sp>
        <p:sp>
          <p:nvSpPr>
            <p:cNvPr id="561" name="object 561"/>
            <p:cNvSpPr/>
            <p:nvPr/>
          </p:nvSpPr>
          <p:spPr>
            <a:xfrm>
              <a:off x="1628139" y="14097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41054"/>
            </a:solidFill>
          </p:spPr>
          <p:txBody>
            <a:bodyPr wrap="square" lIns="0" tIns="0" rIns="0" bIns="0" rtlCol="0"/>
            <a:lstStyle/>
            <a:p/>
          </p:txBody>
        </p:sp>
        <p:sp>
          <p:nvSpPr>
            <p:cNvPr id="562" name="object 562"/>
            <p:cNvSpPr/>
            <p:nvPr/>
          </p:nvSpPr>
          <p:spPr>
            <a:xfrm>
              <a:off x="1628139" y="1417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51055"/>
            </a:solidFill>
          </p:spPr>
          <p:txBody>
            <a:bodyPr wrap="square" lIns="0" tIns="0" rIns="0" bIns="0" rtlCol="0"/>
            <a:lstStyle/>
            <a:p/>
          </p:txBody>
        </p:sp>
        <p:sp>
          <p:nvSpPr>
            <p:cNvPr id="563" name="object 563"/>
            <p:cNvSpPr/>
            <p:nvPr/>
          </p:nvSpPr>
          <p:spPr>
            <a:xfrm>
              <a:off x="1628139" y="14249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60F56"/>
            </a:solidFill>
          </p:spPr>
          <p:txBody>
            <a:bodyPr wrap="square" lIns="0" tIns="0" rIns="0" bIns="0" rtlCol="0"/>
            <a:lstStyle/>
            <a:p/>
          </p:txBody>
        </p:sp>
        <p:sp>
          <p:nvSpPr>
            <p:cNvPr id="564" name="object 564"/>
            <p:cNvSpPr/>
            <p:nvPr/>
          </p:nvSpPr>
          <p:spPr>
            <a:xfrm>
              <a:off x="1628139" y="1431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80F58"/>
            </a:solidFill>
          </p:spPr>
          <p:txBody>
            <a:bodyPr wrap="square" lIns="0" tIns="0" rIns="0" bIns="0" rtlCol="0"/>
            <a:lstStyle/>
            <a:p/>
          </p:txBody>
        </p:sp>
        <p:sp>
          <p:nvSpPr>
            <p:cNvPr id="565" name="object 565"/>
            <p:cNvSpPr/>
            <p:nvPr/>
          </p:nvSpPr>
          <p:spPr>
            <a:xfrm>
              <a:off x="1628139" y="1438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90F59"/>
            </a:solidFill>
          </p:spPr>
          <p:txBody>
            <a:bodyPr wrap="square" lIns="0" tIns="0" rIns="0" bIns="0" rtlCol="0"/>
            <a:lstStyle/>
            <a:p/>
          </p:txBody>
        </p:sp>
        <p:sp>
          <p:nvSpPr>
            <p:cNvPr id="566" name="object 566"/>
            <p:cNvSpPr/>
            <p:nvPr/>
          </p:nvSpPr>
          <p:spPr>
            <a:xfrm>
              <a:off x="1628139" y="14465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A0E5A"/>
            </a:solidFill>
          </p:spPr>
          <p:txBody>
            <a:bodyPr wrap="square" lIns="0" tIns="0" rIns="0" bIns="0" rtlCol="0"/>
            <a:lstStyle/>
            <a:p/>
          </p:txBody>
        </p:sp>
        <p:sp>
          <p:nvSpPr>
            <p:cNvPr id="567" name="object 567"/>
            <p:cNvSpPr/>
            <p:nvPr/>
          </p:nvSpPr>
          <p:spPr>
            <a:xfrm>
              <a:off x="1628139" y="14528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B0E5B"/>
            </a:solidFill>
          </p:spPr>
          <p:txBody>
            <a:bodyPr wrap="square" lIns="0" tIns="0" rIns="0" bIns="0" rtlCol="0"/>
            <a:lstStyle/>
            <a:p/>
          </p:txBody>
        </p:sp>
        <p:sp>
          <p:nvSpPr>
            <p:cNvPr id="568" name="object 568"/>
            <p:cNvSpPr/>
            <p:nvPr/>
          </p:nvSpPr>
          <p:spPr>
            <a:xfrm>
              <a:off x="1628139" y="14605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C0D5C"/>
            </a:solidFill>
          </p:spPr>
          <p:txBody>
            <a:bodyPr wrap="square" lIns="0" tIns="0" rIns="0" bIns="0" rtlCol="0"/>
            <a:lstStyle/>
            <a:p/>
          </p:txBody>
        </p:sp>
        <p:sp>
          <p:nvSpPr>
            <p:cNvPr id="569" name="object 569"/>
            <p:cNvSpPr/>
            <p:nvPr/>
          </p:nvSpPr>
          <p:spPr>
            <a:xfrm>
              <a:off x="1628139" y="14681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D0D5D"/>
            </a:solidFill>
          </p:spPr>
          <p:txBody>
            <a:bodyPr wrap="square" lIns="0" tIns="0" rIns="0" bIns="0" rtlCol="0"/>
            <a:lstStyle/>
            <a:p/>
          </p:txBody>
        </p:sp>
        <p:sp>
          <p:nvSpPr>
            <p:cNvPr id="570" name="object 570"/>
            <p:cNvSpPr/>
            <p:nvPr/>
          </p:nvSpPr>
          <p:spPr>
            <a:xfrm>
              <a:off x="1628139" y="14744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E0C5E"/>
            </a:solidFill>
          </p:spPr>
          <p:txBody>
            <a:bodyPr wrap="square" lIns="0" tIns="0" rIns="0" bIns="0" rtlCol="0"/>
            <a:lstStyle/>
            <a:p/>
          </p:txBody>
        </p:sp>
        <p:sp>
          <p:nvSpPr>
            <p:cNvPr id="571" name="object 571"/>
            <p:cNvSpPr/>
            <p:nvPr/>
          </p:nvSpPr>
          <p:spPr>
            <a:xfrm>
              <a:off x="1628139" y="14820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F0C5F"/>
            </a:solidFill>
          </p:spPr>
          <p:txBody>
            <a:bodyPr wrap="square" lIns="0" tIns="0" rIns="0" bIns="0" rtlCol="0"/>
            <a:lstStyle/>
            <a:p/>
          </p:txBody>
        </p:sp>
        <p:sp>
          <p:nvSpPr>
            <p:cNvPr id="572" name="object 572"/>
            <p:cNvSpPr/>
            <p:nvPr/>
          </p:nvSpPr>
          <p:spPr>
            <a:xfrm>
              <a:off x="1628139" y="14897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00B60"/>
            </a:solidFill>
          </p:spPr>
          <p:txBody>
            <a:bodyPr wrap="square" lIns="0" tIns="0" rIns="0" bIns="0" rtlCol="0"/>
            <a:lstStyle/>
            <a:p/>
          </p:txBody>
        </p:sp>
        <p:sp>
          <p:nvSpPr>
            <p:cNvPr id="573" name="object 573"/>
            <p:cNvSpPr/>
            <p:nvPr/>
          </p:nvSpPr>
          <p:spPr>
            <a:xfrm>
              <a:off x="1628139" y="1496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20B62"/>
            </a:solidFill>
          </p:spPr>
          <p:txBody>
            <a:bodyPr wrap="square" lIns="0" tIns="0" rIns="0" bIns="0" rtlCol="0"/>
            <a:lstStyle/>
            <a:p/>
          </p:txBody>
        </p:sp>
        <p:sp>
          <p:nvSpPr>
            <p:cNvPr id="574" name="object 574"/>
            <p:cNvSpPr/>
            <p:nvPr/>
          </p:nvSpPr>
          <p:spPr>
            <a:xfrm>
              <a:off x="1628139" y="1503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30B63"/>
            </a:solidFill>
          </p:spPr>
          <p:txBody>
            <a:bodyPr wrap="square" lIns="0" tIns="0" rIns="0" bIns="0" rtlCol="0"/>
            <a:lstStyle/>
            <a:p/>
          </p:txBody>
        </p:sp>
        <p:sp>
          <p:nvSpPr>
            <p:cNvPr id="575" name="object 575"/>
            <p:cNvSpPr/>
            <p:nvPr/>
          </p:nvSpPr>
          <p:spPr>
            <a:xfrm>
              <a:off x="1628139" y="1511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40A64"/>
            </a:solidFill>
          </p:spPr>
          <p:txBody>
            <a:bodyPr wrap="square" lIns="0" tIns="0" rIns="0" bIns="0" rtlCol="0"/>
            <a:lstStyle/>
            <a:p/>
          </p:txBody>
        </p:sp>
        <p:sp>
          <p:nvSpPr>
            <p:cNvPr id="576" name="object 576"/>
            <p:cNvSpPr/>
            <p:nvPr/>
          </p:nvSpPr>
          <p:spPr>
            <a:xfrm>
              <a:off x="1628139" y="1518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60A66"/>
            </a:solidFill>
          </p:spPr>
          <p:txBody>
            <a:bodyPr wrap="square" lIns="0" tIns="0" rIns="0" bIns="0" rtlCol="0"/>
            <a:lstStyle/>
            <a:p/>
          </p:txBody>
        </p:sp>
        <p:sp>
          <p:nvSpPr>
            <p:cNvPr id="577" name="object 577"/>
            <p:cNvSpPr/>
            <p:nvPr/>
          </p:nvSpPr>
          <p:spPr>
            <a:xfrm>
              <a:off x="1628139" y="1525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60966"/>
            </a:solidFill>
          </p:spPr>
          <p:txBody>
            <a:bodyPr wrap="square" lIns="0" tIns="0" rIns="0" bIns="0" rtlCol="0"/>
            <a:lstStyle/>
            <a:p/>
          </p:txBody>
        </p:sp>
        <p:sp>
          <p:nvSpPr>
            <p:cNvPr id="578" name="object 578"/>
            <p:cNvSpPr/>
            <p:nvPr/>
          </p:nvSpPr>
          <p:spPr>
            <a:xfrm>
              <a:off x="1628139" y="1532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70967"/>
            </a:solidFill>
          </p:spPr>
          <p:txBody>
            <a:bodyPr wrap="square" lIns="0" tIns="0" rIns="0" bIns="0" rtlCol="0"/>
            <a:lstStyle/>
            <a:p/>
          </p:txBody>
        </p:sp>
        <p:sp>
          <p:nvSpPr>
            <p:cNvPr id="579" name="object 579"/>
            <p:cNvSpPr/>
            <p:nvPr/>
          </p:nvSpPr>
          <p:spPr>
            <a:xfrm>
              <a:off x="1628139" y="1540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80868"/>
            </a:solidFill>
          </p:spPr>
          <p:txBody>
            <a:bodyPr wrap="square" lIns="0" tIns="0" rIns="0" bIns="0" rtlCol="0"/>
            <a:lstStyle/>
            <a:p/>
          </p:txBody>
        </p:sp>
        <p:sp>
          <p:nvSpPr>
            <p:cNvPr id="580" name="object 580"/>
            <p:cNvSpPr/>
            <p:nvPr/>
          </p:nvSpPr>
          <p:spPr>
            <a:xfrm>
              <a:off x="1628139" y="1546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90869"/>
            </a:solidFill>
          </p:spPr>
          <p:txBody>
            <a:bodyPr wrap="square" lIns="0" tIns="0" rIns="0" bIns="0" rtlCol="0"/>
            <a:lstStyle/>
            <a:p/>
          </p:txBody>
        </p:sp>
        <p:sp>
          <p:nvSpPr>
            <p:cNvPr id="581" name="object 581"/>
            <p:cNvSpPr/>
            <p:nvPr/>
          </p:nvSpPr>
          <p:spPr>
            <a:xfrm>
              <a:off x="1628139" y="1554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A076A"/>
            </a:solidFill>
          </p:spPr>
          <p:txBody>
            <a:bodyPr wrap="square" lIns="0" tIns="0" rIns="0" bIns="0" rtlCol="0"/>
            <a:lstStyle/>
            <a:p/>
          </p:txBody>
        </p:sp>
        <p:sp>
          <p:nvSpPr>
            <p:cNvPr id="582" name="object 582"/>
            <p:cNvSpPr/>
            <p:nvPr/>
          </p:nvSpPr>
          <p:spPr>
            <a:xfrm>
              <a:off x="1628139" y="1562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C076C"/>
            </a:solidFill>
          </p:spPr>
          <p:txBody>
            <a:bodyPr wrap="square" lIns="0" tIns="0" rIns="0" bIns="0" rtlCol="0"/>
            <a:lstStyle/>
            <a:p/>
          </p:txBody>
        </p:sp>
        <p:sp>
          <p:nvSpPr>
            <p:cNvPr id="583" name="object 583"/>
            <p:cNvSpPr/>
            <p:nvPr/>
          </p:nvSpPr>
          <p:spPr>
            <a:xfrm>
              <a:off x="1628139" y="1568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D076D"/>
            </a:solidFill>
          </p:spPr>
          <p:txBody>
            <a:bodyPr wrap="square" lIns="0" tIns="0" rIns="0" bIns="0" rtlCol="0"/>
            <a:lstStyle/>
            <a:p/>
          </p:txBody>
        </p:sp>
        <p:sp>
          <p:nvSpPr>
            <p:cNvPr id="584" name="object 584"/>
            <p:cNvSpPr/>
            <p:nvPr/>
          </p:nvSpPr>
          <p:spPr>
            <a:xfrm>
              <a:off x="1628139" y="1576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E066E"/>
            </a:solidFill>
          </p:spPr>
          <p:txBody>
            <a:bodyPr wrap="square" lIns="0" tIns="0" rIns="0" bIns="0" rtlCol="0"/>
            <a:lstStyle/>
            <a:p/>
          </p:txBody>
        </p:sp>
        <p:sp>
          <p:nvSpPr>
            <p:cNvPr id="585" name="object 585"/>
            <p:cNvSpPr/>
            <p:nvPr/>
          </p:nvSpPr>
          <p:spPr>
            <a:xfrm>
              <a:off x="1628139" y="1583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F066F"/>
            </a:solidFill>
          </p:spPr>
          <p:txBody>
            <a:bodyPr wrap="square" lIns="0" tIns="0" rIns="0" bIns="0" rtlCol="0"/>
            <a:lstStyle/>
            <a:p/>
          </p:txBody>
        </p:sp>
        <p:sp>
          <p:nvSpPr>
            <p:cNvPr id="586" name="object 586"/>
            <p:cNvSpPr/>
            <p:nvPr/>
          </p:nvSpPr>
          <p:spPr>
            <a:xfrm>
              <a:off x="1628139" y="1590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00570"/>
            </a:solidFill>
          </p:spPr>
          <p:txBody>
            <a:bodyPr wrap="square" lIns="0" tIns="0" rIns="0" bIns="0" rtlCol="0"/>
            <a:lstStyle/>
            <a:p/>
          </p:txBody>
        </p:sp>
        <p:sp>
          <p:nvSpPr>
            <p:cNvPr id="587" name="object 587"/>
            <p:cNvSpPr/>
            <p:nvPr/>
          </p:nvSpPr>
          <p:spPr>
            <a:xfrm>
              <a:off x="1628139" y="1597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10571"/>
            </a:solidFill>
          </p:spPr>
          <p:txBody>
            <a:bodyPr wrap="square" lIns="0" tIns="0" rIns="0" bIns="0" rtlCol="0"/>
            <a:lstStyle/>
            <a:p/>
          </p:txBody>
        </p:sp>
        <p:sp>
          <p:nvSpPr>
            <p:cNvPr id="588" name="object 588"/>
            <p:cNvSpPr/>
            <p:nvPr/>
          </p:nvSpPr>
          <p:spPr>
            <a:xfrm>
              <a:off x="1628139" y="1605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20472"/>
            </a:solidFill>
          </p:spPr>
          <p:txBody>
            <a:bodyPr wrap="square" lIns="0" tIns="0" rIns="0" bIns="0" rtlCol="0"/>
            <a:lstStyle/>
            <a:p/>
          </p:txBody>
        </p:sp>
        <p:sp>
          <p:nvSpPr>
            <p:cNvPr id="589" name="object 589"/>
            <p:cNvSpPr/>
            <p:nvPr/>
          </p:nvSpPr>
          <p:spPr>
            <a:xfrm>
              <a:off x="1628139" y="1611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30473"/>
            </a:solidFill>
          </p:spPr>
          <p:txBody>
            <a:bodyPr wrap="square" lIns="0" tIns="0" rIns="0" bIns="0" rtlCol="0"/>
            <a:lstStyle/>
            <a:p/>
          </p:txBody>
        </p:sp>
        <p:sp>
          <p:nvSpPr>
            <p:cNvPr id="590" name="object 590"/>
            <p:cNvSpPr/>
            <p:nvPr/>
          </p:nvSpPr>
          <p:spPr>
            <a:xfrm>
              <a:off x="1628139" y="1619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40374"/>
            </a:solidFill>
          </p:spPr>
          <p:txBody>
            <a:bodyPr wrap="square" lIns="0" tIns="0" rIns="0" bIns="0" rtlCol="0"/>
            <a:lstStyle/>
            <a:p/>
          </p:txBody>
        </p:sp>
        <p:sp>
          <p:nvSpPr>
            <p:cNvPr id="591" name="object 591"/>
            <p:cNvSpPr/>
            <p:nvPr/>
          </p:nvSpPr>
          <p:spPr>
            <a:xfrm>
              <a:off x="1628139" y="1626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60376"/>
            </a:solidFill>
          </p:spPr>
          <p:txBody>
            <a:bodyPr wrap="square" lIns="0" tIns="0" rIns="0" bIns="0" rtlCol="0"/>
            <a:lstStyle/>
            <a:p/>
          </p:txBody>
        </p:sp>
        <p:sp>
          <p:nvSpPr>
            <p:cNvPr id="592" name="object 592"/>
            <p:cNvSpPr/>
            <p:nvPr/>
          </p:nvSpPr>
          <p:spPr>
            <a:xfrm>
              <a:off x="1628139" y="1633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70377"/>
            </a:solidFill>
          </p:spPr>
          <p:txBody>
            <a:bodyPr wrap="square" lIns="0" tIns="0" rIns="0" bIns="0" rtlCol="0"/>
            <a:lstStyle/>
            <a:p/>
          </p:txBody>
        </p:sp>
        <p:sp>
          <p:nvSpPr>
            <p:cNvPr id="593" name="object 593"/>
            <p:cNvSpPr/>
            <p:nvPr/>
          </p:nvSpPr>
          <p:spPr>
            <a:xfrm>
              <a:off x="1628139" y="1640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80278"/>
            </a:solidFill>
          </p:spPr>
          <p:txBody>
            <a:bodyPr wrap="square" lIns="0" tIns="0" rIns="0" bIns="0" rtlCol="0"/>
            <a:lstStyle/>
            <a:p/>
          </p:txBody>
        </p:sp>
        <p:sp>
          <p:nvSpPr>
            <p:cNvPr id="594" name="object 594"/>
            <p:cNvSpPr/>
            <p:nvPr/>
          </p:nvSpPr>
          <p:spPr>
            <a:xfrm>
              <a:off x="1628139" y="16484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90279"/>
            </a:solidFill>
          </p:spPr>
          <p:txBody>
            <a:bodyPr wrap="square" lIns="0" tIns="0" rIns="0" bIns="0" rtlCol="0"/>
            <a:lstStyle/>
            <a:p/>
          </p:txBody>
        </p:sp>
        <p:sp>
          <p:nvSpPr>
            <p:cNvPr id="595" name="object 595"/>
            <p:cNvSpPr/>
            <p:nvPr/>
          </p:nvSpPr>
          <p:spPr>
            <a:xfrm>
              <a:off x="1628139" y="1654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A017A"/>
            </a:solidFill>
          </p:spPr>
          <p:txBody>
            <a:bodyPr wrap="square" lIns="0" tIns="0" rIns="0" bIns="0" rtlCol="0"/>
            <a:lstStyle/>
            <a:p/>
          </p:txBody>
        </p:sp>
        <p:sp>
          <p:nvSpPr>
            <p:cNvPr id="596" name="object 596"/>
            <p:cNvSpPr/>
            <p:nvPr/>
          </p:nvSpPr>
          <p:spPr>
            <a:xfrm>
              <a:off x="1628139" y="1662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B017B"/>
            </a:solidFill>
          </p:spPr>
          <p:txBody>
            <a:bodyPr wrap="square" lIns="0" tIns="0" rIns="0" bIns="0" rtlCol="0"/>
            <a:lstStyle/>
            <a:p/>
          </p:txBody>
        </p:sp>
        <p:sp>
          <p:nvSpPr>
            <p:cNvPr id="597" name="object 597"/>
            <p:cNvSpPr/>
            <p:nvPr/>
          </p:nvSpPr>
          <p:spPr>
            <a:xfrm>
              <a:off x="1628139" y="16700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C007C"/>
            </a:solidFill>
          </p:spPr>
          <p:txBody>
            <a:bodyPr wrap="square" lIns="0" tIns="0" rIns="0" bIns="0" rtlCol="0"/>
            <a:lstStyle/>
            <a:p/>
          </p:txBody>
        </p:sp>
      </p:grpSp>
      <p:grpSp>
        <p:nvGrpSpPr>
          <p:cNvPr id="598" name="object 598"/>
          <p:cNvGrpSpPr/>
          <p:nvPr/>
        </p:nvGrpSpPr>
        <p:grpSpPr>
          <a:xfrm>
            <a:off x="1794510" y="1056639"/>
            <a:ext cx="204470" cy="834390"/>
            <a:chOff x="1794510" y="1056639"/>
            <a:chExt cx="204470" cy="834390"/>
          </a:xfrm>
        </p:grpSpPr>
        <p:sp>
          <p:nvSpPr>
            <p:cNvPr id="599" name="object 599"/>
            <p:cNvSpPr/>
            <p:nvPr/>
          </p:nvSpPr>
          <p:spPr>
            <a:xfrm>
              <a:off x="1794510" y="1056639"/>
              <a:ext cx="152400" cy="13970"/>
            </a:xfrm>
            <a:custGeom>
              <a:avLst/>
              <a:gdLst/>
              <a:ahLst/>
              <a:cxnLst/>
              <a:rect l="l" t="t" r="r" b="b"/>
              <a:pathLst>
                <a:path w="152400" h="13969">
                  <a:moveTo>
                    <a:pt x="78740" y="12700"/>
                  </a:moveTo>
                  <a:lnTo>
                    <a:pt x="0" y="12700"/>
                  </a:lnTo>
                  <a:lnTo>
                    <a:pt x="0" y="13970"/>
                  </a:lnTo>
                  <a:lnTo>
                    <a:pt x="78740" y="13970"/>
                  </a:lnTo>
                  <a:lnTo>
                    <a:pt x="78740" y="12700"/>
                  </a:lnTo>
                  <a:close/>
                </a:path>
                <a:path w="152400" h="13969">
                  <a:moveTo>
                    <a:pt x="129540" y="0"/>
                  </a:moveTo>
                  <a:lnTo>
                    <a:pt x="124460" y="0"/>
                  </a:lnTo>
                  <a:lnTo>
                    <a:pt x="124460" y="1270"/>
                  </a:lnTo>
                  <a:lnTo>
                    <a:pt x="129540" y="1270"/>
                  </a:lnTo>
                  <a:lnTo>
                    <a:pt x="129540" y="0"/>
                  </a:lnTo>
                  <a:close/>
                </a:path>
                <a:path w="152400" h="13969">
                  <a:moveTo>
                    <a:pt x="138430" y="3937"/>
                  </a:moveTo>
                  <a:lnTo>
                    <a:pt x="135890" y="3937"/>
                  </a:lnTo>
                  <a:lnTo>
                    <a:pt x="135890" y="2540"/>
                  </a:lnTo>
                  <a:lnTo>
                    <a:pt x="134620" y="2540"/>
                  </a:lnTo>
                  <a:lnTo>
                    <a:pt x="134620" y="1397"/>
                  </a:lnTo>
                  <a:lnTo>
                    <a:pt x="134620" y="1270"/>
                  </a:lnTo>
                  <a:lnTo>
                    <a:pt x="129540" y="1270"/>
                  </a:lnTo>
                  <a:lnTo>
                    <a:pt x="129540" y="1397"/>
                  </a:lnTo>
                  <a:lnTo>
                    <a:pt x="124460" y="1397"/>
                  </a:lnTo>
                  <a:lnTo>
                    <a:pt x="124460" y="1270"/>
                  </a:lnTo>
                  <a:lnTo>
                    <a:pt x="114300" y="1270"/>
                  </a:lnTo>
                  <a:lnTo>
                    <a:pt x="114300" y="2540"/>
                  </a:lnTo>
                  <a:lnTo>
                    <a:pt x="110490" y="2540"/>
                  </a:lnTo>
                  <a:lnTo>
                    <a:pt x="110490" y="3937"/>
                  </a:lnTo>
                  <a:lnTo>
                    <a:pt x="109220" y="3937"/>
                  </a:lnTo>
                  <a:lnTo>
                    <a:pt x="109220" y="5080"/>
                  </a:lnTo>
                  <a:lnTo>
                    <a:pt x="138430" y="5080"/>
                  </a:lnTo>
                  <a:lnTo>
                    <a:pt x="138430" y="3937"/>
                  </a:lnTo>
                  <a:close/>
                </a:path>
                <a:path w="152400" h="13969">
                  <a:moveTo>
                    <a:pt x="143510" y="6350"/>
                  </a:moveTo>
                  <a:lnTo>
                    <a:pt x="139687" y="6350"/>
                  </a:lnTo>
                  <a:lnTo>
                    <a:pt x="139687" y="5207"/>
                  </a:lnTo>
                  <a:lnTo>
                    <a:pt x="139687" y="5080"/>
                  </a:lnTo>
                  <a:lnTo>
                    <a:pt x="138430" y="5080"/>
                  </a:lnTo>
                  <a:lnTo>
                    <a:pt x="138430" y="5207"/>
                  </a:lnTo>
                  <a:lnTo>
                    <a:pt x="109220" y="5207"/>
                  </a:lnTo>
                  <a:lnTo>
                    <a:pt x="109220" y="5080"/>
                  </a:lnTo>
                  <a:lnTo>
                    <a:pt x="106680" y="5080"/>
                  </a:lnTo>
                  <a:lnTo>
                    <a:pt x="106680" y="6350"/>
                  </a:lnTo>
                  <a:lnTo>
                    <a:pt x="105410" y="6350"/>
                  </a:lnTo>
                  <a:lnTo>
                    <a:pt x="105410" y="7620"/>
                  </a:lnTo>
                  <a:lnTo>
                    <a:pt x="143510" y="7620"/>
                  </a:lnTo>
                  <a:lnTo>
                    <a:pt x="143510" y="6350"/>
                  </a:lnTo>
                  <a:close/>
                </a:path>
                <a:path w="152400" h="13969">
                  <a:moveTo>
                    <a:pt x="148590" y="10287"/>
                  </a:moveTo>
                  <a:lnTo>
                    <a:pt x="147320" y="10287"/>
                  </a:lnTo>
                  <a:lnTo>
                    <a:pt x="147320" y="8890"/>
                  </a:lnTo>
                  <a:lnTo>
                    <a:pt x="144780" y="8890"/>
                  </a:lnTo>
                  <a:lnTo>
                    <a:pt x="144780" y="7747"/>
                  </a:lnTo>
                  <a:lnTo>
                    <a:pt x="144780" y="7620"/>
                  </a:lnTo>
                  <a:lnTo>
                    <a:pt x="143510" y="7620"/>
                  </a:lnTo>
                  <a:lnTo>
                    <a:pt x="143510" y="7747"/>
                  </a:lnTo>
                  <a:lnTo>
                    <a:pt x="105410" y="7747"/>
                  </a:lnTo>
                  <a:lnTo>
                    <a:pt x="105410" y="7620"/>
                  </a:lnTo>
                  <a:lnTo>
                    <a:pt x="104140" y="7620"/>
                  </a:lnTo>
                  <a:lnTo>
                    <a:pt x="104140" y="8890"/>
                  </a:lnTo>
                  <a:lnTo>
                    <a:pt x="102870" y="8890"/>
                  </a:lnTo>
                  <a:lnTo>
                    <a:pt x="102870" y="10287"/>
                  </a:lnTo>
                  <a:lnTo>
                    <a:pt x="101600" y="10287"/>
                  </a:lnTo>
                  <a:lnTo>
                    <a:pt x="101600" y="11430"/>
                  </a:lnTo>
                  <a:lnTo>
                    <a:pt x="148590" y="11430"/>
                  </a:lnTo>
                  <a:lnTo>
                    <a:pt x="148590" y="10287"/>
                  </a:lnTo>
                  <a:close/>
                </a:path>
                <a:path w="152400" h="13969">
                  <a:moveTo>
                    <a:pt x="152387" y="12700"/>
                  </a:moveTo>
                  <a:lnTo>
                    <a:pt x="149860" y="12700"/>
                  </a:lnTo>
                  <a:lnTo>
                    <a:pt x="149860" y="11557"/>
                  </a:lnTo>
                  <a:lnTo>
                    <a:pt x="149860" y="11430"/>
                  </a:lnTo>
                  <a:lnTo>
                    <a:pt x="148590" y="11430"/>
                  </a:lnTo>
                  <a:lnTo>
                    <a:pt x="148590" y="11557"/>
                  </a:lnTo>
                  <a:lnTo>
                    <a:pt x="101600" y="11557"/>
                  </a:lnTo>
                  <a:lnTo>
                    <a:pt x="101600" y="11430"/>
                  </a:lnTo>
                  <a:lnTo>
                    <a:pt x="100330" y="11430"/>
                  </a:lnTo>
                  <a:lnTo>
                    <a:pt x="100330" y="12700"/>
                  </a:lnTo>
                  <a:lnTo>
                    <a:pt x="99060" y="12700"/>
                  </a:lnTo>
                  <a:lnTo>
                    <a:pt x="99060" y="13970"/>
                  </a:lnTo>
                  <a:lnTo>
                    <a:pt x="152387" y="13970"/>
                  </a:lnTo>
                  <a:lnTo>
                    <a:pt x="152387" y="12700"/>
                  </a:lnTo>
                  <a:close/>
                </a:path>
              </a:pathLst>
            </a:custGeom>
            <a:solidFill>
              <a:srgbClr val="003300"/>
            </a:solidFill>
          </p:spPr>
          <p:txBody>
            <a:bodyPr wrap="square" lIns="0" tIns="0" rIns="0" bIns="0" rtlCol="0"/>
            <a:lstStyle/>
            <a:p/>
          </p:txBody>
        </p:sp>
        <p:sp>
          <p:nvSpPr>
            <p:cNvPr id="600" name="object 600"/>
            <p:cNvSpPr/>
            <p:nvPr/>
          </p:nvSpPr>
          <p:spPr>
            <a:xfrm>
              <a:off x="1794510" y="1070609"/>
              <a:ext cx="156210" cy="6350"/>
            </a:xfrm>
            <a:custGeom>
              <a:avLst/>
              <a:gdLst/>
              <a:ahLst/>
              <a:cxnLst/>
              <a:rect l="l" t="t" r="r" b="b"/>
              <a:pathLst>
                <a:path w="156210" h="6350">
                  <a:moveTo>
                    <a:pt x="156209" y="5079"/>
                  </a:moveTo>
                  <a:lnTo>
                    <a:pt x="93979" y="5079"/>
                  </a:lnTo>
                  <a:lnTo>
                    <a:pt x="93979" y="6350"/>
                  </a:lnTo>
                  <a:lnTo>
                    <a:pt x="156209" y="6350"/>
                  </a:lnTo>
                  <a:lnTo>
                    <a:pt x="156209" y="5079"/>
                  </a:lnTo>
                  <a:close/>
                </a:path>
                <a:path w="156210" h="6350">
                  <a:moveTo>
                    <a:pt x="96519" y="3809"/>
                  </a:moveTo>
                  <a:lnTo>
                    <a:pt x="95250" y="3809"/>
                  </a:lnTo>
                  <a:lnTo>
                    <a:pt x="95250" y="5079"/>
                  </a:lnTo>
                  <a:lnTo>
                    <a:pt x="154939" y="5079"/>
                  </a:lnTo>
                  <a:lnTo>
                    <a:pt x="154939" y="3937"/>
                  </a:lnTo>
                  <a:lnTo>
                    <a:pt x="96519" y="3937"/>
                  </a:lnTo>
                  <a:lnTo>
                    <a:pt x="96519" y="3809"/>
                  </a:lnTo>
                  <a:close/>
                </a:path>
                <a:path w="156210" h="6350">
                  <a:moveTo>
                    <a:pt x="154939" y="2666"/>
                  </a:moveTo>
                  <a:lnTo>
                    <a:pt x="96519" y="2666"/>
                  </a:lnTo>
                  <a:lnTo>
                    <a:pt x="96519" y="3809"/>
                  </a:lnTo>
                  <a:lnTo>
                    <a:pt x="154939" y="3809"/>
                  </a:lnTo>
                  <a:lnTo>
                    <a:pt x="154939" y="2666"/>
                  </a:lnTo>
                  <a:close/>
                </a:path>
                <a:path w="156210" h="6350">
                  <a:moveTo>
                    <a:pt x="153669" y="0"/>
                  </a:moveTo>
                  <a:lnTo>
                    <a:pt x="152399" y="0"/>
                  </a:lnTo>
                  <a:lnTo>
                    <a:pt x="99059" y="126"/>
                  </a:lnTo>
                  <a:lnTo>
                    <a:pt x="99059" y="1269"/>
                  </a:lnTo>
                  <a:lnTo>
                    <a:pt x="97789" y="1269"/>
                  </a:lnTo>
                  <a:lnTo>
                    <a:pt x="97789" y="2666"/>
                  </a:lnTo>
                  <a:lnTo>
                    <a:pt x="153669" y="2666"/>
                  </a:lnTo>
                  <a:lnTo>
                    <a:pt x="153669" y="0"/>
                  </a:lnTo>
                  <a:close/>
                </a:path>
                <a:path w="156210" h="6350">
                  <a:moveTo>
                    <a:pt x="78739" y="3937"/>
                  </a:moveTo>
                  <a:lnTo>
                    <a:pt x="0" y="3937"/>
                  </a:lnTo>
                  <a:lnTo>
                    <a:pt x="0" y="6350"/>
                  </a:lnTo>
                  <a:lnTo>
                    <a:pt x="78739" y="6350"/>
                  </a:lnTo>
                  <a:lnTo>
                    <a:pt x="78739" y="3937"/>
                  </a:lnTo>
                  <a:close/>
                </a:path>
                <a:path w="156210" h="6350">
                  <a:moveTo>
                    <a:pt x="78739" y="126"/>
                  </a:moveTo>
                  <a:lnTo>
                    <a:pt x="0" y="126"/>
                  </a:lnTo>
                  <a:lnTo>
                    <a:pt x="0" y="3809"/>
                  </a:lnTo>
                  <a:lnTo>
                    <a:pt x="78739" y="3809"/>
                  </a:lnTo>
                  <a:lnTo>
                    <a:pt x="78739" y="126"/>
                  </a:lnTo>
                  <a:close/>
                </a:path>
              </a:pathLst>
            </a:custGeom>
            <a:solidFill>
              <a:srgbClr val="013301"/>
            </a:solidFill>
          </p:spPr>
          <p:txBody>
            <a:bodyPr wrap="square" lIns="0" tIns="0" rIns="0" bIns="0" rtlCol="0"/>
            <a:lstStyle/>
            <a:p/>
          </p:txBody>
        </p:sp>
        <p:sp>
          <p:nvSpPr>
            <p:cNvPr id="601" name="object 601"/>
            <p:cNvSpPr/>
            <p:nvPr/>
          </p:nvSpPr>
          <p:spPr>
            <a:xfrm>
              <a:off x="1794510" y="1076959"/>
              <a:ext cx="161290" cy="7620"/>
            </a:xfrm>
            <a:custGeom>
              <a:avLst/>
              <a:gdLst/>
              <a:ahLst/>
              <a:cxnLst/>
              <a:rect l="l" t="t" r="r" b="b"/>
              <a:pathLst>
                <a:path w="161289" h="7619">
                  <a:moveTo>
                    <a:pt x="78739" y="126"/>
                  </a:moveTo>
                  <a:lnTo>
                    <a:pt x="0" y="126"/>
                  </a:lnTo>
                  <a:lnTo>
                    <a:pt x="0" y="7619"/>
                  </a:lnTo>
                  <a:lnTo>
                    <a:pt x="78739" y="7619"/>
                  </a:lnTo>
                  <a:lnTo>
                    <a:pt x="78739" y="126"/>
                  </a:lnTo>
                  <a:close/>
                </a:path>
                <a:path w="161289" h="7619">
                  <a:moveTo>
                    <a:pt x="161289" y="5079"/>
                  </a:moveTo>
                  <a:lnTo>
                    <a:pt x="88900" y="5079"/>
                  </a:lnTo>
                  <a:lnTo>
                    <a:pt x="88900" y="7619"/>
                  </a:lnTo>
                  <a:lnTo>
                    <a:pt x="161289" y="7619"/>
                  </a:lnTo>
                  <a:lnTo>
                    <a:pt x="161289" y="5079"/>
                  </a:lnTo>
                  <a:close/>
                </a:path>
                <a:path w="161289" h="7619">
                  <a:moveTo>
                    <a:pt x="160019" y="2666"/>
                  </a:moveTo>
                  <a:lnTo>
                    <a:pt x="90169" y="2666"/>
                  </a:lnTo>
                  <a:lnTo>
                    <a:pt x="90169" y="5079"/>
                  </a:lnTo>
                  <a:lnTo>
                    <a:pt x="160019" y="5079"/>
                  </a:lnTo>
                  <a:lnTo>
                    <a:pt x="160019" y="2666"/>
                  </a:lnTo>
                  <a:close/>
                </a:path>
                <a:path w="161289" h="7619">
                  <a:moveTo>
                    <a:pt x="158750" y="1269"/>
                  </a:moveTo>
                  <a:lnTo>
                    <a:pt x="91439" y="1269"/>
                  </a:lnTo>
                  <a:lnTo>
                    <a:pt x="91439" y="2666"/>
                  </a:lnTo>
                  <a:lnTo>
                    <a:pt x="158750" y="2666"/>
                  </a:lnTo>
                  <a:lnTo>
                    <a:pt x="158750" y="1269"/>
                  </a:lnTo>
                  <a:close/>
                </a:path>
                <a:path w="161289" h="7619">
                  <a:moveTo>
                    <a:pt x="93979" y="0"/>
                  </a:moveTo>
                  <a:lnTo>
                    <a:pt x="92709" y="0"/>
                  </a:lnTo>
                  <a:lnTo>
                    <a:pt x="92709" y="1269"/>
                  </a:lnTo>
                  <a:lnTo>
                    <a:pt x="157479" y="1269"/>
                  </a:lnTo>
                  <a:lnTo>
                    <a:pt x="157479" y="126"/>
                  </a:lnTo>
                  <a:lnTo>
                    <a:pt x="93979" y="126"/>
                  </a:lnTo>
                  <a:close/>
                </a:path>
                <a:path w="161289" h="7619">
                  <a:moveTo>
                    <a:pt x="157479" y="0"/>
                  </a:moveTo>
                  <a:lnTo>
                    <a:pt x="156209" y="0"/>
                  </a:lnTo>
                  <a:lnTo>
                    <a:pt x="157479" y="126"/>
                  </a:lnTo>
                  <a:close/>
                </a:path>
              </a:pathLst>
            </a:custGeom>
            <a:solidFill>
              <a:srgbClr val="023102"/>
            </a:solidFill>
          </p:spPr>
          <p:txBody>
            <a:bodyPr wrap="square" lIns="0" tIns="0" rIns="0" bIns="0" rtlCol="0"/>
            <a:lstStyle/>
            <a:p/>
          </p:txBody>
        </p:sp>
        <p:sp>
          <p:nvSpPr>
            <p:cNvPr id="602" name="object 602"/>
            <p:cNvSpPr/>
            <p:nvPr/>
          </p:nvSpPr>
          <p:spPr>
            <a:xfrm>
              <a:off x="1794510" y="1084579"/>
              <a:ext cx="165100" cy="7620"/>
            </a:xfrm>
            <a:custGeom>
              <a:avLst/>
              <a:gdLst/>
              <a:ahLst/>
              <a:cxnLst/>
              <a:rect l="l" t="t" r="r" b="b"/>
              <a:pathLst>
                <a:path w="165100" h="7619">
                  <a:moveTo>
                    <a:pt x="78739" y="5207"/>
                  </a:moveTo>
                  <a:lnTo>
                    <a:pt x="0" y="5207"/>
                  </a:lnTo>
                  <a:lnTo>
                    <a:pt x="0" y="7620"/>
                  </a:lnTo>
                  <a:lnTo>
                    <a:pt x="78739" y="7620"/>
                  </a:lnTo>
                  <a:lnTo>
                    <a:pt x="78739" y="5207"/>
                  </a:lnTo>
                  <a:close/>
                </a:path>
                <a:path w="165100" h="7619">
                  <a:moveTo>
                    <a:pt x="165100" y="5080"/>
                  </a:moveTo>
                  <a:lnTo>
                    <a:pt x="163829" y="5080"/>
                  </a:lnTo>
                  <a:lnTo>
                    <a:pt x="85089" y="5207"/>
                  </a:lnTo>
                  <a:lnTo>
                    <a:pt x="85089" y="6350"/>
                  </a:lnTo>
                  <a:lnTo>
                    <a:pt x="83819" y="6350"/>
                  </a:lnTo>
                  <a:lnTo>
                    <a:pt x="83819" y="7620"/>
                  </a:lnTo>
                  <a:lnTo>
                    <a:pt x="165100" y="7620"/>
                  </a:lnTo>
                  <a:lnTo>
                    <a:pt x="165100" y="5080"/>
                  </a:lnTo>
                  <a:close/>
                </a:path>
                <a:path w="165100" h="7619">
                  <a:moveTo>
                    <a:pt x="163829" y="2539"/>
                  </a:moveTo>
                  <a:lnTo>
                    <a:pt x="162559" y="2539"/>
                  </a:lnTo>
                  <a:lnTo>
                    <a:pt x="162559" y="2667"/>
                  </a:lnTo>
                  <a:lnTo>
                    <a:pt x="86359" y="2667"/>
                  </a:lnTo>
                  <a:lnTo>
                    <a:pt x="86359" y="3810"/>
                  </a:lnTo>
                  <a:lnTo>
                    <a:pt x="85089" y="3810"/>
                  </a:lnTo>
                  <a:lnTo>
                    <a:pt x="85089" y="5080"/>
                  </a:lnTo>
                  <a:lnTo>
                    <a:pt x="163829" y="5080"/>
                  </a:lnTo>
                  <a:lnTo>
                    <a:pt x="163829" y="2539"/>
                  </a:lnTo>
                  <a:close/>
                </a:path>
                <a:path w="165100" h="7619">
                  <a:moveTo>
                    <a:pt x="162559" y="0"/>
                  </a:moveTo>
                  <a:lnTo>
                    <a:pt x="87629" y="0"/>
                  </a:lnTo>
                  <a:lnTo>
                    <a:pt x="87629" y="1397"/>
                  </a:lnTo>
                  <a:lnTo>
                    <a:pt x="86359" y="1397"/>
                  </a:lnTo>
                  <a:lnTo>
                    <a:pt x="86359" y="2539"/>
                  </a:lnTo>
                  <a:lnTo>
                    <a:pt x="162559" y="2539"/>
                  </a:lnTo>
                  <a:lnTo>
                    <a:pt x="162559" y="0"/>
                  </a:lnTo>
                  <a:close/>
                </a:path>
                <a:path w="165100" h="7619">
                  <a:moveTo>
                    <a:pt x="78739" y="2667"/>
                  </a:moveTo>
                  <a:lnTo>
                    <a:pt x="0" y="2667"/>
                  </a:lnTo>
                  <a:lnTo>
                    <a:pt x="0" y="5080"/>
                  </a:lnTo>
                  <a:lnTo>
                    <a:pt x="78739" y="5080"/>
                  </a:lnTo>
                  <a:lnTo>
                    <a:pt x="78739" y="2667"/>
                  </a:lnTo>
                  <a:close/>
                </a:path>
                <a:path w="165100" h="7619">
                  <a:moveTo>
                    <a:pt x="78739" y="0"/>
                  </a:moveTo>
                  <a:lnTo>
                    <a:pt x="0" y="0"/>
                  </a:lnTo>
                  <a:lnTo>
                    <a:pt x="0" y="2539"/>
                  </a:lnTo>
                  <a:lnTo>
                    <a:pt x="78739" y="2539"/>
                  </a:lnTo>
                  <a:lnTo>
                    <a:pt x="78739" y="0"/>
                  </a:lnTo>
                  <a:close/>
                </a:path>
              </a:pathLst>
            </a:custGeom>
            <a:solidFill>
              <a:srgbClr val="033103"/>
            </a:solidFill>
          </p:spPr>
          <p:txBody>
            <a:bodyPr wrap="square" lIns="0" tIns="0" rIns="0" bIns="0" rtlCol="0"/>
            <a:lstStyle/>
            <a:p/>
          </p:txBody>
        </p:sp>
        <p:sp>
          <p:nvSpPr>
            <p:cNvPr id="603" name="object 603"/>
            <p:cNvSpPr/>
            <p:nvPr/>
          </p:nvSpPr>
          <p:spPr>
            <a:xfrm>
              <a:off x="1794510" y="1092199"/>
              <a:ext cx="168910" cy="6350"/>
            </a:xfrm>
            <a:custGeom>
              <a:avLst/>
              <a:gdLst/>
              <a:ahLst/>
              <a:cxnLst/>
              <a:rect l="l" t="t" r="r" b="b"/>
              <a:pathLst>
                <a:path w="168910" h="6350">
                  <a:moveTo>
                    <a:pt x="78739" y="3937"/>
                  </a:moveTo>
                  <a:lnTo>
                    <a:pt x="0" y="3937"/>
                  </a:lnTo>
                  <a:lnTo>
                    <a:pt x="0" y="6350"/>
                  </a:lnTo>
                  <a:lnTo>
                    <a:pt x="78739" y="6350"/>
                  </a:lnTo>
                  <a:lnTo>
                    <a:pt x="78739" y="3937"/>
                  </a:lnTo>
                  <a:close/>
                </a:path>
                <a:path w="168910" h="6350">
                  <a:moveTo>
                    <a:pt x="168909" y="5079"/>
                  </a:moveTo>
                  <a:lnTo>
                    <a:pt x="80009" y="5079"/>
                  </a:lnTo>
                  <a:lnTo>
                    <a:pt x="80009" y="6350"/>
                  </a:lnTo>
                  <a:lnTo>
                    <a:pt x="168910" y="6350"/>
                  </a:lnTo>
                  <a:lnTo>
                    <a:pt x="168909" y="5079"/>
                  </a:lnTo>
                  <a:close/>
                </a:path>
                <a:path w="168910" h="6350">
                  <a:moveTo>
                    <a:pt x="82550" y="3810"/>
                  </a:moveTo>
                  <a:lnTo>
                    <a:pt x="81279" y="3810"/>
                  </a:lnTo>
                  <a:lnTo>
                    <a:pt x="81279" y="5079"/>
                  </a:lnTo>
                  <a:lnTo>
                    <a:pt x="167639" y="5079"/>
                  </a:lnTo>
                  <a:lnTo>
                    <a:pt x="167639" y="3937"/>
                  </a:lnTo>
                  <a:lnTo>
                    <a:pt x="82550" y="3937"/>
                  </a:lnTo>
                  <a:close/>
                </a:path>
                <a:path w="168910" h="6350">
                  <a:moveTo>
                    <a:pt x="83819" y="1269"/>
                  </a:moveTo>
                  <a:lnTo>
                    <a:pt x="82550" y="1269"/>
                  </a:lnTo>
                  <a:lnTo>
                    <a:pt x="82550" y="3810"/>
                  </a:lnTo>
                  <a:lnTo>
                    <a:pt x="167639" y="3810"/>
                  </a:lnTo>
                  <a:lnTo>
                    <a:pt x="167639" y="2539"/>
                  </a:lnTo>
                  <a:lnTo>
                    <a:pt x="166369" y="2539"/>
                  </a:lnTo>
                  <a:lnTo>
                    <a:pt x="166369" y="1397"/>
                  </a:lnTo>
                  <a:lnTo>
                    <a:pt x="83819" y="1397"/>
                  </a:lnTo>
                  <a:lnTo>
                    <a:pt x="83819" y="1269"/>
                  </a:lnTo>
                  <a:close/>
                </a:path>
                <a:path w="168910" h="6350">
                  <a:moveTo>
                    <a:pt x="165100" y="0"/>
                  </a:moveTo>
                  <a:lnTo>
                    <a:pt x="83819" y="0"/>
                  </a:lnTo>
                  <a:lnTo>
                    <a:pt x="83819" y="1269"/>
                  </a:lnTo>
                  <a:lnTo>
                    <a:pt x="166369" y="1269"/>
                  </a:lnTo>
                  <a:lnTo>
                    <a:pt x="166369" y="126"/>
                  </a:lnTo>
                  <a:lnTo>
                    <a:pt x="165100" y="126"/>
                  </a:lnTo>
                  <a:close/>
                </a:path>
                <a:path w="168910" h="6350">
                  <a:moveTo>
                    <a:pt x="78739" y="1397"/>
                  </a:moveTo>
                  <a:lnTo>
                    <a:pt x="0" y="1397"/>
                  </a:lnTo>
                  <a:lnTo>
                    <a:pt x="0" y="3810"/>
                  </a:lnTo>
                  <a:lnTo>
                    <a:pt x="78739" y="3810"/>
                  </a:lnTo>
                  <a:lnTo>
                    <a:pt x="78739" y="1397"/>
                  </a:lnTo>
                  <a:close/>
                </a:path>
                <a:path w="168910" h="6350">
                  <a:moveTo>
                    <a:pt x="78739" y="0"/>
                  </a:moveTo>
                  <a:lnTo>
                    <a:pt x="0" y="0"/>
                  </a:lnTo>
                  <a:lnTo>
                    <a:pt x="0" y="1269"/>
                  </a:lnTo>
                  <a:lnTo>
                    <a:pt x="78739" y="1269"/>
                  </a:lnTo>
                  <a:lnTo>
                    <a:pt x="78739" y="0"/>
                  </a:lnTo>
                  <a:close/>
                </a:path>
              </a:pathLst>
            </a:custGeom>
            <a:solidFill>
              <a:srgbClr val="043004"/>
            </a:solidFill>
          </p:spPr>
          <p:txBody>
            <a:bodyPr wrap="square" lIns="0" tIns="0" rIns="0" bIns="0" rtlCol="0"/>
            <a:lstStyle/>
            <a:p/>
          </p:txBody>
        </p:sp>
        <p:sp>
          <p:nvSpPr>
            <p:cNvPr id="604" name="object 604"/>
            <p:cNvSpPr/>
            <p:nvPr/>
          </p:nvSpPr>
          <p:spPr>
            <a:xfrm>
              <a:off x="1794510" y="1098549"/>
              <a:ext cx="171450" cy="7620"/>
            </a:xfrm>
            <a:custGeom>
              <a:avLst/>
              <a:gdLst/>
              <a:ahLst/>
              <a:cxnLst/>
              <a:rect l="l" t="t" r="r" b="b"/>
              <a:pathLst>
                <a:path w="171450" h="7619">
                  <a:moveTo>
                    <a:pt x="171450" y="5080"/>
                  </a:moveTo>
                  <a:lnTo>
                    <a:pt x="170180" y="5080"/>
                  </a:lnTo>
                  <a:lnTo>
                    <a:pt x="170180" y="1270"/>
                  </a:lnTo>
                  <a:lnTo>
                    <a:pt x="168910" y="1270"/>
                  </a:lnTo>
                  <a:lnTo>
                    <a:pt x="168910" y="127"/>
                  </a:lnTo>
                  <a:lnTo>
                    <a:pt x="168910" y="0"/>
                  </a:lnTo>
                  <a:lnTo>
                    <a:pt x="80010" y="0"/>
                  </a:lnTo>
                  <a:lnTo>
                    <a:pt x="0" y="0"/>
                  </a:lnTo>
                  <a:lnTo>
                    <a:pt x="0" y="1270"/>
                  </a:lnTo>
                  <a:lnTo>
                    <a:pt x="0" y="5080"/>
                  </a:lnTo>
                  <a:lnTo>
                    <a:pt x="0" y="7620"/>
                  </a:lnTo>
                  <a:lnTo>
                    <a:pt x="171450" y="7620"/>
                  </a:lnTo>
                  <a:lnTo>
                    <a:pt x="171450" y="5080"/>
                  </a:lnTo>
                  <a:close/>
                </a:path>
              </a:pathLst>
            </a:custGeom>
            <a:solidFill>
              <a:srgbClr val="053005"/>
            </a:solidFill>
          </p:spPr>
          <p:txBody>
            <a:bodyPr wrap="square" lIns="0" tIns="0" rIns="0" bIns="0" rtlCol="0"/>
            <a:lstStyle/>
            <a:p/>
          </p:txBody>
        </p:sp>
        <p:sp>
          <p:nvSpPr>
            <p:cNvPr id="605" name="object 605"/>
            <p:cNvSpPr/>
            <p:nvPr/>
          </p:nvSpPr>
          <p:spPr>
            <a:xfrm>
              <a:off x="1794510" y="1106169"/>
              <a:ext cx="173990" cy="7620"/>
            </a:xfrm>
            <a:custGeom>
              <a:avLst/>
              <a:gdLst/>
              <a:ahLst/>
              <a:cxnLst/>
              <a:rect l="l" t="t" r="r" b="b"/>
              <a:pathLst>
                <a:path w="173989" h="7619">
                  <a:moveTo>
                    <a:pt x="173990" y="5080"/>
                  </a:moveTo>
                  <a:lnTo>
                    <a:pt x="172720" y="5080"/>
                  </a:lnTo>
                  <a:lnTo>
                    <a:pt x="172720" y="1270"/>
                  </a:lnTo>
                  <a:lnTo>
                    <a:pt x="171450" y="1270"/>
                  </a:lnTo>
                  <a:lnTo>
                    <a:pt x="171450" y="0"/>
                  </a:lnTo>
                  <a:lnTo>
                    <a:pt x="0" y="0"/>
                  </a:lnTo>
                  <a:lnTo>
                    <a:pt x="0" y="1270"/>
                  </a:lnTo>
                  <a:lnTo>
                    <a:pt x="0" y="5080"/>
                  </a:lnTo>
                  <a:lnTo>
                    <a:pt x="0" y="7620"/>
                  </a:lnTo>
                  <a:lnTo>
                    <a:pt x="173990" y="7620"/>
                  </a:lnTo>
                  <a:lnTo>
                    <a:pt x="173990" y="5080"/>
                  </a:lnTo>
                  <a:close/>
                </a:path>
              </a:pathLst>
            </a:custGeom>
            <a:solidFill>
              <a:srgbClr val="062F06"/>
            </a:solidFill>
          </p:spPr>
          <p:txBody>
            <a:bodyPr wrap="square" lIns="0" tIns="0" rIns="0" bIns="0" rtlCol="0"/>
            <a:lstStyle/>
            <a:p/>
          </p:txBody>
        </p:sp>
        <p:sp>
          <p:nvSpPr>
            <p:cNvPr id="606" name="object 606"/>
            <p:cNvSpPr/>
            <p:nvPr/>
          </p:nvSpPr>
          <p:spPr>
            <a:xfrm>
              <a:off x="1794510" y="1113789"/>
              <a:ext cx="176530" cy="7620"/>
            </a:xfrm>
            <a:custGeom>
              <a:avLst/>
              <a:gdLst/>
              <a:ahLst/>
              <a:cxnLst/>
              <a:rect l="l" t="t" r="r" b="b"/>
              <a:pathLst>
                <a:path w="176530" h="7619">
                  <a:moveTo>
                    <a:pt x="176530" y="3810"/>
                  </a:moveTo>
                  <a:lnTo>
                    <a:pt x="175260" y="3810"/>
                  </a:lnTo>
                  <a:lnTo>
                    <a:pt x="175260" y="0"/>
                  </a:lnTo>
                  <a:lnTo>
                    <a:pt x="0" y="0"/>
                  </a:lnTo>
                  <a:lnTo>
                    <a:pt x="0" y="3810"/>
                  </a:lnTo>
                  <a:lnTo>
                    <a:pt x="0" y="7620"/>
                  </a:lnTo>
                  <a:lnTo>
                    <a:pt x="176530" y="7620"/>
                  </a:lnTo>
                  <a:lnTo>
                    <a:pt x="176530" y="3810"/>
                  </a:lnTo>
                  <a:close/>
                </a:path>
              </a:pathLst>
            </a:custGeom>
            <a:solidFill>
              <a:srgbClr val="072F07"/>
            </a:solidFill>
          </p:spPr>
          <p:txBody>
            <a:bodyPr wrap="square" lIns="0" tIns="0" rIns="0" bIns="0" rtlCol="0"/>
            <a:lstStyle/>
            <a:p/>
          </p:txBody>
        </p:sp>
        <p:sp>
          <p:nvSpPr>
            <p:cNvPr id="607" name="object 607"/>
            <p:cNvSpPr/>
            <p:nvPr/>
          </p:nvSpPr>
          <p:spPr>
            <a:xfrm>
              <a:off x="1794510" y="1121409"/>
              <a:ext cx="179070" cy="6350"/>
            </a:xfrm>
            <a:custGeom>
              <a:avLst/>
              <a:gdLst/>
              <a:ahLst/>
              <a:cxnLst/>
              <a:rect l="l" t="t" r="r" b="b"/>
              <a:pathLst>
                <a:path w="179069" h="6350">
                  <a:moveTo>
                    <a:pt x="177800" y="0"/>
                  </a:moveTo>
                  <a:lnTo>
                    <a:pt x="0" y="0"/>
                  </a:lnTo>
                  <a:lnTo>
                    <a:pt x="0" y="5080"/>
                  </a:lnTo>
                  <a:lnTo>
                    <a:pt x="177800" y="5080"/>
                  </a:lnTo>
                  <a:lnTo>
                    <a:pt x="177800" y="0"/>
                  </a:lnTo>
                  <a:close/>
                </a:path>
                <a:path w="179069" h="6350">
                  <a:moveTo>
                    <a:pt x="179070" y="5092"/>
                  </a:moveTo>
                  <a:lnTo>
                    <a:pt x="0" y="5092"/>
                  </a:lnTo>
                  <a:lnTo>
                    <a:pt x="0" y="6350"/>
                  </a:lnTo>
                  <a:lnTo>
                    <a:pt x="179070" y="6350"/>
                  </a:lnTo>
                  <a:lnTo>
                    <a:pt x="179070" y="5092"/>
                  </a:lnTo>
                  <a:close/>
                </a:path>
              </a:pathLst>
            </a:custGeom>
            <a:solidFill>
              <a:srgbClr val="082F08"/>
            </a:solidFill>
          </p:spPr>
          <p:txBody>
            <a:bodyPr wrap="square" lIns="0" tIns="0" rIns="0" bIns="0" rtlCol="0"/>
            <a:lstStyle/>
            <a:p/>
          </p:txBody>
        </p:sp>
        <p:sp>
          <p:nvSpPr>
            <p:cNvPr id="608" name="object 608"/>
            <p:cNvSpPr/>
            <p:nvPr/>
          </p:nvSpPr>
          <p:spPr>
            <a:xfrm>
              <a:off x="1794510" y="1127759"/>
              <a:ext cx="180340" cy="7620"/>
            </a:xfrm>
            <a:custGeom>
              <a:avLst/>
              <a:gdLst/>
              <a:ahLst/>
              <a:cxnLst/>
              <a:rect l="l" t="t" r="r" b="b"/>
              <a:pathLst>
                <a:path w="180339" h="7619">
                  <a:moveTo>
                    <a:pt x="180340" y="3810"/>
                  </a:moveTo>
                  <a:lnTo>
                    <a:pt x="179070" y="3810"/>
                  </a:lnTo>
                  <a:lnTo>
                    <a:pt x="179070" y="0"/>
                  </a:lnTo>
                  <a:lnTo>
                    <a:pt x="0" y="0"/>
                  </a:lnTo>
                  <a:lnTo>
                    <a:pt x="0" y="3810"/>
                  </a:lnTo>
                  <a:lnTo>
                    <a:pt x="0" y="7620"/>
                  </a:lnTo>
                  <a:lnTo>
                    <a:pt x="180340" y="7620"/>
                  </a:lnTo>
                  <a:lnTo>
                    <a:pt x="180340" y="3810"/>
                  </a:lnTo>
                  <a:close/>
                </a:path>
              </a:pathLst>
            </a:custGeom>
            <a:solidFill>
              <a:srgbClr val="0A2E0A"/>
            </a:solidFill>
          </p:spPr>
          <p:txBody>
            <a:bodyPr wrap="square" lIns="0" tIns="0" rIns="0" bIns="0" rtlCol="0"/>
            <a:lstStyle/>
            <a:p/>
          </p:txBody>
        </p:sp>
        <p:sp>
          <p:nvSpPr>
            <p:cNvPr id="609" name="object 609"/>
            <p:cNvSpPr/>
            <p:nvPr/>
          </p:nvSpPr>
          <p:spPr>
            <a:xfrm>
              <a:off x="1794510" y="1135379"/>
              <a:ext cx="181610" cy="7620"/>
            </a:xfrm>
            <a:custGeom>
              <a:avLst/>
              <a:gdLst/>
              <a:ahLst/>
              <a:cxnLst/>
              <a:rect l="l" t="t" r="r" b="b"/>
              <a:pathLst>
                <a:path w="181610" h="7619">
                  <a:moveTo>
                    <a:pt x="181610" y="1270"/>
                  </a:moveTo>
                  <a:lnTo>
                    <a:pt x="180340" y="1270"/>
                  </a:lnTo>
                  <a:lnTo>
                    <a:pt x="180340" y="0"/>
                  </a:lnTo>
                  <a:lnTo>
                    <a:pt x="0" y="0"/>
                  </a:lnTo>
                  <a:lnTo>
                    <a:pt x="0" y="1270"/>
                  </a:lnTo>
                  <a:lnTo>
                    <a:pt x="0" y="7620"/>
                  </a:lnTo>
                  <a:lnTo>
                    <a:pt x="181610" y="7620"/>
                  </a:lnTo>
                  <a:lnTo>
                    <a:pt x="181610" y="1270"/>
                  </a:lnTo>
                  <a:close/>
                </a:path>
              </a:pathLst>
            </a:custGeom>
            <a:solidFill>
              <a:srgbClr val="0B2E0B"/>
            </a:solidFill>
          </p:spPr>
          <p:txBody>
            <a:bodyPr wrap="square" lIns="0" tIns="0" rIns="0" bIns="0" rtlCol="0"/>
            <a:lstStyle/>
            <a:p/>
          </p:txBody>
        </p:sp>
        <p:sp>
          <p:nvSpPr>
            <p:cNvPr id="610" name="object 610"/>
            <p:cNvSpPr/>
            <p:nvPr/>
          </p:nvSpPr>
          <p:spPr>
            <a:xfrm>
              <a:off x="1794510" y="1142999"/>
              <a:ext cx="184150" cy="7620"/>
            </a:xfrm>
            <a:custGeom>
              <a:avLst/>
              <a:gdLst/>
              <a:ahLst/>
              <a:cxnLst/>
              <a:rect l="l" t="t" r="r" b="b"/>
              <a:pathLst>
                <a:path w="184150" h="7619">
                  <a:moveTo>
                    <a:pt x="184150" y="5080"/>
                  </a:moveTo>
                  <a:lnTo>
                    <a:pt x="182880" y="5080"/>
                  </a:lnTo>
                  <a:lnTo>
                    <a:pt x="182880" y="0"/>
                  </a:lnTo>
                  <a:lnTo>
                    <a:pt x="0" y="0"/>
                  </a:lnTo>
                  <a:lnTo>
                    <a:pt x="0" y="5080"/>
                  </a:lnTo>
                  <a:lnTo>
                    <a:pt x="0" y="7620"/>
                  </a:lnTo>
                  <a:lnTo>
                    <a:pt x="184150" y="7620"/>
                  </a:lnTo>
                  <a:lnTo>
                    <a:pt x="184150" y="5080"/>
                  </a:lnTo>
                  <a:close/>
                </a:path>
              </a:pathLst>
            </a:custGeom>
            <a:solidFill>
              <a:srgbClr val="0C2D0C"/>
            </a:solidFill>
          </p:spPr>
          <p:txBody>
            <a:bodyPr wrap="square" lIns="0" tIns="0" rIns="0" bIns="0" rtlCol="0"/>
            <a:lstStyle/>
            <a:p/>
          </p:txBody>
        </p:sp>
        <p:sp>
          <p:nvSpPr>
            <p:cNvPr id="611" name="object 611"/>
            <p:cNvSpPr/>
            <p:nvPr/>
          </p:nvSpPr>
          <p:spPr>
            <a:xfrm>
              <a:off x="1794510" y="1150619"/>
              <a:ext cx="185420" cy="6350"/>
            </a:xfrm>
            <a:custGeom>
              <a:avLst/>
              <a:gdLst/>
              <a:ahLst/>
              <a:cxnLst/>
              <a:rect l="l" t="t" r="r" b="b"/>
              <a:pathLst>
                <a:path w="185419" h="6350">
                  <a:moveTo>
                    <a:pt x="185420" y="3810"/>
                  </a:moveTo>
                  <a:lnTo>
                    <a:pt x="184150" y="3810"/>
                  </a:lnTo>
                  <a:lnTo>
                    <a:pt x="184150" y="0"/>
                  </a:lnTo>
                  <a:lnTo>
                    <a:pt x="0" y="0"/>
                  </a:lnTo>
                  <a:lnTo>
                    <a:pt x="0" y="3810"/>
                  </a:lnTo>
                  <a:lnTo>
                    <a:pt x="0" y="6350"/>
                  </a:lnTo>
                  <a:lnTo>
                    <a:pt x="185420" y="6350"/>
                  </a:lnTo>
                  <a:lnTo>
                    <a:pt x="185420" y="3810"/>
                  </a:lnTo>
                  <a:close/>
                </a:path>
              </a:pathLst>
            </a:custGeom>
            <a:solidFill>
              <a:srgbClr val="0D2D0D"/>
            </a:solidFill>
          </p:spPr>
          <p:txBody>
            <a:bodyPr wrap="square" lIns="0" tIns="0" rIns="0" bIns="0" rtlCol="0"/>
            <a:lstStyle/>
            <a:p/>
          </p:txBody>
        </p:sp>
        <p:sp>
          <p:nvSpPr>
            <p:cNvPr id="612" name="object 612"/>
            <p:cNvSpPr/>
            <p:nvPr/>
          </p:nvSpPr>
          <p:spPr>
            <a:xfrm>
              <a:off x="1794510" y="1156969"/>
              <a:ext cx="186690" cy="7620"/>
            </a:xfrm>
            <a:custGeom>
              <a:avLst/>
              <a:gdLst/>
              <a:ahLst/>
              <a:cxnLst/>
              <a:rect l="l" t="t" r="r" b="b"/>
              <a:pathLst>
                <a:path w="186689" h="7619">
                  <a:moveTo>
                    <a:pt x="185420" y="0"/>
                  </a:moveTo>
                  <a:lnTo>
                    <a:pt x="0" y="0"/>
                  </a:lnTo>
                  <a:lnTo>
                    <a:pt x="0" y="3810"/>
                  </a:lnTo>
                  <a:lnTo>
                    <a:pt x="185420" y="3810"/>
                  </a:lnTo>
                  <a:lnTo>
                    <a:pt x="185420" y="0"/>
                  </a:lnTo>
                  <a:close/>
                </a:path>
                <a:path w="186689" h="7619">
                  <a:moveTo>
                    <a:pt x="186690" y="3822"/>
                  </a:moveTo>
                  <a:lnTo>
                    <a:pt x="0" y="3822"/>
                  </a:lnTo>
                  <a:lnTo>
                    <a:pt x="0" y="7620"/>
                  </a:lnTo>
                  <a:lnTo>
                    <a:pt x="186690" y="7620"/>
                  </a:lnTo>
                  <a:lnTo>
                    <a:pt x="186690" y="3822"/>
                  </a:lnTo>
                  <a:close/>
                </a:path>
              </a:pathLst>
            </a:custGeom>
            <a:solidFill>
              <a:srgbClr val="0E2C0E"/>
            </a:solidFill>
          </p:spPr>
          <p:txBody>
            <a:bodyPr wrap="square" lIns="0" tIns="0" rIns="0" bIns="0" rtlCol="0"/>
            <a:lstStyle/>
            <a:p/>
          </p:txBody>
        </p:sp>
        <p:sp>
          <p:nvSpPr>
            <p:cNvPr id="613" name="object 613"/>
            <p:cNvSpPr/>
            <p:nvPr/>
          </p:nvSpPr>
          <p:spPr>
            <a:xfrm>
              <a:off x="1794510" y="1164589"/>
              <a:ext cx="187960" cy="7620"/>
            </a:xfrm>
            <a:custGeom>
              <a:avLst/>
              <a:gdLst/>
              <a:ahLst/>
              <a:cxnLst/>
              <a:rect l="l" t="t" r="r" b="b"/>
              <a:pathLst>
                <a:path w="187960" h="7619">
                  <a:moveTo>
                    <a:pt x="187960" y="1270"/>
                  </a:moveTo>
                  <a:lnTo>
                    <a:pt x="186690" y="1270"/>
                  </a:lnTo>
                  <a:lnTo>
                    <a:pt x="186690" y="0"/>
                  </a:lnTo>
                  <a:lnTo>
                    <a:pt x="0" y="0"/>
                  </a:lnTo>
                  <a:lnTo>
                    <a:pt x="0" y="1270"/>
                  </a:lnTo>
                  <a:lnTo>
                    <a:pt x="0" y="7620"/>
                  </a:lnTo>
                  <a:lnTo>
                    <a:pt x="187960" y="7620"/>
                  </a:lnTo>
                  <a:lnTo>
                    <a:pt x="187960" y="1270"/>
                  </a:lnTo>
                  <a:close/>
                </a:path>
              </a:pathLst>
            </a:custGeom>
            <a:solidFill>
              <a:srgbClr val="0F2C0F"/>
            </a:solidFill>
          </p:spPr>
          <p:txBody>
            <a:bodyPr wrap="square" lIns="0" tIns="0" rIns="0" bIns="0" rtlCol="0"/>
            <a:lstStyle/>
            <a:p/>
          </p:txBody>
        </p:sp>
        <p:sp>
          <p:nvSpPr>
            <p:cNvPr id="614" name="object 614"/>
            <p:cNvSpPr/>
            <p:nvPr/>
          </p:nvSpPr>
          <p:spPr>
            <a:xfrm>
              <a:off x="1794510" y="1172209"/>
              <a:ext cx="189230" cy="6350"/>
            </a:xfrm>
            <a:custGeom>
              <a:avLst/>
              <a:gdLst/>
              <a:ahLst/>
              <a:cxnLst/>
              <a:rect l="l" t="t" r="r" b="b"/>
              <a:pathLst>
                <a:path w="189230" h="6350">
                  <a:moveTo>
                    <a:pt x="0" y="6350"/>
                  </a:moveTo>
                  <a:lnTo>
                    <a:pt x="0" y="0"/>
                  </a:lnTo>
                  <a:lnTo>
                    <a:pt x="189230" y="0"/>
                  </a:lnTo>
                  <a:lnTo>
                    <a:pt x="189230" y="6350"/>
                  </a:lnTo>
                  <a:lnTo>
                    <a:pt x="0" y="6350"/>
                  </a:lnTo>
                  <a:close/>
                </a:path>
              </a:pathLst>
            </a:custGeom>
            <a:solidFill>
              <a:srgbClr val="102B10"/>
            </a:solidFill>
          </p:spPr>
          <p:txBody>
            <a:bodyPr wrap="square" lIns="0" tIns="0" rIns="0" bIns="0" rtlCol="0"/>
            <a:lstStyle/>
            <a:p/>
          </p:txBody>
        </p:sp>
        <p:sp>
          <p:nvSpPr>
            <p:cNvPr id="615" name="object 615"/>
            <p:cNvSpPr/>
            <p:nvPr/>
          </p:nvSpPr>
          <p:spPr>
            <a:xfrm>
              <a:off x="1794510" y="1178559"/>
              <a:ext cx="190500" cy="7620"/>
            </a:xfrm>
            <a:custGeom>
              <a:avLst/>
              <a:gdLst/>
              <a:ahLst/>
              <a:cxnLst/>
              <a:rect l="l" t="t" r="r" b="b"/>
              <a:pathLst>
                <a:path w="190500" h="7619">
                  <a:moveTo>
                    <a:pt x="190500" y="1270"/>
                  </a:moveTo>
                  <a:lnTo>
                    <a:pt x="189230" y="1270"/>
                  </a:lnTo>
                  <a:lnTo>
                    <a:pt x="189230" y="0"/>
                  </a:lnTo>
                  <a:lnTo>
                    <a:pt x="0" y="0"/>
                  </a:lnTo>
                  <a:lnTo>
                    <a:pt x="0" y="1270"/>
                  </a:lnTo>
                  <a:lnTo>
                    <a:pt x="0" y="7620"/>
                  </a:lnTo>
                  <a:lnTo>
                    <a:pt x="190500" y="7620"/>
                  </a:lnTo>
                  <a:lnTo>
                    <a:pt x="190500" y="1270"/>
                  </a:lnTo>
                  <a:close/>
                </a:path>
              </a:pathLst>
            </a:custGeom>
            <a:solidFill>
              <a:srgbClr val="112B11"/>
            </a:solidFill>
          </p:spPr>
          <p:txBody>
            <a:bodyPr wrap="square" lIns="0" tIns="0" rIns="0" bIns="0" rtlCol="0"/>
            <a:lstStyle/>
            <a:p/>
          </p:txBody>
        </p:sp>
        <p:sp>
          <p:nvSpPr>
            <p:cNvPr id="616" name="object 616"/>
            <p:cNvSpPr/>
            <p:nvPr/>
          </p:nvSpPr>
          <p:spPr>
            <a:xfrm>
              <a:off x="1794510" y="1186179"/>
              <a:ext cx="191770" cy="7620"/>
            </a:xfrm>
            <a:custGeom>
              <a:avLst/>
              <a:gdLst/>
              <a:ahLst/>
              <a:cxnLst/>
              <a:rect l="l" t="t" r="r" b="b"/>
              <a:pathLst>
                <a:path w="191769" h="7619">
                  <a:moveTo>
                    <a:pt x="191770" y="1270"/>
                  </a:moveTo>
                  <a:lnTo>
                    <a:pt x="190500" y="1270"/>
                  </a:lnTo>
                  <a:lnTo>
                    <a:pt x="190500" y="0"/>
                  </a:lnTo>
                  <a:lnTo>
                    <a:pt x="0" y="0"/>
                  </a:lnTo>
                  <a:lnTo>
                    <a:pt x="0" y="1270"/>
                  </a:lnTo>
                  <a:lnTo>
                    <a:pt x="0" y="7620"/>
                  </a:lnTo>
                  <a:lnTo>
                    <a:pt x="191770" y="7620"/>
                  </a:lnTo>
                  <a:lnTo>
                    <a:pt x="191770" y="1270"/>
                  </a:lnTo>
                  <a:close/>
                </a:path>
              </a:pathLst>
            </a:custGeom>
            <a:solidFill>
              <a:srgbClr val="122B12"/>
            </a:solidFill>
          </p:spPr>
          <p:txBody>
            <a:bodyPr wrap="square" lIns="0" tIns="0" rIns="0" bIns="0" rtlCol="0"/>
            <a:lstStyle/>
            <a:p/>
          </p:txBody>
        </p:sp>
        <p:sp>
          <p:nvSpPr>
            <p:cNvPr id="617" name="object 617"/>
            <p:cNvSpPr/>
            <p:nvPr/>
          </p:nvSpPr>
          <p:spPr>
            <a:xfrm>
              <a:off x="1794510" y="1193799"/>
              <a:ext cx="193040" cy="7620"/>
            </a:xfrm>
            <a:custGeom>
              <a:avLst/>
              <a:gdLst/>
              <a:ahLst/>
              <a:cxnLst/>
              <a:rect l="l" t="t" r="r" b="b"/>
              <a:pathLst>
                <a:path w="193039" h="7619">
                  <a:moveTo>
                    <a:pt x="193040" y="2540"/>
                  </a:moveTo>
                  <a:lnTo>
                    <a:pt x="191770" y="2540"/>
                  </a:lnTo>
                  <a:lnTo>
                    <a:pt x="191770" y="0"/>
                  </a:lnTo>
                  <a:lnTo>
                    <a:pt x="0" y="0"/>
                  </a:lnTo>
                  <a:lnTo>
                    <a:pt x="0" y="2540"/>
                  </a:lnTo>
                  <a:lnTo>
                    <a:pt x="0" y="7620"/>
                  </a:lnTo>
                  <a:lnTo>
                    <a:pt x="193040" y="7620"/>
                  </a:lnTo>
                  <a:lnTo>
                    <a:pt x="193040" y="2540"/>
                  </a:lnTo>
                  <a:close/>
                </a:path>
              </a:pathLst>
            </a:custGeom>
            <a:solidFill>
              <a:srgbClr val="132A13"/>
            </a:solidFill>
          </p:spPr>
          <p:txBody>
            <a:bodyPr wrap="square" lIns="0" tIns="0" rIns="0" bIns="0" rtlCol="0"/>
            <a:lstStyle/>
            <a:p/>
          </p:txBody>
        </p:sp>
        <p:sp>
          <p:nvSpPr>
            <p:cNvPr id="618" name="object 618"/>
            <p:cNvSpPr/>
            <p:nvPr/>
          </p:nvSpPr>
          <p:spPr>
            <a:xfrm>
              <a:off x="1794510" y="1201419"/>
              <a:ext cx="194310" cy="6350"/>
            </a:xfrm>
            <a:custGeom>
              <a:avLst/>
              <a:gdLst/>
              <a:ahLst/>
              <a:cxnLst/>
              <a:rect l="l" t="t" r="r" b="b"/>
              <a:pathLst>
                <a:path w="194310" h="6350">
                  <a:moveTo>
                    <a:pt x="193040" y="0"/>
                  </a:moveTo>
                  <a:lnTo>
                    <a:pt x="0" y="0"/>
                  </a:lnTo>
                  <a:lnTo>
                    <a:pt x="0" y="3810"/>
                  </a:lnTo>
                  <a:lnTo>
                    <a:pt x="193040" y="3810"/>
                  </a:lnTo>
                  <a:lnTo>
                    <a:pt x="193040" y="0"/>
                  </a:lnTo>
                  <a:close/>
                </a:path>
                <a:path w="194310" h="6350">
                  <a:moveTo>
                    <a:pt x="194310" y="3822"/>
                  </a:moveTo>
                  <a:lnTo>
                    <a:pt x="0" y="3822"/>
                  </a:lnTo>
                  <a:lnTo>
                    <a:pt x="0" y="6350"/>
                  </a:lnTo>
                  <a:lnTo>
                    <a:pt x="194310" y="6350"/>
                  </a:lnTo>
                  <a:lnTo>
                    <a:pt x="194310" y="3822"/>
                  </a:lnTo>
                  <a:close/>
                </a:path>
              </a:pathLst>
            </a:custGeom>
            <a:solidFill>
              <a:srgbClr val="152A15"/>
            </a:solidFill>
          </p:spPr>
          <p:txBody>
            <a:bodyPr wrap="square" lIns="0" tIns="0" rIns="0" bIns="0" rtlCol="0"/>
            <a:lstStyle/>
            <a:p/>
          </p:txBody>
        </p:sp>
        <p:sp>
          <p:nvSpPr>
            <p:cNvPr id="619" name="object 619"/>
            <p:cNvSpPr/>
            <p:nvPr/>
          </p:nvSpPr>
          <p:spPr>
            <a:xfrm>
              <a:off x="1794510" y="1207769"/>
              <a:ext cx="195580" cy="7620"/>
            </a:xfrm>
            <a:custGeom>
              <a:avLst/>
              <a:gdLst/>
              <a:ahLst/>
              <a:cxnLst/>
              <a:rect l="l" t="t" r="r" b="b"/>
              <a:pathLst>
                <a:path w="195580" h="7619">
                  <a:moveTo>
                    <a:pt x="195580" y="6350"/>
                  </a:moveTo>
                  <a:lnTo>
                    <a:pt x="194310" y="6350"/>
                  </a:lnTo>
                  <a:lnTo>
                    <a:pt x="194310" y="0"/>
                  </a:lnTo>
                  <a:lnTo>
                    <a:pt x="0" y="0"/>
                  </a:lnTo>
                  <a:lnTo>
                    <a:pt x="0" y="6350"/>
                  </a:lnTo>
                  <a:lnTo>
                    <a:pt x="0" y="7620"/>
                  </a:lnTo>
                  <a:lnTo>
                    <a:pt x="195580" y="7620"/>
                  </a:lnTo>
                  <a:lnTo>
                    <a:pt x="195580" y="6350"/>
                  </a:lnTo>
                  <a:close/>
                </a:path>
              </a:pathLst>
            </a:custGeom>
            <a:solidFill>
              <a:srgbClr val="162916"/>
            </a:solidFill>
          </p:spPr>
          <p:txBody>
            <a:bodyPr wrap="square" lIns="0" tIns="0" rIns="0" bIns="0" rtlCol="0"/>
            <a:lstStyle/>
            <a:p/>
          </p:txBody>
        </p:sp>
        <p:sp>
          <p:nvSpPr>
            <p:cNvPr id="620" name="object 620"/>
            <p:cNvSpPr/>
            <p:nvPr/>
          </p:nvSpPr>
          <p:spPr>
            <a:xfrm>
              <a:off x="1794510" y="1215389"/>
              <a:ext cx="195580" cy="7620"/>
            </a:xfrm>
            <a:custGeom>
              <a:avLst/>
              <a:gdLst/>
              <a:ahLst/>
              <a:cxnLst/>
              <a:rect l="l" t="t" r="r" b="b"/>
              <a:pathLst>
                <a:path w="195580" h="7619">
                  <a:moveTo>
                    <a:pt x="195580" y="0"/>
                  </a:moveTo>
                  <a:lnTo>
                    <a:pt x="0" y="0"/>
                  </a:lnTo>
                  <a:lnTo>
                    <a:pt x="0" y="7620"/>
                  </a:lnTo>
                  <a:lnTo>
                    <a:pt x="195580" y="7620"/>
                  </a:lnTo>
                  <a:lnTo>
                    <a:pt x="195580" y="0"/>
                  </a:lnTo>
                  <a:close/>
                </a:path>
              </a:pathLst>
            </a:custGeom>
            <a:solidFill>
              <a:srgbClr val="172917"/>
            </a:solidFill>
          </p:spPr>
          <p:txBody>
            <a:bodyPr wrap="square" lIns="0" tIns="0" rIns="0" bIns="0" rtlCol="0"/>
            <a:lstStyle/>
            <a:p/>
          </p:txBody>
        </p:sp>
        <p:sp>
          <p:nvSpPr>
            <p:cNvPr id="621" name="object 621"/>
            <p:cNvSpPr/>
            <p:nvPr/>
          </p:nvSpPr>
          <p:spPr>
            <a:xfrm>
              <a:off x="1794510" y="122300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82818"/>
            </a:solidFill>
          </p:spPr>
          <p:txBody>
            <a:bodyPr wrap="square" lIns="0" tIns="0" rIns="0" bIns="0" rtlCol="0"/>
            <a:lstStyle/>
            <a:p/>
          </p:txBody>
        </p:sp>
        <p:sp>
          <p:nvSpPr>
            <p:cNvPr id="622" name="object 622"/>
            <p:cNvSpPr/>
            <p:nvPr/>
          </p:nvSpPr>
          <p:spPr>
            <a:xfrm>
              <a:off x="1794510" y="1229359"/>
              <a:ext cx="198120" cy="7620"/>
            </a:xfrm>
            <a:custGeom>
              <a:avLst/>
              <a:gdLst/>
              <a:ahLst/>
              <a:cxnLst/>
              <a:rect l="l" t="t" r="r" b="b"/>
              <a:pathLst>
                <a:path w="198119" h="7619">
                  <a:moveTo>
                    <a:pt x="198120" y="2540"/>
                  </a:moveTo>
                  <a:lnTo>
                    <a:pt x="196850" y="2540"/>
                  </a:lnTo>
                  <a:lnTo>
                    <a:pt x="196850" y="0"/>
                  </a:lnTo>
                  <a:lnTo>
                    <a:pt x="0" y="0"/>
                  </a:lnTo>
                  <a:lnTo>
                    <a:pt x="0" y="2540"/>
                  </a:lnTo>
                  <a:lnTo>
                    <a:pt x="0" y="7620"/>
                  </a:lnTo>
                  <a:lnTo>
                    <a:pt x="198120" y="7620"/>
                  </a:lnTo>
                  <a:lnTo>
                    <a:pt x="198120" y="2540"/>
                  </a:lnTo>
                  <a:close/>
                </a:path>
              </a:pathLst>
            </a:custGeom>
            <a:solidFill>
              <a:srgbClr val="192819"/>
            </a:solidFill>
          </p:spPr>
          <p:txBody>
            <a:bodyPr wrap="square" lIns="0" tIns="0" rIns="0" bIns="0" rtlCol="0"/>
            <a:lstStyle/>
            <a:p/>
          </p:txBody>
        </p:sp>
        <p:sp>
          <p:nvSpPr>
            <p:cNvPr id="623" name="object 623"/>
            <p:cNvSpPr/>
            <p:nvPr/>
          </p:nvSpPr>
          <p:spPr>
            <a:xfrm>
              <a:off x="1794510" y="1236979"/>
              <a:ext cx="199390" cy="7620"/>
            </a:xfrm>
            <a:custGeom>
              <a:avLst/>
              <a:gdLst/>
              <a:ahLst/>
              <a:cxnLst/>
              <a:rect l="l" t="t" r="r" b="b"/>
              <a:pathLst>
                <a:path w="199389" h="7619">
                  <a:moveTo>
                    <a:pt x="199390" y="3810"/>
                  </a:moveTo>
                  <a:lnTo>
                    <a:pt x="198120" y="3810"/>
                  </a:lnTo>
                  <a:lnTo>
                    <a:pt x="198120" y="0"/>
                  </a:lnTo>
                  <a:lnTo>
                    <a:pt x="0" y="0"/>
                  </a:lnTo>
                  <a:lnTo>
                    <a:pt x="0" y="3810"/>
                  </a:lnTo>
                  <a:lnTo>
                    <a:pt x="0" y="7620"/>
                  </a:lnTo>
                  <a:lnTo>
                    <a:pt x="199390" y="7620"/>
                  </a:lnTo>
                  <a:lnTo>
                    <a:pt x="199390" y="3810"/>
                  </a:lnTo>
                  <a:close/>
                </a:path>
              </a:pathLst>
            </a:custGeom>
            <a:solidFill>
              <a:srgbClr val="1A281A"/>
            </a:solidFill>
          </p:spPr>
          <p:txBody>
            <a:bodyPr wrap="square" lIns="0" tIns="0" rIns="0" bIns="0" rtlCol="0"/>
            <a:lstStyle/>
            <a:p/>
          </p:txBody>
        </p:sp>
        <p:sp>
          <p:nvSpPr>
            <p:cNvPr id="624" name="object 624"/>
            <p:cNvSpPr/>
            <p:nvPr/>
          </p:nvSpPr>
          <p:spPr>
            <a:xfrm>
              <a:off x="1794510" y="1244599"/>
              <a:ext cx="200660" cy="7620"/>
            </a:xfrm>
            <a:custGeom>
              <a:avLst/>
              <a:gdLst/>
              <a:ahLst/>
              <a:cxnLst/>
              <a:rect l="l" t="t" r="r" b="b"/>
              <a:pathLst>
                <a:path w="200660" h="7619">
                  <a:moveTo>
                    <a:pt x="200660" y="6350"/>
                  </a:moveTo>
                  <a:lnTo>
                    <a:pt x="199390" y="6350"/>
                  </a:lnTo>
                  <a:lnTo>
                    <a:pt x="199390" y="0"/>
                  </a:lnTo>
                  <a:lnTo>
                    <a:pt x="0" y="0"/>
                  </a:lnTo>
                  <a:lnTo>
                    <a:pt x="0" y="6350"/>
                  </a:lnTo>
                  <a:lnTo>
                    <a:pt x="0" y="7620"/>
                  </a:lnTo>
                  <a:lnTo>
                    <a:pt x="200660" y="7620"/>
                  </a:lnTo>
                  <a:lnTo>
                    <a:pt x="200660" y="6350"/>
                  </a:lnTo>
                  <a:close/>
                </a:path>
              </a:pathLst>
            </a:custGeom>
            <a:solidFill>
              <a:srgbClr val="1B271B"/>
            </a:solidFill>
          </p:spPr>
          <p:txBody>
            <a:bodyPr wrap="square" lIns="0" tIns="0" rIns="0" bIns="0" rtlCol="0"/>
            <a:lstStyle/>
            <a:p/>
          </p:txBody>
        </p:sp>
        <p:sp>
          <p:nvSpPr>
            <p:cNvPr id="625" name="object 625"/>
            <p:cNvSpPr/>
            <p:nvPr/>
          </p:nvSpPr>
          <p:spPr>
            <a:xfrm>
              <a:off x="1794510" y="1252219"/>
              <a:ext cx="200660" cy="6350"/>
            </a:xfrm>
            <a:custGeom>
              <a:avLst/>
              <a:gdLst/>
              <a:ahLst/>
              <a:cxnLst/>
              <a:rect l="l" t="t" r="r" b="b"/>
              <a:pathLst>
                <a:path w="200660" h="6350">
                  <a:moveTo>
                    <a:pt x="0" y="6350"/>
                  </a:moveTo>
                  <a:lnTo>
                    <a:pt x="0" y="0"/>
                  </a:lnTo>
                  <a:lnTo>
                    <a:pt x="200660" y="0"/>
                  </a:lnTo>
                  <a:lnTo>
                    <a:pt x="200660" y="6350"/>
                  </a:lnTo>
                  <a:lnTo>
                    <a:pt x="0" y="6350"/>
                  </a:lnTo>
                  <a:close/>
                </a:path>
              </a:pathLst>
            </a:custGeom>
            <a:solidFill>
              <a:srgbClr val="1C271C"/>
            </a:solidFill>
          </p:spPr>
          <p:txBody>
            <a:bodyPr wrap="square" lIns="0" tIns="0" rIns="0" bIns="0" rtlCol="0"/>
            <a:lstStyle/>
            <a:p/>
          </p:txBody>
        </p:sp>
        <p:sp>
          <p:nvSpPr>
            <p:cNvPr id="626" name="object 626"/>
            <p:cNvSpPr/>
            <p:nvPr/>
          </p:nvSpPr>
          <p:spPr>
            <a:xfrm>
              <a:off x="1794510" y="1258569"/>
              <a:ext cx="200660" cy="7620"/>
            </a:xfrm>
            <a:custGeom>
              <a:avLst/>
              <a:gdLst/>
              <a:ahLst/>
              <a:cxnLst/>
              <a:rect l="l" t="t" r="r" b="b"/>
              <a:pathLst>
                <a:path w="200660" h="7619">
                  <a:moveTo>
                    <a:pt x="200660" y="0"/>
                  </a:moveTo>
                  <a:lnTo>
                    <a:pt x="0" y="0"/>
                  </a:lnTo>
                  <a:lnTo>
                    <a:pt x="0" y="1270"/>
                  </a:lnTo>
                  <a:lnTo>
                    <a:pt x="0" y="2540"/>
                  </a:lnTo>
                  <a:lnTo>
                    <a:pt x="0" y="5080"/>
                  </a:lnTo>
                  <a:lnTo>
                    <a:pt x="0" y="7620"/>
                  </a:lnTo>
                  <a:lnTo>
                    <a:pt x="96520" y="7620"/>
                  </a:lnTo>
                  <a:lnTo>
                    <a:pt x="96520" y="5080"/>
                  </a:lnTo>
                  <a:lnTo>
                    <a:pt x="99060" y="5080"/>
                  </a:lnTo>
                  <a:lnTo>
                    <a:pt x="99060" y="2540"/>
                  </a:lnTo>
                  <a:lnTo>
                    <a:pt x="101600" y="2540"/>
                  </a:lnTo>
                  <a:lnTo>
                    <a:pt x="101600" y="1270"/>
                  </a:lnTo>
                  <a:lnTo>
                    <a:pt x="105410" y="1270"/>
                  </a:lnTo>
                  <a:lnTo>
                    <a:pt x="105410" y="3810"/>
                  </a:lnTo>
                  <a:lnTo>
                    <a:pt x="106680" y="3810"/>
                  </a:lnTo>
                  <a:lnTo>
                    <a:pt x="106680" y="5080"/>
                  </a:lnTo>
                  <a:lnTo>
                    <a:pt x="107950" y="5080"/>
                  </a:lnTo>
                  <a:lnTo>
                    <a:pt x="107950" y="7620"/>
                  </a:lnTo>
                  <a:lnTo>
                    <a:pt x="200660" y="7620"/>
                  </a:lnTo>
                  <a:lnTo>
                    <a:pt x="200660" y="5080"/>
                  </a:lnTo>
                  <a:lnTo>
                    <a:pt x="200660" y="3810"/>
                  </a:lnTo>
                  <a:lnTo>
                    <a:pt x="200660" y="1270"/>
                  </a:lnTo>
                  <a:lnTo>
                    <a:pt x="200660" y="0"/>
                  </a:lnTo>
                  <a:close/>
                </a:path>
              </a:pathLst>
            </a:custGeom>
            <a:solidFill>
              <a:srgbClr val="1D261D"/>
            </a:solidFill>
          </p:spPr>
          <p:txBody>
            <a:bodyPr wrap="square" lIns="0" tIns="0" rIns="0" bIns="0" rtlCol="0"/>
            <a:lstStyle/>
            <a:p/>
          </p:txBody>
        </p:sp>
        <p:sp>
          <p:nvSpPr>
            <p:cNvPr id="627" name="object 627"/>
            <p:cNvSpPr/>
            <p:nvPr/>
          </p:nvSpPr>
          <p:spPr>
            <a:xfrm>
              <a:off x="1794510" y="1266189"/>
              <a:ext cx="201930" cy="7620"/>
            </a:xfrm>
            <a:custGeom>
              <a:avLst/>
              <a:gdLst/>
              <a:ahLst/>
              <a:cxnLst/>
              <a:rect l="l" t="t" r="r" b="b"/>
              <a:pathLst>
                <a:path w="201930" h="7619">
                  <a:moveTo>
                    <a:pt x="96520" y="0"/>
                  </a:moveTo>
                  <a:lnTo>
                    <a:pt x="0" y="0"/>
                  </a:lnTo>
                  <a:lnTo>
                    <a:pt x="0" y="1270"/>
                  </a:lnTo>
                  <a:lnTo>
                    <a:pt x="0" y="2540"/>
                  </a:lnTo>
                  <a:lnTo>
                    <a:pt x="0" y="6350"/>
                  </a:lnTo>
                  <a:lnTo>
                    <a:pt x="0" y="7620"/>
                  </a:lnTo>
                  <a:lnTo>
                    <a:pt x="92710" y="7620"/>
                  </a:lnTo>
                  <a:lnTo>
                    <a:pt x="92710" y="6350"/>
                  </a:lnTo>
                  <a:lnTo>
                    <a:pt x="93980" y="6350"/>
                  </a:lnTo>
                  <a:lnTo>
                    <a:pt x="93980" y="2540"/>
                  </a:lnTo>
                  <a:lnTo>
                    <a:pt x="95250" y="2540"/>
                  </a:lnTo>
                  <a:lnTo>
                    <a:pt x="95250" y="1270"/>
                  </a:lnTo>
                  <a:lnTo>
                    <a:pt x="96520" y="1270"/>
                  </a:lnTo>
                  <a:lnTo>
                    <a:pt x="96520" y="0"/>
                  </a:lnTo>
                  <a:close/>
                </a:path>
                <a:path w="201930" h="7619">
                  <a:moveTo>
                    <a:pt x="201930" y="3810"/>
                  </a:moveTo>
                  <a:lnTo>
                    <a:pt x="200660" y="3810"/>
                  </a:lnTo>
                  <a:lnTo>
                    <a:pt x="200660" y="1270"/>
                  </a:lnTo>
                  <a:lnTo>
                    <a:pt x="200660" y="0"/>
                  </a:lnTo>
                  <a:lnTo>
                    <a:pt x="109220" y="0"/>
                  </a:lnTo>
                  <a:lnTo>
                    <a:pt x="109220" y="1270"/>
                  </a:lnTo>
                  <a:lnTo>
                    <a:pt x="110490" y="1270"/>
                  </a:lnTo>
                  <a:lnTo>
                    <a:pt x="110490" y="3810"/>
                  </a:lnTo>
                  <a:lnTo>
                    <a:pt x="110490" y="5080"/>
                  </a:lnTo>
                  <a:lnTo>
                    <a:pt x="111760" y="5080"/>
                  </a:lnTo>
                  <a:lnTo>
                    <a:pt x="111760" y="7620"/>
                  </a:lnTo>
                  <a:lnTo>
                    <a:pt x="201930" y="7620"/>
                  </a:lnTo>
                  <a:lnTo>
                    <a:pt x="201930" y="5080"/>
                  </a:lnTo>
                  <a:lnTo>
                    <a:pt x="201930" y="3810"/>
                  </a:lnTo>
                  <a:close/>
                </a:path>
              </a:pathLst>
            </a:custGeom>
            <a:solidFill>
              <a:srgbClr val="1F261F"/>
            </a:solidFill>
          </p:spPr>
          <p:txBody>
            <a:bodyPr wrap="square" lIns="0" tIns="0" rIns="0" bIns="0" rtlCol="0"/>
            <a:lstStyle/>
            <a:p/>
          </p:txBody>
        </p:sp>
        <p:sp>
          <p:nvSpPr>
            <p:cNvPr id="628" name="object 628"/>
            <p:cNvSpPr/>
            <p:nvPr/>
          </p:nvSpPr>
          <p:spPr>
            <a:xfrm>
              <a:off x="1794510" y="1273809"/>
              <a:ext cx="201930" cy="7620"/>
            </a:xfrm>
            <a:custGeom>
              <a:avLst/>
              <a:gdLst/>
              <a:ahLst/>
              <a:cxnLst/>
              <a:rect l="l" t="t" r="r" b="b"/>
              <a:pathLst>
                <a:path w="201930" h="7619">
                  <a:moveTo>
                    <a:pt x="92710" y="0"/>
                  </a:moveTo>
                  <a:lnTo>
                    <a:pt x="0" y="0"/>
                  </a:lnTo>
                  <a:lnTo>
                    <a:pt x="0" y="1270"/>
                  </a:lnTo>
                  <a:lnTo>
                    <a:pt x="0" y="6350"/>
                  </a:lnTo>
                  <a:lnTo>
                    <a:pt x="0" y="7620"/>
                  </a:lnTo>
                  <a:lnTo>
                    <a:pt x="90170" y="7620"/>
                  </a:lnTo>
                  <a:lnTo>
                    <a:pt x="90170" y="6350"/>
                  </a:lnTo>
                  <a:lnTo>
                    <a:pt x="91440" y="6350"/>
                  </a:lnTo>
                  <a:lnTo>
                    <a:pt x="91440" y="1270"/>
                  </a:lnTo>
                  <a:lnTo>
                    <a:pt x="92710" y="1270"/>
                  </a:lnTo>
                  <a:lnTo>
                    <a:pt x="92710" y="0"/>
                  </a:lnTo>
                  <a:close/>
                </a:path>
                <a:path w="201930" h="7619">
                  <a:moveTo>
                    <a:pt x="201930" y="1282"/>
                  </a:moveTo>
                  <a:lnTo>
                    <a:pt x="114300" y="1282"/>
                  </a:lnTo>
                  <a:lnTo>
                    <a:pt x="114300" y="7620"/>
                  </a:lnTo>
                  <a:lnTo>
                    <a:pt x="201930" y="7620"/>
                  </a:lnTo>
                  <a:lnTo>
                    <a:pt x="201930" y="1282"/>
                  </a:lnTo>
                  <a:close/>
                </a:path>
                <a:path w="201930" h="7619">
                  <a:moveTo>
                    <a:pt x="201930" y="0"/>
                  </a:moveTo>
                  <a:lnTo>
                    <a:pt x="113030" y="0"/>
                  </a:lnTo>
                  <a:lnTo>
                    <a:pt x="113030" y="1270"/>
                  </a:lnTo>
                  <a:lnTo>
                    <a:pt x="201930" y="1270"/>
                  </a:lnTo>
                  <a:lnTo>
                    <a:pt x="201930" y="0"/>
                  </a:lnTo>
                  <a:close/>
                </a:path>
              </a:pathLst>
            </a:custGeom>
            <a:solidFill>
              <a:srgbClr val="202520"/>
            </a:solidFill>
          </p:spPr>
          <p:txBody>
            <a:bodyPr wrap="square" lIns="0" tIns="0" rIns="0" bIns="0" rtlCol="0"/>
            <a:lstStyle/>
            <a:p/>
          </p:txBody>
        </p:sp>
        <p:sp>
          <p:nvSpPr>
            <p:cNvPr id="629" name="object 629"/>
            <p:cNvSpPr/>
            <p:nvPr/>
          </p:nvSpPr>
          <p:spPr>
            <a:xfrm>
              <a:off x="1794510" y="1281429"/>
              <a:ext cx="201930" cy="6350"/>
            </a:xfrm>
            <a:custGeom>
              <a:avLst/>
              <a:gdLst/>
              <a:ahLst/>
              <a:cxnLst/>
              <a:rect l="l" t="t" r="r" b="b"/>
              <a:pathLst>
                <a:path w="201930" h="6350">
                  <a:moveTo>
                    <a:pt x="90170" y="0"/>
                  </a:moveTo>
                  <a:lnTo>
                    <a:pt x="0" y="0"/>
                  </a:lnTo>
                  <a:lnTo>
                    <a:pt x="0" y="1270"/>
                  </a:lnTo>
                  <a:lnTo>
                    <a:pt x="0" y="6350"/>
                  </a:lnTo>
                  <a:lnTo>
                    <a:pt x="88900" y="6350"/>
                  </a:lnTo>
                  <a:lnTo>
                    <a:pt x="88900" y="1270"/>
                  </a:lnTo>
                  <a:lnTo>
                    <a:pt x="90170" y="1270"/>
                  </a:lnTo>
                  <a:lnTo>
                    <a:pt x="90170" y="0"/>
                  </a:lnTo>
                  <a:close/>
                </a:path>
                <a:path w="201930" h="6350">
                  <a:moveTo>
                    <a:pt x="201930" y="0"/>
                  </a:moveTo>
                  <a:lnTo>
                    <a:pt x="115570" y="0"/>
                  </a:lnTo>
                  <a:lnTo>
                    <a:pt x="115570" y="5080"/>
                  </a:lnTo>
                  <a:lnTo>
                    <a:pt x="116840" y="5080"/>
                  </a:lnTo>
                  <a:lnTo>
                    <a:pt x="116840" y="6350"/>
                  </a:lnTo>
                  <a:lnTo>
                    <a:pt x="201930" y="6350"/>
                  </a:lnTo>
                  <a:lnTo>
                    <a:pt x="201930" y="5080"/>
                  </a:lnTo>
                  <a:lnTo>
                    <a:pt x="201930" y="0"/>
                  </a:lnTo>
                  <a:close/>
                </a:path>
              </a:pathLst>
            </a:custGeom>
            <a:solidFill>
              <a:srgbClr val="212521"/>
            </a:solidFill>
          </p:spPr>
          <p:txBody>
            <a:bodyPr wrap="square" lIns="0" tIns="0" rIns="0" bIns="0" rtlCol="0"/>
            <a:lstStyle/>
            <a:p/>
          </p:txBody>
        </p:sp>
        <p:sp>
          <p:nvSpPr>
            <p:cNvPr id="630" name="object 630"/>
            <p:cNvSpPr/>
            <p:nvPr/>
          </p:nvSpPr>
          <p:spPr>
            <a:xfrm>
              <a:off x="1794510" y="1287779"/>
              <a:ext cx="201930" cy="7620"/>
            </a:xfrm>
            <a:custGeom>
              <a:avLst/>
              <a:gdLst/>
              <a:ahLst/>
              <a:cxnLst/>
              <a:rect l="l" t="t" r="r" b="b"/>
              <a:pathLst>
                <a:path w="201930" h="7619">
                  <a:moveTo>
                    <a:pt x="88900" y="0"/>
                  </a:moveTo>
                  <a:lnTo>
                    <a:pt x="0" y="0"/>
                  </a:lnTo>
                  <a:lnTo>
                    <a:pt x="0" y="2540"/>
                  </a:lnTo>
                  <a:lnTo>
                    <a:pt x="0" y="7620"/>
                  </a:lnTo>
                  <a:lnTo>
                    <a:pt x="87630" y="7620"/>
                  </a:lnTo>
                  <a:lnTo>
                    <a:pt x="87630" y="2540"/>
                  </a:lnTo>
                  <a:lnTo>
                    <a:pt x="88900" y="2540"/>
                  </a:lnTo>
                  <a:lnTo>
                    <a:pt x="88900" y="0"/>
                  </a:lnTo>
                  <a:close/>
                </a:path>
                <a:path w="201930" h="7619">
                  <a:moveTo>
                    <a:pt x="201930" y="0"/>
                  </a:moveTo>
                  <a:lnTo>
                    <a:pt x="116840" y="0"/>
                  </a:lnTo>
                  <a:lnTo>
                    <a:pt x="116840" y="7620"/>
                  </a:lnTo>
                  <a:lnTo>
                    <a:pt x="201930" y="7620"/>
                  </a:lnTo>
                  <a:lnTo>
                    <a:pt x="201930" y="0"/>
                  </a:lnTo>
                  <a:close/>
                </a:path>
              </a:pathLst>
            </a:custGeom>
            <a:solidFill>
              <a:srgbClr val="222422"/>
            </a:solidFill>
          </p:spPr>
          <p:txBody>
            <a:bodyPr wrap="square" lIns="0" tIns="0" rIns="0" bIns="0" rtlCol="0"/>
            <a:lstStyle/>
            <a:p/>
          </p:txBody>
        </p:sp>
        <p:sp>
          <p:nvSpPr>
            <p:cNvPr id="631" name="object 631"/>
            <p:cNvSpPr/>
            <p:nvPr/>
          </p:nvSpPr>
          <p:spPr>
            <a:xfrm>
              <a:off x="1794510" y="1295399"/>
              <a:ext cx="203200" cy="7620"/>
            </a:xfrm>
            <a:custGeom>
              <a:avLst/>
              <a:gdLst/>
              <a:ahLst/>
              <a:cxnLst/>
              <a:rect l="l" t="t" r="r" b="b"/>
              <a:pathLst>
                <a:path w="203200" h="7619">
                  <a:moveTo>
                    <a:pt x="87630" y="0"/>
                  </a:moveTo>
                  <a:lnTo>
                    <a:pt x="0" y="0"/>
                  </a:lnTo>
                  <a:lnTo>
                    <a:pt x="0" y="7620"/>
                  </a:lnTo>
                  <a:lnTo>
                    <a:pt x="86360" y="7620"/>
                  </a:lnTo>
                  <a:lnTo>
                    <a:pt x="86360" y="1270"/>
                  </a:lnTo>
                  <a:lnTo>
                    <a:pt x="87630" y="1270"/>
                  </a:lnTo>
                  <a:lnTo>
                    <a:pt x="87630" y="0"/>
                  </a:lnTo>
                  <a:close/>
                </a:path>
                <a:path w="203200" h="7619">
                  <a:moveTo>
                    <a:pt x="201929" y="0"/>
                  </a:moveTo>
                  <a:lnTo>
                    <a:pt x="118109" y="0"/>
                  </a:lnTo>
                  <a:lnTo>
                    <a:pt x="118109" y="7620"/>
                  </a:lnTo>
                  <a:lnTo>
                    <a:pt x="203199" y="7620"/>
                  </a:lnTo>
                  <a:lnTo>
                    <a:pt x="203199" y="3810"/>
                  </a:lnTo>
                  <a:lnTo>
                    <a:pt x="201929" y="3810"/>
                  </a:lnTo>
                  <a:lnTo>
                    <a:pt x="201929" y="0"/>
                  </a:lnTo>
                  <a:close/>
                </a:path>
              </a:pathLst>
            </a:custGeom>
            <a:solidFill>
              <a:srgbClr val="232423"/>
            </a:solidFill>
          </p:spPr>
          <p:txBody>
            <a:bodyPr wrap="square" lIns="0" tIns="0" rIns="0" bIns="0" rtlCol="0"/>
            <a:lstStyle/>
            <a:p/>
          </p:txBody>
        </p:sp>
        <p:sp>
          <p:nvSpPr>
            <p:cNvPr id="632" name="object 632"/>
            <p:cNvSpPr/>
            <p:nvPr/>
          </p:nvSpPr>
          <p:spPr>
            <a:xfrm>
              <a:off x="1794510" y="1303019"/>
              <a:ext cx="203200" cy="6350"/>
            </a:xfrm>
            <a:custGeom>
              <a:avLst/>
              <a:gdLst/>
              <a:ahLst/>
              <a:cxnLst/>
              <a:rect l="l" t="t" r="r" b="b"/>
              <a:pathLst>
                <a:path w="203200" h="6350">
                  <a:moveTo>
                    <a:pt x="85090" y="0"/>
                  </a:moveTo>
                  <a:lnTo>
                    <a:pt x="0" y="0"/>
                  </a:lnTo>
                  <a:lnTo>
                    <a:pt x="0" y="6350"/>
                  </a:lnTo>
                  <a:lnTo>
                    <a:pt x="85090" y="6350"/>
                  </a:lnTo>
                  <a:lnTo>
                    <a:pt x="85090" y="0"/>
                  </a:lnTo>
                  <a:close/>
                </a:path>
                <a:path w="203200" h="6350">
                  <a:moveTo>
                    <a:pt x="203187" y="0"/>
                  </a:moveTo>
                  <a:lnTo>
                    <a:pt x="119380" y="0"/>
                  </a:lnTo>
                  <a:lnTo>
                    <a:pt x="119380" y="6350"/>
                  </a:lnTo>
                  <a:lnTo>
                    <a:pt x="203187" y="6350"/>
                  </a:lnTo>
                  <a:lnTo>
                    <a:pt x="203187" y="0"/>
                  </a:lnTo>
                  <a:close/>
                </a:path>
              </a:pathLst>
            </a:custGeom>
            <a:solidFill>
              <a:srgbClr val="242424"/>
            </a:solidFill>
          </p:spPr>
          <p:txBody>
            <a:bodyPr wrap="square" lIns="0" tIns="0" rIns="0" bIns="0" rtlCol="0"/>
            <a:lstStyle/>
            <a:p/>
          </p:txBody>
        </p:sp>
        <p:sp>
          <p:nvSpPr>
            <p:cNvPr id="633" name="object 633"/>
            <p:cNvSpPr/>
            <p:nvPr/>
          </p:nvSpPr>
          <p:spPr>
            <a:xfrm>
              <a:off x="1794510" y="1309369"/>
              <a:ext cx="203200" cy="7620"/>
            </a:xfrm>
            <a:custGeom>
              <a:avLst/>
              <a:gdLst/>
              <a:ahLst/>
              <a:cxnLst/>
              <a:rect l="l" t="t" r="r" b="b"/>
              <a:pathLst>
                <a:path w="203200" h="7619">
                  <a:moveTo>
                    <a:pt x="85090" y="3822"/>
                  </a:moveTo>
                  <a:lnTo>
                    <a:pt x="0" y="3822"/>
                  </a:lnTo>
                  <a:lnTo>
                    <a:pt x="0" y="7620"/>
                  </a:lnTo>
                  <a:lnTo>
                    <a:pt x="85090" y="7620"/>
                  </a:lnTo>
                  <a:lnTo>
                    <a:pt x="85090" y="3822"/>
                  </a:lnTo>
                  <a:close/>
                </a:path>
                <a:path w="203200" h="7619">
                  <a:moveTo>
                    <a:pt x="85090" y="0"/>
                  </a:moveTo>
                  <a:lnTo>
                    <a:pt x="0" y="0"/>
                  </a:lnTo>
                  <a:lnTo>
                    <a:pt x="0" y="3810"/>
                  </a:lnTo>
                  <a:lnTo>
                    <a:pt x="85090" y="3810"/>
                  </a:lnTo>
                  <a:lnTo>
                    <a:pt x="85090" y="0"/>
                  </a:lnTo>
                  <a:close/>
                </a:path>
                <a:path w="203200" h="7619">
                  <a:moveTo>
                    <a:pt x="203187" y="0"/>
                  </a:moveTo>
                  <a:lnTo>
                    <a:pt x="119380" y="0"/>
                  </a:lnTo>
                  <a:lnTo>
                    <a:pt x="119380" y="3810"/>
                  </a:lnTo>
                  <a:lnTo>
                    <a:pt x="203187" y="3810"/>
                  </a:lnTo>
                  <a:lnTo>
                    <a:pt x="203187" y="0"/>
                  </a:lnTo>
                  <a:close/>
                </a:path>
                <a:path w="203200" h="7619">
                  <a:moveTo>
                    <a:pt x="203200" y="3822"/>
                  </a:moveTo>
                  <a:lnTo>
                    <a:pt x="120650" y="3822"/>
                  </a:lnTo>
                  <a:lnTo>
                    <a:pt x="120650" y="7620"/>
                  </a:lnTo>
                  <a:lnTo>
                    <a:pt x="203200" y="7620"/>
                  </a:lnTo>
                  <a:lnTo>
                    <a:pt x="203200" y="3822"/>
                  </a:lnTo>
                  <a:close/>
                </a:path>
              </a:pathLst>
            </a:custGeom>
            <a:solidFill>
              <a:srgbClr val="252325"/>
            </a:solidFill>
          </p:spPr>
          <p:txBody>
            <a:bodyPr wrap="square" lIns="0" tIns="0" rIns="0" bIns="0" rtlCol="0"/>
            <a:lstStyle/>
            <a:p/>
          </p:txBody>
        </p:sp>
        <p:sp>
          <p:nvSpPr>
            <p:cNvPr id="634" name="object 634"/>
            <p:cNvSpPr/>
            <p:nvPr/>
          </p:nvSpPr>
          <p:spPr>
            <a:xfrm>
              <a:off x="1794510" y="1316989"/>
              <a:ext cx="203200" cy="7620"/>
            </a:xfrm>
            <a:custGeom>
              <a:avLst/>
              <a:gdLst/>
              <a:ahLst/>
              <a:cxnLst/>
              <a:rect l="l" t="t" r="r" b="b"/>
              <a:pathLst>
                <a:path w="203200" h="7619">
                  <a:moveTo>
                    <a:pt x="85090" y="0"/>
                  </a:moveTo>
                  <a:lnTo>
                    <a:pt x="0" y="0"/>
                  </a:lnTo>
                  <a:lnTo>
                    <a:pt x="0" y="7620"/>
                  </a:lnTo>
                  <a:lnTo>
                    <a:pt x="85090" y="7620"/>
                  </a:lnTo>
                  <a:lnTo>
                    <a:pt x="85090" y="0"/>
                  </a:lnTo>
                  <a:close/>
                </a:path>
                <a:path w="203200" h="7619">
                  <a:moveTo>
                    <a:pt x="203200" y="0"/>
                  </a:moveTo>
                  <a:lnTo>
                    <a:pt x="120650" y="0"/>
                  </a:lnTo>
                  <a:lnTo>
                    <a:pt x="120650" y="7620"/>
                  </a:lnTo>
                  <a:lnTo>
                    <a:pt x="203200" y="7620"/>
                  </a:lnTo>
                  <a:lnTo>
                    <a:pt x="203200" y="0"/>
                  </a:lnTo>
                  <a:close/>
                </a:path>
              </a:pathLst>
            </a:custGeom>
            <a:solidFill>
              <a:srgbClr val="262326"/>
            </a:solidFill>
          </p:spPr>
          <p:txBody>
            <a:bodyPr wrap="square" lIns="0" tIns="0" rIns="0" bIns="0" rtlCol="0"/>
            <a:lstStyle/>
            <a:p/>
          </p:txBody>
        </p:sp>
        <p:sp>
          <p:nvSpPr>
            <p:cNvPr id="635" name="object 635"/>
            <p:cNvSpPr/>
            <p:nvPr/>
          </p:nvSpPr>
          <p:spPr>
            <a:xfrm>
              <a:off x="1794510" y="1324609"/>
              <a:ext cx="204470" cy="7620"/>
            </a:xfrm>
            <a:custGeom>
              <a:avLst/>
              <a:gdLst/>
              <a:ahLst/>
              <a:cxnLst/>
              <a:rect l="l" t="t" r="r" b="b"/>
              <a:pathLst>
                <a:path w="204469" h="7619">
                  <a:moveTo>
                    <a:pt x="83819" y="0"/>
                  </a:moveTo>
                  <a:lnTo>
                    <a:pt x="0" y="0"/>
                  </a:lnTo>
                  <a:lnTo>
                    <a:pt x="0" y="7619"/>
                  </a:lnTo>
                  <a:lnTo>
                    <a:pt x="83819" y="7619"/>
                  </a:lnTo>
                  <a:lnTo>
                    <a:pt x="83819" y="0"/>
                  </a:lnTo>
                  <a:close/>
                </a:path>
                <a:path w="204469" h="7619">
                  <a:moveTo>
                    <a:pt x="203200" y="0"/>
                  </a:moveTo>
                  <a:lnTo>
                    <a:pt x="120650" y="0"/>
                  </a:lnTo>
                  <a:lnTo>
                    <a:pt x="120650" y="7619"/>
                  </a:lnTo>
                  <a:lnTo>
                    <a:pt x="204469" y="7619"/>
                  </a:lnTo>
                  <a:lnTo>
                    <a:pt x="204469" y="5079"/>
                  </a:lnTo>
                  <a:lnTo>
                    <a:pt x="203200" y="5079"/>
                  </a:lnTo>
                  <a:lnTo>
                    <a:pt x="203200" y="0"/>
                  </a:lnTo>
                  <a:close/>
                </a:path>
              </a:pathLst>
            </a:custGeom>
            <a:solidFill>
              <a:srgbClr val="272227"/>
            </a:solidFill>
          </p:spPr>
          <p:txBody>
            <a:bodyPr wrap="square" lIns="0" tIns="0" rIns="0" bIns="0" rtlCol="0"/>
            <a:lstStyle/>
            <a:p/>
          </p:txBody>
        </p:sp>
        <p:sp>
          <p:nvSpPr>
            <p:cNvPr id="636" name="object 636"/>
            <p:cNvSpPr/>
            <p:nvPr/>
          </p:nvSpPr>
          <p:spPr>
            <a:xfrm>
              <a:off x="1794510" y="1332229"/>
              <a:ext cx="204470" cy="6350"/>
            </a:xfrm>
            <a:custGeom>
              <a:avLst/>
              <a:gdLst/>
              <a:ahLst/>
              <a:cxnLst/>
              <a:rect l="l" t="t" r="r" b="b"/>
              <a:pathLst>
                <a:path w="204469" h="6350">
                  <a:moveTo>
                    <a:pt x="83819" y="0"/>
                  </a:moveTo>
                  <a:lnTo>
                    <a:pt x="0" y="0"/>
                  </a:lnTo>
                  <a:lnTo>
                    <a:pt x="0" y="6350"/>
                  </a:lnTo>
                  <a:lnTo>
                    <a:pt x="82550" y="6350"/>
                  </a:lnTo>
                  <a:lnTo>
                    <a:pt x="82550" y="5080"/>
                  </a:lnTo>
                  <a:lnTo>
                    <a:pt x="83819" y="5080"/>
                  </a:lnTo>
                  <a:lnTo>
                    <a:pt x="83819" y="0"/>
                  </a:lnTo>
                  <a:close/>
                </a:path>
                <a:path w="204469" h="6350">
                  <a:moveTo>
                    <a:pt x="204469" y="0"/>
                  </a:moveTo>
                  <a:lnTo>
                    <a:pt x="120650" y="0"/>
                  </a:lnTo>
                  <a:lnTo>
                    <a:pt x="120650" y="3810"/>
                  </a:lnTo>
                  <a:lnTo>
                    <a:pt x="121919" y="3810"/>
                  </a:lnTo>
                  <a:lnTo>
                    <a:pt x="121919" y="6350"/>
                  </a:lnTo>
                  <a:lnTo>
                    <a:pt x="204469" y="6350"/>
                  </a:lnTo>
                  <a:lnTo>
                    <a:pt x="204469" y="0"/>
                  </a:lnTo>
                  <a:close/>
                </a:path>
              </a:pathLst>
            </a:custGeom>
            <a:solidFill>
              <a:srgbClr val="282228"/>
            </a:solidFill>
          </p:spPr>
          <p:txBody>
            <a:bodyPr wrap="square" lIns="0" tIns="0" rIns="0" bIns="0" rtlCol="0"/>
            <a:lstStyle/>
            <a:p/>
          </p:txBody>
        </p:sp>
        <p:sp>
          <p:nvSpPr>
            <p:cNvPr id="637" name="object 637"/>
            <p:cNvSpPr/>
            <p:nvPr/>
          </p:nvSpPr>
          <p:spPr>
            <a:xfrm>
              <a:off x="1794510" y="133857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A212A"/>
            </a:solidFill>
          </p:spPr>
          <p:txBody>
            <a:bodyPr wrap="square" lIns="0" tIns="0" rIns="0" bIns="0" rtlCol="0"/>
            <a:lstStyle/>
            <a:p/>
          </p:txBody>
        </p:sp>
        <p:sp>
          <p:nvSpPr>
            <p:cNvPr id="638" name="object 638"/>
            <p:cNvSpPr/>
            <p:nvPr/>
          </p:nvSpPr>
          <p:spPr>
            <a:xfrm>
              <a:off x="1794510" y="134619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B212B"/>
            </a:solidFill>
          </p:spPr>
          <p:txBody>
            <a:bodyPr wrap="square" lIns="0" tIns="0" rIns="0" bIns="0" rtlCol="0"/>
            <a:lstStyle/>
            <a:p/>
          </p:txBody>
        </p:sp>
        <p:sp>
          <p:nvSpPr>
            <p:cNvPr id="639" name="object 639"/>
            <p:cNvSpPr/>
            <p:nvPr/>
          </p:nvSpPr>
          <p:spPr>
            <a:xfrm>
              <a:off x="1794510" y="1353819"/>
              <a:ext cx="204470" cy="6350"/>
            </a:xfrm>
            <a:custGeom>
              <a:avLst/>
              <a:gdLst/>
              <a:ahLst/>
              <a:cxnLst/>
              <a:rect l="l" t="t" r="r" b="b"/>
              <a:pathLst>
                <a:path w="204469" h="6350">
                  <a:moveTo>
                    <a:pt x="82550" y="0"/>
                  </a:moveTo>
                  <a:lnTo>
                    <a:pt x="0" y="0"/>
                  </a:lnTo>
                  <a:lnTo>
                    <a:pt x="0" y="6350"/>
                  </a:lnTo>
                  <a:lnTo>
                    <a:pt x="82550" y="6350"/>
                  </a:lnTo>
                  <a:lnTo>
                    <a:pt x="82550" y="0"/>
                  </a:lnTo>
                  <a:close/>
                </a:path>
                <a:path w="204469" h="6350">
                  <a:moveTo>
                    <a:pt x="204470" y="0"/>
                  </a:moveTo>
                  <a:lnTo>
                    <a:pt x="121920" y="0"/>
                  </a:lnTo>
                  <a:lnTo>
                    <a:pt x="121920" y="6350"/>
                  </a:lnTo>
                  <a:lnTo>
                    <a:pt x="204470" y="6350"/>
                  </a:lnTo>
                  <a:lnTo>
                    <a:pt x="204470" y="0"/>
                  </a:lnTo>
                  <a:close/>
                </a:path>
              </a:pathLst>
            </a:custGeom>
            <a:solidFill>
              <a:srgbClr val="2C202C"/>
            </a:solidFill>
          </p:spPr>
          <p:txBody>
            <a:bodyPr wrap="square" lIns="0" tIns="0" rIns="0" bIns="0" rtlCol="0"/>
            <a:lstStyle/>
            <a:p/>
          </p:txBody>
        </p:sp>
        <p:sp>
          <p:nvSpPr>
            <p:cNvPr id="640" name="object 640"/>
            <p:cNvSpPr/>
            <p:nvPr/>
          </p:nvSpPr>
          <p:spPr>
            <a:xfrm>
              <a:off x="1794510" y="136016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D202D"/>
            </a:solidFill>
          </p:spPr>
          <p:txBody>
            <a:bodyPr wrap="square" lIns="0" tIns="0" rIns="0" bIns="0" rtlCol="0"/>
            <a:lstStyle/>
            <a:p/>
          </p:txBody>
        </p:sp>
        <p:sp>
          <p:nvSpPr>
            <p:cNvPr id="641" name="object 641"/>
            <p:cNvSpPr/>
            <p:nvPr/>
          </p:nvSpPr>
          <p:spPr>
            <a:xfrm>
              <a:off x="1794510" y="136778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E202E"/>
            </a:solidFill>
          </p:spPr>
          <p:txBody>
            <a:bodyPr wrap="square" lIns="0" tIns="0" rIns="0" bIns="0" rtlCol="0"/>
            <a:lstStyle/>
            <a:p/>
          </p:txBody>
        </p:sp>
        <p:sp>
          <p:nvSpPr>
            <p:cNvPr id="642" name="object 642"/>
            <p:cNvSpPr/>
            <p:nvPr/>
          </p:nvSpPr>
          <p:spPr>
            <a:xfrm>
              <a:off x="1794510" y="137540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2F1F2F"/>
            </a:solidFill>
          </p:spPr>
          <p:txBody>
            <a:bodyPr wrap="square" lIns="0" tIns="0" rIns="0" bIns="0" rtlCol="0"/>
            <a:lstStyle/>
            <a:p/>
          </p:txBody>
        </p:sp>
        <p:sp>
          <p:nvSpPr>
            <p:cNvPr id="643" name="object 643"/>
            <p:cNvSpPr/>
            <p:nvPr/>
          </p:nvSpPr>
          <p:spPr>
            <a:xfrm>
              <a:off x="1794510" y="1383029"/>
              <a:ext cx="204470" cy="6350"/>
            </a:xfrm>
            <a:custGeom>
              <a:avLst/>
              <a:gdLst/>
              <a:ahLst/>
              <a:cxnLst/>
              <a:rect l="l" t="t" r="r" b="b"/>
              <a:pathLst>
                <a:path w="204469" h="6350">
                  <a:moveTo>
                    <a:pt x="82550" y="0"/>
                  </a:moveTo>
                  <a:lnTo>
                    <a:pt x="0" y="0"/>
                  </a:lnTo>
                  <a:lnTo>
                    <a:pt x="0" y="6350"/>
                  </a:lnTo>
                  <a:lnTo>
                    <a:pt x="82550" y="6350"/>
                  </a:lnTo>
                  <a:lnTo>
                    <a:pt x="82550" y="0"/>
                  </a:lnTo>
                  <a:close/>
                </a:path>
                <a:path w="204469" h="6350">
                  <a:moveTo>
                    <a:pt x="204470" y="0"/>
                  </a:moveTo>
                  <a:lnTo>
                    <a:pt x="121920" y="0"/>
                  </a:lnTo>
                  <a:lnTo>
                    <a:pt x="121920" y="6350"/>
                  </a:lnTo>
                  <a:lnTo>
                    <a:pt x="204470" y="6350"/>
                  </a:lnTo>
                  <a:lnTo>
                    <a:pt x="204470" y="0"/>
                  </a:lnTo>
                  <a:close/>
                </a:path>
              </a:pathLst>
            </a:custGeom>
            <a:solidFill>
              <a:srgbClr val="301F30"/>
            </a:solidFill>
          </p:spPr>
          <p:txBody>
            <a:bodyPr wrap="square" lIns="0" tIns="0" rIns="0" bIns="0" rtlCol="0"/>
            <a:lstStyle/>
            <a:p/>
          </p:txBody>
        </p:sp>
        <p:sp>
          <p:nvSpPr>
            <p:cNvPr id="644" name="object 644"/>
            <p:cNvSpPr/>
            <p:nvPr/>
          </p:nvSpPr>
          <p:spPr>
            <a:xfrm>
              <a:off x="1794510" y="138937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311E31"/>
            </a:solidFill>
          </p:spPr>
          <p:txBody>
            <a:bodyPr wrap="square" lIns="0" tIns="0" rIns="0" bIns="0" rtlCol="0"/>
            <a:lstStyle/>
            <a:p/>
          </p:txBody>
        </p:sp>
        <p:sp>
          <p:nvSpPr>
            <p:cNvPr id="645" name="object 645"/>
            <p:cNvSpPr/>
            <p:nvPr/>
          </p:nvSpPr>
          <p:spPr>
            <a:xfrm>
              <a:off x="1794510" y="1396999"/>
              <a:ext cx="204470" cy="7620"/>
            </a:xfrm>
            <a:custGeom>
              <a:avLst/>
              <a:gdLst/>
              <a:ahLst/>
              <a:cxnLst/>
              <a:rect l="l" t="t" r="r" b="b"/>
              <a:pathLst>
                <a:path w="204469" h="7619">
                  <a:moveTo>
                    <a:pt x="82550" y="0"/>
                  </a:moveTo>
                  <a:lnTo>
                    <a:pt x="0" y="0"/>
                  </a:lnTo>
                  <a:lnTo>
                    <a:pt x="0" y="7620"/>
                  </a:lnTo>
                  <a:lnTo>
                    <a:pt x="82550" y="7620"/>
                  </a:lnTo>
                  <a:lnTo>
                    <a:pt x="82550" y="0"/>
                  </a:lnTo>
                  <a:close/>
                </a:path>
                <a:path w="204469" h="7619">
                  <a:moveTo>
                    <a:pt x="204470" y="0"/>
                  </a:moveTo>
                  <a:lnTo>
                    <a:pt x="121920" y="0"/>
                  </a:lnTo>
                  <a:lnTo>
                    <a:pt x="121920" y="7620"/>
                  </a:lnTo>
                  <a:lnTo>
                    <a:pt x="204470" y="7620"/>
                  </a:lnTo>
                  <a:lnTo>
                    <a:pt x="204470" y="0"/>
                  </a:lnTo>
                  <a:close/>
                </a:path>
              </a:pathLst>
            </a:custGeom>
            <a:solidFill>
              <a:srgbClr val="331E33"/>
            </a:solidFill>
          </p:spPr>
          <p:txBody>
            <a:bodyPr wrap="square" lIns="0" tIns="0" rIns="0" bIns="0" rtlCol="0"/>
            <a:lstStyle/>
            <a:p/>
          </p:txBody>
        </p:sp>
        <p:sp>
          <p:nvSpPr>
            <p:cNvPr id="646" name="object 646"/>
            <p:cNvSpPr/>
            <p:nvPr/>
          </p:nvSpPr>
          <p:spPr>
            <a:xfrm>
              <a:off x="1794510" y="1404619"/>
              <a:ext cx="204470" cy="6350"/>
            </a:xfrm>
            <a:custGeom>
              <a:avLst/>
              <a:gdLst/>
              <a:ahLst/>
              <a:cxnLst/>
              <a:rect l="l" t="t" r="r" b="b"/>
              <a:pathLst>
                <a:path w="204469" h="6350">
                  <a:moveTo>
                    <a:pt x="82550" y="0"/>
                  </a:moveTo>
                  <a:lnTo>
                    <a:pt x="0" y="0"/>
                  </a:lnTo>
                  <a:lnTo>
                    <a:pt x="0" y="3810"/>
                  </a:lnTo>
                  <a:lnTo>
                    <a:pt x="82550" y="3810"/>
                  </a:lnTo>
                  <a:lnTo>
                    <a:pt x="82550" y="0"/>
                  </a:lnTo>
                  <a:close/>
                </a:path>
                <a:path w="204469" h="6350">
                  <a:moveTo>
                    <a:pt x="83820" y="3822"/>
                  </a:moveTo>
                  <a:lnTo>
                    <a:pt x="0" y="3822"/>
                  </a:lnTo>
                  <a:lnTo>
                    <a:pt x="0" y="6350"/>
                  </a:lnTo>
                  <a:lnTo>
                    <a:pt x="83820" y="6350"/>
                  </a:lnTo>
                  <a:lnTo>
                    <a:pt x="83820" y="3822"/>
                  </a:lnTo>
                  <a:close/>
                </a:path>
                <a:path w="204469" h="6350">
                  <a:moveTo>
                    <a:pt x="204470" y="3822"/>
                  </a:moveTo>
                  <a:lnTo>
                    <a:pt x="121920" y="3822"/>
                  </a:lnTo>
                  <a:lnTo>
                    <a:pt x="121920" y="6350"/>
                  </a:lnTo>
                  <a:lnTo>
                    <a:pt x="204470" y="6350"/>
                  </a:lnTo>
                  <a:lnTo>
                    <a:pt x="204470" y="3822"/>
                  </a:lnTo>
                  <a:close/>
                </a:path>
                <a:path w="204469" h="6350">
                  <a:moveTo>
                    <a:pt x="204470" y="0"/>
                  </a:moveTo>
                  <a:lnTo>
                    <a:pt x="121920" y="0"/>
                  </a:lnTo>
                  <a:lnTo>
                    <a:pt x="121920" y="3810"/>
                  </a:lnTo>
                  <a:lnTo>
                    <a:pt x="204470" y="3810"/>
                  </a:lnTo>
                  <a:lnTo>
                    <a:pt x="204470" y="0"/>
                  </a:lnTo>
                  <a:close/>
                </a:path>
              </a:pathLst>
            </a:custGeom>
            <a:solidFill>
              <a:srgbClr val="331D33"/>
            </a:solidFill>
          </p:spPr>
          <p:txBody>
            <a:bodyPr wrap="square" lIns="0" tIns="0" rIns="0" bIns="0" rtlCol="0"/>
            <a:lstStyle/>
            <a:p/>
          </p:txBody>
        </p:sp>
        <p:sp>
          <p:nvSpPr>
            <p:cNvPr id="647" name="object 647"/>
            <p:cNvSpPr/>
            <p:nvPr/>
          </p:nvSpPr>
          <p:spPr>
            <a:xfrm>
              <a:off x="1794510" y="1410969"/>
              <a:ext cx="204470" cy="7620"/>
            </a:xfrm>
            <a:custGeom>
              <a:avLst/>
              <a:gdLst/>
              <a:ahLst/>
              <a:cxnLst/>
              <a:rect l="l" t="t" r="r" b="b"/>
              <a:pathLst>
                <a:path w="204469" h="7619">
                  <a:moveTo>
                    <a:pt x="83820" y="0"/>
                  </a:moveTo>
                  <a:lnTo>
                    <a:pt x="0" y="0"/>
                  </a:lnTo>
                  <a:lnTo>
                    <a:pt x="0" y="7620"/>
                  </a:lnTo>
                  <a:lnTo>
                    <a:pt x="83820" y="7620"/>
                  </a:lnTo>
                  <a:lnTo>
                    <a:pt x="83820" y="0"/>
                  </a:lnTo>
                  <a:close/>
                </a:path>
                <a:path w="204469" h="7619">
                  <a:moveTo>
                    <a:pt x="204470" y="0"/>
                  </a:moveTo>
                  <a:lnTo>
                    <a:pt x="121920" y="0"/>
                  </a:lnTo>
                  <a:lnTo>
                    <a:pt x="121920" y="7620"/>
                  </a:lnTo>
                  <a:lnTo>
                    <a:pt x="204470" y="7620"/>
                  </a:lnTo>
                  <a:lnTo>
                    <a:pt x="204470" y="0"/>
                  </a:lnTo>
                  <a:close/>
                </a:path>
              </a:pathLst>
            </a:custGeom>
            <a:solidFill>
              <a:srgbClr val="351D35"/>
            </a:solidFill>
          </p:spPr>
          <p:txBody>
            <a:bodyPr wrap="square" lIns="0" tIns="0" rIns="0" bIns="0" rtlCol="0"/>
            <a:lstStyle/>
            <a:p/>
          </p:txBody>
        </p:sp>
        <p:sp>
          <p:nvSpPr>
            <p:cNvPr id="648" name="object 648"/>
            <p:cNvSpPr/>
            <p:nvPr/>
          </p:nvSpPr>
          <p:spPr>
            <a:xfrm>
              <a:off x="1794510" y="1418589"/>
              <a:ext cx="204470" cy="7620"/>
            </a:xfrm>
            <a:custGeom>
              <a:avLst/>
              <a:gdLst/>
              <a:ahLst/>
              <a:cxnLst/>
              <a:rect l="l" t="t" r="r" b="b"/>
              <a:pathLst>
                <a:path w="204469" h="7619">
                  <a:moveTo>
                    <a:pt x="83819" y="0"/>
                  </a:moveTo>
                  <a:lnTo>
                    <a:pt x="0" y="0"/>
                  </a:lnTo>
                  <a:lnTo>
                    <a:pt x="0" y="7620"/>
                  </a:lnTo>
                  <a:lnTo>
                    <a:pt x="85089" y="7620"/>
                  </a:lnTo>
                  <a:lnTo>
                    <a:pt x="85089" y="1270"/>
                  </a:lnTo>
                  <a:lnTo>
                    <a:pt x="83819" y="1270"/>
                  </a:lnTo>
                  <a:lnTo>
                    <a:pt x="83819" y="0"/>
                  </a:lnTo>
                  <a:close/>
                </a:path>
                <a:path w="204469" h="7619">
                  <a:moveTo>
                    <a:pt x="204469" y="0"/>
                  </a:moveTo>
                  <a:lnTo>
                    <a:pt x="121919" y="0"/>
                  </a:lnTo>
                  <a:lnTo>
                    <a:pt x="121919" y="1270"/>
                  </a:lnTo>
                  <a:lnTo>
                    <a:pt x="120650" y="1270"/>
                  </a:lnTo>
                  <a:lnTo>
                    <a:pt x="120650" y="7620"/>
                  </a:lnTo>
                  <a:lnTo>
                    <a:pt x="204469" y="7620"/>
                  </a:lnTo>
                  <a:lnTo>
                    <a:pt x="204469" y="0"/>
                  </a:lnTo>
                  <a:close/>
                </a:path>
              </a:pathLst>
            </a:custGeom>
            <a:solidFill>
              <a:srgbClr val="361D36"/>
            </a:solidFill>
          </p:spPr>
          <p:txBody>
            <a:bodyPr wrap="square" lIns="0" tIns="0" rIns="0" bIns="0" rtlCol="0"/>
            <a:lstStyle/>
            <a:p/>
          </p:txBody>
        </p:sp>
        <p:sp>
          <p:nvSpPr>
            <p:cNvPr id="649" name="object 649"/>
            <p:cNvSpPr/>
            <p:nvPr/>
          </p:nvSpPr>
          <p:spPr>
            <a:xfrm>
              <a:off x="1794510" y="1426209"/>
              <a:ext cx="204470" cy="6350"/>
            </a:xfrm>
            <a:custGeom>
              <a:avLst/>
              <a:gdLst/>
              <a:ahLst/>
              <a:cxnLst/>
              <a:rect l="l" t="t" r="r" b="b"/>
              <a:pathLst>
                <a:path w="204469" h="6350">
                  <a:moveTo>
                    <a:pt x="85090" y="0"/>
                  </a:moveTo>
                  <a:lnTo>
                    <a:pt x="0" y="0"/>
                  </a:lnTo>
                  <a:lnTo>
                    <a:pt x="0" y="6350"/>
                  </a:lnTo>
                  <a:lnTo>
                    <a:pt x="85090" y="6350"/>
                  </a:lnTo>
                  <a:lnTo>
                    <a:pt x="85090" y="0"/>
                  </a:lnTo>
                  <a:close/>
                </a:path>
                <a:path w="204469" h="6350">
                  <a:moveTo>
                    <a:pt x="204470" y="0"/>
                  </a:moveTo>
                  <a:lnTo>
                    <a:pt x="120650" y="0"/>
                  </a:lnTo>
                  <a:lnTo>
                    <a:pt x="120650" y="5080"/>
                  </a:lnTo>
                  <a:lnTo>
                    <a:pt x="119380" y="5080"/>
                  </a:lnTo>
                  <a:lnTo>
                    <a:pt x="119380" y="6350"/>
                  </a:lnTo>
                  <a:lnTo>
                    <a:pt x="203187" y="6350"/>
                  </a:lnTo>
                  <a:lnTo>
                    <a:pt x="203187" y="5080"/>
                  </a:lnTo>
                  <a:lnTo>
                    <a:pt x="204470" y="5080"/>
                  </a:lnTo>
                  <a:lnTo>
                    <a:pt x="204470" y="0"/>
                  </a:lnTo>
                  <a:close/>
                </a:path>
              </a:pathLst>
            </a:custGeom>
            <a:solidFill>
              <a:srgbClr val="371C37"/>
            </a:solidFill>
          </p:spPr>
          <p:txBody>
            <a:bodyPr wrap="square" lIns="0" tIns="0" rIns="0" bIns="0" rtlCol="0"/>
            <a:lstStyle/>
            <a:p/>
          </p:txBody>
        </p:sp>
        <p:sp>
          <p:nvSpPr>
            <p:cNvPr id="650" name="object 650"/>
            <p:cNvSpPr/>
            <p:nvPr/>
          </p:nvSpPr>
          <p:spPr>
            <a:xfrm>
              <a:off x="1794510" y="1432559"/>
              <a:ext cx="203200" cy="7620"/>
            </a:xfrm>
            <a:custGeom>
              <a:avLst/>
              <a:gdLst/>
              <a:ahLst/>
              <a:cxnLst/>
              <a:rect l="l" t="t" r="r" b="b"/>
              <a:pathLst>
                <a:path w="203200" h="7619">
                  <a:moveTo>
                    <a:pt x="85089" y="0"/>
                  </a:moveTo>
                  <a:lnTo>
                    <a:pt x="0" y="0"/>
                  </a:lnTo>
                  <a:lnTo>
                    <a:pt x="0" y="7619"/>
                  </a:lnTo>
                  <a:lnTo>
                    <a:pt x="86360" y="7619"/>
                  </a:lnTo>
                  <a:lnTo>
                    <a:pt x="86360" y="6350"/>
                  </a:lnTo>
                  <a:lnTo>
                    <a:pt x="85089" y="6350"/>
                  </a:lnTo>
                  <a:lnTo>
                    <a:pt x="85089" y="0"/>
                  </a:lnTo>
                  <a:close/>
                </a:path>
                <a:path w="203200" h="7619">
                  <a:moveTo>
                    <a:pt x="203199" y="0"/>
                  </a:moveTo>
                  <a:lnTo>
                    <a:pt x="119379" y="0"/>
                  </a:lnTo>
                  <a:lnTo>
                    <a:pt x="119379" y="7619"/>
                  </a:lnTo>
                  <a:lnTo>
                    <a:pt x="203199" y="7619"/>
                  </a:lnTo>
                  <a:lnTo>
                    <a:pt x="203199" y="0"/>
                  </a:lnTo>
                  <a:close/>
                </a:path>
              </a:pathLst>
            </a:custGeom>
            <a:solidFill>
              <a:srgbClr val="381C38"/>
            </a:solidFill>
          </p:spPr>
          <p:txBody>
            <a:bodyPr wrap="square" lIns="0" tIns="0" rIns="0" bIns="0" rtlCol="0"/>
            <a:lstStyle/>
            <a:p/>
          </p:txBody>
        </p:sp>
        <p:sp>
          <p:nvSpPr>
            <p:cNvPr id="651" name="object 651"/>
            <p:cNvSpPr/>
            <p:nvPr/>
          </p:nvSpPr>
          <p:spPr>
            <a:xfrm>
              <a:off x="1794510" y="1440179"/>
              <a:ext cx="203200" cy="7620"/>
            </a:xfrm>
            <a:custGeom>
              <a:avLst/>
              <a:gdLst/>
              <a:ahLst/>
              <a:cxnLst/>
              <a:rect l="l" t="t" r="r" b="b"/>
              <a:pathLst>
                <a:path w="203200" h="7619">
                  <a:moveTo>
                    <a:pt x="86360" y="0"/>
                  </a:moveTo>
                  <a:lnTo>
                    <a:pt x="0" y="0"/>
                  </a:lnTo>
                  <a:lnTo>
                    <a:pt x="0" y="7620"/>
                  </a:lnTo>
                  <a:lnTo>
                    <a:pt x="87630" y="7620"/>
                  </a:lnTo>
                  <a:lnTo>
                    <a:pt x="87630" y="5080"/>
                  </a:lnTo>
                  <a:lnTo>
                    <a:pt x="86360" y="5080"/>
                  </a:lnTo>
                  <a:lnTo>
                    <a:pt x="86360" y="0"/>
                  </a:lnTo>
                  <a:close/>
                </a:path>
                <a:path w="203200" h="7619">
                  <a:moveTo>
                    <a:pt x="203199" y="0"/>
                  </a:moveTo>
                  <a:lnTo>
                    <a:pt x="119379" y="0"/>
                  </a:lnTo>
                  <a:lnTo>
                    <a:pt x="119379" y="7620"/>
                  </a:lnTo>
                  <a:lnTo>
                    <a:pt x="203199" y="7620"/>
                  </a:lnTo>
                  <a:lnTo>
                    <a:pt x="203199" y="0"/>
                  </a:lnTo>
                  <a:close/>
                </a:path>
              </a:pathLst>
            </a:custGeom>
            <a:solidFill>
              <a:srgbClr val="391B39"/>
            </a:solidFill>
          </p:spPr>
          <p:txBody>
            <a:bodyPr wrap="square" lIns="0" tIns="0" rIns="0" bIns="0" rtlCol="0"/>
            <a:lstStyle/>
            <a:p/>
          </p:txBody>
        </p:sp>
        <p:sp>
          <p:nvSpPr>
            <p:cNvPr id="652" name="object 652"/>
            <p:cNvSpPr/>
            <p:nvPr/>
          </p:nvSpPr>
          <p:spPr>
            <a:xfrm>
              <a:off x="1794510" y="1447799"/>
              <a:ext cx="203200" cy="7620"/>
            </a:xfrm>
            <a:custGeom>
              <a:avLst/>
              <a:gdLst/>
              <a:ahLst/>
              <a:cxnLst/>
              <a:rect l="l" t="t" r="r" b="b"/>
              <a:pathLst>
                <a:path w="203200" h="7619">
                  <a:moveTo>
                    <a:pt x="88900" y="5080"/>
                  </a:moveTo>
                  <a:lnTo>
                    <a:pt x="87630" y="5080"/>
                  </a:lnTo>
                  <a:lnTo>
                    <a:pt x="87630" y="0"/>
                  </a:lnTo>
                  <a:lnTo>
                    <a:pt x="0" y="0"/>
                  </a:lnTo>
                  <a:lnTo>
                    <a:pt x="0" y="5080"/>
                  </a:lnTo>
                  <a:lnTo>
                    <a:pt x="0" y="7620"/>
                  </a:lnTo>
                  <a:lnTo>
                    <a:pt x="88900" y="7620"/>
                  </a:lnTo>
                  <a:lnTo>
                    <a:pt x="88900" y="5080"/>
                  </a:lnTo>
                  <a:close/>
                </a:path>
                <a:path w="203200" h="7619">
                  <a:moveTo>
                    <a:pt x="203200" y="0"/>
                  </a:moveTo>
                  <a:lnTo>
                    <a:pt x="118110" y="0"/>
                  </a:lnTo>
                  <a:lnTo>
                    <a:pt x="118110" y="6350"/>
                  </a:lnTo>
                  <a:lnTo>
                    <a:pt x="116840" y="6350"/>
                  </a:lnTo>
                  <a:lnTo>
                    <a:pt x="116840" y="7620"/>
                  </a:lnTo>
                  <a:lnTo>
                    <a:pt x="203200" y="7620"/>
                  </a:lnTo>
                  <a:lnTo>
                    <a:pt x="203200" y="6350"/>
                  </a:lnTo>
                  <a:lnTo>
                    <a:pt x="203200" y="0"/>
                  </a:lnTo>
                  <a:close/>
                </a:path>
              </a:pathLst>
            </a:custGeom>
            <a:solidFill>
              <a:srgbClr val="3A1B3A"/>
            </a:solidFill>
          </p:spPr>
          <p:txBody>
            <a:bodyPr wrap="square" lIns="0" tIns="0" rIns="0" bIns="0" rtlCol="0"/>
            <a:lstStyle/>
            <a:p/>
          </p:txBody>
        </p:sp>
        <p:sp>
          <p:nvSpPr>
            <p:cNvPr id="653" name="object 653"/>
            <p:cNvSpPr/>
            <p:nvPr/>
          </p:nvSpPr>
          <p:spPr>
            <a:xfrm>
              <a:off x="1794510" y="1455419"/>
              <a:ext cx="203200" cy="6350"/>
            </a:xfrm>
            <a:custGeom>
              <a:avLst/>
              <a:gdLst/>
              <a:ahLst/>
              <a:cxnLst/>
              <a:rect l="l" t="t" r="r" b="b"/>
              <a:pathLst>
                <a:path w="203200" h="6350">
                  <a:moveTo>
                    <a:pt x="90170" y="5080"/>
                  </a:moveTo>
                  <a:lnTo>
                    <a:pt x="88900" y="5080"/>
                  </a:lnTo>
                  <a:lnTo>
                    <a:pt x="88900" y="0"/>
                  </a:lnTo>
                  <a:lnTo>
                    <a:pt x="0" y="0"/>
                  </a:lnTo>
                  <a:lnTo>
                    <a:pt x="0" y="5080"/>
                  </a:lnTo>
                  <a:lnTo>
                    <a:pt x="0" y="6350"/>
                  </a:lnTo>
                  <a:lnTo>
                    <a:pt x="90170" y="6350"/>
                  </a:lnTo>
                  <a:lnTo>
                    <a:pt x="90170" y="5080"/>
                  </a:lnTo>
                  <a:close/>
                </a:path>
                <a:path w="203200" h="6350">
                  <a:moveTo>
                    <a:pt x="203200" y="0"/>
                  </a:moveTo>
                  <a:lnTo>
                    <a:pt x="116840" y="0"/>
                  </a:lnTo>
                  <a:lnTo>
                    <a:pt x="116840" y="6350"/>
                  </a:lnTo>
                  <a:lnTo>
                    <a:pt x="203200" y="6350"/>
                  </a:lnTo>
                  <a:lnTo>
                    <a:pt x="203200" y="0"/>
                  </a:lnTo>
                  <a:close/>
                </a:path>
              </a:pathLst>
            </a:custGeom>
            <a:solidFill>
              <a:srgbClr val="3B1A3B"/>
            </a:solidFill>
          </p:spPr>
          <p:txBody>
            <a:bodyPr wrap="square" lIns="0" tIns="0" rIns="0" bIns="0" rtlCol="0"/>
            <a:lstStyle/>
            <a:p/>
          </p:txBody>
        </p:sp>
        <p:sp>
          <p:nvSpPr>
            <p:cNvPr id="654" name="object 654"/>
            <p:cNvSpPr/>
            <p:nvPr/>
          </p:nvSpPr>
          <p:spPr>
            <a:xfrm>
              <a:off x="1794510" y="1461769"/>
              <a:ext cx="203200" cy="7620"/>
            </a:xfrm>
            <a:custGeom>
              <a:avLst/>
              <a:gdLst/>
              <a:ahLst/>
              <a:cxnLst/>
              <a:rect l="l" t="t" r="r" b="b"/>
              <a:pathLst>
                <a:path w="203200" h="7619">
                  <a:moveTo>
                    <a:pt x="92710" y="5080"/>
                  </a:moveTo>
                  <a:lnTo>
                    <a:pt x="91440" y="5080"/>
                  </a:lnTo>
                  <a:lnTo>
                    <a:pt x="91440" y="1270"/>
                  </a:lnTo>
                  <a:lnTo>
                    <a:pt x="90170" y="1270"/>
                  </a:lnTo>
                  <a:lnTo>
                    <a:pt x="90170" y="0"/>
                  </a:lnTo>
                  <a:lnTo>
                    <a:pt x="0" y="0"/>
                  </a:lnTo>
                  <a:lnTo>
                    <a:pt x="0" y="1270"/>
                  </a:lnTo>
                  <a:lnTo>
                    <a:pt x="0" y="5080"/>
                  </a:lnTo>
                  <a:lnTo>
                    <a:pt x="0" y="7620"/>
                  </a:lnTo>
                  <a:lnTo>
                    <a:pt x="92710" y="7620"/>
                  </a:lnTo>
                  <a:lnTo>
                    <a:pt x="92710" y="5080"/>
                  </a:lnTo>
                  <a:close/>
                </a:path>
                <a:path w="203200" h="7619">
                  <a:moveTo>
                    <a:pt x="203200" y="0"/>
                  </a:moveTo>
                  <a:lnTo>
                    <a:pt x="115570" y="0"/>
                  </a:lnTo>
                  <a:lnTo>
                    <a:pt x="115570" y="2540"/>
                  </a:lnTo>
                  <a:lnTo>
                    <a:pt x="114300" y="2540"/>
                  </a:lnTo>
                  <a:lnTo>
                    <a:pt x="114300" y="6350"/>
                  </a:lnTo>
                  <a:lnTo>
                    <a:pt x="113030" y="6350"/>
                  </a:lnTo>
                  <a:lnTo>
                    <a:pt x="113030" y="7620"/>
                  </a:lnTo>
                  <a:lnTo>
                    <a:pt x="201930" y="7620"/>
                  </a:lnTo>
                  <a:lnTo>
                    <a:pt x="201930" y="6350"/>
                  </a:lnTo>
                  <a:lnTo>
                    <a:pt x="201930" y="2540"/>
                  </a:lnTo>
                  <a:lnTo>
                    <a:pt x="203200" y="2540"/>
                  </a:lnTo>
                  <a:lnTo>
                    <a:pt x="203200" y="0"/>
                  </a:lnTo>
                  <a:close/>
                </a:path>
              </a:pathLst>
            </a:custGeom>
            <a:solidFill>
              <a:srgbClr val="3C1A3C"/>
            </a:solidFill>
          </p:spPr>
          <p:txBody>
            <a:bodyPr wrap="square" lIns="0" tIns="0" rIns="0" bIns="0" rtlCol="0"/>
            <a:lstStyle/>
            <a:p/>
          </p:txBody>
        </p:sp>
        <p:sp>
          <p:nvSpPr>
            <p:cNvPr id="655" name="object 655"/>
            <p:cNvSpPr/>
            <p:nvPr/>
          </p:nvSpPr>
          <p:spPr>
            <a:xfrm>
              <a:off x="1794510" y="1469389"/>
              <a:ext cx="201930" cy="7620"/>
            </a:xfrm>
            <a:custGeom>
              <a:avLst/>
              <a:gdLst/>
              <a:ahLst/>
              <a:cxnLst/>
              <a:rect l="l" t="t" r="r" b="b"/>
              <a:pathLst>
                <a:path w="201930" h="7619">
                  <a:moveTo>
                    <a:pt x="96520" y="6350"/>
                  </a:moveTo>
                  <a:lnTo>
                    <a:pt x="95250" y="6350"/>
                  </a:lnTo>
                  <a:lnTo>
                    <a:pt x="95250" y="5080"/>
                  </a:lnTo>
                  <a:lnTo>
                    <a:pt x="93980" y="5080"/>
                  </a:lnTo>
                  <a:lnTo>
                    <a:pt x="93980" y="2540"/>
                  </a:lnTo>
                  <a:lnTo>
                    <a:pt x="93980" y="1270"/>
                  </a:lnTo>
                  <a:lnTo>
                    <a:pt x="92710" y="1270"/>
                  </a:lnTo>
                  <a:lnTo>
                    <a:pt x="92710" y="0"/>
                  </a:lnTo>
                  <a:lnTo>
                    <a:pt x="0" y="0"/>
                  </a:lnTo>
                  <a:lnTo>
                    <a:pt x="0" y="1270"/>
                  </a:lnTo>
                  <a:lnTo>
                    <a:pt x="0" y="2540"/>
                  </a:lnTo>
                  <a:lnTo>
                    <a:pt x="0" y="5080"/>
                  </a:lnTo>
                  <a:lnTo>
                    <a:pt x="0" y="6350"/>
                  </a:lnTo>
                  <a:lnTo>
                    <a:pt x="0" y="7620"/>
                  </a:lnTo>
                  <a:lnTo>
                    <a:pt x="96520" y="7620"/>
                  </a:lnTo>
                  <a:lnTo>
                    <a:pt x="96520" y="6350"/>
                  </a:lnTo>
                  <a:close/>
                </a:path>
                <a:path w="201930" h="7619">
                  <a:moveTo>
                    <a:pt x="201930" y="0"/>
                  </a:moveTo>
                  <a:lnTo>
                    <a:pt x="113030" y="0"/>
                  </a:lnTo>
                  <a:lnTo>
                    <a:pt x="113030" y="2540"/>
                  </a:lnTo>
                  <a:lnTo>
                    <a:pt x="111760" y="2540"/>
                  </a:lnTo>
                  <a:lnTo>
                    <a:pt x="111760" y="5080"/>
                  </a:lnTo>
                  <a:lnTo>
                    <a:pt x="110490" y="5080"/>
                  </a:lnTo>
                  <a:lnTo>
                    <a:pt x="110490" y="7620"/>
                  </a:lnTo>
                  <a:lnTo>
                    <a:pt x="201930" y="7620"/>
                  </a:lnTo>
                  <a:lnTo>
                    <a:pt x="201930" y="5080"/>
                  </a:lnTo>
                  <a:lnTo>
                    <a:pt x="201930" y="2540"/>
                  </a:lnTo>
                  <a:lnTo>
                    <a:pt x="201930" y="0"/>
                  </a:lnTo>
                  <a:close/>
                </a:path>
              </a:pathLst>
            </a:custGeom>
            <a:solidFill>
              <a:srgbClr val="3D193D"/>
            </a:solidFill>
          </p:spPr>
          <p:txBody>
            <a:bodyPr wrap="square" lIns="0" tIns="0" rIns="0" bIns="0" rtlCol="0"/>
            <a:lstStyle/>
            <a:p/>
          </p:txBody>
        </p:sp>
        <p:sp>
          <p:nvSpPr>
            <p:cNvPr id="656" name="object 656"/>
            <p:cNvSpPr/>
            <p:nvPr/>
          </p:nvSpPr>
          <p:spPr>
            <a:xfrm>
              <a:off x="1794510" y="1477009"/>
              <a:ext cx="201930" cy="6350"/>
            </a:xfrm>
            <a:custGeom>
              <a:avLst/>
              <a:gdLst/>
              <a:ahLst/>
              <a:cxnLst/>
              <a:rect l="l" t="t" r="r" b="b"/>
              <a:pathLst>
                <a:path w="201930" h="6350">
                  <a:moveTo>
                    <a:pt x="101600" y="5080"/>
                  </a:moveTo>
                  <a:lnTo>
                    <a:pt x="100330" y="5080"/>
                  </a:lnTo>
                  <a:lnTo>
                    <a:pt x="100330" y="3810"/>
                  </a:lnTo>
                  <a:lnTo>
                    <a:pt x="99060" y="3810"/>
                  </a:lnTo>
                  <a:lnTo>
                    <a:pt x="99060" y="1270"/>
                  </a:lnTo>
                  <a:lnTo>
                    <a:pt x="96520" y="1270"/>
                  </a:lnTo>
                  <a:lnTo>
                    <a:pt x="96520" y="0"/>
                  </a:lnTo>
                  <a:lnTo>
                    <a:pt x="0" y="0"/>
                  </a:lnTo>
                  <a:lnTo>
                    <a:pt x="0" y="1270"/>
                  </a:lnTo>
                  <a:lnTo>
                    <a:pt x="0" y="3810"/>
                  </a:lnTo>
                  <a:lnTo>
                    <a:pt x="0" y="5080"/>
                  </a:lnTo>
                  <a:lnTo>
                    <a:pt x="0" y="6350"/>
                  </a:lnTo>
                  <a:lnTo>
                    <a:pt x="101600" y="6350"/>
                  </a:lnTo>
                  <a:lnTo>
                    <a:pt x="101600" y="5080"/>
                  </a:lnTo>
                  <a:close/>
                </a:path>
                <a:path w="201930" h="6350">
                  <a:moveTo>
                    <a:pt x="201930" y="0"/>
                  </a:moveTo>
                  <a:lnTo>
                    <a:pt x="110490" y="0"/>
                  </a:lnTo>
                  <a:lnTo>
                    <a:pt x="110490" y="1270"/>
                  </a:lnTo>
                  <a:lnTo>
                    <a:pt x="109220" y="1270"/>
                  </a:lnTo>
                  <a:lnTo>
                    <a:pt x="109220" y="2540"/>
                  </a:lnTo>
                  <a:lnTo>
                    <a:pt x="107950" y="2540"/>
                  </a:lnTo>
                  <a:lnTo>
                    <a:pt x="107950" y="3810"/>
                  </a:lnTo>
                  <a:lnTo>
                    <a:pt x="106680" y="3810"/>
                  </a:lnTo>
                  <a:lnTo>
                    <a:pt x="106680" y="5080"/>
                  </a:lnTo>
                  <a:lnTo>
                    <a:pt x="105410" y="5080"/>
                  </a:lnTo>
                  <a:lnTo>
                    <a:pt x="105410" y="6350"/>
                  </a:lnTo>
                  <a:lnTo>
                    <a:pt x="201930" y="6350"/>
                  </a:lnTo>
                  <a:lnTo>
                    <a:pt x="201930" y="5080"/>
                  </a:lnTo>
                  <a:lnTo>
                    <a:pt x="201930" y="3810"/>
                  </a:lnTo>
                  <a:lnTo>
                    <a:pt x="201930" y="2540"/>
                  </a:lnTo>
                  <a:lnTo>
                    <a:pt x="201930" y="1270"/>
                  </a:lnTo>
                  <a:lnTo>
                    <a:pt x="201930" y="0"/>
                  </a:lnTo>
                  <a:close/>
                </a:path>
              </a:pathLst>
            </a:custGeom>
            <a:solidFill>
              <a:srgbClr val="3F193F"/>
            </a:solidFill>
          </p:spPr>
          <p:txBody>
            <a:bodyPr wrap="square" lIns="0" tIns="0" rIns="0" bIns="0" rtlCol="0"/>
            <a:lstStyle/>
            <a:p/>
          </p:txBody>
        </p:sp>
        <p:sp>
          <p:nvSpPr>
            <p:cNvPr id="657" name="object 657"/>
            <p:cNvSpPr/>
            <p:nvPr/>
          </p:nvSpPr>
          <p:spPr>
            <a:xfrm>
              <a:off x="1794510" y="1483359"/>
              <a:ext cx="201930" cy="7620"/>
            </a:xfrm>
            <a:custGeom>
              <a:avLst/>
              <a:gdLst/>
              <a:ahLst/>
              <a:cxnLst/>
              <a:rect l="l" t="t" r="r" b="b"/>
              <a:pathLst>
                <a:path w="201930" h="7619">
                  <a:moveTo>
                    <a:pt x="201930" y="0"/>
                  </a:moveTo>
                  <a:lnTo>
                    <a:pt x="105410" y="0"/>
                  </a:lnTo>
                  <a:lnTo>
                    <a:pt x="105410" y="1270"/>
                  </a:lnTo>
                  <a:lnTo>
                    <a:pt x="101600" y="1270"/>
                  </a:lnTo>
                  <a:lnTo>
                    <a:pt x="101600" y="0"/>
                  </a:lnTo>
                  <a:lnTo>
                    <a:pt x="0" y="0"/>
                  </a:lnTo>
                  <a:lnTo>
                    <a:pt x="0" y="1270"/>
                  </a:lnTo>
                  <a:lnTo>
                    <a:pt x="0" y="3810"/>
                  </a:lnTo>
                  <a:lnTo>
                    <a:pt x="0" y="7620"/>
                  </a:lnTo>
                  <a:lnTo>
                    <a:pt x="200660" y="7620"/>
                  </a:lnTo>
                  <a:lnTo>
                    <a:pt x="200660" y="3810"/>
                  </a:lnTo>
                  <a:lnTo>
                    <a:pt x="201930" y="3810"/>
                  </a:lnTo>
                  <a:lnTo>
                    <a:pt x="201930" y="1270"/>
                  </a:lnTo>
                  <a:lnTo>
                    <a:pt x="201930" y="0"/>
                  </a:lnTo>
                  <a:close/>
                </a:path>
              </a:pathLst>
            </a:custGeom>
            <a:solidFill>
              <a:srgbClr val="401940"/>
            </a:solidFill>
          </p:spPr>
          <p:txBody>
            <a:bodyPr wrap="square" lIns="0" tIns="0" rIns="0" bIns="0" rtlCol="0"/>
            <a:lstStyle/>
            <a:p/>
          </p:txBody>
        </p:sp>
        <p:sp>
          <p:nvSpPr>
            <p:cNvPr id="658" name="object 658"/>
            <p:cNvSpPr/>
            <p:nvPr/>
          </p:nvSpPr>
          <p:spPr>
            <a:xfrm>
              <a:off x="1794510" y="1490979"/>
              <a:ext cx="200660" cy="7620"/>
            </a:xfrm>
            <a:custGeom>
              <a:avLst/>
              <a:gdLst/>
              <a:ahLst/>
              <a:cxnLst/>
              <a:rect l="l" t="t" r="r" b="b"/>
              <a:pathLst>
                <a:path w="200660" h="7619">
                  <a:moveTo>
                    <a:pt x="0" y="7620"/>
                  </a:moveTo>
                  <a:lnTo>
                    <a:pt x="0" y="0"/>
                  </a:lnTo>
                  <a:lnTo>
                    <a:pt x="200660" y="0"/>
                  </a:lnTo>
                  <a:lnTo>
                    <a:pt x="200660" y="7620"/>
                  </a:lnTo>
                  <a:lnTo>
                    <a:pt x="0" y="7620"/>
                  </a:lnTo>
                  <a:close/>
                </a:path>
              </a:pathLst>
            </a:custGeom>
            <a:solidFill>
              <a:srgbClr val="411841"/>
            </a:solidFill>
          </p:spPr>
          <p:txBody>
            <a:bodyPr wrap="square" lIns="0" tIns="0" rIns="0" bIns="0" rtlCol="0"/>
            <a:lstStyle/>
            <a:p/>
          </p:txBody>
        </p:sp>
        <p:sp>
          <p:nvSpPr>
            <p:cNvPr id="659" name="object 659"/>
            <p:cNvSpPr/>
            <p:nvPr/>
          </p:nvSpPr>
          <p:spPr>
            <a:xfrm>
              <a:off x="1794510" y="1498599"/>
              <a:ext cx="200660" cy="7620"/>
            </a:xfrm>
            <a:custGeom>
              <a:avLst/>
              <a:gdLst/>
              <a:ahLst/>
              <a:cxnLst/>
              <a:rect l="l" t="t" r="r" b="b"/>
              <a:pathLst>
                <a:path w="200660" h="7619">
                  <a:moveTo>
                    <a:pt x="200660" y="0"/>
                  </a:moveTo>
                  <a:lnTo>
                    <a:pt x="0" y="0"/>
                  </a:lnTo>
                  <a:lnTo>
                    <a:pt x="0" y="3810"/>
                  </a:lnTo>
                  <a:lnTo>
                    <a:pt x="0" y="7620"/>
                  </a:lnTo>
                  <a:lnTo>
                    <a:pt x="199390" y="7620"/>
                  </a:lnTo>
                  <a:lnTo>
                    <a:pt x="199390" y="3810"/>
                  </a:lnTo>
                  <a:lnTo>
                    <a:pt x="200660" y="3810"/>
                  </a:lnTo>
                  <a:lnTo>
                    <a:pt x="200660" y="0"/>
                  </a:lnTo>
                  <a:close/>
                </a:path>
              </a:pathLst>
            </a:custGeom>
            <a:solidFill>
              <a:srgbClr val="421842"/>
            </a:solidFill>
          </p:spPr>
          <p:txBody>
            <a:bodyPr wrap="square" lIns="0" tIns="0" rIns="0" bIns="0" rtlCol="0"/>
            <a:lstStyle/>
            <a:p/>
          </p:txBody>
        </p:sp>
        <p:sp>
          <p:nvSpPr>
            <p:cNvPr id="660" name="object 660"/>
            <p:cNvSpPr/>
            <p:nvPr/>
          </p:nvSpPr>
          <p:spPr>
            <a:xfrm>
              <a:off x="1794510" y="1506219"/>
              <a:ext cx="199390" cy="6350"/>
            </a:xfrm>
            <a:custGeom>
              <a:avLst/>
              <a:gdLst/>
              <a:ahLst/>
              <a:cxnLst/>
              <a:rect l="l" t="t" r="r" b="b"/>
              <a:pathLst>
                <a:path w="199389" h="6350">
                  <a:moveTo>
                    <a:pt x="0" y="6350"/>
                  </a:moveTo>
                  <a:lnTo>
                    <a:pt x="0" y="0"/>
                  </a:lnTo>
                  <a:lnTo>
                    <a:pt x="199389" y="0"/>
                  </a:lnTo>
                  <a:lnTo>
                    <a:pt x="199389" y="6350"/>
                  </a:lnTo>
                  <a:lnTo>
                    <a:pt x="0" y="6350"/>
                  </a:lnTo>
                  <a:close/>
                </a:path>
              </a:pathLst>
            </a:custGeom>
            <a:solidFill>
              <a:srgbClr val="431743"/>
            </a:solidFill>
          </p:spPr>
          <p:txBody>
            <a:bodyPr wrap="square" lIns="0" tIns="0" rIns="0" bIns="0" rtlCol="0"/>
            <a:lstStyle/>
            <a:p/>
          </p:txBody>
        </p:sp>
        <p:sp>
          <p:nvSpPr>
            <p:cNvPr id="661" name="object 661"/>
            <p:cNvSpPr/>
            <p:nvPr/>
          </p:nvSpPr>
          <p:spPr>
            <a:xfrm>
              <a:off x="1794510" y="1512569"/>
              <a:ext cx="199390" cy="7620"/>
            </a:xfrm>
            <a:custGeom>
              <a:avLst/>
              <a:gdLst/>
              <a:ahLst/>
              <a:cxnLst/>
              <a:rect l="l" t="t" r="r" b="b"/>
              <a:pathLst>
                <a:path w="199389" h="7619">
                  <a:moveTo>
                    <a:pt x="199390" y="0"/>
                  </a:moveTo>
                  <a:lnTo>
                    <a:pt x="0" y="0"/>
                  </a:lnTo>
                  <a:lnTo>
                    <a:pt x="0" y="2540"/>
                  </a:lnTo>
                  <a:lnTo>
                    <a:pt x="0" y="7620"/>
                  </a:lnTo>
                  <a:lnTo>
                    <a:pt x="198120" y="7620"/>
                  </a:lnTo>
                  <a:lnTo>
                    <a:pt x="198120" y="2540"/>
                  </a:lnTo>
                  <a:lnTo>
                    <a:pt x="199390" y="2540"/>
                  </a:lnTo>
                  <a:lnTo>
                    <a:pt x="199390" y="0"/>
                  </a:lnTo>
                  <a:close/>
                </a:path>
              </a:pathLst>
            </a:custGeom>
            <a:solidFill>
              <a:srgbClr val="441744"/>
            </a:solidFill>
          </p:spPr>
          <p:txBody>
            <a:bodyPr wrap="square" lIns="0" tIns="0" rIns="0" bIns="0" rtlCol="0"/>
            <a:lstStyle/>
            <a:p/>
          </p:txBody>
        </p:sp>
        <p:sp>
          <p:nvSpPr>
            <p:cNvPr id="662" name="object 662"/>
            <p:cNvSpPr/>
            <p:nvPr/>
          </p:nvSpPr>
          <p:spPr>
            <a:xfrm>
              <a:off x="1794510" y="1520189"/>
              <a:ext cx="198120" cy="7620"/>
            </a:xfrm>
            <a:custGeom>
              <a:avLst/>
              <a:gdLst/>
              <a:ahLst/>
              <a:cxnLst/>
              <a:rect l="l" t="t" r="r" b="b"/>
              <a:pathLst>
                <a:path w="198119" h="7619">
                  <a:moveTo>
                    <a:pt x="198120" y="0"/>
                  </a:moveTo>
                  <a:lnTo>
                    <a:pt x="0" y="0"/>
                  </a:lnTo>
                  <a:lnTo>
                    <a:pt x="0" y="3810"/>
                  </a:lnTo>
                  <a:lnTo>
                    <a:pt x="0" y="7620"/>
                  </a:lnTo>
                  <a:lnTo>
                    <a:pt x="196850" y="7620"/>
                  </a:lnTo>
                  <a:lnTo>
                    <a:pt x="196850" y="3810"/>
                  </a:lnTo>
                  <a:lnTo>
                    <a:pt x="198120" y="3810"/>
                  </a:lnTo>
                  <a:lnTo>
                    <a:pt x="198120" y="0"/>
                  </a:lnTo>
                  <a:close/>
                </a:path>
              </a:pathLst>
            </a:custGeom>
            <a:solidFill>
              <a:srgbClr val="451645"/>
            </a:solidFill>
          </p:spPr>
          <p:txBody>
            <a:bodyPr wrap="square" lIns="0" tIns="0" rIns="0" bIns="0" rtlCol="0"/>
            <a:lstStyle/>
            <a:p/>
          </p:txBody>
        </p:sp>
        <p:sp>
          <p:nvSpPr>
            <p:cNvPr id="663" name="object 663"/>
            <p:cNvSpPr/>
            <p:nvPr/>
          </p:nvSpPr>
          <p:spPr>
            <a:xfrm>
              <a:off x="1794510" y="1527809"/>
              <a:ext cx="196850" cy="6350"/>
            </a:xfrm>
            <a:custGeom>
              <a:avLst/>
              <a:gdLst/>
              <a:ahLst/>
              <a:cxnLst/>
              <a:rect l="l" t="t" r="r" b="b"/>
              <a:pathLst>
                <a:path w="196850" h="6350">
                  <a:moveTo>
                    <a:pt x="196850" y="0"/>
                  </a:moveTo>
                  <a:lnTo>
                    <a:pt x="0" y="0"/>
                  </a:lnTo>
                  <a:lnTo>
                    <a:pt x="0" y="5080"/>
                  </a:lnTo>
                  <a:lnTo>
                    <a:pt x="0" y="6350"/>
                  </a:lnTo>
                  <a:lnTo>
                    <a:pt x="195580" y="6350"/>
                  </a:lnTo>
                  <a:lnTo>
                    <a:pt x="195580" y="5080"/>
                  </a:lnTo>
                  <a:lnTo>
                    <a:pt x="196850" y="5080"/>
                  </a:lnTo>
                  <a:lnTo>
                    <a:pt x="196850" y="0"/>
                  </a:lnTo>
                  <a:close/>
                </a:path>
              </a:pathLst>
            </a:custGeom>
            <a:solidFill>
              <a:srgbClr val="461646"/>
            </a:solidFill>
          </p:spPr>
          <p:txBody>
            <a:bodyPr wrap="square" lIns="0" tIns="0" rIns="0" bIns="0" rtlCol="0"/>
            <a:lstStyle/>
            <a:p/>
          </p:txBody>
        </p:sp>
        <p:sp>
          <p:nvSpPr>
            <p:cNvPr id="664" name="object 664"/>
            <p:cNvSpPr/>
            <p:nvPr/>
          </p:nvSpPr>
          <p:spPr>
            <a:xfrm>
              <a:off x="1794510" y="1534159"/>
              <a:ext cx="195580" cy="7620"/>
            </a:xfrm>
            <a:custGeom>
              <a:avLst/>
              <a:gdLst/>
              <a:ahLst/>
              <a:cxnLst/>
              <a:rect l="l" t="t" r="r" b="b"/>
              <a:pathLst>
                <a:path w="195580" h="7619">
                  <a:moveTo>
                    <a:pt x="0" y="7619"/>
                  </a:moveTo>
                  <a:lnTo>
                    <a:pt x="0" y="0"/>
                  </a:lnTo>
                  <a:lnTo>
                    <a:pt x="195580" y="0"/>
                  </a:lnTo>
                  <a:lnTo>
                    <a:pt x="195580" y="7619"/>
                  </a:lnTo>
                  <a:lnTo>
                    <a:pt x="0" y="7619"/>
                  </a:lnTo>
                  <a:close/>
                </a:path>
              </a:pathLst>
            </a:custGeom>
            <a:solidFill>
              <a:srgbClr val="471547"/>
            </a:solidFill>
          </p:spPr>
          <p:txBody>
            <a:bodyPr wrap="square" lIns="0" tIns="0" rIns="0" bIns="0" rtlCol="0"/>
            <a:lstStyle/>
            <a:p/>
          </p:txBody>
        </p:sp>
        <p:sp>
          <p:nvSpPr>
            <p:cNvPr id="665" name="object 665"/>
            <p:cNvSpPr/>
            <p:nvPr/>
          </p:nvSpPr>
          <p:spPr>
            <a:xfrm>
              <a:off x="1794510" y="1541779"/>
              <a:ext cx="195580" cy="7620"/>
            </a:xfrm>
            <a:custGeom>
              <a:avLst/>
              <a:gdLst/>
              <a:ahLst/>
              <a:cxnLst/>
              <a:rect l="l" t="t" r="r" b="b"/>
              <a:pathLst>
                <a:path w="195580" h="7619">
                  <a:moveTo>
                    <a:pt x="195580" y="0"/>
                  </a:moveTo>
                  <a:lnTo>
                    <a:pt x="0" y="0"/>
                  </a:lnTo>
                  <a:lnTo>
                    <a:pt x="0" y="1270"/>
                  </a:lnTo>
                  <a:lnTo>
                    <a:pt x="0" y="7620"/>
                  </a:lnTo>
                  <a:lnTo>
                    <a:pt x="194310" y="7620"/>
                  </a:lnTo>
                  <a:lnTo>
                    <a:pt x="194310" y="1270"/>
                  </a:lnTo>
                  <a:lnTo>
                    <a:pt x="195580" y="1270"/>
                  </a:lnTo>
                  <a:lnTo>
                    <a:pt x="195580" y="0"/>
                  </a:lnTo>
                  <a:close/>
                </a:path>
              </a:pathLst>
            </a:custGeom>
            <a:solidFill>
              <a:srgbClr val="481548"/>
            </a:solidFill>
          </p:spPr>
          <p:txBody>
            <a:bodyPr wrap="square" lIns="0" tIns="0" rIns="0" bIns="0" rtlCol="0"/>
            <a:lstStyle/>
            <a:p/>
          </p:txBody>
        </p:sp>
        <p:sp>
          <p:nvSpPr>
            <p:cNvPr id="666" name="object 666"/>
            <p:cNvSpPr/>
            <p:nvPr/>
          </p:nvSpPr>
          <p:spPr>
            <a:xfrm>
              <a:off x="1794510" y="1549399"/>
              <a:ext cx="194310" cy="7620"/>
            </a:xfrm>
            <a:custGeom>
              <a:avLst/>
              <a:gdLst/>
              <a:ahLst/>
              <a:cxnLst/>
              <a:rect l="l" t="t" r="r" b="b"/>
              <a:pathLst>
                <a:path w="194310" h="7619">
                  <a:moveTo>
                    <a:pt x="194310" y="0"/>
                  </a:moveTo>
                  <a:lnTo>
                    <a:pt x="0" y="0"/>
                  </a:lnTo>
                  <a:lnTo>
                    <a:pt x="0" y="6350"/>
                  </a:lnTo>
                  <a:lnTo>
                    <a:pt x="0" y="7620"/>
                  </a:lnTo>
                  <a:lnTo>
                    <a:pt x="193040" y="7620"/>
                  </a:lnTo>
                  <a:lnTo>
                    <a:pt x="193040" y="6350"/>
                  </a:lnTo>
                  <a:lnTo>
                    <a:pt x="194310" y="6350"/>
                  </a:lnTo>
                  <a:lnTo>
                    <a:pt x="194310" y="0"/>
                  </a:lnTo>
                  <a:close/>
                </a:path>
              </a:pathLst>
            </a:custGeom>
            <a:solidFill>
              <a:srgbClr val="4A154A"/>
            </a:solidFill>
          </p:spPr>
          <p:txBody>
            <a:bodyPr wrap="square" lIns="0" tIns="0" rIns="0" bIns="0" rtlCol="0"/>
            <a:lstStyle/>
            <a:p/>
          </p:txBody>
        </p:sp>
        <p:sp>
          <p:nvSpPr>
            <p:cNvPr id="667" name="object 667"/>
            <p:cNvSpPr/>
            <p:nvPr/>
          </p:nvSpPr>
          <p:spPr>
            <a:xfrm>
              <a:off x="1794510" y="1557019"/>
              <a:ext cx="193040" cy="6350"/>
            </a:xfrm>
            <a:custGeom>
              <a:avLst/>
              <a:gdLst/>
              <a:ahLst/>
              <a:cxnLst/>
              <a:rect l="l" t="t" r="r" b="b"/>
              <a:pathLst>
                <a:path w="193039" h="6350">
                  <a:moveTo>
                    <a:pt x="0" y="6350"/>
                  </a:moveTo>
                  <a:lnTo>
                    <a:pt x="0" y="0"/>
                  </a:lnTo>
                  <a:lnTo>
                    <a:pt x="193039" y="0"/>
                  </a:lnTo>
                  <a:lnTo>
                    <a:pt x="193039" y="6350"/>
                  </a:lnTo>
                  <a:lnTo>
                    <a:pt x="0" y="6350"/>
                  </a:lnTo>
                  <a:close/>
                </a:path>
              </a:pathLst>
            </a:custGeom>
            <a:solidFill>
              <a:srgbClr val="4B144B"/>
            </a:solidFill>
          </p:spPr>
          <p:txBody>
            <a:bodyPr wrap="square" lIns="0" tIns="0" rIns="0" bIns="0" rtlCol="0"/>
            <a:lstStyle/>
            <a:p/>
          </p:txBody>
        </p:sp>
        <p:sp>
          <p:nvSpPr>
            <p:cNvPr id="668" name="object 668"/>
            <p:cNvSpPr/>
            <p:nvPr/>
          </p:nvSpPr>
          <p:spPr>
            <a:xfrm>
              <a:off x="1794510" y="1563369"/>
              <a:ext cx="193040" cy="7620"/>
            </a:xfrm>
            <a:custGeom>
              <a:avLst/>
              <a:gdLst/>
              <a:ahLst/>
              <a:cxnLst/>
              <a:rect l="l" t="t" r="r" b="b"/>
              <a:pathLst>
                <a:path w="193039" h="7619">
                  <a:moveTo>
                    <a:pt x="193040" y="0"/>
                  </a:moveTo>
                  <a:lnTo>
                    <a:pt x="0" y="0"/>
                  </a:lnTo>
                  <a:lnTo>
                    <a:pt x="0" y="2540"/>
                  </a:lnTo>
                  <a:lnTo>
                    <a:pt x="0" y="7620"/>
                  </a:lnTo>
                  <a:lnTo>
                    <a:pt x="191770" y="7620"/>
                  </a:lnTo>
                  <a:lnTo>
                    <a:pt x="191770" y="2540"/>
                  </a:lnTo>
                  <a:lnTo>
                    <a:pt x="193040" y="2540"/>
                  </a:lnTo>
                  <a:lnTo>
                    <a:pt x="193040" y="0"/>
                  </a:lnTo>
                  <a:close/>
                </a:path>
              </a:pathLst>
            </a:custGeom>
            <a:solidFill>
              <a:srgbClr val="4C144C"/>
            </a:solidFill>
          </p:spPr>
          <p:txBody>
            <a:bodyPr wrap="square" lIns="0" tIns="0" rIns="0" bIns="0" rtlCol="0"/>
            <a:lstStyle/>
            <a:p/>
          </p:txBody>
        </p:sp>
        <p:sp>
          <p:nvSpPr>
            <p:cNvPr id="669" name="object 669"/>
            <p:cNvSpPr/>
            <p:nvPr/>
          </p:nvSpPr>
          <p:spPr>
            <a:xfrm>
              <a:off x="1794510" y="1570989"/>
              <a:ext cx="190500" cy="7620"/>
            </a:xfrm>
            <a:custGeom>
              <a:avLst/>
              <a:gdLst/>
              <a:ahLst/>
              <a:cxnLst/>
              <a:rect l="l" t="t" r="r" b="b"/>
              <a:pathLst>
                <a:path w="190500" h="7619">
                  <a:moveTo>
                    <a:pt x="189230" y="6362"/>
                  </a:moveTo>
                  <a:lnTo>
                    <a:pt x="0" y="6362"/>
                  </a:lnTo>
                  <a:lnTo>
                    <a:pt x="0" y="7620"/>
                  </a:lnTo>
                  <a:lnTo>
                    <a:pt x="189230" y="7620"/>
                  </a:lnTo>
                  <a:lnTo>
                    <a:pt x="189230" y="6362"/>
                  </a:lnTo>
                  <a:close/>
                </a:path>
                <a:path w="190500" h="7619">
                  <a:moveTo>
                    <a:pt x="190500" y="0"/>
                  </a:moveTo>
                  <a:lnTo>
                    <a:pt x="0" y="0"/>
                  </a:lnTo>
                  <a:lnTo>
                    <a:pt x="0" y="6350"/>
                  </a:lnTo>
                  <a:lnTo>
                    <a:pt x="190500" y="6350"/>
                  </a:lnTo>
                  <a:lnTo>
                    <a:pt x="190500" y="0"/>
                  </a:lnTo>
                  <a:close/>
                </a:path>
              </a:pathLst>
            </a:custGeom>
            <a:solidFill>
              <a:srgbClr val="4D134D"/>
            </a:solidFill>
          </p:spPr>
          <p:txBody>
            <a:bodyPr wrap="square" lIns="0" tIns="0" rIns="0" bIns="0" rtlCol="0"/>
            <a:lstStyle/>
            <a:p/>
          </p:txBody>
        </p:sp>
        <p:sp>
          <p:nvSpPr>
            <p:cNvPr id="670" name="object 670"/>
            <p:cNvSpPr/>
            <p:nvPr/>
          </p:nvSpPr>
          <p:spPr>
            <a:xfrm>
              <a:off x="1794510" y="1578609"/>
              <a:ext cx="189230" cy="7620"/>
            </a:xfrm>
            <a:custGeom>
              <a:avLst/>
              <a:gdLst/>
              <a:ahLst/>
              <a:cxnLst/>
              <a:rect l="l" t="t" r="r" b="b"/>
              <a:pathLst>
                <a:path w="189230" h="7619">
                  <a:moveTo>
                    <a:pt x="189230" y="0"/>
                  </a:moveTo>
                  <a:lnTo>
                    <a:pt x="0" y="0"/>
                  </a:lnTo>
                  <a:lnTo>
                    <a:pt x="0" y="3810"/>
                  </a:lnTo>
                  <a:lnTo>
                    <a:pt x="0" y="7620"/>
                  </a:lnTo>
                  <a:lnTo>
                    <a:pt x="187960" y="7620"/>
                  </a:lnTo>
                  <a:lnTo>
                    <a:pt x="187960" y="3810"/>
                  </a:lnTo>
                  <a:lnTo>
                    <a:pt x="189230" y="3810"/>
                  </a:lnTo>
                  <a:lnTo>
                    <a:pt x="189230" y="0"/>
                  </a:lnTo>
                  <a:close/>
                </a:path>
              </a:pathLst>
            </a:custGeom>
            <a:solidFill>
              <a:srgbClr val="4E134E"/>
            </a:solidFill>
          </p:spPr>
          <p:txBody>
            <a:bodyPr wrap="square" lIns="0" tIns="0" rIns="0" bIns="0" rtlCol="0"/>
            <a:lstStyle/>
            <a:p/>
          </p:txBody>
        </p:sp>
        <p:sp>
          <p:nvSpPr>
            <p:cNvPr id="671" name="object 671"/>
            <p:cNvSpPr/>
            <p:nvPr/>
          </p:nvSpPr>
          <p:spPr>
            <a:xfrm>
              <a:off x="1794510" y="1586229"/>
              <a:ext cx="187960" cy="6350"/>
            </a:xfrm>
            <a:custGeom>
              <a:avLst/>
              <a:gdLst/>
              <a:ahLst/>
              <a:cxnLst/>
              <a:rect l="l" t="t" r="r" b="b"/>
              <a:pathLst>
                <a:path w="187960" h="6350">
                  <a:moveTo>
                    <a:pt x="187960" y="0"/>
                  </a:moveTo>
                  <a:lnTo>
                    <a:pt x="0" y="0"/>
                  </a:lnTo>
                  <a:lnTo>
                    <a:pt x="0" y="2540"/>
                  </a:lnTo>
                  <a:lnTo>
                    <a:pt x="0" y="6350"/>
                  </a:lnTo>
                  <a:lnTo>
                    <a:pt x="186690" y="6350"/>
                  </a:lnTo>
                  <a:lnTo>
                    <a:pt x="186690" y="2540"/>
                  </a:lnTo>
                  <a:lnTo>
                    <a:pt x="187960" y="2540"/>
                  </a:lnTo>
                  <a:lnTo>
                    <a:pt x="187960" y="0"/>
                  </a:lnTo>
                  <a:close/>
                </a:path>
              </a:pathLst>
            </a:custGeom>
            <a:solidFill>
              <a:srgbClr val="4F124F"/>
            </a:solidFill>
          </p:spPr>
          <p:txBody>
            <a:bodyPr wrap="square" lIns="0" tIns="0" rIns="0" bIns="0" rtlCol="0"/>
            <a:lstStyle/>
            <a:p/>
          </p:txBody>
        </p:sp>
        <p:sp>
          <p:nvSpPr>
            <p:cNvPr id="672" name="object 672"/>
            <p:cNvSpPr/>
            <p:nvPr/>
          </p:nvSpPr>
          <p:spPr>
            <a:xfrm>
              <a:off x="1794510" y="1592579"/>
              <a:ext cx="186690" cy="7620"/>
            </a:xfrm>
            <a:custGeom>
              <a:avLst/>
              <a:gdLst/>
              <a:ahLst/>
              <a:cxnLst/>
              <a:rect l="l" t="t" r="r" b="b"/>
              <a:pathLst>
                <a:path w="186689" h="7619">
                  <a:moveTo>
                    <a:pt x="184150" y="6362"/>
                  </a:moveTo>
                  <a:lnTo>
                    <a:pt x="0" y="6362"/>
                  </a:lnTo>
                  <a:lnTo>
                    <a:pt x="0" y="7620"/>
                  </a:lnTo>
                  <a:lnTo>
                    <a:pt x="184150" y="7620"/>
                  </a:lnTo>
                  <a:lnTo>
                    <a:pt x="184150" y="6362"/>
                  </a:lnTo>
                  <a:close/>
                </a:path>
                <a:path w="186689" h="7619">
                  <a:moveTo>
                    <a:pt x="186690" y="0"/>
                  </a:moveTo>
                  <a:lnTo>
                    <a:pt x="0" y="0"/>
                  </a:lnTo>
                  <a:lnTo>
                    <a:pt x="0" y="1270"/>
                  </a:lnTo>
                  <a:lnTo>
                    <a:pt x="0" y="6350"/>
                  </a:lnTo>
                  <a:lnTo>
                    <a:pt x="185420" y="6350"/>
                  </a:lnTo>
                  <a:lnTo>
                    <a:pt x="185420" y="1270"/>
                  </a:lnTo>
                  <a:lnTo>
                    <a:pt x="186690" y="1270"/>
                  </a:lnTo>
                  <a:lnTo>
                    <a:pt x="186690" y="0"/>
                  </a:lnTo>
                  <a:close/>
                </a:path>
              </a:pathLst>
            </a:custGeom>
            <a:solidFill>
              <a:srgbClr val="501250"/>
            </a:solidFill>
          </p:spPr>
          <p:txBody>
            <a:bodyPr wrap="square" lIns="0" tIns="0" rIns="0" bIns="0" rtlCol="0"/>
            <a:lstStyle/>
            <a:p/>
          </p:txBody>
        </p:sp>
        <p:sp>
          <p:nvSpPr>
            <p:cNvPr id="673" name="object 673"/>
            <p:cNvSpPr/>
            <p:nvPr/>
          </p:nvSpPr>
          <p:spPr>
            <a:xfrm>
              <a:off x="1794510" y="1600199"/>
              <a:ext cx="184150" cy="7620"/>
            </a:xfrm>
            <a:custGeom>
              <a:avLst/>
              <a:gdLst/>
              <a:ahLst/>
              <a:cxnLst/>
              <a:rect l="l" t="t" r="r" b="b"/>
              <a:pathLst>
                <a:path w="184150" h="7619">
                  <a:moveTo>
                    <a:pt x="184150" y="0"/>
                  </a:moveTo>
                  <a:lnTo>
                    <a:pt x="0" y="0"/>
                  </a:lnTo>
                  <a:lnTo>
                    <a:pt x="0" y="3810"/>
                  </a:lnTo>
                  <a:lnTo>
                    <a:pt x="0" y="7620"/>
                  </a:lnTo>
                  <a:lnTo>
                    <a:pt x="182880" y="7620"/>
                  </a:lnTo>
                  <a:lnTo>
                    <a:pt x="182880" y="3810"/>
                  </a:lnTo>
                  <a:lnTo>
                    <a:pt x="184150" y="3810"/>
                  </a:lnTo>
                  <a:lnTo>
                    <a:pt x="184150" y="0"/>
                  </a:lnTo>
                  <a:close/>
                </a:path>
              </a:pathLst>
            </a:custGeom>
            <a:solidFill>
              <a:srgbClr val="511251"/>
            </a:solidFill>
          </p:spPr>
          <p:txBody>
            <a:bodyPr wrap="square" lIns="0" tIns="0" rIns="0" bIns="0" rtlCol="0"/>
            <a:lstStyle/>
            <a:p/>
          </p:txBody>
        </p:sp>
        <p:sp>
          <p:nvSpPr>
            <p:cNvPr id="674" name="object 674"/>
            <p:cNvSpPr/>
            <p:nvPr/>
          </p:nvSpPr>
          <p:spPr>
            <a:xfrm>
              <a:off x="1794510" y="1607819"/>
              <a:ext cx="182880" cy="6350"/>
            </a:xfrm>
            <a:custGeom>
              <a:avLst/>
              <a:gdLst/>
              <a:ahLst/>
              <a:cxnLst/>
              <a:rect l="l" t="t" r="r" b="b"/>
              <a:pathLst>
                <a:path w="182880" h="6350">
                  <a:moveTo>
                    <a:pt x="182880" y="0"/>
                  </a:moveTo>
                  <a:lnTo>
                    <a:pt x="0" y="0"/>
                  </a:lnTo>
                  <a:lnTo>
                    <a:pt x="0" y="1270"/>
                  </a:lnTo>
                  <a:lnTo>
                    <a:pt x="0" y="3810"/>
                  </a:lnTo>
                  <a:lnTo>
                    <a:pt x="0" y="6350"/>
                  </a:lnTo>
                  <a:lnTo>
                    <a:pt x="180340" y="6350"/>
                  </a:lnTo>
                  <a:lnTo>
                    <a:pt x="180340" y="3810"/>
                  </a:lnTo>
                  <a:lnTo>
                    <a:pt x="181610" y="3810"/>
                  </a:lnTo>
                  <a:lnTo>
                    <a:pt x="181610" y="1270"/>
                  </a:lnTo>
                  <a:lnTo>
                    <a:pt x="182880" y="1270"/>
                  </a:lnTo>
                  <a:lnTo>
                    <a:pt x="182880" y="0"/>
                  </a:lnTo>
                  <a:close/>
                </a:path>
              </a:pathLst>
            </a:custGeom>
            <a:solidFill>
              <a:srgbClr val="521152"/>
            </a:solidFill>
          </p:spPr>
          <p:txBody>
            <a:bodyPr wrap="square" lIns="0" tIns="0" rIns="0" bIns="0" rtlCol="0"/>
            <a:lstStyle/>
            <a:p/>
          </p:txBody>
        </p:sp>
        <p:sp>
          <p:nvSpPr>
            <p:cNvPr id="675" name="object 675"/>
            <p:cNvSpPr/>
            <p:nvPr/>
          </p:nvSpPr>
          <p:spPr>
            <a:xfrm>
              <a:off x="1794510" y="1614169"/>
              <a:ext cx="180340" cy="7620"/>
            </a:xfrm>
            <a:custGeom>
              <a:avLst/>
              <a:gdLst/>
              <a:ahLst/>
              <a:cxnLst/>
              <a:rect l="l" t="t" r="r" b="b"/>
              <a:pathLst>
                <a:path w="180339" h="7619">
                  <a:moveTo>
                    <a:pt x="180340" y="0"/>
                  </a:moveTo>
                  <a:lnTo>
                    <a:pt x="0" y="0"/>
                  </a:lnTo>
                  <a:lnTo>
                    <a:pt x="0" y="1270"/>
                  </a:lnTo>
                  <a:lnTo>
                    <a:pt x="0" y="5080"/>
                  </a:lnTo>
                  <a:lnTo>
                    <a:pt x="0" y="7620"/>
                  </a:lnTo>
                  <a:lnTo>
                    <a:pt x="177800" y="7620"/>
                  </a:lnTo>
                  <a:lnTo>
                    <a:pt x="177800" y="5080"/>
                  </a:lnTo>
                  <a:lnTo>
                    <a:pt x="179070" y="5080"/>
                  </a:lnTo>
                  <a:lnTo>
                    <a:pt x="179070" y="1270"/>
                  </a:lnTo>
                  <a:lnTo>
                    <a:pt x="180340" y="1270"/>
                  </a:lnTo>
                  <a:lnTo>
                    <a:pt x="180340" y="0"/>
                  </a:lnTo>
                  <a:close/>
                </a:path>
              </a:pathLst>
            </a:custGeom>
            <a:solidFill>
              <a:srgbClr val="531153"/>
            </a:solidFill>
          </p:spPr>
          <p:txBody>
            <a:bodyPr wrap="square" lIns="0" tIns="0" rIns="0" bIns="0" rtlCol="0"/>
            <a:lstStyle/>
            <a:p/>
          </p:txBody>
        </p:sp>
        <p:sp>
          <p:nvSpPr>
            <p:cNvPr id="676" name="object 676"/>
            <p:cNvSpPr/>
            <p:nvPr/>
          </p:nvSpPr>
          <p:spPr>
            <a:xfrm>
              <a:off x="1794510" y="1621789"/>
              <a:ext cx="177800" cy="7620"/>
            </a:xfrm>
            <a:custGeom>
              <a:avLst/>
              <a:gdLst/>
              <a:ahLst/>
              <a:cxnLst/>
              <a:rect l="l" t="t" r="r" b="b"/>
              <a:pathLst>
                <a:path w="177800" h="7619">
                  <a:moveTo>
                    <a:pt x="175260" y="6362"/>
                  </a:moveTo>
                  <a:lnTo>
                    <a:pt x="0" y="6362"/>
                  </a:lnTo>
                  <a:lnTo>
                    <a:pt x="0" y="7620"/>
                  </a:lnTo>
                  <a:lnTo>
                    <a:pt x="175260" y="7620"/>
                  </a:lnTo>
                  <a:lnTo>
                    <a:pt x="175260" y="6362"/>
                  </a:lnTo>
                  <a:close/>
                </a:path>
                <a:path w="177800" h="7619">
                  <a:moveTo>
                    <a:pt x="177800" y="0"/>
                  </a:moveTo>
                  <a:lnTo>
                    <a:pt x="0" y="0"/>
                  </a:lnTo>
                  <a:lnTo>
                    <a:pt x="0" y="2540"/>
                  </a:lnTo>
                  <a:lnTo>
                    <a:pt x="0" y="6350"/>
                  </a:lnTo>
                  <a:lnTo>
                    <a:pt x="176530" y="6350"/>
                  </a:lnTo>
                  <a:lnTo>
                    <a:pt x="176530" y="2540"/>
                  </a:lnTo>
                  <a:lnTo>
                    <a:pt x="177800" y="2540"/>
                  </a:lnTo>
                  <a:lnTo>
                    <a:pt x="177800" y="0"/>
                  </a:lnTo>
                  <a:close/>
                </a:path>
              </a:pathLst>
            </a:custGeom>
            <a:solidFill>
              <a:srgbClr val="551055"/>
            </a:solidFill>
          </p:spPr>
          <p:txBody>
            <a:bodyPr wrap="square" lIns="0" tIns="0" rIns="0" bIns="0" rtlCol="0"/>
            <a:lstStyle/>
            <a:p/>
          </p:txBody>
        </p:sp>
        <p:sp>
          <p:nvSpPr>
            <p:cNvPr id="677" name="object 677"/>
            <p:cNvSpPr/>
            <p:nvPr/>
          </p:nvSpPr>
          <p:spPr>
            <a:xfrm>
              <a:off x="1794510" y="1629409"/>
              <a:ext cx="175260" cy="7620"/>
            </a:xfrm>
            <a:custGeom>
              <a:avLst/>
              <a:gdLst/>
              <a:ahLst/>
              <a:cxnLst/>
              <a:rect l="l" t="t" r="r" b="b"/>
              <a:pathLst>
                <a:path w="175260" h="7619">
                  <a:moveTo>
                    <a:pt x="175260" y="0"/>
                  </a:moveTo>
                  <a:lnTo>
                    <a:pt x="0" y="0"/>
                  </a:lnTo>
                  <a:lnTo>
                    <a:pt x="0" y="3810"/>
                  </a:lnTo>
                  <a:lnTo>
                    <a:pt x="0" y="6350"/>
                  </a:lnTo>
                  <a:lnTo>
                    <a:pt x="0" y="7620"/>
                  </a:lnTo>
                  <a:lnTo>
                    <a:pt x="172720" y="7620"/>
                  </a:lnTo>
                  <a:lnTo>
                    <a:pt x="172720" y="6350"/>
                  </a:lnTo>
                  <a:lnTo>
                    <a:pt x="173990" y="6350"/>
                  </a:lnTo>
                  <a:lnTo>
                    <a:pt x="173990" y="3810"/>
                  </a:lnTo>
                  <a:lnTo>
                    <a:pt x="175260" y="3810"/>
                  </a:lnTo>
                  <a:lnTo>
                    <a:pt x="175260" y="0"/>
                  </a:lnTo>
                  <a:close/>
                </a:path>
              </a:pathLst>
            </a:custGeom>
            <a:solidFill>
              <a:srgbClr val="561056"/>
            </a:solidFill>
          </p:spPr>
          <p:txBody>
            <a:bodyPr wrap="square" lIns="0" tIns="0" rIns="0" bIns="0" rtlCol="0"/>
            <a:lstStyle/>
            <a:p/>
          </p:txBody>
        </p:sp>
        <p:sp>
          <p:nvSpPr>
            <p:cNvPr id="678" name="object 678"/>
            <p:cNvSpPr/>
            <p:nvPr/>
          </p:nvSpPr>
          <p:spPr>
            <a:xfrm>
              <a:off x="1794510" y="1637029"/>
              <a:ext cx="172720" cy="6350"/>
            </a:xfrm>
            <a:custGeom>
              <a:avLst/>
              <a:gdLst/>
              <a:ahLst/>
              <a:cxnLst/>
              <a:rect l="l" t="t" r="r" b="b"/>
              <a:pathLst>
                <a:path w="172719" h="6350">
                  <a:moveTo>
                    <a:pt x="172720" y="0"/>
                  </a:moveTo>
                  <a:lnTo>
                    <a:pt x="0" y="0"/>
                  </a:lnTo>
                  <a:lnTo>
                    <a:pt x="0" y="1270"/>
                  </a:lnTo>
                  <a:lnTo>
                    <a:pt x="0" y="3810"/>
                  </a:lnTo>
                  <a:lnTo>
                    <a:pt x="0" y="6350"/>
                  </a:lnTo>
                  <a:lnTo>
                    <a:pt x="170180" y="6350"/>
                  </a:lnTo>
                  <a:lnTo>
                    <a:pt x="170180" y="3810"/>
                  </a:lnTo>
                  <a:lnTo>
                    <a:pt x="171450" y="3810"/>
                  </a:lnTo>
                  <a:lnTo>
                    <a:pt x="171450" y="1270"/>
                  </a:lnTo>
                  <a:lnTo>
                    <a:pt x="172720" y="1270"/>
                  </a:lnTo>
                  <a:lnTo>
                    <a:pt x="172720" y="0"/>
                  </a:lnTo>
                  <a:close/>
                </a:path>
              </a:pathLst>
            </a:custGeom>
            <a:solidFill>
              <a:srgbClr val="570F57"/>
            </a:solidFill>
          </p:spPr>
          <p:txBody>
            <a:bodyPr wrap="square" lIns="0" tIns="0" rIns="0" bIns="0" rtlCol="0"/>
            <a:lstStyle/>
            <a:p/>
          </p:txBody>
        </p:sp>
        <p:sp>
          <p:nvSpPr>
            <p:cNvPr id="679" name="object 679"/>
            <p:cNvSpPr/>
            <p:nvPr/>
          </p:nvSpPr>
          <p:spPr>
            <a:xfrm>
              <a:off x="1794510" y="1643379"/>
              <a:ext cx="170180" cy="7620"/>
            </a:xfrm>
            <a:custGeom>
              <a:avLst/>
              <a:gdLst/>
              <a:ahLst/>
              <a:cxnLst/>
              <a:rect l="l" t="t" r="r" b="b"/>
              <a:pathLst>
                <a:path w="170180" h="7619">
                  <a:moveTo>
                    <a:pt x="170180" y="0"/>
                  </a:moveTo>
                  <a:lnTo>
                    <a:pt x="0" y="0"/>
                  </a:lnTo>
                  <a:lnTo>
                    <a:pt x="0" y="1270"/>
                  </a:lnTo>
                  <a:lnTo>
                    <a:pt x="0" y="5080"/>
                  </a:lnTo>
                  <a:lnTo>
                    <a:pt x="0" y="7620"/>
                  </a:lnTo>
                  <a:lnTo>
                    <a:pt x="167640" y="7620"/>
                  </a:lnTo>
                  <a:lnTo>
                    <a:pt x="167640" y="5080"/>
                  </a:lnTo>
                  <a:lnTo>
                    <a:pt x="168910" y="5080"/>
                  </a:lnTo>
                  <a:lnTo>
                    <a:pt x="168910" y="1270"/>
                  </a:lnTo>
                  <a:lnTo>
                    <a:pt x="170180" y="1270"/>
                  </a:lnTo>
                  <a:lnTo>
                    <a:pt x="170180" y="0"/>
                  </a:lnTo>
                  <a:close/>
                </a:path>
              </a:pathLst>
            </a:custGeom>
            <a:solidFill>
              <a:srgbClr val="580F58"/>
            </a:solidFill>
          </p:spPr>
          <p:txBody>
            <a:bodyPr wrap="square" lIns="0" tIns="0" rIns="0" bIns="0" rtlCol="0"/>
            <a:lstStyle/>
            <a:p/>
          </p:txBody>
        </p:sp>
        <p:sp>
          <p:nvSpPr>
            <p:cNvPr id="680" name="object 680"/>
            <p:cNvSpPr/>
            <p:nvPr/>
          </p:nvSpPr>
          <p:spPr>
            <a:xfrm>
              <a:off x="1794510" y="1650999"/>
              <a:ext cx="166370" cy="7620"/>
            </a:xfrm>
            <a:custGeom>
              <a:avLst/>
              <a:gdLst/>
              <a:ahLst/>
              <a:cxnLst/>
              <a:rect l="l" t="t" r="r" b="b"/>
              <a:pathLst>
                <a:path w="166369" h="7619">
                  <a:moveTo>
                    <a:pt x="166370" y="0"/>
                  </a:moveTo>
                  <a:lnTo>
                    <a:pt x="0" y="0"/>
                  </a:lnTo>
                  <a:lnTo>
                    <a:pt x="0" y="2540"/>
                  </a:lnTo>
                  <a:lnTo>
                    <a:pt x="0" y="5080"/>
                  </a:lnTo>
                  <a:lnTo>
                    <a:pt x="0" y="6350"/>
                  </a:lnTo>
                  <a:lnTo>
                    <a:pt x="0" y="7620"/>
                  </a:lnTo>
                  <a:lnTo>
                    <a:pt x="162560" y="7620"/>
                  </a:lnTo>
                  <a:lnTo>
                    <a:pt x="162560" y="6350"/>
                  </a:lnTo>
                  <a:lnTo>
                    <a:pt x="163830" y="6350"/>
                  </a:lnTo>
                  <a:lnTo>
                    <a:pt x="163830" y="5080"/>
                  </a:lnTo>
                  <a:lnTo>
                    <a:pt x="165100" y="5080"/>
                  </a:lnTo>
                  <a:lnTo>
                    <a:pt x="165100" y="2540"/>
                  </a:lnTo>
                  <a:lnTo>
                    <a:pt x="166370" y="2540"/>
                  </a:lnTo>
                  <a:lnTo>
                    <a:pt x="166370" y="0"/>
                  </a:lnTo>
                  <a:close/>
                </a:path>
              </a:pathLst>
            </a:custGeom>
            <a:solidFill>
              <a:srgbClr val="590E59"/>
            </a:solidFill>
          </p:spPr>
          <p:txBody>
            <a:bodyPr wrap="square" lIns="0" tIns="0" rIns="0" bIns="0" rtlCol="0"/>
            <a:lstStyle/>
            <a:p/>
          </p:txBody>
        </p:sp>
        <p:sp>
          <p:nvSpPr>
            <p:cNvPr id="681" name="object 681"/>
            <p:cNvSpPr/>
            <p:nvPr/>
          </p:nvSpPr>
          <p:spPr>
            <a:xfrm>
              <a:off x="1794510" y="1658619"/>
              <a:ext cx="162560" cy="6350"/>
            </a:xfrm>
            <a:custGeom>
              <a:avLst/>
              <a:gdLst/>
              <a:ahLst/>
              <a:cxnLst/>
              <a:rect l="l" t="t" r="r" b="b"/>
              <a:pathLst>
                <a:path w="162560" h="6350">
                  <a:moveTo>
                    <a:pt x="82550" y="0"/>
                  </a:moveTo>
                  <a:lnTo>
                    <a:pt x="0" y="0"/>
                  </a:lnTo>
                  <a:lnTo>
                    <a:pt x="0" y="3809"/>
                  </a:lnTo>
                  <a:lnTo>
                    <a:pt x="82550" y="3809"/>
                  </a:lnTo>
                  <a:lnTo>
                    <a:pt x="82550" y="0"/>
                  </a:lnTo>
                  <a:close/>
                </a:path>
                <a:path w="162560" h="6350">
                  <a:moveTo>
                    <a:pt x="162560" y="0"/>
                  </a:moveTo>
                  <a:lnTo>
                    <a:pt x="83819" y="0"/>
                  </a:lnTo>
                  <a:lnTo>
                    <a:pt x="83819" y="2539"/>
                  </a:lnTo>
                  <a:lnTo>
                    <a:pt x="86359" y="2539"/>
                  </a:lnTo>
                  <a:lnTo>
                    <a:pt x="86359" y="3809"/>
                  </a:lnTo>
                  <a:lnTo>
                    <a:pt x="161289" y="3809"/>
                  </a:lnTo>
                  <a:lnTo>
                    <a:pt x="161289" y="1269"/>
                  </a:lnTo>
                  <a:lnTo>
                    <a:pt x="162559" y="1269"/>
                  </a:lnTo>
                  <a:lnTo>
                    <a:pt x="162560" y="0"/>
                  </a:lnTo>
                  <a:close/>
                </a:path>
                <a:path w="162560" h="6350">
                  <a:moveTo>
                    <a:pt x="82550" y="3810"/>
                  </a:moveTo>
                  <a:lnTo>
                    <a:pt x="0" y="3810"/>
                  </a:lnTo>
                  <a:lnTo>
                    <a:pt x="0" y="6350"/>
                  </a:lnTo>
                  <a:lnTo>
                    <a:pt x="82550" y="6350"/>
                  </a:lnTo>
                  <a:lnTo>
                    <a:pt x="82550" y="3810"/>
                  </a:lnTo>
                  <a:close/>
                </a:path>
                <a:path w="162560" h="6350">
                  <a:moveTo>
                    <a:pt x="160019" y="3810"/>
                  </a:moveTo>
                  <a:lnTo>
                    <a:pt x="87629" y="3810"/>
                  </a:lnTo>
                  <a:lnTo>
                    <a:pt x="87629" y="6350"/>
                  </a:lnTo>
                  <a:lnTo>
                    <a:pt x="160019" y="6350"/>
                  </a:lnTo>
                  <a:lnTo>
                    <a:pt x="160019" y="3810"/>
                  </a:lnTo>
                  <a:close/>
                </a:path>
              </a:pathLst>
            </a:custGeom>
            <a:solidFill>
              <a:srgbClr val="5A0E5A"/>
            </a:solidFill>
          </p:spPr>
          <p:txBody>
            <a:bodyPr wrap="square" lIns="0" tIns="0" rIns="0" bIns="0" rtlCol="0"/>
            <a:lstStyle/>
            <a:p/>
          </p:txBody>
        </p:sp>
        <p:sp>
          <p:nvSpPr>
            <p:cNvPr id="682" name="object 682"/>
            <p:cNvSpPr/>
            <p:nvPr/>
          </p:nvSpPr>
          <p:spPr>
            <a:xfrm>
              <a:off x="1794510" y="1664969"/>
              <a:ext cx="158750" cy="7620"/>
            </a:xfrm>
            <a:custGeom>
              <a:avLst/>
              <a:gdLst/>
              <a:ahLst/>
              <a:cxnLst/>
              <a:rect l="l" t="t" r="r" b="b"/>
              <a:pathLst>
                <a:path w="158750" h="7619">
                  <a:moveTo>
                    <a:pt x="82550" y="0"/>
                  </a:moveTo>
                  <a:lnTo>
                    <a:pt x="0" y="0"/>
                  </a:lnTo>
                  <a:lnTo>
                    <a:pt x="0" y="7619"/>
                  </a:lnTo>
                  <a:lnTo>
                    <a:pt x="82550" y="7619"/>
                  </a:lnTo>
                  <a:lnTo>
                    <a:pt x="82550" y="0"/>
                  </a:lnTo>
                  <a:close/>
                </a:path>
                <a:path w="158750" h="7619">
                  <a:moveTo>
                    <a:pt x="154939" y="6350"/>
                  </a:moveTo>
                  <a:lnTo>
                    <a:pt x="93979" y="6350"/>
                  </a:lnTo>
                  <a:lnTo>
                    <a:pt x="93979" y="7619"/>
                  </a:lnTo>
                  <a:lnTo>
                    <a:pt x="154939" y="7619"/>
                  </a:lnTo>
                  <a:lnTo>
                    <a:pt x="154939" y="6350"/>
                  </a:lnTo>
                  <a:close/>
                </a:path>
                <a:path w="158750" h="7619">
                  <a:moveTo>
                    <a:pt x="157479" y="2539"/>
                  </a:moveTo>
                  <a:lnTo>
                    <a:pt x="91439" y="2539"/>
                  </a:lnTo>
                  <a:lnTo>
                    <a:pt x="91439" y="3809"/>
                  </a:lnTo>
                  <a:lnTo>
                    <a:pt x="92709" y="3809"/>
                  </a:lnTo>
                  <a:lnTo>
                    <a:pt x="92709" y="6350"/>
                  </a:lnTo>
                  <a:lnTo>
                    <a:pt x="156209" y="6350"/>
                  </a:lnTo>
                  <a:lnTo>
                    <a:pt x="156209" y="5079"/>
                  </a:lnTo>
                  <a:lnTo>
                    <a:pt x="157479" y="5079"/>
                  </a:lnTo>
                  <a:lnTo>
                    <a:pt x="157479" y="2539"/>
                  </a:lnTo>
                  <a:close/>
                </a:path>
                <a:path w="158750" h="7619">
                  <a:moveTo>
                    <a:pt x="158750" y="0"/>
                  </a:moveTo>
                  <a:lnTo>
                    <a:pt x="88900" y="0"/>
                  </a:lnTo>
                  <a:lnTo>
                    <a:pt x="88900" y="1269"/>
                  </a:lnTo>
                  <a:lnTo>
                    <a:pt x="90169" y="1269"/>
                  </a:lnTo>
                  <a:lnTo>
                    <a:pt x="90169" y="2539"/>
                  </a:lnTo>
                  <a:lnTo>
                    <a:pt x="158750" y="2539"/>
                  </a:lnTo>
                  <a:lnTo>
                    <a:pt x="158750" y="0"/>
                  </a:lnTo>
                  <a:close/>
                </a:path>
              </a:pathLst>
            </a:custGeom>
            <a:solidFill>
              <a:srgbClr val="5B0E5B"/>
            </a:solidFill>
          </p:spPr>
          <p:txBody>
            <a:bodyPr wrap="square" lIns="0" tIns="0" rIns="0" bIns="0" rtlCol="0"/>
            <a:lstStyle/>
            <a:p/>
          </p:txBody>
        </p:sp>
        <p:sp>
          <p:nvSpPr>
            <p:cNvPr id="683" name="object 683"/>
            <p:cNvSpPr/>
            <p:nvPr/>
          </p:nvSpPr>
          <p:spPr>
            <a:xfrm>
              <a:off x="1794510" y="1672589"/>
              <a:ext cx="153670" cy="7620"/>
            </a:xfrm>
            <a:custGeom>
              <a:avLst/>
              <a:gdLst/>
              <a:ahLst/>
              <a:cxnLst/>
              <a:rect l="l" t="t" r="r" b="b"/>
              <a:pathLst>
                <a:path w="153669" h="7619">
                  <a:moveTo>
                    <a:pt x="82550" y="0"/>
                  </a:moveTo>
                  <a:lnTo>
                    <a:pt x="0" y="0"/>
                  </a:lnTo>
                  <a:lnTo>
                    <a:pt x="0" y="7620"/>
                  </a:lnTo>
                  <a:lnTo>
                    <a:pt x="82550" y="7620"/>
                  </a:lnTo>
                  <a:lnTo>
                    <a:pt x="82550" y="0"/>
                  </a:lnTo>
                  <a:close/>
                </a:path>
                <a:path w="153669" h="7619">
                  <a:moveTo>
                    <a:pt x="148589" y="6350"/>
                  </a:moveTo>
                  <a:lnTo>
                    <a:pt x="101600" y="6350"/>
                  </a:lnTo>
                  <a:lnTo>
                    <a:pt x="101600" y="7620"/>
                  </a:lnTo>
                  <a:lnTo>
                    <a:pt x="148589" y="7620"/>
                  </a:lnTo>
                  <a:lnTo>
                    <a:pt x="148589" y="6350"/>
                  </a:lnTo>
                  <a:close/>
                </a:path>
                <a:path w="153669" h="7619">
                  <a:moveTo>
                    <a:pt x="149859" y="5080"/>
                  </a:moveTo>
                  <a:lnTo>
                    <a:pt x="100329" y="5080"/>
                  </a:lnTo>
                  <a:lnTo>
                    <a:pt x="100329" y="6350"/>
                  </a:lnTo>
                  <a:lnTo>
                    <a:pt x="149859" y="6350"/>
                  </a:lnTo>
                  <a:lnTo>
                    <a:pt x="149859" y="5080"/>
                  </a:lnTo>
                  <a:close/>
                </a:path>
                <a:path w="153669" h="7619">
                  <a:moveTo>
                    <a:pt x="151129" y="2539"/>
                  </a:moveTo>
                  <a:lnTo>
                    <a:pt x="97789" y="2539"/>
                  </a:lnTo>
                  <a:lnTo>
                    <a:pt x="97789" y="3810"/>
                  </a:lnTo>
                  <a:lnTo>
                    <a:pt x="99059" y="3810"/>
                  </a:lnTo>
                  <a:lnTo>
                    <a:pt x="99059" y="5080"/>
                  </a:lnTo>
                  <a:lnTo>
                    <a:pt x="151129" y="5080"/>
                  </a:lnTo>
                  <a:lnTo>
                    <a:pt x="151129" y="2539"/>
                  </a:lnTo>
                  <a:close/>
                </a:path>
                <a:path w="153669" h="7619">
                  <a:moveTo>
                    <a:pt x="152400" y="1270"/>
                  </a:moveTo>
                  <a:lnTo>
                    <a:pt x="95250" y="1270"/>
                  </a:lnTo>
                  <a:lnTo>
                    <a:pt x="95250" y="2539"/>
                  </a:lnTo>
                  <a:lnTo>
                    <a:pt x="152400" y="2539"/>
                  </a:lnTo>
                  <a:lnTo>
                    <a:pt x="152400" y="1270"/>
                  </a:lnTo>
                  <a:close/>
                </a:path>
                <a:path w="153669" h="7619">
                  <a:moveTo>
                    <a:pt x="153669" y="0"/>
                  </a:moveTo>
                  <a:lnTo>
                    <a:pt x="93979" y="0"/>
                  </a:lnTo>
                  <a:lnTo>
                    <a:pt x="93979" y="1270"/>
                  </a:lnTo>
                  <a:lnTo>
                    <a:pt x="153669" y="1270"/>
                  </a:lnTo>
                  <a:lnTo>
                    <a:pt x="153669" y="0"/>
                  </a:lnTo>
                  <a:close/>
                </a:path>
              </a:pathLst>
            </a:custGeom>
            <a:solidFill>
              <a:srgbClr val="5C0D5C"/>
            </a:solidFill>
          </p:spPr>
          <p:txBody>
            <a:bodyPr wrap="square" lIns="0" tIns="0" rIns="0" bIns="0" rtlCol="0"/>
            <a:lstStyle/>
            <a:p/>
          </p:txBody>
        </p:sp>
        <p:sp>
          <p:nvSpPr>
            <p:cNvPr id="684" name="object 684"/>
            <p:cNvSpPr/>
            <p:nvPr/>
          </p:nvSpPr>
          <p:spPr>
            <a:xfrm>
              <a:off x="1794510" y="1680209"/>
              <a:ext cx="146050" cy="7620"/>
            </a:xfrm>
            <a:custGeom>
              <a:avLst/>
              <a:gdLst/>
              <a:ahLst/>
              <a:cxnLst/>
              <a:rect l="l" t="t" r="r" b="b"/>
              <a:pathLst>
                <a:path w="146050" h="7619">
                  <a:moveTo>
                    <a:pt x="82550" y="0"/>
                  </a:moveTo>
                  <a:lnTo>
                    <a:pt x="0" y="0"/>
                  </a:lnTo>
                  <a:lnTo>
                    <a:pt x="0" y="7620"/>
                  </a:lnTo>
                  <a:lnTo>
                    <a:pt x="82550" y="7620"/>
                  </a:lnTo>
                  <a:lnTo>
                    <a:pt x="82550" y="0"/>
                  </a:lnTo>
                  <a:close/>
                </a:path>
                <a:path w="146050" h="7619">
                  <a:moveTo>
                    <a:pt x="146050" y="0"/>
                  </a:moveTo>
                  <a:lnTo>
                    <a:pt x="101600" y="0"/>
                  </a:lnTo>
                  <a:lnTo>
                    <a:pt x="101600" y="1270"/>
                  </a:lnTo>
                  <a:lnTo>
                    <a:pt x="102870" y="1270"/>
                  </a:lnTo>
                  <a:lnTo>
                    <a:pt x="102870" y="2540"/>
                  </a:lnTo>
                  <a:lnTo>
                    <a:pt x="106680" y="2540"/>
                  </a:lnTo>
                  <a:lnTo>
                    <a:pt x="106680" y="3810"/>
                  </a:lnTo>
                  <a:lnTo>
                    <a:pt x="107950" y="3810"/>
                  </a:lnTo>
                  <a:lnTo>
                    <a:pt x="107950" y="5080"/>
                  </a:lnTo>
                  <a:lnTo>
                    <a:pt x="110490" y="5080"/>
                  </a:lnTo>
                  <a:lnTo>
                    <a:pt x="110490" y="6350"/>
                  </a:lnTo>
                  <a:lnTo>
                    <a:pt x="114300" y="6350"/>
                  </a:lnTo>
                  <a:lnTo>
                    <a:pt x="114300" y="7620"/>
                  </a:lnTo>
                  <a:lnTo>
                    <a:pt x="135890" y="7620"/>
                  </a:lnTo>
                  <a:lnTo>
                    <a:pt x="135890" y="6350"/>
                  </a:lnTo>
                  <a:lnTo>
                    <a:pt x="137160" y="6350"/>
                  </a:lnTo>
                  <a:lnTo>
                    <a:pt x="137160" y="5080"/>
                  </a:lnTo>
                  <a:lnTo>
                    <a:pt x="140970" y="5080"/>
                  </a:lnTo>
                  <a:lnTo>
                    <a:pt x="140970" y="3810"/>
                  </a:lnTo>
                  <a:lnTo>
                    <a:pt x="142240" y="3810"/>
                  </a:lnTo>
                  <a:lnTo>
                    <a:pt x="142240" y="2540"/>
                  </a:lnTo>
                  <a:lnTo>
                    <a:pt x="144780" y="2540"/>
                  </a:lnTo>
                  <a:lnTo>
                    <a:pt x="144780" y="1270"/>
                  </a:lnTo>
                  <a:lnTo>
                    <a:pt x="146050" y="1270"/>
                  </a:lnTo>
                  <a:lnTo>
                    <a:pt x="146050" y="0"/>
                  </a:lnTo>
                  <a:close/>
                </a:path>
              </a:pathLst>
            </a:custGeom>
            <a:solidFill>
              <a:srgbClr val="5D0D5D"/>
            </a:solidFill>
          </p:spPr>
          <p:txBody>
            <a:bodyPr wrap="square" lIns="0" tIns="0" rIns="0" bIns="0" rtlCol="0"/>
            <a:lstStyle/>
            <a:p/>
          </p:txBody>
        </p:sp>
        <p:sp>
          <p:nvSpPr>
            <p:cNvPr id="685" name="object 685"/>
            <p:cNvSpPr/>
            <p:nvPr/>
          </p:nvSpPr>
          <p:spPr>
            <a:xfrm>
              <a:off x="1794510" y="1687829"/>
              <a:ext cx="133350" cy="6350"/>
            </a:xfrm>
            <a:custGeom>
              <a:avLst/>
              <a:gdLst/>
              <a:ahLst/>
              <a:cxnLst/>
              <a:rect l="l" t="t" r="r" b="b"/>
              <a:pathLst>
                <a:path w="133350" h="6350">
                  <a:moveTo>
                    <a:pt x="82550" y="0"/>
                  </a:moveTo>
                  <a:lnTo>
                    <a:pt x="0" y="0"/>
                  </a:lnTo>
                  <a:lnTo>
                    <a:pt x="0" y="6350"/>
                  </a:lnTo>
                  <a:lnTo>
                    <a:pt x="82550" y="6350"/>
                  </a:lnTo>
                  <a:lnTo>
                    <a:pt x="82550" y="0"/>
                  </a:lnTo>
                  <a:close/>
                </a:path>
                <a:path w="133350" h="6350">
                  <a:moveTo>
                    <a:pt x="133350" y="0"/>
                  </a:moveTo>
                  <a:lnTo>
                    <a:pt x="115570" y="0"/>
                  </a:lnTo>
                  <a:lnTo>
                    <a:pt x="115570" y="1270"/>
                  </a:lnTo>
                  <a:lnTo>
                    <a:pt x="133350" y="1270"/>
                  </a:lnTo>
                  <a:lnTo>
                    <a:pt x="133350" y="0"/>
                  </a:lnTo>
                  <a:close/>
                </a:path>
              </a:pathLst>
            </a:custGeom>
            <a:solidFill>
              <a:srgbClr val="5F0C5F"/>
            </a:solidFill>
          </p:spPr>
          <p:txBody>
            <a:bodyPr wrap="square" lIns="0" tIns="0" rIns="0" bIns="0" rtlCol="0"/>
            <a:lstStyle/>
            <a:p/>
          </p:txBody>
        </p:sp>
        <p:sp>
          <p:nvSpPr>
            <p:cNvPr id="686" name="object 686"/>
            <p:cNvSpPr/>
            <p:nvPr/>
          </p:nvSpPr>
          <p:spPr>
            <a:xfrm>
              <a:off x="1794510" y="16941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00C60"/>
            </a:solidFill>
          </p:spPr>
          <p:txBody>
            <a:bodyPr wrap="square" lIns="0" tIns="0" rIns="0" bIns="0" rtlCol="0"/>
            <a:lstStyle/>
            <a:p/>
          </p:txBody>
        </p:sp>
        <p:sp>
          <p:nvSpPr>
            <p:cNvPr id="687" name="object 687"/>
            <p:cNvSpPr/>
            <p:nvPr/>
          </p:nvSpPr>
          <p:spPr>
            <a:xfrm>
              <a:off x="1794510" y="17017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10B61"/>
            </a:solidFill>
          </p:spPr>
          <p:txBody>
            <a:bodyPr wrap="square" lIns="0" tIns="0" rIns="0" bIns="0" rtlCol="0"/>
            <a:lstStyle/>
            <a:p/>
          </p:txBody>
        </p:sp>
        <p:sp>
          <p:nvSpPr>
            <p:cNvPr id="688" name="object 688"/>
            <p:cNvSpPr/>
            <p:nvPr/>
          </p:nvSpPr>
          <p:spPr>
            <a:xfrm>
              <a:off x="1794510" y="17094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20B62"/>
            </a:solidFill>
          </p:spPr>
          <p:txBody>
            <a:bodyPr wrap="square" lIns="0" tIns="0" rIns="0" bIns="0" rtlCol="0"/>
            <a:lstStyle/>
            <a:p/>
          </p:txBody>
        </p:sp>
        <p:sp>
          <p:nvSpPr>
            <p:cNvPr id="689" name="object 689"/>
            <p:cNvSpPr/>
            <p:nvPr/>
          </p:nvSpPr>
          <p:spPr>
            <a:xfrm>
              <a:off x="1794510" y="171703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30A63"/>
            </a:solidFill>
          </p:spPr>
          <p:txBody>
            <a:bodyPr wrap="square" lIns="0" tIns="0" rIns="0" bIns="0" rtlCol="0"/>
            <a:lstStyle/>
            <a:p/>
          </p:txBody>
        </p:sp>
        <p:sp>
          <p:nvSpPr>
            <p:cNvPr id="690" name="object 690"/>
            <p:cNvSpPr/>
            <p:nvPr/>
          </p:nvSpPr>
          <p:spPr>
            <a:xfrm>
              <a:off x="1794510" y="17233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40A64"/>
            </a:solidFill>
          </p:spPr>
          <p:txBody>
            <a:bodyPr wrap="square" lIns="0" tIns="0" rIns="0" bIns="0" rtlCol="0"/>
            <a:lstStyle/>
            <a:p/>
          </p:txBody>
        </p:sp>
        <p:sp>
          <p:nvSpPr>
            <p:cNvPr id="691" name="object 691"/>
            <p:cNvSpPr/>
            <p:nvPr/>
          </p:nvSpPr>
          <p:spPr>
            <a:xfrm>
              <a:off x="1794510" y="17310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60A66"/>
            </a:solidFill>
          </p:spPr>
          <p:txBody>
            <a:bodyPr wrap="square" lIns="0" tIns="0" rIns="0" bIns="0" rtlCol="0"/>
            <a:lstStyle/>
            <a:p/>
          </p:txBody>
        </p:sp>
        <p:sp>
          <p:nvSpPr>
            <p:cNvPr id="692" name="object 692"/>
            <p:cNvSpPr/>
            <p:nvPr/>
          </p:nvSpPr>
          <p:spPr>
            <a:xfrm>
              <a:off x="1794510" y="17386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60966"/>
            </a:solidFill>
          </p:spPr>
          <p:txBody>
            <a:bodyPr wrap="square" lIns="0" tIns="0" rIns="0" bIns="0" rtlCol="0"/>
            <a:lstStyle/>
            <a:p/>
          </p:txBody>
        </p:sp>
        <p:sp>
          <p:nvSpPr>
            <p:cNvPr id="693" name="object 693"/>
            <p:cNvSpPr/>
            <p:nvPr/>
          </p:nvSpPr>
          <p:spPr>
            <a:xfrm>
              <a:off x="1794510" y="17449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70967"/>
            </a:solidFill>
          </p:spPr>
          <p:txBody>
            <a:bodyPr wrap="square" lIns="0" tIns="0" rIns="0" bIns="0" rtlCol="0"/>
            <a:lstStyle/>
            <a:p/>
          </p:txBody>
        </p:sp>
        <p:sp>
          <p:nvSpPr>
            <p:cNvPr id="694" name="object 694"/>
            <p:cNvSpPr/>
            <p:nvPr/>
          </p:nvSpPr>
          <p:spPr>
            <a:xfrm>
              <a:off x="1794510" y="17525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80868"/>
            </a:solidFill>
          </p:spPr>
          <p:txBody>
            <a:bodyPr wrap="square" lIns="0" tIns="0" rIns="0" bIns="0" rtlCol="0"/>
            <a:lstStyle/>
            <a:p/>
          </p:txBody>
        </p:sp>
        <p:sp>
          <p:nvSpPr>
            <p:cNvPr id="695" name="object 695"/>
            <p:cNvSpPr/>
            <p:nvPr/>
          </p:nvSpPr>
          <p:spPr>
            <a:xfrm>
              <a:off x="1794510" y="176021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A086A"/>
            </a:solidFill>
          </p:spPr>
          <p:txBody>
            <a:bodyPr wrap="square" lIns="0" tIns="0" rIns="0" bIns="0" rtlCol="0"/>
            <a:lstStyle/>
            <a:p/>
          </p:txBody>
        </p:sp>
        <p:sp>
          <p:nvSpPr>
            <p:cNvPr id="696" name="object 696"/>
            <p:cNvSpPr/>
            <p:nvPr/>
          </p:nvSpPr>
          <p:spPr>
            <a:xfrm>
              <a:off x="1794510" y="176783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B076B"/>
            </a:solidFill>
          </p:spPr>
          <p:txBody>
            <a:bodyPr wrap="square" lIns="0" tIns="0" rIns="0" bIns="0" rtlCol="0"/>
            <a:lstStyle/>
            <a:p/>
          </p:txBody>
        </p:sp>
        <p:sp>
          <p:nvSpPr>
            <p:cNvPr id="697" name="object 697"/>
            <p:cNvSpPr/>
            <p:nvPr/>
          </p:nvSpPr>
          <p:spPr>
            <a:xfrm>
              <a:off x="1794510" y="17741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C076C"/>
            </a:solidFill>
          </p:spPr>
          <p:txBody>
            <a:bodyPr wrap="square" lIns="0" tIns="0" rIns="0" bIns="0" rtlCol="0"/>
            <a:lstStyle/>
            <a:p/>
          </p:txBody>
        </p:sp>
        <p:sp>
          <p:nvSpPr>
            <p:cNvPr id="698" name="object 698"/>
            <p:cNvSpPr/>
            <p:nvPr/>
          </p:nvSpPr>
          <p:spPr>
            <a:xfrm>
              <a:off x="1794510" y="17818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D076D"/>
            </a:solidFill>
          </p:spPr>
          <p:txBody>
            <a:bodyPr wrap="square" lIns="0" tIns="0" rIns="0" bIns="0" rtlCol="0"/>
            <a:lstStyle/>
            <a:p/>
          </p:txBody>
        </p:sp>
        <p:sp>
          <p:nvSpPr>
            <p:cNvPr id="699" name="object 699"/>
            <p:cNvSpPr/>
            <p:nvPr/>
          </p:nvSpPr>
          <p:spPr>
            <a:xfrm>
              <a:off x="1794510" y="17894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E066E"/>
            </a:solidFill>
          </p:spPr>
          <p:txBody>
            <a:bodyPr wrap="square" lIns="0" tIns="0" rIns="0" bIns="0" rtlCol="0"/>
            <a:lstStyle/>
            <a:p/>
          </p:txBody>
        </p:sp>
        <p:sp>
          <p:nvSpPr>
            <p:cNvPr id="700" name="object 700"/>
            <p:cNvSpPr/>
            <p:nvPr/>
          </p:nvSpPr>
          <p:spPr>
            <a:xfrm>
              <a:off x="1794510" y="17957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F066F"/>
            </a:solidFill>
          </p:spPr>
          <p:txBody>
            <a:bodyPr wrap="square" lIns="0" tIns="0" rIns="0" bIns="0" rtlCol="0"/>
            <a:lstStyle/>
            <a:p/>
          </p:txBody>
        </p:sp>
        <p:sp>
          <p:nvSpPr>
            <p:cNvPr id="701" name="object 701"/>
            <p:cNvSpPr/>
            <p:nvPr/>
          </p:nvSpPr>
          <p:spPr>
            <a:xfrm>
              <a:off x="1794510" y="18033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00570"/>
            </a:solidFill>
          </p:spPr>
          <p:txBody>
            <a:bodyPr wrap="square" lIns="0" tIns="0" rIns="0" bIns="0" rtlCol="0"/>
            <a:lstStyle/>
            <a:p/>
          </p:txBody>
        </p:sp>
        <p:sp>
          <p:nvSpPr>
            <p:cNvPr id="702" name="object 702"/>
            <p:cNvSpPr/>
            <p:nvPr/>
          </p:nvSpPr>
          <p:spPr>
            <a:xfrm>
              <a:off x="1794510" y="18110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10571"/>
            </a:solidFill>
          </p:spPr>
          <p:txBody>
            <a:bodyPr wrap="square" lIns="0" tIns="0" rIns="0" bIns="0" rtlCol="0"/>
            <a:lstStyle/>
            <a:p/>
          </p:txBody>
        </p:sp>
        <p:sp>
          <p:nvSpPr>
            <p:cNvPr id="703" name="object 703"/>
            <p:cNvSpPr/>
            <p:nvPr/>
          </p:nvSpPr>
          <p:spPr>
            <a:xfrm>
              <a:off x="1794510" y="18173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20472"/>
            </a:solidFill>
          </p:spPr>
          <p:txBody>
            <a:bodyPr wrap="square" lIns="0" tIns="0" rIns="0" bIns="0" rtlCol="0"/>
            <a:lstStyle/>
            <a:p/>
          </p:txBody>
        </p:sp>
        <p:sp>
          <p:nvSpPr>
            <p:cNvPr id="704" name="object 704"/>
            <p:cNvSpPr/>
            <p:nvPr/>
          </p:nvSpPr>
          <p:spPr>
            <a:xfrm>
              <a:off x="1794510" y="18249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30473"/>
            </a:solidFill>
          </p:spPr>
          <p:txBody>
            <a:bodyPr wrap="square" lIns="0" tIns="0" rIns="0" bIns="0" rtlCol="0"/>
            <a:lstStyle/>
            <a:p/>
          </p:txBody>
        </p:sp>
        <p:sp>
          <p:nvSpPr>
            <p:cNvPr id="705" name="object 705"/>
            <p:cNvSpPr/>
            <p:nvPr/>
          </p:nvSpPr>
          <p:spPr>
            <a:xfrm>
              <a:off x="1794510" y="18326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50375"/>
            </a:solidFill>
          </p:spPr>
          <p:txBody>
            <a:bodyPr wrap="square" lIns="0" tIns="0" rIns="0" bIns="0" rtlCol="0"/>
            <a:lstStyle/>
            <a:p/>
          </p:txBody>
        </p:sp>
        <p:sp>
          <p:nvSpPr>
            <p:cNvPr id="706" name="object 706"/>
            <p:cNvSpPr/>
            <p:nvPr/>
          </p:nvSpPr>
          <p:spPr>
            <a:xfrm>
              <a:off x="1794510" y="184022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60376"/>
            </a:solidFill>
          </p:spPr>
          <p:txBody>
            <a:bodyPr wrap="square" lIns="0" tIns="0" rIns="0" bIns="0" rtlCol="0"/>
            <a:lstStyle/>
            <a:p/>
          </p:txBody>
        </p:sp>
        <p:sp>
          <p:nvSpPr>
            <p:cNvPr id="707" name="object 707"/>
            <p:cNvSpPr/>
            <p:nvPr/>
          </p:nvSpPr>
          <p:spPr>
            <a:xfrm>
              <a:off x="1794510" y="184657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70377"/>
            </a:solidFill>
          </p:spPr>
          <p:txBody>
            <a:bodyPr wrap="square" lIns="0" tIns="0" rIns="0" bIns="0" rtlCol="0"/>
            <a:lstStyle/>
            <a:p/>
          </p:txBody>
        </p:sp>
        <p:sp>
          <p:nvSpPr>
            <p:cNvPr id="708" name="object 708"/>
            <p:cNvSpPr/>
            <p:nvPr/>
          </p:nvSpPr>
          <p:spPr>
            <a:xfrm>
              <a:off x="1794510" y="185419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80278"/>
            </a:solidFill>
          </p:spPr>
          <p:txBody>
            <a:bodyPr wrap="square" lIns="0" tIns="0" rIns="0" bIns="0" rtlCol="0"/>
            <a:lstStyle/>
            <a:p/>
          </p:txBody>
        </p:sp>
        <p:sp>
          <p:nvSpPr>
            <p:cNvPr id="709" name="object 709"/>
            <p:cNvSpPr/>
            <p:nvPr/>
          </p:nvSpPr>
          <p:spPr>
            <a:xfrm>
              <a:off x="1794510" y="1861819"/>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90279"/>
            </a:solidFill>
          </p:spPr>
          <p:txBody>
            <a:bodyPr wrap="square" lIns="0" tIns="0" rIns="0" bIns="0" rtlCol="0"/>
            <a:lstStyle/>
            <a:p/>
          </p:txBody>
        </p:sp>
        <p:sp>
          <p:nvSpPr>
            <p:cNvPr id="710" name="object 710"/>
            <p:cNvSpPr/>
            <p:nvPr/>
          </p:nvSpPr>
          <p:spPr>
            <a:xfrm>
              <a:off x="1794510" y="186816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A017A"/>
            </a:solidFill>
          </p:spPr>
          <p:txBody>
            <a:bodyPr wrap="square" lIns="0" tIns="0" rIns="0" bIns="0" rtlCol="0"/>
            <a:lstStyle/>
            <a:p/>
          </p:txBody>
        </p:sp>
        <p:sp>
          <p:nvSpPr>
            <p:cNvPr id="711" name="object 711"/>
            <p:cNvSpPr/>
            <p:nvPr/>
          </p:nvSpPr>
          <p:spPr>
            <a:xfrm>
              <a:off x="1794510" y="1875789"/>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B017B"/>
            </a:solidFill>
          </p:spPr>
          <p:txBody>
            <a:bodyPr wrap="square" lIns="0" tIns="0" rIns="0" bIns="0" rtlCol="0"/>
            <a:lstStyle/>
            <a:p/>
          </p:txBody>
        </p:sp>
        <p:sp>
          <p:nvSpPr>
            <p:cNvPr id="712" name="object 712"/>
            <p:cNvSpPr/>
            <p:nvPr/>
          </p:nvSpPr>
          <p:spPr>
            <a:xfrm>
              <a:off x="1794510" y="1883409"/>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C007C"/>
            </a:solidFill>
          </p:spPr>
          <p:txBody>
            <a:bodyPr wrap="square" lIns="0" tIns="0" rIns="0" bIns="0" rtlCol="0"/>
            <a:lstStyle/>
            <a:p/>
          </p:txBody>
        </p:sp>
      </p:grpSp>
      <p:grpSp>
        <p:nvGrpSpPr>
          <p:cNvPr id="713" name="object 713"/>
          <p:cNvGrpSpPr/>
          <p:nvPr/>
        </p:nvGrpSpPr>
        <p:grpSpPr>
          <a:xfrm>
            <a:off x="2073910" y="1056639"/>
            <a:ext cx="200660" cy="633730"/>
            <a:chOff x="2073910" y="1056639"/>
            <a:chExt cx="200660" cy="633730"/>
          </a:xfrm>
        </p:grpSpPr>
        <p:sp>
          <p:nvSpPr>
            <p:cNvPr id="714" name="object 714"/>
            <p:cNvSpPr/>
            <p:nvPr/>
          </p:nvSpPr>
          <p:spPr>
            <a:xfrm>
              <a:off x="2134870" y="1056639"/>
              <a:ext cx="83820" cy="13970"/>
            </a:xfrm>
            <a:custGeom>
              <a:avLst/>
              <a:gdLst/>
              <a:ahLst/>
              <a:cxnLst/>
              <a:rect l="l" t="t" r="r" b="b"/>
              <a:pathLst>
                <a:path w="83819" h="13969">
                  <a:moveTo>
                    <a:pt x="83820" y="12700"/>
                  </a:moveTo>
                  <a:lnTo>
                    <a:pt x="82550" y="12700"/>
                  </a:lnTo>
                  <a:lnTo>
                    <a:pt x="82550" y="11430"/>
                  </a:lnTo>
                  <a:lnTo>
                    <a:pt x="81280" y="11430"/>
                  </a:lnTo>
                  <a:lnTo>
                    <a:pt x="81280" y="10160"/>
                  </a:lnTo>
                  <a:lnTo>
                    <a:pt x="80010" y="10160"/>
                  </a:lnTo>
                  <a:lnTo>
                    <a:pt x="80010" y="8890"/>
                  </a:lnTo>
                  <a:lnTo>
                    <a:pt x="76200" y="8890"/>
                  </a:lnTo>
                  <a:lnTo>
                    <a:pt x="76200" y="7620"/>
                  </a:lnTo>
                  <a:lnTo>
                    <a:pt x="74930" y="7620"/>
                  </a:lnTo>
                  <a:lnTo>
                    <a:pt x="74930" y="6350"/>
                  </a:lnTo>
                  <a:lnTo>
                    <a:pt x="71120" y="6350"/>
                  </a:lnTo>
                  <a:lnTo>
                    <a:pt x="71120" y="5080"/>
                  </a:lnTo>
                  <a:lnTo>
                    <a:pt x="68580" y="5080"/>
                  </a:lnTo>
                  <a:lnTo>
                    <a:pt x="68580" y="3810"/>
                  </a:lnTo>
                  <a:lnTo>
                    <a:pt x="62230" y="3810"/>
                  </a:lnTo>
                  <a:lnTo>
                    <a:pt x="62230" y="2540"/>
                  </a:lnTo>
                  <a:lnTo>
                    <a:pt x="55880" y="2540"/>
                  </a:lnTo>
                  <a:lnTo>
                    <a:pt x="55880" y="1270"/>
                  </a:lnTo>
                  <a:lnTo>
                    <a:pt x="40627" y="1270"/>
                  </a:lnTo>
                  <a:lnTo>
                    <a:pt x="40627" y="0"/>
                  </a:lnTo>
                  <a:lnTo>
                    <a:pt x="31750" y="0"/>
                  </a:lnTo>
                  <a:lnTo>
                    <a:pt x="31750" y="1270"/>
                  </a:lnTo>
                  <a:lnTo>
                    <a:pt x="25400" y="1270"/>
                  </a:lnTo>
                  <a:lnTo>
                    <a:pt x="25400" y="2540"/>
                  </a:lnTo>
                  <a:lnTo>
                    <a:pt x="17780" y="2540"/>
                  </a:lnTo>
                  <a:lnTo>
                    <a:pt x="17780" y="3810"/>
                  </a:lnTo>
                  <a:lnTo>
                    <a:pt x="13970" y="3810"/>
                  </a:lnTo>
                  <a:lnTo>
                    <a:pt x="13970" y="5080"/>
                  </a:lnTo>
                  <a:lnTo>
                    <a:pt x="11430" y="5080"/>
                  </a:lnTo>
                  <a:lnTo>
                    <a:pt x="11430" y="6350"/>
                  </a:lnTo>
                  <a:lnTo>
                    <a:pt x="8890" y="6350"/>
                  </a:lnTo>
                  <a:lnTo>
                    <a:pt x="889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83820" y="13970"/>
                  </a:lnTo>
                  <a:lnTo>
                    <a:pt x="83820" y="12700"/>
                  </a:lnTo>
                  <a:close/>
                </a:path>
              </a:pathLst>
            </a:custGeom>
            <a:solidFill>
              <a:srgbClr val="003300"/>
            </a:solidFill>
          </p:spPr>
          <p:txBody>
            <a:bodyPr wrap="square" lIns="0" tIns="0" rIns="0" bIns="0" rtlCol="0"/>
            <a:lstStyle/>
            <a:p/>
          </p:txBody>
        </p:sp>
        <p:sp>
          <p:nvSpPr>
            <p:cNvPr id="715" name="object 715"/>
            <p:cNvSpPr/>
            <p:nvPr/>
          </p:nvSpPr>
          <p:spPr>
            <a:xfrm>
              <a:off x="2127250" y="1070609"/>
              <a:ext cx="97790" cy="6350"/>
            </a:xfrm>
            <a:custGeom>
              <a:avLst/>
              <a:gdLst/>
              <a:ahLst/>
              <a:cxnLst/>
              <a:rect l="l" t="t" r="r" b="b"/>
              <a:pathLst>
                <a:path w="97789" h="6350">
                  <a:moveTo>
                    <a:pt x="97790" y="5080"/>
                  </a:moveTo>
                  <a:lnTo>
                    <a:pt x="96520" y="5080"/>
                  </a:lnTo>
                  <a:lnTo>
                    <a:pt x="96520" y="3810"/>
                  </a:lnTo>
                  <a:lnTo>
                    <a:pt x="95250" y="3810"/>
                  </a:lnTo>
                  <a:lnTo>
                    <a:pt x="95250"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13101"/>
            </a:solidFill>
          </p:spPr>
          <p:txBody>
            <a:bodyPr wrap="square" lIns="0" tIns="0" rIns="0" bIns="0" rtlCol="0"/>
            <a:lstStyle/>
            <a:p/>
          </p:txBody>
        </p:sp>
        <p:sp>
          <p:nvSpPr>
            <p:cNvPr id="716" name="object 716"/>
            <p:cNvSpPr/>
            <p:nvPr/>
          </p:nvSpPr>
          <p:spPr>
            <a:xfrm>
              <a:off x="2120900" y="1076959"/>
              <a:ext cx="110489" cy="7620"/>
            </a:xfrm>
            <a:custGeom>
              <a:avLst/>
              <a:gdLst/>
              <a:ahLst/>
              <a:cxnLst/>
              <a:rect l="l" t="t" r="r" b="b"/>
              <a:pathLst>
                <a:path w="110489" h="7619">
                  <a:moveTo>
                    <a:pt x="110490" y="6350"/>
                  </a:moveTo>
                  <a:lnTo>
                    <a:pt x="109220" y="6350"/>
                  </a:lnTo>
                  <a:lnTo>
                    <a:pt x="109220" y="3810"/>
                  </a:lnTo>
                  <a:lnTo>
                    <a:pt x="107950" y="3810"/>
                  </a:lnTo>
                  <a:lnTo>
                    <a:pt x="107950"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33103"/>
            </a:solidFill>
          </p:spPr>
          <p:txBody>
            <a:bodyPr wrap="square" lIns="0" tIns="0" rIns="0" bIns="0" rtlCol="0"/>
            <a:lstStyle/>
            <a:p/>
          </p:txBody>
        </p:sp>
        <p:sp>
          <p:nvSpPr>
            <p:cNvPr id="717" name="object 717"/>
            <p:cNvSpPr/>
            <p:nvPr/>
          </p:nvSpPr>
          <p:spPr>
            <a:xfrm>
              <a:off x="2115820" y="1084579"/>
              <a:ext cx="120650" cy="7620"/>
            </a:xfrm>
            <a:custGeom>
              <a:avLst/>
              <a:gdLst/>
              <a:ahLst/>
              <a:cxnLst/>
              <a:rect l="l" t="t" r="r" b="b"/>
              <a:pathLst>
                <a:path w="120650" h="7619">
                  <a:moveTo>
                    <a:pt x="120650" y="6350"/>
                  </a:moveTo>
                  <a:lnTo>
                    <a:pt x="119380" y="6350"/>
                  </a:lnTo>
                  <a:lnTo>
                    <a:pt x="119380" y="5080"/>
                  </a:lnTo>
                  <a:lnTo>
                    <a:pt x="118097" y="5080"/>
                  </a:lnTo>
                  <a:lnTo>
                    <a:pt x="118097"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43004"/>
            </a:solidFill>
          </p:spPr>
          <p:txBody>
            <a:bodyPr wrap="square" lIns="0" tIns="0" rIns="0" bIns="0" rtlCol="0"/>
            <a:lstStyle/>
            <a:p/>
          </p:txBody>
        </p:sp>
        <p:sp>
          <p:nvSpPr>
            <p:cNvPr id="718" name="object 718"/>
            <p:cNvSpPr/>
            <p:nvPr/>
          </p:nvSpPr>
          <p:spPr>
            <a:xfrm>
              <a:off x="2112010" y="1092199"/>
              <a:ext cx="128270" cy="6350"/>
            </a:xfrm>
            <a:custGeom>
              <a:avLst/>
              <a:gdLst/>
              <a:ahLst/>
              <a:cxnLst/>
              <a:rect l="l" t="t" r="r" b="b"/>
              <a:pathLst>
                <a:path w="128269" h="6350">
                  <a:moveTo>
                    <a:pt x="128270" y="5080"/>
                  </a:moveTo>
                  <a:lnTo>
                    <a:pt x="127000" y="5080"/>
                  </a:lnTo>
                  <a:lnTo>
                    <a:pt x="127000" y="3810"/>
                  </a:ln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5080"/>
                  </a:lnTo>
                  <a:lnTo>
                    <a:pt x="0" y="6350"/>
                  </a:lnTo>
                  <a:lnTo>
                    <a:pt x="128270" y="6350"/>
                  </a:lnTo>
                  <a:lnTo>
                    <a:pt x="128270" y="5080"/>
                  </a:lnTo>
                  <a:close/>
                </a:path>
              </a:pathLst>
            </a:custGeom>
            <a:solidFill>
              <a:srgbClr val="063006"/>
            </a:solidFill>
          </p:spPr>
          <p:txBody>
            <a:bodyPr wrap="square" lIns="0" tIns="0" rIns="0" bIns="0" rtlCol="0"/>
            <a:lstStyle/>
            <a:p/>
          </p:txBody>
        </p:sp>
        <p:sp>
          <p:nvSpPr>
            <p:cNvPr id="719" name="object 719"/>
            <p:cNvSpPr/>
            <p:nvPr/>
          </p:nvSpPr>
          <p:spPr>
            <a:xfrm>
              <a:off x="2108200" y="1098549"/>
              <a:ext cx="135890" cy="7620"/>
            </a:xfrm>
            <a:custGeom>
              <a:avLst/>
              <a:gdLst/>
              <a:ahLst/>
              <a:cxnLst/>
              <a:rect l="l" t="t" r="r" b="b"/>
              <a:pathLst>
                <a:path w="135889" h="7619">
                  <a:moveTo>
                    <a:pt x="135890" y="6350"/>
                  </a:moveTo>
                  <a:lnTo>
                    <a:pt x="134620" y="6350"/>
                  </a:lnTo>
                  <a:lnTo>
                    <a:pt x="134620" y="5080"/>
                  </a:lnTo>
                  <a:lnTo>
                    <a:pt x="134620" y="3810"/>
                  </a:lnTo>
                  <a:lnTo>
                    <a:pt x="133350" y="3810"/>
                  </a:lnTo>
                  <a:lnTo>
                    <a:pt x="133350" y="2540"/>
                  </a:lnTo>
                  <a:lnTo>
                    <a:pt x="133350" y="1270"/>
                  </a:lnTo>
                  <a:lnTo>
                    <a:pt x="132067" y="1270"/>
                  </a:lnTo>
                  <a:lnTo>
                    <a:pt x="132067"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72F07"/>
            </a:solidFill>
          </p:spPr>
          <p:txBody>
            <a:bodyPr wrap="square" lIns="0" tIns="0" rIns="0" bIns="0" rtlCol="0"/>
            <a:lstStyle/>
            <a:p/>
          </p:txBody>
        </p:sp>
        <p:sp>
          <p:nvSpPr>
            <p:cNvPr id="720" name="object 720"/>
            <p:cNvSpPr/>
            <p:nvPr/>
          </p:nvSpPr>
          <p:spPr>
            <a:xfrm>
              <a:off x="2105660" y="1106169"/>
              <a:ext cx="140970" cy="7620"/>
            </a:xfrm>
            <a:custGeom>
              <a:avLst/>
              <a:gdLst/>
              <a:ahLst/>
              <a:cxnLst/>
              <a:rect l="l" t="t" r="r" b="b"/>
              <a:pathLst>
                <a:path w="140969"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92E09"/>
            </a:solidFill>
          </p:spPr>
          <p:txBody>
            <a:bodyPr wrap="square" lIns="0" tIns="0" rIns="0" bIns="0" rtlCol="0"/>
            <a:lstStyle/>
            <a:p/>
          </p:txBody>
        </p:sp>
        <p:sp>
          <p:nvSpPr>
            <p:cNvPr id="721" name="object 721"/>
            <p:cNvSpPr/>
            <p:nvPr/>
          </p:nvSpPr>
          <p:spPr>
            <a:xfrm>
              <a:off x="2103120" y="1113789"/>
              <a:ext cx="144780" cy="6350"/>
            </a:xfrm>
            <a:custGeom>
              <a:avLst/>
              <a:gdLst/>
              <a:ahLst/>
              <a:cxnLst/>
              <a:rect l="l" t="t" r="r" b="b"/>
              <a:pathLst>
                <a:path w="144780" h="6350">
                  <a:moveTo>
                    <a:pt x="144780" y="2540"/>
                  </a:moveTo>
                  <a:lnTo>
                    <a:pt x="143510" y="2540"/>
                  </a:lnTo>
                  <a:lnTo>
                    <a:pt x="143510" y="0"/>
                  </a:lnTo>
                  <a:lnTo>
                    <a:pt x="1270" y="0"/>
                  </a:lnTo>
                  <a:lnTo>
                    <a:pt x="1270" y="2540"/>
                  </a:lnTo>
                  <a:lnTo>
                    <a:pt x="1270" y="3810"/>
                  </a:lnTo>
                  <a:lnTo>
                    <a:pt x="0" y="3810"/>
                  </a:lnTo>
                  <a:lnTo>
                    <a:pt x="0" y="6350"/>
                  </a:lnTo>
                  <a:lnTo>
                    <a:pt x="144780" y="6350"/>
                  </a:lnTo>
                  <a:lnTo>
                    <a:pt x="144780" y="3810"/>
                  </a:lnTo>
                  <a:lnTo>
                    <a:pt x="144780" y="2540"/>
                  </a:lnTo>
                  <a:close/>
                </a:path>
              </a:pathLst>
            </a:custGeom>
            <a:solidFill>
              <a:srgbClr val="0A2E0A"/>
            </a:solidFill>
          </p:spPr>
          <p:txBody>
            <a:bodyPr wrap="square" lIns="0" tIns="0" rIns="0" bIns="0" rtlCol="0"/>
            <a:lstStyle/>
            <a:p/>
          </p:txBody>
        </p:sp>
        <p:sp>
          <p:nvSpPr>
            <p:cNvPr id="722" name="object 722"/>
            <p:cNvSpPr/>
            <p:nvPr/>
          </p:nvSpPr>
          <p:spPr>
            <a:xfrm>
              <a:off x="2100580" y="1120139"/>
              <a:ext cx="149860" cy="7620"/>
            </a:xfrm>
            <a:custGeom>
              <a:avLst/>
              <a:gdLst/>
              <a:ahLst/>
              <a:cxnLst/>
              <a:rect l="l" t="t" r="r" b="b"/>
              <a:pathLst>
                <a:path w="149860"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B2D0B"/>
            </a:solidFill>
          </p:spPr>
          <p:txBody>
            <a:bodyPr wrap="square" lIns="0" tIns="0" rIns="0" bIns="0" rtlCol="0"/>
            <a:lstStyle/>
            <a:p/>
          </p:txBody>
        </p:sp>
        <p:sp>
          <p:nvSpPr>
            <p:cNvPr id="723" name="object 723"/>
            <p:cNvSpPr/>
            <p:nvPr/>
          </p:nvSpPr>
          <p:spPr>
            <a:xfrm>
              <a:off x="2096770" y="1127759"/>
              <a:ext cx="156210" cy="7620"/>
            </a:xfrm>
            <a:custGeom>
              <a:avLst/>
              <a:gdLst/>
              <a:ahLst/>
              <a:cxnLst/>
              <a:rect l="l" t="t" r="r" b="b"/>
              <a:pathLst>
                <a:path w="156210" h="7619">
                  <a:moveTo>
                    <a:pt x="153670" y="0"/>
                  </a:moveTo>
                  <a:lnTo>
                    <a:pt x="2540" y="0"/>
                  </a:lnTo>
                  <a:lnTo>
                    <a:pt x="2540" y="1270"/>
                  </a:lnTo>
                  <a:lnTo>
                    <a:pt x="153670" y="1270"/>
                  </a:lnTo>
                  <a:lnTo>
                    <a:pt x="153670" y="0"/>
                  </a:lnTo>
                  <a:close/>
                </a:path>
                <a:path w="156210" h="7619">
                  <a:moveTo>
                    <a:pt x="156210" y="6350"/>
                  </a:moveTo>
                  <a:lnTo>
                    <a:pt x="156197" y="3810"/>
                  </a:ln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close/>
                </a:path>
              </a:pathLst>
            </a:custGeom>
            <a:solidFill>
              <a:srgbClr val="0D2D0D"/>
            </a:solidFill>
          </p:spPr>
          <p:txBody>
            <a:bodyPr wrap="square" lIns="0" tIns="0" rIns="0" bIns="0" rtlCol="0"/>
            <a:lstStyle/>
            <a:p/>
          </p:txBody>
        </p:sp>
        <p:sp>
          <p:nvSpPr>
            <p:cNvPr id="724" name="object 724"/>
            <p:cNvSpPr/>
            <p:nvPr/>
          </p:nvSpPr>
          <p:spPr>
            <a:xfrm>
              <a:off x="2095500" y="1135379"/>
              <a:ext cx="160020" cy="6350"/>
            </a:xfrm>
            <a:custGeom>
              <a:avLst/>
              <a:gdLst/>
              <a:ahLst/>
              <a:cxnLst/>
              <a:rect l="l" t="t" r="r" b="b"/>
              <a:pathLst>
                <a:path w="160019" h="6350">
                  <a:moveTo>
                    <a:pt x="158750" y="0"/>
                  </a:moveTo>
                  <a:lnTo>
                    <a:pt x="1270" y="0"/>
                  </a:lnTo>
                  <a:lnTo>
                    <a:pt x="1270" y="3810"/>
                  </a:lnTo>
                  <a:lnTo>
                    <a:pt x="158750" y="3810"/>
                  </a:lnTo>
                  <a:lnTo>
                    <a:pt x="158750" y="0"/>
                  </a:lnTo>
                  <a:close/>
                </a:path>
                <a:path w="160019" h="6350">
                  <a:moveTo>
                    <a:pt x="160020" y="3822"/>
                  </a:moveTo>
                  <a:lnTo>
                    <a:pt x="0" y="3822"/>
                  </a:lnTo>
                  <a:lnTo>
                    <a:pt x="0" y="6350"/>
                  </a:lnTo>
                  <a:lnTo>
                    <a:pt x="160020" y="6350"/>
                  </a:lnTo>
                  <a:lnTo>
                    <a:pt x="160020" y="3822"/>
                  </a:lnTo>
                  <a:close/>
                </a:path>
              </a:pathLst>
            </a:custGeom>
            <a:solidFill>
              <a:srgbClr val="0E2C0E"/>
            </a:solidFill>
          </p:spPr>
          <p:txBody>
            <a:bodyPr wrap="square" lIns="0" tIns="0" rIns="0" bIns="0" rtlCol="0"/>
            <a:lstStyle/>
            <a:p/>
          </p:txBody>
        </p:sp>
        <p:sp>
          <p:nvSpPr>
            <p:cNvPr id="725" name="object 725"/>
            <p:cNvSpPr/>
            <p:nvPr/>
          </p:nvSpPr>
          <p:spPr>
            <a:xfrm>
              <a:off x="2094230" y="1141729"/>
              <a:ext cx="162560" cy="7620"/>
            </a:xfrm>
            <a:custGeom>
              <a:avLst/>
              <a:gdLst/>
              <a:ahLst/>
              <a:cxnLst/>
              <a:rect l="l" t="t" r="r" b="b"/>
              <a:pathLst>
                <a:path w="162560"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102C10"/>
            </a:solidFill>
          </p:spPr>
          <p:txBody>
            <a:bodyPr wrap="square" lIns="0" tIns="0" rIns="0" bIns="0" rtlCol="0"/>
            <a:lstStyle/>
            <a:p/>
          </p:txBody>
        </p:sp>
        <p:sp>
          <p:nvSpPr>
            <p:cNvPr id="726" name="object 726"/>
            <p:cNvSpPr/>
            <p:nvPr/>
          </p:nvSpPr>
          <p:spPr>
            <a:xfrm>
              <a:off x="2091690" y="1149349"/>
              <a:ext cx="166370" cy="7620"/>
            </a:xfrm>
            <a:custGeom>
              <a:avLst/>
              <a:gdLst/>
              <a:ahLst/>
              <a:cxnLst/>
              <a:rect l="l" t="t" r="r" b="b"/>
              <a:pathLst>
                <a:path w="166369" h="7619">
                  <a:moveTo>
                    <a:pt x="166370" y="1270"/>
                  </a:moveTo>
                  <a:lnTo>
                    <a:pt x="165100" y="1270"/>
                  </a:lnTo>
                  <a:lnTo>
                    <a:pt x="165100" y="0"/>
                  </a:lnTo>
                  <a:lnTo>
                    <a:pt x="2540" y="0"/>
                  </a:lnTo>
                  <a:lnTo>
                    <a:pt x="2540" y="1270"/>
                  </a:lnTo>
                  <a:lnTo>
                    <a:pt x="1270" y="1270"/>
                  </a:lnTo>
                  <a:lnTo>
                    <a:pt x="1270" y="6350"/>
                  </a:lnTo>
                  <a:lnTo>
                    <a:pt x="0" y="6350"/>
                  </a:lnTo>
                  <a:lnTo>
                    <a:pt x="0" y="7620"/>
                  </a:lnTo>
                  <a:lnTo>
                    <a:pt x="166357" y="7620"/>
                  </a:lnTo>
                  <a:lnTo>
                    <a:pt x="166357" y="6350"/>
                  </a:lnTo>
                  <a:lnTo>
                    <a:pt x="166370" y="1270"/>
                  </a:lnTo>
                  <a:close/>
                </a:path>
              </a:pathLst>
            </a:custGeom>
            <a:solidFill>
              <a:srgbClr val="112B11"/>
            </a:solidFill>
          </p:spPr>
          <p:txBody>
            <a:bodyPr wrap="square" lIns="0" tIns="0" rIns="0" bIns="0" rtlCol="0"/>
            <a:lstStyle/>
            <a:p/>
          </p:txBody>
        </p:sp>
        <p:sp>
          <p:nvSpPr>
            <p:cNvPr id="727" name="object 727"/>
            <p:cNvSpPr/>
            <p:nvPr/>
          </p:nvSpPr>
          <p:spPr>
            <a:xfrm>
              <a:off x="2090420" y="1156969"/>
              <a:ext cx="168910" cy="6350"/>
            </a:xfrm>
            <a:custGeom>
              <a:avLst/>
              <a:gdLst/>
              <a:ahLst/>
              <a:cxnLst/>
              <a:rect l="l" t="t" r="r" b="b"/>
              <a:pathLst>
                <a:path w="168910" h="6350">
                  <a:moveTo>
                    <a:pt x="168910" y="5080"/>
                  </a:moveTo>
                  <a:lnTo>
                    <a:pt x="168897" y="1270"/>
                  </a:lnTo>
                  <a:lnTo>
                    <a:pt x="167627" y="1270"/>
                  </a:lnTo>
                  <a:lnTo>
                    <a:pt x="167627" y="0"/>
                  </a:lnTo>
                  <a:lnTo>
                    <a:pt x="1270" y="0"/>
                  </a:lnTo>
                  <a:lnTo>
                    <a:pt x="1270" y="1270"/>
                  </a:lnTo>
                  <a:lnTo>
                    <a:pt x="1270" y="5080"/>
                  </a:lnTo>
                  <a:lnTo>
                    <a:pt x="0" y="5080"/>
                  </a:lnTo>
                  <a:lnTo>
                    <a:pt x="0" y="6350"/>
                  </a:lnTo>
                  <a:lnTo>
                    <a:pt x="168910" y="6350"/>
                  </a:lnTo>
                  <a:lnTo>
                    <a:pt x="168910" y="5080"/>
                  </a:lnTo>
                  <a:close/>
                </a:path>
              </a:pathLst>
            </a:custGeom>
            <a:solidFill>
              <a:srgbClr val="132A13"/>
            </a:solidFill>
          </p:spPr>
          <p:txBody>
            <a:bodyPr wrap="square" lIns="0" tIns="0" rIns="0" bIns="0" rtlCol="0"/>
            <a:lstStyle/>
            <a:p/>
          </p:txBody>
        </p:sp>
        <p:sp>
          <p:nvSpPr>
            <p:cNvPr id="728" name="object 728"/>
            <p:cNvSpPr/>
            <p:nvPr/>
          </p:nvSpPr>
          <p:spPr>
            <a:xfrm>
              <a:off x="208915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142A14"/>
            </a:solidFill>
          </p:spPr>
          <p:txBody>
            <a:bodyPr wrap="square" lIns="0" tIns="0" rIns="0" bIns="0" rtlCol="0"/>
            <a:lstStyle/>
            <a:p/>
          </p:txBody>
        </p:sp>
        <p:sp>
          <p:nvSpPr>
            <p:cNvPr id="729" name="object 729"/>
            <p:cNvSpPr/>
            <p:nvPr/>
          </p:nvSpPr>
          <p:spPr>
            <a:xfrm>
              <a:off x="2087880" y="1170939"/>
              <a:ext cx="173990" cy="7620"/>
            </a:xfrm>
            <a:custGeom>
              <a:avLst/>
              <a:gdLst/>
              <a:ahLst/>
              <a:cxnLst/>
              <a:rect l="l" t="t" r="r" b="b"/>
              <a:pathLst>
                <a:path w="173989"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162916"/>
            </a:solidFill>
          </p:spPr>
          <p:txBody>
            <a:bodyPr wrap="square" lIns="0" tIns="0" rIns="0" bIns="0" rtlCol="0"/>
            <a:lstStyle/>
            <a:p/>
          </p:txBody>
        </p:sp>
        <p:sp>
          <p:nvSpPr>
            <p:cNvPr id="730" name="object 730"/>
            <p:cNvSpPr/>
            <p:nvPr/>
          </p:nvSpPr>
          <p:spPr>
            <a:xfrm>
              <a:off x="2087880" y="1178559"/>
              <a:ext cx="175260" cy="6350"/>
            </a:xfrm>
            <a:custGeom>
              <a:avLst/>
              <a:gdLst/>
              <a:ahLst/>
              <a:cxnLst/>
              <a:rect l="l" t="t" r="r" b="b"/>
              <a:pathLst>
                <a:path w="175260"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172917"/>
            </a:solidFill>
          </p:spPr>
          <p:txBody>
            <a:bodyPr wrap="square" lIns="0" tIns="0" rIns="0" bIns="0" rtlCol="0"/>
            <a:lstStyle/>
            <a:p/>
          </p:txBody>
        </p:sp>
        <p:sp>
          <p:nvSpPr>
            <p:cNvPr id="731" name="object 731"/>
            <p:cNvSpPr/>
            <p:nvPr/>
          </p:nvSpPr>
          <p:spPr>
            <a:xfrm>
              <a:off x="2086610" y="1184909"/>
              <a:ext cx="177800" cy="7620"/>
            </a:xfrm>
            <a:custGeom>
              <a:avLst/>
              <a:gdLst/>
              <a:ahLst/>
              <a:cxnLst/>
              <a:rect l="l" t="t" r="r" b="b"/>
              <a:pathLst>
                <a:path w="177800" h="7619">
                  <a:moveTo>
                    <a:pt x="177800" y="2540"/>
                  </a:moveTo>
                  <a:lnTo>
                    <a:pt x="176530" y="2540"/>
                  </a:lnTo>
                  <a:lnTo>
                    <a:pt x="176530" y="0"/>
                  </a:lnTo>
                  <a:lnTo>
                    <a:pt x="1270" y="0"/>
                  </a:lnTo>
                  <a:lnTo>
                    <a:pt x="1270" y="2540"/>
                  </a:lnTo>
                  <a:lnTo>
                    <a:pt x="1270" y="5080"/>
                  </a:lnTo>
                  <a:lnTo>
                    <a:pt x="0" y="5080"/>
                  </a:lnTo>
                  <a:lnTo>
                    <a:pt x="0" y="7620"/>
                  </a:lnTo>
                  <a:lnTo>
                    <a:pt x="177800" y="7620"/>
                  </a:lnTo>
                  <a:lnTo>
                    <a:pt x="177800" y="5080"/>
                  </a:lnTo>
                  <a:lnTo>
                    <a:pt x="177800" y="2540"/>
                  </a:lnTo>
                  <a:close/>
                </a:path>
              </a:pathLst>
            </a:custGeom>
            <a:solidFill>
              <a:srgbClr val="182818"/>
            </a:solidFill>
          </p:spPr>
          <p:txBody>
            <a:bodyPr wrap="square" lIns="0" tIns="0" rIns="0" bIns="0" rtlCol="0"/>
            <a:lstStyle/>
            <a:p/>
          </p:txBody>
        </p:sp>
        <p:sp>
          <p:nvSpPr>
            <p:cNvPr id="732" name="object 732"/>
            <p:cNvSpPr/>
            <p:nvPr/>
          </p:nvSpPr>
          <p:spPr>
            <a:xfrm>
              <a:off x="2086610" y="1192529"/>
              <a:ext cx="179070" cy="7620"/>
            </a:xfrm>
            <a:custGeom>
              <a:avLst/>
              <a:gdLst/>
              <a:ahLst/>
              <a:cxnLst/>
              <a:rect l="l" t="t" r="r" b="b"/>
              <a:pathLst>
                <a:path w="179069" h="7619">
                  <a:moveTo>
                    <a:pt x="179070" y="3810"/>
                  </a:moveTo>
                  <a:lnTo>
                    <a:pt x="177800" y="3810"/>
                  </a:lnTo>
                  <a:lnTo>
                    <a:pt x="177800" y="0"/>
                  </a:lnTo>
                  <a:lnTo>
                    <a:pt x="0" y="0"/>
                  </a:lnTo>
                  <a:lnTo>
                    <a:pt x="0" y="3810"/>
                  </a:lnTo>
                  <a:lnTo>
                    <a:pt x="0" y="7620"/>
                  </a:lnTo>
                  <a:lnTo>
                    <a:pt x="179070" y="7620"/>
                  </a:lnTo>
                  <a:lnTo>
                    <a:pt x="179070" y="3810"/>
                  </a:lnTo>
                  <a:close/>
                </a:path>
              </a:pathLst>
            </a:custGeom>
            <a:solidFill>
              <a:srgbClr val="1A281A"/>
            </a:solidFill>
          </p:spPr>
          <p:txBody>
            <a:bodyPr wrap="square" lIns="0" tIns="0" rIns="0" bIns="0" rtlCol="0"/>
            <a:lstStyle/>
            <a:p/>
          </p:txBody>
        </p:sp>
        <p:sp>
          <p:nvSpPr>
            <p:cNvPr id="733" name="object 733"/>
            <p:cNvSpPr/>
            <p:nvPr/>
          </p:nvSpPr>
          <p:spPr>
            <a:xfrm>
              <a:off x="2085340" y="1200149"/>
              <a:ext cx="181610" cy="6350"/>
            </a:xfrm>
            <a:custGeom>
              <a:avLst/>
              <a:gdLst/>
              <a:ahLst/>
              <a:cxnLst/>
              <a:rect l="l" t="t" r="r" b="b"/>
              <a:pathLst>
                <a:path w="181610" h="6350">
                  <a:moveTo>
                    <a:pt x="180340" y="0"/>
                  </a:moveTo>
                  <a:lnTo>
                    <a:pt x="1270" y="0"/>
                  </a:lnTo>
                  <a:lnTo>
                    <a:pt x="1270" y="3810"/>
                  </a:lnTo>
                  <a:lnTo>
                    <a:pt x="0" y="3810"/>
                  </a:lnTo>
                  <a:lnTo>
                    <a:pt x="0" y="5080"/>
                  </a:lnTo>
                  <a:lnTo>
                    <a:pt x="180327" y="5080"/>
                  </a:lnTo>
                  <a:lnTo>
                    <a:pt x="180327" y="3810"/>
                  </a:lnTo>
                  <a:lnTo>
                    <a:pt x="180340" y="0"/>
                  </a:lnTo>
                  <a:close/>
                </a:path>
                <a:path w="181610" h="6350">
                  <a:moveTo>
                    <a:pt x="181610" y="5092"/>
                  </a:moveTo>
                  <a:lnTo>
                    <a:pt x="0" y="5092"/>
                  </a:lnTo>
                  <a:lnTo>
                    <a:pt x="0" y="6350"/>
                  </a:lnTo>
                  <a:lnTo>
                    <a:pt x="181610" y="6350"/>
                  </a:lnTo>
                  <a:lnTo>
                    <a:pt x="181610" y="5092"/>
                  </a:lnTo>
                  <a:close/>
                </a:path>
              </a:pathLst>
            </a:custGeom>
            <a:solidFill>
              <a:srgbClr val="1B271B"/>
            </a:solidFill>
          </p:spPr>
          <p:txBody>
            <a:bodyPr wrap="square" lIns="0" tIns="0" rIns="0" bIns="0" rtlCol="0"/>
            <a:lstStyle/>
            <a:p/>
          </p:txBody>
        </p:sp>
        <p:sp>
          <p:nvSpPr>
            <p:cNvPr id="734" name="object 734"/>
            <p:cNvSpPr/>
            <p:nvPr/>
          </p:nvSpPr>
          <p:spPr>
            <a:xfrm>
              <a:off x="2085340" y="1206499"/>
              <a:ext cx="181610" cy="7620"/>
            </a:xfrm>
            <a:custGeom>
              <a:avLst/>
              <a:gdLst/>
              <a:ahLst/>
              <a:cxnLst/>
              <a:rect l="l" t="t" r="r" b="b"/>
              <a:pathLst>
                <a:path w="181610" h="7619">
                  <a:moveTo>
                    <a:pt x="181610" y="0"/>
                  </a:moveTo>
                  <a:lnTo>
                    <a:pt x="0" y="0"/>
                  </a:lnTo>
                  <a:lnTo>
                    <a:pt x="0" y="7620"/>
                  </a:lnTo>
                  <a:lnTo>
                    <a:pt x="181610" y="7620"/>
                  </a:lnTo>
                  <a:lnTo>
                    <a:pt x="181610" y="0"/>
                  </a:lnTo>
                  <a:close/>
                </a:path>
              </a:pathLst>
            </a:custGeom>
            <a:solidFill>
              <a:srgbClr val="1D261D"/>
            </a:solidFill>
          </p:spPr>
          <p:txBody>
            <a:bodyPr wrap="square" lIns="0" tIns="0" rIns="0" bIns="0" rtlCol="0"/>
            <a:lstStyle/>
            <a:p/>
          </p:txBody>
        </p:sp>
        <p:sp>
          <p:nvSpPr>
            <p:cNvPr id="735" name="object 735"/>
            <p:cNvSpPr/>
            <p:nvPr/>
          </p:nvSpPr>
          <p:spPr>
            <a:xfrm>
              <a:off x="208407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7620"/>
                  </a:lnTo>
                  <a:lnTo>
                    <a:pt x="78727" y="7620"/>
                  </a:lnTo>
                  <a:lnTo>
                    <a:pt x="78727" y="5080"/>
                  </a:lnTo>
                  <a:lnTo>
                    <a:pt x="80010" y="5080"/>
                  </a:lnTo>
                  <a:lnTo>
                    <a:pt x="80010" y="3810"/>
                  </a:lnTo>
                  <a:lnTo>
                    <a:pt x="81280" y="3810"/>
                  </a:lnTo>
                  <a:lnTo>
                    <a:pt x="81280" y="2540"/>
                  </a:lnTo>
                  <a:lnTo>
                    <a:pt x="83820" y="2540"/>
                  </a:lnTo>
                  <a:lnTo>
                    <a:pt x="83820" y="1270"/>
                  </a:lnTo>
                  <a:lnTo>
                    <a:pt x="88900" y="1270"/>
                  </a:lnTo>
                  <a:lnTo>
                    <a:pt x="88900" y="2540"/>
                  </a:lnTo>
                  <a:lnTo>
                    <a:pt x="91440" y="2540"/>
                  </a:lnTo>
                  <a:lnTo>
                    <a:pt x="91440" y="3810"/>
                  </a:lnTo>
                  <a:lnTo>
                    <a:pt x="93980" y="3810"/>
                  </a:lnTo>
                  <a:lnTo>
                    <a:pt x="93980" y="5080"/>
                  </a:lnTo>
                  <a:lnTo>
                    <a:pt x="95250" y="5080"/>
                  </a:lnTo>
                  <a:lnTo>
                    <a:pt x="95250" y="6350"/>
                  </a:lnTo>
                  <a:lnTo>
                    <a:pt x="96520" y="6350"/>
                  </a:lnTo>
                  <a:lnTo>
                    <a:pt x="96520" y="7620"/>
                  </a:lnTo>
                  <a:lnTo>
                    <a:pt x="184150" y="7620"/>
                  </a:lnTo>
                  <a:lnTo>
                    <a:pt x="184150" y="6350"/>
                  </a:lnTo>
                  <a:lnTo>
                    <a:pt x="184150" y="5080"/>
                  </a:lnTo>
                  <a:lnTo>
                    <a:pt x="184150" y="3810"/>
                  </a:lnTo>
                  <a:lnTo>
                    <a:pt x="184150" y="2540"/>
                  </a:lnTo>
                  <a:lnTo>
                    <a:pt x="184150" y="1270"/>
                  </a:lnTo>
                  <a:lnTo>
                    <a:pt x="184150" y="0"/>
                  </a:lnTo>
                  <a:close/>
                </a:path>
              </a:pathLst>
            </a:custGeom>
            <a:solidFill>
              <a:srgbClr val="1E261E"/>
            </a:solidFill>
          </p:spPr>
          <p:txBody>
            <a:bodyPr wrap="square" lIns="0" tIns="0" rIns="0" bIns="0" rtlCol="0"/>
            <a:lstStyle/>
            <a:p/>
          </p:txBody>
        </p:sp>
        <p:sp>
          <p:nvSpPr>
            <p:cNvPr id="736" name="object 736"/>
            <p:cNvSpPr/>
            <p:nvPr/>
          </p:nvSpPr>
          <p:spPr>
            <a:xfrm>
              <a:off x="2084070" y="1221739"/>
              <a:ext cx="185420" cy="6350"/>
            </a:xfrm>
            <a:custGeom>
              <a:avLst/>
              <a:gdLst/>
              <a:ahLst/>
              <a:cxnLst/>
              <a:rect l="l" t="t" r="r" b="b"/>
              <a:pathLst>
                <a:path w="185419" h="6350">
                  <a:moveTo>
                    <a:pt x="77469" y="0"/>
                  </a:moveTo>
                  <a:lnTo>
                    <a:pt x="0" y="0"/>
                  </a:lnTo>
                  <a:lnTo>
                    <a:pt x="0" y="2539"/>
                  </a:lnTo>
                  <a:lnTo>
                    <a:pt x="77469" y="2539"/>
                  </a:lnTo>
                  <a:lnTo>
                    <a:pt x="77469" y="0"/>
                  </a:lnTo>
                  <a:close/>
                </a:path>
                <a:path w="185419" h="6350">
                  <a:moveTo>
                    <a:pt x="184150" y="0"/>
                  </a:moveTo>
                  <a:lnTo>
                    <a:pt x="97790" y="0"/>
                  </a:lnTo>
                  <a:lnTo>
                    <a:pt x="97790" y="2539"/>
                  </a:lnTo>
                  <a:lnTo>
                    <a:pt x="184150" y="2539"/>
                  </a:lnTo>
                  <a:lnTo>
                    <a:pt x="184150" y="0"/>
                  </a:lnTo>
                  <a:close/>
                </a:path>
                <a:path w="185419" h="6350">
                  <a:moveTo>
                    <a:pt x="77469" y="2666"/>
                  </a:moveTo>
                  <a:lnTo>
                    <a:pt x="0" y="2666"/>
                  </a:lnTo>
                  <a:lnTo>
                    <a:pt x="0" y="6350"/>
                  </a:lnTo>
                  <a:lnTo>
                    <a:pt x="76200" y="6350"/>
                  </a:lnTo>
                  <a:lnTo>
                    <a:pt x="76200" y="5206"/>
                  </a:lnTo>
                  <a:lnTo>
                    <a:pt x="77469" y="5206"/>
                  </a:lnTo>
                  <a:lnTo>
                    <a:pt x="77469" y="2666"/>
                  </a:lnTo>
                  <a:close/>
                </a:path>
                <a:path w="185419" h="6350">
                  <a:moveTo>
                    <a:pt x="185420" y="2666"/>
                  </a:moveTo>
                  <a:lnTo>
                    <a:pt x="99060" y="2666"/>
                  </a:lnTo>
                  <a:lnTo>
                    <a:pt x="99060" y="5206"/>
                  </a:lnTo>
                  <a:lnTo>
                    <a:pt x="100330" y="5206"/>
                  </a:lnTo>
                  <a:lnTo>
                    <a:pt x="100330" y="6350"/>
                  </a:lnTo>
                  <a:lnTo>
                    <a:pt x="185420" y="6350"/>
                  </a:lnTo>
                  <a:lnTo>
                    <a:pt x="185420" y="2666"/>
                  </a:lnTo>
                  <a:close/>
                </a:path>
              </a:pathLst>
            </a:custGeom>
            <a:solidFill>
              <a:srgbClr val="202520"/>
            </a:solidFill>
          </p:spPr>
          <p:txBody>
            <a:bodyPr wrap="square" lIns="0" tIns="0" rIns="0" bIns="0" rtlCol="0"/>
            <a:lstStyle/>
            <a:p/>
          </p:txBody>
        </p:sp>
        <p:sp>
          <p:nvSpPr>
            <p:cNvPr id="737" name="object 737"/>
            <p:cNvSpPr/>
            <p:nvPr/>
          </p:nvSpPr>
          <p:spPr>
            <a:xfrm>
              <a:off x="2084070" y="1228089"/>
              <a:ext cx="186690" cy="7620"/>
            </a:xfrm>
            <a:custGeom>
              <a:avLst/>
              <a:gdLst/>
              <a:ahLst/>
              <a:cxnLst/>
              <a:rect l="l" t="t" r="r" b="b"/>
              <a:pathLst>
                <a:path w="186689" h="7619">
                  <a:moveTo>
                    <a:pt x="74930" y="5206"/>
                  </a:moveTo>
                  <a:lnTo>
                    <a:pt x="0" y="5206"/>
                  </a:lnTo>
                  <a:lnTo>
                    <a:pt x="0" y="7620"/>
                  </a:lnTo>
                  <a:lnTo>
                    <a:pt x="74930" y="7620"/>
                  </a:lnTo>
                  <a:lnTo>
                    <a:pt x="74930" y="5206"/>
                  </a:lnTo>
                  <a:close/>
                </a:path>
                <a:path w="186689" h="7619">
                  <a:moveTo>
                    <a:pt x="76200" y="0"/>
                  </a:moveTo>
                  <a:lnTo>
                    <a:pt x="0" y="0"/>
                  </a:lnTo>
                  <a:lnTo>
                    <a:pt x="0" y="5079"/>
                  </a:lnTo>
                  <a:lnTo>
                    <a:pt x="74930" y="5079"/>
                  </a:lnTo>
                  <a:lnTo>
                    <a:pt x="76200" y="5206"/>
                  </a:lnTo>
                  <a:lnTo>
                    <a:pt x="76200" y="0"/>
                  </a:lnTo>
                  <a:close/>
                </a:path>
                <a:path w="186689" h="7619">
                  <a:moveTo>
                    <a:pt x="185419" y="5206"/>
                  </a:moveTo>
                  <a:lnTo>
                    <a:pt x="101600" y="5206"/>
                  </a:lnTo>
                  <a:lnTo>
                    <a:pt x="101600" y="7620"/>
                  </a:lnTo>
                  <a:lnTo>
                    <a:pt x="186689" y="7620"/>
                  </a:lnTo>
                  <a:lnTo>
                    <a:pt x="186689" y="6476"/>
                  </a:lnTo>
                  <a:lnTo>
                    <a:pt x="185419" y="6476"/>
                  </a:lnTo>
                  <a:lnTo>
                    <a:pt x="185419" y="5206"/>
                  </a:lnTo>
                  <a:close/>
                </a:path>
                <a:path w="186689" h="7619">
                  <a:moveTo>
                    <a:pt x="185419" y="0"/>
                  </a:moveTo>
                  <a:lnTo>
                    <a:pt x="100330" y="0"/>
                  </a:lnTo>
                  <a:lnTo>
                    <a:pt x="100330" y="1397"/>
                  </a:lnTo>
                  <a:lnTo>
                    <a:pt x="101600" y="1397"/>
                  </a:lnTo>
                  <a:lnTo>
                    <a:pt x="101600" y="5079"/>
                  </a:lnTo>
                  <a:lnTo>
                    <a:pt x="185419" y="5079"/>
                  </a:lnTo>
                  <a:lnTo>
                    <a:pt x="185419" y="0"/>
                  </a:lnTo>
                  <a:close/>
                </a:path>
              </a:pathLst>
            </a:custGeom>
            <a:solidFill>
              <a:srgbClr val="212521"/>
            </a:solidFill>
          </p:spPr>
          <p:txBody>
            <a:bodyPr wrap="square" lIns="0" tIns="0" rIns="0" bIns="0" rtlCol="0"/>
            <a:lstStyle/>
            <a:p/>
          </p:txBody>
        </p:sp>
        <p:sp>
          <p:nvSpPr>
            <p:cNvPr id="738" name="object 738"/>
            <p:cNvSpPr/>
            <p:nvPr/>
          </p:nvSpPr>
          <p:spPr>
            <a:xfrm>
              <a:off x="2084070" y="1235709"/>
              <a:ext cx="186690" cy="7620"/>
            </a:xfrm>
            <a:custGeom>
              <a:avLst/>
              <a:gdLst/>
              <a:ahLst/>
              <a:cxnLst/>
              <a:rect l="l" t="t" r="r" b="b"/>
              <a:pathLst>
                <a:path w="186689" h="7619">
                  <a:moveTo>
                    <a:pt x="74930" y="0"/>
                  </a:moveTo>
                  <a:lnTo>
                    <a:pt x="0" y="0"/>
                  </a:lnTo>
                  <a:lnTo>
                    <a:pt x="0" y="7619"/>
                  </a:lnTo>
                  <a:lnTo>
                    <a:pt x="76200" y="7619"/>
                  </a:lnTo>
                  <a:lnTo>
                    <a:pt x="76200" y="5206"/>
                  </a:lnTo>
                  <a:lnTo>
                    <a:pt x="74930" y="5206"/>
                  </a:lnTo>
                  <a:lnTo>
                    <a:pt x="74930" y="0"/>
                  </a:lnTo>
                  <a:close/>
                </a:path>
                <a:path w="186689" h="7619">
                  <a:moveTo>
                    <a:pt x="186689" y="0"/>
                  </a:moveTo>
                  <a:lnTo>
                    <a:pt x="101600" y="0"/>
                  </a:lnTo>
                  <a:lnTo>
                    <a:pt x="102869" y="126"/>
                  </a:lnTo>
                  <a:lnTo>
                    <a:pt x="102869" y="5206"/>
                  </a:lnTo>
                  <a:lnTo>
                    <a:pt x="104140" y="5206"/>
                  </a:lnTo>
                  <a:lnTo>
                    <a:pt x="104140" y="7619"/>
                  </a:lnTo>
                  <a:lnTo>
                    <a:pt x="186690" y="7619"/>
                  </a:lnTo>
                  <a:lnTo>
                    <a:pt x="186689" y="0"/>
                  </a:lnTo>
                  <a:close/>
                </a:path>
              </a:pathLst>
            </a:custGeom>
            <a:solidFill>
              <a:srgbClr val="222422"/>
            </a:solidFill>
          </p:spPr>
          <p:txBody>
            <a:bodyPr wrap="square" lIns="0" tIns="0" rIns="0" bIns="0" rtlCol="0"/>
            <a:lstStyle/>
            <a:p/>
          </p:txBody>
        </p:sp>
        <p:sp>
          <p:nvSpPr>
            <p:cNvPr id="739" name="object 739"/>
            <p:cNvSpPr/>
            <p:nvPr/>
          </p:nvSpPr>
          <p:spPr>
            <a:xfrm>
              <a:off x="2082800" y="1243329"/>
              <a:ext cx="189230" cy="6350"/>
            </a:xfrm>
            <a:custGeom>
              <a:avLst/>
              <a:gdLst/>
              <a:ahLst/>
              <a:cxnLst/>
              <a:rect l="l" t="t" r="r" b="b"/>
              <a:pathLst>
                <a:path w="189230" h="6350">
                  <a:moveTo>
                    <a:pt x="189230" y="5207"/>
                  </a:moveTo>
                  <a:lnTo>
                    <a:pt x="105410" y="5207"/>
                  </a:lnTo>
                  <a:lnTo>
                    <a:pt x="105410" y="6350"/>
                  </a:lnTo>
                  <a:lnTo>
                    <a:pt x="189230" y="6350"/>
                  </a:lnTo>
                  <a:lnTo>
                    <a:pt x="189230" y="5207"/>
                  </a:lnTo>
                  <a:close/>
                </a:path>
                <a:path w="189230" h="6350">
                  <a:moveTo>
                    <a:pt x="78739" y="5079"/>
                  </a:moveTo>
                  <a:lnTo>
                    <a:pt x="77469" y="5079"/>
                  </a:lnTo>
                  <a:lnTo>
                    <a:pt x="77469" y="5207"/>
                  </a:lnTo>
                  <a:lnTo>
                    <a:pt x="0" y="5207"/>
                  </a:lnTo>
                  <a:lnTo>
                    <a:pt x="0" y="6350"/>
                  </a:lnTo>
                  <a:lnTo>
                    <a:pt x="78739" y="6350"/>
                  </a:lnTo>
                  <a:lnTo>
                    <a:pt x="78739" y="5079"/>
                  </a:lnTo>
                  <a:close/>
                </a:path>
                <a:path w="189230" h="6350">
                  <a:moveTo>
                    <a:pt x="77469" y="0"/>
                  </a:moveTo>
                  <a:lnTo>
                    <a:pt x="1269" y="0"/>
                  </a:lnTo>
                  <a:lnTo>
                    <a:pt x="1269" y="3937"/>
                  </a:lnTo>
                  <a:lnTo>
                    <a:pt x="0" y="3937"/>
                  </a:lnTo>
                  <a:lnTo>
                    <a:pt x="0" y="5079"/>
                  </a:lnTo>
                  <a:lnTo>
                    <a:pt x="77469" y="5079"/>
                  </a:lnTo>
                  <a:lnTo>
                    <a:pt x="77469" y="0"/>
                  </a:lnTo>
                  <a:close/>
                </a:path>
                <a:path w="189230" h="6350">
                  <a:moveTo>
                    <a:pt x="187960" y="0"/>
                  </a:moveTo>
                  <a:lnTo>
                    <a:pt x="105410" y="0"/>
                  </a:lnTo>
                  <a:lnTo>
                    <a:pt x="105410" y="5079"/>
                  </a:lnTo>
                  <a:lnTo>
                    <a:pt x="189230" y="5079"/>
                  </a:lnTo>
                  <a:lnTo>
                    <a:pt x="189230" y="1397"/>
                  </a:lnTo>
                  <a:lnTo>
                    <a:pt x="187960" y="1397"/>
                  </a:lnTo>
                  <a:lnTo>
                    <a:pt x="187960" y="0"/>
                  </a:lnTo>
                  <a:close/>
                </a:path>
              </a:pathLst>
            </a:custGeom>
            <a:solidFill>
              <a:srgbClr val="242424"/>
            </a:solidFill>
          </p:spPr>
          <p:txBody>
            <a:bodyPr wrap="square" lIns="0" tIns="0" rIns="0" bIns="0" rtlCol="0"/>
            <a:lstStyle/>
            <a:p/>
          </p:txBody>
        </p:sp>
        <p:sp>
          <p:nvSpPr>
            <p:cNvPr id="740" name="object 740"/>
            <p:cNvSpPr/>
            <p:nvPr/>
          </p:nvSpPr>
          <p:spPr>
            <a:xfrm>
              <a:off x="2082800" y="1249679"/>
              <a:ext cx="186690" cy="7620"/>
            </a:xfrm>
            <a:custGeom>
              <a:avLst/>
              <a:gdLst/>
              <a:ahLst/>
              <a:cxnLst/>
              <a:rect l="l" t="t" r="r" b="b"/>
              <a:pathLst>
                <a:path w="186689" h="7619">
                  <a:moveTo>
                    <a:pt x="170180" y="5207"/>
                  </a:moveTo>
                  <a:lnTo>
                    <a:pt x="106680" y="5207"/>
                  </a:lnTo>
                  <a:lnTo>
                    <a:pt x="106680" y="7620"/>
                  </a:lnTo>
                  <a:lnTo>
                    <a:pt x="166369" y="7620"/>
                  </a:lnTo>
                  <a:lnTo>
                    <a:pt x="166369" y="6350"/>
                  </a:lnTo>
                  <a:lnTo>
                    <a:pt x="170180" y="6350"/>
                  </a:lnTo>
                  <a:lnTo>
                    <a:pt x="170180" y="5207"/>
                  </a:lnTo>
                  <a:close/>
                </a:path>
                <a:path w="186689" h="7619">
                  <a:moveTo>
                    <a:pt x="173990" y="3937"/>
                  </a:moveTo>
                  <a:lnTo>
                    <a:pt x="106680" y="3937"/>
                  </a:lnTo>
                  <a:lnTo>
                    <a:pt x="106680" y="5079"/>
                  </a:lnTo>
                  <a:lnTo>
                    <a:pt x="170180" y="5079"/>
                  </a:lnTo>
                  <a:lnTo>
                    <a:pt x="170180" y="5207"/>
                  </a:lnTo>
                  <a:lnTo>
                    <a:pt x="173990" y="5207"/>
                  </a:lnTo>
                  <a:lnTo>
                    <a:pt x="173990" y="3937"/>
                  </a:lnTo>
                  <a:close/>
                </a:path>
                <a:path w="186689" h="7619">
                  <a:moveTo>
                    <a:pt x="179070" y="2666"/>
                  </a:moveTo>
                  <a:lnTo>
                    <a:pt x="105410" y="2666"/>
                  </a:lnTo>
                  <a:lnTo>
                    <a:pt x="105410" y="3937"/>
                  </a:lnTo>
                  <a:lnTo>
                    <a:pt x="179070" y="3937"/>
                  </a:lnTo>
                  <a:lnTo>
                    <a:pt x="179070" y="2666"/>
                  </a:lnTo>
                  <a:close/>
                </a:path>
                <a:path w="186689" h="7619">
                  <a:moveTo>
                    <a:pt x="186690" y="0"/>
                  </a:moveTo>
                  <a:lnTo>
                    <a:pt x="105410" y="0"/>
                  </a:lnTo>
                  <a:lnTo>
                    <a:pt x="105410" y="2539"/>
                  </a:lnTo>
                  <a:lnTo>
                    <a:pt x="179070" y="2539"/>
                  </a:lnTo>
                  <a:lnTo>
                    <a:pt x="182880" y="2666"/>
                  </a:lnTo>
                  <a:lnTo>
                    <a:pt x="182880" y="1397"/>
                  </a:lnTo>
                  <a:lnTo>
                    <a:pt x="186690" y="1397"/>
                  </a:lnTo>
                  <a:lnTo>
                    <a:pt x="186690" y="0"/>
                  </a:lnTo>
                  <a:close/>
                </a:path>
                <a:path w="186689" h="7619">
                  <a:moveTo>
                    <a:pt x="85089" y="5079"/>
                  </a:moveTo>
                  <a:lnTo>
                    <a:pt x="82550" y="5079"/>
                  </a:lnTo>
                  <a:lnTo>
                    <a:pt x="82550" y="5207"/>
                  </a:lnTo>
                  <a:lnTo>
                    <a:pt x="0" y="5207"/>
                  </a:lnTo>
                  <a:lnTo>
                    <a:pt x="0" y="7620"/>
                  </a:lnTo>
                  <a:lnTo>
                    <a:pt x="86360" y="7620"/>
                  </a:lnTo>
                  <a:lnTo>
                    <a:pt x="86360" y="6350"/>
                  </a:lnTo>
                  <a:lnTo>
                    <a:pt x="85089" y="6350"/>
                  </a:lnTo>
                  <a:lnTo>
                    <a:pt x="85089" y="5079"/>
                  </a:lnTo>
                  <a:close/>
                </a:path>
                <a:path w="186689" h="7619">
                  <a:moveTo>
                    <a:pt x="81280" y="2539"/>
                  </a:moveTo>
                  <a:lnTo>
                    <a:pt x="80010" y="2539"/>
                  </a:lnTo>
                  <a:lnTo>
                    <a:pt x="0" y="2666"/>
                  </a:lnTo>
                  <a:lnTo>
                    <a:pt x="0" y="5079"/>
                  </a:lnTo>
                  <a:lnTo>
                    <a:pt x="82550" y="5079"/>
                  </a:lnTo>
                  <a:lnTo>
                    <a:pt x="82550" y="3937"/>
                  </a:lnTo>
                  <a:lnTo>
                    <a:pt x="81280" y="3937"/>
                  </a:lnTo>
                  <a:lnTo>
                    <a:pt x="81280" y="2539"/>
                  </a:lnTo>
                  <a:close/>
                </a:path>
                <a:path w="186689" h="7619">
                  <a:moveTo>
                    <a:pt x="78739" y="0"/>
                  </a:moveTo>
                  <a:lnTo>
                    <a:pt x="0" y="0"/>
                  </a:lnTo>
                  <a:lnTo>
                    <a:pt x="0" y="2539"/>
                  </a:lnTo>
                  <a:lnTo>
                    <a:pt x="80010" y="2539"/>
                  </a:lnTo>
                  <a:lnTo>
                    <a:pt x="80010" y="1397"/>
                  </a:lnTo>
                  <a:lnTo>
                    <a:pt x="78739" y="1397"/>
                  </a:lnTo>
                  <a:lnTo>
                    <a:pt x="78739" y="0"/>
                  </a:lnTo>
                  <a:close/>
                </a:path>
              </a:pathLst>
            </a:custGeom>
            <a:solidFill>
              <a:srgbClr val="252325"/>
            </a:solidFill>
          </p:spPr>
          <p:txBody>
            <a:bodyPr wrap="square" lIns="0" tIns="0" rIns="0" bIns="0" rtlCol="0"/>
            <a:lstStyle/>
            <a:p/>
          </p:txBody>
        </p:sp>
        <p:sp>
          <p:nvSpPr>
            <p:cNvPr id="741" name="object 741"/>
            <p:cNvSpPr/>
            <p:nvPr/>
          </p:nvSpPr>
          <p:spPr>
            <a:xfrm>
              <a:off x="2082800" y="1257299"/>
              <a:ext cx="162560" cy="7620"/>
            </a:xfrm>
            <a:custGeom>
              <a:avLst/>
              <a:gdLst/>
              <a:ahLst/>
              <a:cxnLst/>
              <a:rect l="l" t="t" r="r" b="b"/>
              <a:pathLst>
                <a:path w="162560"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60"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272227"/>
            </a:solidFill>
          </p:spPr>
          <p:txBody>
            <a:bodyPr wrap="square" lIns="0" tIns="0" rIns="0" bIns="0" rtlCol="0"/>
            <a:lstStyle/>
            <a:p/>
          </p:txBody>
        </p:sp>
        <p:sp>
          <p:nvSpPr>
            <p:cNvPr id="742" name="object 742"/>
            <p:cNvSpPr/>
            <p:nvPr/>
          </p:nvSpPr>
          <p:spPr>
            <a:xfrm>
              <a:off x="2082800" y="1264919"/>
              <a:ext cx="142240" cy="6350"/>
            </a:xfrm>
            <a:custGeom>
              <a:avLst/>
              <a:gdLst/>
              <a:ahLst/>
              <a:cxnLst/>
              <a:rect l="l" t="t" r="r" b="b"/>
              <a:pathLst>
                <a:path w="142239"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7000" y="5207"/>
                  </a:lnTo>
                  <a:lnTo>
                    <a:pt x="127000" y="3810"/>
                  </a:lnTo>
                  <a:lnTo>
                    <a:pt x="130810" y="3810"/>
                  </a:lnTo>
                  <a:lnTo>
                    <a:pt x="130810" y="2540"/>
                  </a:lnTo>
                  <a:lnTo>
                    <a:pt x="134620" y="2540"/>
                  </a:lnTo>
                  <a:lnTo>
                    <a:pt x="134620" y="1397"/>
                  </a:lnTo>
                  <a:lnTo>
                    <a:pt x="138430" y="1397"/>
                  </a:lnTo>
                  <a:lnTo>
                    <a:pt x="138430" y="127"/>
                  </a:lnTo>
                  <a:close/>
                </a:path>
                <a:path w="142239" h="6350">
                  <a:moveTo>
                    <a:pt x="142240" y="0"/>
                  </a:moveTo>
                  <a:lnTo>
                    <a:pt x="138430" y="0"/>
                  </a:lnTo>
                  <a:lnTo>
                    <a:pt x="138430" y="127"/>
                  </a:lnTo>
                  <a:lnTo>
                    <a:pt x="142240" y="127"/>
                  </a:lnTo>
                  <a:lnTo>
                    <a:pt x="142240" y="0"/>
                  </a:lnTo>
                  <a:close/>
                </a:path>
              </a:pathLst>
            </a:custGeom>
            <a:solidFill>
              <a:srgbClr val="282228"/>
            </a:solidFill>
          </p:spPr>
          <p:txBody>
            <a:bodyPr wrap="square" lIns="0" tIns="0" rIns="0" bIns="0" rtlCol="0"/>
            <a:lstStyle/>
            <a:p/>
          </p:txBody>
        </p:sp>
        <p:sp>
          <p:nvSpPr>
            <p:cNvPr id="743" name="object 743"/>
            <p:cNvSpPr/>
            <p:nvPr/>
          </p:nvSpPr>
          <p:spPr>
            <a:xfrm>
              <a:off x="2082800" y="1271269"/>
              <a:ext cx="128270" cy="7620"/>
            </a:xfrm>
            <a:custGeom>
              <a:avLst/>
              <a:gdLst/>
              <a:ahLst/>
              <a:cxnLst/>
              <a:rect l="l" t="t" r="r" b="b"/>
              <a:pathLst>
                <a:path w="128269" h="7619">
                  <a:moveTo>
                    <a:pt x="116840" y="0"/>
                  </a:moveTo>
                  <a:lnTo>
                    <a:pt x="114300" y="0"/>
                  </a:lnTo>
                  <a:lnTo>
                    <a:pt x="114300" y="127"/>
                  </a:lnTo>
                  <a:lnTo>
                    <a:pt x="116840" y="127"/>
                  </a:lnTo>
                  <a:lnTo>
                    <a:pt x="116840" y="0"/>
                  </a:lnTo>
                  <a:close/>
                </a:path>
                <a:path w="128269" h="7619">
                  <a:moveTo>
                    <a:pt x="123190" y="0"/>
                  </a:moveTo>
                  <a:lnTo>
                    <a:pt x="119367" y="0"/>
                  </a:lnTo>
                  <a:lnTo>
                    <a:pt x="119367" y="127"/>
                  </a:lnTo>
                  <a:lnTo>
                    <a:pt x="123190" y="127"/>
                  </a:lnTo>
                  <a:lnTo>
                    <a:pt x="123190" y="0"/>
                  </a:lnTo>
                  <a:close/>
                </a:path>
                <a:path w="128269" h="7619">
                  <a:moveTo>
                    <a:pt x="124460" y="3810"/>
                  </a:moveTo>
                  <a:lnTo>
                    <a:pt x="123190" y="3810"/>
                  </a:lnTo>
                  <a:lnTo>
                    <a:pt x="123190" y="2540"/>
                  </a:lnTo>
                  <a:lnTo>
                    <a:pt x="120650" y="2540"/>
                  </a:lnTo>
                  <a:lnTo>
                    <a:pt x="120650" y="1397"/>
                  </a:lnTo>
                  <a:lnTo>
                    <a:pt x="119367" y="1397"/>
                  </a:lnTo>
                  <a:lnTo>
                    <a:pt x="119367"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69"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2A212A"/>
            </a:solidFill>
          </p:spPr>
          <p:txBody>
            <a:bodyPr wrap="square" lIns="0" tIns="0" rIns="0" bIns="0" rtlCol="0"/>
            <a:lstStyle/>
            <a:p/>
          </p:txBody>
        </p:sp>
        <p:sp>
          <p:nvSpPr>
            <p:cNvPr id="744" name="object 744"/>
            <p:cNvSpPr/>
            <p:nvPr/>
          </p:nvSpPr>
          <p:spPr>
            <a:xfrm>
              <a:off x="2084070" y="1278889"/>
              <a:ext cx="138430" cy="7620"/>
            </a:xfrm>
            <a:custGeom>
              <a:avLst/>
              <a:gdLst/>
              <a:ahLst/>
              <a:cxnLst/>
              <a:rect l="l" t="t" r="r" b="b"/>
              <a:pathLst>
                <a:path w="138430"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27" y="1270"/>
                  </a:lnTo>
                  <a:lnTo>
                    <a:pt x="129527"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2B212B"/>
            </a:solidFill>
          </p:spPr>
          <p:txBody>
            <a:bodyPr wrap="square" lIns="0" tIns="0" rIns="0" bIns="0" rtlCol="0"/>
            <a:lstStyle/>
            <a:p/>
          </p:txBody>
        </p:sp>
        <p:sp>
          <p:nvSpPr>
            <p:cNvPr id="745" name="object 745"/>
            <p:cNvSpPr/>
            <p:nvPr/>
          </p:nvSpPr>
          <p:spPr>
            <a:xfrm>
              <a:off x="2084070" y="1286509"/>
              <a:ext cx="144780" cy="6350"/>
            </a:xfrm>
            <a:custGeom>
              <a:avLst/>
              <a:gdLst/>
              <a:ahLst/>
              <a:cxnLst/>
              <a:rect l="l" t="t" r="r" b="b"/>
              <a:pathLst>
                <a:path w="144780" h="6350">
                  <a:moveTo>
                    <a:pt x="144780" y="5080"/>
                  </a:moveTo>
                  <a:lnTo>
                    <a:pt x="143510" y="5080"/>
                  </a:lnTo>
                  <a:lnTo>
                    <a:pt x="143510" y="3810"/>
                  </a:lnTo>
                  <a:lnTo>
                    <a:pt x="142227" y="3810"/>
                  </a:lnTo>
                  <a:lnTo>
                    <a:pt x="142227" y="2540"/>
                  </a:lnTo>
                  <a:lnTo>
                    <a:pt x="140970" y="2540"/>
                  </a:lnTo>
                  <a:lnTo>
                    <a:pt x="140970" y="1270"/>
                  </a:lnTo>
                  <a:lnTo>
                    <a:pt x="139700" y="1270"/>
                  </a:lnTo>
                  <a:lnTo>
                    <a:pt x="139700" y="0"/>
                  </a:lnTo>
                  <a:lnTo>
                    <a:pt x="0" y="0"/>
                  </a:lnTo>
                  <a:lnTo>
                    <a:pt x="0" y="6350"/>
                  </a:lnTo>
                  <a:lnTo>
                    <a:pt x="144780" y="6350"/>
                  </a:lnTo>
                  <a:lnTo>
                    <a:pt x="144780" y="5080"/>
                  </a:lnTo>
                  <a:close/>
                </a:path>
              </a:pathLst>
            </a:custGeom>
            <a:solidFill>
              <a:srgbClr val="2D202D"/>
            </a:solidFill>
          </p:spPr>
          <p:txBody>
            <a:bodyPr wrap="square" lIns="0" tIns="0" rIns="0" bIns="0" rtlCol="0"/>
            <a:lstStyle/>
            <a:p/>
          </p:txBody>
        </p:sp>
        <p:sp>
          <p:nvSpPr>
            <p:cNvPr id="746" name="object 746"/>
            <p:cNvSpPr/>
            <p:nvPr/>
          </p:nvSpPr>
          <p:spPr>
            <a:xfrm>
              <a:off x="2084070" y="1292859"/>
              <a:ext cx="151130" cy="7620"/>
            </a:xfrm>
            <a:custGeom>
              <a:avLst/>
              <a:gdLst/>
              <a:ahLst/>
              <a:cxnLst/>
              <a:rect l="l" t="t" r="r" b="b"/>
              <a:pathLst>
                <a:path w="151130" h="7619">
                  <a:moveTo>
                    <a:pt x="151130" y="5080"/>
                  </a:moveTo>
                  <a:lnTo>
                    <a:pt x="149860" y="5080"/>
                  </a:lnTo>
                  <a:lnTo>
                    <a:pt x="149860" y="3810"/>
                  </a:lnTo>
                  <a:lnTo>
                    <a:pt x="148577" y="3810"/>
                  </a:lnTo>
                  <a:lnTo>
                    <a:pt x="148577" y="2540"/>
                  </a:lnTo>
                  <a:lnTo>
                    <a:pt x="147320" y="2540"/>
                  </a:lnTo>
                  <a:lnTo>
                    <a:pt x="147320" y="1270"/>
                  </a:lnTo>
                  <a:lnTo>
                    <a:pt x="146050" y="1270"/>
                  </a:lnTo>
                  <a:lnTo>
                    <a:pt x="146050" y="0"/>
                  </a:lnTo>
                  <a:lnTo>
                    <a:pt x="0" y="0"/>
                  </a:lnTo>
                  <a:lnTo>
                    <a:pt x="0" y="7620"/>
                  </a:lnTo>
                  <a:lnTo>
                    <a:pt x="151130" y="7620"/>
                  </a:lnTo>
                  <a:lnTo>
                    <a:pt x="151130" y="5080"/>
                  </a:lnTo>
                  <a:close/>
                </a:path>
              </a:pathLst>
            </a:custGeom>
            <a:solidFill>
              <a:srgbClr val="2E202E"/>
            </a:solidFill>
          </p:spPr>
          <p:txBody>
            <a:bodyPr wrap="square" lIns="0" tIns="0" rIns="0" bIns="0" rtlCol="0"/>
            <a:lstStyle/>
            <a:p/>
          </p:txBody>
        </p:sp>
        <p:sp>
          <p:nvSpPr>
            <p:cNvPr id="747" name="object 747"/>
            <p:cNvSpPr/>
            <p:nvPr/>
          </p:nvSpPr>
          <p:spPr>
            <a:xfrm>
              <a:off x="2084070" y="1300479"/>
              <a:ext cx="157480" cy="7620"/>
            </a:xfrm>
            <a:custGeom>
              <a:avLst/>
              <a:gdLst/>
              <a:ahLst/>
              <a:cxnLst/>
              <a:rect l="l" t="t" r="r" b="b"/>
              <a:pathLst>
                <a:path w="157480" h="7619">
                  <a:moveTo>
                    <a:pt x="157480" y="6350"/>
                  </a:moveTo>
                  <a:lnTo>
                    <a:pt x="156197" y="6350"/>
                  </a:lnTo>
                  <a:lnTo>
                    <a:pt x="156197" y="3810"/>
                  </a:lnTo>
                  <a:lnTo>
                    <a:pt x="154927" y="3810"/>
                  </a:lnTo>
                  <a:lnTo>
                    <a:pt x="154927" y="2540"/>
                  </a:lnTo>
                  <a:lnTo>
                    <a:pt x="153670" y="2540"/>
                  </a:lnTo>
                  <a:lnTo>
                    <a:pt x="153670" y="1270"/>
                  </a:lnTo>
                  <a:lnTo>
                    <a:pt x="152400" y="1270"/>
                  </a:lnTo>
                  <a:lnTo>
                    <a:pt x="152400" y="0"/>
                  </a:lnTo>
                  <a:lnTo>
                    <a:pt x="0" y="0"/>
                  </a:lnTo>
                  <a:lnTo>
                    <a:pt x="0" y="1270"/>
                  </a:lnTo>
                  <a:lnTo>
                    <a:pt x="0" y="2540"/>
                  </a:lnTo>
                  <a:lnTo>
                    <a:pt x="1270" y="2540"/>
                  </a:lnTo>
                  <a:lnTo>
                    <a:pt x="1270" y="3810"/>
                  </a:lnTo>
                  <a:lnTo>
                    <a:pt x="1270" y="6350"/>
                  </a:lnTo>
                  <a:lnTo>
                    <a:pt x="1270" y="7620"/>
                  </a:lnTo>
                  <a:lnTo>
                    <a:pt x="157480" y="7620"/>
                  </a:lnTo>
                  <a:lnTo>
                    <a:pt x="157480" y="6350"/>
                  </a:lnTo>
                  <a:close/>
                </a:path>
              </a:pathLst>
            </a:custGeom>
            <a:solidFill>
              <a:srgbClr val="2F1F2F"/>
            </a:solidFill>
          </p:spPr>
          <p:txBody>
            <a:bodyPr wrap="square" lIns="0" tIns="0" rIns="0" bIns="0" rtlCol="0"/>
            <a:lstStyle/>
            <a:p/>
          </p:txBody>
        </p:sp>
        <p:sp>
          <p:nvSpPr>
            <p:cNvPr id="748" name="object 748"/>
            <p:cNvSpPr/>
            <p:nvPr/>
          </p:nvSpPr>
          <p:spPr>
            <a:xfrm>
              <a:off x="2085340" y="1308099"/>
              <a:ext cx="160020" cy="6350"/>
            </a:xfrm>
            <a:custGeom>
              <a:avLst/>
              <a:gdLst/>
              <a:ahLst/>
              <a:cxnLst/>
              <a:rect l="l" t="t" r="r" b="b"/>
              <a:pathLst>
                <a:path w="160019" h="6350">
                  <a:moveTo>
                    <a:pt x="160007" y="3810"/>
                  </a:moveTo>
                  <a:lnTo>
                    <a:pt x="158750" y="3810"/>
                  </a:lnTo>
                  <a:lnTo>
                    <a:pt x="158750" y="1270"/>
                  </a:lnTo>
                  <a:lnTo>
                    <a:pt x="157480" y="1270"/>
                  </a:lnTo>
                  <a:lnTo>
                    <a:pt x="157480" y="0"/>
                  </a:lnTo>
                  <a:lnTo>
                    <a:pt x="0" y="0"/>
                  </a:lnTo>
                  <a:lnTo>
                    <a:pt x="0" y="1270"/>
                  </a:lnTo>
                  <a:lnTo>
                    <a:pt x="0" y="3810"/>
                  </a:lnTo>
                  <a:lnTo>
                    <a:pt x="0" y="6350"/>
                  </a:lnTo>
                  <a:lnTo>
                    <a:pt x="160007" y="6350"/>
                  </a:lnTo>
                  <a:lnTo>
                    <a:pt x="160007" y="3810"/>
                  </a:lnTo>
                  <a:close/>
                </a:path>
              </a:pathLst>
            </a:custGeom>
            <a:solidFill>
              <a:srgbClr val="311E31"/>
            </a:solidFill>
          </p:spPr>
          <p:txBody>
            <a:bodyPr wrap="square" lIns="0" tIns="0" rIns="0" bIns="0" rtlCol="0"/>
            <a:lstStyle/>
            <a:p/>
          </p:txBody>
        </p:sp>
        <p:sp>
          <p:nvSpPr>
            <p:cNvPr id="749" name="object 749"/>
            <p:cNvSpPr/>
            <p:nvPr/>
          </p:nvSpPr>
          <p:spPr>
            <a:xfrm>
              <a:off x="2085340" y="1314449"/>
              <a:ext cx="165100" cy="7620"/>
            </a:xfrm>
            <a:custGeom>
              <a:avLst/>
              <a:gdLst/>
              <a:ahLst/>
              <a:cxnLst/>
              <a:rect l="l" t="t" r="r" b="b"/>
              <a:pathLst>
                <a:path w="165100" h="7619">
                  <a:moveTo>
                    <a:pt x="165100" y="6350"/>
                  </a:moveTo>
                  <a:lnTo>
                    <a:pt x="163830" y="6350"/>
                  </a:lnTo>
                  <a:lnTo>
                    <a:pt x="163830" y="3810"/>
                  </a:lnTo>
                  <a:lnTo>
                    <a:pt x="162560" y="3810"/>
                  </a:lnTo>
                  <a:lnTo>
                    <a:pt x="162560" y="2540"/>
                  </a:lnTo>
                  <a:lnTo>
                    <a:pt x="162560" y="1270"/>
                  </a:lnTo>
                  <a:lnTo>
                    <a:pt x="161277" y="1270"/>
                  </a:lnTo>
                  <a:lnTo>
                    <a:pt x="161277"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331E33"/>
            </a:solidFill>
          </p:spPr>
          <p:txBody>
            <a:bodyPr wrap="square" lIns="0" tIns="0" rIns="0" bIns="0" rtlCol="0"/>
            <a:lstStyle/>
            <a:p/>
          </p:txBody>
        </p:sp>
        <p:sp>
          <p:nvSpPr>
            <p:cNvPr id="750" name="object 750"/>
            <p:cNvSpPr/>
            <p:nvPr/>
          </p:nvSpPr>
          <p:spPr>
            <a:xfrm>
              <a:off x="2086610" y="1322069"/>
              <a:ext cx="166370" cy="7620"/>
            </a:xfrm>
            <a:custGeom>
              <a:avLst/>
              <a:gdLst/>
              <a:ahLst/>
              <a:cxnLst/>
              <a:rect l="l" t="t" r="r" b="b"/>
              <a:pathLst>
                <a:path w="166369" h="7619">
                  <a:moveTo>
                    <a:pt x="166370" y="5080"/>
                  </a:moveTo>
                  <a:lnTo>
                    <a:pt x="165100" y="5080"/>
                  </a:lnTo>
                  <a:lnTo>
                    <a:pt x="165100" y="3810"/>
                  </a:lnTo>
                  <a:lnTo>
                    <a:pt x="165100" y="2540"/>
                  </a:lnTo>
                  <a:lnTo>
                    <a:pt x="163830" y="2540"/>
                  </a:lnTo>
                  <a:lnTo>
                    <a:pt x="163830" y="0"/>
                  </a:lnTo>
                  <a:lnTo>
                    <a:pt x="0" y="0"/>
                  </a:lnTo>
                  <a:lnTo>
                    <a:pt x="0" y="2540"/>
                  </a:lnTo>
                  <a:lnTo>
                    <a:pt x="0" y="3810"/>
                  </a:lnTo>
                  <a:lnTo>
                    <a:pt x="1270" y="3810"/>
                  </a:lnTo>
                  <a:lnTo>
                    <a:pt x="1270" y="5080"/>
                  </a:lnTo>
                  <a:lnTo>
                    <a:pt x="1270" y="7620"/>
                  </a:lnTo>
                  <a:lnTo>
                    <a:pt x="166370" y="7620"/>
                  </a:lnTo>
                  <a:lnTo>
                    <a:pt x="166370" y="5080"/>
                  </a:lnTo>
                  <a:close/>
                </a:path>
              </a:pathLst>
            </a:custGeom>
            <a:solidFill>
              <a:srgbClr val="341D34"/>
            </a:solidFill>
          </p:spPr>
          <p:txBody>
            <a:bodyPr wrap="square" lIns="0" tIns="0" rIns="0" bIns="0" rtlCol="0"/>
            <a:lstStyle/>
            <a:p/>
          </p:txBody>
        </p:sp>
        <p:sp>
          <p:nvSpPr>
            <p:cNvPr id="751" name="object 751"/>
            <p:cNvSpPr/>
            <p:nvPr/>
          </p:nvSpPr>
          <p:spPr>
            <a:xfrm>
              <a:off x="2087880" y="1329689"/>
              <a:ext cx="167640" cy="7620"/>
            </a:xfrm>
            <a:custGeom>
              <a:avLst/>
              <a:gdLst/>
              <a:ahLst/>
              <a:cxnLst/>
              <a:rect l="l" t="t" r="r" b="b"/>
              <a:pathLst>
                <a:path w="167639" h="7619">
                  <a:moveTo>
                    <a:pt x="167640" y="3810"/>
                  </a:moveTo>
                  <a:lnTo>
                    <a:pt x="166370" y="3810"/>
                  </a:lnTo>
                  <a:lnTo>
                    <a:pt x="166370" y="2540"/>
                  </a:lnTo>
                  <a:lnTo>
                    <a:pt x="166370" y="0"/>
                  </a:lnTo>
                  <a:lnTo>
                    <a:pt x="0" y="0"/>
                  </a:lnTo>
                  <a:lnTo>
                    <a:pt x="0" y="2540"/>
                  </a:lnTo>
                  <a:lnTo>
                    <a:pt x="1270" y="2540"/>
                  </a:lnTo>
                  <a:lnTo>
                    <a:pt x="1270" y="3810"/>
                  </a:lnTo>
                  <a:lnTo>
                    <a:pt x="1270" y="7620"/>
                  </a:lnTo>
                  <a:lnTo>
                    <a:pt x="167640" y="7620"/>
                  </a:lnTo>
                  <a:lnTo>
                    <a:pt x="167640" y="3810"/>
                  </a:lnTo>
                  <a:close/>
                </a:path>
              </a:pathLst>
            </a:custGeom>
            <a:solidFill>
              <a:srgbClr val="351D35"/>
            </a:solidFill>
          </p:spPr>
          <p:txBody>
            <a:bodyPr wrap="square" lIns="0" tIns="0" rIns="0" bIns="0" rtlCol="0"/>
            <a:lstStyle/>
            <a:p/>
          </p:txBody>
        </p:sp>
        <p:sp>
          <p:nvSpPr>
            <p:cNvPr id="752" name="object 752"/>
            <p:cNvSpPr/>
            <p:nvPr/>
          </p:nvSpPr>
          <p:spPr>
            <a:xfrm>
              <a:off x="2089150" y="1337309"/>
              <a:ext cx="168910" cy="6350"/>
            </a:xfrm>
            <a:custGeom>
              <a:avLst/>
              <a:gdLst/>
              <a:ahLst/>
              <a:cxnLst/>
              <a:rect l="l" t="t" r="r" b="b"/>
              <a:pathLst>
                <a:path w="168910"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10" h="6350">
                  <a:moveTo>
                    <a:pt x="168897" y="5092"/>
                  </a:moveTo>
                  <a:lnTo>
                    <a:pt x="1270" y="5092"/>
                  </a:lnTo>
                  <a:lnTo>
                    <a:pt x="1270" y="6350"/>
                  </a:lnTo>
                  <a:lnTo>
                    <a:pt x="168897" y="6350"/>
                  </a:lnTo>
                  <a:lnTo>
                    <a:pt x="168897" y="5092"/>
                  </a:lnTo>
                  <a:close/>
                </a:path>
              </a:pathLst>
            </a:custGeom>
            <a:solidFill>
              <a:srgbClr val="371C37"/>
            </a:solidFill>
          </p:spPr>
          <p:txBody>
            <a:bodyPr wrap="square" lIns="0" tIns="0" rIns="0" bIns="0" rtlCol="0"/>
            <a:lstStyle/>
            <a:p/>
          </p:txBody>
        </p:sp>
        <p:sp>
          <p:nvSpPr>
            <p:cNvPr id="753" name="object 753"/>
            <p:cNvSpPr/>
            <p:nvPr/>
          </p:nvSpPr>
          <p:spPr>
            <a:xfrm>
              <a:off x="2090420" y="1343659"/>
              <a:ext cx="168910" cy="7620"/>
            </a:xfrm>
            <a:custGeom>
              <a:avLst/>
              <a:gdLst/>
              <a:ahLst/>
              <a:cxnLst/>
              <a:rect l="l" t="t" r="r" b="b"/>
              <a:pathLst>
                <a:path w="168910" h="7619">
                  <a:moveTo>
                    <a:pt x="168910" y="3810"/>
                  </a:moveTo>
                  <a:lnTo>
                    <a:pt x="167627" y="3810"/>
                  </a:lnTo>
                  <a:lnTo>
                    <a:pt x="167627" y="0"/>
                  </a:lnTo>
                  <a:lnTo>
                    <a:pt x="0" y="0"/>
                  </a:lnTo>
                  <a:lnTo>
                    <a:pt x="0" y="3810"/>
                  </a:lnTo>
                  <a:lnTo>
                    <a:pt x="0" y="6350"/>
                  </a:lnTo>
                  <a:lnTo>
                    <a:pt x="1270" y="6350"/>
                  </a:lnTo>
                  <a:lnTo>
                    <a:pt x="1270" y="7620"/>
                  </a:lnTo>
                  <a:lnTo>
                    <a:pt x="168897" y="7620"/>
                  </a:lnTo>
                  <a:lnTo>
                    <a:pt x="168897" y="6350"/>
                  </a:lnTo>
                  <a:lnTo>
                    <a:pt x="168910" y="3810"/>
                  </a:lnTo>
                  <a:close/>
                </a:path>
              </a:pathLst>
            </a:custGeom>
            <a:solidFill>
              <a:srgbClr val="381C38"/>
            </a:solidFill>
          </p:spPr>
          <p:txBody>
            <a:bodyPr wrap="square" lIns="0" tIns="0" rIns="0" bIns="0" rtlCol="0"/>
            <a:lstStyle/>
            <a:p/>
          </p:txBody>
        </p:sp>
        <p:sp>
          <p:nvSpPr>
            <p:cNvPr id="754" name="object 754"/>
            <p:cNvSpPr/>
            <p:nvPr/>
          </p:nvSpPr>
          <p:spPr>
            <a:xfrm>
              <a:off x="2091690" y="1351279"/>
              <a:ext cx="170180" cy="7620"/>
            </a:xfrm>
            <a:custGeom>
              <a:avLst/>
              <a:gdLst/>
              <a:ahLst/>
              <a:cxnLst/>
              <a:rect l="l" t="t" r="r" b="b"/>
              <a:pathLst>
                <a:path w="170180" h="7619">
                  <a:moveTo>
                    <a:pt x="170180" y="3810"/>
                  </a:moveTo>
                  <a:lnTo>
                    <a:pt x="168910" y="3810"/>
                  </a:lnTo>
                  <a:lnTo>
                    <a:pt x="168910" y="1270"/>
                  </a:lnTo>
                  <a:lnTo>
                    <a:pt x="167627" y="1270"/>
                  </a:lnTo>
                  <a:lnTo>
                    <a:pt x="167627" y="0"/>
                  </a:lnTo>
                  <a:lnTo>
                    <a:pt x="0" y="0"/>
                  </a:lnTo>
                  <a:lnTo>
                    <a:pt x="0" y="1270"/>
                  </a:lnTo>
                  <a:lnTo>
                    <a:pt x="0" y="3810"/>
                  </a:lnTo>
                  <a:lnTo>
                    <a:pt x="1270" y="3810"/>
                  </a:lnTo>
                  <a:lnTo>
                    <a:pt x="1270" y="7620"/>
                  </a:lnTo>
                  <a:lnTo>
                    <a:pt x="170180" y="7620"/>
                  </a:lnTo>
                  <a:lnTo>
                    <a:pt x="170180" y="3810"/>
                  </a:lnTo>
                  <a:close/>
                </a:path>
              </a:pathLst>
            </a:custGeom>
            <a:solidFill>
              <a:srgbClr val="391B39"/>
            </a:solidFill>
          </p:spPr>
          <p:txBody>
            <a:bodyPr wrap="square" lIns="0" tIns="0" rIns="0" bIns="0" rtlCol="0"/>
            <a:lstStyle/>
            <a:p/>
          </p:txBody>
        </p:sp>
        <p:sp>
          <p:nvSpPr>
            <p:cNvPr id="755" name="object 755"/>
            <p:cNvSpPr/>
            <p:nvPr/>
          </p:nvSpPr>
          <p:spPr>
            <a:xfrm>
              <a:off x="209296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3B1A3B"/>
            </a:solidFill>
          </p:spPr>
          <p:txBody>
            <a:bodyPr wrap="square" lIns="0" tIns="0" rIns="0" bIns="0" rtlCol="0"/>
            <a:lstStyle/>
            <a:p/>
          </p:txBody>
        </p:sp>
        <p:sp>
          <p:nvSpPr>
            <p:cNvPr id="756" name="object 756"/>
            <p:cNvSpPr/>
            <p:nvPr/>
          </p:nvSpPr>
          <p:spPr>
            <a:xfrm>
              <a:off x="209423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3C1A3C"/>
            </a:solidFill>
          </p:spPr>
          <p:txBody>
            <a:bodyPr wrap="square" lIns="0" tIns="0" rIns="0" bIns="0" rtlCol="0"/>
            <a:lstStyle/>
            <a:p/>
          </p:txBody>
        </p:sp>
        <p:sp>
          <p:nvSpPr>
            <p:cNvPr id="757" name="object 757"/>
            <p:cNvSpPr/>
            <p:nvPr/>
          </p:nvSpPr>
          <p:spPr>
            <a:xfrm>
              <a:off x="2096770" y="1372869"/>
              <a:ext cx="170180" cy="7620"/>
            </a:xfrm>
            <a:custGeom>
              <a:avLst/>
              <a:gdLst/>
              <a:ahLst/>
              <a:cxnLst/>
              <a:rect l="l" t="t" r="r" b="b"/>
              <a:pathLst>
                <a:path w="170180"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3E193E"/>
            </a:solidFill>
          </p:spPr>
          <p:txBody>
            <a:bodyPr wrap="square" lIns="0" tIns="0" rIns="0" bIns="0" rtlCol="0"/>
            <a:lstStyle/>
            <a:p/>
          </p:txBody>
        </p:sp>
        <p:sp>
          <p:nvSpPr>
            <p:cNvPr id="758" name="object 758"/>
            <p:cNvSpPr/>
            <p:nvPr/>
          </p:nvSpPr>
          <p:spPr>
            <a:xfrm>
              <a:off x="2100580" y="1380489"/>
              <a:ext cx="166370" cy="6350"/>
            </a:xfrm>
            <a:custGeom>
              <a:avLst/>
              <a:gdLst/>
              <a:ahLst/>
              <a:cxnLst/>
              <a:rect l="l" t="t" r="r" b="b"/>
              <a:pathLst>
                <a:path w="166369"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3F193F"/>
            </a:solidFill>
          </p:spPr>
          <p:txBody>
            <a:bodyPr wrap="square" lIns="0" tIns="0" rIns="0" bIns="0" rtlCol="0"/>
            <a:lstStyle/>
            <a:p/>
          </p:txBody>
        </p:sp>
        <p:sp>
          <p:nvSpPr>
            <p:cNvPr id="759" name="object 759"/>
            <p:cNvSpPr/>
            <p:nvPr/>
          </p:nvSpPr>
          <p:spPr>
            <a:xfrm>
              <a:off x="2101850" y="1386839"/>
              <a:ext cx="167640" cy="7620"/>
            </a:xfrm>
            <a:custGeom>
              <a:avLst/>
              <a:gdLst/>
              <a:ahLst/>
              <a:cxnLst/>
              <a:rect l="l" t="t" r="r" b="b"/>
              <a:pathLst>
                <a:path w="167639"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411841"/>
            </a:solidFill>
          </p:spPr>
          <p:txBody>
            <a:bodyPr wrap="square" lIns="0" tIns="0" rIns="0" bIns="0" rtlCol="0"/>
            <a:lstStyle/>
            <a:p/>
          </p:txBody>
        </p:sp>
        <p:sp>
          <p:nvSpPr>
            <p:cNvPr id="760" name="object 760"/>
            <p:cNvSpPr/>
            <p:nvPr/>
          </p:nvSpPr>
          <p:spPr>
            <a:xfrm>
              <a:off x="2104390" y="1394459"/>
              <a:ext cx="166370" cy="7620"/>
            </a:xfrm>
            <a:custGeom>
              <a:avLst/>
              <a:gdLst/>
              <a:ahLst/>
              <a:cxnLst/>
              <a:rect l="l" t="t" r="r" b="b"/>
              <a:pathLst>
                <a:path w="166369"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421842"/>
            </a:solidFill>
          </p:spPr>
          <p:txBody>
            <a:bodyPr wrap="square" lIns="0" tIns="0" rIns="0" bIns="0" rtlCol="0"/>
            <a:lstStyle/>
            <a:p/>
          </p:txBody>
        </p:sp>
        <p:sp>
          <p:nvSpPr>
            <p:cNvPr id="761" name="object 761"/>
            <p:cNvSpPr/>
            <p:nvPr/>
          </p:nvSpPr>
          <p:spPr>
            <a:xfrm>
              <a:off x="2106930" y="1402079"/>
              <a:ext cx="163830" cy="6350"/>
            </a:xfrm>
            <a:custGeom>
              <a:avLst/>
              <a:gdLst/>
              <a:ahLst/>
              <a:cxnLst/>
              <a:rect l="l" t="t" r="r" b="b"/>
              <a:pathLst>
                <a:path w="163830"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441744"/>
            </a:solidFill>
          </p:spPr>
          <p:txBody>
            <a:bodyPr wrap="square" lIns="0" tIns="0" rIns="0" bIns="0" rtlCol="0"/>
            <a:lstStyle/>
            <a:p/>
          </p:txBody>
        </p:sp>
        <p:sp>
          <p:nvSpPr>
            <p:cNvPr id="762" name="object 762"/>
            <p:cNvSpPr/>
            <p:nvPr/>
          </p:nvSpPr>
          <p:spPr>
            <a:xfrm>
              <a:off x="2110740" y="1408429"/>
              <a:ext cx="161290" cy="7620"/>
            </a:xfrm>
            <a:custGeom>
              <a:avLst/>
              <a:gdLst/>
              <a:ahLst/>
              <a:cxnLst/>
              <a:rect l="l" t="t" r="r" b="b"/>
              <a:pathLst>
                <a:path w="161289" h="7619">
                  <a:moveTo>
                    <a:pt x="161290" y="6477"/>
                  </a:moveTo>
                  <a:lnTo>
                    <a:pt x="3810" y="6477"/>
                  </a:lnTo>
                  <a:lnTo>
                    <a:pt x="3810" y="7620"/>
                  </a:lnTo>
                  <a:lnTo>
                    <a:pt x="161290" y="7620"/>
                  </a:lnTo>
                  <a:lnTo>
                    <a:pt x="161290" y="6477"/>
                  </a:lnTo>
                  <a:close/>
                </a:path>
                <a:path w="161289"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451645"/>
            </a:solidFill>
          </p:spPr>
          <p:txBody>
            <a:bodyPr wrap="square" lIns="0" tIns="0" rIns="0" bIns="0" rtlCol="0"/>
            <a:lstStyle/>
            <a:p/>
          </p:txBody>
        </p:sp>
        <p:sp>
          <p:nvSpPr>
            <p:cNvPr id="763" name="object 763"/>
            <p:cNvSpPr/>
            <p:nvPr/>
          </p:nvSpPr>
          <p:spPr>
            <a:xfrm>
              <a:off x="2114550" y="1416049"/>
              <a:ext cx="157480" cy="7620"/>
            </a:xfrm>
            <a:custGeom>
              <a:avLst/>
              <a:gdLst/>
              <a:ahLst/>
              <a:cxnLst/>
              <a:rect l="l" t="t" r="r" b="b"/>
              <a:pathLst>
                <a:path w="157480"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67" y="5080"/>
                  </a:lnTo>
                  <a:lnTo>
                    <a:pt x="157467" y="3810"/>
                  </a:lnTo>
                  <a:lnTo>
                    <a:pt x="157480" y="1270"/>
                  </a:lnTo>
                  <a:lnTo>
                    <a:pt x="157480" y="0"/>
                  </a:lnTo>
                  <a:close/>
                </a:path>
              </a:pathLst>
            </a:custGeom>
            <a:solidFill>
              <a:srgbClr val="461646"/>
            </a:solidFill>
          </p:spPr>
          <p:txBody>
            <a:bodyPr wrap="square" lIns="0" tIns="0" rIns="0" bIns="0" rtlCol="0"/>
            <a:lstStyle/>
            <a:p/>
          </p:txBody>
        </p:sp>
        <p:sp>
          <p:nvSpPr>
            <p:cNvPr id="764" name="object 764"/>
            <p:cNvSpPr/>
            <p:nvPr/>
          </p:nvSpPr>
          <p:spPr>
            <a:xfrm>
              <a:off x="2119630" y="1423669"/>
              <a:ext cx="153670" cy="6350"/>
            </a:xfrm>
            <a:custGeom>
              <a:avLst/>
              <a:gdLst/>
              <a:ahLst/>
              <a:cxnLst/>
              <a:rect l="l" t="t" r="r" b="b"/>
              <a:pathLst>
                <a:path w="153669"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481548"/>
            </a:solidFill>
          </p:spPr>
          <p:txBody>
            <a:bodyPr wrap="square" lIns="0" tIns="0" rIns="0" bIns="0" rtlCol="0"/>
            <a:lstStyle/>
            <a:p/>
          </p:txBody>
        </p:sp>
        <p:sp>
          <p:nvSpPr>
            <p:cNvPr id="765" name="object 765"/>
            <p:cNvSpPr/>
            <p:nvPr/>
          </p:nvSpPr>
          <p:spPr>
            <a:xfrm>
              <a:off x="2125980" y="1430019"/>
              <a:ext cx="147320" cy="7620"/>
            </a:xfrm>
            <a:custGeom>
              <a:avLst/>
              <a:gdLst/>
              <a:ahLst/>
              <a:cxnLst/>
              <a:rect l="l" t="t" r="r" b="b"/>
              <a:pathLst>
                <a:path w="147319" h="7619">
                  <a:moveTo>
                    <a:pt x="147320" y="6477"/>
                  </a:moveTo>
                  <a:lnTo>
                    <a:pt x="8890" y="6477"/>
                  </a:lnTo>
                  <a:lnTo>
                    <a:pt x="8890" y="7620"/>
                  </a:lnTo>
                  <a:lnTo>
                    <a:pt x="147320" y="7620"/>
                  </a:lnTo>
                  <a:lnTo>
                    <a:pt x="147320" y="6477"/>
                  </a:lnTo>
                  <a:close/>
                </a:path>
                <a:path w="147319"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20" y="3810"/>
                  </a:lnTo>
                  <a:lnTo>
                    <a:pt x="147320" y="2540"/>
                  </a:lnTo>
                  <a:lnTo>
                    <a:pt x="147320" y="1270"/>
                  </a:lnTo>
                  <a:lnTo>
                    <a:pt x="147320" y="0"/>
                  </a:lnTo>
                  <a:close/>
                </a:path>
              </a:pathLst>
            </a:custGeom>
            <a:solidFill>
              <a:srgbClr val="491549"/>
            </a:solidFill>
          </p:spPr>
          <p:txBody>
            <a:bodyPr wrap="square" lIns="0" tIns="0" rIns="0" bIns="0" rtlCol="0"/>
            <a:lstStyle/>
            <a:p/>
          </p:txBody>
        </p:sp>
        <p:sp>
          <p:nvSpPr>
            <p:cNvPr id="766" name="object 766"/>
            <p:cNvSpPr/>
            <p:nvPr/>
          </p:nvSpPr>
          <p:spPr>
            <a:xfrm>
              <a:off x="2136140" y="1437639"/>
              <a:ext cx="138430" cy="7620"/>
            </a:xfrm>
            <a:custGeom>
              <a:avLst/>
              <a:gdLst/>
              <a:ahLst/>
              <a:cxnLst/>
              <a:rect l="l" t="t" r="r" b="b"/>
              <a:pathLst>
                <a:path w="138430" h="7619">
                  <a:moveTo>
                    <a:pt x="138430" y="1270"/>
                  </a:moveTo>
                  <a:lnTo>
                    <a:pt x="137160" y="1270"/>
                  </a:lnTo>
                  <a:lnTo>
                    <a:pt x="13716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4B144B"/>
            </a:solidFill>
          </p:spPr>
          <p:txBody>
            <a:bodyPr wrap="square" lIns="0" tIns="0" rIns="0" bIns="0" rtlCol="0"/>
            <a:lstStyle/>
            <a:p/>
          </p:txBody>
        </p:sp>
        <p:sp>
          <p:nvSpPr>
            <p:cNvPr id="767" name="object 767"/>
            <p:cNvSpPr/>
            <p:nvPr/>
          </p:nvSpPr>
          <p:spPr>
            <a:xfrm>
              <a:off x="2143760" y="1445259"/>
              <a:ext cx="130810" cy="6350"/>
            </a:xfrm>
            <a:custGeom>
              <a:avLst/>
              <a:gdLst/>
              <a:ahLst/>
              <a:cxnLst/>
              <a:rect l="l" t="t" r="r" b="b"/>
              <a:pathLst>
                <a:path w="130810"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4C144C"/>
            </a:solidFill>
          </p:spPr>
          <p:txBody>
            <a:bodyPr wrap="square" lIns="0" tIns="0" rIns="0" bIns="0" rtlCol="0"/>
            <a:lstStyle/>
            <a:p/>
          </p:txBody>
        </p:sp>
        <p:sp>
          <p:nvSpPr>
            <p:cNvPr id="768" name="object 768"/>
            <p:cNvSpPr/>
            <p:nvPr/>
          </p:nvSpPr>
          <p:spPr>
            <a:xfrm>
              <a:off x="2137410" y="1451609"/>
              <a:ext cx="137160" cy="7620"/>
            </a:xfrm>
            <a:custGeom>
              <a:avLst/>
              <a:gdLst/>
              <a:ahLst/>
              <a:cxnLst/>
              <a:rect l="l" t="t" r="r" b="b"/>
              <a:pathLst>
                <a:path w="137160" h="7619">
                  <a:moveTo>
                    <a:pt x="137160" y="6477"/>
                  </a:moveTo>
                  <a:lnTo>
                    <a:pt x="29210" y="6477"/>
                  </a:lnTo>
                  <a:lnTo>
                    <a:pt x="29210" y="7620"/>
                  </a:lnTo>
                  <a:lnTo>
                    <a:pt x="137160" y="7620"/>
                  </a:lnTo>
                  <a:lnTo>
                    <a:pt x="137160" y="6477"/>
                  </a:lnTo>
                  <a:close/>
                </a:path>
                <a:path w="137160"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37"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4E134E"/>
            </a:solidFill>
          </p:spPr>
          <p:txBody>
            <a:bodyPr wrap="square" lIns="0" tIns="0" rIns="0" bIns="0" rtlCol="0"/>
            <a:lstStyle/>
            <a:p/>
          </p:txBody>
        </p:sp>
        <p:sp>
          <p:nvSpPr>
            <p:cNvPr id="769" name="object 769"/>
            <p:cNvSpPr/>
            <p:nvPr/>
          </p:nvSpPr>
          <p:spPr>
            <a:xfrm>
              <a:off x="2113280" y="1459229"/>
              <a:ext cx="161290" cy="7620"/>
            </a:xfrm>
            <a:custGeom>
              <a:avLst/>
              <a:gdLst/>
              <a:ahLst/>
              <a:cxnLst/>
              <a:rect l="l" t="t" r="r" b="b"/>
              <a:pathLst>
                <a:path w="161289"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37" y="5080"/>
                  </a:lnTo>
                  <a:lnTo>
                    <a:pt x="44450" y="3810"/>
                  </a:lnTo>
                  <a:lnTo>
                    <a:pt x="44450" y="2540"/>
                  </a:lnTo>
                  <a:lnTo>
                    <a:pt x="44450" y="1270"/>
                  </a:lnTo>
                  <a:lnTo>
                    <a:pt x="44450" y="0"/>
                  </a:lnTo>
                  <a:close/>
                </a:path>
                <a:path w="161289"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4F124F"/>
            </a:solidFill>
          </p:spPr>
          <p:txBody>
            <a:bodyPr wrap="square" lIns="0" tIns="0" rIns="0" bIns="0" rtlCol="0"/>
            <a:lstStyle/>
            <a:p/>
          </p:txBody>
        </p:sp>
        <p:sp>
          <p:nvSpPr>
            <p:cNvPr id="770" name="object 770"/>
            <p:cNvSpPr/>
            <p:nvPr/>
          </p:nvSpPr>
          <p:spPr>
            <a:xfrm>
              <a:off x="2089150" y="1466849"/>
              <a:ext cx="185420" cy="7620"/>
            </a:xfrm>
            <a:custGeom>
              <a:avLst/>
              <a:gdLst/>
              <a:ahLst/>
              <a:cxnLst/>
              <a:rect l="l" t="t" r="r" b="b"/>
              <a:pathLst>
                <a:path w="185419" h="7619">
                  <a:moveTo>
                    <a:pt x="69850" y="3810"/>
                  </a:moveTo>
                  <a:lnTo>
                    <a:pt x="68580" y="3810"/>
                  </a:lnTo>
                  <a:lnTo>
                    <a:pt x="68580" y="2540"/>
                  </a:lnTo>
                  <a:lnTo>
                    <a:pt x="68567"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19" h="7619">
                  <a:moveTo>
                    <a:pt x="185420" y="0"/>
                  </a:move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1270"/>
                  </a:lnTo>
                  <a:lnTo>
                    <a:pt x="185420" y="0"/>
                  </a:lnTo>
                  <a:close/>
                </a:path>
              </a:pathLst>
            </a:custGeom>
            <a:solidFill>
              <a:srgbClr val="501250"/>
            </a:solidFill>
          </p:spPr>
          <p:txBody>
            <a:bodyPr wrap="square" lIns="0" tIns="0" rIns="0" bIns="0" rtlCol="0"/>
            <a:lstStyle/>
            <a:p/>
          </p:txBody>
        </p:sp>
        <p:sp>
          <p:nvSpPr>
            <p:cNvPr id="771" name="object 771"/>
            <p:cNvSpPr/>
            <p:nvPr/>
          </p:nvSpPr>
          <p:spPr>
            <a:xfrm>
              <a:off x="2073910" y="1474469"/>
              <a:ext cx="200660" cy="6350"/>
            </a:xfrm>
            <a:custGeom>
              <a:avLst/>
              <a:gdLst/>
              <a:ahLst/>
              <a:cxnLst/>
              <a:rect l="l" t="t" r="r" b="b"/>
              <a:pathLst>
                <a:path w="200660" h="6350">
                  <a:moveTo>
                    <a:pt x="6350" y="2539"/>
                  </a:moveTo>
                  <a:lnTo>
                    <a:pt x="2539" y="2539"/>
                  </a:lnTo>
                  <a:lnTo>
                    <a:pt x="2539" y="3809"/>
                  </a:lnTo>
                  <a:lnTo>
                    <a:pt x="85089" y="3809"/>
                  </a:lnTo>
                  <a:lnTo>
                    <a:pt x="85089" y="2666"/>
                  </a:lnTo>
                  <a:lnTo>
                    <a:pt x="6350" y="2666"/>
                  </a:lnTo>
                  <a:lnTo>
                    <a:pt x="6350" y="2539"/>
                  </a:lnTo>
                  <a:close/>
                </a:path>
                <a:path w="200660" h="6350">
                  <a:moveTo>
                    <a:pt x="15239" y="0"/>
                  </a:moveTo>
                  <a:lnTo>
                    <a:pt x="10159" y="0"/>
                  </a:lnTo>
                  <a:lnTo>
                    <a:pt x="10159" y="1396"/>
                  </a:lnTo>
                  <a:lnTo>
                    <a:pt x="6350" y="1396"/>
                  </a:lnTo>
                  <a:lnTo>
                    <a:pt x="6350" y="2539"/>
                  </a:lnTo>
                  <a:lnTo>
                    <a:pt x="85089" y="2539"/>
                  </a:lnTo>
                  <a:lnTo>
                    <a:pt x="85089" y="126"/>
                  </a:lnTo>
                  <a:lnTo>
                    <a:pt x="15239" y="126"/>
                  </a:lnTo>
                  <a:close/>
                </a:path>
                <a:path w="200660" h="6350">
                  <a:moveTo>
                    <a:pt x="200659" y="2666"/>
                  </a:moveTo>
                  <a:lnTo>
                    <a:pt x="118109" y="2666"/>
                  </a:lnTo>
                  <a:lnTo>
                    <a:pt x="118109" y="3809"/>
                  </a:lnTo>
                  <a:lnTo>
                    <a:pt x="200659" y="3809"/>
                  </a:lnTo>
                  <a:lnTo>
                    <a:pt x="200659" y="2666"/>
                  </a:lnTo>
                  <a:close/>
                </a:path>
                <a:path w="200660" h="6350">
                  <a:moveTo>
                    <a:pt x="200659" y="126"/>
                  </a:moveTo>
                  <a:lnTo>
                    <a:pt x="116839" y="126"/>
                  </a:lnTo>
                  <a:lnTo>
                    <a:pt x="116839" y="2666"/>
                  </a:lnTo>
                  <a:lnTo>
                    <a:pt x="118109" y="2666"/>
                  </a:lnTo>
                  <a:lnTo>
                    <a:pt x="118109" y="2539"/>
                  </a:lnTo>
                  <a:lnTo>
                    <a:pt x="200659" y="2539"/>
                  </a:lnTo>
                  <a:lnTo>
                    <a:pt x="200659" y="126"/>
                  </a:lnTo>
                  <a:close/>
                </a:path>
                <a:path w="200660" h="6350">
                  <a:moveTo>
                    <a:pt x="116839" y="0"/>
                  </a:moveTo>
                  <a:lnTo>
                    <a:pt x="114300" y="0"/>
                  </a:lnTo>
                  <a:lnTo>
                    <a:pt x="116839" y="126"/>
                  </a:lnTo>
                  <a:close/>
                </a:path>
                <a:path w="200660" h="6350">
                  <a:moveTo>
                    <a:pt x="85089" y="3810"/>
                  </a:moveTo>
                  <a:lnTo>
                    <a:pt x="0" y="3810"/>
                  </a:lnTo>
                  <a:lnTo>
                    <a:pt x="0" y="6350"/>
                  </a:lnTo>
                  <a:lnTo>
                    <a:pt x="85089" y="6350"/>
                  </a:lnTo>
                  <a:lnTo>
                    <a:pt x="85089" y="3810"/>
                  </a:lnTo>
                  <a:close/>
                </a:path>
                <a:path w="200660" h="6350">
                  <a:moveTo>
                    <a:pt x="200659" y="3810"/>
                  </a:moveTo>
                  <a:lnTo>
                    <a:pt x="119379" y="3810"/>
                  </a:lnTo>
                  <a:lnTo>
                    <a:pt x="119379" y="6350"/>
                  </a:lnTo>
                  <a:lnTo>
                    <a:pt x="200659" y="6350"/>
                  </a:lnTo>
                  <a:lnTo>
                    <a:pt x="200659" y="3810"/>
                  </a:lnTo>
                  <a:close/>
                </a:path>
              </a:pathLst>
            </a:custGeom>
            <a:solidFill>
              <a:srgbClr val="521152"/>
            </a:solidFill>
          </p:spPr>
          <p:txBody>
            <a:bodyPr wrap="square" lIns="0" tIns="0" rIns="0" bIns="0" rtlCol="0"/>
            <a:lstStyle/>
            <a:p/>
          </p:txBody>
        </p:sp>
        <p:sp>
          <p:nvSpPr>
            <p:cNvPr id="772" name="object 772"/>
            <p:cNvSpPr/>
            <p:nvPr/>
          </p:nvSpPr>
          <p:spPr>
            <a:xfrm>
              <a:off x="2073910" y="1480819"/>
              <a:ext cx="200660" cy="7620"/>
            </a:xfrm>
            <a:custGeom>
              <a:avLst/>
              <a:gdLst/>
              <a:ahLst/>
              <a:cxnLst/>
              <a:rect l="l" t="t" r="r" b="b"/>
              <a:pathLst>
                <a:path w="200660" h="7619">
                  <a:moveTo>
                    <a:pt x="86360" y="0"/>
                  </a:moveTo>
                  <a:lnTo>
                    <a:pt x="0" y="0"/>
                  </a:lnTo>
                  <a:lnTo>
                    <a:pt x="0" y="5079"/>
                  </a:lnTo>
                  <a:lnTo>
                    <a:pt x="1269" y="5079"/>
                  </a:lnTo>
                  <a:lnTo>
                    <a:pt x="1269" y="7619"/>
                  </a:lnTo>
                  <a:lnTo>
                    <a:pt x="86359" y="7619"/>
                  </a:lnTo>
                  <a:lnTo>
                    <a:pt x="86360" y="0"/>
                  </a:lnTo>
                  <a:close/>
                </a:path>
                <a:path w="200660" h="7619">
                  <a:moveTo>
                    <a:pt x="200659" y="0"/>
                  </a:moveTo>
                  <a:lnTo>
                    <a:pt x="120650" y="0"/>
                  </a:lnTo>
                  <a:lnTo>
                    <a:pt x="120650" y="2539"/>
                  </a:lnTo>
                  <a:lnTo>
                    <a:pt x="121919" y="2539"/>
                  </a:lnTo>
                  <a:lnTo>
                    <a:pt x="121919" y="7619"/>
                  </a:lnTo>
                  <a:lnTo>
                    <a:pt x="200659" y="7619"/>
                  </a:lnTo>
                  <a:lnTo>
                    <a:pt x="200659" y="0"/>
                  </a:lnTo>
                  <a:close/>
                </a:path>
              </a:pathLst>
            </a:custGeom>
            <a:solidFill>
              <a:srgbClr val="531153"/>
            </a:solidFill>
          </p:spPr>
          <p:txBody>
            <a:bodyPr wrap="square" lIns="0" tIns="0" rIns="0" bIns="0" rtlCol="0"/>
            <a:lstStyle/>
            <a:p/>
          </p:txBody>
        </p:sp>
        <p:sp>
          <p:nvSpPr>
            <p:cNvPr id="773" name="object 773"/>
            <p:cNvSpPr/>
            <p:nvPr/>
          </p:nvSpPr>
          <p:spPr>
            <a:xfrm>
              <a:off x="2075180" y="1488439"/>
              <a:ext cx="199390" cy="7620"/>
            </a:xfrm>
            <a:custGeom>
              <a:avLst/>
              <a:gdLst/>
              <a:ahLst/>
              <a:cxnLst/>
              <a:rect l="l" t="t" r="r" b="b"/>
              <a:pathLst>
                <a:path w="199389" h="7619">
                  <a:moveTo>
                    <a:pt x="85089" y="0"/>
                  </a:moveTo>
                  <a:lnTo>
                    <a:pt x="0" y="0"/>
                  </a:lnTo>
                  <a:lnTo>
                    <a:pt x="0" y="7620"/>
                  </a:lnTo>
                  <a:lnTo>
                    <a:pt x="86360" y="7620"/>
                  </a:lnTo>
                  <a:lnTo>
                    <a:pt x="86360" y="1270"/>
                  </a:lnTo>
                  <a:lnTo>
                    <a:pt x="85089" y="1270"/>
                  </a:lnTo>
                  <a:lnTo>
                    <a:pt x="85089" y="0"/>
                  </a:lnTo>
                  <a:close/>
                </a:path>
                <a:path w="199389" h="7619">
                  <a:moveTo>
                    <a:pt x="199389" y="0"/>
                  </a:moveTo>
                  <a:lnTo>
                    <a:pt x="121919" y="0"/>
                  </a:lnTo>
                  <a:lnTo>
                    <a:pt x="121919" y="7620"/>
                  </a:lnTo>
                  <a:lnTo>
                    <a:pt x="199389" y="7620"/>
                  </a:lnTo>
                  <a:lnTo>
                    <a:pt x="199389" y="0"/>
                  </a:lnTo>
                  <a:close/>
                </a:path>
              </a:pathLst>
            </a:custGeom>
            <a:solidFill>
              <a:srgbClr val="551055"/>
            </a:solidFill>
          </p:spPr>
          <p:txBody>
            <a:bodyPr wrap="square" lIns="0" tIns="0" rIns="0" bIns="0" rtlCol="0"/>
            <a:lstStyle/>
            <a:p/>
          </p:txBody>
        </p:sp>
        <p:sp>
          <p:nvSpPr>
            <p:cNvPr id="774" name="object 774"/>
            <p:cNvSpPr/>
            <p:nvPr/>
          </p:nvSpPr>
          <p:spPr>
            <a:xfrm>
              <a:off x="2075180" y="1496059"/>
              <a:ext cx="199390" cy="6350"/>
            </a:xfrm>
            <a:custGeom>
              <a:avLst/>
              <a:gdLst/>
              <a:ahLst/>
              <a:cxnLst/>
              <a:rect l="l" t="t" r="r" b="b"/>
              <a:pathLst>
                <a:path w="199389" h="6350">
                  <a:moveTo>
                    <a:pt x="86360" y="0"/>
                  </a:moveTo>
                  <a:lnTo>
                    <a:pt x="0" y="0"/>
                  </a:lnTo>
                  <a:lnTo>
                    <a:pt x="0" y="2539"/>
                  </a:lnTo>
                  <a:lnTo>
                    <a:pt x="1269" y="2539"/>
                  </a:lnTo>
                  <a:lnTo>
                    <a:pt x="1269" y="6350"/>
                  </a:lnTo>
                  <a:lnTo>
                    <a:pt x="87630" y="6350"/>
                  </a:lnTo>
                  <a:lnTo>
                    <a:pt x="87630" y="1269"/>
                  </a:lnTo>
                  <a:lnTo>
                    <a:pt x="86360" y="1269"/>
                  </a:lnTo>
                  <a:lnTo>
                    <a:pt x="86360" y="0"/>
                  </a:lnTo>
                  <a:close/>
                </a:path>
                <a:path w="199389" h="6350">
                  <a:moveTo>
                    <a:pt x="199389" y="0"/>
                  </a:moveTo>
                  <a:lnTo>
                    <a:pt x="121919" y="0"/>
                  </a:lnTo>
                  <a:lnTo>
                    <a:pt x="121919" y="6350"/>
                  </a:lnTo>
                  <a:lnTo>
                    <a:pt x="199389" y="6350"/>
                  </a:lnTo>
                  <a:lnTo>
                    <a:pt x="199389" y="0"/>
                  </a:lnTo>
                  <a:close/>
                </a:path>
              </a:pathLst>
            </a:custGeom>
            <a:solidFill>
              <a:srgbClr val="561056"/>
            </a:solidFill>
          </p:spPr>
          <p:txBody>
            <a:bodyPr wrap="square" lIns="0" tIns="0" rIns="0" bIns="0" rtlCol="0"/>
            <a:lstStyle/>
            <a:p/>
          </p:txBody>
        </p:sp>
        <p:sp>
          <p:nvSpPr>
            <p:cNvPr id="775" name="object 775"/>
            <p:cNvSpPr/>
            <p:nvPr/>
          </p:nvSpPr>
          <p:spPr>
            <a:xfrm>
              <a:off x="2076450" y="1502409"/>
              <a:ext cx="198120" cy="7620"/>
            </a:xfrm>
            <a:custGeom>
              <a:avLst/>
              <a:gdLst/>
              <a:ahLst/>
              <a:cxnLst/>
              <a:rect l="l" t="t" r="r" b="b"/>
              <a:pathLst>
                <a:path w="198119" h="7619">
                  <a:moveTo>
                    <a:pt x="86360" y="0"/>
                  </a:moveTo>
                  <a:lnTo>
                    <a:pt x="0" y="0"/>
                  </a:lnTo>
                  <a:lnTo>
                    <a:pt x="0" y="5079"/>
                  </a:lnTo>
                  <a:lnTo>
                    <a:pt x="87630" y="5079"/>
                  </a:lnTo>
                  <a:lnTo>
                    <a:pt x="87630" y="1269"/>
                  </a:lnTo>
                  <a:lnTo>
                    <a:pt x="86360" y="1269"/>
                  </a:lnTo>
                  <a:lnTo>
                    <a:pt x="86360" y="0"/>
                  </a:lnTo>
                  <a:close/>
                </a:path>
                <a:path w="198119" h="7619">
                  <a:moveTo>
                    <a:pt x="198119" y="0"/>
                  </a:moveTo>
                  <a:lnTo>
                    <a:pt x="120650" y="0"/>
                  </a:lnTo>
                  <a:lnTo>
                    <a:pt x="120650" y="2539"/>
                  </a:lnTo>
                  <a:lnTo>
                    <a:pt x="119380" y="2539"/>
                  </a:lnTo>
                  <a:lnTo>
                    <a:pt x="119380" y="5079"/>
                  </a:lnTo>
                  <a:lnTo>
                    <a:pt x="196850" y="5079"/>
                  </a:lnTo>
                  <a:lnTo>
                    <a:pt x="196850" y="3810"/>
                  </a:lnTo>
                  <a:lnTo>
                    <a:pt x="198119" y="3810"/>
                  </a:lnTo>
                  <a:lnTo>
                    <a:pt x="198119" y="0"/>
                  </a:lnTo>
                  <a:close/>
                </a:path>
                <a:path w="198119" h="7619">
                  <a:moveTo>
                    <a:pt x="88900" y="5080"/>
                  </a:moveTo>
                  <a:lnTo>
                    <a:pt x="0" y="5080"/>
                  </a:lnTo>
                  <a:lnTo>
                    <a:pt x="0" y="7619"/>
                  </a:lnTo>
                  <a:lnTo>
                    <a:pt x="88900" y="7619"/>
                  </a:lnTo>
                  <a:lnTo>
                    <a:pt x="88900" y="5080"/>
                  </a:lnTo>
                  <a:close/>
                </a:path>
                <a:path w="198119" h="7619">
                  <a:moveTo>
                    <a:pt x="196850" y="5080"/>
                  </a:moveTo>
                  <a:lnTo>
                    <a:pt x="119380" y="5080"/>
                  </a:lnTo>
                  <a:lnTo>
                    <a:pt x="119380" y="7619"/>
                  </a:lnTo>
                  <a:lnTo>
                    <a:pt x="196850" y="7619"/>
                  </a:lnTo>
                  <a:lnTo>
                    <a:pt x="196850" y="5080"/>
                  </a:lnTo>
                  <a:close/>
                </a:path>
              </a:pathLst>
            </a:custGeom>
            <a:solidFill>
              <a:srgbClr val="580F58"/>
            </a:solidFill>
          </p:spPr>
          <p:txBody>
            <a:bodyPr wrap="square" lIns="0" tIns="0" rIns="0" bIns="0" rtlCol="0"/>
            <a:lstStyle/>
            <a:p/>
          </p:txBody>
        </p:sp>
        <p:sp>
          <p:nvSpPr>
            <p:cNvPr id="776" name="object 776"/>
            <p:cNvSpPr/>
            <p:nvPr/>
          </p:nvSpPr>
          <p:spPr>
            <a:xfrm>
              <a:off x="2076450" y="1510029"/>
              <a:ext cx="196850" cy="7620"/>
            </a:xfrm>
            <a:custGeom>
              <a:avLst/>
              <a:gdLst/>
              <a:ahLst/>
              <a:cxnLst/>
              <a:rect l="l" t="t" r="r" b="b"/>
              <a:pathLst>
                <a:path w="196850" h="7619">
                  <a:moveTo>
                    <a:pt x="91440" y="6350"/>
                  </a:moveTo>
                  <a:lnTo>
                    <a:pt x="90170" y="6350"/>
                  </a:lnTo>
                  <a:lnTo>
                    <a:pt x="90170" y="3810"/>
                  </a:lnTo>
                  <a:lnTo>
                    <a:pt x="88900" y="3810"/>
                  </a:lnTo>
                  <a:lnTo>
                    <a:pt x="88900" y="2540"/>
                  </a:lnTo>
                  <a:lnTo>
                    <a:pt x="88900" y="0"/>
                  </a:lnTo>
                  <a:lnTo>
                    <a:pt x="0" y="0"/>
                  </a:lnTo>
                  <a:lnTo>
                    <a:pt x="0" y="2540"/>
                  </a:lnTo>
                  <a:lnTo>
                    <a:pt x="1270" y="2540"/>
                  </a:lnTo>
                  <a:lnTo>
                    <a:pt x="1270" y="3810"/>
                  </a:lnTo>
                  <a:lnTo>
                    <a:pt x="1270" y="6350"/>
                  </a:lnTo>
                  <a:lnTo>
                    <a:pt x="1270" y="7620"/>
                  </a:lnTo>
                  <a:lnTo>
                    <a:pt x="91440" y="7620"/>
                  </a:lnTo>
                  <a:lnTo>
                    <a:pt x="91440" y="635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590E59"/>
            </a:solidFill>
          </p:spPr>
          <p:txBody>
            <a:bodyPr wrap="square" lIns="0" tIns="0" rIns="0" bIns="0" rtlCol="0"/>
            <a:lstStyle/>
            <a:p/>
          </p:txBody>
        </p:sp>
        <p:sp>
          <p:nvSpPr>
            <p:cNvPr id="777" name="object 777"/>
            <p:cNvSpPr/>
            <p:nvPr/>
          </p:nvSpPr>
          <p:spPr>
            <a:xfrm>
              <a:off x="2077720" y="1517649"/>
              <a:ext cx="195580" cy="6350"/>
            </a:xfrm>
            <a:custGeom>
              <a:avLst/>
              <a:gdLst/>
              <a:ahLst/>
              <a:cxnLst/>
              <a:rect l="l" t="t" r="r" b="b"/>
              <a:pathLst>
                <a:path w="195580" h="6350">
                  <a:moveTo>
                    <a:pt x="95250" y="5080"/>
                  </a:moveTo>
                  <a:lnTo>
                    <a:pt x="92710" y="5080"/>
                  </a:lnTo>
                  <a:lnTo>
                    <a:pt x="92710" y="3810"/>
                  </a:lnTo>
                  <a:lnTo>
                    <a:pt x="91427" y="3810"/>
                  </a:lnTo>
                  <a:lnTo>
                    <a:pt x="91427" y="1270"/>
                  </a:lnTo>
                  <a:lnTo>
                    <a:pt x="90170" y="1270"/>
                  </a:lnTo>
                  <a:lnTo>
                    <a:pt x="90170" y="0"/>
                  </a:lnTo>
                  <a:lnTo>
                    <a:pt x="0" y="0"/>
                  </a:lnTo>
                  <a:lnTo>
                    <a:pt x="0" y="1270"/>
                  </a:lnTo>
                  <a:lnTo>
                    <a:pt x="0" y="3810"/>
                  </a:lnTo>
                  <a:lnTo>
                    <a:pt x="0" y="5080"/>
                  </a:lnTo>
                  <a:lnTo>
                    <a:pt x="0" y="6350"/>
                  </a:lnTo>
                  <a:lnTo>
                    <a:pt x="95250" y="6350"/>
                  </a:lnTo>
                  <a:lnTo>
                    <a:pt x="95250" y="5080"/>
                  </a:lnTo>
                  <a:close/>
                </a:path>
                <a:path w="195580"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5B0E5B"/>
            </a:solidFill>
          </p:spPr>
          <p:txBody>
            <a:bodyPr wrap="square" lIns="0" tIns="0" rIns="0" bIns="0" rtlCol="0"/>
            <a:lstStyle/>
            <a:p/>
          </p:txBody>
        </p:sp>
        <p:sp>
          <p:nvSpPr>
            <p:cNvPr id="778" name="object 778"/>
            <p:cNvSpPr/>
            <p:nvPr/>
          </p:nvSpPr>
          <p:spPr>
            <a:xfrm>
              <a:off x="2077720" y="1523999"/>
              <a:ext cx="194310" cy="7620"/>
            </a:xfrm>
            <a:custGeom>
              <a:avLst/>
              <a:gdLst/>
              <a:ahLst/>
              <a:cxnLst/>
              <a:rect l="l" t="t" r="r" b="b"/>
              <a:pathLst>
                <a:path w="194310" h="7619">
                  <a:moveTo>
                    <a:pt x="194310" y="0"/>
                  </a:moveTo>
                  <a:lnTo>
                    <a:pt x="107950" y="0"/>
                  </a:lnTo>
                  <a:lnTo>
                    <a:pt x="107950" y="1270"/>
                  </a:lnTo>
                  <a:lnTo>
                    <a:pt x="106680" y="1270"/>
                  </a:lnTo>
                  <a:lnTo>
                    <a:pt x="106680" y="2540"/>
                  </a:lnTo>
                  <a:lnTo>
                    <a:pt x="104140" y="2540"/>
                  </a:lnTo>
                  <a:lnTo>
                    <a:pt x="104140" y="3810"/>
                  </a:lnTo>
                  <a:lnTo>
                    <a:pt x="100330" y="3810"/>
                  </a:lnTo>
                  <a:lnTo>
                    <a:pt x="100330" y="2540"/>
                  </a:lnTo>
                  <a:lnTo>
                    <a:pt x="99047" y="2540"/>
                  </a:lnTo>
                  <a:lnTo>
                    <a:pt x="99047"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5C0D5C"/>
            </a:solidFill>
          </p:spPr>
          <p:txBody>
            <a:bodyPr wrap="square" lIns="0" tIns="0" rIns="0" bIns="0" rtlCol="0"/>
            <a:lstStyle/>
            <a:p/>
          </p:txBody>
        </p:sp>
        <p:sp>
          <p:nvSpPr>
            <p:cNvPr id="779" name="object 779"/>
            <p:cNvSpPr/>
            <p:nvPr/>
          </p:nvSpPr>
          <p:spPr>
            <a:xfrm>
              <a:off x="2078990" y="1531619"/>
              <a:ext cx="193040" cy="7620"/>
            </a:xfrm>
            <a:custGeom>
              <a:avLst/>
              <a:gdLst/>
              <a:ahLst/>
              <a:cxnLst/>
              <a:rect l="l" t="t" r="r" b="b"/>
              <a:pathLst>
                <a:path w="193039" h="7619">
                  <a:moveTo>
                    <a:pt x="193027" y="0"/>
                  </a:moveTo>
                  <a:lnTo>
                    <a:pt x="0" y="0"/>
                  </a:lnTo>
                  <a:lnTo>
                    <a:pt x="0" y="1270"/>
                  </a:lnTo>
                  <a:lnTo>
                    <a:pt x="0" y="3810"/>
                  </a:lnTo>
                  <a:lnTo>
                    <a:pt x="1270" y="3810"/>
                  </a:lnTo>
                  <a:lnTo>
                    <a:pt x="1270" y="7620"/>
                  </a:lnTo>
                  <a:lnTo>
                    <a:pt x="191770" y="7620"/>
                  </a:lnTo>
                  <a:lnTo>
                    <a:pt x="191770" y="3810"/>
                  </a:lnTo>
                  <a:lnTo>
                    <a:pt x="191757" y="1270"/>
                  </a:lnTo>
                  <a:lnTo>
                    <a:pt x="193027" y="1270"/>
                  </a:lnTo>
                  <a:lnTo>
                    <a:pt x="193027" y="0"/>
                  </a:lnTo>
                  <a:close/>
                </a:path>
              </a:pathLst>
            </a:custGeom>
            <a:solidFill>
              <a:srgbClr val="5D0D5D"/>
            </a:solidFill>
          </p:spPr>
          <p:txBody>
            <a:bodyPr wrap="square" lIns="0" tIns="0" rIns="0" bIns="0" rtlCol="0"/>
            <a:lstStyle/>
            <a:p/>
          </p:txBody>
        </p:sp>
        <p:sp>
          <p:nvSpPr>
            <p:cNvPr id="780" name="object 780"/>
            <p:cNvSpPr/>
            <p:nvPr/>
          </p:nvSpPr>
          <p:spPr>
            <a:xfrm>
              <a:off x="208026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5F0C5F"/>
            </a:solidFill>
          </p:spPr>
          <p:txBody>
            <a:bodyPr wrap="square" lIns="0" tIns="0" rIns="0" bIns="0" rtlCol="0"/>
            <a:lstStyle/>
            <a:p/>
          </p:txBody>
        </p:sp>
        <p:sp>
          <p:nvSpPr>
            <p:cNvPr id="781" name="object 781"/>
            <p:cNvSpPr/>
            <p:nvPr/>
          </p:nvSpPr>
          <p:spPr>
            <a:xfrm>
              <a:off x="2081530" y="1545589"/>
              <a:ext cx="187960" cy="7620"/>
            </a:xfrm>
            <a:custGeom>
              <a:avLst/>
              <a:gdLst/>
              <a:ahLst/>
              <a:cxnLst/>
              <a:rect l="l" t="t" r="r" b="b"/>
              <a:pathLst>
                <a:path w="187960"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600C60"/>
            </a:solidFill>
          </p:spPr>
          <p:txBody>
            <a:bodyPr wrap="square" lIns="0" tIns="0" rIns="0" bIns="0" rtlCol="0"/>
            <a:lstStyle/>
            <a:p/>
          </p:txBody>
        </p:sp>
        <p:sp>
          <p:nvSpPr>
            <p:cNvPr id="782" name="object 782"/>
            <p:cNvSpPr/>
            <p:nvPr/>
          </p:nvSpPr>
          <p:spPr>
            <a:xfrm>
              <a:off x="2082800" y="1553209"/>
              <a:ext cx="186690" cy="7620"/>
            </a:xfrm>
            <a:custGeom>
              <a:avLst/>
              <a:gdLst/>
              <a:ahLst/>
              <a:cxnLst/>
              <a:rect l="l" t="t" r="r" b="b"/>
              <a:pathLst>
                <a:path w="186689"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620B62"/>
            </a:solidFill>
          </p:spPr>
          <p:txBody>
            <a:bodyPr wrap="square" lIns="0" tIns="0" rIns="0" bIns="0" rtlCol="0"/>
            <a:lstStyle/>
            <a:p/>
          </p:txBody>
        </p:sp>
        <p:sp>
          <p:nvSpPr>
            <p:cNvPr id="783" name="object 783"/>
            <p:cNvSpPr/>
            <p:nvPr/>
          </p:nvSpPr>
          <p:spPr>
            <a:xfrm>
              <a:off x="208407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630A63"/>
            </a:solidFill>
          </p:spPr>
          <p:txBody>
            <a:bodyPr wrap="square" lIns="0" tIns="0" rIns="0" bIns="0" rtlCol="0"/>
            <a:lstStyle/>
            <a:p/>
          </p:txBody>
        </p:sp>
        <p:sp>
          <p:nvSpPr>
            <p:cNvPr id="784" name="object 784"/>
            <p:cNvSpPr/>
            <p:nvPr/>
          </p:nvSpPr>
          <p:spPr>
            <a:xfrm>
              <a:off x="2084070" y="1567179"/>
              <a:ext cx="182880" cy="7620"/>
            </a:xfrm>
            <a:custGeom>
              <a:avLst/>
              <a:gdLst/>
              <a:ahLst/>
              <a:cxnLst/>
              <a:rect l="l" t="t" r="r" b="b"/>
              <a:pathLst>
                <a:path w="182880" h="7619">
                  <a:moveTo>
                    <a:pt x="182880" y="0"/>
                  </a:moveTo>
                  <a:lnTo>
                    <a:pt x="0" y="0"/>
                  </a:lnTo>
                  <a:lnTo>
                    <a:pt x="0" y="1270"/>
                  </a:lnTo>
                  <a:lnTo>
                    <a:pt x="0" y="2540"/>
                  </a:lnTo>
                  <a:lnTo>
                    <a:pt x="1270" y="2540"/>
                  </a:lnTo>
                  <a:lnTo>
                    <a:pt x="1270" y="7620"/>
                  </a:lnTo>
                  <a:lnTo>
                    <a:pt x="181597" y="7620"/>
                  </a:lnTo>
                  <a:lnTo>
                    <a:pt x="181597" y="2540"/>
                  </a:lnTo>
                  <a:lnTo>
                    <a:pt x="181610" y="1270"/>
                  </a:lnTo>
                  <a:lnTo>
                    <a:pt x="182880" y="1270"/>
                  </a:lnTo>
                  <a:lnTo>
                    <a:pt x="182880" y="0"/>
                  </a:lnTo>
                  <a:close/>
                </a:path>
              </a:pathLst>
            </a:custGeom>
            <a:solidFill>
              <a:srgbClr val="660A66"/>
            </a:solidFill>
          </p:spPr>
          <p:txBody>
            <a:bodyPr wrap="square" lIns="0" tIns="0" rIns="0" bIns="0" rtlCol="0"/>
            <a:lstStyle/>
            <a:p/>
          </p:txBody>
        </p:sp>
        <p:sp>
          <p:nvSpPr>
            <p:cNvPr id="785" name="object 785"/>
            <p:cNvSpPr/>
            <p:nvPr/>
          </p:nvSpPr>
          <p:spPr>
            <a:xfrm>
              <a:off x="2085340" y="1574799"/>
              <a:ext cx="179070" cy="7620"/>
            </a:xfrm>
            <a:custGeom>
              <a:avLst/>
              <a:gdLst/>
              <a:ahLst/>
              <a:cxnLst/>
              <a:rect l="l" t="t" r="r" b="b"/>
              <a:pathLst>
                <a:path w="179069" h="7619">
                  <a:moveTo>
                    <a:pt x="179070" y="2540"/>
                  </a:moveTo>
                  <a:lnTo>
                    <a:pt x="179057" y="0"/>
                  </a:lnTo>
                  <a:lnTo>
                    <a:pt x="0" y="0"/>
                  </a:lnTo>
                  <a:lnTo>
                    <a:pt x="0" y="2540"/>
                  </a:lnTo>
                  <a:lnTo>
                    <a:pt x="1270" y="2540"/>
                  </a:lnTo>
                  <a:lnTo>
                    <a:pt x="1270" y="6350"/>
                  </a:lnTo>
                  <a:lnTo>
                    <a:pt x="1270" y="7620"/>
                  </a:lnTo>
                  <a:lnTo>
                    <a:pt x="177800" y="7620"/>
                  </a:lnTo>
                  <a:lnTo>
                    <a:pt x="177800" y="6350"/>
                  </a:lnTo>
                  <a:lnTo>
                    <a:pt x="179070" y="6350"/>
                  </a:lnTo>
                  <a:lnTo>
                    <a:pt x="179070" y="2540"/>
                  </a:lnTo>
                  <a:close/>
                </a:path>
              </a:pathLst>
            </a:custGeom>
            <a:solidFill>
              <a:srgbClr val="660966"/>
            </a:solidFill>
          </p:spPr>
          <p:txBody>
            <a:bodyPr wrap="square" lIns="0" tIns="0" rIns="0" bIns="0" rtlCol="0"/>
            <a:lstStyle/>
            <a:p/>
          </p:txBody>
        </p:sp>
        <p:sp>
          <p:nvSpPr>
            <p:cNvPr id="786" name="object 786"/>
            <p:cNvSpPr/>
            <p:nvPr/>
          </p:nvSpPr>
          <p:spPr>
            <a:xfrm>
              <a:off x="2087880" y="1582419"/>
              <a:ext cx="175260" cy="6350"/>
            </a:xfrm>
            <a:custGeom>
              <a:avLst/>
              <a:gdLst/>
              <a:ahLst/>
              <a:cxnLst/>
              <a:rect l="l" t="t" r="r" b="b"/>
              <a:pathLst>
                <a:path w="175260"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670967"/>
            </a:solidFill>
          </p:spPr>
          <p:txBody>
            <a:bodyPr wrap="square" lIns="0" tIns="0" rIns="0" bIns="0" rtlCol="0"/>
            <a:lstStyle/>
            <a:p/>
          </p:txBody>
        </p:sp>
        <p:sp>
          <p:nvSpPr>
            <p:cNvPr id="787" name="object 787"/>
            <p:cNvSpPr/>
            <p:nvPr/>
          </p:nvSpPr>
          <p:spPr>
            <a:xfrm>
              <a:off x="2089150" y="1588769"/>
              <a:ext cx="172720" cy="7620"/>
            </a:xfrm>
            <a:custGeom>
              <a:avLst/>
              <a:gdLst/>
              <a:ahLst/>
              <a:cxnLst/>
              <a:rect l="l" t="t" r="r" b="b"/>
              <a:pathLst>
                <a:path w="172719"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690869"/>
            </a:solidFill>
          </p:spPr>
          <p:txBody>
            <a:bodyPr wrap="square" lIns="0" tIns="0" rIns="0" bIns="0" rtlCol="0"/>
            <a:lstStyle/>
            <a:p/>
          </p:txBody>
        </p:sp>
        <p:sp>
          <p:nvSpPr>
            <p:cNvPr id="788" name="object 788"/>
            <p:cNvSpPr/>
            <p:nvPr/>
          </p:nvSpPr>
          <p:spPr>
            <a:xfrm>
              <a:off x="2090420" y="1596389"/>
              <a:ext cx="170180" cy="7620"/>
            </a:xfrm>
            <a:custGeom>
              <a:avLst/>
              <a:gdLst/>
              <a:ahLst/>
              <a:cxnLst/>
              <a:rect l="l" t="t" r="r" b="b"/>
              <a:pathLst>
                <a:path w="170180" h="7619">
                  <a:moveTo>
                    <a:pt x="168897" y="2552"/>
                  </a:moveTo>
                  <a:lnTo>
                    <a:pt x="1270" y="2552"/>
                  </a:lnTo>
                  <a:lnTo>
                    <a:pt x="1270" y="7620"/>
                  </a:lnTo>
                  <a:lnTo>
                    <a:pt x="168897" y="7620"/>
                  </a:lnTo>
                  <a:lnTo>
                    <a:pt x="168897" y="2552"/>
                  </a:lnTo>
                  <a:close/>
                </a:path>
                <a:path w="170180" h="7619">
                  <a:moveTo>
                    <a:pt x="170180" y="0"/>
                  </a:moveTo>
                  <a:lnTo>
                    <a:pt x="0" y="0"/>
                  </a:lnTo>
                  <a:lnTo>
                    <a:pt x="0" y="2540"/>
                  </a:lnTo>
                  <a:lnTo>
                    <a:pt x="170180" y="2540"/>
                  </a:lnTo>
                  <a:lnTo>
                    <a:pt x="170180" y="0"/>
                  </a:lnTo>
                  <a:close/>
                </a:path>
              </a:pathLst>
            </a:custGeom>
            <a:solidFill>
              <a:srgbClr val="6A086A"/>
            </a:solidFill>
          </p:spPr>
          <p:txBody>
            <a:bodyPr wrap="square" lIns="0" tIns="0" rIns="0" bIns="0" rtlCol="0"/>
            <a:lstStyle/>
            <a:p/>
          </p:txBody>
        </p:sp>
        <p:sp>
          <p:nvSpPr>
            <p:cNvPr id="789" name="object 789"/>
            <p:cNvSpPr/>
            <p:nvPr/>
          </p:nvSpPr>
          <p:spPr>
            <a:xfrm>
              <a:off x="2091690" y="1604009"/>
              <a:ext cx="166370" cy="6350"/>
            </a:xfrm>
            <a:custGeom>
              <a:avLst/>
              <a:gdLst/>
              <a:ahLst/>
              <a:cxnLst/>
              <a:rect l="l" t="t" r="r" b="b"/>
              <a:pathLst>
                <a:path w="166369" h="6350">
                  <a:moveTo>
                    <a:pt x="166370" y="1270"/>
                  </a:moveTo>
                  <a:lnTo>
                    <a:pt x="166357" y="0"/>
                  </a:lnTo>
                  <a:lnTo>
                    <a:pt x="0" y="0"/>
                  </a:lnTo>
                  <a:lnTo>
                    <a:pt x="0" y="1270"/>
                  </a:lnTo>
                  <a:lnTo>
                    <a:pt x="1270" y="1270"/>
                  </a:lnTo>
                  <a:lnTo>
                    <a:pt x="1270" y="3810"/>
                  </a:lnTo>
                  <a:lnTo>
                    <a:pt x="1270" y="6350"/>
                  </a:lnTo>
                  <a:lnTo>
                    <a:pt x="165100" y="6350"/>
                  </a:lnTo>
                  <a:lnTo>
                    <a:pt x="165100" y="3810"/>
                  </a:lnTo>
                  <a:lnTo>
                    <a:pt x="166370" y="3810"/>
                  </a:lnTo>
                  <a:lnTo>
                    <a:pt x="166370" y="1270"/>
                  </a:lnTo>
                  <a:close/>
                </a:path>
              </a:pathLst>
            </a:custGeom>
            <a:solidFill>
              <a:srgbClr val="6C076C"/>
            </a:solidFill>
          </p:spPr>
          <p:txBody>
            <a:bodyPr wrap="square" lIns="0" tIns="0" rIns="0" bIns="0" rtlCol="0"/>
            <a:lstStyle/>
            <a:p/>
          </p:txBody>
        </p:sp>
        <p:sp>
          <p:nvSpPr>
            <p:cNvPr id="790" name="object 790"/>
            <p:cNvSpPr/>
            <p:nvPr/>
          </p:nvSpPr>
          <p:spPr>
            <a:xfrm>
              <a:off x="2094230" y="161035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6D066D"/>
            </a:solidFill>
          </p:spPr>
          <p:txBody>
            <a:bodyPr wrap="square" lIns="0" tIns="0" rIns="0" bIns="0" rtlCol="0"/>
            <a:lstStyle/>
            <a:p/>
          </p:txBody>
        </p:sp>
        <p:sp>
          <p:nvSpPr>
            <p:cNvPr id="791" name="object 791"/>
            <p:cNvSpPr/>
            <p:nvPr/>
          </p:nvSpPr>
          <p:spPr>
            <a:xfrm>
              <a:off x="2096770" y="1617979"/>
              <a:ext cx="157480" cy="7620"/>
            </a:xfrm>
            <a:custGeom>
              <a:avLst/>
              <a:gdLst/>
              <a:ahLst/>
              <a:cxnLst/>
              <a:rect l="l" t="t" r="r" b="b"/>
              <a:pathLst>
                <a:path w="157480" h="7619">
                  <a:moveTo>
                    <a:pt x="157480" y="0"/>
                  </a:moveTo>
                  <a:lnTo>
                    <a:pt x="0" y="0"/>
                  </a:lnTo>
                  <a:lnTo>
                    <a:pt x="0" y="2540"/>
                  </a:lnTo>
                  <a:lnTo>
                    <a:pt x="0" y="3810"/>
                  </a:lnTo>
                  <a:lnTo>
                    <a:pt x="1270" y="3810"/>
                  </a:lnTo>
                  <a:lnTo>
                    <a:pt x="1270" y="6350"/>
                  </a:lnTo>
                  <a:lnTo>
                    <a:pt x="1270" y="7620"/>
                  </a:lnTo>
                  <a:lnTo>
                    <a:pt x="154927" y="7620"/>
                  </a:lnTo>
                  <a:lnTo>
                    <a:pt x="154927" y="6350"/>
                  </a:lnTo>
                  <a:lnTo>
                    <a:pt x="156197" y="6350"/>
                  </a:lnTo>
                  <a:lnTo>
                    <a:pt x="156197" y="3810"/>
                  </a:lnTo>
                  <a:lnTo>
                    <a:pt x="156210" y="2540"/>
                  </a:lnTo>
                  <a:lnTo>
                    <a:pt x="157480" y="2540"/>
                  </a:lnTo>
                  <a:lnTo>
                    <a:pt x="157480" y="0"/>
                  </a:lnTo>
                  <a:close/>
                </a:path>
              </a:pathLst>
            </a:custGeom>
            <a:solidFill>
              <a:srgbClr val="6F066F"/>
            </a:solidFill>
          </p:spPr>
          <p:txBody>
            <a:bodyPr wrap="square" lIns="0" tIns="0" rIns="0" bIns="0" rtlCol="0"/>
            <a:lstStyle/>
            <a:p/>
          </p:txBody>
        </p:sp>
        <p:sp>
          <p:nvSpPr>
            <p:cNvPr id="792" name="object 792"/>
            <p:cNvSpPr/>
            <p:nvPr/>
          </p:nvSpPr>
          <p:spPr>
            <a:xfrm>
              <a:off x="2099310" y="1625599"/>
              <a:ext cx="152400" cy="6350"/>
            </a:xfrm>
            <a:custGeom>
              <a:avLst/>
              <a:gdLst/>
              <a:ahLst/>
              <a:cxnLst/>
              <a:rect l="l" t="t" r="r" b="b"/>
              <a:pathLst>
                <a:path w="152400" h="6350">
                  <a:moveTo>
                    <a:pt x="152400" y="0"/>
                  </a:moveTo>
                  <a:lnTo>
                    <a:pt x="0" y="0"/>
                  </a:lnTo>
                  <a:lnTo>
                    <a:pt x="0" y="1270"/>
                  </a:lnTo>
                  <a:lnTo>
                    <a:pt x="0" y="3810"/>
                  </a:lnTo>
                  <a:lnTo>
                    <a:pt x="1270" y="3810"/>
                  </a:lnTo>
                  <a:lnTo>
                    <a:pt x="1270" y="6350"/>
                  </a:lnTo>
                  <a:lnTo>
                    <a:pt x="149860" y="6350"/>
                  </a:lnTo>
                  <a:lnTo>
                    <a:pt x="149860" y="3810"/>
                  </a:lnTo>
                  <a:lnTo>
                    <a:pt x="151130" y="3810"/>
                  </a:lnTo>
                  <a:lnTo>
                    <a:pt x="151130" y="1270"/>
                  </a:lnTo>
                  <a:lnTo>
                    <a:pt x="152400" y="1270"/>
                  </a:lnTo>
                  <a:lnTo>
                    <a:pt x="152400" y="0"/>
                  </a:lnTo>
                  <a:close/>
                </a:path>
              </a:pathLst>
            </a:custGeom>
            <a:solidFill>
              <a:srgbClr val="700570"/>
            </a:solidFill>
          </p:spPr>
          <p:txBody>
            <a:bodyPr wrap="square" lIns="0" tIns="0" rIns="0" bIns="0" rtlCol="0"/>
            <a:lstStyle/>
            <a:p/>
          </p:txBody>
        </p:sp>
        <p:sp>
          <p:nvSpPr>
            <p:cNvPr id="793" name="object 793"/>
            <p:cNvSpPr/>
            <p:nvPr/>
          </p:nvSpPr>
          <p:spPr>
            <a:xfrm>
              <a:off x="2100580" y="1631949"/>
              <a:ext cx="147320" cy="7620"/>
            </a:xfrm>
            <a:custGeom>
              <a:avLst/>
              <a:gdLst/>
              <a:ahLst/>
              <a:cxnLst/>
              <a:rect l="l" t="t" r="r" b="b"/>
              <a:pathLst>
                <a:path w="147319" h="7619">
                  <a:moveTo>
                    <a:pt x="147320" y="0"/>
                  </a:moveTo>
                  <a:lnTo>
                    <a:pt x="0" y="0"/>
                  </a:lnTo>
                  <a:lnTo>
                    <a:pt x="0" y="1270"/>
                  </a:lnTo>
                  <a:lnTo>
                    <a:pt x="1270" y="1270"/>
                  </a:lnTo>
                  <a:lnTo>
                    <a:pt x="1270" y="3810"/>
                  </a:lnTo>
                  <a:lnTo>
                    <a:pt x="1270" y="5080"/>
                  </a:lnTo>
                  <a:lnTo>
                    <a:pt x="2540" y="5080"/>
                  </a:lnTo>
                  <a:lnTo>
                    <a:pt x="2540" y="6350"/>
                  </a:lnTo>
                  <a:lnTo>
                    <a:pt x="2540" y="7620"/>
                  </a:lnTo>
                  <a:lnTo>
                    <a:pt x="144767" y="7620"/>
                  </a:lnTo>
                  <a:lnTo>
                    <a:pt x="144767" y="6350"/>
                  </a:lnTo>
                  <a:lnTo>
                    <a:pt x="146050" y="6350"/>
                  </a:lnTo>
                  <a:lnTo>
                    <a:pt x="146050" y="5080"/>
                  </a:lnTo>
                  <a:lnTo>
                    <a:pt x="146050" y="3810"/>
                  </a:lnTo>
                  <a:lnTo>
                    <a:pt x="147320" y="3810"/>
                  </a:lnTo>
                  <a:lnTo>
                    <a:pt x="147320" y="1270"/>
                  </a:lnTo>
                  <a:lnTo>
                    <a:pt x="147320" y="0"/>
                  </a:lnTo>
                  <a:close/>
                </a:path>
              </a:pathLst>
            </a:custGeom>
            <a:solidFill>
              <a:srgbClr val="720572"/>
            </a:solidFill>
          </p:spPr>
          <p:txBody>
            <a:bodyPr wrap="square" lIns="0" tIns="0" rIns="0" bIns="0" rtlCol="0"/>
            <a:lstStyle/>
            <a:p/>
          </p:txBody>
        </p:sp>
        <p:sp>
          <p:nvSpPr>
            <p:cNvPr id="794" name="object 794"/>
            <p:cNvSpPr/>
            <p:nvPr/>
          </p:nvSpPr>
          <p:spPr>
            <a:xfrm>
              <a:off x="2104390" y="1639569"/>
              <a:ext cx="140970" cy="7620"/>
            </a:xfrm>
            <a:custGeom>
              <a:avLst/>
              <a:gdLst/>
              <a:ahLst/>
              <a:cxnLst/>
              <a:rect l="l" t="t" r="r" b="b"/>
              <a:pathLst>
                <a:path w="140969" h="7619">
                  <a:moveTo>
                    <a:pt x="140969" y="0"/>
                  </a:moveTo>
                  <a:lnTo>
                    <a:pt x="0" y="0"/>
                  </a:lnTo>
                  <a:lnTo>
                    <a:pt x="0" y="2539"/>
                  </a:lnTo>
                  <a:lnTo>
                    <a:pt x="1270" y="2539"/>
                  </a:lnTo>
                  <a:lnTo>
                    <a:pt x="1270" y="5079"/>
                  </a:lnTo>
                  <a:lnTo>
                    <a:pt x="2540" y="5079"/>
                  </a:lnTo>
                  <a:lnTo>
                    <a:pt x="2540" y="7619"/>
                  </a:lnTo>
                  <a:lnTo>
                    <a:pt x="137160" y="7619"/>
                  </a:lnTo>
                  <a:lnTo>
                    <a:pt x="137160" y="6350"/>
                  </a:lnTo>
                  <a:lnTo>
                    <a:pt x="138430" y="6350"/>
                  </a:lnTo>
                  <a:lnTo>
                    <a:pt x="138430" y="3810"/>
                  </a:lnTo>
                  <a:lnTo>
                    <a:pt x="139700" y="3810"/>
                  </a:lnTo>
                  <a:lnTo>
                    <a:pt x="139700" y="1270"/>
                  </a:lnTo>
                  <a:lnTo>
                    <a:pt x="140969" y="1270"/>
                  </a:lnTo>
                  <a:lnTo>
                    <a:pt x="140969" y="0"/>
                  </a:lnTo>
                  <a:close/>
                </a:path>
              </a:pathLst>
            </a:custGeom>
            <a:solidFill>
              <a:srgbClr val="730473"/>
            </a:solidFill>
          </p:spPr>
          <p:txBody>
            <a:bodyPr wrap="square" lIns="0" tIns="0" rIns="0" bIns="0" rtlCol="0"/>
            <a:lstStyle/>
            <a:p/>
          </p:txBody>
        </p:sp>
        <p:sp>
          <p:nvSpPr>
            <p:cNvPr id="795" name="object 795"/>
            <p:cNvSpPr/>
            <p:nvPr/>
          </p:nvSpPr>
          <p:spPr>
            <a:xfrm>
              <a:off x="210820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797" y="5080"/>
                  </a:lnTo>
                  <a:lnTo>
                    <a:pt x="130797" y="3810"/>
                  </a:lnTo>
                  <a:lnTo>
                    <a:pt x="132080" y="3810"/>
                  </a:lnTo>
                  <a:lnTo>
                    <a:pt x="132080" y="2540"/>
                  </a:lnTo>
                  <a:lnTo>
                    <a:pt x="132080" y="1270"/>
                  </a:lnTo>
                  <a:lnTo>
                    <a:pt x="133350" y="1270"/>
                  </a:lnTo>
                  <a:lnTo>
                    <a:pt x="133350" y="0"/>
                  </a:lnTo>
                  <a:close/>
                </a:path>
              </a:pathLst>
            </a:custGeom>
            <a:solidFill>
              <a:srgbClr val="740474"/>
            </a:solidFill>
          </p:spPr>
          <p:txBody>
            <a:bodyPr wrap="square" lIns="0" tIns="0" rIns="0" bIns="0" rtlCol="0"/>
            <a:lstStyle/>
            <a:p/>
          </p:txBody>
        </p:sp>
        <p:sp>
          <p:nvSpPr>
            <p:cNvPr id="796" name="object 796"/>
            <p:cNvSpPr/>
            <p:nvPr/>
          </p:nvSpPr>
          <p:spPr>
            <a:xfrm>
              <a:off x="2112010" y="1653539"/>
              <a:ext cx="125730" cy="7620"/>
            </a:xfrm>
            <a:custGeom>
              <a:avLst/>
              <a:gdLst/>
              <a:ahLst/>
              <a:cxnLst/>
              <a:rect l="l" t="t" r="r" b="b"/>
              <a:pathLst>
                <a:path w="125730" h="7619">
                  <a:moveTo>
                    <a:pt x="120637" y="6362"/>
                  </a:moveTo>
                  <a:lnTo>
                    <a:pt x="3810" y="6362"/>
                  </a:lnTo>
                  <a:lnTo>
                    <a:pt x="3810" y="7620"/>
                  </a:lnTo>
                  <a:lnTo>
                    <a:pt x="120637" y="7620"/>
                  </a:lnTo>
                  <a:lnTo>
                    <a:pt x="120637" y="6362"/>
                  </a:lnTo>
                  <a:close/>
                </a:path>
                <a:path w="125730" h="7619">
                  <a:moveTo>
                    <a:pt x="125730" y="0"/>
                  </a:moveTo>
                  <a:lnTo>
                    <a:pt x="0" y="0"/>
                  </a:lnTo>
                  <a:lnTo>
                    <a:pt x="0" y="1270"/>
                  </a:lnTo>
                  <a:lnTo>
                    <a:pt x="0" y="2540"/>
                  </a:lnTo>
                  <a:lnTo>
                    <a:pt x="1270" y="2540"/>
                  </a:lnTo>
                  <a:lnTo>
                    <a:pt x="1270" y="3810"/>
                  </a:lnTo>
                  <a:lnTo>
                    <a:pt x="2540" y="3810"/>
                  </a:lnTo>
                  <a:lnTo>
                    <a:pt x="2540" y="5080"/>
                  </a:lnTo>
                  <a:lnTo>
                    <a:pt x="2540" y="6350"/>
                  </a:lnTo>
                  <a:lnTo>
                    <a:pt x="121920" y="6350"/>
                  </a:lnTo>
                  <a:lnTo>
                    <a:pt x="121920" y="5080"/>
                  </a:lnTo>
                  <a:lnTo>
                    <a:pt x="123190" y="5080"/>
                  </a:lnTo>
                  <a:lnTo>
                    <a:pt x="123190" y="3810"/>
                  </a:lnTo>
                  <a:lnTo>
                    <a:pt x="123190" y="2540"/>
                  </a:lnTo>
                  <a:lnTo>
                    <a:pt x="124460" y="2540"/>
                  </a:lnTo>
                  <a:lnTo>
                    <a:pt x="124460" y="1270"/>
                  </a:lnTo>
                  <a:lnTo>
                    <a:pt x="125730" y="1270"/>
                  </a:lnTo>
                  <a:lnTo>
                    <a:pt x="125730" y="0"/>
                  </a:lnTo>
                  <a:close/>
                </a:path>
              </a:pathLst>
            </a:custGeom>
            <a:solidFill>
              <a:srgbClr val="760376"/>
            </a:solidFill>
          </p:spPr>
          <p:txBody>
            <a:bodyPr wrap="square" lIns="0" tIns="0" rIns="0" bIns="0" rtlCol="0"/>
            <a:lstStyle/>
            <a:p/>
          </p:txBody>
        </p:sp>
        <p:sp>
          <p:nvSpPr>
            <p:cNvPr id="797" name="object 797"/>
            <p:cNvSpPr/>
            <p:nvPr/>
          </p:nvSpPr>
          <p:spPr>
            <a:xfrm>
              <a:off x="2117090" y="1661159"/>
              <a:ext cx="115570" cy="8255"/>
            </a:xfrm>
            <a:custGeom>
              <a:avLst/>
              <a:gdLst/>
              <a:ahLst/>
              <a:cxnLst/>
              <a:rect l="l" t="t" r="r" b="b"/>
              <a:pathLst>
                <a:path w="115569" h="8255">
                  <a:moveTo>
                    <a:pt x="111760" y="5092"/>
                  </a:moveTo>
                  <a:lnTo>
                    <a:pt x="3810" y="5092"/>
                  </a:lnTo>
                  <a:lnTo>
                    <a:pt x="3810" y="6350"/>
                  </a:lnTo>
                  <a:lnTo>
                    <a:pt x="5080" y="6350"/>
                  </a:lnTo>
                  <a:lnTo>
                    <a:pt x="5080" y="7632"/>
                  </a:lnTo>
                  <a:lnTo>
                    <a:pt x="110490" y="7632"/>
                  </a:lnTo>
                  <a:lnTo>
                    <a:pt x="110490" y="6350"/>
                  </a:lnTo>
                  <a:lnTo>
                    <a:pt x="111760" y="6350"/>
                  </a:lnTo>
                  <a:lnTo>
                    <a:pt x="111760" y="5092"/>
                  </a:lnTo>
                  <a:close/>
                </a:path>
                <a:path w="115569" h="8255">
                  <a:moveTo>
                    <a:pt x="115557" y="0"/>
                  </a:moveTo>
                  <a:lnTo>
                    <a:pt x="0" y="0"/>
                  </a:lnTo>
                  <a:lnTo>
                    <a:pt x="0" y="1282"/>
                  </a:lnTo>
                  <a:lnTo>
                    <a:pt x="1270" y="1282"/>
                  </a:lnTo>
                  <a:lnTo>
                    <a:pt x="1270" y="2540"/>
                  </a:lnTo>
                  <a:lnTo>
                    <a:pt x="1270" y="3810"/>
                  </a:lnTo>
                  <a:lnTo>
                    <a:pt x="2540" y="3810"/>
                  </a:lnTo>
                  <a:lnTo>
                    <a:pt x="2540" y="5080"/>
                  </a:lnTo>
                  <a:lnTo>
                    <a:pt x="113030" y="5080"/>
                  </a:lnTo>
                  <a:lnTo>
                    <a:pt x="113030" y="3810"/>
                  </a:lnTo>
                  <a:lnTo>
                    <a:pt x="113030" y="2540"/>
                  </a:lnTo>
                  <a:lnTo>
                    <a:pt x="114300" y="2540"/>
                  </a:lnTo>
                  <a:lnTo>
                    <a:pt x="114300" y="1282"/>
                  </a:lnTo>
                  <a:lnTo>
                    <a:pt x="115557" y="1282"/>
                  </a:lnTo>
                  <a:lnTo>
                    <a:pt x="115557" y="0"/>
                  </a:lnTo>
                  <a:close/>
                </a:path>
              </a:pathLst>
            </a:custGeom>
            <a:solidFill>
              <a:srgbClr val="770277"/>
            </a:solidFill>
          </p:spPr>
          <p:txBody>
            <a:bodyPr wrap="square" lIns="0" tIns="0" rIns="0" bIns="0" rtlCol="0"/>
            <a:lstStyle/>
            <a:p/>
          </p:txBody>
        </p:sp>
        <p:sp>
          <p:nvSpPr>
            <p:cNvPr id="798" name="object 798"/>
            <p:cNvSpPr/>
            <p:nvPr/>
          </p:nvSpPr>
          <p:spPr>
            <a:xfrm>
              <a:off x="2123440" y="1668792"/>
              <a:ext cx="102870" cy="6350"/>
            </a:xfrm>
            <a:custGeom>
              <a:avLst/>
              <a:gdLst/>
              <a:ahLst/>
              <a:cxnLst/>
              <a:rect l="l" t="t" r="r" b="b"/>
              <a:pathLst>
                <a:path w="102869" h="6350">
                  <a:moveTo>
                    <a:pt x="102857"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07" y="6350"/>
                  </a:lnTo>
                  <a:lnTo>
                    <a:pt x="96507" y="5067"/>
                  </a:lnTo>
                  <a:lnTo>
                    <a:pt x="97790" y="5067"/>
                  </a:lnTo>
                  <a:lnTo>
                    <a:pt x="97790" y="3810"/>
                  </a:lnTo>
                  <a:lnTo>
                    <a:pt x="99060" y="3810"/>
                  </a:lnTo>
                  <a:lnTo>
                    <a:pt x="99060" y="2527"/>
                  </a:lnTo>
                  <a:lnTo>
                    <a:pt x="100330" y="2527"/>
                  </a:lnTo>
                  <a:lnTo>
                    <a:pt x="100330" y="1257"/>
                  </a:lnTo>
                  <a:lnTo>
                    <a:pt x="102857" y="1257"/>
                  </a:lnTo>
                  <a:lnTo>
                    <a:pt x="102857" y="0"/>
                  </a:lnTo>
                  <a:close/>
                </a:path>
              </a:pathLst>
            </a:custGeom>
            <a:solidFill>
              <a:srgbClr val="790279"/>
            </a:solidFill>
          </p:spPr>
          <p:txBody>
            <a:bodyPr wrap="square" lIns="0" tIns="0" rIns="0" bIns="0" rtlCol="0"/>
            <a:lstStyle/>
            <a:p/>
          </p:txBody>
        </p:sp>
        <p:sp>
          <p:nvSpPr>
            <p:cNvPr id="799" name="object 799"/>
            <p:cNvSpPr/>
            <p:nvPr/>
          </p:nvSpPr>
          <p:spPr>
            <a:xfrm>
              <a:off x="2131060" y="1675129"/>
              <a:ext cx="87630" cy="7620"/>
            </a:xfrm>
            <a:custGeom>
              <a:avLst/>
              <a:gdLst/>
              <a:ahLst/>
              <a:cxnLst/>
              <a:rect l="l" t="t" r="r" b="b"/>
              <a:pathLst>
                <a:path w="87630" h="7619">
                  <a:moveTo>
                    <a:pt x="77469" y="6350"/>
                  </a:moveTo>
                  <a:lnTo>
                    <a:pt x="10159" y="6350"/>
                  </a:lnTo>
                  <a:lnTo>
                    <a:pt x="10159" y="7619"/>
                  </a:lnTo>
                  <a:lnTo>
                    <a:pt x="77469" y="7619"/>
                  </a:lnTo>
                  <a:lnTo>
                    <a:pt x="77469" y="6350"/>
                  </a:lnTo>
                  <a:close/>
                </a:path>
                <a:path w="87630" h="7619">
                  <a:moveTo>
                    <a:pt x="81280" y="5079"/>
                  </a:moveTo>
                  <a:lnTo>
                    <a:pt x="7619" y="5079"/>
                  </a:lnTo>
                  <a:lnTo>
                    <a:pt x="7619" y="6350"/>
                  </a:lnTo>
                  <a:lnTo>
                    <a:pt x="81280" y="6350"/>
                  </a:lnTo>
                  <a:lnTo>
                    <a:pt x="81280" y="5079"/>
                  </a:lnTo>
                  <a:close/>
                </a:path>
                <a:path w="87630" h="7619">
                  <a:moveTo>
                    <a:pt x="83819" y="3810"/>
                  </a:moveTo>
                  <a:lnTo>
                    <a:pt x="5079" y="3810"/>
                  </a:lnTo>
                  <a:lnTo>
                    <a:pt x="5079" y="5079"/>
                  </a:lnTo>
                  <a:lnTo>
                    <a:pt x="83819" y="5079"/>
                  </a:lnTo>
                  <a:lnTo>
                    <a:pt x="83819" y="3810"/>
                  </a:lnTo>
                  <a:close/>
                </a:path>
                <a:path w="87630" h="7619">
                  <a:moveTo>
                    <a:pt x="85089" y="2539"/>
                  </a:moveTo>
                  <a:lnTo>
                    <a:pt x="2539" y="2539"/>
                  </a:lnTo>
                  <a:lnTo>
                    <a:pt x="2539" y="3810"/>
                  </a:lnTo>
                  <a:lnTo>
                    <a:pt x="85089" y="3810"/>
                  </a:lnTo>
                  <a:lnTo>
                    <a:pt x="85089" y="2539"/>
                  </a:lnTo>
                  <a:close/>
                </a:path>
                <a:path w="87630" h="7619">
                  <a:moveTo>
                    <a:pt x="86359" y="1269"/>
                  </a:moveTo>
                  <a:lnTo>
                    <a:pt x="1269" y="1269"/>
                  </a:lnTo>
                  <a:lnTo>
                    <a:pt x="1269" y="2539"/>
                  </a:lnTo>
                  <a:lnTo>
                    <a:pt x="86359" y="2539"/>
                  </a:lnTo>
                  <a:lnTo>
                    <a:pt x="86359" y="1269"/>
                  </a:lnTo>
                  <a:close/>
                </a:path>
                <a:path w="87630" h="7619">
                  <a:moveTo>
                    <a:pt x="87630" y="0"/>
                  </a:moveTo>
                  <a:lnTo>
                    <a:pt x="0" y="0"/>
                  </a:lnTo>
                  <a:lnTo>
                    <a:pt x="0" y="1269"/>
                  </a:lnTo>
                  <a:lnTo>
                    <a:pt x="87630" y="1269"/>
                  </a:lnTo>
                  <a:lnTo>
                    <a:pt x="87630" y="0"/>
                  </a:lnTo>
                  <a:close/>
                </a:path>
              </a:pathLst>
            </a:custGeom>
            <a:solidFill>
              <a:srgbClr val="7A017A"/>
            </a:solidFill>
          </p:spPr>
          <p:txBody>
            <a:bodyPr wrap="square" lIns="0" tIns="0" rIns="0" bIns="0" rtlCol="0"/>
            <a:lstStyle/>
            <a:p/>
          </p:txBody>
        </p:sp>
        <p:sp>
          <p:nvSpPr>
            <p:cNvPr id="800" name="object 800"/>
            <p:cNvSpPr/>
            <p:nvPr/>
          </p:nvSpPr>
          <p:spPr>
            <a:xfrm>
              <a:off x="2142490" y="1682749"/>
              <a:ext cx="64769" cy="7620"/>
            </a:xfrm>
            <a:custGeom>
              <a:avLst/>
              <a:gdLst/>
              <a:ahLst/>
              <a:cxnLst/>
              <a:rect l="l" t="t" r="r" b="b"/>
              <a:pathLst>
                <a:path w="64769" h="7619">
                  <a:moveTo>
                    <a:pt x="35560" y="6350"/>
                  </a:moveTo>
                  <a:lnTo>
                    <a:pt x="34290" y="6350"/>
                  </a:lnTo>
                  <a:lnTo>
                    <a:pt x="34290" y="7620"/>
                  </a:lnTo>
                  <a:lnTo>
                    <a:pt x="35560" y="7620"/>
                  </a:lnTo>
                  <a:lnTo>
                    <a:pt x="35560" y="6350"/>
                  </a:lnTo>
                  <a:close/>
                </a:path>
                <a:path w="64769" h="7619">
                  <a:moveTo>
                    <a:pt x="43180" y="5080"/>
                  </a:moveTo>
                  <a:lnTo>
                    <a:pt x="21590" y="5080"/>
                  </a:lnTo>
                  <a:lnTo>
                    <a:pt x="21590" y="6350"/>
                  </a:lnTo>
                  <a:lnTo>
                    <a:pt x="43180" y="6350"/>
                  </a:lnTo>
                  <a:lnTo>
                    <a:pt x="43180" y="5080"/>
                  </a:lnTo>
                  <a:close/>
                </a:path>
                <a:path w="64769" h="7619">
                  <a:moveTo>
                    <a:pt x="57150" y="3810"/>
                  </a:moveTo>
                  <a:lnTo>
                    <a:pt x="17780" y="3810"/>
                  </a:lnTo>
                  <a:lnTo>
                    <a:pt x="17780" y="5080"/>
                  </a:lnTo>
                  <a:lnTo>
                    <a:pt x="57150" y="5080"/>
                  </a:lnTo>
                  <a:lnTo>
                    <a:pt x="57150" y="3810"/>
                  </a:lnTo>
                  <a:close/>
                </a:path>
                <a:path w="64769" h="7619">
                  <a:moveTo>
                    <a:pt x="59690" y="2540"/>
                  </a:moveTo>
                  <a:lnTo>
                    <a:pt x="10160" y="2540"/>
                  </a:lnTo>
                  <a:lnTo>
                    <a:pt x="10160" y="3810"/>
                  </a:lnTo>
                  <a:lnTo>
                    <a:pt x="59690" y="3810"/>
                  </a:lnTo>
                  <a:lnTo>
                    <a:pt x="59690" y="2540"/>
                  </a:lnTo>
                  <a:close/>
                </a:path>
                <a:path w="64769" h="7619">
                  <a:moveTo>
                    <a:pt x="62230" y="1270"/>
                  </a:moveTo>
                  <a:lnTo>
                    <a:pt x="7620" y="1270"/>
                  </a:lnTo>
                  <a:lnTo>
                    <a:pt x="7620" y="2540"/>
                  </a:lnTo>
                  <a:lnTo>
                    <a:pt x="62230" y="2540"/>
                  </a:lnTo>
                  <a:lnTo>
                    <a:pt x="62230" y="1270"/>
                  </a:lnTo>
                  <a:close/>
                </a:path>
                <a:path w="64769" h="7619">
                  <a:moveTo>
                    <a:pt x="64769" y="0"/>
                  </a:moveTo>
                  <a:lnTo>
                    <a:pt x="0" y="0"/>
                  </a:lnTo>
                  <a:lnTo>
                    <a:pt x="0" y="1270"/>
                  </a:lnTo>
                  <a:lnTo>
                    <a:pt x="64769" y="1270"/>
                  </a:lnTo>
                  <a:lnTo>
                    <a:pt x="64769" y="0"/>
                  </a:lnTo>
                  <a:close/>
                </a:path>
              </a:pathLst>
            </a:custGeom>
            <a:solidFill>
              <a:srgbClr val="7C017C"/>
            </a:solidFill>
          </p:spPr>
          <p:txBody>
            <a:bodyPr wrap="square" lIns="0" tIns="0" rIns="0" bIns="0" rtlCol="0"/>
            <a:lstStyle/>
            <a:p/>
          </p:txBody>
        </p:sp>
      </p:grpSp>
      <p:grpSp>
        <p:nvGrpSpPr>
          <p:cNvPr id="801" name="object 801"/>
          <p:cNvGrpSpPr/>
          <p:nvPr/>
        </p:nvGrpSpPr>
        <p:grpSpPr>
          <a:xfrm>
            <a:off x="2514600" y="842010"/>
            <a:ext cx="153670" cy="835660"/>
            <a:chOff x="2514600" y="842010"/>
            <a:chExt cx="153670" cy="835660"/>
          </a:xfrm>
        </p:grpSpPr>
        <p:sp>
          <p:nvSpPr>
            <p:cNvPr id="802" name="object 802"/>
            <p:cNvSpPr/>
            <p:nvPr/>
          </p:nvSpPr>
          <p:spPr>
            <a:xfrm>
              <a:off x="2576830" y="842009"/>
              <a:ext cx="78740" cy="13970"/>
            </a:xfrm>
            <a:custGeom>
              <a:avLst/>
              <a:gdLst/>
              <a:ahLst/>
              <a:cxnLst/>
              <a:rect l="l" t="t" r="r" b="b"/>
              <a:pathLst>
                <a:path w="78739" h="13969">
                  <a:moveTo>
                    <a:pt x="78740" y="12700"/>
                  </a:moveTo>
                  <a:lnTo>
                    <a:pt x="74930" y="12700"/>
                  </a:lnTo>
                  <a:lnTo>
                    <a:pt x="74930" y="11430"/>
                  </a:lnTo>
                  <a:lnTo>
                    <a:pt x="72390" y="11430"/>
                  </a:lnTo>
                  <a:lnTo>
                    <a:pt x="72390" y="10160"/>
                  </a:lnTo>
                  <a:lnTo>
                    <a:pt x="67310" y="10160"/>
                  </a:lnTo>
                  <a:lnTo>
                    <a:pt x="67310" y="8890"/>
                  </a:lnTo>
                  <a:lnTo>
                    <a:pt x="62230" y="8890"/>
                  </a:lnTo>
                  <a:lnTo>
                    <a:pt x="62230" y="7620"/>
                  </a:lnTo>
                  <a:lnTo>
                    <a:pt x="58420" y="7620"/>
                  </a:lnTo>
                  <a:lnTo>
                    <a:pt x="58420" y="6350"/>
                  </a:lnTo>
                  <a:lnTo>
                    <a:pt x="55867" y="6350"/>
                  </a:lnTo>
                  <a:lnTo>
                    <a:pt x="55867" y="5080"/>
                  </a:lnTo>
                  <a:lnTo>
                    <a:pt x="49530" y="5080"/>
                  </a:lnTo>
                  <a:lnTo>
                    <a:pt x="49530" y="3810"/>
                  </a:lnTo>
                  <a:lnTo>
                    <a:pt x="45720" y="3810"/>
                  </a:lnTo>
                  <a:lnTo>
                    <a:pt x="45720" y="2540"/>
                  </a:lnTo>
                  <a:lnTo>
                    <a:pt x="43180" y="2540"/>
                  </a:lnTo>
                  <a:lnTo>
                    <a:pt x="43180" y="1270"/>
                  </a:lnTo>
                  <a:lnTo>
                    <a:pt x="33020" y="1270"/>
                  </a:lnTo>
                  <a:lnTo>
                    <a:pt x="33020" y="0"/>
                  </a:lnTo>
                  <a:lnTo>
                    <a:pt x="25400" y="0"/>
                  </a:lnTo>
                  <a:lnTo>
                    <a:pt x="25400" y="1270"/>
                  </a:lnTo>
                  <a:lnTo>
                    <a:pt x="20320" y="1270"/>
                  </a:lnTo>
                  <a:lnTo>
                    <a:pt x="20320" y="2540"/>
                  </a:lnTo>
                  <a:lnTo>
                    <a:pt x="15240" y="2540"/>
                  </a:lnTo>
                  <a:lnTo>
                    <a:pt x="15240" y="3810"/>
                  </a:lnTo>
                  <a:lnTo>
                    <a:pt x="11430" y="3810"/>
                  </a:lnTo>
                  <a:lnTo>
                    <a:pt x="11430" y="5080"/>
                  </a:lnTo>
                  <a:lnTo>
                    <a:pt x="10160" y="5080"/>
                  </a:lnTo>
                  <a:lnTo>
                    <a:pt x="10160" y="6350"/>
                  </a:lnTo>
                  <a:lnTo>
                    <a:pt x="7620" y="6350"/>
                  </a:lnTo>
                  <a:lnTo>
                    <a:pt x="7620" y="7620"/>
                  </a:lnTo>
                  <a:lnTo>
                    <a:pt x="6350" y="7620"/>
                  </a:lnTo>
                  <a:lnTo>
                    <a:pt x="6350" y="8890"/>
                  </a:lnTo>
                  <a:lnTo>
                    <a:pt x="2540" y="8890"/>
                  </a:lnTo>
                  <a:lnTo>
                    <a:pt x="2540" y="10160"/>
                  </a:lnTo>
                  <a:lnTo>
                    <a:pt x="1270" y="10160"/>
                  </a:lnTo>
                  <a:lnTo>
                    <a:pt x="1270" y="12700"/>
                  </a:lnTo>
                  <a:lnTo>
                    <a:pt x="0" y="12700"/>
                  </a:lnTo>
                  <a:lnTo>
                    <a:pt x="0" y="13970"/>
                  </a:lnTo>
                  <a:lnTo>
                    <a:pt x="78740" y="13970"/>
                  </a:lnTo>
                  <a:lnTo>
                    <a:pt x="78740" y="12700"/>
                  </a:lnTo>
                  <a:close/>
                </a:path>
              </a:pathLst>
            </a:custGeom>
            <a:solidFill>
              <a:srgbClr val="003300"/>
            </a:solidFill>
          </p:spPr>
          <p:txBody>
            <a:bodyPr wrap="square" lIns="0" tIns="0" rIns="0" bIns="0" rtlCol="0"/>
            <a:lstStyle/>
            <a:p/>
          </p:txBody>
        </p:sp>
        <p:sp>
          <p:nvSpPr>
            <p:cNvPr id="803" name="object 803"/>
            <p:cNvSpPr/>
            <p:nvPr/>
          </p:nvSpPr>
          <p:spPr>
            <a:xfrm>
              <a:off x="2570480" y="855979"/>
              <a:ext cx="97790" cy="7620"/>
            </a:xfrm>
            <a:custGeom>
              <a:avLst/>
              <a:gdLst/>
              <a:ahLst/>
              <a:cxnLst/>
              <a:rect l="l" t="t" r="r" b="b"/>
              <a:pathLst>
                <a:path w="97789" h="7619">
                  <a:moveTo>
                    <a:pt x="97790" y="6362"/>
                  </a:moveTo>
                  <a:lnTo>
                    <a:pt x="0" y="6362"/>
                  </a:lnTo>
                  <a:lnTo>
                    <a:pt x="0" y="7620"/>
                  </a:lnTo>
                  <a:lnTo>
                    <a:pt x="97790" y="7620"/>
                  </a:lnTo>
                  <a:lnTo>
                    <a:pt x="97790" y="6362"/>
                  </a:lnTo>
                  <a:close/>
                </a:path>
                <a:path w="97789" h="7619">
                  <a:moveTo>
                    <a:pt x="97790" y="2540"/>
                  </a:moveTo>
                  <a:lnTo>
                    <a:pt x="92710" y="2540"/>
                  </a:lnTo>
                  <a:lnTo>
                    <a:pt x="92710" y="1270"/>
                  </a:lnTo>
                  <a:lnTo>
                    <a:pt x="88900" y="1270"/>
                  </a:lnTo>
                  <a:lnTo>
                    <a:pt x="8890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97790" y="6350"/>
                  </a:lnTo>
                  <a:lnTo>
                    <a:pt x="97790" y="5080"/>
                  </a:lnTo>
                  <a:lnTo>
                    <a:pt x="97790" y="3810"/>
                  </a:lnTo>
                  <a:lnTo>
                    <a:pt x="97790" y="2540"/>
                  </a:lnTo>
                  <a:close/>
                </a:path>
              </a:pathLst>
            </a:custGeom>
            <a:solidFill>
              <a:srgbClr val="013301"/>
            </a:solidFill>
          </p:spPr>
          <p:txBody>
            <a:bodyPr wrap="square" lIns="0" tIns="0" rIns="0" bIns="0" rtlCol="0"/>
            <a:lstStyle/>
            <a:p/>
          </p:txBody>
        </p:sp>
        <p:sp>
          <p:nvSpPr>
            <p:cNvPr id="804" name="object 804"/>
            <p:cNvSpPr/>
            <p:nvPr/>
          </p:nvSpPr>
          <p:spPr>
            <a:xfrm>
              <a:off x="2566670" y="863599"/>
              <a:ext cx="101600" cy="6350"/>
            </a:xfrm>
            <a:custGeom>
              <a:avLst/>
              <a:gdLst/>
              <a:ahLst/>
              <a:cxnLst/>
              <a:rect l="l" t="t" r="r" b="b"/>
              <a:pathLst>
                <a:path w="101600" h="6350">
                  <a:moveTo>
                    <a:pt x="101600" y="5092"/>
                  </a:moveTo>
                  <a:lnTo>
                    <a:pt x="0" y="5092"/>
                  </a:lnTo>
                  <a:lnTo>
                    <a:pt x="0" y="6350"/>
                  </a:lnTo>
                  <a:lnTo>
                    <a:pt x="101600" y="6350"/>
                  </a:lnTo>
                  <a:lnTo>
                    <a:pt x="101600" y="5092"/>
                  </a:lnTo>
                  <a:close/>
                </a:path>
                <a:path w="101600" h="6350">
                  <a:moveTo>
                    <a:pt x="101600" y="0"/>
                  </a:moveTo>
                  <a:lnTo>
                    <a:pt x="3810" y="0"/>
                  </a:lnTo>
                  <a:lnTo>
                    <a:pt x="3810" y="1270"/>
                  </a:lnTo>
                  <a:lnTo>
                    <a:pt x="2540" y="1270"/>
                  </a:lnTo>
                  <a:lnTo>
                    <a:pt x="2540" y="2540"/>
                  </a:lnTo>
                  <a:lnTo>
                    <a:pt x="1270" y="2540"/>
                  </a:lnTo>
                  <a:lnTo>
                    <a:pt x="1270" y="5080"/>
                  </a:lnTo>
                  <a:lnTo>
                    <a:pt x="101600" y="5080"/>
                  </a:lnTo>
                  <a:lnTo>
                    <a:pt x="101600" y="2540"/>
                  </a:lnTo>
                  <a:lnTo>
                    <a:pt x="101600" y="1270"/>
                  </a:lnTo>
                  <a:lnTo>
                    <a:pt x="101600" y="0"/>
                  </a:lnTo>
                  <a:close/>
                </a:path>
              </a:pathLst>
            </a:custGeom>
            <a:solidFill>
              <a:srgbClr val="023102"/>
            </a:solidFill>
          </p:spPr>
          <p:txBody>
            <a:bodyPr wrap="square" lIns="0" tIns="0" rIns="0" bIns="0" rtlCol="0"/>
            <a:lstStyle/>
            <a:p/>
          </p:txBody>
        </p:sp>
        <p:sp>
          <p:nvSpPr>
            <p:cNvPr id="805" name="object 805"/>
            <p:cNvSpPr/>
            <p:nvPr/>
          </p:nvSpPr>
          <p:spPr>
            <a:xfrm>
              <a:off x="2562860" y="869949"/>
              <a:ext cx="105410" cy="7620"/>
            </a:xfrm>
            <a:custGeom>
              <a:avLst/>
              <a:gdLst/>
              <a:ahLst/>
              <a:cxnLst/>
              <a:rect l="l" t="t" r="r" b="b"/>
              <a:pathLst>
                <a:path w="105410" h="7619">
                  <a:moveTo>
                    <a:pt x="105410" y="0"/>
                  </a:moveTo>
                  <a:lnTo>
                    <a:pt x="3810" y="0"/>
                  </a:lnTo>
                  <a:lnTo>
                    <a:pt x="3810" y="1270"/>
                  </a:lnTo>
                  <a:lnTo>
                    <a:pt x="2540" y="1270"/>
                  </a:lnTo>
                  <a:lnTo>
                    <a:pt x="2540" y="3810"/>
                  </a:lnTo>
                  <a:lnTo>
                    <a:pt x="1270" y="3810"/>
                  </a:lnTo>
                  <a:lnTo>
                    <a:pt x="1270" y="6350"/>
                  </a:lnTo>
                  <a:lnTo>
                    <a:pt x="0" y="6350"/>
                  </a:lnTo>
                  <a:lnTo>
                    <a:pt x="0" y="7620"/>
                  </a:lnTo>
                  <a:lnTo>
                    <a:pt x="104140" y="7620"/>
                  </a:lnTo>
                  <a:lnTo>
                    <a:pt x="104140" y="6350"/>
                  </a:lnTo>
                  <a:lnTo>
                    <a:pt x="104140" y="3810"/>
                  </a:lnTo>
                  <a:lnTo>
                    <a:pt x="104140" y="1270"/>
                  </a:lnTo>
                  <a:lnTo>
                    <a:pt x="105410" y="1270"/>
                  </a:lnTo>
                  <a:lnTo>
                    <a:pt x="105410" y="0"/>
                  </a:lnTo>
                  <a:close/>
                </a:path>
              </a:pathLst>
            </a:custGeom>
            <a:solidFill>
              <a:srgbClr val="033103"/>
            </a:solidFill>
          </p:spPr>
          <p:txBody>
            <a:bodyPr wrap="square" lIns="0" tIns="0" rIns="0" bIns="0" rtlCol="0"/>
            <a:lstStyle/>
            <a:p/>
          </p:txBody>
        </p:sp>
        <p:sp>
          <p:nvSpPr>
            <p:cNvPr id="806" name="object 806"/>
            <p:cNvSpPr/>
            <p:nvPr/>
          </p:nvSpPr>
          <p:spPr>
            <a:xfrm>
              <a:off x="2560320" y="877569"/>
              <a:ext cx="106680" cy="7620"/>
            </a:xfrm>
            <a:custGeom>
              <a:avLst/>
              <a:gdLst/>
              <a:ahLst/>
              <a:cxnLst/>
              <a:rect l="l" t="t" r="r" b="b"/>
              <a:pathLst>
                <a:path w="106680" h="7619">
                  <a:moveTo>
                    <a:pt x="106680" y="0"/>
                  </a:moveTo>
                  <a:lnTo>
                    <a:pt x="2540" y="0"/>
                  </a:lnTo>
                  <a:lnTo>
                    <a:pt x="2540" y="2540"/>
                  </a:lnTo>
                  <a:lnTo>
                    <a:pt x="1270" y="2540"/>
                  </a:lnTo>
                  <a:lnTo>
                    <a:pt x="1270" y="5080"/>
                  </a:lnTo>
                  <a:lnTo>
                    <a:pt x="0" y="5080"/>
                  </a:lnTo>
                  <a:lnTo>
                    <a:pt x="0" y="7620"/>
                  </a:lnTo>
                  <a:lnTo>
                    <a:pt x="106680" y="7620"/>
                  </a:lnTo>
                  <a:lnTo>
                    <a:pt x="106680" y="5080"/>
                  </a:lnTo>
                  <a:lnTo>
                    <a:pt x="106680" y="2540"/>
                  </a:lnTo>
                  <a:lnTo>
                    <a:pt x="106680" y="0"/>
                  </a:lnTo>
                  <a:close/>
                </a:path>
              </a:pathLst>
            </a:custGeom>
            <a:solidFill>
              <a:srgbClr val="043004"/>
            </a:solidFill>
          </p:spPr>
          <p:txBody>
            <a:bodyPr wrap="square" lIns="0" tIns="0" rIns="0" bIns="0" rtlCol="0"/>
            <a:lstStyle/>
            <a:p/>
          </p:txBody>
        </p:sp>
        <p:sp>
          <p:nvSpPr>
            <p:cNvPr id="807" name="object 807"/>
            <p:cNvSpPr/>
            <p:nvPr/>
          </p:nvSpPr>
          <p:spPr>
            <a:xfrm>
              <a:off x="2557780" y="885189"/>
              <a:ext cx="109220" cy="6350"/>
            </a:xfrm>
            <a:custGeom>
              <a:avLst/>
              <a:gdLst/>
              <a:ahLst/>
              <a:cxnLst/>
              <a:rect l="l" t="t" r="r" b="b"/>
              <a:pathLst>
                <a:path w="109219" h="6350">
                  <a:moveTo>
                    <a:pt x="109220" y="0"/>
                  </a:moveTo>
                  <a:lnTo>
                    <a:pt x="1270" y="0"/>
                  </a:lnTo>
                  <a:lnTo>
                    <a:pt x="1270" y="2540"/>
                  </a:lnTo>
                  <a:lnTo>
                    <a:pt x="0" y="2540"/>
                  </a:lnTo>
                  <a:lnTo>
                    <a:pt x="0" y="6350"/>
                  </a:lnTo>
                  <a:lnTo>
                    <a:pt x="109220" y="6350"/>
                  </a:lnTo>
                  <a:lnTo>
                    <a:pt x="109220" y="2540"/>
                  </a:lnTo>
                  <a:lnTo>
                    <a:pt x="109220" y="0"/>
                  </a:lnTo>
                  <a:close/>
                </a:path>
              </a:pathLst>
            </a:custGeom>
            <a:solidFill>
              <a:srgbClr val="053005"/>
            </a:solidFill>
          </p:spPr>
          <p:txBody>
            <a:bodyPr wrap="square" lIns="0" tIns="0" rIns="0" bIns="0" rtlCol="0"/>
            <a:lstStyle/>
            <a:p/>
          </p:txBody>
        </p:sp>
        <p:sp>
          <p:nvSpPr>
            <p:cNvPr id="808" name="object 808"/>
            <p:cNvSpPr/>
            <p:nvPr/>
          </p:nvSpPr>
          <p:spPr>
            <a:xfrm>
              <a:off x="2555240" y="891539"/>
              <a:ext cx="111760" cy="7620"/>
            </a:xfrm>
            <a:custGeom>
              <a:avLst/>
              <a:gdLst/>
              <a:ahLst/>
              <a:cxnLst/>
              <a:rect l="l" t="t" r="r" b="b"/>
              <a:pathLst>
                <a:path w="111760" h="7619">
                  <a:moveTo>
                    <a:pt x="111760" y="0"/>
                  </a:moveTo>
                  <a:lnTo>
                    <a:pt x="1270" y="0"/>
                  </a:lnTo>
                  <a:lnTo>
                    <a:pt x="1270" y="2540"/>
                  </a:lnTo>
                  <a:lnTo>
                    <a:pt x="0" y="2540"/>
                  </a:lnTo>
                  <a:lnTo>
                    <a:pt x="0" y="5080"/>
                  </a:lnTo>
                  <a:lnTo>
                    <a:pt x="0" y="7620"/>
                  </a:lnTo>
                  <a:lnTo>
                    <a:pt x="110477" y="7620"/>
                  </a:lnTo>
                  <a:lnTo>
                    <a:pt x="110477" y="5080"/>
                  </a:lnTo>
                  <a:lnTo>
                    <a:pt x="111760" y="5080"/>
                  </a:lnTo>
                  <a:lnTo>
                    <a:pt x="111760" y="2540"/>
                  </a:lnTo>
                  <a:lnTo>
                    <a:pt x="111760" y="0"/>
                  </a:lnTo>
                  <a:close/>
                </a:path>
              </a:pathLst>
            </a:custGeom>
            <a:solidFill>
              <a:srgbClr val="062F06"/>
            </a:solidFill>
          </p:spPr>
          <p:txBody>
            <a:bodyPr wrap="square" lIns="0" tIns="0" rIns="0" bIns="0" rtlCol="0"/>
            <a:lstStyle/>
            <a:p/>
          </p:txBody>
        </p:sp>
        <p:sp>
          <p:nvSpPr>
            <p:cNvPr id="809" name="object 809"/>
            <p:cNvSpPr/>
            <p:nvPr/>
          </p:nvSpPr>
          <p:spPr>
            <a:xfrm>
              <a:off x="2552700" y="899159"/>
              <a:ext cx="113030" cy="7620"/>
            </a:xfrm>
            <a:custGeom>
              <a:avLst/>
              <a:gdLst/>
              <a:ahLst/>
              <a:cxnLst/>
              <a:rect l="l" t="t" r="r" b="b"/>
              <a:pathLst>
                <a:path w="113030" h="7619">
                  <a:moveTo>
                    <a:pt x="113030" y="1270"/>
                  </a:moveTo>
                  <a:lnTo>
                    <a:pt x="113017" y="0"/>
                  </a:lnTo>
                  <a:lnTo>
                    <a:pt x="2540" y="0"/>
                  </a:lnTo>
                  <a:lnTo>
                    <a:pt x="2540" y="1270"/>
                  </a:lnTo>
                  <a:lnTo>
                    <a:pt x="1270" y="1270"/>
                  </a:lnTo>
                  <a:lnTo>
                    <a:pt x="1270" y="6350"/>
                  </a:lnTo>
                  <a:lnTo>
                    <a:pt x="0" y="6350"/>
                  </a:lnTo>
                  <a:lnTo>
                    <a:pt x="0" y="7620"/>
                  </a:lnTo>
                  <a:lnTo>
                    <a:pt x="113030" y="7620"/>
                  </a:lnTo>
                  <a:lnTo>
                    <a:pt x="113030" y="6350"/>
                  </a:lnTo>
                  <a:lnTo>
                    <a:pt x="113030" y="1270"/>
                  </a:lnTo>
                  <a:close/>
                </a:path>
              </a:pathLst>
            </a:custGeom>
            <a:solidFill>
              <a:srgbClr val="072F07"/>
            </a:solidFill>
          </p:spPr>
          <p:txBody>
            <a:bodyPr wrap="square" lIns="0" tIns="0" rIns="0" bIns="0" rtlCol="0"/>
            <a:lstStyle/>
            <a:p/>
          </p:txBody>
        </p:sp>
        <p:sp>
          <p:nvSpPr>
            <p:cNvPr id="810" name="object 810"/>
            <p:cNvSpPr/>
            <p:nvPr/>
          </p:nvSpPr>
          <p:spPr>
            <a:xfrm>
              <a:off x="2551430" y="906779"/>
              <a:ext cx="114300" cy="6350"/>
            </a:xfrm>
            <a:custGeom>
              <a:avLst/>
              <a:gdLst/>
              <a:ahLst/>
              <a:cxnLst/>
              <a:rect l="l" t="t" r="r" b="b"/>
              <a:pathLst>
                <a:path w="114300" h="6350">
                  <a:moveTo>
                    <a:pt x="114300" y="0"/>
                  </a:moveTo>
                  <a:lnTo>
                    <a:pt x="1270" y="0"/>
                  </a:lnTo>
                  <a:lnTo>
                    <a:pt x="1270" y="2540"/>
                  </a:lnTo>
                  <a:lnTo>
                    <a:pt x="0" y="2540"/>
                  </a:lnTo>
                  <a:lnTo>
                    <a:pt x="0" y="6350"/>
                  </a:lnTo>
                  <a:lnTo>
                    <a:pt x="114300" y="6350"/>
                  </a:lnTo>
                  <a:lnTo>
                    <a:pt x="114300" y="2540"/>
                  </a:lnTo>
                  <a:lnTo>
                    <a:pt x="114300" y="0"/>
                  </a:lnTo>
                  <a:close/>
                </a:path>
              </a:pathLst>
            </a:custGeom>
            <a:solidFill>
              <a:srgbClr val="082F08"/>
            </a:solidFill>
          </p:spPr>
          <p:txBody>
            <a:bodyPr wrap="square" lIns="0" tIns="0" rIns="0" bIns="0" rtlCol="0"/>
            <a:lstStyle/>
            <a:p/>
          </p:txBody>
        </p:sp>
        <p:sp>
          <p:nvSpPr>
            <p:cNvPr id="811" name="object 811"/>
            <p:cNvSpPr/>
            <p:nvPr/>
          </p:nvSpPr>
          <p:spPr>
            <a:xfrm>
              <a:off x="2550160" y="913129"/>
              <a:ext cx="115570" cy="7620"/>
            </a:xfrm>
            <a:custGeom>
              <a:avLst/>
              <a:gdLst/>
              <a:ahLst/>
              <a:cxnLst/>
              <a:rect l="l" t="t" r="r" b="b"/>
              <a:pathLst>
                <a:path w="115569" h="7619">
                  <a:moveTo>
                    <a:pt x="115570" y="0"/>
                  </a:moveTo>
                  <a:lnTo>
                    <a:pt x="1270" y="0"/>
                  </a:lnTo>
                  <a:lnTo>
                    <a:pt x="1270" y="2540"/>
                  </a:lnTo>
                  <a:lnTo>
                    <a:pt x="0" y="2540"/>
                  </a:lnTo>
                  <a:lnTo>
                    <a:pt x="0" y="7620"/>
                  </a:lnTo>
                  <a:lnTo>
                    <a:pt x="115570" y="7620"/>
                  </a:lnTo>
                  <a:lnTo>
                    <a:pt x="115570" y="2540"/>
                  </a:lnTo>
                  <a:lnTo>
                    <a:pt x="115570" y="0"/>
                  </a:lnTo>
                  <a:close/>
                </a:path>
              </a:pathLst>
            </a:custGeom>
            <a:solidFill>
              <a:srgbClr val="092E09"/>
            </a:solidFill>
          </p:spPr>
          <p:txBody>
            <a:bodyPr wrap="square" lIns="0" tIns="0" rIns="0" bIns="0" rtlCol="0"/>
            <a:lstStyle/>
            <a:p/>
          </p:txBody>
        </p:sp>
        <p:sp>
          <p:nvSpPr>
            <p:cNvPr id="812" name="object 812"/>
            <p:cNvSpPr/>
            <p:nvPr/>
          </p:nvSpPr>
          <p:spPr>
            <a:xfrm>
              <a:off x="2548890" y="920749"/>
              <a:ext cx="116839" cy="7620"/>
            </a:xfrm>
            <a:custGeom>
              <a:avLst/>
              <a:gdLst/>
              <a:ahLst/>
              <a:cxnLst/>
              <a:rect l="l" t="t" r="r" b="b"/>
              <a:pathLst>
                <a:path w="116839" h="7619">
                  <a:moveTo>
                    <a:pt x="116840" y="0"/>
                  </a:moveTo>
                  <a:lnTo>
                    <a:pt x="1270" y="0"/>
                  </a:lnTo>
                  <a:lnTo>
                    <a:pt x="1270" y="1270"/>
                  </a:lnTo>
                  <a:lnTo>
                    <a:pt x="1270" y="2540"/>
                  </a:lnTo>
                  <a:lnTo>
                    <a:pt x="0" y="2540"/>
                  </a:lnTo>
                  <a:lnTo>
                    <a:pt x="0" y="7620"/>
                  </a:lnTo>
                  <a:lnTo>
                    <a:pt x="115557" y="7620"/>
                  </a:lnTo>
                  <a:lnTo>
                    <a:pt x="115557" y="2540"/>
                  </a:lnTo>
                  <a:lnTo>
                    <a:pt x="115570" y="1270"/>
                  </a:lnTo>
                  <a:lnTo>
                    <a:pt x="116840" y="1270"/>
                  </a:lnTo>
                  <a:lnTo>
                    <a:pt x="116840" y="0"/>
                  </a:lnTo>
                  <a:close/>
                </a:path>
              </a:pathLst>
            </a:custGeom>
            <a:solidFill>
              <a:srgbClr val="0B2E0B"/>
            </a:solidFill>
          </p:spPr>
          <p:txBody>
            <a:bodyPr wrap="square" lIns="0" tIns="0" rIns="0" bIns="0" rtlCol="0"/>
            <a:lstStyle/>
            <a:p/>
          </p:txBody>
        </p:sp>
        <p:sp>
          <p:nvSpPr>
            <p:cNvPr id="813" name="object 813"/>
            <p:cNvSpPr/>
            <p:nvPr/>
          </p:nvSpPr>
          <p:spPr>
            <a:xfrm>
              <a:off x="2547620" y="928369"/>
              <a:ext cx="116839" cy="6350"/>
            </a:xfrm>
            <a:custGeom>
              <a:avLst/>
              <a:gdLst/>
              <a:ahLst/>
              <a:cxnLst/>
              <a:rect l="l" t="t" r="r" b="b"/>
              <a:pathLst>
                <a:path w="116839" h="6350">
                  <a:moveTo>
                    <a:pt x="116827" y="1282"/>
                  </a:moveTo>
                  <a:lnTo>
                    <a:pt x="0" y="1282"/>
                  </a:lnTo>
                  <a:lnTo>
                    <a:pt x="0" y="6350"/>
                  </a:lnTo>
                  <a:lnTo>
                    <a:pt x="116827" y="6350"/>
                  </a:lnTo>
                  <a:lnTo>
                    <a:pt x="116827" y="1282"/>
                  </a:lnTo>
                  <a:close/>
                </a:path>
                <a:path w="116839" h="6350">
                  <a:moveTo>
                    <a:pt x="116827" y="0"/>
                  </a:moveTo>
                  <a:lnTo>
                    <a:pt x="1270" y="0"/>
                  </a:lnTo>
                  <a:lnTo>
                    <a:pt x="1270" y="1270"/>
                  </a:lnTo>
                  <a:lnTo>
                    <a:pt x="116827" y="1270"/>
                  </a:lnTo>
                  <a:lnTo>
                    <a:pt x="116827" y="0"/>
                  </a:lnTo>
                  <a:close/>
                </a:path>
              </a:pathLst>
            </a:custGeom>
            <a:solidFill>
              <a:srgbClr val="0C2D0C"/>
            </a:solidFill>
          </p:spPr>
          <p:txBody>
            <a:bodyPr wrap="square" lIns="0" tIns="0" rIns="0" bIns="0" rtlCol="0"/>
            <a:lstStyle/>
            <a:p/>
          </p:txBody>
        </p:sp>
        <p:sp>
          <p:nvSpPr>
            <p:cNvPr id="814" name="object 814"/>
            <p:cNvSpPr/>
            <p:nvPr/>
          </p:nvSpPr>
          <p:spPr>
            <a:xfrm>
              <a:off x="2545080" y="934719"/>
              <a:ext cx="119380" cy="7620"/>
            </a:xfrm>
            <a:custGeom>
              <a:avLst/>
              <a:gdLst/>
              <a:ahLst/>
              <a:cxnLst/>
              <a:rect l="l" t="t" r="r" b="b"/>
              <a:pathLst>
                <a:path w="119380" h="7619">
                  <a:moveTo>
                    <a:pt x="119380" y="6350"/>
                  </a:moveTo>
                  <a:lnTo>
                    <a:pt x="119367" y="0"/>
                  </a:lnTo>
                  <a:lnTo>
                    <a:pt x="1270" y="0"/>
                  </a:lnTo>
                  <a:lnTo>
                    <a:pt x="1270" y="6350"/>
                  </a:lnTo>
                  <a:lnTo>
                    <a:pt x="0" y="6350"/>
                  </a:lnTo>
                  <a:lnTo>
                    <a:pt x="0" y="7620"/>
                  </a:lnTo>
                  <a:lnTo>
                    <a:pt x="119380" y="7620"/>
                  </a:lnTo>
                  <a:lnTo>
                    <a:pt x="119380" y="6350"/>
                  </a:lnTo>
                  <a:close/>
                </a:path>
              </a:pathLst>
            </a:custGeom>
            <a:solidFill>
              <a:srgbClr val="0D2D0D"/>
            </a:solidFill>
          </p:spPr>
          <p:txBody>
            <a:bodyPr wrap="square" lIns="0" tIns="0" rIns="0" bIns="0" rtlCol="0"/>
            <a:lstStyle/>
            <a:p/>
          </p:txBody>
        </p:sp>
        <p:sp>
          <p:nvSpPr>
            <p:cNvPr id="815" name="object 815"/>
            <p:cNvSpPr/>
            <p:nvPr/>
          </p:nvSpPr>
          <p:spPr>
            <a:xfrm>
              <a:off x="2545080" y="942339"/>
              <a:ext cx="119380" cy="7620"/>
            </a:xfrm>
            <a:custGeom>
              <a:avLst/>
              <a:gdLst/>
              <a:ahLst/>
              <a:cxnLst/>
              <a:rect l="l" t="t" r="r" b="b"/>
              <a:pathLst>
                <a:path w="119380" h="7619">
                  <a:moveTo>
                    <a:pt x="119380" y="0"/>
                  </a:moveTo>
                  <a:lnTo>
                    <a:pt x="0" y="0"/>
                  </a:lnTo>
                  <a:lnTo>
                    <a:pt x="0" y="5080"/>
                  </a:lnTo>
                  <a:lnTo>
                    <a:pt x="0" y="7620"/>
                  </a:lnTo>
                  <a:lnTo>
                    <a:pt x="118110" y="7620"/>
                  </a:lnTo>
                  <a:lnTo>
                    <a:pt x="118110" y="5080"/>
                  </a:lnTo>
                  <a:lnTo>
                    <a:pt x="119380" y="5080"/>
                  </a:lnTo>
                  <a:lnTo>
                    <a:pt x="119380" y="0"/>
                  </a:lnTo>
                  <a:close/>
                </a:path>
              </a:pathLst>
            </a:custGeom>
            <a:solidFill>
              <a:srgbClr val="0E2C0E"/>
            </a:solidFill>
          </p:spPr>
          <p:txBody>
            <a:bodyPr wrap="square" lIns="0" tIns="0" rIns="0" bIns="0" rtlCol="0"/>
            <a:lstStyle/>
            <a:p/>
          </p:txBody>
        </p:sp>
        <p:sp>
          <p:nvSpPr>
            <p:cNvPr id="816" name="object 816"/>
            <p:cNvSpPr/>
            <p:nvPr/>
          </p:nvSpPr>
          <p:spPr>
            <a:xfrm>
              <a:off x="2545080" y="949960"/>
              <a:ext cx="118110" cy="6350"/>
            </a:xfrm>
            <a:custGeom>
              <a:avLst/>
              <a:gdLst/>
              <a:ahLst/>
              <a:cxnLst/>
              <a:rect l="l" t="t" r="r" b="b"/>
              <a:pathLst>
                <a:path w="118110" h="6350">
                  <a:moveTo>
                    <a:pt x="0" y="6350"/>
                  </a:moveTo>
                  <a:lnTo>
                    <a:pt x="0" y="0"/>
                  </a:lnTo>
                  <a:lnTo>
                    <a:pt x="118110" y="0"/>
                  </a:lnTo>
                  <a:lnTo>
                    <a:pt x="118110" y="6350"/>
                  </a:lnTo>
                  <a:lnTo>
                    <a:pt x="0" y="6350"/>
                  </a:lnTo>
                  <a:close/>
                </a:path>
              </a:pathLst>
            </a:custGeom>
            <a:solidFill>
              <a:srgbClr val="0F2C0F"/>
            </a:solidFill>
          </p:spPr>
          <p:txBody>
            <a:bodyPr wrap="square" lIns="0" tIns="0" rIns="0" bIns="0" rtlCol="0"/>
            <a:lstStyle/>
            <a:p/>
          </p:txBody>
        </p:sp>
        <p:sp>
          <p:nvSpPr>
            <p:cNvPr id="817" name="object 817"/>
            <p:cNvSpPr/>
            <p:nvPr/>
          </p:nvSpPr>
          <p:spPr>
            <a:xfrm>
              <a:off x="2543810" y="956309"/>
              <a:ext cx="119380" cy="7620"/>
            </a:xfrm>
            <a:custGeom>
              <a:avLst/>
              <a:gdLst/>
              <a:ahLst/>
              <a:cxnLst/>
              <a:rect l="l" t="t" r="r" b="b"/>
              <a:pathLst>
                <a:path w="119380" h="7619">
                  <a:moveTo>
                    <a:pt x="119380" y="0"/>
                  </a:moveTo>
                  <a:lnTo>
                    <a:pt x="1270" y="0"/>
                  </a:lnTo>
                  <a:lnTo>
                    <a:pt x="1270" y="3810"/>
                  </a:lnTo>
                  <a:lnTo>
                    <a:pt x="0" y="3810"/>
                  </a:lnTo>
                  <a:lnTo>
                    <a:pt x="0" y="7620"/>
                  </a:lnTo>
                  <a:lnTo>
                    <a:pt x="119380" y="7620"/>
                  </a:lnTo>
                  <a:lnTo>
                    <a:pt x="119380" y="3810"/>
                  </a:lnTo>
                  <a:lnTo>
                    <a:pt x="119380" y="0"/>
                  </a:lnTo>
                  <a:close/>
                </a:path>
              </a:pathLst>
            </a:custGeom>
            <a:solidFill>
              <a:srgbClr val="102C10"/>
            </a:solidFill>
          </p:spPr>
          <p:txBody>
            <a:bodyPr wrap="square" lIns="0" tIns="0" rIns="0" bIns="0" rtlCol="0"/>
            <a:lstStyle/>
            <a:p/>
          </p:txBody>
        </p:sp>
        <p:sp>
          <p:nvSpPr>
            <p:cNvPr id="818" name="object 818"/>
            <p:cNvSpPr/>
            <p:nvPr/>
          </p:nvSpPr>
          <p:spPr>
            <a:xfrm>
              <a:off x="2542540" y="963929"/>
              <a:ext cx="120650" cy="7620"/>
            </a:xfrm>
            <a:custGeom>
              <a:avLst/>
              <a:gdLst/>
              <a:ahLst/>
              <a:cxnLst/>
              <a:rect l="l" t="t" r="r" b="b"/>
              <a:pathLst>
                <a:path w="120650" h="7619">
                  <a:moveTo>
                    <a:pt x="120650" y="6362"/>
                  </a:moveTo>
                  <a:lnTo>
                    <a:pt x="0" y="6362"/>
                  </a:lnTo>
                  <a:lnTo>
                    <a:pt x="0" y="7620"/>
                  </a:lnTo>
                  <a:lnTo>
                    <a:pt x="120650" y="7620"/>
                  </a:lnTo>
                  <a:lnTo>
                    <a:pt x="120650" y="6362"/>
                  </a:lnTo>
                  <a:close/>
                </a:path>
                <a:path w="120650" h="7619">
                  <a:moveTo>
                    <a:pt x="120650" y="0"/>
                  </a:moveTo>
                  <a:lnTo>
                    <a:pt x="1270" y="0"/>
                  </a:lnTo>
                  <a:lnTo>
                    <a:pt x="1270" y="6350"/>
                  </a:lnTo>
                  <a:lnTo>
                    <a:pt x="120650" y="6350"/>
                  </a:lnTo>
                  <a:lnTo>
                    <a:pt x="120650" y="0"/>
                  </a:lnTo>
                  <a:close/>
                </a:path>
              </a:pathLst>
            </a:custGeom>
            <a:solidFill>
              <a:srgbClr val="112B11"/>
            </a:solidFill>
          </p:spPr>
          <p:txBody>
            <a:bodyPr wrap="square" lIns="0" tIns="0" rIns="0" bIns="0" rtlCol="0"/>
            <a:lstStyle/>
            <a:p/>
          </p:txBody>
        </p:sp>
        <p:sp>
          <p:nvSpPr>
            <p:cNvPr id="819" name="object 819"/>
            <p:cNvSpPr/>
            <p:nvPr/>
          </p:nvSpPr>
          <p:spPr>
            <a:xfrm>
              <a:off x="2542540" y="971549"/>
              <a:ext cx="120650" cy="6350"/>
            </a:xfrm>
            <a:custGeom>
              <a:avLst/>
              <a:gdLst/>
              <a:ahLst/>
              <a:cxnLst/>
              <a:rect l="l" t="t" r="r" b="b"/>
              <a:pathLst>
                <a:path w="120650" h="6350">
                  <a:moveTo>
                    <a:pt x="120650" y="0"/>
                  </a:moveTo>
                  <a:lnTo>
                    <a:pt x="0" y="0"/>
                  </a:lnTo>
                  <a:lnTo>
                    <a:pt x="0" y="1270"/>
                  </a:lnTo>
                  <a:lnTo>
                    <a:pt x="0" y="6350"/>
                  </a:lnTo>
                  <a:lnTo>
                    <a:pt x="119380" y="6350"/>
                  </a:lnTo>
                  <a:lnTo>
                    <a:pt x="119380" y="1270"/>
                  </a:lnTo>
                  <a:lnTo>
                    <a:pt x="120650" y="1270"/>
                  </a:lnTo>
                  <a:lnTo>
                    <a:pt x="120650" y="0"/>
                  </a:lnTo>
                  <a:close/>
                </a:path>
              </a:pathLst>
            </a:custGeom>
            <a:solidFill>
              <a:srgbClr val="122B12"/>
            </a:solidFill>
          </p:spPr>
          <p:txBody>
            <a:bodyPr wrap="square" lIns="0" tIns="0" rIns="0" bIns="0" rtlCol="0"/>
            <a:lstStyle/>
            <a:p/>
          </p:txBody>
        </p:sp>
        <p:sp>
          <p:nvSpPr>
            <p:cNvPr id="820" name="object 820"/>
            <p:cNvSpPr/>
            <p:nvPr/>
          </p:nvSpPr>
          <p:spPr>
            <a:xfrm>
              <a:off x="2542540" y="977900"/>
              <a:ext cx="119380" cy="7620"/>
            </a:xfrm>
            <a:custGeom>
              <a:avLst/>
              <a:gdLst/>
              <a:ahLst/>
              <a:cxnLst/>
              <a:rect l="l" t="t" r="r" b="b"/>
              <a:pathLst>
                <a:path w="119380" h="7619">
                  <a:moveTo>
                    <a:pt x="0" y="7620"/>
                  </a:moveTo>
                  <a:lnTo>
                    <a:pt x="0" y="0"/>
                  </a:lnTo>
                  <a:lnTo>
                    <a:pt x="119380" y="0"/>
                  </a:lnTo>
                  <a:lnTo>
                    <a:pt x="119380" y="7620"/>
                  </a:lnTo>
                  <a:lnTo>
                    <a:pt x="0" y="7620"/>
                  </a:lnTo>
                  <a:close/>
                </a:path>
              </a:pathLst>
            </a:custGeom>
            <a:solidFill>
              <a:srgbClr val="132A13"/>
            </a:solidFill>
          </p:spPr>
          <p:txBody>
            <a:bodyPr wrap="square" lIns="0" tIns="0" rIns="0" bIns="0" rtlCol="0"/>
            <a:lstStyle/>
            <a:p/>
          </p:txBody>
        </p:sp>
        <p:sp>
          <p:nvSpPr>
            <p:cNvPr id="821" name="object 821"/>
            <p:cNvSpPr/>
            <p:nvPr/>
          </p:nvSpPr>
          <p:spPr>
            <a:xfrm>
              <a:off x="2542540" y="985520"/>
              <a:ext cx="119380" cy="7620"/>
            </a:xfrm>
            <a:custGeom>
              <a:avLst/>
              <a:gdLst/>
              <a:ahLst/>
              <a:cxnLst/>
              <a:rect l="l" t="t" r="r" b="b"/>
              <a:pathLst>
                <a:path w="119380" h="7619">
                  <a:moveTo>
                    <a:pt x="0" y="7619"/>
                  </a:moveTo>
                  <a:lnTo>
                    <a:pt x="0" y="0"/>
                  </a:lnTo>
                  <a:lnTo>
                    <a:pt x="119380" y="0"/>
                  </a:lnTo>
                  <a:lnTo>
                    <a:pt x="119380" y="7619"/>
                  </a:lnTo>
                  <a:lnTo>
                    <a:pt x="0" y="7619"/>
                  </a:lnTo>
                  <a:close/>
                </a:path>
              </a:pathLst>
            </a:custGeom>
            <a:solidFill>
              <a:srgbClr val="142A14"/>
            </a:solidFill>
          </p:spPr>
          <p:txBody>
            <a:bodyPr wrap="square" lIns="0" tIns="0" rIns="0" bIns="0" rtlCol="0"/>
            <a:lstStyle/>
            <a:p/>
          </p:txBody>
        </p:sp>
        <p:sp>
          <p:nvSpPr>
            <p:cNvPr id="822" name="object 822"/>
            <p:cNvSpPr/>
            <p:nvPr/>
          </p:nvSpPr>
          <p:spPr>
            <a:xfrm>
              <a:off x="2541270" y="993139"/>
              <a:ext cx="120650" cy="6350"/>
            </a:xfrm>
            <a:custGeom>
              <a:avLst/>
              <a:gdLst/>
              <a:ahLst/>
              <a:cxnLst/>
              <a:rect l="l" t="t" r="r" b="b"/>
              <a:pathLst>
                <a:path w="120650" h="6350">
                  <a:moveTo>
                    <a:pt x="120650" y="0"/>
                  </a:moveTo>
                  <a:lnTo>
                    <a:pt x="1270" y="0"/>
                  </a:lnTo>
                  <a:lnTo>
                    <a:pt x="1270" y="3810"/>
                  </a:lnTo>
                  <a:lnTo>
                    <a:pt x="0" y="3810"/>
                  </a:lnTo>
                  <a:lnTo>
                    <a:pt x="0" y="5080"/>
                  </a:lnTo>
                  <a:lnTo>
                    <a:pt x="0" y="6350"/>
                  </a:lnTo>
                  <a:lnTo>
                    <a:pt x="119380" y="6350"/>
                  </a:lnTo>
                  <a:lnTo>
                    <a:pt x="119380" y="5080"/>
                  </a:lnTo>
                  <a:lnTo>
                    <a:pt x="120650" y="5080"/>
                  </a:lnTo>
                  <a:lnTo>
                    <a:pt x="120650" y="3810"/>
                  </a:lnTo>
                  <a:lnTo>
                    <a:pt x="120650" y="0"/>
                  </a:lnTo>
                  <a:close/>
                </a:path>
              </a:pathLst>
            </a:custGeom>
            <a:solidFill>
              <a:srgbClr val="152915"/>
            </a:solidFill>
          </p:spPr>
          <p:txBody>
            <a:bodyPr wrap="square" lIns="0" tIns="0" rIns="0" bIns="0" rtlCol="0"/>
            <a:lstStyle/>
            <a:p/>
          </p:txBody>
        </p:sp>
        <p:sp>
          <p:nvSpPr>
            <p:cNvPr id="823" name="object 823"/>
            <p:cNvSpPr/>
            <p:nvPr/>
          </p:nvSpPr>
          <p:spPr>
            <a:xfrm>
              <a:off x="2541269" y="999490"/>
              <a:ext cx="119380" cy="7620"/>
            </a:xfrm>
            <a:custGeom>
              <a:avLst/>
              <a:gdLst/>
              <a:ahLst/>
              <a:cxnLst/>
              <a:rect l="l" t="t" r="r" b="b"/>
              <a:pathLst>
                <a:path w="119380" h="7619">
                  <a:moveTo>
                    <a:pt x="0" y="7620"/>
                  </a:moveTo>
                  <a:lnTo>
                    <a:pt x="0" y="0"/>
                  </a:lnTo>
                  <a:lnTo>
                    <a:pt x="119380" y="0"/>
                  </a:lnTo>
                  <a:lnTo>
                    <a:pt x="119380" y="7620"/>
                  </a:lnTo>
                  <a:lnTo>
                    <a:pt x="0" y="7620"/>
                  </a:lnTo>
                  <a:close/>
                </a:path>
              </a:pathLst>
            </a:custGeom>
            <a:solidFill>
              <a:srgbClr val="172917"/>
            </a:solidFill>
          </p:spPr>
          <p:txBody>
            <a:bodyPr wrap="square" lIns="0" tIns="0" rIns="0" bIns="0" rtlCol="0"/>
            <a:lstStyle/>
            <a:p/>
          </p:txBody>
        </p:sp>
        <p:sp>
          <p:nvSpPr>
            <p:cNvPr id="824" name="object 824"/>
            <p:cNvSpPr/>
            <p:nvPr/>
          </p:nvSpPr>
          <p:spPr>
            <a:xfrm>
              <a:off x="2541269" y="1007110"/>
              <a:ext cx="119380" cy="7620"/>
            </a:xfrm>
            <a:custGeom>
              <a:avLst/>
              <a:gdLst/>
              <a:ahLst/>
              <a:cxnLst/>
              <a:rect l="l" t="t" r="r" b="b"/>
              <a:pathLst>
                <a:path w="119380" h="7619">
                  <a:moveTo>
                    <a:pt x="0" y="7619"/>
                  </a:moveTo>
                  <a:lnTo>
                    <a:pt x="0" y="0"/>
                  </a:lnTo>
                  <a:lnTo>
                    <a:pt x="119380" y="0"/>
                  </a:lnTo>
                  <a:lnTo>
                    <a:pt x="119380" y="7619"/>
                  </a:lnTo>
                  <a:lnTo>
                    <a:pt x="0" y="7619"/>
                  </a:lnTo>
                  <a:close/>
                </a:path>
              </a:pathLst>
            </a:custGeom>
            <a:solidFill>
              <a:srgbClr val="182818"/>
            </a:solidFill>
          </p:spPr>
          <p:txBody>
            <a:bodyPr wrap="square" lIns="0" tIns="0" rIns="0" bIns="0" rtlCol="0"/>
            <a:lstStyle/>
            <a:p/>
          </p:txBody>
        </p:sp>
        <p:sp>
          <p:nvSpPr>
            <p:cNvPr id="825" name="object 825"/>
            <p:cNvSpPr/>
            <p:nvPr/>
          </p:nvSpPr>
          <p:spPr>
            <a:xfrm>
              <a:off x="2540000" y="1014729"/>
              <a:ext cx="120650" cy="6350"/>
            </a:xfrm>
            <a:custGeom>
              <a:avLst/>
              <a:gdLst/>
              <a:ahLst/>
              <a:cxnLst/>
              <a:rect l="l" t="t" r="r" b="b"/>
              <a:pathLst>
                <a:path w="120650" h="6350">
                  <a:moveTo>
                    <a:pt x="120650" y="3822"/>
                  </a:moveTo>
                  <a:lnTo>
                    <a:pt x="0" y="3822"/>
                  </a:lnTo>
                  <a:lnTo>
                    <a:pt x="0" y="6350"/>
                  </a:lnTo>
                  <a:lnTo>
                    <a:pt x="120650" y="6350"/>
                  </a:lnTo>
                  <a:lnTo>
                    <a:pt x="120650" y="3822"/>
                  </a:lnTo>
                  <a:close/>
                </a:path>
                <a:path w="120650" h="6350">
                  <a:moveTo>
                    <a:pt x="120650" y="0"/>
                  </a:moveTo>
                  <a:lnTo>
                    <a:pt x="1270" y="0"/>
                  </a:lnTo>
                  <a:lnTo>
                    <a:pt x="1270" y="3810"/>
                  </a:lnTo>
                  <a:lnTo>
                    <a:pt x="120650" y="3810"/>
                  </a:lnTo>
                  <a:lnTo>
                    <a:pt x="120650" y="0"/>
                  </a:lnTo>
                  <a:close/>
                </a:path>
              </a:pathLst>
            </a:custGeom>
            <a:solidFill>
              <a:srgbClr val="192819"/>
            </a:solidFill>
          </p:spPr>
          <p:txBody>
            <a:bodyPr wrap="square" lIns="0" tIns="0" rIns="0" bIns="0" rtlCol="0"/>
            <a:lstStyle/>
            <a:p/>
          </p:txBody>
        </p:sp>
        <p:sp>
          <p:nvSpPr>
            <p:cNvPr id="826" name="object 826"/>
            <p:cNvSpPr/>
            <p:nvPr/>
          </p:nvSpPr>
          <p:spPr>
            <a:xfrm>
              <a:off x="2540000" y="1021079"/>
              <a:ext cx="120650" cy="7620"/>
            </a:xfrm>
            <a:custGeom>
              <a:avLst/>
              <a:gdLst/>
              <a:ahLst/>
              <a:cxnLst/>
              <a:rect l="l" t="t" r="r" b="b"/>
              <a:pathLst>
                <a:path w="120650" h="7619">
                  <a:moveTo>
                    <a:pt x="120650" y="0"/>
                  </a:moveTo>
                  <a:lnTo>
                    <a:pt x="0" y="0"/>
                  </a:lnTo>
                  <a:lnTo>
                    <a:pt x="0" y="2540"/>
                  </a:lnTo>
                  <a:lnTo>
                    <a:pt x="0" y="3810"/>
                  </a:lnTo>
                  <a:lnTo>
                    <a:pt x="0" y="5080"/>
                  </a:lnTo>
                  <a:lnTo>
                    <a:pt x="0" y="7620"/>
                  </a:lnTo>
                  <a:lnTo>
                    <a:pt x="87630" y="7620"/>
                  </a:lnTo>
                  <a:lnTo>
                    <a:pt x="87630" y="5080"/>
                  </a:lnTo>
                  <a:lnTo>
                    <a:pt x="88900" y="5080"/>
                  </a:lnTo>
                  <a:lnTo>
                    <a:pt x="88900" y="3810"/>
                  </a:lnTo>
                  <a:lnTo>
                    <a:pt x="96520" y="3810"/>
                  </a:lnTo>
                  <a:lnTo>
                    <a:pt x="96520" y="5080"/>
                  </a:lnTo>
                  <a:lnTo>
                    <a:pt x="100330" y="5080"/>
                  </a:lnTo>
                  <a:lnTo>
                    <a:pt x="100330" y="6350"/>
                  </a:lnTo>
                  <a:lnTo>
                    <a:pt x="101600" y="6350"/>
                  </a:lnTo>
                  <a:lnTo>
                    <a:pt x="101600" y="7620"/>
                  </a:lnTo>
                  <a:lnTo>
                    <a:pt x="119380" y="7620"/>
                  </a:lnTo>
                  <a:lnTo>
                    <a:pt x="119380" y="6350"/>
                  </a:lnTo>
                  <a:lnTo>
                    <a:pt x="119380" y="5080"/>
                  </a:lnTo>
                  <a:lnTo>
                    <a:pt x="119380" y="3810"/>
                  </a:lnTo>
                  <a:lnTo>
                    <a:pt x="119380" y="2540"/>
                  </a:lnTo>
                  <a:lnTo>
                    <a:pt x="120650" y="2540"/>
                  </a:lnTo>
                  <a:lnTo>
                    <a:pt x="120650" y="0"/>
                  </a:lnTo>
                  <a:close/>
                </a:path>
              </a:pathLst>
            </a:custGeom>
            <a:solidFill>
              <a:srgbClr val="1A281A"/>
            </a:solidFill>
          </p:spPr>
          <p:txBody>
            <a:bodyPr wrap="square" lIns="0" tIns="0" rIns="0" bIns="0" rtlCol="0"/>
            <a:lstStyle/>
            <a:p/>
          </p:txBody>
        </p:sp>
        <p:sp>
          <p:nvSpPr>
            <p:cNvPr id="827" name="object 827"/>
            <p:cNvSpPr/>
            <p:nvPr/>
          </p:nvSpPr>
          <p:spPr>
            <a:xfrm>
              <a:off x="2540000" y="1028700"/>
              <a:ext cx="119380" cy="7620"/>
            </a:xfrm>
            <a:custGeom>
              <a:avLst/>
              <a:gdLst/>
              <a:ahLst/>
              <a:cxnLst/>
              <a:rect l="l" t="t" r="r" b="b"/>
              <a:pathLst>
                <a:path w="119380" h="7619">
                  <a:moveTo>
                    <a:pt x="86360" y="0"/>
                  </a:moveTo>
                  <a:lnTo>
                    <a:pt x="0" y="0"/>
                  </a:lnTo>
                  <a:lnTo>
                    <a:pt x="0" y="7620"/>
                  </a:lnTo>
                  <a:lnTo>
                    <a:pt x="85089" y="7620"/>
                  </a:lnTo>
                  <a:lnTo>
                    <a:pt x="85089" y="1270"/>
                  </a:lnTo>
                  <a:lnTo>
                    <a:pt x="86360" y="1270"/>
                  </a:lnTo>
                  <a:lnTo>
                    <a:pt x="86360" y="0"/>
                  </a:lnTo>
                  <a:close/>
                </a:path>
                <a:path w="119380" h="7619">
                  <a:moveTo>
                    <a:pt x="119380" y="0"/>
                  </a:moveTo>
                  <a:lnTo>
                    <a:pt x="105410" y="0"/>
                  </a:lnTo>
                  <a:lnTo>
                    <a:pt x="105410" y="1270"/>
                  </a:lnTo>
                  <a:lnTo>
                    <a:pt x="107950" y="1270"/>
                  </a:lnTo>
                  <a:lnTo>
                    <a:pt x="107950" y="2539"/>
                  </a:lnTo>
                  <a:lnTo>
                    <a:pt x="109219" y="2539"/>
                  </a:lnTo>
                  <a:lnTo>
                    <a:pt x="109219" y="3810"/>
                  </a:lnTo>
                  <a:lnTo>
                    <a:pt x="113030" y="3810"/>
                  </a:lnTo>
                  <a:lnTo>
                    <a:pt x="113030" y="5079"/>
                  </a:lnTo>
                  <a:lnTo>
                    <a:pt x="115569" y="5079"/>
                  </a:lnTo>
                  <a:lnTo>
                    <a:pt x="115569" y="6350"/>
                  </a:lnTo>
                  <a:lnTo>
                    <a:pt x="118110" y="6350"/>
                  </a:lnTo>
                  <a:lnTo>
                    <a:pt x="118110" y="7620"/>
                  </a:lnTo>
                  <a:lnTo>
                    <a:pt x="119380" y="7620"/>
                  </a:lnTo>
                  <a:lnTo>
                    <a:pt x="119380" y="0"/>
                  </a:lnTo>
                  <a:close/>
                </a:path>
              </a:pathLst>
            </a:custGeom>
            <a:solidFill>
              <a:srgbClr val="1B271B"/>
            </a:solidFill>
          </p:spPr>
          <p:txBody>
            <a:bodyPr wrap="square" lIns="0" tIns="0" rIns="0" bIns="0" rtlCol="0"/>
            <a:lstStyle/>
            <a:p/>
          </p:txBody>
        </p:sp>
        <p:sp>
          <p:nvSpPr>
            <p:cNvPr id="828" name="object 828"/>
            <p:cNvSpPr/>
            <p:nvPr/>
          </p:nvSpPr>
          <p:spPr>
            <a:xfrm>
              <a:off x="2540000" y="1036320"/>
              <a:ext cx="85090" cy="6350"/>
            </a:xfrm>
            <a:custGeom>
              <a:avLst/>
              <a:gdLst/>
              <a:ahLst/>
              <a:cxnLst/>
              <a:rect l="l" t="t" r="r" b="b"/>
              <a:pathLst>
                <a:path w="85089" h="6350">
                  <a:moveTo>
                    <a:pt x="85089" y="0"/>
                  </a:moveTo>
                  <a:lnTo>
                    <a:pt x="0" y="0"/>
                  </a:lnTo>
                  <a:lnTo>
                    <a:pt x="0" y="3809"/>
                  </a:lnTo>
                  <a:lnTo>
                    <a:pt x="85089" y="3809"/>
                  </a:lnTo>
                  <a:lnTo>
                    <a:pt x="85089" y="0"/>
                  </a:lnTo>
                  <a:close/>
                </a:path>
                <a:path w="85089" h="6350">
                  <a:moveTo>
                    <a:pt x="83819" y="3810"/>
                  </a:moveTo>
                  <a:lnTo>
                    <a:pt x="0" y="3810"/>
                  </a:lnTo>
                  <a:lnTo>
                    <a:pt x="0" y="6350"/>
                  </a:lnTo>
                  <a:lnTo>
                    <a:pt x="83819" y="6350"/>
                  </a:lnTo>
                  <a:lnTo>
                    <a:pt x="83819" y="3810"/>
                  </a:lnTo>
                  <a:close/>
                </a:path>
              </a:pathLst>
            </a:custGeom>
            <a:solidFill>
              <a:srgbClr val="1C271C"/>
            </a:solidFill>
          </p:spPr>
          <p:txBody>
            <a:bodyPr wrap="square" lIns="0" tIns="0" rIns="0" bIns="0" rtlCol="0"/>
            <a:lstStyle/>
            <a:p/>
          </p:txBody>
        </p:sp>
        <p:sp>
          <p:nvSpPr>
            <p:cNvPr id="829" name="object 829"/>
            <p:cNvSpPr/>
            <p:nvPr/>
          </p:nvSpPr>
          <p:spPr>
            <a:xfrm>
              <a:off x="2540000" y="1042670"/>
              <a:ext cx="83820" cy="7620"/>
            </a:xfrm>
            <a:custGeom>
              <a:avLst/>
              <a:gdLst/>
              <a:ahLst/>
              <a:cxnLst/>
              <a:rect l="l" t="t" r="r" b="b"/>
              <a:pathLst>
                <a:path w="83819" h="7619">
                  <a:moveTo>
                    <a:pt x="83819" y="0"/>
                  </a:moveTo>
                  <a:lnTo>
                    <a:pt x="0" y="0"/>
                  </a:lnTo>
                  <a:lnTo>
                    <a:pt x="0" y="7619"/>
                  </a:lnTo>
                  <a:lnTo>
                    <a:pt x="82550" y="7619"/>
                  </a:lnTo>
                  <a:lnTo>
                    <a:pt x="82550" y="6350"/>
                  </a:lnTo>
                  <a:lnTo>
                    <a:pt x="83819" y="6350"/>
                  </a:lnTo>
                  <a:lnTo>
                    <a:pt x="83819" y="0"/>
                  </a:lnTo>
                  <a:close/>
                </a:path>
              </a:pathLst>
            </a:custGeom>
            <a:solidFill>
              <a:srgbClr val="1D261D"/>
            </a:solidFill>
          </p:spPr>
          <p:txBody>
            <a:bodyPr wrap="square" lIns="0" tIns="0" rIns="0" bIns="0" rtlCol="0"/>
            <a:lstStyle/>
            <a:p/>
          </p:txBody>
        </p:sp>
        <p:sp>
          <p:nvSpPr>
            <p:cNvPr id="830" name="object 830"/>
            <p:cNvSpPr/>
            <p:nvPr/>
          </p:nvSpPr>
          <p:spPr>
            <a:xfrm>
              <a:off x="2540000" y="10502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E261E"/>
            </a:solidFill>
          </p:spPr>
          <p:txBody>
            <a:bodyPr wrap="square" lIns="0" tIns="0" rIns="0" bIns="0" rtlCol="0"/>
            <a:lstStyle/>
            <a:p/>
          </p:txBody>
        </p:sp>
        <p:sp>
          <p:nvSpPr>
            <p:cNvPr id="831" name="object 831"/>
            <p:cNvSpPr/>
            <p:nvPr/>
          </p:nvSpPr>
          <p:spPr>
            <a:xfrm>
              <a:off x="2540000" y="10579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1F251F"/>
            </a:solidFill>
          </p:spPr>
          <p:txBody>
            <a:bodyPr wrap="square" lIns="0" tIns="0" rIns="0" bIns="0" rtlCol="0"/>
            <a:lstStyle/>
            <a:p/>
          </p:txBody>
        </p:sp>
        <p:sp>
          <p:nvSpPr>
            <p:cNvPr id="832" name="object 832"/>
            <p:cNvSpPr/>
            <p:nvPr/>
          </p:nvSpPr>
          <p:spPr>
            <a:xfrm>
              <a:off x="2514600" y="1064259"/>
              <a:ext cx="139700" cy="7620"/>
            </a:xfrm>
            <a:custGeom>
              <a:avLst/>
              <a:gdLst/>
              <a:ahLst/>
              <a:cxnLst/>
              <a:rect l="l" t="t" r="r" b="b"/>
              <a:pathLst>
                <a:path w="139700" h="7619">
                  <a:moveTo>
                    <a:pt x="139700" y="6350"/>
                  </a:moveTo>
                  <a:lnTo>
                    <a:pt x="107950" y="6350"/>
                  </a:lnTo>
                  <a:lnTo>
                    <a:pt x="107950" y="5080"/>
                  </a:lnTo>
                  <a:lnTo>
                    <a:pt x="107950" y="0"/>
                  </a:lnTo>
                  <a:lnTo>
                    <a:pt x="25400" y="0"/>
                  </a:lnTo>
                  <a:lnTo>
                    <a:pt x="25400" y="5080"/>
                  </a:lnTo>
                  <a:lnTo>
                    <a:pt x="0" y="5080"/>
                  </a:lnTo>
                  <a:lnTo>
                    <a:pt x="0" y="6350"/>
                  </a:lnTo>
                  <a:lnTo>
                    <a:pt x="0" y="7620"/>
                  </a:lnTo>
                  <a:lnTo>
                    <a:pt x="139700" y="7620"/>
                  </a:lnTo>
                  <a:lnTo>
                    <a:pt x="139700" y="6350"/>
                  </a:lnTo>
                  <a:close/>
                </a:path>
              </a:pathLst>
            </a:custGeom>
            <a:solidFill>
              <a:srgbClr val="202520"/>
            </a:solidFill>
          </p:spPr>
          <p:txBody>
            <a:bodyPr wrap="square" lIns="0" tIns="0" rIns="0" bIns="0" rtlCol="0"/>
            <a:lstStyle/>
            <a:p/>
          </p:txBody>
        </p:sp>
        <p:sp>
          <p:nvSpPr>
            <p:cNvPr id="833" name="object 833"/>
            <p:cNvSpPr/>
            <p:nvPr/>
          </p:nvSpPr>
          <p:spPr>
            <a:xfrm>
              <a:off x="2514600" y="107188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22522"/>
            </a:solidFill>
          </p:spPr>
          <p:txBody>
            <a:bodyPr wrap="square" lIns="0" tIns="0" rIns="0" bIns="0" rtlCol="0"/>
            <a:lstStyle/>
            <a:p/>
          </p:txBody>
        </p:sp>
        <p:sp>
          <p:nvSpPr>
            <p:cNvPr id="834" name="object 834"/>
            <p:cNvSpPr/>
            <p:nvPr/>
          </p:nvSpPr>
          <p:spPr>
            <a:xfrm>
              <a:off x="2514600" y="107950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232423"/>
            </a:solidFill>
          </p:spPr>
          <p:txBody>
            <a:bodyPr wrap="square" lIns="0" tIns="0" rIns="0" bIns="0" rtlCol="0"/>
            <a:lstStyle/>
            <a:p/>
          </p:txBody>
        </p:sp>
        <p:sp>
          <p:nvSpPr>
            <p:cNvPr id="835" name="object 835"/>
            <p:cNvSpPr/>
            <p:nvPr/>
          </p:nvSpPr>
          <p:spPr>
            <a:xfrm>
              <a:off x="2514600" y="10858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42424"/>
            </a:solidFill>
          </p:spPr>
          <p:txBody>
            <a:bodyPr wrap="square" lIns="0" tIns="0" rIns="0" bIns="0" rtlCol="0"/>
            <a:lstStyle/>
            <a:p/>
          </p:txBody>
        </p:sp>
        <p:sp>
          <p:nvSpPr>
            <p:cNvPr id="836" name="object 836"/>
            <p:cNvSpPr/>
            <p:nvPr/>
          </p:nvSpPr>
          <p:spPr>
            <a:xfrm>
              <a:off x="2514600" y="109347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52325"/>
            </a:solidFill>
          </p:spPr>
          <p:txBody>
            <a:bodyPr wrap="square" lIns="0" tIns="0" rIns="0" bIns="0" rtlCol="0"/>
            <a:lstStyle/>
            <a:p/>
          </p:txBody>
        </p:sp>
        <p:sp>
          <p:nvSpPr>
            <p:cNvPr id="837" name="object 837"/>
            <p:cNvSpPr/>
            <p:nvPr/>
          </p:nvSpPr>
          <p:spPr>
            <a:xfrm>
              <a:off x="2514600" y="110109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62326"/>
            </a:solidFill>
          </p:spPr>
          <p:txBody>
            <a:bodyPr wrap="square" lIns="0" tIns="0" rIns="0" bIns="0" rtlCol="0"/>
            <a:lstStyle/>
            <a:p/>
          </p:txBody>
        </p:sp>
        <p:sp>
          <p:nvSpPr>
            <p:cNvPr id="838" name="object 838"/>
            <p:cNvSpPr/>
            <p:nvPr/>
          </p:nvSpPr>
          <p:spPr>
            <a:xfrm>
              <a:off x="2514600" y="110871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272227"/>
            </a:solidFill>
          </p:spPr>
          <p:txBody>
            <a:bodyPr wrap="square" lIns="0" tIns="0" rIns="0" bIns="0" rtlCol="0"/>
            <a:lstStyle/>
            <a:p/>
          </p:txBody>
        </p:sp>
        <p:sp>
          <p:nvSpPr>
            <p:cNvPr id="839" name="object 839"/>
            <p:cNvSpPr/>
            <p:nvPr/>
          </p:nvSpPr>
          <p:spPr>
            <a:xfrm>
              <a:off x="2514600" y="111506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82228"/>
            </a:solidFill>
          </p:spPr>
          <p:txBody>
            <a:bodyPr wrap="square" lIns="0" tIns="0" rIns="0" bIns="0" rtlCol="0"/>
            <a:lstStyle/>
            <a:p/>
          </p:txBody>
        </p:sp>
        <p:sp>
          <p:nvSpPr>
            <p:cNvPr id="840" name="object 840"/>
            <p:cNvSpPr/>
            <p:nvPr/>
          </p:nvSpPr>
          <p:spPr>
            <a:xfrm>
              <a:off x="2514600" y="112268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92129"/>
            </a:solidFill>
          </p:spPr>
          <p:txBody>
            <a:bodyPr wrap="square" lIns="0" tIns="0" rIns="0" bIns="0" rtlCol="0"/>
            <a:lstStyle/>
            <a:p/>
          </p:txBody>
        </p:sp>
        <p:sp>
          <p:nvSpPr>
            <p:cNvPr id="841" name="object 841"/>
            <p:cNvSpPr/>
            <p:nvPr/>
          </p:nvSpPr>
          <p:spPr>
            <a:xfrm>
              <a:off x="2514600" y="113030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2A212A"/>
            </a:solidFill>
          </p:spPr>
          <p:txBody>
            <a:bodyPr wrap="square" lIns="0" tIns="0" rIns="0" bIns="0" rtlCol="0"/>
            <a:lstStyle/>
            <a:p/>
          </p:txBody>
        </p:sp>
        <p:sp>
          <p:nvSpPr>
            <p:cNvPr id="842" name="object 842"/>
            <p:cNvSpPr/>
            <p:nvPr/>
          </p:nvSpPr>
          <p:spPr>
            <a:xfrm>
              <a:off x="2514600" y="113665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B212B"/>
            </a:solidFill>
          </p:spPr>
          <p:txBody>
            <a:bodyPr wrap="square" lIns="0" tIns="0" rIns="0" bIns="0" rtlCol="0"/>
            <a:lstStyle/>
            <a:p/>
          </p:txBody>
        </p:sp>
        <p:sp>
          <p:nvSpPr>
            <p:cNvPr id="843" name="object 843"/>
            <p:cNvSpPr/>
            <p:nvPr/>
          </p:nvSpPr>
          <p:spPr>
            <a:xfrm>
              <a:off x="2514600" y="114427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2C202C"/>
            </a:solidFill>
          </p:spPr>
          <p:txBody>
            <a:bodyPr wrap="square" lIns="0" tIns="0" rIns="0" bIns="0" rtlCol="0"/>
            <a:lstStyle/>
            <a:p/>
          </p:txBody>
        </p:sp>
        <p:sp>
          <p:nvSpPr>
            <p:cNvPr id="844" name="object 844"/>
            <p:cNvSpPr/>
            <p:nvPr/>
          </p:nvSpPr>
          <p:spPr>
            <a:xfrm>
              <a:off x="2514600" y="115189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2E202E"/>
            </a:solidFill>
          </p:spPr>
          <p:txBody>
            <a:bodyPr wrap="square" lIns="0" tIns="0" rIns="0" bIns="0" rtlCol="0"/>
            <a:lstStyle/>
            <a:p/>
          </p:txBody>
        </p:sp>
        <p:sp>
          <p:nvSpPr>
            <p:cNvPr id="845" name="object 845"/>
            <p:cNvSpPr/>
            <p:nvPr/>
          </p:nvSpPr>
          <p:spPr>
            <a:xfrm>
              <a:off x="2514600" y="11582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2F1F2F"/>
            </a:solidFill>
          </p:spPr>
          <p:txBody>
            <a:bodyPr wrap="square" lIns="0" tIns="0" rIns="0" bIns="0" rtlCol="0"/>
            <a:lstStyle/>
            <a:p/>
          </p:txBody>
        </p:sp>
        <p:sp>
          <p:nvSpPr>
            <p:cNvPr id="846" name="object 846"/>
            <p:cNvSpPr/>
            <p:nvPr/>
          </p:nvSpPr>
          <p:spPr>
            <a:xfrm>
              <a:off x="2514600" y="116586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301F30"/>
            </a:solidFill>
          </p:spPr>
          <p:txBody>
            <a:bodyPr wrap="square" lIns="0" tIns="0" rIns="0" bIns="0" rtlCol="0"/>
            <a:lstStyle/>
            <a:p/>
          </p:txBody>
        </p:sp>
        <p:sp>
          <p:nvSpPr>
            <p:cNvPr id="847" name="object 847"/>
            <p:cNvSpPr/>
            <p:nvPr/>
          </p:nvSpPr>
          <p:spPr>
            <a:xfrm>
              <a:off x="2514600" y="117348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311E31"/>
            </a:solidFill>
          </p:spPr>
          <p:txBody>
            <a:bodyPr wrap="square" lIns="0" tIns="0" rIns="0" bIns="0" rtlCol="0"/>
            <a:lstStyle/>
            <a:p/>
          </p:txBody>
        </p:sp>
        <p:sp>
          <p:nvSpPr>
            <p:cNvPr id="848" name="object 848"/>
            <p:cNvSpPr/>
            <p:nvPr/>
          </p:nvSpPr>
          <p:spPr>
            <a:xfrm>
              <a:off x="2514600" y="1179829"/>
              <a:ext cx="139700" cy="15240"/>
            </a:xfrm>
            <a:custGeom>
              <a:avLst/>
              <a:gdLst/>
              <a:ahLst/>
              <a:cxnLst/>
              <a:rect l="l" t="t" r="r" b="b"/>
              <a:pathLst>
                <a:path w="139700" h="15240">
                  <a:moveTo>
                    <a:pt x="139700" y="0"/>
                  </a:moveTo>
                  <a:lnTo>
                    <a:pt x="0" y="0"/>
                  </a:lnTo>
                  <a:lnTo>
                    <a:pt x="0" y="7620"/>
                  </a:lnTo>
                  <a:lnTo>
                    <a:pt x="0" y="15240"/>
                  </a:lnTo>
                  <a:lnTo>
                    <a:pt x="139700" y="15240"/>
                  </a:lnTo>
                  <a:lnTo>
                    <a:pt x="139700" y="7620"/>
                  </a:lnTo>
                  <a:lnTo>
                    <a:pt x="139700" y="0"/>
                  </a:lnTo>
                  <a:close/>
                </a:path>
              </a:pathLst>
            </a:custGeom>
            <a:solidFill>
              <a:srgbClr val="331E33"/>
            </a:solidFill>
          </p:spPr>
          <p:txBody>
            <a:bodyPr wrap="square" lIns="0" tIns="0" rIns="0" bIns="0" rtlCol="0"/>
            <a:lstStyle/>
            <a:p/>
          </p:txBody>
        </p:sp>
        <p:sp>
          <p:nvSpPr>
            <p:cNvPr id="849" name="object 849"/>
            <p:cNvSpPr/>
            <p:nvPr/>
          </p:nvSpPr>
          <p:spPr>
            <a:xfrm>
              <a:off x="2514600" y="119507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341D34"/>
            </a:solidFill>
          </p:spPr>
          <p:txBody>
            <a:bodyPr wrap="square" lIns="0" tIns="0" rIns="0" bIns="0" rtlCol="0"/>
            <a:lstStyle/>
            <a:p/>
          </p:txBody>
        </p:sp>
        <p:sp>
          <p:nvSpPr>
            <p:cNvPr id="850" name="object 850"/>
            <p:cNvSpPr/>
            <p:nvPr/>
          </p:nvSpPr>
          <p:spPr>
            <a:xfrm>
              <a:off x="2514600" y="120142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351D35"/>
            </a:solidFill>
          </p:spPr>
          <p:txBody>
            <a:bodyPr wrap="square" lIns="0" tIns="0" rIns="0" bIns="0" rtlCol="0"/>
            <a:lstStyle/>
            <a:p/>
          </p:txBody>
        </p:sp>
        <p:sp>
          <p:nvSpPr>
            <p:cNvPr id="851" name="object 851"/>
            <p:cNvSpPr/>
            <p:nvPr/>
          </p:nvSpPr>
          <p:spPr>
            <a:xfrm>
              <a:off x="2514600" y="120904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361C36"/>
            </a:solidFill>
          </p:spPr>
          <p:txBody>
            <a:bodyPr wrap="square" lIns="0" tIns="0" rIns="0" bIns="0" rtlCol="0"/>
            <a:lstStyle/>
            <a:p/>
          </p:txBody>
        </p:sp>
        <p:sp>
          <p:nvSpPr>
            <p:cNvPr id="852" name="object 852"/>
            <p:cNvSpPr/>
            <p:nvPr/>
          </p:nvSpPr>
          <p:spPr>
            <a:xfrm>
              <a:off x="2514600" y="121666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371C37"/>
            </a:solidFill>
          </p:spPr>
          <p:txBody>
            <a:bodyPr wrap="square" lIns="0" tIns="0" rIns="0" bIns="0" rtlCol="0"/>
            <a:lstStyle/>
            <a:p/>
          </p:txBody>
        </p:sp>
        <p:sp>
          <p:nvSpPr>
            <p:cNvPr id="853" name="object 853"/>
            <p:cNvSpPr/>
            <p:nvPr/>
          </p:nvSpPr>
          <p:spPr>
            <a:xfrm>
              <a:off x="2514600" y="122301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381B38"/>
            </a:solidFill>
          </p:spPr>
          <p:txBody>
            <a:bodyPr wrap="square" lIns="0" tIns="0" rIns="0" bIns="0" rtlCol="0"/>
            <a:lstStyle/>
            <a:p/>
          </p:txBody>
        </p:sp>
        <p:sp>
          <p:nvSpPr>
            <p:cNvPr id="854" name="object 854"/>
            <p:cNvSpPr/>
            <p:nvPr/>
          </p:nvSpPr>
          <p:spPr>
            <a:xfrm>
              <a:off x="2514600" y="123063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3A1B3A"/>
            </a:solidFill>
          </p:spPr>
          <p:txBody>
            <a:bodyPr wrap="square" lIns="0" tIns="0" rIns="0" bIns="0" rtlCol="0"/>
            <a:lstStyle/>
            <a:p/>
          </p:txBody>
        </p:sp>
        <p:sp>
          <p:nvSpPr>
            <p:cNvPr id="855" name="object 855"/>
            <p:cNvSpPr/>
            <p:nvPr/>
          </p:nvSpPr>
          <p:spPr>
            <a:xfrm>
              <a:off x="2514600" y="123825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3B1B3B"/>
            </a:solidFill>
          </p:spPr>
          <p:txBody>
            <a:bodyPr wrap="square" lIns="0" tIns="0" rIns="0" bIns="0" rtlCol="0"/>
            <a:lstStyle/>
            <a:p/>
          </p:txBody>
        </p:sp>
        <p:sp>
          <p:nvSpPr>
            <p:cNvPr id="856" name="object 856"/>
            <p:cNvSpPr/>
            <p:nvPr/>
          </p:nvSpPr>
          <p:spPr>
            <a:xfrm>
              <a:off x="2514600" y="1244600"/>
              <a:ext cx="139700" cy="7620"/>
            </a:xfrm>
            <a:custGeom>
              <a:avLst/>
              <a:gdLst/>
              <a:ahLst/>
              <a:cxnLst/>
              <a:rect l="l" t="t" r="r" b="b"/>
              <a:pathLst>
                <a:path w="139700" h="7619">
                  <a:moveTo>
                    <a:pt x="0" y="0"/>
                  </a:moveTo>
                  <a:lnTo>
                    <a:pt x="139700" y="0"/>
                  </a:lnTo>
                  <a:lnTo>
                    <a:pt x="139700" y="7620"/>
                  </a:lnTo>
                  <a:lnTo>
                    <a:pt x="0" y="7620"/>
                  </a:lnTo>
                  <a:lnTo>
                    <a:pt x="0" y="0"/>
                  </a:lnTo>
                  <a:close/>
                </a:path>
              </a:pathLst>
            </a:custGeom>
            <a:solidFill>
              <a:srgbClr val="3C1A3C"/>
            </a:solidFill>
          </p:spPr>
          <p:txBody>
            <a:bodyPr wrap="square" lIns="0" tIns="0" rIns="0" bIns="0" rtlCol="0"/>
            <a:lstStyle/>
            <a:p/>
          </p:txBody>
        </p:sp>
        <p:sp>
          <p:nvSpPr>
            <p:cNvPr id="857" name="object 857"/>
            <p:cNvSpPr/>
            <p:nvPr/>
          </p:nvSpPr>
          <p:spPr>
            <a:xfrm>
              <a:off x="2514600" y="1252220"/>
              <a:ext cx="139700" cy="7620"/>
            </a:xfrm>
            <a:custGeom>
              <a:avLst/>
              <a:gdLst/>
              <a:ahLst/>
              <a:cxnLst/>
              <a:rect l="l" t="t" r="r" b="b"/>
              <a:pathLst>
                <a:path w="139700" h="7619">
                  <a:moveTo>
                    <a:pt x="0" y="0"/>
                  </a:moveTo>
                  <a:lnTo>
                    <a:pt x="139700" y="0"/>
                  </a:lnTo>
                  <a:lnTo>
                    <a:pt x="139700" y="7619"/>
                  </a:lnTo>
                  <a:lnTo>
                    <a:pt x="0" y="7619"/>
                  </a:lnTo>
                  <a:lnTo>
                    <a:pt x="0" y="0"/>
                  </a:lnTo>
                  <a:close/>
                </a:path>
              </a:pathLst>
            </a:custGeom>
            <a:solidFill>
              <a:srgbClr val="3D1A3D"/>
            </a:solidFill>
          </p:spPr>
          <p:txBody>
            <a:bodyPr wrap="square" lIns="0" tIns="0" rIns="0" bIns="0" rtlCol="0"/>
            <a:lstStyle/>
            <a:p/>
          </p:txBody>
        </p:sp>
        <p:sp>
          <p:nvSpPr>
            <p:cNvPr id="858" name="object 858"/>
            <p:cNvSpPr/>
            <p:nvPr/>
          </p:nvSpPr>
          <p:spPr>
            <a:xfrm>
              <a:off x="2514600" y="1259840"/>
              <a:ext cx="139700" cy="6350"/>
            </a:xfrm>
            <a:custGeom>
              <a:avLst/>
              <a:gdLst/>
              <a:ahLst/>
              <a:cxnLst/>
              <a:rect l="l" t="t" r="r" b="b"/>
              <a:pathLst>
                <a:path w="139700" h="6350">
                  <a:moveTo>
                    <a:pt x="0" y="0"/>
                  </a:moveTo>
                  <a:lnTo>
                    <a:pt x="139700" y="0"/>
                  </a:lnTo>
                  <a:lnTo>
                    <a:pt x="139700" y="6350"/>
                  </a:lnTo>
                  <a:lnTo>
                    <a:pt x="0" y="6350"/>
                  </a:lnTo>
                  <a:lnTo>
                    <a:pt x="0" y="0"/>
                  </a:lnTo>
                  <a:close/>
                </a:path>
              </a:pathLst>
            </a:custGeom>
            <a:solidFill>
              <a:srgbClr val="3E193E"/>
            </a:solidFill>
          </p:spPr>
          <p:txBody>
            <a:bodyPr wrap="square" lIns="0" tIns="0" rIns="0" bIns="0" rtlCol="0"/>
            <a:lstStyle/>
            <a:p/>
          </p:txBody>
        </p:sp>
        <p:sp>
          <p:nvSpPr>
            <p:cNvPr id="859" name="object 859"/>
            <p:cNvSpPr/>
            <p:nvPr/>
          </p:nvSpPr>
          <p:spPr>
            <a:xfrm>
              <a:off x="2514600" y="1266189"/>
              <a:ext cx="139700" cy="7620"/>
            </a:xfrm>
            <a:custGeom>
              <a:avLst/>
              <a:gdLst/>
              <a:ahLst/>
              <a:cxnLst/>
              <a:rect l="l" t="t" r="r" b="b"/>
              <a:pathLst>
                <a:path w="139700" h="7619">
                  <a:moveTo>
                    <a:pt x="107950" y="6362"/>
                  </a:moveTo>
                  <a:lnTo>
                    <a:pt x="25400" y="6362"/>
                  </a:lnTo>
                  <a:lnTo>
                    <a:pt x="25400" y="7620"/>
                  </a:lnTo>
                  <a:lnTo>
                    <a:pt x="107950" y="7620"/>
                  </a:lnTo>
                  <a:lnTo>
                    <a:pt x="107950" y="6362"/>
                  </a:lnTo>
                  <a:close/>
                </a:path>
                <a:path w="139700" h="7619">
                  <a:moveTo>
                    <a:pt x="139700" y="0"/>
                  </a:moveTo>
                  <a:lnTo>
                    <a:pt x="0" y="0"/>
                  </a:lnTo>
                  <a:lnTo>
                    <a:pt x="0" y="5080"/>
                  </a:lnTo>
                  <a:lnTo>
                    <a:pt x="0" y="6350"/>
                  </a:lnTo>
                  <a:lnTo>
                    <a:pt x="107950" y="6350"/>
                  </a:lnTo>
                  <a:lnTo>
                    <a:pt x="107950" y="5080"/>
                  </a:lnTo>
                  <a:lnTo>
                    <a:pt x="139700" y="5080"/>
                  </a:lnTo>
                  <a:lnTo>
                    <a:pt x="139700" y="0"/>
                  </a:lnTo>
                  <a:close/>
                </a:path>
              </a:pathLst>
            </a:custGeom>
            <a:solidFill>
              <a:srgbClr val="3F193F"/>
            </a:solidFill>
          </p:spPr>
          <p:txBody>
            <a:bodyPr wrap="square" lIns="0" tIns="0" rIns="0" bIns="0" rtlCol="0"/>
            <a:lstStyle/>
            <a:p/>
          </p:txBody>
        </p:sp>
        <p:sp>
          <p:nvSpPr>
            <p:cNvPr id="860" name="object 860"/>
            <p:cNvSpPr/>
            <p:nvPr/>
          </p:nvSpPr>
          <p:spPr>
            <a:xfrm>
              <a:off x="2540000" y="1273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01840"/>
            </a:solidFill>
          </p:spPr>
          <p:txBody>
            <a:bodyPr wrap="square" lIns="0" tIns="0" rIns="0" bIns="0" rtlCol="0"/>
            <a:lstStyle/>
            <a:p/>
          </p:txBody>
        </p:sp>
        <p:sp>
          <p:nvSpPr>
            <p:cNvPr id="861" name="object 861"/>
            <p:cNvSpPr/>
            <p:nvPr/>
          </p:nvSpPr>
          <p:spPr>
            <a:xfrm>
              <a:off x="2540000" y="12814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411841"/>
            </a:solidFill>
          </p:spPr>
          <p:txBody>
            <a:bodyPr wrap="square" lIns="0" tIns="0" rIns="0" bIns="0" rtlCol="0"/>
            <a:lstStyle/>
            <a:p/>
          </p:txBody>
        </p:sp>
        <p:sp>
          <p:nvSpPr>
            <p:cNvPr id="862" name="object 862"/>
            <p:cNvSpPr/>
            <p:nvPr/>
          </p:nvSpPr>
          <p:spPr>
            <a:xfrm>
              <a:off x="2540000" y="12877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21742"/>
            </a:solidFill>
          </p:spPr>
          <p:txBody>
            <a:bodyPr wrap="square" lIns="0" tIns="0" rIns="0" bIns="0" rtlCol="0"/>
            <a:lstStyle/>
            <a:p/>
          </p:txBody>
        </p:sp>
        <p:sp>
          <p:nvSpPr>
            <p:cNvPr id="863" name="object 863"/>
            <p:cNvSpPr/>
            <p:nvPr/>
          </p:nvSpPr>
          <p:spPr>
            <a:xfrm>
              <a:off x="2540000" y="12954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31743"/>
            </a:solidFill>
          </p:spPr>
          <p:txBody>
            <a:bodyPr wrap="square" lIns="0" tIns="0" rIns="0" bIns="0" rtlCol="0"/>
            <a:lstStyle/>
            <a:p/>
          </p:txBody>
        </p:sp>
        <p:sp>
          <p:nvSpPr>
            <p:cNvPr id="864" name="object 864"/>
            <p:cNvSpPr/>
            <p:nvPr/>
          </p:nvSpPr>
          <p:spPr>
            <a:xfrm>
              <a:off x="2540000" y="13030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451745"/>
            </a:solidFill>
          </p:spPr>
          <p:txBody>
            <a:bodyPr wrap="square" lIns="0" tIns="0" rIns="0" bIns="0" rtlCol="0"/>
            <a:lstStyle/>
            <a:p/>
          </p:txBody>
        </p:sp>
        <p:sp>
          <p:nvSpPr>
            <p:cNvPr id="865" name="object 865"/>
            <p:cNvSpPr/>
            <p:nvPr/>
          </p:nvSpPr>
          <p:spPr>
            <a:xfrm>
              <a:off x="2540000" y="13093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61646"/>
            </a:solidFill>
          </p:spPr>
          <p:txBody>
            <a:bodyPr wrap="square" lIns="0" tIns="0" rIns="0" bIns="0" rtlCol="0"/>
            <a:lstStyle/>
            <a:p/>
          </p:txBody>
        </p:sp>
        <p:sp>
          <p:nvSpPr>
            <p:cNvPr id="866" name="object 866"/>
            <p:cNvSpPr/>
            <p:nvPr/>
          </p:nvSpPr>
          <p:spPr>
            <a:xfrm>
              <a:off x="2540000" y="13169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71647"/>
            </a:solidFill>
          </p:spPr>
          <p:txBody>
            <a:bodyPr wrap="square" lIns="0" tIns="0" rIns="0" bIns="0" rtlCol="0"/>
            <a:lstStyle/>
            <a:p/>
          </p:txBody>
        </p:sp>
        <p:sp>
          <p:nvSpPr>
            <p:cNvPr id="867" name="object 867"/>
            <p:cNvSpPr/>
            <p:nvPr/>
          </p:nvSpPr>
          <p:spPr>
            <a:xfrm>
              <a:off x="2540000" y="13246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481548"/>
            </a:solidFill>
          </p:spPr>
          <p:txBody>
            <a:bodyPr wrap="square" lIns="0" tIns="0" rIns="0" bIns="0" rtlCol="0"/>
            <a:lstStyle/>
            <a:p/>
          </p:txBody>
        </p:sp>
        <p:sp>
          <p:nvSpPr>
            <p:cNvPr id="868" name="object 868"/>
            <p:cNvSpPr/>
            <p:nvPr/>
          </p:nvSpPr>
          <p:spPr>
            <a:xfrm>
              <a:off x="2540000" y="13309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91549"/>
            </a:solidFill>
          </p:spPr>
          <p:txBody>
            <a:bodyPr wrap="square" lIns="0" tIns="0" rIns="0" bIns="0" rtlCol="0"/>
            <a:lstStyle/>
            <a:p/>
          </p:txBody>
        </p:sp>
        <p:sp>
          <p:nvSpPr>
            <p:cNvPr id="869" name="object 869"/>
            <p:cNvSpPr/>
            <p:nvPr/>
          </p:nvSpPr>
          <p:spPr>
            <a:xfrm>
              <a:off x="2540000" y="13385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A144A"/>
            </a:solidFill>
          </p:spPr>
          <p:txBody>
            <a:bodyPr wrap="square" lIns="0" tIns="0" rIns="0" bIns="0" rtlCol="0"/>
            <a:lstStyle/>
            <a:p/>
          </p:txBody>
        </p:sp>
        <p:sp>
          <p:nvSpPr>
            <p:cNvPr id="870" name="object 870"/>
            <p:cNvSpPr/>
            <p:nvPr/>
          </p:nvSpPr>
          <p:spPr>
            <a:xfrm>
              <a:off x="2540000" y="13462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4B144B"/>
            </a:solidFill>
          </p:spPr>
          <p:txBody>
            <a:bodyPr wrap="square" lIns="0" tIns="0" rIns="0" bIns="0" rtlCol="0"/>
            <a:lstStyle/>
            <a:p/>
          </p:txBody>
        </p:sp>
        <p:sp>
          <p:nvSpPr>
            <p:cNvPr id="871" name="object 871"/>
            <p:cNvSpPr/>
            <p:nvPr/>
          </p:nvSpPr>
          <p:spPr>
            <a:xfrm>
              <a:off x="2540000" y="13525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C144C"/>
            </a:solidFill>
          </p:spPr>
          <p:txBody>
            <a:bodyPr wrap="square" lIns="0" tIns="0" rIns="0" bIns="0" rtlCol="0"/>
            <a:lstStyle/>
            <a:p/>
          </p:txBody>
        </p:sp>
        <p:sp>
          <p:nvSpPr>
            <p:cNvPr id="872" name="object 872"/>
            <p:cNvSpPr/>
            <p:nvPr/>
          </p:nvSpPr>
          <p:spPr>
            <a:xfrm>
              <a:off x="2540000" y="13601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4D134D"/>
            </a:solidFill>
          </p:spPr>
          <p:txBody>
            <a:bodyPr wrap="square" lIns="0" tIns="0" rIns="0" bIns="0" rtlCol="0"/>
            <a:lstStyle/>
            <a:p/>
          </p:txBody>
        </p:sp>
        <p:sp>
          <p:nvSpPr>
            <p:cNvPr id="873" name="object 873"/>
            <p:cNvSpPr/>
            <p:nvPr/>
          </p:nvSpPr>
          <p:spPr>
            <a:xfrm>
              <a:off x="2540000" y="13677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4E134E"/>
            </a:solidFill>
          </p:spPr>
          <p:txBody>
            <a:bodyPr wrap="square" lIns="0" tIns="0" rIns="0" bIns="0" rtlCol="0"/>
            <a:lstStyle/>
            <a:p/>
          </p:txBody>
        </p:sp>
        <p:sp>
          <p:nvSpPr>
            <p:cNvPr id="874" name="object 874"/>
            <p:cNvSpPr/>
            <p:nvPr/>
          </p:nvSpPr>
          <p:spPr>
            <a:xfrm>
              <a:off x="2540000" y="13741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4F124F"/>
            </a:solidFill>
          </p:spPr>
          <p:txBody>
            <a:bodyPr wrap="square" lIns="0" tIns="0" rIns="0" bIns="0" rtlCol="0"/>
            <a:lstStyle/>
            <a:p/>
          </p:txBody>
        </p:sp>
        <p:sp>
          <p:nvSpPr>
            <p:cNvPr id="875" name="object 875"/>
            <p:cNvSpPr/>
            <p:nvPr/>
          </p:nvSpPr>
          <p:spPr>
            <a:xfrm>
              <a:off x="2540000" y="13817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11251"/>
            </a:solidFill>
          </p:spPr>
          <p:txBody>
            <a:bodyPr wrap="square" lIns="0" tIns="0" rIns="0" bIns="0" rtlCol="0"/>
            <a:lstStyle/>
            <a:p/>
          </p:txBody>
        </p:sp>
        <p:sp>
          <p:nvSpPr>
            <p:cNvPr id="876" name="object 876"/>
            <p:cNvSpPr/>
            <p:nvPr/>
          </p:nvSpPr>
          <p:spPr>
            <a:xfrm>
              <a:off x="2540000" y="13893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21152"/>
            </a:solidFill>
          </p:spPr>
          <p:txBody>
            <a:bodyPr wrap="square" lIns="0" tIns="0" rIns="0" bIns="0" rtlCol="0"/>
            <a:lstStyle/>
            <a:p/>
          </p:txBody>
        </p:sp>
        <p:sp>
          <p:nvSpPr>
            <p:cNvPr id="877" name="object 877"/>
            <p:cNvSpPr/>
            <p:nvPr/>
          </p:nvSpPr>
          <p:spPr>
            <a:xfrm>
              <a:off x="2540000" y="13957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31153"/>
            </a:solidFill>
          </p:spPr>
          <p:txBody>
            <a:bodyPr wrap="square" lIns="0" tIns="0" rIns="0" bIns="0" rtlCol="0"/>
            <a:lstStyle/>
            <a:p/>
          </p:txBody>
        </p:sp>
        <p:sp>
          <p:nvSpPr>
            <p:cNvPr id="878" name="object 878"/>
            <p:cNvSpPr/>
            <p:nvPr/>
          </p:nvSpPr>
          <p:spPr>
            <a:xfrm>
              <a:off x="2540000" y="14033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41054"/>
            </a:solidFill>
          </p:spPr>
          <p:txBody>
            <a:bodyPr wrap="square" lIns="0" tIns="0" rIns="0" bIns="0" rtlCol="0"/>
            <a:lstStyle/>
            <a:p/>
          </p:txBody>
        </p:sp>
        <p:sp>
          <p:nvSpPr>
            <p:cNvPr id="879" name="object 879"/>
            <p:cNvSpPr/>
            <p:nvPr/>
          </p:nvSpPr>
          <p:spPr>
            <a:xfrm>
              <a:off x="2540000" y="14109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51055"/>
            </a:solidFill>
          </p:spPr>
          <p:txBody>
            <a:bodyPr wrap="square" lIns="0" tIns="0" rIns="0" bIns="0" rtlCol="0"/>
            <a:lstStyle/>
            <a:p/>
          </p:txBody>
        </p:sp>
        <p:sp>
          <p:nvSpPr>
            <p:cNvPr id="880" name="object 880"/>
            <p:cNvSpPr/>
            <p:nvPr/>
          </p:nvSpPr>
          <p:spPr>
            <a:xfrm>
              <a:off x="2540000" y="14173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61056"/>
            </a:solidFill>
          </p:spPr>
          <p:txBody>
            <a:bodyPr wrap="square" lIns="0" tIns="0" rIns="0" bIns="0" rtlCol="0"/>
            <a:lstStyle/>
            <a:p/>
          </p:txBody>
        </p:sp>
        <p:sp>
          <p:nvSpPr>
            <p:cNvPr id="881" name="object 881"/>
            <p:cNvSpPr/>
            <p:nvPr/>
          </p:nvSpPr>
          <p:spPr>
            <a:xfrm>
              <a:off x="2540000" y="14249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70F57"/>
            </a:solidFill>
          </p:spPr>
          <p:txBody>
            <a:bodyPr wrap="square" lIns="0" tIns="0" rIns="0" bIns="0" rtlCol="0"/>
            <a:lstStyle/>
            <a:p/>
          </p:txBody>
        </p:sp>
        <p:sp>
          <p:nvSpPr>
            <p:cNvPr id="882" name="object 882"/>
            <p:cNvSpPr/>
            <p:nvPr/>
          </p:nvSpPr>
          <p:spPr>
            <a:xfrm>
              <a:off x="2540000" y="14325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80F58"/>
            </a:solidFill>
          </p:spPr>
          <p:txBody>
            <a:bodyPr wrap="square" lIns="0" tIns="0" rIns="0" bIns="0" rtlCol="0"/>
            <a:lstStyle/>
            <a:p/>
          </p:txBody>
        </p:sp>
        <p:sp>
          <p:nvSpPr>
            <p:cNvPr id="883" name="object 883"/>
            <p:cNvSpPr/>
            <p:nvPr/>
          </p:nvSpPr>
          <p:spPr>
            <a:xfrm>
              <a:off x="2540000" y="14389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90E59"/>
            </a:solidFill>
          </p:spPr>
          <p:txBody>
            <a:bodyPr wrap="square" lIns="0" tIns="0" rIns="0" bIns="0" rtlCol="0"/>
            <a:lstStyle/>
            <a:p/>
          </p:txBody>
        </p:sp>
        <p:sp>
          <p:nvSpPr>
            <p:cNvPr id="884" name="object 884"/>
            <p:cNvSpPr/>
            <p:nvPr/>
          </p:nvSpPr>
          <p:spPr>
            <a:xfrm>
              <a:off x="2540000" y="14465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A0E5A"/>
            </a:solidFill>
          </p:spPr>
          <p:txBody>
            <a:bodyPr wrap="square" lIns="0" tIns="0" rIns="0" bIns="0" rtlCol="0"/>
            <a:lstStyle/>
            <a:p/>
          </p:txBody>
        </p:sp>
        <p:sp>
          <p:nvSpPr>
            <p:cNvPr id="885" name="object 885"/>
            <p:cNvSpPr/>
            <p:nvPr/>
          </p:nvSpPr>
          <p:spPr>
            <a:xfrm>
              <a:off x="2540000" y="145415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B0D5B"/>
            </a:solidFill>
          </p:spPr>
          <p:txBody>
            <a:bodyPr wrap="square" lIns="0" tIns="0" rIns="0" bIns="0" rtlCol="0"/>
            <a:lstStyle/>
            <a:p/>
          </p:txBody>
        </p:sp>
        <p:sp>
          <p:nvSpPr>
            <p:cNvPr id="886" name="object 886"/>
            <p:cNvSpPr/>
            <p:nvPr/>
          </p:nvSpPr>
          <p:spPr>
            <a:xfrm>
              <a:off x="2540000" y="14605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5D0D5D"/>
            </a:solidFill>
          </p:spPr>
          <p:txBody>
            <a:bodyPr wrap="square" lIns="0" tIns="0" rIns="0" bIns="0" rtlCol="0"/>
            <a:lstStyle/>
            <a:p/>
          </p:txBody>
        </p:sp>
        <p:sp>
          <p:nvSpPr>
            <p:cNvPr id="887" name="object 887"/>
            <p:cNvSpPr/>
            <p:nvPr/>
          </p:nvSpPr>
          <p:spPr>
            <a:xfrm>
              <a:off x="2540000" y="14681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5E0D5E"/>
            </a:solidFill>
          </p:spPr>
          <p:txBody>
            <a:bodyPr wrap="square" lIns="0" tIns="0" rIns="0" bIns="0" rtlCol="0"/>
            <a:lstStyle/>
            <a:p/>
          </p:txBody>
        </p:sp>
        <p:sp>
          <p:nvSpPr>
            <p:cNvPr id="888" name="object 888"/>
            <p:cNvSpPr/>
            <p:nvPr/>
          </p:nvSpPr>
          <p:spPr>
            <a:xfrm>
              <a:off x="2540000" y="147574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5F0C5F"/>
            </a:solidFill>
          </p:spPr>
          <p:txBody>
            <a:bodyPr wrap="square" lIns="0" tIns="0" rIns="0" bIns="0" rtlCol="0"/>
            <a:lstStyle/>
            <a:p/>
          </p:txBody>
        </p:sp>
        <p:sp>
          <p:nvSpPr>
            <p:cNvPr id="889" name="object 889"/>
            <p:cNvSpPr/>
            <p:nvPr/>
          </p:nvSpPr>
          <p:spPr>
            <a:xfrm>
              <a:off x="2540000" y="14820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00C60"/>
            </a:solidFill>
          </p:spPr>
          <p:txBody>
            <a:bodyPr wrap="square" lIns="0" tIns="0" rIns="0" bIns="0" rtlCol="0"/>
            <a:lstStyle/>
            <a:p/>
          </p:txBody>
        </p:sp>
        <p:sp>
          <p:nvSpPr>
            <p:cNvPr id="890" name="object 890"/>
            <p:cNvSpPr/>
            <p:nvPr/>
          </p:nvSpPr>
          <p:spPr>
            <a:xfrm>
              <a:off x="2540000" y="14897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10B61"/>
            </a:solidFill>
          </p:spPr>
          <p:txBody>
            <a:bodyPr wrap="square" lIns="0" tIns="0" rIns="0" bIns="0" rtlCol="0"/>
            <a:lstStyle/>
            <a:p/>
          </p:txBody>
        </p:sp>
        <p:sp>
          <p:nvSpPr>
            <p:cNvPr id="891" name="object 891"/>
            <p:cNvSpPr/>
            <p:nvPr/>
          </p:nvSpPr>
          <p:spPr>
            <a:xfrm>
              <a:off x="2540000" y="149733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20B62"/>
            </a:solidFill>
          </p:spPr>
          <p:txBody>
            <a:bodyPr wrap="square" lIns="0" tIns="0" rIns="0" bIns="0" rtlCol="0"/>
            <a:lstStyle/>
            <a:p/>
          </p:txBody>
        </p:sp>
        <p:sp>
          <p:nvSpPr>
            <p:cNvPr id="892" name="object 892"/>
            <p:cNvSpPr/>
            <p:nvPr/>
          </p:nvSpPr>
          <p:spPr>
            <a:xfrm>
              <a:off x="2540000" y="1503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30A63"/>
            </a:solidFill>
          </p:spPr>
          <p:txBody>
            <a:bodyPr wrap="square" lIns="0" tIns="0" rIns="0" bIns="0" rtlCol="0"/>
            <a:lstStyle/>
            <a:p/>
          </p:txBody>
        </p:sp>
        <p:sp>
          <p:nvSpPr>
            <p:cNvPr id="893" name="object 893"/>
            <p:cNvSpPr/>
            <p:nvPr/>
          </p:nvSpPr>
          <p:spPr>
            <a:xfrm>
              <a:off x="2540000" y="1511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40A64"/>
            </a:solidFill>
          </p:spPr>
          <p:txBody>
            <a:bodyPr wrap="square" lIns="0" tIns="0" rIns="0" bIns="0" rtlCol="0"/>
            <a:lstStyle/>
            <a:p/>
          </p:txBody>
        </p:sp>
        <p:sp>
          <p:nvSpPr>
            <p:cNvPr id="894" name="object 894"/>
            <p:cNvSpPr/>
            <p:nvPr/>
          </p:nvSpPr>
          <p:spPr>
            <a:xfrm>
              <a:off x="2540000" y="1518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60A66"/>
            </a:solidFill>
          </p:spPr>
          <p:txBody>
            <a:bodyPr wrap="square" lIns="0" tIns="0" rIns="0" bIns="0" rtlCol="0"/>
            <a:lstStyle/>
            <a:p/>
          </p:txBody>
        </p:sp>
        <p:sp>
          <p:nvSpPr>
            <p:cNvPr id="895" name="object 895"/>
            <p:cNvSpPr/>
            <p:nvPr/>
          </p:nvSpPr>
          <p:spPr>
            <a:xfrm>
              <a:off x="2540000" y="1525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60966"/>
            </a:solidFill>
          </p:spPr>
          <p:txBody>
            <a:bodyPr wrap="square" lIns="0" tIns="0" rIns="0" bIns="0" rtlCol="0"/>
            <a:lstStyle/>
            <a:p/>
          </p:txBody>
        </p:sp>
        <p:sp>
          <p:nvSpPr>
            <p:cNvPr id="896" name="object 896"/>
            <p:cNvSpPr/>
            <p:nvPr/>
          </p:nvSpPr>
          <p:spPr>
            <a:xfrm>
              <a:off x="2540000" y="1532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80968"/>
            </a:solidFill>
          </p:spPr>
          <p:txBody>
            <a:bodyPr wrap="square" lIns="0" tIns="0" rIns="0" bIns="0" rtlCol="0"/>
            <a:lstStyle/>
            <a:p/>
          </p:txBody>
        </p:sp>
        <p:sp>
          <p:nvSpPr>
            <p:cNvPr id="897" name="object 897"/>
            <p:cNvSpPr/>
            <p:nvPr/>
          </p:nvSpPr>
          <p:spPr>
            <a:xfrm>
              <a:off x="2540000" y="1540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90869"/>
            </a:solidFill>
          </p:spPr>
          <p:txBody>
            <a:bodyPr wrap="square" lIns="0" tIns="0" rIns="0" bIns="0" rtlCol="0"/>
            <a:lstStyle/>
            <a:p/>
          </p:txBody>
        </p:sp>
        <p:sp>
          <p:nvSpPr>
            <p:cNvPr id="898" name="object 898"/>
            <p:cNvSpPr/>
            <p:nvPr/>
          </p:nvSpPr>
          <p:spPr>
            <a:xfrm>
              <a:off x="2540000" y="1546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A086A"/>
            </a:solidFill>
          </p:spPr>
          <p:txBody>
            <a:bodyPr wrap="square" lIns="0" tIns="0" rIns="0" bIns="0" rtlCol="0"/>
            <a:lstStyle/>
            <a:p/>
          </p:txBody>
        </p:sp>
        <p:sp>
          <p:nvSpPr>
            <p:cNvPr id="899" name="object 899"/>
            <p:cNvSpPr/>
            <p:nvPr/>
          </p:nvSpPr>
          <p:spPr>
            <a:xfrm>
              <a:off x="2540000" y="1554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B076B"/>
            </a:solidFill>
          </p:spPr>
          <p:txBody>
            <a:bodyPr wrap="square" lIns="0" tIns="0" rIns="0" bIns="0" rtlCol="0"/>
            <a:lstStyle/>
            <a:p/>
          </p:txBody>
        </p:sp>
        <p:sp>
          <p:nvSpPr>
            <p:cNvPr id="900" name="object 900"/>
            <p:cNvSpPr/>
            <p:nvPr/>
          </p:nvSpPr>
          <p:spPr>
            <a:xfrm>
              <a:off x="2540000" y="1562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C076C"/>
            </a:solidFill>
          </p:spPr>
          <p:txBody>
            <a:bodyPr wrap="square" lIns="0" tIns="0" rIns="0" bIns="0" rtlCol="0"/>
            <a:lstStyle/>
            <a:p/>
          </p:txBody>
        </p:sp>
        <p:sp>
          <p:nvSpPr>
            <p:cNvPr id="901" name="object 901"/>
            <p:cNvSpPr/>
            <p:nvPr/>
          </p:nvSpPr>
          <p:spPr>
            <a:xfrm>
              <a:off x="2540000" y="1568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6D066D"/>
            </a:solidFill>
          </p:spPr>
          <p:txBody>
            <a:bodyPr wrap="square" lIns="0" tIns="0" rIns="0" bIns="0" rtlCol="0"/>
            <a:lstStyle/>
            <a:p/>
          </p:txBody>
        </p:sp>
        <p:sp>
          <p:nvSpPr>
            <p:cNvPr id="902" name="object 902"/>
            <p:cNvSpPr/>
            <p:nvPr/>
          </p:nvSpPr>
          <p:spPr>
            <a:xfrm>
              <a:off x="2540000" y="1576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6E066E"/>
            </a:solidFill>
          </p:spPr>
          <p:txBody>
            <a:bodyPr wrap="square" lIns="0" tIns="0" rIns="0" bIns="0" rtlCol="0"/>
            <a:lstStyle/>
            <a:p/>
          </p:txBody>
        </p:sp>
        <p:sp>
          <p:nvSpPr>
            <p:cNvPr id="903" name="object 903"/>
            <p:cNvSpPr/>
            <p:nvPr/>
          </p:nvSpPr>
          <p:spPr>
            <a:xfrm>
              <a:off x="2540000" y="15836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6F066F"/>
            </a:solidFill>
          </p:spPr>
          <p:txBody>
            <a:bodyPr wrap="square" lIns="0" tIns="0" rIns="0" bIns="0" rtlCol="0"/>
            <a:lstStyle/>
            <a:p/>
          </p:txBody>
        </p:sp>
        <p:sp>
          <p:nvSpPr>
            <p:cNvPr id="904" name="object 904"/>
            <p:cNvSpPr/>
            <p:nvPr/>
          </p:nvSpPr>
          <p:spPr>
            <a:xfrm>
              <a:off x="2540000" y="15900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00570"/>
            </a:solidFill>
          </p:spPr>
          <p:txBody>
            <a:bodyPr wrap="square" lIns="0" tIns="0" rIns="0" bIns="0" rtlCol="0"/>
            <a:lstStyle/>
            <a:p/>
          </p:txBody>
        </p:sp>
        <p:sp>
          <p:nvSpPr>
            <p:cNvPr id="905" name="object 905"/>
            <p:cNvSpPr/>
            <p:nvPr/>
          </p:nvSpPr>
          <p:spPr>
            <a:xfrm>
              <a:off x="2540000" y="1597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10571"/>
            </a:solidFill>
          </p:spPr>
          <p:txBody>
            <a:bodyPr wrap="square" lIns="0" tIns="0" rIns="0" bIns="0" rtlCol="0"/>
            <a:lstStyle/>
            <a:p/>
          </p:txBody>
        </p:sp>
        <p:sp>
          <p:nvSpPr>
            <p:cNvPr id="906" name="object 906"/>
            <p:cNvSpPr/>
            <p:nvPr/>
          </p:nvSpPr>
          <p:spPr>
            <a:xfrm>
              <a:off x="2540000" y="16052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20472"/>
            </a:solidFill>
          </p:spPr>
          <p:txBody>
            <a:bodyPr wrap="square" lIns="0" tIns="0" rIns="0" bIns="0" rtlCol="0"/>
            <a:lstStyle/>
            <a:p/>
          </p:txBody>
        </p:sp>
        <p:sp>
          <p:nvSpPr>
            <p:cNvPr id="907" name="object 907"/>
            <p:cNvSpPr/>
            <p:nvPr/>
          </p:nvSpPr>
          <p:spPr>
            <a:xfrm>
              <a:off x="2540000" y="1611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40474"/>
            </a:solidFill>
          </p:spPr>
          <p:txBody>
            <a:bodyPr wrap="square" lIns="0" tIns="0" rIns="0" bIns="0" rtlCol="0"/>
            <a:lstStyle/>
            <a:p/>
          </p:txBody>
        </p:sp>
        <p:sp>
          <p:nvSpPr>
            <p:cNvPr id="908" name="object 908"/>
            <p:cNvSpPr/>
            <p:nvPr/>
          </p:nvSpPr>
          <p:spPr>
            <a:xfrm>
              <a:off x="2540000" y="1619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50375"/>
            </a:solidFill>
          </p:spPr>
          <p:txBody>
            <a:bodyPr wrap="square" lIns="0" tIns="0" rIns="0" bIns="0" rtlCol="0"/>
            <a:lstStyle/>
            <a:p/>
          </p:txBody>
        </p:sp>
        <p:sp>
          <p:nvSpPr>
            <p:cNvPr id="909" name="object 909"/>
            <p:cNvSpPr/>
            <p:nvPr/>
          </p:nvSpPr>
          <p:spPr>
            <a:xfrm>
              <a:off x="2540000" y="16268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60376"/>
            </a:solidFill>
          </p:spPr>
          <p:txBody>
            <a:bodyPr wrap="square" lIns="0" tIns="0" rIns="0" bIns="0" rtlCol="0"/>
            <a:lstStyle/>
            <a:p/>
          </p:txBody>
        </p:sp>
        <p:sp>
          <p:nvSpPr>
            <p:cNvPr id="910" name="object 910"/>
            <p:cNvSpPr/>
            <p:nvPr/>
          </p:nvSpPr>
          <p:spPr>
            <a:xfrm>
              <a:off x="2540000" y="16332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70377"/>
            </a:solidFill>
          </p:spPr>
          <p:txBody>
            <a:bodyPr wrap="square" lIns="0" tIns="0" rIns="0" bIns="0" rtlCol="0"/>
            <a:lstStyle/>
            <a:p/>
          </p:txBody>
        </p:sp>
        <p:sp>
          <p:nvSpPr>
            <p:cNvPr id="911" name="object 911"/>
            <p:cNvSpPr/>
            <p:nvPr/>
          </p:nvSpPr>
          <p:spPr>
            <a:xfrm>
              <a:off x="2540000" y="1640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80278"/>
            </a:solidFill>
          </p:spPr>
          <p:txBody>
            <a:bodyPr wrap="square" lIns="0" tIns="0" rIns="0" bIns="0" rtlCol="0"/>
            <a:lstStyle/>
            <a:p/>
          </p:txBody>
        </p:sp>
        <p:sp>
          <p:nvSpPr>
            <p:cNvPr id="912" name="object 912"/>
            <p:cNvSpPr/>
            <p:nvPr/>
          </p:nvSpPr>
          <p:spPr>
            <a:xfrm>
              <a:off x="2540000" y="16484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790279"/>
            </a:solidFill>
          </p:spPr>
          <p:txBody>
            <a:bodyPr wrap="square" lIns="0" tIns="0" rIns="0" bIns="0" rtlCol="0"/>
            <a:lstStyle/>
            <a:p/>
          </p:txBody>
        </p:sp>
        <p:sp>
          <p:nvSpPr>
            <p:cNvPr id="913" name="object 913"/>
            <p:cNvSpPr/>
            <p:nvPr/>
          </p:nvSpPr>
          <p:spPr>
            <a:xfrm>
              <a:off x="2540000" y="1654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7A017A"/>
            </a:solidFill>
          </p:spPr>
          <p:txBody>
            <a:bodyPr wrap="square" lIns="0" tIns="0" rIns="0" bIns="0" rtlCol="0"/>
            <a:lstStyle/>
            <a:p/>
          </p:txBody>
        </p:sp>
        <p:sp>
          <p:nvSpPr>
            <p:cNvPr id="914" name="object 914"/>
            <p:cNvSpPr/>
            <p:nvPr/>
          </p:nvSpPr>
          <p:spPr>
            <a:xfrm>
              <a:off x="2540000" y="1662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B017B"/>
            </a:solidFill>
          </p:spPr>
          <p:txBody>
            <a:bodyPr wrap="square" lIns="0" tIns="0" rIns="0" bIns="0" rtlCol="0"/>
            <a:lstStyle/>
            <a:p/>
          </p:txBody>
        </p:sp>
        <p:sp>
          <p:nvSpPr>
            <p:cNvPr id="915" name="object 915"/>
            <p:cNvSpPr/>
            <p:nvPr/>
          </p:nvSpPr>
          <p:spPr>
            <a:xfrm>
              <a:off x="2540000" y="16700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7C007C"/>
            </a:solidFill>
          </p:spPr>
          <p:txBody>
            <a:bodyPr wrap="square" lIns="0" tIns="0" rIns="0" bIns="0" rtlCol="0"/>
            <a:lstStyle/>
            <a:p/>
          </p:txBody>
        </p:sp>
      </p:grpSp>
      <p:grpSp>
        <p:nvGrpSpPr>
          <p:cNvPr id="916" name="object 916"/>
          <p:cNvGrpSpPr/>
          <p:nvPr/>
        </p:nvGrpSpPr>
        <p:grpSpPr>
          <a:xfrm>
            <a:off x="2708910" y="1056639"/>
            <a:ext cx="213360" cy="633730"/>
            <a:chOff x="2708910" y="1056639"/>
            <a:chExt cx="213360" cy="633730"/>
          </a:xfrm>
        </p:grpSpPr>
        <p:sp>
          <p:nvSpPr>
            <p:cNvPr id="917" name="object 917"/>
            <p:cNvSpPr/>
            <p:nvPr/>
          </p:nvSpPr>
          <p:spPr>
            <a:xfrm>
              <a:off x="2780030" y="1056639"/>
              <a:ext cx="69850" cy="13970"/>
            </a:xfrm>
            <a:custGeom>
              <a:avLst/>
              <a:gdLst/>
              <a:ahLst/>
              <a:cxnLst/>
              <a:rect l="l" t="t" r="r" b="b"/>
              <a:pathLst>
                <a:path w="69850" h="13969">
                  <a:moveTo>
                    <a:pt x="69850" y="12700"/>
                  </a:moveTo>
                  <a:lnTo>
                    <a:pt x="68580" y="12700"/>
                  </a:lnTo>
                  <a:lnTo>
                    <a:pt x="68580" y="11430"/>
                  </a:lnTo>
                  <a:lnTo>
                    <a:pt x="67310" y="11430"/>
                  </a:lnTo>
                  <a:lnTo>
                    <a:pt x="67310" y="10160"/>
                  </a:lnTo>
                  <a:lnTo>
                    <a:pt x="64770" y="10160"/>
                  </a:lnTo>
                  <a:lnTo>
                    <a:pt x="64770" y="8890"/>
                  </a:lnTo>
                  <a:lnTo>
                    <a:pt x="63500" y="8890"/>
                  </a:lnTo>
                  <a:lnTo>
                    <a:pt x="63500" y="7620"/>
                  </a:lnTo>
                  <a:lnTo>
                    <a:pt x="62230" y="7620"/>
                  </a:lnTo>
                  <a:lnTo>
                    <a:pt x="62230" y="6350"/>
                  </a:lnTo>
                  <a:lnTo>
                    <a:pt x="58420" y="6350"/>
                  </a:lnTo>
                  <a:lnTo>
                    <a:pt x="58420" y="5080"/>
                  </a:lnTo>
                  <a:lnTo>
                    <a:pt x="55867" y="5080"/>
                  </a:lnTo>
                  <a:lnTo>
                    <a:pt x="55867" y="3810"/>
                  </a:lnTo>
                  <a:lnTo>
                    <a:pt x="52070" y="3810"/>
                  </a:lnTo>
                  <a:lnTo>
                    <a:pt x="52070" y="2540"/>
                  </a:lnTo>
                  <a:lnTo>
                    <a:pt x="49517" y="2540"/>
                  </a:lnTo>
                  <a:lnTo>
                    <a:pt x="49517" y="1270"/>
                  </a:lnTo>
                  <a:lnTo>
                    <a:pt x="35560" y="1270"/>
                  </a:lnTo>
                  <a:lnTo>
                    <a:pt x="35560" y="0"/>
                  </a:lnTo>
                  <a:lnTo>
                    <a:pt x="34290" y="0"/>
                  </a:lnTo>
                  <a:lnTo>
                    <a:pt x="34290" y="1270"/>
                  </a:lnTo>
                  <a:lnTo>
                    <a:pt x="22860" y="1270"/>
                  </a:lnTo>
                  <a:lnTo>
                    <a:pt x="22860" y="2540"/>
                  </a:lnTo>
                  <a:lnTo>
                    <a:pt x="19050" y="2540"/>
                  </a:lnTo>
                  <a:lnTo>
                    <a:pt x="19050" y="3810"/>
                  </a:lnTo>
                  <a:lnTo>
                    <a:pt x="16510" y="3810"/>
                  </a:lnTo>
                  <a:lnTo>
                    <a:pt x="16510" y="5080"/>
                  </a:lnTo>
                  <a:lnTo>
                    <a:pt x="13970" y="5080"/>
                  </a:lnTo>
                  <a:lnTo>
                    <a:pt x="13970" y="6350"/>
                  </a:lnTo>
                  <a:lnTo>
                    <a:pt x="11430" y="6350"/>
                  </a:lnTo>
                  <a:lnTo>
                    <a:pt x="11430" y="7620"/>
                  </a:lnTo>
                  <a:lnTo>
                    <a:pt x="7620" y="7620"/>
                  </a:lnTo>
                  <a:lnTo>
                    <a:pt x="7620" y="8890"/>
                  </a:lnTo>
                  <a:lnTo>
                    <a:pt x="6350" y="8890"/>
                  </a:lnTo>
                  <a:lnTo>
                    <a:pt x="6350" y="10160"/>
                  </a:lnTo>
                  <a:lnTo>
                    <a:pt x="3810" y="10160"/>
                  </a:lnTo>
                  <a:lnTo>
                    <a:pt x="3810" y="11430"/>
                  </a:lnTo>
                  <a:lnTo>
                    <a:pt x="1270" y="11430"/>
                  </a:lnTo>
                  <a:lnTo>
                    <a:pt x="1270" y="12700"/>
                  </a:lnTo>
                  <a:lnTo>
                    <a:pt x="0" y="12700"/>
                  </a:lnTo>
                  <a:lnTo>
                    <a:pt x="0" y="13970"/>
                  </a:lnTo>
                  <a:lnTo>
                    <a:pt x="69850" y="13970"/>
                  </a:lnTo>
                  <a:lnTo>
                    <a:pt x="69850" y="12700"/>
                  </a:lnTo>
                  <a:close/>
                </a:path>
              </a:pathLst>
            </a:custGeom>
            <a:solidFill>
              <a:srgbClr val="003300"/>
            </a:solidFill>
          </p:spPr>
          <p:txBody>
            <a:bodyPr wrap="square" lIns="0" tIns="0" rIns="0" bIns="0" rtlCol="0"/>
            <a:lstStyle/>
            <a:p/>
          </p:txBody>
        </p:sp>
        <p:sp>
          <p:nvSpPr>
            <p:cNvPr id="918" name="object 918"/>
            <p:cNvSpPr/>
            <p:nvPr/>
          </p:nvSpPr>
          <p:spPr>
            <a:xfrm>
              <a:off x="2774950"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69" y="3810"/>
                  </a:lnTo>
                  <a:lnTo>
                    <a:pt x="1269" y="5079"/>
                  </a:lnTo>
                  <a:lnTo>
                    <a:pt x="81280" y="5079"/>
                  </a:lnTo>
                  <a:lnTo>
                    <a:pt x="81280" y="3810"/>
                  </a:lnTo>
                  <a:close/>
                </a:path>
                <a:path w="82550" h="6350">
                  <a:moveTo>
                    <a:pt x="80009" y="2539"/>
                  </a:moveTo>
                  <a:lnTo>
                    <a:pt x="2539" y="2539"/>
                  </a:lnTo>
                  <a:lnTo>
                    <a:pt x="2539" y="3810"/>
                  </a:lnTo>
                  <a:lnTo>
                    <a:pt x="80009" y="3810"/>
                  </a:lnTo>
                  <a:lnTo>
                    <a:pt x="80009" y="2539"/>
                  </a:lnTo>
                  <a:close/>
                </a:path>
                <a:path w="82550" h="6350">
                  <a:moveTo>
                    <a:pt x="77470" y="0"/>
                  </a:moveTo>
                  <a:lnTo>
                    <a:pt x="3810" y="0"/>
                  </a:lnTo>
                  <a:lnTo>
                    <a:pt x="3810" y="2539"/>
                  </a:lnTo>
                  <a:lnTo>
                    <a:pt x="78740" y="2539"/>
                  </a:lnTo>
                  <a:lnTo>
                    <a:pt x="78740" y="1269"/>
                  </a:lnTo>
                  <a:lnTo>
                    <a:pt x="77470" y="1269"/>
                  </a:lnTo>
                  <a:lnTo>
                    <a:pt x="77470" y="0"/>
                  </a:lnTo>
                  <a:close/>
                </a:path>
              </a:pathLst>
            </a:custGeom>
            <a:solidFill>
              <a:srgbClr val="013101"/>
            </a:solidFill>
          </p:spPr>
          <p:txBody>
            <a:bodyPr wrap="square" lIns="0" tIns="0" rIns="0" bIns="0" rtlCol="0"/>
            <a:lstStyle/>
            <a:p/>
          </p:txBody>
        </p:sp>
        <p:sp>
          <p:nvSpPr>
            <p:cNvPr id="919" name="object 919"/>
            <p:cNvSpPr/>
            <p:nvPr/>
          </p:nvSpPr>
          <p:spPr>
            <a:xfrm>
              <a:off x="2767330" y="1076959"/>
              <a:ext cx="97790" cy="7620"/>
            </a:xfrm>
            <a:custGeom>
              <a:avLst/>
              <a:gdLst/>
              <a:ahLst/>
              <a:cxnLst/>
              <a:rect l="l" t="t" r="r" b="b"/>
              <a:pathLst>
                <a:path w="97789" h="7619">
                  <a:moveTo>
                    <a:pt x="97790" y="6350"/>
                  </a:moveTo>
                  <a:lnTo>
                    <a:pt x="96520" y="6350"/>
                  </a:lnTo>
                  <a:lnTo>
                    <a:pt x="96520" y="5080"/>
                  </a:lnTo>
                  <a:lnTo>
                    <a:pt x="95250" y="5080"/>
                  </a:lnTo>
                  <a:lnTo>
                    <a:pt x="95250" y="3810"/>
                  </a:lnTo>
                  <a:lnTo>
                    <a:pt x="93967" y="3810"/>
                  </a:lnTo>
                  <a:lnTo>
                    <a:pt x="93967"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7790" y="7620"/>
                  </a:lnTo>
                  <a:lnTo>
                    <a:pt x="97790" y="6350"/>
                  </a:lnTo>
                  <a:close/>
                </a:path>
              </a:pathLst>
            </a:custGeom>
            <a:solidFill>
              <a:srgbClr val="033103"/>
            </a:solidFill>
          </p:spPr>
          <p:txBody>
            <a:bodyPr wrap="square" lIns="0" tIns="0" rIns="0" bIns="0" rtlCol="0"/>
            <a:lstStyle/>
            <a:p/>
          </p:txBody>
        </p:sp>
        <p:sp>
          <p:nvSpPr>
            <p:cNvPr id="920" name="object 920"/>
            <p:cNvSpPr/>
            <p:nvPr/>
          </p:nvSpPr>
          <p:spPr>
            <a:xfrm>
              <a:off x="2762250" y="1084579"/>
              <a:ext cx="107950" cy="7620"/>
            </a:xfrm>
            <a:custGeom>
              <a:avLst/>
              <a:gdLst/>
              <a:ahLst/>
              <a:cxnLst/>
              <a:rect l="l" t="t" r="r" b="b"/>
              <a:pathLst>
                <a:path w="107950" h="7619">
                  <a:moveTo>
                    <a:pt x="107950" y="6350"/>
                  </a:moveTo>
                  <a:lnTo>
                    <a:pt x="106680" y="6350"/>
                  </a:lnTo>
                  <a:lnTo>
                    <a:pt x="106680" y="5080"/>
                  </a:lnTo>
                  <a:lnTo>
                    <a:pt x="106680" y="3810"/>
                  </a:lnTo>
                  <a:lnTo>
                    <a:pt x="105397" y="3810"/>
                  </a:lnTo>
                  <a:lnTo>
                    <a:pt x="105397" y="2540"/>
                  </a:lnTo>
                  <a:lnTo>
                    <a:pt x="104140" y="2540"/>
                  </a:lnTo>
                  <a:lnTo>
                    <a:pt x="104140" y="1270"/>
                  </a:lnTo>
                  <a:lnTo>
                    <a:pt x="10414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7950" y="7620"/>
                  </a:lnTo>
                  <a:lnTo>
                    <a:pt x="107950" y="6350"/>
                  </a:lnTo>
                  <a:close/>
                </a:path>
              </a:pathLst>
            </a:custGeom>
            <a:solidFill>
              <a:srgbClr val="043004"/>
            </a:solidFill>
          </p:spPr>
          <p:txBody>
            <a:bodyPr wrap="square" lIns="0" tIns="0" rIns="0" bIns="0" rtlCol="0"/>
            <a:lstStyle/>
            <a:p/>
          </p:txBody>
        </p:sp>
        <p:sp>
          <p:nvSpPr>
            <p:cNvPr id="921" name="object 921"/>
            <p:cNvSpPr/>
            <p:nvPr/>
          </p:nvSpPr>
          <p:spPr>
            <a:xfrm>
              <a:off x="2758440" y="1092199"/>
              <a:ext cx="115570" cy="6350"/>
            </a:xfrm>
            <a:custGeom>
              <a:avLst/>
              <a:gdLst/>
              <a:ahLst/>
              <a:cxnLst/>
              <a:rect l="l" t="t" r="r" b="b"/>
              <a:pathLst>
                <a:path w="115569" h="6350">
                  <a:moveTo>
                    <a:pt x="115570" y="3810"/>
                  </a:moveTo>
                  <a:lnTo>
                    <a:pt x="114300" y="3810"/>
                  </a:lnTo>
                  <a:lnTo>
                    <a:pt x="114300" y="2540"/>
                  </a:lnTo>
                  <a:lnTo>
                    <a:pt x="113030" y="2540"/>
                  </a:lnTo>
                  <a:lnTo>
                    <a:pt x="113030" y="0"/>
                  </a:lnTo>
                  <a:lnTo>
                    <a:pt x="2540" y="0"/>
                  </a:lnTo>
                  <a:lnTo>
                    <a:pt x="2540" y="2540"/>
                  </a:lnTo>
                  <a:lnTo>
                    <a:pt x="1270" y="2540"/>
                  </a:lnTo>
                  <a:lnTo>
                    <a:pt x="1270" y="3810"/>
                  </a:lnTo>
                  <a:lnTo>
                    <a:pt x="1270" y="5080"/>
                  </a:lnTo>
                  <a:lnTo>
                    <a:pt x="0" y="5080"/>
                  </a:lnTo>
                  <a:lnTo>
                    <a:pt x="0" y="6350"/>
                  </a:lnTo>
                  <a:lnTo>
                    <a:pt x="115557" y="6350"/>
                  </a:lnTo>
                  <a:lnTo>
                    <a:pt x="115557" y="5080"/>
                  </a:lnTo>
                  <a:lnTo>
                    <a:pt x="115570" y="3810"/>
                  </a:lnTo>
                  <a:close/>
                </a:path>
              </a:pathLst>
            </a:custGeom>
            <a:solidFill>
              <a:srgbClr val="063006"/>
            </a:solidFill>
          </p:spPr>
          <p:txBody>
            <a:bodyPr wrap="square" lIns="0" tIns="0" rIns="0" bIns="0" rtlCol="0"/>
            <a:lstStyle/>
            <a:p/>
          </p:txBody>
        </p:sp>
        <p:sp>
          <p:nvSpPr>
            <p:cNvPr id="922" name="object 922"/>
            <p:cNvSpPr/>
            <p:nvPr/>
          </p:nvSpPr>
          <p:spPr>
            <a:xfrm>
              <a:off x="2754630" y="1098549"/>
              <a:ext cx="123189" cy="7620"/>
            </a:xfrm>
            <a:custGeom>
              <a:avLst/>
              <a:gdLst/>
              <a:ahLst/>
              <a:cxnLst/>
              <a:rect l="l" t="t" r="r" b="b"/>
              <a:pathLst>
                <a:path w="123189" h="7619">
                  <a:moveTo>
                    <a:pt x="123190" y="5080"/>
                  </a:moveTo>
                  <a:lnTo>
                    <a:pt x="121920" y="5080"/>
                  </a:lnTo>
                  <a:lnTo>
                    <a:pt x="121920" y="3810"/>
                  </a:lnTo>
                  <a:lnTo>
                    <a:pt x="121920" y="2540"/>
                  </a:lnTo>
                  <a:lnTo>
                    <a:pt x="120650" y="2540"/>
                  </a:lnTo>
                  <a:lnTo>
                    <a:pt x="120650" y="1270"/>
                  </a:lnTo>
                  <a:lnTo>
                    <a:pt x="120637"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3190" y="7620"/>
                  </a:lnTo>
                  <a:lnTo>
                    <a:pt x="123190" y="6350"/>
                  </a:lnTo>
                  <a:lnTo>
                    <a:pt x="123190" y="5080"/>
                  </a:lnTo>
                  <a:close/>
                </a:path>
              </a:pathLst>
            </a:custGeom>
            <a:solidFill>
              <a:srgbClr val="072F07"/>
            </a:solidFill>
          </p:spPr>
          <p:txBody>
            <a:bodyPr wrap="square" lIns="0" tIns="0" rIns="0" bIns="0" rtlCol="0"/>
            <a:lstStyle/>
            <a:p/>
          </p:txBody>
        </p:sp>
        <p:sp>
          <p:nvSpPr>
            <p:cNvPr id="923" name="object 923"/>
            <p:cNvSpPr/>
            <p:nvPr/>
          </p:nvSpPr>
          <p:spPr>
            <a:xfrm>
              <a:off x="2750820" y="1106169"/>
              <a:ext cx="130810" cy="7620"/>
            </a:xfrm>
            <a:custGeom>
              <a:avLst/>
              <a:gdLst/>
              <a:ahLst/>
              <a:cxnLst/>
              <a:rect l="l" t="t" r="r" b="b"/>
              <a:pathLst>
                <a:path w="130810" h="7619">
                  <a:moveTo>
                    <a:pt x="130810" y="5080"/>
                  </a:moveTo>
                  <a:lnTo>
                    <a:pt x="129527" y="5080"/>
                  </a:lnTo>
                  <a:lnTo>
                    <a:pt x="129527" y="2540"/>
                  </a:lnTo>
                  <a:lnTo>
                    <a:pt x="128270" y="2540"/>
                  </a:lnTo>
                  <a:lnTo>
                    <a:pt x="128270" y="1270"/>
                  </a:lnTo>
                  <a:lnTo>
                    <a:pt x="128270" y="0"/>
                  </a:lnTo>
                  <a:lnTo>
                    <a:pt x="3810" y="0"/>
                  </a:lnTo>
                  <a:lnTo>
                    <a:pt x="3810" y="1270"/>
                  </a:lnTo>
                  <a:lnTo>
                    <a:pt x="2540" y="1270"/>
                  </a:lnTo>
                  <a:lnTo>
                    <a:pt x="2540" y="2540"/>
                  </a:lnTo>
                  <a:lnTo>
                    <a:pt x="1270" y="2540"/>
                  </a:lnTo>
                  <a:lnTo>
                    <a:pt x="1270" y="5080"/>
                  </a:lnTo>
                  <a:lnTo>
                    <a:pt x="0" y="5080"/>
                  </a:lnTo>
                  <a:lnTo>
                    <a:pt x="0" y="7620"/>
                  </a:lnTo>
                  <a:lnTo>
                    <a:pt x="130810" y="7620"/>
                  </a:lnTo>
                  <a:lnTo>
                    <a:pt x="130810" y="5080"/>
                  </a:lnTo>
                  <a:close/>
                </a:path>
              </a:pathLst>
            </a:custGeom>
            <a:solidFill>
              <a:srgbClr val="092E09"/>
            </a:solidFill>
          </p:spPr>
          <p:txBody>
            <a:bodyPr wrap="square" lIns="0" tIns="0" rIns="0" bIns="0" rtlCol="0"/>
            <a:lstStyle/>
            <a:p/>
          </p:txBody>
        </p:sp>
        <p:sp>
          <p:nvSpPr>
            <p:cNvPr id="924" name="object 924"/>
            <p:cNvSpPr/>
            <p:nvPr/>
          </p:nvSpPr>
          <p:spPr>
            <a:xfrm>
              <a:off x="2747010" y="1113789"/>
              <a:ext cx="137160" cy="6350"/>
            </a:xfrm>
            <a:custGeom>
              <a:avLst/>
              <a:gdLst/>
              <a:ahLst/>
              <a:cxnLst/>
              <a:rect l="l" t="t" r="r" b="b"/>
              <a:pathLst>
                <a:path w="137160" h="6350">
                  <a:moveTo>
                    <a:pt x="137160" y="2540"/>
                  </a:moveTo>
                  <a:lnTo>
                    <a:pt x="135890" y="2540"/>
                  </a:lnTo>
                  <a:lnTo>
                    <a:pt x="135890" y="0"/>
                  </a:lnTo>
                  <a:lnTo>
                    <a:pt x="2540" y="0"/>
                  </a:lnTo>
                  <a:lnTo>
                    <a:pt x="2540" y="2540"/>
                  </a:lnTo>
                  <a:lnTo>
                    <a:pt x="1270" y="2540"/>
                  </a:lnTo>
                  <a:lnTo>
                    <a:pt x="1270" y="5080"/>
                  </a:lnTo>
                  <a:lnTo>
                    <a:pt x="0" y="5080"/>
                  </a:lnTo>
                  <a:lnTo>
                    <a:pt x="0" y="6350"/>
                  </a:lnTo>
                  <a:lnTo>
                    <a:pt x="137160" y="6350"/>
                  </a:lnTo>
                  <a:lnTo>
                    <a:pt x="137160" y="5080"/>
                  </a:lnTo>
                  <a:lnTo>
                    <a:pt x="137160" y="2540"/>
                  </a:lnTo>
                  <a:close/>
                </a:path>
              </a:pathLst>
            </a:custGeom>
            <a:solidFill>
              <a:srgbClr val="0A2E0A"/>
            </a:solidFill>
          </p:spPr>
          <p:txBody>
            <a:bodyPr wrap="square" lIns="0" tIns="0" rIns="0" bIns="0" rtlCol="0"/>
            <a:lstStyle/>
            <a:p/>
          </p:txBody>
        </p:sp>
        <p:sp>
          <p:nvSpPr>
            <p:cNvPr id="925" name="object 925"/>
            <p:cNvSpPr/>
            <p:nvPr/>
          </p:nvSpPr>
          <p:spPr>
            <a:xfrm>
              <a:off x="2744470" y="1120139"/>
              <a:ext cx="143510" cy="7620"/>
            </a:xfrm>
            <a:custGeom>
              <a:avLst/>
              <a:gdLst/>
              <a:ahLst/>
              <a:cxnLst/>
              <a:rect l="l" t="t" r="r" b="b"/>
              <a:pathLst>
                <a:path w="143510" h="7619">
                  <a:moveTo>
                    <a:pt x="143510" y="6350"/>
                  </a:moveTo>
                  <a:lnTo>
                    <a:pt x="142227" y="6350"/>
                  </a:lnTo>
                  <a:lnTo>
                    <a:pt x="142227" y="3810"/>
                  </a:lnTo>
                  <a:lnTo>
                    <a:pt x="142227"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B2D0B"/>
            </a:solidFill>
          </p:spPr>
          <p:txBody>
            <a:bodyPr wrap="square" lIns="0" tIns="0" rIns="0" bIns="0" rtlCol="0"/>
            <a:lstStyle/>
            <a:p/>
          </p:txBody>
        </p:sp>
        <p:sp>
          <p:nvSpPr>
            <p:cNvPr id="926" name="object 926"/>
            <p:cNvSpPr/>
            <p:nvPr/>
          </p:nvSpPr>
          <p:spPr>
            <a:xfrm>
              <a:off x="274193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D2D0D"/>
            </a:solidFill>
          </p:spPr>
          <p:txBody>
            <a:bodyPr wrap="square" lIns="0" tIns="0" rIns="0" bIns="0" rtlCol="0"/>
            <a:lstStyle/>
            <a:p/>
          </p:txBody>
        </p:sp>
        <p:sp>
          <p:nvSpPr>
            <p:cNvPr id="927" name="object 927"/>
            <p:cNvSpPr/>
            <p:nvPr/>
          </p:nvSpPr>
          <p:spPr>
            <a:xfrm>
              <a:off x="273939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E2C0E"/>
            </a:solidFill>
          </p:spPr>
          <p:txBody>
            <a:bodyPr wrap="square" lIns="0" tIns="0" rIns="0" bIns="0" rtlCol="0"/>
            <a:lstStyle/>
            <a:p/>
          </p:txBody>
        </p:sp>
        <p:sp>
          <p:nvSpPr>
            <p:cNvPr id="928" name="object 928"/>
            <p:cNvSpPr/>
            <p:nvPr/>
          </p:nvSpPr>
          <p:spPr>
            <a:xfrm>
              <a:off x="2736850" y="1141729"/>
              <a:ext cx="157480" cy="7620"/>
            </a:xfrm>
            <a:custGeom>
              <a:avLst/>
              <a:gdLst/>
              <a:ahLst/>
              <a:cxnLst/>
              <a:rect l="l" t="t" r="r" b="b"/>
              <a:pathLst>
                <a:path w="157480" h="7619">
                  <a:moveTo>
                    <a:pt x="157480" y="3810"/>
                  </a:moveTo>
                  <a:lnTo>
                    <a:pt x="156197" y="3810"/>
                  </a:lnTo>
                  <a:lnTo>
                    <a:pt x="156197" y="1270"/>
                  </a:lnTo>
                  <a:lnTo>
                    <a:pt x="156197"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102C10"/>
            </a:solidFill>
          </p:spPr>
          <p:txBody>
            <a:bodyPr wrap="square" lIns="0" tIns="0" rIns="0" bIns="0" rtlCol="0"/>
            <a:lstStyle/>
            <a:p/>
          </p:txBody>
        </p:sp>
        <p:sp>
          <p:nvSpPr>
            <p:cNvPr id="929" name="object 929"/>
            <p:cNvSpPr/>
            <p:nvPr/>
          </p:nvSpPr>
          <p:spPr>
            <a:xfrm>
              <a:off x="273431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112B11"/>
            </a:solidFill>
          </p:spPr>
          <p:txBody>
            <a:bodyPr wrap="square" lIns="0" tIns="0" rIns="0" bIns="0" rtlCol="0"/>
            <a:lstStyle/>
            <a:p/>
          </p:txBody>
        </p:sp>
        <p:sp>
          <p:nvSpPr>
            <p:cNvPr id="930" name="object 930"/>
            <p:cNvSpPr/>
            <p:nvPr/>
          </p:nvSpPr>
          <p:spPr>
            <a:xfrm>
              <a:off x="2733040" y="1156969"/>
              <a:ext cx="166370" cy="6350"/>
            </a:xfrm>
            <a:custGeom>
              <a:avLst/>
              <a:gdLst/>
              <a:ahLst/>
              <a:cxnLst/>
              <a:rect l="l" t="t" r="r" b="b"/>
              <a:pathLst>
                <a:path w="166369" h="6350">
                  <a:moveTo>
                    <a:pt x="166357" y="5080"/>
                  </a:moveTo>
                  <a:lnTo>
                    <a:pt x="165100" y="5080"/>
                  </a:lnTo>
                  <a:lnTo>
                    <a:pt x="165100" y="2540"/>
                  </a:lnTo>
                  <a:lnTo>
                    <a:pt x="165100" y="0"/>
                  </a:lnTo>
                  <a:lnTo>
                    <a:pt x="1270" y="0"/>
                  </a:lnTo>
                  <a:lnTo>
                    <a:pt x="1270" y="2540"/>
                  </a:lnTo>
                  <a:lnTo>
                    <a:pt x="0" y="2540"/>
                  </a:lnTo>
                  <a:lnTo>
                    <a:pt x="0" y="5080"/>
                  </a:lnTo>
                  <a:lnTo>
                    <a:pt x="0" y="6350"/>
                  </a:lnTo>
                  <a:lnTo>
                    <a:pt x="166357" y="6350"/>
                  </a:lnTo>
                  <a:lnTo>
                    <a:pt x="166357" y="5080"/>
                  </a:lnTo>
                  <a:close/>
                </a:path>
              </a:pathLst>
            </a:custGeom>
            <a:solidFill>
              <a:srgbClr val="132A13"/>
            </a:solidFill>
          </p:spPr>
          <p:txBody>
            <a:bodyPr wrap="square" lIns="0" tIns="0" rIns="0" bIns="0" rtlCol="0"/>
            <a:lstStyle/>
            <a:p/>
          </p:txBody>
        </p:sp>
        <p:sp>
          <p:nvSpPr>
            <p:cNvPr id="931" name="object 931"/>
            <p:cNvSpPr/>
            <p:nvPr/>
          </p:nvSpPr>
          <p:spPr>
            <a:xfrm>
              <a:off x="2730500" y="1163319"/>
              <a:ext cx="170180" cy="7620"/>
            </a:xfrm>
            <a:custGeom>
              <a:avLst/>
              <a:gdLst/>
              <a:ahLst/>
              <a:cxnLst/>
              <a:rect l="l" t="t" r="r" b="b"/>
              <a:pathLst>
                <a:path w="170180" h="7619">
                  <a:moveTo>
                    <a:pt x="170180" y="3810"/>
                  </a:moveTo>
                  <a:lnTo>
                    <a:pt x="168897" y="3810"/>
                  </a:lnTo>
                  <a:lnTo>
                    <a:pt x="168897" y="1270"/>
                  </a:lnTo>
                  <a:lnTo>
                    <a:pt x="168897"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142A14"/>
            </a:solidFill>
          </p:spPr>
          <p:txBody>
            <a:bodyPr wrap="square" lIns="0" tIns="0" rIns="0" bIns="0" rtlCol="0"/>
            <a:lstStyle/>
            <a:p/>
          </p:txBody>
        </p:sp>
        <p:sp>
          <p:nvSpPr>
            <p:cNvPr id="932" name="object 932"/>
            <p:cNvSpPr/>
            <p:nvPr/>
          </p:nvSpPr>
          <p:spPr>
            <a:xfrm>
              <a:off x="2729230" y="1170939"/>
              <a:ext cx="173990" cy="7620"/>
            </a:xfrm>
            <a:custGeom>
              <a:avLst/>
              <a:gdLst/>
              <a:ahLst/>
              <a:cxnLst/>
              <a:rect l="l" t="t" r="r" b="b"/>
              <a:pathLst>
                <a:path w="173989"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162916"/>
            </a:solidFill>
          </p:spPr>
          <p:txBody>
            <a:bodyPr wrap="square" lIns="0" tIns="0" rIns="0" bIns="0" rtlCol="0"/>
            <a:lstStyle/>
            <a:p/>
          </p:txBody>
        </p:sp>
        <p:sp>
          <p:nvSpPr>
            <p:cNvPr id="933" name="object 933"/>
            <p:cNvSpPr/>
            <p:nvPr/>
          </p:nvSpPr>
          <p:spPr>
            <a:xfrm>
              <a:off x="2727960" y="1178559"/>
              <a:ext cx="176530" cy="6350"/>
            </a:xfrm>
            <a:custGeom>
              <a:avLst/>
              <a:gdLst/>
              <a:ahLst/>
              <a:cxnLst/>
              <a:rect l="l" t="t" r="r" b="b"/>
              <a:pathLst>
                <a:path w="176530" h="6350">
                  <a:moveTo>
                    <a:pt x="176530" y="3810"/>
                  </a:moveTo>
                  <a:lnTo>
                    <a:pt x="175260" y="3810"/>
                  </a:lnTo>
                  <a:lnTo>
                    <a:pt x="175260" y="2540"/>
                  </a:lnTo>
                  <a:lnTo>
                    <a:pt x="175260" y="0"/>
                  </a:lnTo>
                  <a:lnTo>
                    <a:pt x="1270" y="0"/>
                  </a:lnTo>
                  <a:lnTo>
                    <a:pt x="1270" y="2540"/>
                  </a:lnTo>
                  <a:lnTo>
                    <a:pt x="0" y="2540"/>
                  </a:lnTo>
                  <a:lnTo>
                    <a:pt x="0" y="3810"/>
                  </a:lnTo>
                  <a:lnTo>
                    <a:pt x="0" y="6350"/>
                  </a:lnTo>
                  <a:lnTo>
                    <a:pt x="176530" y="6350"/>
                  </a:lnTo>
                  <a:lnTo>
                    <a:pt x="176530" y="3810"/>
                  </a:lnTo>
                  <a:close/>
                </a:path>
              </a:pathLst>
            </a:custGeom>
            <a:solidFill>
              <a:srgbClr val="172917"/>
            </a:solidFill>
          </p:spPr>
          <p:txBody>
            <a:bodyPr wrap="square" lIns="0" tIns="0" rIns="0" bIns="0" rtlCol="0"/>
            <a:lstStyle/>
            <a:p/>
          </p:txBody>
        </p:sp>
        <p:sp>
          <p:nvSpPr>
            <p:cNvPr id="934" name="object 934"/>
            <p:cNvSpPr/>
            <p:nvPr/>
          </p:nvSpPr>
          <p:spPr>
            <a:xfrm>
              <a:off x="2726690" y="1184909"/>
              <a:ext cx="179070" cy="7620"/>
            </a:xfrm>
            <a:custGeom>
              <a:avLst/>
              <a:gdLst/>
              <a:ahLst/>
              <a:cxnLst/>
              <a:rect l="l" t="t" r="r" b="b"/>
              <a:pathLst>
                <a:path w="179069" h="7619">
                  <a:moveTo>
                    <a:pt x="179057" y="3810"/>
                  </a:moveTo>
                  <a:lnTo>
                    <a:pt x="177800" y="3810"/>
                  </a:lnTo>
                  <a:lnTo>
                    <a:pt x="177800" y="1270"/>
                  </a:lnTo>
                  <a:lnTo>
                    <a:pt x="177800" y="0"/>
                  </a:lnTo>
                  <a:lnTo>
                    <a:pt x="1270" y="0"/>
                  </a:lnTo>
                  <a:lnTo>
                    <a:pt x="1270" y="1270"/>
                  </a:lnTo>
                  <a:lnTo>
                    <a:pt x="0" y="1270"/>
                  </a:lnTo>
                  <a:lnTo>
                    <a:pt x="0" y="3810"/>
                  </a:lnTo>
                  <a:lnTo>
                    <a:pt x="0" y="7620"/>
                  </a:lnTo>
                  <a:lnTo>
                    <a:pt x="179057" y="7620"/>
                  </a:lnTo>
                  <a:lnTo>
                    <a:pt x="179057" y="3810"/>
                  </a:lnTo>
                  <a:close/>
                </a:path>
              </a:pathLst>
            </a:custGeom>
            <a:solidFill>
              <a:srgbClr val="182818"/>
            </a:solidFill>
          </p:spPr>
          <p:txBody>
            <a:bodyPr wrap="square" lIns="0" tIns="0" rIns="0" bIns="0" rtlCol="0"/>
            <a:lstStyle/>
            <a:p/>
          </p:txBody>
        </p:sp>
        <p:sp>
          <p:nvSpPr>
            <p:cNvPr id="935" name="object 935"/>
            <p:cNvSpPr/>
            <p:nvPr/>
          </p:nvSpPr>
          <p:spPr>
            <a:xfrm>
              <a:off x="2724150" y="1192529"/>
              <a:ext cx="182880" cy="7620"/>
            </a:xfrm>
            <a:custGeom>
              <a:avLst/>
              <a:gdLst/>
              <a:ahLst/>
              <a:cxnLst/>
              <a:rect l="l" t="t" r="r" b="b"/>
              <a:pathLst>
                <a:path w="182880" h="7619">
                  <a:moveTo>
                    <a:pt x="182880" y="2540"/>
                  </a:moveTo>
                  <a:lnTo>
                    <a:pt x="181597" y="2540"/>
                  </a:lnTo>
                  <a:lnTo>
                    <a:pt x="181597" y="0"/>
                  </a:lnTo>
                  <a:lnTo>
                    <a:pt x="1270" y="0"/>
                  </a:lnTo>
                  <a:lnTo>
                    <a:pt x="1270" y="2540"/>
                  </a:lnTo>
                  <a:lnTo>
                    <a:pt x="1270" y="6350"/>
                  </a:lnTo>
                  <a:lnTo>
                    <a:pt x="0" y="6350"/>
                  </a:lnTo>
                  <a:lnTo>
                    <a:pt x="0" y="7620"/>
                  </a:lnTo>
                  <a:lnTo>
                    <a:pt x="182880" y="7620"/>
                  </a:lnTo>
                  <a:lnTo>
                    <a:pt x="182880" y="6350"/>
                  </a:lnTo>
                  <a:lnTo>
                    <a:pt x="182880" y="2540"/>
                  </a:lnTo>
                  <a:close/>
                </a:path>
              </a:pathLst>
            </a:custGeom>
            <a:solidFill>
              <a:srgbClr val="1A281A"/>
            </a:solidFill>
          </p:spPr>
          <p:txBody>
            <a:bodyPr wrap="square" lIns="0" tIns="0" rIns="0" bIns="0" rtlCol="0"/>
            <a:lstStyle/>
            <a:p/>
          </p:txBody>
        </p:sp>
        <p:sp>
          <p:nvSpPr>
            <p:cNvPr id="936" name="object 936"/>
            <p:cNvSpPr/>
            <p:nvPr/>
          </p:nvSpPr>
          <p:spPr>
            <a:xfrm>
              <a:off x="2722880" y="1200149"/>
              <a:ext cx="185420" cy="6350"/>
            </a:xfrm>
            <a:custGeom>
              <a:avLst/>
              <a:gdLst/>
              <a:ahLst/>
              <a:cxnLst/>
              <a:rect l="l" t="t" r="r" b="b"/>
              <a:pathLst>
                <a:path w="185419" h="6350">
                  <a:moveTo>
                    <a:pt x="185420" y="0"/>
                  </a:moveTo>
                  <a:lnTo>
                    <a:pt x="1270" y="0"/>
                  </a:lnTo>
                  <a:lnTo>
                    <a:pt x="1270" y="5080"/>
                  </a:lnTo>
                  <a:lnTo>
                    <a:pt x="0" y="5080"/>
                  </a:lnTo>
                  <a:lnTo>
                    <a:pt x="0" y="6350"/>
                  </a:lnTo>
                  <a:lnTo>
                    <a:pt x="185420" y="6350"/>
                  </a:lnTo>
                  <a:lnTo>
                    <a:pt x="185420" y="5080"/>
                  </a:lnTo>
                  <a:lnTo>
                    <a:pt x="185420" y="0"/>
                  </a:lnTo>
                  <a:close/>
                </a:path>
              </a:pathLst>
            </a:custGeom>
            <a:solidFill>
              <a:srgbClr val="1B271B"/>
            </a:solidFill>
          </p:spPr>
          <p:txBody>
            <a:bodyPr wrap="square" lIns="0" tIns="0" rIns="0" bIns="0" rtlCol="0"/>
            <a:lstStyle/>
            <a:p/>
          </p:txBody>
        </p:sp>
        <p:sp>
          <p:nvSpPr>
            <p:cNvPr id="937" name="object 937"/>
            <p:cNvSpPr/>
            <p:nvPr/>
          </p:nvSpPr>
          <p:spPr>
            <a:xfrm>
              <a:off x="272161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1D261D"/>
            </a:solidFill>
          </p:spPr>
          <p:txBody>
            <a:bodyPr wrap="square" lIns="0" tIns="0" rIns="0" bIns="0" rtlCol="0"/>
            <a:lstStyle/>
            <a:p/>
          </p:txBody>
        </p:sp>
        <p:sp>
          <p:nvSpPr>
            <p:cNvPr id="938" name="object 938"/>
            <p:cNvSpPr/>
            <p:nvPr/>
          </p:nvSpPr>
          <p:spPr>
            <a:xfrm>
              <a:off x="272034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1E261E"/>
            </a:solidFill>
          </p:spPr>
          <p:txBody>
            <a:bodyPr wrap="square" lIns="0" tIns="0" rIns="0" bIns="0" rtlCol="0"/>
            <a:lstStyle/>
            <a:p/>
          </p:txBody>
        </p:sp>
        <p:sp>
          <p:nvSpPr>
            <p:cNvPr id="939" name="object 939"/>
            <p:cNvSpPr/>
            <p:nvPr/>
          </p:nvSpPr>
          <p:spPr>
            <a:xfrm>
              <a:off x="2719070" y="1221739"/>
              <a:ext cx="193040" cy="6350"/>
            </a:xfrm>
            <a:custGeom>
              <a:avLst/>
              <a:gdLst/>
              <a:ahLst/>
              <a:cxnLst/>
              <a:rect l="l" t="t" r="r" b="b"/>
              <a:pathLst>
                <a:path w="193039" h="6350">
                  <a:moveTo>
                    <a:pt x="193027" y="0"/>
                  </a:moveTo>
                  <a:lnTo>
                    <a:pt x="1270" y="0"/>
                  </a:lnTo>
                  <a:lnTo>
                    <a:pt x="1270" y="5080"/>
                  </a:lnTo>
                  <a:lnTo>
                    <a:pt x="0" y="5080"/>
                  </a:lnTo>
                  <a:lnTo>
                    <a:pt x="0" y="6350"/>
                  </a:lnTo>
                  <a:lnTo>
                    <a:pt x="193027" y="6350"/>
                  </a:lnTo>
                  <a:lnTo>
                    <a:pt x="193027" y="5080"/>
                  </a:lnTo>
                  <a:lnTo>
                    <a:pt x="193027" y="0"/>
                  </a:lnTo>
                  <a:close/>
                </a:path>
              </a:pathLst>
            </a:custGeom>
            <a:solidFill>
              <a:srgbClr val="202520"/>
            </a:solidFill>
          </p:spPr>
          <p:txBody>
            <a:bodyPr wrap="square" lIns="0" tIns="0" rIns="0" bIns="0" rtlCol="0"/>
            <a:lstStyle/>
            <a:p/>
          </p:txBody>
        </p:sp>
        <p:sp>
          <p:nvSpPr>
            <p:cNvPr id="940" name="object 940"/>
            <p:cNvSpPr/>
            <p:nvPr/>
          </p:nvSpPr>
          <p:spPr>
            <a:xfrm>
              <a:off x="2719070" y="1228089"/>
              <a:ext cx="194310" cy="7620"/>
            </a:xfrm>
            <a:custGeom>
              <a:avLst/>
              <a:gdLst/>
              <a:ahLst/>
              <a:cxnLst/>
              <a:rect l="l" t="t" r="r" b="b"/>
              <a:pathLst>
                <a:path w="194310" h="7619">
                  <a:moveTo>
                    <a:pt x="194310" y="1270"/>
                  </a:moveTo>
                  <a:lnTo>
                    <a:pt x="193027" y="1270"/>
                  </a:lnTo>
                  <a:lnTo>
                    <a:pt x="193027" y="0"/>
                  </a:lnTo>
                  <a:lnTo>
                    <a:pt x="0" y="0"/>
                  </a:lnTo>
                  <a:lnTo>
                    <a:pt x="0" y="1270"/>
                  </a:lnTo>
                  <a:lnTo>
                    <a:pt x="0" y="7620"/>
                  </a:lnTo>
                  <a:lnTo>
                    <a:pt x="194310" y="7620"/>
                  </a:lnTo>
                  <a:lnTo>
                    <a:pt x="194310" y="1270"/>
                  </a:lnTo>
                  <a:close/>
                </a:path>
              </a:pathLst>
            </a:custGeom>
            <a:solidFill>
              <a:srgbClr val="212521"/>
            </a:solidFill>
          </p:spPr>
          <p:txBody>
            <a:bodyPr wrap="square" lIns="0" tIns="0" rIns="0" bIns="0" rtlCol="0"/>
            <a:lstStyle/>
            <a:p/>
          </p:txBody>
        </p:sp>
        <p:sp>
          <p:nvSpPr>
            <p:cNvPr id="941" name="object 941"/>
            <p:cNvSpPr/>
            <p:nvPr/>
          </p:nvSpPr>
          <p:spPr>
            <a:xfrm>
              <a:off x="2717800" y="1235709"/>
              <a:ext cx="196850" cy="7620"/>
            </a:xfrm>
            <a:custGeom>
              <a:avLst/>
              <a:gdLst/>
              <a:ahLst/>
              <a:cxnLst/>
              <a:rect l="l" t="t" r="r" b="b"/>
              <a:pathLst>
                <a:path w="196850" h="7619">
                  <a:moveTo>
                    <a:pt x="196850" y="2540"/>
                  </a:moveTo>
                  <a:lnTo>
                    <a:pt x="195580" y="2540"/>
                  </a:lnTo>
                  <a:lnTo>
                    <a:pt x="195580" y="1270"/>
                  </a:lnTo>
                  <a:lnTo>
                    <a:pt x="195580" y="0"/>
                  </a:lnTo>
                  <a:lnTo>
                    <a:pt x="1270" y="0"/>
                  </a:lnTo>
                  <a:lnTo>
                    <a:pt x="1270" y="1270"/>
                  </a:lnTo>
                  <a:lnTo>
                    <a:pt x="0" y="1270"/>
                  </a:lnTo>
                  <a:lnTo>
                    <a:pt x="0" y="2540"/>
                  </a:lnTo>
                  <a:lnTo>
                    <a:pt x="0" y="7620"/>
                  </a:lnTo>
                  <a:lnTo>
                    <a:pt x="196850" y="7620"/>
                  </a:lnTo>
                  <a:lnTo>
                    <a:pt x="196850" y="2540"/>
                  </a:lnTo>
                  <a:close/>
                </a:path>
              </a:pathLst>
            </a:custGeom>
            <a:solidFill>
              <a:srgbClr val="222422"/>
            </a:solidFill>
          </p:spPr>
          <p:txBody>
            <a:bodyPr wrap="square" lIns="0" tIns="0" rIns="0" bIns="0" rtlCol="0"/>
            <a:lstStyle/>
            <a:p/>
          </p:txBody>
        </p:sp>
        <p:sp>
          <p:nvSpPr>
            <p:cNvPr id="942" name="object 942"/>
            <p:cNvSpPr/>
            <p:nvPr/>
          </p:nvSpPr>
          <p:spPr>
            <a:xfrm>
              <a:off x="271653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242424"/>
            </a:solidFill>
          </p:spPr>
          <p:txBody>
            <a:bodyPr wrap="square" lIns="0" tIns="0" rIns="0" bIns="0" rtlCol="0"/>
            <a:lstStyle/>
            <a:p/>
          </p:txBody>
        </p:sp>
        <p:sp>
          <p:nvSpPr>
            <p:cNvPr id="943" name="object 943"/>
            <p:cNvSpPr/>
            <p:nvPr/>
          </p:nvSpPr>
          <p:spPr>
            <a:xfrm>
              <a:off x="2715260" y="1249679"/>
              <a:ext cx="201930" cy="7620"/>
            </a:xfrm>
            <a:custGeom>
              <a:avLst/>
              <a:gdLst/>
              <a:ahLst/>
              <a:cxnLst/>
              <a:rect l="l" t="t" r="r" b="b"/>
              <a:pathLst>
                <a:path w="201930" h="7619">
                  <a:moveTo>
                    <a:pt x="100330" y="0"/>
                  </a:moveTo>
                  <a:lnTo>
                    <a:pt x="1270" y="0"/>
                  </a:lnTo>
                  <a:lnTo>
                    <a:pt x="1270" y="1270"/>
                  </a:lnTo>
                  <a:lnTo>
                    <a:pt x="1270" y="2540"/>
                  </a:lnTo>
                  <a:lnTo>
                    <a:pt x="1270" y="3810"/>
                  </a:lnTo>
                  <a:lnTo>
                    <a:pt x="1270" y="5080"/>
                  </a:lnTo>
                  <a:lnTo>
                    <a:pt x="0" y="5080"/>
                  </a:lnTo>
                  <a:lnTo>
                    <a:pt x="0" y="7620"/>
                  </a:lnTo>
                  <a:lnTo>
                    <a:pt x="92710" y="762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30" h="7619">
                  <a:moveTo>
                    <a:pt x="201930" y="5080"/>
                  </a:moveTo>
                  <a:lnTo>
                    <a:pt x="200660" y="5080"/>
                  </a:lnTo>
                  <a:lnTo>
                    <a:pt x="200660" y="3810"/>
                  </a:lnTo>
                  <a:lnTo>
                    <a:pt x="200660" y="2540"/>
                  </a:lnTo>
                  <a:lnTo>
                    <a:pt x="200660" y="1270"/>
                  </a:lnTo>
                  <a:lnTo>
                    <a:pt x="200660" y="0"/>
                  </a:lnTo>
                  <a:lnTo>
                    <a:pt x="101600" y="0"/>
                  </a:lnTo>
                  <a:lnTo>
                    <a:pt x="101600" y="1270"/>
                  </a:lnTo>
                  <a:lnTo>
                    <a:pt x="102870" y="1270"/>
                  </a:lnTo>
                  <a:lnTo>
                    <a:pt x="10287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252325"/>
            </a:solidFill>
          </p:spPr>
          <p:txBody>
            <a:bodyPr wrap="square" lIns="0" tIns="0" rIns="0" bIns="0" rtlCol="0"/>
            <a:lstStyle/>
            <a:p/>
          </p:txBody>
        </p:sp>
        <p:sp>
          <p:nvSpPr>
            <p:cNvPr id="944" name="object 944"/>
            <p:cNvSpPr/>
            <p:nvPr/>
          </p:nvSpPr>
          <p:spPr>
            <a:xfrm>
              <a:off x="2715260" y="1257299"/>
              <a:ext cx="201930" cy="7620"/>
            </a:xfrm>
            <a:custGeom>
              <a:avLst/>
              <a:gdLst/>
              <a:ahLst/>
              <a:cxnLst/>
              <a:rect l="l" t="t" r="r" b="b"/>
              <a:pathLst>
                <a:path w="201930" h="7619">
                  <a:moveTo>
                    <a:pt x="92710" y="0"/>
                  </a:moveTo>
                  <a:lnTo>
                    <a:pt x="0" y="0"/>
                  </a:lnTo>
                  <a:lnTo>
                    <a:pt x="0" y="1270"/>
                  </a:lnTo>
                  <a:lnTo>
                    <a:pt x="0" y="5080"/>
                  </a:lnTo>
                  <a:lnTo>
                    <a:pt x="0" y="7620"/>
                  </a:lnTo>
                  <a:lnTo>
                    <a:pt x="88900" y="7620"/>
                  </a:lnTo>
                  <a:lnTo>
                    <a:pt x="88900" y="5080"/>
                  </a:lnTo>
                  <a:lnTo>
                    <a:pt x="90170" y="5080"/>
                  </a:lnTo>
                  <a:lnTo>
                    <a:pt x="90170" y="1270"/>
                  </a:lnTo>
                  <a:lnTo>
                    <a:pt x="92710" y="1270"/>
                  </a:lnTo>
                  <a:lnTo>
                    <a:pt x="92710" y="0"/>
                  </a:lnTo>
                  <a:close/>
                </a:path>
                <a:path w="201930" h="7619">
                  <a:moveTo>
                    <a:pt x="201930" y="0"/>
                  </a:moveTo>
                  <a:lnTo>
                    <a:pt x="109220" y="0"/>
                  </a:lnTo>
                  <a:lnTo>
                    <a:pt x="109220" y="1270"/>
                  </a:lnTo>
                  <a:lnTo>
                    <a:pt x="110490" y="1270"/>
                  </a:lnTo>
                  <a:lnTo>
                    <a:pt x="110490" y="6350"/>
                  </a:lnTo>
                  <a:lnTo>
                    <a:pt x="111760" y="6350"/>
                  </a:lnTo>
                  <a:lnTo>
                    <a:pt x="111760" y="7620"/>
                  </a:lnTo>
                  <a:lnTo>
                    <a:pt x="201930" y="7620"/>
                  </a:lnTo>
                  <a:lnTo>
                    <a:pt x="201930" y="6350"/>
                  </a:lnTo>
                  <a:lnTo>
                    <a:pt x="201930" y="1270"/>
                  </a:lnTo>
                  <a:lnTo>
                    <a:pt x="201930" y="0"/>
                  </a:lnTo>
                  <a:close/>
                </a:path>
              </a:pathLst>
            </a:custGeom>
            <a:solidFill>
              <a:srgbClr val="272227"/>
            </a:solidFill>
          </p:spPr>
          <p:txBody>
            <a:bodyPr wrap="square" lIns="0" tIns="0" rIns="0" bIns="0" rtlCol="0"/>
            <a:lstStyle/>
            <a:p/>
          </p:txBody>
        </p:sp>
        <p:sp>
          <p:nvSpPr>
            <p:cNvPr id="945" name="object 945"/>
            <p:cNvSpPr/>
            <p:nvPr/>
          </p:nvSpPr>
          <p:spPr>
            <a:xfrm>
              <a:off x="2713990" y="1264919"/>
              <a:ext cx="203200" cy="6350"/>
            </a:xfrm>
            <a:custGeom>
              <a:avLst/>
              <a:gdLst/>
              <a:ahLst/>
              <a:cxnLst/>
              <a:rect l="l" t="t" r="r" b="b"/>
              <a:pathLst>
                <a:path w="203200" h="6350">
                  <a:moveTo>
                    <a:pt x="90170" y="0"/>
                  </a:moveTo>
                  <a:lnTo>
                    <a:pt x="88900" y="0"/>
                  </a:lnTo>
                  <a:lnTo>
                    <a:pt x="0" y="0"/>
                  </a:lnTo>
                  <a:lnTo>
                    <a:pt x="0" y="3810"/>
                  </a:lnTo>
                  <a:lnTo>
                    <a:pt x="0" y="6350"/>
                  </a:lnTo>
                  <a:lnTo>
                    <a:pt x="87630" y="6350"/>
                  </a:lnTo>
                  <a:lnTo>
                    <a:pt x="87630" y="3810"/>
                  </a:lnTo>
                  <a:lnTo>
                    <a:pt x="88900" y="3810"/>
                  </a:lnTo>
                  <a:lnTo>
                    <a:pt x="88900" y="127"/>
                  </a:lnTo>
                  <a:lnTo>
                    <a:pt x="90170" y="127"/>
                  </a:lnTo>
                  <a:lnTo>
                    <a:pt x="90170" y="0"/>
                  </a:lnTo>
                  <a:close/>
                </a:path>
                <a:path w="203200" h="6350">
                  <a:moveTo>
                    <a:pt x="203200" y="0"/>
                  </a:moveTo>
                  <a:lnTo>
                    <a:pt x="113030" y="0"/>
                  </a:lnTo>
                  <a:lnTo>
                    <a:pt x="113030" y="1270"/>
                  </a:lnTo>
                  <a:lnTo>
                    <a:pt x="114300" y="1270"/>
                  </a:lnTo>
                  <a:lnTo>
                    <a:pt x="114300" y="5080"/>
                  </a:lnTo>
                  <a:lnTo>
                    <a:pt x="115570" y="5080"/>
                  </a:lnTo>
                  <a:lnTo>
                    <a:pt x="115570" y="6350"/>
                  </a:lnTo>
                  <a:lnTo>
                    <a:pt x="203200" y="6350"/>
                  </a:lnTo>
                  <a:lnTo>
                    <a:pt x="203200" y="5080"/>
                  </a:lnTo>
                  <a:lnTo>
                    <a:pt x="203200" y="1270"/>
                  </a:lnTo>
                  <a:lnTo>
                    <a:pt x="203200" y="0"/>
                  </a:lnTo>
                  <a:close/>
                </a:path>
              </a:pathLst>
            </a:custGeom>
            <a:solidFill>
              <a:srgbClr val="282228"/>
            </a:solidFill>
          </p:spPr>
          <p:txBody>
            <a:bodyPr wrap="square" lIns="0" tIns="0" rIns="0" bIns="0" rtlCol="0"/>
            <a:lstStyle/>
            <a:p/>
          </p:txBody>
        </p:sp>
        <p:sp>
          <p:nvSpPr>
            <p:cNvPr id="946" name="object 946"/>
            <p:cNvSpPr/>
            <p:nvPr/>
          </p:nvSpPr>
          <p:spPr>
            <a:xfrm>
              <a:off x="2712720" y="1271269"/>
              <a:ext cx="205740" cy="7620"/>
            </a:xfrm>
            <a:custGeom>
              <a:avLst/>
              <a:gdLst/>
              <a:ahLst/>
              <a:cxnLst/>
              <a:rect l="l" t="t" r="r" b="b"/>
              <a:pathLst>
                <a:path w="205739" h="7619">
                  <a:moveTo>
                    <a:pt x="87630" y="2666"/>
                  </a:moveTo>
                  <a:lnTo>
                    <a:pt x="1269" y="2666"/>
                  </a:lnTo>
                  <a:lnTo>
                    <a:pt x="1269" y="3809"/>
                  </a:lnTo>
                  <a:lnTo>
                    <a:pt x="0" y="3809"/>
                  </a:lnTo>
                  <a:lnTo>
                    <a:pt x="0" y="7619"/>
                  </a:lnTo>
                  <a:lnTo>
                    <a:pt x="86360" y="7619"/>
                  </a:lnTo>
                  <a:lnTo>
                    <a:pt x="86360" y="6476"/>
                  </a:lnTo>
                  <a:lnTo>
                    <a:pt x="87630" y="6476"/>
                  </a:lnTo>
                  <a:lnTo>
                    <a:pt x="87630" y="2666"/>
                  </a:lnTo>
                  <a:close/>
                </a:path>
                <a:path w="205739" h="7619">
                  <a:moveTo>
                    <a:pt x="88900" y="0"/>
                  </a:moveTo>
                  <a:lnTo>
                    <a:pt x="1269" y="0"/>
                  </a:lnTo>
                  <a:lnTo>
                    <a:pt x="1269" y="2539"/>
                  </a:lnTo>
                  <a:lnTo>
                    <a:pt x="87630" y="2539"/>
                  </a:lnTo>
                  <a:lnTo>
                    <a:pt x="87630" y="2666"/>
                  </a:lnTo>
                  <a:lnTo>
                    <a:pt x="88900" y="2666"/>
                  </a:lnTo>
                  <a:lnTo>
                    <a:pt x="88900" y="0"/>
                  </a:lnTo>
                  <a:close/>
                </a:path>
                <a:path w="205739" h="7619">
                  <a:moveTo>
                    <a:pt x="205740" y="2666"/>
                  </a:moveTo>
                  <a:lnTo>
                    <a:pt x="118110" y="2666"/>
                  </a:lnTo>
                  <a:lnTo>
                    <a:pt x="118110" y="5206"/>
                  </a:lnTo>
                  <a:lnTo>
                    <a:pt x="119380" y="5206"/>
                  </a:lnTo>
                  <a:lnTo>
                    <a:pt x="119380" y="7619"/>
                  </a:lnTo>
                  <a:lnTo>
                    <a:pt x="205740" y="7619"/>
                  </a:lnTo>
                  <a:lnTo>
                    <a:pt x="205740" y="2666"/>
                  </a:lnTo>
                  <a:close/>
                </a:path>
                <a:path w="205739" h="7619">
                  <a:moveTo>
                    <a:pt x="204470" y="0"/>
                  </a:moveTo>
                  <a:lnTo>
                    <a:pt x="116840" y="0"/>
                  </a:lnTo>
                  <a:lnTo>
                    <a:pt x="116840" y="2666"/>
                  </a:lnTo>
                  <a:lnTo>
                    <a:pt x="118110" y="2666"/>
                  </a:lnTo>
                  <a:lnTo>
                    <a:pt x="118110" y="2539"/>
                  </a:lnTo>
                  <a:lnTo>
                    <a:pt x="205740" y="2539"/>
                  </a:lnTo>
                  <a:lnTo>
                    <a:pt x="205740" y="1396"/>
                  </a:lnTo>
                  <a:lnTo>
                    <a:pt x="204470" y="1396"/>
                  </a:lnTo>
                  <a:lnTo>
                    <a:pt x="204470" y="0"/>
                  </a:lnTo>
                  <a:close/>
                </a:path>
              </a:pathLst>
            </a:custGeom>
            <a:solidFill>
              <a:srgbClr val="2A212A"/>
            </a:solidFill>
          </p:spPr>
          <p:txBody>
            <a:bodyPr wrap="square" lIns="0" tIns="0" rIns="0" bIns="0" rtlCol="0"/>
            <a:lstStyle/>
            <a:p/>
          </p:txBody>
        </p:sp>
        <p:sp>
          <p:nvSpPr>
            <p:cNvPr id="947" name="object 947"/>
            <p:cNvSpPr/>
            <p:nvPr/>
          </p:nvSpPr>
          <p:spPr>
            <a:xfrm>
              <a:off x="2712720" y="1278889"/>
              <a:ext cx="205740" cy="7620"/>
            </a:xfrm>
            <a:custGeom>
              <a:avLst/>
              <a:gdLst/>
              <a:ahLst/>
              <a:cxnLst/>
              <a:rect l="l" t="t" r="r" b="b"/>
              <a:pathLst>
                <a:path w="205739" h="7619">
                  <a:moveTo>
                    <a:pt x="86360" y="0"/>
                  </a:moveTo>
                  <a:lnTo>
                    <a:pt x="0" y="0"/>
                  </a:lnTo>
                  <a:lnTo>
                    <a:pt x="0" y="7620"/>
                  </a:lnTo>
                  <a:lnTo>
                    <a:pt x="85089" y="7620"/>
                  </a:lnTo>
                  <a:lnTo>
                    <a:pt x="85089" y="6476"/>
                  </a:lnTo>
                  <a:lnTo>
                    <a:pt x="86360" y="6476"/>
                  </a:lnTo>
                  <a:lnTo>
                    <a:pt x="86360" y="0"/>
                  </a:lnTo>
                  <a:close/>
                </a:path>
                <a:path w="205739" h="7619">
                  <a:moveTo>
                    <a:pt x="205740" y="0"/>
                  </a:moveTo>
                  <a:lnTo>
                    <a:pt x="119380" y="0"/>
                  </a:lnTo>
                  <a:lnTo>
                    <a:pt x="119380" y="1397"/>
                  </a:lnTo>
                  <a:lnTo>
                    <a:pt x="120650" y="1397"/>
                  </a:lnTo>
                  <a:lnTo>
                    <a:pt x="120650" y="7620"/>
                  </a:lnTo>
                  <a:lnTo>
                    <a:pt x="205739" y="7620"/>
                  </a:lnTo>
                  <a:lnTo>
                    <a:pt x="205740" y="0"/>
                  </a:lnTo>
                  <a:close/>
                </a:path>
              </a:pathLst>
            </a:custGeom>
            <a:solidFill>
              <a:srgbClr val="2B212B"/>
            </a:solidFill>
          </p:spPr>
          <p:txBody>
            <a:bodyPr wrap="square" lIns="0" tIns="0" rIns="0" bIns="0" rtlCol="0"/>
            <a:lstStyle/>
            <a:p/>
          </p:txBody>
        </p:sp>
        <p:sp>
          <p:nvSpPr>
            <p:cNvPr id="948" name="object 948"/>
            <p:cNvSpPr/>
            <p:nvPr/>
          </p:nvSpPr>
          <p:spPr>
            <a:xfrm>
              <a:off x="2711450" y="1286509"/>
              <a:ext cx="207010" cy="6350"/>
            </a:xfrm>
            <a:custGeom>
              <a:avLst/>
              <a:gdLst/>
              <a:ahLst/>
              <a:cxnLst/>
              <a:rect l="l" t="t" r="r" b="b"/>
              <a:pathLst>
                <a:path w="207010" h="6350">
                  <a:moveTo>
                    <a:pt x="207009" y="0"/>
                  </a:moveTo>
                  <a:lnTo>
                    <a:pt x="121919" y="0"/>
                  </a:lnTo>
                  <a:lnTo>
                    <a:pt x="121919" y="2666"/>
                  </a:lnTo>
                  <a:lnTo>
                    <a:pt x="123189" y="2666"/>
                  </a:lnTo>
                  <a:lnTo>
                    <a:pt x="123189" y="6350"/>
                  </a:lnTo>
                  <a:lnTo>
                    <a:pt x="207009" y="6350"/>
                  </a:lnTo>
                  <a:lnTo>
                    <a:pt x="207009" y="0"/>
                  </a:lnTo>
                  <a:close/>
                </a:path>
                <a:path w="207010" h="6350">
                  <a:moveTo>
                    <a:pt x="86359" y="0"/>
                  </a:moveTo>
                  <a:lnTo>
                    <a:pt x="1269" y="0"/>
                  </a:lnTo>
                  <a:lnTo>
                    <a:pt x="1269" y="1269"/>
                  </a:lnTo>
                  <a:lnTo>
                    <a:pt x="0" y="1269"/>
                  </a:lnTo>
                  <a:lnTo>
                    <a:pt x="0" y="6350"/>
                  </a:lnTo>
                  <a:lnTo>
                    <a:pt x="85089" y="6350"/>
                  </a:lnTo>
                  <a:lnTo>
                    <a:pt x="85089" y="2666"/>
                  </a:lnTo>
                  <a:lnTo>
                    <a:pt x="86360" y="2666"/>
                  </a:lnTo>
                  <a:lnTo>
                    <a:pt x="86359" y="0"/>
                  </a:lnTo>
                  <a:close/>
                </a:path>
              </a:pathLst>
            </a:custGeom>
            <a:solidFill>
              <a:srgbClr val="2D202D"/>
            </a:solidFill>
          </p:spPr>
          <p:txBody>
            <a:bodyPr wrap="square" lIns="0" tIns="0" rIns="0" bIns="0" rtlCol="0"/>
            <a:lstStyle/>
            <a:p/>
          </p:txBody>
        </p:sp>
        <p:sp>
          <p:nvSpPr>
            <p:cNvPr id="949" name="object 949"/>
            <p:cNvSpPr/>
            <p:nvPr/>
          </p:nvSpPr>
          <p:spPr>
            <a:xfrm>
              <a:off x="2711450" y="1292859"/>
              <a:ext cx="208279" cy="7620"/>
            </a:xfrm>
            <a:custGeom>
              <a:avLst/>
              <a:gdLst/>
              <a:ahLst/>
              <a:cxnLst/>
              <a:rect l="l" t="t" r="r" b="b"/>
              <a:pathLst>
                <a:path w="208280" h="7619">
                  <a:moveTo>
                    <a:pt x="85089" y="126"/>
                  </a:moveTo>
                  <a:lnTo>
                    <a:pt x="0" y="126"/>
                  </a:lnTo>
                  <a:lnTo>
                    <a:pt x="0" y="7619"/>
                  </a:lnTo>
                  <a:lnTo>
                    <a:pt x="85089" y="7619"/>
                  </a:lnTo>
                  <a:lnTo>
                    <a:pt x="85089" y="126"/>
                  </a:lnTo>
                  <a:close/>
                </a:path>
                <a:path w="208280" h="7619">
                  <a:moveTo>
                    <a:pt x="208279" y="0"/>
                  </a:moveTo>
                  <a:lnTo>
                    <a:pt x="207009" y="0"/>
                  </a:lnTo>
                  <a:lnTo>
                    <a:pt x="123189" y="126"/>
                  </a:lnTo>
                  <a:lnTo>
                    <a:pt x="123189" y="7619"/>
                  </a:lnTo>
                  <a:lnTo>
                    <a:pt x="208279" y="7619"/>
                  </a:lnTo>
                  <a:lnTo>
                    <a:pt x="208279" y="0"/>
                  </a:lnTo>
                  <a:close/>
                </a:path>
              </a:pathLst>
            </a:custGeom>
            <a:solidFill>
              <a:srgbClr val="2E202E"/>
            </a:solidFill>
          </p:spPr>
          <p:txBody>
            <a:bodyPr wrap="square" lIns="0" tIns="0" rIns="0" bIns="0" rtlCol="0"/>
            <a:lstStyle/>
            <a:p/>
          </p:txBody>
        </p:sp>
        <p:sp>
          <p:nvSpPr>
            <p:cNvPr id="950" name="object 950"/>
            <p:cNvSpPr/>
            <p:nvPr/>
          </p:nvSpPr>
          <p:spPr>
            <a:xfrm>
              <a:off x="2710180" y="1300479"/>
              <a:ext cx="210820" cy="7620"/>
            </a:xfrm>
            <a:custGeom>
              <a:avLst/>
              <a:gdLst/>
              <a:ahLst/>
              <a:cxnLst/>
              <a:rect l="l" t="t" r="r" b="b"/>
              <a:pathLst>
                <a:path w="210819" h="7619">
                  <a:moveTo>
                    <a:pt x="85089" y="0"/>
                  </a:moveTo>
                  <a:lnTo>
                    <a:pt x="1269" y="0"/>
                  </a:lnTo>
                  <a:lnTo>
                    <a:pt x="1269" y="2540"/>
                  </a:lnTo>
                  <a:lnTo>
                    <a:pt x="0" y="2540"/>
                  </a:lnTo>
                  <a:lnTo>
                    <a:pt x="0" y="7620"/>
                  </a:lnTo>
                  <a:lnTo>
                    <a:pt x="85089" y="7620"/>
                  </a:lnTo>
                  <a:lnTo>
                    <a:pt x="85089" y="0"/>
                  </a:lnTo>
                  <a:close/>
                </a:path>
                <a:path w="210819" h="7619">
                  <a:moveTo>
                    <a:pt x="209550" y="0"/>
                  </a:moveTo>
                  <a:lnTo>
                    <a:pt x="125730" y="0"/>
                  </a:lnTo>
                  <a:lnTo>
                    <a:pt x="125730" y="7620"/>
                  </a:lnTo>
                  <a:lnTo>
                    <a:pt x="210819" y="7620"/>
                  </a:lnTo>
                  <a:lnTo>
                    <a:pt x="210819" y="6350"/>
                  </a:lnTo>
                  <a:lnTo>
                    <a:pt x="209550" y="6350"/>
                  </a:lnTo>
                  <a:lnTo>
                    <a:pt x="209550" y="0"/>
                  </a:lnTo>
                  <a:close/>
                </a:path>
              </a:pathLst>
            </a:custGeom>
            <a:solidFill>
              <a:srgbClr val="2F1F2F"/>
            </a:solidFill>
          </p:spPr>
          <p:txBody>
            <a:bodyPr wrap="square" lIns="0" tIns="0" rIns="0" bIns="0" rtlCol="0"/>
            <a:lstStyle/>
            <a:p/>
          </p:txBody>
        </p:sp>
        <p:sp>
          <p:nvSpPr>
            <p:cNvPr id="951" name="object 951"/>
            <p:cNvSpPr/>
            <p:nvPr/>
          </p:nvSpPr>
          <p:spPr>
            <a:xfrm>
              <a:off x="2710180" y="1308099"/>
              <a:ext cx="210820" cy="6350"/>
            </a:xfrm>
            <a:custGeom>
              <a:avLst/>
              <a:gdLst/>
              <a:ahLst/>
              <a:cxnLst/>
              <a:rect l="l" t="t" r="r" b="b"/>
              <a:pathLst>
                <a:path w="210819" h="6350">
                  <a:moveTo>
                    <a:pt x="85089" y="0"/>
                  </a:moveTo>
                  <a:lnTo>
                    <a:pt x="0" y="0"/>
                  </a:lnTo>
                  <a:lnTo>
                    <a:pt x="0" y="6350"/>
                  </a:lnTo>
                  <a:lnTo>
                    <a:pt x="83819" y="6350"/>
                  </a:lnTo>
                  <a:lnTo>
                    <a:pt x="83819" y="3810"/>
                  </a:lnTo>
                  <a:lnTo>
                    <a:pt x="85089" y="3810"/>
                  </a:lnTo>
                  <a:lnTo>
                    <a:pt x="85089" y="0"/>
                  </a:lnTo>
                  <a:close/>
                </a:path>
                <a:path w="210819" h="6350">
                  <a:moveTo>
                    <a:pt x="210819" y="0"/>
                  </a:moveTo>
                  <a:lnTo>
                    <a:pt x="125730" y="0"/>
                  </a:lnTo>
                  <a:lnTo>
                    <a:pt x="125730" y="2539"/>
                  </a:lnTo>
                  <a:lnTo>
                    <a:pt x="127000" y="2539"/>
                  </a:lnTo>
                  <a:lnTo>
                    <a:pt x="127000" y="6350"/>
                  </a:lnTo>
                  <a:lnTo>
                    <a:pt x="210819" y="6350"/>
                  </a:lnTo>
                  <a:lnTo>
                    <a:pt x="210819" y="0"/>
                  </a:lnTo>
                  <a:close/>
                </a:path>
              </a:pathLst>
            </a:custGeom>
            <a:solidFill>
              <a:srgbClr val="311E31"/>
            </a:solidFill>
          </p:spPr>
          <p:txBody>
            <a:bodyPr wrap="square" lIns="0" tIns="0" rIns="0" bIns="0" rtlCol="0"/>
            <a:lstStyle/>
            <a:p/>
          </p:txBody>
        </p:sp>
        <p:sp>
          <p:nvSpPr>
            <p:cNvPr id="952" name="object 952"/>
            <p:cNvSpPr/>
            <p:nvPr/>
          </p:nvSpPr>
          <p:spPr>
            <a:xfrm>
              <a:off x="2710180" y="131444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331E33"/>
            </a:solidFill>
          </p:spPr>
          <p:txBody>
            <a:bodyPr wrap="square" lIns="0" tIns="0" rIns="0" bIns="0" rtlCol="0"/>
            <a:lstStyle/>
            <a:p/>
          </p:txBody>
        </p:sp>
        <p:sp>
          <p:nvSpPr>
            <p:cNvPr id="953" name="object 953"/>
            <p:cNvSpPr/>
            <p:nvPr/>
          </p:nvSpPr>
          <p:spPr>
            <a:xfrm>
              <a:off x="2708910" y="1322069"/>
              <a:ext cx="213360" cy="7620"/>
            </a:xfrm>
            <a:custGeom>
              <a:avLst/>
              <a:gdLst/>
              <a:ahLst/>
              <a:cxnLst/>
              <a:rect l="l" t="t" r="r" b="b"/>
              <a:pathLst>
                <a:path w="213360" h="7619">
                  <a:moveTo>
                    <a:pt x="85089" y="0"/>
                  </a:moveTo>
                  <a:lnTo>
                    <a:pt x="1269" y="0"/>
                  </a:lnTo>
                  <a:lnTo>
                    <a:pt x="1269" y="3809"/>
                  </a:lnTo>
                  <a:lnTo>
                    <a:pt x="0" y="3809"/>
                  </a:lnTo>
                  <a:lnTo>
                    <a:pt x="0" y="7619"/>
                  </a:lnTo>
                  <a:lnTo>
                    <a:pt x="83819" y="7619"/>
                  </a:lnTo>
                  <a:lnTo>
                    <a:pt x="83819" y="1269"/>
                  </a:lnTo>
                  <a:lnTo>
                    <a:pt x="85089" y="1269"/>
                  </a:lnTo>
                  <a:lnTo>
                    <a:pt x="85089" y="0"/>
                  </a:lnTo>
                  <a:close/>
                </a:path>
                <a:path w="213360" h="7619">
                  <a:moveTo>
                    <a:pt x="212089" y="0"/>
                  </a:moveTo>
                  <a:lnTo>
                    <a:pt x="128269" y="0"/>
                  </a:lnTo>
                  <a:lnTo>
                    <a:pt x="128269" y="1269"/>
                  </a:lnTo>
                  <a:lnTo>
                    <a:pt x="129539" y="1269"/>
                  </a:lnTo>
                  <a:lnTo>
                    <a:pt x="129539" y="7619"/>
                  </a:lnTo>
                  <a:lnTo>
                    <a:pt x="213359" y="7619"/>
                  </a:lnTo>
                  <a:lnTo>
                    <a:pt x="213359" y="5079"/>
                  </a:lnTo>
                  <a:lnTo>
                    <a:pt x="212089" y="5079"/>
                  </a:lnTo>
                  <a:lnTo>
                    <a:pt x="212089" y="0"/>
                  </a:lnTo>
                  <a:close/>
                </a:path>
              </a:pathLst>
            </a:custGeom>
            <a:solidFill>
              <a:srgbClr val="341D34"/>
            </a:solidFill>
          </p:spPr>
          <p:txBody>
            <a:bodyPr wrap="square" lIns="0" tIns="0" rIns="0" bIns="0" rtlCol="0"/>
            <a:lstStyle/>
            <a:p/>
          </p:txBody>
        </p:sp>
        <p:sp>
          <p:nvSpPr>
            <p:cNvPr id="954" name="object 954"/>
            <p:cNvSpPr/>
            <p:nvPr/>
          </p:nvSpPr>
          <p:spPr>
            <a:xfrm>
              <a:off x="2708910" y="132968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51D35"/>
            </a:solidFill>
          </p:spPr>
          <p:txBody>
            <a:bodyPr wrap="square" lIns="0" tIns="0" rIns="0" bIns="0" rtlCol="0"/>
            <a:lstStyle/>
            <a:p/>
          </p:txBody>
        </p:sp>
        <p:sp>
          <p:nvSpPr>
            <p:cNvPr id="955" name="object 955"/>
            <p:cNvSpPr/>
            <p:nvPr/>
          </p:nvSpPr>
          <p:spPr>
            <a:xfrm>
              <a:off x="2708910" y="133730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371C37"/>
            </a:solidFill>
          </p:spPr>
          <p:txBody>
            <a:bodyPr wrap="square" lIns="0" tIns="0" rIns="0" bIns="0" rtlCol="0"/>
            <a:lstStyle/>
            <a:p/>
          </p:txBody>
        </p:sp>
        <p:sp>
          <p:nvSpPr>
            <p:cNvPr id="956" name="object 956"/>
            <p:cNvSpPr/>
            <p:nvPr/>
          </p:nvSpPr>
          <p:spPr>
            <a:xfrm>
              <a:off x="2708910" y="13436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81C38"/>
            </a:solidFill>
          </p:spPr>
          <p:txBody>
            <a:bodyPr wrap="square" lIns="0" tIns="0" rIns="0" bIns="0" rtlCol="0"/>
            <a:lstStyle/>
            <a:p/>
          </p:txBody>
        </p:sp>
        <p:sp>
          <p:nvSpPr>
            <p:cNvPr id="957" name="object 957"/>
            <p:cNvSpPr/>
            <p:nvPr/>
          </p:nvSpPr>
          <p:spPr>
            <a:xfrm>
              <a:off x="2708910" y="135127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91B39"/>
            </a:solidFill>
          </p:spPr>
          <p:txBody>
            <a:bodyPr wrap="square" lIns="0" tIns="0" rIns="0" bIns="0" rtlCol="0"/>
            <a:lstStyle/>
            <a:p/>
          </p:txBody>
        </p:sp>
        <p:sp>
          <p:nvSpPr>
            <p:cNvPr id="958" name="object 958"/>
            <p:cNvSpPr/>
            <p:nvPr/>
          </p:nvSpPr>
          <p:spPr>
            <a:xfrm>
              <a:off x="2708910" y="135889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3B1A3B"/>
            </a:solidFill>
          </p:spPr>
          <p:txBody>
            <a:bodyPr wrap="square" lIns="0" tIns="0" rIns="0" bIns="0" rtlCol="0"/>
            <a:lstStyle/>
            <a:p/>
          </p:txBody>
        </p:sp>
        <p:sp>
          <p:nvSpPr>
            <p:cNvPr id="959" name="object 959"/>
            <p:cNvSpPr/>
            <p:nvPr/>
          </p:nvSpPr>
          <p:spPr>
            <a:xfrm>
              <a:off x="2708910" y="136524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C1A3C"/>
            </a:solidFill>
          </p:spPr>
          <p:txBody>
            <a:bodyPr wrap="square" lIns="0" tIns="0" rIns="0" bIns="0" rtlCol="0"/>
            <a:lstStyle/>
            <a:p/>
          </p:txBody>
        </p:sp>
        <p:sp>
          <p:nvSpPr>
            <p:cNvPr id="960" name="object 960"/>
            <p:cNvSpPr/>
            <p:nvPr/>
          </p:nvSpPr>
          <p:spPr>
            <a:xfrm>
              <a:off x="2708910" y="137286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3E193E"/>
            </a:solidFill>
          </p:spPr>
          <p:txBody>
            <a:bodyPr wrap="square" lIns="0" tIns="0" rIns="0" bIns="0" rtlCol="0"/>
            <a:lstStyle/>
            <a:p/>
          </p:txBody>
        </p:sp>
        <p:sp>
          <p:nvSpPr>
            <p:cNvPr id="961" name="object 961"/>
            <p:cNvSpPr/>
            <p:nvPr/>
          </p:nvSpPr>
          <p:spPr>
            <a:xfrm>
              <a:off x="2708910" y="138048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3F193F"/>
            </a:solidFill>
          </p:spPr>
          <p:txBody>
            <a:bodyPr wrap="square" lIns="0" tIns="0" rIns="0" bIns="0" rtlCol="0"/>
            <a:lstStyle/>
            <a:p/>
          </p:txBody>
        </p:sp>
        <p:sp>
          <p:nvSpPr>
            <p:cNvPr id="962" name="object 962"/>
            <p:cNvSpPr/>
            <p:nvPr/>
          </p:nvSpPr>
          <p:spPr>
            <a:xfrm>
              <a:off x="2708910" y="138683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411841"/>
            </a:solidFill>
          </p:spPr>
          <p:txBody>
            <a:bodyPr wrap="square" lIns="0" tIns="0" rIns="0" bIns="0" rtlCol="0"/>
            <a:lstStyle/>
            <a:p/>
          </p:txBody>
        </p:sp>
        <p:sp>
          <p:nvSpPr>
            <p:cNvPr id="963" name="object 963"/>
            <p:cNvSpPr/>
            <p:nvPr/>
          </p:nvSpPr>
          <p:spPr>
            <a:xfrm>
              <a:off x="2708910" y="139445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421842"/>
            </a:solidFill>
          </p:spPr>
          <p:txBody>
            <a:bodyPr wrap="square" lIns="0" tIns="0" rIns="0" bIns="0" rtlCol="0"/>
            <a:lstStyle/>
            <a:p/>
          </p:txBody>
        </p:sp>
        <p:sp>
          <p:nvSpPr>
            <p:cNvPr id="964" name="object 964"/>
            <p:cNvSpPr/>
            <p:nvPr/>
          </p:nvSpPr>
          <p:spPr>
            <a:xfrm>
              <a:off x="2708910" y="1402079"/>
              <a:ext cx="213360" cy="6350"/>
            </a:xfrm>
            <a:custGeom>
              <a:avLst/>
              <a:gdLst/>
              <a:ahLst/>
              <a:cxnLst/>
              <a:rect l="l" t="t" r="r" b="b"/>
              <a:pathLst>
                <a:path w="213360" h="6350">
                  <a:moveTo>
                    <a:pt x="83820" y="0"/>
                  </a:moveTo>
                  <a:lnTo>
                    <a:pt x="0" y="0"/>
                  </a:lnTo>
                  <a:lnTo>
                    <a:pt x="0" y="6350"/>
                  </a:lnTo>
                  <a:lnTo>
                    <a:pt x="83820" y="6350"/>
                  </a:lnTo>
                  <a:lnTo>
                    <a:pt x="83820" y="0"/>
                  </a:lnTo>
                  <a:close/>
                </a:path>
                <a:path w="213360" h="6350">
                  <a:moveTo>
                    <a:pt x="213360" y="0"/>
                  </a:moveTo>
                  <a:lnTo>
                    <a:pt x="129540" y="0"/>
                  </a:lnTo>
                  <a:lnTo>
                    <a:pt x="129540" y="6350"/>
                  </a:lnTo>
                  <a:lnTo>
                    <a:pt x="213360" y="6350"/>
                  </a:lnTo>
                  <a:lnTo>
                    <a:pt x="213360" y="0"/>
                  </a:lnTo>
                  <a:close/>
                </a:path>
              </a:pathLst>
            </a:custGeom>
            <a:solidFill>
              <a:srgbClr val="441744"/>
            </a:solidFill>
          </p:spPr>
          <p:txBody>
            <a:bodyPr wrap="square" lIns="0" tIns="0" rIns="0" bIns="0" rtlCol="0"/>
            <a:lstStyle/>
            <a:p/>
          </p:txBody>
        </p:sp>
        <p:sp>
          <p:nvSpPr>
            <p:cNvPr id="965" name="object 965"/>
            <p:cNvSpPr/>
            <p:nvPr/>
          </p:nvSpPr>
          <p:spPr>
            <a:xfrm>
              <a:off x="2708910" y="1408429"/>
              <a:ext cx="213360" cy="7620"/>
            </a:xfrm>
            <a:custGeom>
              <a:avLst/>
              <a:gdLst/>
              <a:ahLst/>
              <a:cxnLst/>
              <a:rect l="l" t="t" r="r" b="b"/>
              <a:pathLst>
                <a:path w="213360" h="7619">
                  <a:moveTo>
                    <a:pt x="83820" y="0"/>
                  </a:moveTo>
                  <a:lnTo>
                    <a:pt x="0" y="0"/>
                  </a:lnTo>
                  <a:lnTo>
                    <a:pt x="0" y="7620"/>
                  </a:lnTo>
                  <a:lnTo>
                    <a:pt x="83820" y="7620"/>
                  </a:lnTo>
                  <a:lnTo>
                    <a:pt x="83820" y="0"/>
                  </a:lnTo>
                  <a:close/>
                </a:path>
                <a:path w="213360" h="7619">
                  <a:moveTo>
                    <a:pt x="213360" y="0"/>
                  </a:moveTo>
                  <a:lnTo>
                    <a:pt x="129540" y="0"/>
                  </a:lnTo>
                  <a:lnTo>
                    <a:pt x="129540" y="7620"/>
                  </a:lnTo>
                  <a:lnTo>
                    <a:pt x="213360" y="7620"/>
                  </a:lnTo>
                  <a:lnTo>
                    <a:pt x="213360" y="0"/>
                  </a:lnTo>
                  <a:close/>
                </a:path>
              </a:pathLst>
            </a:custGeom>
            <a:solidFill>
              <a:srgbClr val="451645"/>
            </a:solidFill>
          </p:spPr>
          <p:txBody>
            <a:bodyPr wrap="square" lIns="0" tIns="0" rIns="0" bIns="0" rtlCol="0"/>
            <a:lstStyle/>
            <a:p/>
          </p:txBody>
        </p:sp>
        <p:sp>
          <p:nvSpPr>
            <p:cNvPr id="966" name="object 966"/>
            <p:cNvSpPr/>
            <p:nvPr/>
          </p:nvSpPr>
          <p:spPr>
            <a:xfrm>
              <a:off x="2708910" y="1416049"/>
              <a:ext cx="213360" cy="7620"/>
            </a:xfrm>
            <a:custGeom>
              <a:avLst/>
              <a:gdLst/>
              <a:ahLst/>
              <a:cxnLst/>
              <a:rect l="l" t="t" r="r" b="b"/>
              <a:pathLst>
                <a:path w="213360" h="7619">
                  <a:moveTo>
                    <a:pt x="83819" y="0"/>
                  </a:moveTo>
                  <a:lnTo>
                    <a:pt x="0" y="0"/>
                  </a:lnTo>
                  <a:lnTo>
                    <a:pt x="0" y="3810"/>
                  </a:lnTo>
                  <a:lnTo>
                    <a:pt x="1269" y="3810"/>
                  </a:lnTo>
                  <a:lnTo>
                    <a:pt x="1269" y="5079"/>
                  </a:lnTo>
                  <a:lnTo>
                    <a:pt x="83819" y="5079"/>
                  </a:lnTo>
                  <a:lnTo>
                    <a:pt x="83819" y="0"/>
                  </a:lnTo>
                  <a:close/>
                </a:path>
                <a:path w="213360" h="7619">
                  <a:moveTo>
                    <a:pt x="213359" y="0"/>
                  </a:moveTo>
                  <a:lnTo>
                    <a:pt x="129539" y="0"/>
                  </a:lnTo>
                  <a:lnTo>
                    <a:pt x="129539" y="5079"/>
                  </a:lnTo>
                  <a:lnTo>
                    <a:pt x="213359" y="5079"/>
                  </a:lnTo>
                  <a:lnTo>
                    <a:pt x="213359" y="0"/>
                  </a:lnTo>
                  <a:close/>
                </a:path>
                <a:path w="213360" h="7619">
                  <a:moveTo>
                    <a:pt x="83819" y="5206"/>
                  </a:moveTo>
                  <a:lnTo>
                    <a:pt x="1269" y="5206"/>
                  </a:lnTo>
                  <a:lnTo>
                    <a:pt x="1269" y="7620"/>
                  </a:lnTo>
                  <a:lnTo>
                    <a:pt x="83819" y="7620"/>
                  </a:lnTo>
                  <a:lnTo>
                    <a:pt x="83819" y="5206"/>
                  </a:lnTo>
                  <a:close/>
                </a:path>
                <a:path w="213360" h="7619">
                  <a:moveTo>
                    <a:pt x="212089" y="5206"/>
                  </a:moveTo>
                  <a:lnTo>
                    <a:pt x="129539" y="5206"/>
                  </a:lnTo>
                  <a:lnTo>
                    <a:pt x="129539" y="7620"/>
                  </a:lnTo>
                  <a:lnTo>
                    <a:pt x="212089" y="7620"/>
                  </a:lnTo>
                  <a:lnTo>
                    <a:pt x="212089" y="5206"/>
                  </a:lnTo>
                  <a:close/>
                </a:path>
              </a:pathLst>
            </a:custGeom>
            <a:solidFill>
              <a:srgbClr val="461646"/>
            </a:solidFill>
          </p:spPr>
          <p:txBody>
            <a:bodyPr wrap="square" lIns="0" tIns="0" rIns="0" bIns="0" rtlCol="0"/>
            <a:lstStyle/>
            <a:p/>
          </p:txBody>
        </p:sp>
        <p:sp>
          <p:nvSpPr>
            <p:cNvPr id="967" name="object 967"/>
            <p:cNvSpPr/>
            <p:nvPr/>
          </p:nvSpPr>
          <p:spPr>
            <a:xfrm>
              <a:off x="2710180" y="1423669"/>
              <a:ext cx="210820" cy="6350"/>
            </a:xfrm>
            <a:custGeom>
              <a:avLst/>
              <a:gdLst/>
              <a:ahLst/>
              <a:cxnLst/>
              <a:rect l="l" t="t" r="r" b="b"/>
              <a:pathLst>
                <a:path w="210819" h="6350">
                  <a:moveTo>
                    <a:pt x="82550" y="0"/>
                  </a:moveTo>
                  <a:lnTo>
                    <a:pt x="0" y="0"/>
                  </a:lnTo>
                  <a:lnTo>
                    <a:pt x="0" y="6350"/>
                  </a:lnTo>
                  <a:lnTo>
                    <a:pt x="83819" y="6350"/>
                  </a:lnTo>
                  <a:lnTo>
                    <a:pt x="83819" y="2666"/>
                  </a:lnTo>
                  <a:lnTo>
                    <a:pt x="82550" y="2666"/>
                  </a:lnTo>
                  <a:lnTo>
                    <a:pt x="82550" y="0"/>
                  </a:lnTo>
                  <a:close/>
                </a:path>
                <a:path w="210819" h="6350">
                  <a:moveTo>
                    <a:pt x="210819" y="0"/>
                  </a:moveTo>
                  <a:lnTo>
                    <a:pt x="128269" y="0"/>
                  </a:lnTo>
                  <a:lnTo>
                    <a:pt x="128269" y="2666"/>
                  </a:lnTo>
                  <a:lnTo>
                    <a:pt x="127000" y="2666"/>
                  </a:lnTo>
                  <a:lnTo>
                    <a:pt x="127000" y="6350"/>
                  </a:lnTo>
                  <a:lnTo>
                    <a:pt x="210819" y="6350"/>
                  </a:lnTo>
                  <a:lnTo>
                    <a:pt x="210819" y="0"/>
                  </a:lnTo>
                  <a:close/>
                </a:path>
              </a:pathLst>
            </a:custGeom>
            <a:solidFill>
              <a:srgbClr val="481548"/>
            </a:solidFill>
          </p:spPr>
          <p:txBody>
            <a:bodyPr wrap="square" lIns="0" tIns="0" rIns="0" bIns="0" rtlCol="0"/>
            <a:lstStyle/>
            <a:p/>
          </p:txBody>
        </p:sp>
        <p:sp>
          <p:nvSpPr>
            <p:cNvPr id="968" name="object 968"/>
            <p:cNvSpPr/>
            <p:nvPr/>
          </p:nvSpPr>
          <p:spPr>
            <a:xfrm>
              <a:off x="2710180" y="1430019"/>
              <a:ext cx="210820" cy="7620"/>
            </a:xfrm>
            <a:custGeom>
              <a:avLst/>
              <a:gdLst/>
              <a:ahLst/>
              <a:cxnLst/>
              <a:rect l="l" t="t" r="r" b="b"/>
              <a:pathLst>
                <a:path w="210819" h="7619">
                  <a:moveTo>
                    <a:pt x="83820" y="0"/>
                  </a:moveTo>
                  <a:lnTo>
                    <a:pt x="0" y="0"/>
                  </a:lnTo>
                  <a:lnTo>
                    <a:pt x="0" y="7620"/>
                  </a:lnTo>
                  <a:lnTo>
                    <a:pt x="83820" y="7620"/>
                  </a:lnTo>
                  <a:lnTo>
                    <a:pt x="83820" y="0"/>
                  </a:lnTo>
                  <a:close/>
                </a:path>
                <a:path w="210819" h="7619">
                  <a:moveTo>
                    <a:pt x="210820" y="0"/>
                  </a:moveTo>
                  <a:lnTo>
                    <a:pt x="127000" y="0"/>
                  </a:lnTo>
                  <a:lnTo>
                    <a:pt x="127000" y="7620"/>
                  </a:lnTo>
                  <a:lnTo>
                    <a:pt x="210820" y="7620"/>
                  </a:lnTo>
                  <a:lnTo>
                    <a:pt x="210820" y="0"/>
                  </a:lnTo>
                  <a:close/>
                </a:path>
              </a:pathLst>
            </a:custGeom>
            <a:solidFill>
              <a:srgbClr val="491549"/>
            </a:solidFill>
          </p:spPr>
          <p:txBody>
            <a:bodyPr wrap="square" lIns="0" tIns="0" rIns="0" bIns="0" rtlCol="0"/>
            <a:lstStyle/>
            <a:p/>
          </p:txBody>
        </p:sp>
        <p:sp>
          <p:nvSpPr>
            <p:cNvPr id="969" name="object 969"/>
            <p:cNvSpPr/>
            <p:nvPr/>
          </p:nvSpPr>
          <p:spPr>
            <a:xfrm>
              <a:off x="2710180" y="1437639"/>
              <a:ext cx="210820" cy="7620"/>
            </a:xfrm>
            <a:custGeom>
              <a:avLst/>
              <a:gdLst/>
              <a:ahLst/>
              <a:cxnLst/>
              <a:rect l="l" t="t" r="r" b="b"/>
              <a:pathLst>
                <a:path w="210819" h="7619">
                  <a:moveTo>
                    <a:pt x="83819" y="0"/>
                  </a:moveTo>
                  <a:lnTo>
                    <a:pt x="0" y="0"/>
                  </a:lnTo>
                  <a:lnTo>
                    <a:pt x="1269" y="126"/>
                  </a:lnTo>
                  <a:lnTo>
                    <a:pt x="1269" y="7620"/>
                  </a:lnTo>
                  <a:lnTo>
                    <a:pt x="85089" y="7620"/>
                  </a:lnTo>
                  <a:lnTo>
                    <a:pt x="85089" y="1397"/>
                  </a:lnTo>
                  <a:lnTo>
                    <a:pt x="83819" y="1397"/>
                  </a:lnTo>
                  <a:lnTo>
                    <a:pt x="83819" y="0"/>
                  </a:lnTo>
                  <a:close/>
                </a:path>
                <a:path w="210819" h="7619">
                  <a:moveTo>
                    <a:pt x="210819" y="0"/>
                  </a:moveTo>
                  <a:lnTo>
                    <a:pt x="127000" y="0"/>
                  </a:lnTo>
                  <a:lnTo>
                    <a:pt x="127000" y="1397"/>
                  </a:lnTo>
                  <a:lnTo>
                    <a:pt x="125730" y="1397"/>
                  </a:lnTo>
                  <a:lnTo>
                    <a:pt x="125730" y="7620"/>
                  </a:lnTo>
                  <a:lnTo>
                    <a:pt x="210819" y="7620"/>
                  </a:lnTo>
                  <a:lnTo>
                    <a:pt x="210819" y="0"/>
                  </a:lnTo>
                  <a:close/>
                </a:path>
              </a:pathLst>
            </a:custGeom>
            <a:solidFill>
              <a:srgbClr val="4B144B"/>
            </a:solidFill>
          </p:spPr>
          <p:txBody>
            <a:bodyPr wrap="square" lIns="0" tIns="0" rIns="0" bIns="0" rtlCol="0"/>
            <a:lstStyle/>
            <a:p/>
          </p:txBody>
        </p:sp>
        <p:sp>
          <p:nvSpPr>
            <p:cNvPr id="970" name="object 970"/>
            <p:cNvSpPr/>
            <p:nvPr/>
          </p:nvSpPr>
          <p:spPr>
            <a:xfrm>
              <a:off x="2711450" y="1445259"/>
              <a:ext cx="209550" cy="6350"/>
            </a:xfrm>
            <a:custGeom>
              <a:avLst/>
              <a:gdLst/>
              <a:ahLst/>
              <a:cxnLst/>
              <a:rect l="l" t="t" r="r" b="b"/>
              <a:pathLst>
                <a:path w="209550" h="6350">
                  <a:moveTo>
                    <a:pt x="85089" y="3809"/>
                  </a:moveTo>
                  <a:lnTo>
                    <a:pt x="83819" y="3809"/>
                  </a:lnTo>
                  <a:lnTo>
                    <a:pt x="0" y="3936"/>
                  </a:lnTo>
                  <a:lnTo>
                    <a:pt x="0" y="6350"/>
                  </a:lnTo>
                  <a:lnTo>
                    <a:pt x="85089" y="6350"/>
                  </a:lnTo>
                  <a:lnTo>
                    <a:pt x="85089" y="3809"/>
                  </a:lnTo>
                  <a:close/>
                </a:path>
                <a:path w="209550" h="6350">
                  <a:moveTo>
                    <a:pt x="83819" y="0"/>
                  </a:moveTo>
                  <a:lnTo>
                    <a:pt x="0" y="0"/>
                  </a:lnTo>
                  <a:lnTo>
                    <a:pt x="0" y="3809"/>
                  </a:lnTo>
                  <a:lnTo>
                    <a:pt x="83819" y="3809"/>
                  </a:lnTo>
                  <a:lnTo>
                    <a:pt x="83819" y="0"/>
                  </a:lnTo>
                  <a:close/>
                </a:path>
                <a:path w="209550" h="6350">
                  <a:moveTo>
                    <a:pt x="208280" y="3936"/>
                  </a:moveTo>
                  <a:lnTo>
                    <a:pt x="124460" y="3936"/>
                  </a:lnTo>
                  <a:lnTo>
                    <a:pt x="124460" y="5206"/>
                  </a:lnTo>
                  <a:lnTo>
                    <a:pt x="123189" y="5206"/>
                  </a:lnTo>
                  <a:lnTo>
                    <a:pt x="123189" y="6350"/>
                  </a:lnTo>
                  <a:lnTo>
                    <a:pt x="208280" y="6350"/>
                  </a:lnTo>
                  <a:lnTo>
                    <a:pt x="208280" y="3936"/>
                  </a:lnTo>
                  <a:close/>
                </a:path>
                <a:path w="209550" h="6350">
                  <a:moveTo>
                    <a:pt x="209550" y="0"/>
                  </a:moveTo>
                  <a:lnTo>
                    <a:pt x="124460" y="0"/>
                  </a:lnTo>
                  <a:lnTo>
                    <a:pt x="124460" y="3809"/>
                  </a:lnTo>
                  <a:lnTo>
                    <a:pt x="208280" y="3809"/>
                  </a:lnTo>
                  <a:lnTo>
                    <a:pt x="208280" y="126"/>
                  </a:lnTo>
                  <a:lnTo>
                    <a:pt x="209550" y="126"/>
                  </a:lnTo>
                  <a:close/>
                </a:path>
              </a:pathLst>
            </a:custGeom>
            <a:solidFill>
              <a:srgbClr val="4C144C"/>
            </a:solidFill>
          </p:spPr>
          <p:txBody>
            <a:bodyPr wrap="square" lIns="0" tIns="0" rIns="0" bIns="0" rtlCol="0"/>
            <a:lstStyle/>
            <a:p/>
          </p:txBody>
        </p:sp>
        <p:sp>
          <p:nvSpPr>
            <p:cNvPr id="971" name="object 971"/>
            <p:cNvSpPr/>
            <p:nvPr/>
          </p:nvSpPr>
          <p:spPr>
            <a:xfrm>
              <a:off x="2711450" y="1451609"/>
              <a:ext cx="208279" cy="7620"/>
            </a:xfrm>
            <a:custGeom>
              <a:avLst/>
              <a:gdLst/>
              <a:ahLst/>
              <a:cxnLst/>
              <a:rect l="l" t="t" r="r" b="b"/>
              <a:pathLst>
                <a:path w="208280" h="7619">
                  <a:moveTo>
                    <a:pt x="85089" y="0"/>
                  </a:moveTo>
                  <a:lnTo>
                    <a:pt x="0" y="0"/>
                  </a:lnTo>
                  <a:lnTo>
                    <a:pt x="0" y="2666"/>
                  </a:lnTo>
                  <a:lnTo>
                    <a:pt x="1269" y="2666"/>
                  </a:lnTo>
                  <a:lnTo>
                    <a:pt x="1269" y="7619"/>
                  </a:lnTo>
                  <a:lnTo>
                    <a:pt x="85089" y="7619"/>
                  </a:lnTo>
                  <a:lnTo>
                    <a:pt x="85089" y="0"/>
                  </a:lnTo>
                  <a:close/>
                </a:path>
                <a:path w="208280" h="7619">
                  <a:moveTo>
                    <a:pt x="208280" y="0"/>
                  </a:moveTo>
                  <a:lnTo>
                    <a:pt x="123189" y="0"/>
                  </a:lnTo>
                  <a:lnTo>
                    <a:pt x="123189" y="7619"/>
                  </a:lnTo>
                  <a:lnTo>
                    <a:pt x="208279" y="7619"/>
                  </a:lnTo>
                  <a:lnTo>
                    <a:pt x="208280" y="0"/>
                  </a:lnTo>
                  <a:close/>
                </a:path>
              </a:pathLst>
            </a:custGeom>
            <a:solidFill>
              <a:srgbClr val="4E134E"/>
            </a:solidFill>
          </p:spPr>
          <p:txBody>
            <a:bodyPr wrap="square" lIns="0" tIns="0" rIns="0" bIns="0" rtlCol="0"/>
            <a:lstStyle/>
            <a:p/>
          </p:txBody>
        </p:sp>
        <p:sp>
          <p:nvSpPr>
            <p:cNvPr id="972" name="object 972"/>
            <p:cNvSpPr/>
            <p:nvPr/>
          </p:nvSpPr>
          <p:spPr>
            <a:xfrm>
              <a:off x="2712720" y="1459229"/>
              <a:ext cx="207010" cy="7620"/>
            </a:xfrm>
            <a:custGeom>
              <a:avLst/>
              <a:gdLst/>
              <a:ahLst/>
              <a:cxnLst/>
              <a:rect l="l" t="t" r="r" b="b"/>
              <a:pathLst>
                <a:path w="207010" h="7619">
                  <a:moveTo>
                    <a:pt x="121919" y="2539"/>
                  </a:moveTo>
                  <a:lnTo>
                    <a:pt x="120650" y="2539"/>
                  </a:lnTo>
                  <a:lnTo>
                    <a:pt x="120650" y="7620"/>
                  </a:lnTo>
                  <a:lnTo>
                    <a:pt x="205739" y="7620"/>
                  </a:lnTo>
                  <a:lnTo>
                    <a:pt x="205739" y="2666"/>
                  </a:lnTo>
                  <a:lnTo>
                    <a:pt x="121919" y="2666"/>
                  </a:lnTo>
                  <a:close/>
                </a:path>
                <a:path w="207010" h="7619">
                  <a:moveTo>
                    <a:pt x="207009" y="0"/>
                  </a:moveTo>
                  <a:lnTo>
                    <a:pt x="121919" y="0"/>
                  </a:lnTo>
                  <a:lnTo>
                    <a:pt x="121919" y="2539"/>
                  </a:lnTo>
                  <a:lnTo>
                    <a:pt x="205739" y="2539"/>
                  </a:lnTo>
                  <a:lnTo>
                    <a:pt x="205739" y="1397"/>
                  </a:lnTo>
                  <a:lnTo>
                    <a:pt x="207009" y="1397"/>
                  </a:lnTo>
                  <a:lnTo>
                    <a:pt x="207009" y="0"/>
                  </a:lnTo>
                  <a:close/>
                </a:path>
                <a:path w="207010" h="7619">
                  <a:moveTo>
                    <a:pt x="85089" y="2666"/>
                  </a:moveTo>
                  <a:lnTo>
                    <a:pt x="0" y="2666"/>
                  </a:lnTo>
                  <a:lnTo>
                    <a:pt x="0" y="7620"/>
                  </a:lnTo>
                  <a:lnTo>
                    <a:pt x="85089" y="7620"/>
                  </a:lnTo>
                  <a:lnTo>
                    <a:pt x="85089" y="2666"/>
                  </a:lnTo>
                  <a:close/>
                </a:path>
                <a:path w="207010" h="7619">
                  <a:moveTo>
                    <a:pt x="83819" y="0"/>
                  </a:moveTo>
                  <a:lnTo>
                    <a:pt x="0" y="0"/>
                  </a:lnTo>
                  <a:lnTo>
                    <a:pt x="0" y="2539"/>
                  </a:lnTo>
                  <a:lnTo>
                    <a:pt x="85089" y="2539"/>
                  </a:lnTo>
                  <a:lnTo>
                    <a:pt x="85089" y="1397"/>
                  </a:lnTo>
                  <a:lnTo>
                    <a:pt x="83819" y="1397"/>
                  </a:lnTo>
                  <a:lnTo>
                    <a:pt x="83819" y="0"/>
                  </a:lnTo>
                  <a:close/>
                </a:path>
              </a:pathLst>
            </a:custGeom>
            <a:solidFill>
              <a:srgbClr val="4F124F"/>
            </a:solidFill>
          </p:spPr>
          <p:txBody>
            <a:bodyPr wrap="square" lIns="0" tIns="0" rIns="0" bIns="0" rtlCol="0"/>
            <a:lstStyle/>
            <a:p/>
          </p:txBody>
        </p:sp>
        <p:sp>
          <p:nvSpPr>
            <p:cNvPr id="973" name="object 973"/>
            <p:cNvSpPr/>
            <p:nvPr/>
          </p:nvSpPr>
          <p:spPr>
            <a:xfrm>
              <a:off x="2712720" y="1466849"/>
              <a:ext cx="205740" cy="7620"/>
            </a:xfrm>
            <a:custGeom>
              <a:avLst/>
              <a:gdLst/>
              <a:ahLst/>
              <a:cxnLst/>
              <a:rect l="l" t="t" r="r" b="b"/>
              <a:pathLst>
                <a:path w="205739" h="7619">
                  <a:moveTo>
                    <a:pt x="204470" y="6476"/>
                  </a:moveTo>
                  <a:lnTo>
                    <a:pt x="118110" y="6476"/>
                  </a:lnTo>
                  <a:lnTo>
                    <a:pt x="118110" y="7620"/>
                  </a:lnTo>
                  <a:lnTo>
                    <a:pt x="204470" y="7620"/>
                  </a:lnTo>
                  <a:lnTo>
                    <a:pt x="204470" y="6476"/>
                  </a:lnTo>
                  <a:close/>
                </a:path>
                <a:path w="205739" h="7619">
                  <a:moveTo>
                    <a:pt x="205740" y="0"/>
                  </a:moveTo>
                  <a:lnTo>
                    <a:pt x="120650" y="0"/>
                  </a:lnTo>
                  <a:lnTo>
                    <a:pt x="120650" y="2666"/>
                  </a:lnTo>
                  <a:lnTo>
                    <a:pt x="119380" y="2666"/>
                  </a:lnTo>
                  <a:lnTo>
                    <a:pt x="119380" y="6476"/>
                  </a:lnTo>
                  <a:lnTo>
                    <a:pt x="205740" y="6476"/>
                  </a:lnTo>
                  <a:lnTo>
                    <a:pt x="205740" y="0"/>
                  </a:lnTo>
                  <a:close/>
                </a:path>
                <a:path w="205739" h="7619">
                  <a:moveTo>
                    <a:pt x="86359" y="2666"/>
                  </a:moveTo>
                  <a:lnTo>
                    <a:pt x="1269" y="2666"/>
                  </a:lnTo>
                  <a:lnTo>
                    <a:pt x="1269" y="7620"/>
                  </a:lnTo>
                  <a:lnTo>
                    <a:pt x="87630" y="7620"/>
                  </a:lnTo>
                  <a:lnTo>
                    <a:pt x="87630" y="6476"/>
                  </a:lnTo>
                  <a:lnTo>
                    <a:pt x="86359" y="6476"/>
                  </a:lnTo>
                  <a:lnTo>
                    <a:pt x="86359" y="2666"/>
                  </a:lnTo>
                  <a:close/>
                </a:path>
                <a:path w="205739" h="7619">
                  <a:moveTo>
                    <a:pt x="85089" y="0"/>
                  </a:moveTo>
                  <a:lnTo>
                    <a:pt x="0" y="0"/>
                  </a:lnTo>
                  <a:lnTo>
                    <a:pt x="0" y="2666"/>
                  </a:lnTo>
                  <a:lnTo>
                    <a:pt x="85089" y="2666"/>
                  </a:lnTo>
                  <a:lnTo>
                    <a:pt x="85089" y="0"/>
                  </a:lnTo>
                  <a:close/>
                </a:path>
              </a:pathLst>
            </a:custGeom>
            <a:solidFill>
              <a:srgbClr val="501250"/>
            </a:solidFill>
          </p:spPr>
          <p:txBody>
            <a:bodyPr wrap="square" lIns="0" tIns="0" rIns="0" bIns="0" rtlCol="0"/>
            <a:lstStyle/>
            <a:p/>
          </p:txBody>
        </p:sp>
        <p:sp>
          <p:nvSpPr>
            <p:cNvPr id="974" name="object 974"/>
            <p:cNvSpPr/>
            <p:nvPr/>
          </p:nvSpPr>
          <p:spPr>
            <a:xfrm>
              <a:off x="2713990" y="1474469"/>
              <a:ext cx="203200" cy="6350"/>
            </a:xfrm>
            <a:custGeom>
              <a:avLst/>
              <a:gdLst/>
              <a:ahLst/>
              <a:cxnLst/>
              <a:rect l="l" t="t" r="r" b="b"/>
              <a:pathLst>
                <a:path w="203200" h="6350">
                  <a:moveTo>
                    <a:pt x="87630" y="1270"/>
                  </a:moveTo>
                  <a:lnTo>
                    <a:pt x="86360" y="1270"/>
                  </a:lnTo>
                  <a:lnTo>
                    <a:pt x="86360" y="0"/>
                  </a:lnTo>
                  <a:lnTo>
                    <a:pt x="0" y="0"/>
                  </a:lnTo>
                  <a:lnTo>
                    <a:pt x="0" y="1270"/>
                  </a:lnTo>
                  <a:lnTo>
                    <a:pt x="0" y="6350"/>
                  </a:lnTo>
                  <a:lnTo>
                    <a:pt x="87630" y="6350"/>
                  </a:lnTo>
                  <a:lnTo>
                    <a:pt x="87630" y="1270"/>
                  </a:lnTo>
                  <a:close/>
                </a:path>
                <a:path w="203200" h="6350">
                  <a:moveTo>
                    <a:pt x="203200" y="0"/>
                  </a:moveTo>
                  <a:lnTo>
                    <a:pt x="116840" y="0"/>
                  </a:lnTo>
                  <a:lnTo>
                    <a:pt x="116840" y="1270"/>
                  </a:lnTo>
                  <a:lnTo>
                    <a:pt x="115570" y="1270"/>
                  </a:lnTo>
                  <a:lnTo>
                    <a:pt x="115570" y="5080"/>
                  </a:lnTo>
                  <a:lnTo>
                    <a:pt x="114300" y="5080"/>
                  </a:lnTo>
                  <a:lnTo>
                    <a:pt x="114300" y="6350"/>
                  </a:lnTo>
                  <a:lnTo>
                    <a:pt x="203200" y="6350"/>
                  </a:lnTo>
                  <a:lnTo>
                    <a:pt x="203200" y="5080"/>
                  </a:lnTo>
                  <a:lnTo>
                    <a:pt x="203200" y="1270"/>
                  </a:lnTo>
                  <a:lnTo>
                    <a:pt x="203200" y="0"/>
                  </a:lnTo>
                  <a:close/>
                </a:path>
              </a:pathLst>
            </a:custGeom>
            <a:solidFill>
              <a:srgbClr val="521152"/>
            </a:solidFill>
          </p:spPr>
          <p:txBody>
            <a:bodyPr wrap="square" lIns="0" tIns="0" rIns="0" bIns="0" rtlCol="0"/>
            <a:lstStyle/>
            <a:p/>
          </p:txBody>
        </p:sp>
        <p:sp>
          <p:nvSpPr>
            <p:cNvPr id="975" name="object 975"/>
            <p:cNvSpPr/>
            <p:nvPr/>
          </p:nvSpPr>
          <p:spPr>
            <a:xfrm>
              <a:off x="2713990" y="1480819"/>
              <a:ext cx="203200" cy="7620"/>
            </a:xfrm>
            <a:custGeom>
              <a:avLst/>
              <a:gdLst/>
              <a:ahLst/>
              <a:cxnLst/>
              <a:rect l="l" t="t" r="r" b="b"/>
              <a:pathLst>
                <a:path w="203200" h="7619">
                  <a:moveTo>
                    <a:pt x="91440" y="6350"/>
                  </a:moveTo>
                  <a:lnTo>
                    <a:pt x="90170" y="6350"/>
                  </a:lnTo>
                  <a:lnTo>
                    <a:pt x="90170" y="5080"/>
                  </a:lnTo>
                  <a:lnTo>
                    <a:pt x="90157" y="3810"/>
                  </a:lnTo>
                  <a:lnTo>
                    <a:pt x="88900" y="3810"/>
                  </a:lnTo>
                  <a:lnTo>
                    <a:pt x="88900" y="2540"/>
                  </a:lnTo>
                  <a:lnTo>
                    <a:pt x="88900" y="0"/>
                  </a:lnTo>
                  <a:lnTo>
                    <a:pt x="0" y="0"/>
                  </a:lnTo>
                  <a:lnTo>
                    <a:pt x="0" y="2540"/>
                  </a:lnTo>
                  <a:lnTo>
                    <a:pt x="0" y="3810"/>
                  </a:lnTo>
                  <a:lnTo>
                    <a:pt x="0" y="5080"/>
                  </a:lnTo>
                  <a:lnTo>
                    <a:pt x="1270" y="5080"/>
                  </a:lnTo>
                  <a:lnTo>
                    <a:pt x="1270" y="6350"/>
                  </a:lnTo>
                  <a:lnTo>
                    <a:pt x="1270" y="7620"/>
                  </a:lnTo>
                  <a:lnTo>
                    <a:pt x="91440" y="7620"/>
                  </a:lnTo>
                  <a:lnTo>
                    <a:pt x="91440" y="6350"/>
                  </a:lnTo>
                  <a:close/>
                </a:path>
                <a:path w="203200" h="7619">
                  <a:moveTo>
                    <a:pt x="201930" y="6477"/>
                  </a:moveTo>
                  <a:lnTo>
                    <a:pt x="113030" y="6477"/>
                  </a:lnTo>
                  <a:lnTo>
                    <a:pt x="113030" y="7620"/>
                  </a:lnTo>
                  <a:lnTo>
                    <a:pt x="201930" y="7620"/>
                  </a:lnTo>
                  <a:lnTo>
                    <a:pt x="201930" y="6477"/>
                  </a:lnTo>
                  <a:close/>
                </a:path>
                <a:path w="203200" h="7619">
                  <a:moveTo>
                    <a:pt x="203200" y="0"/>
                  </a:moveTo>
                  <a:lnTo>
                    <a:pt x="114300" y="0"/>
                  </a:lnTo>
                  <a:lnTo>
                    <a:pt x="114300" y="2540"/>
                  </a:lnTo>
                  <a:lnTo>
                    <a:pt x="114300" y="5080"/>
                  </a:lnTo>
                  <a:lnTo>
                    <a:pt x="113030" y="5080"/>
                  </a:lnTo>
                  <a:lnTo>
                    <a:pt x="113030" y="6350"/>
                  </a:lnTo>
                  <a:lnTo>
                    <a:pt x="201930" y="6350"/>
                  </a:lnTo>
                  <a:lnTo>
                    <a:pt x="201930" y="5080"/>
                  </a:lnTo>
                  <a:lnTo>
                    <a:pt x="201930" y="2540"/>
                  </a:lnTo>
                  <a:lnTo>
                    <a:pt x="203200" y="2540"/>
                  </a:lnTo>
                  <a:lnTo>
                    <a:pt x="203200" y="0"/>
                  </a:lnTo>
                  <a:close/>
                </a:path>
              </a:pathLst>
            </a:custGeom>
            <a:solidFill>
              <a:srgbClr val="531153"/>
            </a:solidFill>
          </p:spPr>
          <p:txBody>
            <a:bodyPr wrap="square" lIns="0" tIns="0" rIns="0" bIns="0" rtlCol="0"/>
            <a:lstStyle/>
            <a:p/>
          </p:txBody>
        </p:sp>
        <p:sp>
          <p:nvSpPr>
            <p:cNvPr id="976" name="object 976"/>
            <p:cNvSpPr/>
            <p:nvPr/>
          </p:nvSpPr>
          <p:spPr>
            <a:xfrm>
              <a:off x="2715260" y="1488439"/>
              <a:ext cx="200660" cy="7620"/>
            </a:xfrm>
            <a:custGeom>
              <a:avLst/>
              <a:gdLst/>
              <a:ahLst/>
              <a:cxnLst/>
              <a:rect l="l" t="t" r="r" b="b"/>
              <a:pathLst>
                <a:path w="200660" h="7619">
                  <a:moveTo>
                    <a:pt x="95250" y="6350"/>
                  </a:moveTo>
                  <a:lnTo>
                    <a:pt x="92710" y="6350"/>
                  </a:lnTo>
                  <a:lnTo>
                    <a:pt x="92710" y="5080"/>
                  </a:lnTo>
                  <a:lnTo>
                    <a:pt x="92710" y="3810"/>
                  </a:lnTo>
                  <a:lnTo>
                    <a:pt x="91440" y="3810"/>
                  </a:lnTo>
                  <a:lnTo>
                    <a:pt x="91440" y="2540"/>
                  </a:lnTo>
                  <a:lnTo>
                    <a:pt x="90170" y="2540"/>
                  </a:lnTo>
                  <a:lnTo>
                    <a:pt x="90170" y="0"/>
                  </a:lnTo>
                  <a:lnTo>
                    <a:pt x="0" y="0"/>
                  </a:lnTo>
                  <a:lnTo>
                    <a:pt x="0" y="2540"/>
                  </a:lnTo>
                  <a:lnTo>
                    <a:pt x="0" y="3810"/>
                  </a:lnTo>
                  <a:lnTo>
                    <a:pt x="0" y="5080"/>
                  </a:lnTo>
                  <a:lnTo>
                    <a:pt x="0" y="6350"/>
                  </a:lnTo>
                  <a:lnTo>
                    <a:pt x="0" y="7620"/>
                  </a:lnTo>
                  <a:lnTo>
                    <a:pt x="95250" y="7620"/>
                  </a:lnTo>
                  <a:lnTo>
                    <a:pt x="95250" y="6350"/>
                  </a:lnTo>
                  <a:close/>
                </a:path>
                <a:path w="200660" h="7619">
                  <a:moveTo>
                    <a:pt x="200660" y="0"/>
                  </a:moveTo>
                  <a:lnTo>
                    <a:pt x="110490" y="0"/>
                  </a:lnTo>
                  <a:lnTo>
                    <a:pt x="110490" y="2540"/>
                  </a:lnTo>
                  <a:lnTo>
                    <a:pt x="107950" y="2540"/>
                  </a:lnTo>
                  <a:lnTo>
                    <a:pt x="107950" y="5080"/>
                  </a:lnTo>
                  <a:lnTo>
                    <a:pt x="107950" y="6350"/>
                  </a:lnTo>
                  <a:lnTo>
                    <a:pt x="106680" y="6350"/>
                  </a:lnTo>
                  <a:lnTo>
                    <a:pt x="106680" y="7620"/>
                  </a:lnTo>
                  <a:lnTo>
                    <a:pt x="199390" y="7620"/>
                  </a:lnTo>
                  <a:lnTo>
                    <a:pt x="199390" y="6350"/>
                  </a:lnTo>
                  <a:lnTo>
                    <a:pt x="199390" y="5080"/>
                  </a:lnTo>
                  <a:lnTo>
                    <a:pt x="200660" y="5080"/>
                  </a:lnTo>
                  <a:lnTo>
                    <a:pt x="200660" y="2540"/>
                  </a:lnTo>
                  <a:lnTo>
                    <a:pt x="200660" y="0"/>
                  </a:lnTo>
                  <a:close/>
                </a:path>
              </a:pathLst>
            </a:custGeom>
            <a:solidFill>
              <a:srgbClr val="551055"/>
            </a:solidFill>
          </p:spPr>
          <p:txBody>
            <a:bodyPr wrap="square" lIns="0" tIns="0" rIns="0" bIns="0" rtlCol="0"/>
            <a:lstStyle/>
            <a:p/>
          </p:txBody>
        </p:sp>
        <p:sp>
          <p:nvSpPr>
            <p:cNvPr id="977" name="object 977"/>
            <p:cNvSpPr/>
            <p:nvPr/>
          </p:nvSpPr>
          <p:spPr>
            <a:xfrm>
              <a:off x="271526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561056"/>
            </a:solidFill>
          </p:spPr>
          <p:txBody>
            <a:bodyPr wrap="square" lIns="0" tIns="0" rIns="0" bIns="0" rtlCol="0"/>
            <a:lstStyle/>
            <a:p/>
          </p:txBody>
        </p:sp>
        <p:sp>
          <p:nvSpPr>
            <p:cNvPr id="978" name="object 978"/>
            <p:cNvSpPr/>
            <p:nvPr/>
          </p:nvSpPr>
          <p:spPr>
            <a:xfrm>
              <a:off x="2716530" y="1502409"/>
              <a:ext cx="198120" cy="7620"/>
            </a:xfrm>
            <a:custGeom>
              <a:avLst/>
              <a:gdLst/>
              <a:ahLst/>
              <a:cxnLst/>
              <a:rect l="l" t="t" r="r" b="b"/>
              <a:pathLst>
                <a:path w="198119" h="7619">
                  <a:moveTo>
                    <a:pt x="198120" y="0"/>
                  </a:moveTo>
                  <a:lnTo>
                    <a:pt x="0" y="0"/>
                  </a:lnTo>
                  <a:lnTo>
                    <a:pt x="0" y="2540"/>
                  </a:lnTo>
                  <a:lnTo>
                    <a:pt x="0" y="7620"/>
                  </a:lnTo>
                  <a:lnTo>
                    <a:pt x="196850" y="7620"/>
                  </a:lnTo>
                  <a:lnTo>
                    <a:pt x="196850" y="2540"/>
                  </a:lnTo>
                  <a:lnTo>
                    <a:pt x="198120" y="2540"/>
                  </a:lnTo>
                  <a:lnTo>
                    <a:pt x="198120" y="0"/>
                  </a:lnTo>
                  <a:close/>
                </a:path>
              </a:pathLst>
            </a:custGeom>
            <a:solidFill>
              <a:srgbClr val="580F58"/>
            </a:solidFill>
          </p:spPr>
          <p:txBody>
            <a:bodyPr wrap="square" lIns="0" tIns="0" rIns="0" bIns="0" rtlCol="0"/>
            <a:lstStyle/>
            <a:p/>
          </p:txBody>
        </p:sp>
        <p:sp>
          <p:nvSpPr>
            <p:cNvPr id="979" name="object 979"/>
            <p:cNvSpPr/>
            <p:nvPr/>
          </p:nvSpPr>
          <p:spPr>
            <a:xfrm>
              <a:off x="2716530" y="1510029"/>
              <a:ext cx="196850" cy="7620"/>
            </a:xfrm>
            <a:custGeom>
              <a:avLst/>
              <a:gdLst/>
              <a:ahLst/>
              <a:cxnLst/>
              <a:rect l="l" t="t" r="r" b="b"/>
              <a:pathLst>
                <a:path w="196850" h="7619">
                  <a:moveTo>
                    <a:pt x="196850" y="0"/>
                  </a:moveTo>
                  <a:lnTo>
                    <a:pt x="0" y="0"/>
                  </a:lnTo>
                  <a:lnTo>
                    <a:pt x="0" y="2540"/>
                  </a:lnTo>
                  <a:lnTo>
                    <a:pt x="1270" y="2540"/>
                  </a:lnTo>
                  <a:lnTo>
                    <a:pt x="1270" y="7620"/>
                  </a:lnTo>
                  <a:lnTo>
                    <a:pt x="196850" y="7620"/>
                  </a:lnTo>
                  <a:lnTo>
                    <a:pt x="196850" y="2540"/>
                  </a:lnTo>
                  <a:lnTo>
                    <a:pt x="196850" y="0"/>
                  </a:lnTo>
                  <a:close/>
                </a:path>
              </a:pathLst>
            </a:custGeom>
            <a:solidFill>
              <a:srgbClr val="590E59"/>
            </a:solidFill>
          </p:spPr>
          <p:txBody>
            <a:bodyPr wrap="square" lIns="0" tIns="0" rIns="0" bIns="0" rtlCol="0"/>
            <a:lstStyle/>
            <a:p/>
          </p:txBody>
        </p:sp>
        <p:sp>
          <p:nvSpPr>
            <p:cNvPr id="980" name="object 980"/>
            <p:cNvSpPr/>
            <p:nvPr/>
          </p:nvSpPr>
          <p:spPr>
            <a:xfrm>
              <a:off x="2717800" y="1517649"/>
              <a:ext cx="195580" cy="6350"/>
            </a:xfrm>
            <a:custGeom>
              <a:avLst/>
              <a:gdLst/>
              <a:ahLst/>
              <a:cxnLst/>
              <a:rect l="l" t="t" r="r" b="b"/>
              <a:pathLst>
                <a:path w="195580" h="6350">
                  <a:moveTo>
                    <a:pt x="195580" y="0"/>
                  </a:moveTo>
                  <a:lnTo>
                    <a:pt x="0" y="0"/>
                  </a:lnTo>
                  <a:lnTo>
                    <a:pt x="0" y="1270"/>
                  </a:lnTo>
                  <a:lnTo>
                    <a:pt x="0" y="2540"/>
                  </a:lnTo>
                  <a:lnTo>
                    <a:pt x="1270" y="2540"/>
                  </a:lnTo>
                  <a:lnTo>
                    <a:pt x="1270" y="6350"/>
                  </a:lnTo>
                  <a:lnTo>
                    <a:pt x="194310" y="6350"/>
                  </a:lnTo>
                  <a:lnTo>
                    <a:pt x="194310" y="2540"/>
                  </a:lnTo>
                  <a:lnTo>
                    <a:pt x="194310" y="1270"/>
                  </a:lnTo>
                  <a:lnTo>
                    <a:pt x="195580" y="1270"/>
                  </a:lnTo>
                  <a:lnTo>
                    <a:pt x="195580" y="0"/>
                  </a:lnTo>
                  <a:close/>
                </a:path>
              </a:pathLst>
            </a:custGeom>
            <a:solidFill>
              <a:srgbClr val="5B0E5B"/>
            </a:solidFill>
          </p:spPr>
          <p:txBody>
            <a:bodyPr wrap="square" lIns="0" tIns="0" rIns="0" bIns="0" rtlCol="0"/>
            <a:lstStyle/>
            <a:p/>
          </p:txBody>
        </p:sp>
        <p:sp>
          <p:nvSpPr>
            <p:cNvPr id="981" name="object 981"/>
            <p:cNvSpPr/>
            <p:nvPr/>
          </p:nvSpPr>
          <p:spPr>
            <a:xfrm>
              <a:off x="2719070" y="1523999"/>
              <a:ext cx="193040" cy="7620"/>
            </a:xfrm>
            <a:custGeom>
              <a:avLst/>
              <a:gdLst/>
              <a:ahLst/>
              <a:cxnLst/>
              <a:rect l="l" t="t" r="r" b="b"/>
              <a:pathLst>
                <a:path w="193039" h="7619">
                  <a:moveTo>
                    <a:pt x="191770" y="5092"/>
                  </a:moveTo>
                  <a:lnTo>
                    <a:pt x="1270" y="5092"/>
                  </a:lnTo>
                  <a:lnTo>
                    <a:pt x="1270" y="7620"/>
                  </a:lnTo>
                  <a:lnTo>
                    <a:pt x="191770" y="7620"/>
                  </a:lnTo>
                  <a:lnTo>
                    <a:pt x="191770" y="5092"/>
                  </a:lnTo>
                  <a:close/>
                </a:path>
                <a:path w="193039" h="7619">
                  <a:moveTo>
                    <a:pt x="193040" y="0"/>
                  </a:moveTo>
                  <a:lnTo>
                    <a:pt x="0" y="0"/>
                  </a:lnTo>
                  <a:lnTo>
                    <a:pt x="0" y="2540"/>
                  </a:lnTo>
                  <a:lnTo>
                    <a:pt x="1270" y="2540"/>
                  </a:lnTo>
                  <a:lnTo>
                    <a:pt x="1270" y="5080"/>
                  </a:lnTo>
                  <a:lnTo>
                    <a:pt x="193027" y="5080"/>
                  </a:lnTo>
                  <a:lnTo>
                    <a:pt x="193027" y="2540"/>
                  </a:lnTo>
                  <a:lnTo>
                    <a:pt x="193040" y="0"/>
                  </a:lnTo>
                  <a:close/>
                </a:path>
              </a:pathLst>
            </a:custGeom>
            <a:solidFill>
              <a:srgbClr val="5C0D5C"/>
            </a:solidFill>
          </p:spPr>
          <p:txBody>
            <a:bodyPr wrap="square" lIns="0" tIns="0" rIns="0" bIns="0" rtlCol="0"/>
            <a:lstStyle/>
            <a:p/>
          </p:txBody>
        </p:sp>
        <p:sp>
          <p:nvSpPr>
            <p:cNvPr id="982" name="object 982"/>
            <p:cNvSpPr/>
            <p:nvPr/>
          </p:nvSpPr>
          <p:spPr>
            <a:xfrm>
              <a:off x="2720340" y="1531619"/>
              <a:ext cx="190500" cy="7620"/>
            </a:xfrm>
            <a:custGeom>
              <a:avLst/>
              <a:gdLst/>
              <a:ahLst/>
              <a:cxnLst/>
              <a:rect l="l" t="t" r="r" b="b"/>
              <a:pathLst>
                <a:path w="190500" h="7619">
                  <a:moveTo>
                    <a:pt x="189230" y="3822"/>
                  </a:moveTo>
                  <a:lnTo>
                    <a:pt x="1270" y="3822"/>
                  </a:lnTo>
                  <a:lnTo>
                    <a:pt x="1270" y="7620"/>
                  </a:lnTo>
                  <a:lnTo>
                    <a:pt x="189230" y="7620"/>
                  </a:lnTo>
                  <a:lnTo>
                    <a:pt x="189230" y="3822"/>
                  </a:lnTo>
                  <a:close/>
                </a:path>
                <a:path w="190500" h="7619">
                  <a:moveTo>
                    <a:pt x="190500" y="0"/>
                  </a:moveTo>
                  <a:lnTo>
                    <a:pt x="0" y="0"/>
                  </a:lnTo>
                  <a:lnTo>
                    <a:pt x="0" y="2540"/>
                  </a:lnTo>
                  <a:lnTo>
                    <a:pt x="1270" y="2540"/>
                  </a:lnTo>
                  <a:lnTo>
                    <a:pt x="1270" y="3810"/>
                  </a:lnTo>
                  <a:lnTo>
                    <a:pt x="190500" y="3810"/>
                  </a:lnTo>
                  <a:lnTo>
                    <a:pt x="190500" y="2540"/>
                  </a:lnTo>
                  <a:lnTo>
                    <a:pt x="190500" y="0"/>
                  </a:lnTo>
                  <a:close/>
                </a:path>
              </a:pathLst>
            </a:custGeom>
            <a:solidFill>
              <a:srgbClr val="5D0D5D"/>
            </a:solidFill>
          </p:spPr>
          <p:txBody>
            <a:bodyPr wrap="square" lIns="0" tIns="0" rIns="0" bIns="0" rtlCol="0"/>
            <a:lstStyle/>
            <a:p/>
          </p:txBody>
        </p:sp>
        <p:sp>
          <p:nvSpPr>
            <p:cNvPr id="983" name="object 983"/>
            <p:cNvSpPr/>
            <p:nvPr/>
          </p:nvSpPr>
          <p:spPr>
            <a:xfrm>
              <a:off x="2721610" y="1539239"/>
              <a:ext cx="187960" cy="6350"/>
            </a:xfrm>
            <a:custGeom>
              <a:avLst/>
              <a:gdLst/>
              <a:ahLst/>
              <a:cxnLst/>
              <a:rect l="l" t="t" r="r" b="b"/>
              <a:pathLst>
                <a:path w="187960" h="6350">
                  <a:moveTo>
                    <a:pt x="187960" y="0"/>
                  </a:moveTo>
                  <a:lnTo>
                    <a:pt x="0" y="0"/>
                  </a:lnTo>
                  <a:lnTo>
                    <a:pt x="0" y="1270"/>
                  </a:lnTo>
                  <a:lnTo>
                    <a:pt x="1270" y="1270"/>
                  </a:lnTo>
                  <a:lnTo>
                    <a:pt x="1270" y="3810"/>
                  </a:lnTo>
                  <a:lnTo>
                    <a:pt x="1270" y="6350"/>
                  </a:lnTo>
                  <a:lnTo>
                    <a:pt x="186690" y="6350"/>
                  </a:lnTo>
                  <a:lnTo>
                    <a:pt x="186690" y="3810"/>
                  </a:lnTo>
                  <a:lnTo>
                    <a:pt x="187960" y="3810"/>
                  </a:lnTo>
                  <a:lnTo>
                    <a:pt x="187960" y="1270"/>
                  </a:lnTo>
                  <a:lnTo>
                    <a:pt x="187960" y="0"/>
                  </a:lnTo>
                  <a:close/>
                </a:path>
              </a:pathLst>
            </a:custGeom>
            <a:solidFill>
              <a:srgbClr val="5F0C5F"/>
            </a:solidFill>
          </p:spPr>
          <p:txBody>
            <a:bodyPr wrap="square" lIns="0" tIns="0" rIns="0" bIns="0" rtlCol="0"/>
            <a:lstStyle/>
            <a:p/>
          </p:txBody>
        </p:sp>
        <p:sp>
          <p:nvSpPr>
            <p:cNvPr id="984" name="object 984"/>
            <p:cNvSpPr/>
            <p:nvPr/>
          </p:nvSpPr>
          <p:spPr>
            <a:xfrm>
              <a:off x="2722880" y="1545589"/>
              <a:ext cx="185420" cy="7620"/>
            </a:xfrm>
            <a:custGeom>
              <a:avLst/>
              <a:gdLst/>
              <a:ahLst/>
              <a:cxnLst/>
              <a:rect l="l" t="t" r="r" b="b"/>
              <a:pathLst>
                <a:path w="185419" h="7619">
                  <a:moveTo>
                    <a:pt x="185420" y="0"/>
                  </a:moveTo>
                  <a:lnTo>
                    <a:pt x="0" y="0"/>
                  </a:lnTo>
                  <a:lnTo>
                    <a:pt x="0" y="2540"/>
                  </a:lnTo>
                  <a:lnTo>
                    <a:pt x="1270" y="2540"/>
                  </a:lnTo>
                  <a:lnTo>
                    <a:pt x="1270" y="3810"/>
                  </a:lnTo>
                  <a:lnTo>
                    <a:pt x="1270" y="7620"/>
                  </a:lnTo>
                  <a:lnTo>
                    <a:pt x="184150" y="7620"/>
                  </a:lnTo>
                  <a:lnTo>
                    <a:pt x="184150" y="3810"/>
                  </a:lnTo>
                  <a:lnTo>
                    <a:pt x="185420" y="3810"/>
                  </a:lnTo>
                  <a:lnTo>
                    <a:pt x="185420" y="2540"/>
                  </a:lnTo>
                  <a:lnTo>
                    <a:pt x="185420" y="0"/>
                  </a:lnTo>
                  <a:close/>
                </a:path>
              </a:pathLst>
            </a:custGeom>
            <a:solidFill>
              <a:srgbClr val="600C60"/>
            </a:solidFill>
          </p:spPr>
          <p:txBody>
            <a:bodyPr wrap="square" lIns="0" tIns="0" rIns="0" bIns="0" rtlCol="0"/>
            <a:lstStyle/>
            <a:p/>
          </p:txBody>
        </p:sp>
        <p:sp>
          <p:nvSpPr>
            <p:cNvPr id="985" name="object 985"/>
            <p:cNvSpPr/>
            <p:nvPr/>
          </p:nvSpPr>
          <p:spPr>
            <a:xfrm>
              <a:off x="2725420" y="1553209"/>
              <a:ext cx="181610" cy="7620"/>
            </a:xfrm>
            <a:custGeom>
              <a:avLst/>
              <a:gdLst/>
              <a:ahLst/>
              <a:cxnLst/>
              <a:rect l="l" t="t" r="r" b="b"/>
              <a:pathLst>
                <a:path w="181610" h="7619">
                  <a:moveTo>
                    <a:pt x="181610" y="0"/>
                  </a:moveTo>
                  <a:lnTo>
                    <a:pt x="0" y="0"/>
                  </a:lnTo>
                  <a:lnTo>
                    <a:pt x="0" y="1270"/>
                  </a:lnTo>
                  <a:lnTo>
                    <a:pt x="0" y="5080"/>
                  </a:lnTo>
                  <a:lnTo>
                    <a:pt x="1270" y="5080"/>
                  </a:lnTo>
                  <a:lnTo>
                    <a:pt x="1270" y="6350"/>
                  </a:lnTo>
                  <a:lnTo>
                    <a:pt x="1270" y="7620"/>
                  </a:lnTo>
                  <a:lnTo>
                    <a:pt x="179070" y="7620"/>
                  </a:lnTo>
                  <a:lnTo>
                    <a:pt x="179070" y="6350"/>
                  </a:lnTo>
                  <a:lnTo>
                    <a:pt x="180327" y="6350"/>
                  </a:lnTo>
                  <a:lnTo>
                    <a:pt x="180327" y="5080"/>
                  </a:lnTo>
                  <a:lnTo>
                    <a:pt x="180327" y="1270"/>
                  </a:lnTo>
                  <a:lnTo>
                    <a:pt x="181610" y="1270"/>
                  </a:lnTo>
                  <a:lnTo>
                    <a:pt x="181610" y="0"/>
                  </a:lnTo>
                  <a:close/>
                </a:path>
              </a:pathLst>
            </a:custGeom>
            <a:solidFill>
              <a:srgbClr val="620B62"/>
            </a:solidFill>
          </p:spPr>
          <p:txBody>
            <a:bodyPr wrap="square" lIns="0" tIns="0" rIns="0" bIns="0" rtlCol="0"/>
            <a:lstStyle/>
            <a:p/>
          </p:txBody>
        </p:sp>
        <p:sp>
          <p:nvSpPr>
            <p:cNvPr id="986" name="object 986"/>
            <p:cNvSpPr/>
            <p:nvPr/>
          </p:nvSpPr>
          <p:spPr>
            <a:xfrm>
              <a:off x="2726690" y="1560829"/>
              <a:ext cx="177800" cy="6350"/>
            </a:xfrm>
            <a:custGeom>
              <a:avLst/>
              <a:gdLst/>
              <a:ahLst/>
              <a:cxnLst/>
              <a:rect l="l" t="t" r="r" b="b"/>
              <a:pathLst>
                <a:path w="177800" h="6350">
                  <a:moveTo>
                    <a:pt x="177800" y="0"/>
                  </a:moveTo>
                  <a:lnTo>
                    <a:pt x="0" y="0"/>
                  </a:lnTo>
                  <a:lnTo>
                    <a:pt x="0" y="2540"/>
                  </a:lnTo>
                  <a:lnTo>
                    <a:pt x="1270" y="2540"/>
                  </a:lnTo>
                  <a:lnTo>
                    <a:pt x="1270" y="3810"/>
                  </a:lnTo>
                  <a:lnTo>
                    <a:pt x="1270" y="6350"/>
                  </a:lnTo>
                  <a:lnTo>
                    <a:pt x="176530" y="6350"/>
                  </a:lnTo>
                  <a:lnTo>
                    <a:pt x="176530" y="3810"/>
                  </a:lnTo>
                  <a:lnTo>
                    <a:pt x="177800" y="3810"/>
                  </a:lnTo>
                  <a:lnTo>
                    <a:pt x="177800" y="2540"/>
                  </a:lnTo>
                  <a:lnTo>
                    <a:pt x="177800" y="0"/>
                  </a:lnTo>
                  <a:close/>
                </a:path>
              </a:pathLst>
            </a:custGeom>
            <a:solidFill>
              <a:srgbClr val="630A63"/>
            </a:solidFill>
          </p:spPr>
          <p:txBody>
            <a:bodyPr wrap="square" lIns="0" tIns="0" rIns="0" bIns="0" rtlCol="0"/>
            <a:lstStyle/>
            <a:p/>
          </p:txBody>
        </p:sp>
        <p:sp>
          <p:nvSpPr>
            <p:cNvPr id="987" name="object 987"/>
            <p:cNvSpPr/>
            <p:nvPr/>
          </p:nvSpPr>
          <p:spPr>
            <a:xfrm>
              <a:off x="2727960" y="1567179"/>
              <a:ext cx="175260" cy="7620"/>
            </a:xfrm>
            <a:custGeom>
              <a:avLst/>
              <a:gdLst/>
              <a:ahLst/>
              <a:cxnLst/>
              <a:rect l="l" t="t" r="r" b="b"/>
              <a:pathLst>
                <a:path w="175260" h="7619">
                  <a:moveTo>
                    <a:pt x="175260" y="0"/>
                  </a:moveTo>
                  <a:lnTo>
                    <a:pt x="0" y="0"/>
                  </a:lnTo>
                  <a:lnTo>
                    <a:pt x="0" y="1270"/>
                  </a:lnTo>
                  <a:lnTo>
                    <a:pt x="1270" y="1270"/>
                  </a:lnTo>
                  <a:lnTo>
                    <a:pt x="1270" y="2540"/>
                  </a:lnTo>
                  <a:lnTo>
                    <a:pt x="1270" y="7620"/>
                  </a:lnTo>
                  <a:lnTo>
                    <a:pt x="173990" y="7620"/>
                  </a:lnTo>
                  <a:lnTo>
                    <a:pt x="173990" y="2540"/>
                  </a:lnTo>
                  <a:lnTo>
                    <a:pt x="175260" y="2540"/>
                  </a:lnTo>
                  <a:lnTo>
                    <a:pt x="175260" y="1270"/>
                  </a:lnTo>
                  <a:lnTo>
                    <a:pt x="175260" y="0"/>
                  </a:lnTo>
                  <a:close/>
                </a:path>
              </a:pathLst>
            </a:custGeom>
            <a:solidFill>
              <a:srgbClr val="660A66"/>
            </a:solidFill>
          </p:spPr>
          <p:txBody>
            <a:bodyPr wrap="square" lIns="0" tIns="0" rIns="0" bIns="0" rtlCol="0"/>
            <a:lstStyle/>
            <a:p/>
          </p:txBody>
        </p:sp>
        <p:sp>
          <p:nvSpPr>
            <p:cNvPr id="988" name="object 988"/>
            <p:cNvSpPr/>
            <p:nvPr/>
          </p:nvSpPr>
          <p:spPr>
            <a:xfrm>
              <a:off x="2730500" y="1574799"/>
              <a:ext cx="170180" cy="7620"/>
            </a:xfrm>
            <a:custGeom>
              <a:avLst/>
              <a:gdLst/>
              <a:ahLst/>
              <a:cxnLst/>
              <a:rect l="l" t="t" r="r" b="b"/>
              <a:pathLst>
                <a:path w="170180" h="7619">
                  <a:moveTo>
                    <a:pt x="170180" y="0"/>
                  </a:moveTo>
                  <a:lnTo>
                    <a:pt x="0" y="0"/>
                  </a:lnTo>
                  <a:lnTo>
                    <a:pt x="0" y="3810"/>
                  </a:lnTo>
                  <a:lnTo>
                    <a:pt x="0" y="5080"/>
                  </a:lnTo>
                  <a:lnTo>
                    <a:pt x="1270" y="5080"/>
                  </a:lnTo>
                  <a:lnTo>
                    <a:pt x="1270" y="7620"/>
                  </a:lnTo>
                  <a:lnTo>
                    <a:pt x="168897" y="7620"/>
                  </a:lnTo>
                  <a:lnTo>
                    <a:pt x="168897" y="5080"/>
                  </a:lnTo>
                  <a:lnTo>
                    <a:pt x="168910" y="3810"/>
                  </a:lnTo>
                  <a:lnTo>
                    <a:pt x="170180" y="3810"/>
                  </a:lnTo>
                  <a:lnTo>
                    <a:pt x="170180" y="0"/>
                  </a:lnTo>
                  <a:close/>
                </a:path>
              </a:pathLst>
            </a:custGeom>
            <a:solidFill>
              <a:srgbClr val="660966"/>
            </a:solidFill>
          </p:spPr>
          <p:txBody>
            <a:bodyPr wrap="square" lIns="0" tIns="0" rIns="0" bIns="0" rtlCol="0"/>
            <a:lstStyle/>
            <a:p/>
          </p:txBody>
        </p:sp>
        <p:sp>
          <p:nvSpPr>
            <p:cNvPr id="989" name="object 989"/>
            <p:cNvSpPr/>
            <p:nvPr/>
          </p:nvSpPr>
          <p:spPr>
            <a:xfrm>
              <a:off x="2731770" y="1582419"/>
              <a:ext cx="167640" cy="6350"/>
            </a:xfrm>
            <a:custGeom>
              <a:avLst/>
              <a:gdLst/>
              <a:ahLst/>
              <a:cxnLst/>
              <a:rect l="l" t="t" r="r" b="b"/>
              <a:pathLst>
                <a:path w="167639" h="6350">
                  <a:moveTo>
                    <a:pt x="167627" y="0"/>
                  </a:moveTo>
                  <a:lnTo>
                    <a:pt x="0" y="0"/>
                  </a:lnTo>
                  <a:lnTo>
                    <a:pt x="0" y="1270"/>
                  </a:lnTo>
                  <a:lnTo>
                    <a:pt x="0" y="2540"/>
                  </a:lnTo>
                  <a:lnTo>
                    <a:pt x="1270" y="2540"/>
                  </a:lnTo>
                  <a:lnTo>
                    <a:pt x="1270" y="5080"/>
                  </a:lnTo>
                  <a:lnTo>
                    <a:pt x="1270" y="6350"/>
                  </a:lnTo>
                  <a:lnTo>
                    <a:pt x="165100" y="6350"/>
                  </a:lnTo>
                  <a:lnTo>
                    <a:pt x="165100" y="5080"/>
                  </a:lnTo>
                  <a:lnTo>
                    <a:pt x="166370" y="5080"/>
                  </a:lnTo>
                  <a:lnTo>
                    <a:pt x="166370" y="2540"/>
                  </a:lnTo>
                  <a:lnTo>
                    <a:pt x="166370" y="1270"/>
                  </a:lnTo>
                  <a:lnTo>
                    <a:pt x="167627" y="1270"/>
                  </a:lnTo>
                  <a:lnTo>
                    <a:pt x="167627" y="0"/>
                  </a:lnTo>
                  <a:close/>
                </a:path>
              </a:pathLst>
            </a:custGeom>
            <a:solidFill>
              <a:srgbClr val="670967"/>
            </a:solidFill>
          </p:spPr>
          <p:txBody>
            <a:bodyPr wrap="square" lIns="0" tIns="0" rIns="0" bIns="0" rtlCol="0"/>
            <a:lstStyle/>
            <a:p/>
          </p:txBody>
        </p:sp>
        <p:sp>
          <p:nvSpPr>
            <p:cNvPr id="990" name="object 990"/>
            <p:cNvSpPr/>
            <p:nvPr/>
          </p:nvSpPr>
          <p:spPr>
            <a:xfrm>
              <a:off x="2734310" y="1588769"/>
              <a:ext cx="162560" cy="7620"/>
            </a:xfrm>
            <a:custGeom>
              <a:avLst/>
              <a:gdLst/>
              <a:ahLst/>
              <a:cxnLst/>
              <a:rect l="l" t="t" r="r" b="b"/>
              <a:pathLst>
                <a:path w="162560" h="7619">
                  <a:moveTo>
                    <a:pt x="162560" y="0"/>
                  </a:moveTo>
                  <a:lnTo>
                    <a:pt x="0" y="0"/>
                  </a:lnTo>
                  <a:lnTo>
                    <a:pt x="0" y="3810"/>
                  </a:lnTo>
                  <a:lnTo>
                    <a:pt x="1270" y="3810"/>
                  </a:lnTo>
                  <a:lnTo>
                    <a:pt x="1270" y="7620"/>
                  </a:lnTo>
                  <a:lnTo>
                    <a:pt x="161290" y="7620"/>
                  </a:lnTo>
                  <a:lnTo>
                    <a:pt x="161290" y="3810"/>
                  </a:lnTo>
                  <a:lnTo>
                    <a:pt x="162560" y="3810"/>
                  </a:lnTo>
                  <a:lnTo>
                    <a:pt x="162560" y="0"/>
                  </a:lnTo>
                  <a:close/>
                </a:path>
              </a:pathLst>
            </a:custGeom>
            <a:solidFill>
              <a:srgbClr val="690869"/>
            </a:solidFill>
          </p:spPr>
          <p:txBody>
            <a:bodyPr wrap="square" lIns="0" tIns="0" rIns="0" bIns="0" rtlCol="0"/>
            <a:lstStyle/>
            <a:p/>
          </p:txBody>
        </p:sp>
        <p:sp>
          <p:nvSpPr>
            <p:cNvPr id="991" name="object 991"/>
            <p:cNvSpPr/>
            <p:nvPr/>
          </p:nvSpPr>
          <p:spPr>
            <a:xfrm>
              <a:off x="273685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197" y="7620"/>
                  </a:lnTo>
                  <a:lnTo>
                    <a:pt x="156197" y="5080"/>
                  </a:lnTo>
                  <a:lnTo>
                    <a:pt x="157480" y="5080"/>
                  </a:lnTo>
                  <a:lnTo>
                    <a:pt x="157480" y="3810"/>
                  </a:lnTo>
                  <a:lnTo>
                    <a:pt x="157480" y="1270"/>
                  </a:lnTo>
                  <a:lnTo>
                    <a:pt x="158750" y="1270"/>
                  </a:lnTo>
                  <a:lnTo>
                    <a:pt x="158750" y="0"/>
                  </a:lnTo>
                  <a:close/>
                </a:path>
              </a:pathLst>
            </a:custGeom>
            <a:solidFill>
              <a:srgbClr val="6A086A"/>
            </a:solidFill>
          </p:spPr>
          <p:txBody>
            <a:bodyPr wrap="square" lIns="0" tIns="0" rIns="0" bIns="0" rtlCol="0"/>
            <a:lstStyle/>
            <a:p/>
          </p:txBody>
        </p:sp>
        <p:sp>
          <p:nvSpPr>
            <p:cNvPr id="992" name="object 992"/>
            <p:cNvSpPr/>
            <p:nvPr/>
          </p:nvSpPr>
          <p:spPr>
            <a:xfrm>
              <a:off x="2739390" y="1604009"/>
              <a:ext cx="153670" cy="6350"/>
            </a:xfrm>
            <a:custGeom>
              <a:avLst/>
              <a:gdLst/>
              <a:ahLst/>
              <a:cxnLst/>
              <a:rect l="l" t="t" r="r" b="b"/>
              <a:pathLst>
                <a:path w="153669" h="6350">
                  <a:moveTo>
                    <a:pt x="153657" y="0"/>
                  </a:moveTo>
                  <a:lnTo>
                    <a:pt x="0" y="0"/>
                  </a:lnTo>
                  <a:lnTo>
                    <a:pt x="0" y="1270"/>
                  </a:lnTo>
                  <a:lnTo>
                    <a:pt x="0" y="5080"/>
                  </a:lnTo>
                  <a:lnTo>
                    <a:pt x="1270" y="5080"/>
                  </a:lnTo>
                  <a:lnTo>
                    <a:pt x="1270" y="6350"/>
                  </a:lnTo>
                  <a:lnTo>
                    <a:pt x="151130" y="6350"/>
                  </a:lnTo>
                  <a:lnTo>
                    <a:pt x="151130" y="5080"/>
                  </a:lnTo>
                  <a:lnTo>
                    <a:pt x="152400" y="5080"/>
                  </a:lnTo>
                  <a:lnTo>
                    <a:pt x="152400" y="1270"/>
                  </a:lnTo>
                  <a:lnTo>
                    <a:pt x="153657" y="1270"/>
                  </a:lnTo>
                  <a:lnTo>
                    <a:pt x="153657" y="0"/>
                  </a:lnTo>
                  <a:close/>
                </a:path>
              </a:pathLst>
            </a:custGeom>
            <a:solidFill>
              <a:srgbClr val="6C076C"/>
            </a:solidFill>
          </p:spPr>
          <p:txBody>
            <a:bodyPr wrap="square" lIns="0" tIns="0" rIns="0" bIns="0" rtlCol="0"/>
            <a:lstStyle/>
            <a:p/>
          </p:txBody>
        </p:sp>
        <p:sp>
          <p:nvSpPr>
            <p:cNvPr id="993" name="object 993"/>
            <p:cNvSpPr/>
            <p:nvPr/>
          </p:nvSpPr>
          <p:spPr>
            <a:xfrm>
              <a:off x="274066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6D066D"/>
            </a:solidFill>
          </p:spPr>
          <p:txBody>
            <a:bodyPr wrap="square" lIns="0" tIns="0" rIns="0" bIns="0" rtlCol="0"/>
            <a:lstStyle/>
            <a:p/>
          </p:txBody>
        </p:sp>
        <p:sp>
          <p:nvSpPr>
            <p:cNvPr id="994" name="object 994"/>
            <p:cNvSpPr/>
            <p:nvPr/>
          </p:nvSpPr>
          <p:spPr>
            <a:xfrm>
              <a:off x="2743200" y="1617979"/>
              <a:ext cx="144780" cy="7620"/>
            </a:xfrm>
            <a:custGeom>
              <a:avLst/>
              <a:gdLst/>
              <a:ahLst/>
              <a:cxnLst/>
              <a:rect l="l" t="t" r="r" b="b"/>
              <a:pathLst>
                <a:path w="144780" h="7619">
                  <a:moveTo>
                    <a:pt x="144780" y="0"/>
                  </a:moveTo>
                  <a:lnTo>
                    <a:pt x="0" y="0"/>
                  </a:lnTo>
                  <a:lnTo>
                    <a:pt x="0" y="1270"/>
                  </a:lnTo>
                  <a:lnTo>
                    <a:pt x="1270" y="1270"/>
                  </a:lnTo>
                  <a:lnTo>
                    <a:pt x="1270" y="3810"/>
                  </a:lnTo>
                  <a:lnTo>
                    <a:pt x="2540" y="3810"/>
                  </a:lnTo>
                  <a:lnTo>
                    <a:pt x="2540" y="5080"/>
                  </a:lnTo>
                  <a:lnTo>
                    <a:pt x="2540" y="7620"/>
                  </a:lnTo>
                  <a:lnTo>
                    <a:pt x="142240" y="7620"/>
                  </a:lnTo>
                  <a:lnTo>
                    <a:pt x="142240" y="5080"/>
                  </a:lnTo>
                  <a:lnTo>
                    <a:pt x="143497" y="5080"/>
                  </a:lnTo>
                  <a:lnTo>
                    <a:pt x="143497" y="3810"/>
                  </a:lnTo>
                  <a:lnTo>
                    <a:pt x="143497" y="1270"/>
                  </a:lnTo>
                  <a:lnTo>
                    <a:pt x="144780" y="1270"/>
                  </a:lnTo>
                  <a:lnTo>
                    <a:pt x="144780" y="0"/>
                  </a:lnTo>
                  <a:close/>
                </a:path>
              </a:pathLst>
            </a:custGeom>
            <a:solidFill>
              <a:srgbClr val="6F066F"/>
            </a:solidFill>
          </p:spPr>
          <p:txBody>
            <a:bodyPr wrap="square" lIns="0" tIns="0" rIns="0" bIns="0" rtlCol="0"/>
            <a:lstStyle/>
            <a:p/>
          </p:txBody>
        </p:sp>
        <p:sp>
          <p:nvSpPr>
            <p:cNvPr id="995" name="object 995"/>
            <p:cNvSpPr/>
            <p:nvPr/>
          </p:nvSpPr>
          <p:spPr>
            <a:xfrm>
              <a:off x="2747010" y="1625599"/>
              <a:ext cx="137160" cy="6350"/>
            </a:xfrm>
            <a:custGeom>
              <a:avLst/>
              <a:gdLst/>
              <a:ahLst/>
              <a:cxnLst/>
              <a:rect l="l" t="t" r="r" b="b"/>
              <a:pathLst>
                <a:path w="137160" h="6350">
                  <a:moveTo>
                    <a:pt x="134620" y="5092"/>
                  </a:moveTo>
                  <a:lnTo>
                    <a:pt x="2540" y="5092"/>
                  </a:lnTo>
                  <a:lnTo>
                    <a:pt x="2540" y="6350"/>
                  </a:lnTo>
                  <a:lnTo>
                    <a:pt x="134620" y="6350"/>
                  </a:lnTo>
                  <a:lnTo>
                    <a:pt x="134620" y="5092"/>
                  </a:lnTo>
                  <a:close/>
                </a:path>
                <a:path w="137160" h="6350">
                  <a:moveTo>
                    <a:pt x="137160" y="0"/>
                  </a:moveTo>
                  <a:lnTo>
                    <a:pt x="0" y="0"/>
                  </a:lnTo>
                  <a:lnTo>
                    <a:pt x="0" y="2540"/>
                  </a:lnTo>
                  <a:lnTo>
                    <a:pt x="1270" y="2540"/>
                  </a:lnTo>
                  <a:lnTo>
                    <a:pt x="1270" y="5080"/>
                  </a:lnTo>
                  <a:lnTo>
                    <a:pt x="135890" y="5080"/>
                  </a:lnTo>
                  <a:lnTo>
                    <a:pt x="135890" y="2540"/>
                  </a:lnTo>
                  <a:lnTo>
                    <a:pt x="137160" y="2540"/>
                  </a:lnTo>
                  <a:lnTo>
                    <a:pt x="137160" y="0"/>
                  </a:lnTo>
                  <a:close/>
                </a:path>
              </a:pathLst>
            </a:custGeom>
            <a:solidFill>
              <a:srgbClr val="700570"/>
            </a:solidFill>
          </p:spPr>
          <p:txBody>
            <a:bodyPr wrap="square" lIns="0" tIns="0" rIns="0" bIns="0" rtlCol="0"/>
            <a:lstStyle/>
            <a:p/>
          </p:txBody>
        </p:sp>
        <p:sp>
          <p:nvSpPr>
            <p:cNvPr id="996" name="object 996"/>
            <p:cNvSpPr/>
            <p:nvPr/>
          </p:nvSpPr>
          <p:spPr>
            <a:xfrm>
              <a:off x="2749550" y="1631949"/>
              <a:ext cx="132080" cy="7620"/>
            </a:xfrm>
            <a:custGeom>
              <a:avLst/>
              <a:gdLst/>
              <a:ahLst/>
              <a:cxnLst/>
              <a:rect l="l" t="t" r="r" b="b"/>
              <a:pathLst>
                <a:path w="132080" h="7619">
                  <a:moveTo>
                    <a:pt x="132080" y="0"/>
                  </a:moveTo>
                  <a:lnTo>
                    <a:pt x="0" y="0"/>
                  </a:lnTo>
                  <a:lnTo>
                    <a:pt x="0" y="1270"/>
                  </a:lnTo>
                  <a:lnTo>
                    <a:pt x="1270" y="1270"/>
                  </a:lnTo>
                  <a:lnTo>
                    <a:pt x="1270" y="3810"/>
                  </a:lnTo>
                  <a:lnTo>
                    <a:pt x="2540" y="3810"/>
                  </a:lnTo>
                  <a:lnTo>
                    <a:pt x="2540" y="6350"/>
                  </a:lnTo>
                  <a:lnTo>
                    <a:pt x="3810" y="6350"/>
                  </a:lnTo>
                  <a:lnTo>
                    <a:pt x="3810" y="7620"/>
                  </a:lnTo>
                  <a:lnTo>
                    <a:pt x="128270" y="7620"/>
                  </a:lnTo>
                  <a:lnTo>
                    <a:pt x="128270" y="6350"/>
                  </a:lnTo>
                  <a:lnTo>
                    <a:pt x="129540" y="6350"/>
                  </a:lnTo>
                  <a:lnTo>
                    <a:pt x="129540" y="3810"/>
                  </a:lnTo>
                  <a:lnTo>
                    <a:pt x="130797" y="3810"/>
                  </a:lnTo>
                  <a:lnTo>
                    <a:pt x="130797" y="1270"/>
                  </a:lnTo>
                  <a:lnTo>
                    <a:pt x="132080" y="1270"/>
                  </a:lnTo>
                  <a:lnTo>
                    <a:pt x="132080" y="0"/>
                  </a:lnTo>
                  <a:close/>
                </a:path>
              </a:pathLst>
            </a:custGeom>
            <a:solidFill>
              <a:srgbClr val="720572"/>
            </a:solidFill>
          </p:spPr>
          <p:txBody>
            <a:bodyPr wrap="square" lIns="0" tIns="0" rIns="0" bIns="0" rtlCol="0"/>
            <a:lstStyle/>
            <a:p/>
          </p:txBody>
        </p:sp>
        <p:sp>
          <p:nvSpPr>
            <p:cNvPr id="997" name="object 997"/>
            <p:cNvSpPr/>
            <p:nvPr/>
          </p:nvSpPr>
          <p:spPr>
            <a:xfrm>
              <a:off x="275336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90" y="1270"/>
                  </a:lnTo>
                  <a:lnTo>
                    <a:pt x="124460" y="1270"/>
                  </a:lnTo>
                  <a:lnTo>
                    <a:pt x="124460" y="0"/>
                  </a:lnTo>
                  <a:close/>
                </a:path>
              </a:pathLst>
            </a:custGeom>
            <a:solidFill>
              <a:srgbClr val="730473"/>
            </a:solidFill>
          </p:spPr>
          <p:txBody>
            <a:bodyPr wrap="square" lIns="0" tIns="0" rIns="0" bIns="0" rtlCol="0"/>
            <a:lstStyle/>
            <a:p/>
          </p:txBody>
        </p:sp>
        <p:sp>
          <p:nvSpPr>
            <p:cNvPr id="998" name="object 998"/>
            <p:cNvSpPr/>
            <p:nvPr/>
          </p:nvSpPr>
          <p:spPr>
            <a:xfrm>
              <a:off x="2757170" y="1647189"/>
              <a:ext cx="116839" cy="6350"/>
            </a:xfrm>
            <a:custGeom>
              <a:avLst/>
              <a:gdLst/>
              <a:ahLst/>
              <a:cxnLst/>
              <a:rect l="l" t="t" r="r" b="b"/>
              <a:pathLst>
                <a:path w="116839" h="6350">
                  <a:moveTo>
                    <a:pt x="116827" y="0"/>
                  </a:moveTo>
                  <a:lnTo>
                    <a:pt x="0" y="0"/>
                  </a:lnTo>
                  <a:lnTo>
                    <a:pt x="0" y="1270"/>
                  </a:lnTo>
                  <a:lnTo>
                    <a:pt x="1270" y="1270"/>
                  </a:lnTo>
                  <a:lnTo>
                    <a:pt x="1270" y="3810"/>
                  </a:lnTo>
                  <a:lnTo>
                    <a:pt x="2540" y="3810"/>
                  </a:lnTo>
                  <a:lnTo>
                    <a:pt x="2540" y="6350"/>
                  </a:lnTo>
                  <a:lnTo>
                    <a:pt x="114300" y="6350"/>
                  </a:lnTo>
                  <a:lnTo>
                    <a:pt x="114300" y="3810"/>
                  </a:lnTo>
                  <a:lnTo>
                    <a:pt x="115570" y="3810"/>
                  </a:lnTo>
                  <a:lnTo>
                    <a:pt x="115570" y="1270"/>
                  </a:lnTo>
                  <a:lnTo>
                    <a:pt x="116827" y="1270"/>
                  </a:lnTo>
                  <a:lnTo>
                    <a:pt x="116827" y="0"/>
                  </a:lnTo>
                  <a:close/>
                </a:path>
              </a:pathLst>
            </a:custGeom>
            <a:solidFill>
              <a:srgbClr val="740474"/>
            </a:solidFill>
          </p:spPr>
          <p:txBody>
            <a:bodyPr wrap="square" lIns="0" tIns="0" rIns="0" bIns="0" rtlCol="0"/>
            <a:lstStyle/>
            <a:p/>
          </p:txBody>
        </p:sp>
        <p:sp>
          <p:nvSpPr>
            <p:cNvPr id="999" name="object 999"/>
            <p:cNvSpPr/>
            <p:nvPr/>
          </p:nvSpPr>
          <p:spPr>
            <a:xfrm>
              <a:off x="2760980" y="1653539"/>
              <a:ext cx="109220" cy="7620"/>
            </a:xfrm>
            <a:custGeom>
              <a:avLst/>
              <a:gdLst/>
              <a:ahLst/>
              <a:cxnLst/>
              <a:rect l="l" t="t" r="r" b="b"/>
              <a:pathLst>
                <a:path w="109219"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5410" y="7620"/>
                  </a:lnTo>
                  <a:lnTo>
                    <a:pt x="105410" y="6350"/>
                  </a:lnTo>
                  <a:lnTo>
                    <a:pt x="105410" y="5080"/>
                  </a:lnTo>
                  <a:lnTo>
                    <a:pt x="106667" y="5080"/>
                  </a:lnTo>
                  <a:lnTo>
                    <a:pt x="106667" y="3810"/>
                  </a:lnTo>
                  <a:lnTo>
                    <a:pt x="107950" y="3810"/>
                  </a:lnTo>
                  <a:lnTo>
                    <a:pt x="107950" y="2540"/>
                  </a:lnTo>
                  <a:lnTo>
                    <a:pt x="107950" y="1270"/>
                  </a:lnTo>
                  <a:lnTo>
                    <a:pt x="109220" y="1270"/>
                  </a:lnTo>
                  <a:lnTo>
                    <a:pt x="109220" y="0"/>
                  </a:lnTo>
                  <a:close/>
                </a:path>
              </a:pathLst>
            </a:custGeom>
            <a:solidFill>
              <a:srgbClr val="760376"/>
            </a:solidFill>
          </p:spPr>
          <p:txBody>
            <a:bodyPr wrap="square" lIns="0" tIns="0" rIns="0" bIns="0" rtlCol="0"/>
            <a:lstStyle/>
            <a:p/>
          </p:txBody>
        </p:sp>
        <p:sp>
          <p:nvSpPr>
            <p:cNvPr id="1000" name="object 1000"/>
            <p:cNvSpPr/>
            <p:nvPr/>
          </p:nvSpPr>
          <p:spPr>
            <a:xfrm>
              <a:off x="276733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80"/>
                  </a:lnTo>
                  <a:lnTo>
                    <a:pt x="3810" y="5080"/>
                  </a:lnTo>
                  <a:lnTo>
                    <a:pt x="3810" y="6350"/>
                  </a:lnTo>
                  <a:lnTo>
                    <a:pt x="5080" y="6350"/>
                  </a:lnTo>
                  <a:lnTo>
                    <a:pt x="5080" y="7620"/>
                  </a:lnTo>
                  <a:lnTo>
                    <a:pt x="91440" y="7620"/>
                  </a:lnTo>
                  <a:lnTo>
                    <a:pt x="91440" y="6350"/>
                  </a:lnTo>
                  <a:lnTo>
                    <a:pt x="92710" y="6350"/>
                  </a:lnTo>
                  <a:lnTo>
                    <a:pt x="92710" y="5080"/>
                  </a:lnTo>
                  <a:lnTo>
                    <a:pt x="93967" y="5080"/>
                  </a:lnTo>
                  <a:lnTo>
                    <a:pt x="93967" y="3810"/>
                  </a:lnTo>
                  <a:lnTo>
                    <a:pt x="95250" y="3810"/>
                  </a:lnTo>
                  <a:lnTo>
                    <a:pt x="95250" y="2540"/>
                  </a:lnTo>
                  <a:lnTo>
                    <a:pt x="96520" y="2540"/>
                  </a:lnTo>
                  <a:lnTo>
                    <a:pt x="96520" y="1270"/>
                  </a:lnTo>
                  <a:lnTo>
                    <a:pt x="97790" y="1270"/>
                  </a:lnTo>
                  <a:lnTo>
                    <a:pt x="97790" y="0"/>
                  </a:lnTo>
                  <a:close/>
                </a:path>
              </a:pathLst>
            </a:custGeom>
            <a:solidFill>
              <a:srgbClr val="770277"/>
            </a:solidFill>
          </p:spPr>
          <p:txBody>
            <a:bodyPr wrap="square" lIns="0" tIns="0" rIns="0" bIns="0" rtlCol="0"/>
            <a:lstStyle/>
            <a:p/>
          </p:txBody>
        </p:sp>
        <p:sp>
          <p:nvSpPr>
            <p:cNvPr id="1001" name="object 1001"/>
            <p:cNvSpPr/>
            <p:nvPr/>
          </p:nvSpPr>
          <p:spPr>
            <a:xfrm>
              <a:off x="2773680" y="1668779"/>
              <a:ext cx="83820" cy="6350"/>
            </a:xfrm>
            <a:custGeom>
              <a:avLst/>
              <a:gdLst/>
              <a:ahLst/>
              <a:cxnLst/>
              <a:rect l="l" t="t" r="r" b="b"/>
              <a:pathLst>
                <a:path w="83819" h="6350">
                  <a:moveTo>
                    <a:pt x="78740" y="5080"/>
                  </a:moveTo>
                  <a:lnTo>
                    <a:pt x="5080" y="5080"/>
                  </a:lnTo>
                  <a:lnTo>
                    <a:pt x="5080" y="6350"/>
                  </a:lnTo>
                  <a:lnTo>
                    <a:pt x="78740" y="6350"/>
                  </a:lnTo>
                  <a:lnTo>
                    <a:pt x="78740" y="5080"/>
                  </a:lnTo>
                  <a:close/>
                </a:path>
                <a:path w="83819" h="6350">
                  <a:moveTo>
                    <a:pt x="80009" y="3810"/>
                  </a:moveTo>
                  <a:lnTo>
                    <a:pt x="3809" y="3810"/>
                  </a:lnTo>
                  <a:lnTo>
                    <a:pt x="3809" y="5080"/>
                  </a:lnTo>
                  <a:lnTo>
                    <a:pt x="80009" y="5080"/>
                  </a:lnTo>
                  <a:lnTo>
                    <a:pt x="80009" y="3810"/>
                  </a:lnTo>
                  <a:close/>
                </a:path>
                <a:path w="83819" h="6350">
                  <a:moveTo>
                    <a:pt x="81279" y="2540"/>
                  </a:moveTo>
                  <a:lnTo>
                    <a:pt x="2539" y="2540"/>
                  </a:lnTo>
                  <a:lnTo>
                    <a:pt x="2539" y="3810"/>
                  </a:lnTo>
                  <a:lnTo>
                    <a:pt x="81279" y="3810"/>
                  </a:lnTo>
                  <a:lnTo>
                    <a:pt x="81279" y="2540"/>
                  </a:lnTo>
                  <a:close/>
                </a:path>
                <a:path w="83819" h="6350">
                  <a:moveTo>
                    <a:pt x="82550" y="1270"/>
                  </a:moveTo>
                  <a:lnTo>
                    <a:pt x="1269" y="1270"/>
                  </a:lnTo>
                  <a:lnTo>
                    <a:pt x="1269" y="2540"/>
                  </a:lnTo>
                  <a:lnTo>
                    <a:pt x="82550" y="2540"/>
                  </a:lnTo>
                  <a:lnTo>
                    <a:pt x="82550" y="1270"/>
                  </a:lnTo>
                  <a:close/>
                </a:path>
                <a:path w="83819" h="6350">
                  <a:moveTo>
                    <a:pt x="83819" y="0"/>
                  </a:moveTo>
                  <a:lnTo>
                    <a:pt x="0" y="0"/>
                  </a:lnTo>
                  <a:lnTo>
                    <a:pt x="0" y="1270"/>
                  </a:lnTo>
                  <a:lnTo>
                    <a:pt x="83819" y="1270"/>
                  </a:lnTo>
                  <a:lnTo>
                    <a:pt x="83819" y="0"/>
                  </a:lnTo>
                  <a:close/>
                </a:path>
              </a:pathLst>
            </a:custGeom>
            <a:solidFill>
              <a:srgbClr val="790279"/>
            </a:solidFill>
          </p:spPr>
          <p:txBody>
            <a:bodyPr wrap="square" lIns="0" tIns="0" rIns="0" bIns="0" rtlCol="0"/>
            <a:lstStyle/>
            <a:p/>
          </p:txBody>
        </p:sp>
        <p:sp>
          <p:nvSpPr>
            <p:cNvPr id="1002" name="object 1002"/>
            <p:cNvSpPr/>
            <p:nvPr/>
          </p:nvSpPr>
          <p:spPr>
            <a:xfrm>
              <a:off x="2780030" y="1675129"/>
              <a:ext cx="71120" cy="7620"/>
            </a:xfrm>
            <a:custGeom>
              <a:avLst/>
              <a:gdLst/>
              <a:ahLst/>
              <a:cxnLst/>
              <a:rect l="l" t="t" r="r" b="b"/>
              <a:pathLst>
                <a:path w="71119" h="7619">
                  <a:moveTo>
                    <a:pt x="63500" y="6350"/>
                  </a:moveTo>
                  <a:lnTo>
                    <a:pt x="8889" y="6350"/>
                  </a:lnTo>
                  <a:lnTo>
                    <a:pt x="8889" y="7620"/>
                  </a:lnTo>
                  <a:lnTo>
                    <a:pt x="63500" y="7620"/>
                  </a:lnTo>
                  <a:lnTo>
                    <a:pt x="63500" y="6350"/>
                  </a:lnTo>
                  <a:close/>
                </a:path>
                <a:path w="71119" h="7619">
                  <a:moveTo>
                    <a:pt x="64769" y="5080"/>
                  </a:moveTo>
                  <a:lnTo>
                    <a:pt x="6350" y="5080"/>
                  </a:lnTo>
                  <a:lnTo>
                    <a:pt x="6350" y="6350"/>
                  </a:lnTo>
                  <a:lnTo>
                    <a:pt x="64769" y="6350"/>
                  </a:lnTo>
                  <a:lnTo>
                    <a:pt x="64769" y="5080"/>
                  </a:lnTo>
                  <a:close/>
                </a:path>
                <a:path w="71119" h="7619">
                  <a:moveTo>
                    <a:pt x="67309" y="3810"/>
                  </a:moveTo>
                  <a:lnTo>
                    <a:pt x="3809" y="3810"/>
                  </a:lnTo>
                  <a:lnTo>
                    <a:pt x="3809" y="5080"/>
                  </a:lnTo>
                  <a:lnTo>
                    <a:pt x="67309" y="5080"/>
                  </a:lnTo>
                  <a:lnTo>
                    <a:pt x="67309" y="3810"/>
                  </a:lnTo>
                  <a:close/>
                </a:path>
                <a:path w="71119" h="7619">
                  <a:moveTo>
                    <a:pt x="68579" y="2540"/>
                  </a:moveTo>
                  <a:lnTo>
                    <a:pt x="2539" y="2540"/>
                  </a:lnTo>
                  <a:lnTo>
                    <a:pt x="2539" y="3810"/>
                  </a:lnTo>
                  <a:lnTo>
                    <a:pt x="68579" y="3810"/>
                  </a:lnTo>
                  <a:lnTo>
                    <a:pt x="68579" y="2540"/>
                  </a:lnTo>
                  <a:close/>
                </a:path>
                <a:path w="71119" h="7619">
                  <a:moveTo>
                    <a:pt x="69850" y="1270"/>
                  </a:moveTo>
                  <a:lnTo>
                    <a:pt x="1269" y="1270"/>
                  </a:lnTo>
                  <a:lnTo>
                    <a:pt x="1269" y="2540"/>
                  </a:lnTo>
                  <a:lnTo>
                    <a:pt x="69850" y="2540"/>
                  </a:lnTo>
                  <a:lnTo>
                    <a:pt x="69850" y="1270"/>
                  </a:lnTo>
                  <a:close/>
                </a:path>
                <a:path w="71119" h="7619">
                  <a:moveTo>
                    <a:pt x="71119" y="0"/>
                  </a:moveTo>
                  <a:lnTo>
                    <a:pt x="0" y="0"/>
                  </a:lnTo>
                  <a:lnTo>
                    <a:pt x="0" y="1270"/>
                  </a:lnTo>
                  <a:lnTo>
                    <a:pt x="71119" y="1270"/>
                  </a:lnTo>
                  <a:lnTo>
                    <a:pt x="71119" y="0"/>
                  </a:lnTo>
                  <a:close/>
                </a:path>
              </a:pathLst>
            </a:custGeom>
            <a:solidFill>
              <a:srgbClr val="7A017A"/>
            </a:solidFill>
          </p:spPr>
          <p:txBody>
            <a:bodyPr wrap="square" lIns="0" tIns="0" rIns="0" bIns="0" rtlCol="0"/>
            <a:lstStyle/>
            <a:p/>
          </p:txBody>
        </p:sp>
        <p:sp>
          <p:nvSpPr>
            <p:cNvPr id="1003" name="object 1003"/>
            <p:cNvSpPr/>
            <p:nvPr/>
          </p:nvSpPr>
          <p:spPr>
            <a:xfrm>
              <a:off x="2790190" y="1682749"/>
              <a:ext cx="49530" cy="7620"/>
            </a:xfrm>
            <a:custGeom>
              <a:avLst/>
              <a:gdLst/>
              <a:ahLst/>
              <a:cxnLst/>
              <a:rect l="l" t="t" r="r" b="b"/>
              <a:pathLst>
                <a:path w="49530" h="7619">
                  <a:moveTo>
                    <a:pt x="25400" y="6350"/>
                  </a:moveTo>
                  <a:lnTo>
                    <a:pt x="24130" y="6350"/>
                  </a:lnTo>
                  <a:lnTo>
                    <a:pt x="24130" y="7620"/>
                  </a:lnTo>
                  <a:lnTo>
                    <a:pt x="25400" y="7620"/>
                  </a:lnTo>
                  <a:lnTo>
                    <a:pt x="25400" y="6350"/>
                  </a:lnTo>
                  <a:close/>
                </a:path>
                <a:path w="49530" h="7619">
                  <a:moveTo>
                    <a:pt x="38100" y="5079"/>
                  </a:moveTo>
                  <a:lnTo>
                    <a:pt x="13970" y="5079"/>
                  </a:lnTo>
                  <a:lnTo>
                    <a:pt x="13970" y="6350"/>
                  </a:lnTo>
                  <a:lnTo>
                    <a:pt x="38100" y="6350"/>
                  </a:lnTo>
                  <a:lnTo>
                    <a:pt x="38100" y="5079"/>
                  </a:lnTo>
                  <a:close/>
                </a:path>
                <a:path w="49530" h="7619">
                  <a:moveTo>
                    <a:pt x="41910" y="3810"/>
                  </a:moveTo>
                  <a:lnTo>
                    <a:pt x="11430" y="3810"/>
                  </a:lnTo>
                  <a:lnTo>
                    <a:pt x="11430" y="5079"/>
                  </a:lnTo>
                  <a:lnTo>
                    <a:pt x="41910" y="5079"/>
                  </a:lnTo>
                  <a:lnTo>
                    <a:pt x="41910" y="3810"/>
                  </a:lnTo>
                  <a:close/>
                </a:path>
                <a:path w="49530" h="7619">
                  <a:moveTo>
                    <a:pt x="44450" y="2539"/>
                  </a:moveTo>
                  <a:lnTo>
                    <a:pt x="3810" y="2539"/>
                  </a:lnTo>
                  <a:lnTo>
                    <a:pt x="3810" y="3810"/>
                  </a:lnTo>
                  <a:lnTo>
                    <a:pt x="44450" y="3810"/>
                  </a:lnTo>
                  <a:lnTo>
                    <a:pt x="44450" y="2539"/>
                  </a:lnTo>
                  <a:close/>
                </a:path>
                <a:path w="49530" h="7619">
                  <a:moveTo>
                    <a:pt x="46990" y="1270"/>
                  </a:moveTo>
                  <a:lnTo>
                    <a:pt x="2540" y="1270"/>
                  </a:lnTo>
                  <a:lnTo>
                    <a:pt x="2540" y="2539"/>
                  </a:lnTo>
                  <a:lnTo>
                    <a:pt x="46990" y="2539"/>
                  </a:lnTo>
                  <a:lnTo>
                    <a:pt x="46990" y="1270"/>
                  </a:lnTo>
                  <a:close/>
                </a:path>
                <a:path w="49530" h="7619">
                  <a:moveTo>
                    <a:pt x="49530" y="0"/>
                  </a:moveTo>
                  <a:lnTo>
                    <a:pt x="0" y="0"/>
                  </a:lnTo>
                  <a:lnTo>
                    <a:pt x="0" y="1270"/>
                  </a:lnTo>
                  <a:lnTo>
                    <a:pt x="49530" y="1270"/>
                  </a:lnTo>
                  <a:lnTo>
                    <a:pt x="49530" y="0"/>
                  </a:lnTo>
                  <a:close/>
                </a:path>
              </a:pathLst>
            </a:custGeom>
            <a:solidFill>
              <a:srgbClr val="7C017C"/>
            </a:solidFill>
          </p:spPr>
          <p:txBody>
            <a:bodyPr wrap="square" lIns="0" tIns="0" rIns="0" bIns="0" rtlCol="0"/>
            <a:lstStyle/>
            <a:p/>
          </p:txBody>
        </p:sp>
      </p:grpSp>
      <p:grpSp>
        <p:nvGrpSpPr>
          <p:cNvPr id="1004" name="object 1004"/>
          <p:cNvGrpSpPr/>
          <p:nvPr/>
        </p:nvGrpSpPr>
        <p:grpSpPr>
          <a:xfrm>
            <a:off x="3011170" y="1057910"/>
            <a:ext cx="153670" cy="619760"/>
            <a:chOff x="3011170" y="1057910"/>
            <a:chExt cx="153670" cy="619760"/>
          </a:xfrm>
        </p:grpSpPr>
        <p:sp>
          <p:nvSpPr>
            <p:cNvPr id="1005" name="object 1005"/>
            <p:cNvSpPr/>
            <p:nvPr/>
          </p:nvSpPr>
          <p:spPr>
            <a:xfrm>
              <a:off x="3102610" y="1057909"/>
              <a:ext cx="40640" cy="12700"/>
            </a:xfrm>
            <a:custGeom>
              <a:avLst/>
              <a:gdLst/>
              <a:ahLst/>
              <a:cxnLst/>
              <a:rect l="l" t="t" r="r" b="b"/>
              <a:pathLst>
                <a:path w="40639" h="12700">
                  <a:moveTo>
                    <a:pt x="29210" y="1270"/>
                  </a:moveTo>
                  <a:lnTo>
                    <a:pt x="25387" y="1270"/>
                  </a:lnTo>
                  <a:lnTo>
                    <a:pt x="25387" y="0"/>
                  </a:lnTo>
                  <a:lnTo>
                    <a:pt x="22860" y="0"/>
                  </a:lnTo>
                  <a:lnTo>
                    <a:pt x="22860" y="1270"/>
                  </a:lnTo>
                  <a:lnTo>
                    <a:pt x="15240" y="1270"/>
                  </a:lnTo>
                  <a:lnTo>
                    <a:pt x="15240" y="0"/>
                  </a:lnTo>
                  <a:lnTo>
                    <a:pt x="11430" y="0"/>
                  </a:lnTo>
                  <a:lnTo>
                    <a:pt x="11430" y="1270"/>
                  </a:lnTo>
                  <a:lnTo>
                    <a:pt x="8890" y="1270"/>
                  </a:lnTo>
                  <a:lnTo>
                    <a:pt x="8890" y="3810"/>
                  </a:lnTo>
                  <a:lnTo>
                    <a:pt x="29210" y="3810"/>
                  </a:lnTo>
                  <a:lnTo>
                    <a:pt x="29210" y="1270"/>
                  </a:lnTo>
                  <a:close/>
                </a:path>
                <a:path w="40639" h="12700">
                  <a:moveTo>
                    <a:pt x="31737" y="3810"/>
                  </a:moveTo>
                  <a:lnTo>
                    <a:pt x="30480" y="3810"/>
                  </a:lnTo>
                  <a:lnTo>
                    <a:pt x="30480" y="5080"/>
                  </a:lnTo>
                  <a:lnTo>
                    <a:pt x="7620" y="5080"/>
                  </a:lnTo>
                  <a:lnTo>
                    <a:pt x="7620" y="3810"/>
                  </a:lnTo>
                  <a:lnTo>
                    <a:pt x="5080" y="3810"/>
                  </a:lnTo>
                  <a:lnTo>
                    <a:pt x="5080" y="5080"/>
                  </a:lnTo>
                  <a:lnTo>
                    <a:pt x="5080" y="6350"/>
                  </a:lnTo>
                  <a:lnTo>
                    <a:pt x="31737" y="6350"/>
                  </a:lnTo>
                  <a:lnTo>
                    <a:pt x="31737" y="5080"/>
                  </a:lnTo>
                  <a:lnTo>
                    <a:pt x="31737" y="3810"/>
                  </a:lnTo>
                  <a:close/>
                </a:path>
                <a:path w="40639" h="12700">
                  <a:moveTo>
                    <a:pt x="36830" y="7620"/>
                  </a:moveTo>
                  <a:lnTo>
                    <a:pt x="35560" y="7620"/>
                  </a:lnTo>
                  <a:lnTo>
                    <a:pt x="35560" y="6350"/>
                  </a:lnTo>
                  <a:lnTo>
                    <a:pt x="34290" y="6350"/>
                  </a:lnTo>
                  <a:lnTo>
                    <a:pt x="34290" y="7620"/>
                  </a:lnTo>
                  <a:lnTo>
                    <a:pt x="3810" y="7620"/>
                  </a:lnTo>
                  <a:lnTo>
                    <a:pt x="3810" y="6350"/>
                  </a:lnTo>
                  <a:lnTo>
                    <a:pt x="2540" y="6350"/>
                  </a:lnTo>
                  <a:lnTo>
                    <a:pt x="2540" y="7620"/>
                  </a:lnTo>
                  <a:lnTo>
                    <a:pt x="1270" y="7620"/>
                  </a:lnTo>
                  <a:lnTo>
                    <a:pt x="1270" y="10160"/>
                  </a:lnTo>
                  <a:lnTo>
                    <a:pt x="36830" y="10160"/>
                  </a:lnTo>
                  <a:lnTo>
                    <a:pt x="36830" y="7620"/>
                  </a:lnTo>
                  <a:close/>
                </a:path>
                <a:path w="40639" h="12700">
                  <a:moveTo>
                    <a:pt x="40640" y="10160"/>
                  </a:moveTo>
                  <a:lnTo>
                    <a:pt x="39370" y="10160"/>
                  </a:lnTo>
                  <a:lnTo>
                    <a:pt x="39370" y="11430"/>
                  </a:lnTo>
                  <a:lnTo>
                    <a:pt x="0" y="11430"/>
                  </a:lnTo>
                  <a:lnTo>
                    <a:pt x="0" y="12700"/>
                  </a:lnTo>
                  <a:lnTo>
                    <a:pt x="40640" y="12700"/>
                  </a:lnTo>
                  <a:lnTo>
                    <a:pt x="40640" y="10160"/>
                  </a:lnTo>
                  <a:close/>
                </a:path>
              </a:pathLst>
            </a:custGeom>
            <a:solidFill>
              <a:srgbClr val="003300"/>
            </a:solidFill>
          </p:spPr>
          <p:txBody>
            <a:bodyPr wrap="square" lIns="0" tIns="0" rIns="0" bIns="0" rtlCol="0"/>
            <a:lstStyle/>
            <a:p/>
          </p:txBody>
        </p:sp>
        <p:sp>
          <p:nvSpPr>
            <p:cNvPr id="1006" name="object 1006"/>
            <p:cNvSpPr/>
            <p:nvPr/>
          </p:nvSpPr>
          <p:spPr>
            <a:xfrm>
              <a:off x="3011170" y="1070610"/>
              <a:ext cx="137160" cy="6350"/>
            </a:xfrm>
            <a:custGeom>
              <a:avLst/>
              <a:gdLst/>
              <a:ahLst/>
              <a:cxnLst/>
              <a:rect l="l" t="t" r="r" b="b"/>
              <a:pathLst>
                <a:path w="137160" h="6350">
                  <a:moveTo>
                    <a:pt x="78739" y="5080"/>
                  </a:moveTo>
                  <a:lnTo>
                    <a:pt x="0" y="5080"/>
                  </a:lnTo>
                  <a:lnTo>
                    <a:pt x="0" y="6350"/>
                  </a:lnTo>
                  <a:lnTo>
                    <a:pt x="78739" y="6350"/>
                  </a:lnTo>
                  <a:lnTo>
                    <a:pt x="78739" y="5080"/>
                  </a:lnTo>
                  <a:close/>
                </a:path>
                <a:path w="137160" h="6350">
                  <a:moveTo>
                    <a:pt x="137160" y="3810"/>
                  </a:moveTo>
                  <a:lnTo>
                    <a:pt x="135890" y="3810"/>
                  </a:lnTo>
                  <a:lnTo>
                    <a:pt x="135890" y="5080"/>
                  </a:lnTo>
                  <a:lnTo>
                    <a:pt x="87630" y="5080"/>
                  </a:lnTo>
                  <a:lnTo>
                    <a:pt x="87630" y="6350"/>
                  </a:lnTo>
                  <a:lnTo>
                    <a:pt x="137160" y="6350"/>
                  </a:lnTo>
                  <a:lnTo>
                    <a:pt x="137160" y="3810"/>
                  </a:lnTo>
                  <a:close/>
                </a:path>
                <a:path w="137160" h="6350">
                  <a:moveTo>
                    <a:pt x="134619" y="1270"/>
                  </a:moveTo>
                  <a:lnTo>
                    <a:pt x="88900" y="1270"/>
                  </a:lnTo>
                  <a:lnTo>
                    <a:pt x="88900" y="3810"/>
                  </a:lnTo>
                  <a:lnTo>
                    <a:pt x="134619" y="3810"/>
                  </a:lnTo>
                  <a:lnTo>
                    <a:pt x="134619" y="1270"/>
                  </a:lnTo>
                  <a:close/>
                </a:path>
                <a:path w="137160" h="6350">
                  <a:moveTo>
                    <a:pt x="133350" y="0"/>
                  </a:moveTo>
                  <a:lnTo>
                    <a:pt x="90169" y="0"/>
                  </a:lnTo>
                  <a:lnTo>
                    <a:pt x="90169" y="1270"/>
                  </a:lnTo>
                  <a:lnTo>
                    <a:pt x="133350" y="1270"/>
                  </a:lnTo>
                  <a:lnTo>
                    <a:pt x="133350" y="0"/>
                  </a:lnTo>
                  <a:close/>
                </a:path>
                <a:path w="137160" h="6350">
                  <a:moveTo>
                    <a:pt x="78739" y="0"/>
                  </a:moveTo>
                  <a:lnTo>
                    <a:pt x="0" y="0"/>
                  </a:lnTo>
                  <a:lnTo>
                    <a:pt x="0" y="3810"/>
                  </a:lnTo>
                  <a:lnTo>
                    <a:pt x="78739" y="3810"/>
                  </a:lnTo>
                  <a:lnTo>
                    <a:pt x="78739" y="0"/>
                  </a:lnTo>
                  <a:close/>
                </a:path>
              </a:pathLst>
            </a:custGeom>
            <a:solidFill>
              <a:srgbClr val="013101"/>
            </a:solidFill>
          </p:spPr>
          <p:txBody>
            <a:bodyPr wrap="square" lIns="0" tIns="0" rIns="0" bIns="0" rtlCol="0"/>
            <a:lstStyle/>
            <a:p/>
          </p:txBody>
        </p:sp>
        <p:sp>
          <p:nvSpPr>
            <p:cNvPr id="1007" name="object 1007"/>
            <p:cNvSpPr/>
            <p:nvPr/>
          </p:nvSpPr>
          <p:spPr>
            <a:xfrm>
              <a:off x="3011170" y="1076960"/>
              <a:ext cx="143510" cy="7620"/>
            </a:xfrm>
            <a:custGeom>
              <a:avLst/>
              <a:gdLst/>
              <a:ahLst/>
              <a:cxnLst/>
              <a:rect l="l" t="t" r="r" b="b"/>
              <a:pathLst>
                <a:path w="143510" h="7619">
                  <a:moveTo>
                    <a:pt x="77469" y="5079"/>
                  </a:moveTo>
                  <a:lnTo>
                    <a:pt x="0" y="5079"/>
                  </a:lnTo>
                  <a:lnTo>
                    <a:pt x="0" y="7619"/>
                  </a:lnTo>
                  <a:lnTo>
                    <a:pt x="77469" y="7619"/>
                  </a:lnTo>
                  <a:lnTo>
                    <a:pt x="77469" y="5079"/>
                  </a:lnTo>
                  <a:close/>
                </a:path>
                <a:path w="143510" h="7619">
                  <a:moveTo>
                    <a:pt x="143509" y="3809"/>
                  </a:moveTo>
                  <a:lnTo>
                    <a:pt x="142239" y="3809"/>
                  </a:lnTo>
                  <a:lnTo>
                    <a:pt x="142239" y="5079"/>
                  </a:lnTo>
                  <a:lnTo>
                    <a:pt x="83819" y="5079"/>
                  </a:lnTo>
                  <a:lnTo>
                    <a:pt x="83819" y="6349"/>
                  </a:lnTo>
                  <a:lnTo>
                    <a:pt x="82550" y="6349"/>
                  </a:lnTo>
                  <a:lnTo>
                    <a:pt x="82550" y="7619"/>
                  </a:lnTo>
                  <a:lnTo>
                    <a:pt x="143510" y="7619"/>
                  </a:lnTo>
                  <a:lnTo>
                    <a:pt x="143509" y="3809"/>
                  </a:lnTo>
                  <a:close/>
                </a:path>
                <a:path w="143510" h="7619">
                  <a:moveTo>
                    <a:pt x="86360" y="0"/>
                  </a:moveTo>
                  <a:lnTo>
                    <a:pt x="85090" y="0"/>
                  </a:lnTo>
                  <a:lnTo>
                    <a:pt x="85090" y="3809"/>
                  </a:lnTo>
                  <a:lnTo>
                    <a:pt x="140970" y="3809"/>
                  </a:lnTo>
                  <a:lnTo>
                    <a:pt x="140970" y="1269"/>
                  </a:lnTo>
                  <a:lnTo>
                    <a:pt x="86360" y="1269"/>
                  </a:lnTo>
                  <a:lnTo>
                    <a:pt x="86360" y="0"/>
                  </a:lnTo>
                  <a:close/>
                </a:path>
                <a:path w="143510" h="7619">
                  <a:moveTo>
                    <a:pt x="139700" y="0"/>
                  </a:moveTo>
                  <a:lnTo>
                    <a:pt x="138430" y="0"/>
                  </a:lnTo>
                  <a:lnTo>
                    <a:pt x="138430" y="1269"/>
                  </a:lnTo>
                  <a:lnTo>
                    <a:pt x="139700" y="1269"/>
                  </a:lnTo>
                  <a:lnTo>
                    <a:pt x="139700" y="0"/>
                  </a:lnTo>
                  <a:close/>
                </a:path>
                <a:path w="143510" h="7619">
                  <a:moveTo>
                    <a:pt x="78739" y="1269"/>
                  </a:moveTo>
                  <a:lnTo>
                    <a:pt x="0" y="1269"/>
                  </a:lnTo>
                  <a:lnTo>
                    <a:pt x="0" y="3809"/>
                  </a:lnTo>
                  <a:lnTo>
                    <a:pt x="78739" y="3809"/>
                  </a:lnTo>
                  <a:lnTo>
                    <a:pt x="78739" y="1269"/>
                  </a:lnTo>
                  <a:close/>
                </a:path>
              </a:pathLst>
            </a:custGeom>
            <a:solidFill>
              <a:srgbClr val="033103"/>
            </a:solidFill>
          </p:spPr>
          <p:txBody>
            <a:bodyPr wrap="square" lIns="0" tIns="0" rIns="0" bIns="0" rtlCol="0"/>
            <a:lstStyle/>
            <a:p/>
          </p:txBody>
        </p:sp>
        <p:sp>
          <p:nvSpPr>
            <p:cNvPr id="1008" name="object 1008"/>
            <p:cNvSpPr/>
            <p:nvPr/>
          </p:nvSpPr>
          <p:spPr>
            <a:xfrm>
              <a:off x="3011170" y="1084580"/>
              <a:ext cx="148590" cy="7620"/>
            </a:xfrm>
            <a:custGeom>
              <a:avLst/>
              <a:gdLst/>
              <a:ahLst/>
              <a:cxnLst/>
              <a:rect l="l" t="t" r="r" b="b"/>
              <a:pathLst>
                <a:path w="148589" h="7619">
                  <a:moveTo>
                    <a:pt x="77469" y="0"/>
                  </a:moveTo>
                  <a:lnTo>
                    <a:pt x="0" y="0"/>
                  </a:lnTo>
                  <a:lnTo>
                    <a:pt x="0" y="7620"/>
                  </a:lnTo>
                  <a:lnTo>
                    <a:pt x="77469" y="7620"/>
                  </a:lnTo>
                  <a:lnTo>
                    <a:pt x="77469" y="0"/>
                  </a:lnTo>
                  <a:close/>
                </a:path>
                <a:path w="148589" h="7619">
                  <a:moveTo>
                    <a:pt x="148590" y="6350"/>
                  </a:moveTo>
                  <a:lnTo>
                    <a:pt x="80010" y="6350"/>
                  </a:lnTo>
                  <a:lnTo>
                    <a:pt x="80010" y="7620"/>
                  </a:lnTo>
                  <a:lnTo>
                    <a:pt x="148590" y="7620"/>
                  </a:lnTo>
                  <a:lnTo>
                    <a:pt x="148590" y="6350"/>
                  </a:lnTo>
                  <a:close/>
                </a:path>
                <a:path w="148589" h="7619">
                  <a:moveTo>
                    <a:pt x="146050" y="2539"/>
                  </a:moveTo>
                  <a:lnTo>
                    <a:pt x="81280" y="2539"/>
                  </a:lnTo>
                  <a:lnTo>
                    <a:pt x="81280" y="6350"/>
                  </a:lnTo>
                  <a:lnTo>
                    <a:pt x="147319" y="6350"/>
                  </a:lnTo>
                  <a:lnTo>
                    <a:pt x="147319" y="5079"/>
                  </a:lnTo>
                  <a:lnTo>
                    <a:pt x="146050" y="5079"/>
                  </a:lnTo>
                  <a:lnTo>
                    <a:pt x="146050" y="2539"/>
                  </a:lnTo>
                  <a:close/>
                </a:path>
                <a:path w="148589" h="7619">
                  <a:moveTo>
                    <a:pt x="144780" y="0"/>
                  </a:moveTo>
                  <a:lnTo>
                    <a:pt x="82550" y="0"/>
                  </a:lnTo>
                  <a:lnTo>
                    <a:pt x="82550" y="2539"/>
                  </a:lnTo>
                  <a:lnTo>
                    <a:pt x="144780" y="2539"/>
                  </a:lnTo>
                  <a:lnTo>
                    <a:pt x="144780" y="0"/>
                  </a:lnTo>
                  <a:close/>
                </a:path>
              </a:pathLst>
            </a:custGeom>
            <a:solidFill>
              <a:srgbClr val="043004"/>
            </a:solidFill>
          </p:spPr>
          <p:txBody>
            <a:bodyPr wrap="square" lIns="0" tIns="0" rIns="0" bIns="0" rtlCol="0"/>
            <a:lstStyle/>
            <a:p/>
          </p:txBody>
        </p:sp>
        <p:sp>
          <p:nvSpPr>
            <p:cNvPr id="1009" name="object 1009"/>
            <p:cNvSpPr/>
            <p:nvPr/>
          </p:nvSpPr>
          <p:spPr>
            <a:xfrm>
              <a:off x="3011170" y="1092200"/>
              <a:ext cx="152400" cy="6350"/>
            </a:xfrm>
            <a:custGeom>
              <a:avLst/>
              <a:gdLst/>
              <a:ahLst/>
              <a:cxnLst/>
              <a:rect l="l" t="t" r="r" b="b"/>
              <a:pathLst>
                <a:path w="152400" h="6350">
                  <a:moveTo>
                    <a:pt x="77469" y="2539"/>
                  </a:moveTo>
                  <a:lnTo>
                    <a:pt x="0" y="2539"/>
                  </a:lnTo>
                  <a:lnTo>
                    <a:pt x="0" y="6350"/>
                  </a:lnTo>
                  <a:lnTo>
                    <a:pt x="77469" y="6350"/>
                  </a:lnTo>
                  <a:lnTo>
                    <a:pt x="77469" y="2539"/>
                  </a:lnTo>
                  <a:close/>
                </a:path>
                <a:path w="152400" h="6350">
                  <a:moveTo>
                    <a:pt x="151130" y="1269"/>
                  </a:moveTo>
                  <a:lnTo>
                    <a:pt x="149860" y="1269"/>
                  </a:lnTo>
                  <a:lnTo>
                    <a:pt x="149860" y="2539"/>
                  </a:lnTo>
                  <a:lnTo>
                    <a:pt x="80010" y="2539"/>
                  </a:lnTo>
                  <a:lnTo>
                    <a:pt x="80010" y="3809"/>
                  </a:lnTo>
                  <a:lnTo>
                    <a:pt x="78740" y="3809"/>
                  </a:lnTo>
                  <a:lnTo>
                    <a:pt x="78740" y="6350"/>
                  </a:lnTo>
                  <a:lnTo>
                    <a:pt x="152400" y="6350"/>
                  </a:lnTo>
                  <a:lnTo>
                    <a:pt x="152400" y="5079"/>
                  </a:lnTo>
                  <a:lnTo>
                    <a:pt x="151130" y="5079"/>
                  </a:lnTo>
                  <a:lnTo>
                    <a:pt x="151130" y="1269"/>
                  </a:lnTo>
                  <a:close/>
                </a:path>
                <a:path w="152400" h="6350">
                  <a:moveTo>
                    <a:pt x="148590" y="0"/>
                  </a:moveTo>
                  <a:lnTo>
                    <a:pt x="80010" y="0"/>
                  </a:lnTo>
                  <a:lnTo>
                    <a:pt x="80010" y="1269"/>
                  </a:lnTo>
                  <a:lnTo>
                    <a:pt x="148590" y="1269"/>
                  </a:lnTo>
                  <a:lnTo>
                    <a:pt x="148590" y="0"/>
                  </a:lnTo>
                  <a:close/>
                </a:path>
                <a:path w="152400" h="6350">
                  <a:moveTo>
                    <a:pt x="77469" y="0"/>
                  </a:moveTo>
                  <a:lnTo>
                    <a:pt x="0" y="0"/>
                  </a:lnTo>
                  <a:lnTo>
                    <a:pt x="0" y="1269"/>
                  </a:lnTo>
                  <a:lnTo>
                    <a:pt x="77469" y="1269"/>
                  </a:lnTo>
                  <a:lnTo>
                    <a:pt x="77469" y="0"/>
                  </a:lnTo>
                  <a:close/>
                </a:path>
              </a:pathLst>
            </a:custGeom>
            <a:solidFill>
              <a:srgbClr val="063006"/>
            </a:solidFill>
          </p:spPr>
          <p:txBody>
            <a:bodyPr wrap="square" lIns="0" tIns="0" rIns="0" bIns="0" rtlCol="0"/>
            <a:lstStyle/>
            <a:p/>
          </p:txBody>
        </p:sp>
        <p:sp>
          <p:nvSpPr>
            <p:cNvPr id="1010" name="object 1010"/>
            <p:cNvSpPr/>
            <p:nvPr/>
          </p:nvSpPr>
          <p:spPr>
            <a:xfrm>
              <a:off x="3011170" y="1098549"/>
              <a:ext cx="153670" cy="7620"/>
            </a:xfrm>
            <a:custGeom>
              <a:avLst/>
              <a:gdLst/>
              <a:ahLst/>
              <a:cxnLst/>
              <a:rect l="l" t="t" r="r" b="b"/>
              <a:pathLst>
                <a:path w="153669" h="7619">
                  <a:moveTo>
                    <a:pt x="153670" y="1270"/>
                  </a:moveTo>
                  <a:lnTo>
                    <a:pt x="152400" y="1270"/>
                  </a:lnTo>
                  <a:lnTo>
                    <a:pt x="152400"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72F07"/>
            </a:solidFill>
          </p:spPr>
          <p:txBody>
            <a:bodyPr wrap="square" lIns="0" tIns="0" rIns="0" bIns="0" rtlCol="0"/>
            <a:lstStyle/>
            <a:p/>
          </p:txBody>
        </p:sp>
        <p:sp>
          <p:nvSpPr>
            <p:cNvPr id="1011" name="object 1011"/>
            <p:cNvSpPr/>
            <p:nvPr/>
          </p:nvSpPr>
          <p:spPr>
            <a:xfrm>
              <a:off x="301117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92E09"/>
            </a:solidFill>
          </p:spPr>
          <p:txBody>
            <a:bodyPr wrap="square" lIns="0" tIns="0" rIns="0" bIns="0" rtlCol="0"/>
            <a:lstStyle/>
            <a:p/>
          </p:txBody>
        </p:sp>
        <p:sp>
          <p:nvSpPr>
            <p:cNvPr id="1012" name="object 1012"/>
            <p:cNvSpPr/>
            <p:nvPr/>
          </p:nvSpPr>
          <p:spPr>
            <a:xfrm>
              <a:off x="301117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A2E0A"/>
            </a:solidFill>
          </p:spPr>
          <p:txBody>
            <a:bodyPr wrap="square" lIns="0" tIns="0" rIns="0" bIns="0" rtlCol="0"/>
            <a:lstStyle/>
            <a:p/>
          </p:txBody>
        </p:sp>
        <p:sp>
          <p:nvSpPr>
            <p:cNvPr id="1013" name="object 1013"/>
            <p:cNvSpPr/>
            <p:nvPr/>
          </p:nvSpPr>
          <p:spPr>
            <a:xfrm>
              <a:off x="3011170" y="1120139"/>
              <a:ext cx="151130" cy="7620"/>
            </a:xfrm>
            <a:custGeom>
              <a:avLst/>
              <a:gdLst/>
              <a:ahLst/>
              <a:cxnLst/>
              <a:rect l="l" t="t" r="r" b="b"/>
              <a:pathLst>
                <a:path w="151130"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C2D0C"/>
            </a:solidFill>
          </p:spPr>
          <p:txBody>
            <a:bodyPr wrap="square" lIns="0" tIns="0" rIns="0" bIns="0" rtlCol="0"/>
            <a:lstStyle/>
            <a:p/>
          </p:txBody>
        </p:sp>
        <p:sp>
          <p:nvSpPr>
            <p:cNvPr id="1014" name="object 1014"/>
            <p:cNvSpPr/>
            <p:nvPr/>
          </p:nvSpPr>
          <p:spPr>
            <a:xfrm>
              <a:off x="3011170" y="1127759"/>
              <a:ext cx="149860" cy="7620"/>
            </a:xfrm>
            <a:custGeom>
              <a:avLst/>
              <a:gdLst/>
              <a:ahLst/>
              <a:cxnLst/>
              <a:rect l="l" t="t" r="r" b="b"/>
              <a:pathLst>
                <a:path w="149860" h="7619">
                  <a:moveTo>
                    <a:pt x="149860" y="0"/>
                  </a:moveTo>
                  <a:lnTo>
                    <a:pt x="0" y="0"/>
                  </a:lnTo>
                  <a:lnTo>
                    <a:pt x="0" y="6350"/>
                  </a:lnTo>
                  <a:lnTo>
                    <a:pt x="0" y="7620"/>
                  </a:lnTo>
                  <a:lnTo>
                    <a:pt x="148577" y="7620"/>
                  </a:lnTo>
                  <a:lnTo>
                    <a:pt x="148577" y="6350"/>
                  </a:lnTo>
                  <a:lnTo>
                    <a:pt x="149860" y="6350"/>
                  </a:lnTo>
                  <a:lnTo>
                    <a:pt x="149860" y="0"/>
                  </a:lnTo>
                  <a:close/>
                </a:path>
              </a:pathLst>
            </a:custGeom>
            <a:solidFill>
              <a:srgbClr val="0D2D0D"/>
            </a:solidFill>
          </p:spPr>
          <p:txBody>
            <a:bodyPr wrap="square" lIns="0" tIns="0" rIns="0" bIns="0" rtlCol="0"/>
            <a:lstStyle/>
            <a:p/>
          </p:txBody>
        </p:sp>
        <p:sp>
          <p:nvSpPr>
            <p:cNvPr id="1015" name="object 1015"/>
            <p:cNvSpPr/>
            <p:nvPr/>
          </p:nvSpPr>
          <p:spPr>
            <a:xfrm>
              <a:off x="3011170" y="1135380"/>
              <a:ext cx="148590" cy="6350"/>
            </a:xfrm>
            <a:custGeom>
              <a:avLst/>
              <a:gdLst/>
              <a:ahLst/>
              <a:cxnLst/>
              <a:rect l="l" t="t" r="r" b="b"/>
              <a:pathLst>
                <a:path w="148589" h="6350">
                  <a:moveTo>
                    <a:pt x="0" y="6350"/>
                  </a:moveTo>
                  <a:lnTo>
                    <a:pt x="0" y="0"/>
                  </a:lnTo>
                  <a:lnTo>
                    <a:pt x="148589" y="0"/>
                  </a:lnTo>
                  <a:lnTo>
                    <a:pt x="148589" y="6350"/>
                  </a:lnTo>
                  <a:lnTo>
                    <a:pt x="0" y="6350"/>
                  </a:lnTo>
                  <a:close/>
                </a:path>
              </a:pathLst>
            </a:custGeom>
            <a:solidFill>
              <a:srgbClr val="0F2C0F"/>
            </a:solidFill>
          </p:spPr>
          <p:txBody>
            <a:bodyPr wrap="square" lIns="0" tIns="0" rIns="0" bIns="0" rtlCol="0"/>
            <a:lstStyle/>
            <a:p/>
          </p:txBody>
        </p:sp>
        <p:sp>
          <p:nvSpPr>
            <p:cNvPr id="1016" name="object 1016"/>
            <p:cNvSpPr/>
            <p:nvPr/>
          </p:nvSpPr>
          <p:spPr>
            <a:xfrm>
              <a:off x="3011170" y="1141729"/>
              <a:ext cx="148590" cy="7620"/>
            </a:xfrm>
            <a:custGeom>
              <a:avLst/>
              <a:gdLst/>
              <a:ahLst/>
              <a:cxnLst/>
              <a:rect l="l" t="t" r="r" b="b"/>
              <a:pathLst>
                <a:path w="148589" h="7619">
                  <a:moveTo>
                    <a:pt x="148577" y="0"/>
                  </a:moveTo>
                  <a:lnTo>
                    <a:pt x="0" y="0"/>
                  </a:lnTo>
                  <a:lnTo>
                    <a:pt x="0" y="2540"/>
                  </a:lnTo>
                  <a:lnTo>
                    <a:pt x="0" y="7620"/>
                  </a:lnTo>
                  <a:lnTo>
                    <a:pt x="147320" y="7620"/>
                  </a:lnTo>
                  <a:lnTo>
                    <a:pt x="147320" y="2540"/>
                  </a:lnTo>
                  <a:lnTo>
                    <a:pt x="148577" y="2540"/>
                  </a:lnTo>
                  <a:lnTo>
                    <a:pt x="148577" y="0"/>
                  </a:lnTo>
                  <a:close/>
                </a:path>
              </a:pathLst>
            </a:custGeom>
            <a:solidFill>
              <a:srgbClr val="102B10"/>
            </a:solidFill>
          </p:spPr>
          <p:txBody>
            <a:bodyPr wrap="square" lIns="0" tIns="0" rIns="0" bIns="0" rtlCol="0"/>
            <a:lstStyle/>
            <a:p/>
          </p:txBody>
        </p:sp>
        <p:sp>
          <p:nvSpPr>
            <p:cNvPr id="1017" name="object 1017"/>
            <p:cNvSpPr/>
            <p:nvPr/>
          </p:nvSpPr>
          <p:spPr>
            <a:xfrm>
              <a:off x="3011170" y="1149349"/>
              <a:ext cx="147320" cy="7620"/>
            </a:xfrm>
            <a:custGeom>
              <a:avLst/>
              <a:gdLst/>
              <a:ahLst/>
              <a:cxnLst/>
              <a:rect l="l" t="t" r="r" b="b"/>
              <a:pathLst>
                <a:path w="147319"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122B12"/>
            </a:solidFill>
          </p:spPr>
          <p:txBody>
            <a:bodyPr wrap="square" lIns="0" tIns="0" rIns="0" bIns="0" rtlCol="0"/>
            <a:lstStyle/>
            <a:p/>
          </p:txBody>
        </p:sp>
        <p:sp>
          <p:nvSpPr>
            <p:cNvPr id="1018" name="object 1018"/>
            <p:cNvSpPr/>
            <p:nvPr/>
          </p:nvSpPr>
          <p:spPr>
            <a:xfrm>
              <a:off x="301117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132A13"/>
            </a:solidFill>
          </p:spPr>
          <p:txBody>
            <a:bodyPr wrap="square" lIns="0" tIns="0" rIns="0" bIns="0" rtlCol="0"/>
            <a:lstStyle/>
            <a:p/>
          </p:txBody>
        </p:sp>
        <p:sp>
          <p:nvSpPr>
            <p:cNvPr id="1019" name="object 1019"/>
            <p:cNvSpPr/>
            <p:nvPr/>
          </p:nvSpPr>
          <p:spPr>
            <a:xfrm>
              <a:off x="3011170" y="1164590"/>
              <a:ext cx="144780" cy="6350"/>
            </a:xfrm>
            <a:custGeom>
              <a:avLst/>
              <a:gdLst/>
              <a:ahLst/>
              <a:cxnLst/>
              <a:rect l="l" t="t" r="r" b="b"/>
              <a:pathLst>
                <a:path w="144780" h="6350">
                  <a:moveTo>
                    <a:pt x="0" y="6350"/>
                  </a:moveTo>
                  <a:lnTo>
                    <a:pt x="0" y="0"/>
                  </a:lnTo>
                  <a:lnTo>
                    <a:pt x="144780" y="0"/>
                  </a:lnTo>
                  <a:lnTo>
                    <a:pt x="144780" y="6350"/>
                  </a:lnTo>
                  <a:lnTo>
                    <a:pt x="0" y="6350"/>
                  </a:lnTo>
                  <a:close/>
                </a:path>
              </a:pathLst>
            </a:custGeom>
            <a:solidFill>
              <a:srgbClr val="152A15"/>
            </a:solidFill>
          </p:spPr>
          <p:txBody>
            <a:bodyPr wrap="square" lIns="0" tIns="0" rIns="0" bIns="0" rtlCol="0"/>
            <a:lstStyle/>
            <a:p/>
          </p:txBody>
        </p:sp>
        <p:sp>
          <p:nvSpPr>
            <p:cNvPr id="1020" name="object 1020"/>
            <p:cNvSpPr/>
            <p:nvPr/>
          </p:nvSpPr>
          <p:spPr>
            <a:xfrm>
              <a:off x="3011170" y="1170939"/>
              <a:ext cx="144780" cy="7620"/>
            </a:xfrm>
            <a:custGeom>
              <a:avLst/>
              <a:gdLst/>
              <a:ahLst/>
              <a:cxnLst/>
              <a:rect l="l" t="t" r="r" b="b"/>
              <a:pathLst>
                <a:path w="144780"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162916"/>
            </a:solidFill>
          </p:spPr>
          <p:txBody>
            <a:bodyPr wrap="square" lIns="0" tIns="0" rIns="0" bIns="0" rtlCol="0"/>
            <a:lstStyle/>
            <a:p/>
          </p:txBody>
        </p:sp>
        <p:sp>
          <p:nvSpPr>
            <p:cNvPr id="1021" name="object 1021"/>
            <p:cNvSpPr/>
            <p:nvPr/>
          </p:nvSpPr>
          <p:spPr>
            <a:xfrm>
              <a:off x="3011170" y="1178559"/>
              <a:ext cx="143510" cy="7620"/>
            </a:xfrm>
            <a:custGeom>
              <a:avLst/>
              <a:gdLst/>
              <a:ahLst/>
              <a:cxnLst/>
              <a:rect l="l" t="t" r="r" b="b"/>
              <a:pathLst>
                <a:path w="143510" h="7619">
                  <a:moveTo>
                    <a:pt x="143510" y="0"/>
                  </a:moveTo>
                  <a:lnTo>
                    <a:pt x="0" y="0"/>
                  </a:lnTo>
                  <a:lnTo>
                    <a:pt x="0" y="5080"/>
                  </a:lnTo>
                  <a:lnTo>
                    <a:pt x="0" y="7620"/>
                  </a:lnTo>
                  <a:lnTo>
                    <a:pt x="142227" y="7620"/>
                  </a:lnTo>
                  <a:lnTo>
                    <a:pt x="142227" y="5080"/>
                  </a:lnTo>
                  <a:lnTo>
                    <a:pt x="143510" y="5080"/>
                  </a:lnTo>
                  <a:lnTo>
                    <a:pt x="143510" y="0"/>
                  </a:lnTo>
                  <a:close/>
                </a:path>
              </a:pathLst>
            </a:custGeom>
            <a:solidFill>
              <a:srgbClr val="182918"/>
            </a:solidFill>
          </p:spPr>
          <p:txBody>
            <a:bodyPr wrap="square" lIns="0" tIns="0" rIns="0" bIns="0" rtlCol="0"/>
            <a:lstStyle/>
            <a:p/>
          </p:txBody>
        </p:sp>
        <p:sp>
          <p:nvSpPr>
            <p:cNvPr id="1022" name="object 1022"/>
            <p:cNvSpPr/>
            <p:nvPr/>
          </p:nvSpPr>
          <p:spPr>
            <a:xfrm>
              <a:off x="3011170" y="1186180"/>
              <a:ext cx="142240" cy="6350"/>
            </a:xfrm>
            <a:custGeom>
              <a:avLst/>
              <a:gdLst/>
              <a:ahLst/>
              <a:cxnLst/>
              <a:rect l="l" t="t" r="r" b="b"/>
              <a:pathLst>
                <a:path w="142239" h="6350">
                  <a:moveTo>
                    <a:pt x="0" y="6350"/>
                  </a:moveTo>
                  <a:lnTo>
                    <a:pt x="0" y="0"/>
                  </a:lnTo>
                  <a:lnTo>
                    <a:pt x="142239" y="0"/>
                  </a:lnTo>
                  <a:lnTo>
                    <a:pt x="142239" y="6350"/>
                  </a:lnTo>
                  <a:lnTo>
                    <a:pt x="0" y="6350"/>
                  </a:lnTo>
                  <a:close/>
                </a:path>
              </a:pathLst>
            </a:custGeom>
            <a:solidFill>
              <a:srgbClr val="192819"/>
            </a:solidFill>
          </p:spPr>
          <p:txBody>
            <a:bodyPr wrap="square" lIns="0" tIns="0" rIns="0" bIns="0" rtlCol="0"/>
            <a:lstStyle/>
            <a:p/>
          </p:txBody>
        </p:sp>
        <p:sp>
          <p:nvSpPr>
            <p:cNvPr id="1023" name="object 1023"/>
            <p:cNvSpPr/>
            <p:nvPr/>
          </p:nvSpPr>
          <p:spPr>
            <a:xfrm>
              <a:off x="3011170" y="1192530"/>
              <a:ext cx="140970" cy="7620"/>
            </a:xfrm>
            <a:custGeom>
              <a:avLst/>
              <a:gdLst/>
              <a:ahLst/>
              <a:cxnLst/>
              <a:rect l="l" t="t" r="r" b="b"/>
              <a:pathLst>
                <a:path w="140969" h="7619">
                  <a:moveTo>
                    <a:pt x="140969" y="0"/>
                  </a:moveTo>
                  <a:lnTo>
                    <a:pt x="0" y="0"/>
                  </a:lnTo>
                  <a:lnTo>
                    <a:pt x="0" y="7620"/>
                  </a:lnTo>
                  <a:lnTo>
                    <a:pt x="140969" y="7620"/>
                  </a:lnTo>
                  <a:lnTo>
                    <a:pt x="140969" y="0"/>
                  </a:lnTo>
                  <a:close/>
                </a:path>
              </a:pathLst>
            </a:custGeom>
            <a:solidFill>
              <a:srgbClr val="1A271A"/>
            </a:solidFill>
          </p:spPr>
          <p:txBody>
            <a:bodyPr wrap="square" lIns="0" tIns="0" rIns="0" bIns="0" rtlCol="0"/>
            <a:lstStyle/>
            <a:p/>
          </p:txBody>
        </p:sp>
        <p:sp>
          <p:nvSpPr>
            <p:cNvPr id="1024" name="object 1024"/>
            <p:cNvSpPr/>
            <p:nvPr/>
          </p:nvSpPr>
          <p:spPr>
            <a:xfrm>
              <a:off x="3011170" y="1200149"/>
              <a:ext cx="140970" cy="7620"/>
            </a:xfrm>
            <a:custGeom>
              <a:avLst/>
              <a:gdLst/>
              <a:ahLst/>
              <a:cxnLst/>
              <a:rect l="l" t="t" r="r" b="b"/>
              <a:pathLst>
                <a:path w="140969"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1C271C"/>
            </a:solidFill>
          </p:spPr>
          <p:txBody>
            <a:bodyPr wrap="square" lIns="0" tIns="0" rIns="0" bIns="0" rtlCol="0"/>
            <a:lstStyle/>
            <a:p/>
          </p:txBody>
        </p:sp>
        <p:sp>
          <p:nvSpPr>
            <p:cNvPr id="1025" name="object 1025"/>
            <p:cNvSpPr/>
            <p:nvPr/>
          </p:nvSpPr>
          <p:spPr>
            <a:xfrm>
              <a:off x="301117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1D261D"/>
            </a:solidFill>
          </p:spPr>
          <p:txBody>
            <a:bodyPr wrap="square" lIns="0" tIns="0" rIns="0" bIns="0" rtlCol="0"/>
            <a:lstStyle/>
            <a:p/>
          </p:txBody>
        </p:sp>
        <p:sp>
          <p:nvSpPr>
            <p:cNvPr id="1026" name="object 1026"/>
            <p:cNvSpPr/>
            <p:nvPr/>
          </p:nvSpPr>
          <p:spPr>
            <a:xfrm>
              <a:off x="3011170" y="1214119"/>
              <a:ext cx="138430" cy="7620"/>
            </a:xfrm>
            <a:custGeom>
              <a:avLst/>
              <a:gdLst/>
              <a:ahLst/>
              <a:cxnLst/>
              <a:rect l="l" t="t" r="r" b="b"/>
              <a:pathLst>
                <a:path w="138430"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1F261F"/>
            </a:solidFill>
          </p:spPr>
          <p:txBody>
            <a:bodyPr wrap="square" lIns="0" tIns="0" rIns="0" bIns="0" rtlCol="0"/>
            <a:lstStyle/>
            <a:p/>
          </p:txBody>
        </p:sp>
        <p:sp>
          <p:nvSpPr>
            <p:cNvPr id="1027" name="object 1027"/>
            <p:cNvSpPr/>
            <p:nvPr/>
          </p:nvSpPr>
          <p:spPr>
            <a:xfrm>
              <a:off x="3011170" y="1221740"/>
              <a:ext cx="137160" cy="7620"/>
            </a:xfrm>
            <a:custGeom>
              <a:avLst/>
              <a:gdLst/>
              <a:ahLst/>
              <a:cxnLst/>
              <a:rect l="l" t="t" r="r" b="b"/>
              <a:pathLst>
                <a:path w="137160" h="7619">
                  <a:moveTo>
                    <a:pt x="137160" y="0"/>
                  </a:moveTo>
                  <a:lnTo>
                    <a:pt x="0" y="0"/>
                  </a:lnTo>
                  <a:lnTo>
                    <a:pt x="0" y="7620"/>
                  </a:lnTo>
                  <a:lnTo>
                    <a:pt x="137160" y="7620"/>
                  </a:lnTo>
                  <a:lnTo>
                    <a:pt x="137160" y="0"/>
                  </a:lnTo>
                  <a:close/>
                </a:path>
              </a:pathLst>
            </a:custGeom>
            <a:solidFill>
              <a:srgbClr val="202520"/>
            </a:solidFill>
          </p:spPr>
          <p:txBody>
            <a:bodyPr wrap="square" lIns="0" tIns="0" rIns="0" bIns="0" rtlCol="0"/>
            <a:lstStyle/>
            <a:p/>
          </p:txBody>
        </p:sp>
        <p:sp>
          <p:nvSpPr>
            <p:cNvPr id="1028" name="object 1028"/>
            <p:cNvSpPr/>
            <p:nvPr/>
          </p:nvSpPr>
          <p:spPr>
            <a:xfrm>
              <a:off x="3011170" y="1229359"/>
              <a:ext cx="137160" cy="6350"/>
            </a:xfrm>
            <a:custGeom>
              <a:avLst/>
              <a:gdLst/>
              <a:ahLst/>
              <a:cxnLst/>
              <a:rect l="l" t="t" r="r" b="b"/>
              <a:pathLst>
                <a:path w="137160" h="6350">
                  <a:moveTo>
                    <a:pt x="135877" y="1282"/>
                  </a:moveTo>
                  <a:lnTo>
                    <a:pt x="0" y="1282"/>
                  </a:lnTo>
                  <a:lnTo>
                    <a:pt x="0" y="6350"/>
                  </a:lnTo>
                  <a:lnTo>
                    <a:pt x="135877" y="6350"/>
                  </a:lnTo>
                  <a:lnTo>
                    <a:pt x="135877" y="1282"/>
                  </a:lnTo>
                  <a:close/>
                </a:path>
                <a:path w="137160" h="6350">
                  <a:moveTo>
                    <a:pt x="137160" y="0"/>
                  </a:moveTo>
                  <a:lnTo>
                    <a:pt x="0" y="0"/>
                  </a:lnTo>
                  <a:lnTo>
                    <a:pt x="0" y="1270"/>
                  </a:lnTo>
                  <a:lnTo>
                    <a:pt x="137160" y="1270"/>
                  </a:lnTo>
                  <a:lnTo>
                    <a:pt x="137160" y="0"/>
                  </a:lnTo>
                  <a:close/>
                </a:path>
              </a:pathLst>
            </a:custGeom>
            <a:solidFill>
              <a:srgbClr val="222422"/>
            </a:solidFill>
          </p:spPr>
          <p:txBody>
            <a:bodyPr wrap="square" lIns="0" tIns="0" rIns="0" bIns="0" rtlCol="0"/>
            <a:lstStyle/>
            <a:p/>
          </p:txBody>
        </p:sp>
        <p:sp>
          <p:nvSpPr>
            <p:cNvPr id="1029" name="object 1029"/>
            <p:cNvSpPr/>
            <p:nvPr/>
          </p:nvSpPr>
          <p:spPr>
            <a:xfrm>
              <a:off x="3011170" y="1235709"/>
              <a:ext cx="135890" cy="7620"/>
            </a:xfrm>
            <a:custGeom>
              <a:avLst/>
              <a:gdLst/>
              <a:ahLst/>
              <a:cxnLst/>
              <a:rect l="l" t="t" r="r" b="b"/>
              <a:pathLst>
                <a:path w="135889" h="7619">
                  <a:moveTo>
                    <a:pt x="135877" y="0"/>
                  </a:moveTo>
                  <a:lnTo>
                    <a:pt x="0" y="0"/>
                  </a:lnTo>
                  <a:lnTo>
                    <a:pt x="0" y="3810"/>
                  </a:lnTo>
                  <a:lnTo>
                    <a:pt x="0" y="7620"/>
                  </a:lnTo>
                  <a:lnTo>
                    <a:pt x="134620" y="7620"/>
                  </a:lnTo>
                  <a:lnTo>
                    <a:pt x="134620" y="3810"/>
                  </a:lnTo>
                  <a:lnTo>
                    <a:pt x="135877" y="3810"/>
                  </a:lnTo>
                  <a:lnTo>
                    <a:pt x="135877" y="0"/>
                  </a:lnTo>
                  <a:close/>
                </a:path>
              </a:pathLst>
            </a:custGeom>
            <a:solidFill>
              <a:srgbClr val="232423"/>
            </a:solidFill>
          </p:spPr>
          <p:txBody>
            <a:bodyPr wrap="square" lIns="0" tIns="0" rIns="0" bIns="0" rtlCol="0"/>
            <a:lstStyle/>
            <a:p/>
          </p:txBody>
        </p:sp>
        <p:sp>
          <p:nvSpPr>
            <p:cNvPr id="1030" name="object 1030"/>
            <p:cNvSpPr/>
            <p:nvPr/>
          </p:nvSpPr>
          <p:spPr>
            <a:xfrm>
              <a:off x="3011170" y="1243329"/>
              <a:ext cx="134620" cy="7620"/>
            </a:xfrm>
            <a:custGeom>
              <a:avLst/>
              <a:gdLst/>
              <a:ahLst/>
              <a:cxnLst/>
              <a:rect l="l" t="t" r="r" b="b"/>
              <a:pathLst>
                <a:path w="134619"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252325"/>
            </a:solidFill>
          </p:spPr>
          <p:txBody>
            <a:bodyPr wrap="square" lIns="0" tIns="0" rIns="0" bIns="0" rtlCol="0"/>
            <a:lstStyle/>
            <a:p/>
          </p:txBody>
        </p:sp>
        <p:sp>
          <p:nvSpPr>
            <p:cNvPr id="1031" name="object 1031"/>
            <p:cNvSpPr/>
            <p:nvPr/>
          </p:nvSpPr>
          <p:spPr>
            <a:xfrm>
              <a:off x="301117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262326"/>
            </a:solidFill>
          </p:spPr>
          <p:txBody>
            <a:bodyPr wrap="square" lIns="0" tIns="0" rIns="0" bIns="0" rtlCol="0"/>
            <a:lstStyle/>
            <a:p/>
          </p:txBody>
        </p:sp>
        <p:sp>
          <p:nvSpPr>
            <p:cNvPr id="1032" name="object 1032"/>
            <p:cNvSpPr/>
            <p:nvPr/>
          </p:nvSpPr>
          <p:spPr>
            <a:xfrm>
              <a:off x="301117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282228"/>
            </a:solidFill>
          </p:spPr>
          <p:txBody>
            <a:bodyPr wrap="square" lIns="0" tIns="0" rIns="0" bIns="0" rtlCol="0"/>
            <a:lstStyle/>
            <a:p/>
          </p:txBody>
        </p:sp>
        <p:sp>
          <p:nvSpPr>
            <p:cNvPr id="1033" name="object 1033"/>
            <p:cNvSpPr/>
            <p:nvPr/>
          </p:nvSpPr>
          <p:spPr>
            <a:xfrm>
              <a:off x="3011170" y="1264919"/>
              <a:ext cx="132080" cy="7620"/>
            </a:xfrm>
            <a:custGeom>
              <a:avLst/>
              <a:gdLst/>
              <a:ahLst/>
              <a:cxnLst/>
              <a:rect l="l" t="t" r="r" b="b"/>
              <a:pathLst>
                <a:path w="132080"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292129"/>
            </a:solidFill>
          </p:spPr>
          <p:txBody>
            <a:bodyPr wrap="square" lIns="0" tIns="0" rIns="0" bIns="0" rtlCol="0"/>
            <a:lstStyle/>
            <a:p/>
          </p:txBody>
        </p:sp>
        <p:sp>
          <p:nvSpPr>
            <p:cNvPr id="1034" name="object 1034"/>
            <p:cNvSpPr/>
            <p:nvPr/>
          </p:nvSpPr>
          <p:spPr>
            <a:xfrm>
              <a:off x="3011170" y="1272539"/>
              <a:ext cx="130810" cy="7620"/>
            </a:xfrm>
            <a:custGeom>
              <a:avLst/>
              <a:gdLst/>
              <a:ahLst/>
              <a:cxnLst/>
              <a:rect l="l" t="t" r="r" b="b"/>
              <a:pathLst>
                <a:path w="130810"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77" y="5080"/>
                  </a:lnTo>
                  <a:lnTo>
                    <a:pt x="97777" y="2540"/>
                  </a:lnTo>
                  <a:lnTo>
                    <a:pt x="99060" y="2540"/>
                  </a:lnTo>
                  <a:lnTo>
                    <a:pt x="99060" y="1270"/>
                  </a:lnTo>
                  <a:lnTo>
                    <a:pt x="100330" y="1270"/>
                  </a:lnTo>
                  <a:lnTo>
                    <a:pt x="100330" y="0"/>
                  </a:lnTo>
                  <a:close/>
                </a:path>
                <a:path w="130810"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27" y="7620"/>
                  </a:lnTo>
                  <a:lnTo>
                    <a:pt x="129527" y="6350"/>
                  </a:lnTo>
                  <a:lnTo>
                    <a:pt x="130810" y="6350"/>
                  </a:lnTo>
                  <a:lnTo>
                    <a:pt x="130810" y="5080"/>
                  </a:lnTo>
                  <a:lnTo>
                    <a:pt x="130810" y="3810"/>
                  </a:lnTo>
                  <a:lnTo>
                    <a:pt x="130810" y="2540"/>
                  </a:lnTo>
                  <a:lnTo>
                    <a:pt x="130810" y="1270"/>
                  </a:lnTo>
                  <a:lnTo>
                    <a:pt x="130810" y="0"/>
                  </a:lnTo>
                  <a:close/>
                </a:path>
              </a:pathLst>
            </a:custGeom>
            <a:solidFill>
              <a:srgbClr val="2B212B"/>
            </a:solidFill>
          </p:spPr>
          <p:txBody>
            <a:bodyPr wrap="square" lIns="0" tIns="0" rIns="0" bIns="0" rtlCol="0"/>
            <a:lstStyle/>
            <a:p/>
          </p:txBody>
        </p:sp>
        <p:sp>
          <p:nvSpPr>
            <p:cNvPr id="1035" name="object 1035"/>
            <p:cNvSpPr/>
            <p:nvPr/>
          </p:nvSpPr>
          <p:spPr>
            <a:xfrm>
              <a:off x="3011170" y="1280159"/>
              <a:ext cx="129539" cy="6350"/>
            </a:xfrm>
            <a:custGeom>
              <a:avLst/>
              <a:gdLst/>
              <a:ahLst/>
              <a:cxnLst/>
              <a:rect l="l" t="t" r="r" b="b"/>
              <a:pathLst>
                <a:path w="129539" h="6350">
                  <a:moveTo>
                    <a:pt x="95250" y="0"/>
                  </a:moveTo>
                  <a:lnTo>
                    <a:pt x="0" y="0"/>
                  </a:lnTo>
                  <a:lnTo>
                    <a:pt x="0" y="3810"/>
                  </a:lnTo>
                  <a:lnTo>
                    <a:pt x="0" y="6350"/>
                  </a:lnTo>
                  <a:lnTo>
                    <a:pt x="93980" y="6350"/>
                  </a:lnTo>
                  <a:lnTo>
                    <a:pt x="93980" y="3810"/>
                  </a:lnTo>
                  <a:lnTo>
                    <a:pt x="95250" y="3810"/>
                  </a:lnTo>
                  <a:lnTo>
                    <a:pt x="95250" y="0"/>
                  </a:lnTo>
                  <a:close/>
                </a:path>
                <a:path w="129539" h="6350">
                  <a:moveTo>
                    <a:pt x="129527"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27" y="6350"/>
                  </a:lnTo>
                  <a:lnTo>
                    <a:pt x="129527" y="5080"/>
                  </a:lnTo>
                  <a:lnTo>
                    <a:pt x="129527" y="3810"/>
                  </a:lnTo>
                  <a:lnTo>
                    <a:pt x="129527" y="2540"/>
                  </a:lnTo>
                  <a:lnTo>
                    <a:pt x="129527" y="1270"/>
                  </a:lnTo>
                  <a:lnTo>
                    <a:pt x="129527" y="0"/>
                  </a:lnTo>
                  <a:close/>
                </a:path>
              </a:pathLst>
            </a:custGeom>
            <a:solidFill>
              <a:srgbClr val="2C202C"/>
            </a:solidFill>
          </p:spPr>
          <p:txBody>
            <a:bodyPr wrap="square" lIns="0" tIns="0" rIns="0" bIns="0" rtlCol="0"/>
            <a:lstStyle/>
            <a:p/>
          </p:txBody>
        </p:sp>
        <p:sp>
          <p:nvSpPr>
            <p:cNvPr id="1036" name="object 1036"/>
            <p:cNvSpPr/>
            <p:nvPr/>
          </p:nvSpPr>
          <p:spPr>
            <a:xfrm>
              <a:off x="3011170" y="1286509"/>
              <a:ext cx="129539" cy="7620"/>
            </a:xfrm>
            <a:custGeom>
              <a:avLst/>
              <a:gdLst/>
              <a:ahLst/>
              <a:cxnLst/>
              <a:rect l="l" t="t" r="r" b="b"/>
              <a:pathLst>
                <a:path w="129539" h="7619">
                  <a:moveTo>
                    <a:pt x="93980" y="0"/>
                  </a:moveTo>
                  <a:lnTo>
                    <a:pt x="0" y="0"/>
                  </a:lnTo>
                  <a:lnTo>
                    <a:pt x="0" y="2540"/>
                  </a:lnTo>
                  <a:lnTo>
                    <a:pt x="0" y="7620"/>
                  </a:lnTo>
                  <a:lnTo>
                    <a:pt x="92710" y="7620"/>
                  </a:lnTo>
                  <a:lnTo>
                    <a:pt x="92710" y="2540"/>
                  </a:lnTo>
                  <a:lnTo>
                    <a:pt x="93980" y="2540"/>
                  </a:lnTo>
                  <a:lnTo>
                    <a:pt x="93980" y="0"/>
                  </a:lnTo>
                  <a:close/>
                </a:path>
                <a:path w="129539" h="7619">
                  <a:moveTo>
                    <a:pt x="129527"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27" y="2540"/>
                  </a:lnTo>
                  <a:lnTo>
                    <a:pt x="129527" y="0"/>
                  </a:lnTo>
                  <a:close/>
                </a:path>
              </a:pathLst>
            </a:custGeom>
            <a:solidFill>
              <a:srgbClr val="2E202E"/>
            </a:solidFill>
          </p:spPr>
          <p:txBody>
            <a:bodyPr wrap="square" lIns="0" tIns="0" rIns="0" bIns="0" rtlCol="0"/>
            <a:lstStyle/>
            <a:p/>
          </p:txBody>
        </p:sp>
        <p:sp>
          <p:nvSpPr>
            <p:cNvPr id="1037" name="object 1037"/>
            <p:cNvSpPr/>
            <p:nvPr/>
          </p:nvSpPr>
          <p:spPr>
            <a:xfrm>
              <a:off x="3011170" y="1294129"/>
              <a:ext cx="92710" cy="7620"/>
            </a:xfrm>
            <a:custGeom>
              <a:avLst/>
              <a:gdLst/>
              <a:ahLst/>
              <a:cxnLst/>
              <a:rect l="l" t="t" r="r" b="b"/>
              <a:pathLst>
                <a:path w="92710" h="7619">
                  <a:moveTo>
                    <a:pt x="92710" y="0"/>
                  </a:moveTo>
                  <a:lnTo>
                    <a:pt x="0" y="0"/>
                  </a:lnTo>
                  <a:lnTo>
                    <a:pt x="0" y="1270"/>
                  </a:lnTo>
                  <a:lnTo>
                    <a:pt x="0" y="7620"/>
                  </a:lnTo>
                  <a:lnTo>
                    <a:pt x="91427" y="7620"/>
                  </a:lnTo>
                  <a:lnTo>
                    <a:pt x="91427" y="1270"/>
                  </a:lnTo>
                  <a:lnTo>
                    <a:pt x="92710" y="1270"/>
                  </a:lnTo>
                  <a:lnTo>
                    <a:pt x="92710" y="0"/>
                  </a:lnTo>
                  <a:close/>
                </a:path>
              </a:pathLst>
            </a:custGeom>
            <a:solidFill>
              <a:srgbClr val="2F1F2F"/>
            </a:solidFill>
          </p:spPr>
          <p:txBody>
            <a:bodyPr wrap="square" lIns="0" tIns="0" rIns="0" bIns="0" rtlCol="0"/>
            <a:lstStyle/>
            <a:p/>
          </p:txBody>
        </p:sp>
        <p:sp>
          <p:nvSpPr>
            <p:cNvPr id="1038" name="object 1038"/>
            <p:cNvSpPr/>
            <p:nvPr/>
          </p:nvSpPr>
          <p:spPr>
            <a:xfrm>
              <a:off x="3011170" y="1301750"/>
              <a:ext cx="90170" cy="6350"/>
            </a:xfrm>
            <a:custGeom>
              <a:avLst/>
              <a:gdLst/>
              <a:ahLst/>
              <a:cxnLst/>
              <a:rect l="l" t="t" r="r" b="b"/>
              <a:pathLst>
                <a:path w="90169" h="6350">
                  <a:moveTo>
                    <a:pt x="90169" y="0"/>
                  </a:moveTo>
                  <a:lnTo>
                    <a:pt x="0" y="0"/>
                  </a:lnTo>
                  <a:lnTo>
                    <a:pt x="0" y="6350"/>
                  </a:lnTo>
                  <a:lnTo>
                    <a:pt x="90169" y="6350"/>
                  </a:lnTo>
                  <a:lnTo>
                    <a:pt x="90169" y="0"/>
                  </a:lnTo>
                  <a:close/>
                </a:path>
              </a:pathLst>
            </a:custGeom>
            <a:solidFill>
              <a:srgbClr val="311F31"/>
            </a:solidFill>
          </p:spPr>
          <p:txBody>
            <a:bodyPr wrap="square" lIns="0" tIns="0" rIns="0" bIns="0" rtlCol="0"/>
            <a:lstStyle/>
            <a:p/>
          </p:txBody>
        </p:sp>
        <p:sp>
          <p:nvSpPr>
            <p:cNvPr id="1039" name="object 1039"/>
            <p:cNvSpPr/>
            <p:nvPr/>
          </p:nvSpPr>
          <p:spPr>
            <a:xfrm>
              <a:off x="3011170" y="1308100"/>
              <a:ext cx="88900" cy="7620"/>
            </a:xfrm>
            <a:custGeom>
              <a:avLst/>
              <a:gdLst/>
              <a:ahLst/>
              <a:cxnLst/>
              <a:rect l="l" t="t" r="r" b="b"/>
              <a:pathLst>
                <a:path w="88900" h="7619">
                  <a:moveTo>
                    <a:pt x="88900" y="0"/>
                  </a:moveTo>
                  <a:lnTo>
                    <a:pt x="0" y="0"/>
                  </a:lnTo>
                  <a:lnTo>
                    <a:pt x="0" y="7620"/>
                  </a:lnTo>
                  <a:lnTo>
                    <a:pt x="88900" y="7620"/>
                  </a:lnTo>
                  <a:lnTo>
                    <a:pt x="88900" y="0"/>
                  </a:lnTo>
                  <a:close/>
                </a:path>
              </a:pathLst>
            </a:custGeom>
            <a:solidFill>
              <a:srgbClr val="331E33"/>
            </a:solidFill>
          </p:spPr>
          <p:txBody>
            <a:bodyPr wrap="square" lIns="0" tIns="0" rIns="0" bIns="0" rtlCol="0"/>
            <a:lstStyle/>
            <a:p/>
          </p:txBody>
        </p:sp>
        <p:sp>
          <p:nvSpPr>
            <p:cNvPr id="1040" name="object 1040"/>
            <p:cNvSpPr/>
            <p:nvPr/>
          </p:nvSpPr>
          <p:spPr>
            <a:xfrm>
              <a:off x="3011170" y="1315720"/>
              <a:ext cx="87630" cy="7620"/>
            </a:xfrm>
            <a:custGeom>
              <a:avLst/>
              <a:gdLst/>
              <a:ahLst/>
              <a:cxnLst/>
              <a:rect l="l" t="t" r="r" b="b"/>
              <a:pathLst>
                <a:path w="87630" h="7619">
                  <a:moveTo>
                    <a:pt x="87630" y="0"/>
                  </a:moveTo>
                  <a:lnTo>
                    <a:pt x="0" y="0"/>
                  </a:lnTo>
                  <a:lnTo>
                    <a:pt x="0" y="7619"/>
                  </a:lnTo>
                  <a:lnTo>
                    <a:pt x="87630" y="7619"/>
                  </a:lnTo>
                  <a:lnTo>
                    <a:pt x="87630" y="0"/>
                  </a:lnTo>
                  <a:close/>
                </a:path>
              </a:pathLst>
            </a:custGeom>
            <a:solidFill>
              <a:srgbClr val="331D33"/>
            </a:solidFill>
          </p:spPr>
          <p:txBody>
            <a:bodyPr wrap="square" lIns="0" tIns="0" rIns="0" bIns="0" rtlCol="0"/>
            <a:lstStyle/>
            <a:p/>
          </p:txBody>
        </p:sp>
        <p:sp>
          <p:nvSpPr>
            <p:cNvPr id="1041" name="object 1041"/>
            <p:cNvSpPr/>
            <p:nvPr/>
          </p:nvSpPr>
          <p:spPr>
            <a:xfrm>
              <a:off x="3011170" y="1323340"/>
              <a:ext cx="87630" cy="6350"/>
            </a:xfrm>
            <a:custGeom>
              <a:avLst/>
              <a:gdLst/>
              <a:ahLst/>
              <a:cxnLst/>
              <a:rect l="l" t="t" r="r" b="b"/>
              <a:pathLst>
                <a:path w="87630" h="6350">
                  <a:moveTo>
                    <a:pt x="87630" y="0"/>
                  </a:moveTo>
                  <a:lnTo>
                    <a:pt x="0" y="0"/>
                  </a:lnTo>
                  <a:lnTo>
                    <a:pt x="0" y="6350"/>
                  </a:lnTo>
                  <a:lnTo>
                    <a:pt x="86360" y="6350"/>
                  </a:lnTo>
                  <a:lnTo>
                    <a:pt x="86360" y="5080"/>
                  </a:lnTo>
                  <a:lnTo>
                    <a:pt x="87630" y="5080"/>
                  </a:lnTo>
                  <a:lnTo>
                    <a:pt x="87630" y="0"/>
                  </a:lnTo>
                  <a:close/>
                </a:path>
              </a:pathLst>
            </a:custGeom>
            <a:solidFill>
              <a:srgbClr val="351D35"/>
            </a:solidFill>
          </p:spPr>
          <p:txBody>
            <a:bodyPr wrap="square" lIns="0" tIns="0" rIns="0" bIns="0" rtlCol="0"/>
            <a:lstStyle/>
            <a:p/>
          </p:txBody>
        </p:sp>
        <p:sp>
          <p:nvSpPr>
            <p:cNvPr id="1042" name="object 1042"/>
            <p:cNvSpPr/>
            <p:nvPr/>
          </p:nvSpPr>
          <p:spPr>
            <a:xfrm>
              <a:off x="3011170" y="1329690"/>
              <a:ext cx="86360" cy="7620"/>
            </a:xfrm>
            <a:custGeom>
              <a:avLst/>
              <a:gdLst/>
              <a:ahLst/>
              <a:cxnLst/>
              <a:rect l="l" t="t" r="r" b="b"/>
              <a:pathLst>
                <a:path w="86360" h="7619">
                  <a:moveTo>
                    <a:pt x="0" y="7620"/>
                  </a:moveTo>
                  <a:lnTo>
                    <a:pt x="0" y="0"/>
                  </a:lnTo>
                  <a:lnTo>
                    <a:pt x="86360" y="0"/>
                  </a:lnTo>
                  <a:lnTo>
                    <a:pt x="86360" y="7620"/>
                  </a:lnTo>
                  <a:lnTo>
                    <a:pt x="0" y="7620"/>
                  </a:lnTo>
                  <a:close/>
                </a:path>
              </a:pathLst>
            </a:custGeom>
            <a:solidFill>
              <a:srgbClr val="361C36"/>
            </a:solidFill>
          </p:spPr>
          <p:txBody>
            <a:bodyPr wrap="square" lIns="0" tIns="0" rIns="0" bIns="0" rtlCol="0"/>
            <a:lstStyle/>
            <a:p/>
          </p:txBody>
        </p:sp>
        <p:sp>
          <p:nvSpPr>
            <p:cNvPr id="1043" name="object 1043"/>
            <p:cNvSpPr/>
            <p:nvPr/>
          </p:nvSpPr>
          <p:spPr>
            <a:xfrm>
              <a:off x="3011170" y="1337310"/>
              <a:ext cx="86360" cy="7620"/>
            </a:xfrm>
            <a:custGeom>
              <a:avLst/>
              <a:gdLst/>
              <a:ahLst/>
              <a:cxnLst/>
              <a:rect l="l" t="t" r="r" b="b"/>
              <a:pathLst>
                <a:path w="86360" h="7619">
                  <a:moveTo>
                    <a:pt x="0" y="7619"/>
                  </a:moveTo>
                  <a:lnTo>
                    <a:pt x="0" y="0"/>
                  </a:lnTo>
                  <a:lnTo>
                    <a:pt x="86360" y="0"/>
                  </a:lnTo>
                  <a:lnTo>
                    <a:pt x="86360" y="7619"/>
                  </a:lnTo>
                  <a:lnTo>
                    <a:pt x="0" y="7619"/>
                  </a:lnTo>
                  <a:close/>
                </a:path>
              </a:pathLst>
            </a:custGeom>
            <a:solidFill>
              <a:srgbClr val="381C38"/>
            </a:solidFill>
          </p:spPr>
          <p:txBody>
            <a:bodyPr wrap="square" lIns="0" tIns="0" rIns="0" bIns="0" rtlCol="0"/>
            <a:lstStyle/>
            <a:p/>
          </p:txBody>
        </p:sp>
        <p:sp>
          <p:nvSpPr>
            <p:cNvPr id="1044" name="object 1044"/>
            <p:cNvSpPr/>
            <p:nvPr/>
          </p:nvSpPr>
          <p:spPr>
            <a:xfrm>
              <a:off x="3011170" y="1344930"/>
              <a:ext cx="86360" cy="6350"/>
            </a:xfrm>
            <a:custGeom>
              <a:avLst/>
              <a:gdLst/>
              <a:ahLst/>
              <a:cxnLst/>
              <a:rect l="l" t="t" r="r" b="b"/>
              <a:pathLst>
                <a:path w="86360" h="6350">
                  <a:moveTo>
                    <a:pt x="86360" y="0"/>
                  </a:moveTo>
                  <a:lnTo>
                    <a:pt x="0" y="0"/>
                  </a:lnTo>
                  <a:lnTo>
                    <a:pt x="0" y="6350"/>
                  </a:lnTo>
                  <a:lnTo>
                    <a:pt x="85089" y="6350"/>
                  </a:lnTo>
                  <a:lnTo>
                    <a:pt x="85089" y="2540"/>
                  </a:lnTo>
                  <a:lnTo>
                    <a:pt x="86360" y="2540"/>
                  </a:lnTo>
                  <a:lnTo>
                    <a:pt x="86360" y="0"/>
                  </a:lnTo>
                  <a:close/>
                </a:path>
              </a:pathLst>
            </a:custGeom>
            <a:solidFill>
              <a:srgbClr val="391B39"/>
            </a:solidFill>
          </p:spPr>
          <p:txBody>
            <a:bodyPr wrap="square" lIns="0" tIns="0" rIns="0" bIns="0" rtlCol="0"/>
            <a:lstStyle/>
            <a:p/>
          </p:txBody>
        </p:sp>
        <p:sp>
          <p:nvSpPr>
            <p:cNvPr id="1045" name="object 1045"/>
            <p:cNvSpPr/>
            <p:nvPr/>
          </p:nvSpPr>
          <p:spPr>
            <a:xfrm>
              <a:off x="3011170" y="135128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3B1A3B"/>
            </a:solidFill>
          </p:spPr>
          <p:txBody>
            <a:bodyPr wrap="square" lIns="0" tIns="0" rIns="0" bIns="0" rtlCol="0"/>
            <a:lstStyle/>
            <a:p/>
          </p:txBody>
        </p:sp>
        <p:sp>
          <p:nvSpPr>
            <p:cNvPr id="1046" name="object 1046"/>
            <p:cNvSpPr/>
            <p:nvPr/>
          </p:nvSpPr>
          <p:spPr>
            <a:xfrm>
              <a:off x="3011170" y="135890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3C1A3C"/>
            </a:solidFill>
          </p:spPr>
          <p:txBody>
            <a:bodyPr wrap="square" lIns="0" tIns="0" rIns="0" bIns="0" rtlCol="0"/>
            <a:lstStyle/>
            <a:p/>
          </p:txBody>
        </p:sp>
        <p:sp>
          <p:nvSpPr>
            <p:cNvPr id="1047" name="object 1047"/>
            <p:cNvSpPr/>
            <p:nvPr/>
          </p:nvSpPr>
          <p:spPr>
            <a:xfrm>
              <a:off x="3011170" y="1366520"/>
              <a:ext cx="85090" cy="7620"/>
            </a:xfrm>
            <a:custGeom>
              <a:avLst/>
              <a:gdLst/>
              <a:ahLst/>
              <a:cxnLst/>
              <a:rect l="l" t="t" r="r" b="b"/>
              <a:pathLst>
                <a:path w="85089" h="7619">
                  <a:moveTo>
                    <a:pt x="0" y="7619"/>
                  </a:moveTo>
                  <a:lnTo>
                    <a:pt x="0" y="0"/>
                  </a:lnTo>
                  <a:lnTo>
                    <a:pt x="85089" y="0"/>
                  </a:lnTo>
                  <a:lnTo>
                    <a:pt x="85089" y="7619"/>
                  </a:lnTo>
                  <a:lnTo>
                    <a:pt x="0" y="7619"/>
                  </a:lnTo>
                  <a:close/>
                </a:path>
              </a:pathLst>
            </a:custGeom>
            <a:solidFill>
              <a:srgbClr val="3E193E"/>
            </a:solidFill>
          </p:spPr>
          <p:txBody>
            <a:bodyPr wrap="square" lIns="0" tIns="0" rIns="0" bIns="0" rtlCol="0"/>
            <a:lstStyle/>
            <a:p/>
          </p:txBody>
        </p:sp>
        <p:sp>
          <p:nvSpPr>
            <p:cNvPr id="1048" name="object 1048"/>
            <p:cNvSpPr/>
            <p:nvPr/>
          </p:nvSpPr>
          <p:spPr>
            <a:xfrm>
              <a:off x="3011170" y="1374140"/>
              <a:ext cx="85090" cy="6350"/>
            </a:xfrm>
            <a:custGeom>
              <a:avLst/>
              <a:gdLst/>
              <a:ahLst/>
              <a:cxnLst/>
              <a:rect l="l" t="t" r="r" b="b"/>
              <a:pathLst>
                <a:path w="85089" h="6350">
                  <a:moveTo>
                    <a:pt x="0" y="6350"/>
                  </a:moveTo>
                  <a:lnTo>
                    <a:pt x="0" y="0"/>
                  </a:lnTo>
                  <a:lnTo>
                    <a:pt x="85089" y="0"/>
                  </a:lnTo>
                  <a:lnTo>
                    <a:pt x="85089" y="6350"/>
                  </a:lnTo>
                  <a:lnTo>
                    <a:pt x="0" y="6350"/>
                  </a:lnTo>
                  <a:close/>
                </a:path>
              </a:pathLst>
            </a:custGeom>
            <a:solidFill>
              <a:srgbClr val="3F193F"/>
            </a:solidFill>
          </p:spPr>
          <p:txBody>
            <a:bodyPr wrap="square" lIns="0" tIns="0" rIns="0" bIns="0" rtlCol="0"/>
            <a:lstStyle/>
            <a:p/>
          </p:txBody>
        </p:sp>
        <p:sp>
          <p:nvSpPr>
            <p:cNvPr id="1049" name="object 1049"/>
            <p:cNvSpPr/>
            <p:nvPr/>
          </p:nvSpPr>
          <p:spPr>
            <a:xfrm>
              <a:off x="3011170" y="1380490"/>
              <a:ext cx="85090" cy="7620"/>
            </a:xfrm>
            <a:custGeom>
              <a:avLst/>
              <a:gdLst/>
              <a:ahLst/>
              <a:cxnLst/>
              <a:rect l="l" t="t" r="r" b="b"/>
              <a:pathLst>
                <a:path w="85089" h="7619">
                  <a:moveTo>
                    <a:pt x="0" y="7620"/>
                  </a:moveTo>
                  <a:lnTo>
                    <a:pt x="0" y="0"/>
                  </a:lnTo>
                  <a:lnTo>
                    <a:pt x="85089" y="0"/>
                  </a:lnTo>
                  <a:lnTo>
                    <a:pt x="85089" y="7620"/>
                  </a:lnTo>
                  <a:lnTo>
                    <a:pt x="0" y="7620"/>
                  </a:lnTo>
                  <a:close/>
                </a:path>
              </a:pathLst>
            </a:custGeom>
            <a:solidFill>
              <a:srgbClr val="411841"/>
            </a:solidFill>
          </p:spPr>
          <p:txBody>
            <a:bodyPr wrap="square" lIns="0" tIns="0" rIns="0" bIns="0" rtlCol="0"/>
            <a:lstStyle/>
            <a:p/>
          </p:txBody>
        </p:sp>
        <p:sp>
          <p:nvSpPr>
            <p:cNvPr id="1050" name="object 1050"/>
            <p:cNvSpPr/>
            <p:nvPr/>
          </p:nvSpPr>
          <p:spPr>
            <a:xfrm>
              <a:off x="3011170" y="1388110"/>
              <a:ext cx="85090" cy="7620"/>
            </a:xfrm>
            <a:custGeom>
              <a:avLst/>
              <a:gdLst/>
              <a:ahLst/>
              <a:cxnLst/>
              <a:rect l="l" t="t" r="r" b="b"/>
              <a:pathLst>
                <a:path w="85089" h="7619">
                  <a:moveTo>
                    <a:pt x="85089" y="0"/>
                  </a:moveTo>
                  <a:lnTo>
                    <a:pt x="0" y="0"/>
                  </a:lnTo>
                  <a:lnTo>
                    <a:pt x="0" y="5079"/>
                  </a:lnTo>
                  <a:lnTo>
                    <a:pt x="85089" y="5079"/>
                  </a:lnTo>
                  <a:lnTo>
                    <a:pt x="85089" y="0"/>
                  </a:lnTo>
                  <a:close/>
                </a:path>
                <a:path w="85089" h="7619">
                  <a:moveTo>
                    <a:pt x="83819" y="5080"/>
                  </a:moveTo>
                  <a:lnTo>
                    <a:pt x="0" y="5080"/>
                  </a:lnTo>
                  <a:lnTo>
                    <a:pt x="0" y="7619"/>
                  </a:lnTo>
                  <a:lnTo>
                    <a:pt x="83819" y="7619"/>
                  </a:lnTo>
                  <a:lnTo>
                    <a:pt x="83819" y="5080"/>
                  </a:lnTo>
                  <a:close/>
                </a:path>
              </a:pathLst>
            </a:custGeom>
            <a:solidFill>
              <a:srgbClr val="421842"/>
            </a:solidFill>
          </p:spPr>
          <p:txBody>
            <a:bodyPr wrap="square" lIns="0" tIns="0" rIns="0" bIns="0" rtlCol="0"/>
            <a:lstStyle/>
            <a:p/>
          </p:txBody>
        </p:sp>
        <p:sp>
          <p:nvSpPr>
            <p:cNvPr id="1051" name="object 1051"/>
            <p:cNvSpPr/>
            <p:nvPr/>
          </p:nvSpPr>
          <p:spPr>
            <a:xfrm>
              <a:off x="3011170" y="139573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41744"/>
            </a:solidFill>
          </p:spPr>
          <p:txBody>
            <a:bodyPr wrap="square" lIns="0" tIns="0" rIns="0" bIns="0" rtlCol="0"/>
            <a:lstStyle/>
            <a:p/>
          </p:txBody>
        </p:sp>
        <p:sp>
          <p:nvSpPr>
            <p:cNvPr id="1052" name="object 1052"/>
            <p:cNvSpPr/>
            <p:nvPr/>
          </p:nvSpPr>
          <p:spPr>
            <a:xfrm>
              <a:off x="3011170" y="14020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51645"/>
            </a:solidFill>
          </p:spPr>
          <p:txBody>
            <a:bodyPr wrap="square" lIns="0" tIns="0" rIns="0" bIns="0" rtlCol="0"/>
            <a:lstStyle/>
            <a:p/>
          </p:txBody>
        </p:sp>
        <p:sp>
          <p:nvSpPr>
            <p:cNvPr id="1053" name="object 1053"/>
            <p:cNvSpPr/>
            <p:nvPr/>
          </p:nvSpPr>
          <p:spPr>
            <a:xfrm>
              <a:off x="3011170" y="140970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71647"/>
            </a:solidFill>
          </p:spPr>
          <p:txBody>
            <a:bodyPr wrap="square" lIns="0" tIns="0" rIns="0" bIns="0" rtlCol="0"/>
            <a:lstStyle/>
            <a:p/>
          </p:txBody>
        </p:sp>
        <p:sp>
          <p:nvSpPr>
            <p:cNvPr id="1054" name="object 1054"/>
            <p:cNvSpPr/>
            <p:nvPr/>
          </p:nvSpPr>
          <p:spPr>
            <a:xfrm>
              <a:off x="3011170" y="141732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81548"/>
            </a:solidFill>
          </p:spPr>
          <p:txBody>
            <a:bodyPr wrap="square" lIns="0" tIns="0" rIns="0" bIns="0" rtlCol="0"/>
            <a:lstStyle/>
            <a:p/>
          </p:txBody>
        </p:sp>
        <p:sp>
          <p:nvSpPr>
            <p:cNvPr id="1055" name="object 1055"/>
            <p:cNvSpPr/>
            <p:nvPr/>
          </p:nvSpPr>
          <p:spPr>
            <a:xfrm>
              <a:off x="3011170" y="14236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A154A"/>
            </a:solidFill>
          </p:spPr>
          <p:txBody>
            <a:bodyPr wrap="square" lIns="0" tIns="0" rIns="0" bIns="0" rtlCol="0"/>
            <a:lstStyle/>
            <a:p/>
          </p:txBody>
        </p:sp>
        <p:sp>
          <p:nvSpPr>
            <p:cNvPr id="1056" name="object 1056"/>
            <p:cNvSpPr/>
            <p:nvPr/>
          </p:nvSpPr>
          <p:spPr>
            <a:xfrm>
              <a:off x="3011170" y="14312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B144B"/>
            </a:solidFill>
          </p:spPr>
          <p:txBody>
            <a:bodyPr wrap="square" lIns="0" tIns="0" rIns="0" bIns="0" rtlCol="0"/>
            <a:lstStyle/>
            <a:p/>
          </p:txBody>
        </p:sp>
        <p:sp>
          <p:nvSpPr>
            <p:cNvPr id="1057" name="object 1057"/>
            <p:cNvSpPr/>
            <p:nvPr/>
          </p:nvSpPr>
          <p:spPr>
            <a:xfrm>
              <a:off x="3011170" y="14389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4C134C"/>
            </a:solidFill>
          </p:spPr>
          <p:txBody>
            <a:bodyPr wrap="square" lIns="0" tIns="0" rIns="0" bIns="0" rtlCol="0"/>
            <a:lstStyle/>
            <a:p/>
          </p:txBody>
        </p:sp>
        <p:sp>
          <p:nvSpPr>
            <p:cNvPr id="1058" name="object 1058"/>
            <p:cNvSpPr/>
            <p:nvPr/>
          </p:nvSpPr>
          <p:spPr>
            <a:xfrm>
              <a:off x="3011170" y="14452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4E134E"/>
            </a:solidFill>
          </p:spPr>
          <p:txBody>
            <a:bodyPr wrap="square" lIns="0" tIns="0" rIns="0" bIns="0" rtlCol="0"/>
            <a:lstStyle/>
            <a:p/>
          </p:txBody>
        </p:sp>
        <p:sp>
          <p:nvSpPr>
            <p:cNvPr id="1059" name="object 1059"/>
            <p:cNvSpPr/>
            <p:nvPr/>
          </p:nvSpPr>
          <p:spPr>
            <a:xfrm>
              <a:off x="3011170" y="14528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4F124F"/>
            </a:solidFill>
          </p:spPr>
          <p:txBody>
            <a:bodyPr wrap="square" lIns="0" tIns="0" rIns="0" bIns="0" rtlCol="0"/>
            <a:lstStyle/>
            <a:p/>
          </p:txBody>
        </p:sp>
        <p:sp>
          <p:nvSpPr>
            <p:cNvPr id="1060" name="object 1060"/>
            <p:cNvSpPr/>
            <p:nvPr/>
          </p:nvSpPr>
          <p:spPr>
            <a:xfrm>
              <a:off x="3011170" y="14605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11251"/>
            </a:solidFill>
          </p:spPr>
          <p:txBody>
            <a:bodyPr wrap="square" lIns="0" tIns="0" rIns="0" bIns="0" rtlCol="0"/>
            <a:lstStyle/>
            <a:p/>
          </p:txBody>
        </p:sp>
        <p:sp>
          <p:nvSpPr>
            <p:cNvPr id="1061" name="object 1061"/>
            <p:cNvSpPr/>
            <p:nvPr/>
          </p:nvSpPr>
          <p:spPr>
            <a:xfrm>
              <a:off x="3011170" y="14668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21152"/>
            </a:solidFill>
          </p:spPr>
          <p:txBody>
            <a:bodyPr wrap="square" lIns="0" tIns="0" rIns="0" bIns="0" rtlCol="0"/>
            <a:lstStyle/>
            <a:p/>
          </p:txBody>
        </p:sp>
        <p:sp>
          <p:nvSpPr>
            <p:cNvPr id="1062" name="object 1062"/>
            <p:cNvSpPr/>
            <p:nvPr/>
          </p:nvSpPr>
          <p:spPr>
            <a:xfrm>
              <a:off x="3011170" y="14744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41054"/>
            </a:solidFill>
          </p:spPr>
          <p:txBody>
            <a:bodyPr wrap="square" lIns="0" tIns="0" rIns="0" bIns="0" rtlCol="0"/>
            <a:lstStyle/>
            <a:p/>
          </p:txBody>
        </p:sp>
        <p:sp>
          <p:nvSpPr>
            <p:cNvPr id="1063" name="object 1063"/>
            <p:cNvSpPr/>
            <p:nvPr/>
          </p:nvSpPr>
          <p:spPr>
            <a:xfrm>
              <a:off x="3011170" y="148209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51055"/>
            </a:solidFill>
          </p:spPr>
          <p:txBody>
            <a:bodyPr wrap="square" lIns="0" tIns="0" rIns="0" bIns="0" rtlCol="0"/>
            <a:lstStyle/>
            <a:p/>
          </p:txBody>
        </p:sp>
        <p:sp>
          <p:nvSpPr>
            <p:cNvPr id="1064" name="object 1064"/>
            <p:cNvSpPr/>
            <p:nvPr/>
          </p:nvSpPr>
          <p:spPr>
            <a:xfrm>
              <a:off x="3011170" y="148971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70F57"/>
            </a:solidFill>
          </p:spPr>
          <p:txBody>
            <a:bodyPr wrap="square" lIns="0" tIns="0" rIns="0" bIns="0" rtlCol="0"/>
            <a:lstStyle/>
            <a:p/>
          </p:txBody>
        </p:sp>
        <p:sp>
          <p:nvSpPr>
            <p:cNvPr id="1065" name="object 1065"/>
            <p:cNvSpPr/>
            <p:nvPr/>
          </p:nvSpPr>
          <p:spPr>
            <a:xfrm>
              <a:off x="3011170" y="14960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80F58"/>
            </a:solidFill>
          </p:spPr>
          <p:txBody>
            <a:bodyPr wrap="square" lIns="0" tIns="0" rIns="0" bIns="0" rtlCol="0"/>
            <a:lstStyle/>
            <a:p/>
          </p:txBody>
        </p:sp>
        <p:sp>
          <p:nvSpPr>
            <p:cNvPr id="1066" name="object 1066"/>
            <p:cNvSpPr/>
            <p:nvPr/>
          </p:nvSpPr>
          <p:spPr>
            <a:xfrm>
              <a:off x="3011170" y="150368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A0E5A"/>
            </a:solidFill>
          </p:spPr>
          <p:txBody>
            <a:bodyPr wrap="square" lIns="0" tIns="0" rIns="0" bIns="0" rtlCol="0"/>
            <a:lstStyle/>
            <a:p/>
          </p:txBody>
        </p:sp>
        <p:sp>
          <p:nvSpPr>
            <p:cNvPr id="1067" name="object 1067"/>
            <p:cNvSpPr/>
            <p:nvPr/>
          </p:nvSpPr>
          <p:spPr>
            <a:xfrm>
              <a:off x="3011170" y="151130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5B0E5B"/>
            </a:solidFill>
          </p:spPr>
          <p:txBody>
            <a:bodyPr wrap="square" lIns="0" tIns="0" rIns="0" bIns="0" rtlCol="0"/>
            <a:lstStyle/>
            <a:p/>
          </p:txBody>
        </p:sp>
        <p:sp>
          <p:nvSpPr>
            <p:cNvPr id="1068" name="object 1068"/>
            <p:cNvSpPr/>
            <p:nvPr/>
          </p:nvSpPr>
          <p:spPr>
            <a:xfrm>
              <a:off x="3011170" y="15176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5D0D5D"/>
            </a:solidFill>
          </p:spPr>
          <p:txBody>
            <a:bodyPr wrap="square" lIns="0" tIns="0" rIns="0" bIns="0" rtlCol="0"/>
            <a:lstStyle/>
            <a:p/>
          </p:txBody>
        </p:sp>
        <p:sp>
          <p:nvSpPr>
            <p:cNvPr id="1069" name="object 1069"/>
            <p:cNvSpPr/>
            <p:nvPr/>
          </p:nvSpPr>
          <p:spPr>
            <a:xfrm>
              <a:off x="3011170" y="15252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5E0C5E"/>
            </a:solidFill>
          </p:spPr>
          <p:txBody>
            <a:bodyPr wrap="square" lIns="0" tIns="0" rIns="0" bIns="0" rtlCol="0"/>
            <a:lstStyle/>
            <a:p/>
          </p:txBody>
        </p:sp>
        <p:sp>
          <p:nvSpPr>
            <p:cNvPr id="1070" name="object 1070"/>
            <p:cNvSpPr/>
            <p:nvPr/>
          </p:nvSpPr>
          <p:spPr>
            <a:xfrm>
              <a:off x="3011170" y="15328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600C60"/>
            </a:solidFill>
          </p:spPr>
          <p:txBody>
            <a:bodyPr wrap="square" lIns="0" tIns="0" rIns="0" bIns="0" rtlCol="0"/>
            <a:lstStyle/>
            <a:p/>
          </p:txBody>
        </p:sp>
        <p:sp>
          <p:nvSpPr>
            <p:cNvPr id="1071" name="object 1071"/>
            <p:cNvSpPr/>
            <p:nvPr/>
          </p:nvSpPr>
          <p:spPr>
            <a:xfrm>
              <a:off x="3011170" y="15392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10B61"/>
            </a:solidFill>
          </p:spPr>
          <p:txBody>
            <a:bodyPr wrap="square" lIns="0" tIns="0" rIns="0" bIns="0" rtlCol="0"/>
            <a:lstStyle/>
            <a:p/>
          </p:txBody>
        </p:sp>
        <p:sp>
          <p:nvSpPr>
            <p:cNvPr id="1072" name="object 1072"/>
            <p:cNvSpPr/>
            <p:nvPr/>
          </p:nvSpPr>
          <p:spPr>
            <a:xfrm>
              <a:off x="3011170" y="15468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630B63"/>
            </a:solidFill>
          </p:spPr>
          <p:txBody>
            <a:bodyPr wrap="square" lIns="0" tIns="0" rIns="0" bIns="0" rtlCol="0"/>
            <a:lstStyle/>
            <a:p/>
          </p:txBody>
        </p:sp>
        <p:sp>
          <p:nvSpPr>
            <p:cNvPr id="1073" name="object 1073"/>
            <p:cNvSpPr/>
            <p:nvPr/>
          </p:nvSpPr>
          <p:spPr>
            <a:xfrm>
              <a:off x="3011170" y="15544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640A64"/>
            </a:solidFill>
          </p:spPr>
          <p:txBody>
            <a:bodyPr wrap="square" lIns="0" tIns="0" rIns="0" bIns="0" rtlCol="0"/>
            <a:lstStyle/>
            <a:p/>
          </p:txBody>
        </p:sp>
        <p:sp>
          <p:nvSpPr>
            <p:cNvPr id="1074" name="object 1074"/>
            <p:cNvSpPr/>
            <p:nvPr/>
          </p:nvSpPr>
          <p:spPr>
            <a:xfrm>
              <a:off x="3011170" y="15608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60966"/>
            </a:solidFill>
          </p:spPr>
          <p:txBody>
            <a:bodyPr wrap="square" lIns="0" tIns="0" rIns="0" bIns="0" rtlCol="0"/>
            <a:lstStyle/>
            <a:p/>
          </p:txBody>
        </p:sp>
        <p:sp>
          <p:nvSpPr>
            <p:cNvPr id="1075" name="object 1075"/>
            <p:cNvSpPr/>
            <p:nvPr/>
          </p:nvSpPr>
          <p:spPr>
            <a:xfrm>
              <a:off x="3011170" y="15684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70967"/>
            </a:solidFill>
          </p:spPr>
          <p:txBody>
            <a:bodyPr wrap="square" lIns="0" tIns="0" rIns="0" bIns="0" rtlCol="0"/>
            <a:lstStyle/>
            <a:p/>
          </p:txBody>
        </p:sp>
        <p:sp>
          <p:nvSpPr>
            <p:cNvPr id="1076" name="object 1076"/>
            <p:cNvSpPr/>
            <p:nvPr/>
          </p:nvSpPr>
          <p:spPr>
            <a:xfrm>
              <a:off x="3011170" y="157607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680868"/>
            </a:solidFill>
          </p:spPr>
          <p:txBody>
            <a:bodyPr wrap="square" lIns="0" tIns="0" rIns="0" bIns="0" rtlCol="0"/>
            <a:lstStyle/>
            <a:p/>
          </p:txBody>
        </p:sp>
        <p:sp>
          <p:nvSpPr>
            <p:cNvPr id="1077" name="object 1077"/>
            <p:cNvSpPr/>
            <p:nvPr/>
          </p:nvSpPr>
          <p:spPr>
            <a:xfrm>
              <a:off x="3011170" y="158369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6A086A"/>
            </a:solidFill>
          </p:spPr>
          <p:txBody>
            <a:bodyPr wrap="square" lIns="0" tIns="0" rIns="0" bIns="0" rtlCol="0"/>
            <a:lstStyle/>
            <a:p/>
          </p:txBody>
        </p:sp>
        <p:sp>
          <p:nvSpPr>
            <p:cNvPr id="1078" name="object 1078"/>
            <p:cNvSpPr/>
            <p:nvPr/>
          </p:nvSpPr>
          <p:spPr>
            <a:xfrm>
              <a:off x="3011170" y="15900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6B076B"/>
            </a:solidFill>
          </p:spPr>
          <p:txBody>
            <a:bodyPr wrap="square" lIns="0" tIns="0" rIns="0" bIns="0" rtlCol="0"/>
            <a:lstStyle/>
            <a:p/>
          </p:txBody>
        </p:sp>
        <p:sp>
          <p:nvSpPr>
            <p:cNvPr id="1079" name="object 1079"/>
            <p:cNvSpPr/>
            <p:nvPr/>
          </p:nvSpPr>
          <p:spPr>
            <a:xfrm>
              <a:off x="3011170" y="159766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6D076D"/>
            </a:solidFill>
          </p:spPr>
          <p:txBody>
            <a:bodyPr wrap="square" lIns="0" tIns="0" rIns="0" bIns="0" rtlCol="0"/>
            <a:lstStyle/>
            <a:p/>
          </p:txBody>
        </p:sp>
        <p:sp>
          <p:nvSpPr>
            <p:cNvPr id="1080" name="object 1080"/>
            <p:cNvSpPr/>
            <p:nvPr/>
          </p:nvSpPr>
          <p:spPr>
            <a:xfrm>
              <a:off x="3011170" y="160528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6E066E"/>
            </a:solidFill>
          </p:spPr>
          <p:txBody>
            <a:bodyPr wrap="square" lIns="0" tIns="0" rIns="0" bIns="0" rtlCol="0"/>
            <a:lstStyle/>
            <a:p/>
          </p:txBody>
        </p:sp>
        <p:sp>
          <p:nvSpPr>
            <p:cNvPr id="1081" name="object 1081"/>
            <p:cNvSpPr/>
            <p:nvPr/>
          </p:nvSpPr>
          <p:spPr>
            <a:xfrm>
              <a:off x="3011170" y="16116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700570"/>
            </a:solidFill>
          </p:spPr>
          <p:txBody>
            <a:bodyPr wrap="square" lIns="0" tIns="0" rIns="0" bIns="0" rtlCol="0"/>
            <a:lstStyle/>
            <a:p/>
          </p:txBody>
        </p:sp>
        <p:sp>
          <p:nvSpPr>
            <p:cNvPr id="1082" name="object 1082"/>
            <p:cNvSpPr/>
            <p:nvPr/>
          </p:nvSpPr>
          <p:spPr>
            <a:xfrm>
              <a:off x="3011170" y="16192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710571"/>
            </a:solidFill>
          </p:spPr>
          <p:txBody>
            <a:bodyPr wrap="square" lIns="0" tIns="0" rIns="0" bIns="0" rtlCol="0"/>
            <a:lstStyle/>
            <a:p/>
          </p:txBody>
        </p:sp>
        <p:sp>
          <p:nvSpPr>
            <p:cNvPr id="1083" name="object 1083"/>
            <p:cNvSpPr/>
            <p:nvPr/>
          </p:nvSpPr>
          <p:spPr>
            <a:xfrm>
              <a:off x="3011170" y="162687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730473"/>
            </a:solidFill>
          </p:spPr>
          <p:txBody>
            <a:bodyPr wrap="square" lIns="0" tIns="0" rIns="0" bIns="0" rtlCol="0"/>
            <a:lstStyle/>
            <a:p/>
          </p:txBody>
        </p:sp>
        <p:sp>
          <p:nvSpPr>
            <p:cNvPr id="1084" name="object 1084"/>
            <p:cNvSpPr/>
            <p:nvPr/>
          </p:nvSpPr>
          <p:spPr>
            <a:xfrm>
              <a:off x="3011170" y="163322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740474"/>
            </a:solidFill>
          </p:spPr>
          <p:txBody>
            <a:bodyPr wrap="square" lIns="0" tIns="0" rIns="0" bIns="0" rtlCol="0"/>
            <a:lstStyle/>
            <a:p/>
          </p:txBody>
        </p:sp>
        <p:sp>
          <p:nvSpPr>
            <p:cNvPr id="1085" name="object 1085"/>
            <p:cNvSpPr/>
            <p:nvPr/>
          </p:nvSpPr>
          <p:spPr>
            <a:xfrm>
              <a:off x="3011170" y="164084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760376"/>
            </a:solidFill>
          </p:spPr>
          <p:txBody>
            <a:bodyPr wrap="square" lIns="0" tIns="0" rIns="0" bIns="0" rtlCol="0"/>
            <a:lstStyle/>
            <a:p/>
          </p:txBody>
        </p:sp>
        <p:sp>
          <p:nvSpPr>
            <p:cNvPr id="1086" name="object 1086"/>
            <p:cNvSpPr/>
            <p:nvPr/>
          </p:nvSpPr>
          <p:spPr>
            <a:xfrm>
              <a:off x="3011170" y="1648460"/>
              <a:ext cx="83820" cy="6350"/>
            </a:xfrm>
            <a:custGeom>
              <a:avLst/>
              <a:gdLst/>
              <a:ahLst/>
              <a:cxnLst/>
              <a:rect l="l" t="t" r="r" b="b"/>
              <a:pathLst>
                <a:path w="83819" h="6350">
                  <a:moveTo>
                    <a:pt x="0" y="6350"/>
                  </a:moveTo>
                  <a:lnTo>
                    <a:pt x="0" y="0"/>
                  </a:lnTo>
                  <a:lnTo>
                    <a:pt x="83819" y="0"/>
                  </a:lnTo>
                  <a:lnTo>
                    <a:pt x="83819" y="6350"/>
                  </a:lnTo>
                  <a:lnTo>
                    <a:pt x="0" y="6350"/>
                  </a:lnTo>
                  <a:close/>
                </a:path>
              </a:pathLst>
            </a:custGeom>
            <a:solidFill>
              <a:srgbClr val="770277"/>
            </a:solidFill>
          </p:spPr>
          <p:txBody>
            <a:bodyPr wrap="square" lIns="0" tIns="0" rIns="0" bIns="0" rtlCol="0"/>
            <a:lstStyle/>
            <a:p/>
          </p:txBody>
        </p:sp>
        <p:sp>
          <p:nvSpPr>
            <p:cNvPr id="1087" name="object 1087"/>
            <p:cNvSpPr/>
            <p:nvPr/>
          </p:nvSpPr>
          <p:spPr>
            <a:xfrm>
              <a:off x="3011170" y="1654810"/>
              <a:ext cx="83820" cy="7620"/>
            </a:xfrm>
            <a:custGeom>
              <a:avLst/>
              <a:gdLst/>
              <a:ahLst/>
              <a:cxnLst/>
              <a:rect l="l" t="t" r="r" b="b"/>
              <a:pathLst>
                <a:path w="83819" h="7619">
                  <a:moveTo>
                    <a:pt x="0" y="7619"/>
                  </a:moveTo>
                  <a:lnTo>
                    <a:pt x="0" y="0"/>
                  </a:lnTo>
                  <a:lnTo>
                    <a:pt x="83819" y="0"/>
                  </a:lnTo>
                  <a:lnTo>
                    <a:pt x="83819" y="7619"/>
                  </a:lnTo>
                  <a:lnTo>
                    <a:pt x="0" y="7619"/>
                  </a:lnTo>
                  <a:close/>
                </a:path>
              </a:pathLst>
            </a:custGeom>
            <a:solidFill>
              <a:srgbClr val="790279"/>
            </a:solidFill>
          </p:spPr>
          <p:txBody>
            <a:bodyPr wrap="square" lIns="0" tIns="0" rIns="0" bIns="0" rtlCol="0"/>
            <a:lstStyle/>
            <a:p/>
          </p:txBody>
        </p:sp>
        <p:sp>
          <p:nvSpPr>
            <p:cNvPr id="1088" name="object 1088"/>
            <p:cNvSpPr/>
            <p:nvPr/>
          </p:nvSpPr>
          <p:spPr>
            <a:xfrm>
              <a:off x="3011170" y="166243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7A017A"/>
            </a:solidFill>
          </p:spPr>
          <p:txBody>
            <a:bodyPr wrap="square" lIns="0" tIns="0" rIns="0" bIns="0" rtlCol="0"/>
            <a:lstStyle/>
            <a:p/>
          </p:txBody>
        </p:sp>
        <p:sp>
          <p:nvSpPr>
            <p:cNvPr id="1089" name="object 1089"/>
            <p:cNvSpPr/>
            <p:nvPr/>
          </p:nvSpPr>
          <p:spPr>
            <a:xfrm>
              <a:off x="3011170" y="1670050"/>
              <a:ext cx="83820" cy="7620"/>
            </a:xfrm>
            <a:custGeom>
              <a:avLst/>
              <a:gdLst/>
              <a:ahLst/>
              <a:cxnLst/>
              <a:rect l="l" t="t" r="r" b="b"/>
              <a:pathLst>
                <a:path w="83819" h="7619">
                  <a:moveTo>
                    <a:pt x="0" y="7620"/>
                  </a:moveTo>
                  <a:lnTo>
                    <a:pt x="0" y="0"/>
                  </a:lnTo>
                  <a:lnTo>
                    <a:pt x="83819" y="0"/>
                  </a:lnTo>
                  <a:lnTo>
                    <a:pt x="83819" y="7620"/>
                  </a:lnTo>
                  <a:lnTo>
                    <a:pt x="0" y="7620"/>
                  </a:lnTo>
                  <a:close/>
                </a:path>
              </a:pathLst>
            </a:custGeom>
            <a:solidFill>
              <a:srgbClr val="7C017C"/>
            </a:solidFill>
          </p:spPr>
          <p:txBody>
            <a:bodyPr wrap="square" lIns="0" tIns="0" rIns="0" bIns="0" rtlCol="0"/>
            <a:lstStyle/>
            <a:p/>
          </p:txBody>
        </p:sp>
      </p:grpSp>
      <p:grpSp>
        <p:nvGrpSpPr>
          <p:cNvPr id="1090" name="object 1090"/>
          <p:cNvGrpSpPr/>
          <p:nvPr/>
        </p:nvGrpSpPr>
        <p:grpSpPr>
          <a:xfrm>
            <a:off x="3388359" y="855980"/>
            <a:ext cx="205740" cy="834390"/>
            <a:chOff x="3388359" y="855980"/>
            <a:chExt cx="205740" cy="834390"/>
          </a:xfrm>
        </p:grpSpPr>
        <p:sp>
          <p:nvSpPr>
            <p:cNvPr id="1091" name="object 1091"/>
            <p:cNvSpPr/>
            <p:nvPr/>
          </p:nvSpPr>
          <p:spPr>
            <a:xfrm>
              <a:off x="3388360" y="855979"/>
              <a:ext cx="83820" cy="12700"/>
            </a:xfrm>
            <a:custGeom>
              <a:avLst/>
              <a:gdLst/>
              <a:ahLst/>
              <a:cxnLst/>
              <a:rect l="l" t="t" r="r" b="b"/>
              <a:pathLst>
                <a:path w="83820" h="12700">
                  <a:moveTo>
                    <a:pt x="83820" y="0"/>
                  </a:moveTo>
                  <a:lnTo>
                    <a:pt x="0" y="0"/>
                  </a:lnTo>
                  <a:lnTo>
                    <a:pt x="0" y="6350"/>
                  </a:lnTo>
                  <a:lnTo>
                    <a:pt x="0" y="12700"/>
                  </a:lnTo>
                  <a:lnTo>
                    <a:pt x="83820" y="12700"/>
                  </a:lnTo>
                  <a:lnTo>
                    <a:pt x="83820" y="6350"/>
                  </a:lnTo>
                  <a:lnTo>
                    <a:pt x="83820" y="0"/>
                  </a:lnTo>
                  <a:close/>
                </a:path>
              </a:pathLst>
            </a:custGeom>
            <a:solidFill>
              <a:srgbClr val="003300"/>
            </a:solidFill>
          </p:spPr>
          <p:txBody>
            <a:bodyPr wrap="square" lIns="0" tIns="0" rIns="0" bIns="0" rtlCol="0"/>
            <a:lstStyle/>
            <a:p/>
          </p:txBody>
        </p:sp>
        <p:sp>
          <p:nvSpPr>
            <p:cNvPr id="1092" name="object 1092"/>
            <p:cNvSpPr/>
            <p:nvPr/>
          </p:nvSpPr>
          <p:spPr>
            <a:xfrm>
              <a:off x="3388359" y="86868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13301"/>
            </a:solidFill>
          </p:spPr>
          <p:txBody>
            <a:bodyPr wrap="square" lIns="0" tIns="0" rIns="0" bIns="0" rtlCol="0"/>
            <a:lstStyle/>
            <a:p/>
          </p:txBody>
        </p:sp>
        <p:sp>
          <p:nvSpPr>
            <p:cNvPr id="1093" name="object 1093"/>
            <p:cNvSpPr/>
            <p:nvPr/>
          </p:nvSpPr>
          <p:spPr>
            <a:xfrm>
              <a:off x="3388359" y="87630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23102"/>
            </a:solidFill>
          </p:spPr>
          <p:txBody>
            <a:bodyPr wrap="square" lIns="0" tIns="0" rIns="0" bIns="0" rtlCol="0"/>
            <a:lstStyle/>
            <a:p/>
          </p:txBody>
        </p:sp>
        <p:sp>
          <p:nvSpPr>
            <p:cNvPr id="1094" name="object 1094"/>
            <p:cNvSpPr/>
            <p:nvPr/>
          </p:nvSpPr>
          <p:spPr>
            <a:xfrm>
              <a:off x="3388359" y="88392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33103"/>
            </a:solidFill>
          </p:spPr>
          <p:txBody>
            <a:bodyPr wrap="square" lIns="0" tIns="0" rIns="0" bIns="0" rtlCol="0"/>
            <a:lstStyle/>
            <a:p/>
          </p:txBody>
        </p:sp>
        <p:sp>
          <p:nvSpPr>
            <p:cNvPr id="1095" name="object 1095"/>
            <p:cNvSpPr/>
            <p:nvPr/>
          </p:nvSpPr>
          <p:spPr>
            <a:xfrm>
              <a:off x="3388359" y="89027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43004"/>
            </a:solidFill>
          </p:spPr>
          <p:txBody>
            <a:bodyPr wrap="square" lIns="0" tIns="0" rIns="0" bIns="0" rtlCol="0"/>
            <a:lstStyle/>
            <a:p/>
          </p:txBody>
        </p:sp>
        <p:sp>
          <p:nvSpPr>
            <p:cNvPr id="1096" name="object 1096"/>
            <p:cNvSpPr/>
            <p:nvPr/>
          </p:nvSpPr>
          <p:spPr>
            <a:xfrm>
              <a:off x="3388359" y="89789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53005"/>
            </a:solidFill>
          </p:spPr>
          <p:txBody>
            <a:bodyPr wrap="square" lIns="0" tIns="0" rIns="0" bIns="0" rtlCol="0"/>
            <a:lstStyle/>
            <a:p/>
          </p:txBody>
        </p:sp>
        <p:sp>
          <p:nvSpPr>
            <p:cNvPr id="1097" name="object 1097"/>
            <p:cNvSpPr/>
            <p:nvPr/>
          </p:nvSpPr>
          <p:spPr>
            <a:xfrm>
              <a:off x="3388359" y="90551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62F06"/>
            </a:solidFill>
          </p:spPr>
          <p:txBody>
            <a:bodyPr wrap="square" lIns="0" tIns="0" rIns="0" bIns="0" rtlCol="0"/>
            <a:lstStyle/>
            <a:p/>
          </p:txBody>
        </p:sp>
        <p:sp>
          <p:nvSpPr>
            <p:cNvPr id="1098" name="object 1098"/>
            <p:cNvSpPr/>
            <p:nvPr/>
          </p:nvSpPr>
          <p:spPr>
            <a:xfrm>
              <a:off x="3388359" y="91186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72F07"/>
            </a:solidFill>
          </p:spPr>
          <p:txBody>
            <a:bodyPr wrap="square" lIns="0" tIns="0" rIns="0" bIns="0" rtlCol="0"/>
            <a:lstStyle/>
            <a:p/>
          </p:txBody>
        </p:sp>
        <p:sp>
          <p:nvSpPr>
            <p:cNvPr id="1099" name="object 1099"/>
            <p:cNvSpPr/>
            <p:nvPr/>
          </p:nvSpPr>
          <p:spPr>
            <a:xfrm>
              <a:off x="3388359" y="91948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82F08"/>
            </a:solidFill>
          </p:spPr>
          <p:txBody>
            <a:bodyPr wrap="square" lIns="0" tIns="0" rIns="0" bIns="0" rtlCol="0"/>
            <a:lstStyle/>
            <a:p/>
          </p:txBody>
        </p:sp>
        <p:sp>
          <p:nvSpPr>
            <p:cNvPr id="1100" name="object 1100"/>
            <p:cNvSpPr/>
            <p:nvPr/>
          </p:nvSpPr>
          <p:spPr>
            <a:xfrm>
              <a:off x="3388359" y="92710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92E09"/>
            </a:solidFill>
          </p:spPr>
          <p:txBody>
            <a:bodyPr wrap="square" lIns="0" tIns="0" rIns="0" bIns="0" rtlCol="0"/>
            <a:lstStyle/>
            <a:p/>
          </p:txBody>
        </p:sp>
        <p:sp>
          <p:nvSpPr>
            <p:cNvPr id="1101" name="object 1101"/>
            <p:cNvSpPr/>
            <p:nvPr/>
          </p:nvSpPr>
          <p:spPr>
            <a:xfrm>
              <a:off x="3388359" y="9334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B2E0B"/>
            </a:solidFill>
          </p:spPr>
          <p:txBody>
            <a:bodyPr wrap="square" lIns="0" tIns="0" rIns="0" bIns="0" rtlCol="0"/>
            <a:lstStyle/>
            <a:p/>
          </p:txBody>
        </p:sp>
        <p:sp>
          <p:nvSpPr>
            <p:cNvPr id="1102" name="object 1102"/>
            <p:cNvSpPr/>
            <p:nvPr/>
          </p:nvSpPr>
          <p:spPr>
            <a:xfrm>
              <a:off x="3388359" y="94107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C2D0C"/>
            </a:solidFill>
          </p:spPr>
          <p:txBody>
            <a:bodyPr wrap="square" lIns="0" tIns="0" rIns="0" bIns="0" rtlCol="0"/>
            <a:lstStyle/>
            <a:p/>
          </p:txBody>
        </p:sp>
        <p:sp>
          <p:nvSpPr>
            <p:cNvPr id="1103" name="object 1103"/>
            <p:cNvSpPr/>
            <p:nvPr/>
          </p:nvSpPr>
          <p:spPr>
            <a:xfrm>
              <a:off x="3388359" y="94869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0D2D0D"/>
            </a:solidFill>
          </p:spPr>
          <p:txBody>
            <a:bodyPr wrap="square" lIns="0" tIns="0" rIns="0" bIns="0" rtlCol="0"/>
            <a:lstStyle/>
            <a:p/>
          </p:txBody>
        </p:sp>
        <p:sp>
          <p:nvSpPr>
            <p:cNvPr id="1104" name="object 1104"/>
            <p:cNvSpPr/>
            <p:nvPr/>
          </p:nvSpPr>
          <p:spPr>
            <a:xfrm>
              <a:off x="3388359" y="95504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0E2C0E"/>
            </a:solidFill>
          </p:spPr>
          <p:txBody>
            <a:bodyPr wrap="square" lIns="0" tIns="0" rIns="0" bIns="0" rtlCol="0"/>
            <a:lstStyle/>
            <a:p/>
          </p:txBody>
        </p:sp>
        <p:sp>
          <p:nvSpPr>
            <p:cNvPr id="1105" name="object 1105"/>
            <p:cNvSpPr/>
            <p:nvPr/>
          </p:nvSpPr>
          <p:spPr>
            <a:xfrm>
              <a:off x="3388359" y="96266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0F2C0F"/>
            </a:solidFill>
          </p:spPr>
          <p:txBody>
            <a:bodyPr wrap="square" lIns="0" tIns="0" rIns="0" bIns="0" rtlCol="0"/>
            <a:lstStyle/>
            <a:p/>
          </p:txBody>
        </p:sp>
        <p:sp>
          <p:nvSpPr>
            <p:cNvPr id="1106" name="object 1106"/>
            <p:cNvSpPr/>
            <p:nvPr/>
          </p:nvSpPr>
          <p:spPr>
            <a:xfrm>
              <a:off x="3388359" y="97028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102C10"/>
            </a:solidFill>
          </p:spPr>
          <p:txBody>
            <a:bodyPr wrap="square" lIns="0" tIns="0" rIns="0" bIns="0" rtlCol="0"/>
            <a:lstStyle/>
            <a:p/>
          </p:txBody>
        </p:sp>
        <p:sp>
          <p:nvSpPr>
            <p:cNvPr id="1107" name="object 1107"/>
            <p:cNvSpPr/>
            <p:nvPr/>
          </p:nvSpPr>
          <p:spPr>
            <a:xfrm>
              <a:off x="3388359" y="9766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12B11"/>
            </a:solidFill>
          </p:spPr>
          <p:txBody>
            <a:bodyPr wrap="square" lIns="0" tIns="0" rIns="0" bIns="0" rtlCol="0"/>
            <a:lstStyle/>
            <a:p/>
          </p:txBody>
        </p:sp>
        <p:sp>
          <p:nvSpPr>
            <p:cNvPr id="1108" name="object 1108"/>
            <p:cNvSpPr/>
            <p:nvPr/>
          </p:nvSpPr>
          <p:spPr>
            <a:xfrm>
              <a:off x="3388359" y="98425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22B12"/>
            </a:solidFill>
          </p:spPr>
          <p:txBody>
            <a:bodyPr wrap="square" lIns="0" tIns="0" rIns="0" bIns="0" rtlCol="0"/>
            <a:lstStyle/>
            <a:p/>
          </p:txBody>
        </p:sp>
        <p:sp>
          <p:nvSpPr>
            <p:cNvPr id="1109" name="object 1109"/>
            <p:cNvSpPr/>
            <p:nvPr/>
          </p:nvSpPr>
          <p:spPr>
            <a:xfrm>
              <a:off x="3388359" y="99187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132A13"/>
            </a:solidFill>
          </p:spPr>
          <p:txBody>
            <a:bodyPr wrap="square" lIns="0" tIns="0" rIns="0" bIns="0" rtlCol="0"/>
            <a:lstStyle/>
            <a:p/>
          </p:txBody>
        </p:sp>
        <p:sp>
          <p:nvSpPr>
            <p:cNvPr id="1110" name="object 1110"/>
            <p:cNvSpPr/>
            <p:nvPr/>
          </p:nvSpPr>
          <p:spPr>
            <a:xfrm>
              <a:off x="3388359" y="9982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142A14"/>
            </a:solidFill>
          </p:spPr>
          <p:txBody>
            <a:bodyPr wrap="square" lIns="0" tIns="0" rIns="0" bIns="0" rtlCol="0"/>
            <a:lstStyle/>
            <a:p/>
          </p:txBody>
        </p:sp>
        <p:sp>
          <p:nvSpPr>
            <p:cNvPr id="1111" name="object 1111"/>
            <p:cNvSpPr/>
            <p:nvPr/>
          </p:nvSpPr>
          <p:spPr>
            <a:xfrm>
              <a:off x="3388359" y="100584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52915"/>
            </a:solidFill>
          </p:spPr>
          <p:txBody>
            <a:bodyPr wrap="square" lIns="0" tIns="0" rIns="0" bIns="0" rtlCol="0"/>
            <a:lstStyle/>
            <a:p/>
          </p:txBody>
        </p:sp>
        <p:sp>
          <p:nvSpPr>
            <p:cNvPr id="1112" name="object 1112"/>
            <p:cNvSpPr/>
            <p:nvPr/>
          </p:nvSpPr>
          <p:spPr>
            <a:xfrm>
              <a:off x="3388359" y="101346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172917"/>
            </a:solidFill>
          </p:spPr>
          <p:txBody>
            <a:bodyPr wrap="square" lIns="0" tIns="0" rIns="0" bIns="0" rtlCol="0"/>
            <a:lstStyle/>
            <a:p/>
          </p:txBody>
        </p:sp>
        <p:sp>
          <p:nvSpPr>
            <p:cNvPr id="1113" name="object 1113"/>
            <p:cNvSpPr/>
            <p:nvPr/>
          </p:nvSpPr>
          <p:spPr>
            <a:xfrm>
              <a:off x="3388359" y="101981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182818"/>
            </a:solidFill>
          </p:spPr>
          <p:txBody>
            <a:bodyPr wrap="square" lIns="0" tIns="0" rIns="0" bIns="0" rtlCol="0"/>
            <a:lstStyle/>
            <a:p/>
          </p:txBody>
        </p:sp>
        <p:sp>
          <p:nvSpPr>
            <p:cNvPr id="1114" name="object 1114"/>
            <p:cNvSpPr/>
            <p:nvPr/>
          </p:nvSpPr>
          <p:spPr>
            <a:xfrm>
              <a:off x="3388359" y="102743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92819"/>
            </a:solidFill>
          </p:spPr>
          <p:txBody>
            <a:bodyPr wrap="square" lIns="0" tIns="0" rIns="0" bIns="0" rtlCol="0"/>
            <a:lstStyle/>
            <a:p/>
          </p:txBody>
        </p:sp>
        <p:sp>
          <p:nvSpPr>
            <p:cNvPr id="1115" name="object 1115"/>
            <p:cNvSpPr/>
            <p:nvPr/>
          </p:nvSpPr>
          <p:spPr>
            <a:xfrm>
              <a:off x="3388359" y="1035050"/>
              <a:ext cx="83820" cy="6350"/>
            </a:xfrm>
            <a:custGeom>
              <a:avLst/>
              <a:gdLst/>
              <a:ahLst/>
              <a:cxnLst/>
              <a:rect l="l" t="t" r="r" b="b"/>
              <a:pathLst>
                <a:path w="83820" h="6350">
                  <a:moveTo>
                    <a:pt x="0" y="0"/>
                  </a:moveTo>
                  <a:lnTo>
                    <a:pt x="83820" y="0"/>
                  </a:lnTo>
                  <a:lnTo>
                    <a:pt x="83820" y="6350"/>
                  </a:lnTo>
                  <a:lnTo>
                    <a:pt x="0" y="6350"/>
                  </a:lnTo>
                  <a:lnTo>
                    <a:pt x="0" y="0"/>
                  </a:lnTo>
                  <a:close/>
                </a:path>
              </a:pathLst>
            </a:custGeom>
            <a:solidFill>
              <a:srgbClr val="1A281A"/>
            </a:solidFill>
          </p:spPr>
          <p:txBody>
            <a:bodyPr wrap="square" lIns="0" tIns="0" rIns="0" bIns="0" rtlCol="0"/>
            <a:lstStyle/>
            <a:p/>
          </p:txBody>
        </p:sp>
        <p:sp>
          <p:nvSpPr>
            <p:cNvPr id="1116" name="object 1116"/>
            <p:cNvSpPr/>
            <p:nvPr/>
          </p:nvSpPr>
          <p:spPr>
            <a:xfrm>
              <a:off x="3388359" y="1041400"/>
              <a:ext cx="83820" cy="7620"/>
            </a:xfrm>
            <a:custGeom>
              <a:avLst/>
              <a:gdLst/>
              <a:ahLst/>
              <a:cxnLst/>
              <a:rect l="l" t="t" r="r" b="b"/>
              <a:pathLst>
                <a:path w="83820" h="7619">
                  <a:moveTo>
                    <a:pt x="0" y="0"/>
                  </a:moveTo>
                  <a:lnTo>
                    <a:pt x="83820" y="0"/>
                  </a:lnTo>
                  <a:lnTo>
                    <a:pt x="83820" y="7620"/>
                  </a:lnTo>
                  <a:lnTo>
                    <a:pt x="0" y="7620"/>
                  </a:lnTo>
                  <a:lnTo>
                    <a:pt x="0" y="0"/>
                  </a:lnTo>
                  <a:close/>
                </a:path>
              </a:pathLst>
            </a:custGeom>
            <a:solidFill>
              <a:srgbClr val="1B271B"/>
            </a:solidFill>
          </p:spPr>
          <p:txBody>
            <a:bodyPr wrap="square" lIns="0" tIns="0" rIns="0" bIns="0" rtlCol="0"/>
            <a:lstStyle/>
            <a:p/>
          </p:txBody>
        </p:sp>
        <p:sp>
          <p:nvSpPr>
            <p:cNvPr id="1117" name="object 1117"/>
            <p:cNvSpPr/>
            <p:nvPr/>
          </p:nvSpPr>
          <p:spPr>
            <a:xfrm>
              <a:off x="3388359" y="1049020"/>
              <a:ext cx="83820" cy="7620"/>
            </a:xfrm>
            <a:custGeom>
              <a:avLst/>
              <a:gdLst/>
              <a:ahLst/>
              <a:cxnLst/>
              <a:rect l="l" t="t" r="r" b="b"/>
              <a:pathLst>
                <a:path w="83820" h="7619">
                  <a:moveTo>
                    <a:pt x="0" y="0"/>
                  </a:moveTo>
                  <a:lnTo>
                    <a:pt x="83820" y="0"/>
                  </a:lnTo>
                  <a:lnTo>
                    <a:pt x="83820" y="7619"/>
                  </a:lnTo>
                  <a:lnTo>
                    <a:pt x="0" y="7619"/>
                  </a:lnTo>
                  <a:lnTo>
                    <a:pt x="0" y="0"/>
                  </a:lnTo>
                  <a:close/>
                </a:path>
              </a:pathLst>
            </a:custGeom>
            <a:solidFill>
              <a:srgbClr val="1C271C"/>
            </a:solidFill>
          </p:spPr>
          <p:txBody>
            <a:bodyPr wrap="square" lIns="0" tIns="0" rIns="0" bIns="0" rtlCol="0"/>
            <a:lstStyle/>
            <a:p/>
          </p:txBody>
        </p:sp>
        <p:sp>
          <p:nvSpPr>
            <p:cNvPr id="1118" name="object 1118"/>
            <p:cNvSpPr/>
            <p:nvPr/>
          </p:nvSpPr>
          <p:spPr>
            <a:xfrm>
              <a:off x="3388360" y="1056639"/>
              <a:ext cx="142240" cy="6350"/>
            </a:xfrm>
            <a:custGeom>
              <a:avLst/>
              <a:gdLst/>
              <a:ahLst/>
              <a:cxnLst/>
              <a:rect l="l" t="t" r="r" b="b"/>
              <a:pathLst>
                <a:path w="142239" h="6350">
                  <a:moveTo>
                    <a:pt x="83820" y="2540"/>
                  </a:moveTo>
                  <a:lnTo>
                    <a:pt x="0" y="2540"/>
                  </a:lnTo>
                  <a:lnTo>
                    <a:pt x="0" y="5080"/>
                  </a:lnTo>
                  <a:lnTo>
                    <a:pt x="83820" y="5080"/>
                  </a:lnTo>
                  <a:lnTo>
                    <a:pt x="83820" y="2540"/>
                  </a:lnTo>
                  <a:close/>
                </a:path>
                <a:path w="142239" h="6350">
                  <a:moveTo>
                    <a:pt x="83820" y="0"/>
                  </a:moveTo>
                  <a:lnTo>
                    <a:pt x="0" y="0"/>
                  </a:lnTo>
                  <a:lnTo>
                    <a:pt x="0" y="1270"/>
                  </a:lnTo>
                  <a:lnTo>
                    <a:pt x="83820" y="1270"/>
                  </a:lnTo>
                  <a:lnTo>
                    <a:pt x="83820" y="0"/>
                  </a:lnTo>
                  <a:close/>
                </a:path>
                <a:path w="142239" h="6350">
                  <a:moveTo>
                    <a:pt x="107950" y="5080"/>
                  </a:moveTo>
                  <a:lnTo>
                    <a:pt x="105410" y="5080"/>
                  </a:lnTo>
                  <a:lnTo>
                    <a:pt x="105410" y="6350"/>
                  </a:lnTo>
                  <a:lnTo>
                    <a:pt x="107950" y="6350"/>
                  </a:lnTo>
                  <a:lnTo>
                    <a:pt x="107950" y="5080"/>
                  </a:lnTo>
                  <a:close/>
                </a:path>
                <a:path w="142239" h="6350">
                  <a:moveTo>
                    <a:pt x="138430" y="2540"/>
                  </a:moveTo>
                  <a:lnTo>
                    <a:pt x="134620" y="2540"/>
                  </a:lnTo>
                  <a:lnTo>
                    <a:pt x="134620" y="1270"/>
                  </a:lnTo>
                  <a:lnTo>
                    <a:pt x="129540" y="1270"/>
                  </a:lnTo>
                  <a:lnTo>
                    <a:pt x="129540" y="2540"/>
                  </a:lnTo>
                  <a:lnTo>
                    <a:pt x="120650" y="2540"/>
                  </a:lnTo>
                  <a:lnTo>
                    <a:pt x="120650" y="1270"/>
                  </a:lnTo>
                  <a:lnTo>
                    <a:pt x="115570" y="1270"/>
                  </a:lnTo>
                  <a:lnTo>
                    <a:pt x="115570" y="2540"/>
                  </a:lnTo>
                  <a:lnTo>
                    <a:pt x="111760" y="2540"/>
                  </a:lnTo>
                  <a:lnTo>
                    <a:pt x="111760" y="5080"/>
                  </a:lnTo>
                  <a:lnTo>
                    <a:pt x="138430" y="5080"/>
                  </a:lnTo>
                  <a:lnTo>
                    <a:pt x="138430" y="2540"/>
                  </a:lnTo>
                  <a:close/>
                </a:path>
                <a:path w="142239" h="6350">
                  <a:moveTo>
                    <a:pt x="142240" y="5080"/>
                  </a:moveTo>
                  <a:lnTo>
                    <a:pt x="139700" y="5080"/>
                  </a:lnTo>
                  <a:lnTo>
                    <a:pt x="139700" y="6350"/>
                  </a:lnTo>
                  <a:lnTo>
                    <a:pt x="142240" y="6350"/>
                  </a:lnTo>
                  <a:lnTo>
                    <a:pt x="142240" y="5080"/>
                  </a:lnTo>
                  <a:close/>
                </a:path>
              </a:pathLst>
            </a:custGeom>
            <a:solidFill>
              <a:srgbClr val="1D261D"/>
            </a:solidFill>
          </p:spPr>
          <p:txBody>
            <a:bodyPr wrap="square" lIns="0" tIns="0" rIns="0" bIns="0" rtlCol="0"/>
            <a:lstStyle/>
            <a:p/>
          </p:txBody>
        </p:sp>
        <p:sp>
          <p:nvSpPr>
            <p:cNvPr id="1119" name="object 1119"/>
            <p:cNvSpPr/>
            <p:nvPr/>
          </p:nvSpPr>
          <p:spPr>
            <a:xfrm>
              <a:off x="3388359" y="1062990"/>
              <a:ext cx="149860" cy="7620"/>
            </a:xfrm>
            <a:custGeom>
              <a:avLst/>
              <a:gdLst/>
              <a:ahLst/>
              <a:cxnLst/>
              <a:rect l="l" t="t" r="r" b="b"/>
              <a:pathLst>
                <a:path w="149860" h="7619">
                  <a:moveTo>
                    <a:pt x="100329" y="5079"/>
                  </a:moveTo>
                  <a:lnTo>
                    <a:pt x="99060" y="5079"/>
                  </a:lnTo>
                  <a:lnTo>
                    <a:pt x="99060" y="7620"/>
                  </a:lnTo>
                  <a:lnTo>
                    <a:pt x="149860" y="7620"/>
                  </a:lnTo>
                  <a:lnTo>
                    <a:pt x="149860" y="6350"/>
                  </a:lnTo>
                  <a:lnTo>
                    <a:pt x="100329" y="6350"/>
                  </a:lnTo>
                  <a:lnTo>
                    <a:pt x="100329" y="5079"/>
                  </a:lnTo>
                  <a:close/>
                </a:path>
                <a:path w="149860" h="7619">
                  <a:moveTo>
                    <a:pt x="149860" y="5079"/>
                  </a:moveTo>
                  <a:lnTo>
                    <a:pt x="148589" y="5079"/>
                  </a:lnTo>
                  <a:lnTo>
                    <a:pt x="148589" y="6350"/>
                  </a:lnTo>
                  <a:lnTo>
                    <a:pt x="149860" y="6350"/>
                  </a:lnTo>
                  <a:lnTo>
                    <a:pt x="149860" y="5079"/>
                  </a:lnTo>
                  <a:close/>
                </a:path>
                <a:path w="149860" h="7619">
                  <a:moveTo>
                    <a:pt x="147320" y="2539"/>
                  </a:moveTo>
                  <a:lnTo>
                    <a:pt x="101600" y="2539"/>
                  </a:lnTo>
                  <a:lnTo>
                    <a:pt x="101600" y="5079"/>
                  </a:lnTo>
                  <a:lnTo>
                    <a:pt x="147320" y="5079"/>
                  </a:lnTo>
                  <a:lnTo>
                    <a:pt x="147320" y="2539"/>
                  </a:lnTo>
                  <a:close/>
                </a:path>
                <a:path w="149860" h="7619">
                  <a:moveTo>
                    <a:pt x="104139" y="1269"/>
                  </a:moveTo>
                  <a:lnTo>
                    <a:pt x="102869" y="1269"/>
                  </a:lnTo>
                  <a:lnTo>
                    <a:pt x="102869" y="2539"/>
                  </a:lnTo>
                  <a:lnTo>
                    <a:pt x="104139" y="2539"/>
                  </a:lnTo>
                  <a:lnTo>
                    <a:pt x="104139" y="1269"/>
                  </a:lnTo>
                  <a:close/>
                </a:path>
                <a:path w="149860" h="7619">
                  <a:moveTo>
                    <a:pt x="146049" y="1269"/>
                  </a:moveTo>
                  <a:lnTo>
                    <a:pt x="143510" y="1269"/>
                  </a:lnTo>
                  <a:lnTo>
                    <a:pt x="143510" y="2539"/>
                  </a:lnTo>
                  <a:lnTo>
                    <a:pt x="146049" y="2539"/>
                  </a:lnTo>
                  <a:lnTo>
                    <a:pt x="146049" y="1269"/>
                  </a:lnTo>
                  <a:close/>
                </a:path>
                <a:path w="149860" h="7619">
                  <a:moveTo>
                    <a:pt x="142239" y="0"/>
                  </a:moveTo>
                  <a:lnTo>
                    <a:pt x="105410" y="0"/>
                  </a:lnTo>
                  <a:lnTo>
                    <a:pt x="105410" y="1269"/>
                  </a:lnTo>
                  <a:lnTo>
                    <a:pt x="142239" y="1269"/>
                  </a:lnTo>
                  <a:lnTo>
                    <a:pt x="142239" y="0"/>
                  </a:lnTo>
                  <a:close/>
                </a:path>
                <a:path w="149860" h="7619">
                  <a:moveTo>
                    <a:pt x="83820" y="6350"/>
                  </a:moveTo>
                  <a:lnTo>
                    <a:pt x="0" y="6350"/>
                  </a:lnTo>
                  <a:lnTo>
                    <a:pt x="0" y="7619"/>
                  </a:lnTo>
                  <a:lnTo>
                    <a:pt x="83820" y="7619"/>
                  </a:lnTo>
                  <a:lnTo>
                    <a:pt x="83820" y="6350"/>
                  </a:lnTo>
                  <a:close/>
                </a:path>
                <a:path w="149860" h="7619">
                  <a:moveTo>
                    <a:pt x="83820" y="2539"/>
                  </a:moveTo>
                  <a:lnTo>
                    <a:pt x="0" y="2539"/>
                  </a:lnTo>
                  <a:lnTo>
                    <a:pt x="0" y="5079"/>
                  </a:lnTo>
                  <a:lnTo>
                    <a:pt x="83820" y="5079"/>
                  </a:lnTo>
                  <a:lnTo>
                    <a:pt x="83820" y="2539"/>
                  </a:lnTo>
                  <a:close/>
                </a:path>
                <a:path w="149860" h="7619">
                  <a:moveTo>
                    <a:pt x="83820" y="0"/>
                  </a:moveTo>
                  <a:lnTo>
                    <a:pt x="0" y="0"/>
                  </a:lnTo>
                  <a:lnTo>
                    <a:pt x="0" y="1269"/>
                  </a:lnTo>
                  <a:lnTo>
                    <a:pt x="83820" y="1269"/>
                  </a:lnTo>
                  <a:lnTo>
                    <a:pt x="83820" y="0"/>
                  </a:lnTo>
                  <a:close/>
                </a:path>
              </a:pathLst>
            </a:custGeom>
            <a:solidFill>
              <a:srgbClr val="1E261E"/>
            </a:solidFill>
          </p:spPr>
          <p:txBody>
            <a:bodyPr wrap="square" lIns="0" tIns="0" rIns="0" bIns="0" rtlCol="0"/>
            <a:lstStyle/>
            <a:p/>
          </p:txBody>
        </p:sp>
        <p:sp>
          <p:nvSpPr>
            <p:cNvPr id="1120" name="object 1120"/>
            <p:cNvSpPr/>
            <p:nvPr/>
          </p:nvSpPr>
          <p:spPr>
            <a:xfrm>
              <a:off x="3388359" y="1070610"/>
              <a:ext cx="157480" cy="7620"/>
            </a:xfrm>
            <a:custGeom>
              <a:avLst/>
              <a:gdLst/>
              <a:ahLst/>
              <a:cxnLst/>
              <a:rect l="l" t="t" r="r" b="b"/>
              <a:pathLst>
                <a:path w="157479" h="7619">
                  <a:moveTo>
                    <a:pt x="92710" y="6349"/>
                  </a:moveTo>
                  <a:lnTo>
                    <a:pt x="91439" y="6349"/>
                  </a:lnTo>
                  <a:lnTo>
                    <a:pt x="91439" y="7619"/>
                  </a:lnTo>
                  <a:lnTo>
                    <a:pt x="92710" y="7619"/>
                  </a:lnTo>
                  <a:lnTo>
                    <a:pt x="92710" y="6349"/>
                  </a:lnTo>
                  <a:close/>
                </a:path>
                <a:path w="157479" h="7619">
                  <a:moveTo>
                    <a:pt x="157479" y="6349"/>
                  </a:moveTo>
                  <a:lnTo>
                    <a:pt x="156210" y="6349"/>
                  </a:lnTo>
                  <a:lnTo>
                    <a:pt x="156210" y="7619"/>
                  </a:lnTo>
                  <a:lnTo>
                    <a:pt x="157479" y="7619"/>
                  </a:lnTo>
                  <a:lnTo>
                    <a:pt x="157479" y="6349"/>
                  </a:lnTo>
                  <a:close/>
                </a:path>
                <a:path w="157479" h="7619">
                  <a:moveTo>
                    <a:pt x="95250" y="3809"/>
                  </a:moveTo>
                  <a:lnTo>
                    <a:pt x="93979" y="3809"/>
                  </a:lnTo>
                  <a:lnTo>
                    <a:pt x="93979" y="6349"/>
                  </a:lnTo>
                  <a:lnTo>
                    <a:pt x="156210" y="6349"/>
                  </a:lnTo>
                  <a:lnTo>
                    <a:pt x="156210" y="5079"/>
                  </a:lnTo>
                  <a:lnTo>
                    <a:pt x="95250" y="5079"/>
                  </a:lnTo>
                  <a:lnTo>
                    <a:pt x="95250" y="3809"/>
                  </a:lnTo>
                  <a:close/>
                </a:path>
                <a:path w="157479" h="7619">
                  <a:moveTo>
                    <a:pt x="156209" y="3809"/>
                  </a:moveTo>
                  <a:lnTo>
                    <a:pt x="154939" y="3809"/>
                  </a:lnTo>
                  <a:lnTo>
                    <a:pt x="154939" y="5079"/>
                  </a:lnTo>
                  <a:lnTo>
                    <a:pt x="156210" y="5079"/>
                  </a:lnTo>
                  <a:lnTo>
                    <a:pt x="156209" y="3809"/>
                  </a:lnTo>
                  <a:close/>
                </a:path>
                <a:path w="157479" h="7619">
                  <a:moveTo>
                    <a:pt x="153669" y="1269"/>
                  </a:moveTo>
                  <a:lnTo>
                    <a:pt x="96519" y="1269"/>
                  </a:lnTo>
                  <a:lnTo>
                    <a:pt x="96519" y="3809"/>
                  </a:lnTo>
                  <a:lnTo>
                    <a:pt x="153669" y="3809"/>
                  </a:lnTo>
                  <a:lnTo>
                    <a:pt x="153669" y="1269"/>
                  </a:lnTo>
                  <a:close/>
                </a:path>
                <a:path w="157479" h="7619">
                  <a:moveTo>
                    <a:pt x="99060" y="0"/>
                  </a:moveTo>
                  <a:lnTo>
                    <a:pt x="97789" y="0"/>
                  </a:lnTo>
                  <a:lnTo>
                    <a:pt x="97789" y="1269"/>
                  </a:lnTo>
                  <a:lnTo>
                    <a:pt x="99060" y="1269"/>
                  </a:lnTo>
                  <a:lnTo>
                    <a:pt x="99060" y="0"/>
                  </a:lnTo>
                  <a:close/>
                </a:path>
                <a:path w="157479" h="7619">
                  <a:moveTo>
                    <a:pt x="152400" y="0"/>
                  </a:moveTo>
                  <a:lnTo>
                    <a:pt x="151130" y="0"/>
                  </a:lnTo>
                  <a:lnTo>
                    <a:pt x="151130" y="1269"/>
                  </a:lnTo>
                  <a:lnTo>
                    <a:pt x="152400" y="1269"/>
                  </a:lnTo>
                  <a:lnTo>
                    <a:pt x="152400" y="0"/>
                  </a:lnTo>
                  <a:close/>
                </a:path>
                <a:path w="157479" h="7619">
                  <a:moveTo>
                    <a:pt x="83820" y="5079"/>
                  </a:moveTo>
                  <a:lnTo>
                    <a:pt x="0" y="5079"/>
                  </a:lnTo>
                  <a:lnTo>
                    <a:pt x="0" y="6349"/>
                  </a:lnTo>
                  <a:lnTo>
                    <a:pt x="83820" y="6349"/>
                  </a:lnTo>
                  <a:lnTo>
                    <a:pt x="83820" y="5079"/>
                  </a:lnTo>
                  <a:close/>
                </a:path>
                <a:path w="157479" h="7619">
                  <a:moveTo>
                    <a:pt x="83820" y="1269"/>
                  </a:moveTo>
                  <a:lnTo>
                    <a:pt x="0" y="1269"/>
                  </a:lnTo>
                  <a:lnTo>
                    <a:pt x="0" y="3809"/>
                  </a:lnTo>
                  <a:lnTo>
                    <a:pt x="83820" y="3809"/>
                  </a:lnTo>
                  <a:lnTo>
                    <a:pt x="83820" y="1269"/>
                  </a:lnTo>
                  <a:close/>
                </a:path>
              </a:pathLst>
            </a:custGeom>
            <a:solidFill>
              <a:srgbClr val="1F251F"/>
            </a:solidFill>
          </p:spPr>
          <p:txBody>
            <a:bodyPr wrap="square" lIns="0" tIns="0" rIns="0" bIns="0" rtlCol="0"/>
            <a:lstStyle/>
            <a:p/>
          </p:txBody>
        </p:sp>
        <p:sp>
          <p:nvSpPr>
            <p:cNvPr id="1121" name="object 1121"/>
            <p:cNvSpPr/>
            <p:nvPr/>
          </p:nvSpPr>
          <p:spPr>
            <a:xfrm>
              <a:off x="3388359" y="1078230"/>
              <a:ext cx="160020" cy="6350"/>
            </a:xfrm>
            <a:custGeom>
              <a:avLst/>
              <a:gdLst/>
              <a:ahLst/>
              <a:cxnLst/>
              <a:rect l="l" t="t" r="r" b="b"/>
              <a:pathLst>
                <a:path w="160020" h="6350">
                  <a:moveTo>
                    <a:pt x="88900" y="5079"/>
                  </a:moveTo>
                  <a:lnTo>
                    <a:pt x="87629" y="5079"/>
                  </a:lnTo>
                  <a:lnTo>
                    <a:pt x="87629" y="6350"/>
                  </a:lnTo>
                  <a:lnTo>
                    <a:pt x="88900" y="6350"/>
                  </a:lnTo>
                  <a:lnTo>
                    <a:pt x="88900" y="5079"/>
                  </a:lnTo>
                  <a:close/>
                </a:path>
                <a:path w="160020" h="6350">
                  <a:moveTo>
                    <a:pt x="90169" y="2539"/>
                  </a:moveTo>
                  <a:lnTo>
                    <a:pt x="88900" y="2539"/>
                  </a:lnTo>
                  <a:lnTo>
                    <a:pt x="88900" y="5079"/>
                  </a:lnTo>
                  <a:lnTo>
                    <a:pt x="160020" y="5079"/>
                  </a:lnTo>
                  <a:lnTo>
                    <a:pt x="160020" y="3810"/>
                  </a:lnTo>
                  <a:lnTo>
                    <a:pt x="90169" y="3810"/>
                  </a:lnTo>
                  <a:lnTo>
                    <a:pt x="90169" y="2539"/>
                  </a:lnTo>
                  <a:close/>
                </a:path>
                <a:path w="160020" h="6350">
                  <a:moveTo>
                    <a:pt x="158750" y="0"/>
                  </a:moveTo>
                  <a:lnTo>
                    <a:pt x="91439" y="0"/>
                  </a:lnTo>
                  <a:lnTo>
                    <a:pt x="91439" y="2539"/>
                  </a:lnTo>
                  <a:lnTo>
                    <a:pt x="158750" y="2539"/>
                  </a:lnTo>
                  <a:lnTo>
                    <a:pt x="158750" y="0"/>
                  </a:lnTo>
                  <a:close/>
                </a:path>
                <a:path w="160020" h="6350">
                  <a:moveTo>
                    <a:pt x="83820" y="3810"/>
                  </a:moveTo>
                  <a:lnTo>
                    <a:pt x="0" y="3810"/>
                  </a:lnTo>
                  <a:lnTo>
                    <a:pt x="0" y="5079"/>
                  </a:lnTo>
                  <a:lnTo>
                    <a:pt x="83820" y="5079"/>
                  </a:lnTo>
                  <a:lnTo>
                    <a:pt x="83820" y="3810"/>
                  </a:lnTo>
                  <a:close/>
                </a:path>
                <a:path w="160020" h="6350">
                  <a:moveTo>
                    <a:pt x="83820" y="0"/>
                  </a:moveTo>
                  <a:lnTo>
                    <a:pt x="0" y="0"/>
                  </a:lnTo>
                  <a:lnTo>
                    <a:pt x="0" y="2539"/>
                  </a:lnTo>
                  <a:lnTo>
                    <a:pt x="83820" y="2539"/>
                  </a:lnTo>
                  <a:lnTo>
                    <a:pt x="83820" y="0"/>
                  </a:lnTo>
                  <a:close/>
                </a:path>
              </a:pathLst>
            </a:custGeom>
            <a:solidFill>
              <a:srgbClr val="202520"/>
            </a:solidFill>
          </p:spPr>
          <p:txBody>
            <a:bodyPr wrap="square" lIns="0" tIns="0" rIns="0" bIns="0" rtlCol="0"/>
            <a:lstStyle/>
            <a:p/>
          </p:txBody>
        </p:sp>
        <p:sp>
          <p:nvSpPr>
            <p:cNvPr id="1122" name="object 1122"/>
            <p:cNvSpPr/>
            <p:nvPr/>
          </p:nvSpPr>
          <p:spPr>
            <a:xfrm>
              <a:off x="3388360" y="1084579"/>
              <a:ext cx="165100" cy="7620"/>
            </a:xfrm>
            <a:custGeom>
              <a:avLst/>
              <a:gdLst/>
              <a:ahLst/>
              <a:cxnLst/>
              <a:rect l="l" t="t" r="r" b="b"/>
              <a:pathLst>
                <a:path w="165100" h="7619">
                  <a:moveTo>
                    <a:pt x="165100" y="6350"/>
                  </a:moveTo>
                  <a:lnTo>
                    <a:pt x="163830" y="6350"/>
                  </a:lnTo>
                  <a:lnTo>
                    <a:pt x="163830" y="3810"/>
                  </a:lnTo>
                  <a:lnTo>
                    <a:pt x="162547" y="3810"/>
                  </a:lnTo>
                  <a:lnTo>
                    <a:pt x="162547" y="2540"/>
                  </a:lnTo>
                  <a:lnTo>
                    <a:pt x="162560" y="0"/>
                  </a:lnTo>
                  <a:lnTo>
                    <a:pt x="85090" y="0"/>
                  </a:lnTo>
                  <a:lnTo>
                    <a:pt x="85090" y="2540"/>
                  </a:lnTo>
                  <a:lnTo>
                    <a:pt x="83820" y="2540"/>
                  </a:lnTo>
                  <a:lnTo>
                    <a:pt x="83820" y="3810"/>
                  </a:lnTo>
                  <a:lnTo>
                    <a:pt x="82550" y="3810"/>
                  </a:lnTo>
                  <a:lnTo>
                    <a:pt x="82550" y="2540"/>
                  </a:lnTo>
                  <a:lnTo>
                    <a:pt x="83820" y="2540"/>
                  </a:lnTo>
                  <a:lnTo>
                    <a:pt x="83820" y="0"/>
                  </a:lnTo>
                  <a:lnTo>
                    <a:pt x="0" y="0"/>
                  </a:lnTo>
                  <a:lnTo>
                    <a:pt x="0" y="2540"/>
                  </a:lnTo>
                  <a:lnTo>
                    <a:pt x="0" y="3810"/>
                  </a:lnTo>
                  <a:lnTo>
                    <a:pt x="0" y="6350"/>
                  </a:lnTo>
                  <a:lnTo>
                    <a:pt x="0" y="7620"/>
                  </a:lnTo>
                  <a:lnTo>
                    <a:pt x="165100" y="7620"/>
                  </a:lnTo>
                  <a:lnTo>
                    <a:pt x="165100" y="6350"/>
                  </a:lnTo>
                  <a:close/>
                </a:path>
              </a:pathLst>
            </a:custGeom>
            <a:solidFill>
              <a:srgbClr val="222522"/>
            </a:solidFill>
          </p:spPr>
          <p:txBody>
            <a:bodyPr wrap="square" lIns="0" tIns="0" rIns="0" bIns="0" rtlCol="0"/>
            <a:lstStyle/>
            <a:p/>
          </p:txBody>
        </p:sp>
        <p:sp>
          <p:nvSpPr>
            <p:cNvPr id="1123" name="object 1123"/>
            <p:cNvSpPr/>
            <p:nvPr/>
          </p:nvSpPr>
          <p:spPr>
            <a:xfrm>
              <a:off x="3388360" y="1092199"/>
              <a:ext cx="168910" cy="7620"/>
            </a:xfrm>
            <a:custGeom>
              <a:avLst/>
              <a:gdLst/>
              <a:ahLst/>
              <a:cxnLst/>
              <a:rect l="l" t="t" r="r" b="b"/>
              <a:pathLst>
                <a:path w="168910" h="7619">
                  <a:moveTo>
                    <a:pt x="168910" y="5080"/>
                  </a:moveTo>
                  <a:lnTo>
                    <a:pt x="167640" y="5080"/>
                  </a:lnTo>
                  <a:lnTo>
                    <a:pt x="167640" y="3810"/>
                  </a:lnTo>
                  <a:lnTo>
                    <a:pt x="166370" y="3810"/>
                  </a:lnTo>
                  <a:lnTo>
                    <a:pt x="166370" y="1270"/>
                  </a:lnTo>
                  <a:lnTo>
                    <a:pt x="165100" y="1270"/>
                  </a:lnTo>
                  <a:lnTo>
                    <a:pt x="165100" y="0"/>
                  </a:lnTo>
                  <a:lnTo>
                    <a:pt x="0" y="0"/>
                  </a:lnTo>
                  <a:lnTo>
                    <a:pt x="0" y="1270"/>
                  </a:lnTo>
                  <a:lnTo>
                    <a:pt x="0" y="3810"/>
                  </a:lnTo>
                  <a:lnTo>
                    <a:pt x="0" y="5080"/>
                  </a:lnTo>
                  <a:lnTo>
                    <a:pt x="0" y="7620"/>
                  </a:lnTo>
                  <a:lnTo>
                    <a:pt x="168910" y="7620"/>
                  </a:lnTo>
                  <a:lnTo>
                    <a:pt x="168910" y="5080"/>
                  </a:lnTo>
                  <a:close/>
                </a:path>
              </a:pathLst>
            </a:custGeom>
            <a:solidFill>
              <a:srgbClr val="232423"/>
            </a:solidFill>
          </p:spPr>
          <p:txBody>
            <a:bodyPr wrap="square" lIns="0" tIns="0" rIns="0" bIns="0" rtlCol="0"/>
            <a:lstStyle/>
            <a:p/>
          </p:txBody>
        </p:sp>
        <p:sp>
          <p:nvSpPr>
            <p:cNvPr id="1124" name="object 1124"/>
            <p:cNvSpPr/>
            <p:nvPr/>
          </p:nvSpPr>
          <p:spPr>
            <a:xfrm>
              <a:off x="3388360" y="1099819"/>
              <a:ext cx="171450" cy="6350"/>
            </a:xfrm>
            <a:custGeom>
              <a:avLst/>
              <a:gdLst/>
              <a:ahLst/>
              <a:cxnLst/>
              <a:rect l="l" t="t" r="r" b="b"/>
              <a:pathLst>
                <a:path w="171450" h="6350">
                  <a:moveTo>
                    <a:pt x="171450" y="2540"/>
                  </a:moveTo>
                  <a:lnTo>
                    <a:pt x="170180" y="2540"/>
                  </a:lnTo>
                  <a:lnTo>
                    <a:pt x="170180" y="0"/>
                  </a:lnTo>
                  <a:lnTo>
                    <a:pt x="0" y="0"/>
                  </a:lnTo>
                  <a:lnTo>
                    <a:pt x="0" y="2540"/>
                  </a:lnTo>
                  <a:lnTo>
                    <a:pt x="0" y="6350"/>
                  </a:lnTo>
                  <a:lnTo>
                    <a:pt x="171450" y="6350"/>
                  </a:lnTo>
                  <a:lnTo>
                    <a:pt x="171450" y="2540"/>
                  </a:lnTo>
                  <a:close/>
                </a:path>
              </a:pathLst>
            </a:custGeom>
            <a:solidFill>
              <a:srgbClr val="242424"/>
            </a:solidFill>
          </p:spPr>
          <p:txBody>
            <a:bodyPr wrap="square" lIns="0" tIns="0" rIns="0" bIns="0" rtlCol="0"/>
            <a:lstStyle/>
            <a:p/>
          </p:txBody>
        </p:sp>
        <p:sp>
          <p:nvSpPr>
            <p:cNvPr id="1125" name="object 1125"/>
            <p:cNvSpPr/>
            <p:nvPr/>
          </p:nvSpPr>
          <p:spPr>
            <a:xfrm>
              <a:off x="3388360" y="1106169"/>
              <a:ext cx="173990" cy="7620"/>
            </a:xfrm>
            <a:custGeom>
              <a:avLst/>
              <a:gdLst/>
              <a:ahLst/>
              <a:cxnLst/>
              <a:rect l="l" t="t" r="r" b="b"/>
              <a:pathLst>
                <a:path w="173989" h="7619">
                  <a:moveTo>
                    <a:pt x="173990" y="3810"/>
                  </a:moveTo>
                  <a:lnTo>
                    <a:pt x="172720" y="3810"/>
                  </a:lnTo>
                  <a:lnTo>
                    <a:pt x="172720" y="0"/>
                  </a:lnTo>
                  <a:lnTo>
                    <a:pt x="0" y="0"/>
                  </a:lnTo>
                  <a:lnTo>
                    <a:pt x="0" y="3810"/>
                  </a:lnTo>
                  <a:lnTo>
                    <a:pt x="0" y="7620"/>
                  </a:lnTo>
                  <a:lnTo>
                    <a:pt x="173990" y="7620"/>
                  </a:lnTo>
                  <a:lnTo>
                    <a:pt x="173990" y="3810"/>
                  </a:lnTo>
                  <a:close/>
                </a:path>
              </a:pathLst>
            </a:custGeom>
            <a:solidFill>
              <a:srgbClr val="252325"/>
            </a:solidFill>
          </p:spPr>
          <p:txBody>
            <a:bodyPr wrap="square" lIns="0" tIns="0" rIns="0" bIns="0" rtlCol="0"/>
            <a:lstStyle/>
            <a:p/>
          </p:txBody>
        </p:sp>
        <p:sp>
          <p:nvSpPr>
            <p:cNvPr id="1126" name="object 1126"/>
            <p:cNvSpPr/>
            <p:nvPr/>
          </p:nvSpPr>
          <p:spPr>
            <a:xfrm>
              <a:off x="3388360" y="1113789"/>
              <a:ext cx="177800" cy="7620"/>
            </a:xfrm>
            <a:custGeom>
              <a:avLst/>
              <a:gdLst/>
              <a:ahLst/>
              <a:cxnLst/>
              <a:rect l="l" t="t" r="r" b="b"/>
              <a:pathLst>
                <a:path w="177800" h="7619">
                  <a:moveTo>
                    <a:pt x="177800" y="5080"/>
                  </a:moveTo>
                  <a:lnTo>
                    <a:pt x="176530" y="5080"/>
                  </a:lnTo>
                  <a:lnTo>
                    <a:pt x="176530" y="2540"/>
                  </a:lnTo>
                  <a:lnTo>
                    <a:pt x="175260" y="2540"/>
                  </a:lnTo>
                  <a:lnTo>
                    <a:pt x="175260" y="0"/>
                  </a:lnTo>
                  <a:lnTo>
                    <a:pt x="0" y="0"/>
                  </a:lnTo>
                  <a:lnTo>
                    <a:pt x="0" y="2540"/>
                  </a:lnTo>
                  <a:lnTo>
                    <a:pt x="0" y="5080"/>
                  </a:lnTo>
                  <a:lnTo>
                    <a:pt x="0" y="7620"/>
                  </a:lnTo>
                  <a:lnTo>
                    <a:pt x="177800" y="7620"/>
                  </a:lnTo>
                  <a:lnTo>
                    <a:pt x="177800" y="5080"/>
                  </a:lnTo>
                  <a:close/>
                </a:path>
              </a:pathLst>
            </a:custGeom>
            <a:solidFill>
              <a:srgbClr val="262326"/>
            </a:solidFill>
          </p:spPr>
          <p:txBody>
            <a:bodyPr wrap="square" lIns="0" tIns="0" rIns="0" bIns="0" rtlCol="0"/>
            <a:lstStyle/>
            <a:p/>
          </p:txBody>
        </p:sp>
        <p:sp>
          <p:nvSpPr>
            <p:cNvPr id="1127" name="object 1127"/>
            <p:cNvSpPr/>
            <p:nvPr/>
          </p:nvSpPr>
          <p:spPr>
            <a:xfrm>
              <a:off x="3388360" y="1121409"/>
              <a:ext cx="179070" cy="6350"/>
            </a:xfrm>
            <a:custGeom>
              <a:avLst/>
              <a:gdLst/>
              <a:ahLst/>
              <a:cxnLst/>
              <a:rect l="l" t="t" r="r" b="b"/>
              <a:pathLst>
                <a:path w="179070" h="6350">
                  <a:moveTo>
                    <a:pt x="179070" y="1270"/>
                  </a:moveTo>
                  <a:lnTo>
                    <a:pt x="177800" y="1270"/>
                  </a:lnTo>
                  <a:lnTo>
                    <a:pt x="177800" y="0"/>
                  </a:lnTo>
                  <a:lnTo>
                    <a:pt x="0" y="0"/>
                  </a:lnTo>
                  <a:lnTo>
                    <a:pt x="0" y="1270"/>
                  </a:lnTo>
                  <a:lnTo>
                    <a:pt x="0" y="6350"/>
                  </a:lnTo>
                  <a:lnTo>
                    <a:pt x="179070" y="6350"/>
                  </a:lnTo>
                  <a:lnTo>
                    <a:pt x="179070" y="1270"/>
                  </a:lnTo>
                  <a:close/>
                </a:path>
              </a:pathLst>
            </a:custGeom>
            <a:solidFill>
              <a:srgbClr val="272227"/>
            </a:solidFill>
          </p:spPr>
          <p:txBody>
            <a:bodyPr wrap="square" lIns="0" tIns="0" rIns="0" bIns="0" rtlCol="0"/>
            <a:lstStyle/>
            <a:p/>
          </p:txBody>
        </p:sp>
        <p:sp>
          <p:nvSpPr>
            <p:cNvPr id="1128" name="object 1128"/>
            <p:cNvSpPr/>
            <p:nvPr/>
          </p:nvSpPr>
          <p:spPr>
            <a:xfrm>
              <a:off x="3388360" y="1127759"/>
              <a:ext cx="181610" cy="7620"/>
            </a:xfrm>
            <a:custGeom>
              <a:avLst/>
              <a:gdLst/>
              <a:ahLst/>
              <a:cxnLst/>
              <a:rect l="l" t="t" r="r" b="b"/>
              <a:pathLst>
                <a:path w="181610" h="7619">
                  <a:moveTo>
                    <a:pt x="181610" y="3810"/>
                  </a:moveTo>
                  <a:lnTo>
                    <a:pt x="180340" y="3810"/>
                  </a:lnTo>
                  <a:lnTo>
                    <a:pt x="180340" y="0"/>
                  </a:lnTo>
                  <a:lnTo>
                    <a:pt x="0" y="0"/>
                  </a:lnTo>
                  <a:lnTo>
                    <a:pt x="0" y="3810"/>
                  </a:lnTo>
                  <a:lnTo>
                    <a:pt x="0" y="7620"/>
                  </a:lnTo>
                  <a:lnTo>
                    <a:pt x="181610" y="7620"/>
                  </a:lnTo>
                  <a:lnTo>
                    <a:pt x="181610" y="3810"/>
                  </a:lnTo>
                  <a:close/>
                </a:path>
              </a:pathLst>
            </a:custGeom>
            <a:solidFill>
              <a:srgbClr val="282228"/>
            </a:solidFill>
          </p:spPr>
          <p:txBody>
            <a:bodyPr wrap="square" lIns="0" tIns="0" rIns="0" bIns="0" rtlCol="0"/>
            <a:lstStyle/>
            <a:p/>
          </p:txBody>
        </p:sp>
        <p:sp>
          <p:nvSpPr>
            <p:cNvPr id="1129" name="object 1129"/>
            <p:cNvSpPr/>
            <p:nvPr/>
          </p:nvSpPr>
          <p:spPr>
            <a:xfrm>
              <a:off x="3388360" y="1135379"/>
              <a:ext cx="184150" cy="7620"/>
            </a:xfrm>
            <a:custGeom>
              <a:avLst/>
              <a:gdLst/>
              <a:ahLst/>
              <a:cxnLst/>
              <a:rect l="l" t="t" r="r" b="b"/>
              <a:pathLst>
                <a:path w="184150" h="7619">
                  <a:moveTo>
                    <a:pt x="184150" y="5080"/>
                  </a:moveTo>
                  <a:lnTo>
                    <a:pt x="182880" y="5080"/>
                  </a:lnTo>
                  <a:lnTo>
                    <a:pt x="182880" y="0"/>
                  </a:lnTo>
                  <a:lnTo>
                    <a:pt x="0" y="0"/>
                  </a:lnTo>
                  <a:lnTo>
                    <a:pt x="0" y="5080"/>
                  </a:lnTo>
                  <a:lnTo>
                    <a:pt x="0" y="7620"/>
                  </a:lnTo>
                  <a:lnTo>
                    <a:pt x="184150" y="7620"/>
                  </a:lnTo>
                  <a:lnTo>
                    <a:pt x="184150" y="5080"/>
                  </a:lnTo>
                  <a:close/>
                </a:path>
              </a:pathLst>
            </a:custGeom>
            <a:solidFill>
              <a:srgbClr val="292129"/>
            </a:solidFill>
          </p:spPr>
          <p:txBody>
            <a:bodyPr wrap="square" lIns="0" tIns="0" rIns="0" bIns="0" rtlCol="0"/>
            <a:lstStyle/>
            <a:p/>
          </p:txBody>
        </p:sp>
        <p:sp>
          <p:nvSpPr>
            <p:cNvPr id="1130" name="object 1130"/>
            <p:cNvSpPr/>
            <p:nvPr/>
          </p:nvSpPr>
          <p:spPr>
            <a:xfrm>
              <a:off x="3388360" y="1142999"/>
              <a:ext cx="185420" cy="6350"/>
            </a:xfrm>
            <a:custGeom>
              <a:avLst/>
              <a:gdLst/>
              <a:ahLst/>
              <a:cxnLst/>
              <a:rect l="l" t="t" r="r" b="b"/>
              <a:pathLst>
                <a:path w="185420" h="6350">
                  <a:moveTo>
                    <a:pt x="185420" y="2540"/>
                  </a:moveTo>
                  <a:lnTo>
                    <a:pt x="184150" y="2540"/>
                  </a:lnTo>
                  <a:lnTo>
                    <a:pt x="184150" y="0"/>
                  </a:lnTo>
                  <a:lnTo>
                    <a:pt x="0" y="0"/>
                  </a:lnTo>
                  <a:lnTo>
                    <a:pt x="0" y="2540"/>
                  </a:lnTo>
                  <a:lnTo>
                    <a:pt x="0" y="6350"/>
                  </a:lnTo>
                  <a:lnTo>
                    <a:pt x="185420" y="6350"/>
                  </a:lnTo>
                  <a:lnTo>
                    <a:pt x="185420" y="2540"/>
                  </a:lnTo>
                  <a:close/>
                </a:path>
              </a:pathLst>
            </a:custGeom>
            <a:solidFill>
              <a:srgbClr val="2A212A"/>
            </a:solidFill>
          </p:spPr>
          <p:txBody>
            <a:bodyPr wrap="square" lIns="0" tIns="0" rIns="0" bIns="0" rtlCol="0"/>
            <a:lstStyle/>
            <a:p/>
          </p:txBody>
        </p:sp>
        <p:sp>
          <p:nvSpPr>
            <p:cNvPr id="1131" name="object 1131"/>
            <p:cNvSpPr/>
            <p:nvPr/>
          </p:nvSpPr>
          <p:spPr>
            <a:xfrm>
              <a:off x="3388360" y="1149349"/>
              <a:ext cx="186690" cy="7620"/>
            </a:xfrm>
            <a:custGeom>
              <a:avLst/>
              <a:gdLst/>
              <a:ahLst/>
              <a:cxnLst/>
              <a:rect l="l" t="t" r="r" b="b"/>
              <a:pathLst>
                <a:path w="186689" h="7619">
                  <a:moveTo>
                    <a:pt x="185420" y="0"/>
                  </a:moveTo>
                  <a:lnTo>
                    <a:pt x="0" y="0"/>
                  </a:lnTo>
                  <a:lnTo>
                    <a:pt x="0" y="2540"/>
                  </a:lnTo>
                  <a:lnTo>
                    <a:pt x="185420" y="2540"/>
                  </a:lnTo>
                  <a:lnTo>
                    <a:pt x="185420" y="0"/>
                  </a:lnTo>
                  <a:close/>
                </a:path>
                <a:path w="186689" h="7619">
                  <a:moveTo>
                    <a:pt x="186690" y="2552"/>
                  </a:moveTo>
                  <a:lnTo>
                    <a:pt x="0" y="2552"/>
                  </a:lnTo>
                  <a:lnTo>
                    <a:pt x="0" y="7620"/>
                  </a:lnTo>
                  <a:lnTo>
                    <a:pt x="186690" y="7620"/>
                  </a:lnTo>
                  <a:lnTo>
                    <a:pt x="186690" y="2552"/>
                  </a:lnTo>
                  <a:close/>
                </a:path>
              </a:pathLst>
            </a:custGeom>
            <a:solidFill>
              <a:srgbClr val="2B212B"/>
            </a:solidFill>
          </p:spPr>
          <p:txBody>
            <a:bodyPr wrap="square" lIns="0" tIns="0" rIns="0" bIns="0" rtlCol="0"/>
            <a:lstStyle/>
            <a:p/>
          </p:txBody>
        </p:sp>
        <p:sp>
          <p:nvSpPr>
            <p:cNvPr id="1132" name="object 1132"/>
            <p:cNvSpPr/>
            <p:nvPr/>
          </p:nvSpPr>
          <p:spPr>
            <a:xfrm>
              <a:off x="3388360" y="1156969"/>
              <a:ext cx="189230" cy="7620"/>
            </a:xfrm>
            <a:custGeom>
              <a:avLst/>
              <a:gdLst/>
              <a:ahLst/>
              <a:cxnLst/>
              <a:rect l="l" t="t" r="r" b="b"/>
              <a:pathLst>
                <a:path w="189229" h="7619">
                  <a:moveTo>
                    <a:pt x="189230" y="6350"/>
                  </a:moveTo>
                  <a:lnTo>
                    <a:pt x="187960" y="6350"/>
                  </a:lnTo>
                  <a:lnTo>
                    <a:pt x="187960" y="0"/>
                  </a:lnTo>
                  <a:lnTo>
                    <a:pt x="0" y="0"/>
                  </a:lnTo>
                  <a:lnTo>
                    <a:pt x="0" y="6350"/>
                  </a:lnTo>
                  <a:lnTo>
                    <a:pt x="0" y="7620"/>
                  </a:lnTo>
                  <a:lnTo>
                    <a:pt x="189230" y="7620"/>
                  </a:lnTo>
                  <a:lnTo>
                    <a:pt x="189230" y="6350"/>
                  </a:lnTo>
                  <a:close/>
                </a:path>
              </a:pathLst>
            </a:custGeom>
            <a:solidFill>
              <a:srgbClr val="2C202C"/>
            </a:solidFill>
          </p:spPr>
          <p:txBody>
            <a:bodyPr wrap="square" lIns="0" tIns="0" rIns="0" bIns="0" rtlCol="0"/>
            <a:lstStyle/>
            <a:p/>
          </p:txBody>
        </p:sp>
        <p:sp>
          <p:nvSpPr>
            <p:cNvPr id="1133" name="object 1133"/>
            <p:cNvSpPr/>
            <p:nvPr/>
          </p:nvSpPr>
          <p:spPr>
            <a:xfrm>
              <a:off x="3388360" y="1164589"/>
              <a:ext cx="190500" cy="6350"/>
            </a:xfrm>
            <a:custGeom>
              <a:avLst/>
              <a:gdLst/>
              <a:ahLst/>
              <a:cxnLst/>
              <a:rect l="l" t="t" r="r" b="b"/>
              <a:pathLst>
                <a:path w="190500" h="6350">
                  <a:moveTo>
                    <a:pt x="190500" y="3810"/>
                  </a:moveTo>
                  <a:lnTo>
                    <a:pt x="189230" y="3810"/>
                  </a:lnTo>
                  <a:lnTo>
                    <a:pt x="189230" y="0"/>
                  </a:lnTo>
                  <a:lnTo>
                    <a:pt x="0" y="0"/>
                  </a:lnTo>
                  <a:lnTo>
                    <a:pt x="0" y="3810"/>
                  </a:lnTo>
                  <a:lnTo>
                    <a:pt x="0" y="6350"/>
                  </a:lnTo>
                  <a:lnTo>
                    <a:pt x="190500" y="6350"/>
                  </a:lnTo>
                  <a:lnTo>
                    <a:pt x="190500" y="3810"/>
                  </a:lnTo>
                  <a:close/>
                </a:path>
              </a:pathLst>
            </a:custGeom>
            <a:solidFill>
              <a:srgbClr val="2E202E"/>
            </a:solidFill>
          </p:spPr>
          <p:txBody>
            <a:bodyPr wrap="square" lIns="0" tIns="0" rIns="0" bIns="0" rtlCol="0"/>
            <a:lstStyle/>
            <a:p/>
          </p:txBody>
        </p:sp>
        <p:sp>
          <p:nvSpPr>
            <p:cNvPr id="1134" name="object 1134"/>
            <p:cNvSpPr/>
            <p:nvPr/>
          </p:nvSpPr>
          <p:spPr>
            <a:xfrm>
              <a:off x="3388360" y="1170939"/>
              <a:ext cx="191770" cy="7620"/>
            </a:xfrm>
            <a:custGeom>
              <a:avLst/>
              <a:gdLst/>
              <a:ahLst/>
              <a:cxnLst/>
              <a:rect l="l" t="t" r="r" b="b"/>
              <a:pathLst>
                <a:path w="191770" h="7619">
                  <a:moveTo>
                    <a:pt x="191770" y="3810"/>
                  </a:moveTo>
                  <a:lnTo>
                    <a:pt x="190500" y="3810"/>
                  </a:lnTo>
                  <a:lnTo>
                    <a:pt x="190500" y="0"/>
                  </a:lnTo>
                  <a:lnTo>
                    <a:pt x="0" y="0"/>
                  </a:lnTo>
                  <a:lnTo>
                    <a:pt x="0" y="3810"/>
                  </a:lnTo>
                  <a:lnTo>
                    <a:pt x="0" y="7620"/>
                  </a:lnTo>
                  <a:lnTo>
                    <a:pt x="191770" y="7620"/>
                  </a:lnTo>
                  <a:lnTo>
                    <a:pt x="191770" y="3810"/>
                  </a:lnTo>
                  <a:close/>
                </a:path>
              </a:pathLst>
            </a:custGeom>
            <a:solidFill>
              <a:srgbClr val="2F1F2F"/>
            </a:solidFill>
          </p:spPr>
          <p:txBody>
            <a:bodyPr wrap="square" lIns="0" tIns="0" rIns="0" bIns="0" rtlCol="0"/>
            <a:lstStyle/>
            <a:p/>
          </p:txBody>
        </p:sp>
        <p:sp>
          <p:nvSpPr>
            <p:cNvPr id="1135" name="object 1135"/>
            <p:cNvSpPr/>
            <p:nvPr/>
          </p:nvSpPr>
          <p:spPr>
            <a:xfrm>
              <a:off x="3388360" y="1178559"/>
              <a:ext cx="193040" cy="7620"/>
            </a:xfrm>
            <a:custGeom>
              <a:avLst/>
              <a:gdLst/>
              <a:ahLst/>
              <a:cxnLst/>
              <a:rect l="l" t="t" r="r" b="b"/>
              <a:pathLst>
                <a:path w="193039" h="7619">
                  <a:moveTo>
                    <a:pt x="193040" y="1270"/>
                  </a:moveTo>
                  <a:lnTo>
                    <a:pt x="191770" y="1270"/>
                  </a:lnTo>
                  <a:lnTo>
                    <a:pt x="191770" y="0"/>
                  </a:lnTo>
                  <a:lnTo>
                    <a:pt x="0" y="0"/>
                  </a:lnTo>
                  <a:lnTo>
                    <a:pt x="0" y="1270"/>
                  </a:lnTo>
                  <a:lnTo>
                    <a:pt x="0" y="7620"/>
                  </a:lnTo>
                  <a:lnTo>
                    <a:pt x="193040" y="7620"/>
                  </a:lnTo>
                  <a:lnTo>
                    <a:pt x="193040" y="1270"/>
                  </a:lnTo>
                  <a:close/>
                </a:path>
              </a:pathLst>
            </a:custGeom>
            <a:solidFill>
              <a:srgbClr val="301F30"/>
            </a:solidFill>
          </p:spPr>
          <p:txBody>
            <a:bodyPr wrap="square" lIns="0" tIns="0" rIns="0" bIns="0" rtlCol="0"/>
            <a:lstStyle/>
            <a:p/>
          </p:txBody>
        </p:sp>
        <p:sp>
          <p:nvSpPr>
            <p:cNvPr id="1136" name="object 1136"/>
            <p:cNvSpPr/>
            <p:nvPr/>
          </p:nvSpPr>
          <p:spPr>
            <a:xfrm>
              <a:off x="3388360" y="1186179"/>
              <a:ext cx="194310" cy="6350"/>
            </a:xfrm>
            <a:custGeom>
              <a:avLst/>
              <a:gdLst/>
              <a:ahLst/>
              <a:cxnLst/>
              <a:rect l="l" t="t" r="r" b="b"/>
              <a:pathLst>
                <a:path w="194310" h="6350">
                  <a:moveTo>
                    <a:pt x="194310" y="1270"/>
                  </a:moveTo>
                  <a:lnTo>
                    <a:pt x="193040" y="1270"/>
                  </a:lnTo>
                  <a:lnTo>
                    <a:pt x="193040" y="0"/>
                  </a:lnTo>
                  <a:lnTo>
                    <a:pt x="0" y="0"/>
                  </a:lnTo>
                  <a:lnTo>
                    <a:pt x="0" y="1270"/>
                  </a:lnTo>
                  <a:lnTo>
                    <a:pt x="0" y="6350"/>
                  </a:lnTo>
                  <a:lnTo>
                    <a:pt x="194310" y="6350"/>
                  </a:lnTo>
                  <a:lnTo>
                    <a:pt x="194310" y="1270"/>
                  </a:lnTo>
                  <a:close/>
                </a:path>
              </a:pathLst>
            </a:custGeom>
            <a:solidFill>
              <a:srgbClr val="311E31"/>
            </a:solidFill>
          </p:spPr>
          <p:txBody>
            <a:bodyPr wrap="square" lIns="0" tIns="0" rIns="0" bIns="0" rtlCol="0"/>
            <a:lstStyle/>
            <a:p/>
          </p:txBody>
        </p:sp>
        <p:sp>
          <p:nvSpPr>
            <p:cNvPr id="1137" name="object 1137"/>
            <p:cNvSpPr/>
            <p:nvPr/>
          </p:nvSpPr>
          <p:spPr>
            <a:xfrm>
              <a:off x="3388360" y="1192529"/>
              <a:ext cx="196850" cy="15240"/>
            </a:xfrm>
            <a:custGeom>
              <a:avLst/>
              <a:gdLst/>
              <a:ahLst/>
              <a:cxnLst/>
              <a:rect l="l" t="t" r="r" b="b"/>
              <a:pathLst>
                <a:path w="196850" h="15240">
                  <a:moveTo>
                    <a:pt x="196850" y="11430"/>
                  </a:moveTo>
                  <a:lnTo>
                    <a:pt x="195580" y="11430"/>
                  </a:lnTo>
                  <a:lnTo>
                    <a:pt x="195580" y="7620"/>
                  </a:lnTo>
                  <a:lnTo>
                    <a:pt x="195580" y="2540"/>
                  </a:lnTo>
                  <a:lnTo>
                    <a:pt x="194310" y="2540"/>
                  </a:lnTo>
                  <a:lnTo>
                    <a:pt x="194310" y="0"/>
                  </a:lnTo>
                  <a:lnTo>
                    <a:pt x="0" y="0"/>
                  </a:lnTo>
                  <a:lnTo>
                    <a:pt x="0" y="2540"/>
                  </a:lnTo>
                  <a:lnTo>
                    <a:pt x="0" y="7620"/>
                  </a:lnTo>
                  <a:lnTo>
                    <a:pt x="0" y="11430"/>
                  </a:lnTo>
                  <a:lnTo>
                    <a:pt x="0" y="15240"/>
                  </a:lnTo>
                  <a:lnTo>
                    <a:pt x="196850" y="15240"/>
                  </a:lnTo>
                  <a:lnTo>
                    <a:pt x="196850" y="11430"/>
                  </a:lnTo>
                  <a:close/>
                </a:path>
              </a:pathLst>
            </a:custGeom>
            <a:solidFill>
              <a:srgbClr val="331E33"/>
            </a:solidFill>
          </p:spPr>
          <p:txBody>
            <a:bodyPr wrap="square" lIns="0" tIns="0" rIns="0" bIns="0" rtlCol="0"/>
            <a:lstStyle/>
            <a:p/>
          </p:txBody>
        </p:sp>
        <p:sp>
          <p:nvSpPr>
            <p:cNvPr id="1138" name="object 1138"/>
            <p:cNvSpPr/>
            <p:nvPr/>
          </p:nvSpPr>
          <p:spPr>
            <a:xfrm>
              <a:off x="3388359" y="1207770"/>
              <a:ext cx="196850" cy="6350"/>
            </a:xfrm>
            <a:custGeom>
              <a:avLst/>
              <a:gdLst/>
              <a:ahLst/>
              <a:cxnLst/>
              <a:rect l="l" t="t" r="r" b="b"/>
              <a:pathLst>
                <a:path w="196850" h="6350">
                  <a:moveTo>
                    <a:pt x="0" y="0"/>
                  </a:moveTo>
                  <a:lnTo>
                    <a:pt x="196850" y="0"/>
                  </a:lnTo>
                  <a:lnTo>
                    <a:pt x="196850" y="6350"/>
                  </a:lnTo>
                  <a:lnTo>
                    <a:pt x="0" y="6350"/>
                  </a:lnTo>
                  <a:lnTo>
                    <a:pt x="0" y="0"/>
                  </a:lnTo>
                  <a:close/>
                </a:path>
              </a:pathLst>
            </a:custGeom>
            <a:solidFill>
              <a:srgbClr val="341D34"/>
            </a:solidFill>
          </p:spPr>
          <p:txBody>
            <a:bodyPr wrap="square" lIns="0" tIns="0" rIns="0" bIns="0" rtlCol="0"/>
            <a:lstStyle/>
            <a:p/>
          </p:txBody>
        </p:sp>
        <p:sp>
          <p:nvSpPr>
            <p:cNvPr id="1139" name="object 1139"/>
            <p:cNvSpPr/>
            <p:nvPr/>
          </p:nvSpPr>
          <p:spPr>
            <a:xfrm>
              <a:off x="3388360" y="1214119"/>
              <a:ext cx="198120" cy="7620"/>
            </a:xfrm>
            <a:custGeom>
              <a:avLst/>
              <a:gdLst/>
              <a:ahLst/>
              <a:cxnLst/>
              <a:rect l="l" t="t" r="r" b="b"/>
              <a:pathLst>
                <a:path w="198120" h="7619">
                  <a:moveTo>
                    <a:pt x="198120" y="1270"/>
                  </a:moveTo>
                  <a:lnTo>
                    <a:pt x="196850" y="1270"/>
                  </a:lnTo>
                  <a:lnTo>
                    <a:pt x="196850" y="0"/>
                  </a:lnTo>
                  <a:lnTo>
                    <a:pt x="0" y="0"/>
                  </a:lnTo>
                  <a:lnTo>
                    <a:pt x="0" y="1270"/>
                  </a:lnTo>
                  <a:lnTo>
                    <a:pt x="0" y="7620"/>
                  </a:lnTo>
                  <a:lnTo>
                    <a:pt x="198120" y="7620"/>
                  </a:lnTo>
                  <a:lnTo>
                    <a:pt x="198120" y="1270"/>
                  </a:lnTo>
                  <a:close/>
                </a:path>
              </a:pathLst>
            </a:custGeom>
            <a:solidFill>
              <a:srgbClr val="351D35"/>
            </a:solidFill>
          </p:spPr>
          <p:txBody>
            <a:bodyPr wrap="square" lIns="0" tIns="0" rIns="0" bIns="0" rtlCol="0"/>
            <a:lstStyle/>
            <a:p/>
          </p:txBody>
        </p:sp>
        <p:sp>
          <p:nvSpPr>
            <p:cNvPr id="1140" name="object 1140"/>
            <p:cNvSpPr/>
            <p:nvPr/>
          </p:nvSpPr>
          <p:spPr>
            <a:xfrm>
              <a:off x="3388359" y="1221740"/>
              <a:ext cx="198120" cy="7620"/>
            </a:xfrm>
            <a:custGeom>
              <a:avLst/>
              <a:gdLst/>
              <a:ahLst/>
              <a:cxnLst/>
              <a:rect l="l" t="t" r="r" b="b"/>
              <a:pathLst>
                <a:path w="198120" h="7619">
                  <a:moveTo>
                    <a:pt x="198120" y="0"/>
                  </a:moveTo>
                  <a:lnTo>
                    <a:pt x="0" y="0"/>
                  </a:lnTo>
                  <a:lnTo>
                    <a:pt x="0" y="7620"/>
                  </a:lnTo>
                  <a:lnTo>
                    <a:pt x="198120" y="7620"/>
                  </a:lnTo>
                  <a:lnTo>
                    <a:pt x="198120" y="0"/>
                  </a:lnTo>
                  <a:close/>
                </a:path>
              </a:pathLst>
            </a:custGeom>
            <a:solidFill>
              <a:srgbClr val="361C36"/>
            </a:solidFill>
          </p:spPr>
          <p:txBody>
            <a:bodyPr wrap="square" lIns="0" tIns="0" rIns="0" bIns="0" rtlCol="0"/>
            <a:lstStyle/>
            <a:p/>
          </p:txBody>
        </p:sp>
        <p:sp>
          <p:nvSpPr>
            <p:cNvPr id="1141" name="object 1141"/>
            <p:cNvSpPr/>
            <p:nvPr/>
          </p:nvSpPr>
          <p:spPr>
            <a:xfrm>
              <a:off x="3388359" y="1229360"/>
              <a:ext cx="199390" cy="6350"/>
            </a:xfrm>
            <a:custGeom>
              <a:avLst/>
              <a:gdLst/>
              <a:ahLst/>
              <a:cxnLst/>
              <a:rect l="l" t="t" r="r" b="b"/>
              <a:pathLst>
                <a:path w="199389" h="6350">
                  <a:moveTo>
                    <a:pt x="0" y="0"/>
                  </a:moveTo>
                  <a:lnTo>
                    <a:pt x="199389" y="0"/>
                  </a:lnTo>
                  <a:lnTo>
                    <a:pt x="199389" y="6350"/>
                  </a:lnTo>
                  <a:lnTo>
                    <a:pt x="0" y="6350"/>
                  </a:lnTo>
                  <a:lnTo>
                    <a:pt x="0" y="0"/>
                  </a:lnTo>
                  <a:close/>
                </a:path>
              </a:pathLst>
            </a:custGeom>
            <a:solidFill>
              <a:srgbClr val="371C37"/>
            </a:solidFill>
          </p:spPr>
          <p:txBody>
            <a:bodyPr wrap="square" lIns="0" tIns="0" rIns="0" bIns="0" rtlCol="0"/>
            <a:lstStyle/>
            <a:p/>
          </p:txBody>
        </p:sp>
        <p:sp>
          <p:nvSpPr>
            <p:cNvPr id="1142" name="object 1142"/>
            <p:cNvSpPr/>
            <p:nvPr/>
          </p:nvSpPr>
          <p:spPr>
            <a:xfrm>
              <a:off x="3388359" y="1235710"/>
              <a:ext cx="199390" cy="7620"/>
            </a:xfrm>
            <a:custGeom>
              <a:avLst/>
              <a:gdLst/>
              <a:ahLst/>
              <a:cxnLst/>
              <a:rect l="l" t="t" r="r" b="b"/>
              <a:pathLst>
                <a:path w="199389" h="7619">
                  <a:moveTo>
                    <a:pt x="199389" y="0"/>
                  </a:moveTo>
                  <a:lnTo>
                    <a:pt x="0" y="0"/>
                  </a:lnTo>
                  <a:lnTo>
                    <a:pt x="0" y="7619"/>
                  </a:lnTo>
                  <a:lnTo>
                    <a:pt x="199389" y="7619"/>
                  </a:lnTo>
                  <a:lnTo>
                    <a:pt x="199389" y="0"/>
                  </a:lnTo>
                  <a:close/>
                </a:path>
              </a:pathLst>
            </a:custGeom>
            <a:solidFill>
              <a:srgbClr val="381B38"/>
            </a:solidFill>
          </p:spPr>
          <p:txBody>
            <a:bodyPr wrap="square" lIns="0" tIns="0" rIns="0" bIns="0" rtlCol="0"/>
            <a:lstStyle/>
            <a:p/>
          </p:txBody>
        </p:sp>
        <p:sp>
          <p:nvSpPr>
            <p:cNvPr id="1143" name="object 1143"/>
            <p:cNvSpPr/>
            <p:nvPr/>
          </p:nvSpPr>
          <p:spPr>
            <a:xfrm>
              <a:off x="3388359" y="1243330"/>
              <a:ext cx="200660" cy="7620"/>
            </a:xfrm>
            <a:custGeom>
              <a:avLst/>
              <a:gdLst/>
              <a:ahLst/>
              <a:cxnLst/>
              <a:rect l="l" t="t" r="r" b="b"/>
              <a:pathLst>
                <a:path w="200660" h="7619">
                  <a:moveTo>
                    <a:pt x="200660" y="0"/>
                  </a:moveTo>
                  <a:lnTo>
                    <a:pt x="0" y="0"/>
                  </a:lnTo>
                  <a:lnTo>
                    <a:pt x="0" y="7619"/>
                  </a:lnTo>
                  <a:lnTo>
                    <a:pt x="200660" y="7619"/>
                  </a:lnTo>
                  <a:lnTo>
                    <a:pt x="200660" y="0"/>
                  </a:lnTo>
                  <a:close/>
                </a:path>
              </a:pathLst>
            </a:custGeom>
            <a:solidFill>
              <a:srgbClr val="3A1B3A"/>
            </a:solidFill>
          </p:spPr>
          <p:txBody>
            <a:bodyPr wrap="square" lIns="0" tIns="0" rIns="0" bIns="0" rtlCol="0"/>
            <a:lstStyle/>
            <a:p/>
          </p:txBody>
        </p:sp>
        <p:sp>
          <p:nvSpPr>
            <p:cNvPr id="1144" name="object 1144"/>
            <p:cNvSpPr/>
            <p:nvPr/>
          </p:nvSpPr>
          <p:spPr>
            <a:xfrm>
              <a:off x="3388359" y="1250950"/>
              <a:ext cx="200660" cy="6350"/>
            </a:xfrm>
            <a:custGeom>
              <a:avLst/>
              <a:gdLst/>
              <a:ahLst/>
              <a:cxnLst/>
              <a:rect l="l" t="t" r="r" b="b"/>
              <a:pathLst>
                <a:path w="200660" h="6350">
                  <a:moveTo>
                    <a:pt x="0" y="0"/>
                  </a:moveTo>
                  <a:lnTo>
                    <a:pt x="200660" y="0"/>
                  </a:lnTo>
                  <a:lnTo>
                    <a:pt x="200660" y="6350"/>
                  </a:lnTo>
                  <a:lnTo>
                    <a:pt x="0" y="6350"/>
                  </a:lnTo>
                  <a:lnTo>
                    <a:pt x="0" y="0"/>
                  </a:lnTo>
                  <a:close/>
                </a:path>
              </a:pathLst>
            </a:custGeom>
            <a:solidFill>
              <a:srgbClr val="3B1B3B"/>
            </a:solidFill>
          </p:spPr>
          <p:txBody>
            <a:bodyPr wrap="square" lIns="0" tIns="0" rIns="0" bIns="0" rtlCol="0"/>
            <a:lstStyle/>
            <a:p/>
          </p:txBody>
        </p:sp>
        <p:sp>
          <p:nvSpPr>
            <p:cNvPr id="1145" name="object 1145"/>
            <p:cNvSpPr/>
            <p:nvPr/>
          </p:nvSpPr>
          <p:spPr>
            <a:xfrm>
              <a:off x="3388360" y="1257299"/>
              <a:ext cx="201930" cy="7620"/>
            </a:xfrm>
            <a:custGeom>
              <a:avLst/>
              <a:gdLst/>
              <a:ahLst/>
              <a:cxnLst/>
              <a:rect l="l" t="t" r="r" b="b"/>
              <a:pathLst>
                <a:path w="201929" h="7619">
                  <a:moveTo>
                    <a:pt x="201930" y="1270"/>
                  </a:moveTo>
                  <a:lnTo>
                    <a:pt x="200660" y="1270"/>
                  </a:lnTo>
                  <a:lnTo>
                    <a:pt x="200660" y="0"/>
                  </a:lnTo>
                  <a:lnTo>
                    <a:pt x="0" y="0"/>
                  </a:lnTo>
                  <a:lnTo>
                    <a:pt x="0" y="1270"/>
                  </a:lnTo>
                  <a:lnTo>
                    <a:pt x="0" y="5080"/>
                  </a:lnTo>
                  <a:lnTo>
                    <a:pt x="0" y="6350"/>
                  </a:lnTo>
                  <a:lnTo>
                    <a:pt x="0" y="7620"/>
                  </a:lnTo>
                  <a:lnTo>
                    <a:pt x="100330" y="7620"/>
                  </a:lnTo>
                  <a:lnTo>
                    <a:pt x="100330" y="6350"/>
                  </a:lnTo>
                  <a:lnTo>
                    <a:pt x="102870" y="6350"/>
                  </a:lnTo>
                  <a:lnTo>
                    <a:pt x="102870" y="5080"/>
                  </a:lnTo>
                  <a:lnTo>
                    <a:pt x="105410" y="5080"/>
                  </a:lnTo>
                  <a:lnTo>
                    <a:pt x="105410" y="6350"/>
                  </a:lnTo>
                  <a:lnTo>
                    <a:pt x="106680" y="6350"/>
                  </a:lnTo>
                  <a:lnTo>
                    <a:pt x="106680" y="7620"/>
                  </a:lnTo>
                  <a:lnTo>
                    <a:pt x="201930" y="7620"/>
                  </a:lnTo>
                  <a:lnTo>
                    <a:pt x="201930" y="6350"/>
                  </a:lnTo>
                  <a:lnTo>
                    <a:pt x="201930" y="5080"/>
                  </a:lnTo>
                  <a:lnTo>
                    <a:pt x="201930" y="1270"/>
                  </a:lnTo>
                  <a:close/>
                </a:path>
              </a:pathLst>
            </a:custGeom>
            <a:solidFill>
              <a:srgbClr val="3C1A3C"/>
            </a:solidFill>
          </p:spPr>
          <p:txBody>
            <a:bodyPr wrap="square" lIns="0" tIns="0" rIns="0" bIns="0" rtlCol="0"/>
            <a:lstStyle/>
            <a:p/>
          </p:txBody>
        </p:sp>
        <p:sp>
          <p:nvSpPr>
            <p:cNvPr id="1146" name="object 1146"/>
            <p:cNvSpPr/>
            <p:nvPr/>
          </p:nvSpPr>
          <p:spPr>
            <a:xfrm>
              <a:off x="3388360" y="1264919"/>
              <a:ext cx="203200" cy="7620"/>
            </a:xfrm>
            <a:custGeom>
              <a:avLst/>
              <a:gdLst/>
              <a:ahLst/>
              <a:cxnLst/>
              <a:rect l="l" t="t" r="r" b="b"/>
              <a:pathLst>
                <a:path w="203200"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90" y="5080"/>
                  </a:lnTo>
                  <a:lnTo>
                    <a:pt x="97790" y="2540"/>
                  </a:lnTo>
                  <a:lnTo>
                    <a:pt x="99060" y="2540"/>
                  </a:lnTo>
                  <a:lnTo>
                    <a:pt x="99060" y="1270"/>
                  </a:lnTo>
                  <a:lnTo>
                    <a:pt x="100330" y="1270"/>
                  </a:lnTo>
                  <a:lnTo>
                    <a:pt x="100330" y="0"/>
                  </a:lnTo>
                  <a:close/>
                </a:path>
                <a:path w="203200" h="7619">
                  <a:moveTo>
                    <a:pt x="201930" y="0"/>
                  </a:moveTo>
                  <a:lnTo>
                    <a:pt x="171450" y="0"/>
                  </a:lnTo>
                  <a:lnTo>
                    <a:pt x="171450" y="5080"/>
                  </a:lnTo>
                  <a:lnTo>
                    <a:pt x="162229" y="5080"/>
                  </a:lnTo>
                  <a:lnTo>
                    <a:pt x="162229" y="4343"/>
                  </a:lnTo>
                  <a:lnTo>
                    <a:pt x="171450" y="5080"/>
                  </a:lnTo>
                  <a:lnTo>
                    <a:pt x="171450" y="0"/>
                  </a:lnTo>
                  <a:lnTo>
                    <a:pt x="155575" y="0"/>
                  </a:lnTo>
                  <a:lnTo>
                    <a:pt x="155575" y="3810"/>
                  </a:lnTo>
                  <a:lnTo>
                    <a:pt x="138417" y="3810"/>
                  </a:lnTo>
                  <a:lnTo>
                    <a:pt x="138417" y="2438"/>
                  </a:lnTo>
                  <a:lnTo>
                    <a:pt x="155575" y="3810"/>
                  </a:lnTo>
                  <a:lnTo>
                    <a:pt x="155575" y="0"/>
                  </a:lnTo>
                  <a:lnTo>
                    <a:pt x="123825" y="0"/>
                  </a:lnTo>
                  <a:lnTo>
                    <a:pt x="123825" y="1270"/>
                  </a:lnTo>
                  <a:lnTo>
                    <a:pt x="114604" y="1270"/>
                  </a:lnTo>
                  <a:lnTo>
                    <a:pt x="114604" y="533"/>
                  </a:lnTo>
                  <a:lnTo>
                    <a:pt x="123825" y="1270"/>
                  </a:lnTo>
                  <a:lnTo>
                    <a:pt x="123825" y="0"/>
                  </a:lnTo>
                  <a:lnTo>
                    <a:pt x="114604" y="0"/>
                  </a:lnTo>
                  <a:lnTo>
                    <a:pt x="107950" y="0"/>
                  </a:lnTo>
                  <a:lnTo>
                    <a:pt x="106680" y="0"/>
                  </a:lnTo>
                  <a:lnTo>
                    <a:pt x="107950" y="101"/>
                  </a:lnTo>
                  <a:lnTo>
                    <a:pt x="107950" y="1270"/>
                  </a:lnTo>
                  <a:lnTo>
                    <a:pt x="109220" y="1270"/>
                  </a:lnTo>
                  <a:lnTo>
                    <a:pt x="109220" y="3810"/>
                  </a:lnTo>
                  <a:lnTo>
                    <a:pt x="110490" y="3810"/>
                  </a:lnTo>
                  <a:lnTo>
                    <a:pt x="110490" y="5080"/>
                  </a:lnTo>
                  <a:lnTo>
                    <a:pt x="111760" y="5080"/>
                  </a:lnTo>
                  <a:lnTo>
                    <a:pt x="111760" y="7620"/>
                  </a:lnTo>
                  <a:lnTo>
                    <a:pt x="186055" y="7620"/>
                  </a:lnTo>
                  <a:lnTo>
                    <a:pt x="186055" y="6248"/>
                  </a:lnTo>
                  <a:lnTo>
                    <a:pt x="201930" y="7518"/>
                  </a:lnTo>
                  <a:lnTo>
                    <a:pt x="201930" y="0"/>
                  </a:lnTo>
                  <a:close/>
                </a:path>
                <a:path w="203200" h="7619">
                  <a:moveTo>
                    <a:pt x="203200" y="7620"/>
                  </a:moveTo>
                  <a:lnTo>
                    <a:pt x="201930" y="7518"/>
                  </a:lnTo>
                  <a:lnTo>
                    <a:pt x="203200" y="7620"/>
                  </a:lnTo>
                  <a:close/>
                </a:path>
              </a:pathLst>
            </a:custGeom>
            <a:solidFill>
              <a:srgbClr val="3D1A3D"/>
            </a:solidFill>
          </p:spPr>
          <p:txBody>
            <a:bodyPr wrap="square" lIns="0" tIns="0" rIns="0" bIns="0" rtlCol="0"/>
            <a:lstStyle/>
            <a:p/>
          </p:txBody>
        </p:sp>
        <p:sp>
          <p:nvSpPr>
            <p:cNvPr id="1147" name="object 1147"/>
            <p:cNvSpPr/>
            <p:nvPr/>
          </p:nvSpPr>
          <p:spPr>
            <a:xfrm>
              <a:off x="3388360" y="1272539"/>
              <a:ext cx="203200" cy="6350"/>
            </a:xfrm>
            <a:custGeom>
              <a:avLst/>
              <a:gdLst/>
              <a:ahLst/>
              <a:cxnLst/>
              <a:rect l="l" t="t" r="r" b="b"/>
              <a:pathLst>
                <a:path w="203200" h="6350">
                  <a:moveTo>
                    <a:pt x="93980" y="0"/>
                  </a:moveTo>
                  <a:lnTo>
                    <a:pt x="0" y="0"/>
                  </a:lnTo>
                  <a:lnTo>
                    <a:pt x="0" y="5080"/>
                  </a:lnTo>
                  <a:lnTo>
                    <a:pt x="0" y="6350"/>
                  </a:lnTo>
                  <a:lnTo>
                    <a:pt x="92710" y="6350"/>
                  </a:lnTo>
                  <a:lnTo>
                    <a:pt x="92710" y="5080"/>
                  </a:lnTo>
                  <a:lnTo>
                    <a:pt x="93980" y="5080"/>
                  </a:lnTo>
                  <a:lnTo>
                    <a:pt x="93980" y="0"/>
                  </a:lnTo>
                  <a:close/>
                </a:path>
                <a:path w="203200" h="6350">
                  <a:moveTo>
                    <a:pt x="203200" y="0"/>
                  </a:moveTo>
                  <a:lnTo>
                    <a:pt x="111760" y="0"/>
                  </a:lnTo>
                  <a:lnTo>
                    <a:pt x="111760" y="1270"/>
                  </a:lnTo>
                  <a:lnTo>
                    <a:pt x="113030" y="1270"/>
                  </a:lnTo>
                  <a:lnTo>
                    <a:pt x="113030" y="5080"/>
                  </a:lnTo>
                  <a:lnTo>
                    <a:pt x="114300" y="5080"/>
                  </a:lnTo>
                  <a:lnTo>
                    <a:pt x="114300" y="6350"/>
                  </a:lnTo>
                  <a:lnTo>
                    <a:pt x="203200" y="6350"/>
                  </a:lnTo>
                  <a:lnTo>
                    <a:pt x="203200" y="5080"/>
                  </a:lnTo>
                  <a:lnTo>
                    <a:pt x="203200" y="1270"/>
                  </a:lnTo>
                  <a:lnTo>
                    <a:pt x="203200" y="0"/>
                  </a:lnTo>
                  <a:close/>
                </a:path>
              </a:pathLst>
            </a:custGeom>
            <a:solidFill>
              <a:srgbClr val="3E193E"/>
            </a:solidFill>
          </p:spPr>
          <p:txBody>
            <a:bodyPr wrap="square" lIns="0" tIns="0" rIns="0" bIns="0" rtlCol="0"/>
            <a:lstStyle/>
            <a:p/>
          </p:txBody>
        </p:sp>
        <p:sp>
          <p:nvSpPr>
            <p:cNvPr id="1148" name="object 1148"/>
            <p:cNvSpPr/>
            <p:nvPr/>
          </p:nvSpPr>
          <p:spPr>
            <a:xfrm>
              <a:off x="3388360" y="1278889"/>
              <a:ext cx="203200" cy="7620"/>
            </a:xfrm>
            <a:custGeom>
              <a:avLst/>
              <a:gdLst/>
              <a:ahLst/>
              <a:cxnLst/>
              <a:rect l="l" t="t" r="r" b="b"/>
              <a:pathLst>
                <a:path w="203200" h="7619">
                  <a:moveTo>
                    <a:pt x="92710" y="0"/>
                  </a:moveTo>
                  <a:lnTo>
                    <a:pt x="0" y="0"/>
                  </a:lnTo>
                  <a:lnTo>
                    <a:pt x="0" y="1270"/>
                  </a:lnTo>
                  <a:lnTo>
                    <a:pt x="0" y="6350"/>
                  </a:lnTo>
                  <a:lnTo>
                    <a:pt x="0" y="7620"/>
                  </a:lnTo>
                  <a:lnTo>
                    <a:pt x="90170" y="7620"/>
                  </a:lnTo>
                  <a:lnTo>
                    <a:pt x="90170" y="6350"/>
                  </a:lnTo>
                  <a:lnTo>
                    <a:pt x="91440" y="6350"/>
                  </a:lnTo>
                  <a:lnTo>
                    <a:pt x="91440" y="1270"/>
                  </a:lnTo>
                  <a:lnTo>
                    <a:pt x="92710" y="1270"/>
                  </a:lnTo>
                  <a:lnTo>
                    <a:pt x="92710" y="0"/>
                  </a:lnTo>
                  <a:close/>
                </a:path>
                <a:path w="203200" h="7619">
                  <a:moveTo>
                    <a:pt x="203200" y="0"/>
                  </a:moveTo>
                  <a:lnTo>
                    <a:pt x="114300" y="0"/>
                  </a:lnTo>
                  <a:lnTo>
                    <a:pt x="114300" y="1270"/>
                  </a:lnTo>
                  <a:lnTo>
                    <a:pt x="115570" y="1270"/>
                  </a:lnTo>
                  <a:lnTo>
                    <a:pt x="115570" y="5080"/>
                  </a:lnTo>
                  <a:lnTo>
                    <a:pt x="116840" y="5080"/>
                  </a:lnTo>
                  <a:lnTo>
                    <a:pt x="116840" y="7620"/>
                  </a:lnTo>
                  <a:lnTo>
                    <a:pt x="203200" y="7620"/>
                  </a:lnTo>
                  <a:lnTo>
                    <a:pt x="203200" y="5080"/>
                  </a:lnTo>
                  <a:lnTo>
                    <a:pt x="203200" y="1270"/>
                  </a:lnTo>
                  <a:lnTo>
                    <a:pt x="203200" y="0"/>
                  </a:lnTo>
                  <a:close/>
                </a:path>
              </a:pathLst>
            </a:custGeom>
            <a:solidFill>
              <a:srgbClr val="3F193F"/>
            </a:solidFill>
          </p:spPr>
          <p:txBody>
            <a:bodyPr wrap="square" lIns="0" tIns="0" rIns="0" bIns="0" rtlCol="0"/>
            <a:lstStyle/>
            <a:p/>
          </p:txBody>
        </p:sp>
        <p:sp>
          <p:nvSpPr>
            <p:cNvPr id="1149" name="object 1149"/>
            <p:cNvSpPr/>
            <p:nvPr/>
          </p:nvSpPr>
          <p:spPr>
            <a:xfrm>
              <a:off x="3388360" y="1286509"/>
              <a:ext cx="204470" cy="7620"/>
            </a:xfrm>
            <a:custGeom>
              <a:avLst/>
              <a:gdLst/>
              <a:ahLst/>
              <a:cxnLst/>
              <a:rect l="l" t="t" r="r" b="b"/>
              <a:pathLst>
                <a:path w="204470" h="7619">
                  <a:moveTo>
                    <a:pt x="90170" y="0"/>
                  </a:moveTo>
                  <a:lnTo>
                    <a:pt x="0" y="0"/>
                  </a:lnTo>
                  <a:lnTo>
                    <a:pt x="0" y="1270"/>
                  </a:lnTo>
                  <a:lnTo>
                    <a:pt x="0" y="3810"/>
                  </a:lnTo>
                  <a:lnTo>
                    <a:pt x="0" y="7620"/>
                  </a:lnTo>
                  <a:lnTo>
                    <a:pt x="88900" y="7620"/>
                  </a:lnTo>
                  <a:lnTo>
                    <a:pt x="88900" y="3810"/>
                  </a:lnTo>
                  <a:lnTo>
                    <a:pt x="90170" y="3810"/>
                  </a:lnTo>
                  <a:lnTo>
                    <a:pt x="90170" y="1270"/>
                  </a:lnTo>
                  <a:lnTo>
                    <a:pt x="90170" y="0"/>
                  </a:lnTo>
                  <a:close/>
                </a:path>
                <a:path w="204470" h="7619">
                  <a:moveTo>
                    <a:pt x="204470" y="1270"/>
                  </a:moveTo>
                  <a:lnTo>
                    <a:pt x="203200" y="1270"/>
                  </a:lnTo>
                  <a:lnTo>
                    <a:pt x="203200" y="0"/>
                  </a:lnTo>
                  <a:lnTo>
                    <a:pt x="116840" y="0"/>
                  </a:lnTo>
                  <a:lnTo>
                    <a:pt x="116840" y="1270"/>
                  </a:lnTo>
                  <a:lnTo>
                    <a:pt x="116840" y="5080"/>
                  </a:lnTo>
                  <a:lnTo>
                    <a:pt x="118110" y="5080"/>
                  </a:lnTo>
                  <a:lnTo>
                    <a:pt x="118110" y="7620"/>
                  </a:lnTo>
                  <a:lnTo>
                    <a:pt x="204470" y="7620"/>
                  </a:lnTo>
                  <a:lnTo>
                    <a:pt x="204470" y="5080"/>
                  </a:lnTo>
                  <a:lnTo>
                    <a:pt x="204470" y="1270"/>
                  </a:lnTo>
                  <a:close/>
                </a:path>
              </a:pathLst>
            </a:custGeom>
            <a:solidFill>
              <a:srgbClr val="401840"/>
            </a:solidFill>
          </p:spPr>
          <p:txBody>
            <a:bodyPr wrap="square" lIns="0" tIns="0" rIns="0" bIns="0" rtlCol="0"/>
            <a:lstStyle/>
            <a:p/>
          </p:txBody>
        </p:sp>
        <p:sp>
          <p:nvSpPr>
            <p:cNvPr id="1150" name="object 1150"/>
            <p:cNvSpPr/>
            <p:nvPr/>
          </p:nvSpPr>
          <p:spPr>
            <a:xfrm>
              <a:off x="3388360" y="1294129"/>
              <a:ext cx="204470" cy="6350"/>
            </a:xfrm>
            <a:custGeom>
              <a:avLst/>
              <a:gdLst/>
              <a:ahLst/>
              <a:cxnLst/>
              <a:rect l="l" t="t" r="r" b="b"/>
              <a:pathLst>
                <a:path w="204470" h="6350">
                  <a:moveTo>
                    <a:pt x="88900" y="0"/>
                  </a:moveTo>
                  <a:lnTo>
                    <a:pt x="0" y="0"/>
                  </a:lnTo>
                  <a:lnTo>
                    <a:pt x="0" y="2540"/>
                  </a:lnTo>
                  <a:lnTo>
                    <a:pt x="0" y="6350"/>
                  </a:lnTo>
                  <a:lnTo>
                    <a:pt x="87630" y="6350"/>
                  </a:lnTo>
                  <a:lnTo>
                    <a:pt x="87630" y="2540"/>
                  </a:lnTo>
                  <a:lnTo>
                    <a:pt x="88900" y="2540"/>
                  </a:lnTo>
                  <a:lnTo>
                    <a:pt x="88900" y="0"/>
                  </a:lnTo>
                  <a:close/>
                </a:path>
                <a:path w="204470" h="6350">
                  <a:moveTo>
                    <a:pt x="204470" y="0"/>
                  </a:moveTo>
                  <a:lnTo>
                    <a:pt x="119380" y="0"/>
                  </a:lnTo>
                  <a:lnTo>
                    <a:pt x="119380" y="6350"/>
                  </a:lnTo>
                  <a:lnTo>
                    <a:pt x="204470" y="6350"/>
                  </a:lnTo>
                  <a:lnTo>
                    <a:pt x="204470" y="0"/>
                  </a:lnTo>
                  <a:close/>
                </a:path>
              </a:pathLst>
            </a:custGeom>
            <a:solidFill>
              <a:srgbClr val="411841"/>
            </a:solidFill>
          </p:spPr>
          <p:txBody>
            <a:bodyPr wrap="square" lIns="0" tIns="0" rIns="0" bIns="0" rtlCol="0"/>
            <a:lstStyle/>
            <a:p/>
          </p:txBody>
        </p:sp>
        <p:sp>
          <p:nvSpPr>
            <p:cNvPr id="1151" name="object 1151"/>
            <p:cNvSpPr/>
            <p:nvPr/>
          </p:nvSpPr>
          <p:spPr>
            <a:xfrm>
              <a:off x="3388359" y="1300480"/>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69" y="0"/>
                  </a:moveTo>
                  <a:lnTo>
                    <a:pt x="119379" y="0"/>
                  </a:lnTo>
                  <a:lnTo>
                    <a:pt x="119379" y="3810"/>
                  </a:lnTo>
                  <a:lnTo>
                    <a:pt x="120650" y="3810"/>
                  </a:lnTo>
                  <a:lnTo>
                    <a:pt x="120650" y="7620"/>
                  </a:lnTo>
                  <a:lnTo>
                    <a:pt x="204470" y="7620"/>
                  </a:lnTo>
                  <a:lnTo>
                    <a:pt x="204469" y="0"/>
                  </a:lnTo>
                  <a:close/>
                </a:path>
              </a:pathLst>
            </a:custGeom>
            <a:solidFill>
              <a:srgbClr val="421742"/>
            </a:solidFill>
          </p:spPr>
          <p:txBody>
            <a:bodyPr wrap="square" lIns="0" tIns="0" rIns="0" bIns="0" rtlCol="0"/>
            <a:lstStyle/>
            <a:p/>
          </p:txBody>
        </p:sp>
        <p:sp>
          <p:nvSpPr>
            <p:cNvPr id="1152" name="object 1152"/>
            <p:cNvSpPr/>
            <p:nvPr/>
          </p:nvSpPr>
          <p:spPr>
            <a:xfrm>
              <a:off x="3388360" y="1308099"/>
              <a:ext cx="205740" cy="7620"/>
            </a:xfrm>
            <a:custGeom>
              <a:avLst/>
              <a:gdLst/>
              <a:ahLst/>
              <a:cxnLst/>
              <a:rect l="l" t="t" r="r" b="b"/>
              <a:pathLst>
                <a:path w="205739" h="7619">
                  <a:moveTo>
                    <a:pt x="86360" y="5092"/>
                  </a:moveTo>
                  <a:lnTo>
                    <a:pt x="0" y="5092"/>
                  </a:lnTo>
                  <a:lnTo>
                    <a:pt x="0" y="7620"/>
                  </a:lnTo>
                  <a:lnTo>
                    <a:pt x="86360" y="7620"/>
                  </a:lnTo>
                  <a:lnTo>
                    <a:pt x="86360" y="5092"/>
                  </a:lnTo>
                  <a:close/>
                </a:path>
                <a:path w="205739" h="7619">
                  <a:moveTo>
                    <a:pt x="86360" y="0"/>
                  </a:moveTo>
                  <a:lnTo>
                    <a:pt x="0" y="0"/>
                  </a:lnTo>
                  <a:lnTo>
                    <a:pt x="0" y="5080"/>
                  </a:lnTo>
                  <a:lnTo>
                    <a:pt x="86360" y="5080"/>
                  </a:lnTo>
                  <a:lnTo>
                    <a:pt x="86360" y="0"/>
                  </a:lnTo>
                  <a:close/>
                </a:path>
                <a:path w="205739" h="7619">
                  <a:moveTo>
                    <a:pt x="204470" y="0"/>
                  </a:moveTo>
                  <a:lnTo>
                    <a:pt x="120650" y="0"/>
                  </a:lnTo>
                  <a:lnTo>
                    <a:pt x="120650" y="5080"/>
                  </a:lnTo>
                  <a:lnTo>
                    <a:pt x="204470" y="5080"/>
                  </a:lnTo>
                  <a:lnTo>
                    <a:pt x="204470" y="0"/>
                  </a:lnTo>
                  <a:close/>
                </a:path>
                <a:path w="205739" h="7619">
                  <a:moveTo>
                    <a:pt x="205740" y="5092"/>
                  </a:moveTo>
                  <a:lnTo>
                    <a:pt x="120650" y="5092"/>
                  </a:lnTo>
                  <a:lnTo>
                    <a:pt x="120650" y="7620"/>
                  </a:lnTo>
                  <a:lnTo>
                    <a:pt x="205740" y="7620"/>
                  </a:lnTo>
                  <a:lnTo>
                    <a:pt x="205740" y="5092"/>
                  </a:lnTo>
                  <a:close/>
                </a:path>
              </a:pathLst>
            </a:custGeom>
            <a:solidFill>
              <a:srgbClr val="431743"/>
            </a:solidFill>
          </p:spPr>
          <p:txBody>
            <a:bodyPr wrap="square" lIns="0" tIns="0" rIns="0" bIns="0" rtlCol="0"/>
            <a:lstStyle/>
            <a:p/>
          </p:txBody>
        </p:sp>
        <p:sp>
          <p:nvSpPr>
            <p:cNvPr id="1153" name="object 1153"/>
            <p:cNvSpPr/>
            <p:nvPr/>
          </p:nvSpPr>
          <p:spPr>
            <a:xfrm>
              <a:off x="3388360" y="1315719"/>
              <a:ext cx="205740" cy="6350"/>
            </a:xfrm>
            <a:custGeom>
              <a:avLst/>
              <a:gdLst/>
              <a:ahLst/>
              <a:cxnLst/>
              <a:rect l="l" t="t" r="r" b="b"/>
              <a:pathLst>
                <a:path w="205739" h="6350">
                  <a:moveTo>
                    <a:pt x="85090" y="0"/>
                  </a:moveTo>
                  <a:lnTo>
                    <a:pt x="0" y="0"/>
                  </a:lnTo>
                  <a:lnTo>
                    <a:pt x="0" y="6350"/>
                  </a:lnTo>
                  <a:lnTo>
                    <a:pt x="85090" y="6350"/>
                  </a:lnTo>
                  <a:lnTo>
                    <a:pt x="85090" y="0"/>
                  </a:lnTo>
                  <a:close/>
                </a:path>
                <a:path w="205739" h="6350">
                  <a:moveTo>
                    <a:pt x="205740" y="0"/>
                  </a:moveTo>
                  <a:lnTo>
                    <a:pt x="120650" y="0"/>
                  </a:lnTo>
                  <a:lnTo>
                    <a:pt x="120650" y="6350"/>
                  </a:lnTo>
                  <a:lnTo>
                    <a:pt x="205740" y="6350"/>
                  </a:lnTo>
                  <a:lnTo>
                    <a:pt x="205740" y="0"/>
                  </a:lnTo>
                  <a:close/>
                </a:path>
              </a:pathLst>
            </a:custGeom>
            <a:solidFill>
              <a:srgbClr val="451745"/>
            </a:solidFill>
          </p:spPr>
          <p:txBody>
            <a:bodyPr wrap="square" lIns="0" tIns="0" rIns="0" bIns="0" rtlCol="0"/>
            <a:lstStyle/>
            <a:p/>
          </p:txBody>
        </p:sp>
        <p:sp>
          <p:nvSpPr>
            <p:cNvPr id="1154" name="object 1154"/>
            <p:cNvSpPr/>
            <p:nvPr/>
          </p:nvSpPr>
          <p:spPr>
            <a:xfrm>
              <a:off x="3388359" y="1322070"/>
              <a:ext cx="205740" cy="7620"/>
            </a:xfrm>
            <a:custGeom>
              <a:avLst/>
              <a:gdLst/>
              <a:ahLst/>
              <a:cxnLst/>
              <a:rect l="l" t="t" r="r" b="b"/>
              <a:pathLst>
                <a:path w="205739" h="7619">
                  <a:moveTo>
                    <a:pt x="85089" y="0"/>
                  </a:moveTo>
                  <a:lnTo>
                    <a:pt x="0" y="0"/>
                  </a:lnTo>
                  <a:lnTo>
                    <a:pt x="0" y="7619"/>
                  </a:lnTo>
                  <a:lnTo>
                    <a:pt x="83820" y="7619"/>
                  </a:lnTo>
                  <a:lnTo>
                    <a:pt x="83820" y="3809"/>
                  </a:lnTo>
                  <a:lnTo>
                    <a:pt x="85089" y="3809"/>
                  </a:lnTo>
                  <a:lnTo>
                    <a:pt x="85089" y="0"/>
                  </a:lnTo>
                  <a:close/>
                </a:path>
                <a:path w="205739" h="7619">
                  <a:moveTo>
                    <a:pt x="205739" y="0"/>
                  </a:moveTo>
                  <a:lnTo>
                    <a:pt x="120650" y="0"/>
                  </a:lnTo>
                  <a:lnTo>
                    <a:pt x="120650" y="2539"/>
                  </a:lnTo>
                  <a:lnTo>
                    <a:pt x="121919" y="2539"/>
                  </a:lnTo>
                  <a:lnTo>
                    <a:pt x="121919" y="7619"/>
                  </a:lnTo>
                  <a:lnTo>
                    <a:pt x="205739" y="7619"/>
                  </a:lnTo>
                  <a:lnTo>
                    <a:pt x="205739" y="0"/>
                  </a:lnTo>
                  <a:close/>
                </a:path>
              </a:pathLst>
            </a:custGeom>
            <a:solidFill>
              <a:srgbClr val="461646"/>
            </a:solidFill>
          </p:spPr>
          <p:txBody>
            <a:bodyPr wrap="square" lIns="0" tIns="0" rIns="0" bIns="0" rtlCol="0"/>
            <a:lstStyle/>
            <a:p/>
          </p:txBody>
        </p:sp>
        <p:sp>
          <p:nvSpPr>
            <p:cNvPr id="1155" name="object 1155"/>
            <p:cNvSpPr/>
            <p:nvPr/>
          </p:nvSpPr>
          <p:spPr>
            <a:xfrm>
              <a:off x="3388360" y="132968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1920" y="0"/>
                  </a:lnTo>
                  <a:lnTo>
                    <a:pt x="121920" y="7620"/>
                  </a:lnTo>
                  <a:lnTo>
                    <a:pt x="205740" y="7620"/>
                  </a:lnTo>
                  <a:lnTo>
                    <a:pt x="205740" y="0"/>
                  </a:lnTo>
                  <a:close/>
                </a:path>
              </a:pathLst>
            </a:custGeom>
            <a:solidFill>
              <a:srgbClr val="471647"/>
            </a:solidFill>
          </p:spPr>
          <p:txBody>
            <a:bodyPr wrap="square" lIns="0" tIns="0" rIns="0" bIns="0" rtlCol="0"/>
            <a:lstStyle/>
            <a:p/>
          </p:txBody>
        </p:sp>
        <p:sp>
          <p:nvSpPr>
            <p:cNvPr id="1156" name="object 1156"/>
            <p:cNvSpPr/>
            <p:nvPr/>
          </p:nvSpPr>
          <p:spPr>
            <a:xfrm>
              <a:off x="3388360" y="133730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1920" y="0"/>
                  </a:lnTo>
                  <a:lnTo>
                    <a:pt x="121920" y="6350"/>
                  </a:lnTo>
                  <a:lnTo>
                    <a:pt x="205740" y="6350"/>
                  </a:lnTo>
                  <a:lnTo>
                    <a:pt x="205740" y="0"/>
                  </a:lnTo>
                  <a:close/>
                </a:path>
              </a:pathLst>
            </a:custGeom>
            <a:solidFill>
              <a:srgbClr val="481548"/>
            </a:solidFill>
          </p:spPr>
          <p:txBody>
            <a:bodyPr wrap="square" lIns="0" tIns="0" rIns="0" bIns="0" rtlCol="0"/>
            <a:lstStyle/>
            <a:p/>
          </p:txBody>
        </p:sp>
        <p:sp>
          <p:nvSpPr>
            <p:cNvPr id="1157" name="object 1157"/>
            <p:cNvSpPr/>
            <p:nvPr/>
          </p:nvSpPr>
          <p:spPr>
            <a:xfrm>
              <a:off x="3388359" y="1343660"/>
              <a:ext cx="205740" cy="7620"/>
            </a:xfrm>
            <a:custGeom>
              <a:avLst/>
              <a:gdLst/>
              <a:ahLst/>
              <a:cxnLst/>
              <a:rect l="l" t="t" r="r" b="b"/>
              <a:pathLst>
                <a:path w="205739" h="7619">
                  <a:moveTo>
                    <a:pt x="83820" y="0"/>
                  </a:moveTo>
                  <a:lnTo>
                    <a:pt x="0" y="0"/>
                  </a:lnTo>
                  <a:lnTo>
                    <a:pt x="0" y="7619"/>
                  </a:lnTo>
                  <a:lnTo>
                    <a:pt x="83820" y="7619"/>
                  </a:lnTo>
                  <a:lnTo>
                    <a:pt x="83820" y="0"/>
                  </a:lnTo>
                  <a:close/>
                </a:path>
                <a:path w="205739" h="7619">
                  <a:moveTo>
                    <a:pt x="205739" y="0"/>
                  </a:moveTo>
                  <a:lnTo>
                    <a:pt x="121919" y="0"/>
                  </a:lnTo>
                  <a:lnTo>
                    <a:pt x="121919" y="5079"/>
                  </a:lnTo>
                  <a:lnTo>
                    <a:pt x="123189" y="5079"/>
                  </a:lnTo>
                  <a:lnTo>
                    <a:pt x="123189" y="7619"/>
                  </a:lnTo>
                  <a:lnTo>
                    <a:pt x="205739" y="7619"/>
                  </a:lnTo>
                  <a:lnTo>
                    <a:pt x="205739" y="0"/>
                  </a:lnTo>
                  <a:close/>
                </a:path>
              </a:pathLst>
            </a:custGeom>
            <a:solidFill>
              <a:srgbClr val="491549"/>
            </a:solidFill>
          </p:spPr>
          <p:txBody>
            <a:bodyPr wrap="square" lIns="0" tIns="0" rIns="0" bIns="0" rtlCol="0"/>
            <a:lstStyle/>
            <a:p/>
          </p:txBody>
        </p:sp>
        <p:sp>
          <p:nvSpPr>
            <p:cNvPr id="1158" name="object 1158"/>
            <p:cNvSpPr/>
            <p:nvPr/>
          </p:nvSpPr>
          <p:spPr>
            <a:xfrm>
              <a:off x="3388360" y="135127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4A144A"/>
            </a:solidFill>
          </p:spPr>
          <p:txBody>
            <a:bodyPr wrap="square" lIns="0" tIns="0" rIns="0" bIns="0" rtlCol="0"/>
            <a:lstStyle/>
            <a:p/>
          </p:txBody>
        </p:sp>
        <p:sp>
          <p:nvSpPr>
            <p:cNvPr id="1159" name="object 1159"/>
            <p:cNvSpPr/>
            <p:nvPr/>
          </p:nvSpPr>
          <p:spPr>
            <a:xfrm>
              <a:off x="3388360" y="135889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4B144B"/>
            </a:solidFill>
          </p:spPr>
          <p:txBody>
            <a:bodyPr wrap="square" lIns="0" tIns="0" rIns="0" bIns="0" rtlCol="0"/>
            <a:lstStyle/>
            <a:p/>
          </p:txBody>
        </p:sp>
        <p:sp>
          <p:nvSpPr>
            <p:cNvPr id="1160" name="object 1160"/>
            <p:cNvSpPr/>
            <p:nvPr/>
          </p:nvSpPr>
          <p:spPr>
            <a:xfrm>
              <a:off x="3388360" y="136524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4C144C"/>
            </a:solidFill>
          </p:spPr>
          <p:txBody>
            <a:bodyPr wrap="square" lIns="0" tIns="0" rIns="0" bIns="0" rtlCol="0"/>
            <a:lstStyle/>
            <a:p/>
          </p:txBody>
        </p:sp>
        <p:sp>
          <p:nvSpPr>
            <p:cNvPr id="1161" name="object 1161"/>
            <p:cNvSpPr/>
            <p:nvPr/>
          </p:nvSpPr>
          <p:spPr>
            <a:xfrm>
              <a:off x="3388360" y="137286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4D134D"/>
            </a:solidFill>
          </p:spPr>
          <p:txBody>
            <a:bodyPr wrap="square" lIns="0" tIns="0" rIns="0" bIns="0" rtlCol="0"/>
            <a:lstStyle/>
            <a:p/>
          </p:txBody>
        </p:sp>
        <p:sp>
          <p:nvSpPr>
            <p:cNvPr id="1162" name="object 1162"/>
            <p:cNvSpPr/>
            <p:nvPr/>
          </p:nvSpPr>
          <p:spPr>
            <a:xfrm>
              <a:off x="3388360" y="138048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4E134E"/>
            </a:solidFill>
          </p:spPr>
          <p:txBody>
            <a:bodyPr wrap="square" lIns="0" tIns="0" rIns="0" bIns="0" rtlCol="0"/>
            <a:lstStyle/>
            <a:p/>
          </p:txBody>
        </p:sp>
        <p:sp>
          <p:nvSpPr>
            <p:cNvPr id="1163" name="object 1163"/>
            <p:cNvSpPr/>
            <p:nvPr/>
          </p:nvSpPr>
          <p:spPr>
            <a:xfrm>
              <a:off x="3388360" y="13868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4F124F"/>
            </a:solidFill>
          </p:spPr>
          <p:txBody>
            <a:bodyPr wrap="square" lIns="0" tIns="0" rIns="0" bIns="0" rtlCol="0"/>
            <a:lstStyle/>
            <a:p/>
          </p:txBody>
        </p:sp>
        <p:sp>
          <p:nvSpPr>
            <p:cNvPr id="1164" name="object 1164"/>
            <p:cNvSpPr/>
            <p:nvPr/>
          </p:nvSpPr>
          <p:spPr>
            <a:xfrm>
              <a:off x="3388359" y="1394460"/>
              <a:ext cx="205740" cy="7620"/>
            </a:xfrm>
            <a:custGeom>
              <a:avLst/>
              <a:gdLst/>
              <a:ahLst/>
              <a:cxnLst/>
              <a:rect l="l" t="t" r="r" b="b"/>
              <a:pathLst>
                <a:path w="205739" h="7619">
                  <a:moveTo>
                    <a:pt x="83820" y="0"/>
                  </a:moveTo>
                  <a:lnTo>
                    <a:pt x="0" y="0"/>
                  </a:lnTo>
                  <a:lnTo>
                    <a:pt x="0" y="7619"/>
                  </a:lnTo>
                  <a:lnTo>
                    <a:pt x="83820" y="7619"/>
                  </a:lnTo>
                  <a:lnTo>
                    <a:pt x="83820" y="0"/>
                  </a:lnTo>
                  <a:close/>
                </a:path>
                <a:path w="205739" h="7619">
                  <a:moveTo>
                    <a:pt x="205739" y="0"/>
                  </a:moveTo>
                  <a:lnTo>
                    <a:pt x="121919" y="0"/>
                  </a:lnTo>
                  <a:lnTo>
                    <a:pt x="121919" y="7619"/>
                  </a:lnTo>
                  <a:lnTo>
                    <a:pt x="204469" y="7619"/>
                  </a:lnTo>
                  <a:lnTo>
                    <a:pt x="204469" y="6350"/>
                  </a:lnTo>
                  <a:lnTo>
                    <a:pt x="205739" y="6350"/>
                  </a:lnTo>
                  <a:lnTo>
                    <a:pt x="205739" y="0"/>
                  </a:lnTo>
                  <a:close/>
                </a:path>
              </a:pathLst>
            </a:custGeom>
            <a:solidFill>
              <a:srgbClr val="511251"/>
            </a:solidFill>
          </p:spPr>
          <p:txBody>
            <a:bodyPr wrap="square" lIns="0" tIns="0" rIns="0" bIns="0" rtlCol="0"/>
            <a:lstStyle/>
            <a:p/>
          </p:txBody>
        </p:sp>
        <p:sp>
          <p:nvSpPr>
            <p:cNvPr id="1165" name="object 1165"/>
            <p:cNvSpPr/>
            <p:nvPr/>
          </p:nvSpPr>
          <p:spPr>
            <a:xfrm>
              <a:off x="3388360" y="140207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521152"/>
            </a:solidFill>
          </p:spPr>
          <p:txBody>
            <a:bodyPr wrap="square" lIns="0" tIns="0" rIns="0" bIns="0" rtlCol="0"/>
            <a:lstStyle/>
            <a:p/>
          </p:txBody>
        </p:sp>
        <p:sp>
          <p:nvSpPr>
            <p:cNvPr id="1166" name="object 1166"/>
            <p:cNvSpPr/>
            <p:nvPr/>
          </p:nvSpPr>
          <p:spPr>
            <a:xfrm>
              <a:off x="3388360" y="140842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531153"/>
            </a:solidFill>
          </p:spPr>
          <p:txBody>
            <a:bodyPr wrap="square" lIns="0" tIns="0" rIns="0" bIns="0" rtlCol="0"/>
            <a:lstStyle/>
            <a:p/>
          </p:txBody>
        </p:sp>
        <p:sp>
          <p:nvSpPr>
            <p:cNvPr id="1167" name="object 1167"/>
            <p:cNvSpPr/>
            <p:nvPr/>
          </p:nvSpPr>
          <p:spPr>
            <a:xfrm>
              <a:off x="3388359" y="1416050"/>
              <a:ext cx="204470" cy="7620"/>
            </a:xfrm>
            <a:custGeom>
              <a:avLst/>
              <a:gdLst/>
              <a:ahLst/>
              <a:cxnLst/>
              <a:rect l="l" t="t" r="r" b="b"/>
              <a:pathLst>
                <a:path w="204470" h="7619">
                  <a:moveTo>
                    <a:pt x="83820" y="0"/>
                  </a:moveTo>
                  <a:lnTo>
                    <a:pt x="0" y="0"/>
                  </a:lnTo>
                  <a:lnTo>
                    <a:pt x="0" y="7620"/>
                  </a:lnTo>
                  <a:lnTo>
                    <a:pt x="85089" y="7620"/>
                  </a:lnTo>
                  <a:lnTo>
                    <a:pt x="85089" y="5079"/>
                  </a:lnTo>
                  <a:lnTo>
                    <a:pt x="83820" y="5079"/>
                  </a:lnTo>
                  <a:lnTo>
                    <a:pt x="83820" y="0"/>
                  </a:lnTo>
                  <a:close/>
                </a:path>
                <a:path w="204470" h="7619">
                  <a:moveTo>
                    <a:pt x="204469" y="0"/>
                  </a:moveTo>
                  <a:lnTo>
                    <a:pt x="121919" y="0"/>
                  </a:lnTo>
                  <a:lnTo>
                    <a:pt x="121919" y="6350"/>
                  </a:lnTo>
                  <a:lnTo>
                    <a:pt x="120650" y="6350"/>
                  </a:lnTo>
                  <a:lnTo>
                    <a:pt x="120650" y="7620"/>
                  </a:lnTo>
                  <a:lnTo>
                    <a:pt x="204469" y="7620"/>
                  </a:lnTo>
                  <a:lnTo>
                    <a:pt x="204469" y="0"/>
                  </a:lnTo>
                  <a:close/>
                </a:path>
              </a:pathLst>
            </a:custGeom>
            <a:solidFill>
              <a:srgbClr val="541054"/>
            </a:solidFill>
          </p:spPr>
          <p:txBody>
            <a:bodyPr wrap="square" lIns="0" tIns="0" rIns="0" bIns="0" rtlCol="0"/>
            <a:lstStyle/>
            <a:p/>
          </p:txBody>
        </p:sp>
        <p:sp>
          <p:nvSpPr>
            <p:cNvPr id="1168" name="object 1168"/>
            <p:cNvSpPr/>
            <p:nvPr/>
          </p:nvSpPr>
          <p:spPr>
            <a:xfrm>
              <a:off x="3388360" y="1423669"/>
              <a:ext cx="204470" cy="6350"/>
            </a:xfrm>
            <a:custGeom>
              <a:avLst/>
              <a:gdLst/>
              <a:ahLst/>
              <a:cxnLst/>
              <a:rect l="l" t="t" r="r" b="b"/>
              <a:pathLst>
                <a:path w="204470" h="6350">
                  <a:moveTo>
                    <a:pt x="85090" y="0"/>
                  </a:moveTo>
                  <a:lnTo>
                    <a:pt x="0" y="0"/>
                  </a:lnTo>
                  <a:lnTo>
                    <a:pt x="0" y="6350"/>
                  </a:lnTo>
                  <a:lnTo>
                    <a:pt x="85090" y="6350"/>
                  </a:lnTo>
                  <a:lnTo>
                    <a:pt x="85090" y="0"/>
                  </a:lnTo>
                  <a:close/>
                </a:path>
                <a:path w="204470" h="6350">
                  <a:moveTo>
                    <a:pt x="204470" y="0"/>
                  </a:moveTo>
                  <a:lnTo>
                    <a:pt x="120650" y="0"/>
                  </a:lnTo>
                  <a:lnTo>
                    <a:pt x="120650" y="6350"/>
                  </a:lnTo>
                  <a:lnTo>
                    <a:pt x="204470" y="6350"/>
                  </a:lnTo>
                  <a:lnTo>
                    <a:pt x="204470" y="0"/>
                  </a:lnTo>
                  <a:close/>
                </a:path>
              </a:pathLst>
            </a:custGeom>
            <a:solidFill>
              <a:srgbClr val="551055"/>
            </a:solidFill>
          </p:spPr>
          <p:txBody>
            <a:bodyPr wrap="square" lIns="0" tIns="0" rIns="0" bIns="0" rtlCol="0"/>
            <a:lstStyle/>
            <a:p/>
          </p:txBody>
        </p:sp>
        <p:sp>
          <p:nvSpPr>
            <p:cNvPr id="1169" name="object 1169"/>
            <p:cNvSpPr/>
            <p:nvPr/>
          </p:nvSpPr>
          <p:spPr>
            <a:xfrm>
              <a:off x="3388359" y="1430020"/>
              <a:ext cx="204470" cy="7620"/>
            </a:xfrm>
            <a:custGeom>
              <a:avLst/>
              <a:gdLst/>
              <a:ahLst/>
              <a:cxnLst/>
              <a:rect l="l" t="t" r="r" b="b"/>
              <a:pathLst>
                <a:path w="204470" h="7619">
                  <a:moveTo>
                    <a:pt x="85089" y="0"/>
                  </a:moveTo>
                  <a:lnTo>
                    <a:pt x="0" y="0"/>
                  </a:lnTo>
                  <a:lnTo>
                    <a:pt x="0" y="7619"/>
                  </a:lnTo>
                  <a:lnTo>
                    <a:pt x="86360" y="7619"/>
                  </a:lnTo>
                  <a:lnTo>
                    <a:pt x="86360" y="1269"/>
                  </a:lnTo>
                  <a:lnTo>
                    <a:pt x="85089" y="1269"/>
                  </a:lnTo>
                  <a:lnTo>
                    <a:pt x="85089" y="0"/>
                  </a:lnTo>
                  <a:close/>
                </a:path>
                <a:path w="204470" h="7619">
                  <a:moveTo>
                    <a:pt x="204469" y="0"/>
                  </a:moveTo>
                  <a:lnTo>
                    <a:pt x="120650" y="0"/>
                  </a:lnTo>
                  <a:lnTo>
                    <a:pt x="120650" y="7619"/>
                  </a:lnTo>
                  <a:lnTo>
                    <a:pt x="204469" y="7619"/>
                  </a:lnTo>
                  <a:lnTo>
                    <a:pt x="204469" y="0"/>
                  </a:lnTo>
                  <a:close/>
                </a:path>
              </a:pathLst>
            </a:custGeom>
            <a:solidFill>
              <a:srgbClr val="561056"/>
            </a:solidFill>
          </p:spPr>
          <p:txBody>
            <a:bodyPr wrap="square" lIns="0" tIns="0" rIns="0" bIns="0" rtlCol="0"/>
            <a:lstStyle/>
            <a:p/>
          </p:txBody>
        </p:sp>
        <p:sp>
          <p:nvSpPr>
            <p:cNvPr id="1170" name="object 1170"/>
            <p:cNvSpPr/>
            <p:nvPr/>
          </p:nvSpPr>
          <p:spPr>
            <a:xfrm>
              <a:off x="3388359" y="1437640"/>
              <a:ext cx="204470" cy="7620"/>
            </a:xfrm>
            <a:custGeom>
              <a:avLst/>
              <a:gdLst/>
              <a:ahLst/>
              <a:cxnLst/>
              <a:rect l="l" t="t" r="r" b="b"/>
              <a:pathLst>
                <a:path w="204470" h="7619">
                  <a:moveTo>
                    <a:pt x="86360" y="0"/>
                  </a:moveTo>
                  <a:lnTo>
                    <a:pt x="0" y="0"/>
                  </a:lnTo>
                  <a:lnTo>
                    <a:pt x="0" y="7620"/>
                  </a:lnTo>
                  <a:lnTo>
                    <a:pt x="86360" y="7620"/>
                  </a:lnTo>
                  <a:lnTo>
                    <a:pt x="86360" y="0"/>
                  </a:lnTo>
                  <a:close/>
                </a:path>
                <a:path w="204470" h="7619">
                  <a:moveTo>
                    <a:pt x="204469" y="0"/>
                  </a:moveTo>
                  <a:lnTo>
                    <a:pt x="120650" y="0"/>
                  </a:lnTo>
                  <a:lnTo>
                    <a:pt x="120650" y="6350"/>
                  </a:lnTo>
                  <a:lnTo>
                    <a:pt x="119379" y="6350"/>
                  </a:lnTo>
                  <a:lnTo>
                    <a:pt x="119379" y="7620"/>
                  </a:lnTo>
                  <a:lnTo>
                    <a:pt x="204469" y="7620"/>
                  </a:lnTo>
                  <a:lnTo>
                    <a:pt x="204469" y="0"/>
                  </a:lnTo>
                  <a:close/>
                </a:path>
              </a:pathLst>
            </a:custGeom>
            <a:solidFill>
              <a:srgbClr val="570F57"/>
            </a:solidFill>
          </p:spPr>
          <p:txBody>
            <a:bodyPr wrap="square" lIns="0" tIns="0" rIns="0" bIns="0" rtlCol="0"/>
            <a:lstStyle/>
            <a:p/>
          </p:txBody>
        </p:sp>
        <p:sp>
          <p:nvSpPr>
            <p:cNvPr id="1171" name="object 1171"/>
            <p:cNvSpPr/>
            <p:nvPr/>
          </p:nvSpPr>
          <p:spPr>
            <a:xfrm>
              <a:off x="3388359" y="1445260"/>
              <a:ext cx="203200" cy="6350"/>
            </a:xfrm>
            <a:custGeom>
              <a:avLst/>
              <a:gdLst/>
              <a:ahLst/>
              <a:cxnLst/>
              <a:rect l="l" t="t" r="r" b="b"/>
              <a:pathLst>
                <a:path w="203200" h="6350">
                  <a:moveTo>
                    <a:pt x="86360" y="0"/>
                  </a:moveTo>
                  <a:lnTo>
                    <a:pt x="0" y="0"/>
                  </a:lnTo>
                  <a:lnTo>
                    <a:pt x="0" y="6350"/>
                  </a:lnTo>
                  <a:lnTo>
                    <a:pt x="87629" y="6350"/>
                  </a:lnTo>
                  <a:lnTo>
                    <a:pt x="87629" y="3810"/>
                  </a:lnTo>
                  <a:lnTo>
                    <a:pt x="86360" y="3810"/>
                  </a:lnTo>
                  <a:lnTo>
                    <a:pt x="86360" y="0"/>
                  </a:lnTo>
                  <a:close/>
                </a:path>
                <a:path w="203200" h="6350">
                  <a:moveTo>
                    <a:pt x="203200" y="0"/>
                  </a:moveTo>
                  <a:lnTo>
                    <a:pt x="119379" y="0"/>
                  </a:lnTo>
                  <a:lnTo>
                    <a:pt x="119379" y="5079"/>
                  </a:lnTo>
                  <a:lnTo>
                    <a:pt x="118110" y="5079"/>
                  </a:lnTo>
                  <a:lnTo>
                    <a:pt x="118110" y="6350"/>
                  </a:lnTo>
                  <a:lnTo>
                    <a:pt x="203200" y="6350"/>
                  </a:lnTo>
                  <a:lnTo>
                    <a:pt x="203200" y="0"/>
                  </a:lnTo>
                  <a:close/>
                </a:path>
              </a:pathLst>
            </a:custGeom>
            <a:solidFill>
              <a:srgbClr val="580F58"/>
            </a:solidFill>
          </p:spPr>
          <p:txBody>
            <a:bodyPr wrap="square" lIns="0" tIns="0" rIns="0" bIns="0" rtlCol="0"/>
            <a:lstStyle/>
            <a:p/>
          </p:txBody>
        </p:sp>
        <p:sp>
          <p:nvSpPr>
            <p:cNvPr id="1172" name="object 1172"/>
            <p:cNvSpPr/>
            <p:nvPr/>
          </p:nvSpPr>
          <p:spPr>
            <a:xfrm>
              <a:off x="3388360" y="1451609"/>
              <a:ext cx="203200" cy="7620"/>
            </a:xfrm>
            <a:custGeom>
              <a:avLst/>
              <a:gdLst/>
              <a:ahLst/>
              <a:cxnLst/>
              <a:rect l="l" t="t" r="r" b="b"/>
              <a:pathLst>
                <a:path w="203200" h="7619">
                  <a:moveTo>
                    <a:pt x="87630" y="0"/>
                  </a:moveTo>
                  <a:lnTo>
                    <a:pt x="0" y="0"/>
                  </a:lnTo>
                  <a:lnTo>
                    <a:pt x="0" y="1270"/>
                  </a:lnTo>
                  <a:lnTo>
                    <a:pt x="87630" y="1270"/>
                  </a:lnTo>
                  <a:lnTo>
                    <a:pt x="87630" y="0"/>
                  </a:lnTo>
                  <a:close/>
                </a:path>
                <a:path w="203200" h="7619">
                  <a:moveTo>
                    <a:pt x="88900" y="1282"/>
                  </a:moveTo>
                  <a:lnTo>
                    <a:pt x="0" y="1282"/>
                  </a:lnTo>
                  <a:lnTo>
                    <a:pt x="0" y="7620"/>
                  </a:lnTo>
                  <a:lnTo>
                    <a:pt x="88900" y="7620"/>
                  </a:lnTo>
                  <a:lnTo>
                    <a:pt x="88900" y="1282"/>
                  </a:lnTo>
                  <a:close/>
                </a:path>
                <a:path w="203200" h="7619">
                  <a:moveTo>
                    <a:pt x="203200" y="0"/>
                  </a:moveTo>
                  <a:lnTo>
                    <a:pt x="118110" y="0"/>
                  </a:lnTo>
                  <a:lnTo>
                    <a:pt x="118110" y="1270"/>
                  </a:lnTo>
                  <a:lnTo>
                    <a:pt x="118110" y="6350"/>
                  </a:lnTo>
                  <a:lnTo>
                    <a:pt x="116840" y="6350"/>
                  </a:lnTo>
                  <a:lnTo>
                    <a:pt x="116840" y="7620"/>
                  </a:lnTo>
                  <a:lnTo>
                    <a:pt x="203200" y="7620"/>
                  </a:lnTo>
                  <a:lnTo>
                    <a:pt x="203200" y="6350"/>
                  </a:lnTo>
                  <a:lnTo>
                    <a:pt x="203200" y="1270"/>
                  </a:lnTo>
                  <a:lnTo>
                    <a:pt x="203200" y="0"/>
                  </a:lnTo>
                  <a:close/>
                </a:path>
              </a:pathLst>
            </a:custGeom>
            <a:solidFill>
              <a:srgbClr val="590E59"/>
            </a:solidFill>
          </p:spPr>
          <p:txBody>
            <a:bodyPr wrap="square" lIns="0" tIns="0" rIns="0" bIns="0" rtlCol="0"/>
            <a:lstStyle/>
            <a:p/>
          </p:txBody>
        </p:sp>
        <p:sp>
          <p:nvSpPr>
            <p:cNvPr id="1173" name="object 1173"/>
            <p:cNvSpPr/>
            <p:nvPr/>
          </p:nvSpPr>
          <p:spPr>
            <a:xfrm>
              <a:off x="3388360" y="1459229"/>
              <a:ext cx="203200" cy="7620"/>
            </a:xfrm>
            <a:custGeom>
              <a:avLst/>
              <a:gdLst/>
              <a:ahLst/>
              <a:cxnLst/>
              <a:rect l="l" t="t" r="r" b="b"/>
              <a:pathLst>
                <a:path w="203200" h="7619">
                  <a:moveTo>
                    <a:pt x="91440" y="6350"/>
                  </a:moveTo>
                  <a:lnTo>
                    <a:pt x="90170" y="6350"/>
                  </a:lnTo>
                  <a:lnTo>
                    <a:pt x="90170" y="1270"/>
                  </a:lnTo>
                  <a:lnTo>
                    <a:pt x="88900" y="1270"/>
                  </a:lnTo>
                  <a:lnTo>
                    <a:pt x="88900" y="0"/>
                  </a:lnTo>
                  <a:lnTo>
                    <a:pt x="0" y="0"/>
                  </a:lnTo>
                  <a:lnTo>
                    <a:pt x="0" y="1270"/>
                  </a:lnTo>
                  <a:lnTo>
                    <a:pt x="0" y="6350"/>
                  </a:lnTo>
                  <a:lnTo>
                    <a:pt x="0" y="7620"/>
                  </a:lnTo>
                  <a:lnTo>
                    <a:pt x="91440" y="7620"/>
                  </a:lnTo>
                  <a:lnTo>
                    <a:pt x="91440" y="6350"/>
                  </a:lnTo>
                  <a:close/>
                </a:path>
                <a:path w="203200" h="7619">
                  <a:moveTo>
                    <a:pt x="203200" y="0"/>
                  </a:moveTo>
                  <a:lnTo>
                    <a:pt x="116840" y="0"/>
                  </a:lnTo>
                  <a:lnTo>
                    <a:pt x="116840" y="6350"/>
                  </a:lnTo>
                  <a:lnTo>
                    <a:pt x="115570" y="6350"/>
                  </a:lnTo>
                  <a:lnTo>
                    <a:pt x="115570" y="7620"/>
                  </a:lnTo>
                  <a:lnTo>
                    <a:pt x="203187" y="7620"/>
                  </a:lnTo>
                  <a:lnTo>
                    <a:pt x="203187" y="6350"/>
                  </a:lnTo>
                  <a:lnTo>
                    <a:pt x="203200" y="0"/>
                  </a:lnTo>
                  <a:close/>
                </a:path>
              </a:pathLst>
            </a:custGeom>
            <a:solidFill>
              <a:srgbClr val="5A0E5A"/>
            </a:solidFill>
          </p:spPr>
          <p:txBody>
            <a:bodyPr wrap="square" lIns="0" tIns="0" rIns="0" bIns="0" rtlCol="0"/>
            <a:lstStyle/>
            <a:p/>
          </p:txBody>
        </p:sp>
        <p:sp>
          <p:nvSpPr>
            <p:cNvPr id="1174" name="object 1174"/>
            <p:cNvSpPr/>
            <p:nvPr/>
          </p:nvSpPr>
          <p:spPr>
            <a:xfrm>
              <a:off x="3388360" y="1466849"/>
              <a:ext cx="201930" cy="7620"/>
            </a:xfrm>
            <a:custGeom>
              <a:avLst/>
              <a:gdLst/>
              <a:ahLst/>
              <a:cxnLst/>
              <a:rect l="l" t="t" r="r" b="b"/>
              <a:pathLst>
                <a:path w="201929" h="7619">
                  <a:moveTo>
                    <a:pt x="93980" y="5080"/>
                  </a:moveTo>
                  <a:lnTo>
                    <a:pt x="92710" y="5080"/>
                  </a:lnTo>
                  <a:lnTo>
                    <a:pt x="92710" y="2540"/>
                  </a:lnTo>
                  <a:lnTo>
                    <a:pt x="91440" y="2540"/>
                  </a:lnTo>
                  <a:lnTo>
                    <a:pt x="91440" y="0"/>
                  </a:lnTo>
                  <a:lnTo>
                    <a:pt x="0" y="0"/>
                  </a:lnTo>
                  <a:lnTo>
                    <a:pt x="0" y="2540"/>
                  </a:lnTo>
                  <a:lnTo>
                    <a:pt x="0" y="5080"/>
                  </a:lnTo>
                  <a:lnTo>
                    <a:pt x="0" y="7620"/>
                  </a:lnTo>
                  <a:lnTo>
                    <a:pt x="93980" y="7620"/>
                  </a:lnTo>
                  <a:lnTo>
                    <a:pt x="93980" y="5080"/>
                  </a:lnTo>
                  <a:close/>
                </a:path>
                <a:path w="201929" h="7619">
                  <a:moveTo>
                    <a:pt x="201930" y="0"/>
                  </a:moveTo>
                  <a:lnTo>
                    <a:pt x="115570" y="0"/>
                  </a:lnTo>
                  <a:lnTo>
                    <a:pt x="115570" y="2540"/>
                  </a:lnTo>
                  <a:lnTo>
                    <a:pt x="114300" y="2540"/>
                  </a:lnTo>
                  <a:lnTo>
                    <a:pt x="114300" y="5080"/>
                  </a:lnTo>
                  <a:lnTo>
                    <a:pt x="113030" y="5080"/>
                  </a:lnTo>
                  <a:lnTo>
                    <a:pt x="113030" y="7620"/>
                  </a:lnTo>
                  <a:lnTo>
                    <a:pt x="201930" y="7620"/>
                  </a:lnTo>
                  <a:lnTo>
                    <a:pt x="201930" y="5080"/>
                  </a:lnTo>
                  <a:lnTo>
                    <a:pt x="201930" y="2540"/>
                  </a:lnTo>
                  <a:lnTo>
                    <a:pt x="201930" y="0"/>
                  </a:lnTo>
                  <a:close/>
                </a:path>
              </a:pathLst>
            </a:custGeom>
            <a:solidFill>
              <a:srgbClr val="5B0D5B"/>
            </a:solidFill>
          </p:spPr>
          <p:txBody>
            <a:bodyPr wrap="square" lIns="0" tIns="0" rIns="0" bIns="0" rtlCol="0"/>
            <a:lstStyle/>
            <a:p/>
          </p:txBody>
        </p:sp>
        <p:sp>
          <p:nvSpPr>
            <p:cNvPr id="1175" name="object 1175"/>
            <p:cNvSpPr/>
            <p:nvPr/>
          </p:nvSpPr>
          <p:spPr>
            <a:xfrm>
              <a:off x="3388360" y="1474469"/>
              <a:ext cx="201930" cy="6350"/>
            </a:xfrm>
            <a:custGeom>
              <a:avLst/>
              <a:gdLst/>
              <a:ahLst/>
              <a:cxnLst/>
              <a:rect l="l" t="t" r="r" b="b"/>
              <a:pathLst>
                <a:path w="201929" h="6350">
                  <a:moveTo>
                    <a:pt x="96520" y="3810"/>
                  </a:moveTo>
                  <a:lnTo>
                    <a:pt x="95250" y="3810"/>
                  </a:lnTo>
                  <a:lnTo>
                    <a:pt x="95250" y="1270"/>
                  </a:lnTo>
                  <a:lnTo>
                    <a:pt x="93980" y="1270"/>
                  </a:lnTo>
                  <a:lnTo>
                    <a:pt x="93980" y="0"/>
                  </a:lnTo>
                  <a:lnTo>
                    <a:pt x="0" y="0"/>
                  </a:lnTo>
                  <a:lnTo>
                    <a:pt x="0" y="1270"/>
                  </a:lnTo>
                  <a:lnTo>
                    <a:pt x="0" y="3810"/>
                  </a:lnTo>
                  <a:lnTo>
                    <a:pt x="0" y="6350"/>
                  </a:lnTo>
                  <a:lnTo>
                    <a:pt x="96520" y="6350"/>
                  </a:lnTo>
                  <a:lnTo>
                    <a:pt x="96520" y="3810"/>
                  </a:lnTo>
                  <a:close/>
                </a:path>
                <a:path w="201929" h="6350">
                  <a:moveTo>
                    <a:pt x="201930" y="0"/>
                  </a:moveTo>
                  <a:lnTo>
                    <a:pt x="113030" y="0"/>
                  </a:lnTo>
                  <a:lnTo>
                    <a:pt x="113030" y="2540"/>
                  </a:lnTo>
                  <a:lnTo>
                    <a:pt x="111760" y="2540"/>
                  </a:lnTo>
                  <a:lnTo>
                    <a:pt x="111760" y="3810"/>
                  </a:lnTo>
                  <a:lnTo>
                    <a:pt x="110490" y="3810"/>
                  </a:lnTo>
                  <a:lnTo>
                    <a:pt x="110490" y="6350"/>
                  </a:lnTo>
                  <a:lnTo>
                    <a:pt x="201930" y="6350"/>
                  </a:lnTo>
                  <a:lnTo>
                    <a:pt x="201930" y="3810"/>
                  </a:lnTo>
                  <a:lnTo>
                    <a:pt x="201930" y="2540"/>
                  </a:lnTo>
                  <a:lnTo>
                    <a:pt x="201930" y="0"/>
                  </a:lnTo>
                  <a:close/>
                </a:path>
              </a:pathLst>
            </a:custGeom>
            <a:solidFill>
              <a:srgbClr val="5D0D5D"/>
            </a:solidFill>
          </p:spPr>
          <p:txBody>
            <a:bodyPr wrap="square" lIns="0" tIns="0" rIns="0" bIns="0" rtlCol="0"/>
            <a:lstStyle/>
            <a:p/>
          </p:txBody>
        </p:sp>
        <p:sp>
          <p:nvSpPr>
            <p:cNvPr id="1176" name="object 1176"/>
            <p:cNvSpPr/>
            <p:nvPr/>
          </p:nvSpPr>
          <p:spPr>
            <a:xfrm>
              <a:off x="3388360" y="1480819"/>
              <a:ext cx="201930" cy="7620"/>
            </a:xfrm>
            <a:custGeom>
              <a:avLst/>
              <a:gdLst/>
              <a:ahLst/>
              <a:cxnLst/>
              <a:rect l="l" t="t" r="r" b="b"/>
              <a:pathLst>
                <a:path w="201929" h="7619">
                  <a:moveTo>
                    <a:pt x="201930" y="0"/>
                  </a:moveTo>
                  <a:lnTo>
                    <a:pt x="110490" y="0"/>
                  </a:lnTo>
                  <a:lnTo>
                    <a:pt x="110490" y="1270"/>
                  </a:lnTo>
                  <a:lnTo>
                    <a:pt x="109220" y="1270"/>
                  </a:lnTo>
                  <a:lnTo>
                    <a:pt x="109220" y="2540"/>
                  </a:lnTo>
                  <a:lnTo>
                    <a:pt x="107950" y="2540"/>
                  </a:lnTo>
                  <a:lnTo>
                    <a:pt x="107950" y="3810"/>
                  </a:lnTo>
                  <a:lnTo>
                    <a:pt x="106680" y="3810"/>
                  </a:lnTo>
                  <a:lnTo>
                    <a:pt x="106680" y="5080"/>
                  </a:lnTo>
                  <a:lnTo>
                    <a:pt x="105410" y="5080"/>
                  </a:lnTo>
                  <a:lnTo>
                    <a:pt x="105410" y="6350"/>
                  </a:lnTo>
                  <a:lnTo>
                    <a:pt x="101600" y="6350"/>
                  </a:lnTo>
                  <a:lnTo>
                    <a:pt x="101600" y="5080"/>
                  </a:lnTo>
                  <a:lnTo>
                    <a:pt x="99060" y="5080"/>
                  </a:lnTo>
                  <a:lnTo>
                    <a:pt x="99060" y="2540"/>
                  </a:lnTo>
                  <a:lnTo>
                    <a:pt x="97790" y="2540"/>
                  </a:lnTo>
                  <a:lnTo>
                    <a:pt x="97790" y="1270"/>
                  </a:lnTo>
                  <a:lnTo>
                    <a:pt x="96520" y="1270"/>
                  </a:lnTo>
                  <a:lnTo>
                    <a:pt x="96520" y="0"/>
                  </a:lnTo>
                  <a:lnTo>
                    <a:pt x="0" y="0"/>
                  </a:lnTo>
                  <a:lnTo>
                    <a:pt x="0" y="7620"/>
                  </a:lnTo>
                  <a:lnTo>
                    <a:pt x="200660" y="7620"/>
                  </a:lnTo>
                  <a:lnTo>
                    <a:pt x="200660" y="6350"/>
                  </a:lnTo>
                  <a:lnTo>
                    <a:pt x="200660" y="5080"/>
                  </a:lnTo>
                  <a:lnTo>
                    <a:pt x="200660" y="3810"/>
                  </a:lnTo>
                  <a:lnTo>
                    <a:pt x="200647" y="2540"/>
                  </a:lnTo>
                  <a:lnTo>
                    <a:pt x="200647" y="1270"/>
                  </a:lnTo>
                  <a:lnTo>
                    <a:pt x="201930" y="1270"/>
                  </a:lnTo>
                  <a:lnTo>
                    <a:pt x="201930" y="0"/>
                  </a:lnTo>
                  <a:close/>
                </a:path>
              </a:pathLst>
            </a:custGeom>
            <a:solidFill>
              <a:srgbClr val="5E0D5E"/>
            </a:solidFill>
          </p:spPr>
          <p:txBody>
            <a:bodyPr wrap="square" lIns="0" tIns="0" rIns="0" bIns="0" rtlCol="0"/>
            <a:lstStyle/>
            <a:p/>
          </p:txBody>
        </p:sp>
        <p:sp>
          <p:nvSpPr>
            <p:cNvPr id="1177" name="object 1177"/>
            <p:cNvSpPr/>
            <p:nvPr/>
          </p:nvSpPr>
          <p:spPr>
            <a:xfrm>
              <a:off x="3388360" y="1488439"/>
              <a:ext cx="200660" cy="7620"/>
            </a:xfrm>
            <a:custGeom>
              <a:avLst/>
              <a:gdLst/>
              <a:ahLst/>
              <a:cxnLst/>
              <a:rect l="l" t="t" r="r" b="b"/>
              <a:pathLst>
                <a:path w="200660" h="7619">
                  <a:moveTo>
                    <a:pt x="200660" y="0"/>
                  </a:moveTo>
                  <a:lnTo>
                    <a:pt x="0" y="0"/>
                  </a:lnTo>
                  <a:lnTo>
                    <a:pt x="0" y="3810"/>
                  </a:lnTo>
                  <a:lnTo>
                    <a:pt x="0" y="7620"/>
                  </a:lnTo>
                  <a:lnTo>
                    <a:pt x="199390" y="7620"/>
                  </a:lnTo>
                  <a:lnTo>
                    <a:pt x="199390" y="3810"/>
                  </a:lnTo>
                  <a:lnTo>
                    <a:pt x="200660" y="3810"/>
                  </a:lnTo>
                  <a:lnTo>
                    <a:pt x="200660" y="0"/>
                  </a:lnTo>
                  <a:close/>
                </a:path>
              </a:pathLst>
            </a:custGeom>
            <a:solidFill>
              <a:srgbClr val="5F0C5F"/>
            </a:solidFill>
          </p:spPr>
          <p:txBody>
            <a:bodyPr wrap="square" lIns="0" tIns="0" rIns="0" bIns="0" rtlCol="0"/>
            <a:lstStyle/>
            <a:p/>
          </p:txBody>
        </p:sp>
        <p:sp>
          <p:nvSpPr>
            <p:cNvPr id="1178" name="object 1178"/>
            <p:cNvSpPr/>
            <p:nvPr/>
          </p:nvSpPr>
          <p:spPr>
            <a:xfrm>
              <a:off x="3388359" y="1496060"/>
              <a:ext cx="199390" cy="6350"/>
            </a:xfrm>
            <a:custGeom>
              <a:avLst/>
              <a:gdLst/>
              <a:ahLst/>
              <a:cxnLst/>
              <a:rect l="l" t="t" r="r" b="b"/>
              <a:pathLst>
                <a:path w="199389" h="6350">
                  <a:moveTo>
                    <a:pt x="0" y="0"/>
                  </a:moveTo>
                  <a:lnTo>
                    <a:pt x="199389" y="0"/>
                  </a:lnTo>
                  <a:lnTo>
                    <a:pt x="199389" y="6350"/>
                  </a:lnTo>
                  <a:lnTo>
                    <a:pt x="0" y="6350"/>
                  </a:lnTo>
                  <a:lnTo>
                    <a:pt x="0" y="0"/>
                  </a:lnTo>
                  <a:close/>
                </a:path>
              </a:pathLst>
            </a:custGeom>
            <a:solidFill>
              <a:srgbClr val="600C60"/>
            </a:solidFill>
          </p:spPr>
          <p:txBody>
            <a:bodyPr wrap="square" lIns="0" tIns="0" rIns="0" bIns="0" rtlCol="0"/>
            <a:lstStyle/>
            <a:p/>
          </p:txBody>
        </p:sp>
        <p:sp>
          <p:nvSpPr>
            <p:cNvPr id="1179" name="object 1179"/>
            <p:cNvSpPr/>
            <p:nvPr/>
          </p:nvSpPr>
          <p:spPr>
            <a:xfrm>
              <a:off x="3388360" y="1502409"/>
              <a:ext cx="199390" cy="7620"/>
            </a:xfrm>
            <a:custGeom>
              <a:avLst/>
              <a:gdLst/>
              <a:ahLst/>
              <a:cxnLst/>
              <a:rect l="l" t="t" r="r" b="b"/>
              <a:pathLst>
                <a:path w="199389" h="7619">
                  <a:moveTo>
                    <a:pt x="199390" y="0"/>
                  </a:moveTo>
                  <a:lnTo>
                    <a:pt x="0" y="0"/>
                  </a:lnTo>
                  <a:lnTo>
                    <a:pt x="0" y="5080"/>
                  </a:lnTo>
                  <a:lnTo>
                    <a:pt x="0" y="7620"/>
                  </a:lnTo>
                  <a:lnTo>
                    <a:pt x="198120" y="7620"/>
                  </a:lnTo>
                  <a:lnTo>
                    <a:pt x="198120" y="5080"/>
                  </a:lnTo>
                  <a:lnTo>
                    <a:pt x="199390" y="5080"/>
                  </a:lnTo>
                  <a:lnTo>
                    <a:pt x="199390" y="0"/>
                  </a:lnTo>
                  <a:close/>
                </a:path>
              </a:pathLst>
            </a:custGeom>
            <a:solidFill>
              <a:srgbClr val="610B61"/>
            </a:solidFill>
          </p:spPr>
          <p:txBody>
            <a:bodyPr wrap="square" lIns="0" tIns="0" rIns="0" bIns="0" rtlCol="0"/>
            <a:lstStyle/>
            <a:p/>
          </p:txBody>
        </p:sp>
        <p:sp>
          <p:nvSpPr>
            <p:cNvPr id="1180" name="object 1180"/>
            <p:cNvSpPr/>
            <p:nvPr/>
          </p:nvSpPr>
          <p:spPr>
            <a:xfrm>
              <a:off x="3388359" y="1510030"/>
              <a:ext cx="198120" cy="7620"/>
            </a:xfrm>
            <a:custGeom>
              <a:avLst/>
              <a:gdLst/>
              <a:ahLst/>
              <a:cxnLst/>
              <a:rect l="l" t="t" r="r" b="b"/>
              <a:pathLst>
                <a:path w="198120" h="7619">
                  <a:moveTo>
                    <a:pt x="0" y="0"/>
                  </a:moveTo>
                  <a:lnTo>
                    <a:pt x="198120" y="0"/>
                  </a:lnTo>
                  <a:lnTo>
                    <a:pt x="198120" y="7620"/>
                  </a:lnTo>
                  <a:lnTo>
                    <a:pt x="0" y="7620"/>
                  </a:lnTo>
                  <a:lnTo>
                    <a:pt x="0" y="0"/>
                  </a:lnTo>
                  <a:close/>
                </a:path>
              </a:pathLst>
            </a:custGeom>
            <a:solidFill>
              <a:srgbClr val="620B62"/>
            </a:solidFill>
          </p:spPr>
          <p:txBody>
            <a:bodyPr wrap="square" lIns="0" tIns="0" rIns="0" bIns="0" rtlCol="0"/>
            <a:lstStyle/>
            <a:p/>
          </p:txBody>
        </p:sp>
        <p:sp>
          <p:nvSpPr>
            <p:cNvPr id="1181" name="object 1181"/>
            <p:cNvSpPr/>
            <p:nvPr/>
          </p:nvSpPr>
          <p:spPr>
            <a:xfrm>
              <a:off x="3388360" y="1517649"/>
              <a:ext cx="198120" cy="6350"/>
            </a:xfrm>
            <a:custGeom>
              <a:avLst/>
              <a:gdLst/>
              <a:ahLst/>
              <a:cxnLst/>
              <a:rect l="l" t="t" r="r" b="b"/>
              <a:pathLst>
                <a:path w="198120" h="6350">
                  <a:moveTo>
                    <a:pt x="198120" y="0"/>
                  </a:moveTo>
                  <a:lnTo>
                    <a:pt x="0" y="0"/>
                  </a:lnTo>
                  <a:lnTo>
                    <a:pt x="0" y="5080"/>
                  </a:lnTo>
                  <a:lnTo>
                    <a:pt x="0" y="6350"/>
                  </a:lnTo>
                  <a:lnTo>
                    <a:pt x="196850" y="6350"/>
                  </a:lnTo>
                  <a:lnTo>
                    <a:pt x="196850" y="5080"/>
                  </a:lnTo>
                  <a:lnTo>
                    <a:pt x="198120" y="5080"/>
                  </a:lnTo>
                  <a:lnTo>
                    <a:pt x="198120" y="0"/>
                  </a:lnTo>
                  <a:close/>
                </a:path>
              </a:pathLst>
            </a:custGeom>
            <a:solidFill>
              <a:srgbClr val="630A63"/>
            </a:solidFill>
          </p:spPr>
          <p:txBody>
            <a:bodyPr wrap="square" lIns="0" tIns="0" rIns="0" bIns="0" rtlCol="0"/>
            <a:lstStyle/>
            <a:p/>
          </p:txBody>
        </p:sp>
        <p:sp>
          <p:nvSpPr>
            <p:cNvPr id="1182" name="object 1182"/>
            <p:cNvSpPr/>
            <p:nvPr/>
          </p:nvSpPr>
          <p:spPr>
            <a:xfrm>
              <a:off x="3388359" y="1524000"/>
              <a:ext cx="196850" cy="7620"/>
            </a:xfrm>
            <a:custGeom>
              <a:avLst/>
              <a:gdLst/>
              <a:ahLst/>
              <a:cxnLst/>
              <a:rect l="l" t="t" r="r" b="b"/>
              <a:pathLst>
                <a:path w="196850" h="7619">
                  <a:moveTo>
                    <a:pt x="0" y="0"/>
                  </a:moveTo>
                  <a:lnTo>
                    <a:pt x="196850" y="0"/>
                  </a:lnTo>
                  <a:lnTo>
                    <a:pt x="196850" y="7620"/>
                  </a:lnTo>
                  <a:lnTo>
                    <a:pt x="0" y="7620"/>
                  </a:lnTo>
                  <a:lnTo>
                    <a:pt x="0" y="0"/>
                  </a:lnTo>
                  <a:close/>
                </a:path>
              </a:pathLst>
            </a:custGeom>
            <a:solidFill>
              <a:srgbClr val="640A64"/>
            </a:solidFill>
          </p:spPr>
          <p:txBody>
            <a:bodyPr wrap="square" lIns="0" tIns="0" rIns="0" bIns="0" rtlCol="0"/>
            <a:lstStyle/>
            <a:p/>
          </p:txBody>
        </p:sp>
        <p:sp>
          <p:nvSpPr>
            <p:cNvPr id="1183" name="object 1183"/>
            <p:cNvSpPr/>
            <p:nvPr/>
          </p:nvSpPr>
          <p:spPr>
            <a:xfrm>
              <a:off x="3388360" y="1531619"/>
              <a:ext cx="196850" cy="7620"/>
            </a:xfrm>
            <a:custGeom>
              <a:avLst/>
              <a:gdLst/>
              <a:ahLst/>
              <a:cxnLst/>
              <a:rect l="l" t="t" r="r" b="b"/>
              <a:pathLst>
                <a:path w="196850" h="7619">
                  <a:moveTo>
                    <a:pt x="196850" y="0"/>
                  </a:moveTo>
                  <a:lnTo>
                    <a:pt x="0" y="0"/>
                  </a:lnTo>
                  <a:lnTo>
                    <a:pt x="0" y="1270"/>
                  </a:lnTo>
                  <a:lnTo>
                    <a:pt x="0" y="7620"/>
                  </a:lnTo>
                  <a:lnTo>
                    <a:pt x="195580" y="7620"/>
                  </a:lnTo>
                  <a:lnTo>
                    <a:pt x="195580" y="1270"/>
                  </a:lnTo>
                  <a:lnTo>
                    <a:pt x="196850" y="1270"/>
                  </a:lnTo>
                  <a:lnTo>
                    <a:pt x="196850" y="0"/>
                  </a:lnTo>
                  <a:close/>
                </a:path>
              </a:pathLst>
            </a:custGeom>
            <a:solidFill>
              <a:srgbClr val="660A66"/>
            </a:solidFill>
          </p:spPr>
          <p:txBody>
            <a:bodyPr wrap="square" lIns="0" tIns="0" rIns="0" bIns="0" rtlCol="0"/>
            <a:lstStyle/>
            <a:p/>
          </p:txBody>
        </p:sp>
        <p:sp>
          <p:nvSpPr>
            <p:cNvPr id="1184" name="object 1184"/>
            <p:cNvSpPr/>
            <p:nvPr/>
          </p:nvSpPr>
          <p:spPr>
            <a:xfrm>
              <a:off x="3388360" y="1539239"/>
              <a:ext cx="195580" cy="6350"/>
            </a:xfrm>
            <a:custGeom>
              <a:avLst/>
              <a:gdLst/>
              <a:ahLst/>
              <a:cxnLst/>
              <a:rect l="l" t="t" r="r" b="b"/>
              <a:pathLst>
                <a:path w="195579" h="6350">
                  <a:moveTo>
                    <a:pt x="194310" y="2552"/>
                  </a:moveTo>
                  <a:lnTo>
                    <a:pt x="0" y="2552"/>
                  </a:lnTo>
                  <a:lnTo>
                    <a:pt x="0" y="6350"/>
                  </a:lnTo>
                  <a:lnTo>
                    <a:pt x="194310" y="6350"/>
                  </a:lnTo>
                  <a:lnTo>
                    <a:pt x="194310" y="2552"/>
                  </a:lnTo>
                  <a:close/>
                </a:path>
                <a:path w="195579" h="6350">
                  <a:moveTo>
                    <a:pt x="195580" y="0"/>
                  </a:moveTo>
                  <a:lnTo>
                    <a:pt x="0" y="0"/>
                  </a:lnTo>
                  <a:lnTo>
                    <a:pt x="0" y="2540"/>
                  </a:lnTo>
                  <a:lnTo>
                    <a:pt x="195580" y="2540"/>
                  </a:lnTo>
                  <a:lnTo>
                    <a:pt x="195580" y="0"/>
                  </a:lnTo>
                  <a:close/>
                </a:path>
              </a:pathLst>
            </a:custGeom>
            <a:solidFill>
              <a:srgbClr val="660966"/>
            </a:solidFill>
          </p:spPr>
          <p:txBody>
            <a:bodyPr wrap="square" lIns="0" tIns="0" rIns="0" bIns="0" rtlCol="0"/>
            <a:lstStyle/>
            <a:p/>
          </p:txBody>
        </p:sp>
        <p:sp>
          <p:nvSpPr>
            <p:cNvPr id="1185" name="object 1185"/>
            <p:cNvSpPr/>
            <p:nvPr/>
          </p:nvSpPr>
          <p:spPr>
            <a:xfrm>
              <a:off x="3388360" y="1545589"/>
              <a:ext cx="194310" cy="7620"/>
            </a:xfrm>
            <a:custGeom>
              <a:avLst/>
              <a:gdLst/>
              <a:ahLst/>
              <a:cxnLst/>
              <a:rect l="l" t="t" r="r" b="b"/>
              <a:pathLst>
                <a:path w="194310" h="7619">
                  <a:moveTo>
                    <a:pt x="194310" y="0"/>
                  </a:moveTo>
                  <a:lnTo>
                    <a:pt x="0" y="0"/>
                  </a:lnTo>
                  <a:lnTo>
                    <a:pt x="0" y="5080"/>
                  </a:lnTo>
                  <a:lnTo>
                    <a:pt x="0" y="7620"/>
                  </a:lnTo>
                  <a:lnTo>
                    <a:pt x="193040" y="7620"/>
                  </a:lnTo>
                  <a:lnTo>
                    <a:pt x="193040" y="5080"/>
                  </a:lnTo>
                  <a:lnTo>
                    <a:pt x="194310" y="5080"/>
                  </a:lnTo>
                  <a:lnTo>
                    <a:pt x="194310" y="0"/>
                  </a:lnTo>
                  <a:close/>
                </a:path>
              </a:pathLst>
            </a:custGeom>
            <a:solidFill>
              <a:srgbClr val="680968"/>
            </a:solidFill>
          </p:spPr>
          <p:txBody>
            <a:bodyPr wrap="square" lIns="0" tIns="0" rIns="0" bIns="0" rtlCol="0"/>
            <a:lstStyle/>
            <a:p/>
          </p:txBody>
        </p:sp>
        <p:sp>
          <p:nvSpPr>
            <p:cNvPr id="1186" name="object 1186"/>
            <p:cNvSpPr/>
            <p:nvPr/>
          </p:nvSpPr>
          <p:spPr>
            <a:xfrm>
              <a:off x="3388360" y="1553209"/>
              <a:ext cx="193040" cy="7620"/>
            </a:xfrm>
            <a:custGeom>
              <a:avLst/>
              <a:gdLst/>
              <a:ahLst/>
              <a:cxnLst/>
              <a:rect l="l" t="t" r="r" b="b"/>
              <a:pathLst>
                <a:path w="193039" h="7619">
                  <a:moveTo>
                    <a:pt x="193040" y="0"/>
                  </a:moveTo>
                  <a:lnTo>
                    <a:pt x="0" y="0"/>
                  </a:lnTo>
                  <a:lnTo>
                    <a:pt x="0" y="6350"/>
                  </a:lnTo>
                  <a:lnTo>
                    <a:pt x="0" y="7620"/>
                  </a:lnTo>
                  <a:lnTo>
                    <a:pt x="191770" y="7620"/>
                  </a:lnTo>
                  <a:lnTo>
                    <a:pt x="191770" y="6350"/>
                  </a:lnTo>
                  <a:lnTo>
                    <a:pt x="193040" y="6350"/>
                  </a:lnTo>
                  <a:lnTo>
                    <a:pt x="193040" y="0"/>
                  </a:lnTo>
                  <a:close/>
                </a:path>
              </a:pathLst>
            </a:custGeom>
            <a:solidFill>
              <a:srgbClr val="690869"/>
            </a:solidFill>
          </p:spPr>
          <p:txBody>
            <a:bodyPr wrap="square" lIns="0" tIns="0" rIns="0" bIns="0" rtlCol="0"/>
            <a:lstStyle/>
            <a:p/>
          </p:txBody>
        </p:sp>
        <p:sp>
          <p:nvSpPr>
            <p:cNvPr id="1187" name="object 1187"/>
            <p:cNvSpPr/>
            <p:nvPr/>
          </p:nvSpPr>
          <p:spPr>
            <a:xfrm>
              <a:off x="3388359" y="1560830"/>
              <a:ext cx="191770" cy="6350"/>
            </a:xfrm>
            <a:custGeom>
              <a:avLst/>
              <a:gdLst/>
              <a:ahLst/>
              <a:cxnLst/>
              <a:rect l="l" t="t" r="r" b="b"/>
              <a:pathLst>
                <a:path w="191770" h="6350">
                  <a:moveTo>
                    <a:pt x="0" y="0"/>
                  </a:moveTo>
                  <a:lnTo>
                    <a:pt x="191770" y="0"/>
                  </a:lnTo>
                  <a:lnTo>
                    <a:pt x="191770" y="6350"/>
                  </a:lnTo>
                  <a:lnTo>
                    <a:pt x="0" y="6350"/>
                  </a:lnTo>
                  <a:lnTo>
                    <a:pt x="0" y="0"/>
                  </a:lnTo>
                  <a:close/>
                </a:path>
              </a:pathLst>
            </a:custGeom>
            <a:solidFill>
              <a:srgbClr val="6A086A"/>
            </a:solidFill>
          </p:spPr>
          <p:txBody>
            <a:bodyPr wrap="square" lIns="0" tIns="0" rIns="0" bIns="0" rtlCol="0"/>
            <a:lstStyle/>
            <a:p/>
          </p:txBody>
        </p:sp>
        <p:sp>
          <p:nvSpPr>
            <p:cNvPr id="1188" name="object 1188"/>
            <p:cNvSpPr/>
            <p:nvPr/>
          </p:nvSpPr>
          <p:spPr>
            <a:xfrm>
              <a:off x="3388360" y="1567179"/>
              <a:ext cx="191770" cy="7620"/>
            </a:xfrm>
            <a:custGeom>
              <a:avLst/>
              <a:gdLst/>
              <a:ahLst/>
              <a:cxnLst/>
              <a:rect l="l" t="t" r="r" b="b"/>
              <a:pathLst>
                <a:path w="191770" h="7619">
                  <a:moveTo>
                    <a:pt x="191770" y="0"/>
                  </a:moveTo>
                  <a:lnTo>
                    <a:pt x="0" y="0"/>
                  </a:lnTo>
                  <a:lnTo>
                    <a:pt x="0" y="1270"/>
                  </a:lnTo>
                  <a:lnTo>
                    <a:pt x="0" y="7620"/>
                  </a:lnTo>
                  <a:lnTo>
                    <a:pt x="190500" y="7620"/>
                  </a:lnTo>
                  <a:lnTo>
                    <a:pt x="190500" y="1270"/>
                  </a:lnTo>
                  <a:lnTo>
                    <a:pt x="191770" y="1270"/>
                  </a:lnTo>
                  <a:lnTo>
                    <a:pt x="191770" y="0"/>
                  </a:lnTo>
                  <a:close/>
                </a:path>
              </a:pathLst>
            </a:custGeom>
            <a:solidFill>
              <a:srgbClr val="6B076B"/>
            </a:solidFill>
          </p:spPr>
          <p:txBody>
            <a:bodyPr wrap="square" lIns="0" tIns="0" rIns="0" bIns="0" rtlCol="0"/>
            <a:lstStyle/>
            <a:p/>
          </p:txBody>
        </p:sp>
        <p:sp>
          <p:nvSpPr>
            <p:cNvPr id="1189" name="object 1189"/>
            <p:cNvSpPr/>
            <p:nvPr/>
          </p:nvSpPr>
          <p:spPr>
            <a:xfrm>
              <a:off x="3388360" y="1574799"/>
              <a:ext cx="189230" cy="7620"/>
            </a:xfrm>
            <a:custGeom>
              <a:avLst/>
              <a:gdLst/>
              <a:ahLst/>
              <a:cxnLst/>
              <a:rect l="l" t="t" r="r" b="b"/>
              <a:pathLst>
                <a:path w="189229" h="7619">
                  <a:moveTo>
                    <a:pt x="187960" y="5092"/>
                  </a:moveTo>
                  <a:lnTo>
                    <a:pt x="0" y="5092"/>
                  </a:lnTo>
                  <a:lnTo>
                    <a:pt x="0" y="7620"/>
                  </a:lnTo>
                  <a:lnTo>
                    <a:pt x="187960" y="7620"/>
                  </a:lnTo>
                  <a:lnTo>
                    <a:pt x="187960" y="5092"/>
                  </a:lnTo>
                  <a:close/>
                </a:path>
                <a:path w="189229" h="7619">
                  <a:moveTo>
                    <a:pt x="189230" y="0"/>
                  </a:moveTo>
                  <a:lnTo>
                    <a:pt x="0" y="0"/>
                  </a:lnTo>
                  <a:lnTo>
                    <a:pt x="0" y="5080"/>
                  </a:lnTo>
                  <a:lnTo>
                    <a:pt x="189230" y="5080"/>
                  </a:lnTo>
                  <a:lnTo>
                    <a:pt x="189230" y="0"/>
                  </a:lnTo>
                  <a:close/>
                </a:path>
              </a:pathLst>
            </a:custGeom>
            <a:solidFill>
              <a:srgbClr val="6C076C"/>
            </a:solidFill>
          </p:spPr>
          <p:txBody>
            <a:bodyPr wrap="square" lIns="0" tIns="0" rIns="0" bIns="0" rtlCol="0"/>
            <a:lstStyle/>
            <a:p/>
          </p:txBody>
        </p:sp>
        <p:sp>
          <p:nvSpPr>
            <p:cNvPr id="1190" name="object 1190"/>
            <p:cNvSpPr/>
            <p:nvPr/>
          </p:nvSpPr>
          <p:spPr>
            <a:xfrm>
              <a:off x="3388360" y="1582419"/>
              <a:ext cx="187960" cy="6350"/>
            </a:xfrm>
            <a:custGeom>
              <a:avLst/>
              <a:gdLst/>
              <a:ahLst/>
              <a:cxnLst/>
              <a:rect l="l" t="t" r="r" b="b"/>
              <a:pathLst>
                <a:path w="187960" h="6350">
                  <a:moveTo>
                    <a:pt x="187960" y="0"/>
                  </a:moveTo>
                  <a:lnTo>
                    <a:pt x="0" y="0"/>
                  </a:lnTo>
                  <a:lnTo>
                    <a:pt x="0" y="2540"/>
                  </a:lnTo>
                  <a:lnTo>
                    <a:pt x="0" y="6350"/>
                  </a:lnTo>
                  <a:lnTo>
                    <a:pt x="186690" y="6350"/>
                  </a:lnTo>
                  <a:lnTo>
                    <a:pt x="186690" y="2540"/>
                  </a:lnTo>
                  <a:lnTo>
                    <a:pt x="187960" y="2540"/>
                  </a:lnTo>
                  <a:lnTo>
                    <a:pt x="187960" y="0"/>
                  </a:lnTo>
                  <a:close/>
                </a:path>
              </a:pathLst>
            </a:custGeom>
            <a:solidFill>
              <a:srgbClr val="6D066D"/>
            </a:solidFill>
          </p:spPr>
          <p:txBody>
            <a:bodyPr wrap="square" lIns="0" tIns="0" rIns="0" bIns="0" rtlCol="0"/>
            <a:lstStyle/>
            <a:p/>
          </p:txBody>
        </p:sp>
        <p:sp>
          <p:nvSpPr>
            <p:cNvPr id="1191" name="object 1191"/>
            <p:cNvSpPr/>
            <p:nvPr/>
          </p:nvSpPr>
          <p:spPr>
            <a:xfrm>
              <a:off x="3388360" y="1588769"/>
              <a:ext cx="186690" cy="7620"/>
            </a:xfrm>
            <a:custGeom>
              <a:avLst/>
              <a:gdLst/>
              <a:ahLst/>
              <a:cxnLst/>
              <a:rect l="l" t="t" r="r" b="b"/>
              <a:pathLst>
                <a:path w="186689" h="7619">
                  <a:moveTo>
                    <a:pt x="186690" y="0"/>
                  </a:moveTo>
                  <a:lnTo>
                    <a:pt x="0" y="0"/>
                  </a:lnTo>
                  <a:lnTo>
                    <a:pt x="0" y="1270"/>
                  </a:lnTo>
                  <a:lnTo>
                    <a:pt x="0" y="6350"/>
                  </a:lnTo>
                  <a:lnTo>
                    <a:pt x="0" y="7620"/>
                  </a:lnTo>
                  <a:lnTo>
                    <a:pt x="184150" y="7620"/>
                  </a:lnTo>
                  <a:lnTo>
                    <a:pt x="184150" y="6350"/>
                  </a:lnTo>
                  <a:lnTo>
                    <a:pt x="185420" y="6350"/>
                  </a:lnTo>
                  <a:lnTo>
                    <a:pt x="185420" y="1270"/>
                  </a:lnTo>
                  <a:lnTo>
                    <a:pt x="186690" y="1270"/>
                  </a:lnTo>
                  <a:lnTo>
                    <a:pt x="186690" y="0"/>
                  </a:lnTo>
                  <a:close/>
                </a:path>
              </a:pathLst>
            </a:custGeom>
            <a:solidFill>
              <a:srgbClr val="6E066E"/>
            </a:solidFill>
          </p:spPr>
          <p:txBody>
            <a:bodyPr wrap="square" lIns="0" tIns="0" rIns="0" bIns="0" rtlCol="0"/>
            <a:lstStyle/>
            <a:p/>
          </p:txBody>
        </p:sp>
        <p:sp>
          <p:nvSpPr>
            <p:cNvPr id="1192" name="object 1192"/>
            <p:cNvSpPr/>
            <p:nvPr/>
          </p:nvSpPr>
          <p:spPr>
            <a:xfrm>
              <a:off x="3388360" y="1596389"/>
              <a:ext cx="184150" cy="7620"/>
            </a:xfrm>
            <a:custGeom>
              <a:avLst/>
              <a:gdLst/>
              <a:ahLst/>
              <a:cxnLst/>
              <a:rect l="l" t="t" r="r" b="b"/>
              <a:pathLst>
                <a:path w="184150" h="7619">
                  <a:moveTo>
                    <a:pt x="184150" y="0"/>
                  </a:moveTo>
                  <a:lnTo>
                    <a:pt x="0" y="0"/>
                  </a:lnTo>
                  <a:lnTo>
                    <a:pt x="0" y="3810"/>
                  </a:lnTo>
                  <a:lnTo>
                    <a:pt x="0" y="7620"/>
                  </a:lnTo>
                  <a:lnTo>
                    <a:pt x="182880" y="7620"/>
                  </a:lnTo>
                  <a:lnTo>
                    <a:pt x="182880" y="3810"/>
                  </a:lnTo>
                  <a:lnTo>
                    <a:pt x="184150" y="3810"/>
                  </a:lnTo>
                  <a:lnTo>
                    <a:pt x="184150" y="0"/>
                  </a:lnTo>
                  <a:close/>
                </a:path>
              </a:pathLst>
            </a:custGeom>
            <a:solidFill>
              <a:srgbClr val="6F066F"/>
            </a:solidFill>
          </p:spPr>
          <p:txBody>
            <a:bodyPr wrap="square" lIns="0" tIns="0" rIns="0" bIns="0" rtlCol="0"/>
            <a:lstStyle/>
            <a:p/>
          </p:txBody>
        </p:sp>
        <p:sp>
          <p:nvSpPr>
            <p:cNvPr id="1193" name="object 1193"/>
            <p:cNvSpPr/>
            <p:nvPr/>
          </p:nvSpPr>
          <p:spPr>
            <a:xfrm>
              <a:off x="3388360" y="1604009"/>
              <a:ext cx="182880" cy="6350"/>
            </a:xfrm>
            <a:custGeom>
              <a:avLst/>
              <a:gdLst/>
              <a:ahLst/>
              <a:cxnLst/>
              <a:rect l="l" t="t" r="r" b="b"/>
              <a:pathLst>
                <a:path w="182879" h="6350">
                  <a:moveTo>
                    <a:pt x="182880" y="0"/>
                  </a:moveTo>
                  <a:lnTo>
                    <a:pt x="0" y="0"/>
                  </a:lnTo>
                  <a:lnTo>
                    <a:pt x="0" y="2540"/>
                  </a:lnTo>
                  <a:lnTo>
                    <a:pt x="0" y="6350"/>
                  </a:lnTo>
                  <a:lnTo>
                    <a:pt x="181610" y="6350"/>
                  </a:lnTo>
                  <a:lnTo>
                    <a:pt x="181610" y="2540"/>
                  </a:lnTo>
                  <a:lnTo>
                    <a:pt x="182880" y="2540"/>
                  </a:lnTo>
                  <a:lnTo>
                    <a:pt x="182880" y="0"/>
                  </a:lnTo>
                  <a:close/>
                </a:path>
              </a:pathLst>
            </a:custGeom>
            <a:solidFill>
              <a:srgbClr val="700570"/>
            </a:solidFill>
          </p:spPr>
          <p:txBody>
            <a:bodyPr wrap="square" lIns="0" tIns="0" rIns="0" bIns="0" rtlCol="0"/>
            <a:lstStyle/>
            <a:p/>
          </p:txBody>
        </p:sp>
        <p:sp>
          <p:nvSpPr>
            <p:cNvPr id="1194" name="object 1194"/>
            <p:cNvSpPr/>
            <p:nvPr/>
          </p:nvSpPr>
          <p:spPr>
            <a:xfrm>
              <a:off x="3388360" y="1610359"/>
              <a:ext cx="181610" cy="7620"/>
            </a:xfrm>
            <a:custGeom>
              <a:avLst/>
              <a:gdLst/>
              <a:ahLst/>
              <a:cxnLst/>
              <a:rect l="l" t="t" r="r" b="b"/>
              <a:pathLst>
                <a:path w="181610" h="7619">
                  <a:moveTo>
                    <a:pt x="181610" y="0"/>
                  </a:moveTo>
                  <a:lnTo>
                    <a:pt x="0" y="0"/>
                  </a:lnTo>
                  <a:lnTo>
                    <a:pt x="0" y="2540"/>
                  </a:lnTo>
                  <a:lnTo>
                    <a:pt x="0" y="7620"/>
                  </a:lnTo>
                  <a:lnTo>
                    <a:pt x="180340" y="7620"/>
                  </a:lnTo>
                  <a:lnTo>
                    <a:pt x="180340" y="2540"/>
                  </a:lnTo>
                  <a:lnTo>
                    <a:pt x="181610" y="2540"/>
                  </a:lnTo>
                  <a:lnTo>
                    <a:pt x="181610" y="0"/>
                  </a:lnTo>
                  <a:close/>
                </a:path>
              </a:pathLst>
            </a:custGeom>
            <a:solidFill>
              <a:srgbClr val="710571"/>
            </a:solidFill>
          </p:spPr>
          <p:txBody>
            <a:bodyPr wrap="square" lIns="0" tIns="0" rIns="0" bIns="0" rtlCol="0"/>
            <a:lstStyle/>
            <a:p/>
          </p:txBody>
        </p:sp>
        <p:sp>
          <p:nvSpPr>
            <p:cNvPr id="1195" name="object 1195"/>
            <p:cNvSpPr/>
            <p:nvPr/>
          </p:nvSpPr>
          <p:spPr>
            <a:xfrm>
              <a:off x="3388360" y="1617979"/>
              <a:ext cx="179070" cy="7620"/>
            </a:xfrm>
            <a:custGeom>
              <a:avLst/>
              <a:gdLst/>
              <a:ahLst/>
              <a:cxnLst/>
              <a:rect l="l" t="t" r="r" b="b"/>
              <a:pathLst>
                <a:path w="179070" h="7619">
                  <a:moveTo>
                    <a:pt x="176530" y="6477"/>
                  </a:moveTo>
                  <a:lnTo>
                    <a:pt x="0" y="6477"/>
                  </a:lnTo>
                  <a:lnTo>
                    <a:pt x="0" y="7620"/>
                  </a:lnTo>
                  <a:lnTo>
                    <a:pt x="176530" y="7620"/>
                  </a:lnTo>
                  <a:lnTo>
                    <a:pt x="176530" y="6477"/>
                  </a:lnTo>
                  <a:close/>
                </a:path>
                <a:path w="179070" h="7619">
                  <a:moveTo>
                    <a:pt x="179070" y="0"/>
                  </a:moveTo>
                  <a:lnTo>
                    <a:pt x="0" y="0"/>
                  </a:lnTo>
                  <a:lnTo>
                    <a:pt x="0" y="2540"/>
                  </a:lnTo>
                  <a:lnTo>
                    <a:pt x="0" y="6350"/>
                  </a:lnTo>
                  <a:lnTo>
                    <a:pt x="177800" y="6350"/>
                  </a:lnTo>
                  <a:lnTo>
                    <a:pt x="177800" y="2540"/>
                  </a:lnTo>
                  <a:lnTo>
                    <a:pt x="179070" y="2540"/>
                  </a:lnTo>
                  <a:lnTo>
                    <a:pt x="179070" y="0"/>
                  </a:lnTo>
                  <a:close/>
                </a:path>
              </a:pathLst>
            </a:custGeom>
            <a:solidFill>
              <a:srgbClr val="720472"/>
            </a:solidFill>
          </p:spPr>
          <p:txBody>
            <a:bodyPr wrap="square" lIns="0" tIns="0" rIns="0" bIns="0" rtlCol="0"/>
            <a:lstStyle/>
            <a:p/>
          </p:txBody>
        </p:sp>
        <p:sp>
          <p:nvSpPr>
            <p:cNvPr id="1196" name="object 1196"/>
            <p:cNvSpPr/>
            <p:nvPr/>
          </p:nvSpPr>
          <p:spPr>
            <a:xfrm>
              <a:off x="3388360" y="1625599"/>
              <a:ext cx="176530" cy="6350"/>
            </a:xfrm>
            <a:custGeom>
              <a:avLst/>
              <a:gdLst/>
              <a:ahLst/>
              <a:cxnLst/>
              <a:rect l="l" t="t" r="r" b="b"/>
              <a:pathLst>
                <a:path w="176529" h="6350">
                  <a:moveTo>
                    <a:pt x="176530" y="0"/>
                  </a:moveTo>
                  <a:lnTo>
                    <a:pt x="0" y="0"/>
                  </a:lnTo>
                  <a:lnTo>
                    <a:pt x="0" y="1270"/>
                  </a:lnTo>
                  <a:lnTo>
                    <a:pt x="0" y="5080"/>
                  </a:lnTo>
                  <a:lnTo>
                    <a:pt x="0" y="6350"/>
                  </a:lnTo>
                  <a:lnTo>
                    <a:pt x="173990" y="6350"/>
                  </a:lnTo>
                  <a:lnTo>
                    <a:pt x="173990" y="5080"/>
                  </a:lnTo>
                  <a:lnTo>
                    <a:pt x="175260" y="5080"/>
                  </a:lnTo>
                  <a:lnTo>
                    <a:pt x="175260" y="1270"/>
                  </a:lnTo>
                  <a:lnTo>
                    <a:pt x="176530" y="1270"/>
                  </a:lnTo>
                  <a:lnTo>
                    <a:pt x="176530" y="0"/>
                  </a:lnTo>
                  <a:close/>
                </a:path>
              </a:pathLst>
            </a:custGeom>
            <a:solidFill>
              <a:srgbClr val="740474"/>
            </a:solidFill>
          </p:spPr>
          <p:txBody>
            <a:bodyPr wrap="square" lIns="0" tIns="0" rIns="0" bIns="0" rtlCol="0"/>
            <a:lstStyle/>
            <a:p/>
          </p:txBody>
        </p:sp>
        <p:sp>
          <p:nvSpPr>
            <p:cNvPr id="1197" name="object 1197"/>
            <p:cNvSpPr/>
            <p:nvPr/>
          </p:nvSpPr>
          <p:spPr>
            <a:xfrm>
              <a:off x="3388360" y="1631949"/>
              <a:ext cx="173990" cy="7620"/>
            </a:xfrm>
            <a:custGeom>
              <a:avLst/>
              <a:gdLst/>
              <a:ahLst/>
              <a:cxnLst/>
              <a:rect l="l" t="t" r="r" b="b"/>
              <a:pathLst>
                <a:path w="173989" h="7619">
                  <a:moveTo>
                    <a:pt x="173990" y="0"/>
                  </a:moveTo>
                  <a:lnTo>
                    <a:pt x="0" y="0"/>
                  </a:lnTo>
                  <a:lnTo>
                    <a:pt x="0" y="2540"/>
                  </a:lnTo>
                  <a:lnTo>
                    <a:pt x="0" y="6350"/>
                  </a:lnTo>
                  <a:lnTo>
                    <a:pt x="0" y="7620"/>
                  </a:lnTo>
                  <a:lnTo>
                    <a:pt x="171450" y="7620"/>
                  </a:lnTo>
                  <a:lnTo>
                    <a:pt x="171450" y="6350"/>
                  </a:lnTo>
                  <a:lnTo>
                    <a:pt x="172720" y="6350"/>
                  </a:lnTo>
                  <a:lnTo>
                    <a:pt x="172720" y="2540"/>
                  </a:lnTo>
                  <a:lnTo>
                    <a:pt x="173990" y="2540"/>
                  </a:lnTo>
                  <a:lnTo>
                    <a:pt x="173990" y="0"/>
                  </a:lnTo>
                  <a:close/>
                </a:path>
              </a:pathLst>
            </a:custGeom>
            <a:solidFill>
              <a:srgbClr val="750375"/>
            </a:solidFill>
          </p:spPr>
          <p:txBody>
            <a:bodyPr wrap="square" lIns="0" tIns="0" rIns="0" bIns="0" rtlCol="0"/>
            <a:lstStyle/>
            <a:p/>
          </p:txBody>
        </p:sp>
        <p:sp>
          <p:nvSpPr>
            <p:cNvPr id="1198" name="object 1198"/>
            <p:cNvSpPr/>
            <p:nvPr/>
          </p:nvSpPr>
          <p:spPr>
            <a:xfrm>
              <a:off x="3388360" y="1639569"/>
              <a:ext cx="171450" cy="7620"/>
            </a:xfrm>
            <a:custGeom>
              <a:avLst/>
              <a:gdLst/>
              <a:ahLst/>
              <a:cxnLst/>
              <a:rect l="l" t="t" r="r" b="b"/>
              <a:pathLst>
                <a:path w="171450" h="7619">
                  <a:moveTo>
                    <a:pt x="171450" y="0"/>
                  </a:moveTo>
                  <a:lnTo>
                    <a:pt x="0" y="0"/>
                  </a:lnTo>
                  <a:lnTo>
                    <a:pt x="0" y="2540"/>
                  </a:lnTo>
                  <a:lnTo>
                    <a:pt x="0" y="5080"/>
                  </a:lnTo>
                  <a:lnTo>
                    <a:pt x="0" y="7620"/>
                  </a:lnTo>
                  <a:lnTo>
                    <a:pt x="168910" y="7620"/>
                  </a:lnTo>
                  <a:lnTo>
                    <a:pt x="168910" y="5080"/>
                  </a:lnTo>
                  <a:lnTo>
                    <a:pt x="170180" y="5080"/>
                  </a:lnTo>
                  <a:lnTo>
                    <a:pt x="170180" y="2540"/>
                  </a:lnTo>
                  <a:lnTo>
                    <a:pt x="171450" y="2540"/>
                  </a:lnTo>
                  <a:lnTo>
                    <a:pt x="171450" y="0"/>
                  </a:lnTo>
                  <a:close/>
                </a:path>
              </a:pathLst>
            </a:custGeom>
            <a:solidFill>
              <a:srgbClr val="760376"/>
            </a:solidFill>
          </p:spPr>
          <p:txBody>
            <a:bodyPr wrap="square" lIns="0" tIns="0" rIns="0" bIns="0" rtlCol="0"/>
            <a:lstStyle/>
            <a:p/>
          </p:txBody>
        </p:sp>
        <p:sp>
          <p:nvSpPr>
            <p:cNvPr id="1199" name="object 1199"/>
            <p:cNvSpPr/>
            <p:nvPr/>
          </p:nvSpPr>
          <p:spPr>
            <a:xfrm>
              <a:off x="3388359" y="1647190"/>
              <a:ext cx="168910" cy="6350"/>
            </a:xfrm>
            <a:custGeom>
              <a:avLst/>
              <a:gdLst/>
              <a:ahLst/>
              <a:cxnLst/>
              <a:rect l="l" t="t" r="r" b="b"/>
              <a:pathLst>
                <a:path w="168910" h="6350">
                  <a:moveTo>
                    <a:pt x="78739" y="0"/>
                  </a:moveTo>
                  <a:lnTo>
                    <a:pt x="0" y="0"/>
                  </a:lnTo>
                  <a:lnTo>
                    <a:pt x="0" y="6350"/>
                  </a:lnTo>
                  <a:lnTo>
                    <a:pt x="78739" y="6350"/>
                  </a:lnTo>
                  <a:lnTo>
                    <a:pt x="78739" y="0"/>
                  </a:lnTo>
                  <a:close/>
                </a:path>
                <a:path w="168910" h="6350">
                  <a:moveTo>
                    <a:pt x="168910" y="0"/>
                  </a:moveTo>
                  <a:lnTo>
                    <a:pt x="80010" y="0"/>
                  </a:lnTo>
                  <a:lnTo>
                    <a:pt x="80010" y="2540"/>
                  </a:lnTo>
                  <a:lnTo>
                    <a:pt x="81279" y="2540"/>
                  </a:lnTo>
                  <a:lnTo>
                    <a:pt x="81279" y="5080"/>
                  </a:lnTo>
                  <a:lnTo>
                    <a:pt x="82550" y="5080"/>
                  </a:lnTo>
                  <a:lnTo>
                    <a:pt x="82550" y="6350"/>
                  </a:lnTo>
                  <a:lnTo>
                    <a:pt x="166370" y="6350"/>
                  </a:lnTo>
                  <a:lnTo>
                    <a:pt x="166369" y="3810"/>
                  </a:lnTo>
                  <a:lnTo>
                    <a:pt x="167639" y="3810"/>
                  </a:lnTo>
                  <a:lnTo>
                    <a:pt x="167639" y="1270"/>
                  </a:lnTo>
                  <a:lnTo>
                    <a:pt x="168910" y="1270"/>
                  </a:lnTo>
                  <a:lnTo>
                    <a:pt x="168910" y="0"/>
                  </a:lnTo>
                  <a:close/>
                </a:path>
              </a:pathLst>
            </a:custGeom>
            <a:solidFill>
              <a:srgbClr val="770377"/>
            </a:solidFill>
          </p:spPr>
          <p:txBody>
            <a:bodyPr wrap="square" lIns="0" tIns="0" rIns="0" bIns="0" rtlCol="0"/>
            <a:lstStyle/>
            <a:p/>
          </p:txBody>
        </p:sp>
        <p:sp>
          <p:nvSpPr>
            <p:cNvPr id="1200" name="object 1200"/>
            <p:cNvSpPr/>
            <p:nvPr/>
          </p:nvSpPr>
          <p:spPr>
            <a:xfrm>
              <a:off x="3388359" y="1653540"/>
              <a:ext cx="165100" cy="7620"/>
            </a:xfrm>
            <a:custGeom>
              <a:avLst/>
              <a:gdLst/>
              <a:ahLst/>
              <a:cxnLst/>
              <a:rect l="l" t="t" r="r" b="b"/>
              <a:pathLst>
                <a:path w="165100" h="7619">
                  <a:moveTo>
                    <a:pt x="78739" y="0"/>
                  </a:moveTo>
                  <a:lnTo>
                    <a:pt x="0" y="0"/>
                  </a:lnTo>
                  <a:lnTo>
                    <a:pt x="0" y="7620"/>
                  </a:lnTo>
                  <a:lnTo>
                    <a:pt x="78739" y="7620"/>
                  </a:lnTo>
                  <a:lnTo>
                    <a:pt x="78739" y="0"/>
                  </a:lnTo>
                  <a:close/>
                </a:path>
                <a:path w="165100" h="7619">
                  <a:moveTo>
                    <a:pt x="162559" y="5080"/>
                  </a:moveTo>
                  <a:lnTo>
                    <a:pt x="87629" y="5080"/>
                  </a:lnTo>
                  <a:lnTo>
                    <a:pt x="87629" y="7620"/>
                  </a:lnTo>
                  <a:lnTo>
                    <a:pt x="162559" y="7620"/>
                  </a:lnTo>
                  <a:lnTo>
                    <a:pt x="162559" y="5080"/>
                  </a:lnTo>
                  <a:close/>
                </a:path>
                <a:path w="165100" h="7619">
                  <a:moveTo>
                    <a:pt x="163829" y="2540"/>
                  </a:moveTo>
                  <a:lnTo>
                    <a:pt x="85089" y="2540"/>
                  </a:lnTo>
                  <a:lnTo>
                    <a:pt x="85089" y="3810"/>
                  </a:lnTo>
                  <a:lnTo>
                    <a:pt x="86360" y="3810"/>
                  </a:lnTo>
                  <a:lnTo>
                    <a:pt x="86360" y="5080"/>
                  </a:lnTo>
                  <a:lnTo>
                    <a:pt x="163830" y="5080"/>
                  </a:lnTo>
                  <a:lnTo>
                    <a:pt x="163829" y="2540"/>
                  </a:lnTo>
                  <a:close/>
                </a:path>
                <a:path w="165100" h="7619">
                  <a:moveTo>
                    <a:pt x="165099" y="0"/>
                  </a:moveTo>
                  <a:lnTo>
                    <a:pt x="83819" y="0"/>
                  </a:lnTo>
                  <a:lnTo>
                    <a:pt x="83819" y="2540"/>
                  </a:lnTo>
                  <a:lnTo>
                    <a:pt x="165099" y="2540"/>
                  </a:lnTo>
                  <a:lnTo>
                    <a:pt x="165099" y="0"/>
                  </a:lnTo>
                  <a:close/>
                </a:path>
              </a:pathLst>
            </a:custGeom>
            <a:solidFill>
              <a:srgbClr val="780278"/>
            </a:solidFill>
          </p:spPr>
          <p:txBody>
            <a:bodyPr wrap="square" lIns="0" tIns="0" rIns="0" bIns="0" rtlCol="0"/>
            <a:lstStyle/>
            <a:p/>
          </p:txBody>
        </p:sp>
        <p:sp>
          <p:nvSpPr>
            <p:cNvPr id="1201" name="object 1201"/>
            <p:cNvSpPr/>
            <p:nvPr/>
          </p:nvSpPr>
          <p:spPr>
            <a:xfrm>
              <a:off x="3388359" y="1661160"/>
              <a:ext cx="161290" cy="7620"/>
            </a:xfrm>
            <a:custGeom>
              <a:avLst/>
              <a:gdLst/>
              <a:ahLst/>
              <a:cxnLst/>
              <a:rect l="l" t="t" r="r" b="b"/>
              <a:pathLst>
                <a:path w="161289" h="7619">
                  <a:moveTo>
                    <a:pt x="78739" y="0"/>
                  </a:moveTo>
                  <a:lnTo>
                    <a:pt x="0" y="0"/>
                  </a:lnTo>
                  <a:lnTo>
                    <a:pt x="0" y="7619"/>
                  </a:lnTo>
                  <a:lnTo>
                    <a:pt x="78739" y="7619"/>
                  </a:lnTo>
                  <a:lnTo>
                    <a:pt x="78739" y="0"/>
                  </a:lnTo>
                  <a:close/>
                </a:path>
                <a:path w="161289" h="7619">
                  <a:moveTo>
                    <a:pt x="157480" y="6350"/>
                  </a:moveTo>
                  <a:lnTo>
                    <a:pt x="92710" y="6350"/>
                  </a:lnTo>
                  <a:lnTo>
                    <a:pt x="92710" y="7620"/>
                  </a:lnTo>
                  <a:lnTo>
                    <a:pt x="157480" y="7620"/>
                  </a:lnTo>
                  <a:lnTo>
                    <a:pt x="157480" y="6350"/>
                  </a:lnTo>
                  <a:close/>
                </a:path>
                <a:path w="161289" h="7619">
                  <a:moveTo>
                    <a:pt x="158750" y="3810"/>
                  </a:moveTo>
                  <a:lnTo>
                    <a:pt x="91439" y="3810"/>
                  </a:lnTo>
                  <a:lnTo>
                    <a:pt x="91439" y="6350"/>
                  </a:lnTo>
                  <a:lnTo>
                    <a:pt x="158750" y="6350"/>
                  </a:lnTo>
                  <a:lnTo>
                    <a:pt x="158750" y="3810"/>
                  </a:lnTo>
                  <a:close/>
                </a:path>
                <a:path w="161289" h="7619">
                  <a:moveTo>
                    <a:pt x="161289" y="0"/>
                  </a:moveTo>
                  <a:lnTo>
                    <a:pt x="88900" y="0"/>
                  </a:lnTo>
                  <a:lnTo>
                    <a:pt x="88900" y="1270"/>
                  </a:lnTo>
                  <a:lnTo>
                    <a:pt x="90169" y="1270"/>
                  </a:lnTo>
                  <a:lnTo>
                    <a:pt x="90169" y="3810"/>
                  </a:lnTo>
                  <a:lnTo>
                    <a:pt x="160019" y="3810"/>
                  </a:lnTo>
                  <a:lnTo>
                    <a:pt x="160019" y="2539"/>
                  </a:lnTo>
                  <a:lnTo>
                    <a:pt x="161289" y="2539"/>
                  </a:lnTo>
                  <a:lnTo>
                    <a:pt x="161289" y="0"/>
                  </a:lnTo>
                  <a:close/>
                </a:path>
              </a:pathLst>
            </a:custGeom>
            <a:solidFill>
              <a:srgbClr val="790279"/>
            </a:solidFill>
          </p:spPr>
          <p:txBody>
            <a:bodyPr wrap="square" lIns="0" tIns="0" rIns="0" bIns="0" rtlCol="0"/>
            <a:lstStyle/>
            <a:p/>
          </p:txBody>
        </p:sp>
        <p:sp>
          <p:nvSpPr>
            <p:cNvPr id="1202" name="object 1202"/>
            <p:cNvSpPr/>
            <p:nvPr/>
          </p:nvSpPr>
          <p:spPr>
            <a:xfrm>
              <a:off x="3388359" y="1668780"/>
              <a:ext cx="156210" cy="6350"/>
            </a:xfrm>
            <a:custGeom>
              <a:avLst/>
              <a:gdLst/>
              <a:ahLst/>
              <a:cxnLst/>
              <a:rect l="l" t="t" r="r" b="b"/>
              <a:pathLst>
                <a:path w="156210" h="6350">
                  <a:moveTo>
                    <a:pt x="78739" y="0"/>
                  </a:moveTo>
                  <a:lnTo>
                    <a:pt x="0" y="0"/>
                  </a:lnTo>
                  <a:lnTo>
                    <a:pt x="0" y="6350"/>
                  </a:lnTo>
                  <a:lnTo>
                    <a:pt x="78739" y="6350"/>
                  </a:lnTo>
                  <a:lnTo>
                    <a:pt x="78739" y="0"/>
                  </a:lnTo>
                  <a:close/>
                </a:path>
                <a:path w="156210" h="6350">
                  <a:moveTo>
                    <a:pt x="152399" y="5080"/>
                  </a:moveTo>
                  <a:lnTo>
                    <a:pt x="96519" y="5080"/>
                  </a:lnTo>
                  <a:lnTo>
                    <a:pt x="96519" y="6350"/>
                  </a:lnTo>
                  <a:lnTo>
                    <a:pt x="152399" y="6350"/>
                  </a:lnTo>
                  <a:lnTo>
                    <a:pt x="152399" y="5080"/>
                  </a:lnTo>
                  <a:close/>
                </a:path>
                <a:path w="156210" h="6350">
                  <a:moveTo>
                    <a:pt x="156209" y="0"/>
                  </a:moveTo>
                  <a:lnTo>
                    <a:pt x="93979" y="0"/>
                  </a:lnTo>
                  <a:lnTo>
                    <a:pt x="93979" y="2540"/>
                  </a:lnTo>
                  <a:lnTo>
                    <a:pt x="95250" y="2540"/>
                  </a:lnTo>
                  <a:lnTo>
                    <a:pt x="95250" y="5080"/>
                  </a:lnTo>
                  <a:lnTo>
                    <a:pt x="153670" y="5080"/>
                  </a:lnTo>
                  <a:lnTo>
                    <a:pt x="153670" y="3810"/>
                  </a:lnTo>
                  <a:lnTo>
                    <a:pt x="154939" y="3810"/>
                  </a:lnTo>
                  <a:lnTo>
                    <a:pt x="154939" y="1270"/>
                  </a:lnTo>
                  <a:lnTo>
                    <a:pt x="156209" y="1270"/>
                  </a:lnTo>
                  <a:lnTo>
                    <a:pt x="156209" y="0"/>
                  </a:lnTo>
                  <a:close/>
                </a:path>
              </a:pathLst>
            </a:custGeom>
            <a:solidFill>
              <a:srgbClr val="7A017A"/>
            </a:solidFill>
          </p:spPr>
          <p:txBody>
            <a:bodyPr wrap="square" lIns="0" tIns="0" rIns="0" bIns="0" rtlCol="0"/>
            <a:lstStyle/>
            <a:p/>
          </p:txBody>
        </p:sp>
        <p:sp>
          <p:nvSpPr>
            <p:cNvPr id="1203" name="object 1203"/>
            <p:cNvSpPr/>
            <p:nvPr/>
          </p:nvSpPr>
          <p:spPr>
            <a:xfrm>
              <a:off x="3388359" y="1675130"/>
              <a:ext cx="151130" cy="7620"/>
            </a:xfrm>
            <a:custGeom>
              <a:avLst/>
              <a:gdLst/>
              <a:ahLst/>
              <a:cxnLst/>
              <a:rect l="l" t="t" r="r" b="b"/>
              <a:pathLst>
                <a:path w="151129" h="7619">
                  <a:moveTo>
                    <a:pt x="146050" y="6350"/>
                  </a:moveTo>
                  <a:lnTo>
                    <a:pt x="104139" y="6350"/>
                  </a:lnTo>
                  <a:lnTo>
                    <a:pt x="104139" y="7620"/>
                  </a:lnTo>
                  <a:lnTo>
                    <a:pt x="146050" y="7620"/>
                  </a:lnTo>
                  <a:lnTo>
                    <a:pt x="146050" y="6350"/>
                  </a:lnTo>
                  <a:close/>
                </a:path>
                <a:path w="151129" h="7619">
                  <a:moveTo>
                    <a:pt x="148589" y="3810"/>
                  </a:moveTo>
                  <a:lnTo>
                    <a:pt x="102869" y="3810"/>
                  </a:lnTo>
                  <a:lnTo>
                    <a:pt x="102869" y="6350"/>
                  </a:lnTo>
                  <a:lnTo>
                    <a:pt x="147319" y="6350"/>
                  </a:lnTo>
                  <a:lnTo>
                    <a:pt x="147319" y="5080"/>
                  </a:lnTo>
                  <a:lnTo>
                    <a:pt x="148589" y="5080"/>
                  </a:lnTo>
                  <a:lnTo>
                    <a:pt x="148589" y="3810"/>
                  </a:lnTo>
                  <a:close/>
                </a:path>
                <a:path w="151129" h="7619">
                  <a:moveTo>
                    <a:pt x="149859" y="1270"/>
                  </a:moveTo>
                  <a:lnTo>
                    <a:pt x="100329" y="1270"/>
                  </a:lnTo>
                  <a:lnTo>
                    <a:pt x="100329" y="2540"/>
                  </a:lnTo>
                  <a:lnTo>
                    <a:pt x="101600" y="2540"/>
                  </a:lnTo>
                  <a:lnTo>
                    <a:pt x="101600" y="3810"/>
                  </a:lnTo>
                  <a:lnTo>
                    <a:pt x="149860" y="3810"/>
                  </a:lnTo>
                  <a:lnTo>
                    <a:pt x="149859" y="1270"/>
                  </a:lnTo>
                  <a:close/>
                </a:path>
                <a:path w="151129" h="7619">
                  <a:moveTo>
                    <a:pt x="151130" y="0"/>
                  </a:moveTo>
                  <a:lnTo>
                    <a:pt x="99060" y="0"/>
                  </a:lnTo>
                  <a:lnTo>
                    <a:pt x="99060" y="1270"/>
                  </a:lnTo>
                  <a:lnTo>
                    <a:pt x="151130" y="1270"/>
                  </a:lnTo>
                  <a:lnTo>
                    <a:pt x="151130" y="0"/>
                  </a:lnTo>
                  <a:close/>
                </a:path>
                <a:path w="151129" h="7619">
                  <a:moveTo>
                    <a:pt x="78739" y="0"/>
                  </a:moveTo>
                  <a:lnTo>
                    <a:pt x="0" y="0"/>
                  </a:lnTo>
                  <a:lnTo>
                    <a:pt x="0" y="2540"/>
                  </a:lnTo>
                  <a:lnTo>
                    <a:pt x="78739" y="2540"/>
                  </a:lnTo>
                  <a:lnTo>
                    <a:pt x="78739" y="0"/>
                  </a:lnTo>
                  <a:close/>
                </a:path>
              </a:pathLst>
            </a:custGeom>
            <a:solidFill>
              <a:srgbClr val="7B017B"/>
            </a:solidFill>
          </p:spPr>
          <p:txBody>
            <a:bodyPr wrap="square" lIns="0" tIns="0" rIns="0" bIns="0" rtlCol="0"/>
            <a:lstStyle/>
            <a:p/>
          </p:txBody>
        </p:sp>
        <p:sp>
          <p:nvSpPr>
            <p:cNvPr id="1204" name="object 1204"/>
            <p:cNvSpPr/>
            <p:nvPr/>
          </p:nvSpPr>
          <p:spPr>
            <a:xfrm>
              <a:off x="3493769" y="1682750"/>
              <a:ext cx="39370" cy="7620"/>
            </a:xfrm>
            <a:custGeom>
              <a:avLst/>
              <a:gdLst/>
              <a:ahLst/>
              <a:cxnLst/>
              <a:rect l="l" t="t" r="r" b="b"/>
              <a:pathLst>
                <a:path w="39370" h="7619">
                  <a:moveTo>
                    <a:pt x="20320" y="6350"/>
                  </a:moveTo>
                  <a:lnTo>
                    <a:pt x="19050" y="6350"/>
                  </a:lnTo>
                  <a:lnTo>
                    <a:pt x="19050" y="7620"/>
                  </a:lnTo>
                  <a:lnTo>
                    <a:pt x="20320" y="7620"/>
                  </a:lnTo>
                  <a:lnTo>
                    <a:pt x="20320" y="6350"/>
                  </a:lnTo>
                  <a:close/>
                </a:path>
                <a:path w="39370" h="7619">
                  <a:moveTo>
                    <a:pt x="26669" y="5080"/>
                  </a:moveTo>
                  <a:lnTo>
                    <a:pt x="10159" y="5080"/>
                  </a:lnTo>
                  <a:lnTo>
                    <a:pt x="10159" y="6350"/>
                  </a:lnTo>
                  <a:lnTo>
                    <a:pt x="26669" y="6350"/>
                  </a:lnTo>
                  <a:lnTo>
                    <a:pt x="26669" y="5080"/>
                  </a:lnTo>
                  <a:close/>
                </a:path>
                <a:path w="39370" h="7619">
                  <a:moveTo>
                    <a:pt x="31750" y="3810"/>
                  </a:moveTo>
                  <a:lnTo>
                    <a:pt x="8889" y="3810"/>
                  </a:lnTo>
                  <a:lnTo>
                    <a:pt x="8889" y="5080"/>
                  </a:lnTo>
                  <a:lnTo>
                    <a:pt x="31750" y="5080"/>
                  </a:lnTo>
                  <a:lnTo>
                    <a:pt x="31750" y="3810"/>
                  </a:lnTo>
                  <a:close/>
                </a:path>
                <a:path w="39370" h="7619">
                  <a:moveTo>
                    <a:pt x="35559" y="2540"/>
                  </a:moveTo>
                  <a:lnTo>
                    <a:pt x="5079" y="2540"/>
                  </a:lnTo>
                  <a:lnTo>
                    <a:pt x="5079" y="3810"/>
                  </a:lnTo>
                  <a:lnTo>
                    <a:pt x="35559" y="3810"/>
                  </a:lnTo>
                  <a:lnTo>
                    <a:pt x="35559" y="2540"/>
                  </a:lnTo>
                  <a:close/>
                </a:path>
                <a:path w="39370" h="7619">
                  <a:moveTo>
                    <a:pt x="36829" y="1270"/>
                  </a:moveTo>
                  <a:lnTo>
                    <a:pt x="3809" y="1270"/>
                  </a:lnTo>
                  <a:lnTo>
                    <a:pt x="3809" y="2540"/>
                  </a:lnTo>
                  <a:lnTo>
                    <a:pt x="36829" y="2540"/>
                  </a:lnTo>
                  <a:lnTo>
                    <a:pt x="36829" y="1270"/>
                  </a:lnTo>
                  <a:close/>
                </a:path>
                <a:path w="39370" h="7619">
                  <a:moveTo>
                    <a:pt x="39370" y="0"/>
                  </a:moveTo>
                  <a:lnTo>
                    <a:pt x="0" y="0"/>
                  </a:lnTo>
                  <a:lnTo>
                    <a:pt x="0" y="1270"/>
                  </a:lnTo>
                  <a:lnTo>
                    <a:pt x="39370" y="1270"/>
                  </a:lnTo>
                  <a:lnTo>
                    <a:pt x="39370" y="0"/>
                  </a:lnTo>
                  <a:close/>
                </a:path>
              </a:pathLst>
            </a:custGeom>
            <a:solidFill>
              <a:srgbClr val="7C007C"/>
            </a:solidFill>
          </p:spPr>
          <p:txBody>
            <a:bodyPr wrap="square" lIns="0" tIns="0" rIns="0" bIns="0" rtlCol="0"/>
            <a:lstStyle/>
            <a:p/>
          </p:txBody>
        </p:sp>
      </p:grpSp>
      <p:grpSp>
        <p:nvGrpSpPr>
          <p:cNvPr id="1205" name="object 1205"/>
          <p:cNvGrpSpPr/>
          <p:nvPr/>
        </p:nvGrpSpPr>
        <p:grpSpPr>
          <a:xfrm>
            <a:off x="3674109" y="1056639"/>
            <a:ext cx="214629" cy="633730"/>
            <a:chOff x="3674109" y="1056639"/>
            <a:chExt cx="214629" cy="633730"/>
          </a:xfrm>
        </p:grpSpPr>
        <p:sp>
          <p:nvSpPr>
            <p:cNvPr id="1206" name="object 1206"/>
            <p:cNvSpPr/>
            <p:nvPr/>
          </p:nvSpPr>
          <p:spPr>
            <a:xfrm>
              <a:off x="3745230" y="1056639"/>
              <a:ext cx="72390" cy="13970"/>
            </a:xfrm>
            <a:custGeom>
              <a:avLst/>
              <a:gdLst/>
              <a:ahLst/>
              <a:cxnLst/>
              <a:rect l="l" t="t" r="r" b="b"/>
              <a:pathLst>
                <a:path w="72389" h="13969">
                  <a:moveTo>
                    <a:pt x="72377" y="12700"/>
                  </a:moveTo>
                  <a:lnTo>
                    <a:pt x="69850" y="12700"/>
                  </a:lnTo>
                  <a:lnTo>
                    <a:pt x="69850" y="11430"/>
                  </a:lnTo>
                  <a:lnTo>
                    <a:pt x="68580" y="11430"/>
                  </a:lnTo>
                  <a:lnTo>
                    <a:pt x="68580" y="10160"/>
                  </a:lnTo>
                  <a:lnTo>
                    <a:pt x="64770" y="10160"/>
                  </a:lnTo>
                  <a:lnTo>
                    <a:pt x="64770" y="8890"/>
                  </a:lnTo>
                  <a:lnTo>
                    <a:pt x="62217" y="8890"/>
                  </a:lnTo>
                  <a:lnTo>
                    <a:pt x="62217" y="7620"/>
                  </a:lnTo>
                  <a:lnTo>
                    <a:pt x="60960" y="7620"/>
                  </a:lnTo>
                  <a:lnTo>
                    <a:pt x="60960" y="6350"/>
                  </a:lnTo>
                  <a:lnTo>
                    <a:pt x="57150" y="6350"/>
                  </a:lnTo>
                  <a:lnTo>
                    <a:pt x="57150" y="5080"/>
                  </a:lnTo>
                  <a:lnTo>
                    <a:pt x="54610" y="5080"/>
                  </a:lnTo>
                  <a:lnTo>
                    <a:pt x="54610" y="3810"/>
                  </a:lnTo>
                  <a:lnTo>
                    <a:pt x="53327" y="3810"/>
                  </a:lnTo>
                  <a:lnTo>
                    <a:pt x="53327" y="2540"/>
                  </a:lnTo>
                  <a:lnTo>
                    <a:pt x="44450" y="2540"/>
                  </a:lnTo>
                  <a:lnTo>
                    <a:pt x="44450" y="1270"/>
                  </a:lnTo>
                  <a:lnTo>
                    <a:pt x="34290" y="1270"/>
                  </a:lnTo>
                  <a:lnTo>
                    <a:pt x="34290" y="0"/>
                  </a:lnTo>
                  <a:lnTo>
                    <a:pt x="33020" y="0"/>
                  </a:lnTo>
                  <a:lnTo>
                    <a:pt x="33020" y="1270"/>
                  </a:lnTo>
                  <a:lnTo>
                    <a:pt x="21590" y="1270"/>
                  </a:lnTo>
                  <a:lnTo>
                    <a:pt x="21590" y="2540"/>
                  </a:lnTo>
                  <a:lnTo>
                    <a:pt x="16510" y="2540"/>
                  </a:lnTo>
                  <a:lnTo>
                    <a:pt x="16510" y="3810"/>
                  </a:lnTo>
                  <a:lnTo>
                    <a:pt x="12700" y="3810"/>
                  </a:lnTo>
                  <a:lnTo>
                    <a:pt x="12700" y="5080"/>
                  </a:lnTo>
                  <a:lnTo>
                    <a:pt x="10160" y="5080"/>
                  </a:lnTo>
                  <a:lnTo>
                    <a:pt x="10160" y="6350"/>
                  </a:lnTo>
                  <a:lnTo>
                    <a:pt x="7620" y="6350"/>
                  </a:lnTo>
                  <a:lnTo>
                    <a:pt x="762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72377" y="13970"/>
                  </a:lnTo>
                  <a:lnTo>
                    <a:pt x="72377" y="12700"/>
                  </a:lnTo>
                  <a:close/>
                </a:path>
              </a:pathLst>
            </a:custGeom>
            <a:solidFill>
              <a:srgbClr val="003300"/>
            </a:solidFill>
          </p:spPr>
          <p:txBody>
            <a:bodyPr wrap="square" lIns="0" tIns="0" rIns="0" bIns="0" rtlCol="0"/>
            <a:lstStyle/>
            <a:p/>
          </p:txBody>
        </p:sp>
        <p:sp>
          <p:nvSpPr>
            <p:cNvPr id="1207" name="object 1207"/>
            <p:cNvSpPr/>
            <p:nvPr/>
          </p:nvSpPr>
          <p:spPr>
            <a:xfrm>
              <a:off x="3738879" y="1070609"/>
              <a:ext cx="86360" cy="6350"/>
            </a:xfrm>
            <a:custGeom>
              <a:avLst/>
              <a:gdLst/>
              <a:ahLst/>
              <a:cxnLst/>
              <a:rect l="l" t="t" r="r" b="b"/>
              <a:pathLst>
                <a:path w="86360" h="6350">
                  <a:moveTo>
                    <a:pt x="86360" y="5079"/>
                  </a:moveTo>
                  <a:lnTo>
                    <a:pt x="0" y="5079"/>
                  </a:lnTo>
                  <a:lnTo>
                    <a:pt x="0" y="6350"/>
                  </a:lnTo>
                  <a:lnTo>
                    <a:pt x="86360" y="6350"/>
                  </a:lnTo>
                  <a:lnTo>
                    <a:pt x="86360" y="5079"/>
                  </a:lnTo>
                  <a:close/>
                </a:path>
                <a:path w="86360" h="6350">
                  <a:moveTo>
                    <a:pt x="85090" y="3810"/>
                  </a:moveTo>
                  <a:lnTo>
                    <a:pt x="1270" y="3810"/>
                  </a:lnTo>
                  <a:lnTo>
                    <a:pt x="1270" y="5079"/>
                  </a:lnTo>
                  <a:lnTo>
                    <a:pt x="85090" y="5079"/>
                  </a:lnTo>
                  <a:lnTo>
                    <a:pt x="85090" y="3810"/>
                  </a:lnTo>
                  <a:close/>
                </a:path>
                <a:path w="86360" h="6350">
                  <a:moveTo>
                    <a:pt x="83820" y="2539"/>
                  </a:moveTo>
                  <a:lnTo>
                    <a:pt x="2540" y="2539"/>
                  </a:lnTo>
                  <a:lnTo>
                    <a:pt x="2540" y="3810"/>
                  </a:lnTo>
                  <a:lnTo>
                    <a:pt x="83820" y="3810"/>
                  </a:lnTo>
                  <a:lnTo>
                    <a:pt x="83820" y="2539"/>
                  </a:lnTo>
                  <a:close/>
                </a:path>
                <a:path w="86360" h="6350">
                  <a:moveTo>
                    <a:pt x="81280" y="1269"/>
                  </a:moveTo>
                  <a:lnTo>
                    <a:pt x="3810" y="1269"/>
                  </a:lnTo>
                  <a:lnTo>
                    <a:pt x="3810" y="2539"/>
                  </a:lnTo>
                  <a:lnTo>
                    <a:pt x="81280" y="2539"/>
                  </a:lnTo>
                  <a:lnTo>
                    <a:pt x="81280" y="1269"/>
                  </a:lnTo>
                  <a:close/>
                </a:path>
                <a:path w="86360" h="6350">
                  <a:moveTo>
                    <a:pt x="80010" y="0"/>
                  </a:moveTo>
                  <a:lnTo>
                    <a:pt x="5080" y="0"/>
                  </a:lnTo>
                  <a:lnTo>
                    <a:pt x="5080" y="1269"/>
                  </a:lnTo>
                  <a:lnTo>
                    <a:pt x="80010" y="1269"/>
                  </a:lnTo>
                  <a:lnTo>
                    <a:pt x="80010" y="0"/>
                  </a:lnTo>
                  <a:close/>
                </a:path>
              </a:pathLst>
            </a:custGeom>
            <a:solidFill>
              <a:srgbClr val="013101"/>
            </a:solidFill>
          </p:spPr>
          <p:txBody>
            <a:bodyPr wrap="square" lIns="0" tIns="0" rIns="0" bIns="0" rtlCol="0"/>
            <a:lstStyle/>
            <a:p/>
          </p:txBody>
        </p:sp>
        <p:sp>
          <p:nvSpPr>
            <p:cNvPr id="1208" name="object 1208"/>
            <p:cNvSpPr/>
            <p:nvPr/>
          </p:nvSpPr>
          <p:spPr>
            <a:xfrm>
              <a:off x="373126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33103"/>
            </a:solidFill>
          </p:spPr>
          <p:txBody>
            <a:bodyPr wrap="square" lIns="0" tIns="0" rIns="0" bIns="0" rtlCol="0"/>
            <a:lstStyle/>
            <a:p/>
          </p:txBody>
        </p:sp>
        <p:sp>
          <p:nvSpPr>
            <p:cNvPr id="1209" name="object 1209"/>
            <p:cNvSpPr/>
            <p:nvPr/>
          </p:nvSpPr>
          <p:spPr>
            <a:xfrm>
              <a:off x="3724910" y="1084579"/>
              <a:ext cx="113030" cy="7620"/>
            </a:xfrm>
            <a:custGeom>
              <a:avLst/>
              <a:gdLst/>
              <a:ahLst/>
              <a:cxnLst/>
              <a:rect l="l" t="t" r="r" b="b"/>
              <a:pathLst>
                <a:path w="113029" h="7619">
                  <a:moveTo>
                    <a:pt x="113030" y="6350"/>
                  </a:moveTo>
                  <a:lnTo>
                    <a:pt x="111747" y="6350"/>
                  </a:lnTo>
                  <a:lnTo>
                    <a:pt x="111747"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43004"/>
            </a:solidFill>
          </p:spPr>
          <p:txBody>
            <a:bodyPr wrap="square" lIns="0" tIns="0" rIns="0" bIns="0" rtlCol="0"/>
            <a:lstStyle/>
            <a:p/>
          </p:txBody>
        </p:sp>
        <p:sp>
          <p:nvSpPr>
            <p:cNvPr id="1210" name="object 1210"/>
            <p:cNvSpPr/>
            <p:nvPr/>
          </p:nvSpPr>
          <p:spPr>
            <a:xfrm>
              <a:off x="372237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63006"/>
            </a:solidFill>
          </p:spPr>
          <p:txBody>
            <a:bodyPr wrap="square" lIns="0" tIns="0" rIns="0" bIns="0" rtlCol="0"/>
            <a:lstStyle/>
            <a:p/>
          </p:txBody>
        </p:sp>
        <p:sp>
          <p:nvSpPr>
            <p:cNvPr id="1211" name="object 1211"/>
            <p:cNvSpPr/>
            <p:nvPr/>
          </p:nvSpPr>
          <p:spPr>
            <a:xfrm>
              <a:off x="3718560" y="1098549"/>
              <a:ext cx="128270" cy="7620"/>
            </a:xfrm>
            <a:custGeom>
              <a:avLst/>
              <a:gdLst/>
              <a:ahLst/>
              <a:cxnLst/>
              <a:rect l="l" t="t" r="r" b="b"/>
              <a:pathLst>
                <a:path w="128270" h="7619">
                  <a:moveTo>
                    <a:pt x="128270" y="6350"/>
                  </a:moveTo>
                  <a:lnTo>
                    <a:pt x="127000" y="6350"/>
                  </a:lnTo>
                  <a:lnTo>
                    <a:pt x="127000" y="5080"/>
                  </a:lnTo>
                  <a:lnTo>
                    <a:pt x="126987"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72F07"/>
            </a:solidFill>
          </p:spPr>
          <p:txBody>
            <a:bodyPr wrap="square" lIns="0" tIns="0" rIns="0" bIns="0" rtlCol="0"/>
            <a:lstStyle/>
            <a:p/>
          </p:txBody>
        </p:sp>
        <p:sp>
          <p:nvSpPr>
            <p:cNvPr id="1212" name="object 1212"/>
            <p:cNvSpPr/>
            <p:nvPr/>
          </p:nvSpPr>
          <p:spPr>
            <a:xfrm>
              <a:off x="3713480" y="1106169"/>
              <a:ext cx="137160" cy="7620"/>
            </a:xfrm>
            <a:custGeom>
              <a:avLst/>
              <a:gdLst/>
              <a:ahLst/>
              <a:cxnLst/>
              <a:rect l="l" t="t" r="r" b="b"/>
              <a:pathLst>
                <a:path w="137160"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60"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92E09"/>
            </a:solidFill>
          </p:spPr>
          <p:txBody>
            <a:bodyPr wrap="square" lIns="0" tIns="0" rIns="0" bIns="0" rtlCol="0"/>
            <a:lstStyle/>
            <a:p/>
          </p:txBody>
        </p:sp>
        <p:sp>
          <p:nvSpPr>
            <p:cNvPr id="1213" name="object 1213"/>
            <p:cNvSpPr/>
            <p:nvPr/>
          </p:nvSpPr>
          <p:spPr>
            <a:xfrm>
              <a:off x="3710940" y="1113789"/>
              <a:ext cx="142240" cy="6350"/>
            </a:xfrm>
            <a:custGeom>
              <a:avLst/>
              <a:gdLst/>
              <a:ahLst/>
              <a:cxnLst/>
              <a:rect l="l" t="t" r="r" b="b"/>
              <a:pathLst>
                <a:path w="142239"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A2E0A"/>
            </a:solidFill>
          </p:spPr>
          <p:txBody>
            <a:bodyPr wrap="square" lIns="0" tIns="0" rIns="0" bIns="0" rtlCol="0"/>
            <a:lstStyle/>
            <a:p/>
          </p:txBody>
        </p:sp>
        <p:sp>
          <p:nvSpPr>
            <p:cNvPr id="1214" name="object 1214"/>
            <p:cNvSpPr/>
            <p:nvPr/>
          </p:nvSpPr>
          <p:spPr>
            <a:xfrm>
              <a:off x="3708400" y="1120139"/>
              <a:ext cx="147320" cy="7620"/>
            </a:xfrm>
            <a:custGeom>
              <a:avLst/>
              <a:gdLst/>
              <a:ahLst/>
              <a:cxnLst/>
              <a:rect l="l" t="t" r="r" b="b"/>
              <a:pathLst>
                <a:path w="147320" h="7619">
                  <a:moveTo>
                    <a:pt x="147320" y="6350"/>
                  </a:moveTo>
                  <a:lnTo>
                    <a:pt x="146050" y="635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6350"/>
                  </a:lnTo>
                  <a:lnTo>
                    <a:pt x="0" y="7620"/>
                  </a:lnTo>
                  <a:lnTo>
                    <a:pt x="147320" y="7620"/>
                  </a:lnTo>
                  <a:lnTo>
                    <a:pt x="147320" y="6350"/>
                  </a:lnTo>
                  <a:close/>
                </a:path>
              </a:pathLst>
            </a:custGeom>
            <a:solidFill>
              <a:srgbClr val="0B2D0B"/>
            </a:solidFill>
          </p:spPr>
          <p:txBody>
            <a:bodyPr wrap="square" lIns="0" tIns="0" rIns="0" bIns="0" rtlCol="0"/>
            <a:lstStyle/>
            <a:p/>
          </p:txBody>
        </p:sp>
        <p:sp>
          <p:nvSpPr>
            <p:cNvPr id="1215" name="object 1215"/>
            <p:cNvSpPr/>
            <p:nvPr/>
          </p:nvSpPr>
          <p:spPr>
            <a:xfrm>
              <a:off x="3704590" y="1127759"/>
              <a:ext cx="153670" cy="7620"/>
            </a:xfrm>
            <a:custGeom>
              <a:avLst/>
              <a:gdLst/>
              <a:ahLst/>
              <a:cxnLst/>
              <a:rect l="l" t="t" r="r" b="b"/>
              <a:pathLst>
                <a:path w="153670" h="7619">
                  <a:moveTo>
                    <a:pt x="153670" y="6350"/>
                  </a:moveTo>
                  <a:lnTo>
                    <a:pt x="152400" y="6350"/>
                  </a:lnTo>
                  <a:lnTo>
                    <a:pt x="152400" y="5080"/>
                  </a:lnTo>
                  <a:lnTo>
                    <a:pt x="152400" y="2540"/>
                  </a:lnTo>
                  <a:lnTo>
                    <a:pt x="151117"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D2D0D"/>
            </a:solidFill>
          </p:spPr>
          <p:txBody>
            <a:bodyPr wrap="square" lIns="0" tIns="0" rIns="0" bIns="0" rtlCol="0"/>
            <a:lstStyle/>
            <a:p/>
          </p:txBody>
        </p:sp>
        <p:sp>
          <p:nvSpPr>
            <p:cNvPr id="1216" name="object 1216"/>
            <p:cNvSpPr/>
            <p:nvPr/>
          </p:nvSpPr>
          <p:spPr>
            <a:xfrm>
              <a:off x="3703320" y="1135379"/>
              <a:ext cx="157480" cy="6350"/>
            </a:xfrm>
            <a:custGeom>
              <a:avLst/>
              <a:gdLst/>
              <a:ahLst/>
              <a:cxnLst/>
              <a:rect l="l" t="t" r="r" b="b"/>
              <a:pathLst>
                <a:path w="157479" h="6350">
                  <a:moveTo>
                    <a:pt x="157480" y="5080"/>
                  </a:moveTo>
                  <a:lnTo>
                    <a:pt x="156210" y="5080"/>
                  </a:lnTo>
                  <a:lnTo>
                    <a:pt x="156210" y="2540"/>
                  </a:lnTo>
                  <a:lnTo>
                    <a:pt x="154940" y="2540"/>
                  </a:lnTo>
                  <a:lnTo>
                    <a:pt x="154940" y="0"/>
                  </a:lnTo>
                  <a:lnTo>
                    <a:pt x="1270" y="0"/>
                  </a:lnTo>
                  <a:lnTo>
                    <a:pt x="1270" y="2540"/>
                  </a:lnTo>
                  <a:lnTo>
                    <a:pt x="0" y="2540"/>
                  </a:lnTo>
                  <a:lnTo>
                    <a:pt x="0" y="5080"/>
                  </a:lnTo>
                  <a:lnTo>
                    <a:pt x="0" y="6350"/>
                  </a:lnTo>
                  <a:lnTo>
                    <a:pt x="157480" y="6350"/>
                  </a:lnTo>
                  <a:lnTo>
                    <a:pt x="157480" y="5080"/>
                  </a:lnTo>
                  <a:close/>
                </a:path>
              </a:pathLst>
            </a:custGeom>
            <a:solidFill>
              <a:srgbClr val="0E2C0E"/>
            </a:solidFill>
          </p:spPr>
          <p:txBody>
            <a:bodyPr wrap="square" lIns="0" tIns="0" rIns="0" bIns="0" rtlCol="0"/>
            <a:lstStyle/>
            <a:p/>
          </p:txBody>
        </p:sp>
        <p:sp>
          <p:nvSpPr>
            <p:cNvPr id="1217" name="object 1217"/>
            <p:cNvSpPr/>
            <p:nvPr/>
          </p:nvSpPr>
          <p:spPr>
            <a:xfrm>
              <a:off x="3700780" y="1141729"/>
              <a:ext cx="162560" cy="7620"/>
            </a:xfrm>
            <a:custGeom>
              <a:avLst/>
              <a:gdLst/>
              <a:ahLst/>
              <a:cxnLst/>
              <a:rect l="l" t="t" r="r" b="b"/>
              <a:pathLst>
                <a:path w="162560" h="7619">
                  <a:moveTo>
                    <a:pt x="162560" y="6350"/>
                  </a:moveTo>
                  <a:lnTo>
                    <a:pt x="161290" y="6350"/>
                  </a:lnTo>
                  <a:lnTo>
                    <a:pt x="161290" y="2540"/>
                  </a:lnTo>
                  <a:lnTo>
                    <a:pt x="160020" y="2540"/>
                  </a:lnTo>
                  <a:lnTo>
                    <a:pt x="160020" y="1270"/>
                  </a:lnTo>
                  <a:lnTo>
                    <a:pt x="160020" y="0"/>
                  </a:lnTo>
                  <a:lnTo>
                    <a:pt x="2540" y="0"/>
                  </a:lnTo>
                  <a:lnTo>
                    <a:pt x="2540" y="1270"/>
                  </a:lnTo>
                  <a:lnTo>
                    <a:pt x="1270" y="1270"/>
                  </a:lnTo>
                  <a:lnTo>
                    <a:pt x="1270" y="2540"/>
                  </a:lnTo>
                  <a:lnTo>
                    <a:pt x="1270" y="6350"/>
                  </a:lnTo>
                  <a:lnTo>
                    <a:pt x="0" y="6350"/>
                  </a:lnTo>
                  <a:lnTo>
                    <a:pt x="0" y="7620"/>
                  </a:lnTo>
                  <a:lnTo>
                    <a:pt x="162560" y="7620"/>
                  </a:lnTo>
                  <a:lnTo>
                    <a:pt x="162560" y="6350"/>
                  </a:lnTo>
                  <a:close/>
                </a:path>
              </a:pathLst>
            </a:custGeom>
            <a:solidFill>
              <a:srgbClr val="102C10"/>
            </a:solidFill>
          </p:spPr>
          <p:txBody>
            <a:bodyPr wrap="square" lIns="0" tIns="0" rIns="0" bIns="0" rtlCol="0"/>
            <a:lstStyle/>
            <a:p/>
          </p:txBody>
        </p:sp>
        <p:sp>
          <p:nvSpPr>
            <p:cNvPr id="1218" name="object 1218"/>
            <p:cNvSpPr/>
            <p:nvPr/>
          </p:nvSpPr>
          <p:spPr>
            <a:xfrm>
              <a:off x="3699510" y="1149349"/>
              <a:ext cx="166370" cy="7620"/>
            </a:xfrm>
            <a:custGeom>
              <a:avLst/>
              <a:gdLst/>
              <a:ahLst/>
              <a:cxnLst/>
              <a:rect l="l" t="t" r="r" b="b"/>
              <a:pathLst>
                <a:path w="166370" h="7619">
                  <a:moveTo>
                    <a:pt x="166370" y="6350"/>
                  </a:moveTo>
                  <a:lnTo>
                    <a:pt x="165100" y="6350"/>
                  </a:lnTo>
                  <a:lnTo>
                    <a:pt x="165100" y="3810"/>
                  </a:lnTo>
                  <a:lnTo>
                    <a:pt x="165087" y="2540"/>
                  </a:lnTo>
                  <a:lnTo>
                    <a:pt x="163830" y="2540"/>
                  </a:lnTo>
                  <a:lnTo>
                    <a:pt x="163830" y="0"/>
                  </a:lnTo>
                  <a:lnTo>
                    <a:pt x="1270" y="0"/>
                  </a:lnTo>
                  <a:lnTo>
                    <a:pt x="1270" y="2540"/>
                  </a:lnTo>
                  <a:lnTo>
                    <a:pt x="1270" y="3810"/>
                  </a:lnTo>
                  <a:lnTo>
                    <a:pt x="0" y="3810"/>
                  </a:lnTo>
                  <a:lnTo>
                    <a:pt x="0" y="6350"/>
                  </a:lnTo>
                  <a:lnTo>
                    <a:pt x="0" y="7620"/>
                  </a:lnTo>
                  <a:lnTo>
                    <a:pt x="166370" y="7620"/>
                  </a:lnTo>
                  <a:lnTo>
                    <a:pt x="166370" y="6350"/>
                  </a:lnTo>
                  <a:close/>
                </a:path>
              </a:pathLst>
            </a:custGeom>
            <a:solidFill>
              <a:srgbClr val="112B11"/>
            </a:solidFill>
          </p:spPr>
          <p:txBody>
            <a:bodyPr wrap="square" lIns="0" tIns="0" rIns="0" bIns="0" rtlCol="0"/>
            <a:lstStyle/>
            <a:p/>
          </p:txBody>
        </p:sp>
        <p:sp>
          <p:nvSpPr>
            <p:cNvPr id="1219" name="object 1219"/>
            <p:cNvSpPr/>
            <p:nvPr/>
          </p:nvSpPr>
          <p:spPr>
            <a:xfrm>
              <a:off x="3696970" y="1156969"/>
              <a:ext cx="170180" cy="6350"/>
            </a:xfrm>
            <a:custGeom>
              <a:avLst/>
              <a:gdLst/>
              <a:ahLst/>
              <a:cxnLst/>
              <a:rect l="l" t="t" r="r" b="b"/>
              <a:pathLst>
                <a:path w="170179" h="6350">
                  <a:moveTo>
                    <a:pt x="170180" y="2540"/>
                  </a:moveTo>
                  <a:lnTo>
                    <a:pt x="168910" y="2540"/>
                  </a:lnTo>
                  <a:lnTo>
                    <a:pt x="168910" y="1270"/>
                  </a:lnTo>
                  <a:lnTo>
                    <a:pt x="168910" y="0"/>
                  </a:lnTo>
                  <a:lnTo>
                    <a:pt x="2540" y="0"/>
                  </a:lnTo>
                  <a:lnTo>
                    <a:pt x="2540" y="1270"/>
                  </a:lnTo>
                  <a:lnTo>
                    <a:pt x="1270" y="1270"/>
                  </a:lnTo>
                  <a:lnTo>
                    <a:pt x="1270" y="2540"/>
                  </a:lnTo>
                  <a:lnTo>
                    <a:pt x="1270" y="5080"/>
                  </a:lnTo>
                  <a:lnTo>
                    <a:pt x="0" y="5080"/>
                  </a:lnTo>
                  <a:lnTo>
                    <a:pt x="0" y="6350"/>
                  </a:lnTo>
                  <a:lnTo>
                    <a:pt x="170180" y="6350"/>
                  </a:lnTo>
                  <a:lnTo>
                    <a:pt x="170180" y="5080"/>
                  </a:lnTo>
                  <a:lnTo>
                    <a:pt x="170180" y="2540"/>
                  </a:lnTo>
                  <a:close/>
                </a:path>
              </a:pathLst>
            </a:custGeom>
            <a:solidFill>
              <a:srgbClr val="132A13"/>
            </a:solidFill>
          </p:spPr>
          <p:txBody>
            <a:bodyPr wrap="square" lIns="0" tIns="0" rIns="0" bIns="0" rtlCol="0"/>
            <a:lstStyle/>
            <a:p/>
          </p:txBody>
        </p:sp>
        <p:sp>
          <p:nvSpPr>
            <p:cNvPr id="1220" name="object 1220"/>
            <p:cNvSpPr/>
            <p:nvPr/>
          </p:nvSpPr>
          <p:spPr>
            <a:xfrm>
              <a:off x="3695700" y="1163319"/>
              <a:ext cx="172720" cy="7620"/>
            </a:xfrm>
            <a:custGeom>
              <a:avLst/>
              <a:gdLst/>
              <a:ahLst/>
              <a:cxnLst/>
              <a:rect l="l" t="t" r="r" b="b"/>
              <a:pathLst>
                <a:path w="172720" h="7619">
                  <a:moveTo>
                    <a:pt x="172720" y="2540"/>
                  </a:moveTo>
                  <a:lnTo>
                    <a:pt x="171450" y="2540"/>
                  </a:lnTo>
                  <a:lnTo>
                    <a:pt x="171450" y="0"/>
                  </a:lnTo>
                  <a:lnTo>
                    <a:pt x="1270" y="0"/>
                  </a:lnTo>
                  <a:lnTo>
                    <a:pt x="1270" y="2540"/>
                  </a:lnTo>
                  <a:lnTo>
                    <a:pt x="1270" y="3810"/>
                  </a:lnTo>
                  <a:lnTo>
                    <a:pt x="0" y="3810"/>
                  </a:lnTo>
                  <a:lnTo>
                    <a:pt x="0" y="7620"/>
                  </a:lnTo>
                  <a:lnTo>
                    <a:pt x="172707" y="7620"/>
                  </a:lnTo>
                  <a:lnTo>
                    <a:pt x="172707" y="3810"/>
                  </a:lnTo>
                  <a:lnTo>
                    <a:pt x="172720" y="2540"/>
                  </a:lnTo>
                  <a:close/>
                </a:path>
              </a:pathLst>
            </a:custGeom>
            <a:solidFill>
              <a:srgbClr val="142A14"/>
            </a:solidFill>
          </p:spPr>
          <p:txBody>
            <a:bodyPr wrap="square" lIns="0" tIns="0" rIns="0" bIns="0" rtlCol="0"/>
            <a:lstStyle/>
            <a:p/>
          </p:txBody>
        </p:sp>
        <p:sp>
          <p:nvSpPr>
            <p:cNvPr id="1221" name="object 1221"/>
            <p:cNvSpPr/>
            <p:nvPr/>
          </p:nvSpPr>
          <p:spPr>
            <a:xfrm>
              <a:off x="3693160" y="1170939"/>
              <a:ext cx="176530" cy="7620"/>
            </a:xfrm>
            <a:custGeom>
              <a:avLst/>
              <a:gdLst/>
              <a:ahLst/>
              <a:cxnLst/>
              <a:rect l="l" t="t" r="r" b="b"/>
              <a:pathLst>
                <a:path w="176529" h="7619">
                  <a:moveTo>
                    <a:pt x="175247" y="0"/>
                  </a:moveTo>
                  <a:lnTo>
                    <a:pt x="1270" y="0"/>
                  </a:lnTo>
                  <a:lnTo>
                    <a:pt x="1270" y="2540"/>
                  </a:lnTo>
                  <a:lnTo>
                    <a:pt x="175247" y="2540"/>
                  </a:lnTo>
                  <a:lnTo>
                    <a:pt x="175247" y="0"/>
                  </a:lnTo>
                  <a:close/>
                </a:path>
                <a:path w="176529" h="7619">
                  <a:moveTo>
                    <a:pt x="176530" y="2667"/>
                  </a:moveTo>
                  <a:lnTo>
                    <a:pt x="1270" y="2667"/>
                  </a:lnTo>
                  <a:lnTo>
                    <a:pt x="1270" y="5080"/>
                  </a:lnTo>
                  <a:lnTo>
                    <a:pt x="0" y="5080"/>
                  </a:lnTo>
                  <a:lnTo>
                    <a:pt x="0" y="7620"/>
                  </a:lnTo>
                  <a:lnTo>
                    <a:pt x="176530" y="7620"/>
                  </a:lnTo>
                  <a:lnTo>
                    <a:pt x="176530" y="5080"/>
                  </a:lnTo>
                  <a:lnTo>
                    <a:pt x="176530" y="2667"/>
                  </a:lnTo>
                  <a:close/>
                </a:path>
              </a:pathLst>
            </a:custGeom>
            <a:solidFill>
              <a:srgbClr val="162916"/>
            </a:solidFill>
          </p:spPr>
          <p:txBody>
            <a:bodyPr wrap="square" lIns="0" tIns="0" rIns="0" bIns="0" rtlCol="0"/>
            <a:lstStyle/>
            <a:p/>
          </p:txBody>
        </p:sp>
        <p:sp>
          <p:nvSpPr>
            <p:cNvPr id="1222" name="object 1222"/>
            <p:cNvSpPr/>
            <p:nvPr/>
          </p:nvSpPr>
          <p:spPr>
            <a:xfrm>
              <a:off x="369189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172917"/>
            </a:solidFill>
          </p:spPr>
          <p:txBody>
            <a:bodyPr wrap="square" lIns="0" tIns="0" rIns="0" bIns="0" rtlCol="0"/>
            <a:lstStyle/>
            <a:p/>
          </p:txBody>
        </p:sp>
        <p:sp>
          <p:nvSpPr>
            <p:cNvPr id="1223" name="object 1223"/>
            <p:cNvSpPr/>
            <p:nvPr/>
          </p:nvSpPr>
          <p:spPr>
            <a:xfrm>
              <a:off x="368935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182818"/>
            </a:solidFill>
          </p:spPr>
          <p:txBody>
            <a:bodyPr wrap="square" lIns="0" tIns="0" rIns="0" bIns="0" rtlCol="0"/>
            <a:lstStyle/>
            <a:p/>
          </p:txBody>
        </p:sp>
        <p:sp>
          <p:nvSpPr>
            <p:cNvPr id="1224" name="object 1224"/>
            <p:cNvSpPr/>
            <p:nvPr/>
          </p:nvSpPr>
          <p:spPr>
            <a:xfrm>
              <a:off x="3688080" y="1192529"/>
              <a:ext cx="186690" cy="7620"/>
            </a:xfrm>
            <a:custGeom>
              <a:avLst/>
              <a:gdLst/>
              <a:ahLst/>
              <a:cxnLst/>
              <a:rect l="l" t="t" r="r" b="b"/>
              <a:pathLst>
                <a:path w="186689" h="7619">
                  <a:moveTo>
                    <a:pt x="186690" y="3810"/>
                  </a:moveTo>
                  <a:lnTo>
                    <a:pt x="185420" y="3810"/>
                  </a:lnTo>
                  <a:lnTo>
                    <a:pt x="185420" y="0"/>
                  </a:lnTo>
                  <a:lnTo>
                    <a:pt x="1270" y="0"/>
                  </a:lnTo>
                  <a:lnTo>
                    <a:pt x="1270" y="3810"/>
                  </a:lnTo>
                  <a:lnTo>
                    <a:pt x="1270" y="5080"/>
                  </a:lnTo>
                  <a:lnTo>
                    <a:pt x="0" y="5080"/>
                  </a:lnTo>
                  <a:lnTo>
                    <a:pt x="0" y="7620"/>
                  </a:lnTo>
                  <a:lnTo>
                    <a:pt x="186677" y="7620"/>
                  </a:lnTo>
                  <a:lnTo>
                    <a:pt x="186677" y="5080"/>
                  </a:lnTo>
                  <a:lnTo>
                    <a:pt x="186690" y="3810"/>
                  </a:lnTo>
                  <a:close/>
                </a:path>
              </a:pathLst>
            </a:custGeom>
            <a:solidFill>
              <a:srgbClr val="1A281A"/>
            </a:solidFill>
          </p:spPr>
          <p:txBody>
            <a:bodyPr wrap="square" lIns="0" tIns="0" rIns="0" bIns="0" rtlCol="0"/>
            <a:lstStyle/>
            <a:p/>
          </p:txBody>
        </p:sp>
        <p:sp>
          <p:nvSpPr>
            <p:cNvPr id="1225" name="object 1225"/>
            <p:cNvSpPr/>
            <p:nvPr/>
          </p:nvSpPr>
          <p:spPr>
            <a:xfrm>
              <a:off x="3688080" y="1200149"/>
              <a:ext cx="187960" cy="6350"/>
            </a:xfrm>
            <a:custGeom>
              <a:avLst/>
              <a:gdLst/>
              <a:ahLst/>
              <a:cxnLst/>
              <a:rect l="l" t="t" r="r" b="b"/>
              <a:pathLst>
                <a:path w="187960" h="6350">
                  <a:moveTo>
                    <a:pt x="187960" y="2540"/>
                  </a:moveTo>
                  <a:lnTo>
                    <a:pt x="186677" y="2540"/>
                  </a:lnTo>
                  <a:lnTo>
                    <a:pt x="186677" y="0"/>
                  </a:lnTo>
                  <a:lnTo>
                    <a:pt x="0" y="0"/>
                  </a:lnTo>
                  <a:lnTo>
                    <a:pt x="0" y="2540"/>
                  </a:lnTo>
                  <a:lnTo>
                    <a:pt x="0" y="6350"/>
                  </a:lnTo>
                  <a:lnTo>
                    <a:pt x="187960" y="6350"/>
                  </a:lnTo>
                  <a:lnTo>
                    <a:pt x="187960" y="2540"/>
                  </a:lnTo>
                  <a:close/>
                </a:path>
              </a:pathLst>
            </a:custGeom>
            <a:solidFill>
              <a:srgbClr val="1B271B"/>
            </a:solidFill>
          </p:spPr>
          <p:txBody>
            <a:bodyPr wrap="square" lIns="0" tIns="0" rIns="0" bIns="0" rtlCol="0"/>
            <a:lstStyle/>
            <a:p/>
          </p:txBody>
        </p:sp>
        <p:sp>
          <p:nvSpPr>
            <p:cNvPr id="1226" name="object 1226"/>
            <p:cNvSpPr/>
            <p:nvPr/>
          </p:nvSpPr>
          <p:spPr>
            <a:xfrm>
              <a:off x="3686810" y="1206499"/>
              <a:ext cx="190500" cy="7620"/>
            </a:xfrm>
            <a:custGeom>
              <a:avLst/>
              <a:gdLst/>
              <a:ahLst/>
              <a:cxnLst/>
              <a:rect l="l" t="t" r="r" b="b"/>
              <a:pathLst>
                <a:path w="190500" h="7619">
                  <a:moveTo>
                    <a:pt x="190500" y="2540"/>
                  </a:moveTo>
                  <a:lnTo>
                    <a:pt x="189230" y="2540"/>
                  </a:lnTo>
                  <a:lnTo>
                    <a:pt x="189230" y="0"/>
                  </a:lnTo>
                  <a:lnTo>
                    <a:pt x="0" y="0"/>
                  </a:lnTo>
                  <a:lnTo>
                    <a:pt x="0" y="2540"/>
                  </a:lnTo>
                  <a:lnTo>
                    <a:pt x="0" y="7620"/>
                  </a:lnTo>
                  <a:lnTo>
                    <a:pt x="190500" y="7620"/>
                  </a:lnTo>
                  <a:lnTo>
                    <a:pt x="190500" y="2540"/>
                  </a:lnTo>
                  <a:close/>
                </a:path>
              </a:pathLst>
            </a:custGeom>
            <a:solidFill>
              <a:srgbClr val="1D261D"/>
            </a:solidFill>
          </p:spPr>
          <p:txBody>
            <a:bodyPr wrap="square" lIns="0" tIns="0" rIns="0" bIns="0" rtlCol="0"/>
            <a:lstStyle/>
            <a:p/>
          </p:txBody>
        </p:sp>
        <p:sp>
          <p:nvSpPr>
            <p:cNvPr id="1227" name="object 1227"/>
            <p:cNvSpPr/>
            <p:nvPr/>
          </p:nvSpPr>
          <p:spPr>
            <a:xfrm>
              <a:off x="3685540" y="1214119"/>
              <a:ext cx="193040" cy="7620"/>
            </a:xfrm>
            <a:custGeom>
              <a:avLst/>
              <a:gdLst/>
              <a:ahLst/>
              <a:cxnLst/>
              <a:rect l="l" t="t" r="r" b="b"/>
              <a:pathLst>
                <a:path w="193039" h="7619">
                  <a:moveTo>
                    <a:pt x="193040" y="2540"/>
                  </a:moveTo>
                  <a:lnTo>
                    <a:pt x="191770" y="2540"/>
                  </a:lnTo>
                  <a:lnTo>
                    <a:pt x="191770" y="1270"/>
                  </a:lnTo>
                  <a:lnTo>
                    <a:pt x="191770" y="0"/>
                  </a:lnTo>
                  <a:lnTo>
                    <a:pt x="1270" y="0"/>
                  </a:lnTo>
                  <a:lnTo>
                    <a:pt x="1270" y="1270"/>
                  </a:lnTo>
                  <a:lnTo>
                    <a:pt x="0" y="1270"/>
                  </a:lnTo>
                  <a:lnTo>
                    <a:pt x="0" y="2540"/>
                  </a:lnTo>
                  <a:lnTo>
                    <a:pt x="0" y="7620"/>
                  </a:lnTo>
                  <a:lnTo>
                    <a:pt x="193040" y="7620"/>
                  </a:lnTo>
                  <a:lnTo>
                    <a:pt x="193040" y="2540"/>
                  </a:lnTo>
                  <a:close/>
                </a:path>
              </a:pathLst>
            </a:custGeom>
            <a:solidFill>
              <a:srgbClr val="1E261E"/>
            </a:solidFill>
          </p:spPr>
          <p:txBody>
            <a:bodyPr wrap="square" lIns="0" tIns="0" rIns="0" bIns="0" rtlCol="0"/>
            <a:lstStyle/>
            <a:p/>
          </p:txBody>
        </p:sp>
        <p:sp>
          <p:nvSpPr>
            <p:cNvPr id="1228" name="object 1228"/>
            <p:cNvSpPr/>
            <p:nvPr/>
          </p:nvSpPr>
          <p:spPr>
            <a:xfrm>
              <a:off x="3684270" y="1221739"/>
              <a:ext cx="195580" cy="6350"/>
            </a:xfrm>
            <a:custGeom>
              <a:avLst/>
              <a:gdLst/>
              <a:ahLst/>
              <a:cxnLst/>
              <a:rect l="l" t="t" r="r" b="b"/>
              <a:pathLst>
                <a:path w="195579" h="6350">
                  <a:moveTo>
                    <a:pt x="195580" y="5080"/>
                  </a:moveTo>
                  <a:lnTo>
                    <a:pt x="194310" y="5080"/>
                  </a:lnTo>
                  <a:lnTo>
                    <a:pt x="194310" y="1270"/>
                  </a:lnTo>
                  <a:lnTo>
                    <a:pt x="194310" y="0"/>
                  </a:lnTo>
                  <a:lnTo>
                    <a:pt x="1270" y="0"/>
                  </a:lnTo>
                  <a:lnTo>
                    <a:pt x="1270" y="1270"/>
                  </a:lnTo>
                  <a:lnTo>
                    <a:pt x="0" y="1270"/>
                  </a:lnTo>
                  <a:lnTo>
                    <a:pt x="0" y="5080"/>
                  </a:lnTo>
                  <a:lnTo>
                    <a:pt x="0" y="6350"/>
                  </a:lnTo>
                  <a:lnTo>
                    <a:pt x="195580" y="6350"/>
                  </a:lnTo>
                  <a:lnTo>
                    <a:pt x="195580" y="5080"/>
                  </a:lnTo>
                  <a:close/>
                </a:path>
              </a:pathLst>
            </a:custGeom>
            <a:solidFill>
              <a:srgbClr val="202520"/>
            </a:solidFill>
          </p:spPr>
          <p:txBody>
            <a:bodyPr wrap="square" lIns="0" tIns="0" rIns="0" bIns="0" rtlCol="0"/>
            <a:lstStyle/>
            <a:p/>
          </p:txBody>
        </p:sp>
        <p:sp>
          <p:nvSpPr>
            <p:cNvPr id="1229" name="object 1229"/>
            <p:cNvSpPr/>
            <p:nvPr/>
          </p:nvSpPr>
          <p:spPr>
            <a:xfrm>
              <a:off x="3683000" y="1228089"/>
              <a:ext cx="196850" cy="7620"/>
            </a:xfrm>
            <a:custGeom>
              <a:avLst/>
              <a:gdLst/>
              <a:ahLst/>
              <a:cxnLst/>
              <a:rect l="l" t="t" r="r" b="b"/>
              <a:pathLst>
                <a:path w="196850" h="7619">
                  <a:moveTo>
                    <a:pt x="97790" y="1397"/>
                  </a:moveTo>
                  <a:lnTo>
                    <a:pt x="1270" y="1397"/>
                  </a:lnTo>
                  <a:lnTo>
                    <a:pt x="1270" y="2540"/>
                  </a:lnTo>
                  <a:lnTo>
                    <a:pt x="0" y="2540"/>
                  </a:lnTo>
                  <a:lnTo>
                    <a:pt x="0" y="3810"/>
                  </a:lnTo>
                  <a:lnTo>
                    <a:pt x="0" y="5080"/>
                  </a:lnTo>
                  <a:lnTo>
                    <a:pt x="0" y="6350"/>
                  </a:lnTo>
                  <a:lnTo>
                    <a:pt x="0" y="7620"/>
                  </a:lnTo>
                  <a:lnTo>
                    <a:pt x="90170" y="7620"/>
                  </a:lnTo>
                  <a:lnTo>
                    <a:pt x="90170" y="6350"/>
                  </a:lnTo>
                  <a:lnTo>
                    <a:pt x="91440" y="6350"/>
                  </a:lnTo>
                  <a:lnTo>
                    <a:pt x="91440" y="5080"/>
                  </a:lnTo>
                  <a:lnTo>
                    <a:pt x="92710" y="5080"/>
                  </a:lnTo>
                  <a:lnTo>
                    <a:pt x="92710" y="3810"/>
                  </a:lnTo>
                  <a:lnTo>
                    <a:pt x="93980" y="3810"/>
                  </a:lnTo>
                  <a:lnTo>
                    <a:pt x="93980" y="2540"/>
                  </a:lnTo>
                  <a:lnTo>
                    <a:pt x="97790" y="2540"/>
                  </a:lnTo>
                  <a:lnTo>
                    <a:pt x="97790" y="1397"/>
                  </a:lnTo>
                  <a:close/>
                </a:path>
                <a:path w="196850" h="7619">
                  <a:moveTo>
                    <a:pt x="196850" y="0"/>
                  </a:moveTo>
                  <a:lnTo>
                    <a:pt x="1270" y="0"/>
                  </a:lnTo>
                  <a:lnTo>
                    <a:pt x="1270" y="1270"/>
                  </a:lnTo>
                  <a:lnTo>
                    <a:pt x="97790" y="1270"/>
                  </a:lnTo>
                  <a:lnTo>
                    <a:pt x="97790" y="1397"/>
                  </a:lnTo>
                  <a:lnTo>
                    <a:pt x="100330" y="1397"/>
                  </a:lnTo>
                  <a:lnTo>
                    <a:pt x="100330" y="2540"/>
                  </a:lnTo>
                  <a:lnTo>
                    <a:pt x="101600" y="2540"/>
                  </a:lnTo>
                  <a:lnTo>
                    <a:pt x="101600" y="3810"/>
                  </a:lnTo>
                  <a:lnTo>
                    <a:pt x="105410" y="3810"/>
                  </a:lnTo>
                  <a:lnTo>
                    <a:pt x="105410" y="5080"/>
                  </a:lnTo>
                  <a:lnTo>
                    <a:pt x="105410" y="6350"/>
                  </a:lnTo>
                  <a:lnTo>
                    <a:pt x="106680" y="6350"/>
                  </a:lnTo>
                  <a:lnTo>
                    <a:pt x="106680" y="7620"/>
                  </a:lnTo>
                  <a:lnTo>
                    <a:pt x="196850" y="7620"/>
                  </a:lnTo>
                  <a:lnTo>
                    <a:pt x="196850" y="6350"/>
                  </a:lnTo>
                  <a:lnTo>
                    <a:pt x="196850" y="5080"/>
                  </a:lnTo>
                  <a:lnTo>
                    <a:pt x="196850" y="3810"/>
                  </a:lnTo>
                  <a:lnTo>
                    <a:pt x="196850" y="2540"/>
                  </a:lnTo>
                  <a:lnTo>
                    <a:pt x="196850" y="1270"/>
                  </a:lnTo>
                  <a:lnTo>
                    <a:pt x="196850" y="0"/>
                  </a:lnTo>
                  <a:close/>
                </a:path>
              </a:pathLst>
            </a:custGeom>
            <a:solidFill>
              <a:srgbClr val="212521"/>
            </a:solidFill>
          </p:spPr>
          <p:txBody>
            <a:bodyPr wrap="square" lIns="0" tIns="0" rIns="0" bIns="0" rtlCol="0"/>
            <a:lstStyle/>
            <a:p/>
          </p:txBody>
        </p:sp>
        <p:sp>
          <p:nvSpPr>
            <p:cNvPr id="1230" name="object 1230"/>
            <p:cNvSpPr/>
            <p:nvPr/>
          </p:nvSpPr>
          <p:spPr>
            <a:xfrm>
              <a:off x="3681730" y="1235709"/>
              <a:ext cx="199390" cy="7620"/>
            </a:xfrm>
            <a:custGeom>
              <a:avLst/>
              <a:gdLst/>
              <a:ahLst/>
              <a:cxnLst/>
              <a:rect l="l" t="t" r="r" b="b"/>
              <a:pathLst>
                <a:path w="199389" h="7619">
                  <a:moveTo>
                    <a:pt x="91440" y="0"/>
                  </a:moveTo>
                  <a:lnTo>
                    <a:pt x="1270" y="0"/>
                  </a:lnTo>
                  <a:lnTo>
                    <a:pt x="1270" y="1270"/>
                  </a:lnTo>
                  <a:lnTo>
                    <a:pt x="0" y="1270"/>
                  </a:lnTo>
                  <a:lnTo>
                    <a:pt x="0" y="2540"/>
                  </a:lnTo>
                  <a:lnTo>
                    <a:pt x="0" y="5080"/>
                  </a:lnTo>
                  <a:lnTo>
                    <a:pt x="0" y="7620"/>
                  </a:lnTo>
                  <a:lnTo>
                    <a:pt x="88900" y="7620"/>
                  </a:lnTo>
                  <a:lnTo>
                    <a:pt x="88900" y="5080"/>
                  </a:lnTo>
                  <a:lnTo>
                    <a:pt x="90170" y="5080"/>
                  </a:lnTo>
                  <a:lnTo>
                    <a:pt x="90170" y="2540"/>
                  </a:lnTo>
                  <a:lnTo>
                    <a:pt x="91427" y="2540"/>
                  </a:lnTo>
                  <a:lnTo>
                    <a:pt x="91427" y="1270"/>
                  </a:lnTo>
                  <a:lnTo>
                    <a:pt x="91440" y="0"/>
                  </a:lnTo>
                  <a:close/>
                </a:path>
                <a:path w="199389" h="7619">
                  <a:moveTo>
                    <a:pt x="199390" y="0"/>
                  </a:moveTo>
                  <a:lnTo>
                    <a:pt x="109220" y="0"/>
                  </a:lnTo>
                  <a:lnTo>
                    <a:pt x="107950" y="0"/>
                  </a:lnTo>
                  <a:lnTo>
                    <a:pt x="107950" y="127"/>
                  </a:lnTo>
                  <a:lnTo>
                    <a:pt x="109220" y="127"/>
                  </a:lnTo>
                  <a:lnTo>
                    <a:pt x="109220" y="2540"/>
                  </a:lnTo>
                  <a:lnTo>
                    <a:pt x="110490" y="2540"/>
                  </a:lnTo>
                  <a:lnTo>
                    <a:pt x="110490" y="5080"/>
                  </a:lnTo>
                  <a:lnTo>
                    <a:pt x="111760" y="5080"/>
                  </a:lnTo>
                  <a:lnTo>
                    <a:pt x="111760" y="7620"/>
                  </a:lnTo>
                  <a:lnTo>
                    <a:pt x="199390" y="7620"/>
                  </a:lnTo>
                  <a:lnTo>
                    <a:pt x="199390" y="5080"/>
                  </a:lnTo>
                  <a:lnTo>
                    <a:pt x="199390" y="2540"/>
                  </a:lnTo>
                  <a:lnTo>
                    <a:pt x="199390" y="0"/>
                  </a:lnTo>
                  <a:close/>
                </a:path>
              </a:pathLst>
            </a:custGeom>
            <a:solidFill>
              <a:srgbClr val="222422"/>
            </a:solidFill>
          </p:spPr>
          <p:txBody>
            <a:bodyPr wrap="square" lIns="0" tIns="0" rIns="0" bIns="0" rtlCol="0"/>
            <a:lstStyle/>
            <a:p/>
          </p:txBody>
        </p:sp>
        <p:sp>
          <p:nvSpPr>
            <p:cNvPr id="1231" name="object 1231"/>
            <p:cNvSpPr/>
            <p:nvPr/>
          </p:nvSpPr>
          <p:spPr>
            <a:xfrm>
              <a:off x="3680459" y="1243329"/>
              <a:ext cx="201930" cy="6350"/>
            </a:xfrm>
            <a:custGeom>
              <a:avLst/>
              <a:gdLst/>
              <a:ahLst/>
              <a:cxnLst/>
              <a:rect l="l" t="t" r="r" b="b"/>
              <a:pathLst>
                <a:path w="201929" h="6350">
                  <a:moveTo>
                    <a:pt x="86360" y="5207"/>
                  </a:moveTo>
                  <a:lnTo>
                    <a:pt x="0" y="5207"/>
                  </a:lnTo>
                  <a:lnTo>
                    <a:pt x="0" y="6350"/>
                  </a:lnTo>
                  <a:lnTo>
                    <a:pt x="86360" y="6350"/>
                  </a:lnTo>
                  <a:lnTo>
                    <a:pt x="86360" y="5207"/>
                  </a:lnTo>
                  <a:close/>
                </a:path>
                <a:path w="201929" h="6350">
                  <a:moveTo>
                    <a:pt x="87629" y="2666"/>
                  </a:moveTo>
                  <a:lnTo>
                    <a:pt x="0" y="2666"/>
                  </a:lnTo>
                  <a:lnTo>
                    <a:pt x="0" y="5079"/>
                  </a:lnTo>
                  <a:lnTo>
                    <a:pt x="86360" y="5079"/>
                  </a:lnTo>
                  <a:lnTo>
                    <a:pt x="86360" y="5207"/>
                  </a:lnTo>
                  <a:lnTo>
                    <a:pt x="87629" y="5207"/>
                  </a:lnTo>
                  <a:lnTo>
                    <a:pt x="87629" y="2666"/>
                  </a:lnTo>
                  <a:close/>
                </a:path>
                <a:path w="201929" h="6350">
                  <a:moveTo>
                    <a:pt x="88899" y="0"/>
                  </a:moveTo>
                  <a:lnTo>
                    <a:pt x="1269" y="0"/>
                  </a:lnTo>
                  <a:lnTo>
                    <a:pt x="1269" y="1397"/>
                  </a:lnTo>
                  <a:lnTo>
                    <a:pt x="0" y="1397"/>
                  </a:lnTo>
                  <a:lnTo>
                    <a:pt x="0" y="2539"/>
                  </a:lnTo>
                  <a:lnTo>
                    <a:pt x="87629" y="2539"/>
                  </a:lnTo>
                  <a:lnTo>
                    <a:pt x="88900" y="2666"/>
                  </a:lnTo>
                  <a:lnTo>
                    <a:pt x="88899" y="0"/>
                  </a:lnTo>
                  <a:close/>
                </a:path>
                <a:path w="201929" h="6350">
                  <a:moveTo>
                    <a:pt x="201929" y="5207"/>
                  </a:moveTo>
                  <a:lnTo>
                    <a:pt x="115569" y="5207"/>
                  </a:lnTo>
                  <a:lnTo>
                    <a:pt x="115569" y="6350"/>
                  </a:lnTo>
                  <a:lnTo>
                    <a:pt x="201929" y="6350"/>
                  </a:lnTo>
                  <a:lnTo>
                    <a:pt x="201929" y="5207"/>
                  </a:lnTo>
                  <a:close/>
                </a:path>
                <a:path w="201929" h="6350">
                  <a:moveTo>
                    <a:pt x="201929" y="2539"/>
                  </a:moveTo>
                  <a:lnTo>
                    <a:pt x="200660" y="2539"/>
                  </a:lnTo>
                  <a:lnTo>
                    <a:pt x="114300" y="2666"/>
                  </a:lnTo>
                  <a:lnTo>
                    <a:pt x="114300" y="3937"/>
                  </a:lnTo>
                  <a:lnTo>
                    <a:pt x="115569" y="3937"/>
                  </a:lnTo>
                  <a:lnTo>
                    <a:pt x="115569" y="5079"/>
                  </a:lnTo>
                  <a:lnTo>
                    <a:pt x="201929" y="5079"/>
                  </a:lnTo>
                  <a:lnTo>
                    <a:pt x="201929" y="2539"/>
                  </a:lnTo>
                  <a:close/>
                </a:path>
                <a:path w="201929" h="6350">
                  <a:moveTo>
                    <a:pt x="200660" y="0"/>
                  </a:moveTo>
                  <a:lnTo>
                    <a:pt x="114300" y="0"/>
                  </a:lnTo>
                  <a:lnTo>
                    <a:pt x="114300" y="2539"/>
                  </a:lnTo>
                  <a:lnTo>
                    <a:pt x="200660" y="2539"/>
                  </a:lnTo>
                  <a:lnTo>
                    <a:pt x="200660" y="0"/>
                  </a:lnTo>
                  <a:close/>
                </a:path>
              </a:pathLst>
            </a:custGeom>
            <a:solidFill>
              <a:srgbClr val="242424"/>
            </a:solidFill>
          </p:spPr>
          <p:txBody>
            <a:bodyPr wrap="square" lIns="0" tIns="0" rIns="0" bIns="0" rtlCol="0"/>
            <a:lstStyle/>
            <a:p/>
          </p:txBody>
        </p:sp>
        <p:sp>
          <p:nvSpPr>
            <p:cNvPr id="1232" name="object 1232"/>
            <p:cNvSpPr/>
            <p:nvPr/>
          </p:nvSpPr>
          <p:spPr>
            <a:xfrm>
              <a:off x="3679189" y="1249679"/>
              <a:ext cx="203200" cy="7620"/>
            </a:xfrm>
            <a:custGeom>
              <a:avLst/>
              <a:gdLst/>
              <a:ahLst/>
              <a:cxnLst/>
              <a:rect l="l" t="t" r="r" b="b"/>
              <a:pathLst>
                <a:path w="203200" h="7619">
                  <a:moveTo>
                    <a:pt x="1270" y="5079"/>
                  </a:moveTo>
                  <a:lnTo>
                    <a:pt x="0" y="5079"/>
                  </a:lnTo>
                  <a:lnTo>
                    <a:pt x="0" y="6350"/>
                  </a:lnTo>
                  <a:lnTo>
                    <a:pt x="86360" y="6350"/>
                  </a:lnTo>
                  <a:lnTo>
                    <a:pt x="86360" y="5207"/>
                  </a:lnTo>
                  <a:lnTo>
                    <a:pt x="1270" y="5207"/>
                  </a:lnTo>
                  <a:lnTo>
                    <a:pt x="1270" y="5079"/>
                  </a:lnTo>
                  <a:close/>
                </a:path>
                <a:path w="203200" h="7619">
                  <a:moveTo>
                    <a:pt x="87630" y="0"/>
                  </a:moveTo>
                  <a:lnTo>
                    <a:pt x="1270" y="0"/>
                  </a:lnTo>
                  <a:lnTo>
                    <a:pt x="1270" y="5079"/>
                  </a:lnTo>
                  <a:lnTo>
                    <a:pt x="86360" y="5079"/>
                  </a:lnTo>
                  <a:lnTo>
                    <a:pt x="86360" y="1397"/>
                  </a:lnTo>
                  <a:lnTo>
                    <a:pt x="87630" y="1397"/>
                  </a:lnTo>
                  <a:lnTo>
                    <a:pt x="87630" y="0"/>
                  </a:lnTo>
                  <a:close/>
                </a:path>
                <a:path w="203200" h="7619">
                  <a:moveTo>
                    <a:pt x="203200" y="5207"/>
                  </a:moveTo>
                  <a:lnTo>
                    <a:pt x="119380" y="5207"/>
                  </a:lnTo>
                  <a:lnTo>
                    <a:pt x="119380" y="6350"/>
                  </a:lnTo>
                  <a:lnTo>
                    <a:pt x="203200" y="6350"/>
                  </a:lnTo>
                  <a:lnTo>
                    <a:pt x="203200" y="5207"/>
                  </a:lnTo>
                  <a:close/>
                </a:path>
                <a:path w="203200" h="7619">
                  <a:moveTo>
                    <a:pt x="203200" y="0"/>
                  </a:moveTo>
                  <a:lnTo>
                    <a:pt x="118110" y="0"/>
                  </a:lnTo>
                  <a:lnTo>
                    <a:pt x="118110" y="3937"/>
                  </a:lnTo>
                  <a:lnTo>
                    <a:pt x="119380" y="3937"/>
                  </a:lnTo>
                  <a:lnTo>
                    <a:pt x="119380" y="5079"/>
                  </a:lnTo>
                  <a:lnTo>
                    <a:pt x="203200" y="5079"/>
                  </a:lnTo>
                  <a:lnTo>
                    <a:pt x="203200" y="0"/>
                  </a:lnTo>
                  <a:close/>
                </a:path>
                <a:path w="203200" h="7619">
                  <a:moveTo>
                    <a:pt x="85089" y="6350"/>
                  </a:moveTo>
                  <a:lnTo>
                    <a:pt x="0" y="6350"/>
                  </a:lnTo>
                  <a:lnTo>
                    <a:pt x="0" y="7620"/>
                  </a:lnTo>
                  <a:lnTo>
                    <a:pt x="85089" y="7620"/>
                  </a:lnTo>
                  <a:lnTo>
                    <a:pt x="85089" y="6350"/>
                  </a:lnTo>
                  <a:close/>
                </a:path>
                <a:path w="203200" h="7619">
                  <a:moveTo>
                    <a:pt x="203200" y="6350"/>
                  </a:moveTo>
                  <a:lnTo>
                    <a:pt x="119380" y="6350"/>
                  </a:lnTo>
                  <a:lnTo>
                    <a:pt x="119380" y="7620"/>
                  </a:lnTo>
                  <a:lnTo>
                    <a:pt x="203200" y="7620"/>
                  </a:lnTo>
                  <a:lnTo>
                    <a:pt x="203200" y="6350"/>
                  </a:lnTo>
                  <a:close/>
                </a:path>
              </a:pathLst>
            </a:custGeom>
            <a:solidFill>
              <a:srgbClr val="252325"/>
            </a:solidFill>
          </p:spPr>
          <p:txBody>
            <a:bodyPr wrap="square" lIns="0" tIns="0" rIns="0" bIns="0" rtlCol="0"/>
            <a:lstStyle/>
            <a:p/>
          </p:txBody>
        </p:sp>
        <p:sp>
          <p:nvSpPr>
            <p:cNvPr id="1233" name="object 1233"/>
            <p:cNvSpPr/>
            <p:nvPr/>
          </p:nvSpPr>
          <p:spPr>
            <a:xfrm>
              <a:off x="3679189" y="1257299"/>
              <a:ext cx="204470" cy="7620"/>
            </a:xfrm>
            <a:custGeom>
              <a:avLst/>
              <a:gdLst/>
              <a:ahLst/>
              <a:cxnLst/>
              <a:rect l="l" t="t" r="r" b="b"/>
              <a:pathLst>
                <a:path w="204470" h="7619">
                  <a:moveTo>
                    <a:pt x="85089" y="0"/>
                  </a:moveTo>
                  <a:lnTo>
                    <a:pt x="0" y="0"/>
                  </a:lnTo>
                  <a:lnTo>
                    <a:pt x="0" y="7620"/>
                  </a:lnTo>
                  <a:lnTo>
                    <a:pt x="83820" y="7620"/>
                  </a:lnTo>
                  <a:lnTo>
                    <a:pt x="83820" y="5079"/>
                  </a:lnTo>
                  <a:lnTo>
                    <a:pt x="85089" y="5079"/>
                  </a:lnTo>
                  <a:lnTo>
                    <a:pt x="85089" y="0"/>
                  </a:lnTo>
                  <a:close/>
                </a:path>
                <a:path w="204470" h="7619">
                  <a:moveTo>
                    <a:pt x="203200" y="0"/>
                  </a:moveTo>
                  <a:lnTo>
                    <a:pt x="119380" y="0"/>
                  </a:lnTo>
                  <a:lnTo>
                    <a:pt x="119380" y="1270"/>
                  </a:lnTo>
                  <a:lnTo>
                    <a:pt x="120650" y="1270"/>
                  </a:lnTo>
                  <a:lnTo>
                    <a:pt x="120650" y="6350"/>
                  </a:lnTo>
                  <a:lnTo>
                    <a:pt x="121920" y="6350"/>
                  </a:lnTo>
                  <a:lnTo>
                    <a:pt x="121920" y="7620"/>
                  </a:lnTo>
                  <a:lnTo>
                    <a:pt x="204470" y="7620"/>
                  </a:lnTo>
                  <a:lnTo>
                    <a:pt x="204470" y="5079"/>
                  </a:lnTo>
                  <a:lnTo>
                    <a:pt x="203200" y="5079"/>
                  </a:lnTo>
                  <a:lnTo>
                    <a:pt x="203200" y="0"/>
                  </a:lnTo>
                  <a:close/>
                </a:path>
              </a:pathLst>
            </a:custGeom>
            <a:solidFill>
              <a:srgbClr val="272227"/>
            </a:solidFill>
          </p:spPr>
          <p:txBody>
            <a:bodyPr wrap="square" lIns="0" tIns="0" rIns="0" bIns="0" rtlCol="0"/>
            <a:lstStyle/>
            <a:p/>
          </p:txBody>
        </p:sp>
        <p:sp>
          <p:nvSpPr>
            <p:cNvPr id="1234" name="object 1234"/>
            <p:cNvSpPr/>
            <p:nvPr/>
          </p:nvSpPr>
          <p:spPr>
            <a:xfrm>
              <a:off x="3677919" y="1264919"/>
              <a:ext cx="205740" cy="6350"/>
            </a:xfrm>
            <a:custGeom>
              <a:avLst/>
              <a:gdLst/>
              <a:ahLst/>
              <a:cxnLst/>
              <a:rect l="l" t="t" r="r" b="b"/>
              <a:pathLst>
                <a:path w="205739" h="6350">
                  <a:moveTo>
                    <a:pt x="85089" y="0"/>
                  </a:moveTo>
                  <a:lnTo>
                    <a:pt x="1269" y="0"/>
                  </a:lnTo>
                  <a:lnTo>
                    <a:pt x="1269" y="5079"/>
                  </a:lnTo>
                  <a:lnTo>
                    <a:pt x="0" y="5079"/>
                  </a:lnTo>
                  <a:lnTo>
                    <a:pt x="0" y="6350"/>
                  </a:lnTo>
                  <a:lnTo>
                    <a:pt x="83819" y="6350"/>
                  </a:lnTo>
                  <a:lnTo>
                    <a:pt x="83819" y="2539"/>
                  </a:lnTo>
                  <a:lnTo>
                    <a:pt x="85089" y="2539"/>
                  </a:lnTo>
                  <a:lnTo>
                    <a:pt x="85089" y="0"/>
                  </a:lnTo>
                  <a:close/>
                </a:path>
                <a:path w="205739" h="6350">
                  <a:moveTo>
                    <a:pt x="205739" y="0"/>
                  </a:moveTo>
                  <a:lnTo>
                    <a:pt x="123189" y="0"/>
                  </a:lnTo>
                  <a:lnTo>
                    <a:pt x="123189" y="5079"/>
                  </a:lnTo>
                  <a:lnTo>
                    <a:pt x="124459" y="5079"/>
                  </a:lnTo>
                  <a:lnTo>
                    <a:pt x="124459" y="6350"/>
                  </a:lnTo>
                  <a:lnTo>
                    <a:pt x="205739" y="6350"/>
                  </a:lnTo>
                  <a:lnTo>
                    <a:pt x="205739" y="0"/>
                  </a:lnTo>
                  <a:close/>
                </a:path>
              </a:pathLst>
            </a:custGeom>
            <a:solidFill>
              <a:srgbClr val="282228"/>
            </a:solidFill>
          </p:spPr>
          <p:txBody>
            <a:bodyPr wrap="square" lIns="0" tIns="0" rIns="0" bIns="0" rtlCol="0"/>
            <a:lstStyle/>
            <a:p/>
          </p:txBody>
        </p:sp>
        <p:sp>
          <p:nvSpPr>
            <p:cNvPr id="1235" name="object 1235"/>
            <p:cNvSpPr/>
            <p:nvPr/>
          </p:nvSpPr>
          <p:spPr>
            <a:xfrm>
              <a:off x="3677919" y="1271269"/>
              <a:ext cx="205740" cy="7620"/>
            </a:xfrm>
            <a:custGeom>
              <a:avLst/>
              <a:gdLst/>
              <a:ahLst/>
              <a:cxnLst/>
              <a:rect l="l" t="t" r="r" b="b"/>
              <a:pathLst>
                <a:path w="205739" h="7619">
                  <a:moveTo>
                    <a:pt x="83819" y="0"/>
                  </a:moveTo>
                  <a:lnTo>
                    <a:pt x="0" y="0"/>
                  </a:lnTo>
                  <a:lnTo>
                    <a:pt x="0" y="7619"/>
                  </a:lnTo>
                  <a:lnTo>
                    <a:pt x="82550" y="7619"/>
                  </a:lnTo>
                  <a:lnTo>
                    <a:pt x="82550" y="6350"/>
                  </a:lnTo>
                  <a:lnTo>
                    <a:pt x="83820" y="6350"/>
                  </a:lnTo>
                  <a:lnTo>
                    <a:pt x="83819" y="0"/>
                  </a:lnTo>
                  <a:close/>
                </a:path>
                <a:path w="205739" h="7619">
                  <a:moveTo>
                    <a:pt x="205739" y="0"/>
                  </a:moveTo>
                  <a:lnTo>
                    <a:pt x="124459" y="0"/>
                  </a:lnTo>
                  <a:lnTo>
                    <a:pt x="124459" y="7619"/>
                  </a:lnTo>
                  <a:lnTo>
                    <a:pt x="205739" y="7619"/>
                  </a:lnTo>
                  <a:lnTo>
                    <a:pt x="205739" y="0"/>
                  </a:lnTo>
                  <a:close/>
                </a:path>
              </a:pathLst>
            </a:custGeom>
            <a:solidFill>
              <a:srgbClr val="2A212A"/>
            </a:solidFill>
          </p:spPr>
          <p:txBody>
            <a:bodyPr wrap="square" lIns="0" tIns="0" rIns="0" bIns="0" rtlCol="0"/>
            <a:lstStyle/>
            <a:p/>
          </p:txBody>
        </p:sp>
        <p:sp>
          <p:nvSpPr>
            <p:cNvPr id="1236" name="object 1236"/>
            <p:cNvSpPr/>
            <p:nvPr/>
          </p:nvSpPr>
          <p:spPr>
            <a:xfrm>
              <a:off x="3676649" y="1278889"/>
              <a:ext cx="208279" cy="7620"/>
            </a:xfrm>
            <a:custGeom>
              <a:avLst/>
              <a:gdLst/>
              <a:ahLst/>
              <a:cxnLst/>
              <a:rect l="l" t="t" r="r" b="b"/>
              <a:pathLst>
                <a:path w="208279" h="7619">
                  <a:moveTo>
                    <a:pt x="83820" y="0"/>
                  </a:moveTo>
                  <a:lnTo>
                    <a:pt x="1270" y="0"/>
                  </a:lnTo>
                  <a:lnTo>
                    <a:pt x="1270" y="6350"/>
                  </a:lnTo>
                  <a:lnTo>
                    <a:pt x="0" y="6350"/>
                  </a:lnTo>
                  <a:lnTo>
                    <a:pt x="0" y="7620"/>
                  </a:lnTo>
                  <a:lnTo>
                    <a:pt x="83820" y="7620"/>
                  </a:lnTo>
                  <a:lnTo>
                    <a:pt x="83820" y="0"/>
                  </a:lnTo>
                  <a:close/>
                </a:path>
                <a:path w="208279" h="7619">
                  <a:moveTo>
                    <a:pt x="207009" y="0"/>
                  </a:moveTo>
                  <a:lnTo>
                    <a:pt x="125729" y="0"/>
                  </a:lnTo>
                  <a:lnTo>
                    <a:pt x="125729" y="3810"/>
                  </a:lnTo>
                  <a:lnTo>
                    <a:pt x="127000" y="3810"/>
                  </a:lnTo>
                  <a:lnTo>
                    <a:pt x="127000" y="7620"/>
                  </a:lnTo>
                  <a:lnTo>
                    <a:pt x="208279" y="7620"/>
                  </a:lnTo>
                  <a:lnTo>
                    <a:pt x="208279" y="1270"/>
                  </a:lnTo>
                  <a:lnTo>
                    <a:pt x="207009" y="1270"/>
                  </a:lnTo>
                  <a:lnTo>
                    <a:pt x="207009" y="0"/>
                  </a:lnTo>
                  <a:close/>
                </a:path>
              </a:pathLst>
            </a:custGeom>
            <a:solidFill>
              <a:srgbClr val="2B212B"/>
            </a:solidFill>
          </p:spPr>
          <p:txBody>
            <a:bodyPr wrap="square" lIns="0" tIns="0" rIns="0" bIns="0" rtlCol="0"/>
            <a:lstStyle/>
            <a:p/>
          </p:txBody>
        </p:sp>
        <p:sp>
          <p:nvSpPr>
            <p:cNvPr id="1237" name="object 1237"/>
            <p:cNvSpPr/>
            <p:nvPr/>
          </p:nvSpPr>
          <p:spPr>
            <a:xfrm>
              <a:off x="3676649" y="1286509"/>
              <a:ext cx="209550" cy="6350"/>
            </a:xfrm>
            <a:custGeom>
              <a:avLst/>
              <a:gdLst/>
              <a:ahLst/>
              <a:cxnLst/>
              <a:rect l="l" t="t" r="r" b="b"/>
              <a:pathLst>
                <a:path w="209550" h="6350">
                  <a:moveTo>
                    <a:pt x="83820" y="0"/>
                  </a:moveTo>
                  <a:lnTo>
                    <a:pt x="0" y="0"/>
                  </a:lnTo>
                  <a:lnTo>
                    <a:pt x="0" y="6350"/>
                  </a:lnTo>
                  <a:lnTo>
                    <a:pt x="82550" y="6350"/>
                  </a:lnTo>
                  <a:lnTo>
                    <a:pt x="82550" y="2539"/>
                  </a:lnTo>
                  <a:lnTo>
                    <a:pt x="83820" y="2539"/>
                  </a:lnTo>
                  <a:lnTo>
                    <a:pt x="83820" y="0"/>
                  </a:lnTo>
                  <a:close/>
                </a:path>
                <a:path w="209550" h="6350">
                  <a:moveTo>
                    <a:pt x="208279" y="0"/>
                  </a:moveTo>
                  <a:lnTo>
                    <a:pt x="127000" y="0"/>
                  </a:lnTo>
                  <a:lnTo>
                    <a:pt x="127000" y="6350"/>
                  </a:lnTo>
                  <a:lnTo>
                    <a:pt x="209550" y="6350"/>
                  </a:lnTo>
                  <a:lnTo>
                    <a:pt x="209550" y="5079"/>
                  </a:lnTo>
                  <a:lnTo>
                    <a:pt x="208279" y="5079"/>
                  </a:lnTo>
                  <a:lnTo>
                    <a:pt x="208279" y="0"/>
                  </a:lnTo>
                  <a:close/>
                </a:path>
              </a:pathLst>
            </a:custGeom>
            <a:solidFill>
              <a:srgbClr val="2D202D"/>
            </a:solidFill>
          </p:spPr>
          <p:txBody>
            <a:bodyPr wrap="square" lIns="0" tIns="0" rIns="0" bIns="0" rtlCol="0"/>
            <a:lstStyle/>
            <a:p/>
          </p:txBody>
        </p:sp>
        <p:sp>
          <p:nvSpPr>
            <p:cNvPr id="1238" name="object 1238"/>
            <p:cNvSpPr/>
            <p:nvPr/>
          </p:nvSpPr>
          <p:spPr>
            <a:xfrm>
              <a:off x="367665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2E202E"/>
            </a:solidFill>
          </p:spPr>
          <p:txBody>
            <a:bodyPr wrap="square" lIns="0" tIns="0" rIns="0" bIns="0" rtlCol="0"/>
            <a:lstStyle/>
            <a:p/>
          </p:txBody>
        </p:sp>
        <p:sp>
          <p:nvSpPr>
            <p:cNvPr id="1239" name="object 1239"/>
            <p:cNvSpPr/>
            <p:nvPr/>
          </p:nvSpPr>
          <p:spPr>
            <a:xfrm>
              <a:off x="367538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2F1F2F"/>
            </a:solidFill>
          </p:spPr>
          <p:txBody>
            <a:bodyPr wrap="square" lIns="0" tIns="0" rIns="0" bIns="0" rtlCol="0"/>
            <a:lstStyle/>
            <a:p/>
          </p:txBody>
        </p:sp>
        <p:sp>
          <p:nvSpPr>
            <p:cNvPr id="1240" name="object 1240"/>
            <p:cNvSpPr/>
            <p:nvPr/>
          </p:nvSpPr>
          <p:spPr>
            <a:xfrm>
              <a:off x="3675380" y="1308099"/>
              <a:ext cx="212090" cy="6350"/>
            </a:xfrm>
            <a:custGeom>
              <a:avLst/>
              <a:gdLst/>
              <a:ahLst/>
              <a:cxnLst/>
              <a:rect l="l" t="t" r="r" b="b"/>
              <a:pathLst>
                <a:path w="212089" h="6350">
                  <a:moveTo>
                    <a:pt x="212077" y="1270"/>
                  </a:moveTo>
                  <a:lnTo>
                    <a:pt x="210820" y="1270"/>
                  </a:lnTo>
                  <a:lnTo>
                    <a:pt x="210820" y="0"/>
                  </a:lnTo>
                  <a:lnTo>
                    <a:pt x="0" y="0"/>
                  </a:lnTo>
                  <a:lnTo>
                    <a:pt x="0" y="1270"/>
                  </a:lnTo>
                  <a:lnTo>
                    <a:pt x="0" y="6350"/>
                  </a:lnTo>
                  <a:lnTo>
                    <a:pt x="212077" y="6350"/>
                  </a:lnTo>
                  <a:lnTo>
                    <a:pt x="212077" y="1270"/>
                  </a:lnTo>
                  <a:close/>
                </a:path>
              </a:pathLst>
            </a:custGeom>
            <a:solidFill>
              <a:srgbClr val="311E31"/>
            </a:solidFill>
          </p:spPr>
          <p:txBody>
            <a:bodyPr wrap="square" lIns="0" tIns="0" rIns="0" bIns="0" rtlCol="0"/>
            <a:lstStyle/>
            <a:p/>
          </p:txBody>
        </p:sp>
        <p:sp>
          <p:nvSpPr>
            <p:cNvPr id="1241" name="object 1241"/>
            <p:cNvSpPr/>
            <p:nvPr/>
          </p:nvSpPr>
          <p:spPr>
            <a:xfrm>
              <a:off x="3675379" y="1314449"/>
              <a:ext cx="212090" cy="7620"/>
            </a:xfrm>
            <a:custGeom>
              <a:avLst/>
              <a:gdLst/>
              <a:ahLst/>
              <a:cxnLst/>
              <a:rect l="l" t="t" r="r" b="b"/>
              <a:pathLst>
                <a:path w="212089" h="7619">
                  <a:moveTo>
                    <a:pt x="0" y="7620"/>
                  </a:moveTo>
                  <a:lnTo>
                    <a:pt x="0" y="0"/>
                  </a:lnTo>
                  <a:lnTo>
                    <a:pt x="212089" y="0"/>
                  </a:lnTo>
                  <a:lnTo>
                    <a:pt x="212089" y="7620"/>
                  </a:lnTo>
                  <a:lnTo>
                    <a:pt x="0" y="7620"/>
                  </a:lnTo>
                  <a:close/>
                </a:path>
              </a:pathLst>
            </a:custGeom>
            <a:solidFill>
              <a:srgbClr val="331E33"/>
            </a:solidFill>
          </p:spPr>
          <p:txBody>
            <a:bodyPr wrap="square" lIns="0" tIns="0" rIns="0" bIns="0" rtlCol="0"/>
            <a:lstStyle/>
            <a:p/>
          </p:txBody>
        </p:sp>
        <p:sp>
          <p:nvSpPr>
            <p:cNvPr id="1242" name="object 1242"/>
            <p:cNvSpPr/>
            <p:nvPr/>
          </p:nvSpPr>
          <p:spPr>
            <a:xfrm>
              <a:off x="3674110" y="1322069"/>
              <a:ext cx="213360" cy="7620"/>
            </a:xfrm>
            <a:custGeom>
              <a:avLst/>
              <a:gdLst/>
              <a:ahLst/>
              <a:cxnLst/>
              <a:rect l="l" t="t" r="r" b="b"/>
              <a:pathLst>
                <a:path w="213360" h="7619">
                  <a:moveTo>
                    <a:pt x="213347" y="0"/>
                  </a:moveTo>
                  <a:lnTo>
                    <a:pt x="1270" y="0"/>
                  </a:lnTo>
                  <a:lnTo>
                    <a:pt x="1270" y="1270"/>
                  </a:lnTo>
                  <a:lnTo>
                    <a:pt x="213347" y="1270"/>
                  </a:lnTo>
                  <a:lnTo>
                    <a:pt x="213347" y="0"/>
                  </a:lnTo>
                  <a:close/>
                </a:path>
                <a:path w="213360" h="7619">
                  <a:moveTo>
                    <a:pt x="213360" y="1282"/>
                  </a:moveTo>
                  <a:lnTo>
                    <a:pt x="0" y="1282"/>
                  </a:lnTo>
                  <a:lnTo>
                    <a:pt x="0" y="7620"/>
                  </a:lnTo>
                  <a:lnTo>
                    <a:pt x="213360" y="7620"/>
                  </a:lnTo>
                  <a:lnTo>
                    <a:pt x="213360" y="1282"/>
                  </a:lnTo>
                  <a:close/>
                </a:path>
              </a:pathLst>
            </a:custGeom>
            <a:solidFill>
              <a:srgbClr val="341D34"/>
            </a:solidFill>
          </p:spPr>
          <p:txBody>
            <a:bodyPr wrap="square" lIns="0" tIns="0" rIns="0" bIns="0" rtlCol="0"/>
            <a:lstStyle/>
            <a:p/>
          </p:txBody>
        </p:sp>
        <p:sp>
          <p:nvSpPr>
            <p:cNvPr id="1243" name="object 1243"/>
            <p:cNvSpPr/>
            <p:nvPr/>
          </p:nvSpPr>
          <p:spPr>
            <a:xfrm>
              <a:off x="3674110" y="1329689"/>
              <a:ext cx="214629" cy="7620"/>
            </a:xfrm>
            <a:custGeom>
              <a:avLst/>
              <a:gdLst/>
              <a:ahLst/>
              <a:cxnLst/>
              <a:rect l="l" t="t" r="r" b="b"/>
              <a:pathLst>
                <a:path w="214629" h="7619">
                  <a:moveTo>
                    <a:pt x="214630" y="5080"/>
                  </a:moveTo>
                  <a:lnTo>
                    <a:pt x="213360" y="5080"/>
                  </a:lnTo>
                  <a:lnTo>
                    <a:pt x="213360" y="0"/>
                  </a:lnTo>
                  <a:lnTo>
                    <a:pt x="0" y="0"/>
                  </a:lnTo>
                  <a:lnTo>
                    <a:pt x="0" y="5080"/>
                  </a:lnTo>
                  <a:lnTo>
                    <a:pt x="0" y="7620"/>
                  </a:lnTo>
                  <a:lnTo>
                    <a:pt x="214630" y="7620"/>
                  </a:lnTo>
                  <a:lnTo>
                    <a:pt x="214630" y="5080"/>
                  </a:lnTo>
                  <a:close/>
                </a:path>
              </a:pathLst>
            </a:custGeom>
            <a:solidFill>
              <a:srgbClr val="351D35"/>
            </a:solidFill>
          </p:spPr>
          <p:txBody>
            <a:bodyPr wrap="square" lIns="0" tIns="0" rIns="0" bIns="0" rtlCol="0"/>
            <a:lstStyle/>
            <a:p/>
          </p:txBody>
        </p:sp>
        <p:sp>
          <p:nvSpPr>
            <p:cNvPr id="1244" name="object 1244"/>
            <p:cNvSpPr/>
            <p:nvPr/>
          </p:nvSpPr>
          <p:spPr>
            <a:xfrm>
              <a:off x="367410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71C37"/>
            </a:solidFill>
          </p:spPr>
          <p:txBody>
            <a:bodyPr wrap="square" lIns="0" tIns="0" rIns="0" bIns="0" rtlCol="0"/>
            <a:lstStyle/>
            <a:p/>
          </p:txBody>
        </p:sp>
        <p:sp>
          <p:nvSpPr>
            <p:cNvPr id="1245" name="object 1245"/>
            <p:cNvSpPr/>
            <p:nvPr/>
          </p:nvSpPr>
          <p:spPr>
            <a:xfrm>
              <a:off x="367410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81C38"/>
            </a:solidFill>
          </p:spPr>
          <p:txBody>
            <a:bodyPr wrap="square" lIns="0" tIns="0" rIns="0" bIns="0" rtlCol="0"/>
            <a:lstStyle/>
            <a:p/>
          </p:txBody>
        </p:sp>
        <p:sp>
          <p:nvSpPr>
            <p:cNvPr id="1246" name="object 1246"/>
            <p:cNvSpPr/>
            <p:nvPr/>
          </p:nvSpPr>
          <p:spPr>
            <a:xfrm>
              <a:off x="367410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91B39"/>
            </a:solidFill>
          </p:spPr>
          <p:txBody>
            <a:bodyPr wrap="square" lIns="0" tIns="0" rIns="0" bIns="0" rtlCol="0"/>
            <a:lstStyle/>
            <a:p/>
          </p:txBody>
        </p:sp>
        <p:sp>
          <p:nvSpPr>
            <p:cNvPr id="1247" name="object 1247"/>
            <p:cNvSpPr/>
            <p:nvPr/>
          </p:nvSpPr>
          <p:spPr>
            <a:xfrm>
              <a:off x="367410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B1A3B"/>
            </a:solidFill>
          </p:spPr>
          <p:txBody>
            <a:bodyPr wrap="square" lIns="0" tIns="0" rIns="0" bIns="0" rtlCol="0"/>
            <a:lstStyle/>
            <a:p/>
          </p:txBody>
        </p:sp>
        <p:sp>
          <p:nvSpPr>
            <p:cNvPr id="1248" name="object 1248"/>
            <p:cNvSpPr/>
            <p:nvPr/>
          </p:nvSpPr>
          <p:spPr>
            <a:xfrm>
              <a:off x="367410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C1A3C"/>
            </a:solidFill>
          </p:spPr>
          <p:txBody>
            <a:bodyPr wrap="square" lIns="0" tIns="0" rIns="0" bIns="0" rtlCol="0"/>
            <a:lstStyle/>
            <a:p/>
          </p:txBody>
        </p:sp>
        <p:sp>
          <p:nvSpPr>
            <p:cNvPr id="1249" name="object 1249"/>
            <p:cNvSpPr/>
            <p:nvPr/>
          </p:nvSpPr>
          <p:spPr>
            <a:xfrm>
              <a:off x="367410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E193E"/>
            </a:solidFill>
          </p:spPr>
          <p:txBody>
            <a:bodyPr wrap="square" lIns="0" tIns="0" rIns="0" bIns="0" rtlCol="0"/>
            <a:lstStyle/>
            <a:p/>
          </p:txBody>
        </p:sp>
        <p:sp>
          <p:nvSpPr>
            <p:cNvPr id="1250" name="object 1250"/>
            <p:cNvSpPr/>
            <p:nvPr/>
          </p:nvSpPr>
          <p:spPr>
            <a:xfrm>
              <a:off x="367410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F193F"/>
            </a:solidFill>
          </p:spPr>
          <p:txBody>
            <a:bodyPr wrap="square" lIns="0" tIns="0" rIns="0" bIns="0" rtlCol="0"/>
            <a:lstStyle/>
            <a:p/>
          </p:txBody>
        </p:sp>
        <p:sp>
          <p:nvSpPr>
            <p:cNvPr id="1251" name="object 1251"/>
            <p:cNvSpPr/>
            <p:nvPr/>
          </p:nvSpPr>
          <p:spPr>
            <a:xfrm>
              <a:off x="367410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11841"/>
            </a:solidFill>
          </p:spPr>
          <p:txBody>
            <a:bodyPr wrap="square" lIns="0" tIns="0" rIns="0" bIns="0" rtlCol="0"/>
            <a:lstStyle/>
            <a:p/>
          </p:txBody>
        </p:sp>
        <p:sp>
          <p:nvSpPr>
            <p:cNvPr id="1252" name="object 1252"/>
            <p:cNvSpPr/>
            <p:nvPr/>
          </p:nvSpPr>
          <p:spPr>
            <a:xfrm>
              <a:off x="367410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421842"/>
            </a:solidFill>
          </p:spPr>
          <p:txBody>
            <a:bodyPr wrap="square" lIns="0" tIns="0" rIns="0" bIns="0" rtlCol="0"/>
            <a:lstStyle/>
            <a:p/>
          </p:txBody>
        </p:sp>
        <p:sp>
          <p:nvSpPr>
            <p:cNvPr id="1253" name="object 1253"/>
            <p:cNvSpPr/>
            <p:nvPr/>
          </p:nvSpPr>
          <p:spPr>
            <a:xfrm>
              <a:off x="367410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441744"/>
            </a:solidFill>
          </p:spPr>
          <p:txBody>
            <a:bodyPr wrap="square" lIns="0" tIns="0" rIns="0" bIns="0" rtlCol="0"/>
            <a:lstStyle/>
            <a:p/>
          </p:txBody>
        </p:sp>
        <p:sp>
          <p:nvSpPr>
            <p:cNvPr id="1254" name="object 1254"/>
            <p:cNvSpPr/>
            <p:nvPr/>
          </p:nvSpPr>
          <p:spPr>
            <a:xfrm>
              <a:off x="3674109"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51645"/>
            </a:solidFill>
          </p:spPr>
          <p:txBody>
            <a:bodyPr wrap="square" lIns="0" tIns="0" rIns="0" bIns="0" rtlCol="0"/>
            <a:lstStyle/>
            <a:p/>
          </p:txBody>
        </p:sp>
        <p:sp>
          <p:nvSpPr>
            <p:cNvPr id="1255" name="object 1255"/>
            <p:cNvSpPr/>
            <p:nvPr/>
          </p:nvSpPr>
          <p:spPr>
            <a:xfrm>
              <a:off x="3674109"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61646"/>
            </a:solidFill>
          </p:spPr>
          <p:txBody>
            <a:bodyPr wrap="square" lIns="0" tIns="0" rIns="0" bIns="0" rtlCol="0"/>
            <a:lstStyle/>
            <a:p/>
          </p:txBody>
        </p:sp>
        <p:sp>
          <p:nvSpPr>
            <p:cNvPr id="1256" name="object 1256"/>
            <p:cNvSpPr/>
            <p:nvPr/>
          </p:nvSpPr>
          <p:spPr>
            <a:xfrm>
              <a:off x="3674109"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481548"/>
            </a:solidFill>
          </p:spPr>
          <p:txBody>
            <a:bodyPr wrap="square" lIns="0" tIns="0" rIns="0" bIns="0" rtlCol="0"/>
            <a:lstStyle/>
            <a:p/>
          </p:txBody>
        </p:sp>
        <p:sp>
          <p:nvSpPr>
            <p:cNvPr id="1257" name="object 1257"/>
            <p:cNvSpPr/>
            <p:nvPr/>
          </p:nvSpPr>
          <p:spPr>
            <a:xfrm>
              <a:off x="367411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491549"/>
            </a:solidFill>
          </p:spPr>
          <p:txBody>
            <a:bodyPr wrap="square" lIns="0" tIns="0" rIns="0" bIns="0" rtlCol="0"/>
            <a:lstStyle/>
            <a:p/>
          </p:txBody>
        </p:sp>
        <p:sp>
          <p:nvSpPr>
            <p:cNvPr id="1258" name="object 1258"/>
            <p:cNvSpPr/>
            <p:nvPr/>
          </p:nvSpPr>
          <p:spPr>
            <a:xfrm>
              <a:off x="3675379" y="1437639"/>
              <a:ext cx="213360" cy="7620"/>
            </a:xfrm>
            <a:custGeom>
              <a:avLst/>
              <a:gdLst/>
              <a:ahLst/>
              <a:cxnLst/>
              <a:rect l="l" t="t" r="r" b="b"/>
              <a:pathLst>
                <a:path w="213360" h="7619">
                  <a:moveTo>
                    <a:pt x="0" y="7620"/>
                  </a:moveTo>
                  <a:lnTo>
                    <a:pt x="0" y="0"/>
                  </a:lnTo>
                  <a:lnTo>
                    <a:pt x="213360" y="0"/>
                  </a:lnTo>
                  <a:lnTo>
                    <a:pt x="213360" y="7620"/>
                  </a:lnTo>
                  <a:lnTo>
                    <a:pt x="0" y="7620"/>
                  </a:lnTo>
                  <a:close/>
                </a:path>
              </a:pathLst>
            </a:custGeom>
            <a:solidFill>
              <a:srgbClr val="4B144B"/>
            </a:solidFill>
          </p:spPr>
          <p:txBody>
            <a:bodyPr wrap="square" lIns="0" tIns="0" rIns="0" bIns="0" rtlCol="0"/>
            <a:lstStyle/>
            <a:p/>
          </p:txBody>
        </p:sp>
        <p:sp>
          <p:nvSpPr>
            <p:cNvPr id="1259" name="object 1259"/>
            <p:cNvSpPr/>
            <p:nvPr/>
          </p:nvSpPr>
          <p:spPr>
            <a:xfrm>
              <a:off x="3675380" y="1445259"/>
              <a:ext cx="213360" cy="6350"/>
            </a:xfrm>
            <a:custGeom>
              <a:avLst/>
              <a:gdLst/>
              <a:ahLst/>
              <a:cxnLst/>
              <a:rect l="l" t="t" r="r" b="b"/>
              <a:pathLst>
                <a:path w="213360"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4C144C"/>
            </a:solidFill>
          </p:spPr>
          <p:txBody>
            <a:bodyPr wrap="square" lIns="0" tIns="0" rIns="0" bIns="0" rtlCol="0"/>
            <a:lstStyle/>
            <a:p/>
          </p:txBody>
        </p:sp>
        <p:sp>
          <p:nvSpPr>
            <p:cNvPr id="1260" name="object 1260"/>
            <p:cNvSpPr/>
            <p:nvPr/>
          </p:nvSpPr>
          <p:spPr>
            <a:xfrm>
              <a:off x="3675379"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4E134E"/>
            </a:solidFill>
          </p:spPr>
          <p:txBody>
            <a:bodyPr wrap="square" lIns="0" tIns="0" rIns="0" bIns="0" rtlCol="0"/>
            <a:lstStyle/>
            <a:p/>
          </p:txBody>
        </p:sp>
        <p:sp>
          <p:nvSpPr>
            <p:cNvPr id="1261" name="object 1261"/>
            <p:cNvSpPr/>
            <p:nvPr/>
          </p:nvSpPr>
          <p:spPr>
            <a:xfrm>
              <a:off x="3676649"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80" y="5079"/>
                  </a:moveTo>
                  <a:lnTo>
                    <a:pt x="130810" y="5079"/>
                  </a:lnTo>
                  <a:lnTo>
                    <a:pt x="130810" y="7620"/>
                  </a:lnTo>
                  <a:lnTo>
                    <a:pt x="134620" y="7620"/>
                  </a:lnTo>
                  <a:lnTo>
                    <a:pt x="134620" y="6350"/>
                  </a:lnTo>
                  <a:lnTo>
                    <a:pt x="132080" y="6350"/>
                  </a:lnTo>
                  <a:lnTo>
                    <a:pt x="132080" y="5079"/>
                  </a:lnTo>
                  <a:close/>
                </a:path>
              </a:pathLst>
            </a:custGeom>
            <a:solidFill>
              <a:srgbClr val="4F124F"/>
            </a:solidFill>
          </p:spPr>
          <p:txBody>
            <a:bodyPr wrap="square" lIns="0" tIns="0" rIns="0" bIns="0" rtlCol="0"/>
            <a:lstStyle/>
            <a:p/>
          </p:txBody>
        </p:sp>
        <p:sp>
          <p:nvSpPr>
            <p:cNvPr id="1262" name="object 1262"/>
            <p:cNvSpPr/>
            <p:nvPr/>
          </p:nvSpPr>
          <p:spPr>
            <a:xfrm>
              <a:off x="3676649"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89"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30" y="0"/>
                  </a:moveTo>
                  <a:lnTo>
                    <a:pt x="130810" y="0"/>
                  </a:lnTo>
                  <a:lnTo>
                    <a:pt x="130810" y="1270"/>
                  </a:lnTo>
                  <a:lnTo>
                    <a:pt x="138430" y="1270"/>
                  </a:lnTo>
                  <a:lnTo>
                    <a:pt x="138430" y="0"/>
                  </a:lnTo>
                  <a:close/>
                </a:path>
              </a:pathLst>
            </a:custGeom>
            <a:solidFill>
              <a:srgbClr val="501250"/>
            </a:solidFill>
          </p:spPr>
          <p:txBody>
            <a:bodyPr wrap="square" lIns="0" tIns="0" rIns="0" bIns="0" rtlCol="0"/>
            <a:lstStyle/>
            <a:p/>
          </p:txBody>
        </p:sp>
        <p:sp>
          <p:nvSpPr>
            <p:cNvPr id="1263" name="object 1263"/>
            <p:cNvSpPr/>
            <p:nvPr/>
          </p:nvSpPr>
          <p:spPr>
            <a:xfrm>
              <a:off x="3677919" y="1474469"/>
              <a:ext cx="177800" cy="6350"/>
            </a:xfrm>
            <a:custGeom>
              <a:avLst/>
              <a:gdLst/>
              <a:ahLst/>
              <a:cxnLst/>
              <a:rect l="l" t="t" r="r" b="b"/>
              <a:pathLst>
                <a:path w="177800" h="6350">
                  <a:moveTo>
                    <a:pt x="83820" y="0"/>
                  </a:moveTo>
                  <a:lnTo>
                    <a:pt x="0" y="0"/>
                  </a:lnTo>
                  <a:lnTo>
                    <a:pt x="0" y="6350"/>
                  </a:lnTo>
                  <a:lnTo>
                    <a:pt x="85089" y="6350"/>
                  </a:lnTo>
                  <a:lnTo>
                    <a:pt x="85089"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89" y="0"/>
                  </a:moveTo>
                  <a:lnTo>
                    <a:pt x="127000" y="0"/>
                  </a:lnTo>
                  <a:lnTo>
                    <a:pt x="127000" y="3809"/>
                  </a:lnTo>
                  <a:lnTo>
                    <a:pt x="168910" y="3809"/>
                  </a:lnTo>
                  <a:lnTo>
                    <a:pt x="168910" y="2539"/>
                  </a:lnTo>
                  <a:lnTo>
                    <a:pt x="165100" y="2539"/>
                  </a:lnTo>
                  <a:lnTo>
                    <a:pt x="165100" y="1269"/>
                  </a:lnTo>
                  <a:lnTo>
                    <a:pt x="161289" y="1269"/>
                  </a:lnTo>
                  <a:lnTo>
                    <a:pt x="161289" y="0"/>
                  </a:lnTo>
                  <a:close/>
                </a:path>
              </a:pathLst>
            </a:custGeom>
            <a:solidFill>
              <a:srgbClr val="521152"/>
            </a:solidFill>
          </p:spPr>
          <p:txBody>
            <a:bodyPr wrap="square" lIns="0" tIns="0" rIns="0" bIns="0" rtlCol="0"/>
            <a:lstStyle/>
            <a:p/>
          </p:txBody>
        </p:sp>
        <p:sp>
          <p:nvSpPr>
            <p:cNvPr id="1264" name="object 1264"/>
            <p:cNvSpPr/>
            <p:nvPr/>
          </p:nvSpPr>
          <p:spPr>
            <a:xfrm>
              <a:off x="3677919" y="1480819"/>
              <a:ext cx="201930" cy="7620"/>
            </a:xfrm>
            <a:custGeom>
              <a:avLst/>
              <a:gdLst/>
              <a:ahLst/>
              <a:cxnLst/>
              <a:rect l="l" t="t" r="r" b="b"/>
              <a:pathLst>
                <a:path w="201929" h="7619">
                  <a:moveTo>
                    <a:pt x="85089" y="0"/>
                  </a:moveTo>
                  <a:lnTo>
                    <a:pt x="0" y="0"/>
                  </a:lnTo>
                  <a:lnTo>
                    <a:pt x="0" y="2539"/>
                  </a:lnTo>
                  <a:lnTo>
                    <a:pt x="1269" y="2539"/>
                  </a:lnTo>
                  <a:lnTo>
                    <a:pt x="1269" y="7619"/>
                  </a:lnTo>
                  <a:lnTo>
                    <a:pt x="86359" y="7619"/>
                  </a:lnTo>
                  <a:lnTo>
                    <a:pt x="86359" y="6350"/>
                  </a:lnTo>
                  <a:lnTo>
                    <a:pt x="85089" y="6350"/>
                  </a:lnTo>
                  <a:lnTo>
                    <a:pt x="85089" y="0"/>
                  </a:lnTo>
                  <a:close/>
                </a:path>
                <a:path w="201929" h="7619">
                  <a:moveTo>
                    <a:pt x="201929" y="6350"/>
                  </a:moveTo>
                  <a:lnTo>
                    <a:pt x="123189" y="6350"/>
                  </a:lnTo>
                  <a:lnTo>
                    <a:pt x="123189" y="7619"/>
                  </a:lnTo>
                  <a:lnTo>
                    <a:pt x="201929" y="7619"/>
                  </a:lnTo>
                  <a:lnTo>
                    <a:pt x="201929" y="6350"/>
                  </a:lnTo>
                  <a:close/>
                </a:path>
                <a:path w="201929" h="7619">
                  <a:moveTo>
                    <a:pt x="185419" y="1269"/>
                  </a:moveTo>
                  <a:lnTo>
                    <a:pt x="124459" y="1269"/>
                  </a:lnTo>
                  <a:lnTo>
                    <a:pt x="124459" y="6350"/>
                  </a:lnTo>
                  <a:lnTo>
                    <a:pt x="196849" y="6350"/>
                  </a:lnTo>
                  <a:lnTo>
                    <a:pt x="196849" y="5079"/>
                  </a:lnTo>
                  <a:lnTo>
                    <a:pt x="193039" y="5079"/>
                  </a:lnTo>
                  <a:lnTo>
                    <a:pt x="193039" y="3809"/>
                  </a:lnTo>
                  <a:lnTo>
                    <a:pt x="189229" y="3809"/>
                  </a:lnTo>
                  <a:lnTo>
                    <a:pt x="189229" y="2539"/>
                  </a:lnTo>
                  <a:lnTo>
                    <a:pt x="185419" y="2539"/>
                  </a:lnTo>
                  <a:lnTo>
                    <a:pt x="185419" y="1269"/>
                  </a:lnTo>
                  <a:close/>
                </a:path>
                <a:path w="201929" h="7619">
                  <a:moveTo>
                    <a:pt x="181609" y="0"/>
                  </a:moveTo>
                  <a:lnTo>
                    <a:pt x="125729" y="0"/>
                  </a:lnTo>
                  <a:lnTo>
                    <a:pt x="125729" y="1269"/>
                  </a:lnTo>
                  <a:lnTo>
                    <a:pt x="181609" y="1269"/>
                  </a:lnTo>
                  <a:lnTo>
                    <a:pt x="181609" y="0"/>
                  </a:lnTo>
                  <a:close/>
                </a:path>
              </a:pathLst>
            </a:custGeom>
            <a:solidFill>
              <a:srgbClr val="531153"/>
            </a:solidFill>
          </p:spPr>
          <p:txBody>
            <a:bodyPr wrap="square" lIns="0" tIns="0" rIns="0" bIns="0" rtlCol="0"/>
            <a:lstStyle/>
            <a:p/>
          </p:txBody>
        </p:sp>
        <p:sp>
          <p:nvSpPr>
            <p:cNvPr id="1265" name="object 1265"/>
            <p:cNvSpPr/>
            <p:nvPr/>
          </p:nvSpPr>
          <p:spPr>
            <a:xfrm>
              <a:off x="3679189" y="1488439"/>
              <a:ext cx="209550" cy="7620"/>
            </a:xfrm>
            <a:custGeom>
              <a:avLst/>
              <a:gdLst/>
              <a:ahLst/>
              <a:cxnLst/>
              <a:rect l="l" t="t" r="r" b="b"/>
              <a:pathLst>
                <a:path w="209550" h="7619">
                  <a:moveTo>
                    <a:pt x="85089" y="0"/>
                  </a:moveTo>
                  <a:lnTo>
                    <a:pt x="0" y="0"/>
                  </a:lnTo>
                  <a:lnTo>
                    <a:pt x="0" y="2539"/>
                  </a:lnTo>
                  <a:lnTo>
                    <a:pt x="86360" y="2539"/>
                  </a:lnTo>
                  <a:lnTo>
                    <a:pt x="86360" y="1270"/>
                  </a:lnTo>
                  <a:lnTo>
                    <a:pt x="85089" y="1270"/>
                  </a:lnTo>
                  <a:lnTo>
                    <a:pt x="85089" y="0"/>
                  </a:lnTo>
                  <a:close/>
                </a:path>
                <a:path w="209550" h="7619">
                  <a:moveTo>
                    <a:pt x="204470" y="0"/>
                  </a:moveTo>
                  <a:lnTo>
                    <a:pt x="121920" y="0"/>
                  </a:lnTo>
                  <a:lnTo>
                    <a:pt x="121920" y="2539"/>
                  </a:lnTo>
                  <a:lnTo>
                    <a:pt x="209550" y="2539"/>
                  </a:lnTo>
                  <a:lnTo>
                    <a:pt x="209550" y="1270"/>
                  </a:lnTo>
                  <a:lnTo>
                    <a:pt x="204470" y="1270"/>
                  </a:lnTo>
                  <a:lnTo>
                    <a:pt x="204470" y="0"/>
                  </a:lnTo>
                  <a:close/>
                </a:path>
                <a:path w="209550" h="7619">
                  <a:moveTo>
                    <a:pt x="87630" y="5080"/>
                  </a:moveTo>
                  <a:lnTo>
                    <a:pt x="1270" y="5080"/>
                  </a:lnTo>
                  <a:lnTo>
                    <a:pt x="1270" y="7620"/>
                  </a:lnTo>
                  <a:lnTo>
                    <a:pt x="87630" y="7620"/>
                  </a:lnTo>
                  <a:lnTo>
                    <a:pt x="87630" y="5080"/>
                  </a:lnTo>
                  <a:close/>
                </a:path>
                <a:path w="209550" h="7619">
                  <a:moveTo>
                    <a:pt x="86360" y="2540"/>
                  </a:moveTo>
                  <a:lnTo>
                    <a:pt x="0" y="2540"/>
                  </a:lnTo>
                  <a:lnTo>
                    <a:pt x="0" y="5080"/>
                  </a:lnTo>
                  <a:lnTo>
                    <a:pt x="86360" y="5080"/>
                  </a:lnTo>
                  <a:lnTo>
                    <a:pt x="86360" y="2540"/>
                  </a:lnTo>
                  <a:close/>
                </a:path>
                <a:path w="209550" h="7619">
                  <a:moveTo>
                    <a:pt x="209550" y="2540"/>
                  </a:moveTo>
                  <a:lnTo>
                    <a:pt x="120650" y="2540"/>
                  </a:lnTo>
                  <a:lnTo>
                    <a:pt x="120650" y="6350"/>
                  </a:lnTo>
                  <a:lnTo>
                    <a:pt x="119380" y="6350"/>
                  </a:lnTo>
                  <a:lnTo>
                    <a:pt x="119380" y="7620"/>
                  </a:lnTo>
                  <a:lnTo>
                    <a:pt x="208279" y="7620"/>
                  </a:lnTo>
                  <a:lnTo>
                    <a:pt x="208279" y="5080"/>
                  </a:lnTo>
                  <a:lnTo>
                    <a:pt x="209550" y="5080"/>
                  </a:lnTo>
                  <a:lnTo>
                    <a:pt x="209550" y="2540"/>
                  </a:lnTo>
                  <a:close/>
                </a:path>
              </a:pathLst>
            </a:custGeom>
            <a:solidFill>
              <a:srgbClr val="551055"/>
            </a:solidFill>
          </p:spPr>
          <p:txBody>
            <a:bodyPr wrap="square" lIns="0" tIns="0" rIns="0" bIns="0" rtlCol="0"/>
            <a:lstStyle/>
            <a:p/>
          </p:txBody>
        </p:sp>
        <p:sp>
          <p:nvSpPr>
            <p:cNvPr id="1266" name="object 1266"/>
            <p:cNvSpPr/>
            <p:nvPr/>
          </p:nvSpPr>
          <p:spPr>
            <a:xfrm>
              <a:off x="3680460" y="1496059"/>
              <a:ext cx="207010" cy="6350"/>
            </a:xfrm>
            <a:custGeom>
              <a:avLst/>
              <a:gdLst/>
              <a:ahLst/>
              <a:cxnLst/>
              <a:rect l="l" t="t" r="r" b="b"/>
              <a:pathLst>
                <a:path w="207010" h="6350">
                  <a:moveTo>
                    <a:pt x="87630" y="2540"/>
                  </a:moveTo>
                  <a:lnTo>
                    <a:pt x="86360" y="2540"/>
                  </a:lnTo>
                  <a:lnTo>
                    <a:pt x="86360" y="0"/>
                  </a:lnTo>
                  <a:lnTo>
                    <a:pt x="0" y="0"/>
                  </a:lnTo>
                  <a:lnTo>
                    <a:pt x="0" y="2540"/>
                  </a:lnTo>
                  <a:lnTo>
                    <a:pt x="0" y="6350"/>
                  </a:lnTo>
                  <a:lnTo>
                    <a:pt x="87630" y="6350"/>
                  </a:lnTo>
                  <a:lnTo>
                    <a:pt x="87630" y="2540"/>
                  </a:lnTo>
                  <a:close/>
                </a:path>
                <a:path w="207010" h="6350">
                  <a:moveTo>
                    <a:pt x="207010" y="3810"/>
                  </a:moveTo>
                  <a:lnTo>
                    <a:pt x="206997" y="0"/>
                  </a:lnTo>
                  <a:lnTo>
                    <a:pt x="118110" y="0"/>
                  </a:lnTo>
                  <a:lnTo>
                    <a:pt x="118110" y="3810"/>
                  </a:lnTo>
                  <a:lnTo>
                    <a:pt x="116840" y="3810"/>
                  </a:lnTo>
                  <a:lnTo>
                    <a:pt x="116840" y="5080"/>
                  </a:lnTo>
                  <a:lnTo>
                    <a:pt x="116840" y="6350"/>
                  </a:lnTo>
                  <a:lnTo>
                    <a:pt x="205740" y="6350"/>
                  </a:lnTo>
                  <a:lnTo>
                    <a:pt x="205740" y="5080"/>
                  </a:lnTo>
                  <a:lnTo>
                    <a:pt x="207010" y="5080"/>
                  </a:lnTo>
                  <a:lnTo>
                    <a:pt x="207010" y="3810"/>
                  </a:lnTo>
                  <a:close/>
                </a:path>
              </a:pathLst>
            </a:custGeom>
            <a:solidFill>
              <a:srgbClr val="561056"/>
            </a:solidFill>
          </p:spPr>
          <p:txBody>
            <a:bodyPr wrap="square" lIns="0" tIns="0" rIns="0" bIns="0" rtlCol="0"/>
            <a:lstStyle/>
            <a:p/>
          </p:txBody>
        </p:sp>
        <p:sp>
          <p:nvSpPr>
            <p:cNvPr id="1267" name="object 1267"/>
            <p:cNvSpPr/>
            <p:nvPr/>
          </p:nvSpPr>
          <p:spPr>
            <a:xfrm>
              <a:off x="3680460" y="1502409"/>
              <a:ext cx="205740" cy="7620"/>
            </a:xfrm>
            <a:custGeom>
              <a:avLst/>
              <a:gdLst/>
              <a:ahLst/>
              <a:cxnLst/>
              <a:rect l="l" t="t" r="r" b="b"/>
              <a:pathLst>
                <a:path w="205739" h="7619">
                  <a:moveTo>
                    <a:pt x="91440" y="6350"/>
                  </a:moveTo>
                  <a:lnTo>
                    <a:pt x="90170" y="6350"/>
                  </a:lnTo>
                  <a:lnTo>
                    <a:pt x="90170" y="3810"/>
                  </a:lnTo>
                  <a:lnTo>
                    <a:pt x="88887" y="3810"/>
                  </a:lnTo>
                  <a:lnTo>
                    <a:pt x="88887" y="1270"/>
                  </a:lnTo>
                  <a:lnTo>
                    <a:pt x="87630" y="1270"/>
                  </a:lnTo>
                  <a:lnTo>
                    <a:pt x="87630" y="0"/>
                  </a:lnTo>
                  <a:lnTo>
                    <a:pt x="0" y="0"/>
                  </a:lnTo>
                  <a:lnTo>
                    <a:pt x="0" y="1270"/>
                  </a:lnTo>
                  <a:lnTo>
                    <a:pt x="1270" y="1270"/>
                  </a:lnTo>
                  <a:lnTo>
                    <a:pt x="1270" y="3810"/>
                  </a:lnTo>
                  <a:lnTo>
                    <a:pt x="1270" y="6350"/>
                  </a:lnTo>
                  <a:lnTo>
                    <a:pt x="1270" y="7620"/>
                  </a:lnTo>
                  <a:lnTo>
                    <a:pt x="91440" y="7620"/>
                  </a:lnTo>
                  <a:lnTo>
                    <a:pt x="91440" y="6350"/>
                  </a:lnTo>
                  <a:close/>
                </a:path>
                <a:path w="205739" h="7619">
                  <a:moveTo>
                    <a:pt x="205740" y="1282"/>
                  </a:moveTo>
                  <a:lnTo>
                    <a:pt x="115570" y="1282"/>
                  </a:lnTo>
                  <a:lnTo>
                    <a:pt x="115570" y="5080"/>
                  </a:lnTo>
                  <a:lnTo>
                    <a:pt x="114300" y="5080"/>
                  </a:lnTo>
                  <a:lnTo>
                    <a:pt x="114300" y="6350"/>
                  </a:lnTo>
                  <a:lnTo>
                    <a:pt x="113030" y="6350"/>
                  </a:lnTo>
                  <a:lnTo>
                    <a:pt x="113030" y="7620"/>
                  </a:lnTo>
                  <a:lnTo>
                    <a:pt x="204470" y="7620"/>
                  </a:lnTo>
                  <a:lnTo>
                    <a:pt x="204470" y="6350"/>
                  </a:lnTo>
                  <a:lnTo>
                    <a:pt x="204470" y="5080"/>
                  </a:lnTo>
                  <a:lnTo>
                    <a:pt x="205740" y="5080"/>
                  </a:lnTo>
                  <a:lnTo>
                    <a:pt x="205740" y="1282"/>
                  </a:lnTo>
                  <a:close/>
                </a:path>
                <a:path w="205739" h="7619">
                  <a:moveTo>
                    <a:pt x="205740" y="0"/>
                  </a:moveTo>
                  <a:lnTo>
                    <a:pt x="116840" y="0"/>
                  </a:lnTo>
                  <a:lnTo>
                    <a:pt x="116840" y="1270"/>
                  </a:lnTo>
                  <a:lnTo>
                    <a:pt x="205740" y="1270"/>
                  </a:lnTo>
                  <a:lnTo>
                    <a:pt x="205740" y="0"/>
                  </a:lnTo>
                  <a:close/>
                </a:path>
              </a:pathLst>
            </a:custGeom>
            <a:solidFill>
              <a:srgbClr val="580F58"/>
            </a:solidFill>
          </p:spPr>
          <p:txBody>
            <a:bodyPr wrap="square" lIns="0" tIns="0" rIns="0" bIns="0" rtlCol="0"/>
            <a:lstStyle/>
            <a:p/>
          </p:txBody>
        </p:sp>
        <p:sp>
          <p:nvSpPr>
            <p:cNvPr id="1268" name="object 1268"/>
            <p:cNvSpPr/>
            <p:nvPr/>
          </p:nvSpPr>
          <p:spPr>
            <a:xfrm>
              <a:off x="3681730" y="1510029"/>
              <a:ext cx="203200" cy="7620"/>
            </a:xfrm>
            <a:custGeom>
              <a:avLst/>
              <a:gdLst/>
              <a:ahLst/>
              <a:cxnLst/>
              <a:rect l="l" t="t" r="r" b="b"/>
              <a:pathLst>
                <a:path w="203200" h="7619">
                  <a:moveTo>
                    <a:pt x="97790" y="6350"/>
                  </a:moveTo>
                  <a:lnTo>
                    <a:pt x="95250" y="6350"/>
                  </a:lnTo>
                  <a:lnTo>
                    <a:pt x="95250" y="5080"/>
                  </a:lnTo>
                  <a:lnTo>
                    <a:pt x="93980" y="5080"/>
                  </a:lnTo>
                  <a:lnTo>
                    <a:pt x="93980" y="3810"/>
                  </a:lnTo>
                  <a:lnTo>
                    <a:pt x="92710" y="3810"/>
                  </a:lnTo>
                  <a:lnTo>
                    <a:pt x="92710" y="2540"/>
                  </a:lnTo>
                  <a:lnTo>
                    <a:pt x="92710" y="1270"/>
                  </a:lnTo>
                  <a:lnTo>
                    <a:pt x="91427" y="1270"/>
                  </a:lnTo>
                  <a:lnTo>
                    <a:pt x="91427" y="0"/>
                  </a:lnTo>
                  <a:lnTo>
                    <a:pt x="0" y="0"/>
                  </a:lnTo>
                  <a:lnTo>
                    <a:pt x="0" y="1270"/>
                  </a:lnTo>
                  <a:lnTo>
                    <a:pt x="0" y="2540"/>
                  </a:lnTo>
                  <a:lnTo>
                    <a:pt x="1270" y="2540"/>
                  </a:lnTo>
                  <a:lnTo>
                    <a:pt x="1270" y="3810"/>
                  </a:lnTo>
                  <a:lnTo>
                    <a:pt x="1270" y="5080"/>
                  </a:lnTo>
                  <a:lnTo>
                    <a:pt x="1270" y="6350"/>
                  </a:lnTo>
                  <a:lnTo>
                    <a:pt x="1270" y="7620"/>
                  </a:lnTo>
                  <a:lnTo>
                    <a:pt x="97790" y="7620"/>
                  </a:lnTo>
                  <a:lnTo>
                    <a:pt x="97790" y="6350"/>
                  </a:lnTo>
                  <a:close/>
                </a:path>
                <a:path w="203200" h="7619">
                  <a:moveTo>
                    <a:pt x="203200" y="0"/>
                  </a:moveTo>
                  <a:lnTo>
                    <a:pt x="111760" y="0"/>
                  </a:lnTo>
                  <a:lnTo>
                    <a:pt x="111760" y="1270"/>
                  </a:lnTo>
                  <a:lnTo>
                    <a:pt x="110490" y="1270"/>
                  </a:lnTo>
                  <a:lnTo>
                    <a:pt x="110490" y="2540"/>
                  </a:lnTo>
                  <a:lnTo>
                    <a:pt x="109220" y="2540"/>
                  </a:lnTo>
                  <a:lnTo>
                    <a:pt x="109220" y="3810"/>
                  </a:lnTo>
                  <a:lnTo>
                    <a:pt x="107950" y="3810"/>
                  </a:lnTo>
                  <a:lnTo>
                    <a:pt x="107950" y="5080"/>
                  </a:lnTo>
                  <a:lnTo>
                    <a:pt x="105410" y="5080"/>
                  </a:lnTo>
                  <a:lnTo>
                    <a:pt x="105410" y="6350"/>
                  </a:lnTo>
                  <a:lnTo>
                    <a:pt x="104140" y="6350"/>
                  </a:lnTo>
                  <a:lnTo>
                    <a:pt x="104140" y="7620"/>
                  </a:lnTo>
                  <a:lnTo>
                    <a:pt x="201930" y="7620"/>
                  </a:lnTo>
                  <a:lnTo>
                    <a:pt x="201930" y="6350"/>
                  </a:lnTo>
                  <a:lnTo>
                    <a:pt x="201930" y="5080"/>
                  </a:lnTo>
                  <a:lnTo>
                    <a:pt x="203200" y="5080"/>
                  </a:lnTo>
                  <a:lnTo>
                    <a:pt x="203200" y="3810"/>
                  </a:lnTo>
                  <a:lnTo>
                    <a:pt x="203200" y="2540"/>
                  </a:lnTo>
                  <a:lnTo>
                    <a:pt x="203200" y="1270"/>
                  </a:lnTo>
                  <a:lnTo>
                    <a:pt x="203200" y="0"/>
                  </a:lnTo>
                  <a:close/>
                </a:path>
              </a:pathLst>
            </a:custGeom>
            <a:solidFill>
              <a:srgbClr val="590E59"/>
            </a:solidFill>
          </p:spPr>
          <p:txBody>
            <a:bodyPr wrap="square" lIns="0" tIns="0" rIns="0" bIns="0" rtlCol="0"/>
            <a:lstStyle/>
            <a:p/>
          </p:txBody>
        </p:sp>
        <p:sp>
          <p:nvSpPr>
            <p:cNvPr id="1269" name="object 1269"/>
            <p:cNvSpPr/>
            <p:nvPr/>
          </p:nvSpPr>
          <p:spPr>
            <a:xfrm>
              <a:off x="3683000" y="1517649"/>
              <a:ext cx="200660" cy="6350"/>
            </a:xfrm>
            <a:custGeom>
              <a:avLst/>
              <a:gdLst/>
              <a:ahLst/>
              <a:cxnLst/>
              <a:rect l="l" t="t" r="r" b="b"/>
              <a:pathLst>
                <a:path w="200660" h="6350">
                  <a:moveTo>
                    <a:pt x="199390" y="5092"/>
                  </a:moveTo>
                  <a:lnTo>
                    <a:pt x="1270" y="5092"/>
                  </a:lnTo>
                  <a:lnTo>
                    <a:pt x="1270" y="6350"/>
                  </a:lnTo>
                  <a:lnTo>
                    <a:pt x="199390" y="6350"/>
                  </a:lnTo>
                  <a:lnTo>
                    <a:pt x="199390" y="5092"/>
                  </a:lnTo>
                  <a:close/>
                </a:path>
                <a:path w="200660" h="6350">
                  <a:moveTo>
                    <a:pt x="200660" y="0"/>
                  </a:moveTo>
                  <a:lnTo>
                    <a:pt x="100330" y="0"/>
                  </a:lnTo>
                  <a:lnTo>
                    <a:pt x="100330" y="1270"/>
                  </a:lnTo>
                  <a:lnTo>
                    <a:pt x="97790" y="1270"/>
                  </a:lnTo>
                  <a:lnTo>
                    <a:pt x="97790" y="0"/>
                  </a:lnTo>
                  <a:lnTo>
                    <a:pt x="0" y="0"/>
                  </a:lnTo>
                  <a:lnTo>
                    <a:pt x="0" y="1270"/>
                  </a:lnTo>
                  <a:lnTo>
                    <a:pt x="0" y="3810"/>
                  </a:lnTo>
                  <a:lnTo>
                    <a:pt x="0" y="5080"/>
                  </a:lnTo>
                  <a:lnTo>
                    <a:pt x="199390" y="5080"/>
                  </a:lnTo>
                  <a:lnTo>
                    <a:pt x="199390" y="3810"/>
                  </a:lnTo>
                  <a:lnTo>
                    <a:pt x="200660" y="3810"/>
                  </a:lnTo>
                  <a:lnTo>
                    <a:pt x="200660" y="1270"/>
                  </a:lnTo>
                  <a:lnTo>
                    <a:pt x="200660" y="0"/>
                  </a:lnTo>
                  <a:close/>
                </a:path>
              </a:pathLst>
            </a:custGeom>
            <a:solidFill>
              <a:srgbClr val="5B0E5B"/>
            </a:solidFill>
          </p:spPr>
          <p:txBody>
            <a:bodyPr wrap="square" lIns="0" tIns="0" rIns="0" bIns="0" rtlCol="0"/>
            <a:lstStyle/>
            <a:p/>
          </p:txBody>
        </p:sp>
        <p:sp>
          <p:nvSpPr>
            <p:cNvPr id="1270" name="object 1270"/>
            <p:cNvSpPr/>
            <p:nvPr/>
          </p:nvSpPr>
          <p:spPr>
            <a:xfrm>
              <a:off x="3684270" y="1523999"/>
              <a:ext cx="198120" cy="7620"/>
            </a:xfrm>
            <a:custGeom>
              <a:avLst/>
              <a:gdLst/>
              <a:ahLst/>
              <a:cxnLst/>
              <a:rect l="l" t="t" r="r" b="b"/>
              <a:pathLst>
                <a:path w="198120" h="7619">
                  <a:moveTo>
                    <a:pt x="198120" y="0"/>
                  </a:moveTo>
                  <a:lnTo>
                    <a:pt x="0" y="0"/>
                  </a:lnTo>
                  <a:lnTo>
                    <a:pt x="0" y="3810"/>
                  </a:lnTo>
                  <a:lnTo>
                    <a:pt x="0" y="6350"/>
                  </a:lnTo>
                  <a:lnTo>
                    <a:pt x="1270" y="6350"/>
                  </a:lnTo>
                  <a:lnTo>
                    <a:pt x="1270" y="7620"/>
                  </a:lnTo>
                  <a:lnTo>
                    <a:pt x="196850" y="7620"/>
                  </a:lnTo>
                  <a:lnTo>
                    <a:pt x="196850" y="6350"/>
                  </a:lnTo>
                  <a:lnTo>
                    <a:pt x="196850" y="3810"/>
                  </a:lnTo>
                  <a:lnTo>
                    <a:pt x="198120" y="3810"/>
                  </a:lnTo>
                  <a:lnTo>
                    <a:pt x="198120" y="0"/>
                  </a:lnTo>
                  <a:close/>
                </a:path>
              </a:pathLst>
            </a:custGeom>
            <a:solidFill>
              <a:srgbClr val="5C0D5C"/>
            </a:solidFill>
          </p:spPr>
          <p:txBody>
            <a:bodyPr wrap="square" lIns="0" tIns="0" rIns="0" bIns="0" rtlCol="0"/>
            <a:lstStyle/>
            <a:p/>
          </p:txBody>
        </p:sp>
        <p:sp>
          <p:nvSpPr>
            <p:cNvPr id="1271" name="object 1271"/>
            <p:cNvSpPr/>
            <p:nvPr/>
          </p:nvSpPr>
          <p:spPr>
            <a:xfrm>
              <a:off x="3685540" y="1531619"/>
              <a:ext cx="195580" cy="7620"/>
            </a:xfrm>
            <a:custGeom>
              <a:avLst/>
              <a:gdLst/>
              <a:ahLst/>
              <a:cxnLst/>
              <a:rect l="l" t="t" r="r" b="b"/>
              <a:pathLst>
                <a:path w="195579" h="7619">
                  <a:moveTo>
                    <a:pt x="195580" y="0"/>
                  </a:moveTo>
                  <a:lnTo>
                    <a:pt x="0" y="0"/>
                  </a:lnTo>
                  <a:lnTo>
                    <a:pt x="0" y="3810"/>
                  </a:lnTo>
                  <a:lnTo>
                    <a:pt x="0" y="5080"/>
                  </a:lnTo>
                  <a:lnTo>
                    <a:pt x="1270" y="5080"/>
                  </a:lnTo>
                  <a:lnTo>
                    <a:pt x="1270" y="7620"/>
                  </a:lnTo>
                  <a:lnTo>
                    <a:pt x="194310" y="7620"/>
                  </a:lnTo>
                  <a:lnTo>
                    <a:pt x="194310" y="5080"/>
                  </a:lnTo>
                  <a:lnTo>
                    <a:pt x="194310" y="3810"/>
                  </a:lnTo>
                  <a:lnTo>
                    <a:pt x="195580" y="3810"/>
                  </a:lnTo>
                  <a:lnTo>
                    <a:pt x="195580" y="0"/>
                  </a:lnTo>
                  <a:close/>
                </a:path>
              </a:pathLst>
            </a:custGeom>
            <a:solidFill>
              <a:srgbClr val="5D0D5D"/>
            </a:solidFill>
          </p:spPr>
          <p:txBody>
            <a:bodyPr wrap="square" lIns="0" tIns="0" rIns="0" bIns="0" rtlCol="0"/>
            <a:lstStyle/>
            <a:p/>
          </p:txBody>
        </p:sp>
        <p:sp>
          <p:nvSpPr>
            <p:cNvPr id="1272" name="object 1272"/>
            <p:cNvSpPr/>
            <p:nvPr/>
          </p:nvSpPr>
          <p:spPr>
            <a:xfrm>
              <a:off x="3686810" y="1539239"/>
              <a:ext cx="193040" cy="6350"/>
            </a:xfrm>
            <a:custGeom>
              <a:avLst/>
              <a:gdLst/>
              <a:ahLst/>
              <a:cxnLst/>
              <a:rect l="l" t="t" r="r" b="b"/>
              <a:pathLst>
                <a:path w="193039"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5F0C5F"/>
            </a:solidFill>
          </p:spPr>
          <p:txBody>
            <a:bodyPr wrap="square" lIns="0" tIns="0" rIns="0" bIns="0" rtlCol="0"/>
            <a:lstStyle/>
            <a:p/>
          </p:txBody>
        </p:sp>
        <p:sp>
          <p:nvSpPr>
            <p:cNvPr id="1273" name="object 1273"/>
            <p:cNvSpPr/>
            <p:nvPr/>
          </p:nvSpPr>
          <p:spPr>
            <a:xfrm>
              <a:off x="368808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17" y="2540"/>
                  </a:lnTo>
                  <a:lnTo>
                    <a:pt x="190500" y="2540"/>
                  </a:lnTo>
                  <a:lnTo>
                    <a:pt x="190500" y="0"/>
                  </a:lnTo>
                  <a:close/>
                </a:path>
              </a:pathLst>
            </a:custGeom>
            <a:solidFill>
              <a:srgbClr val="600C60"/>
            </a:solidFill>
          </p:spPr>
          <p:txBody>
            <a:bodyPr wrap="square" lIns="0" tIns="0" rIns="0" bIns="0" rtlCol="0"/>
            <a:lstStyle/>
            <a:p/>
          </p:txBody>
        </p:sp>
        <p:sp>
          <p:nvSpPr>
            <p:cNvPr id="1274" name="object 1274"/>
            <p:cNvSpPr/>
            <p:nvPr/>
          </p:nvSpPr>
          <p:spPr>
            <a:xfrm>
              <a:off x="3689350" y="1553209"/>
              <a:ext cx="186690" cy="7620"/>
            </a:xfrm>
            <a:custGeom>
              <a:avLst/>
              <a:gdLst/>
              <a:ahLst/>
              <a:cxnLst/>
              <a:rect l="l" t="t" r="r" b="b"/>
              <a:pathLst>
                <a:path w="186689"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620B62"/>
            </a:solidFill>
          </p:spPr>
          <p:txBody>
            <a:bodyPr wrap="square" lIns="0" tIns="0" rIns="0" bIns="0" rtlCol="0"/>
            <a:lstStyle/>
            <a:p/>
          </p:txBody>
        </p:sp>
        <p:sp>
          <p:nvSpPr>
            <p:cNvPr id="1275" name="object 1275"/>
            <p:cNvSpPr/>
            <p:nvPr/>
          </p:nvSpPr>
          <p:spPr>
            <a:xfrm>
              <a:off x="369062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630A63"/>
            </a:solidFill>
          </p:spPr>
          <p:txBody>
            <a:bodyPr wrap="square" lIns="0" tIns="0" rIns="0" bIns="0" rtlCol="0"/>
            <a:lstStyle/>
            <a:p/>
          </p:txBody>
        </p:sp>
        <p:sp>
          <p:nvSpPr>
            <p:cNvPr id="1276" name="object 1276"/>
            <p:cNvSpPr/>
            <p:nvPr/>
          </p:nvSpPr>
          <p:spPr>
            <a:xfrm>
              <a:off x="3691890" y="1567179"/>
              <a:ext cx="181610" cy="7620"/>
            </a:xfrm>
            <a:custGeom>
              <a:avLst/>
              <a:gdLst/>
              <a:ahLst/>
              <a:cxnLst/>
              <a:rect l="l" t="t" r="r" b="b"/>
              <a:pathLst>
                <a:path w="181610"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660A66"/>
            </a:solidFill>
          </p:spPr>
          <p:txBody>
            <a:bodyPr wrap="square" lIns="0" tIns="0" rIns="0" bIns="0" rtlCol="0"/>
            <a:lstStyle/>
            <a:p/>
          </p:txBody>
        </p:sp>
        <p:sp>
          <p:nvSpPr>
            <p:cNvPr id="1277" name="object 1277"/>
            <p:cNvSpPr/>
            <p:nvPr/>
          </p:nvSpPr>
          <p:spPr>
            <a:xfrm>
              <a:off x="369316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787" y="6350"/>
                  </a:lnTo>
                  <a:lnTo>
                    <a:pt x="177787" y="2540"/>
                  </a:lnTo>
                  <a:lnTo>
                    <a:pt x="177800" y="1270"/>
                  </a:lnTo>
                  <a:lnTo>
                    <a:pt x="179070" y="1270"/>
                  </a:lnTo>
                  <a:lnTo>
                    <a:pt x="179070" y="0"/>
                  </a:lnTo>
                  <a:close/>
                </a:path>
              </a:pathLst>
            </a:custGeom>
            <a:solidFill>
              <a:srgbClr val="660966"/>
            </a:solidFill>
          </p:spPr>
          <p:txBody>
            <a:bodyPr wrap="square" lIns="0" tIns="0" rIns="0" bIns="0" rtlCol="0"/>
            <a:lstStyle/>
            <a:p/>
          </p:txBody>
        </p:sp>
        <p:sp>
          <p:nvSpPr>
            <p:cNvPr id="1278" name="object 1278"/>
            <p:cNvSpPr/>
            <p:nvPr/>
          </p:nvSpPr>
          <p:spPr>
            <a:xfrm>
              <a:off x="3695700" y="1582419"/>
              <a:ext cx="173990" cy="6350"/>
            </a:xfrm>
            <a:custGeom>
              <a:avLst/>
              <a:gdLst/>
              <a:ahLst/>
              <a:cxnLst/>
              <a:rect l="l" t="t" r="r" b="b"/>
              <a:pathLst>
                <a:path w="173989" h="6350">
                  <a:moveTo>
                    <a:pt x="172720" y="3822"/>
                  </a:moveTo>
                  <a:lnTo>
                    <a:pt x="1270" y="3822"/>
                  </a:lnTo>
                  <a:lnTo>
                    <a:pt x="1270" y="6350"/>
                  </a:lnTo>
                  <a:lnTo>
                    <a:pt x="172720" y="6350"/>
                  </a:lnTo>
                  <a:lnTo>
                    <a:pt x="172720" y="3822"/>
                  </a:lnTo>
                  <a:close/>
                </a:path>
                <a:path w="173989" h="6350">
                  <a:moveTo>
                    <a:pt x="173990" y="0"/>
                  </a:moveTo>
                  <a:lnTo>
                    <a:pt x="0" y="0"/>
                  </a:lnTo>
                  <a:lnTo>
                    <a:pt x="0" y="3810"/>
                  </a:lnTo>
                  <a:lnTo>
                    <a:pt x="173990" y="3810"/>
                  </a:lnTo>
                  <a:lnTo>
                    <a:pt x="173990" y="0"/>
                  </a:lnTo>
                  <a:close/>
                </a:path>
              </a:pathLst>
            </a:custGeom>
            <a:solidFill>
              <a:srgbClr val="670967"/>
            </a:solidFill>
          </p:spPr>
          <p:txBody>
            <a:bodyPr wrap="square" lIns="0" tIns="0" rIns="0" bIns="0" rtlCol="0"/>
            <a:lstStyle/>
            <a:p/>
          </p:txBody>
        </p:sp>
        <p:sp>
          <p:nvSpPr>
            <p:cNvPr id="1279" name="object 1279"/>
            <p:cNvSpPr/>
            <p:nvPr/>
          </p:nvSpPr>
          <p:spPr>
            <a:xfrm>
              <a:off x="369697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68910" y="7620"/>
                  </a:lnTo>
                  <a:lnTo>
                    <a:pt x="168910" y="6350"/>
                  </a:lnTo>
                  <a:lnTo>
                    <a:pt x="170180" y="6350"/>
                  </a:lnTo>
                  <a:lnTo>
                    <a:pt x="170180" y="2540"/>
                  </a:lnTo>
                  <a:lnTo>
                    <a:pt x="171450" y="2540"/>
                  </a:lnTo>
                  <a:lnTo>
                    <a:pt x="171450" y="0"/>
                  </a:lnTo>
                  <a:close/>
                </a:path>
              </a:pathLst>
            </a:custGeom>
            <a:solidFill>
              <a:srgbClr val="690869"/>
            </a:solidFill>
          </p:spPr>
          <p:txBody>
            <a:bodyPr wrap="square" lIns="0" tIns="0" rIns="0" bIns="0" rtlCol="0"/>
            <a:lstStyle/>
            <a:p/>
          </p:txBody>
        </p:sp>
        <p:sp>
          <p:nvSpPr>
            <p:cNvPr id="1280" name="object 1280"/>
            <p:cNvSpPr/>
            <p:nvPr/>
          </p:nvSpPr>
          <p:spPr>
            <a:xfrm>
              <a:off x="3699510" y="1596389"/>
              <a:ext cx="166370" cy="7620"/>
            </a:xfrm>
            <a:custGeom>
              <a:avLst/>
              <a:gdLst/>
              <a:ahLst/>
              <a:cxnLst/>
              <a:rect l="l" t="t" r="r" b="b"/>
              <a:pathLst>
                <a:path w="166370" h="7619">
                  <a:moveTo>
                    <a:pt x="166370" y="0"/>
                  </a:moveTo>
                  <a:lnTo>
                    <a:pt x="0" y="0"/>
                  </a:lnTo>
                  <a:lnTo>
                    <a:pt x="0" y="1270"/>
                  </a:lnTo>
                  <a:lnTo>
                    <a:pt x="0" y="2540"/>
                  </a:lnTo>
                  <a:lnTo>
                    <a:pt x="1270" y="2540"/>
                  </a:lnTo>
                  <a:lnTo>
                    <a:pt x="1270" y="5080"/>
                  </a:lnTo>
                  <a:lnTo>
                    <a:pt x="1270" y="7620"/>
                  </a:lnTo>
                  <a:lnTo>
                    <a:pt x="163830" y="7620"/>
                  </a:lnTo>
                  <a:lnTo>
                    <a:pt x="163830" y="5080"/>
                  </a:lnTo>
                  <a:lnTo>
                    <a:pt x="165087" y="5080"/>
                  </a:lnTo>
                  <a:lnTo>
                    <a:pt x="165087" y="2540"/>
                  </a:lnTo>
                  <a:lnTo>
                    <a:pt x="165100" y="1270"/>
                  </a:lnTo>
                  <a:lnTo>
                    <a:pt x="166370" y="1270"/>
                  </a:lnTo>
                  <a:lnTo>
                    <a:pt x="166370" y="0"/>
                  </a:lnTo>
                  <a:close/>
                </a:path>
              </a:pathLst>
            </a:custGeom>
            <a:solidFill>
              <a:srgbClr val="6A086A"/>
            </a:solidFill>
          </p:spPr>
          <p:txBody>
            <a:bodyPr wrap="square" lIns="0" tIns="0" rIns="0" bIns="0" rtlCol="0"/>
            <a:lstStyle/>
            <a:p/>
          </p:txBody>
        </p:sp>
        <p:sp>
          <p:nvSpPr>
            <p:cNvPr id="1281" name="object 1281"/>
            <p:cNvSpPr/>
            <p:nvPr/>
          </p:nvSpPr>
          <p:spPr>
            <a:xfrm>
              <a:off x="3702050" y="1604009"/>
              <a:ext cx="161290" cy="6350"/>
            </a:xfrm>
            <a:custGeom>
              <a:avLst/>
              <a:gdLst/>
              <a:ahLst/>
              <a:cxnLst/>
              <a:rect l="l" t="t" r="r" b="b"/>
              <a:pathLst>
                <a:path w="161289" h="6350">
                  <a:moveTo>
                    <a:pt x="161290" y="0"/>
                  </a:moveTo>
                  <a:lnTo>
                    <a:pt x="0" y="0"/>
                  </a:lnTo>
                  <a:lnTo>
                    <a:pt x="0" y="1270"/>
                  </a:lnTo>
                  <a:lnTo>
                    <a:pt x="0" y="3810"/>
                  </a:lnTo>
                  <a:lnTo>
                    <a:pt x="1270" y="3810"/>
                  </a:lnTo>
                  <a:lnTo>
                    <a:pt x="1270" y="5080"/>
                  </a:lnTo>
                  <a:lnTo>
                    <a:pt x="1270" y="6350"/>
                  </a:lnTo>
                  <a:lnTo>
                    <a:pt x="158750" y="6350"/>
                  </a:lnTo>
                  <a:lnTo>
                    <a:pt x="158750" y="5080"/>
                  </a:lnTo>
                  <a:lnTo>
                    <a:pt x="160020" y="5080"/>
                  </a:lnTo>
                  <a:lnTo>
                    <a:pt x="160020" y="3810"/>
                  </a:lnTo>
                  <a:lnTo>
                    <a:pt x="160020" y="1270"/>
                  </a:lnTo>
                  <a:lnTo>
                    <a:pt x="161290" y="1270"/>
                  </a:lnTo>
                  <a:lnTo>
                    <a:pt x="161290" y="0"/>
                  </a:lnTo>
                  <a:close/>
                </a:path>
              </a:pathLst>
            </a:custGeom>
            <a:solidFill>
              <a:srgbClr val="6C076C"/>
            </a:solidFill>
          </p:spPr>
          <p:txBody>
            <a:bodyPr wrap="square" lIns="0" tIns="0" rIns="0" bIns="0" rtlCol="0"/>
            <a:lstStyle/>
            <a:p/>
          </p:txBody>
        </p:sp>
        <p:sp>
          <p:nvSpPr>
            <p:cNvPr id="1282" name="object 1282"/>
            <p:cNvSpPr/>
            <p:nvPr/>
          </p:nvSpPr>
          <p:spPr>
            <a:xfrm>
              <a:off x="3703320" y="1610359"/>
              <a:ext cx="157480" cy="7620"/>
            </a:xfrm>
            <a:custGeom>
              <a:avLst/>
              <a:gdLst/>
              <a:ahLst/>
              <a:cxnLst/>
              <a:rect l="l" t="t" r="r" b="b"/>
              <a:pathLst>
                <a:path w="157479" h="7619">
                  <a:moveTo>
                    <a:pt x="157480" y="0"/>
                  </a:moveTo>
                  <a:lnTo>
                    <a:pt x="0" y="0"/>
                  </a:lnTo>
                  <a:lnTo>
                    <a:pt x="0" y="1270"/>
                  </a:lnTo>
                  <a:lnTo>
                    <a:pt x="1270" y="1270"/>
                  </a:lnTo>
                  <a:lnTo>
                    <a:pt x="1270" y="2540"/>
                  </a:lnTo>
                  <a:lnTo>
                    <a:pt x="1270" y="5080"/>
                  </a:lnTo>
                  <a:lnTo>
                    <a:pt x="2540" y="5080"/>
                  </a:lnTo>
                  <a:lnTo>
                    <a:pt x="2540" y="7620"/>
                  </a:lnTo>
                  <a:lnTo>
                    <a:pt x="156210" y="7620"/>
                  </a:lnTo>
                  <a:lnTo>
                    <a:pt x="156210" y="5080"/>
                  </a:lnTo>
                  <a:lnTo>
                    <a:pt x="156210" y="2540"/>
                  </a:lnTo>
                  <a:lnTo>
                    <a:pt x="157480" y="2540"/>
                  </a:lnTo>
                  <a:lnTo>
                    <a:pt x="157480" y="1270"/>
                  </a:lnTo>
                  <a:lnTo>
                    <a:pt x="157480" y="0"/>
                  </a:lnTo>
                  <a:close/>
                </a:path>
              </a:pathLst>
            </a:custGeom>
            <a:solidFill>
              <a:srgbClr val="6D066D"/>
            </a:solidFill>
          </p:spPr>
          <p:txBody>
            <a:bodyPr wrap="square" lIns="0" tIns="0" rIns="0" bIns="0" rtlCol="0"/>
            <a:lstStyle/>
            <a:p/>
          </p:txBody>
        </p:sp>
        <p:sp>
          <p:nvSpPr>
            <p:cNvPr id="1283" name="object 1283"/>
            <p:cNvSpPr/>
            <p:nvPr/>
          </p:nvSpPr>
          <p:spPr>
            <a:xfrm>
              <a:off x="3707130" y="1617979"/>
              <a:ext cx="151130" cy="7620"/>
            </a:xfrm>
            <a:custGeom>
              <a:avLst/>
              <a:gdLst/>
              <a:ahLst/>
              <a:cxnLst/>
              <a:rect l="l" t="t" r="r" b="b"/>
              <a:pathLst>
                <a:path w="151129" h="7619">
                  <a:moveTo>
                    <a:pt x="151117" y="0"/>
                  </a:moveTo>
                  <a:lnTo>
                    <a:pt x="0" y="0"/>
                  </a:lnTo>
                  <a:lnTo>
                    <a:pt x="0" y="3810"/>
                  </a:lnTo>
                  <a:lnTo>
                    <a:pt x="1270" y="3810"/>
                  </a:lnTo>
                  <a:lnTo>
                    <a:pt x="1270" y="7620"/>
                  </a:lnTo>
                  <a:lnTo>
                    <a:pt x="149860" y="7620"/>
                  </a:lnTo>
                  <a:lnTo>
                    <a:pt x="149860" y="3810"/>
                  </a:lnTo>
                  <a:lnTo>
                    <a:pt x="151117" y="3810"/>
                  </a:lnTo>
                  <a:lnTo>
                    <a:pt x="151117" y="0"/>
                  </a:lnTo>
                  <a:close/>
                </a:path>
              </a:pathLst>
            </a:custGeom>
            <a:solidFill>
              <a:srgbClr val="6F066F"/>
            </a:solidFill>
          </p:spPr>
          <p:txBody>
            <a:bodyPr wrap="square" lIns="0" tIns="0" rIns="0" bIns="0" rtlCol="0"/>
            <a:lstStyle/>
            <a:p/>
          </p:txBody>
        </p:sp>
        <p:sp>
          <p:nvSpPr>
            <p:cNvPr id="1284" name="object 1284"/>
            <p:cNvSpPr/>
            <p:nvPr/>
          </p:nvSpPr>
          <p:spPr>
            <a:xfrm>
              <a:off x="3709670" y="1625599"/>
              <a:ext cx="146050" cy="6350"/>
            </a:xfrm>
            <a:custGeom>
              <a:avLst/>
              <a:gdLst/>
              <a:ahLst/>
              <a:cxnLst/>
              <a:rect l="l" t="t" r="r" b="b"/>
              <a:pathLst>
                <a:path w="146050" h="6350">
                  <a:moveTo>
                    <a:pt x="146050" y="0"/>
                  </a:moveTo>
                  <a:lnTo>
                    <a:pt x="0" y="0"/>
                  </a:lnTo>
                  <a:lnTo>
                    <a:pt x="0" y="3810"/>
                  </a:lnTo>
                  <a:lnTo>
                    <a:pt x="1270" y="3810"/>
                  </a:lnTo>
                  <a:lnTo>
                    <a:pt x="1270" y="6350"/>
                  </a:lnTo>
                  <a:lnTo>
                    <a:pt x="144780" y="6350"/>
                  </a:lnTo>
                  <a:lnTo>
                    <a:pt x="144780" y="3810"/>
                  </a:lnTo>
                  <a:lnTo>
                    <a:pt x="146050" y="3810"/>
                  </a:lnTo>
                  <a:lnTo>
                    <a:pt x="146050" y="0"/>
                  </a:lnTo>
                  <a:close/>
                </a:path>
              </a:pathLst>
            </a:custGeom>
            <a:solidFill>
              <a:srgbClr val="700570"/>
            </a:solidFill>
          </p:spPr>
          <p:txBody>
            <a:bodyPr wrap="square" lIns="0" tIns="0" rIns="0" bIns="0" rtlCol="0"/>
            <a:lstStyle/>
            <a:p/>
          </p:txBody>
        </p:sp>
        <p:sp>
          <p:nvSpPr>
            <p:cNvPr id="1285" name="object 1285"/>
            <p:cNvSpPr/>
            <p:nvPr/>
          </p:nvSpPr>
          <p:spPr>
            <a:xfrm>
              <a:off x="3710940" y="1631949"/>
              <a:ext cx="142240" cy="7620"/>
            </a:xfrm>
            <a:custGeom>
              <a:avLst/>
              <a:gdLst/>
              <a:ahLst/>
              <a:cxnLst/>
              <a:rect l="l" t="t" r="r" b="b"/>
              <a:pathLst>
                <a:path w="142239" h="7619">
                  <a:moveTo>
                    <a:pt x="140957" y="5092"/>
                  </a:moveTo>
                  <a:lnTo>
                    <a:pt x="2540" y="5092"/>
                  </a:lnTo>
                  <a:lnTo>
                    <a:pt x="2540" y="7620"/>
                  </a:lnTo>
                  <a:lnTo>
                    <a:pt x="140957" y="7620"/>
                  </a:lnTo>
                  <a:lnTo>
                    <a:pt x="140957" y="5092"/>
                  </a:lnTo>
                  <a:close/>
                </a:path>
                <a:path w="142239" h="7619">
                  <a:moveTo>
                    <a:pt x="142240" y="0"/>
                  </a:moveTo>
                  <a:lnTo>
                    <a:pt x="0" y="0"/>
                  </a:lnTo>
                  <a:lnTo>
                    <a:pt x="0" y="1270"/>
                  </a:lnTo>
                  <a:lnTo>
                    <a:pt x="1270" y="1270"/>
                  </a:lnTo>
                  <a:lnTo>
                    <a:pt x="1270" y="3810"/>
                  </a:lnTo>
                  <a:lnTo>
                    <a:pt x="1270" y="5080"/>
                  </a:lnTo>
                  <a:lnTo>
                    <a:pt x="140970" y="5080"/>
                  </a:lnTo>
                  <a:lnTo>
                    <a:pt x="140970" y="3810"/>
                  </a:lnTo>
                  <a:lnTo>
                    <a:pt x="142240" y="3810"/>
                  </a:lnTo>
                  <a:lnTo>
                    <a:pt x="142240" y="1270"/>
                  </a:lnTo>
                  <a:lnTo>
                    <a:pt x="142240" y="0"/>
                  </a:lnTo>
                  <a:close/>
                </a:path>
              </a:pathLst>
            </a:custGeom>
            <a:solidFill>
              <a:srgbClr val="720572"/>
            </a:solidFill>
          </p:spPr>
          <p:txBody>
            <a:bodyPr wrap="square" lIns="0" tIns="0" rIns="0" bIns="0" rtlCol="0"/>
            <a:lstStyle/>
            <a:p/>
          </p:txBody>
        </p:sp>
        <p:sp>
          <p:nvSpPr>
            <p:cNvPr id="1286" name="object 1286"/>
            <p:cNvSpPr/>
            <p:nvPr/>
          </p:nvSpPr>
          <p:spPr>
            <a:xfrm>
              <a:off x="3714750" y="1639569"/>
              <a:ext cx="135890" cy="7620"/>
            </a:xfrm>
            <a:custGeom>
              <a:avLst/>
              <a:gdLst/>
              <a:ahLst/>
              <a:cxnLst/>
              <a:rect l="l" t="t" r="r" b="b"/>
              <a:pathLst>
                <a:path w="135889" h="7619">
                  <a:moveTo>
                    <a:pt x="135890" y="0"/>
                  </a:moveTo>
                  <a:lnTo>
                    <a:pt x="0" y="0"/>
                  </a:lnTo>
                  <a:lnTo>
                    <a:pt x="0" y="2540"/>
                  </a:lnTo>
                  <a:lnTo>
                    <a:pt x="1270" y="2540"/>
                  </a:lnTo>
                  <a:lnTo>
                    <a:pt x="1270" y="5080"/>
                  </a:lnTo>
                  <a:lnTo>
                    <a:pt x="2540" y="5080"/>
                  </a:lnTo>
                  <a:lnTo>
                    <a:pt x="2540" y="6350"/>
                  </a:lnTo>
                  <a:lnTo>
                    <a:pt x="2540" y="7620"/>
                  </a:lnTo>
                  <a:lnTo>
                    <a:pt x="132080" y="7620"/>
                  </a:lnTo>
                  <a:lnTo>
                    <a:pt x="132080" y="6350"/>
                  </a:lnTo>
                  <a:lnTo>
                    <a:pt x="133350" y="6350"/>
                  </a:lnTo>
                  <a:lnTo>
                    <a:pt x="133350" y="5080"/>
                  </a:lnTo>
                  <a:lnTo>
                    <a:pt x="134620" y="5080"/>
                  </a:lnTo>
                  <a:lnTo>
                    <a:pt x="134620" y="2540"/>
                  </a:lnTo>
                  <a:lnTo>
                    <a:pt x="135890" y="2540"/>
                  </a:lnTo>
                  <a:lnTo>
                    <a:pt x="135890" y="0"/>
                  </a:lnTo>
                  <a:close/>
                </a:path>
              </a:pathLst>
            </a:custGeom>
            <a:solidFill>
              <a:srgbClr val="730473"/>
            </a:solidFill>
          </p:spPr>
          <p:txBody>
            <a:bodyPr wrap="square" lIns="0" tIns="0" rIns="0" bIns="0" rtlCol="0"/>
            <a:lstStyle/>
            <a:p/>
          </p:txBody>
        </p:sp>
        <p:sp>
          <p:nvSpPr>
            <p:cNvPr id="1287" name="object 1287"/>
            <p:cNvSpPr/>
            <p:nvPr/>
          </p:nvSpPr>
          <p:spPr>
            <a:xfrm>
              <a:off x="3718560" y="1647189"/>
              <a:ext cx="128270" cy="6350"/>
            </a:xfrm>
            <a:custGeom>
              <a:avLst/>
              <a:gdLst/>
              <a:ahLst/>
              <a:cxnLst/>
              <a:rect l="l" t="t" r="r" b="b"/>
              <a:pathLst>
                <a:path w="12827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8270" h="6350">
                  <a:moveTo>
                    <a:pt x="128270" y="0"/>
                  </a:moveTo>
                  <a:lnTo>
                    <a:pt x="0" y="0"/>
                  </a:lnTo>
                  <a:lnTo>
                    <a:pt x="0" y="1270"/>
                  </a:lnTo>
                  <a:lnTo>
                    <a:pt x="0" y="2540"/>
                  </a:lnTo>
                  <a:lnTo>
                    <a:pt x="127000" y="2540"/>
                  </a:lnTo>
                  <a:lnTo>
                    <a:pt x="127000" y="1270"/>
                  </a:lnTo>
                  <a:lnTo>
                    <a:pt x="128270" y="1270"/>
                  </a:lnTo>
                  <a:lnTo>
                    <a:pt x="128270" y="0"/>
                  </a:lnTo>
                  <a:close/>
                </a:path>
              </a:pathLst>
            </a:custGeom>
            <a:solidFill>
              <a:srgbClr val="740474"/>
            </a:solidFill>
          </p:spPr>
          <p:txBody>
            <a:bodyPr wrap="square" lIns="0" tIns="0" rIns="0" bIns="0" rtlCol="0"/>
            <a:lstStyle/>
            <a:p/>
          </p:txBody>
        </p:sp>
        <p:sp>
          <p:nvSpPr>
            <p:cNvPr id="1288" name="object 1288"/>
            <p:cNvSpPr/>
            <p:nvPr/>
          </p:nvSpPr>
          <p:spPr>
            <a:xfrm>
              <a:off x="3721100" y="1653539"/>
              <a:ext cx="121920" cy="7620"/>
            </a:xfrm>
            <a:custGeom>
              <a:avLst/>
              <a:gdLst/>
              <a:ahLst/>
              <a:cxnLst/>
              <a:rect l="l" t="t" r="r" b="b"/>
              <a:pathLst>
                <a:path w="121920" h="7619">
                  <a:moveTo>
                    <a:pt x="121920" y="0"/>
                  </a:moveTo>
                  <a:lnTo>
                    <a:pt x="0" y="0"/>
                  </a:lnTo>
                  <a:lnTo>
                    <a:pt x="0" y="1270"/>
                  </a:lnTo>
                  <a:lnTo>
                    <a:pt x="1270" y="1270"/>
                  </a:lnTo>
                  <a:lnTo>
                    <a:pt x="1270" y="2540"/>
                  </a:lnTo>
                  <a:lnTo>
                    <a:pt x="2540" y="2540"/>
                  </a:lnTo>
                  <a:lnTo>
                    <a:pt x="2540" y="3810"/>
                  </a:lnTo>
                  <a:lnTo>
                    <a:pt x="3810" y="3810"/>
                  </a:lnTo>
                  <a:lnTo>
                    <a:pt x="3810" y="6350"/>
                  </a:lnTo>
                  <a:lnTo>
                    <a:pt x="5080" y="6350"/>
                  </a:lnTo>
                  <a:lnTo>
                    <a:pt x="5080" y="7620"/>
                  </a:lnTo>
                  <a:lnTo>
                    <a:pt x="118097" y="7620"/>
                  </a:lnTo>
                  <a:lnTo>
                    <a:pt x="118097" y="6350"/>
                  </a:lnTo>
                  <a:lnTo>
                    <a:pt x="119380" y="6350"/>
                  </a:lnTo>
                  <a:lnTo>
                    <a:pt x="119380" y="3810"/>
                  </a:lnTo>
                  <a:lnTo>
                    <a:pt x="120650" y="3810"/>
                  </a:lnTo>
                  <a:lnTo>
                    <a:pt x="120650" y="2540"/>
                  </a:lnTo>
                  <a:lnTo>
                    <a:pt x="120650" y="1270"/>
                  </a:lnTo>
                  <a:lnTo>
                    <a:pt x="121920" y="1270"/>
                  </a:lnTo>
                  <a:lnTo>
                    <a:pt x="121920" y="0"/>
                  </a:lnTo>
                  <a:close/>
                </a:path>
              </a:pathLst>
            </a:custGeom>
            <a:solidFill>
              <a:srgbClr val="760376"/>
            </a:solidFill>
          </p:spPr>
          <p:txBody>
            <a:bodyPr wrap="square" lIns="0" tIns="0" rIns="0" bIns="0" rtlCol="0"/>
            <a:lstStyle/>
            <a:p/>
          </p:txBody>
        </p:sp>
        <p:sp>
          <p:nvSpPr>
            <p:cNvPr id="1289" name="object 1289"/>
            <p:cNvSpPr/>
            <p:nvPr/>
          </p:nvSpPr>
          <p:spPr>
            <a:xfrm>
              <a:off x="3727450" y="1661159"/>
              <a:ext cx="110489" cy="7620"/>
            </a:xfrm>
            <a:custGeom>
              <a:avLst/>
              <a:gdLst/>
              <a:ahLst/>
              <a:cxnLst/>
              <a:rect l="l" t="t" r="r" b="b"/>
              <a:pathLst>
                <a:path w="110489"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50" y="3810"/>
                  </a:lnTo>
                  <a:lnTo>
                    <a:pt x="107950" y="2540"/>
                  </a:lnTo>
                  <a:lnTo>
                    <a:pt x="109220" y="2540"/>
                  </a:lnTo>
                  <a:lnTo>
                    <a:pt x="109220" y="1270"/>
                  </a:lnTo>
                  <a:lnTo>
                    <a:pt x="110490" y="1270"/>
                  </a:lnTo>
                  <a:lnTo>
                    <a:pt x="110490" y="0"/>
                  </a:lnTo>
                  <a:close/>
                </a:path>
              </a:pathLst>
            </a:custGeom>
            <a:solidFill>
              <a:srgbClr val="770277"/>
            </a:solidFill>
          </p:spPr>
          <p:txBody>
            <a:bodyPr wrap="square" lIns="0" tIns="0" rIns="0" bIns="0" rtlCol="0"/>
            <a:lstStyle/>
            <a:p/>
          </p:txBody>
        </p:sp>
        <p:sp>
          <p:nvSpPr>
            <p:cNvPr id="1290" name="object 1290"/>
            <p:cNvSpPr/>
            <p:nvPr/>
          </p:nvSpPr>
          <p:spPr>
            <a:xfrm>
              <a:off x="3733800" y="1668779"/>
              <a:ext cx="96520" cy="6350"/>
            </a:xfrm>
            <a:custGeom>
              <a:avLst/>
              <a:gdLst/>
              <a:ahLst/>
              <a:cxnLst/>
              <a:rect l="l" t="t" r="r" b="b"/>
              <a:pathLst>
                <a:path w="96520" h="6350">
                  <a:moveTo>
                    <a:pt x="96520" y="0"/>
                  </a:moveTo>
                  <a:lnTo>
                    <a:pt x="0" y="0"/>
                  </a:lnTo>
                  <a:lnTo>
                    <a:pt x="0" y="1270"/>
                  </a:lnTo>
                  <a:lnTo>
                    <a:pt x="1270" y="1270"/>
                  </a:lnTo>
                  <a:lnTo>
                    <a:pt x="1270" y="2540"/>
                  </a:lnTo>
                  <a:lnTo>
                    <a:pt x="2540" y="2540"/>
                  </a:lnTo>
                  <a:lnTo>
                    <a:pt x="2540" y="3810"/>
                  </a:lnTo>
                  <a:lnTo>
                    <a:pt x="3810" y="3810"/>
                  </a:lnTo>
                  <a:lnTo>
                    <a:pt x="3810" y="5080"/>
                  </a:lnTo>
                  <a:lnTo>
                    <a:pt x="3810" y="6350"/>
                  </a:lnTo>
                  <a:lnTo>
                    <a:pt x="91440" y="6350"/>
                  </a:lnTo>
                  <a:lnTo>
                    <a:pt x="91440" y="5080"/>
                  </a:lnTo>
                  <a:lnTo>
                    <a:pt x="92710" y="5080"/>
                  </a:lnTo>
                  <a:lnTo>
                    <a:pt x="92710" y="3810"/>
                  </a:lnTo>
                  <a:lnTo>
                    <a:pt x="93980" y="3810"/>
                  </a:lnTo>
                  <a:lnTo>
                    <a:pt x="93980" y="2540"/>
                  </a:lnTo>
                  <a:lnTo>
                    <a:pt x="95250" y="2540"/>
                  </a:lnTo>
                  <a:lnTo>
                    <a:pt x="95250" y="1270"/>
                  </a:lnTo>
                  <a:lnTo>
                    <a:pt x="96520" y="1270"/>
                  </a:lnTo>
                  <a:lnTo>
                    <a:pt x="96520" y="0"/>
                  </a:lnTo>
                  <a:close/>
                </a:path>
              </a:pathLst>
            </a:custGeom>
            <a:solidFill>
              <a:srgbClr val="790279"/>
            </a:solidFill>
          </p:spPr>
          <p:txBody>
            <a:bodyPr wrap="square" lIns="0" tIns="0" rIns="0" bIns="0" rtlCol="0"/>
            <a:lstStyle/>
            <a:p/>
          </p:txBody>
        </p:sp>
        <p:sp>
          <p:nvSpPr>
            <p:cNvPr id="1291" name="object 1291"/>
            <p:cNvSpPr/>
            <p:nvPr/>
          </p:nvSpPr>
          <p:spPr>
            <a:xfrm>
              <a:off x="3738879" y="1675129"/>
              <a:ext cx="85090" cy="7620"/>
            </a:xfrm>
            <a:custGeom>
              <a:avLst/>
              <a:gdLst/>
              <a:ahLst/>
              <a:cxnLst/>
              <a:rect l="l" t="t" r="r" b="b"/>
              <a:pathLst>
                <a:path w="85089" h="7619">
                  <a:moveTo>
                    <a:pt x="74929" y="6350"/>
                  </a:moveTo>
                  <a:lnTo>
                    <a:pt x="12700" y="6350"/>
                  </a:lnTo>
                  <a:lnTo>
                    <a:pt x="12700" y="7620"/>
                  </a:lnTo>
                  <a:lnTo>
                    <a:pt x="74929" y="7620"/>
                  </a:lnTo>
                  <a:lnTo>
                    <a:pt x="74929" y="6350"/>
                  </a:lnTo>
                  <a:close/>
                </a:path>
                <a:path w="85089" h="7619">
                  <a:moveTo>
                    <a:pt x="77470" y="5080"/>
                  </a:moveTo>
                  <a:lnTo>
                    <a:pt x="8890" y="5080"/>
                  </a:lnTo>
                  <a:lnTo>
                    <a:pt x="8890" y="6350"/>
                  </a:lnTo>
                  <a:lnTo>
                    <a:pt x="77470" y="6350"/>
                  </a:lnTo>
                  <a:lnTo>
                    <a:pt x="77470" y="5080"/>
                  </a:lnTo>
                  <a:close/>
                </a:path>
                <a:path w="85089" h="7619">
                  <a:moveTo>
                    <a:pt x="80010" y="3810"/>
                  </a:moveTo>
                  <a:lnTo>
                    <a:pt x="7620" y="3810"/>
                  </a:lnTo>
                  <a:lnTo>
                    <a:pt x="7620" y="5080"/>
                  </a:lnTo>
                  <a:lnTo>
                    <a:pt x="80010" y="5080"/>
                  </a:lnTo>
                  <a:lnTo>
                    <a:pt x="80010" y="3810"/>
                  </a:lnTo>
                  <a:close/>
                </a:path>
                <a:path w="85089" h="7619">
                  <a:moveTo>
                    <a:pt x="81280" y="2540"/>
                  </a:moveTo>
                  <a:lnTo>
                    <a:pt x="5080" y="2540"/>
                  </a:lnTo>
                  <a:lnTo>
                    <a:pt x="5080" y="3810"/>
                  </a:lnTo>
                  <a:lnTo>
                    <a:pt x="81280" y="3810"/>
                  </a:lnTo>
                  <a:lnTo>
                    <a:pt x="81280" y="2540"/>
                  </a:lnTo>
                  <a:close/>
                </a:path>
                <a:path w="85089" h="7619">
                  <a:moveTo>
                    <a:pt x="83820" y="1270"/>
                  </a:moveTo>
                  <a:lnTo>
                    <a:pt x="1270" y="1270"/>
                  </a:lnTo>
                  <a:lnTo>
                    <a:pt x="1270" y="2540"/>
                  </a:lnTo>
                  <a:lnTo>
                    <a:pt x="83820" y="2540"/>
                  </a:lnTo>
                  <a:lnTo>
                    <a:pt x="83820" y="1270"/>
                  </a:lnTo>
                  <a:close/>
                </a:path>
                <a:path w="85089" h="7619">
                  <a:moveTo>
                    <a:pt x="85089" y="0"/>
                  </a:moveTo>
                  <a:lnTo>
                    <a:pt x="0" y="0"/>
                  </a:lnTo>
                  <a:lnTo>
                    <a:pt x="0" y="1270"/>
                  </a:lnTo>
                  <a:lnTo>
                    <a:pt x="85089" y="1270"/>
                  </a:lnTo>
                  <a:lnTo>
                    <a:pt x="85089" y="0"/>
                  </a:lnTo>
                  <a:close/>
                </a:path>
              </a:pathLst>
            </a:custGeom>
            <a:solidFill>
              <a:srgbClr val="7A017A"/>
            </a:solidFill>
          </p:spPr>
          <p:txBody>
            <a:bodyPr wrap="square" lIns="0" tIns="0" rIns="0" bIns="0" rtlCol="0"/>
            <a:lstStyle/>
            <a:p/>
          </p:txBody>
        </p:sp>
        <p:sp>
          <p:nvSpPr>
            <p:cNvPr id="1292" name="object 1292"/>
            <p:cNvSpPr/>
            <p:nvPr/>
          </p:nvSpPr>
          <p:spPr>
            <a:xfrm>
              <a:off x="3754119" y="1682749"/>
              <a:ext cx="55880" cy="7620"/>
            </a:xfrm>
            <a:custGeom>
              <a:avLst/>
              <a:gdLst/>
              <a:ahLst/>
              <a:cxnLst/>
              <a:rect l="l" t="t" r="r" b="b"/>
              <a:pathLst>
                <a:path w="55879" h="7619">
                  <a:moveTo>
                    <a:pt x="27939" y="6350"/>
                  </a:moveTo>
                  <a:lnTo>
                    <a:pt x="26669" y="6350"/>
                  </a:lnTo>
                  <a:lnTo>
                    <a:pt x="26669" y="7620"/>
                  </a:lnTo>
                  <a:lnTo>
                    <a:pt x="27939" y="7620"/>
                  </a:lnTo>
                  <a:lnTo>
                    <a:pt x="27939" y="6350"/>
                  </a:lnTo>
                  <a:close/>
                </a:path>
                <a:path w="55879" h="7619">
                  <a:moveTo>
                    <a:pt x="38100" y="5079"/>
                  </a:moveTo>
                  <a:lnTo>
                    <a:pt x="8889" y="5079"/>
                  </a:lnTo>
                  <a:lnTo>
                    <a:pt x="8889" y="6350"/>
                  </a:lnTo>
                  <a:lnTo>
                    <a:pt x="38100" y="6350"/>
                  </a:lnTo>
                  <a:lnTo>
                    <a:pt x="38100"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7C017C"/>
            </a:solidFill>
          </p:spPr>
          <p:txBody>
            <a:bodyPr wrap="square" lIns="0" tIns="0" rIns="0" bIns="0" rtlCol="0"/>
            <a:lstStyle/>
            <a:p/>
          </p:txBody>
        </p:sp>
      </p:grpSp>
      <p:grpSp>
        <p:nvGrpSpPr>
          <p:cNvPr id="1293" name="object 1293"/>
          <p:cNvGrpSpPr/>
          <p:nvPr/>
        </p:nvGrpSpPr>
        <p:grpSpPr>
          <a:xfrm>
            <a:off x="3978909" y="855980"/>
            <a:ext cx="81280" cy="820419"/>
            <a:chOff x="3978909" y="855980"/>
            <a:chExt cx="81280" cy="820419"/>
          </a:xfrm>
        </p:grpSpPr>
        <p:sp>
          <p:nvSpPr>
            <p:cNvPr id="1294" name="object 1294"/>
            <p:cNvSpPr/>
            <p:nvPr/>
          </p:nvSpPr>
          <p:spPr>
            <a:xfrm>
              <a:off x="3978910" y="855979"/>
              <a:ext cx="81280" cy="12700"/>
            </a:xfrm>
            <a:custGeom>
              <a:avLst/>
              <a:gdLst/>
              <a:ahLst/>
              <a:cxnLst/>
              <a:rect l="l" t="t" r="r" b="b"/>
              <a:pathLst>
                <a:path w="81279" h="12700">
                  <a:moveTo>
                    <a:pt x="81280" y="0"/>
                  </a:moveTo>
                  <a:lnTo>
                    <a:pt x="0" y="0"/>
                  </a:lnTo>
                  <a:lnTo>
                    <a:pt x="0" y="6350"/>
                  </a:lnTo>
                  <a:lnTo>
                    <a:pt x="0" y="12700"/>
                  </a:lnTo>
                  <a:lnTo>
                    <a:pt x="81280" y="12700"/>
                  </a:lnTo>
                  <a:lnTo>
                    <a:pt x="81280" y="6350"/>
                  </a:lnTo>
                  <a:lnTo>
                    <a:pt x="81280" y="0"/>
                  </a:lnTo>
                  <a:close/>
                </a:path>
              </a:pathLst>
            </a:custGeom>
            <a:solidFill>
              <a:srgbClr val="003300"/>
            </a:solidFill>
          </p:spPr>
          <p:txBody>
            <a:bodyPr wrap="square" lIns="0" tIns="0" rIns="0" bIns="0" rtlCol="0"/>
            <a:lstStyle/>
            <a:p/>
          </p:txBody>
        </p:sp>
        <p:sp>
          <p:nvSpPr>
            <p:cNvPr id="1295" name="object 1295"/>
            <p:cNvSpPr/>
            <p:nvPr/>
          </p:nvSpPr>
          <p:spPr>
            <a:xfrm>
              <a:off x="3978909" y="8686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13301"/>
            </a:solidFill>
          </p:spPr>
          <p:txBody>
            <a:bodyPr wrap="square" lIns="0" tIns="0" rIns="0" bIns="0" rtlCol="0"/>
            <a:lstStyle/>
            <a:p/>
          </p:txBody>
        </p:sp>
        <p:sp>
          <p:nvSpPr>
            <p:cNvPr id="1296" name="object 1296"/>
            <p:cNvSpPr/>
            <p:nvPr/>
          </p:nvSpPr>
          <p:spPr>
            <a:xfrm>
              <a:off x="3978909" y="8763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23102"/>
            </a:solidFill>
          </p:spPr>
          <p:txBody>
            <a:bodyPr wrap="square" lIns="0" tIns="0" rIns="0" bIns="0" rtlCol="0"/>
            <a:lstStyle/>
            <a:p/>
          </p:txBody>
        </p:sp>
        <p:sp>
          <p:nvSpPr>
            <p:cNvPr id="1297" name="object 1297"/>
            <p:cNvSpPr/>
            <p:nvPr/>
          </p:nvSpPr>
          <p:spPr>
            <a:xfrm>
              <a:off x="3978909" y="8839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33103"/>
            </a:solidFill>
          </p:spPr>
          <p:txBody>
            <a:bodyPr wrap="square" lIns="0" tIns="0" rIns="0" bIns="0" rtlCol="0"/>
            <a:lstStyle/>
            <a:p/>
          </p:txBody>
        </p:sp>
        <p:sp>
          <p:nvSpPr>
            <p:cNvPr id="1298" name="object 1298"/>
            <p:cNvSpPr/>
            <p:nvPr/>
          </p:nvSpPr>
          <p:spPr>
            <a:xfrm>
              <a:off x="3978909" y="8902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43004"/>
            </a:solidFill>
          </p:spPr>
          <p:txBody>
            <a:bodyPr wrap="square" lIns="0" tIns="0" rIns="0" bIns="0" rtlCol="0"/>
            <a:lstStyle/>
            <a:p/>
          </p:txBody>
        </p:sp>
        <p:sp>
          <p:nvSpPr>
            <p:cNvPr id="1299" name="object 1299"/>
            <p:cNvSpPr/>
            <p:nvPr/>
          </p:nvSpPr>
          <p:spPr>
            <a:xfrm>
              <a:off x="3978909" y="8978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53005"/>
            </a:solidFill>
          </p:spPr>
          <p:txBody>
            <a:bodyPr wrap="square" lIns="0" tIns="0" rIns="0" bIns="0" rtlCol="0"/>
            <a:lstStyle/>
            <a:p/>
          </p:txBody>
        </p:sp>
        <p:sp>
          <p:nvSpPr>
            <p:cNvPr id="1300" name="object 1300"/>
            <p:cNvSpPr/>
            <p:nvPr/>
          </p:nvSpPr>
          <p:spPr>
            <a:xfrm>
              <a:off x="3978909" y="9055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62F06"/>
            </a:solidFill>
          </p:spPr>
          <p:txBody>
            <a:bodyPr wrap="square" lIns="0" tIns="0" rIns="0" bIns="0" rtlCol="0"/>
            <a:lstStyle/>
            <a:p/>
          </p:txBody>
        </p:sp>
        <p:sp>
          <p:nvSpPr>
            <p:cNvPr id="1301" name="object 1301"/>
            <p:cNvSpPr/>
            <p:nvPr/>
          </p:nvSpPr>
          <p:spPr>
            <a:xfrm>
              <a:off x="3978909" y="9118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72F07"/>
            </a:solidFill>
          </p:spPr>
          <p:txBody>
            <a:bodyPr wrap="square" lIns="0" tIns="0" rIns="0" bIns="0" rtlCol="0"/>
            <a:lstStyle/>
            <a:p/>
          </p:txBody>
        </p:sp>
        <p:sp>
          <p:nvSpPr>
            <p:cNvPr id="1302" name="object 1302"/>
            <p:cNvSpPr/>
            <p:nvPr/>
          </p:nvSpPr>
          <p:spPr>
            <a:xfrm>
              <a:off x="3978909" y="919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92F09"/>
            </a:solidFill>
          </p:spPr>
          <p:txBody>
            <a:bodyPr wrap="square" lIns="0" tIns="0" rIns="0" bIns="0" rtlCol="0"/>
            <a:lstStyle/>
            <a:p/>
          </p:txBody>
        </p:sp>
        <p:sp>
          <p:nvSpPr>
            <p:cNvPr id="1303" name="object 1303"/>
            <p:cNvSpPr/>
            <p:nvPr/>
          </p:nvSpPr>
          <p:spPr>
            <a:xfrm>
              <a:off x="3978909" y="9271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A2E0A"/>
            </a:solidFill>
          </p:spPr>
          <p:txBody>
            <a:bodyPr wrap="square" lIns="0" tIns="0" rIns="0" bIns="0" rtlCol="0"/>
            <a:lstStyle/>
            <a:p/>
          </p:txBody>
        </p:sp>
        <p:sp>
          <p:nvSpPr>
            <p:cNvPr id="1304" name="object 1304"/>
            <p:cNvSpPr/>
            <p:nvPr/>
          </p:nvSpPr>
          <p:spPr>
            <a:xfrm>
              <a:off x="3978909" y="9334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B2E0B"/>
            </a:solidFill>
          </p:spPr>
          <p:txBody>
            <a:bodyPr wrap="square" lIns="0" tIns="0" rIns="0" bIns="0" rtlCol="0"/>
            <a:lstStyle/>
            <a:p/>
          </p:txBody>
        </p:sp>
        <p:sp>
          <p:nvSpPr>
            <p:cNvPr id="1305" name="object 1305"/>
            <p:cNvSpPr/>
            <p:nvPr/>
          </p:nvSpPr>
          <p:spPr>
            <a:xfrm>
              <a:off x="3978909" y="9410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C2D0C"/>
            </a:solidFill>
          </p:spPr>
          <p:txBody>
            <a:bodyPr wrap="square" lIns="0" tIns="0" rIns="0" bIns="0" rtlCol="0"/>
            <a:lstStyle/>
            <a:p/>
          </p:txBody>
        </p:sp>
        <p:sp>
          <p:nvSpPr>
            <p:cNvPr id="1306" name="object 1306"/>
            <p:cNvSpPr/>
            <p:nvPr/>
          </p:nvSpPr>
          <p:spPr>
            <a:xfrm>
              <a:off x="3978909" y="9486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0D2D0D"/>
            </a:solidFill>
          </p:spPr>
          <p:txBody>
            <a:bodyPr wrap="square" lIns="0" tIns="0" rIns="0" bIns="0" rtlCol="0"/>
            <a:lstStyle/>
            <a:p/>
          </p:txBody>
        </p:sp>
        <p:sp>
          <p:nvSpPr>
            <p:cNvPr id="1307" name="object 1307"/>
            <p:cNvSpPr/>
            <p:nvPr/>
          </p:nvSpPr>
          <p:spPr>
            <a:xfrm>
              <a:off x="3978909" y="9550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0E2C0E"/>
            </a:solidFill>
          </p:spPr>
          <p:txBody>
            <a:bodyPr wrap="square" lIns="0" tIns="0" rIns="0" bIns="0" rtlCol="0"/>
            <a:lstStyle/>
            <a:p/>
          </p:txBody>
        </p:sp>
        <p:sp>
          <p:nvSpPr>
            <p:cNvPr id="1308" name="object 1308"/>
            <p:cNvSpPr/>
            <p:nvPr/>
          </p:nvSpPr>
          <p:spPr>
            <a:xfrm>
              <a:off x="3978909" y="9626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0F2C0F"/>
            </a:solidFill>
          </p:spPr>
          <p:txBody>
            <a:bodyPr wrap="square" lIns="0" tIns="0" rIns="0" bIns="0" rtlCol="0"/>
            <a:lstStyle/>
            <a:p/>
          </p:txBody>
        </p:sp>
        <p:sp>
          <p:nvSpPr>
            <p:cNvPr id="1309" name="object 1309"/>
            <p:cNvSpPr/>
            <p:nvPr/>
          </p:nvSpPr>
          <p:spPr>
            <a:xfrm>
              <a:off x="3978909" y="9702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102B10"/>
            </a:solidFill>
          </p:spPr>
          <p:txBody>
            <a:bodyPr wrap="square" lIns="0" tIns="0" rIns="0" bIns="0" rtlCol="0"/>
            <a:lstStyle/>
            <a:p/>
          </p:txBody>
        </p:sp>
        <p:sp>
          <p:nvSpPr>
            <p:cNvPr id="1310" name="object 1310"/>
            <p:cNvSpPr/>
            <p:nvPr/>
          </p:nvSpPr>
          <p:spPr>
            <a:xfrm>
              <a:off x="3978909" y="9766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12B11"/>
            </a:solidFill>
          </p:spPr>
          <p:txBody>
            <a:bodyPr wrap="square" lIns="0" tIns="0" rIns="0" bIns="0" rtlCol="0"/>
            <a:lstStyle/>
            <a:p/>
          </p:txBody>
        </p:sp>
        <p:sp>
          <p:nvSpPr>
            <p:cNvPr id="1311" name="object 1311"/>
            <p:cNvSpPr/>
            <p:nvPr/>
          </p:nvSpPr>
          <p:spPr>
            <a:xfrm>
              <a:off x="3978909" y="9842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32B13"/>
            </a:solidFill>
          </p:spPr>
          <p:txBody>
            <a:bodyPr wrap="square" lIns="0" tIns="0" rIns="0" bIns="0" rtlCol="0"/>
            <a:lstStyle/>
            <a:p/>
          </p:txBody>
        </p:sp>
        <p:sp>
          <p:nvSpPr>
            <p:cNvPr id="1312" name="object 1312"/>
            <p:cNvSpPr/>
            <p:nvPr/>
          </p:nvSpPr>
          <p:spPr>
            <a:xfrm>
              <a:off x="3978909" y="9918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142A14"/>
            </a:solidFill>
          </p:spPr>
          <p:txBody>
            <a:bodyPr wrap="square" lIns="0" tIns="0" rIns="0" bIns="0" rtlCol="0"/>
            <a:lstStyle/>
            <a:p/>
          </p:txBody>
        </p:sp>
        <p:sp>
          <p:nvSpPr>
            <p:cNvPr id="1313" name="object 1313"/>
            <p:cNvSpPr/>
            <p:nvPr/>
          </p:nvSpPr>
          <p:spPr>
            <a:xfrm>
              <a:off x="3978909" y="9982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152A15"/>
            </a:solidFill>
          </p:spPr>
          <p:txBody>
            <a:bodyPr wrap="square" lIns="0" tIns="0" rIns="0" bIns="0" rtlCol="0"/>
            <a:lstStyle/>
            <a:p/>
          </p:txBody>
        </p:sp>
        <p:sp>
          <p:nvSpPr>
            <p:cNvPr id="1314" name="object 1314"/>
            <p:cNvSpPr/>
            <p:nvPr/>
          </p:nvSpPr>
          <p:spPr>
            <a:xfrm>
              <a:off x="3978909" y="1005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62916"/>
            </a:solidFill>
          </p:spPr>
          <p:txBody>
            <a:bodyPr wrap="square" lIns="0" tIns="0" rIns="0" bIns="0" rtlCol="0"/>
            <a:lstStyle/>
            <a:p/>
          </p:txBody>
        </p:sp>
        <p:sp>
          <p:nvSpPr>
            <p:cNvPr id="1315" name="object 1315"/>
            <p:cNvSpPr/>
            <p:nvPr/>
          </p:nvSpPr>
          <p:spPr>
            <a:xfrm>
              <a:off x="3978909" y="10134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172917"/>
            </a:solidFill>
          </p:spPr>
          <p:txBody>
            <a:bodyPr wrap="square" lIns="0" tIns="0" rIns="0" bIns="0" rtlCol="0"/>
            <a:lstStyle/>
            <a:p/>
          </p:txBody>
        </p:sp>
        <p:sp>
          <p:nvSpPr>
            <p:cNvPr id="1316" name="object 1316"/>
            <p:cNvSpPr/>
            <p:nvPr/>
          </p:nvSpPr>
          <p:spPr>
            <a:xfrm>
              <a:off x="3978909" y="10210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182818"/>
            </a:solidFill>
          </p:spPr>
          <p:txBody>
            <a:bodyPr wrap="square" lIns="0" tIns="0" rIns="0" bIns="0" rtlCol="0"/>
            <a:lstStyle/>
            <a:p/>
          </p:txBody>
        </p:sp>
        <p:sp>
          <p:nvSpPr>
            <p:cNvPr id="1317" name="object 1317"/>
            <p:cNvSpPr/>
            <p:nvPr/>
          </p:nvSpPr>
          <p:spPr>
            <a:xfrm>
              <a:off x="3978909" y="10274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92819"/>
            </a:solidFill>
          </p:spPr>
          <p:txBody>
            <a:bodyPr wrap="square" lIns="0" tIns="0" rIns="0" bIns="0" rtlCol="0"/>
            <a:lstStyle/>
            <a:p/>
          </p:txBody>
        </p:sp>
        <p:sp>
          <p:nvSpPr>
            <p:cNvPr id="1318" name="object 1318"/>
            <p:cNvSpPr/>
            <p:nvPr/>
          </p:nvSpPr>
          <p:spPr>
            <a:xfrm>
              <a:off x="3978909" y="10350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1A271A"/>
            </a:solidFill>
          </p:spPr>
          <p:txBody>
            <a:bodyPr wrap="square" lIns="0" tIns="0" rIns="0" bIns="0" rtlCol="0"/>
            <a:lstStyle/>
            <a:p/>
          </p:txBody>
        </p:sp>
        <p:sp>
          <p:nvSpPr>
            <p:cNvPr id="1319" name="object 1319"/>
            <p:cNvSpPr/>
            <p:nvPr/>
          </p:nvSpPr>
          <p:spPr>
            <a:xfrm>
              <a:off x="3978909" y="1042670"/>
              <a:ext cx="81280" cy="5080"/>
            </a:xfrm>
            <a:custGeom>
              <a:avLst/>
              <a:gdLst/>
              <a:ahLst/>
              <a:cxnLst/>
              <a:rect l="l" t="t" r="r" b="b"/>
              <a:pathLst>
                <a:path w="81279" h="5080">
                  <a:moveTo>
                    <a:pt x="81279" y="5079"/>
                  </a:moveTo>
                  <a:lnTo>
                    <a:pt x="0" y="5079"/>
                  </a:lnTo>
                  <a:lnTo>
                    <a:pt x="0" y="0"/>
                  </a:lnTo>
                  <a:lnTo>
                    <a:pt x="81279" y="0"/>
                  </a:lnTo>
                  <a:lnTo>
                    <a:pt x="81279" y="5079"/>
                  </a:lnTo>
                  <a:close/>
                </a:path>
              </a:pathLst>
            </a:custGeom>
            <a:solidFill>
              <a:srgbClr val="1B271B"/>
            </a:solidFill>
          </p:spPr>
          <p:txBody>
            <a:bodyPr wrap="square" lIns="0" tIns="0" rIns="0" bIns="0" rtlCol="0"/>
            <a:lstStyle/>
            <a:p/>
          </p:txBody>
        </p:sp>
        <p:sp>
          <p:nvSpPr>
            <p:cNvPr id="1320" name="object 1320"/>
            <p:cNvSpPr/>
            <p:nvPr/>
          </p:nvSpPr>
          <p:spPr>
            <a:xfrm>
              <a:off x="3978909" y="1069340"/>
              <a:ext cx="81280" cy="1270"/>
            </a:xfrm>
            <a:custGeom>
              <a:avLst/>
              <a:gdLst/>
              <a:ahLst/>
              <a:cxnLst/>
              <a:rect l="l" t="t" r="r" b="b"/>
              <a:pathLst>
                <a:path w="81279" h="1269">
                  <a:moveTo>
                    <a:pt x="0" y="1269"/>
                  </a:moveTo>
                  <a:lnTo>
                    <a:pt x="0" y="0"/>
                  </a:lnTo>
                  <a:lnTo>
                    <a:pt x="81279" y="0"/>
                  </a:lnTo>
                  <a:lnTo>
                    <a:pt x="81279" y="1269"/>
                  </a:lnTo>
                  <a:lnTo>
                    <a:pt x="0" y="1269"/>
                  </a:lnTo>
                  <a:close/>
                </a:path>
              </a:pathLst>
            </a:custGeom>
            <a:solidFill>
              <a:srgbClr val="1F261F"/>
            </a:solidFill>
          </p:spPr>
          <p:txBody>
            <a:bodyPr wrap="square" lIns="0" tIns="0" rIns="0" bIns="0" rtlCol="0"/>
            <a:lstStyle/>
            <a:p/>
          </p:txBody>
        </p:sp>
        <p:sp>
          <p:nvSpPr>
            <p:cNvPr id="1321" name="object 1321"/>
            <p:cNvSpPr/>
            <p:nvPr/>
          </p:nvSpPr>
          <p:spPr>
            <a:xfrm>
              <a:off x="3978909" y="10706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02520"/>
            </a:solidFill>
          </p:spPr>
          <p:txBody>
            <a:bodyPr wrap="square" lIns="0" tIns="0" rIns="0" bIns="0" rtlCol="0"/>
            <a:lstStyle/>
            <a:p/>
          </p:txBody>
        </p:sp>
        <p:sp>
          <p:nvSpPr>
            <p:cNvPr id="1322" name="object 1322"/>
            <p:cNvSpPr/>
            <p:nvPr/>
          </p:nvSpPr>
          <p:spPr>
            <a:xfrm>
              <a:off x="3978909" y="10782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12521"/>
            </a:solidFill>
          </p:spPr>
          <p:txBody>
            <a:bodyPr wrap="square" lIns="0" tIns="0" rIns="0" bIns="0" rtlCol="0"/>
            <a:lstStyle/>
            <a:p/>
          </p:txBody>
        </p:sp>
        <p:sp>
          <p:nvSpPr>
            <p:cNvPr id="1323" name="object 1323"/>
            <p:cNvSpPr/>
            <p:nvPr/>
          </p:nvSpPr>
          <p:spPr>
            <a:xfrm>
              <a:off x="3978909" y="10858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222422"/>
            </a:solidFill>
          </p:spPr>
          <p:txBody>
            <a:bodyPr wrap="square" lIns="0" tIns="0" rIns="0" bIns="0" rtlCol="0"/>
            <a:lstStyle/>
            <a:p/>
          </p:txBody>
        </p:sp>
        <p:sp>
          <p:nvSpPr>
            <p:cNvPr id="1324" name="object 1324"/>
            <p:cNvSpPr/>
            <p:nvPr/>
          </p:nvSpPr>
          <p:spPr>
            <a:xfrm>
              <a:off x="3978909" y="10922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32423"/>
            </a:solidFill>
          </p:spPr>
          <p:txBody>
            <a:bodyPr wrap="square" lIns="0" tIns="0" rIns="0" bIns="0" rtlCol="0"/>
            <a:lstStyle/>
            <a:p/>
          </p:txBody>
        </p:sp>
        <p:sp>
          <p:nvSpPr>
            <p:cNvPr id="1325" name="object 1325"/>
            <p:cNvSpPr/>
            <p:nvPr/>
          </p:nvSpPr>
          <p:spPr>
            <a:xfrm>
              <a:off x="3978909" y="10998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42324"/>
            </a:solidFill>
          </p:spPr>
          <p:txBody>
            <a:bodyPr wrap="square" lIns="0" tIns="0" rIns="0" bIns="0" rtlCol="0"/>
            <a:lstStyle/>
            <a:p/>
          </p:txBody>
        </p:sp>
        <p:sp>
          <p:nvSpPr>
            <p:cNvPr id="1326" name="object 1326"/>
            <p:cNvSpPr/>
            <p:nvPr/>
          </p:nvSpPr>
          <p:spPr>
            <a:xfrm>
              <a:off x="3978909" y="110744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252325"/>
            </a:solidFill>
          </p:spPr>
          <p:txBody>
            <a:bodyPr wrap="square" lIns="0" tIns="0" rIns="0" bIns="0" rtlCol="0"/>
            <a:lstStyle/>
            <a:p/>
          </p:txBody>
        </p:sp>
        <p:sp>
          <p:nvSpPr>
            <p:cNvPr id="1327" name="object 1327"/>
            <p:cNvSpPr/>
            <p:nvPr/>
          </p:nvSpPr>
          <p:spPr>
            <a:xfrm>
              <a:off x="3978909" y="11137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72327"/>
            </a:solidFill>
          </p:spPr>
          <p:txBody>
            <a:bodyPr wrap="square" lIns="0" tIns="0" rIns="0" bIns="0" rtlCol="0"/>
            <a:lstStyle/>
            <a:p/>
          </p:txBody>
        </p:sp>
        <p:sp>
          <p:nvSpPr>
            <p:cNvPr id="1328" name="object 1328"/>
            <p:cNvSpPr/>
            <p:nvPr/>
          </p:nvSpPr>
          <p:spPr>
            <a:xfrm>
              <a:off x="3978909" y="11214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82228"/>
            </a:solidFill>
          </p:spPr>
          <p:txBody>
            <a:bodyPr wrap="square" lIns="0" tIns="0" rIns="0" bIns="0" rtlCol="0"/>
            <a:lstStyle/>
            <a:p/>
          </p:txBody>
        </p:sp>
        <p:sp>
          <p:nvSpPr>
            <p:cNvPr id="1329" name="object 1329"/>
            <p:cNvSpPr/>
            <p:nvPr/>
          </p:nvSpPr>
          <p:spPr>
            <a:xfrm>
              <a:off x="3978909" y="112903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292229"/>
            </a:solidFill>
          </p:spPr>
          <p:txBody>
            <a:bodyPr wrap="square" lIns="0" tIns="0" rIns="0" bIns="0" rtlCol="0"/>
            <a:lstStyle/>
            <a:p/>
          </p:txBody>
        </p:sp>
        <p:sp>
          <p:nvSpPr>
            <p:cNvPr id="1330" name="object 1330"/>
            <p:cNvSpPr/>
            <p:nvPr/>
          </p:nvSpPr>
          <p:spPr>
            <a:xfrm>
              <a:off x="3978909" y="11353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A212A"/>
            </a:solidFill>
          </p:spPr>
          <p:txBody>
            <a:bodyPr wrap="square" lIns="0" tIns="0" rIns="0" bIns="0" rtlCol="0"/>
            <a:lstStyle/>
            <a:p/>
          </p:txBody>
        </p:sp>
        <p:sp>
          <p:nvSpPr>
            <p:cNvPr id="1331" name="object 1331"/>
            <p:cNvSpPr/>
            <p:nvPr/>
          </p:nvSpPr>
          <p:spPr>
            <a:xfrm>
              <a:off x="3978909" y="11430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B212B"/>
            </a:solidFill>
          </p:spPr>
          <p:txBody>
            <a:bodyPr wrap="square" lIns="0" tIns="0" rIns="0" bIns="0" rtlCol="0"/>
            <a:lstStyle/>
            <a:p/>
          </p:txBody>
        </p:sp>
        <p:sp>
          <p:nvSpPr>
            <p:cNvPr id="1332" name="object 1332"/>
            <p:cNvSpPr/>
            <p:nvPr/>
          </p:nvSpPr>
          <p:spPr>
            <a:xfrm>
              <a:off x="3978909" y="11506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2C202C"/>
            </a:solidFill>
          </p:spPr>
          <p:txBody>
            <a:bodyPr wrap="square" lIns="0" tIns="0" rIns="0" bIns="0" rtlCol="0"/>
            <a:lstStyle/>
            <a:p/>
          </p:txBody>
        </p:sp>
        <p:sp>
          <p:nvSpPr>
            <p:cNvPr id="1333" name="object 1333"/>
            <p:cNvSpPr/>
            <p:nvPr/>
          </p:nvSpPr>
          <p:spPr>
            <a:xfrm>
              <a:off x="3978909" y="11569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2D202D"/>
            </a:solidFill>
          </p:spPr>
          <p:txBody>
            <a:bodyPr wrap="square" lIns="0" tIns="0" rIns="0" bIns="0" rtlCol="0"/>
            <a:lstStyle/>
            <a:p/>
          </p:txBody>
        </p:sp>
        <p:sp>
          <p:nvSpPr>
            <p:cNvPr id="1334" name="object 1334"/>
            <p:cNvSpPr/>
            <p:nvPr/>
          </p:nvSpPr>
          <p:spPr>
            <a:xfrm>
              <a:off x="3978909" y="11645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2E1F2E"/>
            </a:solidFill>
          </p:spPr>
          <p:txBody>
            <a:bodyPr wrap="square" lIns="0" tIns="0" rIns="0" bIns="0" rtlCol="0"/>
            <a:lstStyle/>
            <a:p/>
          </p:txBody>
        </p:sp>
        <p:sp>
          <p:nvSpPr>
            <p:cNvPr id="1335" name="object 1335"/>
            <p:cNvSpPr/>
            <p:nvPr/>
          </p:nvSpPr>
          <p:spPr>
            <a:xfrm>
              <a:off x="3978909" y="11722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2F1F2F"/>
            </a:solidFill>
          </p:spPr>
          <p:txBody>
            <a:bodyPr wrap="square" lIns="0" tIns="0" rIns="0" bIns="0" rtlCol="0"/>
            <a:lstStyle/>
            <a:p/>
          </p:txBody>
        </p:sp>
        <p:sp>
          <p:nvSpPr>
            <p:cNvPr id="1336" name="object 1336"/>
            <p:cNvSpPr/>
            <p:nvPr/>
          </p:nvSpPr>
          <p:spPr>
            <a:xfrm>
              <a:off x="3978909" y="11785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11F31"/>
            </a:solidFill>
          </p:spPr>
          <p:txBody>
            <a:bodyPr wrap="square" lIns="0" tIns="0" rIns="0" bIns="0" rtlCol="0"/>
            <a:lstStyle/>
            <a:p/>
          </p:txBody>
        </p:sp>
        <p:sp>
          <p:nvSpPr>
            <p:cNvPr id="1337" name="object 1337"/>
            <p:cNvSpPr/>
            <p:nvPr/>
          </p:nvSpPr>
          <p:spPr>
            <a:xfrm>
              <a:off x="3978910" y="1186179"/>
              <a:ext cx="81280" cy="15240"/>
            </a:xfrm>
            <a:custGeom>
              <a:avLst/>
              <a:gdLst/>
              <a:ahLst/>
              <a:cxnLst/>
              <a:rect l="l" t="t" r="r" b="b"/>
              <a:pathLst>
                <a:path w="81279" h="15240">
                  <a:moveTo>
                    <a:pt x="81280" y="0"/>
                  </a:moveTo>
                  <a:lnTo>
                    <a:pt x="0" y="0"/>
                  </a:lnTo>
                  <a:lnTo>
                    <a:pt x="0" y="7620"/>
                  </a:lnTo>
                  <a:lnTo>
                    <a:pt x="0" y="15240"/>
                  </a:lnTo>
                  <a:lnTo>
                    <a:pt x="81280" y="15240"/>
                  </a:lnTo>
                  <a:lnTo>
                    <a:pt x="81280" y="7620"/>
                  </a:lnTo>
                  <a:lnTo>
                    <a:pt x="81280" y="0"/>
                  </a:lnTo>
                  <a:close/>
                </a:path>
              </a:pathLst>
            </a:custGeom>
            <a:solidFill>
              <a:srgbClr val="331E33"/>
            </a:solidFill>
          </p:spPr>
          <p:txBody>
            <a:bodyPr wrap="square" lIns="0" tIns="0" rIns="0" bIns="0" rtlCol="0"/>
            <a:lstStyle/>
            <a:p/>
          </p:txBody>
        </p:sp>
        <p:sp>
          <p:nvSpPr>
            <p:cNvPr id="1338" name="object 1338"/>
            <p:cNvSpPr/>
            <p:nvPr/>
          </p:nvSpPr>
          <p:spPr>
            <a:xfrm>
              <a:off x="3978909" y="12014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341D34"/>
            </a:solidFill>
          </p:spPr>
          <p:txBody>
            <a:bodyPr wrap="square" lIns="0" tIns="0" rIns="0" bIns="0" rtlCol="0"/>
            <a:lstStyle/>
            <a:p/>
          </p:txBody>
        </p:sp>
        <p:sp>
          <p:nvSpPr>
            <p:cNvPr id="1339" name="object 1339"/>
            <p:cNvSpPr/>
            <p:nvPr/>
          </p:nvSpPr>
          <p:spPr>
            <a:xfrm>
              <a:off x="3978909" y="12077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51D35"/>
            </a:solidFill>
          </p:spPr>
          <p:txBody>
            <a:bodyPr wrap="square" lIns="0" tIns="0" rIns="0" bIns="0" rtlCol="0"/>
            <a:lstStyle/>
            <a:p/>
          </p:txBody>
        </p:sp>
        <p:sp>
          <p:nvSpPr>
            <p:cNvPr id="1340" name="object 1340"/>
            <p:cNvSpPr/>
            <p:nvPr/>
          </p:nvSpPr>
          <p:spPr>
            <a:xfrm>
              <a:off x="3978909" y="12153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61C36"/>
            </a:solidFill>
          </p:spPr>
          <p:txBody>
            <a:bodyPr wrap="square" lIns="0" tIns="0" rIns="0" bIns="0" rtlCol="0"/>
            <a:lstStyle/>
            <a:p/>
          </p:txBody>
        </p:sp>
        <p:sp>
          <p:nvSpPr>
            <p:cNvPr id="1341" name="object 1341"/>
            <p:cNvSpPr/>
            <p:nvPr/>
          </p:nvSpPr>
          <p:spPr>
            <a:xfrm>
              <a:off x="3978909" y="12230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371C37"/>
            </a:solidFill>
          </p:spPr>
          <p:txBody>
            <a:bodyPr wrap="square" lIns="0" tIns="0" rIns="0" bIns="0" rtlCol="0"/>
            <a:lstStyle/>
            <a:p/>
          </p:txBody>
        </p:sp>
        <p:sp>
          <p:nvSpPr>
            <p:cNvPr id="1342" name="object 1342"/>
            <p:cNvSpPr/>
            <p:nvPr/>
          </p:nvSpPr>
          <p:spPr>
            <a:xfrm>
              <a:off x="3978909" y="12293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81B38"/>
            </a:solidFill>
          </p:spPr>
          <p:txBody>
            <a:bodyPr wrap="square" lIns="0" tIns="0" rIns="0" bIns="0" rtlCol="0"/>
            <a:lstStyle/>
            <a:p/>
          </p:txBody>
        </p:sp>
        <p:sp>
          <p:nvSpPr>
            <p:cNvPr id="1343" name="object 1343"/>
            <p:cNvSpPr/>
            <p:nvPr/>
          </p:nvSpPr>
          <p:spPr>
            <a:xfrm>
              <a:off x="3978909" y="12369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91B39"/>
            </a:solidFill>
          </p:spPr>
          <p:txBody>
            <a:bodyPr wrap="square" lIns="0" tIns="0" rIns="0" bIns="0" rtlCol="0"/>
            <a:lstStyle/>
            <a:p/>
          </p:txBody>
        </p:sp>
        <p:sp>
          <p:nvSpPr>
            <p:cNvPr id="1344" name="object 1344"/>
            <p:cNvSpPr/>
            <p:nvPr/>
          </p:nvSpPr>
          <p:spPr>
            <a:xfrm>
              <a:off x="3978909" y="12446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3B1B3B"/>
            </a:solidFill>
          </p:spPr>
          <p:txBody>
            <a:bodyPr wrap="square" lIns="0" tIns="0" rIns="0" bIns="0" rtlCol="0"/>
            <a:lstStyle/>
            <a:p/>
          </p:txBody>
        </p:sp>
        <p:sp>
          <p:nvSpPr>
            <p:cNvPr id="1345" name="object 1345"/>
            <p:cNvSpPr/>
            <p:nvPr/>
          </p:nvSpPr>
          <p:spPr>
            <a:xfrm>
              <a:off x="3978909" y="12509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C1A3C"/>
            </a:solidFill>
          </p:spPr>
          <p:txBody>
            <a:bodyPr wrap="square" lIns="0" tIns="0" rIns="0" bIns="0" rtlCol="0"/>
            <a:lstStyle/>
            <a:p/>
          </p:txBody>
        </p:sp>
        <p:sp>
          <p:nvSpPr>
            <p:cNvPr id="1346" name="object 1346"/>
            <p:cNvSpPr/>
            <p:nvPr/>
          </p:nvSpPr>
          <p:spPr>
            <a:xfrm>
              <a:off x="3978909" y="12585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3D1A3D"/>
            </a:solidFill>
          </p:spPr>
          <p:txBody>
            <a:bodyPr wrap="square" lIns="0" tIns="0" rIns="0" bIns="0" rtlCol="0"/>
            <a:lstStyle/>
            <a:p/>
          </p:txBody>
        </p:sp>
        <p:sp>
          <p:nvSpPr>
            <p:cNvPr id="1347" name="object 1347"/>
            <p:cNvSpPr/>
            <p:nvPr/>
          </p:nvSpPr>
          <p:spPr>
            <a:xfrm>
              <a:off x="3978909" y="12661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3E193E"/>
            </a:solidFill>
          </p:spPr>
          <p:txBody>
            <a:bodyPr wrap="square" lIns="0" tIns="0" rIns="0" bIns="0" rtlCol="0"/>
            <a:lstStyle/>
            <a:p/>
          </p:txBody>
        </p:sp>
        <p:sp>
          <p:nvSpPr>
            <p:cNvPr id="1348" name="object 1348"/>
            <p:cNvSpPr/>
            <p:nvPr/>
          </p:nvSpPr>
          <p:spPr>
            <a:xfrm>
              <a:off x="3978909" y="12725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3F193F"/>
            </a:solidFill>
          </p:spPr>
          <p:txBody>
            <a:bodyPr wrap="square" lIns="0" tIns="0" rIns="0" bIns="0" rtlCol="0"/>
            <a:lstStyle/>
            <a:p/>
          </p:txBody>
        </p:sp>
        <p:sp>
          <p:nvSpPr>
            <p:cNvPr id="1349" name="object 1349"/>
            <p:cNvSpPr/>
            <p:nvPr/>
          </p:nvSpPr>
          <p:spPr>
            <a:xfrm>
              <a:off x="3978909" y="12801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01840"/>
            </a:solidFill>
          </p:spPr>
          <p:txBody>
            <a:bodyPr wrap="square" lIns="0" tIns="0" rIns="0" bIns="0" rtlCol="0"/>
            <a:lstStyle/>
            <a:p/>
          </p:txBody>
        </p:sp>
        <p:sp>
          <p:nvSpPr>
            <p:cNvPr id="1350" name="object 1350"/>
            <p:cNvSpPr/>
            <p:nvPr/>
          </p:nvSpPr>
          <p:spPr>
            <a:xfrm>
              <a:off x="3978909" y="12877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411841"/>
            </a:solidFill>
          </p:spPr>
          <p:txBody>
            <a:bodyPr wrap="square" lIns="0" tIns="0" rIns="0" bIns="0" rtlCol="0"/>
            <a:lstStyle/>
            <a:p/>
          </p:txBody>
        </p:sp>
        <p:sp>
          <p:nvSpPr>
            <p:cNvPr id="1351" name="object 1351"/>
            <p:cNvSpPr/>
            <p:nvPr/>
          </p:nvSpPr>
          <p:spPr>
            <a:xfrm>
              <a:off x="3978909" y="12941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21742"/>
            </a:solidFill>
          </p:spPr>
          <p:txBody>
            <a:bodyPr wrap="square" lIns="0" tIns="0" rIns="0" bIns="0" rtlCol="0"/>
            <a:lstStyle/>
            <a:p/>
          </p:txBody>
        </p:sp>
        <p:sp>
          <p:nvSpPr>
            <p:cNvPr id="1352" name="object 1352"/>
            <p:cNvSpPr/>
            <p:nvPr/>
          </p:nvSpPr>
          <p:spPr>
            <a:xfrm>
              <a:off x="3978909" y="13017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41744"/>
            </a:solidFill>
          </p:spPr>
          <p:txBody>
            <a:bodyPr wrap="square" lIns="0" tIns="0" rIns="0" bIns="0" rtlCol="0"/>
            <a:lstStyle/>
            <a:p/>
          </p:txBody>
        </p:sp>
        <p:sp>
          <p:nvSpPr>
            <p:cNvPr id="1353" name="object 1353"/>
            <p:cNvSpPr/>
            <p:nvPr/>
          </p:nvSpPr>
          <p:spPr>
            <a:xfrm>
              <a:off x="3978909" y="13093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451745"/>
            </a:solidFill>
          </p:spPr>
          <p:txBody>
            <a:bodyPr wrap="square" lIns="0" tIns="0" rIns="0" bIns="0" rtlCol="0"/>
            <a:lstStyle/>
            <a:p/>
          </p:txBody>
        </p:sp>
        <p:sp>
          <p:nvSpPr>
            <p:cNvPr id="1354" name="object 1354"/>
            <p:cNvSpPr/>
            <p:nvPr/>
          </p:nvSpPr>
          <p:spPr>
            <a:xfrm>
              <a:off x="3978909" y="13157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61646"/>
            </a:solidFill>
          </p:spPr>
          <p:txBody>
            <a:bodyPr wrap="square" lIns="0" tIns="0" rIns="0" bIns="0" rtlCol="0"/>
            <a:lstStyle/>
            <a:p/>
          </p:txBody>
        </p:sp>
        <p:sp>
          <p:nvSpPr>
            <p:cNvPr id="1355" name="object 1355"/>
            <p:cNvSpPr/>
            <p:nvPr/>
          </p:nvSpPr>
          <p:spPr>
            <a:xfrm>
              <a:off x="3978909" y="13233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71647"/>
            </a:solidFill>
          </p:spPr>
          <p:txBody>
            <a:bodyPr wrap="square" lIns="0" tIns="0" rIns="0" bIns="0" rtlCol="0"/>
            <a:lstStyle/>
            <a:p/>
          </p:txBody>
        </p:sp>
        <p:sp>
          <p:nvSpPr>
            <p:cNvPr id="1356" name="object 1356"/>
            <p:cNvSpPr/>
            <p:nvPr/>
          </p:nvSpPr>
          <p:spPr>
            <a:xfrm>
              <a:off x="3978909" y="13309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481548"/>
            </a:solidFill>
          </p:spPr>
          <p:txBody>
            <a:bodyPr wrap="square" lIns="0" tIns="0" rIns="0" bIns="0" rtlCol="0"/>
            <a:lstStyle/>
            <a:p/>
          </p:txBody>
        </p:sp>
        <p:sp>
          <p:nvSpPr>
            <p:cNvPr id="1357" name="object 1357"/>
            <p:cNvSpPr/>
            <p:nvPr/>
          </p:nvSpPr>
          <p:spPr>
            <a:xfrm>
              <a:off x="3978909" y="13373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91549"/>
            </a:solidFill>
          </p:spPr>
          <p:txBody>
            <a:bodyPr wrap="square" lIns="0" tIns="0" rIns="0" bIns="0" rtlCol="0"/>
            <a:lstStyle/>
            <a:p/>
          </p:txBody>
        </p:sp>
        <p:sp>
          <p:nvSpPr>
            <p:cNvPr id="1358" name="object 1358"/>
            <p:cNvSpPr/>
            <p:nvPr/>
          </p:nvSpPr>
          <p:spPr>
            <a:xfrm>
              <a:off x="3978909" y="13449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A144A"/>
            </a:solidFill>
          </p:spPr>
          <p:txBody>
            <a:bodyPr wrap="square" lIns="0" tIns="0" rIns="0" bIns="0" rtlCol="0"/>
            <a:lstStyle/>
            <a:p/>
          </p:txBody>
        </p:sp>
        <p:sp>
          <p:nvSpPr>
            <p:cNvPr id="1359" name="object 1359"/>
            <p:cNvSpPr/>
            <p:nvPr/>
          </p:nvSpPr>
          <p:spPr>
            <a:xfrm>
              <a:off x="3978909" y="13525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B144B"/>
            </a:solidFill>
          </p:spPr>
          <p:txBody>
            <a:bodyPr wrap="square" lIns="0" tIns="0" rIns="0" bIns="0" rtlCol="0"/>
            <a:lstStyle/>
            <a:p/>
          </p:txBody>
        </p:sp>
        <p:sp>
          <p:nvSpPr>
            <p:cNvPr id="1360" name="object 1360"/>
            <p:cNvSpPr/>
            <p:nvPr/>
          </p:nvSpPr>
          <p:spPr>
            <a:xfrm>
              <a:off x="3978909" y="13601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4C134C"/>
            </a:solidFill>
          </p:spPr>
          <p:txBody>
            <a:bodyPr wrap="square" lIns="0" tIns="0" rIns="0" bIns="0" rtlCol="0"/>
            <a:lstStyle/>
            <a:p/>
          </p:txBody>
        </p:sp>
        <p:sp>
          <p:nvSpPr>
            <p:cNvPr id="1361" name="object 1361"/>
            <p:cNvSpPr/>
            <p:nvPr/>
          </p:nvSpPr>
          <p:spPr>
            <a:xfrm>
              <a:off x="3978909" y="13665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4E134E"/>
            </a:solidFill>
          </p:spPr>
          <p:txBody>
            <a:bodyPr wrap="square" lIns="0" tIns="0" rIns="0" bIns="0" rtlCol="0"/>
            <a:lstStyle/>
            <a:p/>
          </p:txBody>
        </p:sp>
        <p:sp>
          <p:nvSpPr>
            <p:cNvPr id="1362" name="object 1362"/>
            <p:cNvSpPr/>
            <p:nvPr/>
          </p:nvSpPr>
          <p:spPr>
            <a:xfrm>
              <a:off x="3978909" y="13741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4F134F"/>
            </a:solidFill>
          </p:spPr>
          <p:txBody>
            <a:bodyPr wrap="square" lIns="0" tIns="0" rIns="0" bIns="0" rtlCol="0"/>
            <a:lstStyle/>
            <a:p/>
          </p:txBody>
        </p:sp>
        <p:sp>
          <p:nvSpPr>
            <p:cNvPr id="1363" name="object 1363"/>
            <p:cNvSpPr/>
            <p:nvPr/>
          </p:nvSpPr>
          <p:spPr>
            <a:xfrm>
              <a:off x="3978909" y="13817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501250"/>
            </a:solidFill>
          </p:spPr>
          <p:txBody>
            <a:bodyPr wrap="square" lIns="0" tIns="0" rIns="0" bIns="0" rtlCol="0"/>
            <a:lstStyle/>
            <a:p/>
          </p:txBody>
        </p:sp>
        <p:sp>
          <p:nvSpPr>
            <p:cNvPr id="1364" name="object 1364"/>
            <p:cNvSpPr/>
            <p:nvPr/>
          </p:nvSpPr>
          <p:spPr>
            <a:xfrm>
              <a:off x="3978909" y="13881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11251"/>
            </a:solidFill>
          </p:spPr>
          <p:txBody>
            <a:bodyPr wrap="square" lIns="0" tIns="0" rIns="0" bIns="0" rtlCol="0"/>
            <a:lstStyle/>
            <a:p/>
          </p:txBody>
        </p:sp>
        <p:sp>
          <p:nvSpPr>
            <p:cNvPr id="1365" name="object 1365"/>
            <p:cNvSpPr/>
            <p:nvPr/>
          </p:nvSpPr>
          <p:spPr>
            <a:xfrm>
              <a:off x="3978909" y="13957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21152"/>
            </a:solidFill>
          </p:spPr>
          <p:txBody>
            <a:bodyPr wrap="square" lIns="0" tIns="0" rIns="0" bIns="0" rtlCol="0"/>
            <a:lstStyle/>
            <a:p/>
          </p:txBody>
        </p:sp>
        <p:sp>
          <p:nvSpPr>
            <p:cNvPr id="1366" name="object 1366"/>
            <p:cNvSpPr/>
            <p:nvPr/>
          </p:nvSpPr>
          <p:spPr>
            <a:xfrm>
              <a:off x="3978909" y="14033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531153"/>
            </a:solidFill>
          </p:spPr>
          <p:txBody>
            <a:bodyPr wrap="square" lIns="0" tIns="0" rIns="0" bIns="0" rtlCol="0"/>
            <a:lstStyle/>
            <a:p/>
          </p:txBody>
        </p:sp>
        <p:sp>
          <p:nvSpPr>
            <p:cNvPr id="1367" name="object 1367"/>
            <p:cNvSpPr/>
            <p:nvPr/>
          </p:nvSpPr>
          <p:spPr>
            <a:xfrm>
              <a:off x="3978909" y="14097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41054"/>
            </a:solidFill>
          </p:spPr>
          <p:txBody>
            <a:bodyPr wrap="square" lIns="0" tIns="0" rIns="0" bIns="0" rtlCol="0"/>
            <a:lstStyle/>
            <a:p/>
          </p:txBody>
        </p:sp>
        <p:sp>
          <p:nvSpPr>
            <p:cNvPr id="1368" name="object 1368"/>
            <p:cNvSpPr/>
            <p:nvPr/>
          </p:nvSpPr>
          <p:spPr>
            <a:xfrm>
              <a:off x="3978909" y="14173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51055"/>
            </a:solidFill>
          </p:spPr>
          <p:txBody>
            <a:bodyPr wrap="square" lIns="0" tIns="0" rIns="0" bIns="0" rtlCol="0"/>
            <a:lstStyle/>
            <a:p/>
          </p:txBody>
        </p:sp>
        <p:sp>
          <p:nvSpPr>
            <p:cNvPr id="1369" name="object 1369"/>
            <p:cNvSpPr/>
            <p:nvPr/>
          </p:nvSpPr>
          <p:spPr>
            <a:xfrm>
              <a:off x="3978909" y="142494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560F56"/>
            </a:solidFill>
          </p:spPr>
          <p:txBody>
            <a:bodyPr wrap="square" lIns="0" tIns="0" rIns="0" bIns="0" rtlCol="0"/>
            <a:lstStyle/>
            <a:p/>
          </p:txBody>
        </p:sp>
        <p:sp>
          <p:nvSpPr>
            <p:cNvPr id="1370" name="object 1370"/>
            <p:cNvSpPr/>
            <p:nvPr/>
          </p:nvSpPr>
          <p:spPr>
            <a:xfrm>
              <a:off x="3978909" y="14312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80F58"/>
            </a:solidFill>
          </p:spPr>
          <p:txBody>
            <a:bodyPr wrap="square" lIns="0" tIns="0" rIns="0" bIns="0" rtlCol="0"/>
            <a:lstStyle/>
            <a:p/>
          </p:txBody>
        </p:sp>
        <p:sp>
          <p:nvSpPr>
            <p:cNvPr id="1371" name="object 1371"/>
            <p:cNvSpPr/>
            <p:nvPr/>
          </p:nvSpPr>
          <p:spPr>
            <a:xfrm>
              <a:off x="3978909" y="14389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90F59"/>
            </a:solidFill>
          </p:spPr>
          <p:txBody>
            <a:bodyPr wrap="square" lIns="0" tIns="0" rIns="0" bIns="0" rtlCol="0"/>
            <a:lstStyle/>
            <a:p/>
          </p:txBody>
        </p:sp>
        <p:sp>
          <p:nvSpPr>
            <p:cNvPr id="1372" name="object 1372"/>
            <p:cNvSpPr/>
            <p:nvPr/>
          </p:nvSpPr>
          <p:spPr>
            <a:xfrm>
              <a:off x="3978909" y="144653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5A0E5A"/>
            </a:solidFill>
          </p:spPr>
          <p:txBody>
            <a:bodyPr wrap="square" lIns="0" tIns="0" rIns="0" bIns="0" rtlCol="0"/>
            <a:lstStyle/>
            <a:p/>
          </p:txBody>
        </p:sp>
        <p:sp>
          <p:nvSpPr>
            <p:cNvPr id="1373" name="object 1373"/>
            <p:cNvSpPr/>
            <p:nvPr/>
          </p:nvSpPr>
          <p:spPr>
            <a:xfrm>
              <a:off x="3978909" y="14528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B0E5B"/>
            </a:solidFill>
          </p:spPr>
          <p:txBody>
            <a:bodyPr wrap="square" lIns="0" tIns="0" rIns="0" bIns="0" rtlCol="0"/>
            <a:lstStyle/>
            <a:p/>
          </p:txBody>
        </p:sp>
        <p:sp>
          <p:nvSpPr>
            <p:cNvPr id="1374" name="object 1374"/>
            <p:cNvSpPr/>
            <p:nvPr/>
          </p:nvSpPr>
          <p:spPr>
            <a:xfrm>
              <a:off x="3978909" y="14605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C0D5C"/>
            </a:solidFill>
          </p:spPr>
          <p:txBody>
            <a:bodyPr wrap="square" lIns="0" tIns="0" rIns="0" bIns="0" rtlCol="0"/>
            <a:lstStyle/>
            <a:p/>
          </p:txBody>
        </p:sp>
        <p:sp>
          <p:nvSpPr>
            <p:cNvPr id="1375" name="object 1375"/>
            <p:cNvSpPr/>
            <p:nvPr/>
          </p:nvSpPr>
          <p:spPr>
            <a:xfrm>
              <a:off x="3978909" y="14681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5D0D5D"/>
            </a:solidFill>
          </p:spPr>
          <p:txBody>
            <a:bodyPr wrap="square" lIns="0" tIns="0" rIns="0" bIns="0" rtlCol="0"/>
            <a:lstStyle/>
            <a:p/>
          </p:txBody>
        </p:sp>
        <p:sp>
          <p:nvSpPr>
            <p:cNvPr id="1376" name="object 1376"/>
            <p:cNvSpPr/>
            <p:nvPr/>
          </p:nvSpPr>
          <p:spPr>
            <a:xfrm>
              <a:off x="3978909" y="14744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5E0C5E"/>
            </a:solidFill>
          </p:spPr>
          <p:txBody>
            <a:bodyPr wrap="square" lIns="0" tIns="0" rIns="0" bIns="0" rtlCol="0"/>
            <a:lstStyle/>
            <a:p/>
          </p:txBody>
        </p:sp>
        <p:sp>
          <p:nvSpPr>
            <p:cNvPr id="1377" name="object 1377"/>
            <p:cNvSpPr/>
            <p:nvPr/>
          </p:nvSpPr>
          <p:spPr>
            <a:xfrm>
              <a:off x="3978909" y="14820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5F0C5F"/>
            </a:solidFill>
          </p:spPr>
          <p:txBody>
            <a:bodyPr wrap="square" lIns="0" tIns="0" rIns="0" bIns="0" rtlCol="0"/>
            <a:lstStyle/>
            <a:p/>
          </p:txBody>
        </p:sp>
        <p:sp>
          <p:nvSpPr>
            <p:cNvPr id="1378" name="object 1378"/>
            <p:cNvSpPr/>
            <p:nvPr/>
          </p:nvSpPr>
          <p:spPr>
            <a:xfrm>
              <a:off x="3978909" y="14897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600B60"/>
            </a:solidFill>
          </p:spPr>
          <p:txBody>
            <a:bodyPr wrap="square" lIns="0" tIns="0" rIns="0" bIns="0" rtlCol="0"/>
            <a:lstStyle/>
            <a:p/>
          </p:txBody>
        </p:sp>
        <p:sp>
          <p:nvSpPr>
            <p:cNvPr id="1379" name="object 1379"/>
            <p:cNvSpPr/>
            <p:nvPr/>
          </p:nvSpPr>
          <p:spPr>
            <a:xfrm>
              <a:off x="3978909" y="14960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620B62"/>
            </a:solidFill>
          </p:spPr>
          <p:txBody>
            <a:bodyPr wrap="square" lIns="0" tIns="0" rIns="0" bIns="0" rtlCol="0"/>
            <a:lstStyle/>
            <a:p/>
          </p:txBody>
        </p:sp>
        <p:sp>
          <p:nvSpPr>
            <p:cNvPr id="1380" name="object 1380"/>
            <p:cNvSpPr/>
            <p:nvPr/>
          </p:nvSpPr>
          <p:spPr>
            <a:xfrm>
              <a:off x="3978909" y="15036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30B63"/>
            </a:solidFill>
          </p:spPr>
          <p:txBody>
            <a:bodyPr wrap="square" lIns="0" tIns="0" rIns="0" bIns="0" rtlCol="0"/>
            <a:lstStyle/>
            <a:p/>
          </p:txBody>
        </p:sp>
        <p:sp>
          <p:nvSpPr>
            <p:cNvPr id="1381" name="object 1381"/>
            <p:cNvSpPr/>
            <p:nvPr/>
          </p:nvSpPr>
          <p:spPr>
            <a:xfrm>
              <a:off x="3978909" y="151130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40A64"/>
            </a:solidFill>
          </p:spPr>
          <p:txBody>
            <a:bodyPr wrap="square" lIns="0" tIns="0" rIns="0" bIns="0" rtlCol="0"/>
            <a:lstStyle/>
            <a:p/>
          </p:txBody>
        </p:sp>
        <p:sp>
          <p:nvSpPr>
            <p:cNvPr id="1382" name="object 1382"/>
            <p:cNvSpPr/>
            <p:nvPr/>
          </p:nvSpPr>
          <p:spPr>
            <a:xfrm>
              <a:off x="3978909" y="151892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660A66"/>
            </a:solidFill>
          </p:spPr>
          <p:txBody>
            <a:bodyPr wrap="square" lIns="0" tIns="0" rIns="0" bIns="0" rtlCol="0"/>
            <a:lstStyle/>
            <a:p/>
          </p:txBody>
        </p:sp>
        <p:sp>
          <p:nvSpPr>
            <p:cNvPr id="1383" name="object 1383"/>
            <p:cNvSpPr/>
            <p:nvPr/>
          </p:nvSpPr>
          <p:spPr>
            <a:xfrm>
              <a:off x="3978909" y="15252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660966"/>
            </a:solidFill>
          </p:spPr>
          <p:txBody>
            <a:bodyPr wrap="square" lIns="0" tIns="0" rIns="0" bIns="0" rtlCol="0"/>
            <a:lstStyle/>
            <a:p/>
          </p:txBody>
        </p:sp>
        <p:sp>
          <p:nvSpPr>
            <p:cNvPr id="1384" name="object 1384"/>
            <p:cNvSpPr/>
            <p:nvPr/>
          </p:nvSpPr>
          <p:spPr>
            <a:xfrm>
              <a:off x="3978909" y="153289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70967"/>
            </a:solidFill>
          </p:spPr>
          <p:txBody>
            <a:bodyPr wrap="square" lIns="0" tIns="0" rIns="0" bIns="0" rtlCol="0"/>
            <a:lstStyle/>
            <a:p/>
          </p:txBody>
        </p:sp>
        <p:sp>
          <p:nvSpPr>
            <p:cNvPr id="1385" name="object 1385"/>
            <p:cNvSpPr/>
            <p:nvPr/>
          </p:nvSpPr>
          <p:spPr>
            <a:xfrm>
              <a:off x="3978909" y="154051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680868"/>
            </a:solidFill>
          </p:spPr>
          <p:txBody>
            <a:bodyPr wrap="square" lIns="0" tIns="0" rIns="0" bIns="0" rtlCol="0"/>
            <a:lstStyle/>
            <a:p/>
          </p:txBody>
        </p:sp>
        <p:sp>
          <p:nvSpPr>
            <p:cNvPr id="1386" name="object 1386"/>
            <p:cNvSpPr/>
            <p:nvPr/>
          </p:nvSpPr>
          <p:spPr>
            <a:xfrm>
              <a:off x="3978909" y="15468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690869"/>
            </a:solidFill>
          </p:spPr>
          <p:txBody>
            <a:bodyPr wrap="square" lIns="0" tIns="0" rIns="0" bIns="0" rtlCol="0"/>
            <a:lstStyle/>
            <a:p/>
          </p:txBody>
        </p:sp>
        <p:sp>
          <p:nvSpPr>
            <p:cNvPr id="1387" name="object 1387"/>
            <p:cNvSpPr/>
            <p:nvPr/>
          </p:nvSpPr>
          <p:spPr>
            <a:xfrm>
              <a:off x="3978909" y="155448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A076A"/>
            </a:solidFill>
          </p:spPr>
          <p:txBody>
            <a:bodyPr wrap="square" lIns="0" tIns="0" rIns="0" bIns="0" rtlCol="0"/>
            <a:lstStyle/>
            <a:p/>
          </p:txBody>
        </p:sp>
        <p:sp>
          <p:nvSpPr>
            <p:cNvPr id="1388" name="object 1388"/>
            <p:cNvSpPr/>
            <p:nvPr/>
          </p:nvSpPr>
          <p:spPr>
            <a:xfrm>
              <a:off x="3978909" y="156210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6C076C"/>
            </a:solidFill>
          </p:spPr>
          <p:txBody>
            <a:bodyPr wrap="square" lIns="0" tIns="0" rIns="0" bIns="0" rtlCol="0"/>
            <a:lstStyle/>
            <a:p/>
          </p:txBody>
        </p:sp>
        <p:sp>
          <p:nvSpPr>
            <p:cNvPr id="1389" name="object 1389"/>
            <p:cNvSpPr/>
            <p:nvPr/>
          </p:nvSpPr>
          <p:spPr>
            <a:xfrm>
              <a:off x="3978909" y="15684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6D076D"/>
            </a:solidFill>
          </p:spPr>
          <p:txBody>
            <a:bodyPr wrap="square" lIns="0" tIns="0" rIns="0" bIns="0" rtlCol="0"/>
            <a:lstStyle/>
            <a:p/>
          </p:txBody>
        </p:sp>
        <p:sp>
          <p:nvSpPr>
            <p:cNvPr id="1390" name="object 1390"/>
            <p:cNvSpPr/>
            <p:nvPr/>
          </p:nvSpPr>
          <p:spPr>
            <a:xfrm>
              <a:off x="3978909" y="157607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6E066E"/>
            </a:solidFill>
          </p:spPr>
          <p:txBody>
            <a:bodyPr wrap="square" lIns="0" tIns="0" rIns="0" bIns="0" rtlCol="0"/>
            <a:lstStyle/>
            <a:p/>
          </p:txBody>
        </p:sp>
        <p:sp>
          <p:nvSpPr>
            <p:cNvPr id="1391" name="object 1391"/>
            <p:cNvSpPr/>
            <p:nvPr/>
          </p:nvSpPr>
          <p:spPr>
            <a:xfrm>
              <a:off x="3978909" y="158369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6F066F"/>
            </a:solidFill>
          </p:spPr>
          <p:txBody>
            <a:bodyPr wrap="square" lIns="0" tIns="0" rIns="0" bIns="0" rtlCol="0"/>
            <a:lstStyle/>
            <a:p/>
          </p:txBody>
        </p:sp>
        <p:sp>
          <p:nvSpPr>
            <p:cNvPr id="1392" name="object 1392"/>
            <p:cNvSpPr/>
            <p:nvPr/>
          </p:nvSpPr>
          <p:spPr>
            <a:xfrm>
              <a:off x="3978909" y="15900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700570"/>
            </a:solidFill>
          </p:spPr>
          <p:txBody>
            <a:bodyPr wrap="square" lIns="0" tIns="0" rIns="0" bIns="0" rtlCol="0"/>
            <a:lstStyle/>
            <a:p/>
          </p:txBody>
        </p:sp>
        <p:sp>
          <p:nvSpPr>
            <p:cNvPr id="1393" name="object 1393"/>
            <p:cNvSpPr/>
            <p:nvPr/>
          </p:nvSpPr>
          <p:spPr>
            <a:xfrm>
              <a:off x="3978909" y="159766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710571"/>
            </a:solidFill>
          </p:spPr>
          <p:txBody>
            <a:bodyPr wrap="square" lIns="0" tIns="0" rIns="0" bIns="0" rtlCol="0"/>
            <a:lstStyle/>
            <a:p/>
          </p:txBody>
        </p:sp>
        <p:sp>
          <p:nvSpPr>
            <p:cNvPr id="1394" name="object 1394"/>
            <p:cNvSpPr/>
            <p:nvPr/>
          </p:nvSpPr>
          <p:spPr>
            <a:xfrm>
              <a:off x="3978909" y="160528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720472"/>
            </a:solidFill>
          </p:spPr>
          <p:txBody>
            <a:bodyPr wrap="square" lIns="0" tIns="0" rIns="0" bIns="0" rtlCol="0"/>
            <a:lstStyle/>
            <a:p/>
          </p:txBody>
        </p:sp>
        <p:sp>
          <p:nvSpPr>
            <p:cNvPr id="1395" name="object 1395"/>
            <p:cNvSpPr/>
            <p:nvPr/>
          </p:nvSpPr>
          <p:spPr>
            <a:xfrm>
              <a:off x="3978909" y="16116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730473"/>
            </a:solidFill>
          </p:spPr>
          <p:txBody>
            <a:bodyPr wrap="square" lIns="0" tIns="0" rIns="0" bIns="0" rtlCol="0"/>
            <a:lstStyle/>
            <a:p/>
          </p:txBody>
        </p:sp>
        <p:sp>
          <p:nvSpPr>
            <p:cNvPr id="1396" name="object 1396"/>
            <p:cNvSpPr/>
            <p:nvPr/>
          </p:nvSpPr>
          <p:spPr>
            <a:xfrm>
              <a:off x="3978909" y="161925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740374"/>
            </a:solidFill>
          </p:spPr>
          <p:txBody>
            <a:bodyPr wrap="square" lIns="0" tIns="0" rIns="0" bIns="0" rtlCol="0"/>
            <a:lstStyle/>
            <a:p/>
          </p:txBody>
        </p:sp>
        <p:sp>
          <p:nvSpPr>
            <p:cNvPr id="1397" name="object 1397"/>
            <p:cNvSpPr/>
            <p:nvPr/>
          </p:nvSpPr>
          <p:spPr>
            <a:xfrm>
              <a:off x="3978909" y="162687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760376"/>
            </a:solidFill>
          </p:spPr>
          <p:txBody>
            <a:bodyPr wrap="square" lIns="0" tIns="0" rIns="0" bIns="0" rtlCol="0"/>
            <a:lstStyle/>
            <a:p/>
          </p:txBody>
        </p:sp>
        <p:sp>
          <p:nvSpPr>
            <p:cNvPr id="1398" name="object 1398"/>
            <p:cNvSpPr/>
            <p:nvPr/>
          </p:nvSpPr>
          <p:spPr>
            <a:xfrm>
              <a:off x="3978909" y="163322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770377"/>
            </a:solidFill>
          </p:spPr>
          <p:txBody>
            <a:bodyPr wrap="square" lIns="0" tIns="0" rIns="0" bIns="0" rtlCol="0"/>
            <a:lstStyle/>
            <a:p/>
          </p:txBody>
        </p:sp>
        <p:sp>
          <p:nvSpPr>
            <p:cNvPr id="1399" name="object 1399"/>
            <p:cNvSpPr/>
            <p:nvPr/>
          </p:nvSpPr>
          <p:spPr>
            <a:xfrm>
              <a:off x="3978909" y="164084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780278"/>
            </a:solidFill>
          </p:spPr>
          <p:txBody>
            <a:bodyPr wrap="square" lIns="0" tIns="0" rIns="0" bIns="0" rtlCol="0"/>
            <a:lstStyle/>
            <a:p/>
          </p:txBody>
        </p:sp>
        <p:sp>
          <p:nvSpPr>
            <p:cNvPr id="1400" name="object 1400"/>
            <p:cNvSpPr/>
            <p:nvPr/>
          </p:nvSpPr>
          <p:spPr>
            <a:xfrm>
              <a:off x="3978909" y="164846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790279"/>
            </a:solidFill>
          </p:spPr>
          <p:txBody>
            <a:bodyPr wrap="square" lIns="0" tIns="0" rIns="0" bIns="0" rtlCol="0"/>
            <a:lstStyle/>
            <a:p/>
          </p:txBody>
        </p:sp>
        <p:sp>
          <p:nvSpPr>
            <p:cNvPr id="1401" name="object 1401"/>
            <p:cNvSpPr/>
            <p:nvPr/>
          </p:nvSpPr>
          <p:spPr>
            <a:xfrm>
              <a:off x="3978909" y="1654810"/>
              <a:ext cx="81280" cy="7620"/>
            </a:xfrm>
            <a:custGeom>
              <a:avLst/>
              <a:gdLst/>
              <a:ahLst/>
              <a:cxnLst/>
              <a:rect l="l" t="t" r="r" b="b"/>
              <a:pathLst>
                <a:path w="81279" h="7619">
                  <a:moveTo>
                    <a:pt x="0" y="7619"/>
                  </a:moveTo>
                  <a:lnTo>
                    <a:pt x="0" y="0"/>
                  </a:lnTo>
                  <a:lnTo>
                    <a:pt x="81279" y="0"/>
                  </a:lnTo>
                  <a:lnTo>
                    <a:pt x="81279" y="7619"/>
                  </a:lnTo>
                  <a:lnTo>
                    <a:pt x="0" y="7619"/>
                  </a:lnTo>
                  <a:close/>
                </a:path>
              </a:pathLst>
            </a:custGeom>
            <a:solidFill>
              <a:srgbClr val="7A017A"/>
            </a:solidFill>
          </p:spPr>
          <p:txBody>
            <a:bodyPr wrap="square" lIns="0" tIns="0" rIns="0" bIns="0" rtlCol="0"/>
            <a:lstStyle/>
            <a:p/>
          </p:txBody>
        </p:sp>
        <p:sp>
          <p:nvSpPr>
            <p:cNvPr id="1402" name="object 1402"/>
            <p:cNvSpPr/>
            <p:nvPr/>
          </p:nvSpPr>
          <p:spPr>
            <a:xfrm>
              <a:off x="3978909" y="1662430"/>
              <a:ext cx="81280" cy="7620"/>
            </a:xfrm>
            <a:custGeom>
              <a:avLst/>
              <a:gdLst/>
              <a:ahLst/>
              <a:cxnLst/>
              <a:rect l="l" t="t" r="r" b="b"/>
              <a:pathLst>
                <a:path w="81279" h="7619">
                  <a:moveTo>
                    <a:pt x="0" y="7620"/>
                  </a:moveTo>
                  <a:lnTo>
                    <a:pt x="0" y="0"/>
                  </a:lnTo>
                  <a:lnTo>
                    <a:pt x="81279" y="0"/>
                  </a:lnTo>
                  <a:lnTo>
                    <a:pt x="81279" y="7620"/>
                  </a:lnTo>
                  <a:lnTo>
                    <a:pt x="0" y="7620"/>
                  </a:lnTo>
                  <a:close/>
                </a:path>
              </a:pathLst>
            </a:custGeom>
            <a:solidFill>
              <a:srgbClr val="7B017B"/>
            </a:solidFill>
          </p:spPr>
          <p:txBody>
            <a:bodyPr wrap="square" lIns="0" tIns="0" rIns="0" bIns="0" rtlCol="0"/>
            <a:lstStyle/>
            <a:p/>
          </p:txBody>
        </p:sp>
        <p:sp>
          <p:nvSpPr>
            <p:cNvPr id="1403" name="object 1403"/>
            <p:cNvSpPr/>
            <p:nvPr/>
          </p:nvSpPr>
          <p:spPr>
            <a:xfrm>
              <a:off x="3978909" y="1670050"/>
              <a:ext cx="81280" cy="6350"/>
            </a:xfrm>
            <a:custGeom>
              <a:avLst/>
              <a:gdLst/>
              <a:ahLst/>
              <a:cxnLst/>
              <a:rect l="l" t="t" r="r" b="b"/>
              <a:pathLst>
                <a:path w="81279" h="6350">
                  <a:moveTo>
                    <a:pt x="0" y="6350"/>
                  </a:moveTo>
                  <a:lnTo>
                    <a:pt x="0" y="0"/>
                  </a:lnTo>
                  <a:lnTo>
                    <a:pt x="81279" y="0"/>
                  </a:lnTo>
                  <a:lnTo>
                    <a:pt x="81279" y="6350"/>
                  </a:lnTo>
                  <a:lnTo>
                    <a:pt x="0" y="6350"/>
                  </a:lnTo>
                  <a:close/>
                </a:path>
              </a:pathLst>
            </a:custGeom>
            <a:solidFill>
              <a:srgbClr val="7C007C"/>
            </a:solidFill>
          </p:spPr>
          <p:txBody>
            <a:bodyPr wrap="square" lIns="0" tIns="0" rIns="0" bIns="0" rtlCol="0"/>
            <a:lstStyle/>
            <a:p/>
          </p:txBody>
        </p:sp>
      </p:grpSp>
      <p:grpSp>
        <p:nvGrpSpPr>
          <p:cNvPr id="1404" name="object 1404"/>
          <p:cNvGrpSpPr/>
          <p:nvPr/>
        </p:nvGrpSpPr>
        <p:grpSpPr>
          <a:xfrm>
            <a:off x="4144009" y="1056639"/>
            <a:ext cx="196850" cy="621030"/>
            <a:chOff x="4144009" y="1056639"/>
            <a:chExt cx="196850" cy="621030"/>
          </a:xfrm>
        </p:grpSpPr>
        <p:sp>
          <p:nvSpPr>
            <p:cNvPr id="1405" name="object 1405"/>
            <p:cNvSpPr/>
            <p:nvPr/>
          </p:nvSpPr>
          <p:spPr>
            <a:xfrm>
              <a:off x="4144010" y="1056639"/>
              <a:ext cx="157480" cy="13970"/>
            </a:xfrm>
            <a:custGeom>
              <a:avLst/>
              <a:gdLst/>
              <a:ahLst/>
              <a:cxnLst/>
              <a:rect l="l" t="t" r="r" b="b"/>
              <a:pathLst>
                <a:path w="157479" h="13969">
                  <a:moveTo>
                    <a:pt x="78740" y="12700"/>
                  </a:moveTo>
                  <a:lnTo>
                    <a:pt x="0" y="12700"/>
                  </a:lnTo>
                  <a:lnTo>
                    <a:pt x="0" y="13970"/>
                  </a:lnTo>
                  <a:lnTo>
                    <a:pt x="78740" y="13970"/>
                  </a:lnTo>
                  <a:lnTo>
                    <a:pt x="78740" y="12700"/>
                  </a:lnTo>
                  <a:close/>
                </a:path>
                <a:path w="157479" h="13969">
                  <a:moveTo>
                    <a:pt x="157480" y="12700"/>
                  </a:moveTo>
                  <a:lnTo>
                    <a:pt x="156197" y="12700"/>
                  </a:lnTo>
                  <a:lnTo>
                    <a:pt x="156197" y="11430"/>
                  </a:lnTo>
                  <a:lnTo>
                    <a:pt x="154940" y="11430"/>
                  </a:lnTo>
                  <a:lnTo>
                    <a:pt x="154940" y="10160"/>
                  </a:lnTo>
                  <a:lnTo>
                    <a:pt x="153670" y="10160"/>
                  </a:lnTo>
                  <a:lnTo>
                    <a:pt x="153670" y="8890"/>
                  </a:lnTo>
                  <a:lnTo>
                    <a:pt x="151130" y="8890"/>
                  </a:lnTo>
                  <a:lnTo>
                    <a:pt x="151130" y="7620"/>
                  </a:lnTo>
                  <a:lnTo>
                    <a:pt x="149847" y="7620"/>
                  </a:lnTo>
                  <a:lnTo>
                    <a:pt x="149847" y="6350"/>
                  </a:lnTo>
                  <a:lnTo>
                    <a:pt x="147320" y="6350"/>
                  </a:lnTo>
                  <a:lnTo>
                    <a:pt x="147320" y="5080"/>
                  </a:lnTo>
                  <a:lnTo>
                    <a:pt x="146050" y="5080"/>
                  </a:lnTo>
                  <a:lnTo>
                    <a:pt x="146050" y="3810"/>
                  </a:lnTo>
                  <a:lnTo>
                    <a:pt x="143497" y="3810"/>
                  </a:lnTo>
                  <a:lnTo>
                    <a:pt x="143497" y="2540"/>
                  </a:lnTo>
                  <a:lnTo>
                    <a:pt x="139700" y="2540"/>
                  </a:lnTo>
                  <a:lnTo>
                    <a:pt x="139700" y="1270"/>
                  </a:lnTo>
                  <a:lnTo>
                    <a:pt x="132080" y="1270"/>
                  </a:lnTo>
                  <a:lnTo>
                    <a:pt x="132080" y="0"/>
                  </a:lnTo>
                  <a:lnTo>
                    <a:pt x="124460" y="0"/>
                  </a:lnTo>
                  <a:lnTo>
                    <a:pt x="124460" y="1270"/>
                  </a:lnTo>
                  <a:lnTo>
                    <a:pt x="119380" y="1270"/>
                  </a:lnTo>
                  <a:lnTo>
                    <a:pt x="119380" y="2540"/>
                  </a:lnTo>
                  <a:lnTo>
                    <a:pt x="115570" y="2540"/>
                  </a:lnTo>
                  <a:lnTo>
                    <a:pt x="115570" y="3810"/>
                  </a:lnTo>
                  <a:lnTo>
                    <a:pt x="114300" y="3810"/>
                  </a:lnTo>
                  <a:lnTo>
                    <a:pt x="114300" y="5080"/>
                  </a:lnTo>
                  <a:lnTo>
                    <a:pt x="110490" y="5080"/>
                  </a:lnTo>
                  <a:lnTo>
                    <a:pt x="110490" y="6350"/>
                  </a:lnTo>
                  <a:lnTo>
                    <a:pt x="109220" y="6350"/>
                  </a:lnTo>
                  <a:lnTo>
                    <a:pt x="109220" y="7620"/>
                  </a:lnTo>
                  <a:lnTo>
                    <a:pt x="106680" y="7620"/>
                  </a:lnTo>
                  <a:lnTo>
                    <a:pt x="106680" y="8890"/>
                  </a:lnTo>
                  <a:lnTo>
                    <a:pt x="105410" y="8890"/>
                  </a:lnTo>
                  <a:lnTo>
                    <a:pt x="105410" y="10160"/>
                  </a:lnTo>
                  <a:lnTo>
                    <a:pt x="104140" y="10160"/>
                  </a:lnTo>
                  <a:lnTo>
                    <a:pt x="104140" y="11430"/>
                  </a:lnTo>
                  <a:lnTo>
                    <a:pt x="102870" y="11430"/>
                  </a:lnTo>
                  <a:lnTo>
                    <a:pt x="102870" y="13970"/>
                  </a:lnTo>
                  <a:lnTo>
                    <a:pt x="157480" y="13970"/>
                  </a:lnTo>
                  <a:lnTo>
                    <a:pt x="157480" y="12700"/>
                  </a:lnTo>
                  <a:close/>
                </a:path>
              </a:pathLst>
            </a:custGeom>
            <a:solidFill>
              <a:srgbClr val="003300"/>
            </a:solidFill>
          </p:spPr>
          <p:txBody>
            <a:bodyPr wrap="square" lIns="0" tIns="0" rIns="0" bIns="0" rtlCol="0"/>
            <a:lstStyle/>
            <a:p/>
          </p:txBody>
        </p:sp>
        <p:sp>
          <p:nvSpPr>
            <p:cNvPr id="1406" name="object 1406"/>
            <p:cNvSpPr/>
            <p:nvPr/>
          </p:nvSpPr>
          <p:spPr>
            <a:xfrm>
              <a:off x="4144009" y="1070609"/>
              <a:ext cx="162560" cy="6350"/>
            </a:xfrm>
            <a:custGeom>
              <a:avLst/>
              <a:gdLst/>
              <a:ahLst/>
              <a:cxnLst/>
              <a:rect l="l" t="t" r="r" b="b"/>
              <a:pathLst>
                <a:path w="162560" h="6350">
                  <a:moveTo>
                    <a:pt x="162560" y="5079"/>
                  </a:moveTo>
                  <a:lnTo>
                    <a:pt x="97789" y="5079"/>
                  </a:lnTo>
                  <a:lnTo>
                    <a:pt x="97789" y="6350"/>
                  </a:lnTo>
                  <a:lnTo>
                    <a:pt x="162560" y="6350"/>
                  </a:lnTo>
                  <a:lnTo>
                    <a:pt x="162560" y="5079"/>
                  </a:lnTo>
                  <a:close/>
                </a:path>
                <a:path w="162560" h="6350">
                  <a:moveTo>
                    <a:pt x="160020" y="2539"/>
                  </a:moveTo>
                  <a:lnTo>
                    <a:pt x="99060" y="2539"/>
                  </a:lnTo>
                  <a:lnTo>
                    <a:pt x="99060" y="5079"/>
                  </a:lnTo>
                  <a:lnTo>
                    <a:pt x="161289" y="5079"/>
                  </a:lnTo>
                  <a:lnTo>
                    <a:pt x="161289" y="3810"/>
                  </a:lnTo>
                  <a:lnTo>
                    <a:pt x="160020" y="3810"/>
                  </a:lnTo>
                  <a:lnTo>
                    <a:pt x="160020" y="2539"/>
                  </a:lnTo>
                  <a:close/>
                </a:path>
                <a:path w="162560" h="6350">
                  <a:moveTo>
                    <a:pt x="158750" y="1269"/>
                  </a:moveTo>
                  <a:lnTo>
                    <a:pt x="100329" y="1269"/>
                  </a:lnTo>
                  <a:lnTo>
                    <a:pt x="100329" y="2539"/>
                  </a:lnTo>
                  <a:lnTo>
                    <a:pt x="158750" y="2539"/>
                  </a:lnTo>
                  <a:lnTo>
                    <a:pt x="158750" y="1269"/>
                  </a:lnTo>
                  <a:close/>
                </a:path>
                <a:path w="162560" h="6350">
                  <a:moveTo>
                    <a:pt x="157479" y="0"/>
                  </a:moveTo>
                  <a:lnTo>
                    <a:pt x="101600" y="0"/>
                  </a:lnTo>
                  <a:lnTo>
                    <a:pt x="101600" y="1269"/>
                  </a:lnTo>
                  <a:lnTo>
                    <a:pt x="157479" y="1269"/>
                  </a:lnTo>
                  <a:lnTo>
                    <a:pt x="157479" y="0"/>
                  </a:lnTo>
                  <a:close/>
                </a:path>
                <a:path w="162560" h="6350">
                  <a:moveTo>
                    <a:pt x="78739" y="0"/>
                  </a:moveTo>
                  <a:lnTo>
                    <a:pt x="0" y="0"/>
                  </a:lnTo>
                  <a:lnTo>
                    <a:pt x="0" y="6350"/>
                  </a:lnTo>
                  <a:lnTo>
                    <a:pt x="78739" y="6350"/>
                  </a:lnTo>
                  <a:lnTo>
                    <a:pt x="78739" y="0"/>
                  </a:lnTo>
                  <a:close/>
                </a:path>
              </a:pathLst>
            </a:custGeom>
            <a:solidFill>
              <a:srgbClr val="013101"/>
            </a:solidFill>
          </p:spPr>
          <p:txBody>
            <a:bodyPr wrap="square" lIns="0" tIns="0" rIns="0" bIns="0" rtlCol="0"/>
            <a:lstStyle/>
            <a:p/>
          </p:txBody>
        </p:sp>
        <p:sp>
          <p:nvSpPr>
            <p:cNvPr id="1407" name="object 1407"/>
            <p:cNvSpPr/>
            <p:nvPr/>
          </p:nvSpPr>
          <p:spPr>
            <a:xfrm>
              <a:off x="4144009" y="1076959"/>
              <a:ext cx="167640" cy="7620"/>
            </a:xfrm>
            <a:custGeom>
              <a:avLst/>
              <a:gdLst/>
              <a:ahLst/>
              <a:cxnLst/>
              <a:rect l="l" t="t" r="r" b="b"/>
              <a:pathLst>
                <a:path w="167639" h="7619">
                  <a:moveTo>
                    <a:pt x="167639" y="6350"/>
                  </a:moveTo>
                  <a:lnTo>
                    <a:pt x="92710" y="6350"/>
                  </a:lnTo>
                  <a:lnTo>
                    <a:pt x="92710" y="7619"/>
                  </a:lnTo>
                  <a:lnTo>
                    <a:pt x="167639" y="7619"/>
                  </a:lnTo>
                  <a:lnTo>
                    <a:pt x="167639" y="6350"/>
                  </a:lnTo>
                  <a:close/>
                </a:path>
                <a:path w="167639" h="7619">
                  <a:moveTo>
                    <a:pt x="166369" y="3810"/>
                  </a:moveTo>
                  <a:lnTo>
                    <a:pt x="93979" y="3810"/>
                  </a:lnTo>
                  <a:lnTo>
                    <a:pt x="93979" y="6350"/>
                  </a:lnTo>
                  <a:lnTo>
                    <a:pt x="166369" y="6350"/>
                  </a:lnTo>
                  <a:lnTo>
                    <a:pt x="166369" y="3810"/>
                  </a:lnTo>
                  <a:close/>
                </a:path>
                <a:path w="167639" h="7619">
                  <a:moveTo>
                    <a:pt x="163829" y="0"/>
                  </a:moveTo>
                  <a:lnTo>
                    <a:pt x="96519" y="0"/>
                  </a:lnTo>
                  <a:lnTo>
                    <a:pt x="96519" y="1269"/>
                  </a:lnTo>
                  <a:lnTo>
                    <a:pt x="95250" y="1269"/>
                  </a:lnTo>
                  <a:lnTo>
                    <a:pt x="95250" y="3810"/>
                  </a:lnTo>
                  <a:lnTo>
                    <a:pt x="165100" y="3810"/>
                  </a:lnTo>
                  <a:lnTo>
                    <a:pt x="165100" y="2539"/>
                  </a:lnTo>
                  <a:lnTo>
                    <a:pt x="163829" y="2539"/>
                  </a:lnTo>
                  <a:lnTo>
                    <a:pt x="163829" y="0"/>
                  </a:lnTo>
                  <a:close/>
                </a:path>
                <a:path w="167639" h="7619">
                  <a:moveTo>
                    <a:pt x="78739" y="0"/>
                  </a:moveTo>
                  <a:lnTo>
                    <a:pt x="0" y="0"/>
                  </a:lnTo>
                  <a:lnTo>
                    <a:pt x="0" y="7619"/>
                  </a:lnTo>
                  <a:lnTo>
                    <a:pt x="78739" y="7619"/>
                  </a:lnTo>
                  <a:lnTo>
                    <a:pt x="78739" y="0"/>
                  </a:lnTo>
                  <a:close/>
                </a:path>
              </a:pathLst>
            </a:custGeom>
            <a:solidFill>
              <a:srgbClr val="033103"/>
            </a:solidFill>
          </p:spPr>
          <p:txBody>
            <a:bodyPr wrap="square" lIns="0" tIns="0" rIns="0" bIns="0" rtlCol="0"/>
            <a:lstStyle/>
            <a:p/>
          </p:txBody>
        </p:sp>
        <p:sp>
          <p:nvSpPr>
            <p:cNvPr id="1408" name="object 1408"/>
            <p:cNvSpPr/>
            <p:nvPr/>
          </p:nvSpPr>
          <p:spPr>
            <a:xfrm>
              <a:off x="4144009" y="1084579"/>
              <a:ext cx="170180" cy="7620"/>
            </a:xfrm>
            <a:custGeom>
              <a:avLst/>
              <a:gdLst/>
              <a:ahLst/>
              <a:cxnLst/>
              <a:rect l="l" t="t" r="r" b="b"/>
              <a:pathLst>
                <a:path w="170179" h="7619">
                  <a:moveTo>
                    <a:pt x="78739" y="0"/>
                  </a:moveTo>
                  <a:lnTo>
                    <a:pt x="0" y="0"/>
                  </a:lnTo>
                  <a:lnTo>
                    <a:pt x="0" y="7620"/>
                  </a:lnTo>
                  <a:lnTo>
                    <a:pt x="78739" y="7620"/>
                  </a:lnTo>
                  <a:lnTo>
                    <a:pt x="78739" y="0"/>
                  </a:lnTo>
                  <a:close/>
                </a:path>
                <a:path w="170179" h="7619">
                  <a:moveTo>
                    <a:pt x="170179" y="5080"/>
                  </a:moveTo>
                  <a:lnTo>
                    <a:pt x="88900" y="5080"/>
                  </a:lnTo>
                  <a:lnTo>
                    <a:pt x="88900" y="6350"/>
                  </a:lnTo>
                  <a:lnTo>
                    <a:pt x="87629" y="6350"/>
                  </a:lnTo>
                  <a:lnTo>
                    <a:pt x="87629" y="7620"/>
                  </a:lnTo>
                  <a:lnTo>
                    <a:pt x="170179" y="7620"/>
                  </a:lnTo>
                  <a:lnTo>
                    <a:pt x="170179" y="5080"/>
                  </a:lnTo>
                  <a:close/>
                </a:path>
                <a:path w="170179" h="7619">
                  <a:moveTo>
                    <a:pt x="168909" y="2540"/>
                  </a:moveTo>
                  <a:lnTo>
                    <a:pt x="90169" y="2540"/>
                  </a:lnTo>
                  <a:lnTo>
                    <a:pt x="90169" y="5080"/>
                  </a:lnTo>
                  <a:lnTo>
                    <a:pt x="168909" y="5080"/>
                  </a:lnTo>
                  <a:lnTo>
                    <a:pt x="168909" y="2540"/>
                  </a:lnTo>
                  <a:close/>
                </a:path>
                <a:path w="170179" h="7619">
                  <a:moveTo>
                    <a:pt x="167639" y="0"/>
                  </a:moveTo>
                  <a:lnTo>
                    <a:pt x="91439" y="0"/>
                  </a:lnTo>
                  <a:lnTo>
                    <a:pt x="91439" y="2540"/>
                  </a:lnTo>
                  <a:lnTo>
                    <a:pt x="167639" y="2540"/>
                  </a:lnTo>
                  <a:lnTo>
                    <a:pt x="167639" y="0"/>
                  </a:lnTo>
                  <a:close/>
                </a:path>
              </a:pathLst>
            </a:custGeom>
            <a:solidFill>
              <a:srgbClr val="043004"/>
            </a:solidFill>
          </p:spPr>
          <p:txBody>
            <a:bodyPr wrap="square" lIns="0" tIns="0" rIns="0" bIns="0" rtlCol="0"/>
            <a:lstStyle/>
            <a:p/>
          </p:txBody>
        </p:sp>
        <p:sp>
          <p:nvSpPr>
            <p:cNvPr id="1409" name="object 1409"/>
            <p:cNvSpPr/>
            <p:nvPr/>
          </p:nvSpPr>
          <p:spPr>
            <a:xfrm>
              <a:off x="4144010" y="1092199"/>
              <a:ext cx="172720" cy="6350"/>
            </a:xfrm>
            <a:custGeom>
              <a:avLst/>
              <a:gdLst/>
              <a:ahLst/>
              <a:cxnLst/>
              <a:rect l="l" t="t" r="r" b="b"/>
              <a:pathLst>
                <a:path w="172720" h="6350">
                  <a:moveTo>
                    <a:pt x="78740" y="0"/>
                  </a:moveTo>
                  <a:lnTo>
                    <a:pt x="0" y="0"/>
                  </a:lnTo>
                  <a:lnTo>
                    <a:pt x="0" y="6350"/>
                  </a:lnTo>
                  <a:lnTo>
                    <a:pt x="78740" y="6350"/>
                  </a:lnTo>
                  <a:lnTo>
                    <a:pt x="78740" y="0"/>
                  </a:lnTo>
                  <a:close/>
                </a:path>
                <a:path w="172720" h="6350">
                  <a:moveTo>
                    <a:pt x="172720" y="2540"/>
                  </a:moveTo>
                  <a:lnTo>
                    <a:pt x="171450" y="2540"/>
                  </a:lnTo>
                  <a:lnTo>
                    <a:pt x="171450" y="1270"/>
                  </a:lnTo>
                  <a:lnTo>
                    <a:pt x="171450" y="0"/>
                  </a:lnTo>
                  <a:lnTo>
                    <a:pt x="87630" y="0"/>
                  </a:lnTo>
                  <a:lnTo>
                    <a:pt x="87630" y="1270"/>
                  </a:lnTo>
                  <a:lnTo>
                    <a:pt x="86360" y="1270"/>
                  </a:lnTo>
                  <a:lnTo>
                    <a:pt x="86360" y="2540"/>
                  </a:lnTo>
                  <a:lnTo>
                    <a:pt x="85090" y="2540"/>
                  </a:lnTo>
                  <a:lnTo>
                    <a:pt x="85090" y="5080"/>
                  </a:lnTo>
                  <a:lnTo>
                    <a:pt x="83820" y="5080"/>
                  </a:lnTo>
                  <a:lnTo>
                    <a:pt x="83820" y="6350"/>
                  </a:lnTo>
                  <a:lnTo>
                    <a:pt x="172720" y="6350"/>
                  </a:lnTo>
                  <a:lnTo>
                    <a:pt x="172720" y="5080"/>
                  </a:lnTo>
                  <a:lnTo>
                    <a:pt x="172720" y="2540"/>
                  </a:lnTo>
                  <a:close/>
                </a:path>
              </a:pathLst>
            </a:custGeom>
            <a:solidFill>
              <a:srgbClr val="063006"/>
            </a:solidFill>
          </p:spPr>
          <p:txBody>
            <a:bodyPr wrap="square" lIns="0" tIns="0" rIns="0" bIns="0" rtlCol="0"/>
            <a:lstStyle/>
            <a:p/>
          </p:txBody>
        </p:sp>
        <p:sp>
          <p:nvSpPr>
            <p:cNvPr id="1410" name="object 1410"/>
            <p:cNvSpPr/>
            <p:nvPr/>
          </p:nvSpPr>
          <p:spPr>
            <a:xfrm>
              <a:off x="4144010" y="1098549"/>
              <a:ext cx="176530" cy="7620"/>
            </a:xfrm>
            <a:custGeom>
              <a:avLst/>
              <a:gdLst/>
              <a:ahLst/>
              <a:cxnLst/>
              <a:rect l="l" t="t" r="r" b="b"/>
              <a:pathLst>
                <a:path w="176529" h="7619">
                  <a:moveTo>
                    <a:pt x="78740" y="0"/>
                  </a:moveTo>
                  <a:lnTo>
                    <a:pt x="0" y="0"/>
                  </a:lnTo>
                  <a:lnTo>
                    <a:pt x="0" y="7620"/>
                  </a:lnTo>
                  <a:lnTo>
                    <a:pt x="78740" y="7620"/>
                  </a:lnTo>
                  <a:lnTo>
                    <a:pt x="78740" y="0"/>
                  </a:lnTo>
                  <a:close/>
                </a:path>
                <a:path w="176529" h="7619">
                  <a:moveTo>
                    <a:pt x="176530" y="6350"/>
                  </a:moveTo>
                  <a:lnTo>
                    <a:pt x="175260" y="6350"/>
                  </a:lnTo>
                  <a:lnTo>
                    <a:pt x="175260" y="5080"/>
                  </a:lnTo>
                  <a:lnTo>
                    <a:pt x="175247" y="2540"/>
                  </a:lnTo>
                  <a:lnTo>
                    <a:pt x="173990" y="2540"/>
                  </a:lnTo>
                  <a:lnTo>
                    <a:pt x="173990" y="1270"/>
                  </a:lnTo>
                  <a:lnTo>
                    <a:pt x="173990" y="0"/>
                  </a:lnTo>
                  <a:lnTo>
                    <a:pt x="83820" y="0"/>
                  </a:lnTo>
                  <a:lnTo>
                    <a:pt x="83820" y="1270"/>
                  </a:lnTo>
                  <a:lnTo>
                    <a:pt x="82550" y="1270"/>
                  </a:lnTo>
                  <a:lnTo>
                    <a:pt x="82550" y="2540"/>
                  </a:lnTo>
                  <a:lnTo>
                    <a:pt x="81280" y="2540"/>
                  </a:lnTo>
                  <a:lnTo>
                    <a:pt x="81280" y="5080"/>
                  </a:lnTo>
                  <a:lnTo>
                    <a:pt x="80010" y="5080"/>
                  </a:lnTo>
                  <a:lnTo>
                    <a:pt x="80010" y="6350"/>
                  </a:lnTo>
                  <a:lnTo>
                    <a:pt x="80010" y="7620"/>
                  </a:lnTo>
                  <a:lnTo>
                    <a:pt x="176530" y="7620"/>
                  </a:lnTo>
                  <a:lnTo>
                    <a:pt x="176530" y="6350"/>
                  </a:lnTo>
                  <a:close/>
                </a:path>
              </a:pathLst>
            </a:custGeom>
            <a:solidFill>
              <a:srgbClr val="072F07"/>
            </a:solidFill>
          </p:spPr>
          <p:txBody>
            <a:bodyPr wrap="square" lIns="0" tIns="0" rIns="0" bIns="0" rtlCol="0"/>
            <a:lstStyle/>
            <a:p/>
          </p:txBody>
        </p:sp>
        <p:sp>
          <p:nvSpPr>
            <p:cNvPr id="1411" name="object 1411"/>
            <p:cNvSpPr/>
            <p:nvPr/>
          </p:nvSpPr>
          <p:spPr>
            <a:xfrm>
              <a:off x="4144010" y="1106169"/>
              <a:ext cx="179070" cy="7620"/>
            </a:xfrm>
            <a:custGeom>
              <a:avLst/>
              <a:gdLst/>
              <a:ahLst/>
              <a:cxnLst/>
              <a:rect l="l" t="t" r="r" b="b"/>
              <a:pathLst>
                <a:path w="179070" h="7619">
                  <a:moveTo>
                    <a:pt x="179070" y="5080"/>
                  </a:moveTo>
                  <a:lnTo>
                    <a:pt x="177800" y="5080"/>
                  </a:lnTo>
                  <a:lnTo>
                    <a:pt x="177800" y="1270"/>
                  </a:lnTo>
                  <a:lnTo>
                    <a:pt x="176530" y="1270"/>
                  </a:lnTo>
                  <a:lnTo>
                    <a:pt x="176530" y="0"/>
                  </a:lnTo>
                  <a:lnTo>
                    <a:pt x="0" y="0"/>
                  </a:lnTo>
                  <a:lnTo>
                    <a:pt x="0" y="1270"/>
                  </a:lnTo>
                  <a:lnTo>
                    <a:pt x="0" y="5080"/>
                  </a:lnTo>
                  <a:lnTo>
                    <a:pt x="0" y="7620"/>
                  </a:lnTo>
                  <a:lnTo>
                    <a:pt x="179070" y="7620"/>
                  </a:lnTo>
                  <a:lnTo>
                    <a:pt x="179070" y="5080"/>
                  </a:lnTo>
                  <a:close/>
                </a:path>
              </a:pathLst>
            </a:custGeom>
            <a:solidFill>
              <a:srgbClr val="092E09"/>
            </a:solidFill>
          </p:spPr>
          <p:txBody>
            <a:bodyPr wrap="square" lIns="0" tIns="0" rIns="0" bIns="0" rtlCol="0"/>
            <a:lstStyle/>
            <a:p/>
          </p:txBody>
        </p:sp>
        <p:sp>
          <p:nvSpPr>
            <p:cNvPr id="1412" name="object 1412"/>
            <p:cNvSpPr/>
            <p:nvPr/>
          </p:nvSpPr>
          <p:spPr>
            <a:xfrm>
              <a:off x="4144010" y="1113789"/>
              <a:ext cx="180340" cy="6350"/>
            </a:xfrm>
            <a:custGeom>
              <a:avLst/>
              <a:gdLst/>
              <a:ahLst/>
              <a:cxnLst/>
              <a:rect l="l" t="t" r="r" b="b"/>
              <a:pathLst>
                <a:path w="180339" h="6350">
                  <a:moveTo>
                    <a:pt x="180340" y="2540"/>
                  </a:moveTo>
                  <a:lnTo>
                    <a:pt x="179070" y="2540"/>
                  </a:lnTo>
                  <a:lnTo>
                    <a:pt x="179070" y="0"/>
                  </a:lnTo>
                  <a:lnTo>
                    <a:pt x="0" y="0"/>
                  </a:lnTo>
                  <a:lnTo>
                    <a:pt x="0" y="2540"/>
                  </a:lnTo>
                  <a:lnTo>
                    <a:pt x="0" y="6350"/>
                  </a:lnTo>
                  <a:lnTo>
                    <a:pt x="180340" y="6350"/>
                  </a:lnTo>
                  <a:lnTo>
                    <a:pt x="180340" y="2540"/>
                  </a:lnTo>
                  <a:close/>
                </a:path>
              </a:pathLst>
            </a:custGeom>
            <a:solidFill>
              <a:srgbClr val="0A2E0A"/>
            </a:solidFill>
          </p:spPr>
          <p:txBody>
            <a:bodyPr wrap="square" lIns="0" tIns="0" rIns="0" bIns="0" rtlCol="0"/>
            <a:lstStyle/>
            <a:p/>
          </p:txBody>
        </p:sp>
        <p:sp>
          <p:nvSpPr>
            <p:cNvPr id="1413" name="object 1413"/>
            <p:cNvSpPr/>
            <p:nvPr/>
          </p:nvSpPr>
          <p:spPr>
            <a:xfrm>
              <a:off x="4144010" y="1120139"/>
              <a:ext cx="182880" cy="7620"/>
            </a:xfrm>
            <a:custGeom>
              <a:avLst/>
              <a:gdLst/>
              <a:ahLst/>
              <a:cxnLst/>
              <a:rect l="l" t="t" r="r" b="b"/>
              <a:pathLst>
                <a:path w="182879" h="7619">
                  <a:moveTo>
                    <a:pt x="182880" y="3810"/>
                  </a:moveTo>
                  <a:lnTo>
                    <a:pt x="181610" y="3810"/>
                  </a:lnTo>
                  <a:lnTo>
                    <a:pt x="181610" y="0"/>
                  </a:lnTo>
                  <a:lnTo>
                    <a:pt x="0" y="0"/>
                  </a:lnTo>
                  <a:lnTo>
                    <a:pt x="0" y="3810"/>
                  </a:lnTo>
                  <a:lnTo>
                    <a:pt x="0" y="7620"/>
                  </a:lnTo>
                  <a:lnTo>
                    <a:pt x="182880" y="7620"/>
                  </a:lnTo>
                  <a:lnTo>
                    <a:pt x="182880" y="3810"/>
                  </a:lnTo>
                  <a:close/>
                </a:path>
              </a:pathLst>
            </a:custGeom>
            <a:solidFill>
              <a:srgbClr val="0C2D0C"/>
            </a:solidFill>
          </p:spPr>
          <p:txBody>
            <a:bodyPr wrap="square" lIns="0" tIns="0" rIns="0" bIns="0" rtlCol="0"/>
            <a:lstStyle/>
            <a:p/>
          </p:txBody>
        </p:sp>
        <p:sp>
          <p:nvSpPr>
            <p:cNvPr id="1414" name="object 1414"/>
            <p:cNvSpPr/>
            <p:nvPr/>
          </p:nvSpPr>
          <p:spPr>
            <a:xfrm>
              <a:off x="414401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D2D0D"/>
            </a:solidFill>
          </p:spPr>
          <p:txBody>
            <a:bodyPr wrap="square" lIns="0" tIns="0" rIns="0" bIns="0" rtlCol="0"/>
            <a:lstStyle/>
            <a:p/>
          </p:txBody>
        </p:sp>
        <p:sp>
          <p:nvSpPr>
            <p:cNvPr id="1415" name="object 1415"/>
            <p:cNvSpPr/>
            <p:nvPr/>
          </p:nvSpPr>
          <p:spPr>
            <a:xfrm>
              <a:off x="4144010" y="1135379"/>
              <a:ext cx="185420" cy="6350"/>
            </a:xfrm>
            <a:custGeom>
              <a:avLst/>
              <a:gdLst/>
              <a:ahLst/>
              <a:cxnLst/>
              <a:rect l="l" t="t" r="r" b="b"/>
              <a:pathLst>
                <a:path w="185420" h="6350">
                  <a:moveTo>
                    <a:pt x="185420" y="2540"/>
                  </a:moveTo>
                  <a:lnTo>
                    <a:pt x="184150" y="2540"/>
                  </a:lnTo>
                  <a:lnTo>
                    <a:pt x="184150" y="0"/>
                  </a:lnTo>
                  <a:lnTo>
                    <a:pt x="0" y="0"/>
                  </a:lnTo>
                  <a:lnTo>
                    <a:pt x="0" y="2540"/>
                  </a:lnTo>
                  <a:lnTo>
                    <a:pt x="0" y="6350"/>
                  </a:lnTo>
                  <a:lnTo>
                    <a:pt x="185420" y="6350"/>
                  </a:lnTo>
                  <a:lnTo>
                    <a:pt x="185420" y="2540"/>
                  </a:lnTo>
                  <a:close/>
                </a:path>
              </a:pathLst>
            </a:custGeom>
            <a:solidFill>
              <a:srgbClr val="0F2C0F"/>
            </a:solidFill>
          </p:spPr>
          <p:txBody>
            <a:bodyPr wrap="square" lIns="0" tIns="0" rIns="0" bIns="0" rtlCol="0"/>
            <a:lstStyle/>
            <a:p/>
          </p:txBody>
        </p:sp>
        <p:sp>
          <p:nvSpPr>
            <p:cNvPr id="1416" name="object 1416"/>
            <p:cNvSpPr/>
            <p:nvPr/>
          </p:nvSpPr>
          <p:spPr>
            <a:xfrm>
              <a:off x="4144010" y="1141729"/>
              <a:ext cx="186690" cy="7620"/>
            </a:xfrm>
            <a:custGeom>
              <a:avLst/>
              <a:gdLst/>
              <a:ahLst/>
              <a:cxnLst/>
              <a:rect l="l" t="t" r="r" b="b"/>
              <a:pathLst>
                <a:path w="186689" h="7619">
                  <a:moveTo>
                    <a:pt x="186690" y="2540"/>
                  </a:moveTo>
                  <a:lnTo>
                    <a:pt x="185420" y="2540"/>
                  </a:lnTo>
                  <a:lnTo>
                    <a:pt x="185420" y="0"/>
                  </a:lnTo>
                  <a:lnTo>
                    <a:pt x="0" y="0"/>
                  </a:lnTo>
                  <a:lnTo>
                    <a:pt x="0" y="2540"/>
                  </a:lnTo>
                  <a:lnTo>
                    <a:pt x="0" y="7620"/>
                  </a:lnTo>
                  <a:lnTo>
                    <a:pt x="186690" y="7620"/>
                  </a:lnTo>
                  <a:lnTo>
                    <a:pt x="186690" y="2540"/>
                  </a:lnTo>
                  <a:close/>
                </a:path>
              </a:pathLst>
            </a:custGeom>
            <a:solidFill>
              <a:srgbClr val="102B10"/>
            </a:solidFill>
          </p:spPr>
          <p:txBody>
            <a:bodyPr wrap="square" lIns="0" tIns="0" rIns="0" bIns="0" rtlCol="0"/>
            <a:lstStyle/>
            <a:p/>
          </p:txBody>
        </p:sp>
        <p:sp>
          <p:nvSpPr>
            <p:cNvPr id="1417" name="object 1417"/>
            <p:cNvSpPr/>
            <p:nvPr/>
          </p:nvSpPr>
          <p:spPr>
            <a:xfrm>
              <a:off x="4144010" y="1149349"/>
              <a:ext cx="189230" cy="7620"/>
            </a:xfrm>
            <a:custGeom>
              <a:avLst/>
              <a:gdLst/>
              <a:ahLst/>
              <a:cxnLst/>
              <a:rect l="l" t="t" r="r" b="b"/>
              <a:pathLst>
                <a:path w="189229" h="7619">
                  <a:moveTo>
                    <a:pt x="189230" y="6350"/>
                  </a:moveTo>
                  <a:lnTo>
                    <a:pt x="187960" y="6350"/>
                  </a:lnTo>
                  <a:lnTo>
                    <a:pt x="187960" y="0"/>
                  </a:lnTo>
                  <a:lnTo>
                    <a:pt x="0" y="0"/>
                  </a:lnTo>
                  <a:lnTo>
                    <a:pt x="0" y="6350"/>
                  </a:lnTo>
                  <a:lnTo>
                    <a:pt x="0" y="7620"/>
                  </a:lnTo>
                  <a:lnTo>
                    <a:pt x="189230" y="7620"/>
                  </a:lnTo>
                  <a:lnTo>
                    <a:pt x="189230" y="6350"/>
                  </a:lnTo>
                  <a:close/>
                </a:path>
              </a:pathLst>
            </a:custGeom>
            <a:solidFill>
              <a:srgbClr val="122B12"/>
            </a:solidFill>
          </p:spPr>
          <p:txBody>
            <a:bodyPr wrap="square" lIns="0" tIns="0" rIns="0" bIns="0" rtlCol="0"/>
            <a:lstStyle/>
            <a:p/>
          </p:txBody>
        </p:sp>
        <p:sp>
          <p:nvSpPr>
            <p:cNvPr id="1418" name="object 1418"/>
            <p:cNvSpPr/>
            <p:nvPr/>
          </p:nvSpPr>
          <p:spPr>
            <a:xfrm>
              <a:off x="4144009"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132A13"/>
            </a:solidFill>
          </p:spPr>
          <p:txBody>
            <a:bodyPr wrap="square" lIns="0" tIns="0" rIns="0" bIns="0" rtlCol="0"/>
            <a:lstStyle/>
            <a:p/>
          </p:txBody>
        </p:sp>
        <p:sp>
          <p:nvSpPr>
            <p:cNvPr id="1419" name="object 1419"/>
            <p:cNvSpPr/>
            <p:nvPr/>
          </p:nvSpPr>
          <p:spPr>
            <a:xfrm>
              <a:off x="414401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152A15"/>
            </a:solidFill>
          </p:spPr>
          <p:txBody>
            <a:bodyPr wrap="square" lIns="0" tIns="0" rIns="0" bIns="0" rtlCol="0"/>
            <a:lstStyle/>
            <a:p/>
          </p:txBody>
        </p:sp>
        <p:sp>
          <p:nvSpPr>
            <p:cNvPr id="1420" name="object 1420"/>
            <p:cNvSpPr/>
            <p:nvPr/>
          </p:nvSpPr>
          <p:spPr>
            <a:xfrm>
              <a:off x="414401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162916"/>
            </a:solidFill>
          </p:spPr>
          <p:txBody>
            <a:bodyPr wrap="square" lIns="0" tIns="0" rIns="0" bIns="0" rtlCol="0"/>
            <a:lstStyle/>
            <a:p/>
          </p:txBody>
        </p:sp>
        <p:sp>
          <p:nvSpPr>
            <p:cNvPr id="1421" name="object 1421"/>
            <p:cNvSpPr/>
            <p:nvPr/>
          </p:nvSpPr>
          <p:spPr>
            <a:xfrm>
              <a:off x="4144009"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182918"/>
            </a:solidFill>
          </p:spPr>
          <p:txBody>
            <a:bodyPr wrap="square" lIns="0" tIns="0" rIns="0" bIns="0" rtlCol="0"/>
            <a:lstStyle/>
            <a:p/>
          </p:txBody>
        </p:sp>
        <p:sp>
          <p:nvSpPr>
            <p:cNvPr id="1422" name="object 1422"/>
            <p:cNvSpPr/>
            <p:nvPr/>
          </p:nvSpPr>
          <p:spPr>
            <a:xfrm>
              <a:off x="4144010" y="1186179"/>
              <a:ext cx="193040" cy="6350"/>
            </a:xfrm>
            <a:custGeom>
              <a:avLst/>
              <a:gdLst/>
              <a:ahLst/>
              <a:cxnLst/>
              <a:rect l="l" t="t" r="r" b="b"/>
              <a:pathLst>
                <a:path w="193039"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192819"/>
            </a:solidFill>
          </p:spPr>
          <p:txBody>
            <a:bodyPr wrap="square" lIns="0" tIns="0" rIns="0" bIns="0" rtlCol="0"/>
            <a:lstStyle/>
            <a:p/>
          </p:txBody>
        </p:sp>
        <p:sp>
          <p:nvSpPr>
            <p:cNvPr id="1423" name="object 1423"/>
            <p:cNvSpPr/>
            <p:nvPr/>
          </p:nvSpPr>
          <p:spPr>
            <a:xfrm>
              <a:off x="4144010" y="1192529"/>
              <a:ext cx="194310" cy="7620"/>
            </a:xfrm>
            <a:custGeom>
              <a:avLst/>
              <a:gdLst/>
              <a:ahLst/>
              <a:cxnLst/>
              <a:rect l="l" t="t" r="r" b="b"/>
              <a:pathLst>
                <a:path w="194310" h="7619">
                  <a:moveTo>
                    <a:pt x="193040" y="0"/>
                  </a:moveTo>
                  <a:lnTo>
                    <a:pt x="0" y="0"/>
                  </a:lnTo>
                  <a:lnTo>
                    <a:pt x="0" y="6350"/>
                  </a:lnTo>
                  <a:lnTo>
                    <a:pt x="193040" y="6350"/>
                  </a:lnTo>
                  <a:lnTo>
                    <a:pt x="193040" y="0"/>
                  </a:lnTo>
                  <a:close/>
                </a:path>
                <a:path w="194310" h="7619">
                  <a:moveTo>
                    <a:pt x="194310" y="6362"/>
                  </a:moveTo>
                  <a:lnTo>
                    <a:pt x="0" y="6362"/>
                  </a:lnTo>
                  <a:lnTo>
                    <a:pt x="0" y="7620"/>
                  </a:lnTo>
                  <a:lnTo>
                    <a:pt x="194310" y="7620"/>
                  </a:lnTo>
                  <a:lnTo>
                    <a:pt x="194310" y="6362"/>
                  </a:lnTo>
                  <a:close/>
                </a:path>
              </a:pathLst>
            </a:custGeom>
            <a:solidFill>
              <a:srgbClr val="1A271A"/>
            </a:solidFill>
          </p:spPr>
          <p:txBody>
            <a:bodyPr wrap="square" lIns="0" tIns="0" rIns="0" bIns="0" rtlCol="0"/>
            <a:lstStyle/>
            <a:p/>
          </p:txBody>
        </p:sp>
        <p:sp>
          <p:nvSpPr>
            <p:cNvPr id="1424" name="object 1424"/>
            <p:cNvSpPr/>
            <p:nvPr/>
          </p:nvSpPr>
          <p:spPr>
            <a:xfrm>
              <a:off x="4144009" y="1200149"/>
              <a:ext cx="194310" cy="7620"/>
            </a:xfrm>
            <a:custGeom>
              <a:avLst/>
              <a:gdLst/>
              <a:ahLst/>
              <a:cxnLst/>
              <a:rect l="l" t="t" r="r" b="b"/>
              <a:pathLst>
                <a:path w="194310" h="7619">
                  <a:moveTo>
                    <a:pt x="0" y="7620"/>
                  </a:moveTo>
                  <a:lnTo>
                    <a:pt x="0" y="0"/>
                  </a:lnTo>
                  <a:lnTo>
                    <a:pt x="194310" y="0"/>
                  </a:lnTo>
                  <a:lnTo>
                    <a:pt x="194310" y="7620"/>
                  </a:lnTo>
                  <a:lnTo>
                    <a:pt x="0" y="7620"/>
                  </a:lnTo>
                  <a:close/>
                </a:path>
              </a:pathLst>
            </a:custGeom>
            <a:solidFill>
              <a:srgbClr val="1C271C"/>
            </a:solidFill>
          </p:spPr>
          <p:txBody>
            <a:bodyPr wrap="square" lIns="0" tIns="0" rIns="0" bIns="0" rtlCol="0"/>
            <a:lstStyle/>
            <a:p/>
          </p:txBody>
        </p:sp>
        <p:sp>
          <p:nvSpPr>
            <p:cNvPr id="1425" name="object 1425"/>
            <p:cNvSpPr/>
            <p:nvPr/>
          </p:nvSpPr>
          <p:spPr>
            <a:xfrm>
              <a:off x="4144010" y="1207769"/>
              <a:ext cx="195580" cy="6350"/>
            </a:xfrm>
            <a:custGeom>
              <a:avLst/>
              <a:gdLst/>
              <a:ahLst/>
              <a:cxnLst/>
              <a:rect l="l" t="t" r="r" b="b"/>
              <a:pathLst>
                <a:path w="195579" h="6350">
                  <a:moveTo>
                    <a:pt x="195580" y="2540"/>
                  </a:moveTo>
                  <a:lnTo>
                    <a:pt x="194310" y="2540"/>
                  </a:lnTo>
                  <a:lnTo>
                    <a:pt x="194310" y="0"/>
                  </a:lnTo>
                  <a:lnTo>
                    <a:pt x="0" y="0"/>
                  </a:lnTo>
                  <a:lnTo>
                    <a:pt x="0" y="2540"/>
                  </a:lnTo>
                  <a:lnTo>
                    <a:pt x="0" y="6350"/>
                  </a:lnTo>
                  <a:lnTo>
                    <a:pt x="195580" y="6350"/>
                  </a:lnTo>
                  <a:lnTo>
                    <a:pt x="195580" y="2540"/>
                  </a:lnTo>
                  <a:close/>
                </a:path>
              </a:pathLst>
            </a:custGeom>
            <a:solidFill>
              <a:srgbClr val="1D261D"/>
            </a:solidFill>
          </p:spPr>
          <p:txBody>
            <a:bodyPr wrap="square" lIns="0" tIns="0" rIns="0" bIns="0" rtlCol="0"/>
            <a:lstStyle/>
            <a:p/>
          </p:txBody>
        </p:sp>
        <p:sp>
          <p:nvSpPr>
            <p:cNvPr id="1426" name="object 1426"/>
            <p:cNvSpPr/>
            <p:nvPr/>
          </p:nvSpPr>
          <p:spPr>
            <a:xfrm>
              <a:off x="4144009"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1F261F"/>
            </a:solidFill>
          </p:spPr>
          <p:txBody>
            <a:bodyPr wrap="square" lIns="0" tIns="0" rIns="0" bIns="0" rtlCol="0"/>
            <a:lstStyle/>
            <a:p/>
          </p:txBody>
        </p:sp>
        <p:sp>
          <p:nvSpPr>
            <p:cNvPr id="1427" name="object 1427"/>
            <p:cNvSpPr/>
            <p:nvPr/>
          </p:nvSpPr>
          <p:spPr>
            <a:xfrm>
              <a:off x="414401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202520"/>
            </a:solidFill>
          </p:spPr>
          <p:txBody>
            <a:bodyPr wrap="square" lIns="0" tIns="0" rIns="0" bIns="0" rtlCol="0"/>
            <a:lstStyle/>
            <a:p/>
          </p:txBody>
        </p:sp>
        <p:sp>
          <p:nvSpPr>
            <p:cNvPr id="1428" name="object 1428"/>
            <p:cNvSpPr/>
            <p:nvPr/>
          </p:nvSpPr>
          <p:spPr>
            <a:xfrm>
              <a:off x="4144009"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222422"/>
            </a:solidFill>
          </p:spPr>
          <p:txBody>
            <a:bodyPr wrap="square" lIns="0" tIns="0" rIns="0" bIns="0" rtlCol="0"/>
            <a:lstStyle/>
            <a:p/>
          </p:txBody>
        </p:sp>
        <p:sp>
          <p:nvSpPr>
            <p:cNvPr id="1429" name="object 1429"/>
            <p:cNvSpPr/>
            <p:nvPr/>
          </p:nvSpPr>
          <p:spPr>
            <a:xfrm>
              <a:off x="4144009"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232423"/>
            </a:solidFill>
          </p:spPr>
          <p:txBody>
            <a:bodyPr wrap="square" lIns="0" tIns="0" rIns="0" bIns="0" rtlCol="0"/>
            <a:lstStyle/>
            <a:p/>
          </p:txBody>
        </p:sp>
        <p:sp>
          <p:nvSpPr>
            <p:cNvPr id="1430" name="object 1430"/>
            <p:cNvSpPr/>
            <p:nvPr/>
          </p:nvSpPr>
          <p:spPr>
            <a:xfrm>
              <a:off x="4144009"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252325"/>
            </a:solidFill>
          </p:spPr>
          <p:txBody>
            <a:bodyPr wrap="square" lIns="0" tIns="0" rIns="0" bIns="0" rtlCol="0"/>
            <a:lstStyle/>
            <a:p/>
          </p:txBody>
        </p:sp>
        <p:sp>
          <p:nvSpPr>
            <p:cNvPr id="1431" name="object 1431"/>
            <p:cNvSpPr/>
            <p:nvPr/>
          </p:nvSpPr>
          <p:spPr>
            <a:xfrm>
              <a:off x="4144009"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262326"/>
            </a:solidFill>
          </p:spPr>
          <p:txBody>
            <a:bodyPr wrap="square" lIns="0" tIns="0" rIns="0" bIns="0" rtlCol="0"/>
            <a:lstStyle/>
            <a:p/>
          </p:txBody>
        </p:sp>
        <p:sp>
          <p:nvSpPr>
            <p:cNvPr id="1432" name="object 1432"/>
            <p:cNvSpPr/>
            <p:nvPr/>
          </p:nvSpPr>
          <p:spPr>
            <a:xfrm>
              <a:off x="4144009"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282228"/>
            </a:solidFill>
          </p:spPr>
          <p:txBody>
            <a:bodyPr wrap="square" lIns="0" tIns="0" rIns="0" bIns="0" rtlCol="0"/>
            <a:lstStyle/>
            <a:p/>
          </p:txBody>
        </p:sp>
        <p:sp>
          <p:nvSpPr>
            <p:cNvPr id="1433" name="object 1433"/>
            <p:cNvSpPr/>
            <p:nvPr/>
          </p:nvSpPr>
          <p:spPr>
            <a:xfrm>
              <a:off x="414401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60" y="6350"/>
                  </a:lnTo>
                  <a:lnTo>
                    <a:pt x="99060" y="5080"/>
                  </a:lnTo>
                  <a:lnTo>
                    <a:pt x="101600" y="5080"/>
                  </a:lnTo>
                  <a:lnTo>
                    <a:pt x="101600" y="7620"/>
                  </a:lnTo>
                  <a:lnTo>
                    <a:pt x="196850" y="7620"/>
                  </a:lnTo>
                  <a:lnTo>
                    <a:pt x="196850" y="5080"/>
                  </a:lnTo>
                  <a:lnTo>
                    <a:pt x="196850" y="0"/>
                  </a:lnTo>
                  <a:close/>
                </a:path>
              </a:pathLst>
            </a:custGeom>
            <a:solidFill>
              <a:srgbClr val="292129"/>
            </a:solidFill>
          </p:spPr>
          <p:txBody>
            <a:bodyPr wrap="square" lIns="0" tIns="0" rIns="0" bIns="0" rtlCol="0"/>
            <a:lstStyle/>
            <a:p/>
          </p:txBody>
        </p:sp>
        <p:sp>
          <p:nvSpPr>
            <p:cNvPr id="1434" name="object 1434"/>
            <p:cNvSpPr/>
            <p:nvPr/>
          </p:nvSpPr>
          <p:spPr>
            <a:xfrm>
              <a:off x="4144010" y="1272539"/>
              <a:ext cx="196850" cy="7620"/>
            </a:xfrm>
            <a:custGeom>
              <a:avLst/>
              <a:gdLst/>
              <a:ahLst/>
              <a:cxnLst/>
              <a:rect l="l" t="t" r="r" b="b"/>
              <a:pathLst>
                <a:path w="196850" h="7619">
                  <a:moveTo>
                    <a:pt x="96520" y="0"/>
                  </a:moveTo>
                  <a:lnTo>
                    <a:pt x="0" y="0"/>
                  </a:lnTo>
                  <a:lnTo>
                    <a:pt x="0" y="1270"/>
                  </a:lnTo>
                  <a:lnTo>
                    <a:pt x="0" y="2540"/>
                  </a:lnTo>
                  <a:lnTo>
                    <a:pt x="0" y="3810"/>
                  </a:lnTo>
                  <a:lnTo>
                    <a:pt x="0" y="7620"/>
                  </a:lnTo>
                  <a:lnTo>
                    <a:pt x="92710" y="7620"/>
                  </a:lnTo>
                  <a:lnTo>
                    <a:pt x="92710" y="3810"/>
                  </a:lnTo>
                  <a:lnTo>
                    <a:pt x="93980" y="381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5080"/>
                  </a:lnTo>
                  <a:lnTo>
                    <a:pt x="107950" y="5080"/>
                  </a:lnTo>
                  <a:lnTo>
                    <a:pt x="107950" y="7620"/>
                  </a:lnTo>
                  <a:lnTo>
                    <a:pt x="196850" y="7620"/>
                  </a:lnTo>
                  <a:lnTo>
                    <a:pt x="196850" y="5080"/>
                  </a:lnTo>
                  <a:lnTo>
                    <a:pt x="196850" y="2540"/>
                  </a:lnTo>
                  <a:lnTo>
                    <a:pt x="196850" y="0"/>
                  </a:lnTo>
                  <a:close/>
                </a:path>
              </a:pathLst>
            </a:custGeom>
            <a:solidFill>
              <a:srgbClr val="2B212B"/>
            </a:solidFill>
          </p:spPr>
          <p:txBody>
            <a:bodyPr wrap="square" lIns="0" tIns="0" rIns="0" bIns="0" rtlCol="0"/>
            <a:lstStyle/>
            <a:p/>
          </p:txBody>
        </p:sp>
        <p:sp>
          <p:nvSpPr>
            <p:cNvPr id="1435" name="object 1435"/>
            <p:cNvSpPr/>
            <p:nvPr/>
          </p:nvSpPr>
          <p:spPr>
            <a:xfrm>
              <a:off x="4144010" y="1280159"/>
              <a:ext cx="196850" cy="6350"/>
            </a:xfrm>
            <a:custGeom>
              <a:avLst/>
              <a:gdLst/>
              <a:ahLst/>
              <a:cxnLst/>
              <a:rect l="l" t="t" r="r" b="b"/>
              <a:pathLst>
                <a:path w="196850" h="6350">
                  <a:moveTo>
                    <a:pt x="91440" y="0"/>
                  </a:moveTo>
                  <a:lnTo>
                    <a:pt x="0" y="0"/>
                  </a:lnTo>
                  <a:lnTo>
                    <a:pt x="0" y="3810"/>
                  </a:lnTo>
                  <a:lnTo>
                    <a:pt x="0" y="6350"/>
                  </a:lnTo>
                  <a:lnTo>
                    <a:pt x="90170" y="6350"/>
                  </a:lnTo>
                  <a:lnTo>
                    <a:pt x="90170" y="3810"/>
                  </a:lnTo>
                  <a:lnTo>
                    <a:pt x="91440" y="3810"/>
                  </a:lnTo>
                  <a:lnTo>
                    <a:pt x="91440" y="0"/>
                  </a:lnTo>
                  <a:close/>
                </a:path>
                <a:path w="196850" h="6350">
                  <a:moveTo>
                    <a:pt x="196850" y="5080"/>
                  </a:moveTo>
                  <a:lnTo>
                    <a:pt x="196837" y="0"/>
                  </a:lnTo>
                  <a:lnTo>
                    <a:pt x="109220" y="0"/>
                  </a:lnTo>
                  <a:lnTo>
                    <a:pt x="109220" y="5080"/>
                  </a:lnTo>
                  <a:lnTo>
                    <a:pt x="110490" y="5080"/>
                  </a:lnTo>
                  <a:lnTo>
                    <a:pt x="110490" y="6350"/>
                  </a:lnTo>
                  <a:lnTo>
                    <a:pt x="196850" y="6350"/>
                  </a:lnTo>
                  <a:lnTo>
                    <a:pt x="196850" y="5080"/>
                  </a:lnTo>
                  <a:close/>
                </a:path>
              </a:pathLst>
            </a:custGeom>
            <a:solidFill>
              <a:srgbClr val="2C202C"/>
            </a:solidFill>
          </p:spPr>
          <p:txBody>
            <a:bodyPr wrap="square" lIns="0" tIns="0" rIns="0" bIns="0" rtlCol="0"/>
            <a:lstStyle/>
            <a:p/>
          </p:txBody>
        </p:sp>
        <p:sp>
          <p:nvSpPr>
            <p:cNvPr id="1436" name="object 1436"/>
            <p:cNvSpPr/>
            <p:nvPr/>
          </p:nvSpPr>
          <p:spPr>
            <a:xfrm>
              <a:off x="4144010" y="1286509"/>
              <a:ext cx="196850" cy="7620"/>
            </a:xfrm>
            <a:custGeom>
              <a:avLst/>
              <a:gdLst/>
              <a:ahLst/>
              <a:cxnLst/>
              <a:rect l="l" t="t" r="r" b="b"/>
              <a:pathLst>
                <a:path w="196850" h="7619">
                  <a:moveTo>
                    <a:pt x="88900" y="0"/>
                  </a:moveTo>
                  <a:lnTo>
                    <a:pt x="0" y="0"/>
                  </a:lnTo>
                  <a:lnTo>
                    <a:pt x="0" y="3810"/>
                  </a:lnTo>
                  <a:lnTo>
                    <a:pt x="0" y="7620"/>
                  </a:lnTo>
                  <a:lnTo>
                    <a:pt x="87630" y="7620"/>
                  </a:lnTo>
                  <a:lnTo>
                    <a:pt x="87630" y="3810"/>
                  </a:lnTo>
                  <a:lnTo>
                    <a:pt x="88900" y="3810"/>
                  </a:lnTo>
                  <a:lnTo>
                    <a:pt x="8890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2E202E"/>
            </a:solidFill>
          </p:spPr>
          <p:txBody>
            <a:bodyPr wrap="square" lIns="0" tIns="0" rIns="0" bIns="0" rtlCol="0"/>
            <a:lstStyle/>
            <a:p/>
          </p:txBody>
        </p:sp>
        <p:sp>
          <p:nvSpPr>
            <p:cNvPr id="1437" name="object 1437"/>
            <p:cNvSpPr/>
            <p:nvPr/>
          </p:nvSpPr>
          <p:spPr>
            <a:xfrm>
              <a:off x="4144009" y="1294129"/>
              <a:ext cx="196850" cy="7620"/>
            </a:xfrm>
            <a:custGeom>
              <a:avLst/>
              <a:gdLst/>
              <a:ahLst/>
              <a:cxnLst/>
              <a:rect l="l" t="t" r="r" b="b"/>
              <a:pathLst>
                <a:path w="196850" h="7619">
                  <a:moveTo>
                    <a:pt x="87629" y="0"/>
                  </a:moveTo>
                  <a:lnTo>
                    <a:pt x="0" y="0"/>
                  </a:lnTo>
                  <a:lnTo>
                    <a:pt x="0" y="7620"/>
                  </a:lnTo>
                  <a:lnTo>
                    <a:pt x="86360" y="7620"/>
                  </a:lnTo>
                  <a:lnTo>
                    <a:pt x="86360" y="2540"/>
                  </a:lnTo>
                  <a:lnTo>
                    <a:pt x="87629" y="2540"/>
                  </a:lnTo>
                  <a:lnTo>
                    <a:pt x="87629" y="0"/>
                  </a:lnTo>
                  <a:close/>
                </a:path>
                <a:path w="196850" h="7619">
                  <a:moveTo>
                    <a:pt x="196850" y="0"/>
                  </a:moveTo>
                  <a:lnTo>
                    <a:pt x="111760" y="0"/>
                  </a:lnTo>
                  <a:lnTo>
                    <a:pt x="111760" y="7620"/>
                  </a:lnTo>
                  <a:lnTo>
                    <a:pt x="196850" y="7620"/>
                  </a:lnTo>
                  <a:lnTo>
                    <a:pt x="196850" y="0"/>
                  </a:lnTo>
                  <a:close/>
                </a:path>
              </a:pathLst>
            </a:custGeom>
            <a:solidFill>
              <a:srgbClr val="2F1F2F"/>
            </a:solidFill>
          </p:spPr>
          <p:txBody>
            <a:bodyPr wrap="square" lIns="0" tIns="0" rIns="0" bIns="0" rtlCol="0"/>
            <a:lstStyle/>
            <a:p/>
          </p:txBody>
        </p:sp>
        <p:sp>
          <p:nvSpPr>
            <p:cNvPr id="1438" name="object 1438"/>
            <p:cNvSpPr/>
            <p:nvPr/>
          </p:nvSpPr>
          <p:spPr>
            <a:xfrm>
              <a:off x="4144009" y="1301749"/>
              <a:ext cx="196850" cy="6350"/>
            </a:xfrm>
            <a:custGeom>
              <a:avLst/>
              <a:gdLst/>
              <a:ahLst/>
              <a:cxnLst/>
              <a:rect l="l" t="t" r="r" b="b"/>
              <a:pathLst>
                <a:path w="196850" h="6350">
                  <a:moveTo>
                    <a:pt x="86360" y="0"/>
                  </a:moveTo>
                  <a:lnTo>
                    <a:pt x="0" y="0"/>
                  </a:lnTo>
                  <a:lnTo>
                    <a:pt x="0" y="6350"/>
                  </a:lnTo>
                  <a:lnTo>
                    <a:pt x="85089" y="6350"/>
                  </a:lnTo>
                  <a:lnTo>
                    <a:pt x="85089" y="2539"/>
                  </a:lnTo>
                  <a:lnTo>
                    <a:pt x="86360" y="2539"/>
                  </a:lnTo>
                  <a:lnTo>
                    <a:pt x="86360" y="0"/>
                  </a:lnTo>
                  <a:close/>
                </a:path>
                <a:path w="196850" h="6350">
                  <a:moveTo>
                    <a:pt x="196850" y="0"/>
                  </a:moveTo>
                  <a:lnTo>
                    <a:pt x="111760" y="0"/>
                  </a:lnTo>
                  <a:lnTo>
                    <a:pt x="111760" y="2539"/>
                  </a:lnTo>
                  <a:lnTo>
                    <a:pt x="113029" y="2539"/>
                  </a:lnTo>
                  <a:lnTo>
                    <a:pt x="113029" y="6350"/>
                  </a:lnTo>
                  <a:lnTo>
                    <a:pt x="196850" y="6350"/>
                  </a:lnTo>
                  <a:lnTo>
                    <a:pt x="196850" y="0"/>
                  </a:lnTo>
                  <a:close/>
                </a:path>
              </a:pathLst>
            </a:custGeom>
            <a:solidFill>
              <a:srgbClr val="311F31"/>
            </a:solidFill>
          </p:spPr>
          <p:txBody>
            <a:bodyPr wrap="square" lIns="0" tIns="0" rIns="0" bIns="0" rtlCol="0"/>
            <a:lstStyle/>
            <a:p/>
          </p:txBody>
        </p:sp>
        <p:sp>
          <p:nvSpPr>
            <p:cNvPr id="1439" name="object 1439"/>
            <p:cNvSpPr/>
            <p:nvPr/>
          </p:nvSpPr>
          <p:spPr>
            <a:xfrm>
              <a:off x="4144009" y="1308099"/>
              <a:ext cx="196850" cy="7620"/>
            </a:xfrm>
            <a:custGeom>
              <a:avLst/>
              <a:gdLst/>
              <a:ahLst/>
              <a:cxnLst/>
              <a:rect l="l" t="t" r="r" b="b"/>
              <a:pathLst>
                <a:path w="196850" h="7619">
                  <a:moveTo>
                    <a:pt x="85089" y="0"/>
                  </a:moveTo>
                  <a:lnTo>
                    <a:pt x="0" y="0"/>
                  </a:lnTo>
                  <a:lnTo>
                    <a:pt x="0" y="7620"/>
                  </a:lnTo>
                  <a:lnTo>
                    <a:pt x="83820" y="7620"/>
                  </a:lnTo>
                  <a:lnTo>
                    <a:pt x="83820" y="3810"/>
                  </a:lnTo>
                  <a:lnTo>
                    <a:pt x="85089" y="3810"/>
                  </a:lnTo>
                  <a:lnTo>
                    <a:pt x="85089" y="0"/>
                  </a:lnTo>
                  <a:close/>
                </a:path>
                <a:path w="196850" h="7619">
                  <a:moveTo>
                    <a:pt x="196850" y="0"/>
                  </a:moveTo>
                  <a:lnTo>
                    <a:pt x="113029" y="0"/>
                  </a:lnTo>
                  <a:lnTo>
                    <a:pt x="113029" y="7620"/>
                  </a:lnTo>
                  <a:lnTo>
                    <a:pt x="196850" y="7620"/>
                  </a:lnTo>
                  <a:lnTo>
                    <a:pt x="196850" y="0"/>
                  </a:lnTo>
                  <a:close/>
                </a:path>
              </a:pathLst>
            </a:custGeom>
            <a:solidFill>
              <a:srgbClr val="331E33"/>
            </a:solidFill>
          </p:spPr>
          <p:txBody>
            <a:bodyPr wrap="square" lIns="0" tIns="0" rIns="0" bIns="0" rtlCol="0"/>
            <a:lstStyle/>
            <a:p/>
          </p:txBody>
        </p:sp>
        <p:sp>
          <p:nvSpPr>
            <p:cNvPr id="1440" name="object 1440"/>
            <p:cNvSpPr/>
            <p:nvPr/>
          </p:nvSpPr>
          <p:spPr>
            <a:xfrm>
              <a:off x="4144009" y="1315719"/>
              <a:ext cx="196850" cy="7620"/>
            </a:xfrm>
            <a:custGeom>
              <a:avLst/>
              <a:gdLst/>
              <a:ahLst/>
              <a:cxnLst/>
              <a:rect l="l" t="t" r="r" b="b"/>
              <a:pathLst>
                <a:path w="196850" h="7619">
                  <a:moveTo>
                    <a:pt x="83820" y="0"/>
                  </a:moveTo>
                  <a:lnTo>
                    <a:pt x="0" y="0"/>
                  </a:lnTo>
                  <a:lnTo>
                    <a:pt x="0" y="7619"/>
                  </a:lnTo>
                  <a:lnTo>
                    <a:pt x="83820" y="7619"/>
                  </a:lnTo>
                  <a:lnTo>
                    <a:pt x="83820" y="0"/>
                  </a:lnTo>
                  <a:close/>
                </a:path>
                <a:path w="196850" h="7619">
                  <a:moveTo>
                    <a:pt x="196850" y="0"/>
                  </a:moveTo>
                  <a:lnTo>
                    <a:pt x="113029" y="0"/>
                  </a:lnTo>
                  <a:lnTo>
                    <a:pt x="113029" y="3809"/>
                  </a:lnTo>
                  <a:lnTo>
                    <a:pt x="114300" y="3809"/>
                  </a:lnTo>
                  <a:lnTo>
                    <a:pt x="114300" y="7619"/>
                  </a:lnTo>
                  <a:lnTo>
                    <a:pt x="196850" y="7619"/>
                  </a:lnTo>
                  <a:lnTo>
                    <a:pt x="196850" y="0"/>
                  </a:lnTo>
                  <a:close/>
                </a:path>
              </a:pathLst>
            </a:custGeom>
            <a:solidFill>
              <a:srgbClr val="331D33"/>
            </a:solidFill>
          </p:spPr>
          <p:txBody>
            <a:bodyPr wrap="square" lIns="0" tIns="0" rIns="0" bIns="0" rtlCol="0"/>
            <a:lstStyle/>
            <a:p/>
          </p:txBody>
        </p:sp>
        <p:sp>
          <p:nvSpPr>
            <p:cNvPr id="1441" name="object 1441"/>
            <p:cNvSpPr/>
            <p:nvPr/>
          </p:nvSpPr>
          <p:spPr>
            <a:xfrm>
              <a:off x="414401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351D35"/>
            </a:solidFill>
          </p:spPr>
          <p:txBody>
            <a:bodyPr wrap="square" lIns="0" tIns="0" rIns="0" bIns="0" rtlCol="0"/>
            <a:lstStyle/>
            <a:p/>
          </p:txBody>
        </p:sp>
        <p:sp>
          <p:nvSpPr>
            <p:cNvPr id="1442" name="object 1442"/>
            <p:cNvSpPr/>
            <p:nvPr/>
          </p:nvSpPr>
          <p:spPr>
            <a:xfrm>
              <a:off x="414401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361C36"/>
            </a:solidFill>
          </p:spPr>
          <p:txBody>
            <a:bodyPr wrap="square" lIns="0" tIns="0" rIns="0" bIns="0" rtlCol="0"/>
            <a:lstStyle/>
            <a:p/>
          </p:txBody>
        </p:sp>
        <p:sp>
          <p:nvSpPr>
            <p:cNvPr id="1443" name="object 1443"/>
            <p:cNvSpPr/>
            <p:nvPr/>
          </p:nvSpPr>
          <p:spPr>
            <a:xfrm>
              <a:off x="414401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381C38"/>
            </a:solidFill>
          </p:spPr>
          <p:txBody>
            <a:bodyPr wrap="square" lIns="0" tIns="0" rIns="0" bIns="0" rtlCol="0"/>
            <a:lstStyle/>
            <a:p/>
          </p:txBody>
        </p:sp>
        <p:sp>
          <p:nvSpPr>
            <p:cNvPr id="1444" name="object 1444"/>
            <p:cNvSpPr/>
            <p:nvPr/>
          </p:nvSpPr>
          <p:spPr>
            <a:xfrm>
              <a:off x="4144009"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391B39"/>
            </a:solidFill>
          </p:spPr>
          <p:txBody>
            <a:bodyPr wrap="square" lIns="0" tIns="0" rIns="0" bIns="0" rtlCol="0"/>
            <a:lstStyle/>
            <a:p/>
          </p:txBody>
        </p:sp>
        <p:sp>
          <p:nvSpPr>
            <p:cNvPr id="1445" name="object 1445"/>
            <p:cNvSpPr/>
            <p:nvPr/>
          </p:nvSpPr>
          <p:spPr>
            <a:xfrm>
              <a:off x="414401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B1A3B"/>
            </a:solidFill>
          </p:spPr>
          <p:txBody>
            <a:bodyPr wrap="square" lIns="0" tIns="0" rIns="0" bIns="0" rtlCol="0"/>
            <a:lstStyle/>
            <a:p/>
          </p:txBody>
        </p:sp>
        <p:sp>
          <p:nvSpPr>
            <p:cNvPr id="1446" name="object 1446"/>
            <p:cNvSpPr/>
            <p:nvPr/>
          </p:nvSpPr>
          <p:spPr>
            <a:xfrm>
              <a:off x="414401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C1A3C"/>
            </a:solidFill>
          </p:spPr>
          <p:txBody>
            <a:bodyPr wrap="square" lIns="0" tIns="0" rIns="0" bIns="0" rtlCol="0"/>
            <a:lstStyle/>
            <a:p/>
          </p:txBody>
        </p:sp>
        <p:sp>
          <p:nvSpPr>
            <p:cNvPr id="1447" name="object 1447"/>
            <p:cNvSpPr/>
            <p:nvPr/>
          </p:nvSpPr>
          <p:spPr>
            <a:xfrm>
              <a:off x="414401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E193E"/>
            </a:solidFill>
          </p:spPr>
          <p:txBody>
            <a:bodyPr wrap="square" lIns="0" tIns="0" rIns="0" bIns="0" rtlCol="0"/>
            <a:lstStyle/>
            <a:p/>
          </p:txBody>
        </p:sp>
        <p:sp>
          <p:nvSpPr>
            <p:cNvPr id="1448" name="object 1448"/>
            <p:cNvSpPr/>
            <p:nvPr/>
          </p:nvSpPr>
          <p:spPr>
            <a:xfrm>
              <a:off x="414401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F193F"/>
            </a:solidFill>
          </p:spPr>
          <p:txBody>
            <a:bodyPr wrap="square" lIns="0" tIns="0" rIns="0" bIns="0" rtlCol="0"/>
            <a:lstStyle/>
            <a:p/>
          </p:txBody>
        </p:sp>
        <p:sp>
          <p:nvSpPr>
            <p:cNvPr id="1449" name="object 1449"/>
            <p:cNvSpPr/>
            <p:nvPr/>
          </p:nvSpPr>
          <p:spPr>
            <a:xfrm>
              <a:off x="414401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11841"/>
            </a:solidFill>
          </p:spPr>
          <p:txBody>
            <a:bodyPr wrap="square" lIns="0" tIns="0" rIns="0" bIns="0" rtlCol="0"/>
            <a:lstStyle/>
            <a:p/>
          </p:txBody>
        </p:sp>
        <p:sp>
          <p:nvSpPr>
            <p:cNvPr id="1450" name="object 1450"/>
            <p:cNvSpPr/>
            <p:nvPr/>
          </p:nvSpPr>
          <p:spPr>
            <a:xfrm>
              <a:off x="414401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21842"/>
            </a:solidFill>
          </p:spPr>
          <p:txBody>
            <a:bodyPr wrap="square" lIns="0" tIns="0" rIns="0" bIns="0" rtlCol="0"/>
            <a:lstStyle/>
            <a:p/>
          </p:txBody>
        </p:sp>
        <p:sp>
          <p:nvSpPr>
            <p:cNvPr id="1451" name="object 1451"/>
            <p:cNvSpPr/>
            <p:nvPr/>
          </p:nvSpPr>
          <p:spPr>
            <a:xfrm>
              <a:off x="414401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41744"/>
            </a:solidFill>
          </p:spPr>
          <p:txBody>
            <a:bodyPr wrap="square" lIns="0" tIns="0" rIns="0" bIns="0" rtlCol="0"/>
            <a:lstStyle/>
            <a:p/>
          </p:txBody>
        </p:sp>
        <p:sp>
          <p:nvSpPr>
            <p:cNvPr id="1452" name="object 1452"/>
            <p:cNvSpPr/>
            <p:nvPr/>
          </p:nvSpPr>
          <p:spPr>
            <a:xfrm>
              <a:off x="414401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51645"/>
            </a:solidFill>
          </p:spPr>
          <p:txBody>
            <a:bodyPr wrap="square" lIns="0" tIns="0" rIns="0" bIns="0" rtlCol="0"/>
            <a:lstStyle/>
            <a:p/>
          </p:txBody>
        </p:sp>
        <p:sp>
          <p:nvSpPr>
            <p:cNvPr id="1453" name="object 1453"/>
            <p:cNvSpPr/>
            <p:nvPr/>
          </p:nvSpPr>
          <p:spPr>
            <a:xfrm>
              <a:off x="414401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71647"/>
            </a:solidFill>
          </p:spPr>
          <p:txBody>
            <a:bodyPr wrap="square" lIns="0" tIns="0" rIns="0" bIns="0" rtlCol="0"/>
            <a:lstStyle/>
            <a:p/>
          </p:txBody>
        </p:sp>
        <p:sp>
          <p:nvSpPr>
            <p:cNvPr id="1454" name="object 1454"/>
            <p:cNvSpPr/>
            <p:nvPr/>
          </p:nvSpPr>
          <p:spPr>
            <a:xfrm>
              <a:off x="414401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81548"/>
            </a:solidFill>
          </p:spPr>
          <p:txBody>
            <a:bodyPr wrap="square" lIns="0" tIns="0" rIns="0" bIns="0" rtlCol="0"/>
            <a:lstStyle/>
            <a:p/>
          </p:txBody>
        </p:sp>
        <p:sp>
          <p:nvSpPr>
            <p:cNvPr id="1455" name="object 1455"/>
            <p:cNvSpPr/>
            <p:nvPr/>
          </p:nvSpPr>
          <p:spPr>
            <a:xfrm>
              <a:off x="414401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A154A"/>
            </a:solidFill>
          </p:spPr>
          <p:txBody>
            <a:bodyPr wrap="square" lIns="0" tIns="0" rIns="0" bIns="0" rtlCol="0"/>
            <a:lstStyle/>
            <a:p/>
          </p:txBody>
        </p:sp>
        <p:sp>
          <p:nvSpPr>
            <p:cNvPr id="1456" name="object 1456"/>
            <p:cNvSpPr/>
            <p:nvPr/>
          </p:nvSpPr>
          <p:spPr>
            <a:xfrm>
              <a:off x="414401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B144B"/>
            </a:solidFill>
          </p:spPr>
          <p:txBody>
            <a:bodyPr wrap="square" lIns="0" tIns="0" rIns="0" bIns="0" rtlCol="0"/>
            <a:lstStyle/>
            <a:p/>
          </p:txBody>
        </p:sp>
        <p:sp>
          <p:nvSpPr>
            <p:cNvPr id="1457" name="object 1457"/>
            <p:cNvSpPr/>
            <p:nvPr/>
          </p:nvSpPr>
          <p:spPr>
            <a:xfrm>
              <a:off x="414401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C134C"/>
            </a:solidFill>
          </p:spPr>
          <p:txBody>
            <a:bodyPr wrap="square" lIns="0" tIns="0" rIns="0" bIns="0" rtlCol="0"/>
            <a:lstStyle/>
            <a:p/>
          </p:txBody>
        </p:sp>
        <p:sp>
          <p:nvSpPr>
            <p:cNvPr id="1458" name="object 1458"/>
            <p:cNvSpPr/>
            <p:nvPr/>
          </p:nvSpPr>
          <p:spPr>
            <a:xfrm>
              <a:off x="414401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E134E"/>
            </a:solidFill>
          </p:spPr>
          <p:txBody>
            <a:bodyPr wrap="square" lIns="0" tIns="0" rIns="0" bIns="0" rtlCol="0"/>
            <a:lstStyle/>
            <a:p/>
          </p:txBody>
        </p:sp>
        <p:sp>
          <p:nvSpPr>
            <p:cNvPr id="1459" name="object 1459"/>
            <p:cNvSpPr/>
            <p:nvPr/>
          </p:nvSpPr>
          <p:spPr>
            <a:xfrm>
              <a:off x="414401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F124F"/>
            </a:solidFill>
          </p:spPr>
          <p:txBody>
            <a:bodyPr wrap="square" lIns="0" tIns="0" rIns="0" bIns="0" rtlCol="0"/>
            <a:lstStyle/>
            <a:p/>
          </p:txBody>
        </p:sp>
        <p:sp>
          <p:nvSpPr>
            <p:cNvPr id="1460" name="object 1460"/>
            <p:cNvSpPr/>
            <p:nvPr/>
          </p:nvSpPr>
          <p:spPr>
            <a:xfrm>
              <a:off x="414401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11251"/>
            </a:solidFill>
          </p:spPr>
          <p:txBody>
            <a:bodyPr wrap="square" lIns="0" tIns="0" rIns="0" bIns="0" rtlCol="0"/>
            <a:lstStyle/>
            <a:p/>
          </p:txBody>
        </p:sp>
        <p:sp>
          <p:nvSpPr>
            <p:cNvPr id="1461" name="object 1461"/>
            <p:cNvSpPr/>
            <p:nvPr/>
          </p:nvSpPr>
          <p:spPr>
            <a:xfrm>
              <a:off x="414401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21152"/>
            </a:solidFill>
          </p:spPr>
          <p:txBody>
            <a:bodyPr wrap="square" lIns="0" tIns="0" rIns="0" bIns="0" rtlCol="0"/>
            <a:lstStyle/>
            <a:p/>
          </p:txBody>
        </p:sp>
        <p:sp>
          <p:nvSpPr>
            <p:cNvPr id="1462" name="object 1462"/>
            <p:cNvSpPr/>
            <p:nvPr/>
          </p:nvSpPr>
          <p:spPr>
            <a:xfrm>
              <a:off x="414401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41054"/>
            </a:solidFill>
          </p:spPr>
          <p:txBody>
            <a:bodyPr wrap="square" lIns="0" tIns="0" rIns="0" bIns="0" rtlCol="0"/>
            <a:lstStyle/>
            <a:p/>
          </p:txBody>
        </p:sp>
        <p:sp>
          <p:nvSpPr>
            <p:cNvPr id="1463" name="object 1463"/>
            <p:cNvSpPr/>
            <p:nvPr/>
          </p:nvSpPr>
          <p:spPr>
            <a:xfrm>
              <a:off x="414401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51055"/>
            </a:solidFill>
          </p:spPr>
          <p:txBody>
            <a:bodyPr wrap="square" lIns="0" tIns="0" rIns="0" bIns="0" rtlCol="0"/>
            <a:lstStyle/>
            <a:p/>
          </p:txBody>
        </p:sp>
        <p:sp>
          <p:nvSpPr>
            <p:cNvPr id="1464" name="object 1464"/>
            <p:cNvSpPr/>
            <p:nvPr/>
          </p:nvSpPr>
          <p:spPr>
            <a:xfrm>
              <a:off x="414401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70F57"/>
            </a:solidFill>
          </p:spPr>
          <p:txBody>
            <a:bodyPr wrap="square" lIns="0" tIns="0" rIns="0" bIns="0" rtlCol="0"/>
            <a:lstStyle/>
            <a:p/>
          </p:txBody>
        </p:sp>
        <p:sp>
          <p:nvSpPr>
            <p:cNvPr id="1465" name="object 1465"/>
            <p:cNvSpPr/>
            <p:nvPr/>
          </p:nvSpPr>
          <p:spPr>
            <a:xfrm>
              <a:off x="414401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80F58"/>
            </a:solidFill>
          </p:spPr>
          <p:txBody>
            <a:bodyPr wrap="square" lIns="0" tIns="0" rIns="0" bIns="0" rtlCol="0"/>
            <a:lstStyle/>
            <a:p/>
          </p:txBody>
        </p:sp>
        <p:sp>
          <p:nvSpPr>
            <p:cNvPr id="1466" name="object 1466"/>
            <p:cNvSpPr/>
            <p:nvPr/>
          </p:nvSpPr>
          <p:spPr>
            <a:xfrm>
              <a:off x="414401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A0E5A"/>
            </a:solidFill>
          </p:spPr>
          <p:txBody>
            <a:bodyPr wrap="square" lIns="0" tIns="0" rIns="0" bIns="0" rtlCol="0"/>
            <a:lstStyle/>
            <a:p/>
          </p:txBody>
        </p:sp>
        <p:sp>
          <p:nvSpPr>
            <p:cNvPr id="1467" name="object 1467"/>
            <p:cNvSpPr/>
            <p:nvPr/>
          </p:nvSpPr>
          <p:spPr>
            <a:xfrm>
              <a:off x="414401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B0E5B"/>
            </a:solidFill>
          </p:spPr>
          <p:txBody>
            <a:bodyPr wrap="square" lIns="0" tIns="0" rIns="0" bIns="0" rtlCol="0"/>
            <a:lstStyle/>
            <a:p/>
          </p:txBody>
        </p:sp>
        <p:sp>
          <p:nvSpPr>
            <p:cNvPr id="1468" name="object 1468"/>
            <p:cNvSpPr/>
            <p:nvPr/>
          </p:nvSpPr>
          <p:spPr>
            <a:xfrm>
              <a:off x="414401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D0D5D"/>
            </a:solidFill>
          </p:spPr>
          <p:txBody>
            <a:bodyPr wrap="square" lIns="0" tIns="0" rIns="0" bIns="0" rtlCol="0"/>
            <a:lstStyle/>
            <a:p/>
          </p:txBody>
        </p:sp>
        <p:sp>
          <p:nvSpPr>
            <p:cNvPr id="1469" name="object 1469"/>
            <p:cNvSpPr/>
            <p:nvPr/>
          </p:nvSpPr>
          <p:spPr>
            <a:xfrm>
              <a:off x="414401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E0C5E"/>
            </a:solidFill>
          </p:spPr>
          <p:txBody>
            <a:bodyPr wrap="square" lIns="0" tIns="0" rIns="0" bIns="0" rtlCol="0"/>
            <a:lstStyle/>
            <a:p/>
          </p:txBody>
        </p:sp>
        <p:sp>
          <p:nvSpPr>
            <p:cNvPr id="1470" name="object 1470"/>
            <p:cNvSpPr/>
            <p:nvPr/>
          </p:nvSpPr>
          <p:spPr>
            <a:xfrm>
              <a:off x="414401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00C60"/>
            </a:solidFill>
          </p:spPr>
          <p:txBody>
            <a:bodyPr wrap="square" lIns="0" tIns="0" rIns="0" bIns="0" rtlCol="0"/>
            <a:lstStyle/>
            <a:p/>
          </p:txBody>
        </p:sp>
        <p:sp>
          <p:nvSpPr>
            <p:cNvPr id="1471" name="object 1471"/>
            <p:cNvSpPr/>
            <p:nvPr/>
          </p:nvSpPr>
          <p:spPr>
            <a:xfrm>
              <a:off x="414401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10B61"/>
            </a:solidFill>
          </p:spPr>
          <p:txBody>
            <a:bodyPr wrap="square" lIns="0" tIns="0" rIns="0" bIns="0" rtlCol="0"/>
            <a:lstStyle/>
            <a:p/>
          </p:txBody>
        </p:sp>
        <p:sp>
          <p:nvSpPr>
            <p:cNvPr id="1472" name="object 1472"/>
            <p:cNvSpPr/>
            <p:nvPr/>
          </p:nvSpPr>
          <p:spPr>
            <a:xfrm>
              <a:off x="414401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30B63"/>
            </a:solidFill>
          </p:spPr>
          <p:txBody>
            <a:bodyPr wrap="square" lIns="0" tIns="0" rIns="0" bIns="0" rtlCol="0"/>
            <a:lstStyle/>
            <a:p/>
          </p:txBody>
        </p:sp>
        <p:sp>
          <p:nvSpPr>
            <p:cNvPr id="1473" name="object 1473"/>
            <p:cNvSpPr/>
            <p:nvPr/>
          </p:nvSpPr>
          <p:spPr>
            <a:xfrm>
              <a:off x="414401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40A64"/>
            </a:solidFill>
          </p:spPr>
          <p:txBody>
            <a:bodyPr wrap="square" lIns="0" tIns="0" rIns="0" bIns="0" rtlCol="0"/>
            <a:lstStyle/>
            <a:p/>
          </p:txBody>
        </p:sp>
        <p:sp>
          <p:nvSpPr>
            <p:cNvPr id="1474" name="object 1474"/>
            <p:cNvSpPr/>
            <p:nvPr/>
          </p:nvSpPr>
          <p:spPr>
            <a:xfrm>
              <a:off x="414401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60966"/>
            </a:solidFill>
          </p:spPr>
          <p:txBody>
            <a:bodyPr wrap="square" lIns="0" tIns="0" rIns="0" bIns="0" rtlCol="0"/>
            <a:lstStyle/>
            <a:p/>
          </p:txBody>
        </p:sp>
        <p:sp>
          <p:nvSpPr>
            <p:cNvPr id="1475" name="object 1475"/>
            <p:cNvSpPr/>
            <p:nvPr/>
          </p:nvSpPr>
          <p:spPr>
            <a:xfrm>
              <a:off x="414401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70967"/>
            </a:solidFill>
          </p:spPr>
          <p:txBody>
            <a:bodyPr wrap="square" lIns="0" tIns="0" rIns="0" bIns="0" rtlCol="0"/>
            <a:lstStyle/>
            <a:p/>
          </p:txBody>
        </p:sp>
        <p:sp>
          <p:nvSpPr>
            <p:cNvPr id="1476" name="object 1476"/>
            <p:cNvSpPr/>
            <p:nvPr/>
          </p:nvSpPr>
          <p:spPr>
            <a:xfrm>
              <a:off x="414401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80868"/>
            </a:solidFill>
          </p:spPr>
          <p:txBody>
            <a:bodyPr wrap="square" lIns="0" tIns="0" rIns="0" bIns="0" rtlCol="0"/>
            <a:lstStyle/>
            <a:p/>
          </p:txBody>
        </p:sp>
        <p:sp>
          <p:nvSpPr>
            <p:cNvPr id="1477" name="object 1477"/>
            <p:cNvSpPr/>
            <p:nvPr/>
          </p:nvSpPr>
          <p:spPr>
            <a:xfrm>
              <a:off x="414401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A086A"/>
            </a:solidFill>
          </p:spPr>
          <p:txBody>
            <a:bodyPr wrap="square" lIns="0" tIns="0" rIns="0" bIns="0" rtlCol="0"/>
            <a:lstStyle/>
            <a:p/>
          </p:txBody>
        </p:sp>
        <p:sp>
          <p:nvSpPr>
            <p:cNvPr id="1478" name="object 1478"/>
            <p:cNvSpPr/>
            <p:nvPr/>
          </p:nvSpPr>
          <p:spPr>
            <a:xfrm>
              <a:off x="414401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B076B"/>
            </a:solidFill>
          </p:spPr>
          <p:txBody>
            <a:bodyPr wrap="square" lIns="0" tIns="0" rIns="0" bIns="0" rtlCol="0"/>
            <a:lstStyle/>
            <a:p/>
          </p:txBody>
        </p:sp>
        <p:sp>
          <p:nvSpPr>
            <p:cNvPr id="1479" name="object 1479"/>
            <p:cNvSpPr/>
            <p:nvPr/>
          </p:nvSpPr>
          <p:spPr>
            <a:xfrm>
              <a:off x="414401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D076D"/>
            </a:solidFill>
          </p:spPr>
          <p:txBody>
            <a:bodyPr wrap="square" lIns="0" tIns="0" rIns="0" bIns="0" rtlCol="0"/>
            <a:lstStyle/>
            <a:p/>
          </p:txBody>
        </p:sp>
        <p:sp>
          <p:nvSpPr>
            <p:cNvPr id="1480" name="object 1480"/>
            <p:cNvSpPr/>
            <p:nvPr/>
          </p:nvSpPr>
          <p:spPr>
            <a:xfrm>
              <a:off x="414401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E066E"/>
            </a:solidFill>
          </p:spPr>
          <p:txBody>
            <a:bodyPr wrap="square" lIns="0" tIns="0" rIns="0" bIns="0" rtlCol="0"/>
            <a:lstStyle/>
            <a:p/>
          </p:txBody>
        </p:sp>
        <p:sp>
          <p:nvSpPr>
            <p:cNvPr id="1481" name="object 1481"/>
            <p:cNvSpPr/>
            <p:nvPr/>
          </p:nvSpPr>
          <p:spPr>
            <a:xfrm>
              <a:off x="414401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00570"/>
            </a:solidFill>
          </p:spPr>
          <p:txBody>
            <a:bodyPr wrap="square" lIns="0" tIns="0" rIns="0" bIns="0" rtlCol="0"/>
            <a:lstStyle/>
            <a:p/>
          </p:txBody>
        </p:sp>
        <p:sp>
          <p:nvSpPr>
            <p:cNvPr id="1482" name="object 1482"/>
            <p:cNvSpPr/>
            <p:nvPr/>
          </p:nvSpPr>
          <p:spPr>
            <a:xfrm>
              <a:off x="414401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10571"/>
            </a:solidFill>
          </p:spPr>
          <p:txBody>
            <a:bodyPr wrap="square" lIns="0" tIns="0" rIns="0" bIns="0" rtlCol="0"/>
            <a:lstStyle/>
            <a:p/>
          </p:txBody>
        </p:sp>
        <p:sp>
          <p:nvSpPr>
            <p:cNvPr id="1483" name="object 1483"/>
            <p:cNvSpPr/>
            <p:nvPr/>
          </p:nvSpPr>
          <p:spPr>
            <a:xfrm>
              <a:off x="414401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730473"/>
            </a:solidFill>
          </p:spPr>
          <p:txBody>
            <a:bodyPr wrap="square" lIns="0" tIns="0" rIns="0" bIns="0" rtlCol="0"/>
            <a:lstStyle/>
            <a:p/>
          </p:txBody>
        </p:sp>
        <p:sp>
          <p:nvSpPr>
            <p:cNvPr id="1484" name="object 1484"/>
            <p:cNvSpPr/>
            <p:nvPr/>
          </p:nvSpPr>
          <p:spPr>
            <a:xfrm>
              <a:off x="414401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40474"/>
            </a:solidFill>
          </p:spPr>
          <p:txBody>
            <a:bodyPr wrap="square" lIns="0" tIns="0" rIns="0" bIns="0" rtlCol="0"/>
            <a:lstStyle/>
            <a:p/>
          </p:txBody>
        </p:sp>
        <p:sp>
          <p:nvSpPr>
            <p:cNvPr id="1485" name="object 1485"/>
            <p:cNvSpPr/>
            <p:nvPr/>
          </p:nvSpPr>
          <p:spPr>
            <a:xfrm>
              <a:off x="414401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60376"/>
            </a:solidFill>
          </p:spPr>
          <p:txBody>
            <a:bodyPr wrap="square" lIns="0" tIns="0" rIns="0" bIns="0" rtlCol="0"/>
            <a:lstStyle/>
            <a:p/>
          </p:txBody>
        </p:sp>
        <p:sp>
          <p:nvSpPr>
            <p:cNvPr id="1486" name="object 1486"/>
            <p:cNvSpPr/>
            <p:nvPr/>
          </p:nvSpPr>
          <p:spPr>
            <a:xfrm>
              <a:off x="414401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770277"/>
            </a:solidFill>
          </p:spPr>
          <p:txBody>
            <a:bodyPr wrap="square" lIns="0" tIns="0" rIns="0" bIns="0" rtlCol="0"/>
            <a:lstStyle/>
            <a:p/>
          </p:txBody>
        </p:sp>
        <p:sp>
          <p:nvSpPr>
            <p:cNvPr id="1487" name="object 1487"/>
            <p:cNvSpPr/>
            <p:nvPr/>
          </p:nvSpPr>
          <p:spPr>
            <a:xfrm>
              <a:off x="414401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90279"/>
            </a:solidFill>
          </p:spPr>
          <p:txBody>
            <a:bodyPr wrap="square" lIns="0" tIns="0" rIns="0" bIns="0" rtlCol="0"/>
            <a:lstStyle/>
            <a:p/>
          </p:txBody>
        </p:sp>
        <p:sp>
          <p:nvSpPr>
            <p:cNvPr id="1488" name="object 1488"/>
            <p:cNvSpPr/>
            <p:nvPr/>
          </p:nvSpPr>
          <p:spPr>
            <a:xfrm>
              <a:off x="414401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A017A"/>
            </a:solidFill>
          </p:spPr>
          <p:txBody>
            <a:bodyPr wrap="square" lIns="0" tIns="0" rIns="0" bIns="0" rtlCol="0"/>
            <a:lstStyle/>
            <a:p/>
          </p:txBody>
        </p:sp>
        <p:sp>
          <p:nvSpPr>
            <p:cNvPr id="1489" name="object 1489"/>
            <p:cNvSpPr/>
            <p:nvPr/>
          </p:nvSpPr>
          <p:spPr>
            <a:xfrm>
              <a:off x="414401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C017C"/>
            </a:solidFill>
          </p:spPr>
          <p:txBody>
            <a:bodyPr wrap="square" lIns="0" tIns="0" rIns="0" bIns="0" rtlCol="0"/>
            <a:lstStyle/>
            <a:p/>
          </p:txBody>
        </p:sp>
      </p:grpSp>
      <p:grpSp>
        <p:nvGrpSpPr>
          <p:cNvPr id="1490" name="object 1490"/>
          <p:cNvGrpSpPr/>
          <p:nvPr/>
        </p:nvGrpSpPr>
        <p:grpSpPr>
          <a:xfrm>
            <a:off x="4428490" y="1056766"/>
            <a:ext cx="205740" cy="848360"/>
            <a:chOff x="4428490" y="1056766"/>
            <a:chExt cx="205740" cy="848360"/>
          </a:xfrm>
        </p:grpSpPr>
        <p:sp>
          <p:nvSpPr>
            <p:cNvPr id="1491" name="object 1491"/>
            <p:cNvSpPr/>
            <p:nvPr/>
          </p:nvSpPr>
          <p:spPr>
            <a:xfrm>
              <a:off x="4481830" y="1056766"/>
              <a:ext cx="152400" cy="13970"/>
            </a:xfrm>
            <a:custGeom>
              <a:avLst/>
              <a:gdLst/>
              <a:ahLst/>
              <a:cxnLst/>
              <a:rect l="l" t="t" r="r" b="b"/>
              <a:pathLst>
                <a:path w="152400" h="13969">
                  <a:moveTo>
                    <a:pt x="31750" y="0"/>
                  </a:moveTo>
                  <a:lnTo>
                    <a:pt x="21590" y="0"/>
                  </a:lnTo>
                  <a:lnTo>
                    <a:pt x="21590" y="1143"/>
                  </a:lnTo>
                  <a:lnTo>
                    <a:pt x="31750" y="1143"/>
                  </a:lnTo>
                  <a:lnTo>
                    <a:pt x="31750" y="0"/>
                  </a:lnTo>
                  <a:close/>
                </a:path>
                <a:path w="152400" h="13969">
                  <a:moveTo>
                    <a:pt x="41910" y="3810"/>
                  </a:moveTo>
                  <a:lnTo>
                    <a:pt x="38100" y="3810"/>
                  </a:lnTo>
                  <a:lnTo>
                    <a:pt x="38100" y="2413"/>
                  </a:lnTo>
                  <a:lnTo>
                    <a:pt x="36830" y="2413"/>
                  </a:lnTo>
                  <a:lnTo>
                    <a:pt x="36830" y="1270"/>
                  </a:lnTo>
                  <a:lnTo>
                    <a:pt x="36830" y="1143"/>
                  </a:lnTo>
                  <a:lnTo>
                    <a:pt x="31750" y="1143"/>
                  </a:lnTo>
                  <a:lnTo>
                    <a:pt x="31750" y="1270"/>
                  </a:lnTo>
                  <a:lnTo>
                    <a:pt x="21590" y="1270"/>
                  </a:lnTo>
                  <a:lnTo>
                    <a:pt x="21590" y="1143"/>
                  </a:lnTo>
                  <a:lnTo>
                    <a:pt x="16510" y="1143"/>
                  </a:lnTo>
                  <a:lnTo>
                    <a:pt x="16510" y="2413"/>
                  </a:lnTo>
                  <a:lnTo>
                    <a:pt x="12700" y="2413"/>
                  </a:lnTo>
                  <a:lnTo>
                    <a:pt x="12700" y="3810"/>
                  </a:lnTo>
                  <a:lnTo>
                    <a:pt x="8890" y="3810"/>
                  </a:lnTo>
                  <a:lnTo>
                    <a:pt x="8890" y="4953"/>
                  </a:lnTo>
                  <a:lnTo>
                    <a:pt x="41910" y="4953"/>
                  </a:lnTo>
                  <a:lnTo>
                    <a:pt x="41910" y="3810"/>
                  </a:lnTo>
                  <a:close/>
                </a:path>
                <a:path w="152400" h="13969">
                  <a:moveTo>
                    <a:pt x="46977" y="6350"/>
                  </a:moveTo>
                  <a:lnTo>
                    <a:pt x="43180" y="6350"/>
                  </a:lnTo>
                  <a:lnTo>
                    <a:pt x="43180" y="6223"/>
                  </a:lnTo>
                  <a:lnTo>
                    <a:pt x="43180" y="5080"/>
                  </a:lnTo>
                  <a:lnTo>
                    <a:pt x="43180" y="4953"/>
                  </a:lnTo>
                  <a:lnTo>
                    <a:pt x="41910" y="4953"/>
                  </a:lnTo>
                  <a:lnTo>
                    <a:pt x="41910" y="5080"/>
                  </a:lnTo>
                  <a:lnTo>
                    <a:pt x="8890" y="5080"/>
                  </a:lnTo>
                  <a:lnTo>
                    <a:pt x="8890" y="4953"/>
                  </a:lnTo>
                  <a:lnTo>
                    <a:pt x="7620" y="4953"/>
                  </a:lnTo>
                  <a:lnTo>
                    <a:pt x="7620" y="6223"/>
                  </a:lnTo>
                  <a:lnTo>
                    <a:pt x="7620" y="6350"/>
                  </a:lnTo>
                  <a:lnTo>
                    <a:pt x="6350" y="6350"/>
                  </a:lnTo>
                  <a:lnTo>
                    <a:pt x="6350" y="7493"/>
                  </a:lnTo>
                  <a:lnTo>
                    <a:pt x="46977" y="7493"/>
                  </a:lnTo>
                  <a:lnTo>
                    <a:pt x="46977" y="6350"/>
                  </a:lnTo>
                  <a:close/>
                </a:path>
                <a:path w="152400" h="13969">
                  <a:moveTo>
                    <a:pt x="53340" y="10160"/>
                  </a:moveTo>
                  <a:lnTo>
                    <a:pt x="52070" y="10160"/>
                  </a:lnTo>
                  <a:lnTo>
                    <a:pt x="52070" y="8763"/>
                  </a:lnTo>
                  <a:lnTo>
                    <a:pt x="48260" y="8763"/>
                  </a:lnTo>
                  <a:lnTo>
                    <a:pt x="48260" y="7620"/>
                  </a:lnTo>
                  <a:lnTo>
                    <a:pt x="48260" y="7493"/>
                  </a:lnTo>
                  <a:lnTo>
                    <a:pt x="46977" y="7493"/>
                  </a:lnTo>
                  <a:lnTo>
                    <a:pt x="46977" y="7620"/>
                  </a:lnTo>
                  <a:lnTo>
                    <a:pt x="6350" y="7620"/>
                  </a:lnTo>
                  <a:lnTo>
                    <a:pt x="6350" y="7493"/>
                  </a:lnTo>
                  <a:lnTo>
                    <a:pt x="5080" y="7493"/>
                  </a:lnTo>
                  <a:lnTo>
                    <a:pt x="5080" y="8763"/>
                  </a:lnTo>
                  <a:lnTo>
                    <a:pt x="2540" y="8763"/>
                  </a:lnTo>
                  <a:lnTo>
                    <a:pt x="2540" y="10160"/>
                  </a:lnTo>
                  <a:lnTo>
                    <a:pt x="1270" y="10160"/>
                  </a:lnTo>
                  <a:lnTo>
                    <a:pt x="1270" y="11303"/>
                  </a:lnTo>
                  <a:lnTo>
                    <a:pt x="53340" y="11303"/>
                  </a:lnTo>
                  <a:lnTo>
                    <a:pt x="53340" y="10160"/>
                  </a:lnTo>
                  <a:close/>
                </a:path>
                <a:path w="152400" h="13969">
                  <a:moveTo>
                    <a:pt x="54610" y="11303"/>
                  </a:moveTo>
                  <a:lnTo>
                    <a:pt x="53340" y="11303"/>
                  </a:lnTo>
                  <a:lnTo>
                    <a:pt x="53340" y="11430"/>
                  </a:lnTo>
                  <a:lnTo>
                    <a:pt x="1270" y="11430"/>
                  </a:lnTo>
                  <a:lnTo>
                    <a:pt x="1270" y="11303"/>
                  </a:lnTo>
                  <a:lnTo>
                    <a:pt x="0" y="11303"/>
                  </a:lnTo>
                  <a:lnTo>
                    <a:pt x="0" y="13843"/>
                  </a:lnTo>
                  <a:lnTo>
                    <a:pt x="54610" y="13843"/>
                  </a:lnTo>
                  <a:lnTo>
                    <a:pt x="54610" y="11430"/>
                  </a:lnTo>
                  <a:lnTo>
                    <a:pt x="54610" y="11303"/>
                  </a:lnTo>
                  <a:close/>
                </a:path>
                <a:path w="152400" h="13969">
                  <a:moveTo>
                    <a:pt x="152400" y="12700"/>
                  </a:moveTo>
                  <a:lnTo>
                    <a:pt x="73660" y="12700"/>
                  </a:lnTo>
                  <a:lnTo>
                    <a:pt x="73660" y="13843"/>
                  </a:lnTo>
                  <a:lnTo>
                    <a:pt x="152400" y="13843"/>
                  </a:lnTo>
                  <a:lnTo>
                    <a:pt x="152400" y="12700"/>
                  </a:lnTo>
                  <a:close/>
                </a:path>
              </a:pathLst>
            </a:custGeom>
            <a:solidFill>
              <a:srgbClr val="003300"/>
            </a:solidFill>
          </p:spPr>
          <p:txBody>
            <a:bodyPr wrap="square" lIns="0" tIns="0" rIns="0" bIns="0" rtlCol="0"/>
            <a:lstStyle/>
            <a:p/>
          </p:txBody>
        </p:sp>
        <p:sp>
          <p:nvSpPr>
            <p:cNvPr id="1492" name="object 1492"/>
            <p:cNvSpPr/>
            <p:nvPr/>
          </p:nvSpPr>
          <p:spPr>
            <a:xfrm>
              <a:off x="4475480" y="1070609"/>
              <a:ext cx="158750" cy="6350"/>
            </a:xfrm>
            <a:custGeom>
              <a:avLst/>
              <a:gdLst/>
              <a:ahLst/>
              <a:cxnLst/>
              <a:rect l="l" t="t" r="r" b="b"/>
              <a:pathLst>
                <a:path w="158750" h="6350">
                  <a:moveTo>
                    <a:pt x="158750" y="3936"/>
                  </a:moveTo>
                  <a:lnTo>
                    <a:pt x="80010" y="3936"/>
                  </a:lnTo>
                  <a:lnTo>
                    <a:pt x="80010" y="6350"/>
                  </a:lnTo>
                  <a:lnTo>
                    <a:pt x="158750" y="6350"/>
                  </a:lnTo>
                  <a:lnTo>
                    <a:pt x="158750" y="3936"/>
                  </a:lnTo>
                  <a:close/>
                </a:path>
                <a:path w="158750" h="6350">
                  <a:moveTo>
                    <a:pt x="66039" y="5206"/>
                  </a:moveTo>
                  <a:lnTo>
                    <a:pt x="0" y="5206"/>
                  </a:lnTo>
                  <a:lnTo>
                    <a:pt x="0" y="6350"/>
                  </a:lnTo>
                  <a:lnTo>
                    <a:pt x="66039" y="6350"/>
                  </a:lnTo>
                  <a:lnTo>
                    <a:pt x="66039" y="5206"/>
                  </a:lnTo>
                  <a:close/>
                </a:path>
                <a:path w="158750" h="6350">
                  <a:moveTo>
                    <a:pt x="2540" y="3809"/>
                  </a:moveTo>
                  <a:lnTo>
                    <a:pt x="1270" y="3809"/>
                  </a:lnTo>
                  <a:lnTo>
                    <a:pt x="1270" y="5206"/>
                  </a:lnTo>
                  <a:lnTo>
                    <a:pt x="64770" y="5206"/>
                  </a:lnTo>
                  <a:lnTo>
                    <a:pt x="64770" y="3936"/>
                  </a:lnTo>
                  <a:lnTo>
                    <a:pt x="2540" y="3936"/>
                  </a:lnTo>
                  <a:close/>
                </a:path>
                <a:path w="158750" h="6350">
                  <a:moveTo>
                    <a:pt x="64770" y="2666"/>
                  </a:moveTo>
                  <a:lnTo>
                    <a:pt x="2540" y="2666"/>
                  </a:lnTo>
                  <a:lnTo>
                    <a:pt x="2540" y="3809"/>
                  </a:lnTo>
                  <a:lnTo>
                    <a:pt x="64770" y="3809"/>
                  </a:lnTo>
                  <a:lnTo>
                    <a:pt x="64770" y="2666"/>
                  </a:lnTo>
                  <a:close/>
                </a:path>
                <a:path w="158750" h="6350">
                  <a:moveTo>
                    <a:pt x="63500" y="1269"/>
                  </a:moveTo>
                  <a:lnTo>
                    <a:pt x="3810" y="1269"/>
                  </a:lnTo>
                  <a:lnTo>
                    <a:pt x="3810" y="2666"/>
                  </a:lnTo>
                  <a:lnTo>
                    <a:pt x="63500" y="2666"/>
                  </a:lnTo>
                  <a:lnTo>
                    <a:pt x="63500" y="1269"/>
                  </a:lnTo>
                  <a:close/>
                </a:path>
                <a:path w="158750" h="6350">
                  <a:moveTo>
                    <a:pt x="6350" y="0"/>
                  </a:moveTo>
                  <a:lnTo>
                    <a:pt x="5080" y="0"/>
                  </a:lnTo>
                  <a:lnTo>
                    <a:pt x="5080" y="1269"/>
                  </a:lnTo>
                  <a:lnTo>
                    <a:pt x="62230" y="1269"/>
                  </a:lnTo>
                  <a:lnTo>
                    <a:pt x="62230" y="126"/>
                  </a:lnTo>
                  <a:lnTo>
                    <a:pt x="6350" y="126"/>
                  </a:lnTo>
                  <a:close/>
                </a:path>
                <a:path w="158750" h="6350">
                  <a:moveTo>
                    <a:pt x="62230" y="0"/>
                  </a:moveTo>
                  <a:lnTo>
                    <a:pt x="60960" y="0"/>
                  </a:lnTo>
                  <a:lnTo>
                    <a:pt x="62230" y="126"/>
                  </a:lnTo>
                  <a:close/>
                </a:path>
                <a:path w="158750" h="6350">
                  <a:moveTo>
                    <a:pt x="158750" y="126"/>
                  </a:moveTo>
                  <a:lnTo>
                    <a:pt x="80010" y="126"/>
                  </a:lnTo>
                  <a:lnTo>
                    <a:pt x="80010" y="3809"/>
                  </a:lnTo>
                  <a:lnTo>
                    <a:pt x="158750" y="3809"/>
                  </a:lnTo>
                  <a:lnTo>
                    <a:pt x="158750" y="126"/>
                  </a:lnTo>
                  <a:close/>
                </a:path>
              </a:pathLst>
            </a:custGeom>
            <a:solidFill>
              <a:srgbClr val="013301"/>
            </a:solidFill>
          </p:spPr>
          <p:txBody>
            <a:bodyPr wrap="square" lIns="0" tIns="0" rIns="0" bIns="0" rtlCol="0"/>
            <a:lstStyle/>
            <a:p/>
          </p:txBody>
        </p:sp>
        <p:sp>
          <p:nvSpPr>
            <p:cNvPr id="1493" name="object 1493"/>
            <p:cNvSpPr/>
            <p:nvPr/>
          </p:nvSpPr>
          <p:spPr>
            <a:xfrm>
              <a:off x="4470400" y="1076959"/>
              <a:ext cx="163830" cy="7620"/>
            </a:xfrm>
            <a:custGeom>
              <a:avLst/>
              <a:gdLst/>
              <a:ahLst/>
              <a:cxnLst/>
              <a:rect l="l" t="t" r="r" b="b"/>
              <a:pathLst>
                <a:path w="163829" h="7619">
                  <a:moveTo>
                    <a:pt x="1270" y="6349"/>
                  </a:moveTo>
                  <a:lnTo>
                    <a:pt x="0" y="6349"/>
                  </a:lnTo>
                  <a:lnTo>
                    <a:pt x="0" y="7619"/>
                  </a:lnTo>
                  <a:lnTo>
                    <a:pt x="76200" y="7619"/>
                  </a:lnTo>
                  <a:lnTo>
                    <a:pt x="76200" y="6476"/>
                  </a:lnTo>
                  <a:lnTo>
                    <a:pt x="1270" y="6476"/>
                  </a:lnTo>
                  <a:lnTo>
                    <a:pt x="1270" y="6349"/>
                  </a:lnTo>
                  <a:close/>
                </a:path>
                <a:path w="163829" h="7619">
                  <a:moveTo>
                    <a:pt x="76200" y="6349"/>
                  </a:moveTo>
                  <a:lnTo>
                    <a:pt x="74930" y="6349"/>
                  </a:lnTo>
                  <a:lnTo>
                    <a:pt x="74930" y="6476"/>
                  </a:lnTo>
                  <a:lnTo>
                    <a:pt x="76200" y="6476"/>
                  </a:lnTo>
                  <a:lnTo>
                    <a:pt x="76200" y="6349"/>
                  </a:lnTo>
                  <a:close/>
                </a:path>
                <a:path w="163829" h="7619">
                  <a:moveTo>
                    <a:pt x="2539" y="3809"/>
                  </a:moveTo>
                  <a:lnTo>
                    <a:pt x="1270" y="3809"/>
                  </a:lnTo>
                  <a:lnTo>
                    <a:pt x="1270" y="6349"/>
                  </a:lnTo>
                  <a:lnTo>
                    <a:pt x="74930" y="6349"/>
                  </a:lnTo>
                  <a:lnTo>
                    <a:pt x="74930" y="5206"/>
                  </a:lnTo>
                  <a:lnTo>
                    <a:pt x="73660" y="5206"/>
                  </a:lnTo>
                  <a:lnTo>
                    <a:pt x="73660" y="3936"/>
                  </a:lnTo>
                  <a:lnTo>
                    <a:pt x="2539" y="3936"/>
                  </a:lnTo>
                  <a:close/>
                </a:path>
                <a:path w="163829" h="7619">
                  <a:moveTo>
                    <a:pt x="73660" y="2666"/>
                  </a:moveTo>
                  <a:lnTo>
                    <a:pt x="2539" y="2666"/>
                  </a:lnTo>
                  <a:lnTo>
                    <a:pt x="2539" y="3809"/>
                  </a:lnTo>
                  <a:lnTo>
                    <a:pt x="73660" y="3809"/>
                  </a:lnTo>
                  <a:lnTo>
                    <a:pt x="73660" y="2666"/>
                  </a:lnTo>
                  <a:close/>
                </a:path>
                <a:path w="163829" h="7619">
                  <a:moveTo>
                    <a:pt x="72389" y="126"/>
                  </a:moveTo>
                  <a:lnTo>
                    <a:pt x="3810" y="126"/>
                  </a:lnTo>
                  <a:lnTo>
                    <a:pt x="3810" y="2666"/>
                  </a:lnTo>
                  <a:lnTo>
                    <a:pt x="72389" y="2666"/>
                  </a:lnTo>
                  <a:lnTo>
                    <a:pt x="72389" y="126"/>
                  </a:lnTo>
                  <a:close/>
                </a:path>
                <a:path w="163829" h="7619">
                  <a:moveTo>
                    <a:pt x="71119" y="0"/>
                  </a:moveTo>
                  <a:lnTo>
                    <a:pt x="5079" y="0"/>
                  </a:lnTo>
                  <a:lnTo>
                    <a:pt x="71119" y="126"/>
                  </a:lnTo>
                  <a:close/>
                </a:path>
                <a:path w="163829" h="7619">
                  <a:moveTo>
                    <a:pt x="163829" y="6476"/>
                  </a:moveTo>
                  <a:lnTo>
                    <a:pt x="85089" y="6476"/>
                  </a:lnTo>
                  <a:lnTo>
                    <a:pt x="85089" y="7619"/>
                  </a:lnTo>
                  <a:lnTo>
                    <a:pt x="163829" y="7619"/>
                  </a:lnTo>
                  <a:lnTo>
                    <a:pt x="163829" y="6476"/>
                  </a:lnTo>
                  <a:close/>
                </a:path>
                <a:path w="163829" h="7619">
                  <a:moveTo>
                    <a:pt x="163829" y="3936"/>
                  </a:moveTo>
                  <a:lnTo>
                    <a:pt x="85089" y="3936"/>
                  </a:lnTo>
                  <a:lnTo>
                    <a:pt x="85089" y="6349"/>
                  </a:lnTo>
                  <a:lnTo>
                    <a:pt x="163829" y="6349"/>
                  </a:lnTo>
                  <a:lnTo>
                    <a:pt x="163829" y="3936"/>
                  </a:lnTo>
                  <a:close/>
                </a:path>
                <a:path w="163829" h="7619">
                  <a:moveTo>
                    <a:pt x="163829" y="0"/>
                  </a:moveTo>
                  <a:lnTo>
                    <a:pt x="85089" y="0"/>
                  </a:lnTo>
                  <a:lnTo>
                    <a:pt x="85089" y="3809"/>
                  </a:lnTo>
                  <a:lnTo>
                    <a:pt x="163829" y="3809"/>
                  </a:lnTo>
                  <a:lnTo>
                    <a:pt x="163829" y="0"/>
                  </a:lnTo>
                  <a:close/>
                </a:path>
              </a:pathLst>
            </a:custGeom>
            <a:solidFill>
              <a:srgbClr val="023102"/>
            </a:solidFill>
          </p:spPr>
          <p:txBody>
            <a:bodyPr wrap="square" lIns="0" tIns="0" rIns="0" bIns="0" rtlCol="0"/>
            <a:lstStyle/>
            <a:p/>
          </p:txBody>
        </p:sp>
        <p:sp>
          <p:nvSpPr>
            <p:cNvPr id="1494" name="object 1494"/>
            <p:cNvSpPr/>
            <p:nvPr/>
          </p:nvSpPr>
          <p:spPr>
            <a:xfrm>
              <a:off x="4466590" y="1084579"/>
              <a:ext cx="167640" cy="7620"/>
            </a:xfrm>
            <a:custGeom>
              <a:avLst/>
              <a:gdLst/>
              <a:ahLst/>
              <a:cxnLst/>
              <a:rect l="l" t="t" r="r" b="b"/>
              <a:pathLst>
                <a:path w="167639" h="7619">
                  <a:moveTo>
                    <a:pt x="1270" y="5079"/>
                  </a:moveTo>
                  <a:lnTo>
                    <a:pt x="0" y="5079"/>
                  </a:lnTo>
                  <a:lnTo>
                    <a:pt x="0" y="7620"/>
                  </a:lnTo>
                  <a:lnTo>
                    <a:pt x="85089" y="7620"/>
                  </a:lnTo>
                  <a:lnTo>
                    <a:pt x="85089" y="6350"/>
                  </a:lnTo>
                  <a:lnTo>
                    <a:pt x="83820" y="6350"/>
                  </a:lnTo>
                  <a:lnTo>
                    <a:pt x="83820" y="5207"/>
                  </a:lnTo>
                  <a:lnTo>
                    <a:pt x="1270" y="5207"/>
                  </a:lnTo>
                  <a:lnTo>
                    <a:pt x="1270" y="5079"/>
                  </a:lnTo>
                  <a:close/>
                </a:path>
                <a:path w="167639" h="7619">
                  <a:moveTo>
                    <a:pt x="2539" y="2539"/>
                  </a:moveTo>
                  <a:lnTo>
                    <a:pt x="1270" y="2539"/>
                  </a:lnTo>
                  <a:lnTo>
                    <a:pt x="1270" y="5079"/>
                  </a:lnTo>
                  <a:lnTo>
                    <a:pt x="83820" y="5079"/>
                  </a:lnTo>
                  <a:lnTo>
                    <a:pt x="83820" y="3937"/>
                  </a:lnTo>
                  <a:lnTo>
                    <a:pt x="82550" y="3937"/>
                  </a:lnTo>
                  <a:lnTo>
                    <a:pt x="82550" y="2666"/>
                  </a:lnTo>
                  <a:lnTo>
                    <a:pt x="2539" y="2666"/>
                  </a:lnTo>
                  <a:close/>
                </a:path>
                <a:path w="167639" h="7619">
                  <a:moveTo>
                    <a:pt x="82550" y="2539"/>
                  </a:moveTo>
                  <a:lnTo>
                    <a:pt x="81279" y="2539"/>
                  </a:lnTo>
                  <a:lnTo>
                    <a:pt x="82550" y="2666"/>
                  </a:lnTo>
                  <a:close/>
                </a:path>
                <a:path w="167639" h="7619">
                  <a:moveTo>
                    <a:pt x="81280" y="0"/>
                  </a:moveTo>
                  <a:lnTo>
                    <a:pt x="3810" y="0"/>
                  </a:lnTo>
                  <a:lnTo>
                    <a:pt x="3810" y="1397"/>
                  </a:lnTo>
                  <a:lnTo>
                    <a:pt x="2539" y="1397"/>
                  </a:lnTo>
                  <a:lnTo>
                    <a:pt x="2539" y="2539"/>
                  </a:lnTo>
                  <a:lnTo>
                    <a:pt x="81279" y="2539"/>
                  </a:lnTo>
                  <a:lnTo>
                    <a:pt x="81280" y="0"/>
                  </a:lnTo>
                  <a:close/>
                </a:path>
                <a:path w="167639" h="7619">
                  <a:moveTo>
                    <a:pt x="167639" y="5207"/>
                  </a:moveTo>
                  <a:lnTo>
                    <a:pt x="88900" y="5207"/>
                  </a:lnTo>
                  <a:lnTo>
                    <a:pt x="88900" y="7620"/>
                  </a:lnTo>
                  <a:lnTo>
                    <a:pt x="167639" y="7620"/>
                  </a:lnTo>
                  <a:lnTo>
                    <a:pt x="167639" y="5207"/>
                  </a:lnTo>
                  <a:close/>
                </a:path>
                <a:path w="167639" h="7619">
                  <a:moveTo>
                    <a:pt x="167639" y="2666"/>
                  </a:moveTo>
                  <a:lnTo>
                    <a:pt x="88900" y="2666"/>
                  </a:lnTo>
                  <a:lnTo>
                    <a:pt x="88900" y="5079"/>
                  </a:lnTo>
                  <a:lnTo>
                    <a:pt x="167639" y="5079"/>
                  </a:lnTo>
                  <a:lnTo>
                    <a:pt x="167639" y="2666"/>
                  </a:lnTo>
                  <a:close/>
                </a:path>
                <a:path w="167639" h="7619">
                  <a:moveTo>
                    <a:pt x="167639" y="0"/>
                  </a:moveTo>
                  <a:lnTo>
                    <a:pt x="88900" y="0"/>
                  </a:lnTo>
                  <a:lnTo>
                    <a:pt x="88900" y="2539"/>
                  </a:lnTo>
                  <a:lnTo>
                    <a:pt x="167639" y="2539"/>
                  </a:lnTo>
                  <a:lnTo>
                    <a:pt x="167639" y="0"/>
                  </a:lnTo>
                  <a:close/>
                </a:path>
              </a:pathLst>
            </a:custGeom>
            <a:solidFill>
              <a:srgbClr val="033103"/>
            </a:solidFill>
          </p:spPr>
          <p:txBody>
            <a:bodyPr wrap="square" lIns="0" tIns="0" rIns="0" bIns="0" rtlCol="0"/>
            <a:lstStyle/>
            <a:p/>
          </p:txBody>
        </p:sp>
        <p:sp>
          <p:nvSpPr>
            <p:cNvPr id="1495" name="object 1495"/>
            <p:cNvSpPr/>
            <p:nvPr/>
          </p:nvSpPr>
          <p:spPr>
            <a:xfrm>
              <a:off x="4462780" y="1092199"/>
              <a:ext cx="171450" cy="6350"/>
            </a:xfrm>
            <a:custGeom>
              <a:avLst/>
              <a:gdLst/>
              <a:ahLst/>
              <a:cxnLst/>
              <a:rect l="l" t="t" r="r" b="b"/>
              <a:pathLst>
                <a:path w="171450" h="6350">
                  <a:moveTo>
                    <a:pt x="92710" y="5080"/>
                  </a:moveTo>
                  <a:lnTo>
                    <a:pt x="91440" y="5080"/>
                  </a:lnTo>
                  <a:lnTo>
                    <a:pt x="91440" y="3810"/>
                  </a:lnTo>
                  <a:lnTo>
                    <a:pt x="90170" y="3810"/>
                  </a:lnTo>
                  <a:lnTo>
                    <a:pt x="90170" y="2540"/>
                  </a:lnTo>
                  <a:lnTo>
                    <a:pt x="90170" y="1270"/>
                  </a:lnTo>
                  <a:lnTo>
                    <a:pt x="88900" y="1270"/>
                  </a:lnTo>
                  <a:lnTo>
                    <a:pt x="88900" y="0"/>
                  </a:lnTo>
                  <a:lnTo>
                    <a:pt x="2540" y="0"/>
                  </a:lnTo>
                  <a:lnTo>
                    <a:pt x="2540" y="1270"/>
                  </a:lnTo>
                  <a:lnTo>
                    <a:pt x="2540" y="2540"/>
                  </a:lnTo>
                  <a:lnTo>
                    <a:pt x="1270" y="2540"/>
                  </a:lnTo>
                  <a:lnTo>
                    <a:pt x="1270" y="3810"/>
                  </a:lnTo>
                  <a:lnTo>
                    <a:pt x="1270" y="5080"/>
                  </a:lnTo>
                  <a:lnTo>
                    <a:pt x="0" y="5080"/>
                  </a:lnTo>
                  <a:lnTo>
                    <a:pt x="0" y="6350"/>
                  </a:lnTo>
                  <a:lnTo>
                    <a:pt x="92710" y="6350"/>
                  </a:lnTo>
                  <a:lnTo>
                    <a:pt x="92710" y="5080"/>
                  </a:lnTo>
                  <a:close/>
                </a:path>
                <a:path w="171450" h="6350">
                  <a:moveTo>
                    <a:pt x="171450" y="3937"/>
                  </a:moveTo>
                  <a:lnTo>
                    <a:pt x="93980" y="3937"/>
                  </a:lnTo>
                  <a:lnTo>
                    <a:pt x="93980" y="6350"/>
                  </a:lnTo>
                  <a:lnTo>
                    <a:pt x="171450" y="6350"/>
                  </a:lnTo>
                  <a:lnTo>
                    <a:pt x="171450" y="3937"/>
                  </a:lnTo>
                  <a:close/>
                </a:path>
                <a:path w="171450" h="6350">
                  <a:moveTo>
                    <a:pt x="171450" y="0"/>
                  </a:moveTo>
                  <a:lnTo>
                    <a:pt x="92710" y="0"/>
                  </a:lnTo>
                  <a:lnTo>
                    <a:pt x="92710" y="1270"/>
                  </a:lnTo>
                  <a:lnTo>
                    <a:pt x="92710" y="2540"/>
                  </a:lnTo>
                  <a:lnTo>
                    <a:pt x="93980" y="2540"/>
                  </a:lnTo>
                  <a:lnTo>
                    <a:pt x="93980" y="3810"/>
                  </a:lnTo>
                  <a:lnTo>
                    <a:pt x="171450" y="3810"/>
                  </a:lnTo>
                  <a:lnTo>
                    <a:pt x="171450" y="2540"/>
                  </a:lnTo>
                  <a:lnTo>
                    <a:pt x="171450" y="1270"/>
                  </a:lnTo>
                  <a:lnTo>
                    <a:pt x="171450" y="0"/>
                  </a:lnTo>
                  <a:close/>
                </a:path>
              </a:pathLst>
            </a:custGeom>
            <a:solidFill>
              <a:srgbClr val="043004"/>
            </a:solidFill>
          </p:spPr>
          <p:txBody>
            <a:bodyPr wrap="square" lIns="0" tIns="0" rIns="0" bIns="0" rtlCol="0"/>
            <a:lstStyle/>
            <a:p/>
          </p:txBody>
        </p:sp>
        <p:sp>
          <p:nvSpPr>
            <p:cNvPr id="1496" name="object 1496"/>
            <p:cNvSpPr/>
            <p:nvPr/>
          </p:nvSpPr>
          <p:spPr>
            <a:xfrm>
              <a:off x="4460240" y="1098549"/>
              <a:ext cx="173990" cy="7620"/>
            </a:xfrm>
            <a:custGeom>
              <a:avLst/>
              <a:gdLst/>
              <a:ahLst/>
              <a:cxnLst/>
              <a:rect l="l" t="t" r="r" b="b"/>
              <a:pathLst>
                <a:path w="173989" h="7619">
                  <a:moveTo>
                    <a:pt x="173990" y="5092"/>
                  </a:moveTo>
                  <a:lnTo>
                    <a:pt x="0" y="5092"/>
                  </a:lnTo>
                  <a:lnTo>
                    <a:pt x="0" y="7620"/>
                  </a:lnTo>
                  <a:lnTo>
                    <a:pt x="173990" y="7620"/>
                  </a:lnTo>
                  <a:lnTo>
                    <a:pt x="173990" y="5092"/>
                  </a:lnTo>
                  <a:close/>
                </a:path>
                <a:path w="173989" h="7619">
                  <a:moveTo>
                    <a:pt x="173990" y="0"/>
                  </a:moveTo>
                  <a:lnTo>
                    <a:pt x="96520" y="0"/>
                  </a:lnTo>
                  <a:lnTo>
                    <a:pt x="2540" y="0"/>
                  </a:lnTo>
                  <a:lnTo>
                    <a:pt x="2540" y="2540"/>
                  </a:lnTo>
                  <a:lnTo>
                    <a:pt x="1270" y="2540"/>
                  </a:lnTo>
                  <a:lnTo>
                    <a:pt x="1270" y="5080"/>
                  </a:lnTo>
                  <a:lnTo>
                    <a:pt x="173990" y="5080"/>
                  </a:lnTo>
                  <a:lnTo>
                    <a:pt x="173990" y="2540"/>
                  </a:lnTo>
                  <a:lnTo>
                    <a:pt x="173990" y="127"/>
                  </a:lnTo>
                  <a:lnTo>
                    <a:pt x="173990" y="0"/>
                  </a:lnTo>
                  <a:close/>
                </a:path>
              </a:pathLst>
            </a:custGeom>
            <a:solidFill>
              <a:srgbClr val="053005"/>
            </a:solidFill>
          </p:spPr>
          <p:txBody>
            <a:bodyPr wrap="square" lIns="0" tIns="0" rIns="0" bIns="0" rtlCol="0"/>
            <a:lstStyle/>
            <a:p/>
          </p:txBody>
        </p:sp>
        <p:sp>
          <p:nvSpPr>
            <p:cNvPr id="1497" name="object 1497"/>
            <p:cNvSpPr/>
            <p:nvPr/>
          </p:nvSpPr>
          <p:spPr>
            <a:xfrm>
              <a:off x="4457700" y="1106169"/>
              <a:ext cx="176530" cy="7620"/>
            </a:xfrm>
            <a:custGeom>
              <a:avLst/>
              <a:gdLst/>
              <a:ahLst/>
              <a:cxnLst/>
              <a:rect l="l" t="t" r="r" b="b"/>
              <a:pathLst>
                <a:path w="176529" h="7619">
                  <a:moveTo>
                    <a:pt x="176530" y="0"/>
                  </a:moveTo>
                  <a:lnTo>
                    <a:pt x="1270" y="0"/>
                  </a:lnTo>
                  <a:lnTo>
                    <a:pt x="1270" y="2540"/>
                  </a:lnTo>
                  <a:lnTo>
                    <a:pt x="0" y="2540"/>
                  </a:lnTo>
                  <a:lnTo>
                    <a:pt x="0" y="7620"/>
                  </a:lnTo>
                  <a:lnTo>
                    <a:pt x="176530" y="7620"/>
                  </a:lnTo>
                  <a:lnTo>
                    <a:pt x="176530" y="2540"/>
                  </a:lnTo>
                  <a:lnTo>
                    <a:pt x="176530" y="0"/>
                  </a:lnTo>
                  <a:close/>
                </a:path>
              </a:pathLst>
            </a:custGeom>
            <a:solidFill>
              <a:srgbClr val="062F06"/>
            </a:solidFill>
          </p:spPr>
          <p:txBody>
            <a:bodyPr wrap="square" lIns="0" tIns="0" rIns="0" bIns="0" rtlCol="0"/>
            <a:lstStyle/>
            <a:p/>
          </p:txBody>
        </p:sp>
        <p:sp>
          <p:nvSpPr>
            <p:cNvPr id="1498" name="object 1498"/>
            <p:cNvSpPr/>
            <p:nvPr/>
          </p:nvSpPr>
          <p:spPr>
            <a:xfrm>
              <a:off x="4455160" y="1113789"/>
              <a:ext cx="179070" cy="6350"/>
            </a:xfrm>
            <a:custGeom>
              <a:avLst/>
              <a:gdLst/>
              <a:ahLst/>
              <a:cxnLst/>
              <a:rect l="l" t="t" r="r" b="b"/>
              <a:pathLst>
                <a:path w="179070" h="6350">
                  <a:moveTo>
                    <a:pt x="179070" y="0"/>
                  </a:moveTo>
                  <a:lnTo>
                    <a:pt x="1270" y="0"/>
                  </a:lnTo>
                  <a:lnTo>
                    <a:pt x="1270" y="3810"/>
                  </a:lnTo>
                  <a:lnTo>
                    <a:pt x="0" y="3810"/>
                  </a:lnTo>
                  <a:lnTo>
                    <a:pt x="0" y="6350"/>
                  </a:lnTo>
                  <a:lnTo>
                    <a:pt x="179070" y="6350"/>
                  </a:lnTo>
                  <a:lnTo>
                    <a:pt x="179070" y="3810"/>
                  </a:lnTo>
                  <a:lnTo>
                    <a:pt x="179070" y="0"/>
                  </a:lnTo>
                  <a:close/>
                </a:path>
              </a:pathLst>
            </a:custGeom>
            <a:solidFill>
              <a:srgbClr val="072F07"/>
            </a:solidFill>
          </p:spPr>
          <p:txBody>
            <a:bodyPr wrap="square" lIns="0" tIns="0" rIns="0" bIns="0" rtlCol="0"/>
            <a:lstStyle/>
            <a:p/>
          </p:txBody>
        </p:sp>
        <p:sp>
          <p:nvSpPr>
            <p:cNvPr id="1499" name="object 1499"/>
            <p:cNvSpPr/>
            <p:nvPr/>
          </p:nvSpPr>
          <p:spPr>
            <a:xfrm>
              <a:off x="4451350" y="1120139"/>
              <a:ext cx="182880" cy="7620"/>
            </a:xfrm>
            <a:custGeom>
              <a:avLst/>
              <a:gdLst/>
              <a:ahLst/>
              <a:cxnLst/>
              <a:rect l="l" t="t" r="r" b="b"/>
              <a:pathLst>
                <a:path w="182879" h="7619">
                  <a:moveTo>
                    <a:pt x="182880" y="6362"/>
                  </a:moveTo>
                  <a:lnTo>
                    <a:pt x="0" y="6362"/>
                  </a:lnTo>
                  <a:lnTo>
                    <a:pt x="0" y="7620"/>
                  </a:lnTo>
                  <a:lnTo>
                    <a:pt x="182880" y="7620"/>
                  </a:lnTo>
                  <a:lnTo>
                    <a:pt x="182880" y="6362"/>
                  </a:lnTo>
                  <a:close/>
                </a:path>
                <a:path w="182879" h="7619">
                  <a:moveTo>
                    <a:pt x="182880" y="0"/>
                  </a:moveTo>
                  <a:lnTo>
                    <a:pt x="2540" y="0"/>
                  </a:lnTo>
                  <a:lnTo>
                    <a:pt x="2540" y="2540"/>
                  </a:lnTo>
                  <a:lnTo>
                    <a:pt x="1270" y="2540"/>
                  </a:lnTo>
                  <a:lnTo>
                    <a:pt x="1270" y="6350"/>
                  </a:lnTo>
                  <a:lnTo>
                    <a:pt x="182880" y="6350"/>
                  </a:lnTo>
                  <a:lnTo>
                    <a:pt x="182880" y="2540"/>
                  </a:lnTo>
                  <a:lnTo>
                    <a:pt x="182880" y="0"/>
                  </a:lnTo>
                  <a:close/>
                </a:path>
              </a:pathLst>
            </a:custGeom>
            <a:solidFill>
              <a:srgbClr val="082F08"/>
            </a:solidFill>
          </p:spPr>
          <p:txBody>
            <a:bodyPr wrap="square" lIns="0" tIns="0" rIns="0" bIns="0" rtlCol="0"/>
            <a:lstStyle/>
            <a:p/>
          </p:txBody>
        </p:sp>
        <p:sp>
          <p:nvSpPr>
            <p:cNvPr id="1500" name="object 1500"/>
            <p:cNvSpPr/>
            <p:nvPr/>
          </p:nvSpPr>
          <p:spPr>
            <a:xfrm>
              <a:off x="4450080" y="1127759"/>
              <a:ext cx="184150" cy="7620"/>
            </a:xfrm>
            <a:custGeom>
              <a:avLst/>
              <a:gdLst/>
              <a:ahLst/>
              <a:cxnLst/>
              <a:rect l="l" t="t" r="r" b="b"/>
              <a:pathLst>
                <a:path w="184150" h="7619">
                  <a:moveTo>
                    <a:pt x="184150" y="0"/>
                  </a:moveTo>
                  <a:lnTo>
                    <a:pt x="1270" y="0"/>
                  </a:lnTo>
                  <a:lnTo>
                    <a:pt x="1270" y="3810"/>
                  </a:lnTo>
                  <a:lnTo>
                    <a:pt x="0" y="3810"/>
                  </a:lnTo>
                  <a:lnTo>
                    <a:pt x="0" y="7620"/>
                  </a:lnTo>
                  <a:lnTo>
                    <a:pt x="184150" y="7620"/>
                  </a:lnTo>
                  <a:lnTo>
                    <a:pt x="184150" y="3810"/>
                  </a:lnTo>
                  <a:lnTo>
                    <a:pt x="184150" y="0"/>
                  </a:lnTo>
                  <a:close/>
                </a:path>
              </a:pathLst>
            </a:custGeom>
            <a:solidFill>
              <a:srgbClr val="092E09"/>
            </a:solidFill>
          </p:spPr>
          <p:txBody>
            <a:bodyPr wrap="square" lIns="0" tIns="0" rIns="0" bIns="0" rtlCol="0"/>
            <a:lstStyle/>
            <a:p/>
          </p:txBody>
        </p:sp>
        <p:sp>
          <p:nvSpPr>
            <p:cNvPr id="1501" name="object 1501"/>
            <p:cNvSpPr/>
            <p:nvPr/>
          </p:nvSpPr>
          <p:spPr>
            <a:xfrm>
              <a:off x="4447540" y="1135379"/>
              <a:ext cx="186690" cy="6350"/>
            </a:xfrm>
            <a:custGeom>
              <a:avLst/>
              <a:gdLst/>
              <a:ahLst/>
              <a:cxnLst/>
              <a:rect l="l" t="t" r="r" b="b"/>
              <a:pathLst>
                <a:path w="186689" h="6350">
                  <a:moveTo>
                    <a:pt x="186690" y="0"/>
                  </a:moveTo>
                  <a:lnTo>
                    <a:pt x="1270" y="0"/>
                  </a:lnTo>
                  <a:lnTo>
                    <a:pt x="1270" y="5080"/>
                  </a:lnTo>
                  <a:lnTo>
                    <a:pt x="0" y="5080"/>
                  </a:lnTo>
                  <a:lnTo>
                    <a:pt x="0" y="6350"/>
                  </a:lnTo>
                  <a:lnTo>
                    <a:pt x="186690" y="6350"/>
                  </a:lnTo>
                  <a:lnTo>
                    <a:pt x="186690" y="5080"/>
                  </a:lnTo>
                  <a:lnTo>
                    <a:pt x="186690" y="0"/>
                  </a:lnTo>
                  <a:close/>
                </a:path>
              </a:pathLst>
            </a:custGeom>
            <a:solidFill>
              <a:srgbClr val="0A2E0A"/>
            </a:solidFill>
          </p:spPr>
          <p:txBody>
            <a:bodyPr wrap="square" lIns="0" tIns="0" rIns="0" bIns="0" rtlCol="0"/>
            <a:lstStyle/>
            <a:p/>
          </p:txBody>
        </p:sp>
        <p:sp>
          <p:nvSpPr>
            <p:cNvPr id="1502" name="object 1502"/>
            <p:cNvSpPr/>
            <p:nvPr/>
          </p:nvSpPr>
          <p:spPr>
            <a:xfrm>
              <a:off x="4446270" y="1141729"/>
              <a:ext cx="187960" cy="7620"/>
            </a:xfrm>
            <a:custGeom>
              <a:avLst/>
              <a:gdLst/>
              <a:ahLst/>
              <a:cxnLst/>
              <a:rect l="l" t="t" r="r" b="b"/>
              <a:pathLst>
                <a:path w="187960" h="7619">
                  <a:moveTo>
                    <a:pt x="187960" y="3822"/>
                  </a:moveTo>
                  <a:lnTo>
                    <a:pt x="0" y="3822"/>
                  </a:lnTo>
                  <a:lnTo>
                    <a:pt x="0" y="7620"/>
                  </a:lnTo>
                  <a:lnTo>
                    <a:pt x="187960" y="7620"/>
                  </a:lnTo>
                  <a:lnTo>
                    <a:pt x="187960" y="3822"/>
                  </a:lnTo>
                  <a:close/>
                </a:path>
                <a:path w="187960" h="7619">
                  <a:moveTo>
                    <a:pt x="187960" y="0"/>
                  </a:moveTo>
                  <a:lnTo>
                    <a:pt x="1270" y="0"/>
                  </a:lnTo>
                  <a:lnTo>
                    <a:pt x="1270" y="3810"/>
                  </a:lnTo>
                  <a:lnTo>
                    <a:pt x="187960" y="3810"/>
                  </a:lnTo>
                  <a:lnTo>
                    <a:pt x="187960" y="0"/>
                  </a:lnTo>
                  <a:close/>
                </a:path>
              </a:pathLst>
            </a:custGeom>
            <a:solidFill>
              <a:srgbClr val="0B2D0B"/>
            </a:solidFill>
          </p:spPr>
          <p:txBody>
            <a:bodyPr wrap="square" lIns="0" tIns="0" rIns="0" bIns="0" rtlCol="0"/>
            <a:lstStyle/>
            <a:p/>
          </p:txBody>
        </p:sp>
        <p:sp>
          <p:nvSpPr>
            <p:cNvPr id="1503" name="object 1503"/>
            <p:cNvSpPr/>
            <p:nvPr/>
          </p:nvSpPr>
          <p:spPr>
            <a:xfrm>
              <a:off x="4445000" y="1149349"/>
              <a:ext cx="189230" cy="7620"/>
            </a:xfrm>
            <a:custGeom>
              <a:avLst/>
              <a:gdLst/>
              <a:ahLst/>
              <a:cxnLst/>
              <a:rect l="l" t="t" r="r" b="b"/>
              <a:pathLst>
                <a:path w="189229" h="7619">
                  <a:moveTo>
                    <a:pt x="189230" y="0"/>
                  </a:moveTo>
                  <a:lnTo>
                    <a:pt x="1270" y="0"/>
                  </a:lnTo>
                  <a:lnTo>
                    <a:pt x="1270" y="1270"/>
                  </a:lnTo>
                  <a:lnTo>
                    <a:pt x="0" y="1270"/>
                  </a:lnTo>
                  <a:lnTo>
                    <a:pt x="0" y="7620"/>
                  </a:lnTo>
                  <a:lnTo>
                    <a:pt x="189230" y="7620"/>
                  </a:lnTo>
                  <a:lnTo>
                    <a:pt x="189230" y="1270"/>
                  </a:lnTo>
                  <a:lnTo>
                    <a:pt x="189230" y="0"/>
                  </a:lnTo>
                  <a:close/>
                </a:path>
              </a:pathLst>
            </a:custGeom>
            <a:solidFill>
              <a:srgbClr val="0C2D0C"/>
            </a:solidFill>
          </p:spPr>
          <p:txBody>
            <a:bodyPr wrap="square" lIns="0" tIns="0" rIns="0" bIns="0" rtlCol="0"/>
            <a:lstStyle/>
            <a:p/>
          </p:txBody>
        </p:sp>
        <p:sp>
          <p:nvSpPr>
            <p:cNvPr id="1504" name="object 1504"/>
            <p:cNvSpPr/>
            <p:nvPr/>
          </p:nvSpPr>
          <p:spPr>
            <a:xfrm>
              <a:off x="4443730" y="1156969"/>
              <a:ext cx="190500" cy="6350"/>
            </a:xfrm>
            <a:custGeom>
              <a:avLst/>
              <a:gdLst/>
              <a:ahLst/>
              <a:cxnLst/>
              <a:rect l="l" t="t" r="r" b="b"/>
              <a:pathLst>
                <a:path w="190500" h="6350">
                  <a:moveTo>
                    <a:pt x="190500" y="0"/>
                  </a:moveTo>
                  <a:lnTo>
                    <a:pt x="1270" y="0"/>
                  </a:lnTo>
                  <a:lnTo>
                    <a:pt x="1270" y="1270"/>
                  </a:lnTo>
                  <a:lnTo>
                    <a:pt x="0" y="1270"/>
                  </a:lnTo>
                  <a:lnTo>
                    <a:pt x="0" y="6350"/>
                  </a:lnTo>
                  <a:lnTo>
                    <a:pt x="190500" y="6350"/>
                  </a:lnTo>
                  <a:lnTo>
                    <a:pt x="190500" y="1270"/>
                  </a:lnTo>
                  <a:lnTo>
                    <a:pt x="190500" y="0"/>
                  </a:lnTo>
                  <a:close/>
                </a:path>
              </a:pathLst>
            </a:custGeom>
            <a:solidFill>
              <a:srgbClr val="0E2C0E"/>
            </a:solidFill>
          </p:spPr>
          <p:txBody>
            <a:bodyPr wrap="square" lIns="0" tIns="0" rIns="0" bIns="0" rtlCol="0"/>
            <a:lstStyle/>
            <a:p/>
          </p:txBody>
        </p:sp>
        <p:sp>
          <p:nvSpPr>
            <p:cNvPr id="1505" name="object 1505"/>
            <p:cNvSpPr/>
            <p:nvPr/>
          </p:nvSpPr>
          <p:spPr>
            <a:xfrm>
              <a:off x="4442460" y="1163319"/>
              <a:ext cx="191770" cy="7620"/>
            </a:xfrm>
            <a:custGeom>
              <a:avLst/>
              <a:gdLst/>
              <a:ahLst/>
              <a:cxnLst/>
              <a:rect l="l" t="t" r="r" b="b"/>
              <a:pathLst>
                <a:path w="191770" h="7619">
                  <a:moveTo>
                    <a:pt x="191770" y="5080"/>
                  </a:moveTo>
                  <a:lnTo>
                    <a:pt x="0" y="5080"/>
                  </a:lnTo>
                  <a:lnTo>
                    <a:pt x="0" y="7620"/>
                  </a:lnTo>
                  <a:lnTo>
                    <a:pt x="191770" y="7620"/>
                  </a:lnTo>
                  <a:lnTo>
                    <a:pt x="191770" y="5080"/>
                  </a:lnTo>
                  <a:close/>
                </a:path>
                <a:path w="191770" h="7619">
                  <a:moveTo>
                    <a:pt x="191770" y="0"/>
                  </a:moveTo>
                  <a:lnTo>
                    <a:pt x="1270" y="0"/>
                  </a:lnTo>
                  <a:lnTo>
                    <a:pt x="1270" y="3810"/>
                  </a:lnTo>
                  <a:lnTo>
                    <a:pt x="191770" y="3810"/>
                  </a:lnTo>
                  <a:lnTo>
                    <a:pt x="191770" y="0"/>
                  </a:lnTo>
                  <a:close/>
                </a:path>
              </a:pathLst>
            </a:custGeom>
            <a:solidFill>
              <a:srgbClr val="0F2C0F"/>
            </a:solidFill>
          </p:spPr>
          <p:txBody>
            <a:bodyPr wrap="square" lIns="0" tIns="0" rIns="0" bIns="0" rtlCol="0"/>
            <a:lstStyle/>
            <a:p/>
          </p:txBody>
        </p:sp>
        <p:sp>
          <p:nvSpPr>
            <p:cNvPr id="1506" name="object 1506"/>
            <p:cNvSpPr/>
            <p:nvPr/>
          </p:nvSpPr>
          <p:spPr>
            <a:xfrm>
              <a:off x="4441190" y="1170939"/>
              <a:ext cx="193040" cy="7620"/>
            </a:xfrm>
            <a:custGeom>
              <a:avLst/>
              <a:gdLst/>
              <a:ahLst/>
              <a:cxnLst/>
              <a:rect l="l" t="t" r="r" b="b"/>
              <a:pathLst>
                <a:path w="193039" h="7619">
                  <a:moveTo>
                    <a:pt x="193040" y="2540"/>
                  </a:moveTo>
                  <a:lnTo>
                    <a:pt x="1270" y="2540"/>
                  </a:lnTo>
                  <a:lnTo>
                    <a:pt x="1270" y="1270"/>
                  </a:lnTo>
                  <a:lnTo>
                    <a:pt x="0" y="1270"/>
                  </a:lnTo>
                  <a:lnTo>
                    <a:pt x="0" y="2540"/>
                  </a:lnTo>
                  <a:lnTo>
                    <a:pt x="0" y="7620"/>
                  </a:lnTo>
                  <a:lnTo>
                    <a:pt x="193040" y="7620"/>
                  </a:lnTo>
                  <a:lnTo>
                    <a:pt x="193040" y="2540"/>
                  </a:lnTo>
                  <a:close/>
                </a:path>
                <a:path w="193039" h="7619">
                  <a:moveTo>
                    <a:pt x="193040" y="0"/>
                  </a:moveTo>
                  <a:lnTo>
                    <a:pt x="1270" y="0"/>
                  </a:lnTo>
                  <a:lnTo>
                    <a:pt x="1270" y="1270"/>
                  </a:lnTo>
                  <a:lnTo>
                    <a:pt x="193040" y="1270"/>
                  </a:lnTo>
                  <a:lnTo>
                    <a:pt x="193040" y="0"/>
                  </a:lnTo>
                  <a:close/>
                </a:path>
              </a:pathLst>
            </a:custGeom>
            <a:solidFill>
              <a:srgbClr val="102C10"/>
            </a:solidFill>
          </p:spPr>
          <p:txBody>
            <a:bodyPr wrap="square" lIns="0" tIns="0" rIns="0" bIns="0" rtlCol="0"/>
            <a:lstStyle/>
            <a:p/>
          </p:txBody>
        </p:sp>
        <p:sp>
          <p:nvSpPr>
            <p:cNvPr id="1507" name="object 1507"/>
            <p:cNvSpPr/>
            <p:nvPr/>
          </p:nvSpPr>
          <p:spPr>
            <a:xfrm>
              <a:off x="4439920" y="1178559"/>
              <a:ext cx="194310" cy="6350"/>
            </a:xfrm>
            <a:custGeom>
              <a:avLst/>
              <a:gdLst/>
              <a:ahLst/>
              <a:cxnLst/>
              <a:rect l="l" t="t" r="r" b="b"/>
              <a:pathLst>
                <a:path w="194310" h="6350">
                  <a:moveTo>
                    <a:pt x="194310" y="0"/>
                  </a:moveTo>
                  <a:lnTo>
                    <a:pt x="1270" y="0"/>
                  </a:lnTo>
                  <a:lnTo>
                    <a:pt x="1270" y="1270"/>
                  </a:lnTo>
                  <a:lnTo>
                    <a:pt x="0" y="1270"/>
                  </a:lnTo>
                  <a:lnTo>
                    <a:pt x="0" y="6350"/>
                  </a:lnTo>
                  <a:lnTo>
                    <a:pt x="194310" y="6350"/>
                  </a:lnTo>
                  <a:lnTo>
                    <a:pt x="194310" y="1270"/>
                  </a:lnTo>
                  <a:lnTo>
                    <a:pt x="194310" y="0"/>
                  </a:lnTo>
                  <a:close/>
                </a:path>
              </a:pathLst>
            </a:custGeom>
            <a:solidFill>
              <a:srgbClr val="112B11"/>
            </a:solidFill>
          </p:spPr>
          <p:txBody>
            <a:bodyPr wrap="square" lIns="0" tIns="0" rIns="0" bIns="0" rtlCol="0"/>
            <a:lstStyle/>
            <a:p/>
          </p:txBody>
        </p:sp>
        <p:sp>
          <p:nvSpPr>
            <p:cNvPr id="1508" name="object 1508"/>
            <p:cNvSpPr/>
            <p:nvPr/>
          </p:nvSpPr>
          <p:spPr>
            <a:xfrm>
              <a:off x="4438650" y="1184909"/>
              <a:ext cx="195580" cy="7620"/>
            </a:xfrm>
            <a:custGeom>
              <a:avLst/>
              <a:gdLst/>
              <a:ahLst/>
              <a:cxnLst/>
              <a:rect l="l" t="t" r="r" b="b"/>
              <a:pathLst>
                <a:path w="195579" h="7619">
                  <a:moveTo>
                    <a:pt x="195580" y="0"/>
                  </a:moveTo>
                  <a:lnTo>
                    <a:pt x="1270" y="0"/>
                  </a:lnTo>
                  <a:lnTo>
                    <a:pt x="1270" y="3810"/>
                  </a:lnTo>
                  <a:lnTo>
                    <a:pt x="0" y="3810"/>
                  </a:lnTo>
                  <a:lnTo>
                    <a:pt x="0" y="7620"/>
                  </a:lnTo>
                  <a:lnTo>
                    <a:pt x="195580" y="7620"/>
                  </a:lnTo>
                  <a:lnTo>
                    <a:pt x="195580" y="3810"/>
                  </a:lnTo>
                  <a:lnTo>
                    <a:pt x="195580" y="0"/>
                  </a:lnTo>
                  <a:close/>
                </a:path>
              </a:pathLst>
            </a:custGeom>
            <a:solidFill>
              <a:srgbClr val="122B12"/>
            </a:solidFill>
          </p:spPr>
          <p:txBody>
            <a:bodyPr wrap="square" lIns="0" tIns="0" rIns="0" bIns="0" rtlCol="0"/>
            <a:lstStyle/>
            <a:p/>
          </p:txBody>
        </p:sp>
        <p:sp>
          <p:nvSpPr>
            <p:cNvPr id="1509" name="object 1509"/>
            <p:cNvSpPr/>
            <p:nvPr/>
          </p:nvSpPr>
          <p:spPr>
            <a:xfrm>
              <a:off x="4437380" y="1192529"/>
              <a:ext cx="196850" cy="7620"/>
            </a:xfrm>
            <a:custGeom>
              <a:avLst/>
              <a:gdLst/>
              <a:ahLst/>
              <a:cxnLst/>
              <a:rect l="l" t="t" r="r" b="b"/>
              <a:pathLst>
                <a:path w="196850" h="7619">
                  <a:moveTo>
                    <a:pt x="196850" y="0"/>
                  </a:moveTo>
                  <a:lnTo>
                    <a:pt x="1270" y="0"/>
                  </a:lnTo>
                  <a:lnTo>
                    <a:pt x="1270" y="3810"/>
                  </a:lnTo>
                  <a:lnTo>
                    <a:pt x="0" y="3810"/>
                  </a:lnTo>
                  <a:lnTo>
                    <a:pt x="0" y="7620"/>
                  </a:lnTo>
                  <a:lnTo>
                    <a:pt x="196850" y="7620"/>
                  </a:lnTo>
                  <a:lnTo>
                    <a:pt x="196850" y="3810"/>
                  </a:lnTo>
                  <a:lnTo>
                    <a:pt x="196850" y="0"/>
                  </a:lnTo>
                  <a:close/>
                </a:path>
              </a:pathLst>
            </a:custGeom>
            <a:solidFill>
              <a:srgbClr val="132A13"/>
            </a:solidFill>
          </p:spPr>
          <p:txBody>
            <a:bodyPr wrap="square" lIns="0" tIns="0" rIns="0" bIns="0" rtlCol="0"/>
            <a:lstStyle/>
            <a:p/>
          </p:txBody>
        </p:sp>
        <p:sp>
          <p:nvSpPr>
            <p:cNvPr id="1510" name="object 1510"/>
            <p:cNvSpPr/>
            <p:nvPr/>
          </p:nvSpPr>
          <p:spPr>
            <a:xfrm>
              <a:off x="4437380" y="12001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142A14"/>
            </a:solidFill>
          </p:spPr>
          <p:txBody>
            <a:bodyPr wrap="square" lIns="0" tIns="0" rIns="0" bIns="0" rtlCol="0"/>
            <a:lstStyle/>
            <a:p/>
          </p:txBody>
        </p:sp>
        <p:sp>
          <p:nvSpPr>
            <p:cNvPr id="1511" name="object 1511"/>
            <p:cNvSpPr/>
            <p:nvPr/>
          </p:nvSpPr>
          <p:spPr>
            <a:xfrm>
              <a:off x="4436110" y="1206499"/>
              <a:ext cx="198120" cy="7620"/>
            </a:xfrm>
            <a:custGeom>
              <a:avLst/>
              <a:gdLst/>
              <a:ahLst/>
              <a:cxnLst/>
              <a:rect l="l" t="t" r="r" b="b"/>
              <a:pathLst>
                <a:path w="198120" h="7619">
                  <a:moveTo>
                    <a:pt x="198120" y="0"/>
                  </a:moveTo>
                  <a:lnTo>
                    <a:pt x="1270" y="0"/>
                  </a:lnTo>
                  <a:lnTo>
                    <a:pt x="1270" y="1270"/>
                  </a:lnTo>
                  <a:lnTo>
                    <a:pt x="0" y="1270"/>
                  </a:lnTo>
                  <a:lnTo>
                    <a:pt x="0" y="7620"/>
                  </a:lnTo>
                  <a:lnTo>
                    <a:pt x="198120" y="7620"/>
                  </a:lnTo>
                  <a:lnTo>
                    <a:pt x="198120" y="1270"/>
                  </a:lnTo>
                  <a:lnTo>
                    <a:pt x="198120" y="0"/>
                  </a:lnTo>
                  <a:close/>
                </a:path>
              </a:pathLst>
            </a:custGeom>
            <a:solidFill>
              <a:srgbClr val="152915"/>
            </a:solidFill>
          </p:spPr>
          <p:txBody>
            <a:bodyPr wrap="square" lIns="0" tIns="0" rIns="0" bIns="0" rtlCol="0"/>
            <a:lstStyle/>
            <a:p/>
          </p:txBody>
        </p:sp>
        <p:sp>
          <p:nvSpPr>
            <p:cNvPr id="1512" name="object 1512"/>
            <p:cNvSpPr/>
            <p:nvPr/>
          </p:nvSpPr>
          <p:spPr>
            <a:xfrm>
              <a:off x="4434840" y="121411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162916"/>
            </a:solidFill>
          </p:spPr>
          <p:txBody>
            <a:bodyPr wrap="square" lIns="0" tIns="0" rIns="0" bIns="0" rtlCol="0"/>
            <a:lstStyle/>
            <a:p/>
          </p:txBody>
        </p:sp>
        <p:sp>
          <p:nvSpPr>
            <p:cNvPr id="1513" name="object 1513"/>
            <p:cNvSpPr/>
            <p:nvPr/>
          </p:nvSpPr>
          <p:spPr>
            <a:xfrm>
              <a:off x="4434840" y="1221739"/>
              <a:ext cx="199390" cy="6350"/>
            </a:xfrm>
            <a:custGeom>
              <a:avLst/>
              <a:gdLst/>
              <a:ahLst/>
              <a:cxnLst/>
              <a:rect l="l" t="t" r="r" b="b"/>
              <a:pathLst>
                <a:path w="199389" h="6350">
                  <a:moveTo>
                    <a:pt x="0" y="6350"/>
                  </a:moveTo>
                  <a:lnTo>
                    <a:pt x="0" y="0"/>
                  </a:lnTo>
                  <a:lnTo>
                    <a:pt x="199389" y="0"/>
                  </a:lnTo>
                  <a:lnTo>
                    <a:pt x="199389" y="6350"/>
                  </a:lnTo>
                  <a:lnTo>
                    <a:pt x="0" y="6350"/>
                  </a:lnTo>
                  <a:close/>
                </a:path>
              </a:pathLst>
            </a:custGeom>
            <a:solidFill>
              <a:srgbClr val="172917"/>
            </a:solidFill>
          </p:spPr>
          <p:txBody>
            <a:bodyPr wrap="square" lIns="0" tIns="0" rIns="0" bIns="0" rtlCol="0"/>
            <a:lstStyle/>
            <a:p/>
          </p:txBody>
        </p:sp>
        <p:sp>
          <p:nvSpPr>
            <p:cNvPr id="1514" name="object 1514"/>
            <p:cNvSpPr/>
            <p:nvPr/>
          </p:nvSpPr>
          <p:spPr>
            <a:xfrm>
              <a:off x="4433570" y="1228089"/>
              <a:ext cx="200660" cy="7620"/>
            </a:xfrm>
            <a:custGeom>
              <a:avLst/>
              <a:gdLst/>
              <a:ahLst/>
              <a:cxnLst/>
              <a:rect l="l" t="t" r="r" b="b"/>
              <a:pathLst>
                <a:path w="200660" h="7619">
                  <a:moveTo>
                    <a:pt x="200660" y="0"/>
                  </a:moveTo>
                  <a:lnTo>
                    <a:pt x="1270" y="0"/>
                  </a:lnTo>
                  <a:lnTo>
                    <a:pt x="1270" y="6350"/>
                  </a:lnTo>
                  <a:lnTo>
                    <a:pt x="0" y="6350"/>
                  </a:lnTo>
                  <a:lnTo>
                    <a:pt x="0" y="7620"/>
                  </a:lnTo>
                  <a:lnTo>
                    <a:pt x="200660" y="7620"/>
                  </a:lnTo>
                  <a:lnTo>
                    <a:pt x="200660" y="6350"/>
                  </a:lnTo>
                  <a:lnTo>
                    <a:pt x="200660" y="0"/>
                  </a:lnTo>
                  <a:close/>
                </a:path>
              </a:pathLst>
            </a:custGeom>
            <a:solidFill>
              <a:srgbClr val="182818"/>
            </a:solidFill>
          </p:spPr>
          <p:txBody>
            <a:bodyPr wrap="square" lIns="0" tIns="0" rIns="0" bIns="0" rtlCol="0"/>
            <a:lstStyle/>
            <a:p/>
          </p:txBody>
        </p:sp>
        <p:sp>
          <p:nvSpPr>
            <p:cNvPr id="1515" name="object 1515"/>
            <p:cNvSpPr/>
            <p:nvPr/>
          </p:nvSpPr>
          <p:spPr>
            <a:xfrm>
              <a:off x="4433570" y="1235709"/>
              <a:ext cx="200660" cy="7620"/>
            </a:xfrm>
            <a:custGeom>
              <a:avLst/>
              <a:gdLst/>
              <a:ahLst/>
              <a:cxnLst/>
              <a:rect l="l" t="t" r="r" b="b"/>
              <a:pathLst>
                <a:path w="200660" h="7619">
                  <a:moveTo>
                    <a:pt x="0" y="7619"/>
                  </a:moveTo>
                  <a:lnTo>
                    <a:pt x="0" y="0"/>
                  </a:lnTo>
                  <a:lnTo>
                    <a:pt x="200659" y="0"/>
                  </a:lnTo>
                  <a:lnTo>
                    <a:pt x="200659" y="7619"/>
                  </a:lnTo>
                  <a:lnTo>
                    <a:pt x="0" y="7619"/>
                  </a:lnTo>
                  <a:close/>
                </a:path>
              </a:pathLst>
            </a:custGeom>
            <a:solidFill>
              <a:srgbClr val="192819"/>
            </a:solidFill>
          </p:spPr>
          <p:txBody>
            <a:bodyPr wrap="square" lIns="0" tIns="0" rIns="0" bIns="0" rtlCol="0"/>
            <a:lstStyle/>
            <a:p/>
          </p:txBody>
        </p:sp>
        <p:sp>
          <p:nvSpPr>
            <p:cNvPr id="1516" name="object 1516"/>
            <p:cNvSpPr/>
            <p:nvPr/>
          </p:nvSpPr>
          <p:spPr>
            <a:xfrm>
              <a:off x="4432300" y="1243329"/>
              <a:ext cx="201930" cy="6350"/>
            </a:xfrm>
            <a:custGeom>
              <a:avLst/>
              <a:gdLst/>
              <a:ahLst/>
              <a:cxnLst/>
              <a:rect l="l" t="t" r="r" b="b"/>
              <a:pathLst>
                <a:path w="201929" h="6350">
                  <a:moveTo>
                    <a:pt x="201930" y="0"/>
                  </a:moveTo>
                  <a:lnTo>
                    <a:pt x="1270" y="0"/>
                  </a:lnTo>
                  <a:lnTo>
                    <a:pt x="1270" y="3810"/>
                  </a:lnTo>
                  <a:lnTo>
                    <a:pt x="0" y="3810"/>
                  </a:lnTo>
                  <a:lnTo>
                    <a:pt x="0" y="6350"/>
                  </a:lnTo>
                  <a:lnTo>
                    <a:pt x="201930" y="6350"/>
                  </a:lnTo>
                  <a:lnTo>
                    <a:pt x="201930" y="3810"/>
                  </a:lnTo>
                  <a:lnTo>
                    <a:pt x="201930" y="0"/>
                  </a:lnTo>
                  <a:close/>
                </a:path>
              </a:pathLst>
            </a:custGeom>
            <a:solidFill>
              <a:srgbClr val="1A271A"/>
            </a:solidFill>
          </p:spPr>
          <p:txBody>
            <a:bodyPr wrap="square" lIns="0" tIns="0" rIns="0" bIns="0" rtlCol="0"/>
            <a:lstStyle/>
            <a:p/>
          </p:txBody>
        </p:sp>
        <p:sp>
          <p:nvSpPr>
            <p:cNvPr id="1517" name="object 1517"/>
            <p:cNvSpPr/>
            <p:nvPr/>
          </p:nvSpPr>
          <p:spPr>
            <a:xfrm>
              <a:off x="4432300" y="1249679"/>
              <a:ext cx="201930" cy="7620"/>
            </a:xfrm>
            <a:custGeom>
              <a:avLst/>
              <a:gdLst/>
              <a:ahLst/>
              <a:cxnLst/>
              <a:rect l="l" t="t" r="r" b="b"/>
              <a:pathLst>
                <a:path w="201929" h="7619">
                  <a:moveTo>
                    <a:pt x="0" y="7620"/>
                  </a:moveTo>
                  <a:lnTo>
                    <a:pt x="0" y="0"/>
                  </a:lnTo>
                  <a:lnTo>
                    <a:pt x="201929" y="0"/>
                  </a:lnTo>
                  <a:lnTo>
                    <a:pt x="201929" y="7620"/>
                  </a:lnTo>
                  <a:lnTo>
                    <a:pt x="0" y="7620"/>
                  </a:lnTo>
                  <a:close/>
                </a:path>
              </a:pathLst>
            </a:custGeom>
            <a:solidFill>
              <a:srgbClr val="1C271C"/>
            </a:solidFill>
          </p:spPr>
          <p:txBody>
            <a:bodyPr wrap="square" lIns="0" tIns="0" rIns="0" bIns="0" rtlCol="0"/>
            <a:lstStyle/>
            <a:p/>
          </p:txBody>
        </p:sp>
        <p:sp>
          <p:nvSpPr>
            <p:cNvPr id="1518" name="object 1518"/>
            <p:cNvSpPr/>
            <p:nvPr/>
          </p:nvSpPr>
          <p:spPr>
            <a:xfrm>
              <a:off x="4432300" y="1257299"/>
              <a:ext cx="201930" cy="7620"/>
            </a:xfrm>
            <a:custGeom>
              <a:avLst/>
              <a:gdLst/>
              <a:ahLst/>
              <a:cxnLst/>
              <a:rect l="l" t="t" r="r" b="b"/>
              <a:pathLst>
                <a:path w="201929" h="7619">
                  <a:moveTo>
                    <a:pt x="201930" y="0"/>
                  </a:moveTo>
                  <a:lnTo>
                    <a:pt x="0" y="0"/>
                  </a:lnTo>
                  <a:lnTo>
                    <a:pt x="0" y="1270"/>
                  </a:lnTo>
                  <a:lnTo>
                    <a:pt x="0" y="3810"/>
                  </a:lnTo>
                  <a:lnTo>
                    <a:pt x="0" y="5080"/>
                  </a:lnTo>
                  <a:lnTo>
                    <a:pt x="0" y="7620"/>
                  </a:lnTo>
                  <a:lnTo>
                    <a:pt x="92710" y="7620"/>
                  </a:lnTo>
                  <a:lnTo>
                    <a:pt x="92710" y="5080"/>
                  </a:lnTo>
                  <a:lnTo>
                    <a:pt x="93980" y="5080"/>
                  </a:lnTo>
                  <a:lnTo>
                    <a:pt x="93980" y="3810"/>
                  </a:lnTo>
                  <a:lnTo>
                    <a:pt x="96520" y="3810"/>
                  </a:lnTo>
                  <a:lnTo>
                    <a:pt x="96520" y="1270"/>
                  </a:lnTo>
                  <a:lnTo>
                    <a:pt x="100330" y="1270"/>
                  </a:lnTo>
                  <a:lnTo>
                    <a:pt x="100330" y="3810"/>
                  </a:lnTo>
                  <a:lnTo>
                    <a:pt x="101600" y="3810"/>
                  </a:lnTo>
                  <a:lnTo>
                    <a:pt x="101600" y="5080"/>
                  </a:lnTo>
                  <a:lnTo>
                    <a:pt x="104140" y="5080"/>
                  </a:lnTo>
                  <a:lnTo>
                    <a:pt x="104140" y="7620"/>
                  </a:lnTo>
                  <a:lnTo>
                    <a:pt x="201930" y="7620"/>
                  </a:lnTo>
                  <a:lnTo>
                    <a:pt x="201930" y="5080"/>
                  </a:lnTo>
                  <a:lnTo>
                    <a:pt x="201930" y="3810"/>
                  </a:lnTo>
                  <a:lnTo>
                    <a:pt x="201930" y="1270"/>
                  </a:lnTo>
                  <a:lnTo>
                    <a:pt x="201930" y="0"/>
                  </a:lnTo>
                  <a:close/>
                </a:path>
              </a:pathLst>
            </a:custGeom>
            <a:solidFill>
              <a:srgbClr val="1D261D"/>
            </a:solidFill>
          </p:spPr>
          <p:txBody>
            <a:bodyPr wrap="square" lIns="0" tIns="0" rIns="0" bIns="0" rtlCol="0"/>
            <a:lstStyle/>
            <a:p/>
          </p:txBody>
        </p:sp>
        <p:sp>
          <p:nvSpPr>
            <p:cNvPr id="1519" name="object 1519"/>
            <p:cNvSpPr/>
            <p:nvPr/>
          </p:nvSpPr>
          <p:spPr>
            <a:xfrm>
              <a:off x="4431030" y="1264919"/>
              <a:ext cx="203200" cy="6350"/>
            </a:xfrm>
            <a:custGeom>
              <a:avLst/>
              <a:gdLst/>
              <a:ahLst/>
              <a:cxnLst/>
              <a:rect l="l" t="t" r="r" b="b"/>
              <a:pathLst>
                <a:path w="203200" h="6350">
                  <a:moveTo>
                    <a:pt x="90170" y="3810"/>
                  </a:moveTo>
                  <a:lnTo>
                    <a:pt x="0" y="3810"/>
                  </a:lnTo>
                  <a:lnTo>
                    <a:pt x="0" y="6350"/>
                  </a:lnTo>
                  <a:lnTo>
                    <a:pt x="90170" y="6350"/>
                  </a:lnTo>
                  <a:lnTo>
                    <a:pt x="90170" y="3810"/>
                  </a:lnTo>
                  <a:close/>
                </a:path>
                <a:path w="203200" h="6350">
                  <a:moveTo>
                    <a:pt x="92710" y="0"/>
                  </a:moveTo>
                  <a:lnTo>
                    <a:pt x="1270" y="0"/>
                  </a:lnTo>
                  <a:lnTo>
                    <a:pt x="1270" y="2540"/>
                  </a:lnTo>
                  <a:lnTo>
                    <a:pt x="90170" y="2540"/>
                  </a:lnTo>
                  <a:lnTo>
                    <a:pt x="90170" y="3810"/>
                  </a:lnTo>
                  <a:lnTo>
                    <a:pt x="91440" y="3810"/>
                  </a:lnTo>
                  <a:lnTo>
                    <a:pt x="91440" y="2540"/>
                  </a:lnTo>
                  <a:lnTo>
                    <a:pt x="92710" y="2540"/>
                  </a:lnTo>
                  <a:lnTo>
                    <a:pt x="92710" y="0"/>
                  </a:lnTo>
                  <a:close/>
                </a:path>
                <a:path w="203200" h="6350">
                  <a:moveTo>
                    <a:pt x="203200" y="3810"/>
                  </a:moveTo>
                  <a:lnTo>
                    <a:pt x="107950" y="3810"/>
                  </a:lnTo>
                  <a:lnTo>
                    <a:pt x="107950" y="6350"/>
                  </a:lnTo>
                  <a:lnTo>
                    <a:pt x="203200" y="6350"/>
                  </a:lnTo>
                  <a:lnTo>
                    <a:pt x="203200" y="3810"/>
                  </a:lnTo>
                  <a:close/>
                </a:path>
                <a:path w="203200" h="6350">
                  <a:moveTo>
                    <a:pt x="203200" y="0"/>
                  </a:moveTo>
                  <a:lnTo>
                    <a:pt x="106680" y="0"/>
                  </a:lnTo>
                  <a:lnTo>
                    <a:pt x="106680" y="2540"/>
                  </a:lnTo>
                  <a:lnTo>
                    <a:pt x="203200" y="2540"/>
                  </a:lnTo>
                  <a:lnTo>
                    <a:pt x="203200" y="0"/>
                  </a:lnTo>
                  <a:close/>
                </a:path>
              </a:pathLst>
            </a:custGeom>
            <a:solidFill>
              <a:srgbClr val="1E261E"/>
            </a:solidFill>
          </p:spPr>
          <p:txBody>
            <a:bodyPr wrap="square" lIns="0" tIns="0" rIns="0" bIns="0" rtlCol="0"/>
            <a:lstStyle/>
            <a:p/>
          </p:txBody>
        </p:sp>
        <p:sp>
          <p:nvSpPr>
            <p:cNvPr id="1520" name="object 1520"/>
            <p:cNvSpPr/>
            <p:nvPr/>
          </p:nvSpPr>
          <p:spPr>
            <a:xfrm>
              <a:off x="4431030" y="1271269"/>
              <a:ext cx="203200" cy="7620"/>
            </a:xfrm>
            <a:custGeom>
              <a:avLst/>
              <a:gdLst/>
              <a:ahLst/>
              <a:cxnLst/>
              <a:rect l="l" t="t" r="r" b="b"/>
              <a:pathLst>
                <a:path w="203200" h="7619">
                  <a:moveTo>
                    <a:pt x="88900" y="1270"/>
                  </a:moveTo>
                  <a:lnTo>
                    <a:pt x="0" y="1270"/>
                  </a:lnTo>
                  <a:lnTo>
                    <a:pt x="0" y="2540"/>
                  </a:lnTo>
                  <a:lnTo>
                    <a:pt x="0" y="6350"/>
                  </a:lnTo>
                  <a:lnTo>
                    <a:pt x="0" y="7620"/>
                  </a:lnTo>
                  <a:lnTo>
                    <a:pt x="86360" y="7620"/>
                  </a:lnTo>
                  <a:lnTo>
                    <a:pt x="86360" y="6350"/>
                  </a:lnTo>
                  <a:lnTo>
                    <a:pt x="87617" y="6350"/>
                  </a:lnTo>
                  <a:lnTo>
                    <a:pt x="87617" y="2540"/>
                  </a:lnTo>
                  <a:lnTo>
                    <a:pt x="88900" y="2540"/>
                  </a:lnTo>
                  <a:lnTo>
                    <a:pt x="88900" y="1270"/>
                  </a:lnTo>
                  <a:close/>
                </a:path>
                <a:path w="203200" h="7619">
                  <a:moveTo>
                    <a:pt x="90170" y="0"/>
                  </a:moveTo>
                  <a:lnTo>
                    <a:pt x="88900" y="0"/>
                  </a:lnTo>
                  <a:lnTo>
                    <a:pt x="88900" y="1270"/>
                  </a:lnTo>
                  <a:lnTo>
                    <a:pt x="90170" y="1270"/>
                  </a:lnTo>
                  <a:lnTo>
                    <a:pt x="90170" y="0"/>
                  </a:lnTo>
                  <a:close/>
                </a:path>
                <a:path w="203200" h="7619">
                  <a:moveTo>
                    <a:pt x="110490" y="0"/>
                  </a:moveTo>
                  <a:lnTo>
                    <a:pt x="109220" y="0"/>
                  </a:lnTo>
                  <a:lnTo>
                    <a:pt x="109220" y="1270"/>
                  </a:lnTo>
                  <a:lnTo>
                    <a:pt x="110490" y="1270"/>
                  </a:lnTo>
                  <a:lnTo>
                    <a:pt x="110490" y="0"/>
                  </a:lnTo>
                  <a:close/>
                </a:path>
                <a:path w="203200" h="7619">
                  <a:moveTo>
                    <a:pt x="203200" y="1270"/>
                  </a:moveTo>
                  <a:lnTo>
                    <a:pt x="110490" y="1270"/>
                  </a:lnTo>
                  <a:lnTo>
                    <a:pt x="110490" y="3810"/>
                  </a:lnTo>
                  <a:lnTo>
                    <a:pt x="111760" y="3810"/>
                  </a:lnTo>
                  <a:lnTo>
                    <a:pt x="111760" y="6350"/>
                  </a:lnTo>
                  <a:lnTo>
                    <a:pt x="113030" y="6350"/>
                  </a:lnTo>
                  <a:lnTo>
                    <a:pt x="113030" y="7620"/>
                  </a:lnTo>
                  <a:lnTo>
                    <a:pt x="203200" y="7620"/>
                  </a:lnTo>
                  <a:lnTo>
                    <a:pt x="203200" y="6350"/>
                  </a:lnTo>
                  <a:lnTo>
                    <a:pt x="203200" y="3810"/>
                  </a:lnTo>
                  <a:lnTo>
                    <a:pt x="203200" y="1270"/>
                  </a:lnTo>
                  <a:close/>
                </a:path>
              </a:pathLst>
            </a:custGeom>
            <a:solidFill>
              <a:srgbClr val="1F261F"/>
            </a:solidFill>
          </p:spPr>
          <p:txBody>
            <a:bodyPr wrap="square" lIns="0" tIns="0" rIns="0" bIns="0" rtlCol="0"/>
            <a:lstStyle/>
            <a:p/>
          </p:txBody>
        </p:sp>
        <p:sp>
          <p:nvSpPr>
            <p:cNvPr id="1521" name="object 1521"/>
            <p:cNvSpPr/>
            <p:nvPr/>
          </p:nvSpPr>
          <p:spPr>
            <a:xfrm>
              <a:off x="4431030" y="1278889"/>
              <a:ext cx="203200" cy="7620"/>
            </a:xfrm>
            <a:custGeom>
              <a:avLst/>
              <a:gdLst/>
              <a:ahLst/>
              <a:cxnLst/>
              <a:rect l="l" t="t" r="r" b="b"/>
              <a:pathLst>
                <a:path w="203200" h="7619">
                  <a:moveTo>
                    <a:pt x="85077" y="6350"/>
                  </a:moveTo>
                  <a:lnTo>
                    <a:pt x="0" y="6350"/>
                  </a:lnTo>
                  <a:lnTo>
                    <a:pt x="0" y="7620"/>
                  </a:lnTo>
                  <a:lnTo>
                    <a:pt x="85077" y="7620"/>
                  </a:lnTo>
                  <a:lnTo>
                    <a:pt x="85077" y="6350"/>
                  </a:lnTo>
                  <a:close/>
                </a:path>
                <a:path w="203200" h="7619">
                  <a:moveTo>
                    <a:pt x="86360" y="0"/>
                  </a:moveTo>
                  <a:lnTo>
                    <a:pt x="0" y="0"/>
                  </a:lnTo>
                  <a:lnTo>
                    <a:pt x="0" y="5080"/>
                  </a:lnTo>
                  <a:lnTo>
                    <a:pt x="85077" y="5080"/>
                  </a:lnTo>
                  <a:lnTo>
                    <a:pt x="85077" y="6350"/>
                  </a:lnTo>
                  <a:lnTo>
                    <a:pt x="86360" y="6350"/>
                  </a:lnTo>
                  <a:lnTo>
                    <a:pt x="86360" y="5080"/>
                  </a:lnTo>
                  <a:lnTo>
                    <a:pt x="86360" y="0"/>
                  </a:lnTo>
                  <a:close/>
                </a:path>
                <a:path w="203200" h="7619">
                  <a:moveTo>
                    <a:pt x="203200" y="6350"/>
                  </a:moveTo>
                  <a:lnTo>
                    <a:pt x="114300" y="6350"/>
                  </a:lnTo>
                  <a:lnTo>
                    <a:pt x="114300" y="7620"/>
                  </a:lnTo>
                  <a:lnTo>
                    <a:pt x="203200" y="7620"/>
                  </a:lnTo>
                  <a:lnTo>
                    <a:pt x="203200" y="6350"/>
                  </a:lnTo>
                  <a:close/>
                </a:path>
                <a:path w="203200" h="7619">
                  <a:moveTo>
                    <a:pt x="203200" y="0"/>
                  </a:moveTo>
                  <a:lnTo>
                    <a:pt x="113030" y="0"/>
                  </a:lnTo>
                  <a:lnTo>
                    <a:pt x="113030" y="2540"/>
                  </a:lnTo>
                  <a:lnTo>
                    <a:pt x="114300" y="2540"/>
                  </a:lnTo>
                  <a:lnTo>
                    <a:pt x="114300" y="5080"/>
                  </a:lnTo>
                  <a:lnTo>
                    <a:pt x="203200" y="5080"/>
                  </a:lnTo>
                  <a:lnTo>
                    <a:pt x="203200" y="2540"/>
                  </a:lnTo>
                  <a:lnTo>
                    <a:pt x="203200" y="0"/>
                  </a:lnTo>
                  <a:close/>
                </a:path>
              </a:pathLst>
            </a:custGeom>
            <a:solidFill>
              <a:srgbClr val="202520"/>
            </a:solidFill>
          </p:spPr>
          <p:txBody>
            <a:bodyPr wrap="square" lIns="0" tIns="0" rIns="0" bIns="0" rtlCol="0"/>
            <a:lstStyle/>
            <a:p/>
          </p:txBody>
        </p:sp>
        <p:sp>
          <p:nvSpPr>
            <p:cNvPr id="1522" name="object 1522"/>
            <p:cNvSpPr/>
            <p:nvPr/>
          </p:nvSpPr>
          <p:spPr>
            <a:xfrm>
              <a:off x="4431030" y="1286509"/>
              <a:ext cx="203200" cy="6350"/>
            </a:xfrm>
            <a:custGeom>
              <a:avLst/>
              <a:gdLst/>
              <a:ahLst/>
              <a:cxnLst/>
              <a:rect l="l" t="t" r="r" b="b"/>
              <a:pathLst>
                <a:path w="203200" h="6350">
                  <a:moveTo>
                    <a:pt x="85077" y="0"/>
                  </a:moveTo>
                  <a:lnTo>
                    <a:pt x="0" y="0"/>
                  </a:lnTo>
                  <a:lnTo>
                    <a:pt x="0" y="6350"/>
                  </a:lnTo>
                  <a:lnTo>
                    <a:pt x="85077" y="6350"/>
                  </a:lnTo>
                  <a:lnTo>
                    <a:pt x="85077" y="0"/>
                  </a:lnTo>
                  <a:close/>
                </a:path>
                <a:path w="203200" h="6350">
                  <a:moveTo>
                    <a:pt x="203200" y="0"/>
                  </a:moveTo>
                  <a:lnTo>
                    <a:pt x="115570" y="0"/>
                  </a:lnTo>
                  <a:lnTo>
                    <a:pt x="115570" y="6350"/>
                  </a:lnTo>
                  <a:lnTo>
                    <a:pt x="203200" y="6350"/>
                  </a:lnTo>
                  <a:lnTo>
                    <a:pt x="203200" y="0"/>
                  </a:lnTo>
                  <a:close/>
                </a:path>
              </a:pathLst>
            </a:custGeom>
            <a:solidFill>
              <a:srgbClr val="212521"/>
            </a:solidFill>
          </p:spPr>
          <p:txBody>
            <a:bodyPr wrap="square" lIns="0" tIns="0" rIns="0" bIns="0" rtlCol="0"/>
            <a:lstStyle/>
            <a:p/>
          </p:txBody>
        </p:sp>
        <p:sp>
          <p:nvSpPr>
            <p:cNvPr id="1523" name="object 1523"/>
            <p:cNvSpPr/>
            <p:nvPr/>
          </p:nvSpPr>
          <p:spPr>
            <a:xfrm>
              <a:off x="4429760" y="1292859"/>
              <a:ext cx="204470" cy="7620"/>
            </a:xfrm>
            <a:custGeom>
              <a:avLst/>
              <a:gdLst/>
              <a:ahLst/>
              <a:cxnLst/>
              <a:rect l="l" t="t" r="r" b="b"/>
              <a:pathLst>
                <a:path w="204470" h="7619">
                  <a:moveTo>
                    <a:pt x="1269" y="7506"/>
                  </a:moveTo>
                  <a:lnTo>
                    <a:pt x="0" y="7619"/>
                  </a:lnTo>
                  <a:lnTo>
                    <a:pt x="1269" y="7619"/>
                  </a:lnTo>
                  <a:close/>
                </a:path>
                <a:path w="204470" h="7619">
                  <a:moveTo>
                    <a:pt x="85089" y="113"/>
                  </a:moveTo>
                  <a:lnTo>
                    <a:pt x="1269" y="7619"/>
                  </a:lnTo>
                  <a:lnTo>
                    <a:pt x="85089" y="7619"/>
                  </a:lnTo>
                  <a:lnTo>
                    <a:pt x="85089" y="113"/>
                  </a:lnTo>
                  <a:close/>
                </a:path>
                <a:path w="204470" h="7619">
                  <a:moveTo>
                    <a:pt x="85089" y="0"/>
                  </a:moveTo>
                  <a:lnTo>
                    <a:pt x="1269" y="0"/>
                  </a:lnTo>
                  <a:lnTo>
                    <a:pt x="1269" y="7506"/>
                  </a:lnTo>
                  <a:lnTo>
                    <a:pt x="85089" y="0"/>
                  </a:lnTo>
                  <a:close/>
                </a:path>
                <a:path w="204470" h="7619">
                  <a:moveTo>
                    <a:pt x="86359" y="0"/>
                  </a:moveTo>
                  <a:lnTo>
                    <a:pt x="85089" y="0"/>
                  </a:lnTo>
                  <a:lnTo>
                    <a:pt x="86359" y="0"/>
                  </a:lnTo>
                  <a:close/>
                </a:path>
                <a:path w="204470" h="7619">
                  <a:moveTo>
                    <a:pt x="204469" y="0"/>
                  </a:moveTo>
                  <a:lnTo>
                    <a:pt x="116839" y="0"/>
                  </a:lnTo>
                  <a:lnTo>
                    <a:pt x="116839" y="3809"/>
                  </a:lnTo>
                  <a:lnTo>
                    <a:pt x="118110" y="3809"/>
                  </a:lnTo>
                  <a:lnTo>
                    <a:pt x="118110" y="7619"/>
                  </a:lnTo>
                  <a:lnTo>
                    <a:pt x="204469" y="7619"/>
                  </a:lnTo>
                  <a:lnTo>
                    <a:pt x="204469" y="0"/>
                  </a:lnTo>
                  <a:close/>
                </a:path>
              </a:pathLst>
            </a:custGeom>
            <a:solidFill>
              <a:srgbClr val="222422"/>
            </a:solidFill>
          </p:spPr>
          <p:txBody>
            <a:bodyPr wrap="square" lIns="0" tIns="0" rIns="0" bIns="0" rtlCol="0"/>
            <a:lstStyle/>
            <a:p/>
          </p:txBody>
        </p:sp>
        <p:sp>
          <p:nvSpPr>
            <p:cNvPr id="1524" name="object 1524"/>
            <p:cNvSpPr/>
            <p:nvPr/>
          </p:nvSpPr>
          <p:spPr>
            <a:xfrm>
              <a:off x="4429760" y="1300479"/>
              <a:ext cx="204470" cy="7620"/>
            </a:xfrm>
            <a:custGeom>
              <a:avLst/>
              <a:gdLst/>
              <a:ahLst/>
              <a:cxnLst/>
              <a:rect l="l" t="t" r="r" b="b"/>
              <a:pathLst>
                <a:path w="204470" h="7619">
                  <a:moveTo>
                    <a:pt x="85089" y="0"/>
                  </a:moveTo>
                  <a:lnTo>
                    <a:pt x="0" y="0"/>
                  </a:lnTo>
                  <a:lnTo>
                    <a:pt x="0" y="7620"/>
                  </a:lnTo>
                  <a:lnTo>
                    <a:pt x="83820" y="7620"/>
                  </a:lnTo>
                  <a:lnTo>
                    <a:pt x="83820" y="6350"/>
                  </a:lnTo>
                  <a:lnTo>
                    <a:pt x="85089" y="6350"/>
                  </a:lnTo>
                  <a:lnTo>
                    <a:pt x="85089" y="0"/>
                  </a:lnTo>
                  <a:close/>
                </a:path>
                <a:path w="204470" h="7619">
                  <a:moveTo>
                    <a:pt x="204469" y="0"/>
                  </a:moveTo>
                  <a:lnTo>
                    <a:pt x="118110" y="0"/>
                  </a:lnTo>
                  <a:lnTo>
                    <a:pt x="118110" y="2539"/>
                  </a:lnTo>
                  <a:lnTo>
                    <a:pt x="119379" y="2539"/>
                  </a:lnTo>
                  <a:lnTo>
                    <a:pt x="119379" y="7620"/>
                  </a:lnTo>
                  <a:lnTo>
                    <a:pt x="204469" y="7620"/>
                  </a:lnTo>
                  <a:lnTo>
                    <a:pt x="204469" y="0"/>
                  </a:lnTo>
                  <a:close/>
                </a:path>
              </a:pathLst>
            </a:custGeom>
            <a:solidFill>
              <a:srgbClr val="232423"/>
            </a:solidFill>
          </p:spPr>
          <p:txBody>
            <a:bodyPr wrap="square" lIns="0" tIns="0" rIns="0" bIns="0" rtlCol="0"/>
            <a:lstStyle/>
            <a:p/>
          </p:txBody>
        </p:sp>
        <p:sp>
          <p:nvSpPr>
            <p:cNvPr id="1525" name="object 1525"/>
            <p:cNvSpPr/>
            <p:nvPr/>
          </p:nvSpPr>
          <p:spPr>
            <a:xfrm>
              <a:off x="4429760" y="1308100"/>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69" y="0"/>
                  </a:moveTo>
                  <a:lnTo>
                    <a:pt x="119379" y="0"/>
                  </a:lnTo>
                  <a:lnTo>
                    <a:pt x="119379" y="3809"/>
                  </a:lnTo>
                  <a:lnTo>
                    <a:pt x="120650" y="3809"/>
                  </a:lnTo>
                  <a:lnTo>
                    <a:pt x="120650" y="6350"/>
                  </a:lnTo>
                  <a:lnTo>
                    <a:pt x="204469" y="6350"/>
                  </a:lnTo>
                  <a:lnTo>
                    <a:pt x="204469" y="0"/>
                  </a:lnTo>
                  <a:close/>
                </a:path>
              </a:pathLst>
            </a:custGeom>
            <a:solidFill>
              <a:srgbClr val="242324"/>
            </a:solidFill>
          </p:spPr>
          <p:txBody>
            <a:bodyPr wrap="square" lIns="0" tIns="0" rIns="0" bIns="0" rtlCol="0"/>
            <a:lstStyle/>
            <a:p/>
          </p:txBody>
        </p:sp>
        <p:sp>
          <p:nvSpPr>
            <p:cNvPr id="1526" name="object 1526"/>
            <p:cNvSpPr/>
            <p:nvPr/>
          </p:nvSpPr>
          <p:spPr>
            <a:xfrm>
              <a:off x="4429760" y="1314449"/>
              <a:ext cx="204470" cy="8255"/>
            </a:xfrm>
            <a:custGeom>
              <a:avLst/>
              <a:gdLst/>
              <a:ahLst/>
              <a:cxnLst/>
              <a:rect l="l" t="t" r="r" b="b"/>
              <a:pathLst>
                <a:path w="204470" h="8255">
                  <a:moveTo>
                    <a:pt x="83820" y="0"/>
                  </a:moveTo>
                  <a:lnTo>
                    <a:pt x="0" y="0"/>
                  </a:lnTo>
                  <a:lnTo>
                    <a:pt x="0" y="7620"/>
                  </a:lnTo>
                  <a:lnTo>
                    <a:pt x="83820" y="7620"/>
                  </a:lnTo>
                  <a:lnTo>
                    <a:pt x="83820" y="0"/>
                  </a:lnTo>
                  <a:close/>
                </a:path>
                <a:path w="204470" h="8255">
                  <a:moveTo>
                    <a:pt x="204470" y="0"/>
                  </a:moveTo>
                  <a:lnTo>
                    <a:pt x="120650" y="0"/>
                  </a:lnTo>
                  <a:lnTo>
                    <a:pt x="120650" y="7632"/>
                  </a:lnTo>
                  <a:lnTo>
                    <a:pt x="204470" y="7632"/>
                  </a:lnTo>
                  <a:lnTo>
                    <a:pt x="204470" y="0"/>
                  </a:lnTo>
                  <a:close/>
                </a:path>
              </a:pathLst>
            </a:custGeom>
            <a:solidFill>
              <a:srgbClr val="252325"/>
            </a:solidFill>
          </p:spPr>
          <p:txBody>
            <a:bodyPr wrap="square" lIns="0" tIns="0" rIns="0" bIns="0" rtlCol="0"/>
            <a:lstStyle/>
            <a:p/>
          </p:txBody>
        </p:sp>
        <p:sp>
          <p:nvSpPr>
            <p:cNvPr id="1527" name="object 1527"/>
            <p:cNvSpPr/>
            <p:nvPr/>
          </p:nvSpPr>
          <p:spPr>
            <a:xfrm>
              <a:off x="4429760" y="1322069"/>
              <a:ext cx="204470" cy="8255"/>
            </a:xfrm>
            <a:custGeom>
              <a:avLst/>
              <a:gdLst/>
              <a:ahLst/>
              <a:cxnLst/>
              <a:rect l="l" t="t" r="r" b="b"/>
              <a:pathLst>
                <a:path w="204470" h="8255">
                  <a:moveTo>
                    <a:pt x="83820" y="0"/>
                  </a:moveTo>
                  <a:lnTo>
                    <a:pt x="0" y="0"/>
                  </a:lnTo>
                  <a:lnTo>
                    <a:pt x="0" y="7620"/>
                  </a:lnTo>
                  <a:lnTo>
                    <a:pt x="83820" y="7620"/>
                  </a:lnTo>
                  <a:lnTo>
                    <a:pt x="83820" y="0"/>
                  </a:lnTo>
                  <a:close/>
                </a:path>
                <a:path w="204470" h="8255">
                  <a:moveTo>
                    <a:pt x="204470" y="0"/>
                  </a:moveTo>
                  <a:lnTo>
                    <a:pt x="120650" y="0"/>
                  </a:lnTo>
                  <a:lnTo>
                    <a:pt x="120650" y="7632"/>
                  </a:lnTo>
                  <a:lnTo>
                    <a:pt x="204470" y="7632"/>
                  </a:lnTo>
                  <a:lnTo>
                    <a:pt x="204470" y="0"/>
                  </a:lnTo>
                  <a:close/>
                </a:path>
              </a:pathLst>
            </a:custGeom>
            <a:solidFill>
              <a:srgbClr val="262326"/>
            </a:solidFill>
          </p:spPr>
          <p:txBody>
            <a:bodyPr wrap="square" lIns="0" tIns="0" rIns="0" bIns="0" rtlCol="0"/>
            <a:lstStyle/>
            <a:p/>
          </p:txBody>
        </p:sp>
        <p:sp>
          <p:nvSpPr>
            <p:cNvPr id="1528" name="object 1528"/>
            <p:cNvSpPr/>
            <p:nvPr/>
          </p:nvSpPr>
          <p:spPr>
            <a:xfrm>
              <a:off x="4428490" y="1329689"/>
              <a:ext cx="205740" cy="7620"/>
            </a:xfrm>
            <a:custGeom>
              <a:avLst/>
              <a:gdLst/>
              <a:ahLst/>
              <a:cxnLst/>
              <a:rect l="l" t="t" r="r" b="b"/>
              <a:pathLst>
                <a:path w="205739" h="7619">
                  <a:moveTo>
                    <a:pt x="85090" y="0"/>
                  </a:moveTo>
                  <a:lnTo>
                    <a:pt x="1270" y="0"/>
                  </a:lnTo>
                  <a:lnTo>
                    <a:pt x="1270" y="2539"/>
                  </a:lnTo>
                  <a:lnTo>
                    <a:pt x="0" y="2539"/>
                  </a:lnTo>
                  <a:lnTo>
                    <a:pt x="0" y="7620"/>
                  </a:lnTo>
                  <a:lnTo>
                    <a:pt x="83820" y="7620"/>
                  </a:lnTo>
                  <a:lnTo>
                    <a:pt x="83820" y="1269"/>
                  </a:lnTo>
                  <a:lnTo>
                    <a:pt x="85090" y="1269"/>
                  </a:lnTo>
                  <a:lnTo>
                    <a:pt x="85090" y="0"/>
                  </a:lnTo>
                  <a:close/>
                </a:path>
                <a:path w="205739" h="7619">
                  <a:moveTo>
                    <a:pt x="205739" y="0"/>
                  </a:moveTo>
                  <a:lnTo>
                    <a:pt x="121920" y="0"/>
                  </a:lnTo>
                  <a:lnTo>
                    <a:pt x="121920" y="2539"/>
                  </a:lnTo>
                  <a:lnTo>
                    <a:pt x="123189" y="2539"/>
                  </a:lnTo>
                  <a:lnTo>
                    <a:pt x="123189" y="7620"/>
                  </a:lnTo>
                  <a:lnTo>
                    <a:pt x="205739" y="7620"/>
                  </a:lnTo>
                  <a:lnTo>
                    <a:pt x="205739" y="0"/>
                  </a:lnTo>
                  <a:close/>
                </a:path>
              </a:pathLst>
            </a:custGeom>
            <a:solidFill>
              <a:srgbClr val="272227"/>
            </a:solidFill>
          </p:spPr>
          <p:txBody>
            <a:bodyPr wrap="square" lIns="0" tIns="0" rIns="0" bIns="0" rtlCol="0"/>
            <a:lstStyle/>
            <a:p/>
          </p:txBody>
        </p:sp>
        <p:sp>
          <p:nvSpPr>
            <p:cNvPr id="1529" name="object 1529"/>
            <p:cNvSpPr/>
            <p:nvPr/>
          </p:nvSpPr>
          <p:spPr>
            <a:xfrm>
              <a:off x="4428490" y="133730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23190" y="0"/>
                  </a:lnTo>
                  <a:lnTo>
                    <a:pt x="123190" y="6350"/>
                  </a:lnTo>
                  <a:lnTo>
                    <a:pt x="205740" y="6350"/>
                  </a:lnTo>
                  <a:lnTo>
                    <a:pt x="205740" y="0"/>
                  </a:lnTo>
                  <a:close/>
                </a:path>
              </a:pathLst>
            </a:custGeom>
            <a:solidFill>
              <a:srgbClr val="282228"/>
            </a:solidFill>
          </p:spPr>
          <p:txBody>
            <a:bodyPr wrap="square" lIns="0" tIns="0" rIns="0" bIns="0" rtlCol="0"/>
            <a:lstStyle/>
            <a:p/>
          </p:txBody>
        </p:sp>
        <p:sp>
          <p:nvSpPr>
            <p:cNvPr id="1530" name="object 1530"/>
            <p:cNvSpPr/>
            <p:nvPr/>
          </p:nvSpPr>
          <p:spPr>
            <a:xfrm>
              <a:off x="4428490" y="1343659"/>
              <a:ext cx="205740" cy="8255"/>
            </a:xfrm>
            <a:custGeom>
              <a:avLst/>
              <a:gdLst/>
              <a:ahLst/>
              <a:cxnLst/>
              <a:rect l="l" t="t" r="r" b="b"/>
              <a:pathLst>
                <a:path w="205739" h="8255">
                  <a:moveTo>
                    <a:pt x="83820" y="0"/>
                  </a:moveTo>
                  <a:lnTo>
                    <a:pt x="0" y="0"/>
                  </a:lnTo>
                  <a:lnTo>
                    <a:pt x="0" y="7620"/>
                  </a:lnTo>
                  <a:lnTo>
                    <a:pt x="83820" y="7620"/>
                  </a:lnTo>
                  <a:lnTo>
                    <a:pt x="83820" y="0"/>
                  </a:lnTo>
                  <a:close/>
                </a:path>
                <a:path w="205739" h="8255">
                  <a:moveTo>
                    <a:pt x="205740" y="0"/>
                  </a:moveTo>
                  <a:lnTo>
                    <a:pt x="123190" y="0"/>
                  </a:lnTo>
                  <a:lnTo>
                    <a:pt x="123190" y="7632"/>
                  </a:lnTo>
                  <a:lnTo>
                    <a:pt x="205740" y="7632"/>
                  </a:lnTo>
                  <a:lnTo>
                    <a:pt x="205740" y="0"/>
                  </a:lnTo>
                  <a:close/>
                </a:path>
              </a:pathLst>
            </a:custGeom>
            <a:solidFill>
              <a:srgbClr val="2A212A"/>
            </a:solidFill>
          </p:spPr>
          <p:txBody>
            <a:bodyPr wrap="square" lIns="0" tIns="0" rIns="0" bIns="0" rtlCol="0"/>
            <a:lstStyle/>
            <a:p/>
          </p:txBody>
        </p:sp>
        <p:sp>
          <p:nvSpPr>
            <p:cNvPr id="1531" name="object 1531"/>
            <p:cNvSpPr/>
            <p:nvPr/>
          </p:nvSpPr>
          <p:spPr>
            <a:xfrm>
              <a:off x="4428490" y="135127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23190" y="0"/>
                  </a:lnTo>
                  <a:lnTo>
                    <a:pt x="123190" y="7620"/>
                  </a:lnTo>
                  <a:lnTo>
                    <a:pt x="205740" y="7620"/>
                  </a:lnTo>
                  <a:lnTo>
                    <a:pt x="205740" y="0"/>
                  </a:lnTo>
                  <a:close/>
                </a:path>
              </a:pathLst>
            </a:custGeom>
            <a:solidFill>
              <a:srgbClr val="2B212B"/>
            </a:solidFill>
          </p:spPr>
          <p:txBody>
            <a:bodyPr wrap="square" lIns="0" tIns="0" rIns="0" bIns="0" rtlCol="0"/>
            <a:lstStyle/>
            <a:p/>
          </p:txBody>
        </p:sp>
        <p:sp>
          <p:nvSpPr>
            <p:cNvPr id="1532" name="object 1532"/>
            <p:cNvSpPr/>
            <p:nvPr/>
          </p:nvSpPr>
          <p:spPr>
            <a:xfrm>
              <a:off x="4428490" y="1358900"/>
              <a:ext cx="205740" cy="6350"/>
            </a:xfrm>
            <a:custGeom>
              <a:avLst/>
              <a:gdLst/>
              <a:ahLst/>
              <a:cxnLst/>
              <a:rect l="l" t="t" r="r" b="b"/>
              <a:pathLst>
                <a:path w="205739" h="6350">
                  <a:moveTo>
                    <a:pt x="83820" y="0"/>
                  </a:moveTo>
                  <a:lnTo>
                    <a:pt x="0" y="0"/>
                  </a:lnTo>
                  <a:lnTo>
                    <a:pt x="0" y="5079"/>
                  </a:lnTo>
                  <a:lnTo>
                    <a:pt x="1270" y="5079"/>
                  </a:lnTo>
                  <a:lnTo>
                    <a:pt x="1270" y="6350"/>
                  </a:lnTo>
                  <a:lnTo>
                    <a:pt x="83820" y="6350"/>
                  </a:lnTo>
                  <a:lnTo>
                    <a:pt x="83820" y="0"/>
                  </a:lnTo>
                  <a:close/>
                </a:path>
                <a:path w="205739" h="6350">
                  <a:moveTo>
                    <a:pt x="205740" y="0"/>
                  </a:moveTo>
                  <a:lnTo>
                    <a:pt x="123189" y="0"/>
                  </a:lnTo>
                  <a:lnTo>
                    <a:pt x="123189" y="6350"/>
                  </a:lnTo>
                  <a:lnTo>
                    <a:pt x="205740" y="6350"/>
                  </a:lnTo>
                  <a:lnTo>
                    <a:pt x="205740" y="0"/>
                  </a:lnTo>
                  <a:close/>
                </a:path>
              </a:pathLst>
            </a:custGeom>
            <a:solidFill>
              <a:srgbClr val="2C202C"/>
            </a:solidFill>
          </p:spPr>
          <p:txBody>
            <a:bodyPr wrap="square" lIns="0" tIns="0" rIns="0" bIns="0" rtlCol="0"/>
            <a:lstStyle/>
            <a:p/>
          </p:txBody>
        </p:sp>
        <p:sp>
          <p:nvSpPr>
            <p:cNvPr id="1533" name="object 1533"/>
            <p:cNvSpPr/>
            <p:nvPr/>
          </p:nvSpPr>
          <p:spPr>
            <a:xfrm>
              <a:off x="4429760" y="136524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21920" y="0"/>
                  </a:lnTo>
                  <a:lnTo>
                    <a:pt x="121920" y="7620"/>
                  </a:lnTo>
                  <a:lnTo>
                    <a:pt x="204470" y="7620"/>
                  </a:lnTo>
                  <a:lnTo>
                    <a:pt x="204470" y="0"/>
                  </a:lnTo>
                  <a:close/>
                </a:path>
              </a:pathLst>
            </a:custGeom>
            <a:solidFill>
              <a:srgbClr val="2D202D"/>
            </a:solidFill>
          </p:spPr>
          <p:txBody>
            <a:bodyPr wrap="square" lIns="0" tIns="0" rIns="0" bIns="0" rtlCol="0"/>
            <a:lstStyle/>
            <a:p/>
          </p:txBody>
        </p:sp>
        <p:sp>
          <p:nvSpPr>
            <p:cNvPr id="1534" name="object 1534"/>
            <p:cNvSpPr/>
            <p:nvPr/>
          </p:nvSpPr>
          <p:spPr>
            <a:xfrm>
              <a:off x="4429760" y="1372869"/>
              <a:ext cx="204470" cy="7620"/>
            </a:xfrm>
            <a:custGeom>
              <a:avLst/>
              <a:gdLst/>
              <a:ahLst/>
              <a:cxnLst/>
              <a:rect l="l" t="t" r="r" b="b"/>
              <a:pathLst>
                <a:path w="204470" h="7619">
                  <a:moveTo>
                    <a:pt x="82550" y="0"/>
                  </a:moveTo>
                  <a:lnTo>
                    <a:pt x="0" y="0"/>
                  </a:lnTo>
                  <a:lnTo>
                    <a:pt x="0" y="7620"/>
                  </a:lnTo>
                  <a:lnTo>
                    <a:pt x="82550" y="7620"/>
                  </a:lnTo>
                  <a:lnTo>
                    <a:pt x="82550" y="0"/>
                  </a:lnTo>
                  <a:close/>
                </a:path>
                <a:path w="204470" h="7619">
                  <a:moveTo>
                    <a:pt x="204470" y="0"/>
                  </a:moveTo>
                  <a:lnTo>
                    <a:pt x="121920" y="0"/>
                  </a:lnTo>
                  <a:lnTo>
                    <a:pt x="121920" y="7620"/>
                  </a:lnTo>
                  <a:lnTo>
                    <a:pt x="204470" y="7620"/>
                  </a:lnTo>
                  <a:lnTo>
                    <a:pt x="204470" y="0"/>
                  </a:lnTo>
                  <a:close/>
                </a:path>
              </a:pathLst>
            </a:custGeom>
            <a:solidFill>
              <a:srgbClr val="2E202E"/>
            </a:solidFill>
          </p:spPr>
          <p:txBody>
            <a:bodyPr wrap="square" lIns="0" tIns="0" rIns="0" bIns="0" rtlCol="0"/>
            <a:lstStyle/>
            <a:p/>
          </p:txBody>
        </p:sp>
        <p:sp>
          <p:nvSpPr>
            <p:cNvPr id="1535" name="object 1535"/>
            <p:cNvSpPr/>
            <p:nvPr/>
          </p:nvSpPr>
          <p:spPr>
            <a:xfrm>
              <a:off x="4429760" y="1380489"/>
              <a:ext cx="204470" cy="6350"/>
            </a:xfrm>
            <a:custGeom>
              <a:avLst/>
              <a:gdLst/>
              <a:ahLst/>
              <a:cxnLst/>
              <a:rect l="l" t="t" r="r" b="b"/>
              <a:pathLst>
                <a:path w="204470" h="6350">
                  <a:moveTo>
                    <a:pt x="82550" y="0"/>
                  </a:moveTo>
                  <a:lnTo>
                    <a:pt x="0" y="0"/>
                  </a:lnTo>
                  <a:lnTo>
                    <a:pt x="0" y="6350"/>
                  </a:lnTo>
                  <a:lnTo>
                    <a:pt x="82550" y="6350"/>
                  </a:lnTo>
                  <a:lnTo>
                    <a:pt x="82550" y="0"/>
                  </a:lnTo>
                  <a:close/>
                </a:path>
                <a:path w="204470" h="6350">
                  <a:moveTo>
                    <a:pt x="204470" y="0"/>
                  </a:moveTo>
                  <a:lnTo>
                    <a:pt x="121920" y="0"/>
                  </a:lnTo>
                  <a:lnTo>
                    <a:pt x="121920" y="6350"/>
                  </a:lnTo>
                  <a:lnTo>
                    <a:pt x="204470" y="6350"/>
                  </a:lnTo>
                  <a:lnTo>
                    <a:pt x="204470" y="0"/>
                  </a:lnTo>
                  <a:close/>
                </a:path>
              </a:pathLst>
            </a:custGeom>
            <a:solidFill>
              <a:srgbClr val="2F1F2F"/>
            </a:solidFill>
          </p:spPr>
          <p:txBody>
            <a:bodyPr wrap="square" lIns="0" tIns="0" rIns="0" bIns="0" rtlCol="0"/>
            <a:lstStyle/>
            <a:p/>
          </p:txBody>
        </p:sp>
        <p:sp>
          <p:nvSpPr>
            <p:cNvPr id="1536" name="object 1536"/>
            <p:cNvSpPr/>
            <p:nvPr/>
          </p:nvSpPr>
          <p:spPr>
            <a:xfrm>
              <a:off x="4429760" y="1386839"/>
              <a:ext cx="204470" cy="8255"/>
            </a:xfrm>
            <a:custGeom>
              <a:avLst/>
              <a:gdLst/>
              <a:ahLst/>
              <a:cxnLst/>
              <a:rect l="l" t="t" r="r" b="b"/>
              <a:pathLst>
                <a:path w="204470" h="8255">
                  <a:moveTo>
                    <a:pt x="82550" y="0"/>
                  </a:moveTo>
                  <a:lnTo>
                    <a:pt x="0" y="0"/>
                  </a:lnTo>
                  <a:lnTo>
                    <a:pt x="0" y="7620"/>
                  </a:lnTo>
                  <a:lnTo>
                    <a:pt x="82550" y="7620"/>
                  </a:lnTo>
                  <a:lnTo>
                    <a:pt x="82550" y="0"/>
                  </a:lnTo>
                  <a:close/>
                </a:path>
                <a:path w="204470" h="8255">
                  <a:moveTo>
                    <a:pt x="204470" y="0"/>
                  </a:moveTo>
                  <a:lnTo>
                    <a:pt x="121920" y="0"/>
                  </a:lnTo>
                  <a:lnTo>
                    <a:pt x="121920" y="7632"/>
                  </a:lnTo>
                  <a:lnTo>
                    <a:pt x="204470" y="7632"/>
                  </a:lnTo>
                  <a:lnTo>
                    <a:pt x="204470" y="0"/>
                  </a:lnTo>
                  <a:close/>
                </a:path>
              </a:pathLst>
            </a:custGeom>
            <a:solidFill>
              <a:srgbClr val="301F30"/>
            </a:solidFill>
          </p:spPr>
          <p:txBody>
            <a:bodyPr wrap="square" lIns="0" tIns="0" rIns="0" bIns="0" rtlCol="0"/>
            <a:lstStyle/>
            <a:p/>
          </p:txBody>
        </p:sp>
        <p:sp>
          <p:nvSpPr>
            <p:cNvPr id="1537" name="object 1537"/>
            <p:cNvSpPr/>
            <p:nvPr/>
          </p:nvSpPr>
          <p:spPr>
            <a:xfrm>
              <a:off x="4429760" y="1394459"/>
              <a:ext cx="204470" cy="7620"/>
            </a:xfrm>
            <a:custGeom>
              <a:avLst/>
              <a:gdLst/>
              <a:ahLst/>
              <a:cxnLst/>
              <a:rect l="l" t="t" r="r" b="b"/>
              <a:pathLst>
                <a:path w="204470" h="7619">
                  <a:moveTo>
                    <a:pt x="82550" y="0"/>
                  </a:moveTo>
                  <a:lnTo>
                    <a:pt x="0" y="0"/>
                  </a:lnTo>
                  <a:lnTo>
                    <a:pt x="0" y="7619"/>
                  </a:lnTo>
                  <a:lnTo>
                    <a:pt x="83820" y="7619"/>
                  </a:lnTo>
                  <a:lnTo>
                    <a:pt x="83820" y="1269"/>
                  </a:lnTo>
                  <a:lnTo>
                    <a:pt x="82550" y="1269"/>
                  </a:lnTo>
                  <a:lnTo>
                    <a:pt x="82550" y="0"/>
                  </a:lnTo>
                  <a:close/>
                </a:path>
                <a:path w="204470" h="7619">
                  <a:moveTo>
                    <a:pt x="204470" y="0"/>
                  </a:moveTo>
                  <a:lnTo>
                    <a:pt x="120650" y="0"/>
                  </a:lnTo>
                  <a:lnTo>
                    <a:pt x="120650" y="7619"/>
                  </a:lnTo>
                  <a:lnTo>
                    <a:pt x="204470" y="7619"/>
                  </a:lnTo>
                  <a:lnTo>
                    <a:pt x="204470" y="0"/>
                  </a:lnTo>
                  <a:close/>
                </a:path>
              </a:pathLst>
            </a:custGeom>
            <a:solidFill>
              <a:srgbClr val="311E31"/>
            </a:solidFill>
          </p:spPr>
          <p:txBody>
            <a:bodyPr wrap="square" lIns="0" tIns="0" rIns="0" bIns="0" rtlCol="0"/>
            <a:lstStyle/>
            <a:p/>
          </p:txBody>
        </p:sp>
        <p:sp>
          <p:nvSpPr>
            <p:cNvPr id="1538" name="object 1538"/>
            <p:cNvSpPr/>
            <p:nvPr/>
          </p:nvSpPr>
          <p:spPr>
            <a:xfrm>
              <a:off x="4429760" y="1402079"/>
              <a:ext cx="204470" cy="6985"/>
            </a:xfrm>
            <a:custGeom>
              <a:avLst/>
              <a:gdLst/>
              <a:ahLst/>
              <a:cxnLst/>
              <a:rect l="l" t="t" r="r" b="b"/>
              <a:pathLst>
                <a:path w="204470" h="6984">
                  <a:moveTo>
                    <a:pt x="83820" y="0"/>
                  </a:moveTo>
                  <a:lnTo>
                    <a:pt x="0" y="0"/>
                  </a:lnTo>
                  <a:lnTo>
                    <a:pt x="0" y="6350"/>
                  </a:lnTo>
                  <a:lnTo>
                    <a:pt x="83820" y="6350"/>
                  </a:lnTo>
                  <a:lnTo>
                    <a:pt x="83820" y="0"/>
                  </a:lnTo>
                  <a:close/>
                </a:path>
                <a:path w="204470" h="6984">
                  <a:moveTo>
                    <a:pt x="204470" y="0"/>
                  </a:moveTo>
                  <a:lnTo>
                    <a:pt x="120650" y="0"/>
                  </a:lnTo>
                  <a:lnTo>
                    <a:pt x="120650" y="6362"/>
                  </a:lnTo>
                  <a:lnTo>
                    <a:pt x="204470" y="6362"/>
                  </a:lnTo>
                  <a:lnTo>
                    <a:pt x="204470" y="0"/>
                  </a:lnTo>
                  <a:close/>
                </a:path>
              </a:pathLst>
            </a:custGeom>
            <a:solidFill>
              <a:srgbClr val="331E33"/>
            </a:solidFill>
          </p:spPr>
          <p:txBody>
            <a:bodyPr wrap="square" lIns="0" tIns="0" rIns="0" bIns="0" rtlCol="0"/>
            <a:lstStyle/>
            <a:p/>
          </p:txBody>
        </p:sp>
        <p:sp>
          <p:nvSpPr>
            <p:cNvPr id="1539" name="object 1539"/>
            <p:cNvSpPr/>
            <p:nvPr/>
          </p:nvSpPr>
          <p:spPr>
            <a:xfrm>
              <a:off x="4429760" y="1408429"/>
              <a:ext cx="204470" cy="7620"/>
            </a:xfrm>
            <a:custGeom>
              <a:avLst/>
              <a:gdLst/>
              <a:ahLst/>
              <a:cxnLst/>
              <a:rect l="l" t="t" r="r" b="b"/>
              <a:pathLst>
                <a:path w="204470" h="7619">
                  <a:moveTo>
                    <a:pt x="83820" y="0"/>
                  </a:moveTo>
                  <a:lnTo>
                    <a:pt x="0" y="0"/>
                  </a:lnTo>
                  <a:lnTo>
                    <a:pt x="0" y="5080"/>
                  </a:lnTo>
                  <a:lnTo>
                    <a:pt x="83820" y="5080"/>
                  </a:lnTo>
                  <a:lnTo>
                    <a:pt x="83820" y="0"/>
                  </a:lnTo>
                  <a:close/>
                </a:path>
                <a:path w="204470" h="7619">
                  <a:moveTo>
                    <a:pt x="85090" y="6362"/>
                  </a:moveTo>
                  <a:lnTo>
                    <a:pt x="0" y="6362"/>
                  </a:lnTo>
                  <a:lnTo>
                    <a:pt x="0" y="7620"/>
                  </a:lnTo>
                  <a:lnTo>
                    <a:pt x="85090" y="7620"/>
                  </a:lnTo>
                  <a:lnTo>
                    <a:pt x="85090" y="6362"/>
                  </a:lnTo>
                  <a:close/>
                </a:path>
                <a:path w="204470" h="7619">
                  <a:moveTo>
                    <a:pt x="120650" y="5080"/>
                  </a:moveTo>
                  <a:lnTo>
                    <a:pt x="119380" y="5080"/>
                  </a:lnTo>
                  <a:lnTo>
                    <a:pt x="119380" y="6350"/>
                  </a:lnTo>
                  <a:lnTo>
                    <a:pt x="120650" y="6350"/>
                  </a:lnTo>
                  <a:lnTo>
                    <a:pt x="120650" y="5080"/>
                  </a:lnTo>
                  <a:close/>
                </a:path>
                <a:path w="204470" h="7619">
                  <a:moveTo>
                    <a:pt x="204470" y="6362"/>
                  </a:moveTo>
                  <a:lnTo>
                    <a:pt x="119380" y="6362"/>
                  </a:lnTo>
                  <a:lnTo>
                    <a:pt x="119380" y="7620"/>
                  </a:lnTo>
                  <a:lnTo>
                    <a:pt x="204470" y="7620"/>
                  </a:lnTo>
                  <a:lnTo>
                    <a:pt x="204470" y="6362"/>
                  </a:lnTo>
                  <a:close/>
                </a:path>
                <a:path w="204470" h="7619">
                  <a:moveTo>
                    <a:pt x="204470" y="0"/>
                  </a:moveTo>
                  <a:lnTo>
                    <a:pt x="120650" y="0"/>
                  </a:lnTo>
                  <a:lnTo>
                    <a:pt x="120650" y="5080"/>
                  </a:lnTo>
                  <a:lnTo>
                    <a:pt x="204470" y="5080"/>
                  </a:lnTo>
                  <a:lnTo>
                    <a:pt x="204470" y="0"/>
                  </a:lnTo>
                  <a:close/>
                </a:path>
              </a:pathLst>
            </a:custGeom>
            <a:solidFill>
              <a:srgbClr val="331D33"/>
            </a:solidFill>
          </p:spPr>
          <p:txBody>
            <a:bodyPr wrap="square" lIns="0" tIns="0" rIns="0" bIns="0" rtlCol="0"/>
            <a:lstStyle/>
            <a:p/>
          </p:txBody>
        </p:sp>
        <p:sp>
          <p:nvSpPr>
            <p:cNvPr id="1540" name="object 1540"/>
            <p:cNvSpPr/>
            <p:nvPr/>
          </p:nvSpPr>
          <p:spPr>
            <a:xfrm>
              <a:off x="4429760" y="1416050"/>
              <a:ext cx="204470" cy="7620"/>
            </a:xfrm>
            <a:custGeom>
              <a:avLst/>
              <a:gdLst/>
              <a:ahLst/>
              <a:cxnLst/>
              <a:rect l="l" t="t" r="r" b="b"/>
              <a:pathLst>
                <a:path w="204470" h="7619">
                  <a:moveTo>
                    <a:pt x="85089" y="0"/>
                  </a:moveTo>
                  <a:lnTo>
                    <a:pt x="0" y="0"/>
                  </a:lnTo>
                  <a:lnTo>
                    <a:pt x="0" y="3810"/>
                  </a:lnTo>
                  <a:lnTo>
                    <a:pt x="1269" y="3810"/>
                  </a:lnTo>
                  <a:lnTo>
                    <a:pt x="1269" y="7620"/>
                  </a:lnTo>
                  <a:lnTo>
                    <a:pt x="86359" y="7620"/>
                  </a:lnTo>
                  <a:lnTo>
                    <a:pt x="86359" y="6350"/>
                  </a:lnTo>
                  <a:lnTo>
                    <a:pt x="85089" y="6350"/>
                  </a:lnTo>
                  <a:lnTo>
                    <a:pt x="85089" y="0"/>
                  </a:lnTo>
                  <a:close/>
                </a:path>
                <a:path w="204470" h="7619">
                  <a:moveTo>
                    <a:pt x="204469" y="0"/>
                  </a:moveTo>
                  <a:lnTo>
                    <a:pt x="119379" y="0"/>
                  </a:lnTo>
                  <a:lnTo>
                    <a:pt x="119379" y="6350"/>
                  </a:lnTo>
                  <a:lnTo>
                    <a:pt x="118110" y="6350"/>
                  </a:lnTo>
                  <a:lnTo>
                    <a:pt x="118110" y="7620"/>
                  </a:lnTo>
                  <a:lnTo>
                    <a:pt x="204469" y="7620"/>
                  </a:lnTo>
                  <a:lnTo>
                    <a:pt x="204469" y="0"/>
                  </a:lnTo>
                  <a:close/>
                </a:path>
              </a:pathLst>
            </a:custGeom>
            <a:solidFill>
              <a:srgbClr val="341D34"/>
            </a:solidFill>
          </p:spPr>
          <p:txBody>
            <a:bodyPr wrap="square" lIns="0" tIns="0" rIns="0" bIns="0" rtlCol="0"/>
            <a:lstStyle/>
            <a:p/>
          </p:txBody>
        </p:sp>
        <p:sp>
          <p:nvSpPr>
            <p:cNvPr id="1541" name="object 1541"/>
            <p:cNvSpPr/>
            <p:nvPr/>
          </p:nvSpPr>
          <p:spPr>
            <a:xfrm>
              <a:off x="4431030" y="1423669"/>
              <a:ext cx="203200" cy="6350"/>
            </a:xfrm>
            <a:custGeom>
              <a:avLst/>
              <a:gdLst/>
              <a:ahLst/>
              <a:cxnLst/>
              <a:rect l="l" t="t" r="r" b="b"/>
              <a:pathLst>
                <a:path w="203200" h="6350">
                  <a:moveTo>
                    <a:pt x="85077" y="0"/>
                  </a:moveTo>
                  <a:lnTo>
                    <a:pt x="0" y="0"/>
                  </a:lnTo>
                  <a:lnTo>
                    <a:pt x="0" y="6350"/>
                  </a:lnTo>
                  <a:lnTo>
                    <a:pt x="85077" y="6350"/>
                  </a:lnTo>
                  <a:lnTo>
                    <a:pt x="85077" y="0"/>
                  </a:lnTo>
                  <a:close/>
                </a:path>
                <a:path w="203200" h="6350">
                  <a:moveTo>
                    <a:pt x="203200" y="0"/>
                  </a:moveTo>
                  <a:lnTo>
                    <a:pt x="116840" y="0"/>
                  </a:lnTo>
                  <a:lnTo>
                    <a:pt x="116840" y="6350"/>
                  </a:lnTo>
                  <a:lnTo>
                    <a:pt x="203200" y="6350"/>
                  </a:lnTo>
                  <a:lnTo>
                    <a:pt x="203200" y="0"/>
                  </a:lnTo>
                  <a:close/>
                </a:path>
              </a:pathLst>
            </a:custGeom>
            <a:solidFill>
              <a:srgbClr val="351D35"/>
            </a:solidFill>
          </p:spPr>
          <p:txBody>
            <a:bodyPr wrap="square" lIns="0" tIns="0" rIns="0" bIns="0" rtlCol="0"/>
            <a:lstStyle/>
            <a:p/>
          </p:txBody>
        </p:sp>
        <p:sp>
          <p:nvSpPr>
            <p:cNvPr id="1542" name="object 1542"/>
            <p:cNvSpPr/>
            <p:nvPr/>
          </p:nvSpPr>
          <p:spPr>
            <a:xfrm>
              <a:off x="4431030" y="1430019"/>
              <a:ext cx="203200" cy="7620"/>
            </a:xfrm>
            <a:custGeom>
              <a:avLst/>
              <a:gdLst/>
              <a:ahLst/>
              <a:cxnLst/>
              <a:rect l="l" t="t" r="r" b="b"/>
              <a:pathLst>
                <a:path w="203200" h="7619">
                  <a:moveTo>
                    <a:pt x="85089" y="0"/>
                  </a:moveTo>
                  <a:lnTo>
                    <a:pt x="0" y="0"/>
                  </a:lnTo>
                  <a:lnTo>
                    <a:pt x="0" y="7619"/>
                  </a:lnTo>
                  <a:lnTo>
                    <a:pt x="86360" y="7619"/>
                  </a:lnTo>
                  <a:lnTo>
                    <a:pt x="86360" y="5079"/>
                  </a:lnTo>
                  <a:lnTo>
                    <a:pt x="85089" y="5079"/>
                  </a:lnTo>
                  <a:lnTo>
                    <a:pt x="85089" y="0"/>
                  </a:lnTo>
                  <a:close/>
                </a:path>
                <a:path w="203200" h="7619">
                  <a:moveTo>
                    <a:pt x="203200" y="0"/>
                  </a:moveTo>
                  <a:lnTo>
                    <a:pt x="116840" y="0"/>
                  </a:lnTo>
                  <a:lnTo>
                    <a:pt x="116840" y="1269"/>
                  </a:lnTo>
                  <a:lnTo>
                    <a:pt x="115570" y="1269"/>
                  </a:lnTo>
                  <a:lnTo>
                    <a:pt x="115570" y="7620"/>
                  </a:lnTo>
                  <a:lnTo>
                    <a:pt x="203200" y="7620"/>
                  </a:lnTo>
                  <a:lnTo>
                    <a:pt x="203200" y="0"/>
                  </a:lnTo>
                  <a:close/>
                </a:path>
              </a:pathLst>
            </a:custGeom>
            <a:solidFill>
              <a:srgbClr val="361C36"/>
            </a:solidFill>
          </p:spPr>
          <p:txBody>
            <a:bodyPr wrap="square" lIns="0" tIns="0" rIns="0" bIns="0" rtlCol="0"/>
            <a:lstStyle/>
            <a:p/>
          </p:txBody>
        </p:sp>
        <p:sp>
          <p:nvSpPr>
            <p:cNvPr id="1543" name="object 1543"/>
            <p:cNvSpPr/>
            <p:nvPr/>
          </p:nvSpPr>
          <p:spPr>
            <a:xfrm>
              <a:off x="4431030" y="1437639"/>
              <a:ext cx="203200" cy="7620"/>
            </a:xfrm>
            <a:custGeom>
              <a:avLst/>
              <a:gdLst/>
              <a:ahLst/>
              <a:cxnLst/>
              <a:rect l="l" t="t" r="r" b="b"/>
              <a:pathLst>
                <a:path w="203200" h="7619">
                  <a:moveTo>
                    <a:pt x="88900" y="5080"/>
                  </a:moveTo>
                  <a:lnTo>
                    <a:pt x="87630" y="5080"/>
                  </a:lnTo>
                  <a:lnTo>
                    <a:pt x="87630" y="1270"/>
                  </a:lnTo>
                  <a:lnTo>
                    <a:pt x="87617" y="0"/>
                  </a:lnTo>
                  <a:lnTo>
                    <a:pt x="0" y="0"/>
                  </a:lnTo>
                  <a:lnTo>
                    <a:pt x="0" y="1270"/>
                  </a:lnTo>
                  <a:lnTo>
                    <a:pt x="1270" y="1270"/>
                  </a:lnTo>
                  <a:lnTo>
                    <a:pt x="1270" y="5080"/>
                  </a:lnTo>
                  <a:lnTo>
                    <a:pt x="1270" y="7620"/>
                  </a:lnTo>
                  <a:lnTo>
                    <a:pt x="88900" y="7620"/>
                  </a:lnTo>
                  <a:lnTo>
                    <a:pt x="88900" y="5080"/>
                  </a:lnTo>
                  <a:close/>
                </a:path>
                <a:path w="203200" h="7619">
                  <a:moveTo>
                    <a:pt x="203200" y="0"/>
                  </a:moveTo>
                  <a:lnTo>
                    <a:pt x="114300" y="0"/>
                  </a:lnTo>
                  <a:lnTo>
                    <a:pt x="114300" y="5080"/>
                  </a:lnTo>
                  <a:lnTo>
                    <a:pt x="113030" y="5080"/>
                  </a:lnTo>
                  <a:lnTo>
                    <a:pt x="113030" y="7620"/>
                  </a:lnTo>
                  <a:lnTo>
                    <a:pt x="203200" y="7620"/>
                  </a:lnTo>
                  <a:lnTo>
                    <a:pt x="203200" y="5080"/>
                  </a:lnTo>
                  <a:lnTo>
                    <a:pt x="203200" y="0"/>
                  </a:lnTo>
                  <a:close/>
                </a:path>
              </a:pathLst>
            </a:custGeom>
            <a:solidFill>
              <a:srgbClr val="381C38"/>
            </a:solidFill>
          </p:spPr>
          <p:txBody>
            <a:bodyPr wrap="square" lIns="0" tIns="0" rIns="0" bIns="0" rtlCol="0"/>
            <a:lstStyle/>
            <a:p/>
          </p:txBody>
        </p:sp>
        <p:sp>
          <p:nvSpPr>
            <p:cNvPr id="1544" name="object 1544"/>
            <p:cNvSpPr/>
            <p:nvPr/>
          </p:nvSpPr>
          <p:spPr>
            <a:xfrm>
              <a:off x="4432300" y="1445259"/>
              <a:ext cx="201930" cy="6350"/>
            </a:xfrm>
            <a:custGeom>
              <a:avLst/>
              <a:gdLst/>
              <a:ahLst/>
              <a:cxnLst/>
              <a:rect l="l" t="t" r="r" b="b"/>
              <a:pathLst>
                <a:path w="201929" h="6350">
                  <a:moveTo>
                    <a:pt x="88900" y="3810"/>
                  </a:moveTo>
                  <a:lnTo>
                    <a:pt x="87630" y="3810"/>
                  </a:lnTo>
                  <a:lnTo>
                    <a:pt x="87630" y="1270"/>
                  </a:lnTo>
                  <a:lnTo>
                    <a:pt x="87630" y="0"/>
                  </a:lnTo>
                  <a:lnTo>
                    <a:pt x="0" y="0"/>
                  </a:lnTo>
                  <a:lnTo>
                    <a:pt x="0" y="1270"/>
                  </a:lnTo>
                  <a:lnTo>
                    <a:pt x="0" y="3810"/>
                  </a:lnTo>
                  <a:lnTo>
                    <a:pt x="0" y="6350"/>
                  </a:lnTo>
                  <a:lnTo>
                    <a:pt x="88900" y="6350"/>
                  </a:lnTo>
                  <a:lnTo>
                    <a:pt x="88900" y="3810"/>
                  </a:lnTo>
                  <a:close/>
                </a:path>
                <a:path w="201929" h="6350">
                  <a:moveTo>
                    <a:pt x="201930" y="0"/>
                  </a:moveTo>
                  <a:lnTo>
                    <a:pt x="111760" y="0"/>
                  </a:lnTo>
                  <a:lnTo>
                    <a:pt x="111760" y="1270"/>
                  </a:lnTo>
                  <a:lnTo>
                    <a:pt x="110490" y="1270"/>
                  </a:lnTo>
                  <a:lnTo>
                    <a:pt x="110490" y="3810"/>
                  </a:lnTo>
                  <a:lnTo>
                    <a:pt x="109220" y="3810"/>
                  </a:lnTo>
                  <a:lnTo>
                    <a:pt x="109220" y="6350"/>
                  </a:lnTo>
                  <a:lnTo>
                    <a:pt x="201930" y="6350"/>
                  </a:lnTo>
                  <a:lnTo>
                    <a:pt x="201930" y="3810"/>
                  </a:lnTo>
                  <a:lnTo>
                    <a:pt x="201930" y="1270"/>
                  </a:lnTo>
                  <a:lnTo>
                    <a:pt x="201930" y="0"/>
                  </a:lnTo>
                  <a:close/>
                </a:path>
              </a:pathLst>
            </a:custGeom>
            <a:solidFill>
              <a:srgbClr val="391B39"/>
            </a:solidFill>
          </p:spPr>
          <p:txBody>
            <a:bodyPr wrap="square" lIns="0" tIns="0" rIns="0" bIns="0" rtlCol="0"/>
            <a:lstStyle/>
            <a:p/>
          </p:txBody>
        </p:sp>
        <p:sp>
          <p:nvSpPr>
            <p:cNvPr id="1545" name="object 1545"/>
            <p:cNvSpPr/>
            <p:nvPr/>
          </p:nvSpPr>
          <p:spPr>
            <a:xfrm>
              <a:off x="4432300" y="1451609"/>
              <a:ext cx="201930" cy="7620"/>
            </a:xfrm>
            <a:custGeom>
              <a:avLst/>
              <a:gdLst/>
              <a:ahLst/>
              <a:cxnLst/>
              <a:rect l="l" t="t" r="r" b="b"/>
              <a:pathLst>
                <a:path w="201929" h="7619">
                  <a:moveTo>
                    <a:pt x="1270" y="104"/>
                  </a:moveTo>
                  <a:lnTo>
                    <a:pt x="1270" y="7619"/>
                  </a:lnTo>
                  <a:lnTo>
                    <a:pt x="92710" y="7619"/>
                  </a:lnTo>
                  <a:lnTo>
                    <a:pt x="1270" y="104"/>
                  </a:lnTo>
                  <a:close/>
                </a:path>
                <a:path w="201929" h="7619">
                  <a:moveTo>
                    <a:pt x="92710" y="7414"/>
                  </a:moveTo>
                  <a:lnTo>
                    <a:pt x="92710" y="7619"/>
                  </a:lnTo>
                  <a:lnTo>
                    <a:pt x="95250" y="7619"/>
                  </a:lnTo>
                  <a:lnTo>
                    <a:pt x="92710" y="7414"/>
                  </a:lnTo>
                  <a:close/>
                </a:path>
                <a:path w="201929" h="7619">
                  <a:moveTo>
                    <a:pt x="88900" y="0"/>
                  </a:moveTo>
                  <a:lnTo>
                    <a:pt x="1270" y="0"/>
                  </a:lnTo>
                  <a:lnTo>
                    <a:pt x="92710" y="7414"/>
                  </a:lnTo>
                  <a:lnTo>
                    <a:pt x="92710" y="5079"/>
                  </a:lnTo>
                  <a:lnTo>
                    <a:pt x="91440" y="5079"/>
                  </a:lnTo>
                  <a:lnTo>
                    <a:pt x="91440" y="2539"/>
                  </a:lnTo>
                  <a:lnTo>
                    <a:pt x="90170" y="2539"/>
                  </a:lnTo>
                  <a:lnTo>
                    <a:pt x="90170" y="1269"/>
                  </a:lnTo>
                  <a:lnTo>
                    <a:pt x="88900" y="1269"/>
                  </a:lnTo>
                  <a:lnTo>
                    <a:pt x="88900" y="0"/>
                  </a:lnTo>
                  <a:close/>
                </a:path>
                <a:path w="201929" h="7619">
                  <a:moveTo>
                    <a:pt x="1270" y="0"/>
                  </a:moveTo>
                  <a:lnTo>
                    <a:pt x="0" y="0"/>
                  </a:lnTo>
                  <a:lnTo>
                    <a:pt x="1270" y="104"/>
                  </a:lnTo>
                  <a:close/>
                </a:path>
                <a:path w="201929" h="7619">
                  <a:moveTo>
                    <a:pt x="201929" y="0"/>
                  </a:moveTo>
                  <a:lnTo>
                    <a:pt x="107950" y="0"/>
                  </a:lnTo>
                  <a:lnTo>
                    <a:pt x="107950" y="2539"/>
                  </a:lnTo>
                  <a:lnTo>
                    <a:pt x="106679" y="2539"/>
                  </a:lnTo>
                  <a:lnTo>
                    <a:pt x="106679" y="6350"/>
                  </a:lnTo>
                  <a:lnTo>
                    <a:pt x="104139" y="6350"/>
                  </a:lnTo>
                  <a:lnTo>
                    <a:pt x="104139" y="7619"/>
                  </a:lnTo>
                  <a:lnTo>
                    <a:pt x="201930" y="7619"/>
                  </a:lnTo>
                  <a:lnTo>
                    <a:pt x="201929" y="0"/>
                  </a:lnTo>
                  <a:close/>
                </a:path>
              </a:pathLst>
            </a:custGeom>
            <a:solidFill>
              <a:srgbClr val="3A1B3A"/>
            </a:solidFill>
          </p:spPr>
          <p:txBody>
            <a:bodyPr wrap="square" lIns="0" tIns="0" rIns="0" bIns="0" rtlCol="0"/>
            <a:lstStyle/>
            <a:p/>
          </p:txBody>
        </p:sp>
        <p:sp>
          <p:nvSpPr>
            <p:cNvPr id="1546" name="object 1546"/>
            <p:cNvSpPr/>
            <p:nvPr/>
          </p:nvSpPr>
          <p:spPr>
            <a:xfrm>
              <a:off x="4433570" y="1459229"/>
              <a:ext cx="200660" cy="7620"/>
            </a:xfrm>
            <a:custGeom>
              <a:avLst/>
              <a:gdLst/>
              <a:ahLst/>
              <a:cxnLst/>
              <a:rect l="l" t="t" r="r" b="b"/>
              <a:pathLst>
                <a:path w="200660" h="7619">
                  <a:moveTo>
                    <a:pt x="200660" y="0"/>
                  </a:moveTo>
                  <a:lnTo>
                    <a:pt x="101600" y="0"/>
                  </a:lnTo>
                  <a:lnTo>
                    <a:pt x="101600" y="1270"/>
                  </a:lnTo>
                  <a:lnTo>
                    <a:pt x="100330" y="1270"/>
                  </a:lnTo>
                  <a:lnTo>
                    <a:pt x="100330" y="2540"/>
                  </a:lnTo>
                  <a:lnTo>
                    <a:pt x="99060" y="2540"/>
                  </a:lnTo>
                  <a:lnTo>
                    <a:pt x="99060" y="3810"/>
                  </a:lnTo>
                  <a:lnTo>
                    <a:pt x="96520" y="3810"/>
                  </a:lnTo>
                  <a:lnTo>
                    <a:pt x="96520" y="2540"/>
                  </a:lnTo>
                  <a:lnTo>
                    <a:pt x="95250" y="2540"/>
                  </a:lnTo>
                  <a:lnTo>
                    <a:pt x="95250" y="1270"/>
                  </a:lnTo>
                  <a:lnTo>
                    <a:pt x="93980" y="1270"/>
                  </a:lnTo>
                  <a:lnTo>
                    <a:pt x="93980" y="0"/>
                  </a:lnTo>
                  <a:lnTo>
                    <a:pt x="0" y="0"/>
                  </a:lnTo>
                  <a:lnTo>
                    <a:pt x="0" y="1270"/>
                  </a:lnTo>
                  <a:lnTo>
                    <a:pt x="0" y="2540"/>
                  </a:lnTo>
                  <a:lnTo>
                    <a:pt x="0" y="3810"/>
                  </a:lnTo>
                  <a:lnTo>
                    <a:pt x="0" y="5080"/>
                  </a:lnTo>
                  <a:lnTo>
                    <a:pt x="1270" y="5080"/>
                  </a:lnTo>
                  <a:lnTo>
                    <a:pt x="1270" y="7620"/>
                  </a:lnTo>
                  <a:lnTo>
                    <a:pt x="200660" y="7620"/>
                  </a:lnTo>
                  <a:lnTo>
                    <a:pt x="200660" y="5080"/>
                  </a:lnTo>
                  <a:lnTo>
                    <a:pt x="200660" y="3810"/>
                  </a:lnTo>
                  <a:lnTo>
                    <a:pt x="200660" y="2540"/>
                  </a:lnTo>
                  <a:lnTo>
                    <a:pt x="200660" y="1270"/>
                  </a:lnTo>
                  <a:lnTo>
                    <a:pt x="200660" y="0"/>
                  </a:lnTo>
                  <a:close/>
                </a:path>
              </a:pathLst>
            </a:custGeom>
            <a:solidFill>
              <a:srgbClr val="3B1A3B"/>
            </a:solidFill>
          </p:spPr>
          <p:txBody>
            <a:bodyPr wrap="square" lIns="0" tIns="0" rIns="0" bIns="0" rtlCol="0"/>
            <a:lstStyle/>
            <a:p/>
          </p:txBody>
        </p:sp>
        <p:sp>
          <p:nvSpPr>
            <p:cNvPr id="1547" name="object 1547"/>
            <p:cNvSpPr/>
            <p:nvPr/>
          </p:nvSpPr>
          <p:spPr>
            <a:xfrm>
              <a:off x="4434840" y="1466850"/>
              <a:ext cx="199390" cy="6350"/>
            </a:xfrm>
            <a:custGeom>
              <a:avLst/>
              <a:gdLst/>
              <a:ahLst/>
              <a:cxnLst/>
              <a:rect l="l" t="t" r="r" b="b"/>
              <a:pathLst>
                <a:path w="199389" h="6350">
                  <a:moveTo>
                    <a:pt x="0" y="6350"/>
                  </a:moveTo>
                  <a:lnTo>
                    <a:pt x="0" y="0"/>
                  </a:lnTo>
                  <a:lnTo>
                    <a:pt x="199390" y="0"/>
                  </a:lnTo>
                  <a:lnTo>
                    <a:pt x="199389" y="6350"/>
                  </a:lnTo>
                  <a:lnTo>
                    <a:pt x="0" y="6350"/>
                  </a:lnTo>
                  <a:close/>
                </a:path>
              </a:pathLst>
            </a:custGeom>
            <a:solidFill>
              <a:srgbClr val="3C1A3C"/>
            </a:solidFill>
          </p:spPr>
          <p:txBody>
            <a:bodyPr wrap="square" lIns="0" tIns="0" rIns="0" bIns="0" rtlCol="0"/>
            <a:lstStyle/>
            <a:p/>
          </p:txBody>
        </p:sp>
        <p:sp>
          <p:nvSpPr>
            <p:cNvPr id="1548" name="object 1548"/>
            <p:cNvSpPr/>
            <p:nvPr/>
          </p:nvSpPr>
          <p:spPr>
            <a:xfrm>
              <a:off x="4434840" y="1473199"/>
              <a:ext cx="199390" cy="7620"/>
            </a:xfrm>
            <a:custGeom>
              <a:avLst/>
              <a:gdLst/>
              <a:ahLst/>
              <a:cxnLst/>
              <a:rect l="l" t="t" r="r" b="b"/>
              <a:pathLst>
                <a:path w="199389" h="7619">
                  <a:moveTo>
                    <a:pt x="199390" y="2552"/>
                  </a:moveTo>
                  <a:lnTo>
                    <a:pt x="1270" y="2552"/>
                  </a:lnTo>
                  <a:lnTo>
                    <a:pt x="1270" y="7620"/>
                  </a:lnTo>
                  <a:lnTo>
                    <a:pt x="199390" y="7620"/>
                  </a:lnTo>
                  <a:lnTo>
                    <a:pt x="199390" y="2552"/>
                  </a:lnTo>
                  <a:close/>
                </a:path>
                <a:path w="199389" h="7619">
                  <a:moveTo>
                    <a:pt x="199390" y="0"/>
                  </a:moveTo>
                  <a:lnTo>
                    <a:pt x="0" y="0"/>
                  </a:lnTo>
                  <a:lnTo>
                    <a:pt x="0" y="2540"/>
                  </a:lnTo>
                  <a:lnTo>
                    <a:pt x="199390" y="2540"/>
                  </a:lnTo>
                  <a:lnTo>
                    <a:pt x="199390" y="0"/>
                  </a:lnTo>
                  <a:close/>
                </a:path>
              </a:pathLst>
            </a:custGeom>
            <a:solidFill>
              <a:srgbClr val="3D1A3D"/>
            </a:solidFill>
          </p:spPr>
          <p:txBody>
            <a:bodyPr wrap="square" lIns="0" tIns="0" rIns="0" bIns="0" rtlCol="0"/>
            <a:lstStyle/>
            <a:p/>
          </p:txBody>
        </p:sp>
        <p:sp>
          <p:nvSpPr>
            <p:cNvPr id="1549" name="object 1549"/>
            <p:cNvSpPr/>
            <p:nvPr/>
          </p:nvSpPr>
          <p:spPr>
            <a:xfrm>
              <a:off x="4436110" y="1480819"/>
              <a:ext cx="198120" cy="7620"/>
            </a:xfrm>
            <a:custGeom>
              <a:avLst/>
              <a:gdLst/>
              <a:ahLst/>
              <a:cxnLst/>
              <a:rect l="l" t="t" r="r" b="b"/>
              <a:pathLst>
                <a:path w="198120" h="7619">
                  <a:moveTo>
                    <a:pt x="198120" y="0"/>
                  </a:moveTo>
                  <a:lnTo>
                    <a:pt x="0" y="0"/>
                  </a:lnTo>
                  <a:lnTo>
                    <a:pt x="0" y="6350"/>
                  </a:lnTo>
                  <a:lnTo>
                    <a:pt x="1270" y="6350"/>
                  </a:lnTo>
                  <a:lnTo>
                    <a:pt x="1270" y="7620"/>
                  </a:lnTo>
                  <a:lnTo>
                    <a:pt x="198120" y="7620"/>
                  </a:lnTo>
                  <a:lnTo>
                    <a:pt x="198120" y="6350"/>
                  </a:lnTo>
                  <a:lnTo>
                    <a:pt x="198120" y="0"/>
                  </a:lnTo>
                  <a:close/>
                </a:path>
              </a:pathLst>
            </a:custGeom>
            <a:solidFill>
              <a:srgbClr val="3E193E"/>
            </a:solidFill>
          </p:spPr>
          <p:txBody>
            <a:bodyPr wrap="square" lIns="0" tIns="0" rIns="0" bIns="0" rtlCol="0"/>
            <a:lstStyle/>
            <a:p/>
          </p:txBody>
        </p:sp>
        <p:sp>
          <p:nvSpPr>
            <p:cNvPr id="1550" name="object 1550"/>
            <p:cNvSpPr/>
            <p:nvPr/>
          </p:nvSpPr>
          <p:spPr>
            <a:xfrm>
              <a:off x="4437380" y="1488440"/>
              <a:ext cx="196850" cy="6350"/>
            </a:xfrm>
            <a:custGeom>
              <a:avLst/>
              <a:gdLst/>
              <a:ahLst/>
              <a:cxnLst/>
              <a:rect l="l" t="t" r="r" b="b"/>
              <a:pathLst>
                <a:path w="196850" h="6350">
                  <a:moveTo>
                    <a:pt x="0" y="6350"/>
                  </a:moveTo>
                  <a:lnTo>
                    <a:pt x="0" y="0"/>
                  </a:lnTo>
                  <a:lnTo>
                    <a:pt x="196850" y="0"/>
                  </a:lnTo>
                  <a:lnTo>
                    <a:pt x="196850" y="6349"/>
                  </a:lnTo>
                  <a:lnTo>
                    <a:pt x="0" y="6350"/>
                  </a:lnTo>
                  <a:close/>
                </a:path>
              </a:pathLst>
            </a:custGeom>
            <a:solidFill>
              <a:srgbClr val="3F193F"/>
            </a:solidFill>
          </p:spPr>
          <p:txBody>
            <a:bodyPr wrap="square" lIns="0" tIns="0" rIns="0" bIns="0" rtlCol="0"/>
            <a:lstStyle/>
            <a:p/>
          </p:txBody>
        </p:sp>
        <p:sp>
          <p:nvSpPr>
            <p:cNvPr id="1551" name="object 1551"/>
            <p:cNvSpPr/>
            <p:nvPr/>
          </p:nvSpPr>
          <p:spPr>
            <a:xfrm>
              <a:off x="4437380" y="1494789"/>
              <a:ext cx="196850" cy="7620"/>
            </a:xfrm>
            <a:custGeom>
              <a:avLst/>
              <a:gdLst/>
              <a:ahLst/>
              <a:cxnLst/>
              <a:rect l="l" t="t" r="r" b="b"/>
              <a:pathLst>
                <a:path w="196850" h="7619">
                  <a:moveTo>
                    <a:pt x="196850" y="0"/>
                  </a:moveTo>
                  <a:lnTo>
                    <a:pt x="0" y="0"/>
                  </a:lnTo>
                  <a:lnTo>
                    <a:pt x="0" y="3810"/>
                  </a:lnTo>
                  <a:lnTo>
                    <a:pt x="1270" y="3810"/>
                  </a:lnTo>
                  <a:lnTo>
                    <a:pt x="1270" y="7620"/>
                  </a:lnTo>
                  <a:lnTo>
                    <a:pt x="196850" y="7620"/>
                  </a:lnTo>
                  <a:lnTo>
                    <a:pt x="196850" y="3810"/>
                  </a:lnTo>
                  <a:lnTo>
                    <a:pt x="196850" y="0"/>
                  </a:lnTo>
                  <a:close/>
                </a:path>
              </a:pathLst>
            </a:custGeom>
            <a:solidFill>
              <a:srgbClr val="401840"/>
            </a:solidFill>
          </p:spPr>
          <p:txBody>
            <a:bodyPr wrap="square" lIns="0" tIns="0" rIns="0" bIns="0" rtlCol="0"/>
            <a:lstStyle/>
            <a:p/>
          </p:txBody>
        </p:sp>
        <p:sp>
          <p:nvSpPr>
            <p:cNvPr id="1552" name="object 1552"/>
            <p:cNvSpPr/>
            <p:nvPr/>
          </p:nvSpPr>
          <p:spPr>
            <a:xfrm>
              <a:off x="4438650" y="1502409"/>
              <a:ext cx="195580" cy="7620"/>
            </a:xfrm>
            <a:custGeom>
              <a:avLst/>
              <a:gdLst/>
              <a:ahLst/>
              <a:cxnLst/>
              <a:rect l="l" t="t" r="r" b="b"/>
              <a:pathLst>
                <a:path w="195579" h="7619">
                  <a:moveTo>
                    <a:pt x="0" y="7619"/>
                  </a:moveTo>
                  <a:lnTo>
                    <a:pt x="0" y="0"/>
                  </a:lnTo>
                  <a:lnTo>
                    <a:pt x="195580" y="0"/>
                  </a:lnTo>
                  <a:lnTo>
                    <a:pt x="195580" y="7619"/>
                  </a:lnTo>
                  <a:lnTo>
                    <a:pt x="0" y="7619"/>
                  </a:lnTo>
                  <a:close/>
                </a:path>
              </a:pathLst>
            </a:custGeom>
            <a:solidFill>
              <a:srgbClr val="411841"/>
            </a:solidFill>
          </p:spPr>
          <p:txBody>
            <a:bodyPr wrap="square" lIns="0" tIns="0" rIns="0" bIns="0" rtlCol="0"/>
            <a:lstStyle/>
            <a:p/>
          </p:txBody>
        </p:sp>
        <p:sp>
          <p:nvSpPr>
            <p:cNvPr id="1553" name="object 1553"/>
            <p:cNvSpPr/>
            <p:nvPr/>
          </p:nvSpPr>
          <p:spPr>
            <a:xfrm>
              <a:off x="4439920" y="1510029"/>
              <a:ext cx="194310" cy="6350"/>
            </a:xfrm>
            <a:custGeom>
              <a:avLst/>
              <a:gdLst/>
              <a:ahLst/>
              <a:cxnLst/>
              <a:rect l="l" t="t" r="r" b="b"/>
              <a:pathLst>
                <a:path w="194310" h="6350">
                  <a:moveTo>
                    <a:pt x="194309" y="0"/>
                  </a:moveTo>
                  <a:lnTo>
                    <a:pt x="0" y="0"/>
                  </a:lnTo>
                  <a:lnTo>
                    <a:pt x="0" y="6350"/>
                  </a:lnTo>
                  <a:lnTo>
                    <a:pt x="194309" y="6350"/>
                  </a:lnTo>
                  <a:lnTo>
                    <a:pt x="194309" y="0"/>
                  </a:lnTo>
                  <a:close/>
                </a:path>
              </a:pathLst>
            </a:custGeom>
            <a:solidFill>
              <a:srgbClr val="421742"/>
            </a:solidFill>
          </p:spPr>
          <p:txBody>
            <a:bodyPr wrap="square" lIns="0" tIns="0" rIns="0" bIns="0" rtlCol="0"/>
            <a:lstStyle/>
            <a:p/>
          </p:txBody>
        </p:sp>
        <p:sp>
          <p:nvSpPr>
            <p:cNvPr id="1554" name="object 1554"/>
            <p:cNvSpPr/>
            <p:nvPr/>
          </p:nvSpPr>
          <p:spPr>
            <a:xfrm>
              <a:off x="4439920" y="1516379"/>
              <a:ext cx="194310" cy="7620"/>
            </a:xfrm>
            <a:custGeom>
              <a:avLst/>
              <a:gdLst/>
              <a:ahLst/>
              <a:cxnLst/>
              <a:rect l="l" t="t" r="r" b="b"/>
              <a:pathLst>
                <a:path w="194310" h="7619">
                  <a:moveTo>
                    <a:pt x="194310" y="0"/>
                  </a:moveTo>
                  <a:lnTo>
                    <a:pt x="0" y="0"/>
                  </a:lnTo>
                  <a:lnTo>
                    <a:pt x="0" y="3810"/>
                  </a:lnTo>
                  <a:lnTo>
                    <a:pt x="1270" y="3810"/>
                  </a:lnTo>
                  <a:lnTo>
                    <a:pt x="1270" y="7620"/>
                  </a:lnTo>
                  <a:lnTo>
                    <a:pt x="194310" y="7620"/>
                  </a:lnTo>
                  <a:lnTo>
                    <a:pt x="194310" y="3810"/>
                  </a:lnTo>
                  <a:lnTo>
                    <a:pt x="194310" y="0"/>
                  </a:lnTo>
                  <a:close/>
                </a:path>
              </a:pathLst>
            </a:custGeom>
            <a:solidFill>
              <a:srgbClr val="431743"/>
            </a:solidFill>
          </p:spPr>
          <p:txBody>
            <a:bodyPr wrap="square" lIns="0" tIns="0" rIns="0" bIns="0" rtlCol="0"/>
            <a:lstStyle/>
            <a:p/>
          </p:txBody>
        </p:sp>
        <p:sp>
          <p:nvSpPr>
            <p:cNvPr id="1555" name="object 1555"/>
            <p:cNvSpPr/>
            <p:nvPr/>
          </p:nvSpPr>
          <p:spPr>
            <a:xfrm>
              <a:off x="4441190" y="1523999"/>
              <a:ext cx="193040" cy="7620"/>
            </a:xfrm>
            <a:custGeom>
              <a:avLst/>
              <a:gdLst/>
              <a:ahLst/>
              <a:cxnLst/>
              <a:rect l="l" t="t" r="r" b="b"/>
              <a:pathLst>
                <a:path w="193039" h="7619">
                  <a:moveTo>
                    <a:pt x="193040" y="0"/>
                  </a:moveTo>
                  <a:lnTo>
                    <a:pt x="0" y="0"/>
                  </a:lnTo>
                  <a:lnTo>
                    <a:pt x="0" y="3810"/>
                  </a:lnTo>
                  <a:lnTo>
                    <a:pt x="1270" y="3810"/>
                  </a:lnTo>
                  <a:lnTo>
                    <a:pt x="1270" y="7620"/>
                  </a:lnTo>
                  <a:lnTo>
                    <a:pt x="193040" y="7620"/>
                  </a:lnTo>
                  <a:lnTo>
                    <a:pt x="193040" y="3810"/>
                  </a:lnTo>
                  <a:lnTo>
                    <a:pt x="193040" y="0"/>
                  </a:lnTo>
                  <a:close/>
                </a:path>
              </a:pathLst>
            </a:custGeom>
            <a:solidFill>
              <a:srgbClr val="441744"/>
            </a:solidFill>
          </p:spPr>
          <p:txBody>
            <a:bodyPr wrap="square" lIns="0" tIns="0" rIns="0" bIns="0" rtlCol="0"/>
            <a:lstStyle/>
            <a:p/>
          </p:txBody>
        </p:sp>
        <p:sp>
          <p:nvSpPr>
            <p:cNvPr id="1556" name="object 1556"/>
            <p:cNvSpPr/>
            <p:nvPr/>
          </p:nvSpPr>
          <p:spPr>
            <a:xfrm>
              <a:off x="4442460" y="1531619"/>
              <a:ext cx="191770" cy="6350"/>
            </a:xfrm>
            <a:custGeom>
              <a:avLst/>
              <a:gdLst/>
              <a:ahLst/>
              <a:cxnLst/>
              <a:rect l="l" t="t" r="r" b="b"/>
              <a:pathLst>
                <a:path w="191770" h="6350">
                  <a:moveTo>
                    <a:pt x="191770" y="0"/>
                  </a:moveTo>
                  <a:lnTo>
                    <a:pt x="0" y="0"/>
                  </a:lnTo>
                  <a:lnTo>
                    <a:pt x="0" y="3810"/>
                  </a:lnTo>
                  <a:lnTo>
                    <a:pt x="1270" y="3810"/>
                  </a:lnTo>
                  <a:lnTo>
                    <a:pt x="1270" y="6350"/>
                  </a:lnTo>
                  <a:lnTo>
                    <a:pt x="191770" y="6350"/>
                  </a:lnTo>
                  <a:lnTo>
                    <a:pt x="191770" y="3810"/>
                  </a:lnTo>
                  <a:lnTo>
                    <a:pt x="191770" y="0"/>
                  </a:lnTo>
                  <a:close/>
                </a:path>
              </a:pathLst>
            </a:custGeom>
            <a:solidFill>
              <a:srgbClr val="451645"/>
            </a:solidFill>
          </p:spPr>
          <p:txBody>
            <a:bodyPr wrap="square" lIns="0" tIns="0" rIns="0" bIns="0" rtlCol="0"/>
            <a:lstStyle/>
            <a:p/>
          </p:txBody>
        </p:sp>
        <p:sp>
          <p:nvSpPr>
            <p:cNvPr id="1557" name="object 1557"/>
            <p:cNvSpPr/>
            <p:nvPr/>
          </p:nvSpPr>
          <p:spPr>
            <a:xfrm>
              <a:off x="4443730" y="1537969"/>
              <a:ext cx="190500" cy="7620"/>
            </a:xfrm>
            <a:custGeom>
              <a:avLst/>
              <a:gdLst/>
              <a:ahLst/>
              <a:cxnLst/>
              <a:rect l="l" t="t" r="r" b="b"/>
              <a:pathLst>
                <a:path w="190500" h="7619">
                  <a:moveTo>
                    <a:pt x="190500" y="0"/>
                  </a:moveTo>
                  <a:lnTo>
                    <a:pt x="0" y="0"/>
                  </a:lnTo>
                  <a:lnTo>
                    <a:pt x="0" y="3810"/>
                  </a:lnTo>
                  <a:lnTo>
                    <a:pt x="1270" y="3810"/>
                  </a:lnTo>
                  <a:lnTo>
                    <a:pt x="1270" y="7620"/>
                  </a:lnTo>
                  <a:lnTo>
                    <a:pt x="190500" y="7620"/>
                  </a:lnTo>
                  <a:lnTo>
                    <a:pt x="190500" y="3810"/>
                  </a:lnTo>
                  <a:lnTo>
                    <a:pt x="190500" y="0"/>
                  </a:lnTo>
                  <a:close/>
                </a:path>
              </a:pathLst>
            </a:custGeom>
            <a:solidFill>
              <a:srgbClr val="471647"/>
            </a:solidFill>
          </p:spPr>
          <p:txBody>
            <a:bodyPr wrap="square" lIns="0" tIns="0" rIns="0" bIns="0" rtlCol="0"/>
            <a:lstStyle/>
            <a:p/>
          </p:txBody>
        </p:sp>
        <p:sp>
          <p:nvSpPr>
            <p:cNvPr id="1558" name="object 1558"/>
            <p:cNvSpPr/>
            <p:nvPr/>
          </p:nvSpPr>
          <p:spPr>
            <a:xfrm>
              <a:off x="4445000" y="1545589"/>
              <a:ext cx="189230" cy="8255"/>
            </a:xfrm>
            <a:custGeom>
              <a:avLst/>
              <a:gdLst/>
              <a:ahLst/>
              <a:cxnLst/>
              <a:rect l="l" t="t" r="r" b="b"/>
              <a:pathLst>
                <a:path w="189229" h="8255">
                  <a:moveTo>
                    <a:pt x="189230" y="2552"/>
                  </a:moveTo>
                  <a:lnTo>
                    <a:pt x="1270" y="2552"/>
                  </a:lnTo>
                  <a:lnTo>
                    <a:pt x="1270" y="7632"/>
                  </a:lnTo>
                  <a:lnTo>
                    <a:pt x="189230" y="7632"/>
                  </a:lnTo>
                  <a:lnTo>
                    <a:pt x="189230" y="2552"/>
                  </a:lnTo>
                  <a:close/>
                </a:path>
                <a:path w="189229" h="8255">
                  <a:moveTo>
                    <a:pt x="189230" y="0"/>
                  </a:moveTo>
                  <a:lnTo>
                    <a:pt x="0" y="0"/>
                  </a:lnTo>
                  <a:lnTo>
                    <a:pt x="0" y="2540"/>
                  </a:lnTo>
                  <a:lnTo>
                    <a:pt x="189230" y="2540"/>
                  </a:lnTo>
                  <a:lnTo>
                    <a:pt x="189230" y="0"/>
                  </a:lnTo>
                  <a:close/>
                </a:path>
              </a:pathLst>
            </a:custGeom>
            <a:solidFill>
              <a:srgbClr val="481548"/>
            </a:solidFill>
          </p:spPr>
          <p:txBody>
            <a:bodyPr wrap="square" lIns="0" tIns="0" rIns="0" bIns="0" rtlCol="0"/>
            <a:lstStyle/>
            <a:p/>
          </p:txBody>
        </p:sp>
        <p:sp>
          <p:nvSpPr>
            <p:cNvPr id="1559" name="object 1559"/>
            <p:cNvSpPr/>
            <p:nvPr/>
          </p:nvSpPr>
          <p:spPr>
            <a:xfrm>
              <a:off x="4447540" y="1553209"/>
              <a:ext cx="186690" cy="6350"/>
            </a:xfrm>
            <a:custGeom>
              <a:avLst/>
              <a:gdLst/>
              <a:ahLst/>
              <a:cxnLst/>
              <a:rect l="l" t="t" r="r" b="b"/>
              <a:pathLst>
                <a:path w="186689" h="6350">
                  <a:moveTo>
                    <a:pt x="186690" y="5092"/>
                  </a:moveTo>
                  <a:lnTo>
                    <a:pt x="1270" y="5092"/>
                  </a:lnTo>
                  <a:lnTo>
                    <a:pt x="1270" y="6350"/>
                  </a:lnTo>
                  <a:lnTo>
                    <a:pt x="186690" y="6350"/>
                  </a:lnTo>
                  <a:lnTo>
                    <a:pt x="186690" y="5092"/>
                  </a:lnTo>
                  <a:close/>
                </a:path>
                <a:path w="186689" h="6350">
                  <a:moveTo>
                    <a:pt x="186690" y="0"/>
                  </a:moveTo>
                  <a:lnTo>
                    <a:pt x="0" y="0"/>
                  </a:lnTo>
                  <a:lnTo>
                    <a:pt x="0" y="5080"/>
                  </a:lnTo>
                  <a:lnTo>
                    <a:pt x="186690" y="5080"/>
                  </a:lnTo>
                  <a:lnTo>
                    <a:pt x="186690" y="0"/>
                  </a:lnTo>
                  <a:close/>
                </a:path>
              </a:pathLst>
            </a:custGeom>
            <a:solidFill>
              <a:srgbClr val="491549"/>
            </a:solidFill>
          </p:spPr>
          <p:txBody>
            <a:bodyPr wrap="square" lIns="0" tIns="0" rIns="0" bIns="0" rtlCol="0"/>
            <a:lstStyle/>
            <a:p/>
          </p:txBody>
        </p:sp>
        <p:sp>
          <p:nvSpPr>
            <p:cNvPr id="1560" name="object 1560"/>
            <p:cNvSpPr/>
            <p:nvPr/>
          </p:nvSpPr>
          <p:spPr>
            <a:xfrm>
              <a:off x="4448810" y="1559559"/>
              <a:ext cx="185420" cy="7620"/>
            </a:xfrm>
            <a:custGeom>
              <a:avLst/>
              <a:gdLst/>
              <a:ahLst/>
              <a:cxnLst/>
              <a:rect l="l" t="t" r="r" b="b"/>
              <a:pathLst>
                <a:path w="185420" h="7619">
                  <a:moveTo>
                    <a:pt x="185420" y="0"/>
                  </a:moveTo>
                  <a:lnTo>
                    <a:pt x="0" y="0"/>
                  </a:lnTo>
                  <a:lnTo>
                    <a:pt x="0" y="3810"/>
                  </a:lnTo>
                  <a:lnTo>
                    <a:pt x="1270" y="3810"/>
                  </a:lnTo>
                  <a:lnTo>
                    <a:pt x="1270" y="7620"/>
                  </a:lnTo>
                  <a:lnTo>
                    <a:pt x="185420" y="7620"/>
                  </a:lnTo>
                  <a:lnTo>
                    <a:pt x="185420" y="3810"/>
                  </a:lnTo>
                  <a:lnTo>
                    <a:pt x="185420" y="0"/>
                  </a:lnTo>
                  <a:close/>
                </a:path>
              </a:pathLst>
            </a:custGeom>
            <a:solidFill>
              <a:srgbClr val="4A144A"/>
            </a:solidFill>
          </p:spPr>
          <p:txBody>
            <a:bodyPr wrap="square" lIns="0" tIns="0" rIns="0" bIns="0" rtlCol="0"/>
            <a:lstStyle/>
            <a:p/>
          </p:txBody>
        </p:sp>
        <p:sp>
          <p:nvSpPr>
            <p:cNvPr id="1561" name="object 1561"/>
            <p:cNvSpPr/>
            <p:nvPr/>
          </p:nvSpPr>
          <p:spPr>
            <a:xfrm>
              <a:off x="4450080" y="1567179"/>
              <a:ext cx="184150" cy="7620"/>
            </a:xfrm>
            <a:custGeom>
              <a:avLst/>
              <a:gdLst/>
              <a:ahLst/>
              <a:cxnLst/>
              <a:rect l="l" t="t" r="r" b="b"/>
              <a:pathLst>
                <a:path w="184150" h="7619">
                  <a:moveTo>
                    <a:pt x="184150" y="0"/>
                  </a:moveTo>
                  <a:lnTo>
                    <a:pt x="0" y="0"/>
                  </a:lnTo>
                  <a:lnTo>
                    <a:pt x="0" y="1270"/>
                  </a:lnTo>
                  <a:lnTo>
                    <a:pt x="1270" y="1270"/>
                  </a:lnTo>
                  <a:lnTo>
                    <a:pt x="1270" y="5080"/>
                  </a:lnTo>
                  <a:lnTo>
                    <a:pt x="2540" y="5080"/>
                  </a:lnTo>
                  <a:lnTo>
                    <a:pt x="2540" y="7620"/>
                  </a:lnTo>
                  <a:lnTo>
                    <a:pt x="184150" y="7620"/>
                  </a:lnTo>
                  <a:lnTo>
                    <a:pt x="184150" y="5080"/>
                  </a:lnTo>
                  <a:lnTo>
                    <a:pt x="184150" y="1270"/>
                  </a:lnTo>
                  <a:lnTo>
                    <a:pt x="184150" y="0"/>
                  </a:lnTo>
                  <a:close/>
                </a:path>
              </a:pathLst>
            </a:custGeom>
            <a:solidFill>
              <a:srgbClr val="4B144B"/>
            </a:solidFill>
          </p:spPr>
          <p:txBody>
            <a:bodyPr wrap="square" lIns="0" tIns="0" rIns="0" bIns="0" rtlCol="0"/>
            <a:lstStyle/>
            <a:p/>
          </p:txBody>
        </p:sp>
        <p:sp>
          <p:nvSpPr>
            <p:cNvPr id="1562" name="object 1562"/>
            <p:cNvSpPr/>
            <p:nvPr/>
          </p:nvSpPr>
          <p:spPr>
            <a:xfrm>
              <a:off x="4452620" y="1574799"/>
              <a:ext cx="181610" cy="6350"/>
            </a:xfrm>
            <a:custGeom>
              <a:avLst/>
              <a:gdLst/>
              <a:ahLst/>
              <a:cxnLst/>
              <a:rect l="l" t="t" r="r" b="b"/>
              <a:pathLst>
                <a:path w="181610" h="6350">
                  <a:moveTo>
                    <a:pt x="181610" y="5092"/>
                  </a:moveTo>
                  <a:lnTo>
                    <a:pt x="2540" y="5092"/>
                  </a:lnTo>
                  <a:lnTo>
                    <a:pt x="2540" y="6350"/>
                  </a:lnTo>
                  <a:lnTo>
                    <a:pt x="181610" y="6350"/>
                  </a:lnTo>
                  <a:lnTo>
                    <a:pt x="181610" y="5092"/>
                  </a:lnTo>
                  <a:close/>
                </a:path>
                <a:path w="181610" h="6350">
                  <a:moveTo>
                    <a:pt x="181610" y="0"/>
                  </a:moveTo>
                  <a:lnTo>
                    <a:pt x="0" y="0"/>
                  </a:lnTo>
                  <a:lnTo>
                    <a:pt x="0" y="1270"/>
                  </a:lnTo>
                  <a:lnTo>
                    <a:pt x="1270" y="1270"/>
                  </a:lnTo>
                  <a:lnTo>
                    <a:pt x="1270" y="5080"/>
                  </a:lnTo>
                  <a:lnTo>
                    <a:pt x="181610" y="5080"/>
                  </a:lnTo>
                  <a:lnTo>
                    <a:pt x="181610" y="1270"/>
                  </a:lnTo>
                  <a:lnTo>
                    <a:pt x="181610" y="0"/>
                  </a:lnTo>
                  <a:close/>
                </a:path>
              </a:pathLst>
            </a:custGeom>
            <a:solidFill>
              <a:srgbClr val="4C144C"/>
            </a:solidFill>
          </p:spPr>
          <p:txBody>
            <a:bodyPr wrap="square" lIns="0" tIns="0" rIns="0" bIns="0" rtlCol="0"/>
            <a:lstStyle/>
            <a:p/>
          </p:txBody>
        </p:sp>
        <p:sp>
          <p:nvSpPr>
            <p:cNvPr id="1563" name="object 1563"/>
            <p:cNvSpPr/>
            <p:nvPr/>
          </p:nvSpPr>
          <p:spPr>
            <a:xfrm>
              <a:off x="4455160" y="1581149"/>
              <a:ext cx="179070" cy="7620"/>
            </a:xfrm>
            <a:custGeom>
              <a:avLst/>
              <a:gdLst/>
              <a:ahLst/>
              <a:cxnLst/>
              <a:rect l="l" t="t" r="r" b="b"/>
              <a:pathLst>
                <a:path w="179070" h="7619">
                  <a:moveTo>
                    <a:pt x="179070" y="0"/>
                  </a:moveTo>
                  <a:lnTo>
                    <a:pt x="0" y="0"/>
                  </a:lnTo>
                  <a:lnTo>
                    <a:pt x="0" y="3810"/>
                  </a:lnTo>
                  <a:lnTo>
                    <a:pt x="1270" y="3810"/>
                  </a:lnTo>
                  <a:lnTo>
                    <a:pt x="1270" y="7620"/>
                  </a:lnTo>
                  <a:lnTo>
                    <a:pt x="179070" y="7620"/>
                  </a:lnTo>
                  <a:lnTo>
                    <a:pt x="179070" y="3810"/>
                  </a:lnTo>
                  <a:lnTo>
                    <a:pt x="179070" y="0"/>
                  </a:lnTo>
                  <a:close/>
                </a:path>
              </a:pathLst>
            </a:custGeom>
            <a:solidFill>
              <a:srgbClr val="4D134D"/>
            </a:solidFill>
          </p:spPr>
          <p:txBody>
            <a:bodyPr wrap="square" lIns="0" tIns="0" rIns="0" bIns="0" rtlCol="0"/>
            <a:lstStyle/>
            <a:p/>
          </p:txBody>
        </p:sp>
        <p:sp>
          <p:nvSpPr>
            <p:cNvPr id="1564" name="object 1564"/>
            <p:cNvSpPr/>
            <p:nvPr/>
          </p:nvSpPr>
          <p:spPr>
            <a:xfrm>
              <a:off x="4456430" y="1588769"/>
              <a:ext cx="177800" cy="7620"/>
            </a:xfrm>
            <a:custGeom>
              <a:avLst/>
              <a:gdLst/>
              <a:ahLst/>
              <a:cxnLst/>
              <a:rect l="l" t="t" r="r" b="b"/>
              <a:pathLst>
                <a:path w="177800" h="7619">
                  <a:moveTo>
                    <a:pt x="177800" y="2540"/>
                  </a:moveTo>
                  <a:lnTo>
                    <a:pt x="1270" y="2540"/>
                  </a:lnTo>
                  <a:lnTo>
                    <a:pt x="1270" y="7620"/>
                  </a:lnTo>
                  <a:lnTo>
                    <a:pt x="177800" y="7620"/>
                  </a:lnTo>
                  <a:lnTo>
                    <a:pt x="177800" y="2540"/>
                  </a:lnTo>
                  <a:close/>
                </a:path>
                <a:path w="177800" h="7619">
                  <a:moveTo>
                    <a:pt x="177800" y="0"/>
                  </a:moveTo>
                  <a:lnTo>
                    <a:pt x="0" y="0"/>
                  </a:lnTo>
                  <a:lnTo>
                    <a:pt x="0" y="1270"/>
                  </a:lnTo>
                  <a:lnTo>
                    <a:pt x="177800" y="1270"/>
                  </a:lnTo>
                  <a:lnTo>
                    <a:pt x="177800" y="0"/>
                  </a:lnTo>
                  <a:close/>
                </a:path>
              </a:pathLst>
            </a:custGeom>
            <a:solidFill>
              <a:srgbClr val="4E134E"/>
            </a:solidFill>
          </p:spPr>
          <p:txBody>
            <a:bodyPr wrap="square" lIns="0" tIns="0" rIns="0" bIns="0" rtlCol="0"/>
            <a:lstStyle/>
            <a:p/>
          </p:txBody>
        </p:sp>
        <p:sp>
          <p:nvSpPr>
            <p:cNvPr id="1565" name="object 1565"/>
            <p:cNvSpPr/>
            <p:nvPr/>
          </p:nvSpPr>
          <p:spPr>
            <a:xfrm>
              <a:off x="4458970" y="1596389"/>
              <a:ext cx="175260" cy="6350"/>
            </a:xfrm>
            <a:custGeom>
              <a:avLst/>
              <a:gdLst/>
              <a:ahLst/>
              <a:cxnLst/>
              <a:rect l="l" t="t" r="r" b="b"/>
              <a:pathLst>
                <a:path w="175260" h="6350">
                  <a:moveTo>
                    <a:pt x="175260" y="0"/>
                  </a:moveTo>
                  <a:lnTo>
                    <a:pt x="0" y="0"/>
                  </a:lnTo>
                  <a:lnTo>
                    <a:pt x="0" y="2540"/>
                  </a:lnTo>
                  <a:lnTo>
                    <a:pt x="1270" y="2540"/>
                  </a:lnTo>
                  <a:lnTo>
                    <a:pt x="1270" y="5080"/>
                  </a:lnTo>
                  <a:lnTo>
                    <a:pt x="2527" y="5080"/>
                  </a:lnTo>
                  <a:lnTo>
                    <a:pt x="2527" y="6350"/>
                  </a:lnTo>
                  <a:lnTo>
                    <a:pt x="175260" y="6350"/>
                  </a:lnTo>
                  <a:lnTo>
                    <a:pt x="175260" y="5080"/>
                  </a:lnTo>
                  <a:lnTo>
                    <a:pt x="175260" y="2540"/>
                  </a:lnTo>
                  <a:lnTo>
                    <a:pt x="175260" y="0"/>
                  </a:lnTo>
                  <a:close/>
                </a:path>
              </a:pathLst>
            </a:custGeom>
            <a:solidFill>
              <a:srgbClr val="4F124F"/>
            </a:solidFill>
          </p:spPr>
          <p:txBody>
            <a:bodyPr wrap="square" lIns="0" tIns="0" rIns="0" bIns="0" rtlCol="0"/>
            <a:lstStyle/>
            <a:p/>
          </p:txBody>
        </p:sp>
        <p:sp>
          <p:nvSpPr>
            <p:cNvPr id="1566" name="object 1566"/>
            <p:cNvSpPr/>
            <p:nvPr/>
          </p:nvSpPr>
          <p:spPr>
            <a:xfrm>
              <a:off x="4461497" y="1602739"/>
              <a:ext cx="173355" cy="7620"/>
            </a:xfrm>
            <a:custGeom>
              <a:avLst/>
              <a:gdLst/>
              <a:ahLst/>
              <a:cxnLst/>
              <a:rect l="l" t="t" r="r" b="b"/>
              <a:pathLst>
                <a:path w="173354" h="7619">
                  <a:moveTo>
                    <a:pt x="172732" y="0"/>
                  </a:moveTo>
                  <a:lnTo>
                    <a:pt x="0" y="0"/>
                  </a:lnTo>
                  <a:lnTo>
                    <a:pt x="0" y="2540"/>
                  </a:lnTo>
                  <a:lnTo>
                    <a:pt x="1282" y="2540"/>
                  </a:lnTo>
                  <a:lnTo>
                    <a:pt x="1282" y="6350"/>
                  </a:lnTo>
                  <a:lnTo>
                    <a:pt x="2552" y="6350"/>
                  </a:lnTo>
                  <a:lnTo>
                    <a:pt x="2552" y="7620"/>
                  </a:lnTo>
                  <a:lnTo>
                    <a:pt x="172732" y="7620"/>
                  </a:lnTo>
                  <a:lnTo>
                    <a:pt x="172732" y="6350"/>
                  </a:lnTo>
                  <a:lnTo>
                    <a:pt x="172732" y="2540"/>
                  </a:lnTo>
                  <a:lnTo>
                    <a:pt x="172732" y="0"/>
                  </a:lnTo>
                  <a:close/>
                </a:path>
              </a:pathLst>
            </a:custGeom>
            <a:solidFill>
              <a:srgbClr val="501250"/>
            </a:solidFill>
          </p:spPr>
          <p:txBody>
            <a:bodyPr wrap="square" lIns="0" tIns="0" rIns="0" bIns="0" rtlCol="0"/>
            <a:lstStyle/>
            <a:p/>
          </p:txBody>
        </p:sp>
        <p:sp>
          <p:nvSpPr>
            <p:cNvPr id="1567" name="object 1567"/>
            <p:cNvSpPr/>
            <p:nvPr/>
          </p:nvSpPr>
          <p:spPr>
            <a:xfrm>
              <a:off x="4464050" y="1610359"/>
              <a:ext cx="170180" cy="7620"/>
            </a:xfrm>
            <a:custGeom>
              <a:avLst/>
              <a:gdLst/>
              <a:ahLst/>
              <a:cxnLst/>
              <a:rect l="l" t="t" r="r" b="b"/>
              <a:pathLst>
                <a:path w="170179" h="7619">
                  <a:moveTo>
                    <a:pt x="170180" y="0"/>
                  </a:moveTo>
                  <a:lnTo>
                    <a:pt x="0" y="0"/>
                  </a:lnTo>
                  <a:lnTo>
                    <a:pt x="0" y="1270"/>
                  </a:lnTo>
                  <a:lnTo>
                    <a:pt x="1270" y="1270"/>
                  </a:lnTo>
                  <a:lnTo>
                    <a:pt x="1270" y="5080"/>
                  </a:lnTo>
                  <a:lnTo>
                    <a:pt x="2540" y="5080"/>
                  </a:lnTo>
                  <a:lnTo>
                    <a:pt x="2540" y="6350"/>
                  </a:lnTo>
                  <a:lnTo>
                    <a:pt x="2540" y="7620"/>
                  </a:lnTo>
                  <a:lnTo>
                    <a:pt x="3810" y="7620"/>
                  </a:lnTo>
                  <a:lnTo>
                    <a:pt x="3810" y="6350"/>
                  </a:lnTo>
                  <a:lnTo>
                    <a:pt x="86360" y="6350"/>
                  </a:lnTo>
                  <a:lnTo>
                    <a:pt x="86360" y="7620"/>
                  </a:lnTo>
                  <a:lnTo>
                    <a:pt x="87630" y="7620"/>
                  </a:lnTo>
                  <a:lnTo>
                    <a:pt x="87630" y="6350"/>
                  </a:lnTo>
                  <a:lnTo>
                    <a:pt x="170180" y="6350"/>
                  </a:lnTo>
                  <a:lnTo>
                    <a:pt x="170180" y="5080"/>
                  </a:lnTo>
                  <a:lnTo>
                    <a:pt x="170180" y="1270"/>
                  </a:lnTo>
                  <a:lnTo>
                    <a:pt x="170180" y="0"/>
                  </a:lnTo>
                  <a:close/>
                </a:path>
              </a:pathLst>
            </a:custGeom>
            <a:solidFill>
              <a:srgbClr val="511151"/>
            </a:solidFill>
          </p:spPr>
          <p:txBody>
            <a:bodyPr wrap="square" lIns="0" tIns="0" rIns="0" bIns="0" rtlCol="0"/>
            <a:lstStyle/>
            <a:p/>
          </p:txBody>
        </p:sp>
        <p:sp>
          <p:nvSpPr>
            <p:cNvPr id="1568" name="object 1568"/>
            <p:cNvSpPr/>
            <p:nvPr/>
          </p:nvSpPr>
          <p:spPr>
            <a:xfrm>
              <a:off x="4467860" y="1617979"/>
              <a:ext cx="166370" cy="6350"/>
            </a:xfrm>
            <a:custGeom>
              <a:avLst/>
              <a:gdLst/>
              <a:ahLst/>
              <a:cxnLst/>
              <a:rect l="l" t="t" r="r" b="b"/>
              <a:pathLst>
                <a:path w="166370" h="6350">
                  <a:moveTo>
                    <a:pt x="78739" y="3810"/>
                  </a:moveTo>
                  <a:lnTo>
                    <a:pt x="2539" y="3810"/>
                  </a:lnTo>
                  <a:lnTo>
                    <a:pt x="2539" y="6350"/>
                  </a:lnTo>
                  <a:lnTo>
                    <a:pt x="3810" y="6350"/>
                  </a:lnTo>
                  <a:lnTo>
                    <a:pt x="3810" y="5079"/>
                  </a:lnTo>
                  <a:lnTo>
                    <a:pt x="78739" y="5079"/>
                  </a:lnTo>
                  <a:lnTo>
                    <a:pt x="78739" y="3810"/>
                  </a:lnTo>
                  <a:close/>
                </a:path>
                <a:path w="166370" h="6350">
                  <a:moveTo>
                    <a:pt x="78739" y="5079"/>
                  </a:moveTo>
                  <a:lnTo>
                    <a:pt x="77470" y="5079"/>
                  </a:lnTo>
                  <a:lnTo>
                    <a:pt x="77470" y="6350"/>
                  </a:lnTo>
                  <a:lnTo>
                    <a:pt x="78739" y="6350"/>
                  </a:lnTo>
                  <a:lnTo>
                    <a:pt x="78739" y="5079"/>
                  </a:lnTo>
                  <a:close/>
                </a:path>
                <a:path w="166370" h="6350">
                  <a:moveTo>
                    <a:pt x="80009" y="2539"/>
                  </a:moveTo>
                  <a:lnTo>
                    <a:pt x="1269" y="2539"/>
                  </a:lnTo>
                  <a:lnTo>
                    <a:pt x="1269" y="3810"/>
                  </a:lnTo>
                  <a:lnTo>
                    <a:pt x="80009" y="3810"/>
                  </a:lnTo>
                  <a:lnTo>
                    <a:pt x="80009" y="2539"/>
                  </a:lnTo>
                  <a:close/>
                </a:path>
                <a:path w="166370" h="6350">
                  <a:moveTo>
                    <a:pt x="81279" y="0"/>
                  </a:moveTo>
                  <a:lnTo>
                    <a:pt x="0" y="0"/>
                  </a:lnTo>
                  <a:lnTo>
                    <a:pt x="0" y="2539"/>
                  </a:lnTo>
                  <a:lnTo>
                    <a:pt x="81279" y="2539"/>
                  </a:lnTo>
                  <a:lnTo>
                    <a:pt x="81279" y="0"/>
                  </a:lnTo>
                  <a:close/>
                </a:path>
                <a:path w="166370" h="6350">
                  <a:moveTo>
                    <a:pt x="166369" y="0"/>
                  </a:moveTo>
                  <a:lnTo>
                    <a:pt x="83819" y="0"/>
                  </a:lnTo>
                  <a:lnTo>
                    <a:pt x="83819" y="5079"/>
                  </a:lnTo>
                  <a:lnTo>
                    <a:pt x="166369" y="5079"/>
                  </a:lnTo>
                  <a:lnTo>
                    <a:pt x="166369" y="0"/>
                  </a:lnTo>
                  <a:close/>
                </a:path>
              </a:pathLst>
            </a:custGeom>
            <a:solidFill>
              <a:srgbClr val="521152"/>
            </a:solidFill>
          </p:spPr>
          <p:txBody>
            <a:bodyPr wrap="square" lIns="0" tIns="0" rIns="0" bIns="0" rtlCol="0"/>
            <a:lstStyle/>
            <a:p/>
          </p:txBody>
        </p:sp>
        <p:sp>
          <p:nvSpPr>
            <p:cNvPr id="1569" name="object 1569"/>
            <p:cNvSpPr/>
            <p:nvPr/>
          </p:nvSpPr>
          <p:spPr>
            <a:xfrm>
              <a:off x="4471670" y="1624329"/>
              <a:ext cx="162560" cy="7620"/>
            </a:xfrm>
            <a:custGeom>
              <a:avLst/>
              <a:gdLst/>
              <a:ahLst/>
              <a:cxnLst/>
              <a:rect l="l" t="t" r="r" b="b"/>
              <a:pathLst>
                <a:path w="162560" h="7619">
                  <a:moveTo>
                    <a:pt x="69850" y="6350"/>
                  </a:moveTo>
                  <a:lnTo>
                    <a:pt x="3809" y="6350"/>
                  </a:lnTo>
                  <a:lnTo>
                    <a:pt x="3809" y="7620"/>
                  </a:lnTo>
                  <a:lnTo>
                    <a:pt x="69850" y="7620"/>
                  </a:lnTo>
                  <a:lnTo>
                    <a:pt x="69850" y="6350"/>
                  </a:lnTo>
                  <a:close/>
                </a:path>
                <a:path w="162560" h="7619">
                  <a:moveTo>
                    <a:pt x="71119" y="3810"/>
                  </a:moveTo>
                  <a:lnTo>
                    <a:pt x="1269" y="3810"/>
                  </a:lnTo>
                  <a:lnTo>
                    <a:pt x="1269" y="5079"/>
                  </a:lnTo>
                  <a:lnTo>
                    <a:pt x="69850" y="5079"/>
                  </a:lnTo>
                  <a:lnTo>
                    <a:pt x="69850" y="6350"/>
                  </a:lnTo>
                  <a:lnTo>
                    <a:pt x="71119" y="6350"/>
                  </a:lnTo>
                  <a:lnTo>
                    <a:pt x="71119" y="3810"/>
                  </a:lnTo>
                  <a:close/>
                </a:path>
                <a:path w="162560" h="7619">
                  <a:moveTo>
                    <a:pt x="72389" y="0"/>
                  </a:moveTo>
                  <a:lnTo>
                    <a:pt x="0" y="0"/>
                  </a:lnTo>
                  <a:lnTo>
                    <a:pt x="0" y="2539"/>
                  </a:lnTo>
                  <a:lnTo>
                    <a:pt x="71119" y="2539"/>
                  </a:lnTo>
                  <a:lnTo>
                    <a:pt x="71119" y="3810"/>
                  </a:lnTo>
                  <a:lnTo>
                    <a:pt x="72389" y="3810"/>
                  </a:lnTo>
                  <a:lnTo>
                    <a:pt x="72389" y="0"/>
                  </a:lnTo>
                  <a:close/>
                </a:path>
                <a:path w="162560" h="7619">
                  <a:moveTo>
                    <a:pt x="162559" y="6350"/>
                  </a:moveTo>
                  <a:lnTo>
                    <a:pt x="80009" y="6350"/>
                  </a:lnTo>
                  <a:lnTo>
                    <a:pt x="80009" y="7620"/>
                  </a:lnTo>
                  <a:lnTo>
                    <a:pt x="162559" y="7620"/>
                  </a:lnTo>
                  <a:lnTo>
                    <a:pt x="162559" y="6350"/>
                  </a:lnTo>
                  <a:close/>
                </a:path>
                <a:path w="162560" h="7619">
                  <a:moveTo>
                    <a:pt x="162559" y="3810"/>
                  </a:moveTo>
                  <a:lnTo>
                    <a:pt x="80009" y="3810"/>
                  </a:lnTo>
                  <a:lnTo>
                    <a:pt x="80009" y="5079"/>
                  </a:lnTo>
                  <a:lnTo>
                    <a:pt x="162559" y="5079"/>
                  </a:lnTo>
                  <a:lnTo>
                    <a:pt x="162559" y="3810"/>
                  </a:lnTo>
                  <a:close/>
                </a:path>
                <a:path w="162560" h="7619">
                  <a:moveTo>
                    <a:pt x="162559" y="0"/>
                  </a:moveTo>
                  <a:lnTo>
                    <a:pt x="80009" y="0"/>
                  </a:lnTo>
                  <a:lnTo>
                    <a:pt x="80009" y="2539"/>
                  </a:lnTo>
                  <a:lnTo>
                    <a:pt x="162559" y="2539"/>
                  </a:lnTo>
                  <a:lnTo>
                    <a:pt x="162559" y="0"/>
                  </a:lnTo>
                  <a:close/>
                </a:path>
              </a:pathLst>
            </a:custGeom>
            <a:solidFill>
              <a:srgbClr val="531153"/>
            </a:solidFill>
          </p:spPr>
          <p:txBody>
            <a:bodyPr wrap="square" lIns="0" tIns="0" rIns="0" bIns="0" rtlCol="0"/>
            <a:lstStyle/>
            <a:p/>
          </p:txBody>
        </p:sp>
        <p:sp>
          <p:nvSpPr>
            <p:cNvPr id="1570" name="object 1570"/>
            <p:cNvSpPr/>
            <p:nvPr/>
          </p:nvSpPr>
          <p:spPr>
            <a:xfrm>
              <a:off x="4475480" y="1631950"/>
              <a:ext cx="158750" cy="7620"/>
            </a:xfrm>
            <a:custGeom>
              <a:avLst/>
              <a:gdLst/>
              <a:ahLst/>
              <a:cxnLst/>
              <a:rect l="l" t="t" r="r" b="b"/>
              <a:pathLst>
                <a:path w="158750" h="7619">
                  <a:moveTo>
                    <a:pt x="60960" y="5079"/>
                  </a:moveTo>
                  <a:lnTo>
                    <a:pt x="3810" y="5079"/>
                  </a:lnTo>
                  <a:lnTo>
                    <a:pt x="3810" y="7619"/>
                  </a:lnTo>
                  <a:lnTo>
                    <a:pt x="60960" y="7619"/>
                  </a:lnTo>
                  <a:lnTo>
                    <a:pt x="60960" y="5079"/>
                  </a:lnTo>
                  <a:close/>
                </a:path>
                <a:path w="158750" h="7619">
                  <a:moveTo>
                    <a:pt x="63500" y="2539"/>
                  </a:moveTo>
                  <a:lnTo>
                    <a:pt x="1270" y="2539"/>
                  </a:lnTo>
                  <a:lnTo>
                    <a:pt x="1270" y="3809"/>
                  </a:lnTo>
                  <a:lnTo>
                    <a:pt x="62230" y="3809"/>
                  </a:lnTo>
                  <a:lnTo>
                    <a:pt x="62230" y="5079"/>
                  </a:lnTo>
                  <a:lnTo>
                    <a:pt x="63500" y="5079"/>
                  </a:lnTo>
                  <a:lnTo>
                    <a:pt x="63500" y="2539"/>
                  </a:lnTo>
                  <a:close/>
                </a:path>
                <a:path w="158750" h="7619">
                  <a:moveTo>
                    <a:pt x="66040" y="0"/>
                  </a:moveTo>
                  <a:lnTo>
                    <a:pt x="0" y="0"/>
                  </a:lnTo>
                  <a:lnTo>
                    <a:pt x="0" y="2539"/>
                  </a:lnTo>
                  <a:lnTo>
                    <a:pt x="1270" y="2539"/>
                  </a:lnTo>
                  <a:lnTo>
                    <a:pt x="1270" y="1269"/>
                  </a:lnTo>
                  <a:lnTo>
                    <a:pt x="66039" y="1269"/>
                  </a:lnTo>
                  <a:lnTo>
                    <a:pt x="66040" y="0"/>
                  </a:lnTo>
                  <a:close/>
                </a:path>
                <a:path w="158750" h="7619">
                  <a:moveTo>
                    <a:pt x="64770" y="1269"/>
                  </a:moveTo>
                  <a:lnTo>
                    <a:pt x="63500" y="1269"/>
                  </a:lnTo>
                  <a:lnTo>
                    <a:pt x="63500" y="2539"/>
                  </a:lnTo>
                  <a:lnTo>
                    <a:pt x="64770" y="2539"/>
                  </a:lnTo>
                  <a:lnTo>
                    <a:pt x="64770" y="1269"/>
                  </a:lnTo>
                  <a:close/>
                </a:path>
                <a:path w="158750" h="7619">
                  <a:moveTo>
                    <a:pt x="158750" y="5079"/>
                  </a:moveTo>
                  <a:lnTo>
                    <a:pt x="76200" y="5079"/>
                  </a:lnTo>
                  <a:lnTo>
                    <a:pt x="76200" y="7620"/>
                  </a:lnTo>
                  <a:lnTo>
                    <a:pt x="158750" y="7620"/>
                  </a:lnTo>
                  <a:lnTo>
                    <a:pt x="158750" y="5079"/>
                  </a:lnTo>
                  <a:close/>
                </a:path>
                <a:path w="158750" h="7619">
                  <a:moveTo>
                    <a:pt x="158750" y="2539"/>
                  </a:moveTo>
                  <a:lnTo>
                    <a:pt x="76200" y="2539"/>
                  </a:lnTo>
                  <a:lnTo>
                    <a:pt x="76200" y="3809"/>
                  </a:lnTo>
                  <a:lnTo>
                    <a:pt x="158750" y="3809"/>
                  </a:lnTo>
                  <a:lnTo>
                    <a:pt x="158750" y="2539"/>
                  </a:lnTo>
                  <a:close/>
                </a:path>
                <a:path w="158750" h="7619">
                  <a:moveTo>
                    <a:pt x="158750" y="0"/>
                  </a:moveTo>
                  <a:lnTo>
                    <a:pt x="76200" y="0"/>
                  </a:lnTo>
                  <a:lnTo>
                    <a:pt x="76200" y="1269"/>
                  </a:lnTo>
                  <a:lnTo>
                    <a:pt x="158750" y="1269"/>
                  </a:lnTo>
                  <a:lnTo>
                    <a:pt x="158750" y="0"/>
                  </a:lnTo>
                  <a:close/>
                </a:path>
              </a:pathLst>
            </a:custGeom>
            <a:solidFill>
              <a:srgbClr val="551055"/>
            </a:solidFill>
          </p:spPr>
          <p:txBody>
            <a:bodyPr wrap="square" lIns="0" tIns="0" rIns="0" bIns="0" rtlCol="0"/>
            <a:lstStyle/>
            <a:p/>
          </p:txBody>
        </p:sp>
        <p:sp>
          <p:nvSpPr>
            <p:cNvPr id="1571" name="object 1571"/>
            <p:cNvSpPr/>
            <p:nvPr/>
          </p:nvSpPr>
          <p:spPr>
            <a:xfrm>
              <a:off x="4434840" y="1639569"/>
              <a:ext cx="199390" cy="6350"/>
            </a:xfrm>
            <a:custGeom>
              <a:avLst/>
              <a:gdLst/>
              <a:ahLst/>
              <a:cxnLst/>
              <a:rect l="l" t="t" r="r" b="b"/>
              <a:pathLst>
                <a:path w="199389" h="6350">
                  <a:moveTo>
                    <a:pt x="6350" y="3809"/>
                  </a:moveTo>
                  <a:lnTo>
                    <a:pt x="0" y="3809"/>
                  </a:lnTo>
                  <a:lnTo>
                    <a:pt x="0" y="6349"/>
                  </a:lnTo>
                  <a:lnTo>
                    <a:pt x="6350" y="6349"/>
                  </a:lnTo>
                  <a:lnTo>
                    <a:pt x="6350" y="3809"/>
                  </a:lnTo>
                  <a:close/>
                </a:path>
                <a:path w="199389" h="6350">
                  <a:moveTo>
                    <a:pt x="3810" y="2539"/>
                  </a:moveTo>
                  <a:lnTo>
                    <a:pt x="1270" y="2539"/>
                  </a:lnTo>
                  <a:lnTo>
                    <a:pt x="1270" y="3809"/>
                  </a:lnTo>
                  <a:lnTo>
                    <a:pt x="3810" y="3809"/>
                  </a:lnTo>
                  <a:lnTo>
                    <a:pt x="3810" y="2539"/>
                  </a:lnTo>
                  <a:close/>
                </a:path>
                <a:path w="199389" h="6350">
                  <a:moveTo>
                    <a:pt x="96520" y="3809"/>
                  </a:moveTo>
                  <a:lnTo>
                    <a:pt x="49530" y="3809"/>
                  </a:lnTo>
                  <a:lnTo>
                    <a:pt x="49530" y="6349"/>
                  </a:lnTo>
                  <a:lnTo>
                    <a:pt x="96520" y="6349"/>
                  </a:lnTo>
                  <a:lnTo>
                    <a:pt x="96520" y="3809"/>
                  </a:lnTo>
                  <a:close/>
                </a:path>
                <a:path w="199389" h="6350">
                  <a:moveTo>
                    <a:pt x="99060" y="1269"/>
                  </a:moveTo>
                  <a:lnTo>
                    <a:pt x="46989" y="1269"/>
                  </a:lnTo>
                  <a:lnTo>
                    <a:pt x="46989" y="3809"/>
                  </a:lnTo>
                  <a:lnTo>
                    <a:pt x="48260" y="3809"/>
                  </a:lnTo>
                  <a:lnTo>
                    <a:pt x="48260" y="2539"/>
                  </a:lnTo>
                  <a:lnTo>
                    <a:pt x="99060" y="2539"/>
                  </a:lnTo>
                  <a:lnTo>
                    <a:pt x="99060" y="1269"/>
                  </a:lnTo>
                  <a:close/>
                </a:path>
                <a:path w="199389" h="6350">
                  <a:moveTo>
                    <a:pt x="99060" y="2539"/>
                  </a:moveTo>
                  <a:lnTo>
                    <a:pt x="97789" y="2539"/>
                  </a:lnTo>
                  <a:lnTo>
                    <a:pt x="97789" y="3809"/>
                  </a:lnTo>
                  <a:lnTo>
                    <a:pt x="99060" y="3809"/>
                  </a:lnTo>
                  <a:lnTo>
                    <a:pt x="99060" y="2539"/>
                  </a:lnTo>
                  <a:close/>
                </a:path>
                <a:path w="199389" h="6350">
                  <a:moveTo>
                    <a:pt x="46989" y="0"/>
                  </a:moveTo>
                  <a:lnTo>
                    <a:pt x="45720" y="0"/>
                  </a:lnTo>
                  <a:lnTo>
                    <a:pt x="45720" y="1269"/>
                  </a:lnTo>
                  <a:lnTo>
                    <a:pt x="46989" y="1269"/>
                  </a:lnTo>
                  <a:lnTo>
                    <a:pt x="46989" y="0"/>
                  </a:lnTo>
                  <a:close/>
                </a:path>
                <a:path w="199389" h="6350">
                  <a:moveTo>
                    <a:pt x="100330" y="0"/>
                  </a:moveTo>
                  <a:lnTo>
                    <a:pt x="99060" y="0"/>
                  </a:lnTo>
                  <a:lnTo>
                    <a:pt x="99060" y="1269"/>
                  </a:lnTo>
                  <a:lnTo>
                    <a:pt x="100330" y="1269"/>
                  </a:lnTo>
                  <a:lnTo>
                    <a:pt x="100330" y="0"/>
                  </a:lnTo>
                  <a:close/>
                </a:path>
                <a:path w="199389" h="6350">
                  <a:moveTo>
                    <a:pt x="199389" y="3809"/>
                  </a:moveTo>
                  <a:lnTo>
                    <a:pt x="116839" y="3809"/>
                  </a:lnTo>
                  <a:lnTo>
                    <a:pt x="116839" y="6350"/>
                  </a:lnTo>
                  <a:lnTo>
                    <a:pt x="199389" y="6350"/>
                  </a:lnTo>
                  <a:lnTo>
                    <a:pt x="199389" y="3809"/>
                  </a:lnTo>
                  <a:close/>
                </a:path>
                <a:path w="199389" h="6350">
                  <a:moveTo>
                    <a:pt x="199389" y="1269"/>
                  </a:moveTo>
                  <a:lnTo>
                    <a:pt x="116839" y="1269"/>
                  </a:lnTo>
                  <a:lnTo>
                    <a:pt x="116839" y="2539"/>
                  </a:lnTo>
                  <a:lnTo>
                    <a:pt x="199389" y="2539"/>
                  </a:lnTo>
                  <a:lnTo>
                    <a:pt x="199389" y="1269"/>
                  </a:lnTo>
                  <a:close/>
                </a:path>
              </a:pathLst>
            </a:custGeom>
            <a:solidFill>
              <a:srgbClr val="561056"/>
            </a:solidFill>
          </p:spPr>
          <p:txBody>
            <a:bodyPr wrap="square" lIns="0" tIns="0" rIns="0" bIns="0" rtlCol="0"/>
            <a:lstStyle/>
            <a:p/>
          </p:txBody>
        </p:sp>
        <p:sp>
          <p:nvSpPr>
            <p:cNvPr id="1572" name="object 1572"/>
            <p:cNvSpPr/>
            <p:nvPr/>
          </p:nvSpPr>
          <p:spPr>
            <a:xfrm>
              <a:off x="4434840" y="1645919"/>
              <a:ext cx="199390" cy="7620"/>
            </a:xfrm>
            <a:custGeom>
              <a:avLst/>
              <a:gdLst/>
              <a:ahLst/>
              <a:cxnLst/>
              <a:rect l="l" t="t" r="r" b="b"/>
              <a:pathLst>
                <a:path w="199389" h="7619">
                  <a:moveTo>
                    <a:pt x="30479" y="6349"/>
                  </a:moveTo>
                  <a:lnTo>
                    <a:pt x="26670" y="6349"/>
                  </a:lnTo>
                  <a:lnTo>
                    <a:pt x="26670" y="7619"/>
                  </a:lnTo>
                  <a:lnTo>
                    <a:pt x="30479" y="7619"/>
                  </a:lnTo>
                  <a:lnTo>
                    <a:pt x="30479" y="6349"/>
                  </a:lnTo>
                  <a:close/>
                </a:path>
                <a:path w="199389" h="7619">
                  <a:moveTo>
                    <a:pt x="24129" y="3809"/>
                  </a:moveTo>
                  <a:lnTo>
                    <a:pt x="0" y="3809"/>
                  </a:lnTo>
                  <a:lnTo>
                    <a:pt x="0" y="6349"/>
                  </a:lnTo>
                  <a:lnTo>
                    <a:pt x="24129" y="6349"/>
                  </a:lnTo>
                  <a:lnTo>
                    <a:pt x="24129" y="3809"/>
                  </a:lnTo>
                  <a:close/>
                </a:path>
                <a:path w="199389" h="7619">
                  <a:moveTo>
                    <a:pt x="20320" y="2539"/>
                  </a:moveTo>
                  <a:lnTo>
                    <a:pt x="16510" y="2539"/>
                  </a:lnTo>
                  <a:lnTo>
                    <a:pt x="16510" y="3809"/>
                  </a:lnTo>
                  <a:lnTo>
                    <a:pt x="20320" y="3809"/>
                  </a:lnTo>
                  <a:lnTo>
                    <a:pt x="20320" y="2539"/>
                  </a:lnTo>
                  <a:close/>
                </a:path>
                <a:path w="199389" h="7619">
                  <a:moveTo>
                    <a:pt x="13970" y="0"/>
                  </a:moveTo>
                  <a:lnTo>
                    <a:pt x="10160" y="0"/>
                  </a:lnTo>
                  <a:lnTo>
                    <a:pt x="10160" y="1269"/>
                  </a:lnTo>
                  <a:lnTo>
                    <a:pt x="0" y="1269"/>
                  </a:lnTo>
                  <a:lnTo>
                    <a:pt x="0" y="2539"/>
                  </a:lnTo>
                  <a:lnTo>
                    <a:pt x="13970" y="2539"/>
                  </a:lnTo>
                  <a:lnTo>
                    <a:pt x="13970" y="0"/>
                  </a:lnTo>
                  <a:close/>
                </a:path>
                <a:path w="199389" h="7619">
                  <a:moveTo>
                    <a:pt x="63500" y="6349"/>
                  </a:moveTo>
                  <a:lnTo>
                    <a:pt x="62230" y="6349"/>
                  </a:lnTo>
                  <a:lnTo>
                    <a:pt x="62230" y="7619"/>
                  </a:lnTo>
                  <a:lnTo>
                    <a:pt x="63500" y="7619"/>
                  </a:lnTo>
                  <a:lnTo>
                    <a:pt x="63500" y="6349"/>
                  </a:lnTo>
                  <a:close/>
                </a:path>
                <a:path w="199389" h="7619">
                  <a:moveTo>
                    <a:pt x="87630" y="6349"/>
                  </a:moveTo>
                  <a:lnTo>
                    <a:pt x="78739" y="6349"/>
                  </a:lnTo>
                  <a:lnTo>
                    <a:pt x="78739" y="7619"/>
                  </a:lnTo>
                  <a:lnTo>
                    <a:pt x="87630" y="7619"/>
                  </a:lnTo>
                  <a:lnTo>
                    <a:pt x="87630" y="6349"/>
                  </a:lnTo>
                  <a:close/>
                </a:path>
                <a:path w="199389" h="7619">
                  <a:moveTo>
                    <a:pt x="88900" y="3809"/>
                  </a:moveTo>
                  <a:lnTo>
                    <a:pt x="58420" y="3809"/>
                  </a:lnTo>
                  <a:lnTo>
                    <a:pt x="58420" y="6349"/>
                  </a:lnTo>
                  <a:lnTo>
                    <a:pt x="88900" y="6349"/>
                  </a:lnTo>
                  <a:lnTo>
                    <a:pt x="88900" y="3809"/>
                  </a:lnTo>
                  <a:close/>
                </a:path>
                <a:path w="199389" h="7619">
                  <a:moveTo>
                    <a:pt x="199389" y="3809"/>
                  </a:moveTo>
                  <a:lnTo>
                    <a:pt x="116839" y="3809"/>
                  </a:lnTo>
                  <a:lnTo>
                    <a:pt x="116839" y="6349"/>
                  </a:lnTo>
                  <a:lnTo>
                    <a:pt x="199389" y="6349"/>
                  </a:lnTo>
                  <a:lnTo>
                    <a:pt x="199389" y="3809"/>
                  </a:lnTo>
                  <a:close/>
                </a:path>
                <a:path w="199389" h="7619">
                  <a:moveTo>
                    <a:pt x="57150" y="2539"/>
                  </a:moveTo>
                  <a:lnTo>
                    <a:pt x="54610" y="2539"/>
                  </a:lnTo>
                  <a:lnTo>
                    <a:pt x="54610" y="3809"/>
                  </a:lnTo>
                  <a:lnTo>
                    <a:pt x="57150" y="3809"/>
                  </a:lnTo>
                  <a:lnTo>
                    <a:pt x="57150" y="2539"/>
                  </a:lnTo>
                  <a:close/>
                </a:path>
                <a:path w="199389" h="7619">
                  <a:moveTo>
                    <a:pt x="92710" y="2539"/>
                  </a:moveTo>
                  <a:lnTo>
                    <a:pt x="91439" y="2539"/>
                  </a:lnTo>
                  <a:lnTo>
                    <a:pt x="91439" y="3809"/>
                  </a:lnTo>
                  <a:lnTo>
                    <a:pt x="92710" y="3809"/>
                  </a:lnTo>
                  <a:lnTo>
                    <a:pt x="92710" y="2539"/>
                  </a:lnTo>
                  <a:close/>
                </a:path>
                <a:path w="199389" h="7619">
                  <a:moveTo>
                    <a:pt x="93979" y="1269"/>
                  </a:moveTo>
                  <a:lnTo>
                    <a:pt x="53339" y="1269"/>
                  </a:lnTo>
                  <a:lnTo>
                    <a:pt x="53339" y="2539"/>
                  </a:lnTo>
                  <a:lnTo>
                    <a:pt x="93979" y="2539"/>
                  </a:lnTo>
                  <a:lnTo>
                    <a:pt x="93979" y="1269"/>
                  </a:lnTo>
                  <a:close/>
                </a:path>
                <a:path w="199389" h="7619">
                  <a:moveTo>
                    <a:pt x="53339" y="0"/>
                  </a:moveTo>
                  <a:lnTo>
                    <a:pt x="52070" y="0"/>
                  </a:lnTo>
                  <a:lnTo>
                    <a:pt x="52070" y="1269"/>
                  </a:lnTo>
                  <a:lnTo>
                    <a:pt x="53339" y="1269"/>
                  </a:lnTo>
                  <a:lnTo>
                    <a:pt x="53339" y="0"/>
                  </a:lnTo>
                  <a:close/>
                </a:path>
                <a:path w="199389" h="7619">
                  <a:moveTo>
                    <a:pt x="95250" y="0"/>
                  </a:moveTo>
                  <a:lnTo>
                    <a:pt x="93979" y="0"/>
                  </a:lnTo>
                  <a:lnTo>
                    <a:pt x="93979" y="1269"/>
                  </a:lnTo>
                  <a:lnTo>
                    <a:pt x="95250" y="1269"/>
                  </a:lnTo>
                  <a:lnTo>
                    <a:pt x="95250" y="0"/>
                  </a:lnTo>
                  <a:close/>
                </a:path>
                <a:path w="199389" h="7619">
                  <a:moveTo>
                    <a:pt x="199389" y="1269"/>
                  </a:moveTo>
                  <a:lnTo>
                    <a:pt x="116839" y="1269"/>
                  </a:lnTo>
                  <a:lnTo>
                    <a:pt x="116839" y="2539"/>
                  </a:lnTo>
                  <a:lnTo>
                    <a:pt x="199389" y="2539"/>
                  </a:lnTo>
                  <a:lnTo>
                    <a:pt x="199389" y="1269"/>
                  </a:lnTo>
                  <a:close/>
                </a:path>
              </a:pathLst>
            </a:custGeom>
            <a:solidFill>
              <a:srgbClr val="570F57"/>
            </a:solidFill>
          </p:spPr>
          <p:txBody>
            <a:bodyPr wrap="square" lIns="0" tIns="0" rIns="0" bIns="0" rtlCol="0"/>
            <a:lstStyle/>
            <a:p/>
          </p:txBody>
        </p:sp>
        <p:sp>
          <p:nvSpPr>
            <p:cNvPr id="1573" name="object 1573"/>
            <p:cNvSpPr/>
            <p:nvPr/>
          </p:nvSpPr>
          <p:spPr>
            <a:xfrm>
              <a:off x="4434840" y="1653540"/>
              <a:ext cx="199390" cy="7620"/>
            </a:xfrm>
            <a:custGeom>
              <a:avLst/>
              <a:gdLst/>
              <a:ahLst/>
              <a:cxnLst/>
              <a:rect l="l" t="t" r="r" b="b"/>
              <a:pathLst>
                <a:path w="199389" h="7619">
                  <a:moveTo>
                    <a:pt x="46989" y="5079"/>
                  </a:moveTo>
                  <a:lnTo>
                    <a:pt x="44450" y="5079"/>
                  </a:lnTo>
                  <a:lnTo>
                    <a:pt x="44450" y="6350"/>
                  </a:lnTo>
                  <a:lnTo>
                    <a:pt x="0" y="6350"/>
                  </a:lnTo>
                  <a:lnTo>
                    <a:pt x="0" y="7620"/>
                  </a:lnTo>
                  <a:lnTo>
                    <a:pt x="46989" y="7620"/>
                  </a:lnTo>
                  <a:lnTo>
                    <a:pt x="46989" y="5079"/>
                  </a:lnTo>
                  <a:close/>
                </a:path>
                <a:path w="199389" h="7619">
                  <a:moveTo>
                    <a:pt x="40639" y="2539"/>
                  </a:moveTo>
                  <a:lnTo>
                    <a:pt x="0" y="2539"/>
                  </a:lnTo>
                  <a:lnTo>
                    <a:pt x="0" y="5079"/>
                  </a:lnTo>
                  <a:lnTo>
                    <a:pt x="40639" y="5079"/>
                  </a:lnTo>
                  <a:lnTo>
                    <a:pt x="40639" y="2539"/>
                  </a:lnTo>
                  <a:close/>
                </a:path>
                <a:path w="199389" h="7619">
                  <a:moveTo>
                    <a:pt x="36829" y="1269"/>
                  </a:moveTo>
                  <a:lnTo>
                    <a:pt x="34289" y="1269"/>
                  </a:lnTo>
                  <a:lnTo>
                    <a:pt x="34289" y="2539"/>
                  </a:lnTo>
                  <a:lnTo>
                    <a:pt x="36829" y="2539"/>
                  </a:lnTo>
                  <a:lnTo>
                    <a:pt x="36829" y="1269"/>
                  </a:lnTo>
                  <a:close/>
                </a:path>
                <a:path w="199389" h="7619">
                  <a:moveTo>
                    <a:pt x="30479" y="0"/>
                  </a:moveTo>
                  <a:lnTo>
                    <a:pt x="0" y="0"/>
                  </a:lnTo>
                  <a:lnTo>
                    <a:pt x="0" y="1269"/>
                  </a:lnTo>
                  <a:lnTo>
                    <a:pt x="30479" y="1269"/>
                  </a:lnTo>
                  <a:lnTo>
                    <a:pt x="30479" y="0"/>
                  </a:lnTo>
                  <a:close/>
                </a:path>
                <a:path w="199389" h="7619">
                  <a:moveTo>
                    <a:pt x="199389" y="6350"/>
                  </a:moveTo>
                  <a:lnTo>
                    <a:pt x="115570" y="6350"/>
                  </a:lnTo>
                  <a:lnTo>
                    <a:pt x="115570" y="7620"/>
                  </a:lnTo>
                  <a:lnTo>
                    <a:pt x="199389" y="7620"/>
                  </a:lnTo>
                  <a:lnTo>
                    <a:pt x="199389" y="6350"/>
                  </a:lnTo>
                  <a:close/>
                </a:path>
                <a:path w="199389" h="7619">
                  <a:moveTo>
                    <a:pt x="116839" y="1269"/>
                  </a:moveTo>
                  <a:lnTo>
                    <a:pt x="115570" y="1269"/>
                  </a:lnTo>
                  <a:lnTo>
                    <a:pt x="115570" y="5079"/>
                  </a:lnTo>
                  <a:lnTo>
                    <a:pt x="199389" y="5079"/>
                  </a:lnTo>
                  <a:lnTo>
                    <a:pt x="199389" y="2539"/>
                  </a:lnTo>
                  <a:lnTo>
                    <a:pt x="116839" y="2539"/>
                  </a:lnTo>
                  <a:lnTo>
                    <a:pt x="116839" y="1269"/>
                  </a:lnTo>
                  <a:close/>
                </a:path>
                <a:path w="199389" h="7619">
                  <a:moveTo>
                    <a:pt x="199389" y="0"/>
                  </a:moveTo>
                  <a:lnTo>
                    <a:pt x="116839" y="0"/>
                  </a:lnTo>
                  <a:lnTo>
                    <a:pt x="116839" y="1269"/>
                  </a:lnTo>
                  <a:lnTo>
                    <a:pt x="199389" y="1269"/>
                  </a:lnTo>
                  <a:lnTo>
                    <a:pt x="199389" y="0"/>
                  </a:lnTo>
                  <a:close/>
                </a:path>
                <a:path w="199389" h="7619">
                  <a:moveTo>
                    <a:pt x="73660" y="1269"/>
                  </a:moveTo>
                  <a:lnTo>
                    <a:pt x="68580" y="1269"/>
                  </a:lnTo>
                  <a:lnTo>
                    <a:pt x="68580" y="2539"/>
                  </a:lnTo>
                  <a:lnTo>
                    <a:pt x="73660" y="2539"/>
                  </a:lnTo>
                  <a:lnTo>
                    <a:pt x="73660" y="1269"/>
                  </a:lnTo>
                  <a:close/>
                </a:path>
                <a:path w="199389" h="7619">
                  <a:moveTo>
                    <a:pt x="78739" y="0"/>
                  </a:moveTo>
                  <a:lnTo>
                    <a:pt x="63500" y="0"/>
                  </a:lnTo>
                  <a:lnTo>
                    <a:pt x="63500" y="1269"/>
                  </a:lnTo>
                  <a:lnTo>
                    <a:pt x="78739" y="1269"/>
                  </a:lnTo>
                  <a:lnTo>
                    <a:pt x="78739" y="0"/>
                  </a:lnTo>
                  <a:close/>
                </a:path>
              </a:pathLst>
            </a:custGeom>
            <a:solidFill>
              <a:srgbClr val="580F58"/>
            </a:solidFill>
          </p:spPr>
          <p:txBody>
            <a:bodyPr wrap="square" lIns="0" tIns="0" rIns="0" bIns="0" rtlCol="0"/>
            <a:lstStyle/>
            <a:p/>
          </p:txBody>
        </p:sp>
        <p:sp>
          <p:nvSpPr>
            <p:cNvPr id="1574" name="object 1574"/>
            <p:cNvSpPr/>
            <p:nvPr/>
          </p:nvSpPr>
          <p:spPr>
            <a:xfrm>
              <a:off x="4434840" y="1661159"/>
              <a:ext cx="199390" cy="6350"/>
            </a:xfrm>
            <a:custGeom>
              <a:avLst/>
              <a:gdLst/>
              <a:ahLst/>
              <a:cxnLst/>
              <a:rect l="l" t="t" r="r" b="b"/>
              <a:pathLst>
                <a:path w="199389" h="6350">
                  <a:moveTo>
                    <a:pt x="64770" y="3809"/>
                  </a:moveTo>
                  <a:lnTo>
                    <a:pt x="60960" y="3809"/>
                  </a:lnTo>
                  <a:lnTo>
                    <a:pt x="60960" y="5079"/>
                  </a:lnTo>
                  <a:lnTo>
                    <a:pt x="0" y="5079"/>
                  </a:lnTo>
                  <a:lnTo>
                    <a:pt x="0" y="6350"/>
                  </a:lnTo>
                  <a:lnTo>
                    <a:pt x="64770" y="6350"/>
                  </a:lnTo>
                  <a:lnTo>
                    <a:pt x="64770" y="3809"/>
                  </a:lnTo>
                  <a:close/>
                </a:path>
                <a:path w="199389" h="6350">
                  <a:moveTo>
                    <a:pt x="57150" y="1269"/>
                  </a:moveTo>
                  <a:lnTo>
                    <a:pt x="0" y="1269"/>
                  </a:lnTo>
                  <a:lnTo>
                    <a:pt x="0" y="3809"/>
                  </a:lnTo>
                  <a:lnTo>
                    <a:pt x="57150" y="3809"/>
                  </a:lnTo>
                  <a:lnTo>
                    <a:pt x="57150" y="1269"/>
                  </a:lnTo>
                  <a:close/>
                </a:path>
                <a:path w="199389" h="6350">
                  <a:moveTo>
                    <a:pt x="54610" y="0"/>
                  </a:moveTo>
                  <a:lnTo>
                    <a:pt x="50800" y="0"/>
                  </a:lnTo>
                  <a:lnTo>
                    <a:pt x="50800" y="1269"/>
                  </a:lnTo>
                  <a:lnTo>
                    <a:pt x="54610" y="1269"/>
                  </a:lnTo>
                  <a:lnTo>
                    <a:pt x="54610" y="0"/>
                  </a:lnTo>
                  <a:close/>
                </a:path>
                <a:path w="199389" h="6350">
                  <a:moveTo>
                    <a:pt x="199389" y="5079"/>
                  </a:moveTo>
                  <a:lnTo>
                    <a:pt x="115570" y="5079"/>
                  </a:lnTo>
                  <a:lnTo>
                    <a:pt x="115570" y="6350"/>
                  </a:lnTo>
                  <a:lnTo>
                    <a:pt x="199389" y="6350"/>
                  </a:lnTo>
                  <a:lnTo>
                    <a:pt x="199389" y="5079"/>
                  </a:lnTo>
                  <a:close/>
                </a:path>
                <a:path w="199389" h="6350">
                  <a:moveTo>
                    <a:pt x="199389" y="1269"/>
                  </a:moveTo>
                  <a:lnTo>
                    <a:pt x="115570" y="1269"/>
                  </a:lnTo>
                  <a:lnTo>
                    <a:pt x="115570" y="3809"/>
                  </a:lnTo>
                  <a:lnTo>
                    <a:pt x="199389" y="3809"/>
                  </a:lnTo>
                  <a:lnTo>
                    <a:pt x="199389" y="1269"/>
                  </a:lnTo>
                  <a:close/>
                </a:path>
              </a:pathLst>
            </a:custGeom>
            <a:solidFill>
              <a:srgbClr val="590E59"/>
            </a:solidFill>
          </p:spPr>
          <p:txBody>
            <a:bodyPr wrap="square" lIns="0" tIns="0" rIns="0" bIns="0" rtlCol="0"/>
            <a:lstStyle/>
            <a:p/>
          </p:txBody>
        </p:sp>
        <p:sp>
          <p:nvSpPr>
            <p:cNvPr id="1575" name="object 1575"/>
            <p:cNvSpPr/>
            <p:nvPr/>
          </p:nvSpPr>
          <p:spPr>
            <a:xfrm>
              <a:off x="4433570" y="1667509"/>
              <a:ext cx="200660" cy="7620"/>
            </a:xfrm>
            <a:custGeom>
              <a:avLst/>
              <a:gdLst/>
              <a:ahLst/>
              <a:cxnLst/>
              <a:rect l="l" t="t" r="r" b="b"/>
              <a:pathLst>
                <a:path w="200660" h="7619">
                  <a:moveTo>
                    <a:pt x="200659" y="1269"/>
                  </a:moveTo>
                  <a:lnTo>
                    <a:pt x="116839" y="1269"/>
                  </a:lnTo>
                  <a:lnTo>
                    <a:pt x="116839" y="7619"/>
                  </a:lnTo>
                  <a:lnTo>
                    <a:pt x="200660" y="7619"/>
                  </a:lnTo>
                  <a:lnTo>
                    <a:pt x="200659" y="1269"/>
                  </a:lnTo>
                  <a:close/>
                </a:path>
                <a:path w="200660" h="7619">
                  <a:moveTo>
                    <a:pt x="76200" y="1269"/>
                  </a:moveTo>
                  <a:lnTo>
                    <a:pt x="0" y="1269"/>
                  </a:lnTo>
                  <a:lnTo>
                    <a:pt x="0" y="7619"/>
                  </a:lnTo>
                  <a:lnTo>
                    <a:pt x="80010" y="7619"/>
                  </a:lnTo>
                  <a:lnTo>
                    <a:pt x="80010" y="3809"/>
                  </a:lnTo>
                  <a:lnTo>
                    <a:pt x="76200" y="3809"/>
                  </a:lnTo>
                  <a:lnTo>
                    <a:pt x="76200" y="1269"/>
                  </a:lnTo>
                  <a:close/>
                </a:path>
                <a:path w="200660" h="7619">
                  <a:moveTo>
                    <a:pt x="72389" y="0"/>
                  </a:moveTo>
                  <a:lnTo>
                    <a:pt x="68579" y="0"/>
                  </a:lnTo>
                  <a:lnTo>
                    <a:pt x="68579" y="1269"/>
                  </a:lnTo>
                  <a:lnTo>
                    <a:pt x="72389" y="1269"/>
                  </a:lnTo>
                  <a:lnTo>
                    <a:pt x="72389" y="0"/>
                  </a:lnTo>
                  <a:close/>
                </a:path>
              </a:pathLst>
            </a:custGeom>
            <a:solidFill>
              <a:srgbClr val="5A0E5A"/>
            </a:solidFill>
          </p:spPr>
          <p:txBody>
            <a:bodyPr wrap="square" lIns="0" tIns="0" rIns="0" bIns="0" rtlCol="0"/>
            <a:lstStyle/>
            <a:p/>
          </p:txBody>
        </p:sp>
        <p:sp>
          <p:nvSpPr>
            <p:cNvPr id="1576" name="object 1576"/>
            <p:cNvSpPr/>
            <p:nvPr/>
          </p:nvSpPr>
          <p:spPr>
            <a:xfrm>
              <a:off x="4433570" y="1675129"/>
              <a:ext cx="200660" cy="7620"/>
            </a:xfrm>
            <a:custGeom>
              <a:avLst/>
              <a:gdLst/>
              <a:ahLst/>
              <a:cxnLst/>
              <a:rect l="l" t="t" r="r" b="b"/>
              <a:pathLst>
                <a:path w="200660" h="7619">
                  <a:moveTo>
                    <a:pt x="200660" y="0"/>
                  </a:moveTo>
                  <a:lnTo>
                    <a:pt x="116839" y="0"/>
                  </a:lnTo>
                  <a:lnTo>
                    <a:pt x="116839" y="2539"/>
                  </a:lnTo>
                  <a:lnTo>
                    <a:pt x="115569" y="2539"/>
                  </a:lnTo>
                  <a:lnTo>
                    <a:pt x="115569" y="7620"/>
                  </a:lnTo>
                  <a:lnTo>
                    <a:pt x="200660" y="7620"/>
                  </a:lnTo>
                  <a:lnTo>
                    <a:pt x="200660" y="0"/>
                  </a:lnTo>
                  <a:close/>
                </a:path>
                <a:path w="200660" h="7619">
                  <a:moveTo>
                    <a:pt x="81279" y="0"/>
                  </a:moveTo>
                  <a:lnTo>
                    <a:pt x="0" y="0"/>
                  </a:lnTo>
                  <a:lnTo>
                    <a:pt x="0" y="7620"/>
                  </a:lnTo>
                  <a:lnTo>
                    <a:pt x="81279" y="7620"/>
                  </a:lnTo>
                  <a:lnTo>
                    <a:pt x="81279" y="0"/>
                  </a:lnTo>
                  <a:close/>
                </a:path>
              </a:pathLst>
            </a:custGeom>
            <a:solidFill>
              <a:srgbClr val="5B0E5B"/>
            </a:solidFill>
          </p:spPr>
          <p:txBody>
            <a:bodyPr wrap="square" lIns="0" tIns="0" rIns="0" bIns="0" rtlCol="0"/>
            <a:lstStyle/>
            <a:p/>
          </p:txBody>
        </p:sp>
        <p:sp>
          <p:nvSpPr>
            <p:cNvPr id="1577" name="object 1577"/>
            <p:cNvSpPr/>
            <p:nvPr/>
          </p:nvSpPr>
          <p:spPr>
            <a:xfrm>
              <a:off x="4433570" y="1682750"/>
              <a:ext cx="200660" cy="6350"/>
            </a:xfrm>
            <a:custGeom>
              <a:avLst/>
              <a:gdLst/>
              <a:ahLst/>
              <a:cxnLst/>
              <a:rect l="l" t="t" r="r" b="b"/>
              <a:pathLst>
                <a:path w="200660" h="6350">
                  <a:moveTo>
                    <a:pt x="200660" y="0"/>
                  </a:moveTo>
                  <a:lnTo>
                    <a:pt x="115569" y="0"/>
                  </a:lnTo>
                  <a:lnTo>
                    <a:pt x="115569" y="6350"/>
                  </a:lnTo>
                  <a:lnTo>
                    <a:pt x="200659" y="6350"/>
                  </a:lnTo>
                  <a:lnTo>
                    <a:pt x="200660" y="0"/>
                  </a:lnTo>
                  <a:close/>
                </a:path>
                <a:path w="200660" h="6350">
                  <a:moveTo>
                    <a:pt x="81279" y="0"/>
                  </a:moveTo>
                  <a:lnTo>
                    <a:pt x="0" y="0"/>
                  </a:lnTo>
                  <a:lnTo>
                    <a:pt x="0" y="6350"/>
                  </a:lnTo>
                  <a:lnTo>
                    <a:pt x="82550" y="6350"/>
                  </a:lnTo>
                  <a:lnTo>
                    <a:pt x="82550" y="1269"/>
                  </a:lnTo>
                  <a:lnTo>
                    <a:pt x="81279" y="1269"/>
                  </a:lnTo>
                  <a:lnTo>
                    <a:pt x="81279" y="0"/>
                  </a:lnTo>
                  <a:close/>
                </a:path>
              </a:pathLst>
            </a:custGeom>
            <a:solidFill>
              <a:srgbClr val="5C0D5C"/>
            </a:solidFill>
          </p:spPr>
          <p:txBody>
            <a:bodyPr wrap="square" lIns="0" tIns="0" rIns="0" bIns="0" rtlCol="0"/>
            <a:lstStyle/>
            <a:p/>
          </p:txBody>
        </p:sp>
        <p:sp>
          <p:nvSpPr>
            <p:cNvPr id="1578" name="object 1578"/>
            <p:cNvSpPr/>
            <p:nvPr/>
          </p:nvSpPr>
          <p:spPr>
            <a:xfrm>
              <a:off x="4433570" y="1689099"/>
              <a:ext cx="200660" cy="7620"/>
            </a:xfrm>
            <a:custGeom>
              <a:avLst/>
              <a:gdLst/>
              <a:ahLst/>
              <a:cxnLst/>
              <a:rect l="l" t="t" r="r" b="b"/>
              <a:pathLst>
                <a:path w="200660" h="7619">
                  <a:moveTo>
                    <a:pt x="82550" y="0"/>
                  </a:moveTo>
                  <a:lnTo>
                    <a:pt x="0" y="0"/>
                  </a:lnTo>
                  <a:lnTo>
                    <a:pt x="0" y="7620"/>
                  </a:lnTo>
                  <a:lnTo>
                    <a:pt x="82550" y="7620"/>
                  </a:lnTo>
                  <a:lnTo>
                    <a:pt x="82550" y="0"/>
                  </a:lnTo>
                  <a:close/>
                </a:path>
                <a:path w="200660" h="7619">
                  <a:moveTo>
                    <a:pt x="200660" y="0"/>
                  </a:moveTo>
                  <a:lnTo>
                    <a:pt x="115570" y="0"/>
                  </a:lnTo>
                  <a:lnTo>
                    <a:pt x="115570" y="7620"/>
                  </a:lnTo>
                  <a:lnTo>
                    <a:pt x="200660" y="7620"/>
                  </a:lnTo>
                  <a:lnTo>
                    <a:pt x="200660" y="0"/>
                  </a:lnTo>
                  <a:close/>
                </a:path>
              </a:pathLst>
            </a:custGeom>
            <a:solidFill>
              <a:srgbClr val="5D0D5D"/>
            </a:solidFill>
          </p:spPr>
          <p:txBody>
            <a:bodyPr wrap="square" lIns="0" tIns="0" rIns="0" bIns="0" rtlCol="0"/>
            <a:lstStyle/>
            <a:p/>
          </p:txBody>
        </p:sp>
        <p:sp>
          <p:nvSpPr>
            <p:cNvPr id="1579" name="object 1579"/>
            <p:cNvSpPr/>
            <p:nvPr/>
          </p:nvSpPr>
          <p:spPr>
            <a:xfrm>
              <a:off x="4433570" y="1696719"/>
              <a:ext cx="200660" cy="7620"/>
            </a:xfrm>
            <a:custGeom>
              <a:avLst/>
              <a:gdLst/>
              <a:ahLst/>
              <a:cxnLst/>
              <a:rect l="l" t="t" r="r" b="b"/>
              <a:pathLst>
                <a:path w="200660" h="7619">
                  <a:moveTo>
                    <a:pt x="82550" y="1269"/>
                  </a:moveTo>
                  <a:lnTo>
                    <a:pt x="0" y="1269"/>
                  </a:lnTo>
                  <a:lnTo>
                    <a:pt x="0" y="7619"/>
                  </a:lnTo>
                  <a:lnTo>
                    <a:pt x="83820" y="7619"/>
                  </a:lnTo>
                  <a:lnTo>
                    <a:pt x="83820" y="6349"/>
                  </a:lnTo>
                  <a:lnTo>
                    <a:pt x="82550" y="6349"/>
                  </a:lnTo>
                  <a:lnTo>
                    <a:pt x="82550" y="1269"/>
                  </a:lnTo>
                  <a:close/>
                </a:path>
                <a:path w="200660" h="7619">
                  <a:moveTo>
                    <a:pt x="199389" y="1269"/>
                  </a:moveTo>
                  <a:lnTo>
                    <a:pt x="115569" y="1269"/>
                  </a:lnTo>
                  <a:lnTo>
                    <a:pt x="115569" y="2539"/>
                  </a:lnTo>
                  <a:lnTo>
                    <a:pt x="114300" y="2539"/>
                  </a:lnTo>
                  <a:lnTo>
                    <a:pt x="114300" y="7619"/>
                  </a:lnTo>
                  <a:lnTo>
                    <a:pt x="199389" y="7619"/>
                  </a:lnTo>
                  <a:lnTo>
                    <a:pt x="199389" y="1269"/>
                  </a:lnTo>
                  <a:close/>
                </a:path>
                <a:path w="200660" h="7619">
                  <a:moveTo>
                    <a:pt x="200659" y="0"/>
                  </a:moveTo>
                  <a:lnTo>
                    <a:pt x="199389" y="0"/>
                  </a:lnTo>
                  <a:lnTo>
                    <a:pt x="199389" y="1269"/>
                  </a:lnTo>
                  <a:lnTo>
                    <a:pt x="200659" y="1269"/>
                  </a:lnTo>
                  <a:lnTo>
                    <a:pt x="200659" y="0"/>
                  </a:lnTo>
                  <a:close/>
                </a:path>
              </a:pathLst>
            </a:custGeom>
            <a:solidFill>
              <a:srgbClr val="5E0C5E"/>
            </a:solidFill>
          </p:spPr>
          <p:txBody>
            <a:bodyPr wrap="square" lIns="0" tIns="0" rIns="0" bIns="0" rtlCol="0"/>
            <a:lstStyle/>
            <a:p/>
          </p:txBody>
        </p:sp>
        <p:sp>
          <p:nvSpPr>
            <p:cNvPr id="1580" name="object 1580"/>
            <p:cNvSpPr/>
            <p:nvPr/>
          </p:nvSpPr>
          <p:spPr>
            <a:xfrm>
              <a:off x="4433570" y="1704340"/>
              <a:ext cx="199390" cy="6350"/>
            </a:xfrm>
            <a:custGeom>
              <a:avLst/>
              <a:gdLst/>
              <a:ahLst/>
              <a:cxnLst/>
              <a:rect l="l" t="t" r="r" b="b"/>
              <a:pathLst>
                <a:path w="199389" h="6350">
                  <a:moveTo>
                    <a:pt x="113029" y="5079"/>
                  </a:moveTo>
                  <a:lnTo>
                    <a:pt x="111759" y="5079"/>
                  </a:lnTo>
                  <a:lnTo>
                    <a:pt x="111759" y="6350"/>
                  </a:lnTo>
                  <a:lnTo>
                    <a:pt x="113029" y="6350"/>
                  </a:lnTo>
                  <a:lnTo>
                    <a:pt x="113029" y="5079"/>
                  </a:lnTo>
                  <a:close/>
                </a:path>
                <a:path w="199389" h="6350">
                  <a:moveTo>
                    <a:pt x="199389" y="0"/>
                  </a:moveTo>
                  <a:lnTo>
                    <a:pt x="114300" y="0"/>
                  </a:lnTo>
                  <a:lnTo>
                    <a:pt x="114300" y="1269"/>
                  </a:lnTo>
                  <a:lnTo>
                    <a:pt x="113029" y="1269"/>
                  </a:lnTo>
                  <a:lnTo>
                    <a:pt x="113029" y="5079"/>
                  </a:lnTo>
                  <a:lnTo>
                    <a:pt x="199389" y="5079"/>
                  </a:lnTo>
                  <a:lnTo>
                    <a:pt x="199389" y="0"/>
                  </a:lnTo>
                  <a:close/>
                </a:path>
                <a:path w="199389" h="6350">
                  <a:moveTo>
                    <a:pt x="83820" y="0"/>
                  </a:moveTo>
                  <a:lnTo>
                    <a:pt x="0" y="0"/>
                  </a:lnTo>
                  <a:lnTo>
                    <a:pt x="0" y="5079"/>
                  </a:lnTo>
                  <a:lnTo>
                    <a:pt x="85089" y="5079"/>
                  </a:lnTo>
                  <a:lnTo>
                    <a:pt x="85089" y="2539"/>
                  </a:lnTo>
                  <a:lnTo>
                    <a:pt x="83820" y="2539"/>
                  </a:lnTo>
                  <a:lnTo>
                    <a:pt x="83820" y="0"/>
                  </a:lnTo>
                  <a:close/>
                </a:path>
              </a:pathLst>
            </a:custGeom>
            <a:solidFill>
              <a:srgbClr val="5F0C5F"/>
            </a:solidFill>
          </p:spPr>
          <p:txBody>
            <a:bodyPr wrap="square" lIns="0" tIns="0" rIns="0" bIns="0" rtlCol="0"/>
            <a:lstStyle/>
            <a:p/>
          </p:txBody>
        </p:sp>
        <p:sp>
          <p:nvSpPr>
            <p:cNvPr id="1581" name="object 1581"/>
            <p:cNvSpPr/>
            <p:nvPr/>
          </p:nvSpPr>
          <p:spPr>
            <a:xfrm>
              <a:off x="4434840" y="1710690"/>
              <a:ext cx="198120" cy="7620"/>
            </a:xfrm>
            <a:custGeom>
              <a:avLst/>
              <a:gdLst/>
              <a:ahLst/>
              <a:cxnLst/>
              <a:rect l="l" t="t" r="r" b="b"/>
              <a:pathLst>
                <a:path w="198120" h="7619">
                  <a:moveTo>
                    <a:pt x="109220" y="5079"/>
                  </a:moveTo>
                  <a:lnTo>
                    <a:pt x="107950" y="5079"/>
                  </a:lnTo>
                  <a:lnTo>
                    <a:pt x="107950" y="7620"/>
                  </a:lnTo>
                  <a:lnTo>
                    <a:pt x="196850" y="7620"/>
                  </a:lnTo>
                  <a:lnTo>
                    <a:pt x="196850" y="6350"/>
                  </a:lnTo>
                  <a:lnTo>
                    <a:pt x="109220" y="6350"/>
                  </a:lnTo>
                  <a:lnTo>
                    <a:pt x="109220" y="5079"/>
                  </a:lnTo>
                  <a:close/>
                </a:path>
                <a:path w="198120" h="7619">
                  <a:moveTo>
                    <a:pt x="110489" y="1269"/>
                  </a:moveTo>
                  <a:lnTo>
                    <a:pt x="109220" y="1269"/>
                  </a:lnTo>
                  <a:lnTo>
                    <a:pt x="109220" y="5079"/>
                  </a:lnTo>
                  <a:lnTo>
                    <a:pt x="196850" y="5079"/>
                  </a:lnTo>
                  <a:lnTo>
                    <a:pt x="196850" y="2539"/>
                  </a:lnTo>
                  <a:lnTo>
                    <a:pt x="110489" y="2539"/>
                  </a:lnTo>
                  <a:lnTo>
                    <a:pt x="110489" y="1269"/>
                  </a:lnTo>
                  <a:close/>
                </a:path>
                <a:path w="198120" h="7619">
                  <a:moveTo>
                    <a:pt x="198119" y="0"/>
                  </a:moveTo>
                  <a:lnTo>
                    <a:pt x="110489" y="0"/>
                  </a:lnTo>
                  <a:lnTo>
                    <a:pt x="110489" y="1269"/>
                  </a:lnTo>
                  <a:lnTo>
                    <a:pt x="198119" y="1269"/>
                  </a:lnTo>
                  <a:lnTo>
                    <a:pt x="198119" y="0"/>
                  </a:lnTo>
                  <a:close/>
                </a:path>
                <a:path w="198120" h="7619">
                  <a:moveTo>
                    <a:pt x="86360" y="6350"/>
                  </a:moveTo>
                  <a:lnTo>
                    <a:pt x="0" y="6350"/>
                  </a:lnTo>
                  <a:lnTo>
                    <a:pt x="0" y="7619"/>
                  </a:lnTo>
                  <a:lnTo>
                    <a:pt x="86360" y="7619"/>
                  </a:lnTo>
                  <a:lnTo>
                    <a:pt x="86360" y="6350"/>
                  </a:lnTo>
                  <a:close/>
                </a:path>
                <a:path w="198120" h="7619">
                  <a:moveTo>
                    <a:pt x="85089" y="2539"/>
                  </a:moveTo>
                  <a:lnTo>
                    <a:pt x="0" y="2539"/>
                  </a:lnTo>
                  <a:lnTo>
                    <a:pt x="0" y="5079"/>
                  </a:lnTo>
                  <a:lnTo>
                    <a:pt x="85089" y="5079"/>
                  </a:lnTo>
                  <a:lnTo>
                    <a:pt x="85089" y="2539"/>
                  </a:lnTo>
                  <a:close/>
                </a:path>
                <a:path w="198120" h="7619">
                  <a:moveTo>
                    <a:pt x="83820" y="0"/>
                  </a:moveTo>
                  <a:lnTo>
                    <a:pt x="0" y="0"/>
                  </a:lnTo>
                  <a:lnTo>
                    <a:pt x="0" y="1269"/>
                  </a:lnTo>
                  <a:lnTo>
                    <a:pt x="83820" y="1269"/>
                  </a:lnTo>
                  <a:lnTo>
                    <a:pt x="83820" y="0"/>
                  </a:lnTo>
                  <a:close/>
                </a:path>
              </a:pathLst>
            </a:custGeom>
            <a:solidFill>
              <a:srgbClr val="600B60"/>
            </a:solidFill>
          </p:spPr>
          <p:txBody>
            <a:bodyPr wrap="square" lIns="0" tIns="0" rIns="0" bIns="0" rtlCol="0"/>
            <a:lstStyle/>
            <a:p/>
          </p:txBody>
        </p:sp>
        <p:sp>
          <p:nvSpPr>
            <p:cNvPr id="1582" name="object 1582"/>
            <p:cNvSpPr/>
            <p:nvPr/>
          </p:nvSpPr>
          <p:spPr>
            <a:xfrm>
              <a:off x="4434840" y="1718309"/>
              <a:ext cx="196850" cy="7620"/>
            </a:xfrm>
            <a:custGeom>
              <a:avLst/>
              <a:gdLst/>
              <a:ahLst/>
              <a:cxnLst/>
              <a:rect l="l" t="t" r="r" b="b"/>
              <a:pathLst>
                <a:path w="196850" h="7619">
                  <a:moveTo>
                    <a:pt x="88900" y="1270"/>
                  </a:moveTo>
                  <a:lnTo>
                    <a:pt x="0" y="1270"/>
                  </a:lnTo>
                  <a:lnTo>
                    <a:pt x="0" y="3810"/>
                  </a:lnTo>
                  <a:lnTo>
                    <a:pt x="88900" y="3810"/>
                  </a:lnTo>
                  <a:lnTo>
                    <a:pt x="88900" y="1270"/>
                  </a:lnTo>
                  <a:close/>
                </a:path>
                <a:path w="196850" h="7619">
                  <a:moveTo>
                    <a:pt x="90170" y="3810"/>
                  </a:moveTo>
                  <a:lnTo>
                    <a:pt x="88900" y="3810"/>
                  </a:lnTo>
                  <a:lnTo>
                    <a:pt x="88900" y="5080"/>
                  </a:lnTo>
                  <a:lnTo>
                    <a:pt x="0" y="5080"/>
                  </a:lnTo>
                  <a:lnTo>
                    <a:pt x="0" y="6350"/>
                  </a:lnTo>
                  <a:lnTo>
                    <a:pt x="90170" y="6350"/>
                  </a:lnTo>
                  <a:lnTo>
                    <a:pt x="90170" y="5080"/>
                  </a:lnTo>
                  <a:lnTo>
                    <a:pt x="90170" y="3810"/>
                  </a:lnTo>
                  <a:close/>
                </a:path>
                <a:path w="196850" h="7619">
                  <a:moveTo>
                    <a:pt x="96520" y="6350"/>
                  </a:moveTo>
                  <a:lnTo>
                    <a:pt x="91440" y="6350"/>
                  </a:lnTo>
                  <a:lnTo>
                    <a:pt x="91440" y="7620"/>
                  </a:lnTo>
                  <a:lnTo>
                    <a:pt x="96520" y="7620"/>
                  </a:lnTo>
                  <a:lnTo>
                    <a:pt x="96520" y="6350"/>
                  </a:lnTo>
                  <a:close/>
                </a:path>
                <a:path w="196850" h="7619">
                  <a:moveTo>
                    <a:pt x="101600" y="6350"/>
                  </a:moveTo>
                  <a:lnTo>
                    <a:pt x="99060" y="6350"/>
                  </a:lnTo>
                  <a:lnTo>
                    <a:pt x="99060" y="7620"/>
                  </a:lnTo>
                  <a:lnTo>
                    <a:pt x="101600" y="7620"/>
                  </a:lnTo>
                  <a:lnTo>
                    <a:pt x="101600" y="6350"/>
                  </a:lnTo>
                  <a:close/>
                </a:path>
                <a:path w="196850" h="7619">
                  <a:moveTo>
                    <a:pt x="196850" y="5080"/>
                  </a:moveTo>
                  <a:lnTo>
                    <a:pt x="104140" y="5080"/>
                  </a:lnTo>
                  <a:lnTo>
                    <a:pt x="104140" y="3810"/>
                  </a:lnTo>
                  <a:lnTo>
                    <a:pt x="102870" y="3810"/>
                  </a:lnTo>
                  <a:lnTo>
                    <a:pt x="102870" y="5080"/>
                  </a:lnTo>
                  <a:lnTo>
                    <a:pt x="102870" y="6350"/>
                  </a:lnTo>
                  <a:lnTo>
                    <a:pt x="195580" y="6350"/>
                  </a:lnTo>
                  <a:lnTo>
                    <a:pt x="195580" y="7620"/>
                  </a:lnTo>
                  <a:lnTo>
                    <a:pt x="196850" y="7620"/>
                  </a:lnTo>
                  <a:lnTo>
                    <a:pt x="196850" y="6350"/>
                  </a:lnTo>
                  <a:lnTo>
                    <a:pt x="196850" y="5080"/>
                  </a:lnTo>
                  <a:close/>
                </a:path>
                <a:path w="196850" h="7619">
                  <a:moveTo>
                    <a:pt x="196850" y="1270"/>
                  </a:moveTo>
                  <a:lnTo>
                    <a:pt x="107950" y="1270"/>
                  </a:lnTo>
                  <a:lnTo>
                    <a:pt x="107950" y="0"/>
                  </a:lnTo>
                  <a:lnTo>
                    <a:pt x="106680" y="0"/>
                  </a:lnTo>
                  <a:lnTo>
                    <a:pt x="106680" y="1270"/>
                  </a:lnTo>
                  <a:lnTo>
                    <a:pt x="106680" y="3810"/>
                  </a:lnTo>
                  <a:lnTo>
                    <a:pt x="196850" y="3810"/>
                  </a:lnTo>
                  <a:lnTo>
                    <a:pt x="196850" y="1270"/>
                  </a:lnTo>
                  <a:close/>
                </a:path>
              </a:pathLst>
            </a:custGeom>
            <a:solidFill>
              <a:srgbClr val="610B61"/>
            </a:solidFill>
          </p:spPr>
          <p:txBody>
            <a:bodyPr wrap="square" lIns="0" tIns="0" rIns="0" bIns="0" rtlCol="0"/>
            <a:lstStyle/>
            <a:p/>
          </p:txBody>
        </p:sp>
        <p:sp>
          <p:nvSpPr>
            <p:cNvPr id="1583" name="object 1583"/>
            <p:cNvSpPr/>
            <p:nvPr/>
          </p:nvSpPr>
          <p:spPr>
            <a:xfrm>
              <a:off x="4434840" y="1725929"/>
              <a:ext cx="195580" cy="6350"/>
            </a:xfrm>
            <a:custGeom>
              <a:avLst/>
              <a:gdLst/>
              <a:ahLst/>
              <a:cxnLst/>
              <a:rect l="l" t="t" r="r" b="b"/>
              <a:pathLst>
                <a:path w="195579" h="6350">
                  <a:moveTo>
                    <a:pt x="195580" y="0"/>
                  </a:moveTo>
                  <a:lnTo>
                    <a:pt x="0" y="0"/>
                  </a:lnTo>
                  <a:lnTo>
                    <a:pt x="0" y="6350"/>
                  </a:lnTo>
                  <a:lnTo>
                    <a:pt x="195580" y="6350"/>
                  </a:lnTo>
                  <a:lnTo>
                    <a:pt x="195580" y="0"/>
                  </a:lnTo>
                  <a:close/>
                </a:path>
              </a:pathLst>
            </a:custGeom>
            <a:solidFill>
              <a:srgbClr val="630B63"/>
            </a:solidFill>
          </p:spPr>
          <p:txBody>
            <a:bodyPr wrap="square" lIns="0" tIns="0" rIns="0" bIns="0" rtlCol="0"/>
            <a:lstStyle/>
            <a:p/>
          </p:txBody>
        </p:sp>
        <p:sp>
          <p:nvSpPr>
            <p:cNvPr id="1584" name="object 1584"/>
            <p:cNvSpPr/>
            <p:nvPr/>
          </p:nvSpPr>
          <p:spPr>
            <a:xfrm>
              <a:off x="4434840" y="1732279"/>
              <a:ext cx="195580" cy="7620"/>
            </a:xfrm>
            <a:custGeom>
              <a:avLst/>
              <a:gdLst/>
              <a:ahLst/>
              <a:cxnLst/>
              <a:rect l="l" t="t" r="r" b="b"/>
              <a:pathLst>
                <a:path w="195579" h="7619">
                  <a:moveTo>
                    <a:pt x="195567" y="0"/>
                  </a:moveTo>
                  <a:lnTo>
                    <a:pt x="0" y="0"/>
                  </a:lnTo>
                  <a:lnTo>
                    <a:pt x="0" y="5080"/>
                  </a:lnTo>
                  <a:lnTo>
                    <a:pt x="0" y="7620"/>
                  </a:lnTo>
                  <a:lnTo>
                    <a:pt x="194310" y="7620"/>
                  </a:lnTo>
                  <a:lnTo>
                    <a:pt x="194310" y="5080"/>
                  </a:lnTo>
                  <a:lnTo>
                    <a:pt x="195567" y="5080"/>
                  </a:lnTo>
                  <a:lnTo>
                    <a:pt x="195567" y="0"/>
                  </a:lnTo>
                  <a:close/>
                </a:path>
              </a:pathLst>
            </a:custGeom>
            <a:solidFill>
              <a:srgbClr val="640A64"/>
            </a:solidFill>
          </p:spPr>
          <p:txBody>
            <a:bodyPr wrap="square" lIns="0" tIns="0" rIns="0" bIns="0" rtlCol="0"/>
            <a:lstStyle/>
            <a:p/>
          </p:txBody>
        </p:sp>
        <p:sp>
          <p:nvSpPr>
            <p:cNvPr id="1585" name="object 1585"/>
            <p:cNvSpPr/>
            <p:nvPr/>
          </p:nvSpPr>
          <p:spPr>
            <a:xfrm>
              <a:off x="4434840" y="1739899"/>
              <a:ext cx="194310" cy="7620"/>
            </a:xfrm>
            <a:custGeom>
              <a:avLst/>
              <a:gdLst/>
              <a:ahLst/>
              <a:cxnLst/>
              <a:rect l="l" t="t" r="r" b="b"/>
              <a:pathLst>
                <a:path w="194310" h="7619">
                  <a:moveTo>
                    <a:pt x="194310" y="0"/>
                  </a:moveTo>
                  <a:lnTo>
                    <a:pt x="0" y="0"/>
                  </a:lnTo>
                  <a:lnTo>
                    <a:pt x="0" y="6350"/>
                  </a:lnTo>
                  <a:lnTo>
                    <a:pt x="1270" y="6350"/>
                  </a:lnTo>
                  <a:lnTo>
                    <a:pt x="1270" y="7620"/>
                  </a:lnTo>
                  <a:lnTo>
                    <a:pt x="194310" y="7620"/>
                  </a:lnTo>
                  <a:lnTo>
                    <a:pt x="194310" y="6350"/>
                  </a:lnTo>
                  <a:lnTo>
                    <a:pt x="194310" y="0"/>
                  </a:lnTo>
                  <a:close/>
                </a:path>
              </a:pathLst>
            </a:custGeom>
            <a:solidFill>
              <a:srgbClr val="660A66"/>
            </a:solidFill>
          </p:spPr>
          <p:txBody>
            <a:bodyPr wrap="square" lIns="0" tIns="0" rIns="0" bIns="0" rtlCol="0"/>
            <a:lstStyle/>
            <a:p/>
          </p:txBody>
        </p:sp>
        <p:sp>
          <p:nvSpPr>
            <p:cNvPr id="1586" name="object 1586"/>
            <p:cNvSpPr/>
            <p:nvPr/>
          </p:nvSpPr>
          <p:spPr>
            <a:xfrm>
              <a:off x="4436110" y="1747519"/>
              <a:ext cx="193040" cy="6350"/>
            </a:xfrm>
            <a:custGeom>
              <a:avLst/>
              <a:gdLst/>
              <a:ahLst/>
              <a:cxnLst/>
              <a:rect l="l" t="t" r="r" b="b"/>
              <a:pathLst>
                <a:path w="193039" h="6350">
                  <a:moveTo>
                    <a:pt x="193040" y="0"/>
                  </a:moveTo>
                  <a:lnTo>
                    <a:pt x="0" y="0"/>
                  </a:lnTo>
                  <a:lnTo>
                    <a:pt x="0" y="2540"/>
                  </a:lnTo>
                  <a:lnTo>
                    <a:pt x="0" y="6350"/>
                  </a:lnTo>
                  <a:lnTo>
                    <a:pt x="191770" y="6350"/>
                  </a:lnTo>
                  <a:lnTo>
                    <a:pt x="191770" y="2540"/>
                  </a:lnTo>
                  <a:lnTo>
                    <a:pt x="193040" y="2540"/>
                  </a:lnTo>
                  <a:lnTo>
                    <a:pt x="193040" y="0"/>
                  </a:lnTo>
                  <a:close/>
                </a:path>
              </a:pathLst>
            </a:custGeom>
            <a:solidFill>
              <a:srgbClr val="660966"/>
            </a:solidFill>
          </p:spPr>
          <p:txBody>
            <a:bodyPr wrap="square" lIns="0" tIns="0" rIns="0" bIns="0" rtlCol="0"/>
            <a:lstStyle/>
            <a:p/>
          </p:txBody>
        </p:sp>
        <p:sp>
          <p:nvSpPr>
            <p:cNvPr id="1587" name="object 1587"/>
            <p:cNvSpPr/>
            <p:nvPr/>
          </p:nvSpPr>
          <p:spPr>
            <a:xfrm>
              <a:off x="4436110" y="1753869"/>
              <a:ext cx="191770" cy="7620"/>
            </a:xfrm>
            <a:custGeom>
              <a:avLst/>
              <a:gdLst/>
              <a:ahLst/>
              <a:cxnLst/>
              <a:rect l="l" t="t" r="r" b="b"/>
              <a:pathLst>
                <a:path w="191770" h="7619">
                  <a:moveTo>
                    <a:pt x="191770" y="0"/>
                  </a:moveTo>
                  <a:lnTo>
                    <a:pt x="0" y="0"/>
                  </a:lnTo>
                  <a:lnTo>
                    <a:pt x="0" y="2540"/>
                  </a:lnTo>
                  <a:lnTo>
                    <a:pt x="1270" y="2540"/>
                  </a:lnTo>
                  <a:lnTo>
                    <a:pt x="1270" y="6350"/>
                  </a:lnTo>
                  <a:lnTo>
                    <a:pt x="1270" y="7620"/>
                  </a:lnTo>
                  <a:lnTo>
                    <a:pt x="190487" y="7620"/>
                  </a:lnTo>
                  <a:lnTo>
                    <a:pt x="190487" y="6350"/>
                  </a:lnTo>
                  <a:lnTo>
                    <a:pt x="191770" y="6350"/>
                  </a:lnTo>
                  <a:lnTo>
                    <a:pt x="191770" y="2540"/>
                  </a:lnTo>
                  <a:lnTo>
                    <a:pt x="191770" y="0"/>
                  </a:lnTo>
                  <a:close/>
                </a:path>
              </a:pathLst>
            </a:custGeom>
            <a:solidFill>
              <a:srgbClr val="670967"/>
            </a:solidFill>
          </p:spPr>
          <p:txBody>
            <a:bodyPr wrap="square" lIns="0" tIns="0" rIns="0" bIns="0" rtlCol="0"/>
            <a:lstStyle/>
            <a:p/>
          </p:txBody>
        </p:sp>
        <p:sp>
          <p:nvSpPr>
            <p:cNvPr id="1588" name="object 1588"/>
            <p:cNvSpPr/>
            <p:nvPr/>
          </p:nvSpPr>
          <p:spPr>
            <a:xfrm>
              <a:off x="4437380" y="1761489"/>
              <a:ext cx="189230" cy="7620"/>
            </a:xfrm>
            <a:custGeom>
              <a:avLst/>
              <a:gdLst/>
              <a:ahLst/>
              <a:cxnLst/>
              <a:rect l="l" t="t" r="r" b="b"/>
              <a:pathLst>
                <a:path w="189229" h="7619">
                  <a:moveTo>
                    <a:pt x="189217" y="0"/>
                  </a:moveTo>
                  <a:lnTo>
                    <a:pt x="0" y="0"/>
                  </a:lnTo>
                  <a:lnTo>
                    <a:pt x="0" y="6350"/>
                  </a:lnTo>
                  <a:lnTo>
                    <a:pt x="1270" y="6350"/>
                  </a:lnTo>
                  <a:lnTo>
                    <a:pt x="1270" y="7620"/>
                  </a:lnTo>
                  <a:lnTo>
                    <a:pt x="187960" y="7620"/>
                  </a:lnTo>
                  <a:lnTo>
                    <a:pt x="187960" y="6350"/>
                  </a:lnTo>
                  <a:lnTo>
                    <a:pt x="189217" y="6350"/>
                  </a:lnTo>
                  <a:lnTo>
                    <a:pt x="189217" y="0"/>
                  </a:lnTo>
                  <a:close/>
                </a:path>
              </a:pathLst>
            </a:custGeom>
            <a:solidFill>
              <a:srgbClr val="680868"/>
            </a:solidFill>
          </p:spPr>
          <p:txBody>
            <a:bodyPr wrap="square" lIns="0" tIns="0" rIns="0" bIns="0" rtlCol="0"/>
            <a:lstStyle/>
            <a:p/>
          </p:txBody>
        </p:sp>
        <p:sp>
          <p:nvSpPr>
            <p:cNvPr id="1589" name="object 1589"/>
            <p:cNvSpPr/>
            <p:nvPr/>
          </p:nvSpPr>
          <p:spPr>
            <a:xfrm>
              <a:off x="4438650" y="1769109"/>
              <a:ext cx="186690" cy="6350"/>
            </a:xfrm>
            <a:custGeom>
              <a:avLst/>
              <a:gdLst/>
              <a:ahLst/>
              <a:cxnLst/>
              <a:rect l="l" t="t" r="r" b="b"/>
              <a:pathLst>
                <a:path w="186689" h="6350">
                  <a:moveTo>
                    <a:pt x="186690" y="0"/>
                  </a:moveTo>
                  <a:lnTo>
                    <a:pt x="0" y="0"/>
                  </a:lnTo>
                  <a:lnTo>
                    <a:pt x="0" y="5080"/>
                  </a:lnTo>
                  <a:lnTo>
                    <a:pt x="0" y="6350"/>
                  </a:lnTo>
                  <a:lnTo>
                    <a:pt x="185420" y="6350"/>
                  </a:lnTo>
                  <a:lnTo>
                    <a:pt x="185420" y="5080"/>
                  </a:lnTo>
                  <a:lnTo>
                    <a:pt x="186690" y="5080"/>
                  </a:lnTo>
                  <a:lnTo>
                    <a:pt x="186690" y="0"/>
                  </a:lnTo>
                  <a:close/>
                </a:path>
              </a:pathLst>
            </a:custGeom>
            <a:solidFill>
              <a:srgbClr val="690869"/>
            </a:solidFill>
          </p:spPr>
          <p:txBody>
            <a:bodyPr wrap="square" lIns="0" tIns="0" rIns="0" bIns="0" rtlCol="0"/>
            <a:lstStyle/>
            <a:p/>
          </p:txBody>
        </p:sp>
        <p:sp>
          <p:nvSpPr>
            <p:cNvPr id="1590" name="object 1590"/>
            <p:cNvSpPr/>
            <p:nvPr/>
          </p:nvSpPr>
          <p:spPr>
            <a:xfrm>
              <a:off x="4438650" y="1775459"/>
              <a:ext cx="185420" cy="7620"/>
            </a:xfrm>
            <a:custGeom>
              <a:avLst/>
              <a:gdLst/>
              <a:ahLst/>
              <a:cxnLst/>
              <a:rect l="l" t="t" r="r" b="b"/>
              <a:pathLst>
                <a:path w="185420" h="7619">
                  <a:moveTo>
                    <a:pt x="185420" y="0"/>
                  </a:moveTo>
                  <a:lnTo>
                    <a:pt x="0" y="0"/>
                  </a:lnTo>
                  <a:lnTo>
                    <a:pt x="0" y="1270"/>
                  </a:lnTo>
                  <a:lnTo>
                    <a:pt x="1270" y="1270"/>
                  </a:lnTo>
                  <a:lnTo>
                    <a:pt x="1270" y="3810"/>
                  </a:lnTo>
                  <a:lnTo>
                    <a:pt x="1270" y="7620"/>
                  </a:lnTo>
                  <a:lnTo>
                    <a:pt x="184150" y="7620"/>
                  </a:lnTo>
                  <a:lnTo>
                    <a:pt x="184150" y="3810"/>
                  </a:lnTo>
                  <a:lnTo>
                    <a:pt x="185420" y="3810"/>
                  </a:lnTo>
                  <a:lnTo>
                    <a:pt x="185420" y="1270"/>
                  </a:lnTo>
                  <a:lnTo>
                    <a:pt x="185420" y="0"/>
                  </a:lnTo>
                  <a:close/>
                </a:path>
              </a:pathLst>
            </a:custGeom>
            <a:solidFill>
              <a:srgbClr val="6A086A"/>
            </a:solidFill>
          </p:spPr>
          <p:txBody>
            <a:bodyPr wrap="square" lIns="0" tIns="0" rIns="0" bIns="0" rtlCol="0"/>
            <a:lstStyle/>
            <a:p/>
          </p:txBody>
        </p:sp>
        <p:sp>
          <p:nvSpPr>
            <p:cNvPr id="1591" name="object 1591"/>
            <p:cNvSpPr/>
            <p:nvPr/>
          </p:nvSpPr>
          <p:spPr>
            <a:xfrm>
              <a:off x="4439920" y="1783079"/>
              <a:ext cx="182880" cy="7620"/>
            </a:xfrm>
            <a:custGeom>
              <a:avLst/>
              <a:gdLst/>
              <a:ahLst/>
              <a:cxnLst/>
              <a:rect l="l" t="t" r="r" b="b"/>
              <a:pathLst>
                <a:path w="182879" h="7619">
                  <a:moveTo>
                    <a:pt x="182880" y="0"/>
                  </a:moveTo>
                  <a:lnTo>
                    <a:pt x="0" y="0"/>
                  </a:lnTo>
                  <a:lnTo>
                    <a:pt x="0" y="3810"/>
                  </a:lnTo>
                  <a:lnTo>
                    <a:pt x="1270" y="3810"/>
                  </a:lnTo>
                  <a:lnTo>
                    <a:pt x="1270" y="5080"/>
                  </a:lnTo>
                  <a:lnTo>
                    <a:pt x="1270" y="7620"/>
                  </a:lnTo>
                  <a:lnTo>
                    <a:pt x="181610" y="7620"/>
                  </a:lnTo>
                  <a:lnTo>
                    <a:pt x="181610" y="5080"/>
                  </a:lnTo>
                  <a:lnTo>
                    <a:pt x="182880" y="5080"/>
                  </a:lnTo>
                  <a:lnTo>
                    <a:pt x="182880" y="3810"/>
                  </a:lnTo>
                  <a:lnTo>
                    <a:pt x="182880" y="0"/>
                  </a:lnTo>
                  <a:close/>
                </a:path>
              </a:pathLst>
            </a:custGeom>
            <a:solidFill>
              <a:srgbClr val="6B076B"/>
            </a:solidFill>
          </p:spPr>
          <p:txBody>
            <a:bodyPr wrap="square" lIns="0" tIns="0" rIns="0" bIns="0" rtlCol="0"/>
            <a:lstStyle/>
            <a:p/>
          </p:txBody>
        </p:sp>
        <p:sp>
          <p:nvSpPr>
            <p:cNvPr id="1592" name="object 1592"/>
            <p:cNvSpPr/>
            <p:nvPr/>
          </p:nvSpPr>
          <p:spPr>
            <a:xfrm>
              <a:off x="4441190" y="1790699"/>
              <a:ext cx="180340" cy="6350"/>
            </a:xfrm>
            <a:custGeom>
              <a:avLst/>
              <a:gdLst/>
              <a:ahLst/>
              <a:cxnLst/>
              <a:rect l="l" t="t" r="r" b="b"/>
              <a:pathLst>
                <a:path w="180339" h="6350">
                  <a:moveTo>
                    <a:pt x="180340" y="0"/>
                  </a:moveTo>
                  <a:lnTo>
                    <a:pt x="0" y="0"/>
                  </a:lnTo>
                  <a:lnTo>
                    <a:pt x="0" y="5080"/>
                  </a:lnTo>
                  <a:lnTo>
                    <a:pt x="1270" y="5080"/>
                  </a:lnTo>
                  <a:lnTo>
                    <a:pt x="1270" y="6350"/>
                  </a:lnTo>
                  <a:lnTo>
                    <a:pt x="180340" y="6350"/>
                  </a:lnTo>
                  <a:lnTo>
                    <a:pt x="180340" y="5080"/>
                  </a:lnTo>
                  <a:lnTo>
                    <a:pt x="180340" y="0"/>
                  </a:lnTo>
                  <a:close/>
                </a:path>
              </a:pathLst>
            </a:custGeom>
            <a:solidFill>
              <a:srgbClr val="6C076C"/>
            </a:solidFill>
          </p:spPr>
          <p:txBody>
            <a:bodyPr wrap="square" lIns="0" tIns="0" rIns="0" bIns="0" rtlCol="0"/>
            <a:lstStyle/>
            <a:p/>
          </p:txBody>
        </p:sp>
        <p:sp>
          <p:nvSpPr>
            <p:cNvPr id="1593" name="object 1593"/>
            <p:cNvSpPr/>
            <p:nvPr/>
          </p:nvSpPr>
          <p:spPr>
            <a:xfrm>
              <a:off x="4442460" y="1797049"/>
              <a:ext cx="177800" cy="7620"/>
            </a:xfrm>
            <a:custGeom>
              <a:avLst/>
              <a:gdLst/>
              <a:ahLst/>
              <a:cxnLst/>
              <a:rect l="l" t="t" r="r" b="b"/>
              <a:pathLst>
                <a:path w="177800" h="7619">
                  <a:moveTo>
                    <a:pt x="177800" y="0"/>
                  </a:moveTo>
                  <a:lnTo>
                    <a:pt x="0" y="0"/>
                  </a:lnTo>
                  <a:lnTo>
                    <a:pt x="0" y="5080"/>
                  </a:lnTo>
                  <a:lnTo>
                    <a:pt x="0" y="6350"/>
                  </a:lnTo>
                  <a:lnTo>
                    <a:pt x="1270" y="6350"/>
                  </a:lnTo>
                  <a:lnTo>
                    <a:pt x="1270" y="7620"/>
                  </a:lnTo>
                  <a:lnTo>
                    <a:pt x="176530" y="7620"/>
                  </a:lnTo>
                  <a:lnTo>
                    <a:pt x="176530" y="6350"/>
                  </a:lnTo>
                  <a:lnTo>
                    <a:pt x="176530" y="5080"/>
                  </a:lnTo>
                  <a:lnTo>
                    <a:pt x="177800" y="5080"/>
                  </a:lnTo>
                  <a:lnTo>
                    <a:pt x="177800" y="0"/>
                  </a:lnTo>
                  <a:close/>
                </a:path>
              </a:pathLst>
            </a:custGeom>
            <a:solidFill>
              <a:srgbClr val="6D066D"/>
            </a:solidFill>
          </p:spPr>
          <p:txBody>
            <a:bodyPr wrap="square" lIns="0" tIns="0" rIns="0" bIns="0" rtlCol="0"/>
            <a:lstStyle/>
            <a:p/>
          </p:txBody>
        </p:sp>
        <p:sp>
          <p:nvSpPr>
            <p:cNvPr id="1594" name="object 1594"/>
            <p:cNvSpPr/>
            <p:nvPr/>
          </p:nvSpPr>
          <p:spPr>
            <a:xfrm>
              <a:off x="4443730" y="1804669"/>
              <a:ext cx="175260" cy="7620"/>
            </a:xfrm>
            <a:custGeom>
              <a:avLst/>
              <a:gdLst/>
              <a:ahLst/>
              <a:cxnLst/>
              <a:rect l="l" t="t" r="r" b="b"/>
              <a:pathLst>
                <a:path w="175260" h="7619">
                  <a:moveTo>
                    <a:pt x="175260" y="0"/>
                  </a:moveTo>
                  <a:lnTo>
                    <a:pt x="0" y="0"/>
                  </a:lnTo>
                  <a:lnTo>
                    <a:pt x="0" y="2540"/>
                  </a:lnTo>
                  <a:lnTo>
                    <a:pt x="0" y="5080"/>
                  </a:lnTo>
                  <a:lnTo>
                    <a:pt x="1270" y="5080"/>
                  </a:lnTo>
                  <a:lnTo>
                    <a:pt x="1270" y="7620"/>
                  </a:lnTo>
                  <a:lnTo>
                    <a:pt x="173990" y="7620"/>
                  </a:lnTo>
                  <a:lnTo>
                    <a:pt x="173990" y="5080"/>
                  </a:lnTo>
                  <a:lnTo>
                    <a:pt x="173977" y="2540"/>
                  </a:lnTo>
                  <a:lnTo>
                    <a:pt x="175260" y="2540"/>
                  </a:lnTo>
                  <a:lnTo>
                    <a:pt x="175260" y="0"/>
                  </a:lnTo>
                  <a:close/>
                </a:path>
              </a:pathLst>
            </a:custGeom>
            <a:solidFill>
              <a:srgbClr val="6E066E"/>
            </a:solidFill>
          </p:spPr>
          <p:txBody>
            <a:bodyPr wrap="square" lIns="0" tIns="0" rIns="0" bIns="0" rtlCol="0"/>
            <a:lstStyle/>
            <a:p/>
          </p:txBody>
        </p:sp>
        <p:sp>
          <p:nvSpPr>
            <p:cNvPr id="1595" name="object 1595"/>
            <p:cNvSpPr/>
            <p:nvPr/>
          </p:nvSpPr>
          <p:spPr>
            <a:xfrm>
              <a:off x="4445000" y="1812289"/>
              <a:ext cx="171450" cy="6350"/>
            </a:xfrm>
            <a:custGeom>
              <a:avLst/>
              <a:gdLst/>
              <a:ahLst/>
              <a:cxnLst/>
              <a:rect l="l" t="t" r="r" b="b"/>
              <a:pathLst>
                <a:path w="171450" h="6350">
                  <a:moveTo>
                    <a:pt x="171450" y="0"/>
                  </a:moveTo>
                  <a:lnTo>
                    <a:pt x="0" y="0"/>
                  </a:lnTo>
                  <a:lnTo>
                    <a:pt x="0" y="2540"/>
                  </a:lnTo>
                  <a:lnTo>
                    <a:pt x="1270" y="2540"/>
                  </a:lnTo>
                  <a:lnTo>
                    <a:pt x="1270" y="5080"/>
                  </a:lnTo>
                  <a:lnTo>
                    <a:pt x="1270" y="6350"/>
                  </a:lnTo>
                  <a:lnTo>
                    <a:pt x="170180" y="6350"/>
                  </a:lnTo>
                  <a:lnTo>
                    <a:pt x="170180" y="5080"/>
                  </a:lnTo>
                  <a:lnTo>
                    <a:pt x="171450" y="5080"/>
                  </a:lnTo>
                  <a:lnTo>
                    <a:pt x="171450" y="2540"/>
                  </a:lnTo>
                  <a:lnTo>
                    <a:pt x="171450" y="0"/>
                  </a:lnTo>
                  <a:close/>
                </a:path>
              </a:pathLst>
            </a:custGeom>
            <a:solidFill>
              <a:srgbClr val="6F056F"/>
            </a:solidFill>
          </p:spPr>
          <p:txBody>
            <a:bodyPr wrap="square" lIns="0" tIns="0" rIns="0" bIns="0" rtlCol="0"/>
            <a:lstStyle/>
            <a:p/>
          </p:txBody>
        </p:sp>
        <p:sp>
          <p:nvSpPr>
            <p:cNvPr id="1596" name="object 1596"/>
            <p:cNvSpPr/>
            <p:nvPr/>
          </p:nvSpPr>
          <p:spPr>
            <a:xfrm>
              <a:off x="4446270" y="1818639"/>
              <a:ext cx="168910" cy="7620"/>
            </a:xfrm>
            <a:custGeom>
              <a:avLst/>
              <a:gdLst/>
              <a:ahLst/>
              <a:cxnLst/>
              <a:rect l="l" t="t" r="r" b="b"/>
              <a:pathLst>
                <a:path w="168910" h="7619">
                  <a:moveTo>
                    <a:pt x="168910" y="0"/>
                  </a:moveTo>
                  <a:lnTo>
                    <a:pt x="0" y="0"/>
                  </a:lnTo>
                  <a:lnTo>
                    <a:pt x="0" y="2540"/>
                  </a:lnTo>
                  <a:lnTo>
                    <a:pt x="1270" y="2540"/>
                  </a:lnTo>
                  <a:lnTo>
                    <a:pt x="1270" y="3810"/>
                  </a:lnTo>
                  <a:lnTo>
                    <a:pt x="1270" y="7620"/>
                  </a:lnTo>
                  <a:lnTo>
                    <a:pt x="167640" y="7620"/>
                  </a:lnTo>
                  <a:lnTo>
                    <a:pt x="167640" y="3810"/>
                  </a:lnTo>
                  <a:lnTo>
                    <a:pt x="168910" y="3810"/>
                  </a:lnTo>
                  <a:lnTo>
                    <a:pt x="168910" y="2540"/>
                  </a:lnTo>
                  <a:lnTo>
                    <a:pt x="168910" y="0"/>
                  </a:lnTo>
                  <a:close/>
                </a:path>
              </a:pathLst>
            </a:custGeom>
            <a:solidFill>
              <a:srgbClr val="710571"/>
            </a:solidFill>
          </p:spPr>
          <p:txBody>
            <a:bodyPr wrap="square" lIns="0" tIns="0" rIns="0" bIns="0" rtlCol="0"/>
            <a:lstStyle/>
            <a:p/>
          </p:txBody>
        </p:sp>
        <p:sp>
          <p:nvSpPr>
            <p:cNvPr id="1597" name="object 1597"/>
            <p:cNvSpPr/>
            <p:nvPr/>
          </p:nvSpPr>
          <p:spPr>
            <a:xfrm>
              <a:off x="4447540" y="1826259"/>
              <a:ext cx="165100" cy="7620"/>
            </a:xfrm>
            <a:custGeom>
              <a:avLst/>
              <a:gdLst/>
              <a:ahLst/>
              <a:cxnLst/>
              <a:rect l="l" t="t" r="r" b="b"/>
              <a:pathLst>
                <a:path w="165100" h="7619">
                  <a:moveTo>
                    <a:pt x="165100" y="0"/>
                  </a:moveTo>
                  <a:lnTo>
                    <a:pt x="0" y="0"/>
                  </a:lnTo>
                  <a:lnTo>
                    <a:pt x="0" y="1270"/>
                  </a:lnTo>
                  <a:lnTo>
                    <a:pt x="1270" y="1270"/>
                  </a:lnTo>
                  <a:lnTo>
                    <a:pt x="1270" y="2540"/>
                  </a:lnTo>
                  <a:lnTo>
                    <a:pt x="1270" y="5080"/>
                  </a:lnTo>
                  <a:lnTo>
                    <a:pt x="2540" y="5080"/>
                  </a:lnTo>
                  <a:lnTo>
                    <a:pt x="2540" y="6350"/>
                  </a:lnTo>
                  <a:lnTo>
                    <a:pt x="2540" y="7620"/>
                  </a:lnTo>
                  <a:lnTo>
                    <a:pt x="162560" y="7620"/>
                  </a:lnTo>
                  <a:lnTo>
                    <a:pt x="162560" y="6350"/>
                  </a:lnTo>
                  <a:lnTo>
                    <a:pt x="163817" y="6350"/>
                  </a:lnTo>
                  <a:lnTo>
                    <a:pt x="163817" y="5080"/>
                  </a:lnTo>
                  <a:lnTo>
                    <a:pt x="163830" y="2540"/>
                  </a:lnTo>
                  <a:lnTo>
                    <a:pt x="165100" y="2540"/>
                  </a:lnTo>
                  <a:lnTo>
                    <a:pt x="165100" y="1270"/>
                  </a:lnTo>
                  <a:lnTo>
                    <a:pt x="165100" y="0"/>
                  </a:lnTo>
                  <a:close/>
                </a:path>
              </a:pathLst>
            </a:custGeom>
            <a:solidFill>
              <a:srgbClr val="720572"/>
            </a:solidFill>
          </p:spPr>
          <p:txBody>
            <a:bodyPr wrap="square" lIns="0" tIns="0" rIns="0" bIns="0" rtlCol="0"/>
            <a:lstStyle/>
            <a:p/>
          </p:txBody>
        </p:sp>
        <p:sp>
          <p:nvSpPr>
            <p:cNvPr id="1598" name="object 1598"/>
            <p:cNvSpPr/>
            <p:nvPr/>
          </p:nvSpPr>
          <p:spPr>
            <a:xfrm>
              <a:off x="4450080" y="1833879"/>
              <a:ext cx="160020" cy="6350"/>
            </a:xfrm>
            <a:custGeom>
              <a:avLst/>
              <a:gdLst/>
              <a:ahLst/>
              <a:cxnLst/>
              <a:rect l="l" t="t" r="r" b="b"/>
              <a:pathLst>
                <a:path w="160020" h="6350">
                  <a:moveTo>
                    <a:pt x="160020" y="0"/>
                  </a:moveTo>
                  <a:lnTo>
                    <a:pt x="0" y="0"/>
                  </a:lnTo>
                  <a:lnTo>
                    <a:pt x="0" y="1270"/>
                  </a:lnTo>
                  <a:lnTo>
                    <a:pt x="1270" y="1270"/>
                  </a:lnTo>
                  <a:lnTo>
                    <a:pt x="1270" y="2540"/>
                  </a:lnTo>
                  <a:lnTo>
                    <a:pt x="1270" y="5080"/>
                  </a:lnTo>
                  <a:lnTo>
                    <a:pt x="2540" y="5080"/>
                  </a:lnTo>
                  <a:lnTo>
                    <a:pt x="2540" y="6350"/>
                  </a:lnTo>
                  <a:lnTo>
                    <a:pt x="158750" y="6350"/>
                  </a:lnTo>
                  <a:lnTo>
                    <a:pt x="158750" y="5080"/>
                  </a:lnTo>
                  <a:lnTo>
                    <a:pt x="158750" y="2540"/>
                  </a:lnTo>
                  <a:lnTo>
                    <a:pt x="160020" y="2540"/>
                  </a:lnTo>
                  <a:lnTo>
                    <a:pt x="160020" y="1270"/>
                  </a:lnTo>
                  <a:lnTo>
                    <a:pt x="160020" y="0"/>
                  </a:lnTo>
                  <a:close/>
                </a:path>
              </a:pathLst>
            </a:custGeom>
            <a:solidFill>
              <a:srgbClr val="730473"/>
            </a:solidFill>
          </p:spPr>
          <p:txBody>
            <a:bodyPr wrap="square" lIns="0" tIns="0" rIns="0" bIns="0" rtlCol="0"/>
            <a:lstStyle/>
            <a:p/>
          </p:txBody>
        </p:sp>
        <p:sp>
          <p:nvSpPr>
            <p:cNvPr id="1599" name="object 1599"/>
            <p:cNvSpPr/>
            <p:nvPr/>
          </p:nvSpPr>
          <p:spPr>
            <a:xfrm>
              <a:off x="4452620" y="1840229"/>
              <a:ext cx="154940" cy="7620"/>
            </a:xfrm>
            <a:custGeom>
              <a:avLst/>
              <a:gdLst/>
              <a:ahLst/>
              <a:cxnLst/>
              <a:rect l="l" t="t" r="r" b="b"/>
              <a:pathLst>
                <a:path w="154939" h="7619">
                  <a:moveTo>
                    <a:pt x="152400" y="6362"/>
                  </a:moveTo>
                  <a:lnTo>
                    <a:pt x="2540" y="6362"/>
                  </a:lnTo>
                  <a:lnTo>
                    <a:pt x="2540" y="7620"/>
                  </a:lnTo>
                  <a:lnTo>
                    <a:pt x="152400" y="7620"/>
                  </a:lnTo>
                  <a:lnTo>
                    <a:pt x="152400" y="6362"/>
                  </a:lnTo>
                  <a:close/>
                </a:path>
                <a:path w="154939" h="7619">
                  <a:moveTo>
                    <a:pt x="154940" y="0"/>
                  </a:moveTo>
                  <a:lnTo>
                    <a:pt x="0" y="0"/>
                  </a:lnTo>
                  <a:lnTo>
                    <a:pt x="0" y="2540"/>
                  </a:lnTo>
                  <a:lnTo>
                    <a:pt x="1270" y="2540"/>
                  </a:lnTo>
                  <a:lnTo>
                    <a:pt x="1270" y="3810"/>
                  </a:lnTo>
                  <a:lnTo>
                    <a:pt x="1270" y="6350"/>
                  </a:lnTo>
                  <a:lnTo>
                    <a:pt x="153670" y="6350"/>
                  </a:lnTo>
                  <a:lnTo>
                    <a:pt x="153670" y="3810"/>
                  </a:lnTo>
                  <a:lnTo>
                    <a:pt x="154940" y="3810"/>
                  </a:lnTo>
                  <a:lnTo>
                    <a:pt x="154940" y="2540"/>
                  </a:lnTo>
                  <a:lnTo>
                    <a:pt x="154940" y="0"/>
                  </a:lnTo>
                  <a:close/>
                </a:path>
              </a:pathLst>
            </a:custGeom>
            <a:solidFill>
              <a:srgbClr val="740474"/>
            </a:solidFill>
          </p:spPr>
          <p:txBody>
            <a:bodyPr wrap="square" lIns="0" tIns="0" rIns="0" bIns="0" rtlCol="0"/>
            <a:lstStyle/>
            <a:p/>
          </p:txBody>
        </p:sp>
        <p:sp>
          <p:nvSpPr>
            <p:cNvPr id="1600" name="object 1600"/>
            <p:cNvSpPr/>
            <p:nvPr/>
          </p:nvSpPr>
          <p:spPr>
            <a:xfrm>
              <a:off x="4455160" y="1847849"/>
              <a:ext cx="149860" cy="7620"/>
            </a:xfrm>
            <a:custGeom>
              <a:avLst/>
              <a:gdLst/>
              <a:ahLst/>
              <a:cxnLst/>
              <a:rect l="l" t="t" r="r" b="b"/>
              <a:pathLst>
                <a:path w="149860" h="7619">
                  <a:moveTo>
                    <a:pt x="149860" y="0"/>
                  </a:moveTo>
                  <a:lnTo>
                    <a:pt x="0" y="0"/>
                  </a:lnTo>
                  <a:lnTo>
                    <a:pt x="0" y="1270"/>
                  </a:lnTo>
                  <a:lnTo>
                    <a:pt x="1270" y="1270"/>
                  </a:lnTo>
                  <a:lnTo>
                    <a:pt x="1270" y="3810"/>
                  </a:lnTo>
                  <a:lnTo>
                    <a:pt x="2540" y="3810"/>
                  </a:lnTo>
                  <a:lnTo>
                    <a:pt x="2540" y="5080"/>
                  </a:lnTo>
                  <a:lnTo>
                    <a:pt x="2540" y="6350"/>
                  </a:lnTo>
                  <a:lnTo>
                    <a:pt x="3810" y="6350"/>
                  </a:lnTo>
                  <a:lnTo>
                    <a:pt x="3810" y="7620"/>
                  </a:lnTo>
                  <a:lnTo>
                    <a:pt x="147320" y="7620"/>
                  </a:lnTo>
                  <a:lnTo>
                    <a:pt x="147320" y="6350"/>
                  </a:lnTo>
                  <a:lnTo>
                    <a:pt x="147320" y="5080"/>
                  </a:lnTo>
                  <a:lnTo>
                    <a:pt x="148590" y="5080"/>
                  </a:lnTo>
                  <a:lnTo>
                    <a:pt x="148590" y="3810"/>
                  </a:lnTo>
                  <a:lnTo>
                    <a:pt x="148590" y="1270"/>
                  </a:lnTo>
                  <a:lnTo>
                    <a:pt x="149860" y="1270"/>
                  </a:lnTo>
                  <a:lnTo>
                    <a:pt x="149860" y="0"/>
                  </a:lnTo>
                  <a:close/>
                </a:path>
              </a:pathLst>
            </a:custGeom>
            <a:solidFill>
              <a:srgbClr val="750375"/>
            </a:solidFill>
          </p:spPr>
          <p:txBody>
            <a:bodyPr wrap="square" lIns="0" tIns="0" rIns="0" bIns="0" rtlCol="0"/>
            <a:lstStyle/>
            <a:p/>
          </p:txBody>
        </p:sp>
        <p:sp>
          <p:nvSpPr>
            <p:cNvPr id="1601" name="object 1601"/>
            <p:cNvSpPr/>
            <p:nvPr/>
          </p:nvSpPr>
          <p:spPr>
            <a:xfrm>
              <a:off x="4458970" y="1855469"/>
              <a:ext cx="143510" cy="6350"/>
            </a:xfrm>
            <a:custGeom>
              <a:avLst/>
              <a:gdLst/>
              <a:ahLst/>
              <a:cxnLst/>
              <a:rect l="l" t="t" r="r" b="b"/>
              <a:pathLst>
                <a:path w="143510" h="6350">
                  <a:moveTo>
                    <a:pt x="140970" y="3822"/>
                  </a:moveTo>
                  <a:lnTo>
                    <a:pt x="2540" y="3822"/>
                  </a:lnTo>
                  <a:lnTo>
                    <a:pt x="2540" y="6350"/>
                  </a:lnTo>
                  <a:lnTo>
                    <a:pt x="140970" y="6350"/>
                  </a:lnTo>
                  <a:lnTo>
                    <a:pt x="140970" y="3822"/>
                  </a:lnTo>
                  <a:close/>
                </a:path>
                <a:path w="143510" h="6350">
                  <a:moveTo>
                    <a:pt x="143510" y="0"/>
                  </a:moveTo>
                  <a:lnTo>
                    <a:pt x="0" y="0"/>
                  </a:lnTo>
                  <a:lnTo>
                    <a:pt x="0" y="1270"/>
                  </a:lnTo>
                  <a:lnTo>
                    <a:pt x="1270" y="1270"/>
                  </a:lnTo>
                  <a:lnTo>
                    <a:pt x="1270" y="3810"/>
                  </a:lnTo>
                  <a:lnTo>
                    <a:pt x="142240" y="3810"/>
                  </a:lnTo>
                  <a:lnTo>
                    <a:pt x="142240" y="1270"/>
                  </a:lnTo>
                  <a:lnTo>
                    <a:pt x="143510" y="1270"/>
                  </a:lnTo>
                  <a:lnTo>
                    <a:pt x="143510" y="0"/>
                  </a:lnTo>
                  <a:close/>
                </a:path>
              </a:pathLst>
            </a:custGeom>
            <a:solidFill>
              <a:srgbClr val="760376"/>
            </a:solidFill>
          </p:spPr>
          <p:txBody>
            <a:bodyPr wrap="square" lIns="0" tIns="0" rIns="0" bIns="0" rtlCol="0"/>
            <a:lstStyle/>
            <a:p/>
          </p:txBody>
        </p:sp>
        <p:sp>
          <p:nvSpPr>
            <p:cNvPr id="1602" name="object 1602"/>
            <p:cNvSpPr/>
            <p:nvPr/>
          </p:nvSpPr>
          <p:spPr>
            <a:xfrm>
              <a:off x="4462780" y="1861819"/>
              <a:ext cx="135890" cy="7620"/>
            </a:xfrm>
            <a:custGeom>
              <a:avLst/>
              <a:gdLst/>
              <a:ahLst/>
              <a:cxnLst/>
              <a:rect l="l" t="t" r="r" b="b"/>
              <a:pathLst>
                <a:path w="135889" h="7619">
                  <a:moveTo>
                    <a:pt x="133350" y="3822"/>
                  </a:moveTo>
                  <a:lnTo>
                    <a:pt x="2540" y="3822"/>
                  </a:lnTo>
                  <a:lnTo>
                    <a:pt x="2540" y="6350"/>
                  </a:lnTo>
                  <a:lnTo>
                    <a:pt x="3810" y="6350"/>
                  </a:lnTo>
                  <a:lnTo>
                    <a:pt x="3810" y="7620"/>
                  </a:lnTo>
                  <a:lnTo>
                    <a:pt x="132080" y="7620"/>
                  </a:lnTo>
                  <a:lnTo>
                    <a:pt x="132080" y="6350"/>
                  </a:lnTo>
                  <a:lnTo>
                    <a:pt x="133350" y="6350"/>
                  </a:lnTo>
                  <a:lnTo>
                    <a:pt x="133350" y="3822"/>
                  </a:lnTo>
                  <a:close/>
                </a:path>
                <a:path w="135889" h="7619">
                  <a:moveTo>
                    <a:pt x="135877" y="0"/>
                  </a:moveTo>
                  <a:lnTo>
                    <a:pt x="0" y="0"/>
                  </a:lnTo>
                  <a:lnTo>
                    <a:pt x="0" y="2540"/>
                  </a:lnTo>
                  <a:lnTo>
                    <a:pt x="1270" y="2540"/>
                  </a:lnTo>
                  <a:lnTo>
                    <a:pt x="1270" y="3810"/>
                  </a:lnTo>
                  <a:lnTo>
                    <a:pt x="134620" y="3810"/>
                  </a:lnTo>
                  <a:lnTo>
                    <a:pt x="134620" y="2540"/>
                  </a:lnTo>
                  <a:lnTo>
                    <a:pt x="135877" y="2540"/>
                  </a:lnTo>
                  <a:lnTo>
                    <a:pt x="135877" y="0"/>
                  </a:lnTo>
                  <a:close/>
                </a:path>
              </a:pathLst>
            </a:custGeom>
            <a:solidFill>
              <a:srgbClr val="770277"/>
            </a:solidFill>
          </p:spPr>
          <p:txBody>
            <a:bodyPr wrap="square" lIns="0" tIns="0" rIns="0" bIns="0" rtlCol="0"/>
            <a:lstStyle/>
            <a:p/>
          </p:txBody>
        </p:sp>
        <p:sp>
          <p:nvSpPr>
            <p:cNvPr id="1603" name="object 1603"/>
            <p:cNvSpPr/>
            <p:nvPr/>
          </p:nvSpPr>
          <p:spPr>
            <a:xfrm>
              <a:off x="4466590" y="1869439"/>
              <a:ext cx="128270" cy="7620"/>
            </a:xfrm>
            <a:custGeom>
              <a:avLst/>
              <a:gdLst/>
              <a:ahLst/>
              <a:cxnLst/>
              <a:rect l="l" t="t" r="r" b="b"/>
              <a:pathLst>
                <a:path w="128270" h="7619">
                  <a:moveTo>
                    <a:pt x="128270" y="0"/>
                  </a:moveTo>
                  <a:lnTo>
                    <a:pt x="0" y="0"/>
                  </a:lnTo>
                  <a:lnTo>
                    <a:pt x="0" y="1270"/>
                  </a:lnTo>
                  <a:lnTo>
                    <a:pt x="1270" y="1270"/>
                  </a:lnTo>
                  <a:lnTo>
                    <a:pt x="1270" y="2540"/>
                  </a:lnTo>
                  <a:lnTo>
                    <a:pt x="1270" y="3810"/>
                  </a:lnTo>
                  <a:lnTo>
                    <a:pt x="2540" y="3810"/>
                  </a:lnTo>
                  <a:lnTo>
                    <a:pt x="2540" y="6350"/>
                  </a:lnTo>
                  <a:lnTo>
                    <a:pt x="3810" y="6350"/>
                  </a:lnTo>
                  <a:lnTo>
                    <a:pt x="3810" y="7620"/>
                  </a:lnTo>
                  <a:lnTo>
                    <a:pt x="123190" y="7620"/>
                  </a:lnTo>
                  <a:lnTo>
                    <a:pt x="123190" y="6350"/>
                  </a:lnTo>
                  <a:lnTo>
                    <a:pt x="124460" y="6350"/>
                  </a:lnTo>
                  <a:lnTo>
                    <a:pt x="124460" y="3810"/>
                  </a:lnTo>
                  <a:lnTo>
                    <a:pt x="125730" y="3810"/>
                  </a:lnTo>
                  <a:lnTo>
                    <a:pt x="125730" y="2540"/>
                  </a:lnTo>
                  <a:lnTo>
                    <a:pt x="127000" y="2540"/>
                  </a:lnTo>
                  <a:lnTo>
                    <a:pt x="127000" y="1270"/>
                  </a:lnTo>
                  <a:lnTo>
                    <a:pt x="128270" y="1270"/>
                  </a:lnTo>
                  <a:lnTo>
                    <a:pt x="128270" y="0"/>
                  </a:lnTo>
                  <a:close/>
                </a:path>
              </a:pathLst>
            </a:custGeom>
            <a:solidFill>
              <a:srgbClr val="780278"/>
            </a:solidFill>
          </p:spPr>
          <p:txBody>
            <a:bodyPr wrap="square" lIns="0" tIns="0" rIns="0" bIns="0" rtlCol="0"/>
            <a:lstStyle/>
            <a:p/>
          </p:txBody>
        </p:sp>
        <p:sp>
          <p:nvSpPr>
            <p:cNvPr id="1604" name="object 1604"/>
            <p:cNvSpPr/>
            <p:nvPr/>
          </p:nvSpPr>
          <p:spPr>
            <a:xfrm>
              <a:off x="4470400" y="1877059"/>
              <a:ext cx="118110" cy="6350"/>
            </a:xfrm>
            <a:custGeom>
              <a:avLst/>
              <a:gdLst/>
              <a:ahLst/>
              <a:cxnLst/>
              <a:rect l="l" t="t" r="r" b="b"/>
              <a:pathLst>
                <a:path w="118110" h="6350">
                  <a:moveTo>
                    <a:pt x="118110" y="0"/>
                  </a:moveTo>
                  <a:lnTo>
                    <a:pt x="0" y="0"/>
                  </a:lnTo>
                  <a:lnTo>
                    <a:pt x="0" y="1270"/>
                  </a:lnTo>
                  <a:lnTo>
                    <a:pt x="1270" y="1270"/>
                  </a:lnTo>
                  <a:lnTo>
                    <a:pt x="1270" y="2540"/>
                  </a:lnTo>
                  <a:lnTo>
                    <a:pt x="3810" y="2540"/>
                  </a:lnTo>
                  <a:lnTo>
                    <a:pt x="3810" y="3810"/>
                  </a:lnTo>
                  <a:lnTo>
                    <a:pt x="5080" y="3810"/>
                  </a:lnTo>
                  <a:lnTo>
                    <a:pt x="5080" y="5080"/>
                  </a:lnTo>
                  <a:lnTo>
                    <a:pt x="6350" y="5080"/>
                  </a:lnTo>
                  <a:lnTo>
                    <a:pt x="6350" y="6350"/>
                  </a:lnTo>
                  <a:lnTo>
                    <a:pt x="113030" y="6350"/>
                  </a:lnTo>
                  <a:lnTo>
                    <a:pt x="113030" y="5080"/>
                  </a:lnTo>
                  <a:lnTo>
                    <a:pt x="114300" y="5080"/>
                  </a:lnTo>
                  <a:lnTo>
                    <a:pt x="114300" y="3810"/>
                  </a:lnTo>
                  <a:lnTo>
                    <a:pt x="115570" y="3810"/>
                  </a:lnTo>
                  <a:lnTo>
                    <a:pt x="115570" y="2540"/>
                  </a:lnTo>
                  <a:lnTo>
                    <a:pt x="116840" y="2540"/>
                  </a:lnTo>
                  <a:lnTo>
                    <a:pt x="116840" y="1270"/>
                  </a:lnTo>
                  <a:lnTo>
                    <a:pt x="118110" y="1270"/>
                  </a:lnTo>
                  <a:lnTo>
                    <a:pt x="118110" y="0"/>
                  </a:lnTo>
                  <a:close/>
                </a:path>
              </a:pathLst>
            </a:custGeom>
            <a:solidFill>
              <a:srgbClr val="790279"/>
            </a:solidFill>
          </p:spPr>
          <p:txBody>
            <a:bodyPr wrap="square" lIns="0" tIns="0" rIns="0" bIns="0" rtlCol="0"/>
            <a:lstStyle/>
            <a:p/>
          </p:txBody>
        </p:sp>
        <p:sp>
          <p:nvSpPr>
            <p:cNvPr id="1605" name="object 1605"/>
            <p:cNvSpPr/>
            <p:nvPr/>
          </p:nvSpPr>
          <p:spPr>
            <a:xfrm>
              <a:off x="4478020" y="1883409"/>
              <a:ext cx="104139" cy="7620"/>
            </a:xfrm>
            <a:custGeom>
              <a:avLst/>
              <a:gdLst/>
              <a:ahLst/>
              <a:cxnLst/>
              <a:rect l="l" t="t" r="r" b="b"/>
              <a:pathLst>
                <a:path w="104139" h="7619">
                  <a:moveTo>
                    <a:pt x="10414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6350" y="6350"/>
                  </a:lnTo>
                  <a:lnTo>
                    <a:pt x="6350" y="7620"/>
                  </a:lnTo>
                  <a:lnTo>
                    <a:pt x="97790" y="7620"/>
                  </a:lnTo>
                  <a:lnTo>
                    <a:pt x="97790" y="6350"/>
                  </a:lnTo>
                  <a:lnTo>
                    <a:pt x="100330" y="6350"/>
                  </a:lnTo>
                  <a:lnTo>
                    <a:pt x="100330" y="5080"/>
                  </a:lnTo>
                  <a:lnTo>
                    <a:pt x="101587" y="5080"/>
                  </a:lnTo>
                  <a:lnTo>
                    <a:pt x="101587" y="3810"/>
                  </a:lnTo>
                  <a:lnTo>
                    <a:pt x="102870" y="3810"/>
                  </a:lnTo>
                  <a:lnTo>
                    <a:pt x="102870" y="2540"/>
                  </a:lnTo>
                  <a:lnTo>
                    <a:pt x="104140" y="2540"/>
                  </a:lnTo>
                  <a:lnTo>
                    <a:pt x="104140" y="1270"/>
                  </a:lnTo>
                  <a:lnTo>
                    <a:pt x="104140" y="0"/>
                  </a:lnTo>
                  <a:close/>
                </a:path>
              </a:pathLst>
            </a:custGeom>
            <a:solidFill>
              <a:srgbClr val="7A017A"/>
            </a:solidFill>
          </p:spPr>
          <p:txBody>
            <a:bodyPr wrap="square" lIns="0" tIns="0" rIns="0" bIns="0" rtlCol="0"/>
            <a:lstStyle/>
            <a:p/>
          </p:txBody>
        </p:sp>
        <p:sp>
          <p:nvSpPr>
            <p:cNvPr id="1606" name="object 1606"/>
            <p:cNvSpPr/>
            <p:nvPr/>
          </p:nvSpPr>
          <p:spPr>
            <a:xfrm>
              <a:off x="4485640" y="1891030"/>
              <a:ext cx="88900" cy="7620"/>
            </a:xfrm>
            <a:custGeom>
              <a:avLst/>
              <a:gdLst/>
              <a:ahLst/>
              <a:cxnLst/>
              <a:rect l="l" t="t" r="r" b="b"/>
              <a:pathLst>
                <a:path w="88900" h="7619">
                  <a:moveTo>
                    <a:pt x="78740" y="6350"/>
                  </a:moveTo>
                  <a:lnTo>
                    <a:pt x="13970" y="6350"/>
                  </a:lnTo>
                  <a:lnTo>
                    <a:pt x="13970" y="7620"/>
                  </a:lnTo>
                  <a:lnTo>
                    <a:pt x="78740" y="7620"/>
                  </a:lnTo>
                  <a:lnTo>
                    <a:pt x="78740" y="6350"/>
                  </a:lnTo>
                  <a:close/>
                </a:path>
                <a:path w="88900" h="7619">
                  <a:moveTo>
                    <a:pt x="80010" y="5080"/>
                  </a:moveTo>
                  <a:lnTo>
                    <a:pt x="10160" y="5080"/>
                  </a:lnTo>
                  <a:lnTo>
                    <a:pt x="10160" y="6350"/>
                  </a:lnTo>
                  <a:lnTo>
                    <a:pt x="80010" y="6350"/>
                  </a:lnTo>
                  <a:lnTo>
                    <a:pt x="80010" y="5080"/>
                  </a:lnTo>
                  <a:close/>
                </a:path>
                <a:path w="88900" h="7619">
                  <a:moveTo>
                    <a:pt x="83819" y="3810"/>
                  </a:moveTo>
                  <a:lnTo>
                    <a:pt x="8889" y="3810"/>
                  </a:lnTo>
                  <a:lnTo>
                    <a:pt x="8889" y="5080"/>
                  </a:lnTo>
                  <a:lnTo>
                    <a:pt x="83819" y="5080"/>
                  </a:lnTo>
                  <a:lnTo>
                    <a:pt x="83819" y="3810"/>
                  </a:lnTo>
                  <a:close/>
                </a:path>
                <a:path w="88900" h="7619">
                  <a:moveTo>
                    <a:pt x="85089" y="2540"/>
                  </a:moveTo>
                  <a:lnTo>
                    <a:pt x="6350" y="2540"/>
                  </a:lnTo>
                  <a:lnTo>
                    <a:pt x="6350" y="3810"/>
                  </a:lnTo>
                  <a:lnTo>
                    <a:pt x="85089" y="3810"/>
                  </a:lnTo>
                  <a:lnTo>
                    <a:pt x="85089" y="2540"/>
                  </a:lnTo>
                  <a:close/>
                </a:path>
                <a:path w="88900" h="7619">
                  <a:moveTo>
                    <a:pt x="87630" y="1270"/>
                  </a:moveTo>
                  <a:lnTo>
                    <a:pt x="3810" y="1270"/>
                  </a:lnTo>
                  <a:lnTo>
                    <a:pt x="3810" y="2540"/>
                  </a:lnTo>
                  <a:lnTo>
                    <a:pt x="87630" y="2540"/>
                  </a:lnTo>
                  <a:lnTo>
                    <a:pt x="87630" y="1270"/>
                  </a:lnTo>
                  <a:close/>
                </a:path>
                <a:path w="88900" h="7619">
                  <a:moveTo>
                    <a:pt x="88900" y="0"/>
                  </a:moveTo>
                  <a:lnTo>
                    <a:pt x="0" y="0"/>
                  </a:lnTo>
                  <a:lnTo>
                    <a:pt x="0" y="1270"/>
                  </a:lnTo>
                  <a:lnTo>
                    <a:pt x="88900" y="1270"/>
                  </a:lnTo>
                  <a:lnTo>
                    <a:pt x="88900" y="0"/>
                  </a:lnTo>
                  <a:close/>
                </a:path>
              </a:pathLst>
            </a:custGeom>
            <a:solidFill>
              <a:srgbClr val="7B017B"/>
            </a:solidFill>
          </p:spPr>
          <p:txBody>
            <a:bodyPr wrap="square" lIns="0" tIns="0" rIns="0" bIns="0" rtlCol="0"/>
            <a:lstStyle/>
            <a:p/>
          </p:txBody>
        </p:sp>
        <p:sp>
          <p:nvSpPr>
            <p:cNvPr id="1607" name="object 1607"/>
            <p:cNvSpPr/>
            <p:nvPr/>
          </p:nvSpPr>
          <p:spPr>
            <a:xfrm>
              <a:off x="4502150" y="1898650"/>
              <a:ext cx="58419" cy="6350"/>
            </a:xfrm>
            <a:custGeom>
              <a:avLst/>
              <a:gdLst/>
              <a:ahLst/>
              <a:cxnLst/>
              <a:rect l="l" t="t" r="r" b="b"/>
              <a:pathLst>
                <a:path w="58420" h="6350">
                  <a:moveTo>
                    <a:pt x="43180" y="5079"/>
                  </a:moveTo>
                  <a:lnTo>
                    <a:pt x="16510" y="5079"/>
                  </a:lnTo>
                  <a:lnTo>
                    <a:pt x="16510" y="6350"/>
                  </a:lnTo>
                  <a:lnTo>
                    <a:pt x="43180" y="6350"/>
                  </a:lnTo>
                  <a:lnTo>
                    <a:pt x="43180" y="5079"/>
                  </a:lnTo>
                  <a:close/>
                </a:path>
                <a:path w="58420" h="6350">
                  <a:moveTo>
                    <a:pt x="48260" y="3810"/>
                  </a:moveTo>
                  <a:lnTo>
                    <a:pt x="12700" y="3810"/>
                  </a:lnTo>
                  <a:lnTo>
                    <a:pt x="12700" y="5079"/>
                  </a:lnTo>
                  <a:lnTo>
                    <a:pt x="48260" y="5079"/>
                  </a:lnTo>
                  <a:lnTo>
                    <a:pt x="48260" y="3810"/>
                  </a:lnTo>
                  <a:close/>
                </a:path>
                <a:path w="58420" h="6350">
                  <a:moveTo>
                    <a:pt x="53339" y="2539"/>
                  </a:moveTo>
                  <a:lnTo>
                    <a:pt x="3810" y="2539"/>
                  </a:lnTo>
                  <a:lnTo>
                    <a:pt x="3810" y="3810"/>
                  </a:lnTo>
                  <a:lnTo>
                    <a:pt x="53339" y="3810"/>
                  </a:lnTo>
                  <a:lnTo>
                    <a:pt x="53339" y="2539"/>
                  </a:lnTo>
                  <a:close/>
                </a:path>
                <a:path w="58420" h="6350">
                  <a:moveTo>
                    <a:pt x="57150" y="1270"/>
                  </a:moveTo>
                  <a:lnTo>
                    <a:pt x="2539" y="1270"/>
                  </a:lnTo>
                  <a:lnTo>
                    <a:pt x="2539" y="2539"/>
                  </a:lnTo>
                  <a:lnTo>
                    <a:pt x="57150" y="2539"/>
                  </a:lnTo>
                  <a:lnTo>
                    <a:pt x="57150" y="1270"/>
                  </a:lnTo>
                  <a:close/>
                </a:path>
                <a:path w="58420" h="6350">
                  <a:moveTo>
                    <a:pt x="58420" y="0"/>
                  </a:moveTo>
                  <a:lnTo>
                    <a:pt x="0" y="0"/>
                  </a:lnTo>
                  <a:lnTo>
                    <a:pt x="0" y="1270"/>
                  </a:lnTo>
                  <a:lnTo>
                    <a:pt x="58420" y="1270"/>
                  </a:lnTo>
                  <a:lnTo>
                    <a:pt x="58420" y="0"/>
                  </a:lnTo>
                  <a:close/>
                </a:path>
              </a:pathLst>
            </a:custGeom>
            <a:solidFill>
              <a:srgbClr val="7C007C"/>
            </a:solidFill>
          </p:spPr>
          <p:txBody>
            <a:bodyPr wrap="square" lIns="0" tIns="0" rIns="0" bIns="0" rtlCol="0"/>
            <a:lstStyle/>
            <a:p/>
          </p:txBody>
        </p:sp>
      </p:grpSp>
      <p:grpSp>
        <p:nvGrpSpPr>
          <p:cNvPr id="1608" name="object 1608"/>
          <p:cNvGrpSpPr/>
          <p:nvPr/>
        </p:nvGrpSpPr>
        <p:grpSpPr>
          <a:xfrm>
            <a:off x="4890770" y="1056639"/>
            <a:ext cx="217170" cy="633730"/>
            <a:chOff x="4890770" y="1056639"/>
            <a:chExt cx="217170" cy="633730"/>
          </a:xfrm>
        </p:grpSpPr>
        <p:sp>
          <p:nvSpPr>
            <p:cNvPr id="1609" name="object 1609"/>
            <p:cNvSpPr/>
            <p:nvPr/>
          </p:nvSpPr>
          <p:spPr>
            <a:xfrm>
              <a:off x="4951730" y="1056639"/>
              <a:ext cx="91440" cy="13970"/>
            </a:xfrm>
            <a:custGeom>
              <a:avLst/>
              <a:gdLst/>
              <a:ahLst/>
              <a:cxnLst/>
              <a:rect l="l" t="t" r="r" b="b"/>
              <a:pathLst>
                <a:path w="91439" h="13969">
                  <a:moveTo>
                    <a:pt x="91427" y="12700"/>
                  </a:moveTo>
                  <a:lnTo>
                    <a:pt x="88900" y="12700"/>
                  </a:lnTo>
                  <a:lnTo>
                    <a:pt x="88900" y="11430"/>
                  </a:lnTo>
                  <a:lnTo>
                    <a:pt x="87630" y="11430"/>
                  </a:lnTo>
                  <a:lnTo>
                    <a:pt x="87630" y="10160"/>
                  </a:lnTo>
                  <a:lnTo>
                    <a:pt x="86360" y="10160"/>
                  </a:lnTo>
                  <a:lnTo>
                    <a:pt x="86360" y="8890"/>
                  </a:lnTo>
                  <a:lnTo>
                    <a:pt x="82550" y="8890"/>
                  </a:lnTo>
                  <a:lnTo>
                    <a:pt x="82550" y="7620"/>
                  </a:lnTo>
                  <a:lnTo>
                    <a:pt x="81280" y="7620"/>
                  </a:lnTo>
                  <a:lnTo>
                    <a:pt x="81280" y="6350"/>
                  </a:lnTo>
                  <a:lnTo>
                    <a:pt x="77470" y="6350"/>
                  </a:lnTo>
                  <a:lnTo>
                    <a:pt x="77470" y="5080"/>
                  </a:lnTo>
                  <a:lnTo>
                    <a:pt x="74930" y="5080"/>
                  </a:lnTo>
                  <a:lnTo>
                    <a:pt x="74930" y="3810"/>
                  </a:lnTo>
                  <a:lnTo>
                    <a:pt x="69850" y="3810"/>
                  </a:lnTo>
                  <a:lnTo>
                    <a:pt x="69850" y="2540"/>
                  </a:lnTo>
                  <a:lnTo>
                    <a:pt x="55880" y="2540"/>
                  </a:lnTo>
                  <a:lnTo>
                    <a:pt x="55880" y="1270"/>
                  </a:lnTo>
                  <a:lnTo>
                    <a:pt x="41910" y="1270"/>
                  </a:lnTo>
                  <a:lnTo>
                    <a:pt x="41910" y="0"/>
                  </a:lnTo>
                  <a:lnTo>
                    <a:pt x="40640" y="0"/>
                  </a:lnTo>
                  <a:lnTo>
                    <a:pt x="40640" y="1270"/>
                  </a:lnTo>
                  <a:lnTo>
                    <a:pt x="30480" y="1270"/>
                  </a:lnTo>
                  <a:lnTo>
                    <a:pt x="30480" y="2540"/>
                  </a:lnTo>
                  <a:lnTo>
                    <a:pt x="21590" y="2540"/>
                  </a:lnTo>
                  <a:lnTo>
                    <a:pt x="21590" y="3810"/>
                  </a:lnTo>
                  <a:lnTo>
                    <a:pt x="15240" y="3810"/>
                  </a:lnTo>
                  <a:lnTo>
                    <a:pt x="15240" y="5080"/>
                  </a:lnTo>
                  <a:lnTo>
                    <a:pt x="12700" y="5080"/>
                  </a:lnTo>
                  <a:lnTo>
                    <a:pt x="12700" y="6350"/>
                  </a:lnTo>
                  <a:lnTo>
                    <a:pt x="8890" y="6350"/>
                  </a:lnTo>
                  <a:lnTo>
                    <a:pt x="8890" y="7620"/>
                  </a:lnTo>
                  <a:lnTo>
                    <a:pt x="5080" y="7620"/>
                  </a:lnTo>
                  <a:lnTo>
                    <a:pt x="5080" y="8890"/>
                  </a:lnTo>
                  <a:lnTo>
                    <a:pt x="3810" y="8890"/>
                  </a:lnTo>
                  <a:lnTo>
                    <a:pt x="3810" y="10160"/>
                  </a:lnTo>
                  <a:lnTo>
                    <a:pt x="2540" y="10160"/>
                  </a:lnTo>
                  <a:lnTo>
                    <a:pt x="2540" y="11430"/>
                  </a:lnTo>
                  <a:lnTo>
                    <a:pt x="1270" y="11430"/>
                  </a:lnTo>
                  <a:lnTo>
                    <a:pt x="1270" y="12700"/>
                  </a:lnTo>
                  <a:lnTo>
                    <a:pt x="0" y="12700"/>
                  </a:lnTo>
                  <a:lnTo>
                    <a:pt x="0" y="13970"/>
                  </a:lnTo>
                  <a:lnTo>
                    <a:pt x="91427" y="13970"/>
                  </a:lnTo>
                  <a:lnTo>
                    <a:pt x="91427" y="12700"/>
                  </a:lnTo>
                  <a:close/>
                </a:path>
              </a:pathLst>
            </a:custGeom>
            <a:solidFill>
              <a:srgbClr val="003300"/>
            </a:solidFill>
          </p:spPr>
          <p:txBody>
            <a:bodyPr wrap="square" lIns="0" tIns="0" rIns="0" bIns="0" rtlCol="0"/>
            <a:lstStyle/>
            <a:p/>
          </p:txBody>
        </p:sp>
        <p:sp>
          <p:nvSpPr>
            <p:cNvPr id="1610" name="object 1610"/>
            <p:cNvSpPr/>
            <p:nvPr/>
          </p:nvSpPr>
          <p:spPr>
            <a:xfrm>
              <a:off x="4942840" y="1070609"/>
              <a:ext cx="109220" cy="6350"/>
            </a:xfrm>
            <a:custGeom>
              <a:avLst/>
              <a:gdLst/>
              <a:ahLst/>
              <a:cxnLst/>
              <a:rect l="l" t="t" r="r" b="b"/>
              <a:pathLst>
                <a:path w="109220" h="6350">
                  <a:moveTo>
                    <a:pt x="109220" y="5080"/>
                  </a:moveTo>
                  <a:lnTo>
                    <a:pt x="107950" y="5080"/>
                  </a:lnTo>
                  <a:lnTo>
                    <a:pt x="107950" y="3810"/>
                  </a:lnTo>
                  <a:lnTo>
                    <a:pt x="106667" y="3810"/>
                  </a:lnTo>
                  <a:lnTo>
                    <a:pt x="106667" y="2540"/>
                  </a:lnTo>
                  <a:lnTo>
                    <a:pt x="105410" y="2540"/>
                  </a:lnTo>
                  <a:lnTo>
                    <a:pt x="105410" y="1270"/>
                  </a:lnTo>
                  <a:lnTo>
                    <a:pt x="101600" y="1270"/>
                  </a:lnTo>
                  <a:lnTo>
                    <a:pt x="101600" y="0"/>
                  </a:lnTo>
                  <a:lnTo>
                    <a:pt x="6350" y="0"/>
                  </a:lnTo>
                  <a:lnTo>
                    <a:pt x="6350" y="1270"/>
                  </a:lnTo>
                  <a:lnTo>
                    <a:pt x="5080" y="1270"/>
                  </a:lnTo>
                  <a:lnTo>
                    <a:pt x="5080" y="2540"/>
                  </a:lnTo>
                  <a:lnTo>
                    <a:pt x="2540" y="2540"/>
                  </a:lnTo>
                  <a:lnTo>
                    <a:pt x="2540" y="3810"/>
                  </a:lnTo>
                  <a:lnTo>
                    <a:pt x="1270" y="3810"/>
                  </a:lnTo>
                  <a:lnTo>
                    <a:pt x="1270" y="5080"/>
                  </a:lnTo>
                  <a:lnTo>
                    <a:pt x="0" y="5080"/>
                  </a:lnTo>
                  <a:lnTo>
                    <a:pt x="0" y="6350"/>
                  </a:lnTo>
                  <a:lnTo>
                    <a:pt x="109220" y="6350"/>
                  </a:lnTo>
                  <a:lnTo>
                    <a:pt x="109220" y="5080"/>
                  </a:lnTo>
                  <a:close/>
                </a:path>
              </a:pathLst>
            </a:custGeom>
            <a:solidFill>
              <a:srgbClr val="013101"/>
            </a:solidFill>
          </p:spPr>
          <p:txBody>
            <a:bodyPr wrap="square" lIns="0" tIns="0" rIns="0" bIns="0" rtlCol="0"/>
            <a:lstStyle/>
            <a:p/>
          </p:txBody>
        </p:sp>
        <p:sp>
          <p:nvSpPr>
            <p:cNvPr id="1611" name="object 1611"/>
            <p:cNvSpPr/>
            <p:nvPr/>
          </p:nvSpPr>
          <p:spPr>
            <a:xfrm>
              <a:off x="4936490" y="1076959"/>
              <a:ext cx="121920" cy="7620"/>
            </a:xfrm>
            <a:custGeom>
              <a:avLst/>
              <a:gdLst/>
              <a:ahLst/>
              <a:cxnLst/>
              <a:rect l="l" t="t" r="r" b="b"/>
              <a:pathLst>
                <a:path w="121920" h="7619">
                  <a:moveTo>
                    <a:pt x="121920" y="6350"/>
                  </a:moveTo>
                  <a:lnTo>
                    <a:pt x="120650" y="6350"/>
                  </a:lnTo>
                  <a:lnTo>
                    <a:pt x="120650" y="5080"/>
                  </a:lnTo>
                  <a:lnTo>
                    <a:pt x="119367" y="5080"/>
                  </a:lnTo>
                  <a:lnTo>
                    <a:pt x="119367" y="3810"/>
                  </a:lnTo>
                  <a:lnTo>
                    <a:pt x="119380" y="2540"/>
                  </a:lnTo>
                  <a:lnTo>
                    <a:pt x="118110" y="2540"/>
                  </a:lnTo>
                  <a:lnTo>
                    <a:pt x="118110" y="1270"/>
                  </a:lnTo>
                  <a:lnTo>
                    <a:pt x="116840" y="1270"/>
                  </a:lnTo>
                  <a:lnTo>
                    <a:pt x="1168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21920" y="7620"/>
                  </a:lnTo>
                  <a:lnTo>
                    <a:pt x="121920" y="6350"/>
                  </a:lnTo>
                  <a:close/>
                </a:path>
              </a:pathLst>
            </a:custGeom>
            <a:solidFill>
              <a:srgbClr val="033103"/>
            </a:solidFill>
          </p:spPr>
          <p:txBody>
            <a:bodyPr wrap="square" lIns="0" tIns="0" rIns="0" bIns="0" rtlCol="0"/>
            <a:lstStyle/>
            <a:p/>
          </p:txBody>
        </p:sp>
        <p:sp>
          <p:nvSpPr>
            <p:cNvPr id="1612" name="object 1612"/>
            <p:cNvSpPr/>
            <p:nvPr/>
          </p:nvSpPr>
          <p:spPr>
            <a:xfrm>
              <a:off x="4931410" y="1084579"/>
              <a:ext cx="132080" cy="7620"/>
            </a:xfrm>
            <a:custGeom>
              <a:avLst/>
              <a:gdLst/>
              <a:ahLst/>
              <a:cxnLst/>
              <a:rect l="l" t="t" r="r" b="b"/>
              <a:pathLst>
                <a:path w="132079" h="7619">
                  <a:moveTo>
                    <a:pt x="132080" y="6350"/>
                  </a:moveTo>
                  <a:lnTo>
                    <a:pt x="130797" y="6350"/>
                  </a:lnTo>
                  <a:lnTo>
                    <a:pt x="130797" y="3810"/>
                  </a:lnTo>
                  <a:lnTo>
                    <a:pt x="129540" y="3810"/>
                  </a:lnTo>
                  <a:lnTo>
                    <a:pt x="129540" y="2540"/>
                  </a:lnTo>
                  <a:lnTo>
                    <a:pt x="128270" y="2540"/>
                  </a:lnTo>
                  <a:lnTo>
                    <a:pt x="128270" y="1270"/>
                  </a:lnTo>
                  <a:lnTo>
                    <a:pt x="128270" y="0"/>
                  </a:lnTo>
                  <a:lnTo>
                    <a:pt x="3810" y="0"/>
                  </a:lnTo>
                  <a:lnTo>
                    <a:pt x="3810" y="1270"/>
                  </a:lnTo>
                  <a:lnTo>
                    <a:pt x="2540" y="1270"/>
                  </a:lnTo>
                  <a:lnTo>
                    <a:pt x="2540" y="2540"/>
                  </a:lnTo>
                  <a:lnTo>
                    <a:pt x="2540" y="3810"/>
                  </a:lnTo>
                  <a:lnTo>
                    <a:pt x="1270" y="3810"/>
                  </a:lnTo>
                  <a:lnTo>
                    <a:pt x="1270" y="6350"/>
                  </a:lnTo>
                  <a:lnTo>
                    <a:pt x="0" y="6350"/>
                  </a:lnTo>
                  <a:lnTo>
                    <a:pt x="0" y="7620"/>
                  </a:lnTo>
                  <a:lnTo>
                    <a:pt x="132080" y="7620"/>
                  </a:lnTo>
                  <a:lnTo>
                    <a:pt x="132080" y="6350"/>
                  </a:lnTo>
                  <a:close/>
                </a:path>
              </a:pathLst>
            </a:custGeom>
            <a:solidFill>
              <a:srgbClr val="043004"/>
            </a:solidFill>
          </p:spPr>
          <p:txBody>
            <a:bodyPr wrap="square" lIns="0" tIns="0" rIns="0" bIns="0" rtlCol="0"/>
            <a:lstStyle/>
            <a:p/>
          </p:txBody>
        </p:sp>
        <p:sp>
          <p:nvSpPr>
            <p:cNvPr id="1613" name="object 1613"/>
            <p:cNvSpPr/>
            <p:nvPr/>
          </p:nvSpPr>
          <p:spPr>
            <a:xfrm>
              <a:off x="4927600" y="1092199"/>
              <a:ext cx="139700" cy="6350"/>
            </a:xfrm>
            <a:custGeom>
              <a:avLst/>
              <a:gdLst/>
              <a:ahLst/>
              <a:cxnLst/>
              <a:rect l="l" t="t" r="r" b="b"/>
              <a:pathLst>
                <a:path w="139700" h="6350">
                  <a:moveTo>
                    <a:pt x="139700" y="5080"/>
                  </a:moveTo>
                  <a:lnTo>
                    <a:pt x="138430" y="5080"/>
                  </a:lnTo>
                  <a:lnTo>
                    <a:pt x="138430" y="3810"/>
                  </a:lnTo>
                  <a:lnTo>
                    <a:pt x="138430" y="2540"/>
                  </a:lnTo>
                  <a:lnTo>
                    <a:pt x="137160" y="2540"/>
                  </a:lnTo>
                  <a:lnTo>
                    <a:pt x="137160" y="1270"/>
                  </a:lnTo>
                  <a:lnTo>
                    <a:pt x="135890" y="1270"/>
                  </a:lnTo>
                  <a:lnTo>
                    <a:pt x="135890" y="0"/>
                  </a:lnTo>
                  <a:lnTo>
                    <a:pt x="2540" y="0"/>
                  </a:lnTo>
                  <a:lnTo>
                    <a:pt x="2540" y="1270"/>
                  </a:lnTo>
                  <a:lnTo>
                    <a:pt x="2540" y="2540"/>
                  </a:lnTo>
                  <a:lnTo>
                    <a:pt x="1270" y="2540"/>
                  </a:lnTo>
                  <a:lnTo>
                    <a:pt x="1270" y="3810"/>
                  </a:lnTo>
                  <a:lnTo>
                    <a:pt x="0" y="3810"/>
                  </a:lnTo>
                  <a:lnTo>
                    <a:pt x="0" y="5080"/>
                  </a:lnTo>
                  <a:lnTo>
                    <a:pt x="0" y="6350"/>
                  </a:lnTo>
                  <a:lnTo>
                    <a:pt x="139700" y="6350"/>
                  </a:lnTo>
                  <a:lnTo>
                    <a:pt x="139700" y="5080"/>
                  </a:lnTo>
                  <a:close/>
                </a:path>
              </a:pathLst>
            </a:custGeom>
            <a:solidFill>
              <a:srgbClr val="063006"/>
            </a:solidFill>
          </p:spPr>
          <p:txBody>
            <a:bodyPr wrap="square" lIns="0" tIns="0" rIns="0" bIns="0" rtlCol="0"/>
            <a:lstStyle/>
            <a:p/>
          </p:txBody>
        </p:sp>
        <p:sp>
          <p:nvSpPr>
            <p:cNvPr id="1614" name="object 1614"/>
            <p:cNvSpPr/>
            <p:nvPr/>
          </p:nvSpPr>
          <p:spPr>
            <a:xfrm>
              <a:off x="4923790" y="1098549"/>
              <a:ext cx="147320" cy="7620"/>
            </a:xfrm>
            <a:custGeom>
              <a:avLst/>
              <a:gdLst/>
              <a:ahLst/>
              <a:cxnLst/>
              <a:rect l="l" t="t" r="r" b="b"/>
              <a:pathLst>
                <a:path w="147320" h="7619">
                  <a:moveTo>
                    <a:pt x="147320" y="5080"/>
                  </a:moveTo>
                  <a:lnTo>
                    <a:pt x="146050" y="5080"/>
                  </a:lnTo>
                  <a:lnTo>
                    <a:pt x="146050" y="2540"/>
                  </a:lnTo>
                  <a:lnTo>
                    <a:pt x="144767" y="2540"/>
                  </a:lnTo>
                  <a:lnTo>
                    <a:pt x="144767" y="0"/>
                  </a:lnTo>
                  <a:lnTo>
                    <a:pt x="2540" y="0"/>
                  </a:lnTo>
                  <a:lnTo>
                    <a:pt x="2540" y="2540"/>
                  </a:lnTo>
                  <a:lnTo>
                    <a:pt x="1270" y="2540"/>
                  </a:lnTo>
                  <a:lnTo>
                    <a:pt x="1270" y="5080"/>
                  </a:lnTo>
                  <a:lnTo>
                    <a:pt x="0" y="5080"/>
                  </a:lnTo>
                  <a:lnTo>
                    <a:pt x="0" y="7620"/>
                  </a:lnTo>
                  <a:lnTo>
                    <a:pt x="147320" y="7620"/>
                  </a:lnTo>
                  <a:lnTo>
                    <a:pt x="147320" y="5080"/>
                  </a:lnTo>
                  <a:close/>
                </a:path>
              </a:pathLst>
            </a:custGeom>
            <a:solidFill>
              <a:srgbClr val="072F07"/>
            </a:solidFill>
          </p:spPr>
          <p:txBody>
            <a:bodyPr wrap="square" lIns="0" tIns="0" rIns="0" bIns="0" rtlCol="0"/>
            <a:lstStyle/>
            <a:p/>
          </p:txBody>
        </p:sp>
        <p:sp>
          <p:nvSpPr>
            <p:cNvPr id="1615" name="object 1615"/>
            <p:cNvSpPr/>
            <p:nvPr/>
          </p:nvSpPr>
          <p:spPr>
            <a:xfrm>
              <a:off x="4921250" y="1106169"/>
              <a:ext cx="152400" cy="7620"/>
            </a:xfrm>
            <a:custGeom>
              <a:avLst/>
              <a:gdLst/>
              <a:ahLst/>
              <a:cxnLst/>
              <a:rect l="l" t="t" r="r" b="b"/>
              <a:pathLst>
                <a:path w="152400" h="7619">
                  <a:moveTo>
                    <a:pt x="152400" y="6350"/>
                  </a:moveTo>
                  <a:lnTo>
                    <a:pt x="151130" y="6350"/>
                  </a:lnTo>
                  <a:lnTo>
                    <a:pt x="151130" y="5080"/>
                  </a:lnTo>
                  <a:lnTo>
                    <a:pt x="151130" y="2540"/>
                  </a:lnTo>
                  <a:lnTo>
                    <a:pt x="149860" y="2540"/>
                  </a:lnTo>
                  <a:lnTo>
                    <a:pt x="149860" y="1270"/>
                  </a:lnTo>
                  <a:lnTo>
                    <a:pt x="149860" y="0"/>
                  </a:lnTo>
                  <a:lnTo>
                    <a:pt x="2540" y="0"/>
                  </a:lnTo>
                  <a:lnTo>
                    <a:pt x="2540" y="1270"/>
                  </a:lnTo>
                  <a:lnTo>
                    <a:pt x="1270" y="1270"/>
                  </a:lnTo>
                  <a:lnTo>
                    <a:pt x="1270" y="2540"/>
                  </a:lnTo>
                  <a:lnTo>
                    <a:pt x="1270" y="5080"/>
                  </a:lnTo>
                  <a:lnTo>
                    <a:pt x="0" y="5080"/>
                  </a:lnTo>
                  <a:lnTo>
                    <a:pt x="0" y="6350"/>
                  </a:lnTo>
                  <a:lnTo>
                    <a:pt x="0" y="7620"/>
                  </a:lnTo>
                  <a:lnTo>
                    <a:pt x="152400" y="7620"/>
                  </a:lnTo>
                  <a:lnTo>
                    <a:pt x="152400" y="6350"/>
                  </a:lnTo>
                  <a:close/>
                </a:path>
              </a:pathLst>
            </a:custGeom>
            <a:solidFill>
              <a:srgbClr val="092E09"/>
            </a:solidFill>
          </p:spPr>
          <p:txBody>
            <a:bodyPr wrap="square" lIns="0" tIns="0" rIns="0" bIns="0" rtlCol="0"/>
            <a:lstStyle/>
            <a:p/>
          </p:txBody>
        </p:sp>
        <p:sp>
          <p:nvSpPr>
            <p:cNvPr id="1616" name="object 1616"/>
            <p:cNvSpPr/>
            <p:nvPr/>
          </p:nvSpPr>
          <p:spPr>
            <a:xfrm>
              <a:off x="4918710" y="1113789"/>
              <a:ext cx="157480" cy="6350"/>
            </a:xfrm>
            <a:custGeom>
              <a:avLst/>
              <a:gdLst/>
              <a:ahLst/>
              <a:cxnLst/>
              <a:rect l="l" t="t" r="r" b="b"/>
              <a:pathLst>
                <a:path w="157479" h="6350">
                  <a:moveTo>
                    <a:pt x="157480" y="5080"/>
                  </a:moveTo>
                  <a:lnTo>
                    <a:pt x="156210" y="5080"/>
                  </a:lnTo>
                  <a:lnTo>
                    <a:pt x="156210" y="3810"/>
                  </a:lnTo>
                  <a:lnTo>
                    <a:pt x="156197" y="1270"/>
                  </a:lnTo>
                  <a:lnTo>
                    <a:pt x="154940" y="1270"/>
                  </a:lnTo>
                  <a:lnTo>
                    <a:pt x="154940" y="0"/>
                  </a:lnTo>
                  <a:lnTo>
                    <a:pt x="1270" y="0"/>
                  </a:lnTo>
                  <a:lnTo>
                    <a:pt x="1270" y="1270"/>
                  </a:lnTo>
                  <a:lnTo>
                    <a:pt x="1270" y="3810"/>
                  </a:lnTo>
                  <a:lnTo>
                    <a:pt x="0" y="3810"/>
                  </a:lnTo>
                  <a:lnTo>
                    <a:pt x="0" y="5080"/>
                  </a:lnTo>
                  <a:lnTo>
                    <a:pt x="0" y="6350"/>
                  </a:lnTo>
                  <a:lnTo>
                    <a:pt x="157480" y="6350"/>
                  </a:lnTo>
                  <a:lnTo>
                    <a:pt x="157480" y="5080"/>
                  </a:lnTo>
                  <a:close/>
                </a:path>
              </a:pathLst>
            </a:custGeom>
            <a:solidFill>
              <a:srgbClr val="0A2E0A"/>
            </a:solidFill>
          </p:spPr>
          <p:txBody>
            <a:bodyPr wrap="square" lIns="0" tIns="0" rIns="0" bIns="0" rtlCol="0"/>
            <a:lstStyle/>
            <a:p/>
          </p:txBody>
        </p:sp>
        <p:sp>
          <p:nvSpPr>
            <p:cNvPr id="1617" name="object 1617"/>
            <p:cNvSpPr/>
            <p:nvPr/>
          </p:nvSpPr>
          <p:spPr>
            <a:xfrm>
              <a:off x="4914900" y="1120139"/>
              <a:ext cx="163830" cy="7620"/>
            </a:xfrm>
            <a:custGeom>
              <a:avLst/>
              <a:gdLst/>
              <a:ahLst/>
              <a:cxnLst/>
              <a:rect l="l" t="t" r="r" b="b"/>
              <a:pathLst>
                <a:path w="163829" h="7619">
                  <a:moveTo>
                    <a:pt x="161290" y="0"/>
                  </a:moveTo>
                  <a:lnTo>
                    <a:pt x="2540" y="0"/>
                  </a:lnTo>
                  <a:lnTo>
                    <a:pt x="2540" y="2540"/>
                  </a:lnTo>
                  <a:lnTo>
                    <a:pt x="161290" y="2540"/>
                  </a:lnTo>
                  <a:lnTo>
                    <a:pt x="161290" y="0"/>
                  </a:lnTo>
                  <a:close/>
                </a:path>
                <a:path w="163829" h="7619">
                  <a:moveTo>
                    <a:pt x="163830" y="5080"/>
                  </a:moveTo>
                  <a:lnTo>
                    <a:pt x="162560" y="5080"/>
                  </a:lnTo>
                  <a:lnTo>
                    <a:pt x="162560" y="2552"/>
                  </a:lnTo>
                  <a:lnTo>
                    <a:pt x="1270" y="2552"/>
                  </a:lnTo>
                  <a:lnTo>
                    <a:pt x="1270" y="5080"/>
                  </a:lnTo>
                  <a:lnTo>
                    <a:pt x="0" y="5080"/>
                  </a:lnTo>
                  <a:lnTo>
                    <a:pt x="0" y="7620"/>
                  </a:lnTo>
                  <a:lnTo>
                    <a:pt x="163830" y="7620"/>
                  </a:lnTo>
                  <a:lnTo>
                    <a:pt x="163830" y="5080"/>
                  </a:lnTo>
                  <a:close/>
                </a:path>
              </a:pathLst>
            </a:custGeom>
            <a:solidFill>
              <a:srgbClr val="0B2D0B"/>
            </a:solidFill>
          </p:spPr>
          <p:txBody>
            <a:bodyPr wrap="square" lIns="0" tIns="0" rIns="0" bIns="0" rtlCol="0"/>
            <a:lstStyle/>
            <a:p/>
          </p:txBody>
        </p:sp>
        <p:sp>
          <p:nvSpPr>
            <p:cNvPr id="1618" name="object 1618"/>
            <p:cNvSpPr/>
            <p:nvPr/>
          </p:nvSpPr>
          <p:spPr>
            <a:xfrm>
              <a:off x="4912360" y="1127759"/>
              <a:ext cx="168910" cy="7620"/>
            </a:xfrm>
            <a:custGeom>
              <a:avLst/>
              <a:gdLst/>
              <a:ahLst/>
              <a:cxnLst/>
              <a:rect l="l" t="t" r="r" b="b"/>
              <a:pathLst>
                <a:path w="168910" h="7619">
                  <a:moveTo>
                    <a:pt x="168910" y="5080"/>
                  </a:moveTo>
                  <a:lnTo>
                    <a:pt x="167640" y="5080"/>
                  </a:lnTo>
                  <a:lnTo>
                    <a:pt x="167640" y="1270"/>
                  </a:lnTo>
                  <a:lnTo>
                    <a:pt x="166370" y="1270"/>
                  </a:lnTo>
                  <a:lnTo>
                    <a:pt x="166370" y="0"/>
                  </a:lnTo>
                  <a:lnTo>
                    <a:pt x="2540" y="0"/>
                  </a:lnTo>
                  <a:lnTo>
                    <a:pt x="2540" y="1270"/>
                  </a:lnTo>
                  <a:lnTo>
                    <a:pt x="1270" y="1270"/>
                  </a:lnTo>
                  <a:lnTo>
                    <a:pt x="1270" y="5080"/>
                  </a:lnTo>
                  <a:lnTo>
                    <a:pt x="0" y="5080"/>
                  </a:lnTo>
                  <a:lnTo>
                    <a:pt x="0" y="7620"/>
                  </a:lnTo>
                  <a:lnTo>
                    <a:pt x="168910" y="7620"/>
                  </a:lnTo>
                  <a:lnTo>
                    <a:pt x="168910" y="5080"/>
                  </a:lnTo>
                  <a:close/>
                </a:path>
              </a:pathLst>
            </a:custGeom>
            <a:solidFill>
              <a:srgbClr val="0D2D0D"/>
            </a:solidFill>
          </p:spPr>
          <p:txBody>
            <a:bodyPr wrap="square" lIns="0" tIns="0" rIns="0" bIns="0" rtlCol="0"/>
            <a:lstStyle/>
            <a:p/>
          </p:txBody>
        </p:sp>
        <p:sp>
          <p:nvSpPr>
            <p:cNvPr id="1619" name="object 1619"/>
            <p:cNvSpPr/>
            <p:nvPr/>
          </p:nvSpPr>
          <p:spPr>
            <a:xfrm>
              <a:off x="4911090" y="1135379"/>
              <a:ext cx="171450" cy="6350"/>
            </a:xfrm>
            <a:custGeom>
              <a:avLst/>
              <a:gdLst/>
              <a:ahLst/>
              <a:cxnLst/>
              <a:rect l="l" t="t" r="r" b="b"/>
              <a:pathLst>
                <a:path w="171450" h="6350">
                  <a:moveTo>
                    <a:pt x="171450" y="3810"/>
                  </a:moveTo>
                  <a:lnTo>
                    <a:pt x="170167" y="3810"/>
                  </a:lnTo>
                  <a:lnTo>
                    <a:pt x="170167" y="1270"/>
                  </a:lnTo>
                  <a:lnTo>
                    <a:pt x="170180" y="0"/>
                  </a:lnTo>
                  <a:lnTo>
                    <a:pt x="1270" y="0"/>
                  </a:lnTo>
                  <a:lnTo>
                    <a:pt x="1270" y="1270"/>
                  </a:lnTo>
                  <a:lnTo>
                    <a:pt x="0" y="1270"/>
                  </a:lnTo>
                  <a:lnTo>
                    <a:pt x="0" y="3810"/>
                  </a:lnTo>
                  <a:lnTo>
                    <a:pt x="0" y="6350"/>
                  </a:lnTo>
                  <a:lnTo>
                    <a:pt x="171450" y="6350"/>
                  </a:lnTo>
                  <a:lnTo>
                    <a:pt x="171450" y="3810"/>
                  </a:lnTo>
                  <a:close/>
                </a:path>
              </a:pathLst>
            </a:custGeom>
            <a:solidFill>
              <a:srgbClr val="0E2C0E"/>
            </a:solidFill>
          </p:spPr>
          <p:txBody>
            <a:bodyPr wrap="square" lIns="0" tIns="0" rIns="0" bIns="0" rtlCol="0"/>
            <a:lstStyle/>
            <a:p/>
          </p:txBody>
        </p:sp>
        <p:sp>
          <p:nvSpPr>
            <p:cNvPr id="1620" name="object 1620"/>
            <p:cNvSpPr/>
            <p:nvPr/>
          </p:nvSpPr>
          <p:spPr>
            <a:xfrm>
              <a:off x="4909820" y="1141729"/>
              <a:ext cx="173990" cy="7620"/>
            </a:xfrm>
            <a:custGeom>
              <a:avLst/>
              <a:gdLst/>
              <a:ahLst/>
              <a:cxnLst/>
              <a:rect l="l" t="t" r="r" b="b"/>
              <a:pathLst>
                <a:path w="173989" h="7619">
                  <a:moveTo>
                    <a:pt x="173990" y="3810"/>
                  </a:moveTo>
                  <a:lnTo>
                    <a:pt x="172720" y="3810"/>
                  </a:lnTo>
                  <a:lnTo>
                    <a:pt x="172720" y="1270"/>
                  </a:lnTo>
                  <a:lnTo>
                    <a:pt x="172720" y="0"/>
                  </a:lnTo>
                  <a:lnTo>
                    <a:pt x="1270" y="0"/>
                  </a:lnTo>
                  <a:lnTo>
                    <a:pt x="1270" y="1270"/>
                  </a:lnTo>
                  <a:lnTo>
                    <a:pt x="0" y="1270"/>
                  </a:lnTo>
                  <a:lnTo>
                    <a:pt x="0" y="3810"/>
                  </a:lnTo>
                  <a:lnTo>
                    <a:pt x="0" y="7620"/>
                  </a:lnTo>
                  <a:lnTo>
                    <a:pt x="173990" y="7620"/>
                  </a:lnTo>
                  <a:lnTo>
                    <a:pt x="173990" y="3810"/>
                  </a:lnTo>
                  <a:close/>
                </a:path>
              </a:pathLst>
            </a:custGeom>
            <a:solidFill>
              <a:srgbClr val="102C10"/>
            </a:solidFill>
          </p:spPr>
          <p:txBody>
            <a:bodyPr wrap="square" lIns="0" tIns="0" rIns="0" bIns="0" rtlCol="0"/>
            <a:lstStyle/>
            <a:p/>
          </p:txBody>
        </p:sp>
        <p:sp>
          <p:nvSpPr>
            <p:cNvPr id="1621" name="object 1621"/>
            <p:cNvSpPr/>
            <p:nvPr/>
          </p:nvSpPr>
          <p:spPr>
            <a:xfrm>
              <a:off x="4907280" y="1149349"/>
              <a:ext cx="177800" cy="7620"/>
            </a:xfrm>
            <a:custGeom>
              <a:avLst/>
              <a:gdLst/>
              <a:ahLst/>
              <a:cxnLst/>
              <a:rect l="l" t="t" r="r" b="b"/>
              <a:pathLst>
                <a:path w="177800" h="7619">
                  <a:moveTo>
                    <a:pt x="177800" y="5092"/>
                  </a:moveTo>
                  <a:lnTo>
                    <a:pt x="0" y="5092"/>
                  </a:lnTo>
                  <a:lnTo>
                    <a:pt x="0" y="7620"/>
                  </a:lnTo>
                  <a:lnTo>
                    <a:pt x="177800" y="7620"/>
                  </a:lnTo>
                  <a:lnTo>
                    <a:pt x="177800" y="5092"/>
                  </a:lnTo>
                  <a:close/>
                </a:path>
                <a:path w="177800" h="7619">
                  <a:moveTo>
                    <a:pt x="177800" y="1270"/>
                  </a:moveTo>
                  <a:lnTo>
                    <a:pt x="176530" y="1270"/>
                  </a:lnTo>
                  <a:lnTo>
                    <a:pt x="176530" y="0"/>
                  </a:lnTo>
                  <a:lnTo>
                    <a:pt x="1270" y="0"/>
                  </a:lnTo>
                  <a:lnTo>
                    <a:pt x="1270" y="1270"/>
                  </a:lnTo>
                  <a:lnTo>
                    <a:pt x="1270" y="5080"/>
                  </a:lnTo>
                  <a:lnTo>
                    <a:pt x="177800" y="5080"/>
                  </a:lnTo>
                  <a:lnTo>
                    <a:pt x="177800" y="1270"/>
                  </a:lnTo>
                  <a:close/>
                </a:path>
              </a:pathLst>
            </a:custGeom>
            <a:solidFill>
              <a:srgbClr val="112B11"/>
            </a:solidFill>
          </p:spPr>
          <p:txBody>
            <a:bodyPr wrap="square" lIns="0" tIns="0" rIns="0" bIns="0" rtlCol="0"/>
            <a:lstStyle/>
            <a:p/>
          </p:txBody>
        </p:sp>
        <p:sp>
          <p:nvSpPr>
            <p:cNvPr id="1622" name="object 1622"/>
            <p:cNvSpPr/>
            <p:nvPr/>
          </p:nvSpPr>
          <p:spPr>
            <a:xfrm>
              <a:off x="4906010" y="1156969"/>
              <a:ext cx="180340" cy="6350"/>
            </a:xfrm>
            <a:custGeom>
              <a:avLst/>
              <a:gdLst/>
              <a:ahLst/>
              <a:cxnLst/>
              <a:rect l="l" t="t" r="r" b="b"/>
              <a:pathLst>
                <a:path w="180339" h="6350">
                  <a:moveTo>
                    <a:pt x="180340" y="1282"/>
                  </a:moveTo>
                  <a:lnTo>
                    <a:pt x="0" y="1282"/>
                  </a:lnTo>
                  <a:lnTo>
                    <a:pt x="0" y="6350"/>
                  </a:lnTo>
                  <a:lnTo>
                    <a:pt x="180340" y="6350"/>
                  </a:lnTo>
                  <a:lnTo>
                    <a:pt x="180340" y="1282"/>
                  </a:lnTo>
                  <a:close/>
                </a:path>
                <a:path w="180339" h="6350">
                  <a:moveTo>
                    <a:pt x="180340" y="0"/>
                  </a:moveTo>
                  <a:lnTo>
                    <a:pt x="1270" y="0"/>
                  </a:lnTo>
                  <a:lnTo>
                    <a:pt x="1270" y="1270"/>
                  </a:lnTo>
                  <a:lnTo>
                    <a:pt x="180340" y="1270"/>
                  </a:lnTo>
                  <a:lnTo>
                    <a:pt x="180340" y="0"/>
                  </a:lnTo>
                  <a:close/>
                </a:path>
              </a:pathLst>
            </a:custGeom>
            <a:solidFill>
              <a:srgbClr val="132A13"/>
            </a:solidFill>
          </p:spPr>
          <p:txBody>
            <a:bodyPr wrap="square" lIns="0" tIns="0" rIns="0" bIns="0" rtlCol="0"/>
            <a:lstStyle/>
            <a:p/>
          </p:txBody>
        </p:sp>
        <p:sp>
          <p:nvSpPr>
            <p:cNvPr id="1623" name="object 1623"/>
            <p:cNvSpPr/>
            <p:nvPr/>
          </p:nvSpPr>
          <p:spPr>
            <a:xfrm>
              <a:off x="4904740" y="1163319"/>
              <a:ext cx="184150" cy="7620"/>
            </a:xfrm>
            <a:custGeom>
              <a:avLst/>
              <a:gdLst/>
              <a:ahLst/>
              <a:cxnLst/>
              <a:rect l="l" t="t" r="r" b="b"/>
              <a:pathLst>
                <a:path w="184150" h="7619">
                  <a:moveTo>
                    <a:pt x="184150" y="6350"/>
                  </a:moveTo>
                  <a:lnTo>
                    <a:pt x="182867" y="6350"/>
                  </a:lnTo>
                  <a:lnTo>
                    <a:pt x="182867" y="1270"/>
                  </a:lnTo>
                  <a:lnTo>
                    <a:pt x="181610" y="1270"/>
                  </a:lnTo>
                  <a:lnTo>
                    <a:pt x="181610" y="0"/>
                  </a:lnTo>
                  <a:lnTo>
                    <a:pt x="0" y="0"/>
                  </a:lnTo>
                  <a:lnTo>
                    <a:pt x="0" y="1270"/>
                  </a:lnTo>
                  <a:lnTo>
                    <a:pt x="0" y="6350"/>
                  </a:lnTo>
                  <a:lnTo>
                    <a:pt x="0" y="7620"/>
                  </a:lnTo>
                  <a:lnTo>
                    <a:pt x="184150" y="7620"/>
                  </a:lnTo>
                  <a:lnTo>
                    <a:pt x="184150" y="6350"/>
                  </a:lnTo>
                  <a:close/>
                </a:path>
              </a:pathLst>
            </a:custGeom>
            <a:solidFill>
              <a:srgbClr val="142A14"/>
            </a:solidFill>
          </p:spPr>
          <p:txBody>
            <a:bodyPr wrap="square" lIns="0" tIns="0" rIns="0" bIns="0" rtlCol="0"/>
            <a:lstStyle/>
            <a:p/>
          </p:txBody>
        </p:sp>
        <p:sp>
          <p:nvSpPr>
            <p:cNvPr id="1624" name="object 1624"/>
            <p:cNvSpPr/>
            <p:nvPr/>
          </p:nvSpPr>
          <p:spPr>
            <a:xfrm>
              <a:off x="4903470" y="1170939"/>
              <a:ext cx="185420" cy="7620"/>
            </a:xfrm>
            <a:custGeom>
              <a:avLst/>
              <a:gdLst/>
              <a:ahLst/>
              <a:cxnLst/>
              <a:rect l="l" t="t" r="r" b="b"/>
              <a:pathLst>
                <a:path w="185420" h="7619">
                  <a:moveTo>
                    <a:pt x="185419" y="0"/>
                  </a:moveTo>
                  <a:lnTo>
                    <a:pt x="0" y="0"/>
                  </a:lnTo>
                  <a:lnTo>
                    <a:pt x="0" y="7620"/>
                  </a:lnTo>
                  <a:lnTo>
                    <a:pt x="185420" y="7620"/>
                  </a:lnTo>
                  <a:lnTo>
                    <a:pt x="185419" y="0"/>
                  </a:lnTo>
                  <a:close/>
                </a:path>
              </a:pathLst>
            </a:custGeom>
            <a:solidFill>
              <a:srgbClr val="162916"/>
            </a:solidFill>
          </p:spPr>
          <p:txBody>
            <a:bodyPr wrap="square" lIns="0" tIns="0" rIns="0" bIns="0" rtlCol="0"/>
            <a:lstStyle/>
            <a:p/>
          </p:txBody>
        </p:sp>
        <p:sp>
          <p:nvSpPr>
            <p:cNvPr id="1625" name="object 1625"/>
            <p:cNvSpPr/>
            <p:nvPr/>
          </p:nvSpPr>
          <p:spPr>
            <a:xfrm>
              <a:off x="4902200" y="1178559"/>
              <a:ext cx="187960" cy="6350"/>
            </a:xfrm>
            <a:custGeom>
              <a:avLst/>
              <a:gdLst/>
              <a:ahLst/>
              <a:cxnLst/>
              <a:rect l="l" t="t" r="r" b="b"/>
              <a:pathLst>
                <a:path w="187960" h="6350">
                  <a:moveTo>
                    <a:pt x="187960" y="0"/>
                  </a:moveTo>
                  <a:lnTo>
                    <a:pt x="1270" y="0"/>
                  </a:lnTo>
                  <a:lnTo>
                    <a:pt x="1270" y="3810"/>
                  </a:lnTo>
                  <a:lnTo>
                    <a:pt x="0" y="3810"/>
                  </a:lnTo>
                  <a:lnTo>
                    <a:pt x="0" y="6350"/>
                  </a:lnTo>
                  <a:lnTo>
                    <a:pt x="187960" y="6350"/>
                  </a:lnTo>
                  <a:lnTo>
                    <a:pt x="187960" y="3810"/>
                  </a:lnTo>
                  <a:lnTo>
                    <a:pt x="187960" y="0"/>
                  </a:lnTo>
                  <a:close/>
                </a:path>
              </a:pathLst>
            </a:custGeom>
            <a:solidFill>
              <a:srgbClr val="172917"/>
            </a:solidFill>
          </p:spPr>
          <p:txBody>
            <a:bodyPr wrap="square" lIns="0" tIns="0" rIns="0" bIns="0" rtlCol="0"/>
            <a:lstStyle/>
            <a:p/>
          </p:txBody>
        </p:sp>
        <p:sp>
          <p:nvSpPr>
            <p:cNvPr id="1626" name="object 1626"/>
            <p:cNvSpPr/>
            <p:nvPr/>
          </p:nvSpPr>
          <p:spPr>
            <a:xfrm>
              <a:off x="4902200" y="1184909"/>
              <a:ext cx="189230" cy="7620"/>
            </a:xfrm>
            <a:custGeom>
              <a:avLst/>
              <a:gdLst/>
              <a:ahLst/>
              <a:cxnLst/>
              <a:rect l="l" t="t" r="r" b="b"/>
              <a:pathLst>
                <a:path w="189229" h="7619">
                  <a:moveTo>
                    <a:pt x="187960" y="0"/>
                  </a:moveTo>
                  <a:lnTo>
                    <a:pt x="0" y="0"/>
                  </a:lnTo>
                  <a:lnTo>
                    <a:pt x="0" y="5080"/>
                  </a:lnTo>
                  <a:lnTo>
                    <a:pt x="187960" y="5080"/>
                  </a:lnTo>
                  <a:lnTo>
                    <a:pt x="187960" y="0"/>
                  </a:lnTo>
                  <a:close/>
                </a:path>
                <a:path w="189229" h="7619">
                  <a:moveTo>
                    <a:pt x="189230" y="5092"/>
                  </a:moveTo>
                  <a:lnTo>
                    <a:pt x="0" y="5092"/>
                  </a:lnTo>
                  <a:lnTo>
                    <a:pt x="0" y="7620"/>
                  </a:lnTo>
                  <a:lnTo>
                    <a:pt x="189230" y="7620"/>
                  </a:lnTo>
                  <a:lnTo>
                    <a:pt x="189230" y="5092"/>
                  </a:lnTo>
                  <a:close/>
                </a:path>
              </a:pathLst>
            </a:custGeom>
            <a:solidFill>
              <a:srgbClr val="182818"/>
            </a:solidFill>
          </p:spPr>
          <p:txBody>
            <a:bodyPr wrap="square" lIns="0" tIns="0" rIns="0" bIns="0" rtlCol="0"/>
            <a:lstStyle/>
            <a:p/>
          </p:txBody>
        </p:sp>
        <p:sp>
          <p:nvSpPr>
            <p:cNvPr id="1627" name="object 1627"/>
            <p:cNvSpPr/>
            <p:nvPr/>
          </p:nvSpPr>
          <p:spPr>
            <a:xfrm>
              <a:off x="4900930" y="1192529"/>
              <a:ext cx="190500" cy="7620"/>
            </a:xfrm>
            <a:custGeom>
              <a:avLst/>
              <a:gdLst/>
              <a:ahLst/>
              <a:cxnLst/>
              <a:rect l="l" t="t" r="r" b="b"/>
              <a:pathLst>
                <a:path w="190500" h="7619">
                  <a:moveTo>
                    <a:pt x="190500" y="0"/>
                  </a:moveTo>
                  <a:lnTo>
                    <a:pt x="1270" y="0"/>
                  </a:lnTo>
                  <a:lnTo>
                    <a:pt x="1270" y="2540"/>
                  </a:lnTo>
                  <a:lnTo>
                    <a:pt x="0" y="2540"/>
                  </a:lnTo>
                  <a:lnTo>
                    <a:pt x="0" y="7620"/>
                  </a:lnTo>
                  <a:lnTo>
                    <a:pt x="190500" y="7620"/>
                  </a:lnTo>
                  <a:lnTo>
                    <a:pt x="190500" y="2540"/>
                  </a:lnTo>
                  <a:lnTo>
                    <a:pt x="190500" y="0"/>
                  </a:lnTo>
                  <a:close/>
                </a:path>
              </a:pathLst>
            </a:custGeom>
            <a:solidFill>
              <a:srgbClr val="1A281A"/>
            </a:solidFill>
          </p:spPr>
          <p:txBody>
            <a:bodyPr wrap="square" lIns="0" tIns="0" rIns="0" bIns="0" rtlCol="0"/>
            <a:lstStyle/>
            <a:p/>
          </p:txBody>
        </p:sp>
        <p:sp>
          <p:nvSpPr>
            <p:cNvPr id="1628" name="object 1628"/>
            <p:cNvSpPr/>
            <p:nvPr/>
          </p:nvSpPr>
          <p:spPr>
            <a:xfrm>
              <a:off x="4900930" y="1200149"/>
              <a:ext cx="191770" cy="6350"/>
            </a:xfrm>
            <a:custGeom>
              <a:avLst/>
              <a:gdLst/>
              <a:ahLst/>
              <a:cxnLst/>
              <a:rect l="l" t="t" r="r" b="b"/>
              <a:pathLst>
                <a:path w="191770" h="6350">
                  <a:moveTo>
                    <a:pt x="191770" y="1270"/>
                  </a:moveTo>
                  <a:lnTo>
                    <a:pt x="190500" y="1270"/>
                  </a:lnTo>
                  <a:lnTo>
                    <a:pt x="190500" y="0"/>
                  </a:lnTo>
                  <a:lnTo>
                    <a:pt x="0" y="0"/>
                  </a:lnTo>
                  <a:lnTo>
                    <a:pt x="0" y="1270"/>
                  </a:lnTo>
                  <a:lnTo>
                    <a:pt x="0" y="6350"/>
                  </a:lnTo>
                  <a:lnTo>
                    <a:pt x="191770" y="6350"/>
                  </a:lnTo>
                  <a:lnTo>
                    <a:pt x="191770" y="1270"/>
                  </a:lnTo>
                  <a:close/>
                </a:path>
              </a:pathLst>
            </a:custGeom>
            <a:solidFill>
              <a:srgbClr val="1B271B"/>
            </a:solidFill>
          </p:spPr>
          <p:txBody>
            <a:bodyPr wrap="square" lIns="0" tIns="0" rIns="0" bIns="0" rtlCol="0"/>
            <a:lstStyle/>
            <a:p/>
          </p:txBody>
        </p:sp>
        <p:sp>
          <p:nvSpPr>
            <p:cNvPr id="1629" name="object 1629"/>
            <p:cNvSpPr/>
            <p:nvPr/>
          </p:nvSpPr>
          <p:spPr>
            <a:xfrm>
              <a:off x="4899660" y="1206499"/>
              <a:ext cx="194310" cy="7620"/>
            </a:xfrm>
            <a:custGeom>
              <a:avLst/>
              <a:gdLst/>
              <a:ahLst/>
              <a:cxnLst/>
              <a:rect l="l" t="t" r="r" b="b"/>
              <a:pathLst>
                <a:path w="194310" h="7619">
                  <a:moveTo>
                    <a:pt x="194310" y="6350"/>
                  </a:moveTo>
                  <a:lnTo>
                    <a:pt x="193040" y="6350"/>
                  </a:lnTo>
                  <a:lnTo>
                    <a:pt x="193040" y="0"/>
                  </a:lnTo>
                  <a:lnTo>
                    <a:pt x="0" y="0"/>
                  </a:lnTo>
                  <a:lnTo>
                    <a:pt x="0" y="6350"/>
                  </a:lnTo>
                  <a:lnTo>
                    <a:pt x="0" y="7620"/>
                  </a:lnTo>
                  <a:lnTo>
                    <a:pt x="194310" y="7620"/>
                  </a:lnTo>
                  <a:lnTo>
                    <a:pt x="194310" y="6350"/>
                  </a:lnTo>
                  <a:close/>
                </a:path>
              </a:pathLst>
            </a:custGeom>
            <a:solidFill>
              <a:srgbClr val="1D261D"/>
            </a:solidFill>
          </p:spPr>
          <p:txBody>
            <a:bodyPr wrap="square" lIns="0" tIns="0" rIns="0" bIns="0" rtlCol="0"/>
            <a:lstStyle/>
            <a:p/>
          </p:txBody>
        </p:sp>
        <p:sp>
          <p:nvSpPr>
            <p:cNvPr id="1630" name="object 1630"/>
            <p:cNvSpPr/>
            <p:nvPr/>
          </p:nvSpPr>
          <p:spPr>
            <a:xfrm>
              <a:off x="4898390" y="1214119"/>
              <a:ext cx="195580" cy="7620"/>
            </a:xfrm>
            <a:custGeom>
              <a:avLst/>
              <a:gdLst/>
              <a:ahLst/>
              <a:cxnLst/>
              <a:rect l="l" t="t" r="r" b="b"/>
              <a:pathLst>
                <a:path w="195579" h="7619">
                  <a:moveTo>
                    <a:pt x="0" y="7619"/>
                  </a:moveTo>
                  <a:lnTo>
                    <a:pt x="0" y="0"/>
                  </a:lnTo>
                  <a:lnTo>
                    <a:pt x="195580" y="0"/>
                  </a:lnTo>
                  <a:lnTo>
                    <a:pt x="195580" y="7619"/>
                  </a:lnTo>
                  <a:lnTo>
                    <a:pt x="0" y="7619"/>
                  </a:lnTo>
                  <a:close/>
                </a:path>
              </a:pathLst>
            </a:custGeom>
            <a:solidFill>
              <a:srgbClr val="1E261E"/>
            </a:solidFill>
          </p:spPr>
          <p:txBody>
            <a:bodyPr wrap="square" lIns="0" tIns="0" rIns="0" bIns="0" rtlCol="0"/>
            <a:lstStyle/>
            <a:p/>
          </p:txBody>
        </p:sp>
        <p:sp>
          <p:nvSpPr>
            <p:cNvPr id="1631" name="object 1631"/>
            <p:cNvSpPr/>
            <p:nvPr/>
          </p:nvSpPr>
          <p:spPr>
            <a:xfrm>
              <a:off x="4897120" y="1221739"/>
              <a:ext cx="196850" cy="6350"/>
            </a:xfrm>
            <a:custGeom>
              <a:avLst/>
              <a:gdLst/>
              <a:ahLst/>
              <a:cxnLst/>
              <a:rect l="l" t="t" r="r" b="b"/>
              <a:pathLst>
                <a:path w="196850" h="6350">
                  <a:moveTo>
                    <a:pt x="196850" y="0"/>
                  </a:moveTo>
                  <a:lnTo>
                    <a:pt x="1270" y="0"/>
                  </a:lnTo>
                  <a:lnTo>
                    <a:pt x="1270" y="3810"/>
                  </a:lnTo>
                  <a:lnTo>
                    <a:pt x="0" y="3810"/>
                  </a:lnTo>
                  <a:lnTo>
                    <a:pt x="0" y="6350"/>
                  </a:lnTo>
                  <a:lnTo>
                    <a:pt x="196850" y="6350"/>
                  </a:lnTo>
                  <a:lnTo>
                    <a:pt x="196850" y="3810"/>
                  </a:lnTo>
                  <a:lnTo>
                    <a:pt x="196850" y="0"/>
                  </a:lnTo>
                  <a:close/>
                </a:path>
              </a:pathLst>
            </a:custGeom>
            <a:solidFill>
              <a:srgbClr val="202520"/>
            </a:solidFill>
          </p:spPr>
          <p:txBody>
            <a:bodyPr wrap="square" lIns="0" tIns="0" rIns="0" bIns="0" rtlCol="0"/>
            <a:lstStyle/>
            <a:p/>
          </p:txBody>
        </p:sp>
        <p:sp>
          <p:nvSpPr>
            <p:cNvPr id="1632" name="object 1632"/>
            <p:cNvSpPr/>
            <p:nvPr/>
          </p:nvSpPr>
          <p:spPr>
            <a:xfrm>
              <a:off x="4897120" y="1228089"/>
              <a:ext cx="196850" cy="7620"/>
            </a:xfrm>
            <a:custGeom>
              <a:avLst/>
              <a:gdLst/>
              <a:ahLst/>
              <a:cxnLst/>
              <a:rect l="l" t="t" r="r" b="b"/>
              <a:pathLst>
                <a:path w="196850" h="7619">
                  <a:moveTo>
                    <a:pt x="196850" y="0"/>
                  </a:moveTo>
                  <a:lnTo>
                    <a:pt x="0" y="0"/>
                  </a:lnTo>
                  <a:lnTo>
                    <a:pt x="0" y="1270"/>
                  </a:lnTo>
                  <a:lnTo>
                    <a:pt x="0" y="2540"/>
                  </a:lnTo>
                  <a:lnTo>
                    <a:pt x="0" y="3810"/>
                  </a:lnTo>
                  <a:lnTo>
                    <a:pt x="0" y="5080"/>
                  </a:lnTo>
                  <a:lnTo>
                    <a:pt x="0" y="6350"/>
                  </a:lnTo>
                  <a:lnTo>
                    <a:pt x="0" y="7620"/>
                  </a:lnTo>
                  <a:lnTo>
                    <a:pt x="91440" y="7620"/>
                  </a:lnTo>
                  <a:lnTo>
                    <a:pt x="91440" y="6350"/>
                  </a:lnTo>
                  <a:lnTo>
                    <a:pt x="93980" y="6350"/>
                  </a:lnTo>
                  <a:lnTo>
                    <a:pt x="93980" y="5080"/>
                  </a:lnTo>
                  <a:lnTo>
                    <a:pt x="95250" y="5080"/>
                  </a:lnTo>
                  <a:lnTo>
                    <a:pt x="95250" y="3810"/>
                  </a:lnTo>
                  <a:lnTo>
                    <a:pt x="96520" y="3810"/>
                  </a:lnTo>
                  <a:lnTo>
                    <a:pt x="96520" y="2540"/>
                  </a:lnTo>
                  <a:lnTo>
                    <a:pt x="101600" y="2540"/>
                  </a:lnTo>
                  <a:lnTo>
                    <a:pt x="101600" y="1270"/>
                  </a:lnTo>
                  <a:lnTo>
                    <a:pt x="105410" y="1270"/>
                  </a:lnTo>
                  <a:lnTo>
                    <a:pt x="105410" y="2540"/>
                  </a:lnTo>
                  <a:lnTo>
                    <a:pt x="107950" y="2540"/>
                  </a:lnTo>
                  <a:lnTo>
                    <a:pt x="107950" y="3810"/>
                  </a:lnTo>
                  <a:lnTo>
                    <a:pt x="111760" y="3810"/>
                  </a:lnTo>
                  <a:lnTo>
                    <a:pt x="111760" y="6350"/>
                  </a:lnTo>
                  <a:lnTo>
                    <a:pt x="114300" y="6350"/>
                  </a:lnTo>
                  <a:lnTo>
                    <a:pt x="114300" y="7620"/>
                  </a:lnTo>
                  <a:lnTo>
                    <a:pt x="196850" y="7620"/>
                  </a:lnTo>
                  <a:lnTo>
                    <a:pt x="196850" y="6350"/>
                  </a:lnTo>
                  <a:lnTo>
                    <a:pt x="196850" y="3810"/>
                  </a:lnTo>
                  <a:lnTo>
                    <a:pt x="196850" y="2540"/>
                  </a:lnTo>
                  <a:lnTo>
                    <a:pt x="196850" y="1270"/>
                  </a:lnTo>
                  <a:lnTo>
                    <a:pt x="196850" y="0"/>
                  </a:lnTo>
                  <a:close/>
                </a:path>
              </a:pathLst>
            </a:custGeom>
            <a:solidFill>
              <a:srgbClr val="212521"/>
            </a:solidFill>
          </p:spPr>
          <p:txBody>
            <a:bodyPr wrap="square" lIns="0" tIns="0" rIns="0" bIns="0" rtlCol="0"/>
            <a:lstStyle/>
            <a:p/>
          </p:txBody>
        </p:sp>
        <p:sp>
          <p:nvSpPr>
            <p:cNvPr id="1633" name="object 1633"/>
            <p:cNvSpPr/>
            <p:nvPr/>
          </p:nvSpPr>
          <p:spPr>
            <a:xfrm>
              <a:off x="4897120" y="1235709"/>
              <a:ext cx="198120" cy="7620"/>
            </a:xfrm>
            <a:custGeom>
              <a:avLst/>
              <a:gdLst/>
              <a:ahLst/>
              <a:cxnLst/>
              <a:rect l="l" t="t" r="r" b="b"/>
              <a:pathLst>
                <a:path w="198120" h="7619">
                  <a:moveTo>
                    <a:pt x="88900" y="0"/>
                  </a:moveTo>
                  <a:lnTo>
                    <a:pt x="0" y="0"/>
                  </a:lnTo>
                  <a:lnTo>
                    <a:pt x="0" y="7619"/>
                  </a:lnTo>
                  <a:lnTo>
                    <a:pt x="85089" y="7619"/>
                  </a:lnTo>
                  <a:lnTo>
                    <a:pt x="85089" y="6350"/>
                  </a:lnTo>
                  <a:lnTo>
                    <a:pt x="86360" y="6350"/>
                  </a:lnTo>
                  <a:lnTo>
                    <a:pt x="86360" y="3810"/>
                  </a:lnTo>
                  <a:lnTo>
                    <a:pt x="87629" y="3810"/>
                  </a:lnTo>
                  <a:lnTo>
                    <a:pt x="87629" y="2539"/>
                  </a:lnTo>
                  <a:lnTo>
                    <a:pt x="88900" y="2539"/>
                  </a:lnTo>
                  <a:lnTo>
                    <a:pt x="88900" y="0"/>
                  </a:lnTo>
                  <a:close/>
                </a:path>
                <a:path w="198120" h="7619">
                  <a:moveTo>
                    <a:pt x="196850" y="0"/>
                  </a:moveTo>
                  <a:lnTo>
                    <a:pt x="114300" y="0"/>
                  </a:lnTo>
                  <a:lnTo>
                    <a:pt x="114300" y="2539"/>
                  </a:lnTo>
                  <a:lnTo>
                    <a:pt x="115569" y="2539"/>
                  </a:lnTo>
                  <a:lnTo>
                    <a:pt x="115569" y="6350"/>
                  </a:lnTo>
                  <a:lnTo>
                    <a:pt x="116839" y="6350"/>
                  </a:lnTo>
                  <a:lnTo>
                    <a:pt x="116839" y="7619"/>
                  </a:lnTo>
                  <a:lnTo>
                    <a:pt x="198119" y="7619"/>
                  </a:lnTo>
                  <a:lnTo>
                    <a:pt x="198120" y="1269"/>
                  </a:lnTo>
                  <a:lnTo>
                    <a:pt x="196850" y="1269"/>
                  </a:lnTo>
                  <a:lnTo>
                    <a:pt x="196850" y="0"/>
                  </a:lnTo>
                  <a:close/>
                </a:path>
              </a:pathLst>
            </a:custGeom>
            <a:solidFill>
              <a:srgbClr val="222422"/>
            </a:solidFill>
          </p:spPr>
          <p:txBody>
            <a:bodyPr wrap="square" lIns="0" tIns="0" rIns="0" bIns="0" rtlCol="0"/>
            <a:lstStyle/>
            <a:p/>
          </p:txBody>
        </p:sp>
        <p:sp>
          <p:nvSpPr>
            <p:cNvPr id="1634" name="object 1634"/>
            <p:cNvSpPr/>
            <p:nvPr/>
          </p:nvSpPr>
          <p:spPr>
            <a:xfrm>
              <a:off x="4895850" y="1243329"/>
              <a:ext cx="200660" cy="6350"/>
            </a:xfrm>
            <a:custGeom>
              <a:avLst/>
              <a:gdLst/>
              <a:ahLst/>
              <a:cxnLst/>
              <a:rect l="l" t="t" r="r" b="b"/>
              <a:pathLst>
                <a:path w="200660" h="6350">
                  <a:moveTo>
                    <a:pt x="86360" y="0"/>
                  </a:moveTo>
                  <a:lnTo>
                    <a:pt x="0" y="0"/>
                  </a:lnTo>
                  <a:lnTo>
                    <a:pt x="0" y="6350"/>
                  </a:lnTo>
                  <a:lnTo>
                    <a:pt x="85089" y="6350"/>
                  </a:lnTo>
                  <a:lnTo>
                    <a:pt x="85089" y="2540"/>
                  </a:lnTo>
                  <a:lnTo>
                    <a:pt x="86360" y="2540"/>
                  </a:lnTo>
                  <a:lnTo>
                    <a:pt x="86360" y="0"/>
                  </a:lnTo>
                  <a:close/>
                </a:path>
                <a:path w="200660" h="6350">
                  <a:moveTo>
                    <a:pt x="199389" y="0"/>
                  </a:moveTo>
                  <a:lnTo>
                    <a:pt x="118110" y="0"/>
                  </a:lnTo>
                  <a:lnTo>
                    <a:pt x="118110" y="6350"/>
                  </a:lnTo>
                  <a:lnTo>
                    <a:pt x="200660" y="6350"/>
                  </a:lnTo>
                  <a:lnTo>
                    <a:pt x="200660" y="3810"/>
                  </a:lnTo>
                  <a:lnTo>
                    <a:pt x="199389" y="3810"/>
                  </a:lnTo>
                  <a:lnTo>
                    <a:pt x="199389" y="0"/>
                  </a:lnTo>
                  <a:close/>
                </a:path>
              </a:pathLst>
            </a:custGeom>
            <a:solidFill>
              <a:srgbClr val="242424"/>
            </a:solidFill>
          </p:spPr>
          <p:txBody>
            <a:bodyPr wrap="square" lIns="0" tIns="0" rIns="0" bIns="0" rtlCol="0"/>
            <a:lstStyle/>
            <a:p/>
          </p:txBody>
        </p:sp>
        <p:sp>
          <p:nvSpPr>
            <p:cNvPr id="1635" name="object 1635"/>
            <p:cNvSpPr/>
            <p:nvPr/>
          </p:nvSpPr>
          <p:spPr>
            <a:xfrm>
              <a:off x="4895850" y="1249679"/>
              <a:ext cx="200660" cy="7620"/>
            </a:xfrm>
            <a:custGeom>
              <a:avLst/>
              <a:gdLst/>
              <a:ahLst/>
              <a:cxnLst/>
              <a:rect l="l" t="t" r="r" b="b"/>
              <a:pathLst>
                <a:path w="200660" h="7619">
                  <a:moveTo>
                    <a:pt x="85089" y="0"/>
                  </a:moveTo>
                  <a:lnTo>
                    <a:pt x="0" y="0"/>
                  </a:lnTo>
                  <a:lnTo>
                    <a:pt x="0" y="7620"/>
                  </a:lnTo>
                  <a:lnTo>
                    <a:pt x="83820" y="7620"/>
                  </a:lnTo>
                  <a:lnTo>
                    <a:pt x="83820" y="1270"/>
                  </a:lnTo>
                  <a:lnTo>
                    <a:pt x="85089" y="1270"/>
                  </a:lnTo>
                  <a:lnTo>
                    <a:pt x="85089" y="0"/>
                  </a:lnTo>
                  <a:close/>
                </a:path>
                <a:path w="200660" h="7619">
                  <a:moveTo>
                    <a:pt x="200660" y="0"/>
                  </a:moveTo>
                  <a:lnTo>
                    <a:pt x="118110" y="0"/>
                  </a:lnTo>
                  <a:lnTo>
                    <a:pt x="118110" y="5080"/>
                  </a:lnTo>
                  <a:lnTo>
                    <a:pt x="119379" y="5080"/>
                  </a:lnTo>
                  <a:lnTo>
                    <a:pt x="119379" y="7620"/>
                  </a:lnTo>
                  <a:lnTo>
                    <a:pt x="200659" y="7620"/>
                  </a:lnTo>
                  <a:lnTo>
                    <a:pt x="200660" y="0"/>
                  </a:lnTo>
                  <a:close/>
                </a:path>
              </a:pathLst>
            </a:custGeom>
            <a:solidFill>
              <a:srgbClr val="252325"/>
            </a:solidFill>
          </p:spPr>
          <p:txBody>
            <a:bodyPr wrap="square" lIns="0" tIns="0" rIns="0" bIns="0" rtlCol="0"/>
            <a:lstStyle/>
            <a:p/>
          </p:txBody>
        </p:sp>
        <p:sp>
          <p:nvSpPr>
            <p:cNvPr id="1636" name="object 1636"/>
            <p:cNvSpPr/>
            <p:nvPr/>
          </p:nvSpPr>
          <p:spPr>
            <a:xfrm>
              <a:off x="4894580" y="1257299"/>
              <a:ext cx="201930" cy="7620"/>
            </a:xfrm>
            <a:custGeom>
              <a:avLst/>
              <a:gdLst/>
              <a:ahLst/>
              <a:cxnLst/>
              <a:rect l="l" t="t" r="r" b="b"/>
              <a:pathLst>
                <a:path w="201929" h="7619">
                  <a:moveTo>
                    <a:pt x="83820" y="5207"/>
                  </a:moveTo>
                  <a:lnTo>
                    <a:pt x="0" y="5207"/>
                  </a:lnTo>
                  <a:lnTo>
                    <a:pt x="0" y="7620"/>
                  </a:lnTo>
                  <a:lnTo>
                    <a:pt x="83820" y="7620"/>
                  </a:lnTo>
                  <a:lnTo>
                    <a:pt x="83820" y="5207"/>
                  </a:lnTo>
                  <a:close/>
                </a:path>
                <a:path w="201929" h="7619">
                  <a:moveTo>
                    <a:pt x="83820" y="0"/>
                  </a:moveTo>
                  <a:lnTo>
                    <a:pt x="1270" y="0"/>
                  </a:lnTo>
                  <a:lnTo>
                    <a:pt x="1270" y="5080"/>
                  </a:lnTo>
                  <a:lnTo>
                    <a:pt x="83820" y="5080"/>
                  </a:lnTo>
                  <a:lnTo>
                    <a:pt x="83820" y="0"/>
                  </a:lnTo>
                  <a:close/>
                </a:path>
                <a:path w="201929" h="7619">
                  <a:moveTo>
                    <a:pt x="201917" y="5207"/>
                  </a:moveTo>
                  <a:lnTo>
                    <a:pt x="120650" y="5207"/>
                  </a:lnTo>
                  <a:lnTo>
                    <a:pt x="120650" y="7620"/>
                  </a:lnTo>
                  <a:lnTo>
                    <a:pt x="201917" y="7620"/>
                  </a:lnTo>
                  <a:lnTo>
                    <a:pt x="201917" y="5207"/>
                  </a:lnTo>
                  <a:close/>
                </a:path>
                <a:path w="201929" h="7619">
                  <a:moveTo>
                    <a:pt x="201917" y="0"/>
                  </a:moveTo>
                  <a:lnTo>
                    <a:pt x="120650" y="0"/>
                  </a:lnTo>
                  <a:lnTo>
                    <a:pt x="120650" y="5080"/>
                  </a:lnTo>
                  <a:lnTo>
                    <a:pt x="201917" y="5080"/>
                  </a:lnTo>
                  <a:lnTo>
                    <a:pt x="201917" y="0"/>
                  </a:lnTo>
                  <a:close/>
                </a:path>
              </a:pathLst>
            </a:custGeom>
            <a:solidFill>
              <a:srgbClr val="272227"/>
            </a:solidFill>
          </p:spPr>
          <p:txBody>
            <a:bodyPr wrap="square" lIns="0" tIns="0" rIns="0" bIns="0" rtlCol="0"/>
            <a:lstStyle/>
            <a:p/>
          </p:txBody>
        </p:sp>
        <p:sp>
          <p:nvSpPr>
            <p:cNvPr id="1637" name="object 1637"/>
            <p:cNvSpPr/>
            <p:nvPr/>
          </p:nvSpPr>
          <p:spPr>
            <a:xfrm>
              <a:off x="4894580" y="1264919"/>
              <a:ext cx="201930" cy="6350"/>
            </a:xfrm>
            <a:custGeom>
              <a:avLst/>
              <a:gdLst/>
              <a:ahLst/>
              <a:cxnLst/>
              <a:rect l="l" t="t" r="r" b="b"/>
              <a:pathLst>
                <a:path w="201929" h="6350">
                  <a:moveTo>
                    <a:pt x="119380" y="2539"/>
                  </a:moveTo>
                  <a:lnTo>
                    <a:pt x="118110" y="2539"/>
                  </a:lnTo>
                  <a:lnTo>
                    <a:pt x="118110" y="3809"/>
                  </a:lnTo>
                  <a:lnTo>
                    <a:pt x="116840" y="3809"/>
                  </a:lnTo>
                  <a:lnTo>
                    <a:pt x="116840" y="5206"/>
                  </a:lnTo>
                  <a:lnTo>
                    <a:pt x="115570" y="5206"/>
                  </a:lnTo>
                  <a:lnTo>
                    <a:pt x="115570" y="6350"/>
                  </a:lnTo>
                  <a:lnTo>
                    <a:pt x="201930" y="6350"/>
                  </a:lnTo>
                  <a:lnTo>
                    <a:pt x="201930" y="2666"/>
                  </a:lnTo>
                  <a:lnTo>
                    <a:pt x="119380" y="2666"/>
                  </a:lnTo>
                  <a:lnTo>
                    <a:pt x="119380" y="2539"/>
                  </a:lnTo>
                  <a:close/>
                </a:path>
                <a:path w="201929" h="6350">
                  <a:moveTo>
                    <a:pt x="201929" y="0"/>
                  </a:moveTo>
                  <a:lnTo>
                    <a:pt x="120650" y="0"/>
                  </a:lnTo>
                  <a:lnTo>
                    <a:pt x="119380" y="126"/>
                  </a:lnTo>
                  <a:lnTo>
                    <a:pt x="119380" y="2539"/>
                  </a:lnTo>
                  <a:lnTo>
                    <a:pt x="201930" y="2539"/>
                  </a:lnTo>
                  <a:lnTo>
                    <a:pt x="201929" y="0"/>
                  </a:lnTo>
                  <a:close/>
                </a:path>
                <a:path w="201929" h="6350">
                  <a:moveTo>
                    <a:pt x="82550" y="2666"/>
                  </a:moveTo>
                  <a:lnTo>
                    <a:pt x="0" y="2666"/>
                  </a:lnTo>
                  <a:lnTo>
                    <a:pt x="0" y="6350"/>
                  </a:lnTo>
                  <a:lnTo>
                    <a:pt x="82550" y="6350"/>
                  </a:lnTo>
                  <a:lnTo>
                    <a:pt x="82550" y="2666"/>
                  </a:lnTo>
                  <a:close/>
                </a:path>
                <a:path w="201929" h="6350">
                  <a:moveTo>
                    <a:pt x="83820" y="0"/>
                  </a:moveTo>
                  <a:lnTo>
                    <a:pt x="0" y="0"/>
                  </a:lnTo>
                  <a:lnTo>
                    <a:pt x="0" y="2539"/>
                  </a:lnTo>
                  <a:lnTo>
                    <a:pt x="82550" y="2539"/>
                  </a:lnTo>
                  <a:lnTo>
                    <a:pt x="82550" y="126"/>
                  </a:lnTo>
                  <a:lnTo>
                    <a:pt x="83820" y="126"/>
                  </a:lnTo>
                  <a:close/>
                </a:path>
              </a:pathLst>
            </a:custGeom>
            <a:solidFill>
              <a:srgbClr val="282228"/>
            </a:solidFill>
          </p:spPr>
          <p:txBody>
            <a:bodyPr wrap="square" lIns="0" tIns="0" rIns="0" bIns="0" rtlCol="0"/>
            <a:lstStyle/>
            <a:p/>
          </p:txBody>
        </p:sp>
        <p:sp>
          <p:nvSpPr>
            <p:cNvPr id="1638" name="object 1638"/>
            <p:cNvSpPr/>
            <p:nvPr/>
          </p:nvSpPr>
          <p:spPr>
            <a:xfrm>
              <a:off x="4894580" y="1271269"/>
              <a:ext cx="201930" cy="7620"/>
            </a:xfrm>
            <a:custGeom>
              <a:avLst/>
              <a:gdLst/>
              <a:ahLst/>
              <a:cxnLst/>
              <a:rect l="l" t="t" r="r" b="b"/>
              <a:pathLst>
                <a:path w="201929" h="7619">
                  <a:moveTo>
                    <a:pt x="81267" y="6477"/>
                  </a:moveTo>
                  <a:lnTo>
                    <a:pt x="19050" y="6477"/>
                  </a:lnTo>
                  <a:lnTo>
                    <a:pt x="19050" y="7620"/>
                  </a:lnTo>
                  <a:lnTo>
                    <a:pt x="81267" y="7620"/>
                  </a:lnTo>
                  <a:lnTo>
                    <a:pt x="81267" y="6477"/>
                  </a:lnTo>
                  <a:close/>
                </a:path>
                <a:path w="201929" h="7619">
                  <a:moveTo>
                    <a:pt x="82550" y="0"/>
                  </a:moveTo>
                  <a:lnTo>
                    <a:pt x="0" y="0"/>
                  </a:lnTo>
                  <a:lnTo>
                    <a:pt x="0" y="1397"/>
                  </a:lnTo>
                  <a:lnTo>
                    <a:pt x="5080" y="1397"/>
                  </a:lnTo>
                  <a:lnTo>
                    <a:pt x="5080" y="2540"/>
                  </a:lnTo>
                  <a:lnTo>
                    <a:pt x="8890" y="2540"/>
                  </a:lnTo>
                  <a:lnTo>
                    <a:pt x="8890" y="3810"/>
                  </a:lnTo>
                  <a:lnTo>
                    <a:pt x="12700" y="3810"/>
                  </a:lnTo>
                  <a:lnTo>
                    <a:pt x="12700" y="5080"/>
                  </a:lnTo>
                  <a:lnTo>
                    <a:pt x="16510" y="5080"/>
                  </a:lnTo>
                  <a:lnTo>
                    <a:pt x="16510" y="6350"/>
                  </a:lnTo>
                  <a:lnTo>
                    <a:pt x="81280" y="6350"/>
                  </a:lnTo>
                  <a:lnTo>
                    <a:pt x="81280" y="5080"/>
                  </a:lnTo>
                  <a:lnTo>
                    <a:pt x="81280" y="3810"/>
                  </a:lnTo>
                  <a:lnTo>
                    <a:pt x="81280" y="2540"/>
                  </a:lnTo>
                  <a:lnTo>
                    <a:pt x="81280" y="1397"/>
                  </a:lnTo>
                  <a:lnTo>
                    <a:pt x="82550" y="1397"/>
                  </a:lnTo>
                  <a:lnTo>
                    <a:pt x="82550" y="0"/>
                  </a:lnTo>
                  <a:close/>
                </a:path>
                <a:path w="201929" h="7619">
                  <a:moveTo>
                    <a:pt x="201930" y="0"/>
                  </a:moveTo>
                  <a:lnTo>
                    <a:pt x="115570" y="0"/>
                  </a:lnTo>
                  <a:lnTo>
                    <a:pt x="115570" y="1270"/>
                  </a:lnTo>
                  <a:lnTo>
                    <a:pt x="114300" y="1270"/>
                  </a:lnTo>
                  <a:lnTo>
                    <a:pt x="114300" y="2540"/>
                  </a:lnTo>
                  <a:lnTo>
                    <a:pt x="113030" y="2540"/>
                  </a:lnTo>
                  <a:lnTo>
                    <a:pt x="113030" y="3810"/>
                  </a:lnTo>
                  <a:lnTo>
                    <a:pt x="111760" y="3810"/>
                  </a:lnTo>
                  <a:lnTo>
                    <a:pt x="111760" y="5080"/>
                  </a:lnTo>
                  <a:lnTo>
                    <a:pt x="110490" y="5080"/>
                  </a:lnTo>
                  <a:lnTo>
                    <a:pt x="110490" y="6350"/>
                  </a:lnTo>
                  <a:lnTo>
                    <a:pt x="109220" y="6350"/>
                  </a:lnTo>
                  <a:lnTo>
                    <a:pt x="109220" y="7620"/>
                  </a:lnTo>
                  <a:lnTo>
                    <a:pt x="201930" y="7620"/>
                  </a:lnTo>
                  <a:lnTo>
                    <a:pt x="201930" y="6350"/>
                  </a:lnTo>
                  <a:lnTo>
                    <a:pt x="201930" y="5080"/>
                  </a:lnTo>
                  <a:lnTo>
                    <a:pt x="201930" y="3810"/>
                  </a:lnTo>
                  <a:lnTo>
                    <a:pt x="201930" y="2540"/>
                  </a:lnTo>
                  <a:lnTo>
                    <a:pt x="201930" y="1270"/>
                  </a:lnTo>
                  <a:lnTo>
                    <a:pt x="201930" y="0"/>
                  </a:lnTo>
                  <a:close/>
                </a:path>
              </a:pathLst>
            </a:custGeom>
            <a:solidFill>
              <a:srgbClr val="2A212A"/>
            </a:solidFill>
          </p:spPr>
          <p:txBody>
            <a:bodyPr wrap="square" lIns="0" tIns="0" rIns="0" bIns="0" rtlCol="0"/>
            <a:lstStyle/>
            <a:p/>
          </p:txBody>
        </p:sp>
        <p:sp>
          <p:nvSpPr>
            <p:cNvPr id="1639" name="object 1639"/>
            <p:cNvSpPr/>
            <p:nvPr/>
          </p:nvSpPr>
          <p:spPr>
            <a:xfrm>
              <a:off x="4917440" y="1278889"/>
              <a:ext cx="179070" cy="7620"/>
            </a:xfrm>
            <a:custGeom>
              <a:avLst/>
              <a:gdLst/>
              <a:ahLst/>
              <a:cxnLst/>
              <a:rect l="l" t="t" r="r" b="b"/>
              <a:pathLst>
                <a:path w="179070" h="7619">
                  <a:moveTo>
                    <a:pt x="58420" y="0"/>
                  </a:moveTo>
                  <a:lnTo>
                    <a:pt x="0" y="0"/>
                  </a:lnTo>
                  <a:lnTo>
                    <a:pt x="0" y="1270"/>
                  </a:lnTo>
                  <a:lnTo>
                    <a:pt x="3810" y="1270"/>
                  </a:lnTo>
                  <a:lnTo>
                    <a:pt x="3810" y="2540"/>
                  </a:lnTo>
                  <a:lnTo>
                    <a:pt x="7620" y="2540"/>
                  </a:lnTo>
                  <a:lnTo>
                    <a:pt x="7620" y="3810"/>
                  </a:lnTo>
                  <a:lnTo>
                    <a:pt x="11430" y="3810"/>
                  </a:lnTo>
                  <a:lnTo>
                    <a:pt x="11430" y="5080"/>
                  </a:lnTo>
                  <a:lnTo>
                    <a:pt x="15240" y="5080"/>
                  </a:lnTo>
                  <a:lnTo>
                    <a:pt x="15240" y="6350"/>
                  </a:lnTo>
                  <a:lnTo>
                    <a:pt x="19050" y="6350"/>
                  </a:lnTo>
                  <a:lnTo>
                    <a:pt x="19050" y="7620"/>
                  </a:lnTo>
                  <a:lnTo>
                    <a:pt x="57150" y="7620"/>
                  </a:lnTo>
                  <a:lnTo>
                    <a:pt x="57150" y="6350"/>
                  </a:lnTo>
                  <a:lnTo>
                    <a:pt x="57150" y="5080"/>
                  </a:lnTo>
                  <a:lnTo>
                    <a:pt x="57150" y="3810"/>
                  </a:lnTo>
                  <a:lnTo>
                    <a:pt x="58420" y="3810"/>
                  </a:lnTo>
                  <a:lnTo>
                    <a:pt x="58420" y="2540"/>
                  </a:lnTo>
                  <a:lnTo>
                    <a:pt x="58420" y="1270"/>
                  </a:lnTo>
                  <a:lnTo>
                    <a:pt x="58420" y="0"/>
                  </a:lnTo>
                  <a:close/>
                </a:path>
                <a:path w="179070" h="7619">
                  <a:moveTo>
                    <a:pt x="179070" y="1270"/>
                  </a:moveTo>
                  <a:lnTo>
                    <a:pt x="179057" y="0"/>
                  </a:lnTo>
                  <a:lnTo>
                    <a:pt x="85090" y="0"/>
                  </a:lnTo>
                  <a:lnTo>
                    <a:pt x="85090" y="1270"/>
                  </a:lnTo>
                  <a:lnTo>
                    <a:pt x="82550" y="1270"/>
                  </a:lnTo>
                  <a:lnTo>
                    <a:pt x="82550" y="2540"/>
                  </a:lnTo>
                  <a:lnTo>
                    <a:pt x="81280" y="2540"/>
                  </a:lnTo>
                  <a:lnTo>
                    <a:pt x="81280" y="3810"/>
                  </a:lnTo>
                  <a:lnTo>
                    <a:pt x="80010" y="3810"/>
                  </a:lnTo>
                  <a:lnTo>
                    <a:pt x="80010" y="5080"/>
                  </a:lnTo>
                  <a:lnTo>
                    <a:pt x="77470" y="5080"/>
                  </a:lnTo>
                  <a:lnTo>
                    <a:pt x="77470" y="6350"/>
                  </a:lnTo>
                  <a:lnTo>
                    <a:pt x="76200" y="6350"/>
                  </a:lnTo>
                  <a:lnTo>
                    <a:pt x="76200" y="7620"/>
                  </a:lnTo>
                  <a:lnTo>
                    <a:pt x="179070" y="7620"/>
                  </a:lnTo>
                  <a:lnTo>
                    <a:pt x="179070" y="6350"/>
                  </a:lnTo>
                  <a:lnTo>
                    <a:pt x="179070" y="5080"/>
                  </a:lnTo>
                  <a:lnTo>
                    <a:pt x="179070" y="3810"/>
                  </a:lnTo>
                  <a:lnTo>
                    <a:pt x="179070" y="2540"/>
                  </a:lnTo>
                  <a:lnTo>
                    <a:pt x="179070" y="1270"/>
                  </a:lnTo>
                  <a:close/>
                </a:path>
              </a:pathLst>
            </a:custGeom>
            <a:solidFill>
              <a:srgbClr val="2B212B"/>
            </a:solidFill>
          </p:spPr>
          <p:txBody>
            <a:bodyPr wrap="square" lIns="0" tIns="0" rIns="0" bIns="0" rtlCol="0"/>
            <a:lstStyle/>
            <a:p/>
          </p:txBody>
        </p:sp>
        <p:sp>
          <p:nvSpPr>
            <p:cNvPr id="1640" name="object 1640"/>
            <p:cNvSpPr/>
            <p:nvPr/>
          </p:nvSpPr>
          <p:spPr>
            <a:xfrm>
              <a:off x="4936490" y="1286509"/>
              <a:ext cx="160020" cy="6350"/>
            </a:xfrm>
            <a:custGeom>
              <a:avLst/>
              <a:gdLst/>
              <a:ahLst/>
              <a:cxnLst/>
              <a:rect l="l" t="t" r="r" b="b"/>
              <a:pathLst>
                <a:path w="160020" h="6350">
                  <a:moveTo>
                    <a:pt x="38100" y="0"/>
                  </a:move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38100" y="6350"/>
                  </a:lnTo>
                  <a:lnTo>
                    <a:pt x="38100" y="5080"/>
                  </a:lnTo>
                  <a:lnTo>
                    <a:pt x="38100" y="3810"/>
                  </a:lnTo>
                  <a:lnTo>
                    <a:pt x="38100" y="2540"/>
                  </a:lnTo>
                  <a:lnTo>
                    <a:pt x="38100" y="1270"/>
                  </a:lnTo>
                  <a:lnTo>
                    <a:pt x="38100" y="0"/>
                  </a:lnTo>
                  <a:close/>
                </a:path>
                <a:path w="160020" h="6350">
                  <a:moveTo>
                    <a:pt x="160020" y="0"/>
                  </a:moveTo>
                  <a:lnTo>
                    <a:pt x="54610" y="0"/>
                  </a:lnTo>
                  <a:lnTo>
                    <a:pt x="54610" y="1270"/>
                  </a:lnTo>
                  <a:lnTo>
                    <a:pt x="53340" y="1270"/>
                  </a:lnTo>
                  <a:lnTo>
                    <a:pt x="53340" y="2540"/>
                  </a:lnTo>
                  <a:lnTo>
                    <a:pt x="52070" y="2540"/>
                  </a:lnTo>
                  <a:lnTo>
                    <a:pt x="52070" y="3810"/>
                  </a:lnTo>
                  <a:lnTo>
                    <a:pt x="50800" y="3810"/>
                  </a:lnTo>
                  <a:lnTo>
                    <a:pt x="50800" y="5080"/>
                  </a:lnTo>
                  <a:lnTo>
                    <a:pt x="48260" y="5080"/>
                  </a:lnTo>
                  <a:lnTo>
                    <a:pt x="48260" y="6350"/>
                  </a:lnTo>
                  <a:lnTo>
                    <a:pt x="160020" y="6350"/>
                  </a:lnTo>
                  <a:lnTo>
                    <a:pt x="160020" y="5080"/>
                  </a:lnTo>
                  <a:lnTo>
                    <a:pt x="160020" y="3810"/>
                  </a:lnTo>
                  <a:lnTo>
                    <a:pt x="160020" y="2540"/>
                  </a:lnTo>
                  <a:lnTo>
                    <a:pt x="160020" y="1270"/>
                  </a:lnTo>
                  <a:lnTo>
                    <a:pt x="160020" y="0"/>
                  </a:lnTo>
                  <a:close/>
                </a:path>
              </a:pathLst>
            </a:custGeom>
            <a:solidFill>
              <a:srgbClr val="2D202D"/>
            </a:solidFill>
          </p:spPr>
          <p:txBody>
            <a:bodyPr wrap="square" lIns="0" tIns="0" rIns="0" bIns="0" rtlCol="0"/>
            <a:lstStyle/>
            <a:p/>
          </p:txBody>
        </p:sp>
        <p:sp>
          <p:nvSpPr>
            <p:cNvPr id="1641" name="object 1641"/>
            <p:cNvSpPr/>
            <p:nvPr/>
          </p:nvSpPr>
          <p:spPr>
            <a:xfrm>
              <a:off x="4954270" y="1292859"/>
              <a:ext cx="142240" cy="7620"/>
            </a:xfrm>
            <a:custGeom>
              <a:avLst/>
              <a:gdLst/>
              <a:ahLst/>
              <a:cxnLst/>
              <a:rect l="l" t="t" r="r" b="b"/>
              <a:pathLst>
                <a:path w="142239" h="7619">
                  <a:moveTo>
                    <a:pt x="20320" y="0"/>
                  </a:moveTo>
                  <a:lnTo>
                    <a:pt x="19037" y="0"/>
                  </a:lnTo>
                  <a:lnTo>
                    <a:pt x="3810" y="0"/>
                  </a:lnTo>
                  <a:lnTo>
                    <a:pt x="0" y="0"/>
                  </a:lnTo>
                  <a:lnTo>
                    <a:pt x="0" y="127"/>
                  </a:lnTo>
                  <a:lnTo>
                    <a:pt x="3810" y="127"/>
                  </a:lnTo>
                  <a:lnTo>
                    <a:pt x="3810" y="1270"/>
                  </a:lnTo>
                  <a:lnTo>
                    <a:pt x="7620" y="1270"/>
                  </a:lnTo>
                  <a:lnTo>
                    <a:pt x="7620" y="2540"/>
                  </a:lnTo>
                  <a:lnTo>
                    <a:pt x="11430" y="2540"/>
                  </a:lnTo>
                  <a:lnTo>
                    <a:pt x="11430" y="3810"/>
                  </a:lnTo>
                  <a:lnTo>
                    <a:pt x="15240" y="3810"/>
                  </a:lnTo>
                  <a:lnTo>
                    <a:pt x="15240" y="5080"/>
                  </a:lnTo>
                  <a:lnTo>
                    <a:pt x="17780" y="5080"/>
                  </a:lnTo>
                  <a:lnTo>
                    <a:pt x="17780" y="6350"/>
                  </a:lnTo>
                  <a:lnTo>
                    <a:pt x="19050" y="6350"/>
                  </a:lnTo>
                  <a:lnTo>
                    <a:pt x="19050" y="5080"/>
                  </a:lnTo>
                  <a:lnTo>
                    <a:pt x="19050" y="3810"/>
                  </a:lnTo>
                  <a:lnTo>
                    <a:pt x="19050" y="2540"/>
                  </a:lnTo>
                  <a:lnTo>
                    <a:pt x="19037" y="1270"/>
                  </a:lnTo>
                  <a:lnTo>
                    <a:pt x="19037" y="127"/>
                  </a:lnTo>
                  <a:lnTo>
                    <a:pt x="20320" y="127"/>
                  </a:lnTo>
                  <a:lnTo>
                    <a:pt x="20320" y="0"/>
                  </a:lnTo>
                  <a:close/>
                </a:path>
                <a:path w="142239" h="7619">
                  <a:moveTo>
                    <a:pt x="142240" y="2540"/>
                  </a:moveTo>
                  <a:lnTo>
                    <a:pt x="142227" y="1270"/>
                  </a:lnTo>
                  <a:lnTo>
                    <a:pt x="142227" y="0"/>
                  </a:lnTo>
                  <a:lnTo>
                    <a:pt x="29210" y="0"/>
                  </a:lnTo>
                  <a:lnTo>
                    <a:pt x="29210" y="1270"/>
                  </a:lnTo>
                  <a:lnTo>
                    <a:pt x="27940" y="1270"/>
                  </a:lnTo>
                  <a:lnTo>
                    <a:pt x="27940" y="2540"/>
                  </a:lnTo>
                  <a:lnTo>
                    <a:pt x="26670" y="2540"/>
                  </a:lnTo>
                  <a:lnTo>
                    <a:pt x="26670" y="3810"/>
                  </a:lnTo>
                  <a:lnTo>
                    <a:pt x="24130" y="3810"/>
                  </a:lnTo>
                  <a:lnTo>
                    <a:pt x="24130" y="5080"/>
                  </a:lnTo>
                  <a:lnTo>
                    <a:pt x="22860" y="5080"/>
                  </a:lnTo>
                  <a:lnTo>
                    <a:pt x="22860" y="6350"/>
                  </a:lnTo>
                  <a:lnTo>
                    <a:pt x="21590" y="6350"/>
                  </a:lnTo>
                  <a:lnTo>
                    <a:pt x="21590" y="7620"/>
                  </a:lnTo>
                  <a:lnTo>
                    <a:pt x="142240" y="7620"/>
                  </a:lnTo>
                  <a:lnTo>
                    <a:pt x="142240" y="6350"/>
                  </a:lnTo>
                  <a:lnTo>
                    <a:pt x="142240" y="5080"/>
                  </a:lnTo>
                  <a:lnTo>
                    <a:pt x="142240" y="3810"/>
                  </a:lnTo>
                  <a:lnTo>
                    <a:pt x="142240" y="2540"/>
                  </a:lnTo>
                  <a:close/>
                </a:path>
              </a:pathLst>
            </a:custGeom>
            <a:solidFill>
              <a:srgbClr val="2E202E"/>
            </a:solidFill>
          </p:spPr>
          <p:txBody>
            <a:bodyPr wrap="square" lIns="0" tIns="0" rIns="0" bIns="0" rtlCol="0"/>
            <a:lstStyle/>
            <a:p/>
          </p:txBody>
        </p:sp>
        <p:sp>
          <p:nvSpPr>
            <p:cNvPr id="1642" name="object 1642"/>
            <p:cNvSpPr/>
            <p:nvPr/>
          </p:nvSpPr>
          <p:spPr>
            <a:xfrm>
              <a:off x="4964430" y="1300479"/>
              <a:ext cx="132080" cy="7620"/>
            </a:xfrm>
            <a:custGeom>
              <a:avLst/>
              <a:gdLst/>
              <a:ahLst/>
              <a:cxnLst/>
              <a:rect l="l" t="t" r="r" b="b"/>
              <a:pathLst>
                <a:path w="132079" h="7619">
                  <a:moveTo>
                    <a:pt x="132080" y="0"/>
                  </a:moveTo>
                  <a:lnTo>
                    <a:pt x="8890" y="0"/>
                  </a:lnTo>
                  <a:lnTo>
                    <a:pt x="8890" y="1270"/>
                  </a:lnTo>
                  <a:lnTo>
                    <a:pt x="7620" y="1270"/>
                  </a:lnTo>
                  <a:lnTo>
                    <a:pt x="7620" y="2540"/>
                  </a:lnTo>
                  <a:lnTo>
                    <a:pt x="5080" y="2540"/>
                  </a:lnTo>
                  <a:lnTo>
                    <a:pt x="5080" y="3810"/>
                  </a:lnTo>
                  <a:lnTo>
                    <a:pt x="3810" y="3810"/>
                  </a:lnTo>
                  <a:lnTo>
                    <a:pt x="3810" y="5080"/>
                  </a:lnTo>
                  <a:lnTo>
                    <a:pt x="1270" y="5080"/>
                  </a:lnTo>
                  <a:lnTo>
                    <a:pt x="1270" y="6350"/>
                  </a:lnTo>
                  <a:lnTo>
                    <a:pt x="0" y="6350"/>
                  </a:lnTo>
                  <a:lnTo>
                    <a:pt x="0" y="7620"/>
                  </a:lnTo>
                  <a:lnTo>
                    <a:pt x="132080" y="7620"/>
                  </a:lnTo>
                  <a:lnTo>
                    <a:pt x="132080" y="6350"/>
                  </a:lnTo>
                  <a:lnTo>
                    <a:pt x="132080" y="5080"/>
                  </a:lnTo>
                  <a:lnTo>
                    <a:pt x="132080" y="3810"/>
                  </a:lnTo>
                  <a:lnTo>
                    <a:pt x="132080" y="2540"/>
                  </a:lnTo>
                  <a:lnTo>
                    <a:pt x="132080" y="1270"/>
                  </a:lnTo>
                  <a:lnTo>
                    <a:pt x="132080" y="0"/>
                  </a:lnTo>
                  <a:close/>
                </a:path>
              </a:pathLst>
            </a:custGeom>
            <a:solidFill>
              <a:srgbClr val="2F1F2F"/>
            </a:solidFill>
          </p:spPr>
          <p:txBody>
            <a:bodyPr wrap="square" lIns="0" tIns="0" rIns="0" bIns="0" rtlCol="0"/>
            <a:lstStyle/>
            <a:p/>
          </p:txBody>
        </p:sp>
        <p:sp>
          <p:nvSpPr>
            <p:cNvPr id="1643" name="object 1643"/>
            <p:cNvSpPr/>
            <p:nvPr/>
          </p:nvSpPr>
          <p:spPr>
            <a:xfrm>
              <a:off x="4955540" y="1308099"/>
              <a:ext cx="140970" cy="6350"/>
            </a:xfrm>
            <a:custGeom>
              <a:avLst/>
              <a:gdLst/>
              <a:ahLst/>
              <a:cxnLst/>
              <a:rect l="l" t="t" r="r" b="b"/>
              <a:pathLst>
                <a:path w="140970" h="6350">
                  <a:moveTo>
                    <a:pt x="140970" y="0"/>
                  </a:moveTo>
                  <a:lnTo>
                    <a:pt x="7620" y="0"/>
                  </a:lnTo>
                  <a:lnTo>
                    <a:pt x="7620" y="1270"/>
                  </a:lnTo>
                  <a:lnTo>
                    <a:pt x="5080" y="1270"/>
                  </a:lnTo>
                  <a:lnTo>
                    <a:pt x="5080" y="2540"/>
                  </a:lnTo>
                  <a:lnTo>
                    <a:pt x="3810" y="2540"/>
                  </a:lnTo>
                  <a:lnTo>
                    <a:pt x="3810" y="3810"/>
                  </a:lnTo>
                  <a:lnTo>
                    <a:pt x="1270" y="3810"/>
                  </a:lnTo>
                  <a:lnTo>
                    <a:pt x="1270" y="5080"/>
                  </a:lnTo>
                  <a:lnTo>
                    <a:pt x="0" y="5080"/>
                  </a:lnTo>
                  <a:lnTo>
                    <a:pt x="0" y="6350"/>
                  </a:lnTo>
                  <a:lnTo>
                    <a:pt x="140970" y="6350"/>
                  </a:lnTo>
                  <a:lnTo>
                    <a:pt x="140970" y="5080"/>
                  </a:lnTo>
                  <a:lnTo>
                    <a:pt x="140970" y="3810"/>
                  </a:lnTo>
                  <a:lnTo>
                    <a:pt x="140970" y="2540"/>
                  </a:lnTo>
                  <a:lnTo>
                    <a:pt x="140970" y="1270"/>
                  </a:lnTo>
                  <a:lnTo>
                    <a:pt x="140970" y="0"/>
                  </a:lnTo>
                  <a:close/>
                </a:path>
              </a:pathLst>
            </a:custGeom>
            <a:solidFill>
              <a:srgbClr val="311E31"/>
            </a:solidFill>
          </p:spPr>
          <p:txBody>
            <a:bodyPr wrap="square" lIns="0" tIns="0" rIns="0" bIns="0" rtlCol="0"/>
            <a:lstStyle/>
            <a:p/>
          </p:txBody>
        </p:sp>
        <p:sp>
          <p:nvSpPr>
            <p:cNvPr id="1644" name="object 1644"/>
            <p:cNvSpPr/>
            <p:nvPr/>
          </p:nvSpPr>
          <p:spPr>
            <a:xfrm>
              <a:off x="4944110" y="1314449"/>
              <a:ext cx="152400" cy="7620"/>
            </a:xfrm>
            <a:custGeom>
              <a:avLst/>
              <a:gdLst/>
              <a:ahLst/>
              <a:cxnLst/>
              <a:rect l="l" t="t" r="r" b="b"/>
              <a:pathLst>
                <a:path w="152400" h="7619">
                  <a:moveTo>
                    <a:pt x="152400" y="0"/>
                  </a:moveTo>
                  <a:lnTo>
                    <a:pt x="10160" y="0"/>
                  </a:lnTo>
                  <a:lnTo>
                    <a:pt x="10160" y="1270"/>
                  </a:lnTo>
                  <a:lnTo>
                    <a:pt x="7620" y="1270"/>
                  </a:lnTo>
                  <a:lnTo>
                    <a:pt x="7620" y="2540"/>
                  </a:lnTo>
                  <a:lnTo>
                    <a:pt x="6350" y="2540"/>
                  </a:lnTo>
                  <a:lnTo>
                    <a:pt x="6350" y="3810"/>
                  </a:lnTo>
                  <a:lnTo>
                    <a:pt x="3810" y="3810"/>
                  </a:lnTo>
                  <a:lnTo>
                    <a:pt x="3810" y="5080"/>
                  </a:lnTo>
                  <a:lnTo>
                    <a:pt x="2540" y="5080"/>
                  </a:lnTo>
                  <a:lnTo>
                    <a:pt x="2540" y="6350"/>
                  </a:lnTo>
                  <a:lnTo>
                    <a:pt x="0" y="6350"/>
                  </a:lnTo>
                  <a:lnTo>
                    <a:pt x="0" y="7620"/>
                  </a:lnTo>
                  <a:lnTo>
                    <a:pt x="152400" y="7620"/>
                  </a:lnTo>
                  <a:lnTo>
                    <a:pt x="152400" y="6350"/>
                  </a:lnTo>
                  <a:lnTo>
                    <a:pt x="152400" y="5080"/>
                  </a:lnTo>
                  <a:lnTo>
                    <a:pt x="152400" y="3810"/>
                  </a:lnTo>
                  <a:lnTo>
                    <a:pt x="152400" y="2540"/>
                  </a:lnTo>
                  <a:lnTo>
                    <a:pt x="152387" y="1270"/>
                  </a:lnTo>
                  <a:lnTo>
                    <a:pt x="152400" y="0"/>
                  </a:lnTo>
                  <a:close/>
                </a:path>
              </a:pathLst>
            </a:custGeom>
            <a:solidFill>
              <a:srgbClr val="331E33"/>
            </a:solidFill>
          </p:spPr>
          <p:txBody>
            <a:bodyPr wrap="square" lIns="0" tIns="0" rIns="0" bIns="0" rtlCol="0"/>
            <a:lstStyle/>
            <a:p/>
          </p:txBody>
        </p:sp>
        <p:sp>
          <p:nvSpPr>
            <p:cNvPr id="1645" name="object 1645"/>
            <p:cNvSpPr/>
            <p:nvPr/>
          </p:nvSpPr>
          <p:spPr>
            <a:xfrm>
              <a:off x="4936490" y="1322069"/>
              <a:ext cx="160020" cy="7620"/>
            </a:xfrm>
            <a:custGeom>
              <a:avLst/>
              <a:gdLst/>
              <a:ahLst/>
              <a:cxnLst/>
              <a:rect l="l" t="t" r="r" b="b"/>
              <a:pathLst>
                <a:path w="160020" h="7619">
                  <a:moveTo>
                    <a:pt x="16002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0020" y="7620"/>
                  </a:lnTo>
                  <a:lnTo>
                    <a:pt x="160020" y="6350"/>
                  </a:lnTo>
                  <a:lnTo>
                    <a:pt x="160020" y="5080"/>
                  </a:lnTo>
                  <a:lnTo>
                    <a:pt x="160020" y="3810"/>
                  </a:lnTo>
                  <a:lnTo>
                    <a:pt x="160020" y="2540"/>
                  </a:lnTo>
                  <a:lnTo>
                    <a:pt x="160020" y="1270"/>
                  </a:lnTo>
                  <a:lnTo>
                    <a:pt x="160020" y="0"/>
                  </a:lnTo>
                  <a:close/>
                </a:path>
              </a:pathLst>
            </a:custGeom>
            <a:solidFill>
              <a:srgbClr val="341D34"/>
            </a:solidFill>
          </p:spPr>
          <p:txBody>
            <a:bodyPr wrap="square" lIns="0" tIns="0" rIns="0" bIns="0" rtlCol="0"/>
            <a:lstStyle/>
            <a:p/>
          </p:txBody>
        </p:sp>
        <p:sp>
          <p:nvSpPr>
            <p:cNvPr id="1646" name="object 1646"/>
            <p:cNvSpPr/>
            <p:nvPr/>
          </p:nvSpPr>
          <p:spPr>
            <a:xfrm>
              <a:off x="4928870" y="1329689"/>
              <a:ext cx="167640" cy="7620"/>
            </a:xfrm>
            <a:custGeom>
              <a:avLst/>
              <a:gdLst/>
              <a:ahLst/>
              <a:cxnLst/>
              <a:rect l="l" t="t" r="r" b="b"/>
              <a:pathLst>
                <a:path w="167639" h="7619">
                  <a:moveTo>
                    <a:pt x="167640" y="0"/>
                  </a:move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67640" y="7620"/>
                  </a:lnTo>
                  <a:lnTo>
                    <a:pt x="167640" y="6350"/>
                  </a:lnTo>
                  <a:lnTo>
                    <a:pt x="167640" y="5080"/>
                  </a:lnTo>
                  <a:lnTo>
                    <a:pt x="167640" y="3810"/>
                  </a:lnTo>
                  <a:lnTo>
                    <a:pt x="167640" y="2540"/>
                  </a:lnTo>
                  <a:lnTo>
                    <a:pt x="167640" y="1270"/>
                  </a:lnTo>
                  <a:lnTo>
                    <a:pt x="167640" y="0"/>
                  </a:lnTo>
                  <a:close/>
                </a:path>
              </a:pathLst>
            </a:custGeom>
            <a:solidFill>
              <a:srgbClr val="351D35"/>
            </a:solidFill>
          </p:spPr>
          <p:txBody>
            <a:bodyPr wrap="square" lIns="0" tIns="0" rIns="0" bIns="0" rtlCol="0"/>
            <a:lstStyle/>
            <a:p/>
          </p:txBody>
        </p:sp>
        <p:sp>
          <p:nvSpPr>
            <p:cNvPr id="1647" name="object 1647"/>
            <p:cNvSpPr/>
            <p:nvPr/>
          </p:nvSpPr>
          <p:spPr>
            <a:xfrm>
              <a:off x="4923790" y="1337309"/>
              <a:ext cx="172720" cy="6350"/>
            </a:xfrm>
            <a:custGeom>
              <a:avLst/>
              <a:gdLst/>
              <a:ahLst/>
              <a:cxnLst/>
              <a:rect l="l" t="t" r="r" b="b"/>
              <a:pathLst>
                <a:path w="172720" h="6350">
                  <a:moveTo>
                    <a:pt x="172720" y="0"/>
                  </a:moveTo>
                  <a:lnTo>
                    <a:pt x="3810" y="0"/>
                  </a:lnTo>
                  <a:lnTo>
                    <a:pt x="3810" y="1270"/>
                  </a:lnTo>
                  <a:lnTo>
                    <a:pt x="2540" y="1270"/>
                  </a:lnTo>
                  <a:lnTo>
                    <a:pt x="2540" y="3810"/>
                  </a:lnTo>
                  <a:lnTo>
                    <a:pt x="1270" y="3810"/>
                  </a:lnTo>
                  <a:lnTo>
                    <a:pt x="1270" y="5080"/>
                  </a:lnTo>
                  <a:lnTo>
                    <a:pt x="0" y="5080"/>
                  </a:lnTo>
                  <a:lnTo>
                    <a:pt x="0" y="6350"/>
                  </a:lnTo>
                  <a:lnTo>
                    <a:pt x="172707" y="6350"/>
                  </a:lnTo>
                  <a:lnTo>
                    <a:pt x="172707" y="5080"/>
                  </a:lnTo>
                  <a:lnTo>
                    <a:pt x="172707" y="3810"/>
                  </a:lnTo>
                  <a:lnTo>
                    <a:pt x="172707" y="1270"/>
                  </a:lnTo>
                  <a:lnTo>
                    <a:pt x="172720" y="0"/>
                  </a:lnTo>
                  <a:close/>
                </a:path>
              </a:pathLst>
            </a:custGeom>
            <a:solidFill>
              <a:srgbClr val="371C37"/>
            </a:solidFill>
          </p:spPr>
          <p:txBody>
            <a:bodyPr wrap="square" lIns="0" tIns="0" rIns="0" bIns="0" rtlCol="0"/>
            <a:lstStyle/>
            <a:p/>
          </p:txBody>
        </p:sp>
        <p:sp>
          <p:nvSpPr>
            <p:cNvPr id="1648" name="object 1648"/>
            <p:cNvSpPr/>
            <p:nvPr/>
          </p:nvSpPr>
          <p:spPr>
            <a:xfrm>
              <a:off x="4918710" y="1343659"/>
              <a:ext cx="177800" cy="7620"/>
            </a:xfrm>
            <a:custGeom>
              <a:avLst/>
              <a:gdLst/>
              <a:ahLst/>
              <a:cxnLst/>
              <a:rect l="l" t="t" r="r" b="b"/>
              <a:pathLst>
                <a:path w="177800" h="7619">
                  <a:moveTo>
                    <a:pt x="177800" y="2540"/>
                  </a:moveTo>
                  <a:lnTo>
                    <a:pt x="177787" y="1270"/>
                  </a:lnTo>
                  <a:lnTo>
                    <a:pt x="177787" y="0"/>
                  </a:lnTo>
                  <a:lnTo>
                    <a:pt x="5080" y="0"/>
                  </a:lnTo>
                  <a:lnTo>
                    <a:pt x="5080" y="1270"/>
                  </a:lnTo>
                  <a:lnTo>
                    <a:pt x="3810" y="1270"/>
                  </a:lnTo>
                  <a:lnTo>
                    <a:pt x="3810" y="2540"/>
                  </a:lnTo>
                  <a:lnTo>
                    <a:pt x="2540" y="2540"/>
                  </a:lnTo>
                  <a:lnTo>
                    <a:pt x="2540" y="5080"/>
                  </a:lnTo>
                  <a:lnTo>
                    <a:pt x="1270" y="5080"/>
                  </a:lnTo>
                  <a:lnTo>
                    <a:pt x="1270" y="6350"/>
                  </a:lnTo>
                  <a:lnTo>
                    <a:pt x="0" y="6350"/>
                  </a:lnTo>
                  <a:lnTo>
                    <a:pt x="0" y="7620"/>
                  </a:lnTo>
                  <a:lnTo>
                    <a:pt x="177800" y="7620"/>
                  </a:lnTo>
                  <a:lnTo>
                    <a:pt x="177800" y="6350"/>
                  </a:lnTo>
                  <a:lnTo>
                    <a:pt x="177800" y="5080"/>
                  </a:lnTo>
                  <a:lnTo>
                    <a:pt x="177800" y="2540"/>
                  </a:lnTo>
                  <a:close/>
                </a:path>
              </a:pathLst>
            </a:custGeom>
            <a:solidFill>
              <a:srgbClr val="381C38"/>
            </a:solidFill>
          </p:spPr>
          <p:txBody>
            <a:bodyPr wrap="square" lIns="0" tIns="0" rIns="0" bIns="0" rtlCol="0"/>
            <a:lstStyle/>
            <a:p/>
          </p:txBody>
        </p:sp>
        <p:sp>
          <p:nvSpPr>
            <p:cNvPr id="1649" name="object 1649"/>
            <p:cNvSpPr/>
            <p:nvPr/>
          </p:nvSpPr>
          <p:spPr>
            <a:xfrm>
              <a:off x="4914900" y="1351279"/>
              <a:ext cx="181610" cy="7620"/>
            </a:xfrm>
            <a:custGeom>
              <a:avLst/>
              <a:gdLst/>
              <a:ahLst/>
              <a:cxnLst/>
              <a:rect l="l" t="t" r="r" b="b"/>
              <a:pathLst>
                <a:path w="181610" h="7619">
                  <a:moveTo>
                    <a:pt x="181610" y="0"/>
                  </a:moveTo>
                  <a:lnTo>
                    <a:pt x="2540" y="0"/>
                  </a:lnTo>
                  <a:lnTo>
                    <a:pt x="2540" y="2540"/>
                  </a:lnTo>
                  <a:lnTo>
                    <a:pt x="1270" y="2540"/>
                  </a:lnTo>
                  <a:lnTo>
                    <a:pt x="1270" y="5080"/>
                  </a:lnTo>
                  <a:lnTo>
                    <a:pt x="0" y="5080"/>
                  </a:lnTo>
                  <a:lnTo>
                    <a:pt x="0" y="7620"/>
                  </a:lnTo>
                  <a:lnTo>
                    <a:pt x="181610" y="7620"/>
                  </a:lnTo>
                  <a:lnTo>
                    <a:pt x="181610" y="5080"/>
                  </a:lnTo>
                  <a:lnTo>
                    <a:pt x="181610" y="2540"/>
                  </a:lnTo>
                  <a:lnTo>
                    <a:pt x="181610" y="0"/>
                  </a:lnTo>
                  <a:close/>
                </a:path>
              </a:pathLst>
            </a:custGeom>
            <a:solidFill>
              <a:srgbClr val="391B39"/>
            </a:solidFill>
          </p:spPr>
          <p:txBody>
            <a:bodyPr wrap="square" lIns="0" tIns="0" rIns="0" bIns="0" rtlCol="0"/>
            <a:lstStyle/>
            <a:p/>
          </p:txBody>
        </p:sp>
        <p:sp>
          <p:nvSpPr>
            <p:cNvPr id="1650" name="object 1650"/>
            <p:cNvSpPr/>
            <p:nvPr/>
          </p:nvSpPr>
          <p:spPr>
            <a:xfrm>
              <a:off x="4912360" y="1358899"/>
              <a:ext cx="184150" cy="6350"/>
            </a:xfrm>
            <a:custGeom>
              <a:avLst/>
              <a:gdLst/>
              <a:ahLst/>
              <a:cxnLst/>
              <a:rect l="l" t="t" r="r" b="b"/>
              <a:pathLst>
                <a:path w="184150" h="6350">
                  <a:moveTo>
                    <a:pt x="184150" y="0"/>
                  </a:moveTo>
                  <a:lnTo>
                    <a:pt x="2540" y="0"/>
                  </a:lnTo>
                  <a:lnTo>
                    <a:pt x="2540" y="1270"/>
                  </a:lnTo>
                  <a:lnTo>
                    <a:pt x="1270" y="1270"/>
                  </a:lnTo>
                  <a:lnTo>
                    <a:pt x="1270" y="3810"/>
                  </a:lnTo>
                  <a:lnTo>
                    <a:pt x="0" y="3810"/>
                  </a:lnTo>
                  <a:lnTo>
                    <a:pt x="0" y="6350"/>
                  </a:lnTo>
                  <a:lnTo>
                    <a:pt x="184137" y="6350"/>
                  </a:lnTo>
                  <a:lnTo>
                    <a:pt x="184137" y="3810"/>
                  </a:lnTo>
                  <a:lnTo>
                    <a:pt x="184150" y="1270"/>
                  </a:lnTo>
                  <a:lnTo>
                    <a:pt x="184150" y="0"/>
                  </a:lnTo>
                  <a:close/>
                </a:path>
              </a:pathLst>
            </a:custGeom>
            <a:solidFill>
              <a:srgbClr val="3B1A3B"/>
            </a:solidFill>
          </p:spPr>
          <p:txBody>
            <a:bodyPr wrap="square" lIns="0" tIns="0" rIns="0" bIns="0" rtlCol="0"/>
            <a:lstStyle/>
            <a:p/>
          </p:txBody>
        </p:sp>
        <p:sp>
          <p:nvSpPr>
            <p:cNvPr id="1651" name="object 1651"/>
            <p:cNvSpPr/>
            <p:nvPr/>
          </p:nvSpPr>
          <p:spPr>
            <a:xfrm>
              <a:off x="4908550" y="1365249"/>
              <a:ext cx="187960" cy="7620"/>
            </a:xfrm>
            <a:custGeom>
              <a:avLst/>
              <a:gdLst/>
              <a:ahLst/>
              <a:cxnLst/>
              <a:rect l="l" t="t" r="r" b="b"/>
              <a:pathLst>
                <a:path w="187960" h="7619">
                  <a:moveTo>
                    <a:pt x="187947" y="0"/>
                  </a:moveTo>
                  <a:lnTo>
                    <a:pt x="3810" y="0"/>
                  </a:lnTo>
                  <a:lnTo>
                    <a:pt x="3810" y="1270"/>
                  </a:lnTo>
                  <a:lnTo>
                    <a:pt x="2540" y="1270"/>
                  </a:lnTo>
                  <a:lnTo>
                    <a:pt x="2540" y="3810"/>
                  </a:lnTo>
                  <a:lnTo>
                    <a:pt x="1270" y="3810"/>
                  </a:lnTo>
                  <a:lnTo>
                    <a:pt x="1270" y="6350"/>
                  </a:lnTo>
                  <a:lnTo>
                    <a:pt x="0" y="6350"/>
                  </a:lnTo>
                  <a:lnTo>
                    <a:pt x="0" y="7620"/>
                  </a:lnTo>
                  <a:lnTo>
                    <a:pt x="187947" y="7620"/>
                  </a:lnTo>
                  <a:lnTo>
                    <a:pt x="187947" y="6350"/>
                  </a:lnTo>
                  <a:lnTo>
                    <a:pt x="187947" y="3810"/>
                  </a:lnTo>
                  <a:lnTo>
                    <a:pt x="187947" y="1270"/>
                  </a:lnTo>
                  <a:lnTo>
                    <a:pt x="187947" y="0"/>
                  </a:lnTo>
                  <a:close/>
                </a:path>
              </a:pathLst>
            </a:custGeom>
            <a:solidFill>
              <a:srgbClr val="3C1A3C"/>
            </a:solidFill>
          </p:spPr>
          <p:txBody>
            <a:bodyPr wrap="square" lIns="0" tIns="0" rIns="0" bIns="0" rtlCol="0"/>
            <a:lstStyle/>
            <a:p/>
          </p:txBody>
        </p:sp>
        <p:sp>
          <p:nvSpPr>
            <p:cNvPr id="1652" name="object 1652"/>
            <p:cNvSpPr/>
            <p:nvPr/>
          </p:nvSpPr>
          <p:spPr>
            <a:xfrm>
              <a:off x="4904740" y="1372869"/>
              <a:ext cx="191770" cy="7620"/>
            </a:xfrm>
            <a:custGeom>
              <a:avLst/>
              <a:gdLst/>
              <a:ahLst/>
              <a:cxnLst/>
              <a:rect l="l" t="t" r="r" b="b"/>
              <a:pathLst>
                <a:path w="191770" h="7619">
                  <a:moveTo>
                    <a:pt x="191770" y="3810"/>
                  </a:moveTo>
                  <a:lnTo>
                    <a:pt x="191757" y="1270"/>
                  </a:lnTo>
                  <a:lnTo>
                    <a:pt x="191757" y="0"/>
                  </a:lnTo>
                  <a:lnTo>
                    <a:pt x="3810" y="0"/>
                  </a:lnTo>
                  <a:lnTo>
                    <a:pt x="3810" y="1270"/>
                  </a:lnTo>
                  <a:lnTo>
                    <a:pt x="2540" y="1270"/>
                  </a:lnTo>
                  <a:lnTo>
                    <a:pt x="2540" y="3810"/>
                  </a:lnTo>
                  <a:lnTo>
                    <a:pt x="1270" y="3810"/>
                  </a:lnTo>
                  <a:lnTo>
                    <a:pt x="1270" y="6350"/>
                  </a:lnTo>
                  <a:lnTo>
                    <a:pt x="0" y="6350"/>
                  </a:lnTo>
                  <a:lnTo>
                    <a:pt x="0" y="7620"/>
                  </a:lnTo>
                  <a:lnTo>
                    <a:pt x="191770" y="7620"/>
                  </a:lnTo>
                  <a:lnTo>
                    <a:pt x="191770" y="6350"/>
                  </a:lnTo>
                  <a:lnTo>
                    <a:pt x="191770" y="3810"/>
                  </a:lnTo>
                  <a:close/>
                </a:path>
              </a:pathLst>
            </a:custGeom>
            <a:solidFill>
              <a:srgbClr val="3E193E"/>
            </a:solidFill>
          </p:spPr>
          <p:txBody>
            <a:bodyPr wrap="square" lIns="0" tIns="0" rIns="0" bIns="0" rtlCol="0"/>
            <a:lstStyle/>
            <a:p/>
          </p:txBody>
        </p:sp>
        <p:sp>
          <p:nvSpPr>
            <p:cNvPr id="1653" name="object 1653"/>
            <p:cNvSpPr/>
            <p:nvPr/>
          </p:nvSpPr>
          <p:spPr>
            <a:xfrm>
              <a:off x="4903470" y="1380489"/>
              <a:ext cx="193040" cy="6350"/>
            </a:xfrm>
            <a:custGeom>
              <a:avLst/>
              <a:gdLst/>
              <a:ahLst/>
              <a:cxnLst/>
              <a:rect l="l" t="t" r="r" b="b"/>
              <a:pathLst>
                <a:path w="193039" h="6350">
                  <a:moveTo>
                    <a:pt x="193040" y="0"/>
                  </a:moveTo>
                  <a:lnTo>
                    <a:pt x="1270" y="0"/>
                  </a:lnTo>
                  <a:lnTo>
                    <a:pt x="1270" y="3810"/>
                  </a:lnTo>
                  <a:lnTo>
                    <a:pt x="0" y="3810"/>
                  </a:lnTo>
                  <a:lnTo>
                    <a:pt x="0" y="6350"/>
                  </a:lnTo>
                  <a:lnTo>
                    <a:pt x="193040" y="6350"/>
                  </a:lnTo>
                  <a:lnTo>
                    <a:pt x="193040" y="3810"/>
                  </a:lnTo>
                  <a:lnTo>
                    <a:pt x="193040" y="0"/>
                  </a:lnTo>
                  <a:close/>
                </a:path>
              </a:pathLst>
            </a:custGeom>
            <a:solidFill>
              <a:srgbClr val="3F193F"/>
            </a:solidFill>
          </p:spPr>
          <p:txBody>
            <a:bodyPr wrap="square" lIns="0" tIns="0" rIns="0" bIns="0" rtlCol="0"/>
            <a:lstStyle/>
            <a:p/>
          </p:txBody>
        </p:sp>
        <p:sp>
          <p:nvSpPr>
            <p:cNvPr id="1654" name="object 1654"/>
            <p:cNvSpPr/>
            <p:nvPr/>
          </p:nvSpPr>
          <p:spPr>
            <a:xfrm>
              <a:off x="4902200" y="1386839"/>
              <a:ext cx="194310" cy="7620"/>
            </a:xfrm>
            <a:custGeom>
              <a:avLst/>
              <a:gdLst/>
              <a:ahLst/>
              <a:cxnLst/>
              <a:rect l="l" t="t" r="r" b="b"/>
              <a:pathLst>
                <a:path w="194310" h="7619">
                  <a:moveTo>
                    <a:pt x="194310" y="0"/>
                  </a:moveTo>
                  <a:lnTo>
                    <a:pt x="1270" y="0"/>
                  </a:lnTo>
                  <a:lnTo>
                    <a:pt x="1270" y="2540"/>
                  </a:lnTo>
                  <a:lnTo>
                    <a:pt x="0" y="2540"/>
                  </a:lnTo>
                  <a:lnTo>
                    <a:pt x="0" y="7620"/>
                  </a:lnTo>
                  <a:lnTo>
                    <a:pt x="194310" y="7620"/>
                  </a:lnTo>
                  <a:lnTo>
                    <a:pt x="194310" y="2540"/>
                  </a:lnTo>
                  <a:lnTo>
                    <a:pt x="194310" y="0"/>
                  </a:lnTo>
                  <a:close/>
                </a:path>
              </a:pathLst>
            </a:custGeom>
            <a:solidFill>
              <a:srgbClr val="411841"/>
            </a:solidFill>
          </p:spPr>
          <p:txBody>
            <a:bodyPr wrap="square" lIns="0" tIns="0" rIns="0" bIns="0" rtlCol="0"/>
            <a:lstStyle/>
            <a:p/>
          </p:txBody>
        </p:sp>
        <p:sp>
          <p:nvSpPr>
            <p:cNvPr id="1655" name="object 1655"/>
            <p:cNvSpPr/>
            <p:nvPr/>
          </p:nvSpPr>
          <p:spPr>
            <a:xfrm>
              <a:off x="4900930" y="1394459"/>
              <a:ext cx="195580" cy="7620"/>
            </a:xfrm>
            <a:custGeom>
              <a:avLst/>
              <a:gdLst/>
              <a:ahLst/>
              <a:cxnLst/>
              <a:rect l="l" t="t" r="r" b="b"/>
              <a:pathLst>
                <a:path w="195579" h="7619">
                  <a:moveTo>
                    <a:pt x="195580" y="0"/>
                  </a:moveTo>
                  <a:lnTo>
                    <a:pt x="1270" y="0"/>
                  </a:lnTo>
                  <a:lnTo>
                    <a:pt x="1270" y="1270"/>
                  </a:lnTo>
                  <a:lnTo>
                    <a:pt x="0" y="1270"/>
                  </a:lnTo>
                  <a:lnTo>
                    <a:pt x="0" y="7620"/>
                  </a:lnTo>
                  <a:lnTo>
                    <a:pt x="195580" y="7620"/>
                  </a:lnTo>
                  <a:lnTo>
                    <a:pt x="195580" y="1270"/>
                  </a:lnTo>
                  <a:lnTo>
                    <a:pt x="195580" y="0"/>
                  </a:lnTo>
                  <a:close/>
                </a:path>
              </a:pathLst>
            </a:custGeom>
            <a:solidFill>
              <a:srgbClr val="421842"/>
            </a:solidFill>
          </p:spPr>
          <p:txBody>
            <a:bodyPr wrap="square" lIns="0" tIns="0" rIns="0" bIns="0" rtlCol="0"/>
            <a:lstStyle/>
            <a:p/>
          </p:txBody>
        </p:sp>
        <p:sp>
          <p:nvSpPr>
            <p:cNvPr id="1656" name="object 1656"/>
            <p:cNvSpPr/>
            <p:nvPr/>
          </p:nvSpPr>
          <p:spPr>
            <a:xfrm>
              <a:off x="4899660" y="1402079"/>
              <a:ext cx="196850" cy="6350"/>
            </a:xfrm>
            <a:custGeom>
              <a:avLst/>
              <a:gdLst/>
              <a:ahLst/>
              <a:cxnLst/>
              <a:rect l="l" t="t" r="r" b="b"/>
              <a:pathLst>
                <a:path w="196850" h="6350">
                  <a:moveTo>
                    <a:pt x="196850" y="0"/>
                  </a:moveTo>
                  <a:lnTo>
                    <a:pt x="0" y="0"/>
                  </a:lnTo>
                  <a:lnTo>
                    <a:pt x="0" y="6350"/>
                  </a:lnTo>
                  <a:lnTo>
                    <a:pt x="196850" y="6350"/>
                  </a:lnTo>
                  <a:lnTo>
                    <a:pt x="196850" y="0"/>
                  </a:lnTo>
                  <a:close/>
                </a:path>
              </a:pathLst>
            </a:custGeom>
            <a:solidFill>
              <a:srgbClr val="441744"/>
            </a:solidFill>
          </p:spPr>
          <p:txBody>
            <a:bodyPr wrap="square" lIns="0" tIns="0" rIns="0" bIns="0" rtlCol="0"/>
            <a:lstStyle/>
            <a:p/>
          </p:txBody>
        </p:sp>
        <p:sp>
          <p:nvSpPr>
            <p:cNvPr id="1657" name="object 1657"/>
            <p:cNvSpPr/>
            <p:nvPr/>
          </p:nvSpPr>
          <p:spPr>
            <a:xfrm>
              <a:off x="4897120" y="1408429"/>
              <a:ext cx="199390" cy="7620"/>
            </a:xfrm>
            <a:custGeom>
              <a:avLst/>
              <a:gdLst/>
              <a:ahLst/>
              <a:cxnLst/>
              <a:rect l="l" t="t" r="r" b="b"/>
              <a:pathLst>
                <a:path w="199389" h="7619">
                  <a:moveTo>
                    <a:pt x="199390" y="0"/>
                  </a:moveTo>
                  <a:lnTo>
                    <a:pt x="1270" y="0"/>
                  </a:lnTo>
                  <a:lnTo>
                    <a:pt x="1270" y="6350"/>
                  </a:lnTo>
                  <a:lnTo>
                    <a:pt x="0" y="6350"/>
                  </a:lnTo>
                  <a:lnTo>
                    <a:pt x="0" y="7620"/>
                  </a:lnTo>
                  <a:lnTo>
                    <a:pt x="199390" y="7620"/>
                  </a:lnTo>
                  <a:lnTo>
                    <a:pt x="199390" y="6350"/>
                  </a:lnTo>
                  <a:lnTo>
                    <a:pt x="199390" y="0"/>
                  </a:lnTo>
                  <a:close/>
                </a:path>
              </a:pathLst>
            </a:custGeom>
            <a:solidFill>
              <a:srgbClr val="451645"/>
            </a:solidFill>
          </p:spPr>
          <p:txBody>
            <a:bodyPr wrap="square" lIns="0" tIns="0" rIns="0" bIns="0" rtlCol="0"/>
            <a:lstStyle/>
            <a:p/>
          </p:txBody>
        </p:sp>
        <p:sp>
          <p:nvSpPr>
            <p:cNvPr id="1658" name="object 1658"/>
            <p:cNvSpPr/>
            <p:nvPr/>
          </p:nvSpPr>
          <p:spPr>
            <a:xfrm>
              <a:off x="4895850" y="1416049"/>
              <a:ext cx="200660" cy="7620"/>
            </a:xfrm>
            <a:custGeom>
              <a:avLst/>
              <a:gdLst/>
              <a:ahLst/>
              <a:cxnLst/>
              <a:rect l="l" t="t" r="r" b="b"/>
              <a:pathLst>
                <a:path w="200660" h="7619">
                  <a:moveTo>
                    <a:pt x="200660" y="0"/>
                  </a:moveTo>
                  <a:lnTo>
                    <a:pt x="1270" y="0"/>
                  </a:lnTo>
                  <a:lnTo>
                    <a:pt x="1270" y="6350"/>
                  </a:lnTo>
                  <a:lnTo>
                    <a:pt x="0" y="6350"/>
                  </a:lnTo>
                  <a:lnTo>
                    <a:pt x="0" y="7620"/>
                  </a:lnTo>
                  <a:lnTo>
                    <a:pt x="200660" y="7620"/>
                  </a:lnTo>
                  <a:lnTo>
                    <a:pt x="200660" y="6350"/>
                  </a:lnTo>
                  <a:lnTo>
                    <a:pt x="200660" y="0"/>
                  </a:lnTo>
                  <a:close/>
                </a:path>
              </a:pathLst>
            </a:custGeom>
            <a:solidFill>
              <a:srgbClr val="461646"/>
            </a:solidFill>
          </p:spPr>
          <p:txBody>
            <a:bodyPr wrap="square" lIns="0" tIns="0" rIns="0" bIns="0" rtlCol="0"/>
            <a:lstStyle/>
            <a:p/>
          </p:txBody>
        </p:sp>
        <p:sp>
          <p:nvSpPr>
            <p:cNvPr id="1659" name="object 1659"/>
            <p:cNvSpPr/>
            <p:nvPr/>
          </p:nvSpPr>
          <p:spPr>
            <a:xfrm>
              <a:off x="4894580" y="1423669"/>
              <a:ext cx="201930" cy="6350"/>
            </a:xfrm>
            <a:custGeom>
              <a:avLst/>
              <a:gdLst/>
              <a:ahLst/>
              <a:cxnLst/>
              <a:rect l="l" t="t" r="r" b="b"/>
              <a:pathLst>
                <a:path w="201929" h="6350">
                  <a:moveTo>
                    <a:pt x="119380" y="0"/>
                  </a:moveTo>
                  <a:lnTo>
                    <a:pt x="1270" y="0"/>
                  </a:lnTo>
                  <a:lnTo>
                    <a:pt x="1270" y="1270"/>
                  </a:lnTo>
                  <a:lnTo>
                    <a:pt x="1270" y="2540"/>
                  </a:lnTo>
                  <a:lnTo>
                    <a:pt x="1270" y="3810"/>
                  </a:lnTo>
                  <a:lnTo>
                    <a:pt x="1270" y="5080"/>
                  </a:lnTo>
                  <a:lnTo>
                    <a:pt x="0" y="5080"/>
                  </a:lnTo>
                  <a:lnTo>
                    <a:pt x="0" y="6350"/>
                  </a:lnTo>
                  <a:lnTo>
                    <a:pt x="113017" y="6350"/>
                  </a:lnTo>
                  <a:lnTo>
                    <a:pt x="113017" y="5080"/>
                  </a:lnTo>
                  <a:lnTo>
                    <a:pt x="114300" y="5080"/>
                  </a:lnTo>
                  <a:lnTo>
                    <a:pt x="114300" y="3810"/>
                  </a:lnTo>
                  <a:lnTo>
                    <a:pt x="115570" y="3810"/>
                  </a:lnTo>
                  <a:lnTo>
                    <a:pt x="115570" y="2540"/>
                  </a:lnTo>
                  <a:lnTo>
                    <a:pt x="118110" y="2540"/>
                  </a:lnTo>
                  <a:lnTo>
                    <a:pt x="118110" y="1270"/>
                  </a:lnTo>
                  <a:lnTo>
                    <a:pt x="119380" y="1270"/>
                  </a:lnTo>
                  <a:lnTo>
                    <a:pt x="119380" y="0"/>
                  </a:lnTo>
                  <a:close/>
                </a:path>
                <a:path w="201929" h="6350">
                  <a:moveTo>
                    <a:pt x="201930" y="0"/>
                  </a:moveTo>
                  <a:lnTo>
                    <a:pt x="120650" y="0"/>
                  </a:lnTo>
                  <a:lnTo>
                    <a:pt x="120650" y="6350"/>
                  </a:lnTo>
                  <a:lnTo>
                    <a:pt x="201930" y="6350"/>
                  </a:lnTo>
                  <a:lnTo>
                    <a:pt x="201930" y="0"/>
                  </a:lnTo>
                  <a:close/>
                </a:path>
              </a:pathLst>
            </a:custGeom>
            <a:solidFill>
              <a:srgbClr val="481548"/>
            </a:solidFill>
          </p:spPr>
          <p:txBody>
            <a:bodyPr wrap="square" lIns="0" tIns="0" rIns="0" bIns="0" rtlCol="0"/>
            <a:lstStyle/>
            <a:p/>
          </p:txBody>
        </p:sp>
        <p:sp>
          <p:nvSpPr>
            <p:cNvPr id="1660" name="object 1660"/>
            <p:cNvSpPr/>
            <p:nvPr/>
          </p:nvSpPr>
          <p:spPr>
            <a:xfrm>
              <a:off x="4893310" y="1430019"/>
              <a:ext cx="203200" cy="7620"/>
            </a:xfrm>
            <a:custGeom>
              <a:avLst/>
              <a:gdLst/>
              <a:ahLst/>
              <a:cxnLst/>
              <a:rect l="l" t="t" r="r" b="b"/>
              <a:pathLst>
                <a:path w="203200" h="7619">
                  <a:moveTo>
                    <a:pt x="113030" y="0"/>
                  </a:moveTo>
                  <a:lnTo>
                    <a:pt x="1270" y="0"/>
                  </a:lnTo>
                  <a:lnTo>
                    <a:pt x="1270" y="1270"/>
                  </a:lnTo>
                  <a:lnTo>
                    <a:pt x="1270" y="2540"/>
                  </a:lnTo>
                  <a:lnTo>
                    <a:pt x="1270" y="3810"/>
                  </a:lnTo>
                  <a:lnTo>
                    <a:pt x="1270" y="5080"/>
                  </a:lnTo>
                  <a:lnTo>
                    <a:pt x="1270" y="6350"/>
                  </a:lnTo>
                  <a:lnTo>
                    <a:pt x="0" y="6350"/>
                  </a:lnTo>
                  <a:lnTo>
                    <a:pt x="0" y="7620"/>
                  </a:lnTo>
                  <a:lnTo>
                    <a:pt x="105410" y="7620"/>
                  </a:lnTo>
                  <a:lnTo>
                    <a:pt x="105410" y="6350"/>
                  </a:lnTo>
                  <a:lnTo>
                    <a:pt x="106680" y="6350"/>
                  </a:lnTo>
                  <a:lnTo>
                    <a:pt x="106680" y="5080"/>
                  </a:lnTo>
                  <a:lnTo>
                    <a:pt x="107937" y="5080"/>
                  </a:lnTo>
                  <a:lnTo>
                    <a:pt x="107937" y="3810"/>
                  </a:lnTo>
                  <a:lnTo>
                    <a:pt x="109220" y="3810"/>
                  </a:lnTo>
                  <a:lnTo>
                    <a:pt x="109220" y="2540"/>
                  </a:lnTo>
                  <a:lnTo>
                    <a:pt x="111747" y="2540"/>
                  </a:lnTo>
                  <a:lnTo>
                    <a:pt x="111747" y="1270"/>
                  </a:lnTo>
                  <a:lnTo>
                    <a:pt x="113030" y="1270"/>
                  </a:lnTo>
                  <a:lnTo>
                    <a:pt x="113030" y="0"/>
                  </a:lnTo>
                  <a:close/>
                </a:path>
                <a:path w="203200" h="7619">
                  <a:moveTo>
                    <a:pt x="203200" y="0"/>
                  </a:moveTo>
                  <a:lnTo>
                    <a:pt x="121920" y="0"/>
                  </a:lnTo>
                  <a:lnTo>
                    <a:pt x="121920" y="7620"/>
                  </a:lnTo>
                  <a:lnTo>
                    <a:pt x="203187" y="7620"/>
                  </a:lnTo>
                  <a:lnTo>
                    <a:pt x="203200" y="0"/>
                  </a:lnTo>
                  <a:close/>
                </a:path>
              </a:pathLst>
            </a:custGeom>
            <a:solidFill>
              <a:srgbClr val="491549"/>
            </a:solidFill>
          </p:spPr>
          <p:txBody>
            <a:bodyPr wrap="square" lIns="0" tIns="0" rIns="0" bIns="0" rtlCol="0"/>
            <a:lstStyle/>
            <a:p/>
          </p:txBody>
        </p:sp>
        <p:sp>
          <p:nvSpPr>
            <p:cNvPr id="1661" name="object 1661"/>
            <p:cNvSpPr/>
            <p:nvPr/>
          </p:nvSpPr>
          <p:spPr>
            <a:xfrm>
              <a:off x="4893310" y="1437639"/>
              <a:ext cx="203200" cy="7620"/>
            </a:xfrm>
            <a:custGeom>
              <a:avLst/>
              <a:gdLst/>
              <a:ahLst/>
              <a:cxnLst/>
              <a:rect l="l" t="t" r="r" b="b"/>
              <a:pathLst>
                <a:path w="203200" h="7619">
                  <a:moveTo>
                    <a:pt x="104140" y="0"/>
                  </a:moveTo>
                  <a:lnTo>
                    <a:pt x="0" y="0"/>
                  </a:lnTo>
                  <a:lnTo>
                    <a:pt x="0" y="1270"/>
                  </a:lnTo>
                  <a:lnTo>
                    <a:pt x="0" y="2540"/>
                  </a:lnTo>
                  <a:lnTo>
                    <a:pt x="0" y="5080"/>
                  </a:lnTo>
                  <a:lnTo>
                    <a:pt x="0" y="6350"/>
                  </a:lnTo>
                  <a:lnTo>
                    <a:pt x="0" y="7620"/>
                  </a:lnTo>
                  <a:lnTo>
                    <a:pt x="99060" y="7620"/>
                  </a:lnTo>
                  <a:lnTo>
                    <a:pt x="99060" y="6350"/>
                  </a:lnTo>
                  <a:lnTo>
                    <a:pt x="100330" y="6350"/>
                  </a:lnTo>
                  <a:lnTo>
                    <a:pt x="100330" y="5080"/>
                  </a:lnTo>
                  <a:lnTo>
                    <a:pt x="101600" y="5080"/>
                  </a:lnTo>
                  <a:lnTo>
                    <a:pt x="101600" y="2540"/>
                  </a:lnTo>
                  <a:lnTo>
                    <a:pt x="102870" y="2540"/>
                  </a:lnTo>
                  <a:lnTo>
                    <a:pt x="102870" y="1270"/>
                  </a:lnTo>
                  <a:lnTo>
                    <a:pt x="104140" y="1270"/>
                  </a:lnTo>
                  <a:lnTo>
                    <a:pt x="104140" y="0"/>
                  </a:lnTo>
                  <a:close/>
                </a:path>
                <a:path w="203200" h="7619">
                  <a:moveTo>
                    <a:pt x="203187" y="0"/>
                  </a:moveTo>
                  <a:lnTo>
                    <a:pt x="121920" y="0"/>
                  </a:lnTo>
                  <a:lnTo>
                    <a:pt x="121920" y="2540"/>
                  </a:lnTo>
                  <a:lnTo>
                    <a:pt x="121920" y="6350"/>
                  </a:lnTo>
                  <a:lnTo>
                    <a:pt x="120650" y="6350"/>
                  </a:lnTo>
                  <a:lnTo>
                    <a:pt x="120650" y="7620"/>
                  </a:lnTo>
                  <a:lnTo>
                    <a:pt x="203187" y="7620"/>
                  </a:lnTo>
                  <a:lnTo>
                    <a:pt x="203187" y="6350"/>
                  </a:lnTo>
                  <a:lnTo>
                    <a:pt x="203187" y="2540"/>
                  </a:lnTo>
                  <a:lnTo>
                    <a:pt x="203187" y="0"/>
                  </a:lnTo>
                  <a:close/>
                </a:path>
              </a:pathLst>
            </a:custGeom>
            <a:solidFill>
              <a:srgbClr val="4B144B"/>
            </a:solidFill>
          </p:spPr>
          <p:txBody>
            <a:bodyPr wrap="square" lIns="0" tIns="0" rIns="0" bIns="0" rtlCol="0"/>
            <a:lstStyle/>
            <a:p/>
          </p:txBody>
        </p:sp>
        <p:sp>
          <p:nvSpPr>
            <p:cNvPr id="1662" name="object 1662"/>
            <p:cNvSpPr/>
            <p:nvPr/>
          </p:nvSpPr>
          <p:spPr>
            <a:xfrm>
              <a:off x="4893310" y="1445259"/>
              <a:ext cx="203200" cy="6350"/>
            </a:xfrm>
            <a:custGeom>
              <a:avLst/>
              <a:gdLst/>
              <a:ahLst/>
              <a:cxnLst/>
              <a:rect l="l" t="t" r="r" b="b"/>
              <a:pathLst>
                <a:path w="203200" h="6350">
                  <a:moveTo>
                    <a:pt x="97790" y="0"/>
                  </a:moveTo>
                  <a:lnTo>
                    <a:pt x="0" y="0"/>
                  </a:lnTo>
                  <a:lnTo>
                    <a:pt x="0" y="1270"/>
                  </a:lnTo>
                  <a:lnTo>
                    <a:pt x="0" y="2540"/>
                  </a:lnTo>
                  <a:lnTo>
                    <a:pt x="0" y="3810"/>
                  </a:lnTo>
                  <a:lnTo>
                    <a:pt x="0" y="6350"/>
                  </a:lnTo>
                  <a:lnTo>
                    <a:pt x="92710" y="6350"/>
                  </a:lnTo>
                  <a:lnTo>
                    <a:pt x="92710" y="3810"/>
                  </a:lnTo>
                  <a:lnTo>
                    <a:pt x="93980" y="3810"/>
                  </a:lnTo>
                  <a:lnTo>
                    <a:pt x="93980" y="2540"/>
                  </a:lnTo>
                  <a:lnTo>
                    <a:pt x="96520" y="2540"/>
                  </a:lnTo>
                  <a:lnTo>
                    <a:pt x="96520" y="1270"/>
                  </a:lnTo>
                  <a:lnTo>
                    <a:pt x="97790" y="1270"/>
                  </a:lnTo>
                  <a:lnTo>
                    <a:pt x="97790" y="0"/>
                  </a:lnTo>
                  <a:close/>
                </a:path>
                <a:path w="203200" h="6350">
                  <a:moveTo>
                    <a:pt x="203200" y="6350"/>
                  </a:moveTo>
                  <a:lnTo>
                    <a:pt x="203187" y="0"/>
                  </a:lnTo>
                  <a:lnTo>
                    <a:pt x="120650" y="0"/>
                  </a:lnTo>
                  <a:lnTo>
                    <a:pt x="120650" y="6350"/>
                  </a:lnTo>
                  <a:lnTo>
                    <a:pt x="203200" y="6350"/>
                  </a:lnTo>
                  <a:close/>
                </a:path>
              </a:pathLst>
            </a:custGeom>
            <a:solidFill>
              <a:srgbClr val="4C144C"/>
            </a:solidFill>
          </p:spPr>
          <p:txBody>
            <a:bodyPr wrap="square" lIns="0" tIns="0" rIns="0" bIns="0" rtlCol="0"/>
            <a:lstStyle/>
            <a:p/>
          </p:txBody>
        </p:sp>
        <p:sp>
          <p:nvSpPr>
            <p:cNvPr id="1663" name="object 1663"/>
            <p:cNvSpPr/>
            <p:nvPr/>
          </p:nvSpPr>
          <p:spPr>
            <a:xfrm>
              <a:off x="4893310" y="1451609"/>
              <a:ext cx="203200" cy="7620"/>
            </a:xfrm>
            <a:custGeom>
              <a:avLst/>
              <a:gdLst/>
              <a:ahLst/>
              <a:cxnLst/>
              <a:rect l="l" t="t" r="r" b="b"/>
              <a:pathLst>
                <a:path w="203200" h="7619">
                  <a:moveTo>
                    <a:pt x="91440" y="0"/>
                  </a:moveTo>
                  <a:lnTo>
                    <a:pt x="0" y="0"/>
                  </a:lnTo>
                  <a:lnTo>
                    <a:pt x="0" y="1270"/>
                  </a:lnTo>
                  <a:lnTo>
                    <a:pt x="0" y="3810"/>
                  </a:lnTo>
                  <a:lnTo>
                    <a:pt x="0" y="5080"/>
                  </a:lnTo>
                  <a:lnTo>
                    <a:pt x="0" y="6350"/>
                  </a:lnTo>
                  <a:lnTo>
                    <a:pt x="0" y="7620"/>
                  </a:lnTo>
                  <a:lnTo>
                    <a:pt x="86360" y="7620"/>
                  </a:lnTo>
                  <a:lnTo>
                    <a:pt x="86360" y="6350"/>
                  </a:lnTo>
                  <a:lnTo>
                    <a:pt x="87630" y="6350"/>
                  </a:lnTo>
                  <a:lnTo>
                    <a:pt x="87630" y="5080"/>
                  </a:lnTo>
                  <a:lnTo>
                    <a:pt x="88900" y="5080"/>
                  </a:lnTo>
                  <a:lnTo>
                    <a:pt x="88900" y="3810"/>
                  </a:lnTo>
                  <a:lnTo>
                    <a:pt x="90170" y="3810"/>
                  </a:lnTo>
                  <a:lnTo>
                    <a:pt x="90170" y="1270"/>
                  </a:lnTo>
                  <a:lnTo>
                    <a:pt x="91440" y="1270"/>
                  </a:lnTo>
                  <a:lnTo>
                    <a:pt x="91440" y="0"/>
                  </a:lnTo>
                  <a:close/>
                </a:path>
                <a:path w="203200" h="7619">
                  <a:moveTo>
                    <a:pt x="203200" y="1282"/>
                  </a:moveTo>
                  <a:lnTo>
                    <a:pt x="120650" y="1282"/>
                  </a:lnTo>
                  <a:lnTo>
                    <a:pt x="120650" y="7620"/>
                  </a:lnTo>
                  <a:lnTo>
                    <a:pt x="203200" y="7620"/>
                  </a:lnTo>
                  <a:lnTo>
                    <a:pt x="203200" y="1282"/>
                  </a:lnTo>
                  <a:close/>
                </a:path>
                <a:path w="203200" h="7619">
                  <a:moveTo>
                    <a:pt x="203200" y="0"/>
                  </a:moveTo>
                  <a:lnTo>
                    <a:pt x="120650" y="0"/>
                  </a:lnTo>
                  <a:lnTo>
                    <a:pt x="120650" y="1270"/>
                  </a:lnTo>
                  <a:lnTo>
                    <a:pt x="203200" y="1270"/>
                  </a:lnTo>
                  <a:lnTo>
                    <a:pt x="203200" y="0"/>
                  </a:lnTo>
                  <a:close/>
                </a:path>
              </a:pathLst>
            </a:custGeom>
            <a:solidFill>
              <a:srgbClr val="4E134E"/>
            </a:solidFill>
          </p:spPr>
          <p:txBody>
            <a:bodyPr wrap="square" lIns="0" tIns="0" rIns="0" bIns="0" rtlCol="0"/>
            <a:lstStyle/>
            <a:p/>
          </p:txBody>
        </p:sp>
        <p:sp>
          <p:nvSpPr>
            <p:cNvPr id="1664" name="object 1664"/>
            <p:cNvSpPr/>
            <p:nvPr/>
          </p:nvSpPr>
          <p:spPr>
            <a:xfrm>
              <a:off x="4892040" y="1459229"/>
              <a:ext cx="204470" cy="7620"/>
            </a:xfrm>
            <a:custGeom>
              <a:avLst/>
              <a:gdLst/>
              <a:ahLst/>
              <a:cxnLst/>
              <a:rect l="l" t="t" r="r" b="b"/>
              <a:pathLst>
                <a:path w="204470" h="7619">
                  <a:moveTo>
                    <a:pt x="85089" y="5080"/>
                  </a:moveTo>
                  <a:lnTo>
                    <a:pt x="0" y="5080"/>
                  </a:lnTo>
                  <a:lnTo>
                    <a:pt x="0" y="7620"/>
                  </a:lnTo>
                  <a:lnTo>
                    <a:pt x="85089" y="7620"/>
                  </a:lnTo>
                  <a:lnTo>
                    <a:pt x="85089" y="5080"/>
                  </a:lnTo>
                  <a:close/>
                </a:path>
                <a:path w="204470" h="7619">
                  <a:moveTo>
                    <a:pt x="87630" y="0"/>
                  </a:moveTo>
                  <a:lnTo>
                    <a:pt x="1270" y="0"/>
                  </a:lnTo>
                  <a:lnTo>
                    <a:pt x="1270" y="5080"/>
                  </a:lnTo>
                  <a:lnTo>
                    <a:pt x="86360" y="5080"/>
                  </a:lnTo>
                  <a:lnTo>
                    <a:pt x="86360" y="1270"/>
                  </a:lnTo>
                  <a:lnTo>
                    <a:pt x="87630" y="1270"/>
                  </a:lnTo>
                  <a:lnTo>
                    <a:pt x="87630" y="0"/>
                  </a:lnTo>
                  <a:close/>
                </a:path>
                <a:path w="204470" h="7619">
                  <a:moveTo>
                    <a:pt x="204470" y="0"/>
                  </a:moveTo>
                  <a:lnTo>
                    <a:pt x="121920" y="0"/>
                  </a:lnTo>
                  <a:lnTo>
                    <a:pt x="121920" y="7620"/>
                  </a:lnTo>
                  <a:lnTo>
                    <a:pt x="204470" y="7620"/>
                  </a:lnTo>
                  <a:lnTo>
                    <a:pt x="204470" y="0"/>
                  </a:lnTo>
                  <a:close/>
                </a:path>
              </a:pathLst>
            </a:custGeom>
            <a:solidFill>
              <a:srgbClr val="4F124F"/>
            </a:solidFill>
          </p:spPr>
          <p:txBody>
            <a:bodyPr wrap="square" lIns="0" tIns="0" rIns="0" bIns="0" rtlCol="0"/>
            <a:lstStyle/>
            <a:p/>
          </p:txBody>
        </p:sp>
        <p:sp>
          <p:nvSpPr>
            <p:cNvPr id="1665" name="object 1665"/>
            <p:cNvSpPr/>
            <p:nvPr/>
          </p:nvSpPr>
          <p:spPr>
            <a:xfrm>
              <a:off x="4892040" y="1466849"/>
              <a:ext cx="204470" cy="7620"/>
            </a:xfrm>
            <a:custGeom>
              <a:avLst/>
              <a:gdLst/>
              <a:ahLst/>
              <a:cxnLst/>
              <a:rect l="l" t="t" r="r" b="b"/>
              <a:pathLst>
                <a:path w="204470" h="7619">
                  <a:moveTo>
                    <a:pt x="85089" y="0"/>
                  </a:moveTo>
                  <a:lnTo>
                    <a:pt x="0" y="0"/>
                  </a:lnTo>
                  <a:lnTo>
                    <a:pt x="0" y="7620"/>
                  </a:lnTo>
                  <a:lnTo>
                    <a:pt x="83820" y="7620"/>
                  </a:lnTo>
                  <a:lnTo>
                    <a:pt x="83820" y="1270"/>
                  </a:lnTo>
                  <a:lnTo>
                    <a:pt x="85089" y="1270"/>
                  </a:lnTo>
                  <a:lnTo>
                    <a:pt x="85089" y="0"/>
                  </a:lnTo>
                  <a:close/>
                </a:path>
                <a:path w="204470" h="7619">
                  <a:moveTo>
                    <a:pt x="204470" y="0"/>
                  </a:moveTo>
                  <a:lnTo>
                    <a:pt x="121920" y="0"/>
                  </a:lnTo>
                  <a:lnTo>
                    <a:pt x="121920" y="3810"/>
                  </a:lnTo>
                  <a:lnTo>
                    <a:pt x="120650" y="3810"/>
                  </a:lnTo>
                  <a:lnTo>
                    <a:pt x="120650" y="7620"/>
                  </a:lnTo>
                  <a:lnTo>
                    <a:pt x="204470" y="7620"/>
                  </a:lnTo>
                  <a:lnTo>
                    <a:pt x="204470" y="0"/>
                  </a:lnTo>
                  <a:close/>
                </a:path>
              </a:pathLst>
            </a:custGeom>
            <a:solidFill>
              <a:srgbClr val="501250"/>
            </a:solidFill>
          </p:spPr>
          <p:txBody>
            <a:bodyPr wrap="square" lIns="0" tIns="0" rIns="0" bIns="0" rtlCol="0"/>
            <a:lstStyle/>
            <a:p/>
          </p:txBody>
        </p:sp>
        <p:sp>
          <p:nvSpPr>
            <p:cNvPr id="1666" name="object 1666"/>
            <p:cNvSpPr/>
            <p:nvPr/>
          </p:nvSpPr>
          <p:spPr>
            <a:xfrm>
              <a:off x="4890770" y="1474469"/>
              <a:ext cx="205740" cy="6350"/>
            </a:xfrm>
            <a:custGeom>
              <a:avLst/>
              <a:gdLst/>
              <a:ahLst/>
              <a:cxnLst/>
              <a:rect l="l" t="t" r="r" b="b"/>
              <a:pathLst>
                <a:path w="205739" h="6350">
                  <a:moveTo>
                    <a:pt x="1269" y="6253"/>
                  </a:moveTo>
                  <a:lnTo>
                    <a:pt x="0" y="6350"/>
                  </a:lnTo>
                  <a:lnTo>
                    <a:pt x="1269" y="6350"/>
                  </a:lnTo>
                  <a:close/>
                </a:path>
                <a:path w="205739" h="6350">
                  <a:moveTo>
                    <a:pt x="83819" y="96"/>
                  </a:moveTo>
                  <a:lnTo>
                    <a:pt x="1269" y="6350"/>
                  </a:lnTo>
                  <a:lnTo>
                    <a:pt x="83819" y="6350"/>
                  </a:lnTo>
                  <a:lnTo>
                    <a:pt x="83819" y="96"/>
                  </a:lnTo>
                  <a:close/>
                </a:path>
                <a:path w="205739" h="6350">
                  <a:moveTo>
                    <a:pt x="83819" y="0"/>
                  </a:moveTo>
                  <a:lnTo>
                    <a:pt x="1269" y="0"/>
                  </a:lnTo>
                  <a:lnTo>
                    <a:pt x="1269" y="6253"/>
                  </a:lnTo>
                  <a:lnTo>
                    <a:pt x="83819" y="0"/>
                  </a:lnTo>
                  <a:close/>
                </a:path>
                <a:path w="205739" h="6350">
                  <a:moveTo>
                    <a:pt x="85089" y="0"/>
                  </a:moveTo>
                  <a:lnTo>
                    <a:pt x="83819" y="0"/>
                  </a:lnTo>
                  <a:lnTo>
                    <a:pt x="85089" y="0"/>
                  </a:lnTo>
                  <a:close/>
                </a:path>
                <a:path w="205739" h="6350">
                  <a:moveTo>
                    <a:pt x="205739" y="0"/>
                  </a:moveTo>
                  <a:lnTo>
                    <a:pt x="121919" y="0"/>
                  </a:lnTo>
                  <a:lnTo>
                    <a:pt x="121919" y="2539"/>
                  </a:lnTo>
                  <a:lnTo>
                    <a:pt x="120650" y="2539"/>
                  </a:lnTo>
                  <a:lnTo>
                    <a:pt x="120650" y="6350"/>
                  </a:lnTo>
                  <a:lnTo>
                    <a:pt x="205739" y="6350"/>
                  </a:lnTo>
                  <a:lnTo>
                    <a:pt x="205739" y="0"/>
                  </a:lnTo>
                  <a:close/>
                </a:path>
              </a:pathLst>
            </a:custGeom>
            <a:solidFill>
              <a:srgbClr val="521152"/>
            </a:solidFill>
          </p:spPr>
          <p:txBody>
            <a:bodyPr wrap="square" lIns="0" tIns="0" rIns="0" bIns="0" rtlCol="0"/>
            <a:lstStyle/>
            <a:p/>
          </p:txBody>
        </p:sp>
        <p:sp>
          <p:nvSpPr>
            <p:cNvPr id="1667" name="object 1667"/>
            <p:cNvSpPr/>
            <p:nvPr/>
          </p:nvSpPr>
          <p:spPr>
            <a:xfrm>
              <a:off x="4890770" y="1480819"/>
              <a:ext cx="205740" cy="7620"/>
            </a:xfrm>
            <a:custGeom>
              <a:avLst/>
              <a:gdLst/>
              <a:ahLst/>
              <a:cxnLst/>
              <a:rect l="l" t="t" r="r" b="b"/>
              <a:pathLst>
                <a:path w="205739" h="7619">
                  <a:moveTo>
                    <a:pt x="83819" y="0"/>
                  </a:moveTo>
                  <a:lnTo>
                    <a:pt x="0" y="0"/>
                  </a:lnTo>
                  <a:lnTo>
                    <a:pt x="0" y="7619"/>
                  </a:lnTo>
                  <a:lnTo>
                    <a:pt x="83820" y="7619"/>
                  </a:lnTo>
                  <a:lnTo>
                    <a:pt x="83819" y="0"/>
                  </a:lnTo>
                  <a:close/>
                </a:path>
                <a:path w="205739" h="7619">
                  <a:moveTo>
                    <a:pt x="205739" y="0"/>
                  </a:moveTo>
                  <a:lnTo>
                    <a:pt x="120650" y="0"/>
                  </a:lnTo>
                  <a:lnTo>
                    <a:pt x="120650" y="5079"/>
                  </a:lnTo>
                  <a:lnTo>
                    <a:pt x="119379" y="5079"/>
                  </a:lnTo>
                  <a:lnTo>
                    <a:pt x="119379" y="7619"/>
                  </a:lnTo>
                  <a:lnTo>
                    <a:pt x="205739" y="7619"/>
                  </a:lnTo>
                  <a:lnTo>
                    <a:pt x="205739" y="0"/>
                  </a:lnTo>
                  <a:close/>
                </a:path>
              </a:pathLst>
            </a:custGeom>
            <a:solidFill>
              <a:srgbClr val="531153"/>
            </a:solidFill>
          </p:spPr>
          <p:txBody>
            <a:bodyPr wrap="square" lIns="0" tIns="0" rIns="0" bIns="0" rtlCol="0"/>
            <a:lstStyle/>
            <a:p/>
          </p:txBody>
        </p:sp>
        <p:sp>
          <p:nvSpPr>
            <p:cNvPr id="1668" name="object 1668"/>
            <p:cNvSpPr/>
            <p:nvPr/>
          </p:nvSpPr>
          <p:spPr>
            <a:xfrm>
              <a:off x="4890770" y="1488439"/>
              <a:ext cx="205740" cy="7620"/>
            </a:xfrm>
            <a:custGeom>
              <a:avLst/>
              <a:gdLst/>
              <a:ahLst/>
              <a:cxnLst/>
              <a:rect l="l" t="t" r="r" b="b"/>
              <a:pathLst>
                <a:path w="205739" h="7619">
                  <a:moveTo>
                    <a:pt x="83820" y="0"/>
                  </a:moveTo>
                  <a:lnTo>
                    <a:pt x="0" y="0"/>
                  </a:lnTo>
                  <a:lnTo>
                    <a:pt x="0" y="7620"/>
                  </a:lnTo>
                  <a:lnTo>
                    <a:pt x="83820" y="7620"/>
                  </a:lnTo>
                  <a:lnTo>
                    <a:pt x="83820" y="0"/>
                  </a:lnTo>
                  <a:close/>
                </a:path>
                <a:path w="205739" h="7619">
                  <a:moveTo>
                    <a:pt x="205740" y="0"/>
                  </a:moveTo>
                  <a:lnTo>
                    <a:pt x="119380" y="0"/>
                  </a:lnTo>
                  <a:lnTo>
                    <a:pt x="119380" y="1270"/>
                  </a:lnTo>
                  <a:lnTo>
                    <a:pt x="118110" y="1270"/>
                  </a:lnTo>
                  <a:lnTo>
                    <a:pt x="118110" y="6350"/>
                  </a:lnTo>
                  <a:lnTo>
                    <a:pt x="116840" y="6350"/>
                  </a:lnTo>
                  <a:lnTo>
                    <a:pt x="116840" y="7620"/>
                  </a:lnTo>
                  <a:lnTo>
                    <a:pt x="205740" y="7620"/>
                  </a:lnTo>
                  <a:lnTo>
                    <a:pt x="205740" y="6350"/>
                  </a:lnTo>
                  <a:lnTo>
                    <a:pt x="205740" y="1270"/>
                  </a:lnTo>
                  <a:lnTo>
                    <a:pt x="205740" y="0"/>
                  </a:lnTo>
                  <a:close/>
                </a:path>
              </a:pathLst>
            </a:custGeom>
            <a:solidFill>
              <a:srgbClr val="551055"/>
            </a:solidFill>
          </p:spPr>
          <p:txBody>
            <a:bodyPr wrap="square" lIns="0" tIns="0" rIns="0" bIns="0" rtlCol="0"/>
            <a:lstStyle/>
            <a:p/>
          </p:txBody>
        </p:sp>
        <p:sp>
          <p:nvSpPr>
            <p:cNvPr id="1669" name="object 1669"/>
            <p:cNvSpPr/>
            <p:nvPr/>
          </p:nvSpPr>
          <p:spPr>
            <a:xfrm>
              <a:off x="4890770" y="1496059"/>
              <a:ext cx="205740" cy="6350"/>
            </a:xfrm>
            <a:custGeom>
              <a:avLst/>
              <a:gdLst/>
              <a:ahLst/>
              <a:cxnLst/>
              <a:rect l="l" t="t" r="r" b="b"/>
              <a:pathLst>
                <a:path w="205739" h="6350">
                  <a:moveTo>
                    <a:pt x="83820" y="0"/>
                  </a:moveTo>
                  <a:lnTo>
                    <a:pt x="0" y="0"/>
                  </a:lnTo>
                  <a:lnTo>
                    <a:pt x="0" y="6350"/>
                  </a:lnTo>
                  <a:lnTo>
                    <a:pt x="83820" y="6350"/>
                  </a:lnTo>
                  <a:lnTo>
                    <a:pt x="83820" y="0"/>
                  </a:lnTo>
                  <a:close/>
                </a:path>
                <a:path w="205739" h="6350">
                  <a:moveTo>
                    <a:pt x="205740" y="0"/>
                  </a:moveTo>
                  <a:lnTo>
                    <a:pt x="116840" y="0"/>
                  </a:lnTo>
                  <a:lnTo>
                    <a:pt x="116840" y="2540"/>
                  </a:lnTo>
                  <a:lnTo>
                    <a:pt x="115570" y="2540"/>
                  </a:lnTo>
                  <a:lnTo>
                    <a:pt x="115570" y="6350"/>
                  </a:lnTo>
                  <a:lnTo>
                    <a:pt x="205740" y="6350"/>
                  </a:lnTo>
                  <a:lnTo>
                    <a:pt x="205740" y="2540"/>
                  </a:lnTo>
                  <a:lnTo>
                    <a:pt x="205740" y="0"/>
                  </a:lnTo>
                  <a:close/>
                </a:path>
              </a:pathLst>
            </a:custGeom>
            <a:solidFill>
              <a:srgbClr val="561056"/>
            </a:solidFill>
          </p:spPr>
          <p:txBody>
            <a:bodyPr wrap="square" lIns="0" tIns="0" rIns="0" bIns="0" rtlCol="0"/>
            <a:lstStyle/>
            <a:p/>
          </p:txBody>
        </p:sp>
        <p:sp>
          <p:nvSpPr>
            <p:cNvPr id="1670" name="object 1670"/>
            <p:cNvSpPr/>
            <p:nvPr/>
          </p:nvSpPr>
          <p:spPr>
            <a:xfrm>
              <a:off x="4890770" y="1502409"/>
              <a:ext cx="205740" cy="7620"/>
            </a:xfrm>
            <a:custGeom>
              <a:avLst/>
              <a:gdLst/>
              <a:ahLst/>
              <a:cxnLst/>
              <a:rect l="l" t="t" r="r" b="b"/>
              <a:pathLst>
                <a:path w="205739" h="7619">
                  <a:moveTo>
                    <a:pt x="85090" y="3810"/>
                  </a:moveTo>
                  <a:lnTo>
                    <a:pt x="83820" y="3810"/>
                  </a:lnTo>
                  <a:lnTo>
                    <a:pt x="83820" y="1270"/>
                  </a:lnTo>
                  <a:lnTo>
                    <a:pt x="83820" y="0"/>
                  </a:lnTo>
                  <a:lnTo>
                    <a:pt x="0" y="0"/>
                  </a:lnTo>
                  <a:lnTo>
                    <a:pt x="0" y="1270"/>
                  </a:lnTo>
                  <a:lnTo>
                    <a:pt x="0" y="3810"/>
                  </a:lnTo>
                  <a:lnTo>
                    <a:pt x="0" y="7620"/>
                  </a:lnTo>
                  <a:lnTo>
                    <a:pt x="85090" y="7620"/>
                  </a:lnTo>
                  <a:lnTo>
                    <a:pt x="85090" y="3810"/>
                  </a:lnTo>
                  <a:close/>
                </a:path>
                <a:path w="205739" h="7619">
                  <a:moveTo>
                    <a:pt x="205740" y="0"/>
                  </a:moveTo>
                  <a:lnTo>
                    <a:pt x="115570" y="0"/>
                  </a:lnTo>
                  <a:lnTo>
                    <a:pt x="115570" y="1270"/>
                  </a:lnTo>
                  <a:lnTo>
                    <a:pt x="114300" y="1270"/>
                  </a:lnTo>
                  <a:lnTo>
                    <a:pt x="114300" y="5080"/>
                  </a:lnTo>
                  <a:lnTo>
                    <a:pt x="113030" y="5080"/>
                  </a:lnTo>
                  <a:lnTo>
                    <a:pt x="113030" y="6350"/>
                  </a:lnTo>
                  <a:lnTo>
                    <a:pt x="111760" y="6350"/>
                  </a:lnTo>
                  <a:lnTo>
                    <a:pt x="111760" y="7620"/>
                  </a:lnTo>
                  <a:lnTo>
                    <a:pt x="205740" y="7620"/>
                  </a:lnTo>
                  <a:lnTo>
                    <a:pt x="205740" y="6350"/>
                  </a:lnTo>
                  <a:lnTo>
                    <a:pt x="205740" y="5080"/>
                  </a:lnTo>
                  <a:lnTo>
                    <a:pt x="205740" y="1270"/>
                  </a:lnTo>
                  <a:lnTo>
                    <a:pt x="205740" y="0"/>
                  </a:lnTo>
                  <a:close/>
                </a:path>
              </a:pathLst>
            </a:custGeom>
            <a:solidFill>
              <a:srgbClr val="580F58"/>
            </a:solidFill>
          </p:spPr>
          <p:txBody>
            <a:bodyPr wrap="square" lIns="0" tIns="0" rIns="0" bIns="0" rtlCol="0"/>
            <a:lstStyle/>
            <a:p/>
          </p:txBody>
        </p:sp>
        <p:sp>
          <p:nvSpPr>
            <p:cNvPr id="1671" name="object 1671"/>
            <p:cNvSpPr/>
            <p:nvPr/>
          </p:nvSpPr>
          <p:spPr>
            <a:xfrm>
              <a:off x="4890770" y="1510029"/>
              <a:ext cx="205740" cy="7620"/>
            </a:xfrm>
            <a:custGeom>
              <a:avLst/>
              <a:gdLst/>
              <a:ahLst/>
              <a:cxnLst/>
              <a:rect l="l" t="t" r="r" b="b"/>
              <a:pathLst>
                <a:path w="205739" h="7619">
                  <a:moveTo>
                    <a:pt x="86360" y="3810"/>
                  </a:moveTo>
                  <a:lnTo>
                    <a:pt x="85090" y="3810"/>
                  </a:lnTo>
                  <a:lnTo>
                    <a:pt x="85090" y="0"/>
                  </a:lnTo>
                  <a:lnTo>
                    <a:pt x="0" y="0"/>
                  </a:lnTo>
                  <a:lnTo>
                    <a:pt x="0" y="3810"/>
                  </a:lnTo>
                  <a:lnTo>
                    <a:pt x="0" y="7620"/>
                  </a:lnTo>
                  <a:lnTo>
                    <a:pt x="86360" y="7620"/>
                  </a:lnTo>
                  <a:lnTo>
                    <a:pt x="86360" y="3810"/>
                  </a:lnTo>
                  <a:close/>
                </a:path>
                <a:path w="205739" h="7619">
                  <a:moveTo>
                    <a:pt x="205740" y="0"/>
                  </a:moveTo>
                  <a:lnTo>
                    <a:pt x="111760" y="0"/>
                  </a:lnTo>
                  <a:lnTo>
                    <a:pt x="111760" y="1270"/>
                  </a:lnTo>
                  <a:lnTo>
                    <a:pt x="110490" y="1270"/>
                  </a:lnTo>
                  <a:lnTo>
                    <a:pt x="110490" y="3810"/>
                  </a:lnTo>
                  <a:lnTo>
                    <a:pt x="109220" y="3810"/>
                  </a:lnTo>
                  <a:lnTo>
                    <a:pt x="109220" y="6350"/>
                  </a:lnTo>
                  <a:lnTo>
                    <a:pt x="107950" y="6350"/>
                  </a:lnTo>
                  <a:lnTo>
                    <a:pt x="107950" y="7620"/>
                  </a:lnTo>
                  <a:lnTo>
                    <a:pt x="205740" y="7620"/>
                  </a:lnTo>
                  <a:lnTo>
                    <a:pt x="205740" y="6350"/>
                  </a:lnTo>
                  <a:lnTo>
                    <a:pt x="205740" y="3810"/>
                  </a:lnTo>
                  <a:lnTo>
                    <a:pt x="205740" y="1270"/>
                  </a:lnTo>
                  <a:lnTo>
                    <a:pt x="205740" y="0"/>
                  </a:lnTo>
                  <a:close/>
                </a:path>
              </a:pathLst>
            </a:custGeom>
            <a:solidFill>
              <a:srgbClr val="590E59"/>
            </a:solidFill>
          </p:spPr>
          <p:txBody>
            <a:bodyPr wrap="square" lIns="0" tIns="0" rIns="0" bIns="0" rtlCol="0"/>
            <a:lstStyle/>
            <a:p/>
          </p:txBody>
        </p:sp>
        <p:sp>
          <p:nvSpPr>
            <p:cNvPr id="1672" name="object 1672"/>
            <p:cNvSpPr/>
            <p:nvPr/>
          </p:nvSpPr>
          <p:spPr>
            <a:xfrm>
              <a:off x="4890770" y="1517649"/>
              <a:ext cx="205740" cy="6350"/>
            </a:xfrm>
            <a:custGeom>
              <a:avLst/>
              <a:gdLst/>
              <a:ahLst/>
              <a:cxnLst/>
              <a:rect l="l" t="t" r="r" b="b"/>
              <a:pathLst>
                <a:path w="205739" h="6350">
                  <a:moveTo>
                    <a:pt x="90170" y="3810"/>
                  </a:moveTo>
                  <a:lnTo>
                    <a:pt x="87630" y="3810"/>
                  </a:lnTo>
                  <a:lnTo>
                    <a:pt x="87630" y="1270"/>
                  </a:lnTo>
                  <a:lnTo>
                    <a:pt x="86360" y="1270"/>
                  </a:lnTo>
                  <a:lnTo>
                    <a:pt x="86360" y="0"/>
                  </a:lnTo>
                  <a:lnTo>
                    <a:pt x="0" y="0"/>
                  </a:lnTo>
                  <a:lnTo>
                    <a:pt x="0" y="1270"/>
                  </a:lnTo>
                  <a:lnTo>
                    <a:pt x="0" y="3810"/>
                  </a:lnTo>
                  <a:lnTo>
                    <a:pt x="0" y="6350"/>
                  </a:lnTo>
                  <a:lnTo>
                    <a:pt x="90170" y="6350"/>
                  </a:lnTo>
                  <a:lnTo>
                    <a:pt x="90170" y="3810"/>
                  </a:lnTo>
                  <a:close/>
                </a:path>
                <a:path w="205739" h="6350">
                  <a:moveTo>
                    <a:pt x="205740" y="0"/>
                  </a:moveTo>
                  <a:lnTo>
                    <a:pt x="106680" y="0"/>
                  </a:lnTo>
                  <a:lnTo>
                    <a:pt x="106680" y="1270"/>
                  </a:lnTo>
                  <a:lnTo>
                    <a:pt x="105410" y="1270"/>
                  </a:lnTo>
                  <a:lnTo>
                    <a:pt x="105410" y="2540"/>
                  </a:lnTo>
                  <a:lnTo>
                    <a:pt x="102870" y="2540"/>
                  </a:lnTo>
                  <a:lnTo>
                    <a:pt x="102870" y="5080"/>
                  </a:lnTo>
                  <a:lnTo>
                    <a:pt x="99060" y="5080"/>
                  </a:lnTo>
                  <a:lnTo>
                    <a:pt x="99060" y="6350"/>
                  </a:lnTo>
                  <a:lnTo>
                    <a:pt x="205740" y="6350"/>
                  </a:lnTo>
                  <a:lnTo>
                    <a:pt x="205740" y="5080"/>
                  </a:lnTo>
                  <a:lnTo>
                    <a:pt x="205740" y="2540"/>
                  </a:lnTo>
                  <a:lnTo>
                    <a:pt x="205740" y="1270"/>
                  </a:lnTo>
                  <a:lnTo>
                    <a:pt x="205740" y="0"/>
                  </a:lnTo>
                  <a:close/>
                </a:path>
              </a:pathLst>
            </a:custGeom>
            <a:solidFill>
              <a:srgbClr val="5B0E5B"/>
            </a:solidFill>
          </p:spPr>
          <p:txBody>
            <a:bodyPr wrap="square" lIns="0" tIns="0" rIns="0" bIns="0" rtlCol="0"/>
            <a:lstStyle/>
            <a:p/>
          </p:txBody>
        </p:sp>
        <p:sp>
          <p:nvSpPr>
            <p:cNvPr id="1673" name="object 1673"/>
            <p:cNvSpPr/>
            <p:nvPr/>
          </p:nvSpPr>
          <p:spPr>
            <a:xfrm>
              <a:off x="4890770" y="1523999"/>
              <a:ext cx="205740" cy="7620"/>
            </a:xfrm>
            <a:custGeom>
              <a:avLst/>
              <a:gdLst/>
              <a:ahLst/>
              <a:cxnLst/>
              <a:rect l="l" t="t" r="r" b="b"/>
              <a:pathLst>
                <a:path w="205739" h="7619">
                  <a:moveTo>
                    <a:pt x="205740" y="0"/>
                  </a:moveTo>
                  <a:lnTo>
                    <a:pt x="96520" y="0"/>
                  </a:lnTo>
                  <a:lnTo>
                    <a:pt x="96520" y="1270"/>
                  </a:lnTo>
                  <a:lnTo>
                    <a:pt x="93980" y="1270"/>
                  </a:lnTo>
                  <a:lnTo>
                    <a:pt x="93980" y="0"/>
                  </a:lnTo>
                  <a:lnTo>
                    <a:pt x="0" y="0"/>
                  </a:lnTo>
                  <a:lnTo>
                    <a:pt x="0" y="1270"/>
                  </a:lnTo>
                  <a:lnTo>
                    <a:pt x="0" y="7620"/>
                  </a:lnTo>
                  <a:lnTo>
                    <a:pt x="205740" y="7620"/>
                  </a:lnTo>
                  <a:lnTo>
                    <a:pt x="205740" y="1270"/>
                  </a:lnTo>
                  <a:lnTo>
                    <a:pt x="205740" y="0"/>
                  </a:lnTo>
                  <a:close/>
                </a:path>
              </a:pathLst>
            </a:custGeom>
            <a:solidFill>
              <a:srgbClr val="5C0D5C"/>
            </a:solidFill>
          </p:spPr>
          <p:txBody>
            <a:bodyPr wrap="square" lIns="0" tIns="0" rIns="0" bIns="0" rtlCol="0"/>
            <a:lstStyle/>
            <a:p/>
          </p:txBody>
        </p:sp>
        <p:sp>
          <p:nvSpPr>
            <p:cNvPr id="1674" name="object 1674"/>
            <p:cNvSpPr/>
            <p:nvPr/>
          </p:nvSpPr>
          <p:spPr>
            <a:xfrm>
              <a:off x="4890770" y="1531619"/>
              <a:ext cx="205740" cy="7620"/>
            </a:xfrm>
            <a:custGeom>
              <a:avLst/>
              <a:gdLst/>
              <a:ahLst/>
              <a:cxnLst/>
              <a:rect l="l" t="t" r="r" b="b"/>
              <a:pathLst>
                <a:path w="205739" h="7619">
                  <a:moveTo>
                    <a:pt x="205740" y="0"/>
                  </a:moveTo>
                  <a:lnTo>
                    <a:pt x="0" y="0"/>
                  </a:lnTo>
                  <a:lnTo>
                    <a:pt x="0" y="2540"/>
                  </a:lnTo>
                  <a:lnTo>
                    <a:pt x="1270" y="2540"/>
                  </a:lnTo>
                  <a:lnTo>
                    <a:pt x="1270" y="7620"/>
                  </a:lnTo>
                  <a:lnTo>
                    <a:pt x="205740" y="7620"/>
                  </a:lnTo>
                  <a:lnTo>
                    <a:pt x="205740" y="2540"/>
                  </a:lnTo>
                  <a:lnTo>
                    <a:pt x="205740" y="0"/>
                  </a:lnTo>
                  <a:close/>
                </a:path>
              </a:pathLst>
            </a:custGeom>
            <a:solidFill>
              <a:srgbClr val="5D0D5D"/>
            </a:solidFill>
          </p:spPr>
          <p:txBody>
            <a:bodyPr wrap="square" lIns="0" tIns="0" rIns="0" bIns="0" rtlCol="0"/>
            <a:lstStyle/>
            <a:p/>
          </p:txBody>
        </p:sp>
        <p:sp>
          <p:nvSpPr>
            <p:cNvPr id="1675" name="object 1675"/>
            <p:cNvSpPr/>
            <p:nvPr/>
          </p:nvSpPr>
          <p:spPr>
            <a:xfrm>
              <a:off x="4892040" y="1539239"/>
              <a:ext cx="204470" cy="6350"/>
            </a:xfrm>
            <a:custGeom>
              <a:avLst/>
              <a:gdLst/>
              <a:ahLst/>
              <a:cxnLst/>
              <a:rect l="l" t="t" r="r" b="b"/>
              <a:pathLst>
                <a:path w="204470" h="6350">
                  <a:moveTo>
                    <a:pt x="0" y="6350"/>
                  </a:moveTo>
                  <a:lnTo>
                    <a:pt x="0" y="0"/>
                  </a:lnTo>
                  <a:lnTo>
                    <a:pt x="204470" y="0"/>
                  </a:lnTo>
                  <a:lnTo>
                    <a:pt x="204470" y="6350"/>
                  </a:lnTo>
                  <a:lnTo>
                    <a:pt x="0" y="6350"/>
                  </a:lnTo>
                  <a:close/>
                </a:path>
              </a:pathLst>
            </a:custGeom>
            <a:solidFill>
              <a:srgbClr val="5F0C5F"/>
            </a:solidFill>
          </p:spPr>
          <p:txBody>
            <a:bodyPr wrap="square" lIns="0" tIns="0" rIns="0" bIns="0" rtlCol="0"/>
            <a:lstStyle/>
            <a:p/>
          </p:txBody>
        </p:sp>
        <p:sp>
          <p:nvSpPr>
            <p:cNvPr id="1676" name="object 1676"/>
            <p:cNvSpPr/>
            <p:nvPr/>
          </p:nvSpPr>
          <p:spPr>
            <a:xfrm>
              <a:off x="4892040" y="1545589"/>
              <a:ext cx="204470" cy="7620"/>
            </a:xfrm>
            <a:custGeom>
              <a:avLst/>
              <a:gdLst/>
              <a:ahLst/>
              <a:cxnLst/>
              <a:rect l="l" t="t" r="r" b="b"/>
              <a:pathLst>
                <a:path w="204470" h="7619">
                  <a:moveTo>
                    <a:pt x="204470" y="0"/>
                  </a:moveTo>
                  <a:lnTo>
                    <a:pt x="0" y="0"/>
                  </a:lnTo>
                  <a:lnTo>
                    <a:pt x="0" y="6350"/>
                  </a:lnTo>
                  <a:lnTo>
                    <a:pt x="1270" y="6350"/>
                  </a:lnTo>
                  <a:lnTo>
                    <a:pt x="1270" y="7620"/>
                  </a:lnTo>
                  <a:lnTo>
                    <a:pt x="204470" y="7620"/>
                  </a:lnTo>
                  <a:lnTo>
                    <a:pt x="204470" y="6350"/>
                  </a:lnTo>
                  <a:lnTo>
                    <a:pt x="204470" y="0"/>
                  </a:lnTo>
                  <a:close/>
                </a:path>
              </a:pathLst>
            </a:custGeom>
            <a:solidFill>
              <a:srgbClr val="600C60"/>
            </a:solidFill>
          </p:spPr>
          <p:txBody>
            <a:bodyPr wrap="square" lIns="0" tIns="0" rIns="0" bIns="0" rtlCol="0"/>
            <a:lstStyle/>
            <a:p/>
          </p:txBody>
        </p:sp>
        <p:sp>
          <p:nvSpPr>
            <p:cNvPr id="1677" name="object 1677"/>
            <p:cNvSpPr/>
            <p:nvPr/>
          </p:nvSpPr>
          <p:spPr>
            <a:xfrm>
              <a:off x="4893310" y="1553209"/>
              <a:ext cx="203200" cy="7620"/>
            </a:xfrm>
            <a:custGeom>
              <a:avLst/>
              <a:gdLst/>
              <a:ahLst/>
              <a:cxnLst/>
              <a:rect l="l" t="t" r="r" b="b"/>
              <a:pathLst>
                <a:path w="203200" h="7619">
                  <a:moveTo>
                    <a:pt x="0" y="7619"/>
                  </a:moveTo>
                  <a:lnTo>
                    <a:pt x="0" y="0"/>
                  </a:lnTo>
                  <a:lnTo>
                    <a:pt x="203200" y="0"/>
                  </a:lnTo>
                  <a:lnTo>
                    <a:pt x="203200" y="7619"/>
                  </a:lnTo>
                  <a:lnTo>
                    <a:pt x="0" y="7619"/>
                  </a:lnTo>
                  <a:close/>
                </a:path>
              </a:pathLst>
            </a:custGeom>
            <a:solidFill>
              <a:srgbClr val="620B62"/>
            </a:solidFill>
          </p:spPr>
          <p:txBody>
            <a:bodyPr wrap="square" lIns="0" tIns="0" rIns="0" bIns="0" rtlCol="0"/>
            <a:lstStyle/>
            <a:p/>
          </p:txBody>
        </p:sp>
        <p:sp>
          <p:nvSpPr>
            <p:cNvPr id="1678" name="object 1678"/>
            <p:cNvSpPr/>
            <p:nvPr/>
          </p:nvSpPr>
          <p:spPr>
            <a:xfrm>
              <a:off x="4893310" y="1560829"/>
              <a:ext cx="203200" cy="6350"/>
            </a:xfrm>
            <a:custGeom>
              <a:avLst/>
              <a:gdLst/>
              <a:ahLst/>
              <a:cxnLst/>
              <a:rect l="l" t="t" r="r" b="b"/>
              <a:pathLst>
                <a:path w="203200" h="6350">
                  <a:moveTo>
                    <a:pt x="203200" y="0"/>
                  </a:moveTo>
                  <a:lnTo>
                    <a:pt x="0" y="0"/>
                  </a:lnTo>
                  <a:lnTo>
                    <a:pt x="0" y="3810"/>
                  </a:lnTo>
                  <a:lnTo>
                    <a:pt x="1270" y="3810"/>
                  </a:lnTo>
                  <a:lnTo>
                    <a:pt x="1270" y="6350"/>
                  </a:lnTo>
                  <a:lnTo>
                    <a:pt x="203200" y="6350"/>
                  </a:lnTo>
                  <a:lnTo>
                    <a:pt x="203200" y="3810"/>
                  </a:lnTo>
                  <a:lnTo>
                    <a:pt x="203200" y="0"/>
                  </a:lnTo>
                  <a:close/>
                </a:path>
              </a:pathLst>
            </a:custGeom>
            <a:solidFill>
              <a:srgbClr val="630A63"/>
            </a:solidFill>
          </p:spPr>
          <p:txBody>
            <a:bodyPr wrap="square" lIns="0" tIns="0" rIns="0" bIns="0" rtlCol="0"/>
            <a:lstStyle/>
            <a:p/>
          </p:txBody>
        </p:sp>
        <p:sp>
          <p:nvSpPr>
            <p:cNvPr id="1679" name="object 1679"/>
            <p:cNvSpPr/>
            <p:nvPr/>
          </p:nvSpPr>
          <p:spPr>
            <a:xfrm>
              <a:off x="4894580" y="1567179"/>
              <a:ext cx="201930" cy="7620"/>
            </a:xfrm>
            <a:custGeom>
              <a:avLst/>
              <a:gdLst/>
              <a:ahLst/>
              <a:cxnLst/>
              <a:rect l="l" t="t" r="r" b="b"/>
              <a:pathLst>
                <a:path w="201929" h="7619">
                  <a:moveTo>
                    <a:pt x="201930" y="0"/>
                  </a:moveTo>
                  <a:lnTo>
                    <a:pt x="0" y="0"/>
                  </a:lnTo>
                  <a:lnTo>
                    <a:pt x="0" y="6350"/>
                  </a:lnTo>
                  <a:lnTo>
                    <a:pt x="1270" y="6350"/>
                  </a:lnTo>
                  <a:lnTo>
                    <a:pt x="1270" y="7620"/>
                  </a:lnTo>
                  <a:lnTo>
                    <a:pt x="201930" y="7620"/>
                  </a:lnTo>
                  <a:lnTo>
                    <a:pt x="201930" y="6350"/>
                  </a:lnTo>
                  <a:lnTo>
                    <a:pt x="201930" y="0"/>
                  </a:lnTo>
                  <a:close/>
                </a:path>
              </a:pathLst>
            </a:custGeom>
            <a:solidFill>
              <a:srgbClr val="660A66"/>
            </a:solidFill>
          </p:spPr>
          <p:txBody>
            <a:bodyPr wrap="square" lIns="0" tIns="0" rIns="0" bIns="0" rtlCol="0"/>
            <a:lstStyle/>
            <a:p/>
          </p:txBody>
        </p:sp>
        <p:sp>
          <p:nvSpPr>
            <p:cNvPr id="1680" name="object 1680"/>
            <p:cNvSpPr/>
            <p:nvPr/>
          </p:nvSpPr>
          <p:spPr>
            <a:xfrm>
              <a:off x="4895850" y="1574799"/>
              <a:ext cx="201930" cy="7620"/>
            </a:xfrm>
            <a:custGeom>
              <a:avLst/>
              <a:gdLst/>
              <a:ahLst/>
              <a:cxnLst/>
              <a:rect l="l" t="t" r="r" b="b"/>
              <a:pathLst>
                <a:path w="201929" h="7619">
                  <a:moveTo>
                    <a:pt x="0" y="7620"/>
                  </a:moveTo>
                  <a:lnTo>
                    <a:pt x="0" y="0"/>
                  </a:lnTo>
                  <a:lnTo>
                    <a:pt x="201929" y="0"/>
                  </a:lnTo>
                  <a:lnTo>
                    <a:pt x="201929" y="7620"/>
                  </a:lnTo>
                  <a:lnTo>
                    <a:pt x="0" y="7620"/>
                  </a:lnTo>
                  <a:close/>
                </a:path>
              </a:pathLst>
            </a:custGeom>
            <a:solidFill>
              <a:srgbClr val="660966"/>
            </a:solidFill>
          </p:spPr>
          <p:txBody>
            <a:bodyPr wrap="square" lIns="0" tIns="0" rIns="0" bIns="0" rtlCol="0"/>
            <a:lstStyle/>
            <a:p/>
          </p:txBody>
        </p:sp>
        <p:sp>
          <p:nvSpPr>
            <p:cNvPr id="1681" name="object 1681"/>
            <p:cNvSpPr/>
            <p:nvPr/>
          </p:nvSpPr>
          <p:spPr>
            <a:xfrm>
              <a:off x="4897120" y="1582419"/>
              <a:ext cx="200660" cy="6350"/>
            </a:xfrm>
            <a:custGeom>
              <a:avLst/>
              <a:gdLst/>
              <a:ahLst/>
              <a:cxnLst/>
              <a:rect l="l" t="t" r="r" b="b"/>
              <a:pathLst>
                <a:path w="200660" h="6350">
                  <a:moveTo>
                    <a:pt x="200659" y="0"/>
                  </a:moveTo>
                  <a:lnTo>
                    <a:pt x="0" y="0"/>
                  </a:lnTo>
                  <a:lnTo>
                    <a:pt x="0" y="6350"/>
                  </a:lnTo>
                  <a:lnTo>
                    <a:pt x="200659" y="6350"/>
                  </a:lnTo>
                  <a:lnTo>
                    <a:pt x="200659" y="0"/>
                  </a:lnTo>
                  <a:close/>
                </a:path>
              </a:pathLst>
            </a:custGeom>
            <a:solidFill>
              <a:srgbClr val="670967"/>
            </a:solidFill>
          </p:spPr>
          <p:txBody>
            <a:bodyPr wrap="square" lIns="0" tIns="0" rIns="0" bIns="0" rtlCol="0"/>
            <a:lstStyle/>
            <a:p/>
          </p:txBody>
        </p:sp>
        <p:sp>
          <p:nvSpPr>
            <p:cNvPr id="1682" name="object 1682"/>
            <p:cNvSpPr/>
            <p:nvPr/>
          </p:nvSpPr>
          <p:spPr>
            <a:xfrm>
              <a:off x="4897120" y="158876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690869"/>
            </a:solidFill>
          </p:spPr>
          <p:txBody>
            <a:bodyPr wrap="square" lIns="0" tIns="0" rIns="0" bIns="0" rtlCol="0"/>
            <a:lstStyle/>
            <a:p/>
          </p:txBody>
        </p:sp>
        <p:sp>
          <p:nvSpPr>
            <p:cNvPr id="1683" name="object 1683"/>
            <p:cNvSpPr/>
            <p:nvPr/>
          </p:nvSpPr>
          <p:spPr>
            <a:xfrm>
              <a:off x="4898390" y="1596389"/>
              <a:ext cx="200660" cy="7620"/>
            </a:xfrm>
            <a:custGeom>
              <a:avLst/>
              <a:gdLst/>
              <a:ahLst/>
              <a:cxnLst/>
              <a:rect l="l" t="t" r="r" b="b"/>
              <a:pathLst>
                <a:path w="200660" h="7619">
                  <a:moveTo>
                    <a:pt x="200660" y="0"/>
                  </a:moveTo>
                  <a:lnTo>
                    <a:pt x="0" y="0"/>
                  </a:lnTo>
                  <a:lnTo>
                    <a:pt x="0" y="1270"/>
                  </a:lnTo>
                  <a:lnTo>
                    <a:pt x="1270" y="1270"/>
                  </a:lnTo>
                  <a:lnTo>
                    <a:pt x="1270" y="7620"/>
                  </a:lnTo>
                  <a:lnTo>
                    <a:pt x="200660" y="7620"/>
                  </a:lnTo>
                  <a:lnTo>
                    <a:pt x="200660" y="1270"/>
                  </a:lnTo>
                  <a:lnTo>
                    <a:pt x="200660" y="0"/>
                  </a:lnTo>
                  <a:close/>
                </a:path>
              </a:pathLst>
            </a:custGeom>
            <a:solidFill>
              <a:srgbClr val="6A086A"/>
            </a:solidFill>
          </p:spPr>
          <p:txBody>
            <a:bodyPr wrap="square" lIns="0" tIns="0" rIns="0" bIns="0" rtlCol="0"/>
            <a:lstStyle/>
            <a:p/>
          </p:txBody>
        </p:sp>
        <p:sp>
          <p:nvSpPr>
            <p:cNvPr id="1684" name="object 1684"/>
            <p:cNvSpPr/>
            <p:nvPr/>
          </p:nvSpPr>
          <p:spPr>
            <a:xfrm>
              <a:off x="4899660" y="1604009"/>
              <a:ext cx="199390" cy="6350"/>
            </a:xfrm>
            <a:custGeom>
              <a:avLst/>
              <a:gdLst/>
              <a:ahLst/>
              <a:cxnLst/>
              <a:rect l="l" t="t" r="r" b="b"/>
              <a:pathLst>
                <a:path w="199389" h="6350">
                  <a:moveTo>
                    <a:pt x="199390" y="1282"/>
                  </a:moveTo>
                  <a:lnTo>
                    <a:pt x="1270" y="1282"/>
                  </a:lnTo>
                  <a:lnTo>
                    <a:pt x="1270" y="6350"/>
                  </a:lnTo>
                  <a:lnTo>
                    <a:pt x="199390" y="6350"/>
                  </a:lnTo>
                  <a:lnTo>
                    <a:pt x="199390" y="1282"/>
                  </a:lnTo>
                  <a:close/>
                </a:path>
                <a:path w="199389" h="6350">
                  <a:moveTo>
                    <a:pt x="199390" y="0"/>
                  </a:moveTo>
                  <a:lnTo>
                    <a:pt x="0" y="0"/>
                  </a:lnTo>
                  <a:lnTo>
                    <a:pt x="0" y="1270"/>
                  </a:lnTo>
                  <a:lnTo>
                    <a:pt x="199390" y="1270"/>
                  </a:lnTo>
                  <a:lnTo>
                    <a:pt x="199390" y="0"/>
                  </a:lnTo>
                  <a:close/>
                </a:path>
              </a:pathLst>
            </a:custGeom>
            <a:solidFill>
              <a:srgbClr val="6C076C"/>
            </a:solidFill>
          </p:spPr>
          <p:txBody>
            <a:bodyPr wrap="square" lIns="0" tIns="0" rIns="0" bIns="0" rtlCol="0"/>
            <a:lstStyle/>
            <a:p/>
          </p:txBody>
        </p:sp>
        <p:sp>
          <p:nvSpPr>
            <p:cNvPr id="1685" name="object 1685"/>
            <p:cNvSpPr/>
            <p:nvPr/>
          </p:nvSpPr>
          <p:spPr>
            <a:xfrm>
              <a:off x="4902200" y="1610359"/>
              <a:ext cx="198120" cy="7620"/>
            </a:xfrm>
            <a:custGeom>
              <a:avLst/>
              <a:gdLst/>
              <a:ahLst/>
              <a:cxnLst/>
              <a:rect l="l" t="t" r="r" b="b"/>
              <a:pathLst>
                <a:path w="198120" h="7619">
                  <a:moveTo>
                    <a:pt x="198120" y="0"/>
                  </a:moveTo>
                  <a:lnTo>
                    <a:pt x="0" y="0"/>
                  </a:lnTo>
                  <a:lnTo>
                    <a:pt x="0" y="5080"/>
                  </a:lnTo>
                  <a:lnTo>
                    <a:pt x="1270" y="5080"/>
                  </a:lnTo>
                  <a:lnTo>
                    <a:pt x="1270" y="7620"/>
                  </a:lnTo>
                  <a:lnTo>
                    <a:pt x="198120" y="7620"/>
                  </a:lnTo>
                  <a:lnTo>
                    <a:pt x="198120" y="5080"/>
                  </a:lnTo>
                  <a:lnTo>
                    <a:pt x="198120" y="0"/>
                  </a:lnTo>
                  <a:close/>
                </a:path>
              </a:pathLst>
            </a:custGeom>
            <a:solidFill>
              <a:srgbClr val="6D066D"/>
            </a:solidFill>
          </p:spPr>
          <p:txBody>
            <a:bodyPr wrap="square" lIns="0" tIns="0" rIns="0" bIns="0" rtlCol="0"/>
            <a:lstStyle/>
            <a:p/>
          </p:txBody>
        </p:sp>
        <p:sp>
          <p:nvSpPr>
            <p:cNvPr id="1686" name="object 1686"/>
            <p:cNvSpPr/>
            <p:nvPr/>
          </p:nvSpPr>
          <p:spPr>
            <a:xfrm>
              <a:off x="4903470" y="1617979"/>
              <a:ext cx="198120" cy="7620"/>
            </a:xfrm>
            <a:custGeom>
              <a:avLst/>
              <a:gdLst/>
              <a:ahLst/>
              <a:cxnLst/>
              <a:rect l="l" t="t" r="r" b="b"/>
              <a:pathLst>
                <a:path w="198120" h="7619">
                  <a:moveTo>
                    <a:pt x="198120" y="1270"/>
                  </a:moveTo>
                  <a:lnTo>
                    <a:pt x="196850" y="1270"/>
                  </a:lnTo>
                  <a:lnTo>
                    <a:pt x="196850" y="0"/>
                  </a:lnTo>
                  <a:lnTo>
                    <a:pt x="0" y="0"/>
                  </a:lnTo>
                  <a:lnTo>
                    <a:pt x="0" y="1270"/>
                  </a:lnTo>
                  <a:lnTo>
                    <a:pt x="0" y="2540"/>
                  </a:lnTo>
                  <a:lnTo>
                    <a:pt x="1270" y="2540"/>
                  </a:lnTo>
                  <a:lnTo>
                    <a:pt x="1270" y="6350"/>
                  </a:lnTo>
                  <a:lnTo>
                    <a:pt x="2540" y="6350"/>
                  </a:lnTo>
                  <a:lnTo>
                    <a:pt x="2540" y="7620"/>
                  </a:lnTo>
                  <a:lnTo>
                    <a:pt x="198120" y="7620"/>
                  </a:lnTo>
                  <a:lnTo>
                    <a:pt x="198120" y="6350"/>
                  </a:lnTo>
                  <a:lnTo>
                    <a:pt x="198120" y="2540"/>
                  </a:lnTo>
                  <a:lnTo>
                    <a:pt x="198120" y="1270"/>
                  </a:lnTo>
                  <a:close/>
                </a:path>
              </a:pathLst>
            </a:custGeom>
            <a:solidFill>
              <a:srgbClr val="6F066F"/>
            </a:solidFill>
          </p:spPr>
          <p:txBody>
            <a:bodyPr wrap="square" lIns="0" tIns="0" rIns="0" bIns="0" rtlCol="0"/>
            <a:lstStyle/>
            <a:p/>
          </p:txBody>
        </p:sp>
        <p:sp>
          <p:nvSpPr>
            <p:cNvPr id="1687" name="object 1687"/>
            <p:cNvSpPr/>
            <p:nvPr/>
          </p:nvSpPr>
          <p:spPr>
            <a:xfrm>
              <a:off x="4906010" y="1625599"/>
              <a:ext cx="196850" cy="6350"/>
            </a:xfrm>
            <a:custGeom>
              <a:avLst/>
              <a:gdLst/>
              <a:ahLst/>
              <a:cxnLst/>
              <a:rect l="l" t="t" r="r" b="b"/>
              <a:pathLst>
                <a:path w="196850" h="6350">
                  <a:moveTo>
                    <a:pt x="196850" y="2540"/>
                  </a:moveTo>
                  <a:lnTo>
                    <a:pt x="195580" y="2540"/>
                  </a:lnTo>
                  <a:lnTo>
                    <a:pt x="195580" y="0"/>
                  </a:lnTo>
                  <a:lnTo>
                    <a:pt x="0" y="0"/>
                  </a:lnTo>
                  <a:lnTo>
                    <a:pt x="0" y="2540"/>
                  </a:lnTo>
                  <a:lnTo>
                    <a:pt x="0" y="3810"/>
                  </a:lnTo>
                  <a:lnTo>
                    <a:pt x="1270" y="3810"/>
                  </a:lnTo>
                  <a:lnTo>
                    <a:pt x="1270" y="6350"/>
                  </a:lnTo>
                  <a:lnTo>
                    <a:pt x="196850" y="6350"/>
                  </a:lnTo>
                  <a:lnTo>
                    <a:pt x="196850" y="3810"/>
                  </a:lnTo>
                  <a:lnTo>
                    <a:pt x="196850" y="2540"/>
                  </a:lnTo>
                  <a:close/>
                </a:path>
              </a:pathLst>
            </a:custGeom>
            <a:solidFill>
              <a:srgbClr val="700570"/>
            </a:solidFill>
          </p:spPr>
          <p:txBody>
            <a:bodyPr wrap="square" lIns="0" tIns="0" rIns="0" bIns="0" rtlCol="0"/>
            <a:lstStyle/>
            <a:p/>
          </p:txBody>
        </p:sp>
        <p:sp>
          <p:nvSpPr>
            <p:cNvPr id="1688" name="object 1688"/>
            <p:cNvSpPr/>
            <p:nvPr/>
          </p:nvSpPr>
          <p:spPr>
            <a:xfrm>
              <a:off x="4907280" y="1631949"/>
              <a:ext cx="196850" cy="7620"/>
            </a:xfrm>
            <a:custGeom>
              <a:avLst/>
              <a:gdLst/>
              <a:ahLst/>
              <a:cxnLst/>
              <a:rect l="l" t="t" r="r" b="b"/>
              <a:pathLst>
                <a:path w="196850" h="7619">
                  <a:moveTo>
                    <a:pt x="196850" y="5080"/>
                  </a:moveTo>
                  <a:lnTo>
                    <a:pt x="195580" y="5080"/>
                  </a:lnTo>
                  <a:lnTo>
                    <a:pt x="195580" y="2540"/>
                  </a:lnTo>
                  <a:lnTo>
                    <a:pt x="195580" y="0"/>
                  </a:lnTo>
                  <a:lnTo>
                    <a:pt x="0" y="0"/>
                  </a:lnTo>
                  <a:lnTo>
                    <a:pt x="0" y="2540"/>
                  </a:lnTo>
                  <a:lnTo>
                    <a:pt x="1270" y="2540"/>
                  </a:lnTo>
                  <a:lnTo>
                    <a:pt x="1270" y="5080"/>
                  </a:lnTo>
                  <a:lnTo>
                    <a:pt x="1270" y="6350"/>
                  </a:lnTo>
                  <a:lnTo>
                    <a:pt x="2540" y="6350"/>
                  </a:lnTo>
                  <a:lnTo>
                    <a:pt x="2540" y="7620"/>
                  </a:lnTo>
                  <a:lnTo>
                    <a:pt x="196850" y="7620"/>
                  </a:lnTo>
                  <a:lnTo>
                    <a:pt x="196850" y="6350"/>
                  </a:lnTo>
                  <a:lnTo>
                    <a:pt x="196850" y="5080"/>
                  </a:lnTo>
                  <a:close/>
                </a:path>
              </a:pathLst>
            </a:custGeom>
            <a:solidFill>
              <a:srgbClr val="720572"/>
            </a:solidFill>
          </p:spPr>
          <p:txBody>
            <a:bodyPr wrap="square" lIns="0" tIns="0" rIns="0" bIns="0" rtlCol="0"/>
            <a:lstStyle/>
            <a:p/>
          </p:txBody>
        </p:sp>
        <p:sp>
          <p:nvSpPr>
            <p:cNvPr id="1689" name="object 1689"/>
            <p:cNvSpPr/>
            <p:nvPr/>
          </p:nvSpPr>
          <p:spPr>
            <a:xfrm>
              <a:off x="4909820" y="1639569"/>
              <a:ext cx="195580" cy="7620"/>
            </a:xfrm>
            <a:custGeom>
              <a:avLst/>
              <a:gdLst/>
              <a:ahLst/>
              <a:cxnLst/>
              <a:rect l="l" t="t" r="r" b="b"/>
              <a:pathLst>
                <a:path w="195579" h="7619">
                  <a:moveTo>
                    <a:pt x="111760" y="0"/>
                  </a:moveTo>
                  <a:lnTo>
                    <a:pt x="0" y="0"/>
                  </a:lnTo>
                  <a:lnTo>
                    <a:pt x="0" y="1270"/>
                  </a:lnTo>
                  <a:lnTo>
                    <a:pt x="1270" y="1270"/>
                  </a:lnTo>
                  <a:lnTo>
                    <a:pt x="1270" y="3810"/>
                  </a:lnTo>
                  <a:lnTo>
                    <a:pt x="1270" y="5080"/>
                  </a:lnTo>
                  <a:lnTo>
                    <a:pt x="2540" y="5080"/>
                  </a:lnTo>
                  <a:lnTo>
                    <a:pt x="2540" y="6350"/>
                  </a:lnTo>
                  <a:lnTo>
                    <a:pt x="2540" y="7620"/>
                  </a:lnTo>
                  <a:lnTo>
                    <a:pt x="107950" y="7620"/>
                  </a:lnTo>
                  <a:lnTo>
                    <a:pt x="107950" y="6350"/>
                  </a:lnTo>
                  <a:lnTo>
                    <a:pt x="109220" y="6350"/>
                  </a:lnTo>
                  <a:lnTo>
                    <a:pt x="109220" y="5080"/>
                  </a:lnTo>
                  <a:lnTo>
                    <a:pt x="109220" y="3810"/>
                  </a:lnTo>
                  <a:lnTo>
                    <a:pt x="110490" y="3810"/>
                  </a:lnTo>
                  <a:lnTo>
                    <a:pt x="110490" y="1270"/>
                  </a:lnTo>
                  <a:lnTo>
                    <a:pt x="111760" y="1270"/>
                  </a:lnTo>
                  <a:lnTo>
                    <a:pt x="111760" y="0"/>
                  </a:lnTo>
                  <a:close/>
                </a:path>
                <a:path w="195579" h="7619">
                  <a:moveTo>
                    <a:pt x="195580" y="6350"/>
                  </a:moveTo>
                  <a:lnTo>
                    <a:pt x="194310" y="6350"/>
                  </a:lnTo>
                  <a:lnTo>
                    <a:pt x="194310" y="3810"/>
                  </a:lnTo>
                  <a:lnTo>
                    <a:pt x="194310" y="0"/>
                  </a:lnTo>
                  <a:lnTo>
                    <a:pt x="113030" y="0"/>
                  </a:lnTo>
                  <a:lnTo>
                    <a:pt x="113030" y="3810"/>
                  </a:lnTo>
                  <a:lnTo>
                    <a:pt x="114300" y="3810"/>
                  </a:lnTo>
                  <a:lnTo>
                    <a:pt x="114300" y="6350"/>
                  </a:lnTo>
                  <a:lnTo>
                    <a:pt x="114300" y="7620"/>
                  </a:lnTo>
                  <a:lnTo>
                    <a:pt x="195580" y="7620"/>
                  </a:lnTo>
                  <a:lnTo>
                    <a:pt x="195580" y="6350"/>
                  </a:lnTo>
                  <a:close/>
                </a:path>
              </a:pathLst>
            </a:custGeom>
            <a:solidFill>
              <a:srgbClr val="730473"/>
            </a:solidFill>
          </p:spPr>
          <p:txBody>
            <a:bodyPr wrap="square" lIns="0" tIns="0" rIns="0" bIns="0" rtlCol="0"/>
            <a:lstStyle/>
            <a:p/>
          </p:txBody>
        </p:sp>
        <p:sp>
          <p:nvSpPr>
            <p:cNvPr id="1690" name="object 1690"/>
            <p:cNvSpPr/>
            <p:nvPr/>
          </p:nvSpPr>
          <p:spPr>
            <a:xfrm>
              <a:off x="4913630" y="1647189"/>
              <a:ext cx="191770" cy="6350"/>
            </a:xfrm>
            <a:custGeom>
              <a:avLst/>
              <a:gdLst/>
              <a:ahLst/>
              <a:cxnLst/>
              <a:rect l="l" t="t" r="r" b="b"/>
              <a:pathLst>
                <a:path w="191770" h="6350">
                  <a:moveTo>
                    <a:pt x="104140" y="0"/>
                  </a:moveTo>
                  <a:lnTo>
                    <a:pt x="0" y="0"/>
                  </a:lnTo>
                  <a:lnTo>
                    <a:pt x="0" y="1270"/>
                  </a:lnTo>
                  <a:lnTo>
                    <a:pt x="0" y="2540"/>
                  </a:lnTo>
                  <a:lnTo>
                    <a:pt x="1270" y="2540"/>
                  </a:lnTo>
                  <a:lnTo>
                    <a:pt x="1270" y="3810"/>
                  </a:lnTo>
                  <a:lnTo>
                    <a:pt x="1270" y="5080"/>
                  </a:lnTo>
                  <a:lnTo>
                    <a:pt x="2540" y="5080"/>
                  </a:lnTo>
                  <a:lnTo>
                    <a:pt x="2540" y="6350"/>
                  </a:lnTo>
                  <a:lnTo>
                    <a:pt x="100330" y="6350"/>
                  </a:lnTo>
                  <a:lnTo>
                    <a:pt x="100330" y="5080"/>
                  </a:lnTo>
                  <a:lnTo>
                    <a:pt x="101600" y="5080"/>
                  </a:lnTo>
                  <a:lnTo>
                    <a:pt x="101600" y="3810"/>
                  </a:lnTo>
                  <a:lnTo>
                    <a:pt x="102870" y="3810"/>
                  </a:lnTo>
                  <a:lnTo>
                    <a:pt x="102870" y="2540"/>
                  </a:lnTo>
                  <a:lnTo>
                    <a:pt x="102870" y="1270"/>
                  </a:lnTo>
                  <a:lnTo>
                    <a:pt x="104140" y="1270"/>
                  </a:lnTo>
                  <a:lnTo>
                    <a:pt x="104140" y="0"/>
                  </a:lnTo>
                  <a:close/>
                </a:path>
                <a:path w="191770" h="6350">
                  <a:moveTo>
                    <a:pt x="191770" y="0"/>
                  </a:moveTo>
                  <a:lnTo>
                    <a:pt x="110490" y="0"/>
                  </a:lnTo>
                  <a:lnTo>
                    <a:pt x="110490" y="3810"/>
                  </a:lnTo>
                  <a:lnTo>
                    <a:pt x="111760" y="3810"/>
                  </a:lnTo>
                  <a:lnTo>
                    <a:pt x="111760" y="6350"/>
                  </a:lnTo>
                  <a:lnTo>
                    <a:pt x="191770" y="6350"/>
                  </a:lnTo>
                  <a:lnTo>
                    <a:pt x="191770" y="3810"/>
                  </a:lnTo>
                  <a:lnTo>
                    <a:pt x="191770" y="0"/>
                  </a:lnTo>
                  <a:close/>
                </a:path>
              </a:pathLst>
            </a:custGeom>
            <a:solidFill>
              <a:srgbClr val="740474"/>
            </a:solidFill>
          </p:spPr>
          <p:txBody>
            <a:bodyPr wrap="square" lIns="0" tIns="0" rIns="0" bIns="0" rtlCol="0"/>
            <a:lstStyle/>
            <a:p/>
          </p:txBody>
        </p:sp>
        <p:sp>
          <p:nvSpPr>
            <p:cNvPr id="1691" name="object 1691"/>
            <p:cNvSpPr/>
            <p:nvPr/>
          </p:nvSpPr>
          <p:spPr>
            <a:xfrm>
              <a:off x="4916170" y="1653539"/>
              <a:ext cx="190500" cy="7620"/>
            </a:xfrm>
            <a:custGeom>
              <a:avLst/>
              <a:gdLst/>
              <a:ahLst/>
              <a:cxnLst/>
              <a:rect l="l" t="t" r="r" b="b"/>
              <a:pathLst>
                <a:path w="190500" h="7619">
                  <a:moveTo>
                    <a:pt x="95237" y="2552"/>
                  </a:moveTo>
                  <a:lnTo>
                    <a:pt x="1270" y="2552"/>
                  </a:lnTo>
                  <a:lnTo>
                    <a:pt x="1270" y="5080"/>
                  </a:lnTo>
                  <a:lnTo>
                    <a:pt x="2540" y="5080"/>
                  </a:lnTo>
                  <a:lnTo>
                    <a:pt x="2540" y="6350"/>
                  </a:lnTo>
                  <a:lnTo>
                    <a:pt x="3810" y="6350"/>
                  </a:lnTo>
                  <a:lnTo>
                    <a:pt x="3810" y="7620"/>
                  </a:lnTo>
                  <a:lnTo>
                    <a:pt x="92710" y="7620"/>
                  </a:lnTo>
                  <a:lnTo>
                    <a:pt x="92710" y="6350"/>
                  </a:lnTo>
                  <a:lnTo>
                    <a:pt x="93980" y="6350"/>
                  </a:lnTo>
                  <a:lnTo>
                    <a:pt x="93980" y="5080"/>
                  </a:lnTo>
                  <a:lnTo>
                    <a:pt x="95237" y="5080"/>
                  </a:lnTo>
                  <a:lnTo>
                    <a:pt x="95237" y="2552"/>
                  </a:lnTo>
                  <a:close/>
                </a:path>
                <a:path w="190500" h="7619">
                  <a:moveTo>
                    <a:pt x="97790" y="0"/>
                  </a:moveTo>
                  <a:lnTo>
                    <a:pt x="0" y="0"/>
                  </a:lnTo>
                  <a:lnTo>
                    <a:pt x="0" y="1270"/>
                  </a:lnTo>
                  <a:lnTo>
                    <a:pt x="0" y="2540"/>
                  </a:lnTo>
                  <a:lnTo>
                    <a:pt x="96520" y="2540"/>
                  </a:lnTo>
                  <a:lnTo>
                    <a:pt x="96520" y="1270"/>
                  </a:lnTo>
                  <a:lnTo>
                    <a:pt x="97790" y="1270"/>
                  </a:lnTo>
                  <a:lnTo>
                    <a:pt x="97790" y="0"/>
                  </a:lnTo>
                  <a:close/>
                </a:path>
                <a:path w="190500" h="7619">
                  <a:moveTo>
                    <a:pt x="190500" y="5080"/>
                  </a:moveTo>
                  <a:lnTo>
                    <a:pt x="190487" y="2540"/>
                  </a:lnTo>
                  <a:lnTo>
                    <a:pt x="190487" y="1270"/>
                  </a:lnTo>
                  <a:lnTo>
                    <a:pt x="189230" y="1270"/>
                  </a:lnTo>
                  <a:lnTo>
                    <a:pt x="189230" y="0"/>
                  </a:lnTo>
                  <a:lnTo>
                    <a:pt x="109220" y="0"/>
                  </a:lnTo>
                  <a:lnTo>
                    <a:pt x="109220" y="1270"/>
                  </a:lnTo>
                  <a:lnTo>
                    <a:pt x="109220" y="2540"/>
                  </a:lnTo>
                  <a:lnTo>
                    <a:pt x="109220" y="5080"/>
                  </a:lnTo>
                  <a:lnTo>
                    <a:pt x="110490" y="5080"/>
                  </a:lnTo>
                  <a:lnTo>
                    <a:pt x="110490" y="7620"/>
                  </a:lnTo>
                  <a:lnTo>
                    <a:pt x="190500" y="7620"/>
                  </a:lnTo>
                  <a:lnTo>
                    <a:pt x="190500" y="5080"/>
                  </a:lnTo>
                  <a:close/>
                </a:path>
              </a:pathLst>
            </a:custGeom>
            <a:solidFill>
              <a:srgbClr val="760376"/>
            </a:solidFill>
          </p:spPr>
          <p:txBody>
            <a:bodyPr wrap="square" lIns="0" tIns="0" rIns="0" bIns="0" rtlCol="0"/>
            <a:lstStyle/>
            <a:p/>
          </p:txBody>
        </p:sp>
        <p:sp>
          <p:nvSpPr>
            <p:cNvPr id="1692" name="object 1692"/>
            <p:cNvSpPr/>
            <p:nvPr/>
          </p:nvSpPr>
          <p:spPr>
            <a:xfrm>
              <a:off x="4919980" y="1661159"/>
              <a:ext cx="187960" cy="7620"/>
            </a:xfrm>
            <a:custGeom>
              <a:avLst/>
              <a:gdLst/>
              <a:ahLst/>
              <a:cxnLst/>
              <a:rect l="l" t="t" r="r" b="b"/>
              <a:pathLst>
                <a:path w="187960" h="7619">
                  <a:moveTo>
                    <a:pt x="83820" y="5079"/>
                  </a:moveTo>
                  <a:lnTo>
                    <a:pt x="3810" y="5079"/>
                  </a:lnTo>
                  <a:lnTo>
                    <a:pt x="3810" y="7619"/>
                  </a:lnTo>
                  <a:lnTo>
                    <a:pt x="82550" y="7619"/>
                  </a:lnTo>
                  <a:lnTo>
                    <a:pt x="82550" y="6350"/>
                  </a:lnTo>
                  <a:lnTo>
                    <a:pt x="83820" y="6350"/>
                  </a:lnTo>
                  <a:lnTo>
                    <a:pt x="83820" y="5079"/>
                  </a:lnTo>
                  <a:close/>
                </a:path>
                <a:path w="187960" h="7619">
                  <a:moveTo>
                    <a:pt x="86360" y="2539"/>
                  </a:moveTo>
                  <a:lnTo>
                    <a:pt x="2540" y="2539"/>
                  </a:lnTo>
                  <a:lnTo>
                    <a:pt x="2540" y="5079"/>
                  </a:lnTo>
                  <a:lnTo>
                    <a:pt x="85090" y="5079"/>
                  </a:lnTo>
                  <a:lnTo>
                    <a:pt x="85090" y="3810"/>
                  </a:lnTo>
                  <a:lnTo>
                    <a:pt x="86360" y="3810"/>
                  </a:lnTo>
                  <a:lnTo>
                    <a:pt x="86360" y="2539"/>
                  </a:lnTo>
                  <a:close/>
                </a:path>
                <a:path w="187960" h="7619">
                  <a:moveTo>
                    <a:pt x="87629" y="0"/>
                  </a:moveTo>
                  <a:lnTo>
                    <a:pt x="0" y="0"/>
                  </a:lnTo>
                  <a:lnTo>
                    <a:pt x="0" y="1269"/>
                  </a:lnTo>
                  <a:lnTo>
                    <a:pt x="1270" y="1269"/>
                  </a:lnTo>
                  <a:lnTo>
                    <a:pt x="1270" y="2539"/>
                  </a:lnTo>
                  <a:lnTo>
                    <a:pt x="87630" y="2539"/>
                  </a:lnTo>
                  <a:lnTo>
                    <a:pt x="87629" y="0"/>
                  </a:lnTo>
                  <a:close/>
                </a:path>
                <a:path w="187960" h="7619">
                  <a:moveTo>
                    <a:pt x="186690" y="0"/>
                  </a:moveTo>
                  <a:lnTo>
                    <a:pt x="106680" y="0"/>
                  </a:lnTo>
                  <a:lnTo>
                    <a:pt x="106680" y="5079"/>
                  </a:lnTo>
                  <a:lnTo>
                    <a:pt x="107950" y="5079"/>
                  </a:lnTo>
                  <a:lnTo>
                    <a:pt x="107950" y="7619"/>
                  </a:lnTo>
                  <a:lnTo>
                    <a:pt x="187960" y="7619"/>
                  </a:lnTo>
                  <a:lnTo>
                    <a:pt x="187960" y="2539"/>
                  </a:lnTo>
                  <a:lnTo>
                    <a:pt x="186690" y="2539"/>
                  </a:lnTo>
                  <a:lnTo>
                    <a:pt x="186690" y="0"/>
                  </a:lnTo>
                  <a:close/>
                </a:path>
              </a:pathLst>
            </a:custGeom>
            <a:solidFill>
              <a:srgbClr val="770277"/>
            </a:solidFill>
          </p:spPr>
          <p:txBody>
            <a:bodyPr wrap="square" lIns="0" tIns="0" rIns="0" bIns="0" rtlCol="0"/>
            <a:lstStyle/>
            <a:p/>
          </p:txBody>
        </p:sp>
        <p:sp>
          <p:nvSpPr>
            <p:cNvPr id="1693" name="object 1693"/>
            <p:cNvSpPr/>
            <p:nvPr/>
          </p:nvSpPr>
          <p:spPr>
            <a:xfrm>
              <a:off x="4925060" y="1668779"/>
              <a:ext cx="182880" cy="6350"/>
            </a:xfrm>
            <a:custGeom>
              <a:avLst/>
              <a:gdLst/>
              <a:ahLst/>
              <a:cxnLst/>
              <a:rect l="l" t="t" r="r" b="b"/>
              <a:pathLst>
                <a:path w="182879" h="6350">
                  <a:moveTo>
                    <a:pt x="71119" y="5080"/>
                  </a:moveTo>
                  <a:lnTo>
                    <a:pt x="5079" y="5080"/>
                  </a:lnTo>
                  <a:lnTo>
                    <a:pt x="5079" y="6350"/>
                  </a:lnTo>
                  <a:lnTo>
                    <a:pt x="71119" y="6350"/>
                  </a:lnTo>
                  <a:lnTo>
                    <a:pt x="71119" y="5080"/>
                  </a:lnTo>
                  <a:close/>
                </a:path>
                <a:path w="182879" h="6350">
                  <a:moveTo>
                    <a:pt x="72389" y="3810"/>
                  </a:moveTo>
                  <a:lnTo>
                    <a:pt x="3810" y="3810"/>
                  </a:lnTo>
                  <a:lnTo>
                    <a:pt x="3810" y="5080"/>
                  </a:lnTo>
                  <a:lnTo>
                    <a:pt x="72389" y="5080"/>
                  </a:lnTo>
                  <a:lnTo>
                    <a:pt x="72389" y="3810"/>
                  </a:lnTo>
                  <a:close/>
                </a:path>
                <a:path w="182879" h="6350">
                  <a:moveTo>
                    <a:pt x="73660" y="2540"/>
                  </a:moveTo>
                  <a:lnTo>
                    <a:pt x="2539" y="2540"/>
                  </a:lnTo>
                  <a:lnTo>
                    <a:pt x="2539" y="3810"/>
                  </a:lnTo>
                  <a:lnTo>
                    <a:pt x="73660" y="3810"/>
                  </a:lnTo>
                  <a:lnTo>
                    <a:pt x="73660" y="2540"/>
                  </a:lnTo>
                  <a:close/>
                </a:path>
                <a:path w="182879" h="6350">
                  <a:moveTo>
                    <a:pt x="74929" y="1270"/>
                  </a:moveTo>
                  <a:lnTo>
                    <a:pt x="1269" y="1270"/>
                  </a:lnTo>
                  <a:lnTo>
                    <a:pt x="1269" y="2540"/>
                  </a:lnTo>
                  <a:lnTo>
                    <a:pt x="74929" y="2540"/>
                  </a:lnTo>
                  <a:lnTo>
                    <a:pt x="74929" y="1270"/>
                  </a:lnTo>
                  <a:close/>
                </a:path>
                <a:path w="182879" h="6350">
                  <a:moveTo>
                    <a:pt x="76200" y="0"/>
                  </a:moveTo>
                  <a:lnTo>
                    <a:pt x="0" y="0"/>
                  </a:lnTo>
                  <a:lnTo>
                    <a:pt x="0" y="1270"/>
                  </a:lnTo>
                  <a:lnTo>
                    <a:pt x="76200" y="1270"/>
                  </a:lnTo>
                  <a:lnTo>
                    <a:pt x="76200" y="0"/>
                  </a:lnTo>
                  <a:close/>
                </a:path>
                <a:path w="182879" h="6350">
                  <a:moveTo>
                    <a:pt x="182879" y="0"/>
                  </a:moveTo>
                  <a:lnTo>
                    <a:pt x="102869" y="0"/>
                  </a:lnTo>
                  <a:lnTo>
                    <a:pt x="102869" y="5080"/>
                  </a:lnTo>
                  <a:lnTo>
                    <a:pt x="104139" y="5080"/>
                  </a:lnTo>
                  <a:lnTo>
                    <a:pt x="104139" y="6350"/>
                  </a:lnTo>
                  <a:lnTo>
                    <a:pt x="182879" y="6350"/>
                  </a:lnTo>
                  <a:lnTo>
                    <a:pt x="182879" y="0"/>
                  </a:lnTo>
                  <a:close/>
                </a:path>
              </a:pathLst>
            </a:custGeom>
            <a:solidFill>
              <a:srgbClr val="790279"/>
            </a:solidFill>
          </p:spPr>
          <p:txBody>
            <a:bodyPr wrap="square" lIns="0" tIns="0" rIns="0" bIns="0" rtlCol="0"/>
            <a:lstStyle/>
            <a:p/>
          </p:txBody>
        </p:sp>
        <p:sp>
          <p:nvSpPr>
            <p:cNvPr id="1694" name="object 1694"/>
            <p:cNvSpPr/>
            <p:nvPr/>
          </p:nvSpPr>
          <p:spPr>
            <a:xfrm>
              <a:off x="4931410" y="1675129"/>
              <a:ext cx="176530" cy="7620"/>
            </a:xfrm>
            <a:custGeom>
              <a:avLst/>
              <a:gdLst/>
              <a:ahLst/>
              <a:cxnLst/>
              <a:rect l="l" t="t" r="r" b="b"/>
              <a:pathLst>
                <a:path w="176529" h="7619">
                  <a:moveTo>
                    <a:pt x="57150" y="6350"/>
                  </a:moveTo>
                  <a:lnTo>
                    <a:pt x="6350" y="6350"/>
                  </a:lnTo>
                  <a:lnTo>
                    <a:pt x="6350" y="7620"/>
                  </a:lnTo>
                  <a:lnTo>
                    <a:pt x="57150" y="7620"/>
                  </a:lnTo>
                  <a:lnTo>
                    <a:pt x="57150" y="6350"/>
                  </a:lnTo>
                  <a:close/>
                </a:path>
                <a:path w="176529" h="7619">
                  <a:moveTo>
                    <a:pt x="58419" y="5080"/>
                  </a:moveTo>
                  <a:lnTo>
                    <a:pt x="5079" y="5080"/>
                  </a:lnTo>
                  <a:lnTo>
                    <a:pt x="5079" y="6350"/>
                  </a:lnTo>
                  <a:lnTo>
                    <a:pt x="58419" y="6350"/>
                  </a:lnTo>
                  <a:lnTo>
                    <a:pt x="58419" y="5080"/>
                  </a:lnTo>
                  <a:close/>
                </a:path>
                <a:path w="176529" h="7619">
                  <a:moveTo>
                    <a:pt x="59689" y="3810"/>
                  </a:moveTo>
                  <a:lnTo>
                    <a:pt x="2539" y="3810"/>
                  </a:lnTo>
                  <a:lnTo>
                    <a:pt x="2539" y="5080"/>
                  </a:lnTo>
                  <a:lnTo>
                    <a:pt x="59689" y="5080"/>
                  </a:lnTo>
                  <a:lnTo>
                    <a:pt x="59689" y="3810"/>
                  </a:lnTo>
                  <a:close/>
                </a:path>
                <a:path w="176529" h="7619">
                  <a:moveTo>
                    <a:pt x="62229" y="1270"/>
                  </a:moveTo>
                  <a:lnTo>
                    <a:pt x="1269" y="1270"/>
                  </a:lnTo>
                  <a:lnTo>
                    <a:pt x="1269" y="3810"/>
                  </a:lnTo>
                  <a:lnTo>
                    <a:pt x="60959" y="3810"/>
                  </a:lnTo>
                  <a:lnTo>
                    <a:pt x="60959" y="2540"/>
                  </a:lnTo>
                  <a:lnTo>
                    <a:pt x="62229" y="2540"/>
                  </a:lnTo>
                  <a:lnTo>
                    <a:pt x="62229" y="1270"/>
                  </a:lnTo>
                  <a:close/>
                </a:path>
                <a:path w="176529" h="7619">
                  <a:moveTo>
                    <a:pt x="63500" y="0"/>
                  </a:moveTo>
                  <a:lnTo>
                    <a:pt x="0" y="0"/>
                  </a:lnTo>
                  <a:lnTo>
                    <a:pt x="0" y="1270"/>
                  </a:lnTo>
                  <a:lnTo>
                    <a:pt x="63500" y="1270"/>
                  </a:lnTo>
                  <a:lnTo>
                    <a:pt x="63500" y="0"/>
                  </a:lnTo>
                  <a:close/>
                </a:path>
                <a:path w="176529" h="7619">
                  <a:moveTo>
                    <a:pt x="176529" y="0"/>
                  </a:moveTo>
                  <a:lnTo>
                    <a:pt x="97789" y="0"/>
                  </a:lnTo>
                  <a:lnTo>
                    <a:pt x="97789" y="2540"/>
                  </a:lnTo>
                  <a:lnTo>
                    <a:pt x="176529" y="2540"/>
                  </a:lnTo>
                  <a:lnTo>
                    <a:pt x="176529" y="0"/>
                  </a:lnTo>
                  <a:close/>
                </a:path>
              </a:pathLst>
            </a:custGeom>
            <a:solidFill>
              <a:srgbClr val="7A017A"/>
            </a:solidFill>
          </p:spPr>
          <p:txBody>
            <a:bodyPr wrap="square" lIns="0" tIns="0" rIns="0" bIns="0" rtlCol="0"/>
            <a:lstStyle/>
            <a:p/>
          </p:txBody>
        </p:sp>
        <p:sp>
          <p:nvSpPr>
            <p:cNvPr id="1695" name="object 1695"/>
            <p:cNvSpPr/>
            <p:nvPr/>
          </p:nvSpPr>
          <p:spPr>
            <a:xfrm>
              <a:off x="4941570" y="1682749"/>
              <a:ext cx="44450" cy="7620"/>
            </a:xfrm>
            <a:custGeom>
              <a:avLst/>
              <a:gdLst/>
              <a:ahLst/>
              <a:cxnLst/>
              <a:rect l="l" t="t" r="r" b="b"/>
              <a:pathLst>
                <a:path w="44450" h="7619">
                  <a:moveTo>
                    <a:pt x="26670" y="6350"/>
                  </a:moveTo>
                  <a:lnTo>
                    <a:pt x="19050" y="6350"/>
                  </a:lnTo>
                  <a:lnTo>
                    <a:pt x="19050" y="7620"/>
                  </a:lnTo>
                  <a:lnTo>
                    <a:pt x="26670" y="7620"/>
                  </a:lnTo>
                  <a:lnTo>
                    <a:pt x="26670" y="6350"/>
                  </a:lnTo>
                  <a:close/>
                </a:path>
                <a:path w="44450" h="7619">
                  <a:moveTo>
                    <a:pt x="33019" y="5079"/>
                  </a:moveTo>
                  <a:lnTo>
                    <a:pt x="11429" y="5079"/>
                  </a:lnTo>
                  <a:lnTo>
                    <a:pt x="11429" y="6350"/>
                  </a:lnTo>
                  <a:lnTo>
                    <a:pt x="33019" y="6350"/>
                  </a:lnTo>
                  <a:lnTo>
                    <a:pt x="33019" y="5079"/>
                  </a:lnTo>
                  <a:close/>
                </a:path>
                <a:path w="44450" h="7619">
                  <a:moveTo>
                    <a:pt x="36829" y="3810"/>
                  </a:moveTo>
                  <a:lnTo>
                    <a:pt x="8889" y="3810"/>
                  </a:lnTo>
                  <a:lnTo>
                    <a:pt x="8889" y="5079"/>
                  </a:lnTo>
                  <a:lnTo>
                    <a:pt x="36829" y="5079"/>
                  </a:lnTo>
                  <a:lnTo>
                    <a:pt x="36829" y="3810"/>
                  </a:lnTo>
                  <a:close/>
                </a:path>
                <a:path w="44450" h="7619">
                  <a:moveTo>
                    <a:pt x="38099" y="2539"/>
                  </a:moveTo>
                  <a:lnTo>
                    <a:pt x="3809" y="2539"/>
                  </a:lnTo>
                  <a:lnTo>
                    <a:pt x="3809" y="3810"/>
                  </a:lnTo>
                  <a:lnTo>
                    <a:pt x="38099" y="3810"/>
                  </a:lnTo>
                  <a:lnTo>
                    <a:pt x="38099" y="2539"/>
                  </a:lnTo>
                  <a:close/>
                </a:path>
                <a:path w="44450" h="7619">
                  <a:moveTo>
                    <a:pt x="41910" y="1270"/>
                  </a:moveTo>
                  <a:lnTo>
                    <a:pt x="2539" y="1270"/>
                  </a:lnTo>
                  <a:lnTo>
                    <a:pt x="2539" y="2539"/>
                  </a:lnTo>
                  <a:lnTo>
                    <a:pt x="41910" y="2539"/>
                  </a:lnTo>
                  <a:lnTo>
                    <a:pt x="41910" y="1270"/>
                  </a:lnTo>
                  <a:close/>
                </a:path>
                <a:path w="44450" h="7619">
                  <a:moveTo>
                    <a:pt x="44450" y="0"/>
                  </a:moveTo>
                  <a:lnTo>
                    <a:pt x="0" y="0"/>
                  </a:lnTo>
                  <a:lnTo>
                    <a:pt x="0" y="1270"/>
                  </a:lnTo>
                  <a:lnTo>
                    <a:pt x="44450" y="1270"/>
                  </a:lnTo>
                  <a:lnTo>
                    <a:pt x="44450" y="0"/>
                  </a:lnTo>
                  <a:close/>
                </a:path>
              </a:pathLst>
            </a:custGeom>
            <a:solidFill>
              <a:srgbClr val="7C017C"/>
            </a:solidFill>
          </p:spPr>
          <p:txBody>
            <a:bodyPr wrap="square" lIns="0" tIns="0" rIns="0" bIns="0" rtlCol="0"/>
            <a:lstStyle/>
            <a:p/>
          </p:txBody>
        </p:sp>
      </p:grpSp>
      <p:grpSp>
        <p:nvGrpSpPr>
          <p:cNvPr id="1696" name="object 1696"/>
          <p:cNvGrpSpPr/>
          <p:nvPr/>
        </p:nvGrpSpPr>
        <p:grpSpPr>
          <a:xfrm>
            <a:off x="5355590" y="842010"/>
            <a:ext cx="256540" cy="848360"/>
            <a:chOff x="5355590" y="842010"/>
            <a:chExt cx="256540" cy="848360"/>
          </a:xfrm>
        </p:grpSpPr>
        <p:sp>
          <p:nvSpPr>
            <p:cNvPr id="1697" name="object 1697"/>
            <p:cNvSpPr/>
            <p:nvPr/>
          </p:nvSpPr>
          <p:spPr>
            <a:xfrm>
              <a:off x="5448300" y="842009"/>
              <a:ext cx="90170" cy="13970"/>
            </a:xfrm>
            <a:custGeom>
              <a:avLst/>
              <a:gdLst/>
              <a:ahLst/>
              <a:cxnLst/>
              <a:rect l="l" t="t" r="r" b="b"/>
              <a:pathLst>
                <a:path w="90170" h="13969">
                  <a:moveTo>
                    <a:pt x="90170" y="12700"/>
                  </a:moveTo>
                  <a:lnTo>
                    <a:pt x="87630" y="12700"/>
                  </a:lnTo>
                  <a:lnTo>
                    <a:pt x="87630" y="11430"/>
                  </a:lnTo>
                  <a:lnTo>
                    <a:pt x="86360" y="11430"/>
                  </a:lnTo>
                  <a:lnTo>
                    <a:pt x="86360" y="10160"/>
                  </a:lnTo>
                  <a:lnTo>
                    <a:pt x="82550" y="10160"/>
                  </a:lnTo>
                  <a:lnTo>
                    <a:pt x="82550" y="8890"/>
                  </a:lnTo>
                  <a:lnTo>
                    <a:pt x="80010" y="8890"/>
                  </a:lnTo>
                  <a:lnTo>
                    <a:pt x="80010" y="7620"/>
                  </a:lnTo>
                  <a:lnTo>
                    <a:pt x="78740" y="7620"/>
                  </a:lnTo>
                  <a:lnTo>
                    <a:pt x="78740" y="6350"/>
                  </a:lnTo>
                  <a:lnTo>
                    <a:pt x="73660" y="6350"/>
                  </a:lnTo>
                  <a:lnTo>
                    <a:pt x="73660" y="5080"/>
                  </a:lnTo>
                  <a:lnTo>
                    <a:pt x="71107" y="5080"/>
                  </a:lnTo>
                  <a:lnTo>
                    <a:pt x="71107" y="3810"/>
                  </a:lnTo>
                  <a:lnTo>
                    <a:pt x="64757" y="3810"/>
                  </a:lnTo>
                  <a:lnTo>
                    <a:pt x="64757" y="2540"/>
                  </a:lnTo>
                  <a:lnTo>
                    <a:pt x="62230" y="2540"/>
                  </a:lnTo>
                  <a:lnTo>
                    <a:pt x="62230" y="1270"/>
                  </a:lnTo>
                  <a:lnTo>
                    <a:pt x="43180" y="1270"/>
                  </a:lnTo>
                  <a:lnTo>
                    <a:pt x="43180" y="0"/>
                  </a:lnTo>
                  <a:lnTo>
                    <a:pt x="41910" y="0"/>
                  </a:lnTo>
                  <a:lnTo>
                    <a:pt x="41910" y="1270"/>
                  </a:lnTo>
                  <a:lnTo>
                    <a:pt x="31750" y="1270"/>
                  </a:lnTo>
                  <a:lnTo>
                    <a:pt x="31750" y="2540"/>
                  </a:lnTo>
                  <a:lnTo>
                    <a:pt x="21590" y="2540"/>
                  </a:lnTo>
                  <a:lnTo>
                    <a:pt x="21590" y="3810"/>
                  </a:lnTo>
                  <a:lnTo>
                    <a:pt x="15240" y="3810"/>
                  </a:lnTo>
                  <a:lnTo>
                    <a:pt x="15240" y="5080"/>
                  </a:lnTo>
                  <a:lnTo>
                    <a:pt x="12700" y="5080"/>
                  </a:lnTo>
                  <a:lnTo>
                    <a:pt x="12700" y="6350"/>
                  </a:lnTo>
                  <a:lnTo>
                    <a:pt x="10160" y="6350"/>
                  </a:lnTo>
                  <a:lnTo>
                    <a:pt x="10160" y="7620"/>
                  </a:lnTo>
                  <a:lnTo>
                    <a:pt x="7620" y="7620"/>
                  </a:lnTo>
                  <a:lnTo>
                    <a:pt x="7620" y="8890"/>
                  </a:lnTo>
                  <a:lnTo>
                    <a:pt x="5080" y="8890"/>
                  </a:lnTo>
                  <a:lnTo>
                    <a:pt x="5080" y="10160"/>
                  </a:lnTo>
                  <a:lnTo>
                    <a:pt x="3810" y="10160"/>
                  </a:lnTo>
                  <a:lnTo>
                    <a:pt x="3810" y="11430"/>
                  </a:lnTo>
                  <a:lnTo>
                    <a:pt x="1270" y="11430"/>
                  </a:lnTo>
                  <a:lnTo>
                    <a:pt x="1270" y="12700"/>
                  </a:lnTo>
                  <a:lnTo>
                    <a:pt x="0" y="12700"/>
                  </a:lnTo>
                  <a:lnTo>
                    <a:pt x="0" y="13970"/>
                  </a:lnTo>
                  <a:lnTo>
                    <a:pt x="90170" y="13970"/>
                  </a:lnTo>
                  <a:lnTo>
                    <a:pt x="90170" y="12700"/>
                  </a:lnTo>
                  <a:close/>
                </a:path>
              </a:pathLst>
            </a:custGeom>
            <a:solidFill>
              <a:srgbClr val="003300"/>
            </a:solidFill>
          </p:spPr>
          <p:txBody>
            <a:bodyPr wrap="square" lIns="0" tIns="0" rIns="0" bIns="0" rtlCol="0"/>
            <a:lstStyle/>
            <a:p/>
          </p:txBody>
        </p:sp>
        <p:sp>
          <p:nvSpPr>
            <p:cNvPr id="1698" name="object 1698"/>
            <p:cNvSpPr/>
            <p:nvPr/>
          </p:nvSpPr>
          <p:spPr>
            <a:xfrm>
              <a:off x="5438140" y="855979"/>
              <a:ext cx="111760" cy="7620"/>
            </a:xfrm>
            <a:custGeom>
              <a:avLst/>
              <a:gdLst/>
              <a:ahLst/>
              <a:cxnLst/>
              <a:rect l="l" t="t" r="r" b="b"/>
              <a:pathLst>
                <a:path w="111760" h="7619">
                  <a:moveTo>
                    <a:pt x="111760" y="6350"/>
                  </a:moveTo>
                  <a:lnTo>
                    <a:pt x="110490" y="6350"/>
                  </a:lnTo>
                  <a:lnTo>
                    <a:pt x="110490" y="5080"/>
                  </a:lnTo>
                  <a:lnTo>
                    <a:pt x="109220" y="5080"/>
                  </a:lnTo>
                  <a:lnTo>
                    <a:pt x="109220" y="3810"/>
                  </a:lnTo>
                  <a:lnTo>
                    <a:pt x="106680" y="3810"/>
                  </a:lnTo>
                  <a:lnTo>
                    <a:pt x="106680" y="2540"/>
                  </a:lnTo>
                  <a:lnTo>
                    <a:pt x="105410" y="2540"/>
                  </a:lnTo>
                  <a:lnTo>
                    <a:pt x="105410" y="1270"/>
                  </a:lnTo>
                  <a:lnTo>
                    <a:pt x="104140" y="1270"/>
                  </a:lnTo>
                  <a:lnTo>
                    <a:pt x="104140" y="0"/>
                  </a:lnTo>
                  <a:lnTo>
                    <a:pt x="7620" y="0"/>
                  </a:lnTo>
                  <a:lnTo>
                    <a:pt x="7620" y="1270"/>
                  </a:lnTo>
                  <a:lnTo>
                    <a:pt x="6350" y="1270"/>
                  </a:lnTo>
                  <a:lnTo>
                    <a:pt x="6350" y="2540"/>
                  </a:lnTo>
                  <a:lnTo>
                    <a:pt x="5080" y="2540"/>
                  </a:lnTo>
                  <a:lnTo>
                    <a:pt x="5080" y="3810"/>
                  </a:lnTo>
                  <a:lnTo>
                    <a:pt x="3810" y="3810"/>
                  </a:lnTo>
                  <a:lnTo>
                    <a:pt x="3810" y="5080"/>
                  </a:lnTo>
                  <a:lnTo>
                    <a:pt x="1270" y="5080"/>
                  </a:lnTo>
                  <a:lnTo>
                    <a:pt x="1270" y="6350"/>
                  </a:lnTo>
                  <a:lnTo>
                    <a:pt x="0" y="6350"/>
                  </a:lnTo>
                  <a:lnTo>
                    <a:pt x="0" y="7620"/>
                  </a:lnTo>
                  <a:lnTo>
                    <a:pt x="111760" y="7620"/>
                  </a:lnTo>
                  <a:lnTo>
                    <a:pt x="111760" y="6350"/>
                  </a:lnTo>
                  <a:close/>
                </a:path>
              </a:pathLst>
            </a:custGeom>
            <a:solidFill>
              <a:srgbClr val="013301"/>
            </a:solidFill>
          </p:spPr>
          <p:txBody>
            <a:bodyPr wrap="square" lIns="0" tIns="0" rIns="0" bIns="0" rtlCol="0"/>
            <a:lstStyle/>
            <a:p/>
          </p:txBody>
        </p:sp>
        <p:sp>
          <p:nvSpPr>
            <p:cNvPr id="1699" name="object 1699"/>
            <p:cNvSpPr/>
            <p:nvPr/>
          </p:nvSpPr>
          <p:spPr>
            <a:xfrm>
              <a:off x="5433060" y="863599"/>
              <a:ext cx="121920" cy="6350"/>
            </a:xfrm>
            <a:custGeom>
              <a:avLst/>
              <a:gdLst/>
              <a:ahLst/>
              <a:cxnLst/>
              <a:rect l="l" t="t" r="r" b="b"/>
              <a:pathLst>
                <a:path w="121920" h="6350">
                  <a:moveTo>
                    <a:pt x="121920" y="5080"/>
                  </a:moveTo>
                  <a:lnTo>
                    <a:pt x="120637" y="5080"/>
                  </a:lnTo>
                  <a:lnTo>
                    <a:pt x="120637" y="3810"/>
                  </a:lnTo>
                  <a:lnTo>
                    <a:pt x="119380" y="3810"/>
                  </a:lnTo>
                  <a:lnTo>
                    <a:pt x="119380" y="2540"/>
                  </a:lnTo>
                  <a:lnTo>
                    <a:pt x="118110" y="2540"/>
                  </a:lnTo>
                  <a:lnTo>
                    <a:pt x="118110" y="1270"/>
                  </a:lnTo>
                  <a:lnTo>
                    <a:pt x="118110" y="0"/>
                  </a:lnTo>
                  <a:lnTo>
                    <a:pt x="3810" y="0"/>
                  </a:lnTo>
                  <a:lnTo>
                    <a:pt x="3810" y="1270"/>
                  </a:lnTo>
                  <a:lnTo>
                    <a:pt x="2540" y="1270"/>
                  </a:lnTo>
                  <a:lnTo>
                    <a:pt x="2540" y="2540"/>
                  </a:lnTo>
                  <a:lnTo>
                    <a:pt x="1270" y="2540"/>
                  </a:lnTo>
                  <a:lnTo>
                    <a:pt x="1270" y="3810"/>
                  </a:lnTo>
                  <a:lnTo>
                    <a:pt x="1270" y="5080"/>
                  </a:lnTo>
                  <a:lnTo>
                    <a:pt x="0" y="5080"/>
                  </a:lnTo>
                  <a:lnTo>
                    <a:pt x="0" y="6350"/>
                  </a:lnTo>
                  <a:lnTo>
                    <a:pt x="121920" y="6350"/>
                  </a:lnTo>
                  <a:lnTo>
                    <a:pt x="121920" y="5080"/>
                  </a:lnTo>
                  <a:close/>
                </a:path>
              </a:pathLst>
            </a:custGeom>
            <a:solidFill>
              <a:srgbClr val="023102"/>
            </a:solidFill>
          </p:spPr>
          <p:txBody>
            <a:bodyPr wrap="square" lIns="0" tIns="0" rIns="0" bIns="0" rtlCol="0"/>
            <a:lstStyle/>
            <a:p/>
          </p:txBody>
        </p:sp>
        <p:sp>
          <p:nvSpPr>
            <p:cNvPr id="1700" name="object 1700"/>
            <p:cNvSpPr/>
            <p:nvPr/>
          </p:nvSpPr>
          <p:spPr>
            <a:xfrm>
              <a:off x="5426710" y="869949"/>
              <a:ext cx="133350" cy="7620"/>
            </a:xfrm>
            <a:custGeom>
              <a:avLst/>
              <a:gdLst/>
              <a:ahLst/>
              <a:cxnLst/>
              <a:rect l="l" t="t" r="r" b="b"/>
              <a:pathLst>
                <a:path w="133350" h="7619">
                  <a:moveTo>
                    <a:pt x="133350" y="6350"/>
                  </a:moveTo>
                  <a:lnTo>
                    <a:pt x="133337" y="5080"/>
                  </a:lnTo>
                  <a:lnTo>
                    <a:pt x="132080" y="5080"/>
                  </a:lnTo>
                  <a:lnTo>
                    <a:pt x="132080" y="3810"/>
                  </a:lnTo>
                  <a:lnTo>
                    <a:pt x="130810" y="3810"/>
                  </a:lnTo>
                  <a:lnTo>
                    <a:pt x="130810" y="2540"/>
                  </a:lnTo>
                  <a:lnTo>
                    <a:pt x="129540" y="2540"/>
                  </a:lnTo>
                  <a:lnTo>
                    <a:pt x="129540" y="1270"/>
                  </a:lnTo>
                  <a:lnTo>
                    <a:pt x="129540" y="0"/>
                  </a:lnTo>
                  <a:lnTo>
                    <a:pt x="5080" y="0"/>
                  </a:lnTo>
                  <a:lnTo>
                    <a:pt x="5080" y="1270"/>
                  </a:lnTo>
                  <a:lnTo>
                    <a:pt x="3810" y="1270"/>
                  </a:lnTo>
                  <a:lnTo>
                    <a:pt x="3810" y="2540"/>
                  </a:lnTo>
                  <a:lnTo>
                    <a:pt x="3810" y="3810"/>
                  </a:lnTo>
                  <a:lnTo>
                    <a:pt x="2540" y="3810"/>
                  </a:lnTo>
                  <a:lnTo>
                    <a:pt x="2540" y="5080"/>
                  </a:lnTo>
                  <a:lnTo>
                    <a:pt x="1270" y="5080"/>
                  </a:lnTo>
                  <a:lnTo>
                    <a:pt x="1270" y="6350"/>
                  </a:lnTo>
                  <a:lnTo>
                    <a:pt x="0" y="6350"/>
                  </a:lnTo>
                  <a:lnTo>
                    <a:pt x="0" y="7620"/>
                  </a:lnTo>
                  <a:lnTo>
                    <a:pt x="133350" y="7620"/>
                  </a:lnTo>
                  <a:lnTo>
                    <a:pt x="133350" y="6350"/>
                  </a:lnTo>
                  <a:close/>
                </a:path>
              </a:pathLst>
            </a:custGeom>
            <a:solidFill>
              <a:srgbClr val="033103"/>
            </a:solidFill>
          </p:spPr>
          <p:txBody>
            <a:bodyPr wrap="square" lIns="0" tIns="0" rIns="0" bIns="0" rtlCol="0"/>
            <a:lstStyle/>
            <a:p/>
          </p:txBody>
        </p:sp>
        <p:sp>
          <p:nvSpPr>
            <p:cNvPr id="1701" name="object 1701"/>
            <p:cNvSpPr/>
            <p:nvPr/>
          </p:nvSpPr>
          <p:spPr>
            <a:xfrm>
              <a:off x="5420360" y="877569"/>
              <a:ext cx="144780" cy="7620"/>
            </a:xfrm>
            <a:custGeom>
              <a:avLst/>
              <a:gdLst/>
              <a:ahLst/>
              <a:cxnLst/>
              <a:rect l="l" t="t" r="r" b="b"/>
              <a:pathLst>
                <a:path w="144779" h="7619">
                  <a:moveTo>
                    <a:pt x="144780" y="5080"/>
                  </a:moveTo>
                  <a:lnTo>
                    <a:pt x="143510" y="5080"/>
                  </a:lnTo>
                  <a:lnTo>
                    <a:pt x="143510" y="3810"/>
                  </a:lnTo>
                  <a:lnTo>
                    <a:pt x="142240" y="3810"/>
                  </a:lnTo>
                  <a:lnTo>
                    <a:pt x="142240" y="2540"/>
                  </a:lnTo>
                  <a:lnTo>
                    <a:pt x="142240" y="1270"/>
                  </a:lnTo>
                  <a:lnTo>
                    <a:pt x="140970" y="1270"/>
                  </a:lnTo>
                  <a:lnTo>
                    <a:pt x="140970" y="0"/>
                  </a:lnTo>
                  <a:lnTo>
                    <a:pt x="5080" y="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44780" y="7620"/>
                  </a:lnTo>
                  <a:lnTo>
                    <a:pt x="144780" y="6350"/>
                  </a:lnTo>
                  <a:lnTo>
                    <a:pt x="144780" y="5080"/>
                  </a:lnTo>
                  <a:close/>
                </a:path>
              </a:pathLst>
            </a:custGeom>
            <a:solidFill>
              <a:srgbClr val="043004"/>
            </a:solidFill>
          </p:spPr>
          <p:txBody>
            <a:bodyPr wrap="square" lIns="0" tIns="0" rIns="0" bIns="0" rtlCol="0"/>
            <a:lstStyle/>
            <a:p/>
          </p:txBody>
        </p:sp>
        <p:sp>
          <p:nvSpPr>
            <p:cNvPr id="1702" name="object 1702"/>
            <p:cNvSpPr/>
            <p:nvPr/>
          </p:nvSpPr>
          <p:spPr>
            <a:xfrm>
              <a:off x="5416550" y="885189"/>
              <a:ext cx="152400" cy="7620"/>
            </a:xfrm>
            <a:custGeom>
              <a:avLst/>
              <a:gdLst/>
              <a:ahLst/>
              <a:cxnLst/>
              <a:rect l="l" t="t" r="r" b="b"/>
              <a:pathLst>
                <a:path w="152400" h="7619">
                  <a:moveTo>
                    <a:pt x="152400" y="5080"/>
                  </a:moveTo>
                  <a:lnTo>
                    <a:pt x="151130" y="5080"/>
                  </a:lnTo>
                  <a:lnTo>
                    <a:pt x="151130" y="3810"/>
                  </a:lnTo>
                  <a:lnTo>
                    <a:pt x="151130" y="2540"/>
                  </a:lnTo>
                  <a:lnTo>
                    <a:pt x="149860" y="2540"/>
                  </a:lnTo>
                  <a:lnTo>
                    <a:pt x="149860" y="1270"/>
                  </a:lnTo>
                  <a:lnTo>
                    <a:pt x="14986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52400" y="7620"/>
                  </a:lnTo>
                  <a:lnTo>
                    <a:pt x="152400" y="6350"/>
                  </a:lnTo>
                  <a:lnTo>
                    <a:pt x="152400" y="5080"/>
                  </a:lnTo>
                  <a:close/>
                </a:path>
              </a:pathLst>
            </a:custGeom>
            <a:solidFill>
              <a:srgbClr val="053005"/>
            </a:solidFill>
          </p:spPr>
          <p:txBody>
            <a:bodyPr wrap="square" lIns="0" tIns="0" rIns="0" bIns="0" rtlCol="0"/>
            <a:lstStyle/>
            <a:p/>
          </p:txBody>
        </p:sp>
        <p:sp>
          <p:nvSpPr>
            <p:cNvPr id="1703" name="object 1703"/>
            <p:cNvSpPr/>
            <p:nvPr/>
          </p:nvSpPr>
          <p:spPr>
            <a:xfrm>
              <a:off x="5414010" y="892809"/>
              <a:ext cx="157480" cy="6350"/>
            </a:xfrm>
            <a:custGeom>
              <a:avLst/>
              <a:gdLst/>
              <a:ahLst/>
              <a:cxnLst/>
              <a:rect l="l" t="t" r="r" b="b"/>
              <a:pathLst>
                <a:path w="157479" h="6350">
                  <a:moveTo>
                    <a:pt x="157480" y="2540"/>
                  </a:moveTo>
                  <a:lnTo>
                    <a:pt x="156197" y="2540"/>
                  </a:lnTo>
                  <a:lnTo>
                    <a:pt x="156197" y="1270"/>
                  </a:lnTo>
                  <a:lnTo>
                    <a:pt x="156210" y="0"/>
                  </a:lnTo>
                  <a:lnTo>
                    <a:pt x="2540" y="0"/>
                  </a:lnTo>
                  <a:lnTo>
                    <a:pt x="2540" y="1270"/>
                  </a:lnTo>
                  <a:lnTo>
                    <a:pt x="1270" y="1270"/>
                  </a:lnTo>
                  <a:lnTo>
                    <a:pt x="1270" y="2540"/>
                  </a:lnTo>
                  <a:lnTo>
                    <a:pt x="1270" y="3810"/>
                  </a:lnTo>
                  <a:lnTo>
                    <a:pt x="0" y="3810"/>
                  </a:lnTo>
                  <a:lnTo>
                    <a:pt x="0" y="6350"/>
                  </a:lnTo>
                  <a:lnTo>
                    <a:pt x="157480" y="6350"/>
                  </a:lnTo>
                  <a:lnTo>
                    <a:pt x="157480" y="3810"/>
                  </a:lnTo>
                  <a:lnTo>
                    <a:pt x="157480" y="2540"/>
                  </a:lnTo>
                  <a:close/>
                </a:path>
              </a:pathLst>
            </a:custGeom>
            <a:solidFill>
              <a:srgbClr val="062F06"/>
            </a:solidFill>
          </p:spPr>
          <p:txBody>
            <a:bodyPr wrap="square" lIns="0" tIns="0" rIns="0" bIns="0" rtlCol="0"/>
            <a:lstStyle/>
            <a:p/>
          </p:txBody>
        </p:sp>
        <p:sp>
          <p:nvSpPr>
            <p:cNvPr id="1704" name="object 1704"/>
            <p:cNvSpPr/>
            <p:nvPr/>
          </p:nvSpPr>
          <p:spPr>
            <a:xfrm>
              <a:off x="5410200" y="899159"/>
              <a:ext cx="165100" cy="7620"/>
            </a:xfrm>
            <a:custGeom>
              <a:avLst/>
              <a:gdLst/>
              <a:ahLst/>
              <a:cxnLst/>
              <a:rect l="l" t="t" r="r" b="b"/>
              <a:pathLst>
                <a:path w="165100" h="7619">
                  <a:moveTo>
                    <a:pt x="165100" y="5080"/>
                  </a:moveTo>
                  <a:lnTo>
                    <a:pt x="163830" y="5080"/>
                  </a:lnTo>
                  <a:lnTo>
                    <a:pt x="163830" y="2540"/>
                  </a:lnTo>
                  <a:lnTo>
                    <a:pt x="162560" y="2540"/>
                  </a:lnTo>
                  <a:lnTo>
                    <a:pt x="162560" y="0"/>
                  </a:lnTo>
                  <a:lnTo>
                    <a:pt x="2540" y="0"/>
                  </a:lnTo>
                  <a:lnTo>
                    <a:pt x="2540" y="2540"/>
                  </a:lnTo>
                  <a:lnTo>
                    <a:pt x="1270" y="2540"/>
                  </a:lnTo>
                  <a:lnTo>
                    <a:pt x="1270" y="5080"/>
                  </a:lnTo>
                  <a:lnTo>
                    <a:pt x="0" y="5080"/>
                  </a:lnTo>
                  <a:lnTo>
                    <a:pt x="0" y="7620"/>
                  </a:lnTo>
                  <a:lnTo>
                    <a:pt x="165100" y="7620"/>
                  </a:lnTo>
                  <a:lnTo>
                    <a:pt x="165100" y="5080"/>
                  </a:lnTo>
                  <a:close/>
                </a:path>
              </a:pathLst>
            </a:custGeom>
            <a:solidFill>
              <a:srgbClr val="072F07"/>
            </a:solidFill>
          </p:spPr>
          <p:txBody>
            <a:bodyPr wrap="square" lIns="0" tIns="0" rIns="0" bIns="0" rtlCol="0"/>
            <a:lstStyle/>
            <a:p/>
          </p:txBody>
        </p:sp>
        <p:sp>
          <p:nvSpPr>
            <p:cNvPr id="1705" name="object 1705"/>
            <p:cNvSpPr/>
            <p:nvPr/>
          </p:nvSpPr>
          <p:spPr>
            <a:xfrm>
              <a:off x="5406390" y="906792"/>
              <a:ext cx="172720" cy="7620"/>
            </a:xfrm>
            <a:custGeom>
              <a:avLst/>
              <a:gdLst/>
              <a:ahLst/>
              <a:cxnLst/>
              <a:rect l="l" t="t" r="r" b="b"/>
              <a:pathLst>
                <a:path w="172720" h="7619">
                  <a:moveTo>
                    <a:pt x="172720" y="5067"/>
                  </a:moveTo>
                  <a:lnTo>
                    <a:pt x="171450" y="5067"/>
                  </a:lnTo>
                  <a:lnTo>
                    <a:pt x="171450" y="2527"/>
                  </a:lnTo>
                  <a:lnTo>
                    <a:pt x="170167" y="2527"/>
                  </a:lnTo>
                  <a:lnTo>
                    <a:pt x="170167" y="0"/>
                  </a:lnTo>
                  <a:lnTo>
                    <a:pt x="2540" y="0"/>
                  </a:lnTo>
                  <a:lnTo>
                    <a:pt x="2540" y="2527"/>
                  </a:lnTo>
                  <a:lnTo>
                    <a:pt x="1270" y="2527"/>
                  </a:lnTo>
                  <a:lnTo>
                    <a:pt x="1270" y="5067"/>
                  </a:lnTo>
                  <a:lnTo>
                    <a:pt x="0" y="5067"/>
                  </a:lnTo>
                  <a:lnTo>
                    <a:pt x="0" y="7607"/>
                  </a:lnTo>
                  <a:lnTo>
                    <a:pt x="172720" y="7607"/>
                  </a:lnTo>
                  <a:lnTo>
                    <a:pt x="172720" y="5067"/>
                  </a:lnTo>
                  <a:close/>
                </a:path>
              </a:pathLst>
            </a:custGeom>
            <a:solidFill>
              <a:srgbClr val="082F08"/>
            </a:solidFill>
          </p:spPr>
          <p:txBody>
            <a:bodyPr wrap="square" lIns="0" tIns="0" rIns="0" bIns="0" rtlCol="0"/>
            <a:lstStyle/>
            <a:p/>
          </p:txBody>
        </p:sp>
        <p:sp>
          <p:nvSpPr>
            <p:cNvPr id="1706" name="object 1706"/>
            <p:cNvSpPr/>
            <p:nvPr/>
          </p:nvSpPr>
          <p:spPr>
            <a:xfrm>
              <a:off x="5403850" y="914399"/>
              <a:ext cx="177800" cy="6350"/>
            </a:xfrm>
            <a:custGeom>
              <a:avLst/>
              <a:gdLst/>
              <a:ahLst/>
              <a:cxnLst/>
              <a:rect l="l" t="t" r="r" b="b"/>
              <a:pathLst>
                <a:path w="177800" h="6350">
                  <a:moveTo>
                    <a:pt x="177800" y="5080"/>
                  </a:moveTo>
                  <a:lnTo>
                    <a:pt x="176530" y="5080"/>
                  </a:lnTo>
                  <a:lnTo>
                    <a:pt x="176530" y="2540"/>
                  </a:lnTo>
                  <a:lnTo>
                    <a:pt x="176530" y="1270"/>
                  </a:lnTo>
                  <a:lnTo>
                    <a:pt x="175260" y="1270"/>
                  </a:lnTo>
                  <a:lnTo>
                    <a:pt x="175260" y="0"/>
                  </a:lnTo>
                  <a:lnTo>
                    <a:pt x="1270" y="0"/>
                  </a:lnTo>
                  <a:lnTo>
                    <a:pt x="1270" y="1270"/>
                  </a:lnTo>
                  <a:lnTo>
                    <a:pt x="1270" y="2540"/>
                  </a:lnTo>
                  <a:lnTo>
                    <a:pt x="0" y="2540"/>
                  </a:lnTo>
                  <a:lnTo>
                    <a:pt x="0" y="5080"/>
                  </a:lnTo>
                  <a:lnTo>
                    <a:pt x="0" y="6350"/>
                  </a:lnTo>
                  <a:lnTo>
                    <a:pt x="177800" y="6350"/>
                  </a:lnTo>
                  <a:lnTo>
                    <a:pt x="177800" y="5080"/>
                  </a:lnTo>
                  <a:close/>
                </a:path>
              </a:pathLst>
            </a:custGeom>
            <a:solidFill>
              <a:srgbClr val="092E09"/>
            </a:solidFill>
          </p:spPr>
          <p:txBody>
            <a:bodyPr wrap="square" lIns="0" tIns="0" rIns="0" bIns="0" rtlCol="0"/>
            <a:lstStyle/>
            <a:p/>
          </p:txBody>
        </p:sp>
        <p:sp>
          <p:nvSpPr>
            <p:cNvPr id="1707" name="object 1707"/>
            <p:cNvSpPr/>
            <p:nvPr/>
          </p:nvSpPr>
          <p:spPr>
            <a:xfrm>
              <a:off x="5400040" y="920749"/>
              <a:ext cx="184150" cy="7620"/>
            </a:xfrm>
            <a:custGeom>
              <a:avLst/>
              <a:gdLst/>
              <a:ahLst/>
              <a:cxnLst/>
              <a:rect l="l" t="t" r="r" b="b"/>
              <a:pathLst>
                <a:path w="184150" h="7619">
                  <a:moveTo>
                    <a:pt x="184150" y="6350"/>
                  </a:moveTo>
                  <a:lnTo>
                    <a:pt x="182880" y="6350"/>
                  </a:lnTo>
                  <a:lnTo>
                    <a:pt x="182880" y="3810"/>
                  </a:lnTo>
                  <a:lnTo>
                    <a:pt x="182867" y="2540"/>
                  </a:lnTo>
                  <a:lnTo>
                    <a:pt x="181610" y="2540"/>
                  </a:lnTo>
                  <a:lnTo>
                    <a:pt x="181610" y="0"/>
                  </a:lnTo>
                  <a:lnTo>
                    <a:pt x="2540" y="0"/>
                  </a:lnTo>
                  <a:lnTo>
                    <a:pt x="2540" y="2540"/>
                  </a:lnTo>
                  <a:lnTo>
                    <a:pt x="2540" y="3810"/>
                  </a:lnTo>
                  <a:lnTo>
                    <a:pt x="1270" y="3810"/>
                  </a:lnTo>
                  <a:lnTo>
                    <a:pt x="1270" y="6350"/>
                  </a:lnTo>
                  <a:lnTo>
                    <a:pt x="0" y="6350"/>
                  </a:lnTo>
                  <a:lnTo>
                    <a:pt x="0" y="7620"/>
                  </a:lnTo>
                  <a:lnTo>
                    <a:pt x="184150" y="7620"/>
                  </a:lnTo>
                  <a:lnTo>
                    <a:pt x="184150" y="6350"/>
                  </a:lnTo>
                  <a:close/>
                </a:path>
              </a:pathLst>
            </a:custGeom>
            <a:solidFill>
              <a:srgbClr val="0A2E0A"/>
            </a:solidFill>
          </p:spPr>
          <p:txBody>
            <a:bodyPr wrap="square" lIns="0" tIns="0" rIns="0" bIns="0" rtlCol="0"/>
            <a:lstStyle/>
            <a:p/>
          </p:txBody>
        </p:sp>
        <p:sp>
          <p:nvSpPr>
            <p:cNvPr id="1708" name="object 1708"/>
            <p:cNvSpPr/>
            <p:nvPr/>
          </p:nvSpPr>
          <p:spPr>
            <a:xfrm>
              <a:off x="5397500" y="928369"/>
              <a:ext cx="187960" cy="7620"/>
            </a:xfrm>
            <a:custGeom>
              <a:avLst/>
              <a:gdLst/>
              <a:ahLst/>
              <a:cxnLst/>
              <a:rect l="l" t="t" r="r" b="b"/>
              <a:pathLst>
                <a:path w="187960" h="7619">
                  <a:moveTo>
                    <a:pt x="187960" y="3810"/>
                  </a:moveTo>
                  <a:lnTo>
                    <a:pt x="186690" y="3810"/>
                  </a:lnTo>
                  <a:lnTo>
                    <a:pt x="186690" y="2540"/>
                  </a:lnTo>
                  <a:lnTo>
                    <a:pt x="186690" y="0"/>
                  </a:lnTo>
                  <a:lnTo>
                    <a:pt x="2540" y="0"/>
                  </a:lnTo>
                  <a:lnTo>
                    <a:pt x="2540" y="2540"/>
                  </a:lnTo>
                  <a:lnTo>
                    <a:pt x="1270" y="2540"/>
                  </a:lnTo>
                  <a:lnTo>
                    <a:pt x="1270" y="3810"/>
                  </a:lnTo>
                  <a:lnTo>
                    <a:pt x="1270" y="6350"/>
                  </a:lnTo>
                  <a:lnTo>
                    <a:pt x="0" y="6350"/>
                  </a:lnTo>
                  <a:lnTo>
                    <a:pt x="0" y="7620"/>
                  </a:lnTo>
                  <a:lnTo>
                    <a:pt x="187960" y="7620"/>
                  </a:lnTo>
                  <a:lnTo>
                    <a:pt x="187960" y="6350"/>
                  </a:lnTo>
                  <a:lnTo>
                    <a:pt x="187960" y="3810"/>
                  </a:lnTo>
                  <a:close/>
                </a:path>
              </a:pathLst>
            </a:custGeom>
            <a:solidFill>
              <a:srgbClr val="0C2D0C"/>
            </a:solidFill>
          </p:spPr>
          <p:txBody>
            <a:bodyPr wrap="square" lIns="0" tIns="0" rIns="0" bIns="0" rtlCol="0"/>
            <a:lstStyle/>
            <a:p/>
          </p:txBody>
        </p:sp>
        <p:sp>
          <p:nvSpPr>
            <p:cNvPr id="1709" name="object 1709"/>
            <p:cNvSpPr/>
            <p:nvPr/>
          </p:nvSpPr>
          <p:spPr>
            <a:xfrm>
              <a:off x="5394960" y="935989"/>
              <a:ext cx="193040" cy="7620"/>
            </a:xfrm>
            <a:custGeom>
              <a:avLst/>
              <a:gdLst/>
              <a:ahLst/>
              <a:cxnLst/>
              <a:rect l="l" t="t" r="r" b="b"/>
              <a:pathLst>
                <a:path w="193039" h="7619">
                  <a:moveTo>
                    <a:pt x="193040" y="3810"/>
                  </a:moveTo>
                  <a:lnTo>
                    <a:pt x="191770" y="3810"/>
                  </a:lnTo>
                  <a:lnTo>
                    <a:pt x="191770" y="2540"/>
                  </a:lnTo>
                  <a:lnTo>
                    <a:pt x="191770" y="0"/>
                  </a:lnTo>
                  <a:lnTo>
                    <a:pt x="2540" y="0"/>
                  </a:lnTo>
                  <a:lnTo>
                    <a:pt x="2540" y="2540"/>
                  </a:lnTo>
                  <a:lnTo>
                    <a:pt x="1270" y="2540"/>
                  </a:lnTo>
                  <a:lnTo>
                    <a:pt x="1270" y="3810"/>
                  </a:lnTo>
                  <a:lnTo>
                    <a:pt x="1270" y="6350"/>
                  </a:lnTo>
                  <a:lnTo>
                    <a:pt x="0" y="6350"/>
                  </a:lnTo>
                  <a:lnTo>
                    <a:pt x="0" y="7620"/>
                  </a:lnTo>
                  <a:lnTo>
                    <a:pt x="193040" y="7620"/>
                  </a:lnTo>
                  <a:lnTo>
                    <a:pt x="193040" y="6350"/>
                  </a:lnTo>
                  <a:lnTo>
                    <a:pt x="193040" y="3810"/>
                  </a:lnTo>
                  <a:close/>
                </a:path>
              </a:pathLst>
            </a:custGeom>
            <a:solidFill>
              <a:srgbClr val="0D2D0D"/>
            </a:solidFill>
          </p:spPr>
          <p:txBody>
            <a:bodyPr wrap="square" lIns="0" tIns="0" rIns="0" bIns="0" rtlCol="0"/>
            <a:lstStyle/>
            <a:p/>
          </p:txBody>
        </p:sp>
        <p:sp>
          <p:nvSpPr>
            <p:cNvPr id="1710" name="object 1710"/>
            <p:cNvSpPr/>
            <p:nvPr/>
          </p:nvSpPr>
          <p:spPr>
            <a:xfrm>
              <a:off x="5393690" y="943609"/>
              <a:ext cx="195580" cy="6350"/>
            </a:xfrm>
            <a:custGeom>
              <a:avLst/>
              <a:gdLst/>
              <a:ahLst/>
              <a:cxnLst/>
              <a:rect l="l" t="t" r="r" b="b"/>
              <a:pathLst>
                <a:path w="195579" h="6350">
                  <a:moveTo>
                    <a:pt x="195580" y="1270"/>
                  </a:moveTo>
                  <a:lnTo>
                    <a:pt x="194310" y="1270"/>
                  </a:lnTo>
                  <a:lnTo>
                    <a:pt x="194310" y="0"/>
                  </a:lnTo>
                  <a:lnTo>
                    <a:pt x="1270" y="0"/>
                  </a:lnTo>
                  <a:lnTo>
                    <a:pt x="1270" y="1270"/>
                  </a:lnTo>
                  <a:lnTo>
                    <a:pt x="1270" y="2540"/>
                  </a:lnTo>
                  <a:lnTo>
                    <a:pt x="0" y="2540"/>
                  </a:lnTo>
                  <a:lnTo>
                    <a:pt x="0" y="6350"/>
                  </a:lnTo>
                  <a:lnTo>
                    <a:pt x="195567" y="6350"/>
                  </a:lnTo>
                  <a:lnTo>
                    <a:pt x="195567" y="2540"/>
                  </a:lnTo>
                  <a:lnTo>
                    <a:pt x="195580" y="1270"/>
                  </a:lnTo>
                  <a:close/>
                </a:path>
              </a:pathLst>
            </a:custGeom>
            <a:solidFill>
              <a:srgbClr val="0E2C0E"/>
            </a:solidFill>
          </p:spPr>
          <p:txBody>
            <a:bodyPr wrap="square" lIns="0" tIns="0" rIns="0" bIns="0" rtlCol="0"/>
            <a:lstStyle/>
            <a:p/>
          </p:txBody>
        </p:sp>
        <p:sp>
          <p:nvSpPr>
            <p:cNvPr id="1711" name="object 1711"/>
            <p:cNvSpPr/>
            <p:nvPr/>
          </p:nvSpPr>
          <p:spPr>
            <a:xfrm>
              <a:off x="5391150" y="949959"/>
              <a:ext cx="199390" cy="7620"/>
            </a:xfrm>
            <a:custGeom>
              <a:avLst/>
              <a:gdLst/>
              <a:ahLst/>
              <a:cxnLst/>
              <a:rect l="l" t="t" r="r" b="b"/>
              <a:pathLst>
                <a:path w="199389" h="7619">
                  <a:moveTo>
                    <a:pt x="199390" y="0"/>
                  </a:moveTo>
                  <a:lnTo>
                    <a:pt x="1270" y="0"/>
                  </a:lnTo>
                  <a:lnTo>
                    <a:pt x="1270" y="3810"/>
                  </a:lnTo>
                  <a:lnTo>
                    <a:pt x="0" y="3810"/>
                  </a:lnTo>
                  <a:lnTo>
                    <a:pt x="0" y="7620"/>
                  </a:lnTo>
                  <a:lnTo>
                    <a:pt x="199390" y="7620"/>
                  </a:lnTo>
                  <a:lnTo>
                    <a:pt x="199390" y="3810"/>
                  </a:lnTo>
                  <a:lnTo>
                    <a:pt x="199390" y="0"/>
                  </a:lnTo>
                  <a:close/>
                </a:path>
              </a:pathLst>
            </a:custGeom>
            <a:solidFill>
              <a:srgbClr val="0F2C0F"/>
            </a:solidFill>
          </p:spPr>
          <p:txBody>
            <a:bodyPr wrap="square" lIns="0" tIns="0" rIns="0" bIns="0" rtlCol="0"/>
            <a:lstStyle/>
            <a:p/>
          </p:txBody>
        </p:sp>
        <p:sp>
          <p:nvSpPr>
            <p:cNvPr id="1712" name="object 1712"/>
            <p:cNvSpPr/>
            <p:nvPr/>
          </p:nvSpPr>
          <p:spPr>
            <a:xfrm>
              <a:off x="5388610" y="957579"/>
              <a:ext cx="204470" cy="7620"/>
            </a:xfrm>
            <a:custGeom>
              <a:avLst/>
              <a:gdLst/>
              <a:ahLst/>
              <a:cxnLst/>
              <a:rect l="l" t="t" r="r" b="b"/>
              <a:pathLst>
                <a:path w="204470" h="7619">
                  <a:moveTo>
                    <a:pt x="204470" y="5080"/>
                  </a:moveTo>
                  <a:lnTo>
                    <a:pt x="203200" y="5080"/>
                  </a:lnTo>
                  <a:lnTo>
                    <a:pt x="203200" y="3810"/>
                  </a:lnTo>
                  <a:lnTo>
                    <a:pt x="203187" y="0"/>
                  </a:lnTo>
                  <a:lnTo>
                    <a:pt x="1270" y="0"/>
                  </a:lnTo>
                  <a:lnTo>
                    <a:pt x="1270" y="3810"/>
                  </a:lnTo>
                  <a:lnTo>
                    <a:pt x="0" y="3810"/>
                  </a:lnTo>
                  <a:lnTo>
                    <a:pt x="0" y="5080"/>
                  </a:lnTo>
                  <a:lnTo>
                    <a:pt x="0" y="7620"/>
                  </a:lnTo>
                  <a:lnTo>
                    <a:pt x="204470" y="7620"/>
                  </a:lnTo>
                  <a:lnTo>
                    <a:pt x="204470" y="5080"/>
                  </a:lnTo>
                  <a:close/>
                </a:path>
              </a:pathLst>
            </a:custGeom>
            <a:solidFill>
              <a:srgbClr val="102C10"/>
            </a:solidFill>
          </p:spPr>
          <p:txBody>
            <a:bodyPr wrap="square" lIns="0" tIns="0" rIns="0" bIns="0" rtlCol="0"/>
            <a:lstStyle/>
            <a:p/>
          </p:txBody>
        </p:sp>
        <p:sp>
          <p:nvSpPr>
            <p:cNvPr id="1713" name="object 1713"/>
            <p:cNvSpPr/>
            <p:nvPr/>
          </p:nvSpPr>
          <p:spPr>
            <a:xfrm>
              <a:off x="5386070" y="965199"/>
              <a:ext cx="208279" cy="6350"/>
            </a:xfrm>
            <a:custGeom>
              <a:avLst/>
              <a:gdLst/>
              <a:ahLst/>
              <a:cxnLst/>
              <a:rect l="l" t="t" r="r" b="b"/>
              <a:pathLst>
                <a:path w="208279" h="6350">
                  <a:moveTo>
                    <a:pt x="208280" y="5092"/>
                  </a:moveTo>
                  <a:lnTo>
                    <a:pt x="0" y="5092"/>
                  </a:lnTo>
                  <a:lnTo>
                    <a:pt x="0" y="6350"/>
                  </a:lnTo>
                  <a:lnTo>
                    <a:pt x="208280" y="6350"/>
                  </a:lnTo>
                  <a:lnTo>
                    <a:pt x="208280" y="5092"/>
                  </a:lnTo>
                  <a:close/>
                </a:path>
                <a:path w="208279" h="6350">
                  <a:moveTo>
                    <a:pt x="208280" y="2540"/>
                  </a:moveTo>
                  <a:lnTo>
                    <a:pt x="207010" y="2540"/>
                  </a:lnTo>
                  <a:lnTo>
                    <a:pt x="207010" y="0"/>
                  </a:lnTo>
                  <a:lnTo>
                    <a:pt x="1270" y="0"/>
                  </a:lnTo>
                  <a:lnTo>
                    <a:pt x="1270" y="2540"/>
                  </a:lnTo>
                  <a:lnTo>
                    <a:pt x="1270" y="5080"/>
                  </a:lnTo>
                  <a:lnTo>
                    <a:pt x="208280" y="5080"/>
                  </a:lnTo>
                  <a:lnTo>
                    <a:pt x="208280" y="2540"/>
                  </a:lnTo>
                  <a:close/>
                </a:path>
              </a:pathLst>
            </a:custGeom>
            <a:solidFill>
              <a:srgbClr val="112B11"/>
            </a:solidFill>
          </p:spPr>
          <p:txBody>
            <a:bodyPr wrap="square" lIns="0" tIns="0" rIns="0" bIns="0" rtlCol="0"/>
            <a:lstStyle/>
            <a:p/>
          </p:txBody>
        </p:sp>
        <p:sp>
          <p:nvSpPr>
            <p:cNvPr id="1714" name="object 1714"/>
            <p:cNvSpPr/>
            <p:nvPr/>
          </p:nvSpPr>
          <p:spPr>
            <a:xfrm>
              <a:off x="5384800" y="971549"/>
              <a:ext cx="210820" cy="7620"/>
            </a:xfrm>
            <a:custGeom>
              <a:avLst/>
              <a:gdLst/>
              <a:ahLst/>
              <a:cxnLst/>
              <a:rect l="l" t="t" r="r" b="b"/>
              <a:pathLst>
                <a:path w="210820" h="7619">
                  <a:moveTo>
                    <a:pt x="210820" y="1270"/>
                  </a:moveTo>
                  <a:lnTo>
                    <a:pt x="209550" y="1270"/>
                  </a:lnTo>
                  <a:lnTo>
                    <a:pt x="209550" y="0"/>
                  </a:lnTo>
                  <a:lnTo>
                    <a:pt x="1270" y="0"/>
                  </a:lnTo>
                  <a:lnTo>
                    <a:pt x="1270" y="1270"/>
                  </a:lnTo>
                  <a:lnTo>
                    <a:pt x="1270" y="3810"/>
                  </a:lnTo>
                  <a:lnTo>
                    <a:pt x="0" y="3810"/>
                  </a:lnTo>
                  <a:lnTo>
                    <a:pt x="0" y="7620"/>
                  </a:lnTo>
                  <a:lnTo>
                    <a:pt x="210820" y="7620"/>
                  </a:lnTo>
                  <a:lnTo>
                    <a:pt x="210820" y="3810"/>
                  </a:lnTo>
                  <a:lnTo>
                    <a:pt x="210820" y="1270"/>
                  </a:lnTo>
                  <a:close/>
                </a:path>
              </a:pathLst>
            </a:custGeom>
            <a:solidFill>
              <a:srgbClr val="122B12"/>
            </a:solidFill>
          </p:spPr>
          <p:txBody>
            <a:bodyPr wrap="square" lIns="0" tIns="0" rIns="0" bIns="0" rtlCol="0"/>
            <a:lstStyle/>
            <a:p/>
          </p:txBody>
        </p:sp>
        <p:sp>
          <p:nvSpPr>
            <p:cNvPr id="1715" name="object 1715"/>
            <p:cNvSpPr/>
            <p:nvPr/>
          </p:nvSpPr>
          <p:spPr>
            <a:xfrm>
              <a:off x="5382260" y="979169"/>
              <a:ext cx="214629" cy="7620"/>
            </a:xfrm>
            <a:custGeom>
              <a:avLst/>
              <a:gdLst/>
              <a:ahLst/>
              <a:cxnLst/>
              <a:rect l="l" t="t" r="r" b="b"/>
              <a:pathLst>
                <a:path w="214629" h="7619">
                  <a:moveTo>
                    <a:pt x="214630" y="1270"/>
                  </a:moveTo>
                  <a:lnTo>
                    <a:pt x="213360" y="1270"/>
                  </a:lnTo>
                  <a:lnTo>
                    <a:pt x="213360" y="0"/>
                  </a:lnTo>
                  <a:lnTo>
                    <a:pt x="2540" y="0"/>
                  </a:lnTo>
                  <a:lnTo>
                    <a:pt x="2540" y="1270"/>
                  </a:lnTo>
                  <a:lnTo>
                    <a:pt x="1270" y="1270"/>
                  </a:lnTo>
                  <a:lnTo>
                    <a:pt x="1270" y="6350"/>
                  </a:lnTo>
                  <a:lnTo>
                    <a:pt x="0" y="6350"/>
                  </a:lnTo>
                  <a:lnTo>
                    <a:pt x="0" y="7620"/>
                  </a:lnTo>
                  <a:lnTo>
                    <a:pt x="214630" y="7620"/>
                  </a:lnTo>
                  <a:lnTo>
                    <a:pt x="214630" y="6350"/>
                  </a:lnTo>
                  <a:lnTo>
                    <a:pt x="214630" y="1270"/>
                  </a:lnTo>
                  <a:close/>
                </a:path>
              </a:pathLst>
            </a:custGeom>
            <a:solidFill>
              <a:srgbClr val="132A13"/>
            </a:solidFill>
          </p:spPr>
          <p:txBody>
            <a:bodyPr wrap="square" lIns="0" tIns="0" rIns="0" bIns="0" rtlCol="0"/>
            <a:lstStyle/>
            <a:p/>
          </p:txBody>
        </p:sp>
        <p:sp>
          <p:nvSpPr>
            <p:cNvPr id="1716" name="object 1716"/>
            <p:cNvSpPr/>
            <p:nvPr/>
          </p:nvSpPr>
          <p:spPr>
            <a:xfrm>
              <a:off x="5380990" y="986789"/>
              <a:ext cx="217170" cy="7620"/>
            </a:xfrm>
            <a:custGeom>
              <a:avLst/>
              <a:gdLst/>
              <a:ahLst/>
              <a:cxnLst/>
              <a:rect l="l" t="t" r="r" b="b"/>
              <a:pathLst>
                <a:path w="217170" h="7619">
                  <a:moveTo>
                    <a:pt x="215900" y="0"/>
                  </a:moveTo>
                  <a:lnTo>
                    <a:pt x="1270" y="0"/>
                  </a:lnTo>
                  <a:lnTo>
                    <a:pt x="1270" y="2540"/>
                  </a:lnTo>
                  <a:lnTo>
                    <a:pt x="215900" y="2540"/>
                  </a:lnTo>
                  <a:lnTo>
                    <a:pt x="215900" y="0"/>
                  </a:lnTo>
                  <a:close/>
                </a:path>
                <a:path w="217170" h="7619">
                  <a:moveTo>
                    <a:pt x="217170" y="3810"/>
                  </a:moveTo>
                  <a:lnTo>
                    <a:pt x="1270" y="3810"/>
                  </a:lnTo>
                  <a:lnTo>
                    <a:pt x="1270" y="6350"/>
                  </a:lnTo>
                  <a:lnTo>
                    <a:pt x="0" y="6350"/>
                  </a:lnTo>
                  <a:lnTo>
                    <a:pt x="0" y="7620"/>
                  </a:lnTo>
                  <a:lnTo>
                    <a:pt x="217170" y="7620"/>
                  </a:lnTo>
                  <a:lnTo>
                    <a:pt x="217170" y="6350"/>
                  </a:lnTo>
                  <a:lnTo>
                    <a:pt x="217170" y="3810"/>
                  </a:lnTo>
                  <a:close/>
                </a:path>
              </a:pathLst>
            </a:custGeom>
            <a:solidFill>
              <a:srgbClr val="142A14"/>
            </a:solidFill>
          </p:spPr>
          <p:txBody>
            <a:bodyPr wrap="square" lIns="0" tIns="0" rIns="0" bIns="0" rtlCol="0"/>
            <a:lstStyle/>
            <a:p/>
          </p:txBody>
        </p:sp>
        <p:sp>
          <p:nvSpPr>
            <p:cNvPr id="1717" name="object 1717"/>
            <p:cNvSpPr/>
            <p:nvPr/>
          </p:nvSpPr>
          <p:spPr>
            <a:xfrm>
              <a:off x="5379720" y="994409"/>
              <a:ext cx="219710" cy="6350"/>
            </a:xfrm>
            <a:custGeom>
              <a:avLst/>
              <a:gdLst/>
              <a:ahLst/>
              <a:cxnLst/>
              <a:rect l="l" t="t" r="r" b="b"/>
              <a:pathLst>
                <a:path w="219710" h="6350">
                  <a:moveTo>
                    <a:pt x="219710" y="3810"/>
                  </a:moveTo>
                  <a:lnTo>
                    <a:pt x="218440" y="3810"/>
                  </a:lnTo>
                  <a:lnTo>
                    <a:pt x="218440" y="0"/>
                  </a:lnTo>
                  <a:lnTo>
                    <a:pt x="1270" y="0"/>
                  </a:lnTo>
                  <a:lnTo>
                    <a:pt x="1270" y="3810"/>
                  </a:lnTo>
                  <a:lnTo>
                    <a:pt x="0" y="3810"/>
                  </a:lnTo>
                  <a:lnTo>
                    <a:pt x="0" y="6350"/>
                  </a:lnTo>
                  <a:lnTo>
                    <a:pt x="219710" y="6350"/>
                  </a:lnTo>
                  <a:lnTo>
                    <a:pt x="219710" y="3810"/>
                  </a:lnTo>
                  <a:close/>
                </a:path>
              </a:pathLst>
            </a:custGeom>
            <a:solidFill>
              <a:srgbClr val="152915"/>
            </a:solidFill>
          </p:spPr>
          <p:txBody>
            <a:bodyPr wrap="square" lIns="0" tIns="0" rIns="0" bIns="0" rtlCol="0"/>
            <a:lstStyle/>
            <a:p/>
          </p:txBody>
        </p:sp>
        <p:sp>
          <p:nvSpPr>
            <p:cNvPr id="1718" name="object 1718"/>
            <p:cNvSpPr/>
            <p:nvPr/>
          </p:nvSpPr>
          <p:spPr>
            <a:xfrm>
              <a:off x="5378450" y="1000759"/>
              <a:ext cx="222250" cy="7620"/>
            </a:xfrm>
            <a:custGeom>
              <a:avLst/>
              <a:gdLst/>
              <a:ahLst/>
              <a:cxnLst/>
              <a:rect l="l" t="t" r="r" b="b"/>
              <a:pathLst>
                <a:path w="222250" h="7619">
                  <a:moveTo>
                    <a:pt x="222250" y="3810"/>
                  </a:moveTo>
                  <a:lnTo>
                    <a:pt x="220980" y="3810"/>
                  </a:lnTo>
                  <a:lnTo>
                    <a:pt x="220980" y="1270"/>
                  </a:lnTo>
                  <a:lnTo>
                    <a:pt x="220980" y="0"/>
                  </a:lnTo>
                  <a:lnTo>
                    <a:pt x="1270" y="0"/>
                  </a:lnTo>
                  <a:lnTo>
                    <a:pt x="1270" y="1270"/>
                  </a:lnTo>
                  <a:lnTo>
                    <a:pt x="0" y="1270"/>
                  </a:lnTo>
                  <a:lnTo>
                    <a:pt x="0" y="3810"/>
                  </a:lnTo>
                  <a:lnTo>
                    <a:pt x="0" y="7620"/>
                  </a:lnTo>
                  <a:lnTo>
                    <a:pt x="222250" y="7620"/>
                  </a:lnTo>
                  <a:lnTo>
                    <a:pt x="222250" y="3810"/>
                  </a:lnTo>
                  <a:close/>
                </a:path>
              </a:pathLst>
            </a:custGeom>
            <a:solidFill>
              <a:srgbClr val="162916"/>
            </a:solidFill>
          </p:spPr>
          <p:txBody>
            <a:bodyPr wrap="square" lIns="0" tIns="0" rIns="0" bIns="0" rtlCol="0"/>
            <a:lstStyle/>
            <a:p/>
          </p:txBody>
        </p:sp>
        <p:sp>
          <p:nvSpPr>
            <p:cNvPr id="1719" name="object 1719"/>
            <p:cNvSpPr/>
            <p:nvPr/>
          </p:nvSpPr>
          <p:spPr>
            <a:xfrm>
              <a:off x="5375910" y="1008379"/>
              <a:ext cx="226060" cy="7620"/>
            </a:xfrm>
            <a:custGeom>
              <a:avLst/>
              <a:gdLst/>
              <a:ahLst/>
              <a:cxnLst/>
              <a:rect l="l" t="t" r="r" b="b"/>
              <a:pathLst>
                <a:path w="226060" h="7619">
                  <a:moveTo>
                    <a:pt x="226060" y="6350"/>
                  </a:moveTo>
                  <a:lnTo>
                    <a:pt x="226047" y="2540"/>
                  </a:lnTo>
                  <a:lnTo>
                    <a:pt x="224790" y="2540"/>
                  </a:lnTo>
                  <a:lnTo>
                    <a:pt x="224790" y="0"/>
                  </a:lnTo>
                  <a:lnTo>
                    <a:pt x="1270" y="0"/>
                  </a:lnTo>
                  <a:lnTo>
                    <a:pt x="1270" y="2540"/>
                  </a:lnTo>
                  <a:lnTo>
                    <a:pt x="1270" y="6350"/>
                  </a:lnTo>
                  <a:lnTo>
                    <a:pt x="0" y="6350"/>
                  </a:lnTo>
                  <a:lnTo>
                    <a:pt x="0" y="7620"/>
                  </a:lnTo>
                  <a:lnTo>
                    <a:pt x="226060" y="7620"/>
                  </a:lnTo>
                  <a:lnTo>
                    <a:pt x="226060" y="6350"/>
                  </a:lnTo>
                  <a:close/>
                </a:path>
              </a:pathLst>
            </a:custGeom>
            <a:solidFill>
              <a:srgbClr val="172917"/>
            </a:solidFill>
          </p:spPr>
          <p:txBody>
            <a:bodyPr wrap="square" lIns="0" tIns="0" rIns="0" bIns="0" rtlCol="0"/>
            <a:lstStyle/>
            <a:p/>
          </p:txBody>
        </p:sp>
        <p:sp>
          <p:nvSpPr>
            <p:cNvPr id="1720" name="object 1720"/>
            <p:cNvSpPr/>
            <p:nvPr/>
          </p:nvSpPr>
          <p:spPr>
            <a:xfrm>
              <a:off x="5374640" y="1015999"/>
              <a:ext cx="228600" cy="6350"/>
            </a:xfrm>
            <a:custGeom>
              <a:avLst/>
              <a:gdLst/>
              <a:ahLst/>
              <a:cxnLst/>
              <a:rect l="l" t="t" r="r" b="b"/>
              <a:pathLst>
                <a:path w="228600" h="6350">
                  <a:moveTo>
                    <a:pt x="228600" y="2540"/>
                  </a:moveTo>
                  <a:lnTo>
                    <a:pt x="227330" y="2540"/>
                  </a:lnTo>
                  <a:lnTo>
                    <a:pt x="227330" y="0"/>
                  </a:lnTo>
                  <a:lnTo>
                    <a:pt x="1270" y="0"/>
                  </a:lnTo>
                  <a:lnTo>
                    <a:pt x="1270" y="2540"/>
                  </a:lnTo>
                  <a:lnTo>
                    <a:pt x="1270" y="5080"/>
                  </a:lnTo>
                  <a:lnTo>
                    <a:pt x="0" y="5080"/>
                  </a:lnTo>
                  <a:lnTo>
                    <a:pt x="0" y="6350"/>
                  </a:lnTo>
                  <a:lnTo>
                    <a:pt x="228600" y="6350"/>
                  </a:lnTo>
                  <a:lnTo>
                    <a:pt x="228600" y="5080"/>
                  </a:lnTo>
                  <a:lnTo>
                    <a:pt x="228600" y="2540"/>
                  </a:lnTo>
                  <a:close/>
                </a:path>
              </a:pathLst>
            </a:custGeom>
            <a:solidFill>
              <a:srgbClr val="192819"/>
            </a:solidFill>
          </p:spPr>
          <p:txBody>
            <a:bodyPr wrap="square" lIns="0" tIns="0" rIns="0" bIns="0" rtlCol="0"/>
            <a:lstStyle/>
            <a:p/>
          </p:txBody>
        </p:sp>
        <p:sp>
          <p:nvSpPr>
            <p:cNvPr id="1721" name="object 1721"/>
            <p:cNvSpPr/>
            <p:nvPr/>
          </p:nvSpPr>
          <p:spPr>
            <a:xfrm>
              <a:off x="5373370" y="1022349"/>
              <a:ext cx="231140" cy="7620"/>
            </a:xfrm>
            <a:custGeom>
              <a:avLst/>
              <a:gdLst/>
              <a:ahLst/>
              <a:cxnLst/>
              <a:rect l="l" t="t" r="r" b="b"/>
              <a:pathLst>
                <a:path w="231139" h="7619">
                  <a:moveTo>
                    <a:pt x="231140" y="5080"/>
                  </a:moveTo>
                  <a:lnTo>
                    <a:pt x="229870" y="5080"/>
                  </a:lnTo>
                  <a:lnTo>
                    <a:pt x="229870" y="3810"/>
                  </a:lnTo>
                  <a:lnTo>
                    <a:pt x="229870" y="0"/>
                  </a:lnTo>
                  <a:lnTo>
                    <a:pt x="1270" y="0"/>
                  </a:lnTo>
                  <a:lnTo>
                    <a:pt x="1270" y="3810"/>
                  </a:lnTo>
                  <a:lnTo>
                    <a:pt x="0" y="3810"/>
                  </a:lnTo>
                  <a:lnTo>
                    <a:pt x="0" y="5080"/>
                  </a:lnTo>
                  <a:lnTo>
                    <a:pt x="0" y="7620"/>
                  </a:lnTo>
                  <a:lnTo>
                    <a:pt x="231140" y="7620"/>
                  </a:lnTo>
                  <a:lnTo>
                    <a:pt x="231140" y="5080"/>
                  </a:lnTo>
                  <a:close/>
                </a:path>
              </a:pathLst>
            </a:custGeom>
            <a:solidFill>
              <a:srgbClr val="1A281A"/>
            </a:solidFill>
          </p:spPr>
          <p:txBody>
            <a:bodyPr wrap="square" lIns="0" tIns="0" rIns="0" bIns="0" rtlCol="0"/>
            <a:lstStyle/>
            <a:p/>
          </p:txBody>
        </p:sp>
        <p:sp>
          <p:nvSpPr>
            <p:cNvPr id="1722" name="object 1722"/>
            <p:cNvSpPr/>
            <p:nvPr/>
          </p:nvSpPr>
          <p:spPr>
            <a:xfrm>
              <a:off x="5372100" y="1029969"/>
              <a:ext cx="232410" cy="7620"/>
            </a:xfrm>
            <a:custGeom>
              <a:avLst/>
              <a:gdLst/>
              <a:ahLst/>
              <a:cxnLst/>
              <a:rect l="l" t="t" r="r" b="b"/>
              <a:pathLst>
                <a:path w="232410" h="7619">
                  <a:moveTo>
                    <a:pt x="232410" y="0"/>
                  </a:moveTo>
                  <a:lnTo>
                    <a:pt x="1270" y="0"/>
                  </a:lnTo>
                  <a:lnTo>
                    <a:pt x="1270" y="2540"/>
                  </a:lnTo>
                  <a:lnTo>
                    <a:pt x="0" y="2540"/>
                  </a:lnTo>
                  <a:lnTo>
                    <a:pt x="0" y="7620"/>
                  </a:lnTo>
                  <a:lnTo>
                    <a:pt x="232410" y="7620"/>
                  </a:lnTo>
                  <a:lnTo>
                    <a:pt x="232410" y="2540"/>
                  </a:lnTo>
                  <a:lnTo>
                    <a:pt x="232410" y="0"/>
                  </a:lnTo>
                  <a:close/>
                </a:path>
              </a:pathLst>
            </a:custGeom>
            <a:solidFill>
              <a:srgbClr val="1B271B"/>
            </a:solidFill>
          </p:spPr>
          <p:txBody>
            <a:bodyPr wrap="square" lIns="0" tIns="0" rIns="0" bIns="0" rtlCol="0"/>
            <a:lstStyle/>
            <a:p/>
          </p:txBody>
        </p:sp>
        <p:sp>
          <p:nvSpPr>
            <p:cNvPr id="1723" name="object 1723"/>
            <p:cNvSpPr/>
            <p:nvPr/>
          </p:nvSpPr>
          <p:spPr>
            <a:xfrm>
              <a:off x="5370830" y="1037589"/>
              <a:ext cx="234950" cy="7620"/>
            </a:xfrm>
            <a:custGeom>
              <a:avLst/>
              <a:gdLst/>
              <a:ahLst/>
              <a:cxnLst/>
              <a:rect l="l" t="t" r="r" b="b"/>
              <a:pathLst>
                <a:path w="234950" h="7619">
                  <a:moveTo>
                    <a:pt x="234950" y="1270"/>
                  </a:moveTo>
                  <a:lnTo>
                    <a:pt x="233680" y="1270"/>
                  </a:lnTo>
                  <a:lnTo>
                    <a:pt x="233680" y="0"/>
                  </a:lnTo>
                  <a:lnTo>
                    <a:pt x="1270" y="0"/>
                  </a:lnTo>
                  <a:lnTo>
                    <a:pt x="1270" y="1270"/>
                  </a:lnTo>
                  <a:lnTo>
                    <a:pt x="1270" y="2540"/>
                  </a:lnTo>
                  <a:lnTo>
                    <a:pt x="0" y="2540"/>
                  </a:lnTo>
                  <a:lnTo>
                    <a:pt x="0" y="7620"/>
                  </a:lnTo>
                  <a:lnTo>
                    <a:pt x="234950" y="7620"/>
                  </a:lnTo>
                  <a:lnTo>
                    <a:pt x="234950" y="2540"/>
                  </a:lnTo>
                  <a:lnTo>
                    <a:pt x="234950" y="1270"/>
                  </a:lnTo>
                  <a:close/>
                </a:path>
              </a:pathLst>
            </a:custGeom>
            <a:solidFill>
              <a:srgbClr val="1C271C"/>
            </a:solidFill>
          </p:spPr>
          <p:txBody>
            <a:bodyPr wrap="square" lIns="0" tIns="0" rIns="0" bIns="0" rtlCol="0"/>
            <a:lstStyle/>
            <a:p/>
          </p:txBody>
        </p:sp>
        <p:sp>
          <p:nvSpPr>
            <p:cNvPr id="1724" name="object 1724"/>
            <p:cNvSpPr/>
            <p:nvPr/>
          </p:nvSpPr>
          <p:spPr>
            <a:xfrm>
              <a:off x="5369560" y="1045209"/>
              <a:ext cx="237490" cy="6350"/>
            </a:xfrm>
            <a:custGeom>
              <a:avLst/>
              <a:gdLst/>
              <a:ahLst/>
              <a:cxnLst/>
              <a:rect l="l" t="t" r="r" b="b"/>
              <a:pathLst>
                <a:path w="237489" h="6350">
                  <a:moveTo>
                    <a:pt x="237490" y="3810"/>
                  </a:moveTo>
                  <a:lnTo>
                    <a:pt x="236220" y="3810"/>
                  </a:lnTo>
                  <a:lnTo>
                    <a:pt x="236220" y="0"/>
                  </a:lnTo>
                  <a:lnTo>
                    <a:pt x="1270" y="0"/>
                  </a:lnTo>
                  <a:lnTo>
                    <a:pt x="1270" y="3810"/>
                  </a:lnTo>
                  <a:lnTo>
                    <a:pt x="0" y="3810"/>
                  </a:lnTo>
                  <a:lnTo>
                    <a:pt x="0" y="6350"/>
                  </a:lnTo>
                  <a:lnTo>
                    <a:pt x="237490" y="6350"/>
                  </a:lnTo>
                  <a:lnTo>
                    <a:pt x="237490" y="3810"/>
                  </a:lnTo>
                  <a:close/>
                </a:path>
              </a:pathLst>
            </a:custGeom>
            <a:solidFill>
              <a:srgbClr val="1D261D"/>
            </a:solidFill>
          </p:spPr>
          <p:txBody>
            <a:bodyPr wrap="square" lIns="0" tIns="0" rIns="0" bIns="0" rtlCol="0"/>
            <a:lstStyle/>
            <a:p/>
          </p:txBody>
        </p:sp>
        <p:sp>
          <p:nvSpPr>
            <p:cNvPr id="1725" name="object 1725"/>
            <p:cNvSpPr/>
            <p:nvPr/>
          </p:nvSpPr>
          <p:spPr>
            <a:xfrm>
              <a:off x="5368290" y="1051559"/>
              <a:ext cx="238760" cy="7620"/>
            </a:xfrm>
            <a:custGeom>
              <a:avLst/>
              <a:gdLst/>
              <a:ahLst/>
              <a:cxnLst/>
              <a:rect l="l" t="t" r="r" b="b"/>
              <a:pathLst>
                <a:path w="238760" h="7619">
                  <a:moveTo>
                    <a:pt x="238760" y="0"/>
                  </a:moveTo>
                  <a:lnTo>
                    <a:pt x="1270" y="0"/>
                  </a:lnTo>
                  <a:lnTo>
                    <a:pt x="1270" y="5080"/>
                  </a:lnTo>
                  <a:lnTo>
                    <a:pt x="0" y="5080"/>
                  </a:lnTo>
                  <a:lnTo>
                    <a:pt x="0" y="6350"/>
                  </a:lnTo>
                  <a:lnTo>
                    <a:pt x="116840" y="6350"/>
                  </a:lnTo>
                  <a:lnTo>
                    <a:pt x="116840" y="7620"/>
                  </a:lnTo>
                  <a:lnTo>
                    <a:pt x="127000" y="7620"/>
                  </a:lnTo>
                  <a:lnTo>
                    <a:pt x="127000" y="6350"/>
                  </a:lnTo>
                  <a:lnTo>
                    <a:pt x="238760" y="6350"/>
                  </a:lnTo>
                  <a:lnTo>
                    <a:pt x="238760" y="5080"/>
                  </a:lnTo>
                  <a:lnTo>
                    <a:pt x="238760" y="0"/>
                  </a:lnTo>
                  <a:close/>
                </a:path>
              </a:pathLst>
            </a:custGeom>
            <a:solidFill>
              <a:srgbClr val="1E261E"/>
            </a:solidFill>
          </p:spPr>
          <p:txBody>
            <a:bodyPr wrap="square" lIns="0" tIns="0" rIns="0" bIns="0" rtlCol="0"/>
            <a:lstStyle/>
            <a:p/>
          </p:txBody>
        </p:sp>
        <p:sp>
          <p:nvSpPr>
            <p:cNvPr id="1726" name="object 1726"/>
            <p:cNvSpPr/>
            <p:nvPr/>
          </p:nvSpPr>
          <p:spPr>
            <a:xfrm>
              <a:off x="5368290" y="1059179"/>
              <a:ext cx="240029" cy="7620"/>
            </a:xfrm>
            <a:custGeom>
              <a:avLst/>
              <a:gdLst/>
              <a:ahLst/>
              <a:cxnLst/>
              <a:rect l="l" t="t" r="r" b="b"/>
              <a:pathLst>
                <a:path w="240029" h="7619">
                  <a:moveTo>
                    <a:pt x="106667" y="6350"/>
                  </a:moveTo>
                  <a:lnTo>
                    <a:pt x="0" y="6350"/>
                  </a:lnTo>
                  <a:lnTo>
                    <a:pt x="0" y="7620"/>
                  </a:lnTo>
                  <a:lnTo>
                    <a:pt x="106667" y="7620"/>
                  </a:lnTo>
                  <a:lnTo>
                    <a:pt x="106667" y="6350"/>
                  </a:lnTo>
                  <a:close/>
                </a:path>
                <a:path w="240029" h="7619">
                  <a:moveTo>
                    <a:pt x="110490" y="3810"/>
                  </a:moveTo>
                  <a:lnTo>
                    <a:pt x="0" y="3810"/>
                  </a:lnTo>
                  <a:lnTo>
                    <a:pt x="0" y="5080"/>
                  </a:lnTo>
                  <a:lnTo>
                    <a:pt x="107950" y="5080"/>
                  </a:lnTo>
                  <a:lnTo>
                    <a:pt x="107950" y="6350"/>
                  </a:lnTo>
                  <a:lnTo>
                    <a:pt x="109220" y="6350"/>
                  </a:lnTo>
                  <a:lnTo>
                    <a:pt x="109220" y="5080"/>
                  </a:lnTo>
                  <a:lnTo>
                    <a:pt x="110490" y="5080"/>
                  </a:lnTo>
                  <a:lnTo>
                    <a:pt x="110490" y="3810"/>
                  </a:lnTo>
                  <a:close/>
                </a:path>
                <a:path w="240029" h="7619">
                  <a:moveTo>
                    <a:pt x="115570" y="0"/>
                  </a:moveTo>
                  <a:lnTo>
                    <a:pt x="0" y="0"/>
                  </a:lnTo>
                  <a:lnTo>
                    <a:pt x="0" y="2540"/>
                  </a:lnTo>
                  <a:lnTo>
                    <a:pt x="110490" y="2540"/>
                  </a:lnTo>
                  <a:lnTo>
                    <a:pt x="110490" y="3810"/>
                  </a:lnTo>
                  <a:lnTo>
                    <a:pt x="113017" y="3810"/>
                  </a:lnTo>
                  <a:lnTo>
                    <a:pt x="113017" y="2540"/>
                  </a:lnTo>
                  <a:lnTo>
                    <a:pt x="115570" y="2540"/>
                  </a:lnTo>
                  <a:lnTo>
                    <a:pt x="115570" y="0"/>
                  </a:lnTo>
                  <a:close/>
                </a:path>
                <a:path w="240029" h="7619">
                  <a:moveTo>
                    <a:pt x="240030" y="6350"/>
                  </a:moveTo>
                  <a:lnTo>
                    <a:pt x="135890" y="6350"/>
                  </a:lnTo>
                  <a:lnTo>
                    <a:pt x="135890" y="7620"/>
                  </a:lnTo>
                  <a:lnTo>
                    <a:pt x="240030" y="7620"/>
                  </a:lnTo>
                  <a:lnTo>
                    <a:pt x="240030" y="6350"/>
                  </a:lnTo>
                  <a:close/>
                </a:path>
                <a:path w="240029" h="7619">
                  <a:moveTo>
                    <a:pt x="240030" y="3810"/>
                  </a:moveTo>
                  <a:lnTo>
                    <a:pt x="133350" y="3810"/>
                  </a:lnTo>
                  <a:lnTo>
                    <a:pt x="133350" y="5080"/>
                  </a:lnTo>
                  <a:lnTo>
                    <a:pt x="134620" y="5080"/>
                  </a:lnTo>
                  <a:lnTo>
                    <a:pt x="134620" y="6350"/>
                  </a:lnTo>
                  <a:lnTo>
                    <a:pt x="135890" y="6350"/>
                  </a:lnTo>
                  <a:lnTo>
                    <a:pt x="135890" y="5080"/>
                  </a:lnTo>
                  <a:lnTo>
                    <a:pt x="240030" y="5080"/>
                  </a:lnTo>
                  <a:lnTo>
                    <a:pt x="240030" y="3810"/>
                  </a:lnTo>
                  <a:close/>
                </a:path>
                <a:path w="240029" h="7619">
                  <a:moveTo>
                    <a:pt x="240030" y="0"/>
                  </a:moveTo>
                  <a:lnTo>
                    <a:pt x="128270" y="0"/>
                  </a:lnTo>
                  <a:lnTo>
                    <a:pt x="128270" y="2540"/>
                  </a:lnTo>
                  <a:lnTo>
                    <a:pt x="129540" y="2540"/>
                  </a:lnTo>
                  <a:lnTo>
                    <a:pt x="129540" y="3810"/>
                  </a:lnTo>
                  <a:lnTo>
                    <a:pt x="133350" y="3810"/>
                  </a:lnTo>
                  <a:lnTo>
                    <a:pt x="133350" y="2540"/>
                  </a:lnTo>
                  <a:lnTo>
                    <a:pt x="240030" y="2540"/>
                  </a:lnTo>
                  <a:lnTo>
                    <a:pt x="240030" y="0"/>
                  </a:lnTo>
                  <a:close/>
                </a:path>
              </a:pathLst>
            </a:custGeom>
            <a:solidFill>
              <a:srgbClr val="1F261F"/>
            </a:solidFill>
          </p:spPr>
          <p:txBody>
            <a:bodyPr wrap="square" lIns="0" tIns="0" rIns="0" bIns="0" rtlCol="0"/>
            <a:lstStyle/>
            <a:p/>
          </p:txBody>
        </p:sp>
        <p:sp>
          <p:nvSpPr>
            <p:cNvPr id="1727" name="object 1727"/>
            <p:cNvSpPr/>
            <p:nvPr/>
          </p:nvSpPr>
          <p:spPr>
            <a:xfrm>
              <a:off x="5367020" y="1066799"/>
              <a:ext cx="242570" cy="6350"/>
            </a:xfrm>
            <a:custGeom>
              <a:avLst/>
              <a:gdLst/>
              <a:ahLst/>
              <a:cxnLst/>
              <a:rect l="l" t="t" r="r" b="b"/>
              <a:pathLst>
                <a:path w="242570" h="6350">
                  <a:moveTo>
                    <a:pt x="104140" y="5080"/>
                  </a:moveTo>
                  <a:lnTo>
                    <a:pt x="0" y="5080"/>
                  </a:lnTo>
                  <a:lnTo>
                    <a:pt x="0" y="6350"/>
                  </a:lnTo>
                  <a:lnTo>
                    <a:pt x="104140" y="6350"/>
                  </a:lnTo>
                  <a:lnTo>
                    <a:pt x="104140" y="5080"/>
                  </a:lnTo>
                  <a:close/>
                </a:path>
                <a:path w="242570" h="6350">
                  <a:moveTo>
                    <a:pt x="107937" y="0"/>
                  </a:moveTo>
                  <a:lnTo>
                    <a:pt x="1270" y="0"/>
                  </a:lnTo>
                  <a:lnTo>
                    <a:pt x="1270" y="1270"/>
                  </a:lnTo>
                  <a:lnTo>
                    <a:pt x="0" y="1270"/>
                  </a:lnTo>
                  <a:lnTo>
                    <a:pt x="0" y="3810"/>
                  </a:lnTo>
                  <a:lnTo>
                    <a:pt x="104140" y="3810"/>
                  </a:lnTo>
                  <a:lnTo>
                    <a:pt x="104140" y="5080"/>
                  </a:lnTo>
                  <a:lnTo>
                    <a:pt x="105410" y="5080"/>
                  </a:lnTo>
                  <a:lnTo>
                    <a:pt x="105410" y="3810"/>
                  </a:lnTo>
                  <a:lnTo>
                    <a:pt x="106680" y="3810"/>
                  </a:lnTo>
                  <a:lnTo>
                    <a:pt x="106680" y="1270"/>
                  </a:lnTo>
                  <a:lnTo>
                    <a:pt x="107937" y="1270"/>
                  </a:lnTo>
                  <a:lnTo>
                    <a:pt x="107937" y="0"/>
                  </a:lnTo>
                  <a:close/>
                </a:path>
                <a:path w="242570" h="6350">
                  <a:moveTo>
                    <a:pt x="241300" y="0"/>
                  </a:moveTo>
                  <a:lnTo>
                    <a:pt x="137160" y="0"/>
                  </a:lnTo>
                  <a:lnTo>
                    <a:pt x="137160" y="1270"/>
                  </a:lnTo>
                  <a:lnTo>
                    <a:pt x="138430" y="1270"/>
                  </a:lnTo>
                  <a:lnTo>
                    <a:pt x="138430" y="3810"/>
                  </a:lnTo>
                  <a:lnTo>
                    <a:pt x="241300" y="3810"/>
                  </a:lnTo>
                  <a:lnTo>
                    <a:pt x="241300" y="1270"/>
                  </a:lnTo>
                  <a:lnTo>
                    <a:pt x="241300" y="0"/>
                  </a:lnTo>
                  <a:close/>
                </a:path>
                <a:path w="242570" h="6350">
                  <a:moveTo>
                    <a:pt x="242570" y="5080"/>
                  </a:moveTo>
                  <a:lnTo>
                    <a:pt x="140970" y="5080"/>
                  </a:lnTo>
                  <a:lnTo>
                    <a:pt x="140970" y="6350"/>
                  </a:lnTo>
                  <a:lnTo>
                    <a:pt x="242570" y="6350"/>
                  </a:lnTo>
                  <a:lnTo>
                    <a:pt x="242570" y="5080"/>
                  </a:lnTo>
                  <a:close/>
                </a:path>
              </a:pathLst>
            </a:custGeom>
            <a:solidFill>
              <a:srgbClr val="202520"/>
            </a:solidFill>
          </p:spPr>
          <p:txBody>
            <a:bodyPr wrap="square" lIns="0" tIns="0" rIns="0" bIns="0" rtlCol="0"/>
            <a:lstStyle/>
            <a:p/>
          </p:txBody>
        </p:sp>
        <p:sp>
          <p:nvSpPr>
            <p:cNvPr id="1728" name="object 1728"/>
            <p:cNvSpPr/>
            <p:nvPr/>
          </p:nvSpPr>
          <p:spPr>
            <a:xfrm>
              <a:off x="5367020" y="1073149"/>
              <a:ext cx="242570" cy="7620"/>
            </a:xfrm>
            <a:custGeom>
              <a:avLst/>
              <a:gdLst/>
              <a:ahLst/>
              <a:cxnLst/>
              <a:rect l="l" t="t" r="r" b="b"/>
              <a:pathLst>
                <a:path w="242570" h="7619">
                  <a:moveTo>
                    <a:pt x="104140" y="0"/>
                  </a:moveTo>
                  <a:lnTo>
                    <a:pt x="0" y="0"/>
                  </a:lnTo>
                  <a:lnTo>
                    <a:pt x="0" y="1270"/>
                  </a:lnTo>
                  <a:lnTo>
                    <a:pt x="0" y="3810"/>
                  </a:lnTo>
                  <a:lnTo>
                    <a:pt x="0" y="5080"/>
                  </a:lnTo>
                  <a:lnTo>
                    <a:pt x="0" y="7620"/>
                  </a:lnTo>
                  <a:lnTo>
                    <a:pt x="100330" y="7620"/>
                  </a:lnTo>
                  <a:lnTo>
                    <a:pt x="100330" y="5080"/>
                  </a:lnTo>
                  <a:lnTo>
                    <a:pt x="101600" y="5080"/>
                  </a:lnTo>
                  <a:lnTo>
                    <a:pt x="101600" y="3810"/>
                  </a:lnTo>
                  <a:lnTo>
                    <a:pt x="102870" y="3810"/>
                  </a:lnTo>
                  <a:lnTo>
                    <a:pt x="102870" y="1270"/>
                  </a:lnTo>
                  <a:lnTo>
                    <a:pt x="104140" y="1270"/>
                  </a:lnTo>
                  <a:lnTo>
                    <a:pt x="104140" y="0"/>
                  </a:lnTo>
                  <a:close/>
                </a:path>
                <a:path w="242570" h="7619">
                  <a:moveTo>
                    <a:pt x="242570" y="0"/>
                  </a:moveTo>
                  <a:lnTo>
                    <a:pt x="140970" y="0"/>
                  </a:lnTo>
                  <a:lnTo>
                    <a:pt x="140970" y="1270"/>
                  </a:lnTo>
                  <a:lnTo>
                    <a:pt x="142240" y="1270"/>
                  </a:lnTo>
                  <a:lnTo>
                    <a:pt x="142240" y="3810"/>
                  </a:lnTo>
                  <a:lnTo>
                    <a:pt x="143510" y="3810"/>
                  </a:lnTo>
                  <a:lnTo>
                    <a:pt x="143510" y="5080"/>
                  </a:lnTo>
                  <a:lnTo>
                    <a:pt x="144780" y="5080"/>
                  </a:lnTo>
                  <a:lnTo>
                    <a:pt x="144780" y="7620"/>
                  </a:lnTo>
                  <a:lnTo>
                    <a:pt x="242570" y="7620"/>
                  </a:lnTo>
                  <a:lnTo>
                    <a:pt x="242570" y="5080"/>
                  </a:lnTo>
                  <a:lnTo>
                    <a:pt x="242570" y="3810"/>
                  </a:lnTo>
                  <a:lnTo>
                    <a:pt x="242570" y="1270"/>
                  </a:lnTo>
                  <a:lnTo>
                    <a:pt x="242570" y="0"/>
                  </a:lnTo>
                  <a:close/>
                </a:path>
              </a:pathLst>
            </a:custGeom>
            <a:solidFill>
              <a:srgbClr val="212521"/>
            </a:solidFill>
          </p:spPr>
          <p:txBody>
            <a:bodyPr wrap="square" lIns="0" tIns="0" rIns="0" bIns="0" rtlCol="0"/>
            <a:lstStyle/>
            <a:p/>
          </p:txBody>
        </p:sp>
        <p:sp>
          <p:nvSpPr>
            <p:cNvPr id="1729" name="object 1729"/>
            <p:cNvSpPr/>
            <p:nvPr/>
          </p:nvSpPr>
          <p:spPr>
            <a:xfrm>
              <a:off x="5365750" y="1080769"/>
              <a:ext cx="245110" cy="7620"/>
            </a:xfrm>
            <a:custGeom>
              <a:avLst/>
              <a:gdLst/>
              <a:ahLst/>
              <a:cxnLst/>
              <a:rect l="l" t="t" r="r" b="b"/>
              <a:pathLst>
                <a:path w="245110" h="7619">
                  <a:moveTo>
                    <a:pt x="101600" y="0"/>
                  </a:moveTo>
                  <a:lnTo>
                    <a:pt x="0" y="0"/>
                  </a:lnTo>
                  <a:lnTo>
                    <a:pt x="0" y="1270"/>
                  </a:lnTo>
                  <a:lnTo>
                    <a:pt x="0" y="3810"/>
                  </a:lnTo>
                  <a:lnTo>
                    <a:pt x="0" y="6350"/>
                  </a:lnTo>
                  <a:lnTo>
                    <a:pt x="99060" y="6350"/>
                  </a:lnTo>
                  <a:lnTo>
                    <a:pt x="99060" y="3810"/>
                  </a:lnTo>
                  <a:lnTo>
                    <a:pt x="100330" y="3810"/>
                  </a:lnTo>
                  <a:lnTo>
                    <a:pt x="100330" y="1270"/>
                  </a:lnTo>
                  <a:lnTo>
                    <a:pt x="101600" y="1270"/>
                  </a:lnTo>
                  <a:lnTo>
                    <a:pt x="101600" y="0"/>
                  </a:lnTo>
                  <a:close/>
                </a:path>
                <a:path w="245110" h="7619">
                  <a:moveTo>
                    <a:pt x="245110" y="3810"/>
                  </a:moveTo>
                  <a:lnTo>
                    <a:pt x="243840" y="3810"/>
                  </a:lnTo>
                  <a:lnTo>
                    <a:pt x="243840" y="0"/>
                  </a:lnTo>
                  <a:lnTo>
                    <a:pt x="146050" y="0"/>
                  </a:lnTo>
                  <a:lnTo>
                    <a:pt x="146050" y="3810"/>
                  </a:lnTo>
                  <a:lnTo>
                    <a:pt x="147320" y="3810"/>
                  </a:lnTo>
                  <a:lnTo>
                    <a:pt x="147320" y="6350"/>
                  </a:lnTo>
                  <a:lnTo>
                    <a:pt x="147320" y="7620"/>
                  </a:lnTo>
                  <a:lnTo>
                    <a:pt x="148590" y="7620"/>
                  </a:lnTo>
                  <a:lnTo>
                    <a:pt x="148590" y="6350"/>
                  </a:lnTo>
                  <a:lnTo>
                    <a:pt x="245110" y="6350"/>
                  </a:lnTo>
                  <a:lnTo>
                    <a:pt x="245110" y="3810"/>
                  </a:lnTo>
                  <a:close/>
                </a:path>
              </a:pathLst>
            </a:custGeom>
            <a:solidFill>
              <a:srgbClr val="222422"/>
            </a:solidFill>
          </p:spPr>
          <p:txBody>
            <a:bodyPr wrap="square" lIns="0" tIns="0" rIns="0" bIns="0" rtlCol="0"/>
            <a:lstStyle/>
            <a:p/>
          </p:txBody>
        </p:sp>
        <p:sp>
          <p:nvSpPr>
            <p:cNvPr id="1730" name="object 1730"/>
            <p:cNvSpPr/>
            <p:nvPr/>
          </p:nvSpPr>
          <p:spPr>
            <a:xfrm>
              <a:off x="5364480" y="1088389"/>
              <a:ext cx="246379" cy="7620"/>
            </a:xfrm>
            <a:custGeom>
              <a:avLst/>
              <a:gdLst/>
              <a:ahLst/>
              <a:cxnLst/>
              <a:rect l="l" t="t" r="r" b="b"/>
              <a:pathLst>
                <a:path w="246379" h="7619">
                  <a:moveTo>
                    <a:pt x="99060" y="0"/>
                  </a:moveTo>
                  <a:lnTo>
                    <a:pt x="1270" y="0"/>
                  </a:lnTo>
                  <a:lnTo>
                    <a:pt x="1270" y="2540"/>
                  </a:lnTo>
                  <a:lnTo>
                    <a:pt x="0" y="2540"/>
                  </a:lnTo>
                  <a:lnTo>
                    <a:pt x="0" y="7620"/>
                  </a:lnTo>
                  <a:lnTo>
                    <a:pt x="97777" y="7620"/>
                  </a:lnTo>
                  <a:lnTo>
                    <a:pt x="97777" y="2540"/>
                  </a:lnTo>
                  <a:lnTo>
                    <a:pt x="99060" y="2540"/>
                  </a:lnTo>
                  <a:lnTo>
                    <a:pt x="99060" y="0"/>
                  </a:lnTo>
                  <a:close/>
                </a:path>
                <a:path w="246379" h="7619">
                  <a:moveTo>
                    <a:pt x="246380" y="0"/>
                  </a:moveTo>
                  <a:lnTo>
                    <a:pt x="149860" y="0"/>
                  </a:lnTo>
                  <a:lnTo>
                    <a:pt x="149860" y="5080"/>
                  </a:lnTo>
                  <a:lnTo>
                    <a:pt x="151130" y="5080"/>
                  </a:lnTo>
                  <a:lnTo>
                    <a:pt x="151130" y="7620"/>
                  </a:lnTo>
                  <a:lnTo>
                    <a:pt x="246380" y="7620"/>
                  </a:lnTo>
                  <a:lnTo>
                    <a:pt x="246380" y="5080"/>
                  </a:lnTo>
                  <a:lnTo>
                    <a:pt x="246380" y="0"/>
                  </a:lnTo>
                  <a:close/>
                </a:path>
              </a:pathLst>
            </a:custGeom>
            <a:solidFill>
              <a:srgbClr val="232423"/>
            </a:solidFill>
          </p:spPr>
          <p:txBody>
            <a:bodyPr wrap="square" lIns="0" tIns="0" rIns="0" bIns="0" rtlCol="0"/>
            <a:lstStyle/>
            <a:p/>
          </p:txBody>
        </p:sp>
        <p:sp>
          <p:nvSpPr>
            <p:cNvPr id="1731" name="object 1731"/>
            <p:cNvSpPr/>
            <p:nvPr/>
          </p:nvSpPr>
          <p:spPr>
            <a:xfrm>
              <a:off x="5364480" y="1096009"/>
              <a:ext cx="247650" cy="6350"/>
            </a:xfrm>
            <a:custGeom>
              <a:avLst/>
              <a:gdLst/>
              <a:ahLst/>
              <a:cxnLst/>
              <a:rect l="l" t="t" r="r" b="b"/>
              <a:pathLst>
                <a:path w="247650" h="6350">
                  <a:moveTo>
                    <a:pt x="97777" y="0"/>
                  </a:moveTo>
                  <a:lnTo>
                    <a:pt x="0" y="0"/>
                  </a:lnTo>
                  <a:lnTo>
                    <a:pt x="0" y="1270"/>
                  </a:lnTo>
                  <a:lnTo>
                    <a:pt x="0" y="3810"/>
                  </a:lnTo>
                  <a:lnTo>
                    <a:pt x="0" y="6350"/>
                  </a:lnTo>
                  <a:lnTo>
                    <a:pt x="95250" y="6350"/>
                  </a:lnTo>
                  <a:lnTo>
                    <a:pt x="95250" y="3810"/>
                  </a:lnTo>
                  <a:lnTo>
                    <a:pt x="96520" y="3810"/>
                  </a:lnTo>
                  <a:lnTo>
                    <a:pt x="96520" y="1270"/>
                  </a:lnTo>
                  <a:lnTo>
                    <a:pt x="97777" y="1270"/>
                  </a:lnTo>
                  <a:lnTo>
                    <a:pt x="97777" y="0"/>
                  </a:lnTo>
                  <a:close/>
                </a:path>
                <a:path w="247650" h="6350">
                  <a:moveTo>
                    <a:pt x="247650" y="1270"/>
                  </a:moveTo>
                  <a:lnTo>
                    <a:pt x="246380" y="1270"/>
                  </a:lnTo>
                  <a:lnTo>
                    <a:pt x="246380" y="0"/>
                  </a:lnTo>
                  <a:lnTo>
                    <a:pt x="151130" y="0"/>
                  </a:lnTo>
                  <a:lnTo>
                    <a:pt x="151130" y="1270"/>
                  </a:lnTo>
                  <a:lnTo>
                    <a:pt x="151130" y="3810"/>
                  </a:lnTo>
                  <a:lnTo>
                    <a:pt x="152400" y="3810"/>
                  </a:lnTo>
                  <a:lnTo>
                    <a:pt x="152400" y="6350"/>
                  </a:lnTo>
                  <a:lnTo>
                    <a:pt x="247650" y="6350"/>
                  </a:lnTo>
                  <a:lnTo>
                    <a:pt x="247650" y="3810"/>
                  </a:lnTo>
                  <a:lnTo>
                    <a:pt x="247650" y="1270"/>
                  </a:lnTo>
                  <a:close/>
                </a:path>
              </a:pathLst>
            </a:custGeom>
            <a:solidFill>
              <a:srgbClr val="242324"/>
            </a:solidFill>
          </p:spPr>
          <p:txBody>
            <a:bodyPr wrap="square" lIns="0" tIns="0" rIns="0" bIns="0" rtlCol="0"/>
            <a:lstStyle/>
            <a:p/>
          </p:txBody>
        </p:sp>
        <p:sp>
          <p:nvSpPr>
            <p:cNvPr id="1732" name="object 1732"/>
            <p:cNvSpPr/>
            <p:nvPr/>
          </p:nvSpPr>
          <p:spPr>
            <a:xfrm>
              <a:off x="5363210" y="1102359"/>
              <a:ext cx="248920" cy="7620"/>
            </a:xfrm>
            <a:custGeom>
              <a:avLst/>
              <a:gdLst/>
              <a:ahLst/>
              <a:cxnLst/>
              <a:rect l="l" t="t" r="r" b="b"/>
              <a:pathLst>
                <a:path w="248920" h="7619">
                  <a:moveTo>
                    <a:pt x="95250" y="5080"/>
                  </a:moveTo>
                  <a:lnTo>
                    <a:pt x="0" y="5080"/>
                  </a:lnTo>
                  <a:lnTo>
                    <a:pt x="0" y="6350"/>
                  </a:lnTo>
                  <a:lnTo>
                    <a:pt x="95250" y="6350"/>
                  </a:lnTo>
                  <a:lnTo>
                    <a:pt x="95250" y="5080"/>
                  </a:lnTo>
                  <a:close/>
                </a:path>
                <a:path w="248920" h="7619">
                  <a:moveTo>
                    <a:pt x="95250" y="1270"/>
                  </a:moveTo>
                  <a:lnTo>
                    <a:pt x="0" y="1270"/>
                  </a:lnTo>
                  <a:lnTo>
                    <a:pt x="0" y="3810"/>
                  </a:lnTo>
                  <a:lnTo>
                    <a:pt x="95250" y="3810"/>
                  </a:lnTo>
                  <a:lnTo>
                    <a:pt x="95250" y="1270"/>
                  </a:lnTo>
                  <a:close/>
                </a:path>
                <a:path w="248920" h="7619">
                  <a:moveTo>
                    <a:pt x="96520" y="0"/>
                  </a:moveTo>
                  <a:lnTo>
                    <a:pt x="95250" y="0"/>
                  </a:lnTo>
                  <a:lnTo>
                    <a:pt x="95250" y="1270"/>
                  </a:lnTo>
                  <a:lnTo>
                    <a:pt x="96520" y="1270"/>
                  </a:lnTo>
                  <a:lnTo>
                    <a:pt x="96520" y="0"/>
                  </a:lnTo>
                  <a:close/>
                </a:path>
                <a:path w="248920" h="7619">
                  <a:moveTo>
                    <a:pt x="154940" y="0"/>
                  </a:moveTo>
                  <a:lnTo>
                    <a:pt x="153670" y="0"/>
                  </a:lnTo>
                  <a:lnTo>
                    <a:pt x="153670" y="1270"/>
                  </a:lnTo>
                  <a:lnTo>
                    <a:pt x="154940" y="1270"/>
                  </a:lnTo>
                  <a:lnTo>
                    <a:pt x="154940" y="0"/>
                  </a:lnTo>
                  <a:close/>
                </a:path>
                <a:path w="248920" h="7619">
                  <a:moveTo>
                    <a:pt x="241300" y="5080"/>
                  </a:moveTo>
                  <a:lnTo>
                    <a:pt x="154940" y="5080"/>
                  </a:lnTo>
                  <a:lnTo>
                    <a:pt x="154940" y="6350"/>
                  </a:lnTo>
                  <a:lnTo>
                    <a:pt x="236220" y="6350"/>
                  </a:lnTo>
                  <a:lnTo>
                    <a:pt x="236220" y="7620"/>
                  </a:lnTo>
                  <a:lnTo>
                    <a:pt x="238760" y="7620"/>
                  </a:lnTo>
                  <a:lnTo>
                    <a:pt x="238760" y="6350"/>
                  </a:lnTo>
                  <a:lnTo>
                    <a:pt x="241300" y="6350"/>
                  </a:lnTo>
                  <a:lnTo>
                    <a:pt x="241300" y="5080"/>
                  </a:lnTo>
                  <a:close/>
                </a:path>
                <a:path w="248920" h="7619">
                  <a:moveTo>
                    <a:pt x="245110" y="1270"/>
                  </a:moveTo>
                  <a:lnTo>
                    <a:pt x="154940" y="1270"/>
                  </a:lnTo>
                  <a:lnTo>
                    <a:pt x="154940" y="3810"/>
                  </a:lnTo>
                  <a:lnTo>
                    <a:pt x="241300" y="3810"/>
                  </a:lnTo>
                  <a:lnTo>
                    <a:pt x="241300" y="5080"/>
                  </a:lnTo>
                  <a:lnTo>
                    <a:pt x="242570" y="5080"/>
                  </a:lnTo>
                  <a:lnTo>
                    <a:pt x="242570" y="3810"/>
                  </a:lnTo>
                  <a:lnTo>
                    <a:pt x="245110" y="3810"/>
                  </a:lnTo>
                  <a:lnTo>
                    <a:pt x="245110" y="1270"/>
                  </a:lnTo>
                  <a:close/>
                </a:path>
                <a:path w="248920" h="7619">
                  <a:moveTo>
                    <a:pt x="248920" y="0"/>
                  </a:moveTo>
                  <a:lnTo>
                    <a:pt x="247650" y="0"/>
                  </a:lnTo>
                  <a:lnTo>
                    <a:pt x="247650" y="1270"/>
                  </a:lnTo>
                  <a:lnTo>
                    <a:pt x="248920" y="1270"/>
                  </a:lnTo>
                  <a:lnTo>
                    <a:pt x="248920" y="0"/>
                  </a:lnTo>
                  <a:close/>
                </a:path>
              </a:pathLst>
            </a:custGeom>
            <a:solidFill>
              <a:srgbClr val="262326"/>
            </a:solidFill>
          </p:spPr>
          <p:txBody>
            <a:bodyPr wrap="square" lIns="0" tIns="0" rIns="0" bIns="0" rtlCol="0"/>
            <a:lstStyle/>
            <a:p/>
          </p:txBody>
        </p:sp>
        <p:sp>
          <p:nvSpPr>
            <p:cNvPr id="1733" name="object 1733"/>
            <p:cNvSpPr/>
            <p:nvPr/>
          </p:nvSpPr>
          <p:spPr>
            <a:xfrm>
              <a:off x="5361940" y="1109979"/>
              <a:ext cx="234950" cy="7620"/>
            </a:xfrm>
            <a:custGeom>
              <a:avLst/>
              <a:gdLst/>
              <a:ahLst/>
              <a:cxnLst/>
              <a:rect l="l" t="t" r="r" b="b"/>
              <a:pathLst>
                <a:path w="234950" h="7619">
                  <a:moveTo>
                    <a:pt x="93967" y="6350"/>
                  </a:moveTo>
                  <a:lnTo>
                    <a:pt x="0" y="6350"/>
                  </a:lnTo>
                  <a:lnTo>
                    <a:pt x="0" y="7620"/>
                  </a:lnTo>
                  <a:lnTo>
                    <a:pt x="93967" y="7620"/>
                  </a:lnTo>
                  <a:lnTo>
                    <a:pt x="93967" y="6350"/>
                  </a:lnTo>
                  <a:close/>
                </a:path>
                <a:path w="234950" h="7619">
                  <a:moveTo>
                    <a:pt x="95250" y="3810"/>
                  </a:moveTo>
                  <a:lnTo>
                    <a:pt x="0" y="3810"/>
                  </a:lnTo>
                  <a:lnTo>
                    <a:pt x="0" y="5080"/>
                  </a:lnTo>
                  <a:lnTo>
                    <a:pt x="95250" y="5080"/>
                  </a:lnTo>
                  <a:lnTo>
                    <a:pt x="95250" y="3810"/>
                  </a:lnTo>
                  <a:close/>
                </a:path>
                <a:path w="234950" h="7619">
                  <a:moveTo>
                    <a:pt x="95250" y="0"/>
                  </a:moveTo>
                  <a:lnTo>
                    <a:pt x="0" y="0"/>
                  </a:lnTo>
                  <a:lnTo>
                    <a:pt x="0" y="2540"/>
                  </a:lnTo>
                  <a:lnTo>
                    <a:pt x="95250" y="2540"/>
                  </a:lnTo>
                  <a:lnTo>
                    <a:pt x="95250" y="0"/>
                  </a:lnTo>
                  <a:close/>
                </a:path>
                <a:path w="234950" h="7619">
                  <a:moveTo>
                    <a:pt x="224790" y="6350"/>
                  </a:moveTo>
                  <a:lnTo>
                    <a:pt x="157480" y="6350"/>
                  </a:lnTo>
                  <a:lnTo>
                    <a:pt x="157480" y="7620"/>
                  </a:lnTo>
                  <a:lnTo>
                    <a:pt x="224790" y="7620"/>
                  </a:lnTo>
                  <a:lnTo>
                    <a:pt x="224790" y="6350"/>
                  </a:lnTo>
                  <a:close/>
                </a:path>
                <a:path w="234950" h="7619">
                  <a:moveTo>
                    <a:pt x="231140" y="3810"/>
                  </a:moveTo>
                  <a:lnTo>
                    <a:pt x="157480" y="3810"/>
                  </a:lnTo>
                  <a:lnTo>
                    <a:pt x="157480" y="5080"/>
                  </a:lnTo>
                  <a:lnTo>
                    <a:pt x="227330" y="5080"/>
                  </a:lnTo>
                  <a:lnTo>
                    <a:pt x="227330" y="6350"/>
                  </a:lnTo>
                  <a:lnTo>
                    <a:pt x="228600" y="6350"/>
                  </a:lnTo>
                  <a:lnTo>
                    <a:pt x="228600" y="5080"/>
                  </a:lnTo>
                  <a:lnTo>
                    <a:pt x="231140" y="5080"/>
                  </a:lnTo>
                  <a:lnTo>
                    <a:pt x="231140" y="3810"/>
                  </a:lnTo>
                  <a:close/>
                </a:path>
                <a:path w="234950" h="7619">
                  <a:moveTo>
                    <a:pt x="234950" y="0"/>
                  </a:moveTo>
                  <a:lnTo>
                    <a:pt x="157480" y="0"/>
                  </a:lnTo>
                  <a:lnTo>
                    <a:pt x="157480" y="2540"/>
                  </a:lnTo>
                  <a:lnTo>
                    <a:pt x="231140" y="2540"/>
                  </a:lnTo>
                  <a:lnTo>
                    <a:pt x="231140" y="3810"/>
                  </a:lnTo>
                  <a:lnTo>
                    <a:pt x="233680" y="3810"/>
                  </a:lnTo>
                  <a:lnTo>
                    <a:pt x="233680" y="2540"/>
                  </a:lnTo>
                  <a:lnTo>
                    <a:pt x="234950" y="2540"/>
                  </a:lnTo>
                  <a:lnTo>
                    <a:pt x="234950" y="0"/>
                  </a:lnTo>
                  <a:close/>
                </a:path>
              </a:pathLst>
            </a:custGeom>
            <a:solidFill>
              <a:srgbClr val="272327"/>
            </a:solidFill>
          </p:spPr>
          <p:txBody>
            <a:bodyPr wrap="square" lIns="0" tIns="0" rIns="0" bIns="0" rtlCol="0"/>
            <a:lstStyle/>
            <a:p/>
          </p:txBody>
        </p:sp>
        <p:sp>
          <p:nvSpPr>
            <p:cNvPr id="1734" name="object 1734"/>
            <p:cNvSpPr/>
            <p:nvPr/>
          </p:nvSpPr>
          <p:spPr>
            <a:xfrm>
              <a:off x="5361940" y="1117599"/>
              <a:ext cx="224790" cy="6350"/>
            </a:xfrm>
            <a:custGeom>
              <a:avLst/>
              <a:gdLst/>
              <a:ahLst/>
              <a:cxnLst/>
              <a:rect l="l" t="t" r="r" b="b"/>
              <a:pathLst>
                <a:path w="224789" h="6350">
                  <a:moveTo>
                    <a:pt x="92710" y="5080"/>
                  </a:moveTo>
                  <a:lnTo>
                    <a:pt x="0" y="5080"/>
                  </a:lnTo>
                  <a:lnTo>
                    <a:pt x="0" y="6350"/>
                  </a:lnTo>
                  <a:lnTo>
                    <a:pt x="92710" y="6350"/>
                  </a:lnTo>
                  <a:lnTo>
                    <a:pt x="92710" y="5080"/>
                  </a:lnTo>
                  <a:close/>
                </a:path>
                <a:path w="224789" h="6350">
                  <a:moveTo>
                    <a:pt x="93967" y="2540"/>
                  </a:moveTo>
                  <a:lnTo>
                    <a:pt x="0" y="2540"/>
                  </a:lnTo>
                  <a:lnTo>
                    <a:pt x="0" y="3810"/>
                  </a:lnTo>
                  <a:lnTo>
                    <a:pt x="92710" y="3810"/>
                  </a:lnTo>
                  <a:lnTo>
                    <a:pt x="92710" y="5080"/>
                  </a:lnTo>
                  <a:lnTo>
                    <a:pt x="93967" y="5080"/>
                  </a:lnTo>
                  <a:lnTo>
                    <a:pt x="93967" y="3810"/>
                  </a:lnTo>
                  <a:lnTo>
                    <a:pt x="93967" y="2540"/>
                  </a:lnTo>
                  <a:close/>
                </a:path>
                <a:path w="224789" h="6350">
                  <a:moveTo>
                    <a:pt x="93967" y="0"/>
                  </a:moveTo>
                  <a:lnTo>
                    <a:pt x="0" y="0"/>
                  </a:lnTo>
                  <a:lnTo>
                    <a:pt x="0" y="1270"/>
                  </a:lnTo>
                  <a:lnTo>
                    <a:pt x="93967" y="1270"/>
                  </a:lnTo>
                  <a:lnTo>
                    <a:pt x="93967" y="0"/>
                  </a:lnTo>
                  <a:close/>
                </a:path>
                <a:path w="224789" h="6350">
                  <a:moveTo>
                    <a:pt x="213360" y="5080"/>
                  </a:moveTo>
                  <a:lnTo>
                    <a:pt x="158750" y="5080"/>
                  </a:lnTo>
                  <a:lnTo>
                    <a:pt x="158750" y="6350"/>
                  </a:lnTo>
                  <a:lnTo>
                    <a:pt x="213360" y="6350"/>
                  </a:lnTo>
                  <a:lnTo>
                    <a:pt x="213360" y="5080"/>
                  </a:lnTo>
                  <a:close/>
                </a:path>
                <a:path w="224789" h="6350">
                  <a:moveTo>
                    <a:pt x="220980" y="2540"/>
                  </a:moveTo>
                  <a:lnTo>
                    <a:pt x="157480" y="2540"/>
                  </a:lnTo>
                  <a:lnTo>
                    <a:pt x="157480" y="3810"/>
                  </a:lnTo>
                  <a:lnTo>
                    <a:pt x="157480" y="5080"/>
                  </a:lnTo>
                  <a:lnTo>
                    <a:pt x="158750" y="5080"/>
                  </a:lnTo>
                  <a:lnTo>
                    <a:pt x="158750" y="3810"/>
                  </a:lnTo>
                  <a:lnTo>
                    <a:pt x="215900" y="3810"/>
                  </a:lnTo>
                  <a:lnTo>
                    <a:pt x="215900" y="5080"/>
                  </a:lnTo>
                  <a:lnTo>
                    <a:pt x="218440" y="5080"/>
                  </a:lnTo>
                  <a:lnTo>
                    <a:pt x="218440" y="3810"/>
                  </a:lnTo>
                  <a:lnTo>
                    <a:pt x="220980" y="3810"/>
                  </a:lnTo>
                  <a:lnTo>
                    <a:pt x="220980" y="2540"/>
                  </a:lnTo>
                  <a:close/>
                </a:path>
                <a:path w="224789" h="6350">
                  <a:moveTo>
                    <a:pt x="224790" y="0"/>
                  </a:moveTo>
                  <a:lnTo>
                    <a:pt x="157480" y="0"/>
                  </a:lnTo>
                  <a:lnTo>
                    <a:pt x="157480" y="1270"/>
                  </a:lnTo>
                  <a:lnTo>
                    <a:pt x="220980" y="1270"/>
                  </a:lnTo>
                  <a:lnTo>
                    <a:pt x="220980" y="2540"/>
                  </a:lnTo>
                  <a:lnTo>
                    <a:pt x="222250" y="2540"/>
                  </a:lnTo>
                  <a:lnTo>
                    <a:pt x="222250" y="1270"/>
                  </a:lnTo>
                  <a:lnTo>
                    <a:pt x="224790" y="1270"/>
                  </a:lnTo>
                  <a:lnTo>
                    <a:pt x="224790" y="0"/>
                  </a:lnTo>
                  <a:close/>
                </a:path>
              </a:pathLst>
            </a:custGeom>
            <a:solidFill>
              <a:srgbClr val="282228"/>
            </a:solidFill>
          </p:spPr>
          <p:txBody>
            <a:bodyPr wrap="square" lIns="0" tIns="0" rIns="0" bIns="0" rtlCol="0"/>
            <a:lstStyle/>
            <a:p/>
          </p:txBody>
        </p:sp>
        <p:sp>
          <p:nvSpPr>
            <p:cNvPr id="1735" name="object 1735"/>
            <p:cNvSpPr/>
            <p:nvPr/>
          </p:nvSpPr>
          <p:spPr>
            <a:xfrm>
              <a:off x="5360670" y="1123949"/>
              <a:ext cx="214629" cy="7620"/>
            </a:xfrm>
            <a:custGeom>
              <a:avLst/>
              <a:gdLst/>
              <a:ahLst/>
              <a:cxnLst/>
              <a:rect l="l" t="t" r="r" b="b"/>
              <a:pathLst>
                <a:path w="214629" h="7619">
                  <a:moveTo>
                    <a:pt x="92710" y="5080"/>
                  </a:moveTo>
                  <a:lnTo>
                    <a:pt x="0" y="5080"/>
                  </a:lnTo>
                  <a:lnTo>
                    <a:pt x="0" y="7620"/>
                  </a:lnTo>
                  <a:lnTo>
                    <a:pt x="92710" y="7620"/>
                  </a:lnTo>
                  <a:lnTo>
                    <a:pt x="92710" y="5080"/>
                  </a:lnTo>
                  <a:close/>
                </a:path>
                <a:path w="214629" h="7619">
                  <a:moveTo>
                    <a:pt x="93980" y="2540"/>
                  </a:moveTo>
                  <a:lnTo>
                    <a:pt x="1270" y="2540"/>
                  </a:lnTo>
                  <a:lnTo>
                    <a:pt x="1270" y="3810"/>
                  </a:lnTo>
                  <a:lnTo>
                    <a:pt x="92710" y="3810"/>
                  </a:lnTo>
                  <a:lnTo>
                    <a:pt x="92710" y="5080"/>
                  </a:lnTo>
                  <a:lnTo>
                    <a:pt x="93980" y="5080"/>
                  </a:lnTo>
                  <a:lnTo>
                    <a:pt x="93980" y="3810"/>
                  </a:lnTo>
                  <a:lnTo>
                    <a:pt x="93980" y="2540"/>
                  </a:lnTo>
                  <a:close/>
                </a:path>
                <a:path w="214629" h="7619">
                  <a:moveTo>
                    <a:pt x="93980" y="0"/>
                  </a:moveTo>
                  <a:lnTo>
                    <a:pt x="1270" y="0"/>
                  </a:lnTo>
                  <a:lnTo>
                    <a:pt x="1270" y="1270"/>
                  </a:lnTo>
                  <a:lnTo>
                    <a:pt x="93980" y="1270"/>
                  </a:lnTo>
                  <a:lnTo>
                    <a:pt x="93980" y="0"/>
                  </a:lnTo>
                  <a:close/>
                </a:path>
                <a:path w="214629" h="7619">
                  <a:moveTo>
                    <a:pt x="204470" y="5080"/>
                  </a:moveTo>
                  <a:lnTo>
                    <a:pt x="161290" y="5080"/>
                  </a:lnTo>
                  <a:lnTo>
                    <a:pt x="161290" y="7620"/>
                  </a:lnTo>
                  <a:lnTo>
                    <a:pt x="204470" y="7620"/>
                  </a:lnTo>
                  <a:lnTo>
                    <a:pt x="204470" y="5080"/>
                  </a:lnTo>
                  <a:close/>
                </a:path>
                <a:path w="214629" h="7619">
                  <a:moveTo>
                    <a:pt x="210820" y="2540"/>
                  </a:moveTo>
                  <a:lnTo>
                    <a:pt x="160020" y="2540"/>
                  </a:lnTo>
                  <a:lnTo>
                    <a:pt x="160020" y="3810"/>
                  </a:lnTo>
                  <a:lnTo>
                    <a:pt x="207010" y="3810"/>
                  </a:lnTo>
                  <a:lnTo>
                    <a:pt x="207010" y="5080"/>
                  </a:lnTo>
                  <a:lnTo>
                    <a:pt x="208280" y="5080"/>
                  </a:lnTo>
                  <a:lnTo>
                    <a:pt x="208280" y="3810"/>
                  </a:lnTo>
                  <a:lnTo>
                    <a:pt x="210820" y="3810"/>
                  </a:lnTo>
                  <a:lnTo>
                    <a:pt x="210820" y="2540"/>
                  </a:lnTo>
                  <a:close/>
                </a:path>
                <a:path w="214629" h="7619">
                  <a:moveTo>
                    <a:pt x="214630" y="0"/>
                  </a:moveTo>
                  <a:lnTo>
                    <a:pt x="160020" y="0"/>
                  </a:lnTo>
                  <a:lnTo>
                    <a:pt x="160020" y="1270"/>
                  </a:lnTo>
                  <a:lnTo>
                    <a:pt x="210820" y="1270"/>
                  </a:lnTo>
                  <a:lnTo>
                    <a:pt x="210820" y="2540"/>
                  </a:lnTo>
                  <a:lnTo>
                    <a:pt x="213360" y="2540"/>
                  </a:lnTo>
                  <a:lnTo>
                    <a:pt x="213360" y="1270"/>
                  </a:lnTo>
                  <a:lnTo>
                    <a:pt x="214630" y="1270"/>
                  </a:lnTo>
                  <a:lnTo>
                    <a:pt x="214630" y="0"/>
                  </a:lnTo>
                  <a:close/>
                </a:path>
              </a:pathLst>
            </a:custGeom>
            <a:solidFill>
              <a:srgbClr val="292229"/>
            </a:solidFill>
          </p:spPr>
          <p:txBody>
            <a:bodyPr wrap="square" lIns="0" tIns="0" rIns="0" bIns="0" rtlCol="0"/>
            <a:lstStyle/>
            <a:p/>
          </p:txBody>
        </p:sp>
        <p:sp>
          <p:nvSpPr>
            <p:cNvPr id="1736" name="object 1736"/>
            <p:cNvSpPr/>
            <p:nvPr/>
          </p:nvSpPr>
          <p:spPr>
            <a:xfrm>
              <a:off x="5360670" y="1131569"/>
              <a:ext cx="201930" cy="7620"/>
            </a:xfrm>
            <a:custGeom>
              <a:avLst/>
              <a:gdLst/>
              <a:ahLst/>
              <a:cxnLst/>
              <a:rect l="l" t="t" r="r" b="b"/>
              <a:pathLst>
                <a:path w="201929" h="7619">
                  <a:moveTo>
                    <a:pt x="92710" y="3810"/>
                  </a:moveTo>
                  <a:lnTo>
                    <a:pt x="0" y="3810"/>
                  </a:lnTo>
                  <a:lnTo>
                    <a:pt x="0" y="6350"/>
                  </a:lnTo>
                  <a:lnTo>
                    <a:pt x="92710" y="6350"/>
                  </a:lnTo>
                  <a:lnTo>
                    <a:pt x="92710" y="3810"/>
                  </a:lnTo>
                  <a:close/>
                </a:path>
                <a:path w="201929" h="7619">
                  <a:moveTo>
                    <a:pt x="92710" y="1270"/>
                  </a:moveTo>
                  <a:lnTo>
                    <a:pt x="0" y="1270"/>
                  </a:lnTo>
                  <a:lnTo>
                    <a:pt x="0" y="2540"/>
                  </a:lnTo>
                  <a:lnTo>
                    <a:pt x="92710" y="2540"/>
                  </a:lnTo>
                  <a:lnTo>
                    <a:pt x="92710" y="1270"/>
                  </a:lnTo>
                  <a:close/>
                </a:path>
                <a:path w="201929" h="7619">
                  <a:moveTo>
                    <a:pt x="193027" y="3810"/>
                  </a:moveTo>
                  <a:lnTo>
                    <a:pt x="162560" y="3810"/>
                  </a:lnTo>
                  <a:lnTo>
                    <a:pt x="162560" y="6350"/>
                  </a:lnTo>
                  <a:lnTo>
                    <a:pt x="189230" y="6350"/>
                  </a:lnTo>
                  <a:lnTo>
                    <a:pt x="189230" y="7620"/>
                  </a:lnTo>
                  <a:lnTo>
                    <a:pt x="191770" y="7620"/>
                  </a:lnTo>
                  <a:lnTo>
                    <a:pt x="191770" y="6350"/>
                  </a:lnTo>
                  <a:lnTo>
                    <a:pt x="193027" y="6350"/>
                  </a:lnTo>
                  <a:lnTo>
                    <a:pt x="193027" y="3810"/>
                  </a:lnTo>
                  <a:close/>
                </a:path>
                <a:path w="201929" h="7619">
                  <a:moveTo>
                    <a:pt x="200660" y="1270"/>
                  </a:moveTo>
                  <a:lnTo>
                    <a:pt x="161290" y="1270"/>
                  </a:lnTo>
                  <a:lnTo>
                    <a:pt x="161290" y="2540"/>
                  </a:lnTo>
                  <a:lnTo>
                    <a:pt x="195580" y="2540"/>
                  </a:lnTo>
                  <a:lnTo>
                    <a:pt x="195580" y="3810"/>
                  </a:lnTo>
                  <a:lnTo>
                    <a:pt x="198120" y="3810"/>
                  </a:lnTo>
                  <a:lnTo>
                    <a:pt x="198120" y="2540"/>
                  </a:lnTo>
                  <a:lnTo>
                    <a:pt x="200660" y="2540"/>
                  </a:lnTo>
                  <a:lnTo>
                    <a:pt x="200660" y="1270"/>
                  </a:lnTo>
                  <a:close/>
                </a:path>
                <a:path w="201929" h="7619">
                  <a:moveTo>
                    <a:pt x="201930" y="0"/>
                  </a:moveTo>
                  <a:lnTo>
                    <a:pt x="200660" y="0"/>
                  </a:lnTo>
                  <a:lnTo>
                    <a:pt x="200660" y="1270"/>
                  </a:lnTo>
                  <a:lnTo>
                    <a:pt x="201930" y="1270"/>
                  </a:lnTo>
                  <a:lnTo>
                    <a:pt x="201930" y="0"/>
                  </a:lnTo>
                  <a:close/>
                </a:path>
              </a:pathLst>
            </a:custGeom>
            <a:solidFill>
              <a:srgbClr val="2A212A"/>
            </a:solidFill>
          </p:spPr>
          <p:txBody>
            <a:bodyPr wrap="square" lIns="0" tIns="0" rIns="0" bIns="0" rtlCol="0"/>
            <a:lstStyle/>
            <a:p/>
          </p:txBody>
        </p:sp>
        <p:sp>
          <p:nvSpPr>
            <p:cNvPr id="1737" name="object 1737"/>
            <p:cNvSpPr/>
            <p:nvPr/>
          </p:nvSpPr>
          <p:spPr>
            <a:xfrm>
              <a:off x="5360670" y="1139189"/>
              <a:ext cx="189230" cy="7620"/>
            </a:xfrm>
            <a:custGeom>
              <a:avLst/>
              <a:gdLst/>
              <a:ahLst/>
              <a:cxnLst/>
              <a:rect l="l" t="t" r="r" b="b"/>
              <a:pathLst>
                <a:path w="189229" h="7619">
                  <a:moveTo>
                    <a:pt x="90170" y="6350"/>
                  </a:moveTo>
                  <a:lnTo>
                    <a:pt x="0" y="6350"/>
                  </a:lnTo>
                  <a:lnTo>
                    <a:pt x="0" y="7620"/>
                  </a:lnTo>
                  <a:lnTo>
                    <a:pt x="90170" y="7620"/>
                  </a:lnTo>
                  <a:lnTo>
                    <a:pt x="90170" y="6350"/>
                  </a:lnTo>
                  <a:close/>
                </a:path>
                <a:path w="189229" h="7619">
                  <a:moveTo>
                    <a:pt x="91440" y="2540"/>
                  </a:moveTo>
                  <a:lnTo>
                    <a:pt x="0" y="2540"/>
                  </a:lnTo>
                  <a:lnTo>
                    <a:pt x="0" y="5080"/>
                  </a:lnTo>
                  <a:lnTo>
                    <a:pt x="90170" y="5080"/>
                  </a:lnTo>
                  <a:lnTo>
                    <a:pt x="90170" y="6350"/>
                  </a:lnTo>
                  <a:lnTo>
                    <a:pt x="91440" y="6350"/>
                  </a:lnTo>
                  <a:lnTo>
                    <a:pt x="91440" y="5080"/>
                  </a:lnTo>
                  <a:lnTo>
                    <a:pt x="91440" y="2540"/>
                  </a:lnTo>
                  <a:close/>
                </a:path>
                <a:path w="189229" h="7619">
                  <a:moveTo>
                    <a:pt x="91440" y="0"/>
                  </a:moveTo>
                  <a:lnTo>
                    <a:pt x="0" y="0"/>
                  </a:lnTo>
                  <a:lnTo>
                    <a:pt x="0" y="1270"/>
                  </a:lnTo>
                  <a:lnTo>
                    <a:pt x="91440" y="1270"/>
                  </a:lnTo>
                  <a:lnTo>
                    <a:pt x="91440" y="0"/>
                  </a:lnTo>
                  <a:close/>
                </a:path>
                <a:path w="189229" h="7619">
                  <a:moveTo>
                    <a:pt x="179070" y="6350"/>
                  </a:moveTo>
                  <a:lnTo>
                    <a:pt x="162560" y="6350"/>
                  </a:lnTo>
                  <a:lnTo>
                    <a:pt x="162560" y="7620"/>
                  </a:lnTo>
                  <a:lnTo>
                    <a:pt x="179070" y="7620"/>
                  </a:lnTo>
                  <a:lnTo>
                    <a:pt x="179070" y="6350"/>
                  </a:lnTo>
                  <a:close/>
                </a:path>
                <a:path w="189229" h="7619">
                  <a:moveTo>
                    <a:pt x="182880" y="2540"/>
                  </a:moveTo>
                  <a:lnTo>
                    <a:pt x="162560" y="2540"/>
                  </a:lnTo>
                  <a:lnTo>
                    <a:pt x="162560" y="5080"/>
                  </a:lnTo>
                  <a:lnTo>
                    <a:pt x="179070" y="5080"/>
                  </a:lnTo>
                  <a:lnTo>
                    <a:pt x="179070" y="6350"/>
                  </a:lnTo>
                  <a:lnTo>
                    <a:pt x="180327" y="6350"/>
                  </a:lnTo>
                  <a:lnTo>
                    <a:pt x="180327" y="5080"/>
                  </a:lnTo>
                  <a:lnTo>
                    <a:pt x="182880" y="5080"/>
                  </a:lnTo>
                  <a:lnTo>
                    <a:pt x="182880" y="2540"/>
                  </a:lnTo>
                  <a:close/>
                </a:path>
                <a:path w="189229" h="7619">
                  <a:moveTo>
                    <a:pt x="189230" y="0"/>
                  </a:moveTo>
                  <a:lnTo>
                    <a:pt x="162560" y="0"/>
                  </a:lnTo>
                  <a:lnTo>
                    <a:pt x="162560" y="1270"/>
                  </a:lnTo>
                  <a:lnTo>
                    <a:pt x="185420" y="1270"/>
                  </a:lnTo>
                  <a:lnTo>
                    <a:pt x="185420" y="2540"/>
                  </a:lnTo>
                  <a:lnTo>
                    <a:pt x="186677" y="2540"/>
                  </a:lnTo>
                  <a:lnTo>
                    <a:pt x="186677" y="1270"/>
                  </a:lnTo>
                  <a:lnTo>
                    <a:pt x="189230" y="1270"/>
                  </a:lnTo>
                  <a:lnTo>
                    <a:pt x="189230" y="0"/>
                  </a:lnTo>
                  <a:close/>
                </a:path>
              </a:pathLst>
            </a:custGeom>
            <a:solidFill>
              <a:srgbClr val="2B212B"/>
            </a:solidFill>
          </p:spPr>
          <p:txBody>
            <a:bodyPr wrap="square" lIns="0" tIns="0" rIns="0" bIns="0" rtlCol="0"/>
            <a:lstStyle/>
            <a:p/>
          </p:txBody>
        </p:sp>
        <p:sp>
          <p:nvSpPr>
            <p:cNvPr id="1738" name="object 1738"/>
            <p:cNvSpPr/>
            <p:nvPr/>
          </p:nvSpPr>
          <p:spPr>
            <a:xfrm>
              <a:off x="5359400" y="1146809"/>
              <a:ext cx="177800" cy="6350"/>
            </a:xfrm>
            <a:custGeom>
              <a:avLst/>
              <a:gdLst/>
              <a:ahLst/>
              <a:cxnLst/>
              <a:rect l="l" t="t" r="r" b="b"/>
              <a:pathLst>
                <a:path w="177800" h="6350">
                  <a:moveTo>
                    <a:pt x="91440" y="5080"/>
                  </a:moveTo>
                  <a:lnTo>
                    <a:pt x="0" y="5080"/>
                  </a:lnTo>
                  <a:lnTo>
                    <a:pt x="0" y="6350"/>
                  </a:lnTo>
                  <a:lnTo>
                    <a:pt x="91440" y="6350"/>
                  </a:lnTo>
                  <a:lnTo>
                    <a:pt x="91440" y="5080"/>
                  </a:lnTo>
                  <a:close/>
                </a:path>
                <a:path w="177800" h="6350">
                  <a:moveTo>
                    <a:pt x="91440" y="1270"/>
                  </a:moveTo>
                  <a:lnTo>
                    <a:pt x="1270" y="1270"/>
                  </a:lnTo>
                  <a:lnTo>
                    <a:pt x="1270" y="3810"/>
                  </a:lnTo>
                  <a:lnTo>
                    <a:pt x="91440" y="3810"/>
                  </a:lnTo>
                  <a:lnTo>
                    <a:pt x="91440" y="1270"/>
                  </a:lnTo>
                  <a:close/>
                </a:path>
                <a:path w="177800" h="6350">
                  <a:moveTo>
                    <a:pt x="168910" y="5080"/>
                  </a:moveTo>
                  <a:lnTo>
                    <a:pt x="165100" y="5080"/>
                  </a:lnTo>
                  <a:lnTo>
                    <a:pt x="165100" y="6350"/>
                  </a:lnTo>
                  <a:lnTo>
                    <a:pt x="168910" y="6350"/>
                  </a:lnTo>
                  <a:lnTo>
                    <a:pt x="168910" y="5080"/>
                  </a:lnTo>
                  <a:close/>
                </a:path>
                <a:path w="177800" h="6350">
                  <a:moveTo>
                    <a:pt x="172720" y="1270"/>
                  </a:moveTo>
                  <a:lnTo>
                    <a:pt x="165100" y="1270"/>
                  </a:lnTo>
                  <a:lnTo>
                    <a:pt x="165100" y="3810"/>
                  </a:lnTo>
                  <a:lnTo>
                    <a:pt x="168910" y="3810"/>
                  </a:lnTo>
                  <a:lnTo>
                    <a:pt x="168910" y="5080"/>
                  </a:lnTo>
                  <a:lnTo>
                    <a:pt x="171450" y="5080"/>
                  </a:lnTo>
                  <a:lnTo>
                    <a:pt x="171450" y="3810"/>
                  </a:lnTo>
                  <a:lnTo>
                    <a:pt x="172720" y="3810"/>
                  </a:lnTo>
                  <a:lnTo>
                    <a:pt x="172720" y="1270"/>
                  </a:lnTo>
                  <a:close/>
                </a:path>
                <a:path w="177800" h="6350">
                  <a:moveTo>
                    <a:pt x="177800" y="0"/>
                  </a:moveTo>
                  <a:lnTo>
                    <a:pt x="175260" y="0"/>
                  </a:lnTo>
                  <a:lnTo>
                    <a:pt x="175260" y="1270"/>
                  </a:lnTo>
                  <a:lnTo>
                    <a:pt x="177800" y="1270"/>
                  </a:lnTo>
                  <a:lnTo>
                    <a:pt x="177800" y="0"/>
                  </a:lnTo>
                  <a:close/>
                </a:path>
              </a:pathLst>
            </a:custGeom>
            <a:solidFill>
              <a:srgbClr val="2C202C"/>
            </a:solidFill>
          </p:spPr>
          <p:txBody>
            <a:bodyPr wrap="square" lIns="0" tIns="0" rIns="0" bIns="0" rtlCol="0"/>
            <a:lstStyle/>
            <a:p/>
          </p:txBody>
        </p:sp>
        <p:sp>
          <p:nvSpPr>
            <p:cNvPr id="1739" name="object 1739"/>
            <p:cNvSpPr/>
            <p:nvPr/>
          </p:nvSpPr>
          <p:spPr>
            <a:xfrm>
              <a:off x="5359400" y="1153159"/>
              <a:ext cx="166370" cy="7620"/>
            </a:xfrm>
            <a:custGeom>
              <a:avLst/>
              <a:gdLst/>
              <a:ahLst/>
              <a:cxnLst/>
              <a:rect l="l" t="t" r="r" b="b"/>
              <a:pathLst>
                <a:path w="166370" h="7619">
                  <a:moveTo>
                    <a:pt x="91440" y="0"/>
                  </a:moveTo>
                  <a:lnTo>
                    <a:pt x="0" y="0"/>
                  </a:lnTo>
                  <a:lnTo>
                    <a:pt x="0" y="6350"/>
                  </a:lnTo>
                  <a:lnTo>
                    <a:pt x="0" y="7620"/>
                  </a:lnTo>
                  <a:lnTo>
                    <a:pt x="90170" y="7620"/>
                  </a:lnTo>
                  <a:lnTo>
                    <a:pt x="90170" y="6350"/>
                  </a:lnTo>
                  <a:lnTo>
                    <a:pt x="91440" y="6350"/>
                  </a:lnTo>
                  <a:lnTo>
                    <a:pt x="91440" y="0"/>
                  </a:lnTo>
                  <a:close/>
                </a:path>
                <a:path w="166370" h="7619">
                  <a:moveTo>
                    <a:pt x="166370" y="0"/>
                  </a:moveTo>
                  <a:lnTo>
                    <a:pt x="165100" y="0"/>
                  </a:lnTo>
                  <a:lnTo>
                    <a:pt x="165100" y="1270"/>
                  </a:lnTo>
                  <a:lnTo>
                    <a:pt x="166370" y="1270"/>
                  </a:lnTo>
                  <a:lnTo>
                    <a:pt x="166370" y="0"/>
                  </a:lnTo>
                  <a:close/>
                </a:path>
              </a:pathLst>
            </a:custGeom>
            <a:solidFill>
              <a:srgbClr val="2D202D"/>
            </a:solidFill>
          </p:spPr>
          <p:txBody>
            <a:bodyPr wrap="square" lIns="0" tIns="0" rIns="0" bIns="0" rtlCol="0"/>
            <a:lstStyle/>
            <a:p/>
          </p:txBody>
        </p:sp>
        <p:sp>
          <p:nvSpPr>
            <p:cNvPr id="1740" name="object 1740"/>
            <p:cNvSpPr/>
            <p:nvPr/>
          </p:nvSpPr>
          <p:spPr>
            <a:xfrm>
              <a:off x="5358130" y="1160779"/>
              <a:ext cx="91440" cy="7620"/>
            </a:xfrm>
            <a:custGeom>
              <a:avLst/>
              <a:gdLst/>
              <a:ahLst/>
              <a:cxnLst/>
              <a:rect l="l" t="t" r="r" b="b"/>
              <a:pathLst>
                <a:path w="91439" h="7619">
                  <a:moveTo>
                    <a:pt x="91440" y="0"/>
                  </a:moveTo>
                  <a:lnTo>
                    <a:pt x="1270" y="0"/>
                  </a:lnTo>
                  <a:lnTo>
                    <a:pt x="1270" y="5080"/>
                  </a:lnTo>
                  <a:lnTo>
                    <a:pt x="0" y="5080"/>
                  </a:lnTo>
                  <a:lnTo>
                    <a:pt x="0" y="7620"/>
                  </a:lnTo>
                  <a:lnTo>
                    <a:pt x="91440" y="7620"/>
                  </a:lnTo>
                  <a:lnTo>
                    <a:pt x="91440" y="5080"/>
                  </a:lnTo>
                  <a:lnTo>
                    <a:pt x="91440" y="0"/>
                  </a:lnTo>
                  <a:close/>
                </a:path>
              </a:pathLst>
            </a:custGeom>
            <a:solidFill>
              <a:srgbClr val="2E1F2E"/>
            </a:solidFill>
          </p:spPr>
          <p:txBody>
            <a:bodyPr wrap="square" lIns="0" tIns="0" rIns="0" bIns="0" rtlCol="0"/>
            <a:lstStyle/>
            <a:p/>
          </p:txBody>
        </p:sp>
        <p:sp>
          <p:nvSpPr>
            <p:cNvPr id="1741" name="object 1741"/>
            <p:cNvSpPr/>
            <p:nvPr/>
          </p:nvSpPr>
          <p:spPr>
            <a:xfrm>
              <a:off x="5358130" y="1168400"/>
              <a:ext cx="91440" cy="6350"/>
            </a:xfrm>
            <a:custGeom>
              <a:avLst/>
              <a:gdLst/>
              <a:ahLst/>
              <a:cxnLst/>
              <a:rect l="l" t="t" r="r" b="b"/>
              <a:pathLst>
                <a:path w="91439" h="6350">
                  <a:moveTo>
                    <a:pt x="0" y="6350"/>
                  </a:moveTo>
                  <a:lnTo>
                    <a:pt x="0" y="0"/>
                  </a:lnTo>
                  <a:lnTo>
                    <a:pt x="91440" y="0"/>
                  </a:lnTo>
                  <a:lnTo>
                    <a:pt x="91439" y="6350"/>
                  </a:lnTo>
                  <a:lnTo>
                    <a:pt x="0" y="6350"/>
                  </a:lnTo>
                  <a:close/>
                </a:path>
              </a:pathLst>
            </a:custGeom>
            <a:solidFill>
              <a:srgbClr val="2F1F2F"/>
            </a:solidFill>
          </p:spPr>
          <p:txBody>
            <a:bodyPr wrap="square" lIns="0" tIns="0" rIns="0" bIns="0" rtlCol="0"/>
            <a:lstStyle/>
            <a:p/>
          </p:txBody>
        </p:sp>
        <p:sp>
          <p:nvSpPr>
            <p:cNvPr id="1742" name="object 1742"/>
            <p:cNvSpPr/>
            <p:nvPr/>
          </p:nvSpPr>
          <p:spPr>
            <a:xfrm>
              <a:off x="5358130" y="1174749"/>
              <a:ext cx="91440" cy="7620"/>
            </a:xfrm>
            <a:custGeom>
              <a:avLst/>
              <a:gdLst/>
              <a:ahLst/>
              <a:cxnLst/>
              <a:rect l="l" t="t" r="r" b="b"/>
              <a:pathLst>
                <a:path w="91439" h="7619">
                  <a:moveTo>
                    <a:pt x="91427" y="0"/>
                  </a:moveTo>
                  <a:lnTo>
                    <a:pt x="0" y="0"/>
                  </a:lnTo>
                  <a:lnTo>
                    <a:pt x="0" y="3810"/>
                  </a:lnTo>
                  <a:lnTo>
                    <a:pt x="0" y="7620"/>
                  </a:lnTo>
                  <a:lnTo>
                    <a:pt x="90170" y="7620"/>
                  </a:lnTo>
                  <a:lnTo>
                    <a:pt x="90170" y="3810"/>
                  </a:lnTo>
                  <a:lnTo>
                    <a:pt x="91427" y="3810"/>
                  </a:lnTo>
                  <a:lnTo>
                    <a:pt x="91427" y="0"/>
                  </a:lnTo>
                  <a:close/>
                </a:path>
              </a:pathLst>
            </a:custGeom>
            <a:solidFill>
              <a:srgbClr val="301F30"/>
            </a:solidFill>
          </p:spPr>
          <p:txBody>
            <a:bodyPr wrap="square" lIns="0" tIns="0" rIns="0" bIns="0" rtlCol="0"/>
            <a:lstStyle/>
            <a:p/>
          </p:txBody>
        </p:sp>
        <p:sp>
          <p:nvSpPr>
            <p:cNvPr id="1743" name="object 1743"/>
            <p:cNvSpPr/>
            <p:nvPr/>
          </p:nvSpPr>
          <p:spPr>
            <a:xfrm>
              <a:off x="5356860" y="1182369"/>
              <a:ext cx="91440" cy="7620"/>
            </a:xfrm>
            <a:custGeom>
              <a:avLst/>
              <a:gdLst/>
              <a:ahLst/>
              <a:cxnLst/>
              <a:rect l="l" t="t" r="r" b="b"/>
              <a:pathLst>
                <a:path w="91439" h="7619">
                  <a:moveTo>
                    <a:pt x="91440" y="0"/>
                  </a:moveTo>
                  <a:lnTo>
                    <a:pt x="1270" y="0"/>
                  </a:lnTo>
                  <a:lnTo>
                    <a:pt x="1270" y="6350"/>
                  </a:lnTo>
                  <a:lnTo>
                    <a:pt x="0" y="6350"/>
                  </a:lnTo>
                  <a:lnTo>
                    <a:pt x="0" y="7620"/>
                  </a:lnTo>
                  <a:lnTo>
                    <a:pt x="91440" y="7620"/>
                  </a:lnTo>
                  <a:lnTo>
                    <a:pt x="91440" y="6350"/>
                  </a:lnTo>
                  <a:lnTo>
                    <a:pt x="91440" y="0"/>
                  </a:lnTo>
                  <a:close/>
                </a:path>
              </a:pathLst>
            </a:custGeom>
            <a:solidFill>
              <a:srgbClr val="311E31"/>
            </a:solidFill>
          </p:spPr>
          <p:txBody>
            <a:bodyPr wrap="square" lIns="0" tIns="0" rIns="0" bIns="0" rtlCol="0"/>
            <a:lstStyle/>
            <a:p/>
          </p:txBody>
        </p:sp>
        <p:sp>
          <p:nvSpPr>
            <p:cNvPr id="1744" name="object 1744"/>
            <p:cNvSpPr/>
            <p:nvPr/>
          </p:nvSpPr>
          <p:spPr>
            <a:xfrm>
              <a:off x="5356860" y="1189989"/>
              <a:ext cx="255270" cy="7620"/>
            </a:xfrm>
            <a:custGeom>
              <a:avLst/>
              <a:gdLst/>
              <a:ahLst/>
              <a:cxnLst/>
              <a:rect l="l" t="t" r="r" b="b"/>
              <a:pathLst>
                <a:path w="255270" h="7619">
                  <a:moveTo>
                    <a:pt x="91440" y="0"/>
                  </a:moveTo>
                  <a:lnTo>
                    <a:pt x="0" y="0"/>
                  </a:lnTo>
                  <a:lnTo>
                    <a:pt x="0" y="7620"/>
                  </a:lnTo>
                  <a:lnTo>
                    <a:pt x="91440" y="7620"/>
                  </a:lnTo>
                  <a:lnTo>
                    <a:pt x="91440" y="0"/>
                  </a:lnTo>
                  <a:close/>
                </a:path>
                <a:path w="255270" h="7619">
                  <a:moveTo>
                    <a:pt x="255270" y="0"/>
                  </a:moveTo>
                  <a:lnTo>
                    <a:pt x="125730" y="0"/>
                  </a:lnTo>
                  <a:lnTo>
                    <a:pt x="125730" y="7620"/>
                  </a:lnTo>
                  <a:lnTo>
                    <a:pt x="255270" y="7620"/>
                  </a:lnTo>
                  <a:lnTo>
                    <a:pt x="255270" y="0"/>
                  </a:lnTo>
                  <a:close/>
                </a:path>
              </a:pathLst>
            </a:custGeom>
            <a:solidFill>
              <a:srgbClr val="331E33"/>
            </a:solidFill>
          </p:spPr>
          <p:txBody>
            <a:bodyPr wrap="square" lIns="0" tIns="0" rIns="0" bIns="0" rtlCol="0"/>
            <a:lstStyle/>
            <a:p/>
          </p:txBody>
        </p:sp>
        <p:sp>
          <p:nvSpPr>
            <p:cNvPr id="1745" name="object 1745"/>
            <p:cNvSpPr/>
            <p:nvPr/>
          </p:nvSpPr>
          <p:spPr>
            <a:xfrm>
              <a:off x="5356860" y="1197609"/>
              <a:ext cx="255270" cy="6350"/>
            </a:xfrm>
            <a:custGeom>
              <a:avLst/>
              <a:gdLst/>
              <a:ahLst/>
              <a:cxnLst/>
              <a:rect l="l" t="t" r="r" b="b"/>
              <a:pathLst>
                <a:path w="255270" h="6350">
                  <a:moveTo>
                    <a:pt x="91440" y="0"/>
                  </a:moveTo>
                  <a:lnTo>
                    <a:pt x="0" y="0"/>
                  </a:lnTo>
                  <a:lnTo>
                    <a:pt x="0" y="3810"/>
                  </a:lnTo>
                  <a:lnTo>
                    <a:pt x="0" y="6350"/>
                  </a:lnTo>
                  <a:lnTo>
                    <a:pt x="90170" y="6350"/>
                  </a:lnTo>
                  <a:lnTo>
                    <a:pt x="90170" y="3810"/>
                  </a:lnTo>
                  <a:lnTo>
                    <a:pt x="91440" y="3810"/>
                  </a:lnTo>
                  <a:lnTo>
                    <a:pt x="91440" y="0"/>
                  </a:lnTo>
                  <a:close/>
                </a:path>
                <a:path w="255270" h="6350">
                  <a:moveTo>
                    <a:pt x="255270" y="0"/>
                  </a:moveTo>
                  <a:lnTo>
                    <a:pt x="125730" y="0"/>
                  </a:lnTo>
                  <a:lnTo>
                    <a:pt x="125730" y="6350"/>
                  </a:lnTo>
                  <a:lnTo>
                    <a:pt x="255270" y="6350"/>
                  </a:lnTo>
                  <a:lnTo>
                    <a:pt x="255270" y="0"/>
                  </a:lnTo>
                  <a:close/>
                </a:path>
              </a:pathLst>
            </a:custGeom>
            <a:solidFill>
              <a:srgbClr val="341D34"/>
            </a:solidFill>
          </p:spPr>
          <p:txBody>
            <a:bodyPr wrap="square" lIns="0" tIns="0" rIns="0" bIns="0" rtlCol="0"/>
            <a:lstStyle/>
            <a:p/>
          </p:txBody>
        </p:sp>
        <p:sp>
          <p:nvSpPr>
            <p:cNvPr id="1746" name="object 1746"/>
            <p:cNvSpPr/>
            <p:nvPr/>
          </p:nvSpPr>
          <p:spPr>
            <a:xfrm>
              <a:off x="5356860" y="1203959"/>
              <a:ext cx="255270" cy="7620"/>
            </a:xfrm>
            <a:custGeom>
              <a:avLst/>
              <a:gdLst/>
              <a:ahLst/>
              <a:cxnLst/>
              <a:rect l="l" t="t" r="r" b="b"/>
              <a:pathLst>
                <a:path w="255270" h="7619">
                  <a:moveTo>
                    <a:pt x="90170" y="0"/>
                  </a:moveTo>
                  <a:lnTo>
                    <a:pt x="0" y="0"/>
                  </a:lnTo>
                  <a:lnTo>
                    <a:pt x="0" y="7620"/>
                  </a:lnTo>
                  <a:lnTo>
                    <a:pt x="90170" y="7620"/>
                  </a:lnTo>
                  <a:lnTo>
                    <a:pt x="90170" y="0"/>
                  </a:lnTo>
                  <a:close/>
                </a:path>
                <a:path w="255270" h="7619">
                  <a:moveTo>
                    <a:pt x="255270" y="0"/>
                  </a:moveTo>
                  <a:lnTo>
                    <a:pt x="125730" y="0"/>
                  </a:lnTo>
                  <a:lnTo>
                    <a:pt x="125730" y="7620"/>
                  </a:lnTo>
                  <a:lnTo>
                    <a:pt x="255270" y="7620"/>
                  </a:lnTo>
                  <a:lnTo>
                    <a:pt x="255270" y="0"/>
                  </a:lnTo>
                  <a:close/>
                </a:path>
              </a:pathLst>
            </a:custGeom>
            <a:solidFill>
              <a:srgbClr val="351D35"/>
            </a:solidFill>
          </p:spPr>
          <p:txBody>
            <a:bodyPr wrap="square" lIns="0" tIns="0" rIns="0" bIns="0" rtlCol="0"/>
            <a:lstStyle/>
            <a:p/>
          </p:txBody>
        </p:sp>
        <p:sp>
          <p:nvSpPr>
            <p:cNvPr id="1747" name="object 1747"/>
            <p:cNvSpPr/>
            <p:nvPr/>
          </p:nvSpPr>
          <p:spPr>
            <a:xfrm>
              <a:off x="5355590" y="1211579"/>
              <a:ext cx="256540" cy="7620"/>
            </a:xfrm>
            <a:custGeom>
              <a:avLst/>
              <a:gdLst/>
              <a:ahLst/>
              <a:cxnLst/>
              <a:rect l="l" t="t" r="r" b="b"/>
              <a:pathLst>
                <a:path w="256539" h="7619">
                  <a:moveTo>
                    <a:pt x="91440" y="0"/>
                  </a:moveTo>
                  <a:lnTo>
                    <a:pt x="1270" y="0"/>
                  </a:lnTo>
                  <a:lnTo>
                    <a:pt x="1270" y="6350"/>
                  </a:lnTo>
                  <a:lnTo>
                    <a:pt x="0" y="6350"/>
                  </a:lnTo>
                  <a:lnTo>
                    <a:pt x="0" y="7620"/>
                  </a:lnTo>
                  <a:lnTo>
                    <a:pt x="91440" y="7620"/>
                  </a:lnTo>
                  <a:lnTo>
                    <a:pt x="91440" y="6350"/>
                  </a:lnTo>
                  <a:lnTo>
                    <a:pt x="91440" y="0"/>
                  </a:lnTo>
                  <a:close/>
                </a:path>
                <a:path w="256539" h="7619">
                  <a:moveTo>
                    <a:pt x="256540" y="0"/>
                  </a:moveTo>
                  <a:lnTo>
                    <a:pt x="127000" y="0"/>
                  </a:lnTo>
                  <a:lnTo>
                    <a:pt x="127000" y="7620"/>
                  </a:lnTo>
                  <a:lnTo>
                    <a:pt x="256540" y="7620"/>
                  </a:lnTo>
                  <a:lnTo>
                    <a:pt x="256540" y="0"/>
                  </a:lnTo>
                  <a:close/>
                </a:path>
              </a:pathLst>
            </a:custGeom>
            <a:solidFill>
              <a:srgbClr val="361C36"/>
            </a:solidFill>
          </p:spPr>
          <p:txBody>
            <a:bodyPr wrap="square" lIns="0" tIns="0" rIns="0" bIns="0" rtlCol="0"/>
            <a:lstStyle/>
            <a:p/>
          </p:txBody>
        </p:sp>
        <p:sp>
          <p:nvSpPr>
            <p:cNvPr id="1748" name="object 1748"/>
            <p:cNvSpPr/>
            <p:nvPr/>
          </p:nvSpPr>
          <p:spPr>
            <a:xfrm>
              <a:off x="5355590" y="121919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371C37"/>
            </a:solidFill>
          </p:spPr>
          <p:txBody>
            <a:bodyPr wrap="square" lIns="0" tIns="0" rIns="0" bIns="0" rtlCol="0"/>
            <a:lstStyle/>
            <a:p/>
          </p:txBody>
        </p:sp>
        <p:sp>
          <p:nvSpPr>
            <p:cNvPr id="1749" name="object 1749"/>
            <p:cNvSpPr/>
            <p:nvPr/>
          </p:nvSpPr>
          <p:spPr>
            <a:xfrm>
              <a:off x="5355590" y="122554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381C38"/>
            </a:solidFill>
          </p:spPr>
          <p:txBody>
            <a:bodyPr wrap="square" lIns="0" tIns="0" rIns="0" bIns="0" rtlCol="0"/>
            <a:lstStyle/>
            <a:p/>
          </p:txBody>
        </p:sp>
        <p:sp>
          <p:nvSpPr>
            <p:cNvPr id="1750" name="object 1750"/>
            <p:cNvSpPr/>
            <p:nvPr/>
          </p:nvSpPr>
          <p:spPr>
            <a:xfrm>
              <a:off x="5355590" y="123316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391B39"/>
            </a:solidFill>
          </p:spPr>
          <p:txBody>
            <a:bodyPr wrap="square" lIns="0" tIns="0" rIns="0" bIns="0" rtlCol="0"/>
            <a:lstStyle/>
            <a:p/>
          </p:txBody>
        </p:sp>
        <p:sp>
          <p:nvSpPr>
            <p:cNvPr id="1751" name="object 1751"/>
            <p:cNvSpPr/>
            <p:nvPr/>
          </p:nvSpPr>
          <p:spPr>
            <a:xfrm>
              <a:off x="5355590" y="124078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3A1B3A"/>
            </a:solidFill>
          </p:spPr>
          <p:txBody>
            <a:bodyPr wrap="square" lIns="0" tIns="0" rIns="0" bIns="0" rtlCol="0"/>
            <a:lstStyle/>
            <a:p/>
          </p:txBody>
        </p:sp>
        <p:sp>
          <p:nvSpPr>
            <p:cNvPr id="1752" name="object 1752"/>
            <p:cNvSpPr/>
            <p:nvPr/>
          </p:nvSpPr>
          <p:spPr>
            <a:xfrm>
              <a:off x="5355590" y="1247139"/>
              <a:ext cx="256540" cy="7620"/>
            </a:xfrm>
            <a:custGeom>
              <a:avLst/>
              <a:gdLst/>
              <a:ahLst/>
              <a:cxnLst/>
              <a:rect l="l" t="t" r="r" b="b"/>
              <a:pathLst>
                <a:path w="256539" h="7619">
                  <a:moveTo>
                    <a:pt x="90170" y="3810"/>
                  </a:moveTo>
                  <a:lnTo>
                    <a:pt x="0" y="3810"/>
                  </a:lnTo>
                  <a:lnTo>
                    <a:pt x="0" y="7620"/>
                  </a:lnTo>
                  <a:lnTo>
                    <a:pt x="90170" y="7620"/>
                  </a:lnTo>
                  <a:lnTo>
                    <a:pt x="90170" y="3810"/>
                  </a:lnTo>
                  <a:close/>
                </a:path>
                <a:path w="256539" h="7619">
                  <a:moveTo>
                    <a:pt x="91440" y="0"/>
                  </a:moveTo>
                  <a:lnTo>
                    <a:pt x="0" y="0"/>
                  </a:lnTo>
                  <a:lnTo>
                    <a:pt x="0" y="2540"/>
                  </a:lnTo>
                  <a:lnTo>
                    <a:pt x="91440" y="2540"/>
                  </a:lnTo>
                  <a:lnTo>
                    <a:pt x="91440" y="0"/>
                  </a:lnTo>
                  <a:close/>
                </a:path>
                <a:path w="256539" h="7619">
                  <a:moveTo>
                    <a:pt x="256540" y="3810"/>
                  </a:moveTo>
                  <a:lnTo>
                    <a:pt x="127000" y="3810"/>
                  </a:lnTo>
                  <a:lnTo>
                    <a:pt x="127000" y="7620"/>
                  </a:lnTo>
                  <a:lnTo>
                    <a:pt x="256540" y="7620"/>
                  </a:lnTo>
                  <a:lnTo>
                    <a:pt x="256540" y="3810"/>
                  </a:lnTo>
                  <a:close/>
                </a:path>
                <a:path w="256539" h="7619">
                  <a:moveTo>
                    <a:pt x="256540" y="0"/>
                  </a:moveTo>
                  <a:lnTo>
                    <a:pt x="127000" y="0"/>
                  </a:lnTo>
                  <a:lnTo>
                    <a:pt x="127000" y="2540"/>
                  </a:lnTo>
                  <a:lnTo>
                    <a:pt x="256540" y="2540"/>
                  </a:lnTo>
                  <a:lnTo>
                    <a:pt x="256540" y="0"/>
                  </a:lnTo>
                  <a:close/>
                </a:path>
              </a:pathLst>
            </a:custGeom>
            <a:solidFill>
              <a:srgbClr val="3B1A3B"/>
            </a:solidFill>
          </p:spPr>
          <p:txBody>
            <a:bodyPr wrap="square" lIns="0" tIns="0" rIns="0" bIns="0" rtlCol="0"/>
            <a:lstStyle/>
            <a:p/>
          </p:txBody>
        </p:sp>
        <p:sp>
          <p:nvSpPr>
            <p:cNvPr id="1753" name="object 1753"/>
            <p:cNvSpPr/>
            <p:nvPr/>
          </p:nvSpPr>
          <p:spPr>
            <a:xfrm>
              <a:off x="5355590" y="1254759"/>
              <a:ext cx="256540" cy="7620"/>
            </a:xfrm>
            <a:custGeom>
              <a:avLst/>
              <a:gdLst/>
              <a:ahLst/>
              <a:cxnLst/>
              <a:rect l="l" t="t" r="r" b="b"/>
              <a:pathLst>
                <a:path w="256539" h="7619">
                  <a:moveTo>
                    <a:pt x="90170" y="0"/>
                  </a:moveTo>
                  <a:lnTo>
                    <a:pt x="0" y="0"/>
                  </a:lnTo>
                  <a:lnTo>
                    <a:pt x="0" y="7620"/>
                  </a:lnTo>
                  <a:lnTo>
                    <a:pt x="90170" y="7620"/>
                  </a:lnTo>
                  <a:lnTo>
                    <a:pt x="90170" y="0"/>
                  </a:lnTo>
                  <a:close/>
                </a:path>
                <a:path w="256539" h="7619">
                  <a:moveTo>
                    <a:pt x="256540" y="0"/>
                  </a:moveTo>
                  <a:lnTo>
                    <a:pt x="127000" y="0"/>
                  </a:lnTo>
                  <a:lnTo>
                    <a:pt x="127000" y="7620"/>
                  </a:lnTo>
                  <a:lnTo>
                    <a:pt x="256540" y="7620"/>
                  </a:lnTo>
                  <a:lnTo>
                    <a:pt x="256540" y="0"/>
                  </a:lnTo>
                  <a:close/>
                </a:path>
              </a:pathLst>
            </a:custGeom>
            <a:solidFill>
              <a:srgbClr val="3C1A3C"/>
            </a:solidFill>
          </p:spPr>
          <p:txBody>
            <a:bodyPr wrap="square" lIns="0" tIns="0" rIns="0" bIns="0" rtlCol="0"/>
            <a:lstStyle/>
            <a:p/>
          </p:txBody>
        </p:sp>
        <p:sp>
          <p:nvSpPr>
            <p:cNvPr id="1754" name="object 1754"/>
            <p:cNvSpPr/>
            <p:nvPr/>
          </p:nvSpPr>
          <p:spPr>
            <a:xfrm>
              <a:off x="5355590" y="1262379"/>
              <a:ext cx="256540" cy="6350"/>
            </a:xfrm>
            <a:custGeom>
              <a:avLst/>
              <a:gdLst/>
              <a:ahLst/>
              <a:cxnLst/>
              <a:rect l="l" t="t" r="r" b="b"/>
              <a:pathLst>
                <a:path w="256539" h="6350">
                  <a:moveTo>
                    <a:pt x="90170" y="0"/>
                  </a:moveTo>
                  <a:lnTo>
                    <a:pt x="0" y="0"/>
                  </a:lnTo>
                  <a:lnTo>
                    <a:pt x="0" y="6350"/>
                  </a:lnTo>
                  <a:lnTo>
                    <a:pt x="90170" y="6350"/>
                  </a:lnTo>
                  <a:lnTo>
                    <a:pt x="90170" y="0"/>
                  </a:lnTo>
                  <a:close/>
                </a:path>
                <a:path w="256539" h="6350">
                  <a:moveTo>
                    <a:pt x="256540" y="0"/>
                  </a:moveTo>
                  <a:lnTo>
                    <a:pt x="127000" y="0"/>
                  </a:lnTo>
                  <a:lnTo>
                    <a:pt x="127000" y="6350"/>
                  </a:lnTo>
                  <a:lnTo>
                    <a:pt x="256540" y="6350"/>
                  </a:lnTo>
                  <a:lnTo>
                    <a:pt x="256540" y="0"/>
                  </a:lnTo>
                  <a:close/>
                </a:path>
              </a:pathLst>
            </a:custGeom>
            <a:solidFill>
              <a:srgbClr val="3D193D"/>
            </a:solidFill>
          </p:spPr>
          <p:txBody>
            <a:bodyPr wrap="square" lIns="0" tIns="0" rIns="0" bIns="0" rtlCol="0"/>
            <a:lstStyle/>
            <a:p/>
          </p:txBody>
        </p:sp>
        <p:sp>
          <p:nvSpPr>
            <p:cNvPr id="1755" name="object 1755"/>
            <p:cNvSpPr/>
            <p:nvPr/>
          </p:nvSpPr>
          <p:spPr>
            <a:xfrm>
              <a:off x="5355590" y="1268729"/>
              <a:ext cx="256540" cy="7620"/>
            </a:xfrm>
            <a:custGeom>
              <a:avLst/>
              <a:gdLst/>
              <a:ahLst/>
              <a:cxnLst/>
              <a:rect l="l" t="t" r="r" b="b"/>
              <a:pathLst>
                <a:path w="256539" h="7619">
                  <a:moveTo>
                    <a:pt x="90170" y="0"/>
                  </a:moveTo>
                  <a:lnTo>
                    <a:pt x="0" y="0"/>
                  </a:lnTo>
                  <a:lnTo>
                    <a:pt x="0" y="7620"/>
                  </a:lnTo>
                  <a:lnTo>
                    <a:pt x="90170" y="7620"/>
                  </a:lnTo>
                  <a:lnTo>
                    <a:pt x="90170" y="0"/>
                  </a:lnTo>
                  <a:close/>
                </a:path>
                <a:path w="256539" h="7619">
                  <a:moveTo>
                    <a:pt x="256540" y="0"/>
                  </a:moveTo>
                  <a:lnTo>
                    <a:pt x="127000" y="0"/>
                  </a:lnTo>
                  <a:lnTo>
                    <a:pt x="127000" y="7620"/>
                  </a:lnTo>
                  <a:lnTo>
                    <a:pt x="256540" y="7620"/>
                  </a:lnTo>
                  <a:lnTo>
                    <a:pt x="256540" y="0"/>
                  </a:lnTo>
                  <a:close/>
                </a:path>
              </a:pathLst>
            </a:custGeom>
            <a:solidFill>
              <a:srgbClr val="3F193F"/>
            </a:solidFill>
          </p:spPr>
          <p:txBody>
            <a:bodyPr wrap="square" lIns="0" tIns="0" rIns="0" bIns="0" rtlCol="0"/>
            <a:lstStyle/>
            <a:p/>
          </p:txBody>
        </p:sp>
        <p:sp>
          <p:nvSpPr>
            <p:cNvPr id="1756" name="object 1756"/>
            <p:cNvSpPr/>
            <p:nvPr/>
          </p:nvSpPr>
          <p:spPr>
            <a:xfrm>
              <a:off x="5355590" y="1276349"/>
              <a:ext cx="256540" cy="7620"/>
            </a:xfrm>
            <a:custGeom>
              <a:avLst/>
              <a:gdLst/>
              <a:ahLst/>
              <a:cxnLst/>
              <a:rect l="l" t="t" r="r" b="b"/>
              <a:pathLst>
                <a:path w="256539" h="7619">
                  <a:moveTo>
                    <a:pt x="91440" y="2540"/>
                  </a:moveTo>
                  <a:lnTo>
                    <a:pt x="90170" y="2540"/>
                  </a:lnTo>
                  <a:lnTo>
                    <a:pt x="90170" y="0"/>
                  </a:lnTo>
                  <a:lnTo>
                    <a:pt x="0" y="0"/>
                  </a:lnTo>
                  <a:lnTo>
                    <a:pt x="0" y="2540"/>
                  </a:lnTo>
                  <a:lnTo>
                    <a:pt x="0" y="7620"/>
                  </a:lnTo>
                  <a:lnTo>
                    <a:pt x="91440" y="7620"/>
                  </a:lnTo>
                  <a:lnTo>
                    <a:pt x="91440" y="2540"/>
                  </a:lnTo>
                  <a:close/>
                </a:path>
                <a:path w="256539" h="7619">
                  <a:moveTo>
                    <a:pt x="256540" y="0"/>
                  </a:moveTo>
                  <a:lnTo>
                    <a:pt x="127000" y="0"/>
                  </a:lnTo>
                  <a:lnTo>
                    <a:pt x="127000" y="7620"/>
                  </a:lnTo>
                  <a:lnTo>
                    <a:pt x="256540" y="7620"/>
                  </a:lnTo>
                  <a:lnTo>
                    <a:pt x="256540" y="0"/>
                  </a:lnTo>
                  <a:close/>
                </a:path>
              </a:pathLst>
            </a:custGeom>
            <a:solidFill>
              <a:srgbClr val="401940"/>
            </a:solidFill>
          </p:spPr>
          <p:txBody>
            <a:bodyPr wrap="square" lIns="0" tIns="0" rIns="0" bIns="0" rtlCol="0"/>
            <a:lstStyle/>
            <a:p/>
          </p:txBody>
        </p:sp>
        <p:sp>
          <p:nvSpPr>
            <p:cNvPr id="1757" name="object 1757"/>
            <p:cNvSpPr/>
            <p:nvPr/>
          </p:nvSpPr>
          <p:spPr>
            <a:xfrm>
              <a:off x="5355590" y="128396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411841"/>
            </a:solidFill>
          </p:spPr>
          <p:txBody>
            <a:bodyPr wrap="square" lIns="0" tIns="0" rIns="0" bIns="0" rtlCol="0"/>
            <a:lstStyle/>
            <a:p/>
          </p:txBody>
        </p:sp>
        <p:sp>
          <p:nvSpPr>
            <p:cNvPr id="1758" name="object 1758"/>
            <p:cNvSpPr/>
            <p:nvPr/>
          </p:nvSpPr>
          <p:spPr>
            <a:xfrm>
              <a:off x="5355590" y="1291589"/>
              <a:ext cx="256540" cy="6350"/>
            </a:xfrm>
            <a:custGeom>
              <a:avLst/>
              <a:gdLst/>
              <a:ahLst/>
              <a:cxnLst/>
              <a:rect l="l" t="t" r="r" b="b"/>
              <a:pathLst>
                <a:path w="256539" h="6350">
                  <a:moveTo>
                    <a:pt x="91440" y="0"/>
                  </a:moveTo>
                  <a:lnTo>
                    <a:pt x="0" y="0"/>
                  </a:lnTo>
                  <a:lnTo>
                    <a:pt x="0" y="6350"/>
                  </a:lnTo>
                  <a:lnTo>
                    <a:pt x="91440" y="6350"/>
                  </a:lnTo>
                  <a:lnTo>
                    <a:pt x="91440" y="0"/>
                  </a:lnTo>
                  <a:close/>
                </a:path>
                <a:path w="256539" h="6350">
                  <a:moveTo>
                    <a:pt x="256540" y="0"/>
                  </a:moveTo>
                  <a:lnTo>
                    <a:pt x="127000" y="0"/>
                  </a:lnTo>
                  <a:lnTo>
                    <a:pt x="127000" y="6350"/>
                  </a:lnTo>
                  <a:lnTo>
                    <a:pt x="256540" y="6350"/>
                  </a:lnTo>
                  <a:lnTo>
                    <a:pt x="256540" y="0"/>
                  </a:lnTo>
                  <a:close/>
                </a:path>
              </a:pathLst>
            </a:custGeom>
            <a:solidFill>
              <a:srgbClr val="421842"/>
            </a:solidFill>
          </p:spPr>
          <p:txBody>
            <a:bodyPr wrap="square" lIns="0" tIns="0" rIns="0" bIns="0" rtlCol="0"/>
            <a:lstStyle/>
            <a:p/>
          </p:txBody>
        </p:sp>
        <p:sp>
          <p:nvSpPr>
            <p:cNvPr id="1759" name="object 1759"/>
            <p:cNvSpPr/>
            <p:nvPr/>
          </p:nvSpPr>
          <p:spPr>
            <a:xfrm>
              <a:off x="5355590" y="129793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431743"/>
            </a:solidFill>
          </p:spPr>
          <p:txBody>
            <a:bodyPr wrap="square" lIns="0" tIns="0" rIns="0" bIns="0" rtlCol="0"/>
            <a:lstStyle/>
            <a:p/>
          </p:txBody>
        </p:sp>
        <p:sp>
          <p:nvSpPr>
            <p:cNvPr id="1760" name="object 1760"/>
            <p:cNvSpPr/>
            <p:nvPr/>
          </p:nvSpPr>
          <p:spPr>
            <a:xfrm>
              <a:off x="5355590" y="1305559"/>
              <a:ext cx="256540" cy="7620"/>
            </a:xfrm>
            <a:custGeom>
              <a:avLst/>
              <a:gdLst/>
              <a:ahLst/>
              <a:cxnLst/>
              <a:rect l="l" t="t" r="r" b="b"/>
              <a:pathLst>
                <a:path w="256539" h="7619">
                  <a:moveTo>
                    <a:pt x="91440" y="0"/>
                  </a:moveTo>
                  <a:lnTo>
                    <a:pt x="0" y="0"/>
                  </a:lnTo>
                  <a:lnTo>
                    <a:pt x="0" y="7620"/>
                  </a:lnTo>
                  <a:lnTo>
                    <a:pt x="91440" y="7620"/>
                  </a:lnTo>
                  <a:lnTo>
                    <a:pt x="91440" y="0"/>
                  </a:lnTo>
                  <a:close/>
                </a:path>
                <a:path w="256539" h="7619">
                  <a:moveTo>
                    <a:pt x="256540" y="0"/>
                  </a:moveTo>
                  <a:lnTo>
                    <a:pt x="127000" y="0"/>
                  </a:lnTo>
                  <a:lnTo>
                    <a:pt x="127000" y="7620"/>
                  </a:lnTo>
                  <a:lnTo>
                    <a:pt x="256540" y="7620"/>
                  </a:lnTo>
                  <a:lnTo>
                    <a:pt x="256540" y="0"/>
                  </a:lnTo>
                  <a:close/>
                </a:path>
              </a:pathLst>
            </a:custGeom>
            <a:solidFill>
              <a:srgbClr val="441744"/>
            </a:solidFill>
          </p:spPr>
          <p:txBody>
            <a:bodyPr wrap="square" lIns="0" tIns="0" rIns="0" bIns="0" rtlCol="0"/>
            <a:lstStyle/>
            <a:p/>
          </p:txBody>
        </p:sp>
        <p:sp>
          <p:nvSpPr>
            <p:cNvPr id="1761" name="object 1761"/>
            <p:cNvSpPr/>
            <p:nvPr/>
          </p:nvSpPr>
          <p:spPr>
            <a:xfrm>
              <a:off x="5356860" y="1313179"/>
              <a:ext cx="255270" cy="6350"/>
            </a:xfrm>
            <a:custGeom>
              <a:avLst/>
              <a:gdLst/>
              <a:ahLst/>
              <a:cxnLst/>
              <a:rect l="l" t="t" r="r" b="b"/>
              <a:pathLst>
                <a:path w="255270" h="6350">
                  <a:moveTo>
                    <a:pt x="90170" y="0"/>
                  </a:moveTo>
                  <a:lnTo>
                    <a:pt x="0" y="0"/>
                  </a:lnTo>
                  <a:lnTo>
                    <a:pt x="0" y="6350"/>
                  </a:lnTo>
                  <a:lnTo>
                    <a:pt x="90170" y="6350"/>
                  </a:lnTo>
                  <a:lnTo>
                    <a:pt x="90170" y="0"/>
                  </a:lnTo>
                  <a:close/>
                </a:path>
                <a:path w="255270" h="6350">
                  <a:moveTo>
                    <a:pt x="255270" y="0"/>
                  </a:moveTo>
                  <a:lnTo>
                    <a:pt x="125730" y="0"/>
                  </a:lnTo>
                  <a:lnTo>
                    <a:pt x="125730" y="6350"/>
                  </a:lnTo>
                  <a:lnTo>
                    <a:pt x="255270" y="6350"/>
                  </a:lnTo>
                  <a:lnTo>
                    <a:pt x="255270" y="0"/>
                  </a:lnTo>
                  <a:close/>
                </a:path>
              </a:pathLst>
            </a:custGeom>
            <a:solidFill>
              <a:srgbClr val="451645"/>
            </a:solidFill>
          </p:spPr>
          <p:txBody>
            <a:bodyPr wrap="square" lIns="0" tIns="0" rIns="0" bIns="0" rtlCol="0"/>
            <a:lstStyle/>
            <a:p/>
          </p:txBody>
        </p:sp>
        <p:sp>
          <p:nvSpPr>
            <p:cNvPr id="1762" name="object 1762"/>
            <p:cNvSpPr/>
            <p:nvPr/>
          </p:nvSpPr>
          <p:spPr>
            <a:xfrm>
              <a:off x="5356860" y="1319529"/>
              <a:ext cx="255270" cy="7620"/>
            </a:xfrm>
            <a:custGeom>
              <a:avLst/>
              <a:gdLst/>
              <a:ahLst/>
              <a:cxnLst/>
              <a:rect l="l" t="t" r="r" b="b"/>
              <a:pathLst>
                <a:path w="255270" h="7619">
                  <a:moveTo>
                    <a:pt x="90170" y="0"/>
                  </a:moveTo>
                  <a:lnTo>
                    <a:pt x="0" y="0"/>
                  </a:lnTo>
                  <a:lnTo>
                    <a:pt x="0" y="7620"/>
                  </a:lnTo>
                  <a:lnTo>
                    <a:pt x="90170" y="7620"/>
                  </a:lnTo>
                  <a:lnTo>
                    <a:pt x="90170" y="0"/>
                  </a:lnTo>
                  <a:close/>
                </a:path>
                <a:path w="255270" h="7619">
                  <a:moveTo>
                    <a:pt x="255270" y="0"/>
                  </a:moveTo>
                  <a:lnTo>
                    <a:pt x="125730" y="0"/>
                  </a:lnTo>
                  <a:lnTo>
                    <a:pt x="125730" y="7620"/>
                  </a:lnTo>
                  <a:lnTo>
                    <a:pt x="255270" y="7620"/>
                  </a:lnTo>
                  <a:lnTo>
                    <a:pt x="255270" y="0"/>
                  </a:lnTo>
                  <a:close/>
                </a:path>
              </a:pathLst>
            </a:custGeom>
            <a:solidFill>
              <a:srgbClr val="461646"/>
            </a:solidFill>
          </p:spPr>
          <p:txBody>
            <a:bodyPr wrap="square" lIns="0" tIns="0" rIns="0" bIns="0" rtlCol="0"/>
            <a:lstStyle/>
            <a:p/>
          </p:txBody>
        </p:sp>
        <p:sp>
          <p:nvSpPr>
            <p:cNvPr id="1763" name="object 1763"/>
            <p:cNvSpPr/>
            <p:nvPr/>
          </p:nvSpPr>
          <p:spPr>
            <a:xfrm>
              <a:off x="5356860" y="1327149"/>
              <a:ext cx="255270" cy="7620"/>
            </a:xfrm>
            <a:custGeom>
              <a:avLst/>
              <a:gdLst/>
              <a:ahLst/>
              <a:cxnLst/>
              <a:rect l="l" t="t" r="r" b="b"/>
              <a:pathLst>
                <a:path w="255270" h="7619">
                  <a:moveTo>
                    <a:pt x="91440" y="3810"/>
                  </a:moveTo>
                  <a:lnTo>
                    <a:pt x="90170" y="3810"/>
                  </a:lnTo>
                  <a:lnTo>
                    <a:pt x="90170" y="0"/>
                  </a:lnTo>
                  <a:lnTo>
                    <a:pt x="0" y="0"/>
                  </a:lnTo>
                  <a:lnTo>
                    <a:pt x="0" y="3810"/>
                  </a:lnTo>
                  <a:lnTo>
                    <a:pt x="0" y="7620"/>
                  </a:lnTo>
                  <a:lnTo>
                    <a:pt x="91440" y="7620"/>
                  </a:lnTo>
                  <a:lnTo>
                    <a:pt x="91440" y="3810"/>
                  </a:lnTo>
                  <a:close/>
                </a:path>
                <a:path w="255270" h="7619">
                  <a:moveTo>
                    <a:pt x="255270" y="0"/>
                  </a:moveTo>
                  <a:lnTo>
                    <a:pt x="125730" y="0"/>
                  </a:lnTo>
                  <a:lnTo>
                    <a:pt x="125730" y="7620"/>
                  </a:lnTo>
                  <a:lnTo>
                    <a:pt x="255270" y="7620"/>
                  </a:lnTo>
                  <a:lnTo>
                    <a:pt x="255270" y="0"/>
                  </a:lnTo>
                  <a:close/>
                </a:path>
              </a:pathLst>
            </a:custGeom>
            <a:solidFill>
              <a:srgbClr val="471647"/>
            </a:solidFill>
          </p:spPr>
          <p:txBody>
            <a:bodyPr wrap="square" lIns="0" tIns="0" rIns="0" bIns="0" rtlCol="0"/>
            <a:lstStyle/>
            <a:p/>
          </p:txBody>
        </p:sp>
        <p:sp>
          <p:nvSpPr>
            <p:cNvPr id="1764" name="object 1764"/>
            <p:cNvSpPr/>
            <p:nvPr/>
          </p:nvSpPr>
          <p:spPr>
            <a:xfrm>
              <a:off x="5356860" y="1334769"/>
              <a:ext cx="255270" cy="7620"/>
            </a:xfrm>
            <a:custGeom>
              <a:avLst/>
              <a:gdLst/>
              <a:ahLst/>
              <a:cxnLst/>
              <a:rect l="l" t="t" r="r" b="b"/>
              <a:pathLst>
                <a:path w="255270" h="7619">
                  <a:moveTo>
                    <a:pt x="91440" y="0"/>
                  </a:moveTo>
                  <a:lnTo>
                    <a:pt x="0" y="0"/>
                  </a:lnTo>
                  <a:lnTo>
                    <a:pt x="0" y="7620"/>
                  </a:lnTo>
                  <a:lnTo>
                    <a:pt x="91440" y="7620"/>
                  </a:lnTo>
                  <a:lnTo>
                    <a:pt x="91440" y="0"/>
                  </a:lnTo>
                  <a:close/>
                </a:path>
                <a:path w="255270" h="7619">
                  <a:moveTo>
                    <a:pt x="255270" y="0"/>
                  </a:moveTo>
                  <a:lnTo>
                    <a:pt x="125730" y="0"/>
                  </a:lnTo>
                  <a:lnTo>
                    <a:pt x="125730" y="7620"/>
                  </a:lnTo>
                  <a:lnTo>
                    <a:pt x="255270" y="7620"/>
                  </a:lnTo>
                  <a:lnTo>
                    <a:pt x="255270" y="0"/>
                  </a:lnTo>
                  <a:close/>
                </a:path>
              </a:pathLst>
            </a:custGeom>
            <a:solidFill>
              <a:srgbClr val="481548"/>
            </a:solidFill>
          </p:spPr>
          <p:txBody>
            <a:bodyPr wrap="square" lIns="0" tIns="0" rIns="0" bIns="0" rtlCol="0"/>
            <a:lstStyle/>
            <a:p/>
          </p:txBody>
        </p:sp>
        <p:sp>
          <p:nvSpPr>
            <p:cNvPr id="1765" name="object 1765"/>
            <p:cNvSpPr/>
            <p:nvPr/>
          </p:nvSpPr>
          <p:spPr>
            <a:xfrm>
              <a:off x="5356860" y="1342389"/>
              <a:ext cx="255270" cy="6350"/>
            </a:xfrm>
            <a:custGeom>
              <a:avLst/>
              <a:gdLst/>
              <a:ahLst/>
              <a:cxnLst/>
              <a:rect l="l" t="t" r="r" b="b"/>
              <a:pathLst>
                <a:path w="255270" h="6350">
                  <a:moveTo>
                    <a:pt x="91440" y="0"/>
                  </a:moveTo>
                  <a:lnTo>
                    <a:pt x="0" y="0"/>
                  </a:lnTo>
                  <a:lnTo>
                    <a:pt x="0" y="1270"/>
                  </a:lnTo>
                  <a:lnTo>
                    <a:pt x="1270" y="1270"/>
                  </a:lnTo>
                  <a:lnTo>
                    <a:pt x="1270" y="6350"/>
                  </a:lnTo>
                  <a:lnTo>
                    <a:pt x="91440" y="6350"/>
                  </a:lnTo>
                  <a:lnTo>
                    <a:pt x="91440" y="1270"/>
                  </a:lnTo>
                  <a:lnTo>
                    <a:pt x="91440" y="0"/>
                  </a:lnTo>
                  <a:close/>
                </a:path>
                <a:path w="255270" h="6350">
                  <a:moveTo>
                    <a:pt x="255270" y="0"/>
                  </a:moveTo>
                  <a:lnTo>
                    <a:pt x="125730" y="0"/>
                  </a:lnTo>
                  <a:lnTo>
                    <a:pt x="125730" y="6350"/>
                  </a:lnTo>
                  <a:lnTo>
                    <a:pt x="255270" y="6350"/>
                  </a:lnTo>
                  <a:lnTo>
                    <a:pt x="255270" y="0"/>
                  </a:lnTo>
                  <a:close/>
                </a:path>
              </a:pathLst>
            </a:custGeom>
            <a:solidFill>
              <a:srgbClr val="491549"/>
            </a:solidFill>
          </p:spPr>
          <p:txBody>
            <a:bodyPr wrap="square" lIns="0" tIns="0" rIns="0" bIns="0" rtlCol="0"/>
            <a:lstStyle/>
            <a:p/>
          </p:txBody>
        </p:sp>
        <p:sp>
          <p:nvSpPr>
            <p:cNvPr id="1766" name="object 1766"/>
            <p:cNvSpPr/>
            <p:nvPr/>
          </p:nvSpPr>
          <p:spPr>
            <a:xfrm>
              <a:off x="5358130" y="1348739"/>
              <a:ext cx="254000" cy="7620"/>
            </a:xfrm>
            <a:custGeom>
              <a:avLst/>
              <a:gdLst/>
              <a:ahLst/>
              <a:cxnLst/>
              <a:rect l="l" t="t" r="r" b="b"/>
              <a:pathLst>
                <a:path w="254000" h="7619">
                  <a:moveTo>
                    <a:pt x="91427" y="5080"/>
                  </a:moveTo>
                  <a:lnTo>
                    <a:pt x="90170" y="5080"/>
                  </a:lnTo>
                  <a:lnTo>
                    <a:pt x="90170" y="0"/>
                  </a:lnTo>
                  <a:lnTo>
                    <a:pt x="0" y="0"/>
                  </a:lnTo>
                  <a:lnTo>
                    <a:pt x="0" y="5080"/>
                  </a:lnTo>
                  <a:lnTo>
                    <a:pt x="0" y="7620"/>
                  </a:lnTo>
                  <a:lnTo>
                    <a:pt x="91427" y="7620"/>
                  </a:lnTo>
                  <a:lnTo>
                    <a:pt x="91427" y="5080"/>
                  </a:lnTo>
                  <a:close/>
                </a:path>
                <a:path w="254000" h="7619">
                  <a:moveTo>
                    <a:pt x="254000" y="0"/>
                  </a:moveTo>
                  <a:lnTo>
                    <a:pt x="124460" y="0"/>
                  </a:lnTo>
                  <a:lnTo>
                    <a:pt x="124460" y="7620"/>
                  </a:lnTo>
                  <a:lnTo>
                    <a:pt x="254000" y="7620"/>
                  </a:lnTo>
                  <a:lnTo>
                    <a:pt x="254000" y="0"/>
                  </a:lnTo>
                  <a:close/>
                </a:path>
              </a:pathLst>
            </a:custGeom>
            <a:solidFill>
              <a:srgbClr val="4A144A"/>
            </a:solidFill>
          </p:spPr>
          <p:txBody>
            <a:bodyPr wrap="square" lIns="0" tIns="0" rIns="0" bIns="0" rtlCol="0"/>
            <a:lstStyle/>
            <a:p/>
          </p:txBody>
        </p:sp>
        <p:sp>
          <p:nvSpPr>
            <p:cNvPr id="1767" name="object 1767"/>
            <p:cNvSpPr/>
            <p:nvPr/>
          </p:nvSpPr>
          <p:spPr>
            <a:xfrm>
              <a:off x="5358130" y="1356359"/>
              <a:ext cx="254000" cy="7620"/>
            </a:xfrm>
            <a:custGeom>
              <a:avLst/>
              <a:gdLst/>
              <a:ahLst/>
              <a:cxnLst/>
              <a:rect l="l" t="t" r="r" b="b"/>
              <a:pathLst>
                <a:path w="254000" h="7619">
                  <a:moveTo>
                    <a:pt x="91440" y="7620"/>
                  </a:moveTo>
                  <a:lnTo>
                    <a:pt x="91427" y="0"/>
                  </a:lnTo>
                  <a:lnTo>
                    <a:pt x="0" y="0"/>
                  </a:lnTo>
                  <a:lnTo>
                    <a:pt x="0" y="7620"/>
                  </a:lnTo>
                  <a:lnTo>
                    <a:pt x="91440" y="7620"/>
                  </a:lnTo>
                  <a:close/>
                </a:path>
                <a:path w="254000" h="7619">
                  <a:moveTo>
                    <a:pt x="254000" y="0"/>
                  </a:moveTo>
                  <a:lnTo>
                    <a:pt x="124460" y="0"/>
                  </a:lnTo>
                  <a:lnTo>
                    <a:pt x="124460" y="7620"/>
                  </a:lnTo>
                  <a:lnTo>
                    <a:pt x="254000" y="7620"/>
                  </a:lnTo>
                  <a:lnTo>
                    <a:pt x="254000" y="0"/>
                  </a:lnTo>
                  <a:close/>
                </a:path>
              </a:pathLst>
            </a:custGeom>
            <a:solidFill>
              <a:srgbClr val="4C144C"/>
            </a:solidFill>
          </p:spPr>
          <p:txBody>
            <a:bodyPr wrap="square" lIns="0" tIns="0" rIns="0" bIns="0" rtlCol="0"/>
            <a:lstStyle/>
            <a:p/>
          </p:txBody>
        </p:sp>
        <p:sp>
          <p:nvSpPr>
            <p:cNvPr id="1768" name="object 1768"/>
            <p:cNvSpPr/>
            <p:nvPr/>
          </p:nvSpPr>
          <p:spPr>
            <a:xfrm>
              <a:off x="5358130" y="1363979"/>
              <a:ext cx="254000" cy="6350"/>
            </a:xfrm>
            <a:custGeom>
              <a:avLst/>
              <a:gdLst/>
              <a:ahLst/>
              <a:cxnLst/>
              <a:rect l="l" t="t" r="r" b="b"/>
              <a:pathLst>
                <a:path w="254000" h="6350">
                  <a:moveTo>
                    <a:pt x="91440" y="0"/>
                  </a:moveTo>
                  <a:lnTo>
                    <a:pt x="0" y="0"/>
                  </a:lnTo>
                  <a:lnTo>
                    <a:pt x="0" y="6350"/>
                  </a:lnTo>
                  <a:lnTo>
                    <a:pt x="91440" y="6350"/>
                  </a:lnTo>
                  <a:lnTo>
                    <a:pt x="91440" y="0"/>
                  </a:lnTo>
                  <a:close/>
                </a:path>
                <a:path w="254000" h="6350">
                  <a:moveTo>
                    <a:pt x="254000" y="0"/>
                  </a:moveTo>
                  <a:lnTo>
                    <a:pt x="124460" y="0"/>
                  </a:lnTo>
                  <a:lnTo>
                    <a:pt x="124460" y="6350"/>
                  </a:lnTo>
                  <a:lnTo>
                    <a:pt x="254000" y="6350"/>
                  </a:lnTo>
                  <a:lnTo>
                    <a:pt x="254000" y="0"/>
                  </a:lnTo>
                  <a:close/>
                </a:path>
              </a:pathLst>
            </a:custGeom>
            <a:solidFill>
              <a:srgbClr val="4D134D"/>
            </a:solidFill>
          </p:spPr>
          <p:txBody>
            <a:bodyPr wrap="square" lIns="0" tIns="0" rIns="0" bIns="0" rtlCol="0"/>
            <a:lstStyle/>
            <a:p/>
          </p:txBody>
        </p:sp>
        <p:sp>
          <p:nvSpPr>
            <p:cNvPr id="1769" name="object 1769"/>
            <p:cNvSpPr/>
            <p:nvPr/>
          </p:nvSpPr>
          <p:spPr>
            <a:xfrm>
              <a:off x="5358130" y="1370329"/>
              <a:ext cx="254000" cy="7620"/>
            </a:xfrm>
            <a:custGeom>
              <a:avLst/>
              <a:gdLst/>
              <a:ahLst/>
              <a:cxnLst/>
              <a:rect l="l" t="t" r="r" b="b"/>
              <a:pathLst>
                <a:path w="254000" h="7619">
                  <a:moveTo>
                    <a:pt x="92710" y="3810"/>
                  </a:moveTo>
                  <a:lnTo>
                    <a:pt x="91440" y="3810"/>
                  </a:lnTo>
                  <a:lnTo>
                    <a:pt x="91440" y="2540"/>
                  </a:lnTo>
                  <a:lnTo>
                    <a:pt x="91440" y="0"/>
                  </a:lnTo>
                  <a:lnTo>
                    <a:pt x="0" y="0"/>
                  </a:lnTo>
                  <a:lnTo>
                    <a:pt x="0" y="2540"/>
                  </a:lnTo>
                  <a:lnTo>
                    <a:pt x="1270" y="2540"/>
                  </a:lnTo>
                  <a:lnTo>
                    <a:pt x="1270" y="3810"/>
                  </a:lnTo>
                  <a:lnTo>
                    <a:pt x="1270" y="7620"/>
                  </a:lnTo>
                  <a:lnTo>
                    <a:pt x="92710" y="7620"/>
                  </a:lnTo>
                  <a:lnTo>
                    <a:pt x="92710" y="3810"/>
                  </a:lnTo>
                  <a:close/>
                </a:path>
                <a:path w="254000" h="7619">
                  <a:moveTo>
                    <a:pt x="254000" y="0"/>
                  </a:moveTo>
                  <a:lnTo>
                    <a:pt x="124460" y="0"/>
                  </a:lnTo>
                  <a:lnTo>
                    <a:pt x="124460" y="7620"/>
                  </a:lnTo>
                  <a:lnTo>
                    <a:pt x="254000" y="7620"/>
                  </a:lnTo>
                  <a:lnTo>
                    <a:pt x="254000" y="0"/>
                  </a:lnTo>
                  <a:close/>
                </a:path>
              </a:pathLst>
            </a:custGeom>
            <a:solidFill>
              <a:srgbClr val="4E134E"/>
            </a:solidFill>
          </p:spPr>
          <p:txBody>
            <a:bodyPr wrap="square" lIns="0" tIns="0" rIns="0" bIns="0" rtlCol="0"/>
            <a:lstStyle/>
            <a:p/>
          </p:txBody>
        </p:sp>
        <p:sp>
          <p:nvSpPr>
            <p:cNvPr id="1770" name="object 1770"/>
            <p:cNvSpPr/>
            <p:nvPr/>
          </p:nvSpPr>
          <p:spPr>
            <a:xfrm>
              <a:off x="5359400" y="1377949"/>
              <a:ext cx="252729" cy="7620"/>
            </a:xfrm>
            <a:custGeom>
              <a:avLst/>
              <a:gdLst/>
              <a:ahLst/>
              <a:cxnLst/>
              <a:rect l="l" t="t" r="r" b="b"/>
              <a:pathLst>
                <a:path w="252729" h="7619">
                  <a:moveTo>
                    <a:pt x="91440" y="0"/>
                  </a:moveTo>
                  <a:lnTo>
                    <a:pt x="0" y="0"/>
                  </a:lnTo>
                  <a:lnTo>
                    <a:pt x="0" y="7620"/>
                  </a:lnTo>
                  <a:lnTo>
                    <a:pt x="91440" y="7620"/>
                  </a:lnTo>
                  <a:lnTo>
                    <a:pt x="91440" y="0"/>
                  </a:lnTo>
                  <a:close/>
                </a:path>
                <a:path w="252729" h="7619">
                  <a:moveTo>
                    <a:pt x="252730" y="0"/>
                  </a:moveTo>
                  <a:lnTo>
                    <a:pt x="123190" y="0"/>
                  </a:lnTo>
                  <a:lnTo>
                    <a:pt x="123190" y="7620"/>
                  </a:lnTo>
                  <a:lnTo>
                    <a:pt x="252730" y="7620"/>
                  </a:lnTo>
                  <a:lnTo>
                    <a:pt x="252730" y="0"/>
                  </a:lnTo>
                  <a:close/>
                </a:path>
              </a:pathLst>
            </a:custGeom>
            <a:solidFill>
              <a:srgbClr val="4F134F"/>
            </a:solidFill>
          </p:spPr>
          <p:txBody>
            <a:bodyPr wrap="square" lIns="0" tIns="0" rIns="0" bIns="0" rtlCol="0"/>
            <a:lstStyle/>
            <a:p/>
          </p:txBody>
        </p:sp>
        <p:sp>
          <p:nvSpPr>
            <p:cNvPr id="1771" name="object 1771"/>
            <p:cNvSpPr/>
            <p:nvPr/>
          </p:nvSpPr>
          <p:spPr>
            <a:xfrm>
              <a:off x="5359400" y="1385569"/>
              <a:ext cx="252729" cy="7620"/>
            </a:xfrm>
            <a:custGeom>
              <a:avLst/>
              <a:gdLst/>
              <a:ahLst/>
              <a:cxnLst/>
              <a:rect l="l" t="t" r="r" b="b"/>
              <a:pathLst>
                <a:path w="252729" h="7619">
                  <a:moveTo>
                    <a:pt x="92710" y="3810"/>
                  </a:moveTo>
                  <a:lnTo>
                    <a:pt x="91440" y="3810"/>
                  </a:lnTo>
                  <a:lnTo>
                    <a:pt x="91440" y="0"/>
                  </a:lnTo>
                  <a:lnTo>
                    <a:pt x="0" y="0"/>
                  </a:lnTo>
                  <a:lnTo>
                    <a:pt x="0" y="3810"/>
                  </a:lnTo>
                  <a:lnTo>
                    <a:pt x="0" y="7620"/>
                  </a:lnTo>
                  <a:lnTo>
                    <a:pt x="92710" y="7620"/>
                  </a:lnTo>
                  <a:lnTo>
                    <a:pt x="92710" y="3810"/>
                  </a:lnTo>
                  <a:close/>
                </a:path>
                <a:path w="252729" h="7619">
                  <a:moveTo>
                    <a:pt x="252730" y="0"/>
                  </a:moveTo>
                  <a:lnTo>
                    <a:pt x="123190" y="0"/>
                  </a:lnTo>
                  <a:lnTo>
                    <a:pt x="123190" y="7620"/>
                  </a:lnTo>
                  <a:lnTo>
                    <a:pt x="252730" y="7620"/>
                  </a:lnTo>
                  <a:lnTo>
                    <a:pt x="252730" y="0"/>
                  </a:lnTo>
                  <a:close/>
                </a:path>
              </a:pathLst>
            </a:custGeom>
            <a:solidFill>
              <a:srgbClr val="501250"/>
            </a:solidFill>
          </p:spPr>
          <p:txBody>
            <a:bodyPr wrap="square" lIns="0" tIns="0" rIns="0" bIns="0" rtlCol="0"/>
            <a:lstStyle/>
            <a:p/>
          </p:txBody>
        </p:sp>
        <p:sp>
          <p:nvSpPr>
            <p:cNvPr id="1772" name="object 1772"/>
            <p:cNvSpPr/>
            <p:nvPr/>
          </p:nvSpPr>
          <p:spPr>
            <a:xfrm>
              <a:off x="5360670" y="1393189"/>
              <a:ext cx="251460" cy="6350"/>
            </a:xfrm>
            <a:custGeom>
              <a:avLst/>
              <a:gdLst/>
              <a:ahLst/>
              <a:cxnLst/>
              <a:rect l="l" t="t" r="r" b="b"/>
              <a:pathLst>
                <a:path w="251460" h="6350">
                  <a:moveTo>
                    <a:pt x="92710" y="5080"/>
                  </a:moveTo>
                  <a:lnTo>
                    <a:pt x="91440" y="5080"/>
                  </a:lnTo>
                  <a:lnTo>
                    <a:pt x="91440" y="0"/>
                  </a:lnTo>
                  <a:lnTo>
                    <a:pt x="0" y="0"/>
                  </a:lnTo>
                  <a:lnTo>
                    <a:pt x="0" y="5080"/>
                  </a:lnTo>
                  <a:lnTo>
                    <a:pt x="0" y="6350"/>
                  </a:lnTo>
                  <a:lnTo>
                    <a:pt x="92710" y="6350"/>
                  </a:lnTo>
                  <a:lnTo>
                    <a:pt x="92710" y="5080"/>
                  </a:lnTo>
                  <a:close/>
                </a:path>
                <a:path w="251460" h="6350">
                  <a:moveTo>
                    <a:pt x="251460" y="0"/>
                  </a:moveTo>
                  <a:lnTo>
                    <a:pt x="121920" y="0"/>
                  </a:lnTo>
                  <a:lnTo>
                    <a:pt x="121920" y="5080"/>
                  </a:lnTo>
                  <a:lnTo>
                    <a:pt x="170180" y="5080"/>
                  </a:lnTo>
                  <a:lnTo>
                    <a:pt x="170180" y="6350"/>
                  </a:lnTo>
                  <a:lnTo>
                    <a:pt x="251460" y="6350"/>
                  </a:lnTo>
                  <a:lnTo>
                    <a:pt x="251460" y="5080"/>
                  </a:lnTo>
                  <a:lnTo>
                    <a:pt x="251460" y="0"/>
                  </a:lnTo>
                  <a:close/>
                </a:path>
              </a:pathLst>
            </a:custGeom>
            <a:solidFill>
              <a:srgbClr val="511251"/>
            </a:solidFill>
          </p:spPr>
          <p:txBody>
            <a:bodyPr wrap="square" lIns="0" tIns="0" rIns="0" bIns="0" rtlCol="0"/>
            <a:lstStyle/>
            <a:p/>
          </p:txBody>
        </p:sp>
        <p:sp>
          <p:nvSpPr>
            <p:cNvPr id="1773" name="object 1773"/>
            <p:cNvSpPr/>
            <p:nvPr/>
          </p:nvSpPr>
          <p:spPr>
            <a:xfrm>
              <a:off x="5360670" y="1399539"/>
              <a:ext cx="251460" cy="7620"/>
            </a:xfrm>
            <a:custGeom>
              <a:avLst/>
              <a:gdLst/>
              <a:ahLst/>
              <a:cxnLst/>
              <a:rect l="l" t="t" r="r" b="b"/>
              <a:pathLst>
                <a:path w="251460" h="7619">
                  <a:moveTo>
                    <a:pt x="92710" y="0"/>
                  </a:moveTo>
                  <a:lnTo>
                    <a:pt x="0" y="0"/>
                  </a:lnTo>
                  <a:lnTo>
                    <a:pt x="0" y="5080"/>
                  </a:lnTo>
                  <a:lnTo>
                    <a:pt x="92710" y="5080"/>
                  </a:lnTo>
                  <a:lnTo>
                    <a:pt x="92710" y="0"/>
                  </a:lnTo>
                  <a:close/>
                </a:path>
                <a:path w="251460" h="7619">
                  <a:moveTo>
                    <a:pt x="93980" y="5080"/>
                  </a:moveTo>
                  <a:lnTo>
                    <a:pt x="92710" y="5080"/>
                  </a:lnTo>
                  <a:lnTo>
                    <a:pt x="92710" y="6350"/>
                  </a:lnTo>
                  <a:lnTo>
                    <a:pt x="0" y="6350"/>
                  </a:lnTo>
                  <a:lnTo>
                    <a:pt x="0" y="7620"/>
                  </a:lnTo>
                  <a:lnTo>
                    <a:pt x="93980" y="7620"/>
                  </a:lnTo>
                  <a:lnTo>
                    <a:pt x="93980" y="6350"/>
                  </a:lnTo>
                  <a:lnTo>
                    <a:pt x="93980" y="5080"/>
                  </a:lnTo>
                  <a:close/>
                </a:path>
                <a:path w="251460" h="7619">
                  <a:moveTo>
                    <a:pt x="251460" y="6350"/>
                  </a:moveTo>
                  <a:lnTo>
                    <a:pt x="170180" y="6350"/>
                  </a:lnTo>
                  <a:lnTo>
                    <a:pt x="170180" y="7620"/>
                  </a:lnTo>
                  <a:lnTo>
                    <a:pt x="251460" y="7620"/>
                  </a:lnTo>
                  <a:lnTo>
                    <a:pt x="251460" y="6350"/>
                  </a:lnTo>
                  <a:close/>
                </a:path>
                <a:path w="251460" h="7619">
                  <a:moveTo>
                    <a:pt x="251460" y="0"/>
                  </a:moveTo>
                  <a:lnTo>
                    <a:pt x="170180" y="0"/>
                  </a:lnTo>
                  <a:lnTo>
                    <a:pt x="170180" y="5080"/>
                  </a:lnTo>
                  <a:lnTo>
                    <a:pt x="251460" y="5080"/>
                  </a:lnTo>
                  <a:lnTo>
                    <a:pt x="251460" y="0"/>
                  </a:lnTo>
                  <a:close/>
                </a:path>
              </a:pathLst>
            </a:custGeom>
            <a:solidFill>
              <a:srgbClr val="521152"/>
            </a:solidFill>
          </p:spPr>
          <p:txBody>
            <a:bodyPr wrap="square" lIns="0" tIns="0" rIns="0" bIns="0" rtlCol="0"/>
            <a:lstStyle/>
            <a:p/>
          </p:txBody>
        </p:sp>
        <p:sp>
          <p:nvSpPr>
            <p:cNvPr id="1774" name="object 1774"/>
            <p:cNvSpPr/>
            <p:nvPr/>
          </p:nvSpPr>
          <p:spPr>
            <a:xfrm>
              <a:off x="5361940" y="1407159"/>
              <a:ext cx="250190" cy="7620"/>
            </a:xfrm>
            <a:custGeom>
              <a:avLst/>
              <a:gdLst/>
              <a:ahLst/>
              <a:cxnLst/>
              <a:rect l="l" t="t" r="r" b="b"/>
              <a:pathLst>
                <a:path w="250189" h="7619">
                  <a:moveTo>
                    <a:pt x="93967" y="6350"/>
                  </a:moveTo>
                  <a:lnTo>
                    <a:pt x="92710" y="6350"/>
                  </a:lnTo>
                  <a:lnTo>
                    <a:pt x="92710" y="0"/>
                  </a:lnTo>
                  <a:lnTo>
                    <a:pt x="0" y="0"/>
                  </a:lnTo>
                  <a:lnTo>
                    <a:pt x="0" y="6350"/>
                  </a:lnTo>
                  <a:lnTo>
                    <a:pt x="0" y="7620"/>
                  </a:lnTo>
                  <a:lnTo>
                    <a:pt x="93967" y="7620"/>
                  </a:lnTo>
                  <a:lnTo>
                    <a:pt x="93967" y="6350"/>
                  </a:lnTo>
                  <a:close/>
                </a:path>
                <a:path w="250189" h="7619">
                  <a:moveTo>
                    <a:pt x="250190" y="0"/>
                  </a:moveTo>
                  <a:lnTo>
                    <a:pt x="168910" y="0"/>
                  </a:lnTo>
                  <a:lnTo>
                    <a:pt x="168910" y="7620"/>
                  </a:lnTo>
                  <a:lnTo>
                    <a:pt x="250190" y="7620"/>
                  </a:lnTo>
                  <a:lnTo>
                    <a:pt x="250190" y="0"/>
                  </a:lnTo>
                  <a:close/>
                </a:path>
              </a:pathLst>
            </a:custGeom>
            <a:solidFill>
              <a:srgbClr val="531153"/>
            </a:solidFill>
          </p:spPr>
          <p:txBody>
            <a:bodyPr wrap="square" lIns="0" tIns="0" rIns="0" bIns="0" rtlCol="0"/>
            <a:lstStyle/>
            <a:p/>
          </p:txBody>
        </p:sp>
        <p:sp>
          <p:nvSpPr>
            <p:cNvPr id="1775" name="object 1775"/>
            <p:cNvSpPr/>
            <p:nvPr/>
          </p:nvSpPr>
          <p:spPr>
            <a:xfrm>
              <a:off x="5361940" y="1414779"/>
              <a:ext cx="250190" cy="6350"/>
            </a:xfrm>
            <a:custGeom>
              <a:avLst/>
              <a:gdLst/>
              <a:ahLst/>
              <a:cxnLst/>
              <a:rect l="l" t="t" r="r" b="b"/>
              <a:pathLst>
                <a:path w="250189" h="6350">
                  <a:moveTo>
                    <a:pt x="95250" y="5080"/>
                  </a:moveTo>
                  <a:lnTo>
                    <a:pt x="93967" y="5080"/>
                  </a:lnTo>
                  <a:lnTo>
                    <a:pt x="93967" y="0"/>
                  </a:lnTo>
                  <a:lnTo>
                    <a:pt x="0" y="0"/>
                  </a:lnTo>
                  <a:lnTo>
                    <a:pt x="0" y="5080"/>
                  </a:lnTo>
                  <a:lnTo>
                    <a:pt x="0" y="6350"/>
                  </a:lnTo>
                  <a:lnTo>
                    <a:pt x="95250" y="6350"/>
                  </a:lnTo>
                  <a:lnTo>
                    <a:pt x="95250" y="5080"/>
                  </a:lnTo>
                  <a:close/>
                </a:path>
                <a:path w="250189" h="6350">
                  <a:moveTo>
                    <a:pt x="250190" y="0"/>
                  </a:moveTo>
                  <a:lnTo>
                    <a:pt x="168910" y="0"/>
                  </a:lnTo>
                  <a:lnTo>
                    <a:pt x="168910" y="6350"/>
                  </a:lnTo>
                  <a:lnTo>
                    <a:pt x="250190" y="6350"/>
                  </a:lnTo>
                  <a:lnTo>
                    <a:pt x="250190" y="0"/>
                  </a:lnTo>
                  <a:close/>
                </a:path>
              </a:pathLst>
            </a:custGeom>
            <a:solidFill>
              <a:srgbClr val="541054"/>
            </a:solidFill>
          </p:spPr>
          <p:txBody>
            <a:bodyPr wrap="square" lIns="0" tIns="0" rIns="0" bIns="0" rtlCol="0"/>
            <a:lstStyle/>
            <a:p/>
          </p:txBody>
        </p:sp>
        <p:sp>
          <p:nvSpPr>
            <p:cNvPr id="1776" name="object 1776"/>
            <p:cNvSpPr/>
            <p:nvPr/>
          </p:nvSpPr>
          <p:spPr>
            <a:xfrm>
              <a:off x="5363210" y="1421129"/>
              <a:ext cx="248920" cy="7620"/>
            </a:xfrm>
            <a:custGeom>
              <a:avLst/>
              <a:gdLst/>
              <a:ahLst/>
              <a:cxnLst/>
              <a:rect l="l" t="t" r="r" b="b"/>
              <a:pathLst>
                <a:path w="248920" h="7619">
                  <a:moveTo>
                    <a:pt x="95250" y="6350"/>
                  </a:moveTo>
                  <a:lnTo>
                    <a:pt x="93980" y="6350"/>
                  </a:lnTo>
                  <a:lnTo>
                    <a:pt x="93980" y="0"/>
                  </a:lnTo>
                  <a:lnTo>
                    <a:pt x="0" y="0"/>
                  </a:lnTo>
                  <a:lnTo>
                    <a:pt x="0" y="6350"/>
                  </a:lnTo>
                  <a:lnTo>
                    <a:pt x="0" y="7620"/>
                  </a:lnTo>
                  <a:lnTo>
                    <a:pt x="95250" y="7620"/>
                  </a:lnTo>
                  <a:lnTo>
                    <a:pt x="95250" y="6350"/>
                  </a:lnTo>
                  <a:close/>
                </a:path>
                <a:path w="248920" h="7619">
                  <a:moveTo>
                    <a:pt x="248920" y="0"/>
                  </a:moveTo>
                  <a:lnTo>
                    <a:pt x="167640" y="0"/>
                  </a:lnTo>
                  <a:lnTo>
                    <a:pt x="167640" y="7620"/>
                  </a:lnTo>
                  <a:lnTo>
                    <a:pt x="248920" y="7620"/>
                  </a:lnTo>
                  <a:lnTo>
                    <a:pt x="248920" y="0"/>
                  </a:lnTo>
                  <a:close/>
                </a:path>
              </a:pathLst>
            </a:custGeom>
            <a:solidFill>
              <a:srgbClr val="551055"/>
            </a:solidFill>
          </p:spPr>
          <p:txBody>
            <a:bodyPr wrap="square" lIns="0" tIns="0" rIns="0" bIns="0" rtlCol="0"/>
            <a:lstStyle/>
            <a:p/>
          </p:txBody>
        </p:sp>
        <p:sp>
          <p:nvSpPr>
            <p:cNvPr id="1777" name="object 1777"/>
            <p:cNvSpPr/>
            <p:nvPr/>
          </p:nvSpPr>
          <p:spPr>
            <a:xfrm>
              <a:off x="5363210" y="1428749"/>
              <a:ext cx="248920" cy="7620"/>
            </a:xfrm>
            <a:custGeom>
              <a:avLst/>
              <a:gdLst/>
              <a:ahLst/>
              <a:cxnLst/>
              <a:rect l="l" t="t" r="r" b="b"/>
              <a:pathLst>
                <a:path w="248920" h="7619">
                  <a:moveTo>
                    <a:pt x="96520" y="3810"/>
                  </a:moveTo>
                  <a:lnTo>
                    <a:pt x="95250" y="3810"/>
                  </a:lnTo>
                  <a:lnTo>
                    <a:pt x="95250" y="0"/>
                  </a:lnTo>
                  <a:lnTo>
                    <a:pt x="0" y="0"/>
                  </a:lnTo>
                  <a:lnTo>
                    <a:pt x="0" y="3810"/>
                  </a:lnTo>
                  <a:lnTo>
                    <a:pt x="0" y="5080"/>
                  </a:lnTo>
                  <a:lnTo>
                    <a:pt x="1270" y="5080"/>
                  </a:lnTo>
                  <a:lnTo>
                    <a:pt x="1270" y="7620"/>
                  </a:lnTo>
                  <a:lnTo>
                    <a:pt x="96520" y="7620"/>
                  </a:lnTo>
                  <a:lnTo>
                    <a:pt x="96520" y="5080"/>
                  </a:lnTo>
                  <a:lnTo>
                    <a:pt x="96520" y="3810"/>
                  </a:lnTo>
                  <a:close/>
                </a:path>
                <a:path w="248920" h="7619">
                  <a:moveTo>
                    <a:pt x="248920" y="0"/>
                  </a:moveTo>
                  <a:lnTo>
                    <a:pt x="167640" y="0"/>
                  </a:lnTo>
                  <a:lnTo>
                    <a:pt x="167627" y="7620"/>
                  </a:lnTo>
                  <a:lnTo>
                    <a:pt x="248920" y="7620"/>
                  </a:lnTo>
                  <a:lnTo>
                    <a:pt x="248920" y="0"/>
                  </a:lnTo>
                  <a:close/>
                </a:path>
              </a:pathLst>
            </a:custGeom>
            <a:solidFill>
              <a:srgbClr val="560F56"/>
            </a:solidFill>
          </p:spPr>
          <p:txBody>
            <a:bodyPr wrap="square" lIns="0" tIns="0" rIns="0" bIns="0" rtlCol="0"/>
            <a:lstStyle/>
            <a:p/>
          </p:txBody>
        </p:sp>
        <p:sp>
          <p:nvSpPr>
            <p:cNvPr id="1778" name="object 1778"/>
            <p:cNvSpPr/>
            <p:nvPr/>
          </p:nvSpPr>
          <p:spPr>
            <a:xfrm>
              <a:off x="5364480" y="1436369"/>
              <a:ext cx="247650" cy="7620"/>
            </a:xfrm>
            <a:custGeom>
              <a:avLst/>
              <a:gdLst/>
              <a:ahLst/>
              <a:cxnLst/>
              <a:rect l="l" t="t" r="r" b="b"/>
              <a:pathLst>
                <a:path w="247650" h="7619">
                  <a:moveTo>
                    <a:pt x="99060" y="6350"/>
                  </a:moveTo>
                  <a:lnTo>
                    <a:pt x="97777" y="6350"/>
                  </a:lnTo>
                  <a:lnTo>
                    <a:pt x="97777" y="2540"/>
                  </a:lnTo>
                  <a:lnTo>
                    <a:pt x="96520" y="2540"/>
                  </a:lnTo>
                  <a:lnTo>
                    <a:pt x="96520" y="1270"/>
                  </a:lnTo>
                  <a:lnTo>
                    <a:pt x="0" y="1270"/>
                  </a:lnTo>
                  <a:lnTo>
                    <a:pt x="0" y="2540"/>
                  </a:lnTo>
                  <a:lnTo>
                    <a:pt x="0" y="6350"/>
                  </a:lnTo>
                  <a:lnTo>
                    <a:pt x="0" y="7620"/>
                  </a:lnTo>
                  <a:lnTo>
                    <a:pt x="99060" y="7620"/>
                  </a:lnTo>
                  <a:lnTo>
                    <a:pt x="99060" y="6350"/>
                  </a:lnTo>
                  <a:close/>
                </a:path>
                <a:path w="247650" h="7619">
                  <a:moveTo>
                    <a:pt x="247650" y="1270"/>
                  </a:moveTo>
                  <a:lnTo>
                    <a:pt x="166370" y="1270"/>
                  </a:lnTo>
                  <a:lnTo>
                    <a:pt x="166370" y="0"/>
                  </a:lnTo>
                  <a:lnTo>
                    <a:pt x="165100" y="0"/>
                  </a:lnTo>
                  <a:lnTo>
                    <a:pt x="165100" y="1270"/>
                  </a:lnTo>
                  <a:lnTo>
                    <a:pt x="165100" y="3810"/>
                  </a:lnTo>
                  <a:lnTo>
                    <a:pt x="163830" y="3810"/>
                  </a:lnTo>
                  <a:lnTo>
                    <a:pt x="163830" y="6350"/>
                  </a:lnTo>
                  <a:lnTo>
                    <a:pt x="162560" y="6350"/>
                  </a:lnTo>
                  <a:lnTo>
                    <a:pt x="162560" y="7620"/>
                  </a:lnTo>
                  <a:lnTo>
                    <a:pt x="247650" y="7620"/>
                  </a:lnTo>
                  <a:lnTo>
                    <a:pt x="247650" y="6350"/>
                  </a:lnTo>
                  <a:lnTo>
                    <a:pt x="247650" y="3810"/>
                  </a:lnTo>
                  <a:lnTo>
                    <a:pt x="247650" y="1270"/>
                  </a:lnTo>
                  <a:close/>
                </a:path>
              </a:pathLst>
            </a:custGeom>
            <a:solidFill>
              <a:srgbClr val="570F57"/>
            </a:solidFill>
          </p:spPr>
          <p:txBody>
            <a:bodyPr wrap="square" lIns="0" tIns="0" rIns="0" bIns="0" rtlCol="0"/>
            <a:lstStyle/>
            <a:p/>
          </p:txBody>
        </p:sp>
        <p:sp>
          <p:nvSpPr>
            <p:cNvPr id="1779" name="object 1779"/>
            <p:cNvSpPr/>
            <p:nvPr/>
          </p:nvSpPr>
          <p:spPr>
            <a:xfrm>
              <a:off x="5364480" y="1443989"/>
              <a:ext cx="247650" cy="6350"/>
            </a:xfrm>
            <a:custGeom>
              <a:avLst/>
              <a:gdLst/>
              <a:ahLst/>
              <a:cxnLst/>
              <a:rect l="l" t="t" r="r" b="b"/>
              <a:pathLst>
                <a:path w="247650" h="6350">
                  <a:moveTo>
                    <a:pt x="99060" y="0"/>
                  </a:moveTo>
                  <a:lnTo>
                    <a:pt x="0" y="0"/>
                  </a:lnTo>
                  <a:lnTo>
                    <a:pt x="0" y="1270"/>
                  </a:lnTo>
                  <a:lnTo>
                    <a:pt x="99060" y="1270"/>
                  </a:lnTo>
                  <a:lnTo>
                    <a:pt x="99060" y="0"/>
                  </a:lnTo>
                  <a:close/>
                </a:path>
                <a:path w="247650" h="6350">
                  <a:moveTo>
                    <a:pt x="100330" y="2540"/>
                  </a:moveTo>
                  <a:lnTo>
                    <a:pt x="1270" y="2540"/>
                  </a:lnTo>
                  <a:lnTo>
                    <a:pt x="1270" y="5080"/>
                  </a:lnTo>
                  <a:lnTo>
                    <a:pt x="100330" y="5080"/>
                  </a:lnTo>
                  <a:lnTo>
                    <a:pt x="100330" y="2540"/>
                  </a:lnTo>
                  <a:close/>
                </a:path>
                <a:path w="247650" h="6350">
                  <a:moveTo>
                    <a:pt x="101600" y="5080"/>
                  </a:moveTo>
                  <a:lnTo>
                    <a:pt x="100330" y="5080"/>
                  </a:lnTo>
                  <a:lnTo>
                    <a:pt x="100330" y="6350"/>
                  </a:lnTo>
                  <a:lnTo>
                    <a:pt x="101600" y="6350"/>
                  </a:lnTo>
                  <a:lnTo>
                    <a:pt x="101600" y="5080"/>
                  </a:lnTo>
                  <a:close/>
                </a:path>
                <a:path w="247650" h="6350">
                  <a:moveTo>
                    <a:pt x="247650" y="2540"/>
                  </a:moveTo>
                  <a:lnTo>
                    <a:pt x="161290" y="2540"/>
                  </a:lnTo>
                  <a:lnTo>
                    <a:pt x="161290" y="1270"/>
                  </a:lnTo>
                  <a:lnTo>
                    <a:pt x="160020" y="1270"/>
                  </a:lnTo>
                  <a:lnTo>
                    <a:pt x="160020" y="2540"/>
                  </a:lnTo>
                  <a:lnTo>
                    <a:pt x="160020" y="5080"/>
                  </a:lnTo>
                  <a:lnTo>
                    <a:pt x="247650" y="5080"/>
                  </a:lnTo>
                  <a:lnTo>
                    <a:pt x="247650" y="2540"/>
                  </a:lnTo>
                  <a:close/>
                </a:path>
                <a:path w="247650" h="6350">
                  <a:moveTo>
                    <a:pt x="247650" y="0"/>
                  </a:moveTo>
                  <a:lnTo>
                    <a:pt x="162560" y="0"/>
                  </a:lnTo>
                  <a:lnTo>
                    <a:pt x="162560" y="1270"/>
                  </a:lnTo>
                  <a:lnTo>
                    <a:pt x="247650" y="1270"/>
                  </a:lnTo>
                  <a:lnTo>
                    <a:pt x="247650" y="0"/>
                  </a:lnTo>
                  <a:close/>
                </a:path>
              </a:pathLst>
            </a:custGeom>
            <a:solidFill>
              <a:srgbClr val="590F59"/>
            </a:solidFill>
          </p:spPr>
          <p:txBody>
            <a:bodyPr wrap="square" lIns="0" tIns="0" rIns="0" bIns="0" rtlCol="0"/>
            <a:lstStyle/>
            <a:p/>
          </p:txBody>
        </p:sp>
        <p:sp>
          <p:nvSpPr>
            <p:cNvPr id="1780" name="object 1780"/>
            <p:cNvSpPr/>
            <p:nvPr/>
          </p:nvSpPr>
          <p:spPr>
            <a:xfrm>
              <a:off x="5365750" y="1450339"/>
              <a:ext cx="246379" cy="7620"/>
            </a:xfrm>
            <a:custGeom>
              <a:avLst/>
              <a:gdLst/>
              <a:ahLst/>
              <a:cxnLst/>
              <a:rect l="l" t="t" r="r" b="b"/>
              <a:pathLst>
                <a:path w="246379" h="7619">
                  <a:moveTo>
                    <a:pt x="100330" y="0"/>
                  </a:moveTo>
                  <a:lnTo>
                    <a:pt x="0" y="0"/>
                  </a:lnTo>
                  <a:lnTo>
                    <a:pt x="0" y="1270"/>
                  </a:lnTo>
                  <a:lnTo>
                    <a:pt x="100330" y="1270"/>
                  </a:lnTo>
                  <a:lnTo>
                    <a:pt x="100330" y="0"/>
                  </a:lnTo>
                  <a:close/>
                </a:path>
                <a:path w="246379" h="7619">
                  <a:moveTo>
                    <a:pt x="101600" y="1270"/>
                  </a:moveTo>
                  <a:lnTo>
                    <a:pt x="100330" y="1270"/>
                  </a:lnTo>
                  <a:lnTo>
                    <a:pt x="100330" y="2540"/>
                  </a:lnTo>
                  <a:lnTo>
                    <a:pt x="0" y="2540"/>
                  </a:lnTo>
                  <a:lnTo>
                    <a:pt x="0" y="5080"/>
                  </a:lnTo>
                  <a:lnTo>
                    <a:pt x="101600" y="5080"/>
                  </a:lnTo>
                  <a:lnTo>
                    <a:pt x="101600" y="2540"/>
                  </a:lnTo>
                  <a:lnTo>
                    <a:pt x="101600" y="1270"/>
                  </a:lnTo>
                  <a:close/>
                </a:path>
                <a:path w="246379" h="7619">
                  <a:moveTo>
                    <a:pt x="102870" y="6350"/>
                  </a:moveTo>
                  <a:lnTo>
                    <a:pt x="0" y="6350"/>
                  </a:lnTo>
                  <a:lnTo>
                    <a:pt x="0" y="7620"/>
                  </a:lnTo>
                  <a:lnTo>
                    <a:pt x="102870" y="7620"/>
                  </a:lnTo>
                  <a:lnTo>
                    <a:pt x="102870" y="6350"/>
                  </a:lnTo>
                  <a:close/>
                </a:path>
                <a:path w="246379" h="7619">
                  <a:moveTo>
                    <a:pt x="246380" y="6350"/>
                  </a:moveTo>
                  <a:lnTo>
                    <a:pt x="154940" y="6350"/>
                  </a:lnTo>
                  <a:lnTo>
                    <a:pt x="154940" y="5080"/>
                  </a:lnTo>
                  <a:lnTo>
                    <a:pt x="153670" y="5080"/>
                  </a:lnTo>
                  <a:lnTo>
                    <a:pt x="153670" y="6350"/>
                  </a:lnTo>
                  <a:lnTo>
                    <a:pt x="153670" y="7620"/>
                  </a:lnTo>
                  <a:lnTo>
                    <a:pt x="246380" y="7620"/>
                  </a:lnTo>
                  <a:lnTo>
                    <a:pt x="246380" y="6350"/>
                  </a:lnTo>
                  <a:close/>
                </a:path>
                <a:path w="246379" h="7619">
                  <a:moveTo>
                    <a:pt x="246380" y="2540"/>
                  </a:moveTo>
                  <a:lnTo>
                    <a:pt x="154940" y="2540"/>
                  </a:lnTo>
                  <a:lnTo>
                    <a:pt x="154940" y="5080"/>
                  </a:lnTo>
                  <a:lnTo>
                    <a:pt x="246380" y="5080"/>
                  </a:lnTo>
                  <a:lnTo>
                    <a:pt x="246380" y="2540"/>
                  </a:lnTo>
                  <a:close/>
                </a:path>
                <a:path w="246379" h="7619">
                  <a:moveTo>
                    <a:pt x="246380" y="0"/>
                  </a:moveTo>
                  <a:lnTo>
                    <a:pt x="157480" y="0"/>
                  </a:lnTo>
                  <a:lnTo>
                    <a:pt x="157480" y="1270"/>
                  </a:lnTo>
                  <a:lnTo>
                    <a:pt x="246380" y="1270"/>
                  </a:lnTo>
                  <a:lnTo>
                    <a:pt x="246380" y="0"/>
                  </a:lnTo>
                  <a:close/>
                </a:path>
              </a:pathLst>
            </a:custGeom>
            <a:solidFill>
              <a:srgbClr val="5A0E5A"/>
            </a:solidFill>
          </p:spPr>
          <p:txBody>
            <a:bodyPr wrap="square" lIns="0" tIns="0" rIns="0" bIns="0" rtlCol="0"/>
            <a:lstStyle/>
            <a:p/>
          </p:txBody>
        </p:sp>
        <p:sp>
          <p:nvSpPr>
            <p:cNvPr id="1781" name="object 1781"/>
            <p:cNvSpPr/>
            <p:nvPr/>
          </p:nvSpPr>
          <p:spPr>
            <a:xfrm>
              <a:off x="5367020" y="1457959"/>
              <a:ext cx="245110" cy="7620"/>
            </a:xfrm>
            <a:custGeom>
              <a:avLst/>
              <a:gdLst/>
              <a:ahLst/>
              <a:cxnLst/>
              <a:rect l="l" t="t" r="r" b="b"/>
              <a:pathLst>
                <a:path w="245110" h="7619">
                  <a:moveTo>
                    <a:pt x="104140" y="1270"/>
                  </a:moveTo>
                  <a:lnTo>
                    <a:pt x="0" y="1270"/>
                  </a:lnTo>
                  <a:lnTo>
                    <a:pt x="0" y="3810"/>
                  </a:lnTo>
                  <a:lnTo>
                    <a:pt x="104140" y="3810"/>
                  </a:lnTo>
                  <a:lnTo>
                    <a:pt x="104140" y="1270"/>
                  </a:lnTo>
                  <a:close/>
                </a:path>
                <a:path w="245110" h="7619">
                  <a:moveTo>
                    <a:pt x="105410" y="5080"/>
                  </a:moveTo>
                  <a:lnTo>
                    <a:pt x="0" y="5080"/>
                  </a:lnTo>
                  <a:lnTo>
                    <a:pt x="0" y="6350"/>
                  </a:lnTo>
                  <a:lnTo>
                    <a:pt x="105410" y="6350"/>
                  </a:lnTo>
                  <a:lnTo>
                    <a:pt x="105410" y="5080"/>
                  </a:lnTo>
                  <a:close/>
                </a:path>
                <a:path w="245110" h="7619">
                  <a:moveTo>
                    <a:pt x="107950" y="6350"/>
                  </a:moveTo>
                  <a:lnTo>
                    <a:pt x="106680" y="6350"/>
                  </a:lnTo>
                  <a:lnTo>
                    <a:pt x="106680" y="7620"/>
                  </a:lnTo>
                  <a:lnTo>
                    <a:pt x="107950" y="7620"/>
                  </a:lnTo>
                  <a:lnTo>
                    <a:pt x="107950" y="6350"/>
                  </a:lnTo>
                  <a:close/>
                </a:path>
                <a:path w="245110" h="7619">
                  <a:moveTo>
                    <a:pt x="146050" y="6350"/>
                  </a:moveTo>
                  <a:lnTo>
                    <a:pt x="144780" y="6350"/>
                  </a:lnTo>
                  <a:lnTo>
                    <a:pt x="144780" y="7620"/>
                  </a:lnTo>
                  <a:lnTo>
                    <a:pt x="146050" y="7620"/>
                  </a:lnTo>
                  <a:lnTo>
                    <a:pt x="146050" y="6350"/>
                  </a:lnTo>
                  <a:close/>
                </a:path>
                <a:path w="245110" h="7619">
                  <a:moveTo>
                    <a:pt x="245110" y="5080"/>
                  </a:moveTo>
                  <a:lnTo>
                    <a:pt x="147320" y="5080"/>
                  </a:lnTo>
                  <a:lnTo>
                    <a:pt x="147320" y="3810"/>
                  </a:lnTo>
                  <a:lnTo>
                    <a:pt x="146050" y="3810"/>
                  </a:lnTo>
                  <a:lnTo>
                    <a:pt x="146050" y="5080"/>
                  </a:lnTo>
                  <a:lnTo>
                    <a:pt x="146050" y="6350"/>
                  </a:lnTo>
                  <a:lnTo>
                    <a:pt x="245110" y="6350"/>
                  </a:lnTo>
                  <a:lnTo>
                    <a:pt x="245110" y="5080"/>
                  </a:lnTo>
                  <a:close/>
                </a:path>
                <a:path w="245110" h="7619">
                  <a:moveTo>
                    <a:pt x="245110" y="1270"/>
                  </a:moveTo>
                  <a:lnTo>
                    <a:pt x="151130" y="1270"/>
                  </a:lnTo>
                  <a:lnTo>
                    <a:pt x="151130" y="0"/>
                  </a:lnTo>
                  <a:lnTo>
                    <a:pt x="149860" y="0"/>
                  </a:lnTo>
                  <a:lnTo>
                    <a:pt x="149860" y="1270"/>
                  </a:lnTo>
                  <a:lnTo>
                    <a:pt x="148590" y="1270"/>
                  </a:lnTo>
                  <a:lnTo>
                    <a:pt x="148590" y="3810"/>
                  </a:lnTo>
                  <a:lnTo>
                    <a:pt x="245110" y="3810"/>
                  </a:lnTo>
                  <a:lnTo>
                    <a:pt x="245110" y="1270"/>
                  </a:lnTo>
                  <a:close/>
                </a:path>
              </a:pathLst>
            </a:custGeom>
            <a:solidFill>
              <a:srgbClr val="5B0E5B"/>
            </a:solidFill>
          </p:spPr>
          <p:txBody>
            <a:bodyPr wrap="square" lIns="0" tIns="0" rIns="0" bIns="0" rtlCol="0"/>
            <a:lstStyle/>
            <a:p/>
          </p:txBody>
        </p:sp>
        <p:sp>
          <p:nvSpPr>
            <p:cNvPr id="1782" name="object 1782"/>
            <p:cNvSpPr/>
            <p:nvPr/>
          </p:nvSpPr>
          <p:spPr>
            <a:xfrm>
              <a:off x="5367020" y="1465579"/>
              <a:ext cx="245110" cy="6350"/>
            </a:xfrm>
            <a:custGeom>
              <a:avLst/>
              <a:gdLst/>
              <a:ahLst/>
              <a:cxnLst/>
              <a:rect l="l" t="t" r="r" b="b"/>
              <a:pathLst>
                <a:path w="245110" h="6350">
                  <a:moveTo>
                    <a:pt x="107950" y="0"/>
                  </a:moveTo>
                  <a:lnTo>
                    <a:pt x="0" y="0"/>
                  </a:lnTo>
                  <a:lnTo>
                    <a:pt x="0" y="2540"/>
                  </a:lnTo>
                  <a:lnTo>
                    <a:pt x="107950" y="2540"/>
                  </a:lnTo>
                  <a:lnTo>
                    <a:pt x="107950" y="0"/>
                  </a:lnTo>
                  <a:close/>
                </a:path>
                <a:path w="245110" h="6350">
                  <a:moveTo>
                    <a:pt x="111760" y="2540"/>
                  </a:moveTo>
                  <a:lnTo>
                    <a:pt x="110490" y="2540"/>
                  </a:lnTo>
                  <a:lnTo>
                    <a:pt x="110490" y="3810"/>
                  </a:lnTo>
                  <a:lnTo>
                    <a:pt x="0" y="3810"/>
                  </a:lnTo>
                  <a:lnTo>
                    <a:pt x="0" y="5080"/>
                  </a:lnTo>
                  <a:lnTo>
                    <a:pt x="111760" y="5080"/>
                  </a:lnTo>
                  <a:lnTo>
                    <a:pt x="111760" y="3810"/>
                  </a:lnTo>
                  <a:lnTo>
                    <a:pt x="111760" y="2540"/>
                  </a:lnTo>
                  <a:close/>
                </a:path>
                <a:path w="245110" h="6350">
                  <a:moveTo>
                    <a:pt x="114287" y="5080"/>
                  </a:moveTo>
                  <a:lnTo>
                    <a:pt x="113030" y="5080"/>
                  </a:lnTo>
                  <a:lnTo>
                    <a:pt x="113030" y="6350"/>
                  </a:lnTo>
                  <a:lnTo>
                    <a:pt x="114287" y="6350"/>
                  </a:lnTo>
                  <a:lnTo>
                    <a:pt x="114287" y="5080"/>
                  </a:lnTo>
                  <a:close/>
                </a:path>
                <a:path w="245110" h="6350">
                  <a:moveTo>
                    <a:pt x="137160" y="5080"/>
                  </a:moveTo>
                  <a:lnTo>
                    <a:pt x="135890" y="5080"/>
                  </a:lnTo>
                  <a:lnTo>
                    <a:pt x="135890" y="6350"/>
                  </a:lnTo>
                  <a:lnTo>
                    <a:pt x="137160" y="6350"/>
                  </a:lnTo>
                  <a:lnTo>
                    <a:pt x="137160" y="5080"/>
                  </a:lnTo>
                  <a:close/>
                </a:path>
                <a:path w="245110" h="6350">
                  <a:moveTo>
                    <a:pt x="245110" y="3810"/>
                  </a:moveTo>
                  <a:lnTo>
                    <a:pt x="142240" y="3810"/>
                  </a:lnTo>
                  <a:lnTo>
                    <a:pt x="142240" y="2540"/>
                  </a:lnTo>
                  <a:lnTo>
                    <a:pt x="139700" y="2540"/>
                  </a:lnTo>
                  <a:lnTo>
                    <a:pt x="139700" y="3810"/>
                  </a:lnTo>
                  <a:lnTo>
                    <a:pt x="139700" y="5080"/>
                  </a:lnTo>
                  <a:lnTo>
                    <a:pt x="245110" y="5080"/>
                  </a:lnTo>
                  <a:lnTo>
                    <a:pt x="245110" y="3810"/>
                  </a:lnTo>
                  <a:close/>
                </a:path>
                <a:path w="245110" h="6350">
                  <a:moveTo>
                    <a:pt x="245110" y="0"/>
                  </a:moveTo>
                  <a:lnTo>
                    <a:pt x="143510" y="0"/>
                  </a:lnTo>
                  <a:lnTo>
                    <a:pt x="143510" y="2540"/>
                  </a:lnTo>
                  <a:lnTo>
                    <a:pt x="245110" y="2540"/>
                  </a:lnTo>
                  <a:lnTo>
                    <a:pt x="245110" y="0"/>
                  </a:lnTo>
                  <a:close/>
                </a:path>
              </a:pathLst>
            </a:custGeom>
            <a:solidFill>
              <a:srgbClr val="5C0D5C"/>
            </a:solidFill>
          </p:spPr>
          <p:txBody>
            <a:bodyPr wrap="square" lIns="0" tIns="0" rIns="0" bIns="0" rtlCol="0"/>
            <a:lstStyle/>
            <a:p/>
          </p:txBody>
        </p:sp>
        <p:sp>
          <p:nvSpPr>
            <p:cNvPr id="1783" name="object 1783"/>
            <p:cNvSpPr/>
            <p:nvPr/>
          </p:nvSpPr>
          <p:spPr>
            <a:xfrm>
              <a:off x="5368290" y="1471929"/>
              <a:ext cx="243840" cy="7620"/>
            </a:xfrm>
            <a:custGeom>
              <a:avLst/>
              <a:gdLst/>
              <a:ahLst/>
              <a:cxnLst/>
              <a:rect l="l" t="t" r="r" b="b"/>
              <a:pathLst>
                <a:path w="243839" h="7619">
                  <a:moveTo>
                    <a:pt x="114300" y="0"/>
                  </a:moveTo>
                  <a:lnTo>
                    <a:pt x="0" y="0"/>
                  </a:lnTo>
                  <a:lnTo>
                    <a:pt x="0" y="2540"/>
                  </a:lnTo>
                  <a:lnTo>
                    <a:pt x="114300" y="2540"/>
                  </a:lnTo>
                  <a:lnTo>
                    <a:pt x="114300" y="0"/>
                  </a:lnTo>
                  <a:close/>
                </a:path>
                <a:path w="243839" h="7619">
                  <a:moveTo>
                    <a:pt x="243840" y="3810"/>
                  </a:moveTo>
                  <a:lnTo>
                    <a:pt x="128270" y="3810"/>
                  </a:lnTo>
                  <a:lnTo>
                    <a:pt x="128270" y="2540"/>
                  </a:lnTo>
                  <a:lnTo>
                    <a:pt x="125730" y="2540"/>
                  </a:lnTo>
                  <a:lnTo>
                    <a:pt x="125730" y="3810"/>
                  </a:lnTo>
                  <a:lnTo>
                    <a:pt x="125730" y="5080"/>
                  </a:lnTo>
                  <a:lnTo>
                    <a:pt x="121920" y="5080"/>
                  </a:lnTo>
                  <a:lnTo>
                    <a:pt x="121920" y="3810"/>
                  </a:lnTo>
                  <a:lnTo>
                    <a:pt x="121920" y="2540"/>
                  </a:lnTo>
                  <a:lnTo>
                    <a:pt x="119367" y="2540"/>
                  </a:lnTo>
                  <a:lnTo>
                    <a:pt x="119367" y="3810"/>
                  </a:lnTo>
                  <a:lnTo>
                    <a:pt x="0" y="3810"/>
                  </a:lnTo>
                  <a:lnTo>
                    <a:pt x="0" y="5080"/>
                  </a:lnTo>
                  <a:lnTo>
                    <a:pt x="0" y="6350"/>
                  </a:lnTo>
                  <a:lnTo>
                    <a:pt x="1270" y="6350"/>
                  </a:lnTo>
                  <a:lnTo>
                    <a:pt x="1270" y="7620"/>
                  </a:lnTo>
                  <a:lnTo>
                    <a:pt x="243840" y="7620"/>
                  </a:lnTo>
                  <a:lnTo>
                    <a:pt x="243840" y="6350"/>
                  </a:lnTo>
                  <a:lnTo>
                    <a:pt x="243840" y="5080"/>
                  </a:lnTo>
                  <a:lnTo>
                    <a:pt x="243840" y="3810"/>
                  </a:lnTo>
                  <a:close/>
                </a:path>
                <a:path w="243839" h="7619">
                  <a:moveTo>
                    <a:pt x="243840" y="0"/>
                  </a:moveTo>
                  <a:lnTo>
                    <a:pt x="130810" y="0"/>
                  </a:lnTo>
                  <a:lnTo>
                    <a:pt x="130810" y="2540"/>
                  </a:lnTo>
                  <a:lnTo>
                    <a:pt x="243840" y="2540"/>
                  </a:lnTo>
                  <a:lnTo>
                    <a:pt x="243840" y="0"/>
                  </a:lnTo>
                  <a:close/>
                </a:path>
              </a:pathLst>
            </a:custGeom>
            <a:solidFill>
              <a:srgbClr val="5D0D5D"/>
            </a:solidFill>
          </p:spPr>
          <p:txBody>
            <a:bodyPr wrap="square" lIns="0" tIns="0" rIns="0" bIns="0" rtlCol="0"/>
            <a:lstStyle/>
            <a:p/>
          </p:txBody>
        </p:sp>
        <p:sp>
          <p:nvSpPr>
            <p:cNvPr id="1784" name="object 1784"/>
            <p:cNvSpPr/>
            <p:nvPr/>
          </p:nvSpPr>
          <p:spPr>
            <a:xfrm>
              <a:off x="5369560" y="1479550"/>
              <a:ext cx="242570" cy="7620"/>
            </a:xfrm>
            <a:custGeom>
              <a:avLst/>
              <a:gdLst/>
              <a:ahLst/>
              <a:cxnLst/>
              <a:rect l="l" t="t" r="r" b="b"/>
              <a:pathLst>
                <a:path w="242570" h="7619">
                  <a:moveTo>
                    <a:pt x="0" y="7620"/>
                  </a:moveTo>
                  <a:lnTo>
                    <a:pt x="0" y="0"/>
                  </a:lnTo>
                  <a:lnTo>
                    <a:pt x="242569" y="0"/>
                  </a:lnTo>
                  <a:lnTo>
                    <a:pt x="242569" y="7620"/>
                  </a:lnTo>
                  <a:lnTo>
                    <a:pt x="0" y="7620"/>
                  </a:lnTo>
                  <a:close/>
                </a:path>
              </a:pathLst>
            </a:custGeom>
            <a:solidFill>
              <a:srgbClr val="5E0C5E"/>
            </a:solidFill>
          </p:spPr>
          <p:txBody>
            <a:bodyPr wrap="square" lIns="0" tIns="0" rIns="0" bIns="0" rtlCol="0"/>
            <a:lstStyle/>
            <a:p/>
          </p:txBody>
        </p:sp>
        <p:sp>
          <p:nvSpPr>
            <p:cNvPr id="1785" name="object 1785"/>
            <p:cNvSpPr/>
            <p:nvPr/>
          </p:nvSpPr>
          <p:spPr>
            <a:xfrm>
              <a:off x="5370830" y="1487170"/>
              <a:ext cx="241300" cy="7620"/>
            </a:xfrm>
            <a:custGeom>
              <a:avLst/>
              <a:gdLst/>
              <a:ahLst/>
              <a:cxnLst/>
              <a:rect l="l" t="t" r="r" b="b"/>
              <a:pathLst>
                <a:path w="241300" h="7619">
                  <a:moveTo>
                    <a:pt x="241300" y="0"/>
                  </a:moveTo>
                  <a:lnTo>
                    <a:pt x="0" y="0"/>
                  </a:lnTo>
                  <a:lnTo>
                    <a:pt x="0" y="7619"/>
                  </a:lnTo>
                  <a:lnTo>
                    <a:pt x="241300" y="7619"/>
                  </a:lnTo>
                  <a:lnTo>
                    <a:pt x="241300" y="0"/>
                  </a:lnTo>
                  <a:close/>
                </a:path>
              </a:pathLst>
            </a:custGeom>
            <a:solidFill>
              <a:srgbClr val="5F0C5F"/>
            </a:solidFill>
          </p:spPr>
          <p:txBody>
            <a:bodyPr wrap="square" lIns="0" tIns="0" rIns="0" bIns="0" rtlCol="0"/>
            <a:lstStyle/>
            <a:p/>
          </p:txBody>
        </p:sp>
        <p:sp>
          <p:nvSpPr>
            <p:cNvPr id="1786" name="object 1786"/>
            <p:cNvSpPr/>
            <p:nvPr/>
          </p:nvSpPr>
          <p:spPr>
            <a:xfrm>
              <a:off x="5370830" y="1494789"/>
              <a:ext cx="241300" cy="6350"/>
            </a:xfrm>
            <a:custGeom>
              <a:avLst/>
              <a:gdLst/>
              <a:ahLst/>
              <a:cxnLst/>
              <a:rect l="l" t="t" r="r" b="b"/>
              <a:pathLst>
                <a:path w="241300" h="6350">
                  <a:moveTo>
                    <a:pt x="241300" y="0"/>
                  </a:moveTo>
                  <a:lnTo>
                    <a:pt x="0" y="0"/>
                  </a:lnTo>
                  <a:lnTo>
                    <a:pt x="0" y="1270"/>
                  </a:lnTo>
                  <a:lnTo>
                    <a:pt x="1270" y="1270"/>
                  </a:lnTo>
                  <a:lnTo>
                    <a:pt x="1270" y="6350"/>
                  </a:lnTo>
                  <a:lnTo>
                    <a:pt x="241300" y="6350"/>
                  </a:lnTo>
                  <a:lnTo>
                    <a:pt x="241300" y="1270"/>
                  </a:lnTo>
                  <a:lnTo>
                    <a:pt x="241300" y="0"/>
                  </a:lnTo>
                  <a:close/>
                </a:path>
              </a:pathLst>
            </a:custGeom>
            <a:solidFill>
              <a:srgbClr val="600C60"/>
            </a:solidFill>
          </p:spPr>
          <p:txBody>
            <a:bodyPr wrap="square" lIns="0" tIns="0" rIns="0" bIns="0" rtlCol="0"/>
            <a:lstStyle/>
            <a:p/>
          </p:txBody>
        </p:sp>
        <p:sp>
          <p:nvSpPr>
            <p:cNvPr id="1787" name="object 1787"/>
            <p:cNvSpPr/>
            <p:nvPr/>
          </p:nvSpPr>
          <p:spPr>
            <a:xfrm>
              <a:off x="5372100" y="1501139"/>
              <a:ext cx="240029" cy="7620"/>
            </a:xfrm>
            <a:custGeom>
              <a:avLst/>
              <a:gdLst/>
              <a:ahLst/>
              <a:cxnLst/>
              <a:rect l="l" t="t" r="r" b="b"/>
              <a:pathLst>
                <a:path w="240029" h="7619">
                  <a:moveTo>
                    <a:pt x="240030" y="2540"/>
                  </a:moveTo>
                  <a:lnTo>
                    <a:pt x="1270" y="2540"/>
                  </a:lnTo>
                  <a:lnTo>
                    <a:pt x="1270" y="7620"/>
                  </a:lnTo>
                  <a:lnTo>
                    <a:pt x="240030" y="7620"/>
                  </a:lnTo>
                  <a:lnTo>
                    <a:pt x="240030" y="2540"/>
                  </a:lnTo>
                  <a:close/>
                </a:path>
                <a:path w="240029" h="7619">
                  <a:moveTo>
                    <a:pt x="240030" y="0"/>
                  </a:moveTo>
                  <a:lnTo>
                    <a:pt x="0" y="0"/>
                  </a:lnTo>
                  <a:lnTo>
                    <a:pt x="0" y="1270"/>
                  </a:lnTo>
                  <a:lnTo>
                    <a:pt x="0" y="2540"/>
                  </a:lnTo>
                  <a:lnTo>
                    <a:pt x="1270" y="2540"/>
                  </a:lnTo>
                  <a:lnTo>
                    <a:pt x="1270" y="1270"/>
                  </a:lnTo>
                  <a:lnTo>
                    <a:pt x="240030" y="1270"/>
                  </a:lnTo>
                  <a:lnTo>
                    <a:pt x="240030" y="0"/>
                  </a:lnTo>
                  <a:close/>
                </a:path>
              </a:pathLst>
            </a:custGeom>
            <a:solidFill>
              <a:srgbClr val="610B61"/>
            </a:solidFill>
          </p:spPr>
          <p:txBody>
            <a:bodyPr wrap="square" lIns="0" tIns="0" rIns="0" bIns="0" rtlCol="0"/>
            <a:lstStyle/>
            <a:p/>
          </p:txBody>
        </p:sp>
        <p:sp>
          <p:nvSpPr>
            <p:cNvPr id="1788" name="object 1788"/>
            <p:cNvSpPr/>
            <p:nvPr/>
          </p:nvSpPr>
          <p:spPr>
            <a:xfrm>
              <a:off x="5373370" y="1508759"/>
              <a:ext cx="238760" cy="7620"/>
            </a:xfrm>
            <a:custGeom>
              <a:avLst/>
              <a:gdLst/>
              <a:ahLst/>
              <a:cxnLst/>
              <a:rect l="l" t="t" r="r" b="b"/>
              <a:pathLst>
                <a:path w="238760" h="7619">
                  <a:moveTo>
                    <a:pt x="238760" y="0"/>
                  </a:moveTo>
                  <a:lnTo>
                    <a:pt x="0" y="0"/>
                  </a:lnTo>
                  <a:lnTo>
                    <a:pt x="0" y="1270"/>
                  </a:lnTo>
                  <a:lnTo>
                    <a:pt x="1270" y="1270"/>
                  </a:lnTo>
                  <a:lnTo>
                    <a:pt x="1270" y="7620"/>
                  </a:lnTo>
                  <a:lnTo>
                    <a:pt x="238760" y="7620"/>
                  </a:lnTo>
                  <a:lnTo>
                    <a:pt x="238760" y="1270"/>
                  </a:lnTo>
                  <a:lnTo>
                    <a:pt x="238760" y="0"/>
                  </a:lnTo>
                  <a:close/>
                </a:path>
              </a:pathLst>
            </a:custGeom>
            <a:solidFill>
              <a:srgbClr val="620B62"/>
            </a:solidFill>
          </p:spPr>
          <p:txBody>
            <a:bodyPr wrap="square" lIns="0" tIns="0" rIns="0" bIns="0" rtlCol="0"/>
            <a:lstStyle/>
            <a:p/>
          </p:txBody>
        </p:sp>
        <p:sp>
          <p:nvSpPr>
            <p:cNvPr id="1789" name="object 1789"/>
            <p:cNvSpPr/>
            <p:nvPr/>
          </p:nvSpPr>
          <p:spPr>
            <a:xfrm>
              <a:off x="5375910" y="1516379"/>
              <a:ext cx="236220" cy="6350"/>
            </a:xfrm>
            <a:custGeom>
              <a:avLst/>
              <a:gdLst/>
              <a:ahLst/>
              <a:cxnLst/>
              <a:rect l="l" t="t" r="r" b="b"/>
              <a:pathLst>
                <a:path w="236220" h="6350">
                  <a:moveTo>
                    <a:pt x="236220" y="0"/>
                  </a:moveTo>
                  <a:lnTo>
                    <a:pt x="0" y="0"/>
                  </a:lnTo>
                  <a:lnTo>
                    <a:pt x="0" y="5080"/>
                  </a:lnTo>
                  <a:lnTo>
                    <a:pt x="1270" y="5080"/>
                  </a:lnTo>
                  <a:lnTo>
                    <a:pt x="1270" y="6350"/>
                  </a:lnTo>
                  <a:lnTo>
                    <a:pt x="236220" y="6350"/>
                  </a:lnTo>
                  <a:lnTo>
                    <a:pt x="236220" y="5080"/>
                  </a:lnTo>
                  <a:lnTo>
                    <a:pt x="236220" y="0"/>
                  </a:lnTo>
                  <a:close/>
                </a:path>
              </a:pathLst>
            </a:custGeom>
            <a:solidFill>
              <a:srgbClr val="630A63"/>
            </a:solidFill>
          </p:spPr>
          <p:txBody>
            <a:bodyPr wrap="square" lIns="0" tIns="0" rIns="0" bIns="0" rtlCol="0"/>
            <a:lstStyle/>
            <a:p/>
          </p:txBody>
        </p:sp>
        <p:sp>
          <p:nvSpPr>
            <p:cNvPr id="1790" name="object 1790"/>
            <p:cNvSpPr/>
            <p:nvPr/>
          </p:nvSpPr>
          <p:spPr>
            <a:xfrm>
              <a:off x="5377180" y="1522729"/>
              <a:ext cx="234950" cy="7620"/>
            </a:xfrm>
            <a:custGeom>
              <a:avLst/>
              <a:gdLst/>
              <a:ahLst/>
              <a:cxnLst/>
              <a:rect l="l" t="t" r="r" b="b"/>
              <a:pathLst>
                <a:path w="234950" h="7619">
                  <a:moveTo>
                    <a:pt x="234950" y="0"/>
                  </a:moveTo>
                  <a:lnTo>
                    <a:pt x="0" y="0"/>
                  </a:lnTo>
                  <a:lnTo>
                    <a:pt x="0" y="5080"/>
                  </a:lnTo>
                  <a:lnTo>
                    <a:pt x="1270" y="5080"/>
                  </a:lnTo>
                  <a:lnTo>
                    <a:pt x="1270" y="7620"/>
                  </a:lnTo>
                  <a:lnTo>
                    <a:pt x="234950" y="7620"/>
                  </a:lnTo>
                  <a:lnTo>
                    <a:pt x="234950" y="5080"/>
                  </a:lnTo>
                  <a:lnTo>
                    <a:pt x="234950" y="0"/>
                  </a:lnTo>
                  <a:close/>
                </a:path>
              </a:pathLst>
            </a:custGeom>
            <a:solidFill>
              <a:srgbClr val="640A64"/>
            </a:solidFill>
          </p:spPr>
          <p:txBody>
            <a:bodyPr wrap="square" lIns="0" tIns="0" rIns="0" bIns="0" rtlCol="0"/>
            <a:lstStyle/>
            <a:p/>
          </p:txBody>
        </p:sp>
        <p:sp>
          <p:nvSpPr>
            <p:cNvPr id="1791" name="object 1791"/>
            <p:cNvSpPr/>
            <p:nvPr/>
          </p:nvSpPr>
          <p:spPr>
            <a:xfrm>
              <a:off x="5378450" y="1530349"/>
              <a:ext cx="233679" cy="7620"/>
            </a:xfrm>
            <a:custGeom>
              <a:avLst/>
              <a:gdLst/>
              <a:ahLst/>
              <a:cxnLst/>
              <a:rect l="l" t="t" r="r" b="b"/>
              <a:pathLst>
                <a:path w="233679" h="7619">
                  <a:moveTo>
                    <a:pt x="233680" y="0"/>
                  </a:moveTo>
                  <a:lnTo>
                    <a:pt x="0" y="0"/>
                  </a:lnTo>
                  <a:lnTo>
                    <a:pt x="0" y="2540"/>
                  </a:lnTo>
                  <a:lnTo>
                    <a:pt x="1270" y="2540"/>
                  </a:lnTo>
                  <a:lnTo>
                    <a:pt x="1270" y="7620"/>
                  </a:lnTo>
                  <a:lnTo>
                    <a:pt x="233680" y="7620"/>
                  </a:lnTo>
                  <a:lnTo>
                    <a:pt x="233680" y="2540"/>
                  </a:lnTo>
                  <a:lnTo>
                    <a:pt x="233680" y="0"/>
                  </a:lnTo>
                  <a:close/>
                </a:path>
              </a:pathLst>
            </a:custGeom>
            <a:solidFill>
              <a:srgbClr val="660966"/>
            </a:solidFill>
          </p:spPr>
          <p:txBody>
            <a:bodyPr wrap="square" lIns="0" tIns="0" rIns="0" bIns="0" rtlCol="0"/>
            <a:lstStyle/>
            <a:p/>
          </p:txBody>
        </p:sp>
        <p:sp>
          <p:nvSpPr>
            <p:cNvPr id="1792" name="object 1792"/>
            <p:cNvSpPr/>
            <p:nvPr/>
          </p:nvSpPr>
          <p:spPr>
            <a:xfrm>
              <a:off x="5379720" y="1537969"/>
              <a:ext cx="232410" cy="7620"/>
            </a:xfrm>
            <a:custGeom>
              <a:avLst/>
              <a:gdLst/>
              <a:ahLst/>
              <a:cxnLst/>
              <a:rect l="l" t="t" r="r" b="b"/>
              <a:pathLst>
                <a:path w="232410" h="7619">
                  <a:moveTo>
                    <a:pt x="232410" y="0"/>
                  </a:moveTo>
                  <a:lnTo>
                    <a:pt x="0" y="0"/>
                  </a:lnTo>
                  <a:lnTo>
                    <a:pt x="0" y="1270"/>
                  </a:lnTo>
                  <a:lnTo>
                    <a:pt x="1270" y="1270"/>
                  </a:lnTo>
                  <a:lnTo>
                    <a:pt x="1270" y="7620"/>
                  </a:lnTo>
                  <a:lnTo>
                    <a:pt x="232410" y="7620"/>
                  </a:lnTo>
                  <a:lnTo>
                    <a:pt x="232410" y="1270"/>
                  </a:lnTo>
                  <a:lnTo>
                    <a:pt x="232410" y="0"/>
                  </a:lnTo>
                  <a:close/>
                </a:path>
              </a:pathLst>
            </a:custGeom>
            <a:solidFill>
              <a:srgbClr val="670967"/>
            </a:solidFill>
          </p:spPr>
          <p:txBody>
            <a:bodyPr wrap="square" lIns="0" tIns="0" rIns="0" bIns="0" rtlCol="0"/>
            <a:lstStyle/>
            <a:p/>
          </p:txBody>
        </p:sp>
        <p:sp>
          <p:nvSpPr>
            <p:cNvPr id="1793" name="object 1793"/>
            <p:cNvSpPr/>
            <p:nvPr/>
          </p:nvSpPr>
          <p:spPr>
            <a:xfrm>
              <a:off x="5380990" y="1545589"/>
              <a:ext cx="231140" cy="6350"/>
            </a:xfrm>
            <a:custGeom>
              <a:avLst/>
              <a:gdLst/>
              <a:ahLst/>
              <a:cxnLst/>
              <a:rect l="l" t="t" r="r" b="b"/>
              <a:pathLst>
                <a:path w="231139" h="6350">
                  <a:moveTo>
                    <a:pt x="231140" y="0"/>
                  </a:moveTo>
                  <a:lnTo>
                    <a:pt x="0" y="0"/>
                  </a:lnTo>
                  <a:lnTo>
                    <a:pt x="0" y="1270"/>
                  </a:lnTo>
                  <a:lnTo>
                    <a:pt x="1270" y="1270"/>
                  </a:lnTo>
                  <a:lnTo>
                    <a:pt x="1270" y="6350"/>
                  </a:lnTo>
                  <a:lnTo>
                    <a:pt x="231140" y="6350"/>
                  </a:lnTo>
                  <a:lnTo>
                    <a:pt x="231140" y="1270"/>
                  </a:lnTo>
                  <a:lnTo>
                    <a:pt x="231140" y="0"/>
                  </a:lnTo>
                  <a:close/>
                </a:path>
              </a:pathLst>
            </a:custGeom>
            <a:solidFill>
              <a:srgbClr val="680968"/>
            </a:solidFill>
          </p:spPr>
          <p:txBody>
            <a:bodyPr wrap="square" lIns="0" tIns="0" rIns="0" bIns="0" rtlCol="0"/>
            <a:lstStyle/>
            <a:p/>
          </p:txBody>
        </p:sp>
        <p:sp>
          <p:nvSpPr>
            <p:cNvPr id="1794" name="object 1794"/>
            <p:cNvSpPr/>
            <p:nvPr/>
          </p:nvSpPr>
          <p:spPr>
            <a:xfrm>
              <a:off x="5382260" y="1551939"/>
              <a:ext cx="229870" cy="7620"/>
            </a:xfrm>
            <a:custGeom>
              <a:avLst/>
              <a:gdLst/>
              <a:ahLst/>
              <a:cxnLst/>
              <a:rect l="l" t="t" r="r" b="b"/>
              <a:pathLst>
                <a:path w="229870" h="7619">
                  <a:moveTo>
                    <a:pt x="229870" y="0"/>
                  </a:moveTo>
                  <a:lnTo>
                    <a:pt x="0" y="0"/>
                  </a:lnTo>
                  <a:lnTo>
                    <a:pt x="0" y="1270"/>
                  </a:lnTo>
                  <a:lnTo>
                    <a:pt x="1270" y="1270"/>
                  </a:lnTo>
                  <a:lnTo>
                    <a:pt x="1270" y="6350"/>
                  </a:lnTo>
                  <a:lnTo>
                    <a:pt x="2540" y="6350"/>
                  </a:lnTo>
                  <a:lnTo>
                    <a:pt x="2540" y="7620"/>
                  </a:lnTo>
                  <a:lnTo>
                    <a:pt x="228600" y="7620"/>
                  </a:lnTo>
                  <a:lnTo>
                    <a:pt x="228600" y="6350"/>
                  </a:lnTo>
                  <a:lnTo>
                    <a:pt x="229870" y="6350"/>
                  </a:lnTo>
                  <a:lnTo>
                    <a:pt x="229870" y="1270"/>
                  </a:lnTo>
                  <a:lnTo>
                    <a:pt x="229870" y="0"/>
                  </a:lnTo>
                  <a:close/>
                </a:path>
              </a:pathLst>
            </a:custGeom>
            <a:solidFill>
              <a:srgbClr val="690869"/>
            </a:solidFill>
          </p:spPr>
          <p:txBody>
            <a:bodyPr wrap="square" lIns="0" tIns="0" rIns="0" bIns="0" rtlCol="0"/>
            <a:lstStyle/>
            <a:p/>
          </p:txBody>
        </p:sp>
        <p:sp>
          <p:nvSpPr>
            <p:cNvPr id="1795" name="object 1795"/>
            <p:cNvSpPr/>
            <p:nvPr/>
          </p:nvSpPr>
          <p:spPr>
            <a:xfrm>
              <a:off x="5384800" y="1559559"/>
              <a:ext cx="226060" cy="7620"/>
            </a:xfrm>
            <a:custGeom>
              <a:avLst/>
              <a:gdLst/>
              <a:ahLst/>
              <a:cxnLst/>
              <a:rect l="l" t="t" r="r" b="b"/>
              <a:pathLst>
                <a:path w="226060" h="7619">
                  <a:moveTo>
                    <a:pt x="226060" y="0"/>
                  </a:moveTo>
                  <a:lnTo>
                    <a:pt x="0" y="0"/>
                  </a:lnTo>
                  <a:lnTo>
                    <a:pt x="0" y="1270"/>
                  </a:lnTo>
                  <a:lnTo>
                    <a:pt x="0" y="2540"/>
                  </a:lnTo>
                  <a:lnTo>
                    <a:pt x="1270" y="2540"/>
                  </a:lnTo>
                  <a:lnTo>
                    <a:pt x="1270" y="3810"/>
                  </a:lnTo>
                  <a:lnTo>
                    <a:pt x="1270" y="6350"/>
                  </a:lnTo>
                  <a:lnTo>
                    <a:pt x="1270" y="7620"/>
                  </a:lnTo>
                  <a:lnTo>
                    <a:pt x="222250" y="7620"/>
                  </a:lnTo>
                  <a:lnTo>
                    <a:pt x="222250" y="6350"/>
                  </a:lnTo>
                  <a:lnTo>
                    <a:pt x="223520" y="6350"/>
                  </a:lnTo>
                  <a:lnTo>
                    <a:pt x="223520" y="3810"/>
                  </a:lnTo>
                  <a:lnTo>
                    <a:pt x="224790" y="3810"/>
                  </a:lnTo>
                  <a:lnTo>
                    <a:pt x="224790" y="2540"/>
                  </a:lnTo>
                  <a:lnTo>
                    <a:pt x="224790" y="1270"/>
                  </a:lnTo>
                  <a:lnTo>
                    <a:pt x="226060" y="1270"/>
                  </a:lnTo>
                  <a:lnTo>
                    <a:pt x="226060" y="0"/>
                  </a:lnTo>
                  <a:close/>
                </a:path>
              </a:pathLst>
            </a:custGeom>
            <a:solidFill>
              <a:srgbClr val="6A086A"/>
            </a:solidFill>
          </p:spPr>
          <p:txBody>
            <a:bodyPr wrap="square" lIns="0" tIns="0" rIns="0" bIns="0" rtlCol="0"/>
            <a:lstStyle/>
            <a:p/>
          </p:txBody>
        </p:sp>
        <p:sp>
          <p:nvSpPr>
            <p:cNvPr id="1796" name="object 1796"/>
            <p:cNvSpPr/>
            <p:nvPr/>
          </p:nvSpPr>
          <p:spPr>
            <a:xfrm>
              <a:off x="5387340" y="1567179"/>
              <a:ext cx="219710" cy="6350"/>
            </a:xfrm>
            <a:custGeom>
              <a:avLst/>
              <a:gdLst/>
              <a:ahLst/>
              <a:cxnLst/>
              <a:rect l="l" t="t" r="r" b="b"/>
              <a:pathLst>
                <a:path w="219710" h="6350">
                  <a:moveTo>
                    <a:pt x="219710" y="0"/>
                  </a:moveTo>
                  <a:lnTo>
                    <a:pt x="0" y="0"/>
                  </a:lnTo>
                  <a:lnTo>
                    <a:pt x="0" y="1270"/>
                  </a:lnTo>
                  <a:lnTo>
                    <a:pt x="0" y="3810"/>
                  </a:lnTo>
                  <a:lnTo>
                    <a:pt x="1270" y="3810"/>
                  </a:lnTo>
                  <a:lnTo>
                    <a:pt x="1270" y="6350"/>
                  </a:lnTo>
                  <a:lnTo>
                    <a:pt x="217170" y="6350"/>
                  </a:lnTo>
                  <a:lnTo>
                    <a:pt x="217170" y="3810"/>
                  </a:lnTo>
                  <a:lnTo>
                    <a:pt x="218440" y="3810"/>
                  </a:lnTo>
                  <a:lnTo>
                    <a:pt x="218440" y="1270"/>
                  </a:lnTo>
                  <a:lnTo>
                    <a:pt x="219710" y="1270"/>
                  </a:lnTo>
                  <a:lnTo>
                    <a:pt x="219710" y="0"/>
                  </a:lnTo>
                  <a:close/>
                </a:path>
              </a:pathLst>
            </a:custGeom>
            <a:solidFill>
              <a:srgbClr val="6B076B"/>
            </a:solidFill>
          </p:spPr>
          <p:txBody>
            <a:bodyPr wrap="square" lIns="0" tIns="0" rIns="0" bIns="0" rtlCol="0"/>
            <a:lstStyle/>
            <a:p/>
          </p:txBody>
        </p:sp>
        <p:sp>
          <p:nvSpPr>
            <p:cNvPr id="1797" name="object 1797"/>
            <p:cNvSpPr/>
            <p:nvPr/>
          </p:nvSpPr>
          <p:spPr>
            <a:xfrm>
              <a:off x="5388610" y="1573529"/>
              <a:ext cx="214629" cy="7620"/>
            </a:xfrm>
            <a:custGeom>
              <a:avLst/>
              <a:gdLst/>
              <a:ahLst/>
              <a:cxnLst/>
              <a:rect l="l" t="t" r="r" b="b"/>
              <a:pathLst>
                <a:path w="214629" h="7619">
                  <a:moveTo>
                    <a:pt x="214630" y="0"/>
                  </a:moveTo>
                  <a:lnTo>
                    <a:pt x="0" y="0"/>
                  </a:lnTo>
                  <a:lnTo>
                    <a:pt x="0" y="1270"/>
                  </a:lnTo>
                  <a:lnTo>
                    <a:pt x="1270" y="1270"/>
                  </a:lnTo>
                  <a:lnTo>
                    <a:pt x="1270" y="2540"/>
                  </a:lnTo>
                  <a:lnTo>
                    <a:pt x="1270" y="5080"/>
                  </a:lnTo>
                  <a:lnTo>
                    <a:pt x="2540" y="5080"/>
                  </a:lnTo>
                  <a:lnTo>
                    <a:pt x="2540" y="7620"/>
                  </a:lnTo>
                  <a:lnTo>
                    <a:pt x="212090" y="7620"/>
                  </a:lnTo>
                  <a:lnTo>
                    <a:pt x="212090" y="5080"/>
                  </a:lnTo>
                  <a:lnTo>
                    <a:pt x="213347" y="5080"/>
                  </a:lnTo>
                  <a:lnTo>
                    <a:pt x="213347" y="2540"/>
                  </a:lnTo>
                  <a:lnTo>
                    <a:pt x="214630" y="2540"/>
                  </a:lnTo>
                  <a:lnTo>
                    <a:pt x="214630" y="1270"/>
                  </a:lnTo>
                  <a:lnTo>
                    <a:pt x="214630" y="0"/>
                  </a:lnTo>
                  <a:close/>
                </a:path>
              </a:pathLst>
            </a:custGeom>
            <a:solidFill>
              <a:srgbClr val="6C076C"/>
            </a:solidFill>
          </p:spPr>
          <p:txBody>
            <a:bodyPr wrap="square" lIns="0" tIns="0" rIns="0" bIns="0" rtlCol="0"/>
            <a:lstStyle/>
            <a:p/>
          </p:txBody>
        </p:sp>
        <p:sp>
          <p:nvSpPr>
            <p:cNvPr id="1798" name="object 1798"/>
            <p:cNvSpPr/>
            <p:nvPr/>
          </p:nvSpPr>
          <p:spPr>
            <a:xfrm>
              <a:off x="5391150" y="1581149"/>
              <a:ext cx="208279" cy="7620"/>
            </a:xfrm>
            <a:custGeom>
              <a:avLst/>
              <a:gdLst/>
              <a:ahLst/>
              <a:cxnLst/>
              <a:rect l="l" t="t" r="r" b="b"/>
              <a:pathLst>
                <a:path w="208279" h="7619">
                  <a:moveTo>
                    <a:pt x="208280" y="0"/>
                  </a:moveTo>
                  <a:lnTo>
                    <a:pt x="0" y="0"/>
                  </a:lnTo>
                  <a:lnTo>
                    <a:pt x="0" y="2540"/>
                  </a:lnTo>
                  <a:lnTo>
                    <a:pt x="1270" y="2540"/>
                  </a:lnTo>
                  <a:lnTo>
                    <a:pt x="1270" y="5080"/>
                  </a:lnTo>
                  <a:lnTo>
                    <a:pt x="1270" y="6350"/>
                  </a:lnTo>
                  <a:lnTo>
                    <a:pt x="2540" y="6350"/>
                  </a:lnTo>
                  <a:lnTo>
                    <a:pt x="2540" y="7620"/>
                  </a:lnTo>
                  <a:lnTo>
                    <a:pt x="205740" y="7620"/>
                  </a:lnTo>
                  <a:lnTo>
                    <a:pt x="205740" y="6350"/>
                  </a:lnTo>
                  <a:lnTo>
                    <a:pt x="205740" y="5080"/>
                  </a:lnTo>
                  <a:lnTo>
                    <a:pt x="207010" y="5080"/>
                  </a:lnTo>
                  <a:lnTo>
                    <a:pt x="207010" y="2540"/>
                  </a:lnTo>
                  <a:lnTo>
                    <a:pt x="208280" y="2540"/>
                  </a:lnTo>
                  <a:lnTo>
                    <a:pt x="208280" y="0"/>
                  </a:lnTo>
                  <a:close/>
                </a:path>
              </a:pathLst>
            </a:custGeom>
            <a:solidFill>
              <a:srgbClr val="6D066D"/>
            </a:solidFill>
          </p:spPr>
          <p:txBody>
            <a:bodyPr wrap="square" lIns="0" tIns="0" rIns="0" bIns="0" rtlCol="0"/>
            <a:lstStyle/>
            <a:p/>
          </p:txBody>
        </p:sp>
        <p:sp>
          <p:nvSpPr>
            <p:cNvPr id="1799" name="object 1799"/>
            <p:cNvSpPr/>
            <p:nvPr/>
          </p:nvSpPr>
          <p:spPr>
            <a:xfrm>
              <a:off x="5393690" y="1588769"/>
              <a:ext cx="201930" cy="7620"/>
            </a:xfrm>
            <a:custGeom>
              <a:avLst/>
              <a:gdLst/>
              <a:ahLst/>
              <a:cxnLst/>
              <a:rect l="l" t="t" r="r" b="b"/>
              <a:pathLst>
                <a:path w="201929" h="7619">
                  <a:moveTo>
                    <a:pt x="201917" y="0"/>
                  </a:moveTo>
                  <a:lnTo>
                    <a:pt x="0" y="0"/>
                  </a:lnTo>
                  <a:lnTo>
                    <a:pt x="0" y="3810"/>
                  </a:lnTo>
                  <a:lnTo>
                    <a:pt x="1270" y="3810"/>
                  </a:lnTo>
                  <a:lnTo>
                    <a:pt x="1270" y="6350"/>
                  </a:lnTo>
                  <a:lnTo>
                    <a:pt x="1270" y="7620"/>
                  </a:lnTo>
                  <a:lnTo>
                    <a:pt x="199390" y="7620"/>
                  </a:lnTo>
                  <a:lnTo>
                    <a:pt x="199390" y="6350"/>
                  </a:lnTo>
                  <a:lnTo>
                    <a:pt x="200660" y="6350"/>
                  </a:lnTo>
                  <a:lnTo>
                    <a:pt x="200660" y="3810"/>
                  </a:lnTo>
                  <a:lnTo>
                    <a:pt x="201917" y="3810"/>
                  </a:lnTo>
                  <a:lnTo>
                    <a:pt x="201917" y="0"/>
                  </a:lnTo>
                  <a:close/>
                </a:path>
              </a:pathLst>
            </a:custGeom>
            <a:solidFill>
              <a:srgbClr val="6E066E"/>
            </a:solidFill>
          </p:spPr>
          <p:txBody>
            <a:bodyPr wrap="square" lIns="0" tIns="0" rIns="0" bIns="0" rtlCol="0"/>
            <a:lstStyle/>
            <a:p/>
          </p:txBody>
        </p:sp>
        <p:sp>
          <p:nvSpPr>
            <p:cNvPr id="1800" name="object 1800"/>
            <p:cNvSpPr/>
            <p:nvPr/>
          </p:nvSpPr>
          <p:spPr>
            <a:xfrm>
              <a:off x="5396230" y="1596389"/>
              <a:ext cx="196850" cy="6350"/>
            </a:xfrm>
            <a:custGeom>
              <a:avLst/>
              <a:gdLst/>
              <a:ahLst/>
              <a:cxnLst/>
              <a:rect l="l" t="t" r="r" b="b"/>
              <a:pathLst>
                <a:path w="196850" h="6350">
                  <a:moveTo>
                    <a:pt x="196850" y="0"/>
                  </a:moveTo>
                  <a:lnTo>
                    <a:pt x="0" y="0"/>
                  </a:lnTo>
                  <a:lnTo>
                    <a:pt x="0" y="1270"/>
                  </a:lnTo>
                  <a:lnTo>
                    <a:pt x="0" y="2540"/>
                  </a:lnTo>
                  <a:lnTo>
                    <a:pt x="1270" y="2540"/>
                  </a:lnTo>
                  <a:lnTo>
                    <a:pt x="1270" y="3810"/>
                  </a:lnTo>
                  <a:lnTo>
                    <a:pt x="1270" y="6350"/>
                  </a:lnTo>
                  <a:lnTo>
                    <a:pt x="194310" y="6350"/>
                  </a:lnTo>
                  <a:lnTo>
                    <a:pt x="194310" y="3810"/>
                  </a:lnTo>
                  <a:lnTo>
                    <a:pt x="195580" y="3810"/>
                  </a:lnTo>
                  <a:lnTo>
                    <a:pt x="195580" y="2540"/>
                  </a:lnTo>
                  <a:lnTo>
                    <a:pt x="195567" y="1270"/>
                  </a:lnTo>
                  <a:lnTo>
                    <a:pt x="196850" y="1270"/>
                  </a:lnTo>
                  <a:lnTo>
                    <a:pt x="196850" y="0"/>
                  </a:lnTo>
                  <a:close/>
                </a:path>
              </a:pathLst>
            </a:custGeom>
            <a:solidFill>
              <a:srgbClr val="6F066F"/>
            </a:solidFill>
          </p:spPr>
          <p:txBody>
            <a:bodyPr wrap="square" lIns="0" tIns="0" rIns="0" bIns="0" rtlCol="0"/>
            <a:lstStyle/>
            <a:p/>
          </p:txBody>
        </p:sp>
        <p:sp>
          <p:nvSpPr>
            <p:cNvPr id="1801" name="object 1801"/>
            <p:cNvSpPr/>
            <p:nvPr/>
          </p:nvSpPr>
          <p:spPr>
            <a:xfrm>
              <a:off x="5398770" y="1602739"/>
              <a:ext cx="190500" cy="7620"/>
            </a:xfrm>
            <a:custGeom>
              <a:avLst/>
              <a:gdLst/>
              <a:ahLst/>
              <a:cxnLst/>
              <a:rect l="l" t="t" r="r" b="b"/>
              <a:pathLst>
                <a:path w="190500" h="7619">
                  <a:moveTo>
                    <a:pt x="189230" y="2552"/>
                  </a:moveTo>
                  <a:lnTo>
                    <a:pt x="1270" y="2552"/>
                  </a:lnTo>
                  <a:lnTo>
                    <a:pt x="1270" y="5080"/>
                  </a:lnTo>
                  <a:lnTo>
                    <a:pt x="2540" y="5080"/>
                  </a:lnTo>
                  <a:lnTo>
                    <a:pt x="2540" y="7620"/>
                  </a:lnTo>
                  <a:lnTo>
                    <a:pt x="187960" y="7620"/>
                  </a:lnTo>
                  <a:lnTo>
                    <a:pt x="187960" y="5080"/>
                  </a:lnTo>
                  <a:lnTo>
                    <a:pt x="189230" y="5080"/>
                  </a:lnTo>
                  <a:lnTo>
                    <a:pt x="189230" y="2552"/>
                  </a:lnTo>
                  <a:close/>
                </a:path>
                <a:path w="190500" h="7619">
                  <a:moveTo>
                    <a:pt x="190500" y="0"/>
                  </a:moveTo>
                  <a:lnTo>
                    <a:pt x="0" y="0"/>
                  </a:lnTo>
                  <a:lnTo>
                    <a:pt x="0" y="2540"/>
                  </a:lnTo>
                  <a:lnTo>
                    <a:pt x="190500" y="2540"/>
                  </a:lnTo>
                  <a:lnTo>
                    <a:pt x="190500" y="0"/>
                  </a:lnTo>
                  <a:close/>
                </a:path>
              </a:pathLst>
            </a:custGeom>
            <a:solidFill>
              <a:srgbClr val="700570"/>
            </a:solidFill>
          </p:spPr>
          <p:txBody>
            <a:bodyPr wrap="square" lIns="0" tIns="0" rIns="0" bIns="0" rtlCol="0"/>
            <a:lstStyle/>
            <a:p/>
          </p:txBody>
        </p:sp>
        <p:sp>
          <p:nvSpPr>
            <p:cNvPr id="1802" name="object 1802"/>
            <p:cNvSpPr/>
            <p:nvPr/>
          </p:nvSpPr>
          <p:spPr>
            <a:xfrm>
              <a:off x="5401310" y="1610359"/>
              <a:ext cx="184150" cy="7620"/>
            </a:xfrm>
            <a:custGeom>
              <a:avLst/>
              <a:gdLst/>
              <a:ahLst/>
              <a:cxnLst/>
              <a:rect l="l" t="t" r="r" b="b"/>
              <a:pathLst>
                <a:path w="184150" h="7619">
                  <a:moveTo>
                    <a:pt x="182880" y="1282"/>
                  </a:moveTo>
                  <a:lnTo>
                    <a:pt x="1270" y="1282"/>
                  </a:lnTo>
                  <a:lnTo>
                    <a:pt x="1270" y="3810"/>
                  </a:lnTo>
                  <a:lnTo>
                    <a:pt x="2540" y="3810"/>
                  </a:lnTo>
                  <a:lnTo>
                    <a:pt x="2540" y="6350"/>
                  </a:lnTo>
                  <a:lnTo>
                    <a:pt x="2540" y="7620"/>
                  </a:lnTo>
                  <a:lnTo>
                    <a:pt x="180340" y="7620"/>
                  </a:lnTo>
                  <a:lnTo>
                    <a:pt x="180340" y="6350"/>
                  </a:lnTo>
                  <a:lnTo>
                    <a:pt x="181610" y="6350"/>
                  </a:lnTo>
                  <a:lnTo>
                    <a:pt x="181610" y="3810"/>
                  </a:lnTo>
                  <a:lnTo>
                    <a:pt x="182880" y="3810"/>
                  </a:lnTo>
                  <a:lnTo>
                    <a:pt x="182880" y="1282"/>
                  </a:lnTo>
                  <a:close/>
                </a:path>
                <a:path w="184150" h="7619">
                  <a:moveTo>
                    <a:pt x="184150" y="0"/>
                  </a:moveTo>
                  <a:lnTo>
                    <a:pt x="0" y="0"/>
                  </a:lnTo>
                  <a:lnTo>
                    <a:pt x="0" y="1270"/>
                  </a:lnTo>
                  <a:lnTo>
                    <a:pt x="184150" y="1270"/>
                  </a:lnTo>
                  <a:lnTo>
                    <a:pt x="184150" y="0"/>
                  </a:lnTo>
                  <a:close/>
                </a:path>
              </a:pathLst>
            </a:custGeom>
            <a:solidFill>
              <a:srgbClr val="710571"/>
            </a:solidFill>
          </p:spPr>
          <p:txBody>
            <a:bodyPr wrap="square" lIns="0" tIns="0" rIns="0" bIns="0" rtlCol="0"/>
            <a:lstStyle/>
            <a:p/>
          </p:txBody>
        </p:sp>
        <p:sp>
          <p:nvSpPr>
            <p:cNvPr id="1803" name="object 1803"/>
            <p:cNvSpPr/>
            <p:nvPr/>
          </p:nvSpPr>
          <p:spPr>
            <a:xfrm>
              <a:off x="5405120" y="1618106"/>
              <a:ext cx="175260" cy="6350"/>
            </a:xfrm>
            <a:custGeom>
              <a:avLst/>
              <a:gdLst/>
              <a:ahLst/>
              <a:cxnLst/>
              <a:rect l="l" t="t" r="r" b="b"/>
              <a:pathLst>
                <a:path w="175260" h="6350">
                  <a:moveTo>
                    <a:pt x="175260" y="0"/>
                  </a:moveTo>
                  <a:lnTo>
                    <a:pt x="0" y="0"/>
                  </a:lnTo>
                  <a:lnTo>
                    <a:pt x="0" y="2413"/>
                  </a:lnTo>
                  <a:lnTo>
                    <a:pt x="1270" y="2413"/>
                  </a:lnTo>
                  <a:lnTo>
                    <a:pt x="1270" y="3683"/>
                  </a:lnTo>
                  <a:lnTo>
                    <a:pt x="1270" y="4953"/>
                  </a:lnTo>
                  <a:lnTo>
                    <a:pt x="2540" y="4953"/>
                  </a:lnTo>
                  <a:lnTo>
                    <a:pt x="2540" y="6223"/>
                  </a:lnTo>
                  <a:lnTo>
                    <a:pt x="172720" y="6223"/>
                  </a:lnTo>
                  <a:lnTo>
                    <a:pt x="172720" y="4953"/>
                  </a:lnTo>
                  <a:lnTo>
                    <a:pt x="172720" y="3683"/>
                  </a:lnTo>
                  <a:lnTo>
                    <a:pt x="173990" y="3683"/>
                  </a:lnTo>
                  <a:lnTo>
                    <a:pt x="173990" y="2413"/>
                  </a:lnTo>
                  <a:lnTo>
                    <a:pt x="175260" y="2413"/>
                  </a:lnTo>
                  <a:lnTo>
                    <a:pt x="175260" y="0"/>
                  </a:lnTo>
                  <a:close/>
                </a:path>
              </a:pathLst>
            </a:custGeom>
            <a:solidFill>
              <a:srgbClr val="730473"/>
            </a:solidFill>
          </p:spPr>
          <p:txBody>
            <a:bodyPr wrap="square" lIns="0" tIns="0" rIns="0" bIns="0" rtlCol="0"/>
            <a:lstStyle/>
            <a:p/>
          </p:txBody>
        </p:sp>
        <p:sp>
          <p:nvSpPr>
            <p:cNvPr id="1804" name="object 1804"/>
            <p:cNvSpPr/>
            <p:nvPr/>
          </p:nvSpPr>
          <p:spPr>
            <a:xfrm>
              <a:off x="5407660" y="1624329"/>
              <a:ext cx="168910" cy="7620"/>
            </a:xfrm>
            <a:custGeom>
              <a:avLst/>
              <a:gdLst/>
              <a:ahLst/>
              <a:cxnLst/>
              <a:rect l="l" t="t" r="r" b="b"/>
              <a:pathLst>
                <a:path w="168910" h="7619">
                  <a:moveTo>
                    <a:pt x="1689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66370" y="7620"/>
                  </a:lnTo>
                  <a:lnTo>
                    <a:pt x="166370" y="6350"/>
                  </a:lnTo>
                  <a:lnTo>
                    <a:pt x="166370" y="5080"/>
                  </a:lnTo>
                  <a:lnTo>
                    <a:pt x="167640" y="5080"/>
                  </a:lnTo>
                  <a:lnTo>
                    <a:pt x="167640" y="3810"/>
                  </a:lnTo>
                  <a:lnTo>
                    <a:pt x="167640" y="2540"/>
                  </a:lnTo>
                  <a:lnTo>
                    <a:pt x="168897" y="2540"/>
                  </a:lnTo>
                  <a:lnTo>
                    <a:pt x="168897" y="1270"/>
                  </a:lnTo>
                  <a:lnTo>
                    <a:pt x="168910" y="0"/>
                  </a:lnTo>
                  <a:close/>
                </a:path>
              </a:pathLst>
            </a:custGeom>
            <a:solidFill>
              <a:srgbClr val="740474"/>
            </a:solidFill>
          </p:spPr>
          <p:txBody>
            <a:bodyPr wrap="square" lIns="0" tIns="0" rIns="0" bIns="0" rtlCol="0"/>
            <a:lstStyle/>
            <a:p/>
          </p:txBody>
        </p:sp>
        <p:sp>
          <p:nvSpPr>
            <p:cNvPr id="1805" name="object 1805"/>
            <p:cNvSpPr/>
            <p:nvPr/>
          </p:nvSpPr>
          <p:spPr>
            <a:xfrm>
              <a:off x="5411470" y="1631949"/>
              <a:ext cx="161290" cy="7620"/>
            </a:xfrm>
            <a:custGeom>
              <a:avLst/>
              <a:gdLst/>
              <a:ahLst/>
              <a:cxnLst/>
              <a:rect l="l" t="t" r="r" b="b"/>
              <a:pathLst>
                <a:path w="161289" h="7619">
                  <a:moveTo>
                    <a:pt x="16129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57480" y="7620"/>
                  </a:lnTo>
                  <a:lnTo>
                    <a:pt x="157480" y="6350"/>
                  </a:lnTo>
                  <a:lnTo>
                    <a:pt x="157480" y="5080"/>
                  </a:lnTo>
                  <a:lnTo>
                    <a:pt x="158750" y="5080"/>
                  </a:lnTo>
                  <a:lnTo>
                    <a:pt x="158750" y="3810"/>
                  </a:lnTo>
                  <a:lnTo>
                    <a:pt x="160020" y="3810"/>
                  </a:lnTo>
                  <a:lnTo>
                    <a:pt x="160020" y="2540"/>
                  </a:lnTo>
                  <a:lnTo>
                    <a:pt x="161290" y="2540"/>
                  </a:lnTo>
                  <a:lnTo>
                    <a:pt x="161290" y="1270"/>
                  </a:lnTo>
                  <a:lnTo>
                    <a:pt x="161290" y="0"/>
                  </a:lnTo>
                  <a:close/>
                </a:path>
              </a:pathLst>
            </a:custGeom>
            <a:solidFill>
              <a:srgbClr val="750375"/>
            </a:solidFill>
          </p:spPr>
          <p:txBody>
            <a:bodyPr wrap="square" lIns="0" tIns="0" rIns="0" bIns="0" rtlCol="0"/>
            <a:lstStyle/>
            <a:p/>
          </p:txBody>
        </p:sp>
        <p:sp>
          <p:nvSpPr>
            <p:cNvPr id="1806" name="object 1806"/>
            <p:cNvSpPr/>
            <p:nvPr/>
          </p:nvSpPr>
          <p:spPr>
            <a:xfrm>
              <a:off x="5416550" y="1639569"/>
              <a:ext cx="151130" cy="7620"/>
            </a:xfrm>
            <a:custGeom>
              <a:avLst/>
              <a:gdLst/>
              <a:ahLst/>
              <a:cxnLst/>
              <a:rect l="l" t="t" r="r" b="b"/>
              <a:pathLst>
                <a:path w="151129" h="7619">
                  <a:moveTo>
                    <a:pt x="151130" y="0"/>
                  </a:moveTo>
                  <a:lnTo>
                    <a:pt x="0" y="0"/>
                  </a:lnTo>
                  <a:lnTo>
                    <a:pt x="0" y="1270"/>
                  </a:lnTo>
                  <a:lnTo>
                    <a:pt x="0" y="2540"/>
                  </a:lnTo>
                  <a:lnTo>
                    <a:pt x="1270" y="2540"/>
                  </a:lnTo>
                  <a:lnTo>
                    <a:pt x="1270" y="5080"/>
                  </a:lnTo>
                  <a:lnTo>
                    <a:pt x="2540" y="5080"/>
                  </a:lnTo>
                  <a:lnTo>
                    <a:pt x="2540" y="6350"/>
                  </a:lnTo>
                  <a:lnTo>
                    <a:pt x="2540" y="7620"/>
                  </a:lnTo>
                  <a:lnTo>
                    <a:pt x="146050" y="7620"/>
                  </a:lnTo>
                  <a:lnTo>
                    <a:pt x="146050" y="6350"/>
                  </a:lnTo>
                  <a:lnTo>
                    <a:pt x="147307" y="6350"/>
                  </a:lnTo>
                  <a:lnTo>
                    <a:pt x="147307" y="5080"/>
                  </a:lnTo>
                  <a:lnTo>
                    <a:pt x="148590" y="5080"/>
                  </a:lnTo>
                  <a:lnTo>
                    <a:pt x="148590" y="2540"/>
                  </a:lnTo>
                  <a:lnTo>
                    <a:pt x="149860" y="2540"/>
                  </a:lnTo>
                  <a:lnTo>
                    <a:pt x="149860" y="1270"/>
                  </a:lnTo>
                  <a:lnTo>
                    <a:pt x="151130" y="1270"/>
                  </a:lnTo>
                  <a:lnTo>
                    <a:pt x="151130" y="0"/>
                  </a:lnTo>
                  <a:close/>
                </a:path>
              </a:pathLst>
            </a:custGeom>
            <a:solidFill>
              <a:srgbClr val="760376"/>
            </a:solidFill>
          </p:spPr>
          <p:txBody>
            <a:bodyPr wrap="square" lIns="0" tIns="0" rIns="0" bIns="0" rtlCol="0"/>
            <a:lstStyle/>
            <a:p/>
          </p:txBody>
        </p:sp>
        <p:sp>
          <p:nvSpPr>
            <p:cNvPr id="1807" name="object 1807"/>
            <p:cNvSpPr/>
            <p:nvPr/>
          </p:nvSpPr>
          <p:spPr>
            <a:xfrm>
              <a:off x="5420360" y="1647189"/>
              <a:ext cx="142240" cy="6985"/>
            </a:xfrm>
            <a:custGeom>
              <a:avLst/>
              <a:gdLst/>
              <a:ahLst/>
              <a:cxnLst/>
              <a:rect l="l" t="t" r="r" b="b"/>
              <a:pathLst>
                <a:path w="142239" h="6985">
                  <a:moveTo>
                    <a:pt x="139687" y="2552"/>
                  </a:moveTo>
                  <a:lnTo>
                    <a:pt x="1270" y="2552"/>
                  </a:lnTo>
                  <a:lnTo>
                    <a:pt x="1270" y="3810"/>
                  </a:lnTo>
                  <a:lnTo>
                    <a:pt x="2540" y="3810"/>
                  </a:lnTo>
                  <a:lnTo>
                    <a:pt x="2540" y="6362"/>
                  </a:lnTo>
                  <a:lnTo>
                    <a:pt x="138430" y="6362"/>
                  </a:lnTo>
                  <a:lnTo>
                    <a:pt x="138430" y="3810"/>
                  </a:lnTo>
                  <a:lnTo>
                    <a:pt x="139687" y="3810"/>
                  </a:lnTo>
                  <a:lnTo>
                    <a:pt x="139687" y="2552"/>
                  </a:lnTo>
                  <a:close/>
                </a:path>
                <a:path w="142239" h="6985">
                  <a:moveTo>
                    <a:pt x="142240" y="0"/>
                  </a:moveTo>
                  <a:lnTo>
                    <a:pt x="0" y="0"/>
                  </a:lnTo>
                  <a:lnTo>
                    <a:pt x="0" y="1270"/>
                  </a:lnTo>
                  <a:lnTo>
                    <a:pt x="0" y="2540"/>
                  </a:lnTo>
                  <a:lnTo>
                    <a:pt x="140970" y="2540"/>
                  </a:lnTo>
                  <a:lnTo>
                    <a:pt x="140970" y="1270"/>
                  </a:lnTo>
                  <a:lnTo>
                    <a:pt x="142240" y="1270"/>
                  </a:lnTo>
                  <a:lnTo>
                    <a:pt x="142240" y="0"/>
                  </a:lnTo>
                  <a:close/>
                </a:path>
              </a:pathLst>
            </a:custGeom>
            <a:solidFill>
              <a:srgbClr val="770377"/>
            </a:solidFill>
          </p:spPr>
          <p:txBody>
            <a:bodyPr wrap="square" lIns="0" tIns="0" rIns="0" bIns="0" rtlCol="0"/>
            <a:lstStyle/>
            <a:p/>
          </p:txBody>
        </p:sp>
        <p:sp>
          <p:nvSpPr>
            <p:cNvPr id="1808" name="object 1808"/>
            <p:cNvSpPr/>
            <p:nvPr/>
          </p:nvSpPr>
          <p:spPr>
            <a:xfrm>
              <a:off x="5424170" y="1653552"/>
              <a:ext cx="133350" cy="7620"/>
            </a:xfrm>
            <a:custGeom>
              <a:avLst/>
              <a:gdLst/>
              <a:ahLst/>
              <a:cxnLst/>
              <a:rect l="l" t="t" r="r" b="b"/>
              <a:pathLst>
                <a:path w="133350" h="7619">
                  <a:moveTo>
                    <a:pt x="133350" y="0"/>
                  </a:moveTo>
                  <a:lnTo>
                    <a:pt x="0" y="0"/>
                  </a:lnTo>
                  <a:lnTo>
                    <a:pt x="0" y="1257"/>
                  </a:lnTo>
                  <a:lnTo>
                    <a:pt x="1270" y="1257"/>
                  </a:lnTo>
                  <a:lnTo>
                    <a:pt x="1270" y="2527"/>
                  </a:lnTo>
                  <a:lnTo>
                    <a:pt x="1270" y="3797"/>
                  </a:lnTo>
                  <a:lnTo>
                    <a:pt x="2540" y="3797"/>
                  </a:lnTo>
                  <a:lnTo>
                    <a:pt x="2540" y="5067"/>
                  </a:lnTo>
                  <a:lnTo>
                    <a:pt x="3810" y="5067"/>
                  </a:lnTo>
                  <a:lnTo>
                    <a:pt x="3810" y="6337"/>
                  </a:lnTo>
                  <a:lnTo>
                    <a:pt x="3810" y="7607"/>
                  </a:lnTo>
                  <a:lnTo>
                    <a:pt x="128270" y="7607"/>
                  </a:lnTo>
                  <a:lnTo>
                    <a:pt x="128270" y="6337"/>
                  </a:lnTo>
                  <a:lnTo>
                    <a:pt x="129527" y="6337"/>
                  </a:lnTo>
                  <a:lnTo>
                    <a:pt x="129527" y="5067"/>
                  </a:lnTo>
                  <a:lnTo>
                    <a:pt x="129540" y="3797"/>
                  </a:lnTo>
                  <a:lnTo>
                    <a:pt x="130810" y="3797"/>
                  </a:lnTo>
                  <a:lnTo>
                    <a:pt x="130810" y="2527"/>
                  </a:lnTo>
                  <a:lnTo>
                    <a:pt x="132080" y="2527"/>
                  </a:lnTo>
                  <a:lnTo>
                    <a:pt x="132080" y="1257"/>
                  </a:lnTo>
                  <a:lnTo>
                    <a:pt x="133350" y="1257"/>
                  </a:lnTo>
                  <a:lnTo>
                    <a:pt x="133350" y="0"/>
                  </a:lnTo>
                  <a:close/>
                </a:path>
              </a:pathLst>
            </a:custGeom>
            <a:solidFill>
              <a:srgbClr val="780278"/>
            </a:solidFill>
          </p:spPr>
          <p:txBody>
            <a:bodyPr wrap="square" lIns="0" tIns="0" rIns="0" bIns="0" rtlCol="0"/>
            <a:lstStyle/>
            <a:p/>
          </p:txBody>
        </p:sp>
        <p:sp>
          <p:nvSpPr>
            <p:cNvPr id="1809" name="object 1809"/>
            <p:cNvSpPr/>
            <p:nvPr/>
          </p:nvSpPr>
          <p:spPr>
            <a:xfrm>
              <a:off x="5429250" y="1661159"/>
              <a:ext cx="121920" cy="8255"/>
            </a:xfrm>
            <a:custGeom>
              <a:avLst/>
              <a:gdLst/>
              <a:ahLst/>
              <a:cxnLst/>
              <a:rect l="l" t="t" r="r" b="b"/>
              <a:pathLst>
                <a:path w="121920" h="8255">
                  <a:moveTo>
                    <a:pt x="121920" y="0"/>
                  </a:moveTo>
                  <a:lnTo>
                    <a:pt x="0" y="0"/>
                  </a:lnTo>
                  <a:lnTo>
                    <a:pt x="0" y="1282"/>
                  </a:lnTo>
                  <a:lnTo>
                    <a:pt x="1270" y="1282"/>
                  </a:lnTo>
                  <a:lnTo>
                    <a:pt x="1270" y="2540"/>
                  </a:lnTo>
                  <a:lnTo>
                    <a:pt x="2540" y="2540"/>
                  </a:lnTo>
                  <a:lnTo>
                    <a:pt x="2540" y="3810"/>
                  </a:lnTo>
                  <a:lnTo>
                    <a:pt x="5080" y="3810"/>
                  </a:lnTo>
                  <a:lnTo>
                    <a:pt x="5080" y="5092"/>
                  </a:lnTo>
                  <a:lnTo>
                    <a:pt x="6350" y="5092"/>
                  </a:lnTo>
                  <a:lnTo>
                    <a:pt x="6350" y="6350"/>
                  </a:lnTo>
                  <a:lnTo>
                    <a:pt x="7620" y="6350"/>
                  </a:lnTo>
                  <a:lnTo>
                    <a:pt x="7620" y="7632"/>
                  </a:lnTo>
                  <a:lnTo>
                    <a:pt x="114300" y="7632"/>
                  </a:lnTo>
                  <a:lnTo>
                    <a:pt x="114300" y="6350"/>
                  </a:lnTo>
                  <a:lnTo>
                    <a:pt x="115570" y="6350"/>
                  </a:lnTo>
                  <a:lnTo>
                    <a:pt x="115570" y="5092"/>
                  </a:lnTo>
                  <a:lnTo>
                    <a:pt x="118097" y="5092"/>
                  </a:lnTo>
                  <a:lnTo>
                    <a:pt x="118097" y="3810"/>
                  </a:lnTo>
                  <a:lnTo>
                    <a:pt x="119380" y="3810"/>
                  </a:lnTo>
                  <a:lnTo>
                    <a:pt x="119380" y="2540"/>
                  </a:lnTo>
                  <a:lnTo>
                    <a:pt x="120650" y="2540"/>
                  </a:lnTo>
                  <a:lnTo>
                    <a:pt x="120650" y="1282"/>
                  </a:lnTo>
                  <a:lnTo>
                    <a:pt x="121920" y="1282"/>
                  </a:lnTo>
                  <a:lnTo>
                    <a:pt x="121920" y="0"/>
                  </a:lnTo>
                  <a:close/>
                </a:path>
              </a:pathLst>
            </a:custGeom>
            <a:solidFill>
              <a:srgbClr val="790279"/>
            </a:solidFill>
          </p:spPr>
          <p:txBody>
            <a:bodyPr wrap="square" lIns="0" tIns="0" rIns="0" bIns="0" rtlCol="0"/>
            <a:lstStyle/>
            <a:p/>
          </p:txBody>
        </p:sp>
        <p:sp>
          <p:nvSpPr>
            <p:cNvPr id="1810" name="object 1810"/>
            <p:cNvSpPr/>
            <p:nvPr/>
          </p:nvSpPr>
          <p:spPr>
            <a:xfrm>
              <a:off x="5438140" y="1668792"/>
              <a:ext cx="104139" cy="6350"/>
            </a:xfrm>
            <a:custGeom>
              <a:avLst/>
              <a:gdLst/>
              <a:ahLst/>
              <a:cxnLst/>
              <a:rect l="l" t="t" r="r" b="b"/>
              <a:pathLst>
                <a:path w="104139" h="6350">
                  <a:moveTo>
                    <a:pt x="104140" y="0"/>
                  </a:moveTo>
                  <a:lnTo>
                    <a:pt x="0" y="0"/>
                  </a:lnTo>
                  <a:lnTo>
                    <a:pt x="0" y="1257"/>
                  </a:lnTo>
                  <a:lnTo>
                    <a:pt x="1270" y="1257"/>
                  </a:lnTo>
                  <a:lnTo>
                    <a:pt x="1270" y="2527"/>
                  </a:lnTo>
                  <a:lnTo>
                    <a:pt x="2540" y="2527"/>
                  </a:lnTo>
                  <a:lnTo>
                    <a:pt x="2540" y="3810"/>
                  </a:lnTo>
                  <a:lnTo>
                    <a:pt x="5080" y="3810"/>
                  </a:lnTo>
                  <a:lnTo>
                    <a:pt x="5080" y="5067"/>
                  </a:lnTo>
                  <a:lnTo>
                    <a:pt x="6350" y="5067"/>
                  </a:lnTo>
                  <a:lnTo>
                    <a:pt x="6350" y="6350"/>
                  </a:lnTo>
                  <a:lnTo>
                    <a:pt x="99060" y="6350"/>
                  </a:lnTo>
                  <a:lnTo>
                    <a:pt x="99060" y="5067"/>
                  </a:lnTo>
                  <a:lnTo>
                    <a:pt x="100330" y="5067"/>
                  </a:lnTo>
                  <a:lnTo>
                    <a:pt x="100330" y="3810"/>
                  </a:lnTo>
                  <a:lnTo>
                    <a:pt x="101600" y="3810"/>
                  </a:lnTo>
                  <a:lnTo>
                    <a:pt x="101600" y="2527"/>
                  </a:lnTo>
                  <a:lnTo>
                    <a:pt x="102870" y="2527"/>
                  </a:lnTo>
                  <a:lnTo>
                    <a:pt x="102870" y="1257"/>
                  </a:lnTo>
                  <a:lnTo>
                    <a:pt x="104140" y="1257"/>
                  </a:lnTo>
                  <a:lnTo>
                    <a:pt x="104140" y="0"/>
                  </a:lnTo>
                  <a:close/>
                </a:path>
              </a:pathLst>
            </a:custGeom>
            <a:solidFill>
              <a:srgbClr val="7A017A"/>
            </a:solidFill>
          </p:spPr>
          <p:txBody>
            <a:bodyPr wrap="square" lIns="0" tIns="0" rIns="0" bIns="0" rtlCol="0"/>
            <a:lstStyle/>
            <a:p/>
          </p:txBody>
        </p:sp>
        <p:sp>
          <p:nvSpPr>
            <p:cNvPr id="1811" name="object 1811"/>
            <p:cNvSpPr/>
            <p:nvPr/>
          </p:nvSpPr>
          <p:spPr>
            <a:xfrm>
              <a:off x="5445760" y="1675142"/>
              <a:ext cx="90170" cy="7620"/>
            </a:xfrm>
            <a:custGeom>
              <a:avLst/>
              <a:gdLst/>
              <a:ahLst/>
              <a:cxnLst/>
              <a:rect l="l" t="t" r="r" b="b"/>
              <a:pathLst>
                <a:path w="90170" h="7619">
                  <a:moveTo>
                    <a:pt x="90170" y="0"/>
                  </a:moveTo>
                  <a:lnTo>
                    <a:pt x="0" y="0"/>
                  </a:lnTo>
                  <a:lnTo>
                    <a:pt x="0" y="1257"/>
                  </a:lnTo>
                  <a:lnTo>
                    <a:pt x="1270" y="1257"/>
                  </a:lnTo>
                  <a:lnTo>
                    <a:pt x="1270" y="2527"/>
                  </a:lnTo>
                  <a:lnTo>
                    <a:pt x="3810" y="2527"/>
                  </a:lnTo>
                  <a:lnTo>
                    <a:pt x="3810" y="3810"/>
                  </a:lnTo>
                  <a:lnTo>
                    <a:pt x="5080" y="3810"/>
                  </a:lnTo>
                  <a:lnTo>
                    <a:pt x="5080" y="5067"/>
                  </a:lnTo>
                  <a:lnTo>
                    <a:pt x="6350" y="5067"/>
                  </a:lnTo>
                  <a:lnTo>
                    <a:pt x="6350" y="6350"/>
                  </a:lnTo>
                  <a:lnTo>
                    <a:pt x="8890" y="6350"/>
                  </a:lnTo>
                  <a:lnTo>
                    <a:pt x="8890" y="7607"/>
                  </a:lnTo>
                  <a:lnTo>
                    <a:pt x="78740" y="7607"/>
                  </a:lnTo>
                  <a:lnTo>
                    <a:pt x="78740" y="6350"/>
                  </a:lnTo>
                  <a:lnTo>
                    <a:pt x="80010" y="6350"/>
                  </a:lnTo>
                  <a:lnTo>
                    <a:pt x="80010" y="5067"/>
                  </a:lnTo>
                  <a:lnTo>
                    <a:pt x="82550" y="5067"/>
                  </a:lnTo>
                  <a:lnTo>
                    <a:pt x="82550" y="3810"/>
                  </a:lnTo>
                  <a:lnTo>
                    <a:pt x="83820" y="3810"/>
                  </a:lnTo>
                  <a:lnTo>
                    <a:pt x="83820" y="2527"/>
                  </a:lnTo>
                  <a:lnTo>
                    <a:pt x="87630" y="2527"/>
                  </a:lnTo>
                  <a:lnTo>
                    <a:pt x="87630" y="1257"/>
                  </a:lnTo>
                  <a:lnTo>
                    <a:pt x="90170" y="1257"/>
                  </a:lnTo>
                  <a:lnTo>
                    <a:pt x="90170" y="0"/>
                  </a:lnTo>
                  <a:close/>
                </a:path>
              </a:pathLst>
            </a:custGeom>
            <a:solidFill>
              <a:srgbClr val="7B017B"/>
            </a:solidFill>
          </p:spPr>
          <p:txBody>
            <a:bodyPr wrap="square" lIns="0" tIns="0" rIns="0" bIns="0" rtlCol="0"/>
            <a:lstStyle/>
            <a:p/>
          </p:txBody>
        </p:sp>
        <p:sp>
          <p:nvSpPr>
            <p:cNvPr id="1812" name="object 1812"/>
            <p:cNvSpPr/>
            <p:nvPr/>
          </p:nvSpPr>
          <p:spPr>
            <a:xfrm>
              <a:off x="5455920" y="1682750"/>
              <a:ext cx="66040" cy="7620"/>
            </a:xfrm>
            <a:custGeom>
              <a:avLst/>
              <a:gdLst/>
              <a:ahLst/>
              <a:cxnLst/>
              <a:rect l="l" t="t" r="r" b="b"/>
              <a:pathLst>
                <a:path w="66039" h="7619">
                  <a:moveTo>
                    <a:pt x="33020" y="6350"/>
                  </a:moveTo>
                  <a:lnTo>
                    <a:pt x="31750" y="6350"/>
                  </a:lnTo>
                  <a:lnTo>
                    <a:pt x="31750" y="7620"/>
                  </a:lnTo>
                  <a:lnTo>
                    <a:pt x="33020" y="7620"/>
                  </a:lnTo>
                  <a:lnTo>
                    <a:pt x="33020" y="6350"/>
                  </a:lnTo>
                  <a:close/>
                </a:path>
                <a:path w="66039" h="7619">
                  <a:moveTo>
                    <a:pt x="41910" y="5080"/>
                  </a:moveTo>
                  <a:lnTo>
                    <a:pt x="21589" y="5080"/>
                  </a:lnTo>
                  <a:lnTo>
                    <a:pt x="21589" y="6350"/>
                  </a:lnTo>
                  <a:lnTo>
                    <a:pt x="41910" y="6350"/>
                  </a:lnTo>
                  <a:lnTo>
                    <a:pt x="41910" y="5080"/>
                  </a:lnTo>
                  <a:close/>
                </a:path>
                <a:path w="66039" h="7619">
                  <a:moveTo>
                    <a:pt x="55879" y="3810"/>
                  </a:moveTo>
                  <a:lnTo>
                    <a:pt x="17779" y="3810"/>
                  </a:lnTo>
                  <a:lnTo>
                    <a:pt x="17779" y="5080"/>
                  </a:lnTo>
                  <a:lnTo>
                    <a:pt x="55879" y="5080"/>
                  </a:lnTo>
                  <a:lnTo>
                    <a:pt x="55879" y="3810"/>
                  </a:lnTo>
                  <a:close/>
                </a:path>
                <a:path w="66039" h="7619">
                  <a:moveTo>
                    <a:pt x="58419" y="2540"/>
                  </a:moveTo>
                  <a:lnTo>
                    <a:pt x="10159" y="2540"/>
                  </a:lnTo>
                  <a:lnTo>
                    <a:pt x="10159" y="3810"/>
                  </a:lnTo>
                  <a:lnTo>
                    <a:pt x="58419" y="3810"/>
                  </a:lnTo>
                  <a:lnTo>
                    <a:pt x="58419" y="2540"/>
                  </a:lnTo>
                  <a:close/>
                </a:path>
                <a:path w="66039" h="7619">
                  <a:moveTo>
                    <a:pt x="63499" y="1270"/>
                  </a:moveTo>
                  <a:lnTo>
                    <a:pt x="7619" y="1270"/>
                  </a:lnTo>
                  <a:lnTo>
                    <a:pt x="7619" y="2540"/>
                  </a:lnTo>
                  <a:lnTo>
                    <a:pt x="63499" y="2540"/>
                  </a:lnTo>
                  <a:lnTo>
                    <a:pt x="63499" y="1270"/>
                  </a:lnTo>
                  <a:close/>
                </a:path>
                <a:path w="66039" h="7619">
                  <a:moveTo>
                    <a:pt x="66039" y="0"/>
                  </a:moveTo>
                  <a:lnTo>
                    <a:pt x="0" y="0"/>
                  </a:lnTo>
                  <a:lnTo>
                    <a:pt x="0" y="1270"/>
                  </a:lnTo>
                  <a:lnTo>
                    <a:pt x="66039" y="1270"/>
                  </a:lnTo>
                  <a:lnTo>
                    <a:pt x="66039" y="0"/>
                  </a:lnTo>
                  <a:close/>
                </a:path>
              </a:pathLst>
            </a:custGeom>
            <a:solidFill>
              <a:srgbClr val="7C007C"/>
            </a:solidFill>
          </p:spPr>
          <p:txBody>
            <a:bodyPr wrap="square" lIns="0" tIns="0" rIns="0" bIns="0" rtlCol="0"/>
            <a:lstStyle/>
            <a:p/>
          </p:txBody>
        </p:sp>
      </p:grpSp>
      <p:grpSp>
        <p:nvGrpSpPr>
          <p:cNvPr id="1813" name="object 1813"/>
          <p:cNvGrpSpPr/>
          <p:nvPr/>
        </p:nvGrpSpPr>
        <p:grpSpPr>
          <a:xfrm>
            <a:off x="5713729" y="1056639"/>
            <a:ext cx="212090" cy="633730"/>
            <a:chOff x="5713729" y="1056639"/>
            <a:chExt cx="212090" cy="633730"/>
          </a:xfrm>
        </p:grpSpPr>
        <p:sp>
          <p:nvSpPr>
            <p:cNvPr id="1814" name="object 1814"/>
            <p:cNvSpPr/>
            <p:nvPr/>
          </p:nvSpPr>
          <p:spPr>
            <a:xfrm>
              <a:off x="5784850" y="1056639"/>
              <a:ext cx="69850" cy="13970"/>
            </a:xfrm>
            <a:custGeom>
              <a:avLst/>
              <a:gdLst/>
              <a:ahLst/>
              <a:cxnLst/>
              <a:rect l="l" t="t" r="r" b="b"/>
              <a:pathLst>
                <a:path w="69850" h="13969">
                  <a:moveTo>
                    <a:pt x="69850" y="12700"/>
                  </a:moveTo>
                  <a:lnTo>
                    <a:pt x="68580" y="12700"/>
                  </a:lnTo>
                  <a:lnTo>
                    <a:pt x="68580" y="11430"/>
                  </a:lnTo>
                  <a:lnTo>
                    <a:pt x="67310" y="11430"/>
                  </a:lnTo>
                  <a:lnTo>
                    <a:pt x="67310" y="10160"/>
                  </a:lnTo>
                  <a:lnTo>
                    <a:pt x="64770" y="10160"/>
                  </a:lnTo>
                  <a:lnTo>
                    <a:pt x="64770" y="8890"/>
                  </a:lnTo>
                  <a:lnTo>
                    <a:pt x="62230" y="8890"/>
                  </a:lnTo>
                  <a:lnTo>
                    <a:pt x="62230" y="7620"/>
                  </a:lnTo>
                  <a:lnTo>
                    <a:pt x="60960" y="7620"/>
                  </a:lnTo>
                  <a:lnTo>
                    <a:pt x="60960" y="6350"/>
                  </a:lnTo>
                  <a:lnTo>
                    <a:pt x="57150" y="6350"/>
                  </a:lnTo>
                  <a:lnTo>
                    <a:pt x="57150" y="5080"/>
                  </a:lnTo>
                  <a:lnTo>
                    <a:pt x="55880" y="5080"/>
                  </a:lnTo>
                  <a:lnTo>
                    <a:pt x="55880" y="3810"/>
                  </a:lnTo>
                  <a:lnTo>
                    <a:pt x="50800" y="3810"/>
                  </a:lnTo>
                  <a:lnTo>
                    <a:pt x="50800" y="2540"/>
                  </a:lnTo>
                  <a:lnTo>
                    <a:pt x="48260" y="2540"/>
                  </a:lnTo>
                  <a:lnTo>
                    <a:pt x="48260" y="1270"/>
                  </a:lnTo>
                  <a:lnTo>
                    <a:pt x="35560" y="1270"/>
                  </a:lnTo>
                  <a:lnTo>
                    <a:pt x="35560" y="0"/>
                  </a:lnTo>
                  <a:lnTo>
                    <a:pt x="34290" y="0"/>
                  </a:lnTo>
                  <a:lnTo>
                    <a:pt x="34290" y="1270"/>
                  </a:lnTo>
                  <a:lnTo>
                    <a:pt x="22860" y="1270"/>
                  </a:lnTo>
                  <a:lnTo>
                    <a:pt x="22860" y="2540"/>
                  </a:lnTo>
                  <a:lnTo>
                    <a:pt x="19050" y="2540"/>
                  </a:lnTo>
                  <a:lnTo>
                    <a:pt x="19050" y="3810"/>
                  </a:lnTo>
                  <a:lnTo>
                    <a:pt x="15240" y="3810"/>
                  </a:lnTo>
                  <a:lnTo>
                    <a:pt x="15240" y="5080"/>
                  </a:lnTo>
                  <a:lnTo>
                    <a:pt x="12700" y="5080"/>
                  </a:lnTo>
                  <a:lnTo>
                    <a:pt x="12700" y="6350"/>
                  </a:lnTo>
                  <a:lnTo>
                    <a:pt x="10160" y="6350"/>
                  </a:lnTo>
                  <a:lnTo>
                    <a:pt x="10160" y="7620"/>
                  </a:lnTo>
                  <a:lnTo>
                    <a:pt x="7620" y="7620"/>
                  </a:lnTo>
                  <a:lnTo>
                    <a:pt x="7620" y="8890"/>
                  </a:lnTo>
                  <a:lnTo>
                    <a:pt x="6350" y="8890"/>
                  </a:lnTo>
                  <a:lnTo>
                    <a:pt x="6350" y="10160"/>
                  </a:lnTo>
                  <a:lnTo>
                    <a:pt x="3810" y="10160"/>
                  </a:lnTo>
                  <a:lnTo>
                    <a:pt x="3810" y="11430"/>
                  </a:lnTo>
                  <a:lnTo>
                    <a:pt x="1270" y="11430"/>
                  </a:lnTo>
                  <a:lnTo>
                    <a:pt x="1270" y="12700"/>
                  </a:lnTo>
                  <a:lnTo>
                    <a:pt x="0" y="12700"/>
                  </a:lnTo>
                  <a:lnTo>
                    <a:pt x="0" y="13970"/>
                  </a:lnTo>
                  <a:lnTo>
                    <a:pt x="69850" y="13970"/>
                  </a:lnTo>
                  <a:lnTo>
                    <a:pt x="69850" y="12700"/>
                  </a:lnTo>
                  <a:close/>
                </a:path>
              </a:pathLst>
            </a:custGeom>
            <a:solidFill>
              <a:srgbClr val="003300"/>
            </a:solidFill>
          </p:spPr>
          <p:txBody>
            <a:bodyPr wrap="square" lIns="0" tIns="0" rIns="0" bIns="0" rtlCol="0"/>
            <a:lstStyle/>
            <a:p/>
          </p:txBody>
        </p:sp>
        <p:sp>
          <p:nvSpPr>
            <p:cNvPr id="1815" name="object 1815"/>
            <p:cNvSpPr/>
            <p:nvPr/>
          </p:nvSpPr>
          <p:spPr>
            <a:xfrm>
              <a:off x="5778499" y="1070609"/>
              <a:ext cx="83820" cy="6350"/>
            </a:xfrm>
            <a:custGeom>
              <a:avLst/>
              <a:gdLst/>
              <a:ahLst/>
              <a:cxnLst/>
              <a:rect l="l" t="t" r="r" b="b"/>
              <a:pathLst>
                <a:path w="83820" h="6350">
                  <a:moveTo>
                    <a:pt x="83820" y="5079"/>
                  </a:moveTo>
                  <a:lnTo>
                    <a:pt x="0" y="5079"/>
                  </a:lnTo>
                  <a:lnTo>
                    <a:pt x="0" y="6350"/>
                  </a:lnTo>
                  <a:lnTo>
                    <a:pt x="83820" y="6350"/>
                  </a:lnTo>
                  <a:lnTo>
                    <a:pt x="83820" y="5079"/>
                  </a:lnTo>
                  <a:close/>
                </a:path>
                <a:path w="83820" h="6350">
                  <a:moveTo>
                    <a:pt x="81280" y="3810"/>
                  </a:moveTo>
                  <a:lnTo>
                    <a:pt x="1270" y="3810"/>
                  </a:lnTo>
                  <a:lnTo>
                    <a:pt x="1270" y="5079"/>
                  </a:lnTo>
                  <a:lnTo>
                    <a:pt x="81280" y="5079"/>
                  </a:lnTo>
                  <a:lnTo>
                    <a:pt x="81280" y="3810"/>
                  </a:lnTo>
                  <a:close/>
                </a:path>
                <a:path w="83820" h="6350">
                  <a:moveTo>
                    <a:pt x="80010" y="2539"/>
                  </a:moveTo>
                  <a:lnTo>
                    <a:pt x="2539" y="2539"/>
                  </a:lnTo>
                  <a:lnTo>
                    <a:pt x="2539" y="3810"/>
                  </a:lnTo>
                  <a:lnTo>
                    <a:pt x="80010" y="3810"/>
                  </a:lnTo>
                  <a:lnTo>
                    <a:pt x="80010" y="2539"/>
                  </a:lnTo>
                  <a:close/>
                </a:path>
                <a:path w="83820" h="6350">
                  <a:moveTo>
                    <a:pt x="78739" y="1269"/>
                  </a:moveTo>
                  <a:lnTo>
                    <a:pt x="3810" y="1269"/>
                  </a:lnTo>
                  <a:lnTo>
                    <a:pt x="3810" y="2539"/>
                  </a:lnTo>
                  <a:lnTo>
                    <a:pt x="78739" y="2539"/>
                  </a:lnTo>
                  <a:lnTo>
                    <a:pt x="78739" y="1269"/>
                  </a:lnTo>
                  <a:close/>
                </a:path>
                <a:path w="83820" h="6350">
                  <a:moveTo>
                    <a:pt x="77469" y="0"/>
                  </a:moveTo>
                  <a:lnTo>
                    <a:pt x="5079" y="0"/>
                  </a:lnTo>
                  <a:lnTo>
                    <a:pt x="5079" y="1269"/>
                  </a:lnTo>
                  <a:lnTo>
                    <a:pt x="77469" y="1269"/>
                  </a:lnTo>
                  <a:lnTo>
                    <a:pt x="77469" y="0"/>
                  </a:lnTo>
                  <a:close/>
                </a:path>
              </a:pathLst>
            </a:custGeom>
            <a:solidFill>
              <a:srgbClr val="013101"/>
            </a:solidFill>
          </p:spPr>
          <p:txBody>
            <a:bodyPr wrap="square" lIns="0" tIns="0" rIns="0" bIns="0" rtlCol="0"/>
            <a:lstStyle/>
            <a:p/>
          </p:txBody>
        </p:sp>
        <p:sp>
          <p:nvSpPr>
            <p:cNvPr id="1816" name="object 1816"/>
            <p:cNvSpPr/>
            <p:nvPr/>
          </p:nvSpPr>
          <p:spPr>
            <a:xfrm>
              <a:off x="5772150" y="1076959"/>
              <a:ext cx="96520" cy="7620"/>
            </a:xfrm>
            <a:custGeom>
              <a:avLst/>
              <a:gdLst/>
              <a:ahLst/>
              <a:cxnLst/>
              <a:rect l="l" t="t" r="r" b="b"/>
              <a:pathLst>
                <a:path w="96520" h="7619">
                  <a:moveTo>
                    <a:pt x="96520" y="6350"/>
                  </a:moveTo>
                  <a:lnTo>
                    <a:pt x="95250" y="6350"/>
                  </a:lnTo>
                  <a:lnTo>
                    <a:pt x="95250" y="5080"/>
                  </a:lnTo>
                  <a:lnTo>
                    <a:pt x="93980" y="5080"/>
                  </a:lnTo>
                  <a:lnTo>
                    <a:pt x="93980" y="3810"/>
                  </a:lnTo>
                  <a:lnTo>
                    <a:pt x="93980" y="2540"/>
                  </a:lnTo>
                  <a:lnTo>
                    <a:pt x="92697" y="2540"/>
                  </a:lnTo>
                  <a:lnTo>
                    <a:pt x="92697"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33103"/>
            </a:solidFill>
          </p:spPr>
          <p:txBody>
            <a:bodyPr wrap="square" lIns="0" tIns="0" rIns="0" bIns="0" rtlCol="0"/>
            <a:lstStyle/>
            <a:p/>
          </p:txBody>
        </p:sp>
        <p:sp>
          <p:nvSpPr>
            <p:cNvPr id="1817" name="object 1817"/>
            <p:cNvSpPr/>
            <p:nvPr/>
          </p:nvSpPr>
          <p:spPr>
            <a:xfrm>
              <a:off x="5767070" y="1084579"/>
              <a:ext cx="106680" cy="7620"/>
            </a:xfrm>
            <a:custGeom>
              <a:avLst/>
              <a:gdLst/>
              <a:ahLst/>
              <a:cxnLst/>
              <a:rect l="l" t="t" r="r" b="b"/>
              <a:pathLst>
                <a:path w="106679" h="7619">
                  <a:moveTo>
                    <a:pt x="106680" y="6350"/>
                  </a:moveTo>
                  <a:lnTo>
                    <a:pt x="105410" y="6350"/>
                  </a:lnTo>
                  <a:lnTo>
                    <a:pt x="105410" y="5080"/>
                  </a:lnTo>
                  <a:lnTo>
                    <a:pt x="105410" y="3810"/>
                  </a:lnTo>
                  <a:lnTo>
                    <a:pt x="104140" y="3810"/>
                  </a:lnTo>
                  <a:lnTo>
                    <a:pt x="104140" y="2540"/>
                  </a:lnTo>
                  <a:lnTo>
                    <a:pt x="102870" y="2540"/>
                  </a:lnTo>
                  <a:lnTo>
                    <a:pt x="102870"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80" y="7620"/>
                  </a:lnTo>
                  <a:lnTo>
                    <a:pt x="106680" y="6350"/>
                  </a:lnTo>
                  <a:close/>
                </a:path>
              </a:pathLst>
            </a:custGeom>
            <a:solidFill>
              <a:srgbClr val="043004"/>
            </a:solidFill>
          </p:spPr>
          <p:txBody>
            <a:bodyPr wrap="square" lIns="0" tIns="0" rIns="0" bIns="0" rtlCol="0"/>
            <a:lstStyle/>
            <a:p/>
          </p:txBody>
        </p:sp>
        <p:sp>
          <p:nvSpPr>
            <p:cNvPr id="1818" name="object 1818"/>
            <p:cNvSpPr/>
            <p:nvPr/>
          </p:nvSpPr>
          <p:spPr>
            <a:xfrm>
              <a:off x="5763260" y="1092199"/>
              <a:ext cx="114300" cy="6350"/>
            </a:xfrm>
            <a:custGeom>
              <a:avLst/>
              <a:gdLst/>
              <a:ahLst/>
              <a:cxnLst/>
              <a:rect l="l" t="t" r="r" b="b"/>
              <a:pathLst>
                <a:path w="114300" h="6350">
                  <a:moveTo>
                    <a:pt x="114300" y="5080"/>
                  </a:moveTo>
                  <a:lnTo>
                    <a:pt x="114287" y="3810"/>
                  </a:ln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close/>
                </a:path>
              </a:pathLst>
            </a:custGeom>
            <a:solidFill>
              <a:srgbClr val="063006"/>
            </a:solidFill>
          </p:spPr>
          <p:txBody>
            <a:bodyPr wrap="square" lIns="0" tIns="0" rIns="0" bIns="0" rtlCol="0"/>
            <a:lstStyle/>
            <a:p/>
          </p:txBody>
        </p:sp>
        <p:sp>
          <p:nvSpPr>
            <p:cNvPr id="1819" name="object 1819"/>
            <p:cNvSpPr/>
            <p:nvPr/>
          </p:nvSpPr>
          <p:spPr>
            <a:xfrm>
              <a:off x="5758180" y="1098549"/>
              <a:ext cx="124460" cy="7620"/>
            </a:xfrm>
            <a:custGeom>
              <a:avLst/>
              <a:gdLst/>
              <a:ahLst/>
              <a:cxnLst/>
              <a:rect l="l" t="t" r="r" b="b"/>
              <a:pathLst>
                <a:path w="124460" h="7619">
                  <a:moveTo>
                    <a:pt x="124460" y="6350"/>
                  </a:moveTo>
                  <a:lnTo>
                    <a:pt x="123190" y="6350"/>
                  </a:lnTo>
                  <a:lnTo>
                    <a:pt x="123190" y="5080"/>
                  </a:lnTo>
                  <a:lnTo>
                    <a:pt x="123190" y="3810"/>
                  </a:lnTo>
                  <a:lnTo>
                    <a:pt x="121920" y="3810"/>
                  </a:lnTo>
                  <a:lnTo>
                    <a:pt x="121920"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72F07"/>
            </a:solidFill>
          </p:spPr>
          <p:txBody>
            <a:bodyPr wrap="square" lIns="0" tIns="0" rIns="0" bIns="0" rtlCol="0"/>
            <a:lstStyle/>
            <a:p/>
          </p:txBody>
        </p:sp>
        <p:sp>
          <p:nvSpPr>
            <p:cNvPr id="1820" name="object 1820"/>
            <p:cNvSpPr/>
            <p:nvPr/>
          </p:nvSpPr>
          <p:spPr>
            <a:xfrm>
              <a:off x="5754370" y="1106169"/>
              <a:ext cx="132080" cy="7620"/>
            </a:xfrm>
            <a:custGeom>
              <a:avLst/>
              <a:gdLst/>
              <a:ahLst/>
              <a:cxnLst/>
              <a:rect l="l" t="t" r="r" b="b"/>
              <a:pathLst>
                <a:path w="132079" h="7619">
                  <a:moveTo>
                    <a:pt x="129540" y="1270"/>
                  </a:moveTo>
                  <a:lnTo>
                    <a:pt x="128270" y="1270"/>
                  </a:lnTo>
                  <a:lnTo>
                    <a:pt x="128270" y="0"/>
                  </a:lnTo>
                  <a:lnTo>
                    <a:pt x="3810" y="0"/>
                  </a:lnTo>
                  <a:lnTo>
                    <a:pt x="3810" y="1270"/>
                  </a:lnTo>
                  <a:lnTo>
                    <a:pt x="2540" y="1270"/>
                  </a:lnTo>
                  <a:lnTo>
                    <a:pt x="2540" y="3810"/>
                  </a:lnTo>
                  <a:lnTo>
                    <a:pt x="129540" y="3810"/>
                  </a:lnTo>
                  <a:lnTo>
                    <a:pt x="129540" y="1270"/>
                  </a:lnTo>
                  <a:close/>
                </a:path>
                <a:path w="132079" h="7619">
                  <a:moveTo>
                    <a:pt x="132080" y="6350"/>
                  </a:moveTo>
                  <a:lnTo>
                    <a:pt x="130810" y="6350"/>
                  </a:lnTo>
                  <a:lnTo>
                    <a:pt x="130810" y="3822"/>
                  </a:lnTo>
                  <a:lnTo>
                    <a:pt x="1270" y="3822"/>
                  </a:lnTo>
                  <a:lnTo>
                    <a:pt x="1270" y="6350"/>
                  </a:lnTo>
                  <a:lnTo>
                    <a:pt x="0" y="6350"/>
                  </a:lnTo>
                  <a:lnTo>
                    <a:pt x="0" y="7620"/>
                  </a:lnTo>
                  <a:lnTo>
                    <a:pt x="132080" y="7620"/>
                  </a:lnTo>
                  <a:lnTo>
                    <a:pt x="132080" y="6350"/>
                  </a:lnTo>
                  <a:close/>
                </a:path>
              </a:pathLst>
            </a:custGeom>
            <a:solidFill>
              <a:srgbClr val="092E09"/>
            </a:solidFill>
          </p:spPr>
          <p:txBody>
            <a:bodyPr wrap="square" lIns="0" tIns="0" rIns="0" bIns="0" rtlCol="0"/>
            <a:lstStyle/>
            <a:p/>
          </p:txBody>
        </p:sp>
        <p:sp>
          <p:nvSpPr>
            <p:cNvPr id="1821" name="object 1821"/>
            <p:cNvSpPr/>
            <p:nvPr/>
          </p:nvSpPr>
          <p:spPr>
            <a:xfrm>
              <a:off x="5751830" y="1113789"/>
              <a:ext cx="137160" cy="6350"/>
            </a:xfrm>
            <a:custGeom>
              <a:avLst/>
              <a:gdLst/>
              <a:ahLst/>
              <a:cxnLst/>
              <a:rect l="l" t="t" r="r" b="b"/>
              <a:pathLst>
                <a:path w="137160" h="6350">
                  <a:moveTo>
                    <a:pt x="134620" y="0"/>
                  </a:moveTo>
                  <a:lnTo>
                    <a:pt x="2540" y="0"/>
                  </a:lnTo>
                  <a:lnTo>
                    <a:pt x="2540" y="1270"/>
                  </a:lnTo>
                  <a:lnTo>
                    <a:pt x="1270" y="1270"/>
                  </a:lnTo>
                  <a:lnTo>
                    <a:pt x="1270" y="2540"/>
                  </a:lnTo>
                  <a:lnTo>
                    <a:pt x="134620" y="2540"/>
                  </a:lnTo>
                  <a:lnTo>
                    <a:pt x="134620" y="1270"/>
                  </a:lnTo>
                  <a:lnTo>
                    <a:pt x="134620" y="0"/>
                  </a:lnTo>
                  <a:close/>
                </a:path>
                <a:path w="137160" h="6350">
                  <a:moveTo>
                    <a:pt x="137160" y="5080"/>
                  </a:moveTo>
                  <a:lnTo>
                    <a:pt x="135890" y="5080"/>
                  </a:lnTo>
                  <a:lnTo>
                    <a:pt x="135890" y="2552"/>
                  </a:lnTo>
                  <a:lnTo>
                    <a:pt x="1270" y="2552"/>
                  </a:lnTo>
                  <a:lnTo>
                    <a:pt x="1270" y="5080"/>
                  </a:lnTo>
                  <a:lnTo>
                    <a:pt x="0" y="5080"/>
                  </a:lnTo>
                  <a:lnTo>
                    <a:pt x="0" y="6350"/>
                  </a:lnTo>
                  <a:lnTo>
                    <a:pt x="137160" y="6350"/>
                  </a:lnTo>
                  <a:lnTo>
                    <a:pt x="137160" y="5080"/>
                  </a:lnTo>
                  <a:close/>
                </a:path>
              </a:pathLst>
            </a:custGeom>
            <a:solidFill>
              <a:srgbClr val="0A2E0A"/>
            </a:solidFill>
          </p:spPr>
          <p:txBody>
            <a:bodyPr wrap="square" lIns="0" tIns="0" rIns="0" bIns="0" rtlCol="0"/>
            <a:lstStyle/>
            <a:p/>
          </p:txBody>
        </p:sp>
        <p:sp>
          <p:nvSpPr>
            <p:cNvPr id="1822" name="object 1822"/>
            <p:cNvSpPr/>
            <p:nvPr/>
          </p:nvSpPr>
          <p:spPr>
            <a:xfrm>
              <a:off x="5749290" y="1120139"/>
              <a:ext cx="143510" cy="7620"/>
            </a:xfrm>
            <a:custGeom>
              <a:avLst/>
              <a:gdLst/>
              <a:ahLst/>
              <a:cxnLst/>
              <a:rect l="l" t="t" r="r" b="b"/>
              <a:pathLst>
                <a:path w="143510" h="7619">
                  <a:moveTo>
                    <a:pt x="143510" y="6350"/>
                  </a:moveTo>
                  <a:lnTo>
                    <a:pt x="142240" y="6350"/>
                  </a:lnTo>
                  <a:lnTo>
                    <a:pt x="142240" y="3810"/>
                  </a:lnTo>
                  <a:lnTo>
                    <a:pt x="140970" y="3810"/>
                  </a:lnTo>
                  <a:lnTo>
                    <a:pt x="140970" y="1270"/>
                  </a:lnTo>
                  <a:lnTo>
                    <a:pt x="139700" y="1270"/>
                  </a:lnTo>
                  <a:lnTo>
                    <a:pt x="139700" y="0"/>
                  </a:lnTo>
                  <a:lnTo>
                    <a:pt x="2540" y="0"/>
                  </a:lnTo>
                  <a:lnTo>
                    <a:pt x="2540" y="1270"/>
                  </a:lnTo>
                  <a:lnTo>
                    <a:pt x="1270" y="1270"/>
                  </a:lnTo>
                  <a:lnTo>
                    <a:pt x="1270" y="3810"/>
                  </a:lnTo>
                  <a:lnTo>
                    <a:pt x="0" y="3810"/>
                  </a:lnTo>
                  <a:lnTo>
                    <a:pt x="0" y="6350"/>
                  </a:lnTo>
                  <a:lnTo>
                    <a:pt x="0" y="7620"/>
                  </a:lnTo>
                  <a:lnTo>
                    <a:pt x="143510" y="7620"/>
                  </a:lnTo>
                  <a:lnTo>
                    <a:pt x="143510" y="6350"/>
                  </a:lnTo>
                  <a:close/>
                </a:path>
              </a:pathLst>
            </a:custGeom>
            <a:solidFill>
              <a:srgbClr val="0B2D0B"/>
            </a:solidFill>
          </p:spPr>
          <p:txBody>
            <a:bodyPr wrap="square" lIns="0" tIns="0" rIns="0" bIns="0" rtlCol="0"/>
            <a:lstStyle/>
            <a:p/>
          </p:txBody>
        </p:sp>
        <p:sp>
          <p:nvSpPr>
            <p:cNvPr id="1823" name="object 1823"/>
            <p:cNvSpPr/>
            <p:nvPr/>
          </p:nvSpPr>
          <p:spPr>
            <a:xfrm>
              <a:off x="574675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D2D0D"/>
            </a:solidFill>
          </p:spPr>
          <p:txBody>
            <a:bodyPr wrap="square" lIns="0" tIns="0" rIns="0" bIns="0" rtlCol="0"/>
            <a:lstStyle/>
            <a:p/>
          </p:txBody>
        </p:sp>
        <p:sp>
          <p:nvSpPr>
            <p:cNvPr id="1824" name="object 1824"/>
            <p:cNvSpPr/>
            <p:nvPr/>
          </p:nvSpPr>
          <p:spPr>
            <a:xfrm>
              <a:off x="5744210" y="1135379"/>
              <a:ext cx="152400" cy="6350"/>
            </a:xfrm>
            <a:custGeom>
              <a:avLst/>
              <a:gdLst/>
              <a:ahLst/>
              <a:cxnLst/>
              <a:rect l="l" t="t" r="r" b="b"/>
              <a:pathLst>
                <a:path w="152400" h="6350">
                  <a:moveTo>
                    <a:pt x="152400" y="3810"/>
                  </a:moveTo>
                  <a:lnTo>
                    <a:pt x="152387" y="2540"/>
                  </a:lnTo>
                  <a:lnTo>
                    <a:pt x="151130" y="2540"/>
                  </a:lnTo>
                  <a:lnTo>
                    <a:pt x="151130" y="0"/>
                  </a:lnTo>
                  <a:lnTo>
                    <a:pt x="1270" y="0"/>
                  </a:lnTo>
                  <a:lnTo>
                    <a:pt x="1270" y="2540"/>
                  </a:lnTo>
                  <a:lnTo>
                    <a:pt x="1270" y="3810"/>
                  </a:lnTo>
                  <a:lnTo>
                    <a:pt x="0" y="3810"/>
                  </a:lnTo>
                  <a:lnTo>
                    <a:pt x="0" y="6350"/>
                  </a:lnTo>
                  <a:lnTo>
                    <a:pt x="152400" y="6350"/>
                  </a:lnTo>
                  <a:lnTo>
                    <a:pt x="152400" y="3810"/>
                  </a:lnTo>
                  <a:close/>
                </a:path>
              </a:pathLst>
            </a:custGeom>
            <a:solidFill>
              <a:srgbClr val="0E2C0E"/>
            </a:solidFill>
          </p:spPr>
          <p:txBody>
            <a:bodyPr wrap="square" lIns="0" tIns="0" rIns="0" bIns="0" rtlCol="0"/>
            <a:lstStyle/>
            <a:p/>
          </p:txBody>
        </p:sp>
        <p:sp>
          <p:nvSpPr>
            <p:cNvPr id="1825" name="object 1825"/>
            <p:cNvSpPr/>
            <p:nvPr/>
          </p:nvSpPr>
          <p:spPr>
            <a:xfrm>
              <a:off x="5741670" y="1141729"/>
              <a:ext cx="157480" cy="7620"/>
            </a:xfrm>
            <a:custGeom>
              <a:avLst/>
              <a:gdLst/>
              <a:ahLst/>
              <a:cxnLst/>
              <a:rect l="l" t="t" r="r" b="b"/>
              <a:pathLst>
                <a:path w="157479" h="7619">
                  <a:moveTo>
                    <a:pt x="157480" y="3810"/>
                  </a:moveTo>
                  <a:lnTo>
                    <a:pt x="156210" y="3810"/>
                  </a:lnTo>
                  <a:lnTo>
                    <a:pt x="156210" y="1270"/>
                  </a:lnTo>
                  <a:lnTo>
                    <a:pt x="156210" y="0"/>
                  </a:lnTo>
                  <a:lnTo>
                    <a:pt x="2540" y="0"/>
                  </a:lnTo>
                  <a:lnTo>
                    <a:pt x="2540" y="1270"/>
                  </a:lnTo>
                  <a:lnTo>
                    <a:pt x="1270" y="1270"/>
                  </a:lnTo>
                  <a:lnTo>
                    <a:pt x="1270" y="3810"/>
                  </a:lnTo>
                  <a:lnTo>
                    <a:pt x="0" y="3810"/>
                  </a:lnTo>
                  <a:lnTo>
                    <a:pt x="0" y="7620"/>
                  </a:lnTo>
                  <a:lnTo>
                    <a:pt x="157480" y="7620"/>
                  </a:lnTo>
                  <a:lnTo>
                    <a:pt x="157480" y="3810"/>
                  </a:lnTo>
                  <a:close/>
                </a:path>
              </a:pathLst>
            </a:custGeom>
            <a:solidFill>
              <a:srgbClr val="102C10"/>
            </a:solidFill>
          </p:spPr>
          <p:txBody>
            <a:bodyPr wrap="square" lIns="0" tIns="0" rIns="0" bIns="0" rtlCol="0"/>
            <a:lstStyle/>
            <a:p/>
          </p:txBody>
        </p:sp>
        <p:sp>
          <p:nvSpPr>
            <p:cNvPr id="1826" name="object 1826"/>
            <p:cNvSpPr/>
            <p:nvPr/>
          </p:nvSpPr>
          <p:spPr>
            <a:xfrm>
              <a:off x="573913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112B11"/>
            </a:solidFill>
          </p:spPr>
          <p:txBody>
            <a:bodyPr wrap="square" lIns="0" tIns="0" rIns="0" bIns="0" rtlCol="0"/>
            <a:lstStyle/>
            <a:p/>
          </p:txBody>
        </p:sp>
        <p:sp>
          <p:nvSpPr>
            <p:cNvPr id="1827" name="object 1827"/>
            <p:cNvSpPr/>
            <p:nvPr/>
          </p:nvSpPr>
          <p:spPr>
            <a:xfrm>
              <a:off x="5737860" y="1156969"/>
              <a:ext cx="166370" cy="6350"/>
            </a:xfrm>
            <a:custGeom>
              <a:avLst/>
              <a:gdLst/>
              <a:ahLst/>
              <a:cxnLst/>
              <a:rect l="l" t="t" r="r" b="b"/>
              <a:pathLst>
                <a:path w="166370" h="6350">
                  <a:moveTo>
                    <a:pt x="166370" y="5080"/>
                  </a:moveTo>
                  <a:lnTo>
                    <a:pt x="165100" y="5080"/>
                  </a:lnTo>
                  <a:lnTo>
                    <a:pt x="165100" y="2540"/>
                  </a:lnTo>
                  <a:lnTo>
                    <a:pt x="165087" y="0"/>
                  </a:lnTo>
                  <a:lnTo>
                    <a:pt x="1270" y="0"/>
                  </a:lnTo>
                  <a:lnTo>
                    <a:pt x="1270" y="2540"/>
                  </a:lnTo>
                  <a:lnTo>
                    <a:pt x="0" y="2540"/>
                  </a:lnTo>
                  <a:lnTo>
                    <a:pt x="0" y="5080"/>
                  </a:lnTo>
                  <a:lnTo>
                    <a:pt x="0" y="6350"/>
                  </a:lnTo>
                  <a:lnTo>
                    <a:pt x="166370" y="6350"/>
                  </a:lnTo>
                  <a:lnTo>
                    <a:pt x="166370" y="5080"/>
                  </a:lnTo>
                  <a:close/>
                </a:path>
              </a:pathLst>
            </a:custGeom>
            <a:solidFill>
              <a:srgbClr val="132A13"/>
            </a:solidFill>
          </p:spPr>
          <p:txBody>
            <a:bodyPr wrap="square" lIns="0" tIns="0" rIns="0" bIns="0" rtlCol="0"/>
            <a:lstStyle/>
            <a:p/>
          </p:txBody>
        </p:sp>
        <p:sp>
          <p:nvSpPr>
            <p:cNvPr id="1828" name="object 1828"/>
            <p:cNvSpPr/>
            <p:nvPr/>
          </p:nvSpPr>
          <p:spPr>
            <a:xfrm>
              <a:off x="5735320" y="1163319"/>
              <a:ext cx="170180" cy="7620"/>
            </a:xfrm>
            <a:custGeom>
              <a:avLst/>
              <a:gdLst/>
              <a:ahLst/>
              <a:cxnLst/>
              <a:rect l="l" t="t" r="r" b="b"/>
              <a:pathLst>
                <a:path w="170179" h="7619">
                  <a:moveTo>
                    <a:pt x="170180" y="3810"/>
                  </a:moveTo>
                  <a:lnTo>
                    <a:pt x="168910" y="3810"/>
                  </a:lnTo>
                  <a:lnTo>
                    <a:pt x="168910" y="1270"/>
                  </a:lnTo>
                  <a:lnTo>
                    <a:pt x="168910" y="0"/>
                  </a:lnTo>
                  <a:lnTo>
                    <a:pt x="2540" y="0"/>
                  </a:lnTo>
                  <a:lnTo>
                    <a:pt x="2540" y="1270"/>
                  </a:lnTo>
                  <a:lnTo>
                    <a:pt x="1270" y="1270"/>
                  </a:lnTo>
                  <a:lnTo>
                    <a:pt x="1270" y="3810"/>
                  </a:lnTo>
                  <a:lnTo>
                    <a:pt x="1270" y="6350"/>
                  </a:lnTo>
                  <a:lnTo>
                    <a:pt x="0" y="6350"/>
                  </a:lnTo>
                  <a:lnTo>
                    <a:pt x="0" y="7620"/>
                  </a:lnTo>
                  <a:lnTo>
                    <a:pt x="170180" y="7620"/>
                  </a:lnTo>
                  <a:lnTo>
                    <a:pt x="170180" y="6350"/>
                  </a:lnTo>
                  <a:lnTo>
                    <a:pt x="170180" y="3810"/>
                  </a:lnTo>
                  <a:close/>
                </a:path>
              </a:pathLst>
            </a:custGeom>
            <a:solidFill>
              <a:srgbClr val="142A14"/>
            </a:solidFill>
          </p:spPr>
          <p:txBody>
            <a:bodyPr wrap="square" lIns="0" tIns="0" rIns="0" bIns="0" rtlCol="0"/>
            <a:lstStyle/>
            <a:p/>
          </p:txBody>
        </p:sp>
        <p:sp>
          <p:nvSpPr>
            <p:cNvPr id="1829" name="object 1829"/>
            <p:cNvSpPr/>
            <p:nvPr/>
          </p:nvSpPr>
          <p:spPr>
            <a:xfrm>
              <a:off x="5734050" y="1170939"/>
              <a:ext cx="173990" cy="7620"/>
            </a:xfrm>
            <a:custGeom>
              <a:avLst/>
              <a:gdLst/>
              <a:ahLst/>
              <a:cxnLst/>
              <a:rect l="l" t="t" r="r" b="b"/>
              <a:pathLst>
                <a:path w="173989" h="7619">
                  <a:moveTo>
                    <a:pt x="173990" y="6350"/>
                  </a:moveTo>
                  <a:lnTo>
                    <a:pt x="172720" y="6350"/>
                  </a:lnTo>
                  <a:lnTo>
                    <a:pt x="172720" y="2540"/>
                  </a:lnTo>
                  <a:lnTo>
                    <a:pt x="172720" y="1270"/>
                  </a:lnTo>
                  <a:lnTo>
                    <a:pt x="171450" y="1270"/>
                  </a:lnTo>
                  <a:lnTo>
                    <a:pt x="171450" y="0"/>
                  </a:lnTo>
                  <a:lnTo>
                    <a:pt x="1270" y="0"/>
                  </a:lnTo>
                  <a:lnTo>
                    <a:pt x="1270" y="1270"/>
                  </a:lnTo>
                  <a:lnTo>
                    <a:pt x="1270" y="2540"/>
                  </a:lnTo>
                  <a:lnTo>
                    <a:pt x="0" y="2540"/>
                  </a:lnTo>
                  <a:lnTo>
                    <a:pt x="0" y="6350"/>
                  </a:lnTo>
                  <a:lnTo>
                    <a:pt x="0" y="7620"/>
                  </a:lnTo>
                  <a:lnTo>
                    <a:pt x="173990" y="7620"/>
                  </a:lnTo>
                  <a:lnTo>
                    <a:pt x="173990" y="6350"/>
                  </a:lnTo>
                  <a:close/>
                </a:path>
              </a:pathLst>
            </a:custGeom>
            <a:solidFill>
              <a:srgbClr val="162916"/>
            </a:solidFill>
          </p:spPr>
          <p:txBody>
            <a:bodyPr wrap="square" lIns="0" tIns="0" rIns="0" bIns="0" rtlCol="0"/>
            <a:lstStyle/>
            <a:p/>
          </p:txBody>
        </p:sp>
        <p:sp>
          <p:nvSpPr>
            <p:cNvPr id="1830" name="object 1830"/>
            <p:cNvSpPr/>
            <p:nvPr/>
          </p:nvSpPr>
          <p:spPr>
            <a:xfrm>
              <a:off x="5731510" y="1178559"/>
              <a:ext cx="177800" cy="6350"/>
            </a:xfrm>
            <a:custGeom>
              <a:avLst/>
              <a:gdLst/>
              <a:ahLst/>
              <a:cxnLst/>
              <a:rect l="l" t="t" r="r" b="b"/>
              <a:pathLst>
                <a:path w="177800" h="6350">
                  <a:moveTo>
                    <a:pt x="177787" y="3810"/>
                  </a:moveTo>
                  <a:lnTo>
                    <a:pt x="176530" y="3810"/>
                  </a:lnTo>
                  <a:lnTo>
                    <a:pt x="176530" y="0"/>
                  </a:lnTo>
                  <a:lnTo>
                    <a:pt x="1270" y="0"/>
                  </a:lnTo>
                  <a:lnTo>
                    <a:pt x="1270" y="3810"/>
                  </a:lnTo>
                  <a:lnTo>
                    <a:pt x="1270" y="5080"/>
                  </a:lnTo>
                  <a:lnTo>
                    <a:pt x="177787" y="5080"/>
                  </a:lnTo>
                  <a:lnTo>
                    <a:pt x="177787" y="3810"/>
                  </a:lnTo>
                  <a:close/>
                </a:path>
                <a:path w="177800" h="6350">
                  <a:moveTo>
                    <a:pt x="177800" y="5092"/>
                  </a:moveTo>
                  <a:lnTo>
                    <a:pt x="0" y="5092"/>
                  </a:lnTo>
                  <a:lnTo>
                    <a:pt x="0" y="6350"/>
                  </a:lnTo>
                  <a:lnTo>
                    <a:pt x="177800" y="6350"/>
                  </a:lnTo>
                  <a:lnTo>
                    <a:pt x="177800" y="5092"/>
                  </a:lnTo>
                  <a:close/>
                </a:path>
              </a:pathLst>
            </a:custGeom>
            <a:solidFill>
              <a:srgbClr val="172917"/>
            </a:solidFill>
          </p:spPr>
          <p:txBody>
            <a:bodyPr wrap="square" lIns="0" tIns="0" rIns="0" bIns="0" rtlCol="0"/>
            <a:lstStyle/>
            <a:p/>
          </p:txBody>
        </p:sp>
        <p:sp>
          <p:nvSpPr>
            <p:cNvPr id="1831" name="object 1831"/>
            <p:cNvSpPr/>
            <p:nvPr/>
          </p:nvSpPr>
          <p:spPr>
            <a:xfrm>
              <a:off x="5730240" y="1184909"/>
              <a:ext cx="180340" cy="7620"/>
            </a:xfrm>
            <a:custGeom>
              <a:avLst/>
              <a:gdLst/>
              <a:ahLst/>
              <a:cxnLst/>
              <a:rect l="l" t="t" r="r" b="b"/>
              <a:pathLst>
                <a:path w="180339" h="7619">
                  <a:moveTo>
                    <a:pt x="180340" y="3810"/>
                  </a:moveTo>
                  <a:lnTo>
                    <a:pt x="179070" y="3810"/>
                  </a:lnTo>
                  <a:lnTo>
                    <a:pt x="179070" y="0"/>
                  </a:lnTo>
                  <a:lnTo>
                    <a:pt x="1270" y="0"/>
                  </a:lnTo>
                  <a:lnTo>
                    <a:pt x="1270" y="3810"/>
                  </a:lnTo>
                  <a:lnTo>
                    <a:pt x="0" y="3810"/>
                  </a:lnTo>
                  <a:lnTo>
                    <a:pt x="0" y="7620"/>
                  </a:lnTo>
                  <a:lnTo>
                    <a:pt x="180340" y="7620"/>
                  </a:lnTo>
                  <a:lnTo>
                    <a:pt x="180340" y="3810"/>
                  </a:lnTo>
                  <a:close/>
                </a:path>
              </a:pathLst>
            </a:custGeom>
            <a:solidFill>
              <a:srgbClr val="182818"/>
            </a:solidFill>
          </p:spPr>
          <p:txBody>
            <a:bodyPr wrap="square" lIns="0" tIns="0" rIns="0" bIns="0" rtlCol="0"/>
            <a:lstStyle/>
            <a:p/>
          </p:txBody>
        </p:sp>
        <p:sp>
          <p:nvSpPr>
            <p:cNvPr id="1832" name="object 1832"/>
            <p:cNvSpPr/>
            <p:nvPr/>
          </p:nvSpPr>
          <p:spPr>
            <a:xfrm>
              <a:off x="5727700" y="1192529"/>
              <a:ext cx="184150" cy="7620"/>
            </a:xfrm>
            <a:custGeom>
              <a:avLst/>
              <a:gdLst/>
              <a:ahLst/>
              <a:cxnLst/>
              <a:rect l="l" t="t" r="r" b="b"/>
              <a:pathLst>
                <a:path w="184150" h="7619">
                  <a:moveTo>
                    <a:pt x="184150" y="2540"/>
                  </a:moveTo>
                  <a:lnTo>
                    <a:pt x="182880" y="2540"/>
                  </a:lnTo>
                  <a:lnTo>
                    <a:pt x="182880" y="1270"/>
                  </a:lnTo>
                  <a:lnTo>
                    <a:pt x="182880" y="0"/>
                  </a:lnTo>
                  <a:lnTo>
                    <a:pt x="2540" y="0"/>
                  </a:lnTo>
                  <a:lnTo>
                    <a:pt x="2540" y="1270"/>
                  </a:lnTo>
                  <a:lnTo>
                    <a:pt x="1270" y="1270"/>
                  </a:lnTo>
                  <a:lnTo>
                    <a:pt x="1270" y="2540"/>
                  </a:lnTo>
                  <a:lnTo>
                    <a:pt x="1270" y="6350"/>
                  </a:lnTo>
                  <a:lnTo>
                    <a:pt x="0" y="6350"/>
                  </a:lnTo>
                  <a:lnTo>
                    <a:pt x="0" y="7620"/>
                  </a:lnTo>
                  <a:lnTo>
                    <a:pt x="184150" y="7620"/>
                  </a:lnTo>
                  <a:lnTo>
                    <a:pt x="184150" y="6350"/>
                  </a:lnTo>
                  <a:lnTo>
                    <a:pt x="184150" y="2540"/>
                  </a:lnTo>
                  <a:close/>
                </a:path>
              </a:pathLst>
            </a:custGeom>
            <a:solidFill>
              <a:srgbClr val="1A281A"/>
            </a:solidFill>
          </p:spPr>
          <p:txBody>
            <a:bodyPr wrap="square" lIns="0" tIns="0" rIns="0" bIns="0" rtlCol="0"/>
            <a:lstStyle/>
            <a:p/>
          </p:txBody>
        </p:sp>
        <p:sp>
          <p:nvSpPr>
            <p:cNvPr id="1833" name="object 1833"/>
            <p:cNvSpPr/>
            <p:nvPr/>
          </p:nvSpPr>
          <p:spPr>
            <a:xfrm>
              <a:off x="5726430" y="1200149"/>
              <a:ext cx="186690" cy="6350"/>
            </a:xfrm>
            <a:custGeom>
              <a:avLst/>
              <a:gdLst/>
              <a:ahLst/>
              <a:cxnLst/>
              <a:rect l="l" t="t" r="r" b="b"/>
              <a:pathLst>
                <a:path w="186689" h="6350">
                  <a:moveTo>
                    <a:pt x="186690" y="0"/>
                  </a:moveTo>
                  <a:lnTo>
                    <a:pt x="1270" y="0"/>
                  </a:lnTo>
                  <a:lnTo>
                    <a:pt x="1270" y="5080"/>
                  </a:lnTo>
                  <a:lnTo>
                    <a:pt x="0" y="5080"/>
                  </a:lnTo>
                  <a:lnTo>
                    <a:pt x="0" y="6350"/>
                  </a:lnTo>
                  <a:lnTo>
                    <a:pt x="186677" y="6350"/>
                  </a:lnTo>
                  <a:lnTo>
                    <a:pt x="186677" y="5080"/>
                  </a:lnTo>
                  <a:lnTo>
                    <a:pt x="186690" y="0"/>
                  </a:lnTo>
                  <a:close/>
                </a:path>
              </a:pathLst>
            </a:custGeom>
            <a:solidFill>
              <a:srgbClr val="1B271B"/>
            </a:solidFill>
          </p:spPr>
          <p:txBody>
            <a:bodyPr wrap="square" lIns="0" tIns="0" rIns="0" bIns="0" rtlCol="0"/>
            <a:lstStyle/>
            <a:p/>
          </p:txBody>
        </p:sp>
        <p:sp>
          <p:nvSpPr>
            <p:cNvPr id="1834" name="object 1834"/>
            <p:cNvSpPr/>
            <p:nvPr/>
          </p:nvSpPr>
          <p:spPr>
            <a:xfrm>
              <a:off x="5725160" y="1206499"/>
              <a:ext cx="189230" cy="7620"/>
            </a:xfrm>
            <a:custGeom>
              <a:avLst/>
              <a:gdLst/>
              <a:ahLst/>
              <a:cxnLst/>
              <a:rect l="l" t="t" r="r" b="b"/>
              <a:pathLst>
                <a:path w="189229" h="7619">
                  <a:moveTo>
                    <a:pt x="189230" y="0"/>
                  </a:moveTo>
                  <a:lnTo>
                    <a:pt x="1270" y="0"/>
                  </a:lnTo>
                  <a:lnTo>
                    <a:pt x="1270" y="6350"/>
                  </a:lnTo>
                  <a:lnTo>
                    <a:pt x="0" y="6350"/>
                  </a:lnTo>
                  <a:lnTo>
                    <a:pt x="0" y="7620"/>
                  </a:lnTo>
                  <a:lnTo>
                    <a:pt x="189230" y="7620"/>
                  </a:lnTo>
                  <a:lnTo>
                    <a:pt x="189230" y="6350"/>
                  </a:lnTo>
                  <a:lnTo>
                    <a:pt x="189230" y="0"/>
                  </a:lnTo>
                  <a:close/>
                </a:path>
              </a:pathLst>
            </a:custGeom>
            <a:solidFill>
              <a:srgbClr val="1D261D"/>
            </a:solidFill>
          </p:spPr>
          <p:txBody>
            <a:bodyPr wrap="square" lIns="0" tIns="0" rIns="0" bIns="0" rtlCol="0"/>
            <a:lstStyle/>
            <a:p/>
          </p:txBody>
        </p:sp>
        <p:sp>
          <p:nvSpPr>
            <p:cNvPr id="1835" name="object 1835"/>
            <p:cNvSpPr/>
            <p:nvPr/>
          </p:nvSpPr>
          <p:spPr>
            <a:xfrm>
              <a:off x="5723890" y="1214119"/>
              <a:ext cx="191770" cy="7620"/>
            </a:xfrm>
            <a:custGeom>
              <a:avLst/>
              <a:gdLst/>
              <a:ahLst/>
              <a:cxnLst/>
              <a:rect l="l" t="t" r="r" b="b"/>
              <a:pathLst>
                <a:path w="191770" h="7619">
                  <a:moveTo>
                    <a:pt x="191770" y="0"/>
                  </a:moveTo>
                  <a:lnTo>
                    <a:pt x="1270" y="0"/>
                  </a:lnTo>
                  <a:lnTo>
                    <a:pt x="1270" y="5080"/>
                  </a:lnTo>
                  <a:lnTo>
                    <a:pt x="0" y="5080"/>
                  </a:lnTo>
                  <a:lnTo>
                    <a:pt x="0" y="7620"/>
                  </a:lnTo>
                  <a:lnTo>
                    <a:pt x="191770" y="7620"/>
                  </a:lnTo>
                  <a:lnTo>
                    <a:pt x="191770" y="5080"/>
                  </a:lnTo>
                  <a:lnTo>
                    <a:pt x="191770" y="0"/>
                  </a:lnTo>
                  <a:close/>
                </a:path>
              </a:pathLst>
            </a:custGeom>
            <a:solidFill>
              <a:srgbClr val="1E261E"/>
            </a:solidFill>
          </p:spPr>
          <p:txBody>
            <a:bodyPr wrap="square" lIns="0" tIns="0" rIns="0" bIns="0" rtlCol="0"/>
            <a:lstStyle/>
            <a:p/>
          </p:txBody>
        </p:sp>
        <p:sp>
          <p:nvSpPr>
            <p:cNvPr id="1836" name="object 1836"/>
            <p:cNvSpPr/>
            <p:nvPr/>
          </p:nvSpPr>
          <p:spPr>
            <a:xfrm>
              <a:off x="5722620" y="1221739"/>
              <a:ext cx="194310" cy="6350"/>
            </a:xfrm>
            <a:custGeom>
              <a:avLst/>
              <a:gdLst/>
              <a:ahLst/>
              <a:cxnLst/>
              <a:rect l="l" t="t" r="r" b="b"/>
              <a:pathLst>
                <a:path w="194310" h="6350">
                  <a:moveTo>
                    <a:pt x="194310" y="0"/>
                  </a:moveTo>
                  <a:lnTo>
                    <a:pt x="1270" y="0"/>
                  </a:lnTo>
                  <a:lnTo>
                    <a:pt x="1270" y="5080"/>
                  </a:lnTo>
                  <a:lnTo>
                    <a:pt x="0" y="5080"/>
                  </a:lnTo>
                  <a:lnTo>
                    <a:pt x="0" y="6350"/>
                  </a:lnTo>
                  <a:lnTo>
                    <a:pt x="194310" y="6350"/>
                  </a:lnTo>
                  <a:lnTo>
                    <a:pt x="194310" y="5080"/>
                  </a:lnTo>
                  <a:lnTo>
                    <a:pt x="194310" y="0"/>
                  </a:lnTo>
                  <a:close/>
                </a:path>
              </a:pathLst>
            </a:custGeom>
            <a:solidFill>
              <a:srgbClr val="202520"/>
            </a:solidFill>
          </p:spPr>
          <p:txBody>
            <a:bodyPr wrap="square" lIns="0" tIns="0" rIns="0" bIns="0" rtlCol="0"/>
            <a:lstStyle/>
            <a:p/>
          </p:txBody>
        </p:sp>
        <p:sp>
          <p:nvSpPr>
            <p:cNvPr id="1837" name="object 1837"/>
            <p:cNvSpPr/>
            <p:nvPr/>
          </p:nvSpPr>
          <p:spPr>
            <a:xfrm>
              <a:off x="5722620" y="1228089"/>
              <a:ext cx="195580" cy="7620"/>
            </a:xfrm>
            <a:custGeom>
              <a:avLst/>
              <a:gdLst/>
              <a:ahLst/>
              <a:cxnLst/>
              <a:rect l="l" t="t" r="r" b="b"/>
              <a:pathLst>
                <a:path w="195579" h="7619">
                  <a:moveTo>
                    <a:pt x="195580" y="1270"/>
                  </a:moveTo>
                  <a:lnTo>
                    <a:pt x="194310" y="1270"/>
                  </a:lnTo>
                  <a:lnTo>
                    <a:pt x="194310" y="0"/>
                  </a:lnTo>
                  <a:lnTo>
                    <a:pt x="0" y="0"/>
                  </a:lnTo>
                  <a:lnTo>
                    <a:pt x="0" y="1270"/>
                  </a:lnTo>
                  <a:lnTo>
                    <a:pt x="0" y="7620"/>
                  </a:lnTo>
                  <a:lnTo>
                    <a:pt x="195580" y="7620"/>
                  </a:lnTo>
                  <a:lnTo>
                    <a:pt x="195580" y="1270"/>
                  </a:lnTo>
                  <a:close/>
                </a:path>
              </a:pathLst>
            </a:custGeom>
            <a:solidFill>
              <a:srgbClr val="212521"/>
            </a:solidFill>
          </p:spPr>
          <p:txBody>
            <a:bodyPr wrap="square" lIns="0" tIns="0" rIns="0" bIns="0" rtlCol="0"/>
            <a:lstStyle/>
            <a:p/>
          </p:txBody>
        </p:sp>
        <p:sp>
          <p:nvSpPr>
            <p:cNvPr id="1838" name="object 1838"/>
            <p:cNvSpPr/>
            <p:nvPr/>
          </p:nvSpPr>
          <p:spPr>
            <a:xfrm>
              <a:off x="5721350" y="1235709"/>
              <a:ext cx="198120" cy="7620"/>
            </a:xfrm>
            <a:custGeom>
              <a:avLst/>
              <a:gdLst/>
              <a:ahLst/>
              <a:cxnLst/>
              <a:rect l="l" t="t" r="r" b="b"/>
              <a:pathLst>
                <a:path w="198120" h="7619">
                  <a:moveTo>
                    <a:pt x="198120" y="2540"/>
                  </a:moveTo>
                  <a:lnTo>
                    <a:pt x="196850" y="2540"/>
                  </a:lnTo>
                  <a:lnTo>
                    <a:pt x="196850" y="1270"/>
                  </a:lnTo>
                  <a:lnTo>
                    <a:pt x="196850" y="0"/>
                  </a:lnTo>
                  <a:lnTo>
                    <a:pt x="1270" y="0"/>
                  </a:lnTo>
                  <a:lnTo>
                    <a:pt x="1270" y="1270"/>
                  </a:lnTo>
                  <a:lnTo>
                    <a:pt x="0" y="1270"/>
                  </a:lnTo>
                  <a:lnTo>
                    <a:pt x="0" y="2540"/>
                  </a:lnTo>
                  <a:lnTo>
                    <a:pt x="0" y="7620"/>
                  </a:lnTo>
                  <a:lnTo>
                    <a:pt x="198120" y="7620"/>
                  </a:lnTo>
                  <a:lnTo>
                    <a:pt x="198120" y="2540"/>
                  </a:lnTo>
                  <a:close/>
                </a:path>
              </a:pathLst>
            </a:custGeom>
            <a:solidFill>
              <a:srgbClr val="222422"/>
            </a:solidFill>
          </p:spPr>
          <p:txBody>
            <a:bodyPr wrap="square" lIns="0" tIns="0" rIns="0" bIns="0" rtlCol="0"/>
            <a:lstStyle/>
            <a:p/>
          </p:txBody>
        </p:sp>
        <p:sp>
          <p:nvSpPr>
            <p:cNvPr id="1839" name="object 1839"/>
            <p:cNvSpPr/>
            <p:nvPr/>
          </p:nvSpPr>
          <p:spPr>
            <a:xfrm>
              <a:off x="5720080" y="1243329"/>
              <a:ext cx="200660" cy="6350"/>
            </a:xfrm>
            <a:custGeom>
              <a:avLst/>
              <a:gdLst/>
              <a:ahLst/>
              <a:cxnLst/>
              <a:rect l="l" t="t" r="r" b="b"/>
              <a:pathLst>
                <a:path w="200660" h="6350">
                  <a:moveTo>
                    <a:pt x="200660" y="2540"/>
                  </a:moveTo>
                  <a:lnTo>
                    <a:pt x="199390" y="2540"/>
                  </a:lnTo>
                  <a:lnTo>
                    <a:pt x="199390" y="0"/>
                  </a:lnTo>
                  <a:lnTo>
                    <a:pt x="1270" y="0"/>
                  </a:lnTo>
                  <a:lnTo>
                    <a:pt x="1270" y="2540"/>
                  </a:lnTo>
                  <a:lnTo>
                    <a:pt x="0" y="2540"/>
                  </a:lnTo>
                  <a:lnTo>
                    <a:pt x="0" y="6350"/>
                  </a:lnTo>
                  <a:lnTo>
                    <a:pt x="200660" y="6350"/>
                  </a:lnTo>
                  <a:lnTo>
                    <a:pt x="200660" y="2540"/>
                  </a:lnTo>
                  <a:close/>
                </a:path>
              </a:pathLst>
            </a:custGeom>
            <a:solidFill>
              <a:srgbClr val="242424"/>
            </a:solidFill>
          </p:spPr>
          <p:txBody>
            <a:bodyPr wrap="square" lIns="0" tIns="0" rIns="0" bIns="0" rtlCol="0"/>
            <a:lstStyle/>
            <a:p/>
          </p:txBody>
        </p:sp>
        <p:sp>
          <p:nvSpPr>
            <p:cNvPr id="1840" name="object 1840"/>
            <p:cNvSpPr/>
            <p:nvPr/>
          </p:nvSpPr>
          <p:spPr>
            <a:xfrm>
              <a:off x="5718809" y="1249679"/>
              <a:ext cx="203200" cy="7620"/>
            </a:xfrm>
            <a:custGeom>
              <a:avLst/>
              <a:gdLst/>
              <a:ahLst/>
              <a:cxnLst/>
              <a:rect l="l" t="t" r="r" b="b"/>
              <a:pathLst>
                <a:path w="203200" h="7619">
                  <a:moveTo>
                    <a:pt x="1269" y="7524"/>
                  </a:moveTo>
                  <a:lnTo>
                    <a:pt x="0" y="7620"/>
                  </a:lnTo>
                  <a:lnTo>
                    <a:pt x="1269" y="7620"/>
                  </a:lnTo>
                  <a:close/>
                </a:path>
                <a:path w="203200" h="7619">
                  <a:moveTo>
                    <a:pt x="95249" y="4051"/>
                  </a:moveTo>
                  <a:lnTo>
                    <a:pt x="1269" y="7620"/>
                  </a:lnTo>
                  <a:lnTo>
                    <a:pt x="92710" y="7620"/>
                  </a:lnTo>
                  <a:lnTo>
                    <a:pt x="92709" y="6350"/>
                  </a:lnTo>
                  <a:lnTo>
                    <a:pt x="93979" y="6350"/>
                  </a:lnTo>
                  <a:lnTo>
                    <a:pt x="93979" y="5080"/>
                  </a:lnTo>
                  <a:lnTo>
                    <a:pt x="95249" y="5080"/>
                  </a:lnTo>
                  <a:lnTo>
                    <a:pt x="95249" y="4051"/>
                  </a:lnTo>
                  <a:close/>
                </a:path>
                <a:path w="203200" h="7619">
                  <a:moveTo>
                    <a:pt x="203200" y="5080"/>
                  </a:moveTo>
                  <a:lnTo>
                    <a:pt x="107950" y="5080"/>
                  </a:lnTo>
                  <a:lnTo>
                    <a:pt x="107950" y="6350"/>
                  </a:lnTo>
                  <a:lnTo>
                    <a:pt x="109219" y="6350"/>
                  </a:lnTo>
                  <a:lnTo>
                    <a:pt x="109219" y="7620"/>
                  </a:lnTo>
                  <a:lnTo>
                    <a:pt x="203200" y="7620"/>
                  </a:lnTo>
                  <a:lnTo>
                    <a:pt x="203200" y="5080"/>
                  </a:lnTo>
                  <a:close/>
                </a:path>
                <a:path w="203200" h="7619">
                  <a:moveTo>
                    <a:pt x="101599" y="0"/>
                  </a:moveTo>
                  <a:lnTo>
                    <a:pt x="1269" y="0"/>
                  </a:lnTo>
                  <a:lnTo>
                    <a:pt x="1269" y="7524"/>
                  </a:lnTo>
                  <a:lnTo>
                    <a:pt x="101599" y="0"/>
                  </a:lnTo>
                  <a:close/>
                </a:path>
                <a:path w="203200" h="7619">
                  <a:moveTo>
                    <a:pt x="201929" y="0"/>
                  </a:moveTo>
                  <a:lnTo>
                    <a:pt x="105410" y="3665"/>
                  </a:lnTo>
                  <a:lnTo>
                    <a:pt x="105410" y="3810"/>
                  </a:lnTo>
                  <a:lnTo>
                    <a:pt x="106679" y="3810"/>
                  </a:lnTo>
                  <a:lnTo>
                    <a:pt x="106679" y="5080"/>
                  </a:lnTo>
                  <a:lnTo>
                    <a:pt x="201929" y="5080"/>
                  </a:lnTo>
                  <a:lnTo>
                    <a:pt x="201929" y="0"/>
                  </a:lnTo>
                  <a:close/>
                </a:path>
                <a:path w="203200" h="7619">
                  <a:moveTo>
                    <a:pt x="105410" y="2540"/>
                  </a:moveTo>
                  <a:lnTo>
                    <a:pt x="96519" y="2540"/>
                  </a:lnTo>
                  <a:lnTo>
                    <a:pt x="96519" y="3810"/>
                  </a:lnTo>
                  <a:lnTo>
                    <a:pt x="95249" y="3810"/>
                  </a:lnTo>
                  <a:lnTo>
                    <a:pt x="95249" y="4051"/>
                  </a:lnTo>
                  <a:lnTo>
                    <a:pt x="105410" y="3665"/>
                  </a:lnTo>
                  <a:lnTo>
                    <a:pt x="105410" y="2540"/>
                  </a:lnTo>
                  <a:close/>
                </a:path>
                <a:path w="203200" h="7619">
                  <a:moveTo>
                    <a:pt x="102869" y="0"/>
                  </a:moveTo>
                  <a:lnTo>
                    <a:pt x="101599" y="0"/>
                  </a:lnTo>
                  <a:lnTo>
                    <a:pt x="101599" y="1270"/>
                  </a:lnTo>
                  <a:lnTo>
                    <a:pt x="99059" y="1270"/>
                  </a:lnTo>
                  <a:lnTo>
                    <a:pt x="99059" y="2540"/>
                  </a:lnTo>
                  <a:lnTo>
                    <a:pt x="102869" y="2540"/>
                  </a:lnTo>
                  <a:lnTo>
                    <a:pt x="102869" y="0"/>
                  </a:lnTo>
                  <a:close/>
                </a:path>
              </a:pathLst>
            </a:custGeom>
            <a:solidFill>
              <a:srgbClr val="252325"/>
            </a:solidFill>
          </p:spPr>
          <p:txBody>
            <a:bodyPr wrap="square" lIns="0" tIns="0" rIns="0" bIns="0" rtlCol="0"/>
            <a:lstStyle/>
            <a:p/>
          </p:txBody>
        </p:sp>
        <p:sp>
          <p:nvSpPr>
            <p:cNvPr id="1841" name="object 1841"/>
            <p:cNvSpPr/>
            <p:nvPr/>
          </p:nvSpPr>
          <p:spPr>
            <a:xfrm>
              <a:off x="5718810" y="1257299"/>
              <a:ext cx="203200" cy="7620"/>
            </a:xfrm>
            <a:custGeom>
              <a:avLst/>
              <a:gdLst/>
              <a:ahLst/>
              <a:cxnLst/>
              <a:rect l="l" t="t" r="r" b="b"/>
              <a:pathLst>
                <a:path w="203200" h="7619">
                  <a:moveTo>
                    <a:pt x="92697" y="0"/>
                  </a:moveTo>
                  <a:lnTo>
                    <a:pt x="0" y="0"/>
                  </a:lnTo>
                  <a:lnTo>
                    <a:pt x="0" y="1270"/>
                  </a:lnTo>
                  <a:lnTo>
                    <a:pt x="0" y="2540"/>
                  </a:lnTo>
                  <a:lnTo>
                    <a:pt x="0" y="7620"/>
                  </a:lnTo>
                  <a:lnTo>
                    <a:pt x="90170" y="7620"/>
                  </a:lnTo>
                  <a:lnTo>
                    <a:pt x="90170" y="2540"/>
                  </a:lnTo>
                  <a:lnTo>
                    <a:pt x="91440" y="2540"/>
                  </a:lnTo>
                  <a:lnTo>
                    <a:pt x="91440" y="1270"/>
                  </a:lnTo>
                  <a:lnTo>
                    <a:pt x="92697" y="1270"/>
                  </a:lnTo>
                  <a:lnTo>
                    <a:pt x="92697" y="0"/>
                  </a:lnTo>
                  <a:close/>
                </a:path>
                <a:path w="203200" h="7619">
                  <a:moveTo>
                    <a:pt x="203200" y="0"/>
                  </a:moveTo>
                  <a:lnTo>
                    <a:pt x="110490" y="0"/>
                  </a:lnTo>
                  <a:lnTo>
                    <a:pt x="110490" y="3810"/>
                  </a:lnTo>
                  <a:lnTo>
                    <a:pt x="111760" y="3810"/>
                  </a:lnTo>
                  <a:lnTo>
                    <a:pt x="111760" y="6350"/>
                  </a:lnTo>
                  <a:lnTo>
                    <a:pt x="113030" y="6350"/>
                  </a:lnTo>
                  <a:lnTo>
                    <a:pt x="113030" y="7620"/>
                  </a:lnTo>
                  <a:lnTo>
                    <a:pt x="203200" y="7620"/>
                  </a:lnTo>
                  <a:lnTo>
                    <a:pt x="203200" y="6350"/>
                  </a:lnTo>
                  <a:lnTo>
                    <a:pt x="203200" y="3810"/>
                  </a:lnTo>
                  <a:lnTo>
                    <a:pt x="203200" y="0"/>
                  </a:lnTo>
                  <a:close/>
                </a:path>
              </a:pathLst>
            </a:custGeom>
            <a:solidFill>
              <a:srgbClr val="272227"/>
            </a:solidFill>
          </p:spPr>
          <p:txBody>
            <a:bodyPr wrap="square" lIns="0" tIns="0" rIns="0" bIns="0" rtlCol="0"/>
            <a:lstStyle/>
            <a:p/>
          </p:txBody>
        </p:sp>
        <p:sp>
          <p:nvSpPr>
            <p:cNvPr id="1842" name="object 1842"/>
            <p:cNvSpPr/>
            <p:nvPr/>
          </p:nvSpPr>
          <p:spPr>
            <a:xfrm>
              <a:off x="5718810" y="1264919"/>
              <a:ext cx="203200" cy="6350"/>
            </a:xfrm>
            <a:custGeom>
              <a:avLst/>
              <a:gdLst/>
              <a:ahLst/>
              <a:cxnLst/>
              <a:rect l="l" t="t" r="r" b="b"/>
              <a:pathLst>
                <a:path w="203200" h="6350">
                  <a:moveTo>
                    <a:pt x="87630" y="3822"/>
                  </a:moveTo>
                  <a:lnTo>
                    <a:pt x="0" y="3822"/>
                  </a:lnTo>
                  <a:lnTo>
                    <a:pt x="0" y="6350"/>
                  </a:lnTo>
                  <a:lnTo>
                    <a:pt x="87630" y="6350"/>
                  </a:lnTo>
                  <a:lnTo>
                    <a:pt x="87630" y="3822"/>
                  </a:lnTo>
                  <a:close/>
                </a:path>
                <a:path w="203200" h="6350">
                  <a:moveTo>
                    <a:pt x="88900" y="0"/>
                  </a:moveTo>
                  <a:lnTo>
                    <a:pt x="0" y="0"/>
                  </a:lnTo>
                  <a:lnTo>
                    <a:pt x="0" y="3810"/>
                  </a:lnTo>
                  <a:lnTo>
                    <a:pt x="88900" y="3810"/>
                  </a:lnTo>
                  <a:lnTo>
                    <a:pt x="88900" y="0"/>
                  </a:lnTo>
                  <a:close/>
                </a:path>
                <a:path w="203200" h="6350">
                  <a:moveTo>
                    <a:pt x="203200" y="3822"/>
                  </a:moveTo>
                  <a:lnTo>
                    <a:pt x="114300" y="3822"/>
                  </a:lnTo>
                  <a:lnTo>
                    <a:pt x="114300" y="6350"/>
                  </a:lnTo>
                  <a:lnTo>
                    <a:pt x="203187" y="6350"/>
                  </a:lnTo>
                  <a:lnTo>
                    <a:pt x="203200" y="3822"/>
                  </a:lnTo>
                  <a:close/>
                </a:path>
                <a:path w="203200" h="6350">
                  <a:moveTo>
                    <a:pt x="203200" y="0"/>
                  </a:moveTo>
                  <a:lnTo>
                    <a:pt x="113030" y="0"/>
                  </a:lnTo>
                  <a:lnTo>
                    <a:pt x="113030" y="3810"/>
                  </a:lnTo>
                  <a:lnTo>
                    <a:pt x="203200" y="3810"/>
                  </a:lnTo>
                  <a:lnTo>
                    <a:pt x="203200" y="0"/>
                  </a:lnTo>
                  <a:close/>
                </a:path>
              </a:pathLst>
            </a:custGeom>
            <a:solidFill>
              <a:srgbClr val="282228"/>
            </a:solidFill>
          </p:spPr>
          <p:txBody>
            <a:bodyPr wrap="square" lIns="0" tIns="0" rIns="0" bIns="0" rtlCol="0"/>
            <a:lstStyle/>
            <a:p/>
          </p:txBody>
        </p:sp>
        <p:sp>
          <p:nvSpPr>
            <p:cNvPr id="1843" name="object 1843"/>
            <p:cNvSpPr/>
            <p:nvPr/>
          </p:nvSpPr>
          <p:spPr>
            <a:xfrm>
              <a:off x="5717540" y="1271269"/>
              <a:ext cx="205740" cy="7620"/>
            </a:xfrm>
            <a:custGeom>
              <a:avLst/>
              <a:gdLst/>
              <a:ahLst/>
              <a:cxnLst/>
              <a:rect l="l" t="t" r="r" b="b"/>
              <a:pathLst>
                <a:path w="205739" h="7619">
                  <a:moveTo>
                    <a:pt x="88900" y="0"/>
                  </a:moveTo>
                  <a:lnTo>
                    <a:pt x="1270" y="0"/>
                  </a:lnTo>
                  <a:lnTo>
                    <a:pt x="1270" y="1270"/>
                  </a:lnTo>
                  <a:lnTo>
                    <a:pt x="0" y="1270"/>
                  </a:lnTo>
                  <a:lnTo>
                    <a:pt x="0" y="2540"/>
                  </a:lnTo>
                  <a:lnTo>
                    <a:pt x="0" y="6350"/>
                  </a:lnTo>
                  <a:lnTo>
                    <a:pt x="0" y="7620"/>
                  </a:lnTo>
                  <a:lnTo>
                    <a:pt x="86360" y="7620"/>
                  </a:lnTo>
                  <a:lnTo>
                    <a:pt x="86360" y="6350"/>
                  </a:lnTo>
                  <a:lnTo>
                    <a:pt x="87617" y="6350"/>
                  </a:lnTo>
                  <a:lnTo>
                    <a:pt x="87617" y="2540"/>
                  </a:lnTo>
                  <a:lnTo>
                    <a:pt x="88900" y="2540"/>
                  </a:lnTo>
                  <a:lnTo>
                    <a:pt x="88900" y="1270"/>
                  </a:lnTo>
                  <a:lnTo>
                    <a:pt x="88900" y="0"/>
                  </a:lnTo>
                  <a:close/>
                </a:path>
                <a:path w="205739" h="7619">
                  <a:moveTo>
                    <a:pt x="205740" y="1270"/>
                  </a:moveTo>
                  <a:lnTo>
                    <a:pt x="204457" y="1270"/>
                  </a:lnTo>
                  <a:lnTo>
                    <a:pt x="204457" y="0"/>
                  </a:lnTo>
                  <a:lnTo>
                    <a:pt x="116840" y="0"/>
                  </a:lnTo>
                  <a:lnTo>
                    <a:pt x="116840" y="1270"/>
                  </a:lnTo>
                  <a:lnTo>
                    <a:pt x="116840" y="2540"/>
                  </a:lnTo>
                  <a:lnTo>
                    <a:pt x="118110" y="2540"/>
                  </a:lnTo>
                  <a:lnTo>
                    <a:pt x="118110" y="5080"/>
                  </a:lnTo>
                  <a:lnTo>
                    <a:pt x="119380" y="5080"/>
                  </a:lnTo>
                  <a:lnTo>
                    <a:pt x="119380" y="7620"/>
                  </a:lnTo>
                  <a:lnTo>
                    <a:pt x="205740" y="7620"/>
                  </a:lnTo>
                  <a:lnTo>
                    <a:pt x="205740" y="5080"/>
                  </a:lnTo>
                  <a:lnTo>
                    <a:pt x="205740" y="2540"/>
                  </a:lnTo>
                  <a:lnTo>
                    <a:pt x="205740" y="1270"/>
                  </a:lnTo>
                  <a:close/>
                </a:path>
              </a:pathLst>
            </a:custGeom>
            <a:solidFill>
              <a:srgbClr val="2A212A"/>
            </a:solidFill>
          </p:spPr>
          <p:txBody>
            <a:bodyPr wrap="square" lIns="0" tIns="0" rIns="0" bIns="0" rtlCol="0"/>
            <a:lstStyle/>
            <a:p/>
          </p:txBody>
        </p:sp>
        <p:sp>
          <p:nvSpPr>
            <p:cNvPr id="1844" name="object 1844"/>
            <p:cNvSpPr/>
            <p:nvPr/>
          </p:nvSpPr>
          <p:spPr>
            <a:xfrm>
              <a:off x="5717539" y="1278889"/>
              <a:ext cx="205740" cy="7620"/>
            </a:xfrm>
            <a:custGeom>
              <a:avLst/>
              <a:gdLst/>
              <a:ahLst/>
              <a:cxnLst/>
              <a:rect l="l" t="t" r="r" b="b"/>
              <a:pathLst>
                <a:path w="205739" h="7619">
                  <a:moveTo>
                    <a:pt x="86360" y="0"/>
                  </a:moveTo>
                  <a:lnTo>
                    <a:pt x="0" y="0"/>
                  </a:lnTo>
                  <a:lnTo>
                    <a:pt x="0" y="2539"/>
                  </a:lnTo>
                  <a:lnTo>
                    <a:pt x="86360" y="2539"/>
                  </a:lnTo>
                  <a:lnTo>
                    <a:pt x="86360" y="0"/>
                  </a:lnTo>
                  <a:close/>
                </a:path>
                <a:path w="205739" h="7619">
                  <a:moveTo>
                    <a:pt x="205740" y="0"/>
                  </a:moveTo>
                  <a:lnTo>
                    <a:pt x="119380" y="0"/>
                  </a:lnTo>
                  <a:lnTo>
                    <a:pt x="119380" y="2539"/>
                  </a:lnTo>
                  <a:lnTo>
                    <a:pt x="205740" y="2539"/>
                  </a:lnTo>
                  <a:lnTo>
                    <a:pt x="205740" y="0"/>
                  </a:lnTo>
                  <a:close/>
                </a:path>
                <a:path w="205739" h="7619">
                  <a:moveTo>
                    <a:pt x="85089" y="2540"/>
                  </a:moveTo>
                  <a:lnTo>
                    <a:pt x="0" y="2540"/>
                  </a:lnTo>
                  <a:lnTo>
                    <a:pt x="0" y="7620"/>
                  </a:lnTo>
                  <a:lnTo>
                    <a:pt x="85090" y="7620"/>
                  </a:lnTo>
                  <a:lnTo>
                    <a:pt x="85089" y="2540"/>
                  </a:lnTo>
                  <a:close/>
                </a:path>
                <a:path w="205739" h="7619">
                  <a:moveTo>
                    <a:pt x="205740" y="2540"/>
                  </a:moveTo>
                  <a:lnTo>
                    <a:pt x="119380" y="2540"/>
                  </a:lnTo>
                  <a:lnTo>
                    <a:pt x="119380" y="5080"/>
                  </a:lnTo>
                  <a:lnTo>
                    <a:pt x="120650" y="5080"/>
                  </a:lnTo>
                  <a:lnTo>
                    <a:pt x="120650" y="7620"/>
                  </a:lnTo>
                  <a:lnTo>
                    <a:pt x="205740" y="7620"/>
                  </a:lnTo>
                  <a:lnTo>
                    <a:pt x="205740" y="2540"/>
                  </a:lnTo>
                  <a:close/>
                </a:path>
              </a:pathLst>
            </a:custGeom>
            <a:solidFill>
              <a:srgbClr val="2B212B"/>
            </a:solidFill>
          </p:spPr>
          <p:txBody>
            <a:bodyPr wrap="square" lIns="0" tIns="0" rIns="0" bIns="0" rtlCol="0"/>
            <a:lstStyle/>
            <a:p/>
          </p:txBody>
        </p:sp>
        <p:sp>
          <p:nvSpPr>
            <p:cNvPr id="1845" name="object 1845"/>
            <p:cNvSpPr/>
            <p:nvPr/>
          </p:nvSpPr>
          <p:spPr>
            <a:xfrm>
              <a:off x="5716269" y="1286509"/>
              <a:ext cx="207010" cy="6350"/>
            </a:xfrm>
            <a:custGeom>
              <a:avLst/>
              <a:gdLst/>
              <a:ahLst/>
              <a:cxnLst/>
              <a:rect l="l" t="t" r="r" b="b"/>
              <a:pathLst>
                <a:path w="207010" h="6350">
                  <a:moveTo>
                    <a:pt x="86360" y="0"/>
                  </a:moveTo>
                  <a:lnTo>
                    <a:pt x="1269" y="0"/>
                  </a:lnTo>
                  <a:lnTo>
                    <a:pt x="1269" y="1269"/>
                  </a:lnTo>
                  <a:lnTo>
                    <a:pt x="0" y="1269"/>
                  </a:lnTo>
                  <a:lnTo>
                    <a:pt x="0" y="6350"/>
                  </a:lnTo>
                  <a:lnTo>
                    <a:pt x="85089" y="6350"/>
                  </a:lnTo>
                  <a:lnTo>
                    <a:pt x="85089" y="2539"/>
                  </a:lnTo>
                  <a:lnTo>
                    <a:pt x="86360" y="2539"/>
                  </a:lnTo>
                  <a:lnTo>
                    <a:pt x="86360" y="0"/>
                  </a:lnTo>
                  <a:close/>
                </a:path>
                <a:path w="207010" h="6350">
                  <a:moveTo>
                    <a:pt x="207010" y="0"/>
                  </a:moveTo>
                  <a:lnTo>
                    <a:pt x="121919" y="0"/>
                  </a:lnTo>
                  <a:lnTo>
                    <a:pt x="121919" y="2539"/>
                  </a:lnTo>
                  <a:lnTo>
                    <a:pt x="123189" y="2539"/>
                  </a:lnTo>
                  <a:lnTo>
                    <a:pt x="123189" y="6350"/>
                  </a:lnTo>
                  <a:lnTo>
                    <a:pt x="207010" y="6350"/>
                  </a:lnTo>
                  <a:lnTo>
                    <a:pt x="207010" y="0"/>
                  </a:lnTo>
                  <a:close/>
                </a:path>
              </a:pathLst>
            </a:custGeom>
            <a:solidFill>
              <a:srgbClr val="2D202D"/>
            </a:solidFill>
          </p:spPr>
          <p:txBody>
            <a:bodyPr wrap="square" lIns="0" tIns="0" rIns="0" bIns="0" rtlCol="0"/>
            <a:lstStyle/>
            <a:p/>
          </p:txBody>
        </p:sp>
        <p:sp>
          <p:nvSpPr>
            <p:cNvPr id="1846" name="object 1846"/>
            <p:cNvSpPr/>
            <p:nvPr/>
          </p:nvSpPr>
          <p:spPr>
            <a:xfrm>
              <a:off x="5716269" y="1292859"/>
              <a:ext cx="208279" cy="7620"/>
            </a:xfrm>
            <a:custGeom>
              <a:avLst/>
              <a:gdLst/>
              <a:ahLst/>
              <a:cxnLst/>
              <a:rect l="l" t="t" r="r" b="b"/>
              <a:pathLst>
                <a:path w="208279" h="7619">
                  <a:moveTo>
                    <a:pt x="85089" y="0"/>
                  </a:moveTo>
                  <a:lnTo>
                    <a:pt x="0" y="0"/>
                  </a:lnTo>
                  <a:lnTo>
                    <a:pt x="0" y="7619"/>
                  </a:lnTo>
                  <a:lnTo>
                    <a:pt x="83820" y="7619"/>
                  </a:lnTo>
                  <a:lnTo>
                    <a:pt x="83820" y="5079"/>
                  </a:lnTo>
                  <a:lnTo>
                    <a:pt x="85089" y="5079"/>
                  </a:lnTo>
                  <a:lnTo>
                    <a:pt x="85089" y="0"/>
                  </a:lnTo>
                  <a:close/>
                </a:path>
                <a:path w="208279" h="7619">
                  <a:moveTo>
                    <a:pt x="208279" y="0"/>
                  </a:moveTo>
                  <a:lnTo>
                    <a:pt x="123189" y="0"/>
                  </a:lnTo>
                  <a:lnTo>
                    <a:pt x="123189" y="7619"/>
                  </a:lnTo>
                  <a:lnTo>
                    <a:pt x="208279" y="7619"/>
                  </a:lnTo>
                  <a:lnTo>
                    <a:pt x="208279" y="0"/>
                  </a:lnTo>
                  <a:close/>
                </a:path>
              </a:pathLst>
            </a:custGeom>
            <a:solidFill>
              <a:srgbClr val="2E202E"/>
            </a:solidFill>
          </p:spPr>
          <p:txBody>
            <a:bodyPr wrap="square" lIns="0" tIns="0" rIns="0" bIns="0" rtlCol="0"/>
            <a:lstStyle/>
            <a:p/>
          </p:txBody>
        </p:sp>
        <p:sp>
          <p:nvSpPr>
            <p:cNvPr id="1847" name="object 1847"/>
            <p:cNvSpPr/>
            <p:nvPr/>
          </p:nvSpPr>
          <p:spPr>
            <a:xfrm>
              <a:off x="5714999" y="1300479"/>
              <a:ext cx="210820" cy="7620"/>
            </a:xfrm>
            <a:custGeom>
              <a:avLst/>
              <a:gdLst/>
              <a:ahLst/>
              <a:cxnLst/>
              <a:rect l="l" t="t" r="r" b="b"/>
              <a:pathLst>
                <a:path w="210820" h="7619">
                  <a:moveTo>
                    <a:pt x="209550" y="0"/>
                  </a:moveTo>
                  <a:lnTo>
                    <a:pt x="125729" y="0"/>
                  </a:lnTo>
                  <a:lnTo>
                    <a:pt x="125729" y="7620"/>
                  </a:lnTo>
                  <a:lnTo>
                    <a:pt x="210820" y="7620"/>
                  </a:lnTo>
                  <a:lnTo>
                    <a:pt x="210820" y="6350"/>
                  </a:lnTo>
                  <a:lnTo>
                    <a:pt x="209550" y="6350"/>
                  </a:lnTo>
                  <a:lnTo>
                    <a:pt x="209550" y="0"/>
                  </a:lnTo>
                  <a:close/>
                </a:path>
                <a:path w="210820" h="7619">
                  <a:moveTo>
                    <a:pt x="83820" y="2540"/>
                  </a:moveTo>
                  <a:lnTo>
                    <a:pt x="0" y="2540"/>
                  </a:lnTo>
                  <a:lnTo>
                    <a:pt x="0" y="7620"/>
                  </a:lnTo>
                  <a:lnTo>
                    <a:pt x="83820" y="7620"/>
                  </a:lnTo>
                  <a:lnTo>
                    <a:pt x="83820" y="2540"/>
                  </a:lnTo>
                  <a:close/>
                </a:path>
                <a:path w="210820" h="7619">
                  <a:moveTo>
                    <a:pt x="85090" y="0"/>
                  </a:moveTo>
                  <a:lnTo>
                    <a:pt x="1270" y="0"/>
                  </a:lnTo>
                  <a:lnTo>
                    <a:pt x="1270" y="2540"/>
                  </a:lnTo>
                  <a:lnTo>
                    <a:pt x="85090" y="2540"/>
                  </a:lnTo>
                  <a:lnTo>
                    <a:pt x="85090" y="0"/>
                  </a:lnTo>
                  <a:close/>
                </a:path>
              </a:pathLst>
            </a:custGeom>
            <a:solidFill>
              <a:srgbClr val="2F1F2F"/>
            </a:solidFill>
          </p:spPr>
          <p:txBody>
            <a:bodyPr wrap="square" lIns="0" tIns="0" rIns="0" bIns="0" rtlCol="0"/>
            <a:lstStyle/>
            <a:p/>
          </p:txBody>
        </p:sp>
        <p:sp>
          <p:nvSpPr>
            <p:cNvPr id="1848" name="object 1848"/>
            <p:cNvSpPr/>
            <p:nvPr/>
          </p:nvSpPr>
          <p:spPr>
            <a:xfrm>
              <a:off x="5714999" y="1308099"/>
              <a:ext cx="210820" cy="6350"/>
            </a:xfrm>
            <a:custGeom>
              <a:avLst/>
              <a:gdLst/>
              <a:ahLst/>
              <a:cxnLst/>
              <a:rect l="l" t="t" r="r" b="b"/>
              <a:pathLst>
                <a:path w="210820" h="6350">
                  <a:moveTo>
                    <a:pt x="83820" y="0"/>
                  </a:moveTo>
                  <a:lnTo>
                    <a:pt x="0" y="0"/>
                  </a:lnTo>
                  <a:lnTo>
                    <a:pt x="0" y="6350"/>
                  </a:lnTo>
                  <a:lnTo>
                    <a:pt x="83820" y="6350"/>
                  </a:lnTo>
                  <a:lnTo>
                    <a:pt x="83820" y="0"/>
                  </a:lnTo>
                  <a:close/>
                </a:path>
                <a:path w="210820" h="6350">
                  <a:moveTo>
                    <a:pt x="210819" y="0"/>
                  </a:moveTo>
                  <a:lnTo>
                    <a:pt x="125729" y="0"/>
                  </a:lnTo>
                  <a:lnTo>
                    <a:pt x="125729" y="2539"/>
                  </a:lnTo>
                  <a:lnTo>
                    <a:pt x="127000" y="2539"/>
                  </a:lnTo>
                  <a:lnTo>
                    <a:pt x="127000" y="6350"/>
                  </a:lnTo>
                  <a:lnTo>
                    <a:pt x="210820" y="6350"/>
                  </a:lnTo>
                  <a:lnTo>
                    <a:pt x="210819" y="0"/>
                  </a:lnTo>
                  <a:close/>
                </a:path>
              </a:pathLst>
            </a:custGeom>
            <a:solidFill>
              <a:srgbClr val="311E31"/>
            </a:solidFill>
          </p:spPr>
          <p:txBody>
            <a:bodyPr wrap="square" lIns="0" tIns="0" rIns="0" bIns="0" rtlCol="0"/>
            <a:lstStyle/>
            <a:p/>
          </p:txBody>
        </p:sp>
        <p:sp>
          <p:nvSpPr>
            <p:cNvPr id="1849" name="object 1849"/>
            <p:cNvSpPr/>
            <p:nvPr/>
          </p:nvSpPr>
          <p:spPr>
            <a:xfrm>
              <a:off x="571500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7620"/>
                  </a:moveTo>
                  <a:lnTo>
                    <a:pt x="210807" y="0"/>
                  </a:lnTo>
                  <a:lnTo>
                    <a:pt x="127000" y="0"/>
                  </a:lnTo>
                  <a:lnTo>
                    <a:pt x="127000" y="7620"/>
                  </a:lnTo>
                  <a:lnTo>
                    <a:pt x="210820" y="7620"/>
                  </a:lnTo>
                  <a:close/>
                </a:path>
              </a:pathLst>
            </a:custGeom>
            <a:solidFill>
              <a:srgbClr val="331E33"/>
            </a:solidFill>
          </p:spPr>
          <p:txBody>
            <a:bodyPr wrap="square" lIns="0" tIns="0" rIns="0" bIns="0" rtlCol="0"/>
            <a:lstStyle/>
            <a:p/>
          </p:txBody>
        </p:sp>
        <p:sp>
          <p:nvSpPr>
            <p:cNvPr id="1850" name="object 1850"/>
            <p:cNvSpPr/>
            <p:nvPr/>
          </p:nvSpPr>
          <p:spPr>
            <a:xfrm>
              <a:off x="5713729"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90" y="0"/>
                  </a:moveTo>
                  <a:lnTo>
                    <a:pt x="128270" y="0"/>
                  </a:lnTo>
                  <a:lnTo>
                    <a:pt x="128270" y="7619"/>
                  </a:lnTo>
                  <a:lnTo>
                    <a:pt x="212090" y="7619"/>
                  </a:lnTo>
                  <a:lnTo>
                    <a:pt x="212090" y="0"/>
                  </a:lnTo>
                  <a:close/>
                </a:path>
              </a:pathLst>
            </a:custGeom>
            <a:solidFill>
              <a:srgbClr val="341D34"/>
            </a:solidFill>
          </p:spPr>
          <p:txBody>
            <a:bodyPr wrap="square" lIns="0" tIns="0" rIns="0" bIns="0" rtlCol="0"/>
            <a:lstStyle/>
            <a:p/>
          </p:txBody>
        </p:sp>
        <p:sp>
          <p:nvSpPr>
            <p:cNvPr id="1851" name="object 1851"/>
            <p:cNvSpPr/>
            <p:nvPr/>
          </p:nvSpPr>
          <p:spPr>
            <a:xfrm>
              <a:off x="5713729" y="1329689"/>
              <a:ext cx="212090" cy="7620"/>
            </a:xfrm>
            <a:custGeom>
              <a:avLst/>
              <a:gdLst/>
              <a:ahLst/>
              <a:cxnLst/>
              <a:rect l="l" t="t" r="r" b="b"/>
              <a:pathLst>
                <a:path w="212089" h="7619">
                  <a:moveTo>
                    <a:pt x="83820" y="0"/>
                  </a:moveTo>
                  <a:lnTo>
                    <a:pt x="0" y="0"/>
                  </a:lnTo>
                  <a:lnTo>
                    <a:pt x="0" y="7620"/>
                  </a:lnTo>
                  <a:lnTo>
                    <a:pt x="82550" y="7620"/>
                  </a:lnTo>
                  <a:lnTo>
                    <a:pt x="82550" y="6350"/>
                  </a:lnTo>
                  <a:lnTo>
                    <a:pt x="83820" y="6350"/>
                  </a:lnTo>
                  <a:lnTo>
                    <a:pt x="83820" y="0"/>
                  </a:lnTo>
                  <a:close/>
                </a:path>
                <a:path w="212089" h="7619">
                  <a:moveTo>
                    <a:pt x="212090" y="0"/>
                  </a:moveTo>
                  <a:lnTo>
                    <a:pt x="128270" y="0"/>
                  </a:lnTo>
                  <a:lnTo>
                    <a:pt x="128270" y="6350"/>
                  </a:lnTo>
                  <a:lnTo>
                    <a:pt x="129540" y="6350"/>
                  </a:lnTo>
                  <a:lnTo>
                    <a:pt x="129540" y="7620"/>
                  </a:lnTo>
                  <a:lnTo>
                    <a:pt x="212090" y="7620"/>
                  </a:lnTo>
                  <a:lnTo>
                    <a:pt x="212090" y="0"/>
                  </a:lnTo>
                  <a:close/>
                </a:path>
              </a:pathLst>
            </a:custGeom>
            <a:solidFill>
              <a:srgbClr val="351D35"/>
            </a:solidFill>
          </p:spPr>
          <p:txBody>
            <a:bodyPr wrap="square" lIns="0" tIns="0" rIns="0" bIns="0" rtlCol="0"/>
            <a:lstStyle/>
            <a:p/>
          </p:txBody>
        </p:sp>
        <p:sp>
          <p:nvSpPr>
            <p:cNvPr id="1852" name="object 1852"/>
            <p:cNvSpPr/>
            <p:nvPr/>
          </p:nvSpPr>
          <p:spPr>
            <a:xfrm>
              <a:off x="5713730" y="133730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371C37"/>
            </a:solidFill>
          </p:spPr>
          <p:txBody>
            <a:bodyPr wrap="square" lIns="0" tIns="0" rIns="0" bIns="0" rtlCol="0"/>
            <a:lstStyle/>
            <a:p/>
          </p:txBody>
        </p:sp>
        <p:sp>
          <p:nvSpPr>
            <p:cNvPr id="1853" name="object 1853"/>
            <p:cNvSpPr/>
            <p:nvPr/>
          </p:nvSpPr>
          <p:spPr>
            <a:xfrm>
              <a:off x="5713730" y="13436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81C38"/>
            </a:solidFill>
          </p:spPr>
          <p:txBody>
            <a:bodyPr wrap="square" lIns="0" tIns="0" rIns="0" bIns="0" rtlCol="0"/>
            <a:lstStyle/>
            <a:p/>
          </p:txBody>
        </p:sp>
        <p:sp>
          <p:nvSpPr>
            <p:cNvPr id="1854" name="object 1854"/>
            <p:cNvSpPr/>
            <p:nvPr/>
          </p:nvSpPr>
          <p:spPr>
            <a:xfrm>
              <a:off x="5713730" y="135127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91B39"/>
            </a:solidFill>
          </p:spPr>
          <p:txBody>
            <a:bodyPr wrap="square" lIns="0" tIns="0" rIns="0" bIns="0" rtlCol="0"/>
            <a:lstStyle/>
            <a:p/>
          </p:txBody>
        </p:sp>
        <p:sp>
          <p:nvSpPr>
            <p:cNvPr id="1855" name="object 1855"/>
            <p:cNvSpPr/>
            <p:nvPr/>
          </p:nvSpPr>
          <p:spPr>
            <a:xfrm>
              <a:off x="5713730" y="135889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3B1A3B"/>
            </a:solidFill>
          </p:spPr>
          <p:txBody>
            <a:bodyPr wrap="square" lIns="0" tIns="0" rIns="0" bIns="0" rtlCol="0"/>
            <a:lstStyle/>
            <a:p/>
          </p:txBody>
        </p:sp>
        <p:sp>
          <p:nvSpPr>
            <p:cNvPr id="1856" name="object 1856"/>
            <p:cNvSpPr/>
            <p:nvPr/>
          </p:nvSpPr>
          <p:spPr>
            <a:xfrm>
              <a:off x="5713730" y="136524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C1A3C"/>
            </a:solidFill>
          </p:spPr>
          <p:txBody>
            <a:bodyPr wrap="square" lIns="0" tIns="0" rIns="0" bIns="0" rtlCol="0"/>
            <a:lstStyle/>
            <a:p/>
          </p:txBody>
        </p:sp>
        <p:sp>
          <p:nvSpPr>
            <p:cNvPr id="1857" name="object 1857"/>
            <p:cNvSpPr/>
            <p:nvPr/>
          </p:nvSpPr>
          <p:spPr>
            <a:xfrm>
              <a:off x="5713730" y="137286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3E193E"/>
            </a:solidFill>
          </p:spPr>
          <p:txBody>
            <a:bodyPr wrap="square" lIns="0" tIns="0" rIns="0" bIns="0" rtlCol="0"/>
            <a:lstStyle/>
            <a:p/>
          </p:txBody>
        </p:sp>
        <p:sp>
          <p:nvSpPr>
            <p:cNvPr id="1858" name="object 1858"/>
            <p:cNvSpPr/>
            <p:nvPr/>
          </p:nvSpPr>
          <p:spPr>
            <a:xfrm>
              <a:off x="5713730" y="138048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3F193F"/>
            </a:solidFill>
          </p:spPr>
          <p:txBody>
            <a:bodyPr wrap="square" lIns="0" tIns="0" rIns="0" bIns="0" rtlCol="0"/>
            <a:lstStyle/>
            <a:p/>
          </p:txBody>
        </p:sp>
        <p:sp>
          <p:nvSpPr>
            <p:cNvPr id="1859" name="object 1859"/>
            <p:cNvSpPr/>
            <p:nvPr/>
          </p:nvSpPr>
          <p:spPr>
            <a:xfrm>
              <a:off x="5713730" y="138683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411841"/>
            </a:solidFill>
          </p:spPr>
          <p:txBody>
            <a:bodyPr wrap="square" lIns="0" tIns="0" rIns="0" bIns="0" rtlCol="0"/>
            <a:lstStyle/>
            <a:p/>
          </p:txBody>
        </p:sp>
        <p:sp>
          <p:nvSpPr>
            <p:cNvPr id="1860" name="object 1860"/>
            <p:cNvSpPr/>
            <p:nvPr/>
          </p:nvSpPr>
          <p:spPr>
            <a:xfrm>
              <a:off x="5713730" y="1394459"/>
              <a:ext cx="212090" cy="7620"/>
            </a:xfrm>
            <a:custGeom>
              <a:avLst/>
              <a:gdLst/>
              <a:ahLst/>
              <a:cxnLst/>
              <a:rect l="l" t="t" r="r" b="b"/>
              <a:pathLst>
                <a:path w="212089" h="7619">
                  <a:moveTo>
                    <a:pt x="82550" y="0"/>
                  </a:moveTo>
                  <a:lnTo>
                    <a:pt x="0" y="0"/>
                  </a:lnTo>
                  <a:lnTo>
                    <a:pt x="0" y="7620"/>
                  </a:lnTo>
                  <a:lnTo>
                    <a:pt x="82550" y="7620"/>
                  </a:lnTo>
                  <a:lnTo>
                    <a:pt x="82550" y="0"/>
                  </a:lnTo>
                  <a:close/>
                </a:path>
                <a:path w="212089" h="7619">
                  <a:moveTo>
                    <a:pt x="212090" y="0"/>
                  </a:moveTo>
                  <a:lnTo>
                    <a:pt x="129540" y="0"/>
                  </a:lnTo>
                  <a:lnTo>
                    <a:pt x="129540" y="7620"/>
                  </a:lnTo>
                  <a:lnTo>
                    <a:pt x="212090" y="7620"/>
                  </a:lnTo>
                  <a:lnTo>
                    <a:pt x="212090" y="0"/>
                  </a:lnTo>
                  <a:close/>
                </a:path>
              </a:pathLst>
            </a:custGeom>
            <a:solidFill>
              <a:srgbClr val="421842"/>
            </a:solidFill>
          </p:spPr>
          <p:txBody>
            <a:bodyPr wrap="square" lIns="0" tIns="0" rIns="0" bIns="0" rtlCol="0"/>
            <a:lstStyle/>
            <a:p/>
          </p:txBody>
        </p:sp>
        <p:sp>
          <p:nvSpPr>
            <p:cNvPr id="1861" name="object 1861"/>
            <p:cNvSpPr/>
            <p:nvPr/>
          </p:nvSpPr>
          <p:spPr>
            <a:xfrm>
              <a:off x="5713730" y="1402079"/>
              <a:ext cx="212090" cy="6350"/>
            </a:xfrm>
            <a:custGeom>
              <a:avLst/>
              <a:gdLst/>
              <a:ahLst/>
              <a:cxnLst/>
              <a:rect l="l" t="t" r="r" b="b"/>
              <a:pathLst>
                <a:path w="212089" h="6350">
                  <a:moveTo>
                    <a:pt x="82550" y="0"/>
                  </a:moveTo>
                  <a:lnTo>
                    <a:pt x="0" y="0"/>
                  </a:lnTo>
                  <a:lnTo>
                    <a:pt x="0" y="6350"/>
                  </a:lnTo>
                  <a:lnTo>
                    <a:pt x="82550" y="6350"/>
                  </a:lnTo>
                  <a:lnTo>
                    <a:pt x="82550" y="0"/>
                  </a:lnTo>
                  <a:close/>
                </a:path>
                <a:path w="212089" h="6350">
                  <a:moveTo>
                    <a:pt x="212090" y="0"/>
                  </a:moveTo>
                  <a:lnTo>
                    <a:pt x="129540" y="0"/>
                  </a:lnTo>
                  <a:lnTo>
                    <a:pt x="129540" y="6350"/>
                  </a:lnTo>
                  <a:lnTo>
                    <a:pt x="212090" y="6350"/>
                  </a:lnTo>
                  <a:lnTo>
                    <a:pt x="212090" y="0"/>
                  </a:lnTo>
                  <a:close/>
                </a:path>
              </a:pathLst>
            </a:custGeom>
            <a:solidFill>
              <a:srgbClr val="441744"/>
            </a:solidFill>
          </p:spPr>
          <p:txBody>
            <a:bodyPr wrap="square" lIns="0" tIns="0" rIns="0" bIns="0" rtlCol="0"/>
            <a:lstStyle/>
            <a:p/>
          </p:txBody>
        </p:sp>
        <p:sp>
          <p:nvSpPr>
            <p:cNvPr id="1862" name="object 1862"/>
            <p:cNvSpPr/>
            <p:nvPr/>
          </p:nvSpPr>
          <p:spPr>
            <a:xfrm>
              <a:off x="5713729" y="1408429"/>
              <a:ext cx="212090" cy="7620"/>
            </a:xfrm>
            <a:custGeom>
              <a:avLst/>
              <a:gdLst/>
              <a:ahLst/>
              <a:cxnLst/>
              <a:rect l="l" t="t" r="r" b="b"/>
              <a:pathLst>
                <a:path w="212089" h="7619">
                  <a:moveTo>
                    <a:pt x="82550" y="0"/>
                  </a:moveTo>
                  <a:lnTo>
                    <a:pt x="0" y="0"/>
                  </a:lnTo>
                  <a:lnTo>
                    <a:pt x="0" y="7620"/>
                  </a:lnTo>
                  <a:lnTo>
                    <a:pt x="83820" y="7620"/>
                  </a:lnTo>
                  <a:lnTo>
                    <a:pt x="83820" y="5080"/>
                  </a:lnTo>
                  <a:lnTo>
                    <a:pt x="82550" y="5080"/>
                  </a:lnTo>
                  <a:lnTo>
                    <a:pt x="82550" y="0"/>
                  </a:lnTo>
                  <a:close/>
                </a:path>
                <a:path w="212089" h="7619">
                  <a:moveTo>
                    <a:pt x="212090" y="0"/>
                  </a:moveTo>
                  <a:lnTo>
                    <a:pt x="129540" y="0"/>
                  </a:lnTo>
                  <a:lnTo>
                    <a:pt x="129540" y="3810"/>
                  </a:lnTo>
                  <a:lnTo>
                    <a:pt x="128270" y="3810"/>
                  </a:lnTo>
                  <a:lnTo>
                    <a:pt x="128270" y="7620"/>
                  </a:lnTo>
                  <a:lnTo>
                    <a:pt x="212090" y="7620"/>
                  </a:lnTo>
                  <a:lnTo>
                    <a:pt x="212090" y="0"/>
                  </a:lnTo>
                  <a:close/>
                </a:path>
              </a:pathLst>
            </a:custGeom>
            <a:solidFill>
              <a:srgbClr val="451645"/>
            </a:solidFill>
          </p:spPr>
          <p:txBody>
            <a:bodyPr wrap="square" lIns="0" tIns="0" rIns="0" bIns="0" rtlCol="0"/>
            <a:lstStyle/>
            <a:p/>
          </p:txBody>
        </p:sp>
        <p:sp>
          <p:nvSpPr>
            <p:cNvPr id="1863" name="object 1863"/>
            <p:cNvSpPr/>
            <p:nvPr/>
          </p:nvSpPr>
          <p:spPr>
            <a:xfrm>
              <a:off x="5713730" y="14160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8270" y="0"/>
                  </a:lnTo>
                  <a:lnTo>
                    <a:pt x="128270" y="7620"/>
                  </a:lnTo>
                  <a:lnTo>
                    <a:pt x="212090" y="7620"/>
                  </a:lnTo>
                  <a:lnTo>
                    <a:pt x="212090" y="0"/>
                  </a:lnTo>
                  <a:close/>
                </a:path>
              </a:pathLst>
            </a:custGeom>
            <a:solidFill>
              <a:srgbClr val="461646"/>
            </a:solidFill>
          </p:spPr>
          <p:txBody>
            <a:bodyPr wrap="square" lIns="0" tIns="0" rIns="0" bIns="0" rtlCol="0"/>
            <a:lstStyle/>
            <a:p/>
          </p:txBody>
        </p:sp>
        <p:sp>
          <p:nvSpPr>
            <p:cNvPr id="1864" name="object 1864"/>
            <p:cNvSpPr/>
            <p:nvPr/>
          </p:nvSpPr>
          <p:spPr>
            <a:xfrm>
              <a:off x="5713729" y="1423669"/>
              <a:ext cx="212090" cy="6350"/>
            </a:xfrm>
            <a:custGeom>
              <a:avLst/>
              <a:gdLst/>
              <a:ahLst/>
              <a:cxnLst/>
              <a:rect l="l" t="t" r="r" b="b"/>
              <a:pathLst>
                <a:path w="212089" h="6350">
                  <a:moveTo>
                    <a:pt x="83820" y="0"/>
                  </a:moveTo>
                  <a:lnTo>
                    <a:pt x="0" y="0"/>
                  </a:lnTo>
                  <a:lnTo>
                    <a:pt x="0" y="5079"/>
                  </a:lnTo>
                  <a:lnTo>
                    <a:pt x="1270" y="5079"/>
                  </a:lnTo>
                  <a:lnTo>
                    <a:pt x="1270" y="6350"/>
                  </a:lnTo>
                  <a:lnTo>
                    <a:pt x="85089" y="6350"/>
                  </a:lnTo>
                  <a:lnTo>
                    <a:pt x="85089" y="2539"/>
                  </a:lnTo>
                  <a:lnTo>
                    <a:pt x="83820" y="2539"/>
                  </a:lnTo>
                  <a:lnTo>
                    <a:pt x="83820" y="0"/>
                  </a:lnTo>
                  <a:close/>
                </a:path>
                <a:path w="212089" h="6350">
                  <a:moveTo>
                    <a:pt x="212090" y="0"/>
                  </a:moveTo>
                  <a:lnTo>
                    <a:pt x="128270" y="0"/>
                  </a:lnTo>
                  <a:lnTo>
                    <a:pt x="128270" y="6350"/>
                  </a:lnTo>
                  <a:lnTo>
                    <a:pt x="212090" y="6350"/>
                  </a:lnTo>
                  <a:lnTo>
                    <a:pt x="212090" y="0"/>
                  </a:lnTo>
                  <a:close/>
                </a:path>
              </a:pathLst>
            </a:custGeom>
            <a:solidFill>
              <a:srgbClr val="481548"/>
            </a:solidFill>
          </p:spPr>
          <p:txBody>
            <a:bodyPr wrap="square" lIns="0" tIns="0" rIns="0" bIns="0" rtlCol="0"/>
            <a:lstStyle/>
            <a:p/>
          </p:txBody>
        </p:sp>
        <p:sp>
          <p:nvSpPr>
            <p:cNvPr id="1865" name="object 1865"/>
            <p:cNvSpPr/>
            <p:nvPr/>
          </p:nvSpPr>
          <p:spPr>
            <a:xfrm>
              <a:off x="5715000" y="1430019"/>
              <a:ext cx="209550" cy="7620"/>
            </a:xfrm>
            <a:custGeom>
              <a:avLst/>
              <a:gdLst/>
              <a:ahLst/>
              <a:cxnLst/>
              <a:rect l="l" t="t" r="r" b="b"/>
              <a:pathLst>
                <a:path w="209550" h="7619">
                  <a:moveTo>
                    <a:pt x="83820" y="7620"/>
                  </a:moveTo>
                  <a:lnTo>
                    <a:pt x="83807" y="0"/>
                  </a:lnTo>
                  <a:lnTo>
                    <a:pt x="0" y="0"/>
                  </a:lnTo>
                  <a:lnTo>
                    <a:pt x="0" y="7620"/>
                  </a:lnTo>
                  <a:lnTo>
                    <a:pt x="83820" y="7620"/>
                  </a:lnTo>
                  <a:close/>
                </a:path>
                <a:path w="209550" h="7619">
                  <a:moveTo>
                    <a:pt x="209550" y="0"/>
                  </a:moveTo>
                  <a:lnTo>
                    <a:pt x="127000" y="0"/>
                  </a:lnTo>
                  <a:lnTo>
                    <a:pt x="127000" y="7620"/>
                  </a:lnTo>
                  <a:lnTo>
                    <a:pt x="209550" y="7620"/>
                  </a:lnTo>
                  <a:lnTo>
                    <a:pt x="209550" y="0"/>
                  </a:lnTo>
                  <a:close/>
                </a:path>
              </a:pathLst>
            </a:custGeom>
            <a:solidFill>
              <a:srgbClr val="491549"/>
            </a:solidFill>
          </p:spPr>
          <p:txBody>
            <a:bodyPr wrap="square" lIns="0" tIns="0" rIns="0" bIns="0" rtlCol="0"/>
            <a:lstStyle/>
            <a:p/>
          </p:txBody>
        </p:sp>
        <p:sp>
          <p:nvSpPr>
            <p:cNvPr id="1866" name="object 1866"/>
            <p:cNvSpPr/>
            <p:nvPr/>
          </p:nvSpPr>
          <p:spPr>
            <a:xfrm>
              <a:off x="5714999" y="1437639"/>
              <a:ext cx="209550" cy="7620"/>
            </a:xfrm>
            <a:custGeom>
              <a:avLst/>
              <a:gdLst/>
              <a:ahLst/>
              <a:cxnLst/>
              <a:rect l="l" t="t" r="r" b="b"/>
              <a:pathLst>
                <a:path w="209550" h="7619">
                  <a:moveTo>
                    <a:pt x="83820" y="0"/>
                  </a:moveTo>
                  <a:lnTo>
                    <a:pt x="0" y="0"/>
                  </a:lnTo>
                  <a:lnTo>
                    <a:pt x="0" y="7620"/>
                  </a:lnTo>
                  <a:lnTo>
                    <a:pt x="83820" y="7620"/>
                  </a:lnTo>
                  <a:lnTo>
                    <a:pt x="83820" y="0"/>
                  </a:lnTo>
                  <a:close/>
                </a:path>
                <a:path w="209550" h="7619">
                  <a:moveTo>
                    <a:pt x="209550" y="0"/>
                  </a:moveTo>
                  <a:lnTo>
                    <a:pt x="127000" y="0"/>
                  </a:lnTo>
                  <a:lnTo>
                    <a:pt x="127000" y="1270"/>
                  </a:lnTo>
                  <a:lnTo>
                    <a:pt x="125729" y="1270"/>
                  </a:lnTo>
                  <a:lnTo>
                    <a:pt x="125729" y="7620"/>
                  </a:lnTo>
                  <a:lnTo>
                    <a:pt x="209550" y="7620"/>
                  </a:lnTo>
                  <a:lnTo>
                    <a:pt x="209550" y="0"/>
                  </a:lnTo>
                  <a:close/>
                </a:path>
              </a:pathLst>
            </a:custGeom>
            <a:solidFill>
              <a:srgbClr val="4B144B"/>
            </a:solidFill>
          </p:spPr>
          <p:txBody>
            <a:bodyPr wrap="square" lIns="0" tIns="0" rIns="0" bIns="0" rtlCol="0"/>
            <a:lstStyle/>
            <a:p/>
          </p:txBody>
        </p:sp>
        <p:sp>
          <p:nvSpPr>
            <p:cNvPr id="1867" name="object 1867"/>
            <p:cNvSpPr/>
            <p:nvPr/>
          </p:nvSpPr>
          <p:spPr>
            <a:xfrm>
              <a:off x="5714999" y="1445259"/>
              <a:ext cx="209550" cy="6350"/>
            </a:xfrm>
            <a:custGeom>
              <a:avLst/>
              <a:gdLst/>
              <a:ahLst/>
              <a:cxnLst/>
              <a:rect l="l" t="t" r="r" b="b"/>
              <a:pathLst>
                <a:path w="209550" h="6350">
                  <a:moveTo>
                    <a:pt x="83820" y="0"/>
                  </a:moveTo>
                  <a:lnTo>
                    <a:pt x="0" y="0"/>
                  </a:lnTo>
                  <a:lnTo>
                    <a:pt x="0" y="6350"/>
                  </a:lnTo>
                  <a:lnTo>
                    <a:pt x="85089" y="6350"/>
                  </a:lnTo>
                  <a:lnTo>
                    <a:pt x="85089" y="3810"/>
                  </a:lnTo>
                  <a:lnTo>
                    <a:pt x="83820" y="3810"/>
                  </a:lnTo>
                  <a:lnTo>
                    <a:pt x="83820" y="0"/>
                  </a:lnTo>
                  <a:close/>
                </a:path>
                <a:path w="209550" h="6350">
                  <a:moveTo>
                    <a:pt x="209550" y="0"/>
                  </a:moveTo>
                  <a:lnTo>
                    <a:pt x="125729" y="0"/>
                  </a:lnTo>
                  <a:lnTo>
                    <a:pt x="125729" y="5079"/>
                  </a:lnTo>
                  <a:lnTo>
                    <a:pt x="124460" y="5079"/>
                  </a:lnTo>
                  <a:lnTo>
                    <a:pt x="124460" y="6350"/>
                  </a:lnTo>
                  <a:lnTo>
                    <a:pt x="209550" y="6350"/>
                  </a:lnTo>
                  <a:lnTo>
                    <a:pt x="209550" y="0"/>
                  </a:lnTo>
                  <a:close/>
                </a:path>
              </a:pathLst>
            </a:custGeom>
            <a:solidFill>
              <a:srgbClr val="4C144C"/>
            </a:solidFill>
          </p:spPr>
          <p:txBody>
            <a:bodyPr wrap="square" lIns="0" tIns="0" rIns="0" bIns="0" rtlCol="0"/>
            <a:lstStyle/>
            <a:p/>
          </p:txBody>
        </p:sp>
        <p:sp>
          <p:nvSpPr>
            <p:cNvPr id="1868" name="object 1868"/>
            <p:cNvSpPr/>
            <p:nvPr/>
          </p:nvSpPr>
          <p:spPr>
            <a:xfrm>
              <a:off x="5714999" y="1451609"/>
              <a:ext cx="209550" cy="7620"/>
            </a:xfrm>
            <a:custGeom>
              <a:avLst/>
              <a:gdLst/>
              <a:ahLst/>
              <a:cxnLst/>
              <a:rect l="l" t="t" r="r" b="b"/>
              <a:pathLst>
                <a:path w="209550" h="7619">
                  <a:moveTo>
                    <a:pt x="85089" y="0"/>
                  </a:moveTo>
                  <a:lnTo>
                    <a:pt x="0" y="0"/>
                  </a:lnTo>
                  <a:lnTo>
                    <a:pt x="0" y="2539"/>
                  </a:lnTo>
                  <a:lnTo>
                    <a:pt x="1270" y="2539"/>
                  </a:lnTo>
                  <a:lnTo>
                    <a:pt x="1270" y="5079"/>
                  </a:lnTo>
                  <a:lnTo>
                    <a:pt x="85090" y="5079"/>
                  </a:lnTo>
                  <a:lnTo>
                    <a:pt x="85089" y="0"/>
                  </a:lnTo>
                  <a:close/>
                </a:path>
                <a:path w="209550" h="7619">
                  <a:moveTo>
                    <a:pt x="209550" y="0"/>
                  </a:moveTo>
                  <a:lnTo>
                    <a:pt x="124460" y="0"/>
                  </a:lnTo>
                  <a:lnTo>
                    <a:pt x="124460" y="5079"/>
                  </a:lnTo>
                  <a:lnTo>
                    <a:pt x="208280" y="5079"/>
                  </a:lnTo>
                  <a:lnTo>
                    <a:pt x="208280" y="1269"/>
                  </a:lnTo>
                  <a:lnTo>
                    <a:pt x="209550" y="1269"/>
                  </a:lnTo>
                  <a:lnTo>
                    <a:pt x="209550" y="0"/>
                  </a:lnTo>
                  <a:close/>
                </a:path>
                <a:path w="209550" h="7619">
                  <a:moveTo>
                    <a:pt x="208280" y="5080"/>
                  </a:moveTo>
                  <a:lnTo>
                    <a:pt x="124460" y="5080"/>
                  </a:lnTo>
                  <a:lnTo>
                    <a:pt x="124460" y="7619"/>
                  </a:lnTo>
                  <a:lnTo>
                    <a:pt x="208280" y="7619"/>
                  </a:lnTo>
                  <a:lnTo>
                    <a:pt x="208280" y="5080"/>
                  </a:lnTo>
                  <a:close/>
                </a:path>
                <a:path w="209550" h="7619">
                  <a:moveTo>
                    <a:pt x="86360" y="5080"/>
                  </a:moveTo>
                  <a:lnTo>
                    <a:pt x="1270" y="5080"/>
                  </a:lnTo>
                  <a:lnTo>
                    <a:pt x="1270" y="7619"/>
                  </a:lnTo>
                  <a:lnTo>
                    <a:pt x="86360" y="7619"/>
                  </a:lnTo>
                  <a:lnTo>
                    <a:pt x="86360" y="5080"/>
                  </a:lnTo>
                  <a:close/>
                </a:path>
              </a:pathLst>
            </a:custGeom>
            <a:solidFill>
              <a:srgbClr val="4E134E"/>
            </a:solidFill>
          </p:spPr>
          <p:txBody>
            <a:bodyPr wrap="square" lIns="0" tIns="0" rIns="0" bIns="0" rtlCol="0"/>
            <a:lstStyle/>
            <a:p/>
          </p:txBody>
        </p:sp>
        <p:sp>
          <p:nvSpPr>
            <p:cNvPr id="1869" name="object 1869"/>
            <p:cNvSpPr/>
            <p:nvPr/>
          </p:nvSpPr>
          <p:spPr>
            <a:xfrm>
              <a:off x="5716269" y="1459229"/>
              <a:ext cx="207010" cy="7620"/>
            </a:xfrm>
            <a:custGeom>
              <a:avLst/>
              <a:gdLst/>
              <a:ahLst/>
              <a:cxnLst/>
              <a:rect l="l" t="t" r="r" b="b"/>
              <a:pathLst>
                <a:path w="207010" h="7619">
                  <a:moveTo>
                    <a:pt x="207010" y="0"/>
                  </a:moveTo>
                  <a:lnTo>
                    <a:pt x="123189" y="0"/>
                  </a:lnTo>
                  <a:lnTo>
                    <a:pt x="123189" y="2540"/>
                  </a:lnTo>
                  <a:lnTo>
                    <a:pt x="121919" y="2540"/>
                  </a:lnTo>
                  <a:lnTo>
                    <a:pt x="121919" y="6350"/>
                  </a:lnTo>
                  <a:lnTo>
                    <a:pt x="120650" y="6350"/>
                  </a:lnTo>
                  <a:lnTo>
                    <a:pt x="120650" y="7620"/>
                  </a:lnTo>
                  <a:lnTo>
                    <a:pt x="207010" y="7620"/>
                  </a:lnTo>
                  <a:lnTo>
                    <a:pt x="207010" y="0"/>
                  </a:lnTo>
                  <a:close/>
                </a:path>
                <a:path w="207010" h="7619">
                  <a:moveTo>
                    <a:pt x="85089" y="0"/>
                  </a:moveTo>
                  <a:lnTo>
                    <a:pt x="0" y="0"/>
                  </a:lnTo>
                  <a:lnTo>
                    <a:pt x="0" y="7620"/>
                  </a:lnTo>
                  <a:lnTo>
                    <a:pt x="86360" y="7620"/>
                  </a:lnTo>
                  <a:lnTo>
                    <a:pt x="86360" y="6350"/>
                  </a:lnTo>
                  <a:lnTo>
                    <a:pt x="85089" y="6350"/>
                  </a:lnTo>
                  <a:lnTo>
                    <a:pt x="85089" y="0"/>
                  </a:lnTo>
                  <a:close/>
                </a:path>
              </a:pathLst>
            </a:custGeom>
            <a:solidFill>
              <a:srgbClr val="4F124F"/>
            </a:solidFill>
          </p:spPr>
          <p:txBody>
            <a:bodyPr wrap="square" lIns="0" tIns="0" rIns="0" bIns="0" rtlCol="0"/>
            <a:lstStyle/>
            <a:p/>
          </p:txBody>
        </p:sp>
        <p:sp>
          <p:nvSpPr>
            <p:cNvPr id="1870" name="object 1870"/>
            <p:cNvSpPr/>
            <p:nvPr/>
          </p:nvSpPr>
          <p:spPr>
            <a:xfrm>
              <a:off x="5716270" y="1466849"/>
              <a:ext cx="207010" cy="7620"/>
            </a:xfrm>
            <a:custGeom>
              <a:avLst/>
              <a:gdLst/>
              <a:ahLst/>
              <a:cxnLst/>
              <a:rect l="l" t="t" r="r" b="b"/>
              <a:pathLst>
                <a:path w="207010" h="7619">
                  <a:moveTo>
                    <a:pt x="87630" y="2540"/>
                  </a:moveTo>
                  <a:lnTo>
                    <a:pt x="86360" y="2540"/>
                  </a:lnTo>
                  <a:lnTo>
                    <a:pt x="86360" y="0"/>
                  </a:lnTo>
                  <a:lnTo>
                    <a:pt x="0" y="0"/>
                  </a:lnTo>
                  <a:lnTo>
                    <a:pt x="0" y="2540"/>
                  </a:lnTo>
                  <a:lnTo>
                    <a:pt x="1270" y="2540"/>
                  </a:lnTo>
                  <a:lnTo>
                    <a:pt x="1270" y="7620"/>
                  </a:lnTo>
                  <a:lnTo>
                    <a:pt x="87630" y="7620"/>
                  </a:lnTo>
                  <a:lnTo>
                    <a:pt x="87630" y="2540"/>
                  </a:lnTo>
                  <a:close/>
                </a:path>
                <a:path w="207010" h="7619">
                  <a:moveTo>
                    <a:pt x="207010" y="0"/>
                  </a:moveTo>
                  <a:lnTo>
                    <a:pt x="120650" y="0"/>
                  </a:lnTo>
                  <a:lnTo>
                    <a:pt x="120650" y="6350"/>
                  </a:lnTo>
                  <a:lnTo>
                    <a:pt x="119380" y="6350"/>
                  </a:lnTo>
                  <a:lnTo>
                    <a:pt x="119380" y="7620"/>
                  </a:lnTo>
                  <a:lnTo>
                    <a:pt x="205740" y="7620"/>
                  </a:lnTo>
                  <a:lnTo>
                    <a:pt x="205740" y="6350"/>
                  </a:lnTo>
                  <a:lnTo>
                    <a:pt x="207010" y="6350"/>
                  </a:lnTo>
                  <a:lnTo>
                    <a:pt x="207010" y="0"/>
                  </a:lnTo>
                  <a:close/>
                </a:path>
              </a:pathLst>
            </a:custGeom>
            <a:solidFill>
              <a:srgbClr val="501250"/>
            </a:solidFill>
          </p:spPr>
          <p:txBody>
            <a:bodyPr wrap="square" lIns="0" tIns="0" rIns="0" bIns="0" rtlCol="0"/>
            <a:lstStyle/>
            <a:p/>
          </p:txBody>
        </p:sp>
        <p:sp>
          <p:nvSpPr>
            <p:cNvPr id="1871" name="object 1871"/>
            <p:cNvSpPr/>
            <p:nvPr/>
          </p:nvSpPr>
          <p:spPr>
            <a:xfrm>
              <a:off x="5717540" y="1474469"/>
              <a:ext cx="204470" cy="6350"/>
            </a:xfrm>
            <a:custGeom>
              <a:avLst/>
              <a:gdLst/>
              <a:ahLst/>
              <a:cxnLst/>
              <a:rect l="l" t="t" r="r" b="b"/>
              <a:pathLst>
                <a:path w="204470" h="6350">
                  <a:moveTo>
                    <a:pt x="88900" y="5080"/>
                  </a:moveTo>
                  <a:lnTo>
                    <a:pt x="87617" y="5080"/>
                  </a:lnTo>
                  <a:lnTo>
                    <a:pt x="87617" y="0"/>
                  </a:lnTo>
                  <a:lnTo>
                    <a:pt x="0" y="0"/>
                  </a:lnTo>
                  <a:lnTo>
                    <a:pt x="0" y="5080"/>
                  </a:lnTo>
                  <a:lnTo>
                    <a:pt x="0" y="6350"/>
                  </a:lnTo>
                  <a:lnTo>
                    <a:pt x="88900" y="6350"/>
                  </a:lnTo>
                  <a:lnTo>
                    <a:pt x="88900" y="5080"/>
                  </a:lnTo>
                  <a:close/>
                </a:path>
                <a:path w="204470" h="6350">
                  <a:moveTo>
                    <a:pt x="204470" y="0"/>
                  </a:moveTo>
                  <a:lnTo>
                    <a:pt x="118110" y="0"/>
                  </a:lnTo>
                  <a:lnTo>
                    <a:pt x="118110" y="1270"/>
                  </a:lnTo>
                  <a:lnTo>
                    <a:pt x="116840" y="1270"/>
                  </a:lnTo>
                  <a:lnTo>
                    <a:pt x="116840" y="5080"/>
                  </a:lnTo>
                  <a:lnTo>
                    <a:pt x="115570" y="5080"/>
                  </a:lnTo>
                  <a:lnTo>
                    <a:pt x="115570" y="6350"/>
                  </a:lnTo>
                  <a:lnTo>
                    <a:pt x="204470" y="6350"/>
                  </a:lnTo>
                  <a:lnTo>
                    <a:pt x="204470" y="5080"/>
                  </a:lnTo>
                  <a:lnTo>
                    <a:pt x="204470" y="1270"/>
                  </a:lnTo>
                  <a:lnTo>
                    <a:pt x="204470" y="0"/>
                  </a:lnTo>
                  <a:close/>
                </a:path>
              </a:pathLst>
            </a:custGeom>
            <a:solidFill>
              <a:srgbClr val="521152"/>
            </a:solidFill>
          </p:spPr>
          <p:txBody>
            <a:bodyPr wrap="square" lIns="0" tIns="0" rIns="0" bIns="0" rtlCol="0"/>
            <a:lstStyle/>
            <a:p/>
          </p:txBody>
        </p:sp>
        <p:sp>
          <p:nvSpPr>
            <p:cNvPr id="1872" name="object 1872"/>
            <p:cNvSpPr/>
            <p:nvPr/>
          </p:nvSpPr>
          <p:spPr>
            <a:xfrm>
              <a:off x="5717540" y="1480819"/>
              <a:ext cx="204470" cy="7620"/>
            </a:xfrm>
            <a:custGeom>
              <a:avLst/>
              <a:gdLst/>
              <a:ahLst/>
              <a:cxnLst/>
              <a:rect l="l" t="t" r="r" b="b"/>
              <a:pathLst>
                <a:path w="204470"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4470" h="7619">
                  <a:moveTo>
                    <a:pt x="204470" y="0"/>
                  </a:moveTo>
                  <a:lnTo>
                    <a:pt x="115570" y="0"/>
                  </a:lnTo>
                  <a:lnTo>
                    <a:pt x="115570" y="1270"/>
                  </a:lnTo>
                  <a:lnTo>
                    <a:pt x="114300" y="1270"/>
                  </a:lnTo>
                  <a:lnTo>
                    <a:pt x="114300" y="2540"/>
                  </a:lnTo>
                  <a:lnTo>
                    <a:pt x="114300" y="7620"/>
                  </a:lnTo>
                  <a:lnTo>
                    <a:pt x="203200" y="7620"/>
                  </a:lnTo>
                  <a:lnTo>
                    <a:pt x="203200" y="2540"/>
                  </a:lnTo>
                  <a:lnTo>
                    <a:pt x="204470" y="2540"/>
                  </a:lnTo>
                  <a:lnTo>
                    <a:pt x="204470" y="1270"/>
                  </a:lnTo>
                  <a:lnTo>
                    <a:pt x="204470" y="0"/>
                  </a:lnTo>
                  <a:close/>
                </a:path>
              </a:pathLst>
            </a:custGeom>
            <a:solidFill>
              <a:srgbClr val="531153"/>
            </a:solidFill>
          </p:spPr>
          <p:txBody>
            <a:bodyPr wrap="square" lIns="0" tIns="0" rIns="0" bIns="0" rtlCol="0"/>
            <a:lstStyle/>
            <a:p/>
          </p:txBody>
        </p:sp>
        <p:sp>
          <p:nvSpPr>
            <p:cNvPr id="1873" name="object 1873"/>
            <p:cNvSpPr/>
            <p:nvPr/>
          </p:nvSpPr>
          <p:spPr>
            <a:xfrm>
              <a:off x="5718810" y="1488439"/>
              <a:ext cx="201930" cy="7620"/>
            </a:xfrm>
            <a:custGeom>
              <a:avLst/>
              <a:gdLst/>
              <a:ahLst/>
              <a:cxnLst/>
              <a:rect l="l" t="t" r="r" b="b"/>
              <a:pathLst>
                <a:path w="201929" h="7619">
                  <a:moveTo>
                    <a:pt x="96520" y="6350"/>
                  </a:moveTo>
                  <a:lnTo>
                    <a:pt x="93980" y="6350"/>
                  </a:lnTo>
                  <a:lnTo>
                    <a:pt x="93980" y="3810"/>
                  </a:lnTo>
                  <a:lnTo>
                    <a:pt x="92697" y="3810"/>
                  </a:lnTo>
                  <a:lnTo>
                    <a:pt x="92697" y="2540"/>
                  </a:lnTo>
                  <a:lnTo>
                    <a:pt x="91440" y="2540"/>
                  </a:lnTo>
                  <a:lnTo>
                    <a:pt x="91440" y="1270"/>
                  </a:lnTo>
                  <a:lnTo>
                    <a:pt x="91440" y="0"/>
                  </a:lnTo>
                  <a:lnTo>
                    <a:pt x="0" y="0"/>
                  </a:lnTo>
                  <a:lnTo>
                    <a:pt x="0" y="1270"/>
                  </a:lnTo>
                  <a:lnTo>
                    <a:pt x="1270" y="1270"/>
                  </a:lnTo>
                  <a:lnTo>
                    <a:pt x="1270" y="2540"/>
                  </a:lnTo>
                  <a:lnTo>
                    <a:pt x="1270" y="3810"/>
                  </a:lnTo>
                  <a:lnTo>
                    <a:pt x="1270" y="6350"/>
                  </a:lnTo>
                  <a:lnTo>
                    <a:pt x="1270" y="7620"/>
                  </a:lnTo>
                  <a:lnTo>
                    <a:pt x="96520" y="7620"/>
                  </a:lnTo>
                  <a:lnTo>
                    <a:pt x="96520" y="6350"/>
                  </a:lnTo>
                  <a:close/>
                </a:path>
                <a:path w="201929" h="7619">
                  <a:moveTo>
                    <a:pt x="201930" y="0"/>
                  </a:moveTo>
                  <a:lnTo>
                    <a:pt x="111760" y="0"/>
                  </a:lnTo>
                  <a:lnTo>
                    <a:pt x="111760" y="1270"/>
                  </a:lnTo>
                  <a:lnTo>
                    <a:pt x="110490" y="1270"/>
                  </a:lnTo>
                  <a:lnTo>
                    <a:pt x="110490" y="2540"/>
                  </a:lnTo>
                  <a:lnTo>
                    <a:pt x="109220" y="2540"/>
                  </a:lnTo>
                  <a:lnTo>
                    <a:pt x="109220" y="5080"/>
                  </a:lnTo>
                  <a:lnTo>
                    <a:pt x="107950" y="5080"/>
                  </a:lnTo>
                  <a:lnTo>
                    <a:pt x="107950" y="7620"/>
                  </a:lnTo>
                  <a:lnTo>
                    <a:pt x="200660" y="7620"/>
                  </a:lnTo>
                  <a:lnTo>
                    <a:pt x="200660" y="5080"/>
                  </a:lnTo>
                  <a:lnTo>
                    <a:pt x="201930" y="5080"/>
                  </a:lnTo>
                  <a:lnTo>
                    <a:pt x="201930" y="2540"/>
                  </a:lnTo>
                  <a:lnTo>
                    <a:pt x="201930" y="1270"/>
                  </a:lnTo>
                  <a:lnTo>
                    <a:pt x="201930" y="0"/>
                  </a:lnTo>
                  <a:close/>
                </a:path>
              </a:pathLst>
            </a:custGeom>
            <a:solidFill>
              <a:srgbClr val="551055"/>
            </a:solidFill>
          </p:spPr>
          <p:txBody>
            <a:bodyPr wrap="square" lIns="0" tIns="0" rIns="0" bIns="0" rtlCol="0"/>
            <a:lstStyle/>
            <a:p/>
          </p:txBody>
        </p:sp>
        <p:sp>
          <p:nvSpPr>
            <p:cNvPr id="1874" name="object 1874"/>
            <p:cNvSpPr/>
            <p:nvPr/>
          </p:nvSpPr>
          <p:spPr>
            <a:xfrm>
              <a:off x="572008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99060" y="3810"/>
                  </a:lnTo>
                  <a:lnTo>
                    <a:pt x="99060" y="2540"/>
                  </a:lnTo>
                  <a:lnTo>
                    <a:pt x="97777" y="2540"/>
                  </a:lnTo>
                  <a:lnTo>
                    <a:pt x="97777" y="1270"/>
                  </a:lnTo>
                  <a:lnTo>
                    <a:pt x="95250" y="1270"/>
                  </a:lnTo>
                  <a:lnTo>
                    <a:pt x="95250" y="0"/>
                  </a:lnTo>
                  <a:lnTo>
                    <a:pt x="0" y="0"/>
                  </a:lnTo>
                  <a:lnTo>
                    <a:pt x="0" y="1270"/>
                  </a:lnTo>
                  <a:lnTo>
                    <a:pt x="0" y="2540"/>
                  </a:lnTo>
                  <a:lnTo>
                    <a:pt x="0" y="3810"/>
                  </a:lnTo>
                  <a:lnTo>
                    <a:pt x="0" y="6350"/>
                  </a:lnTo>
                  <a:lnTo>
                    <a:pt x="199377" y="6350"/>
                  </a:lnTo>
                  <a:lnTo>
                    <a:pt x="199377" y="3810"/>
                  </a:lnTo>
                  <a:lnTo>
                    <a:pt x="199377" y="2540"/>
                  </a:lnTo>
                  <a:lnTo>
                    <a:pt x="199390" y="1270"/>
                  </a:lnTo>
                  <a:lnTo>
                    <a:pt x="199390" y="0"/>
                  </a:lnTo>
                  <a:close/>
                </a:path>
              </a:pathLst>
            </a:custGeom>
            <a:solidFill>
              <a:srgbClr val="561056"/>
            </a:solidFill>
          </p:spPr>
          <p:txBody>
            <a:bodyPr wrap="square" lIns="0" tIns="0" rIns="0" bIns="0" rtlCol="0"/>
            <a:lstStyle/>
            <a:p/>
          </p:txBody>
        </p:sp>
        <p:sp>
          <p:nvSpPr>
            <p:cNvPr id="1875" name="object 1875"/>
            <p:cNvSpPr/>
            <p:nvPr/>
          </p:nvSpPr>
          <p:spPr>
            <a:xfrm>
              <a:off x="5721349"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580F58"/>
            </a:solidFill>
          </p:spPr>
          <p:txBody>
            <a:bodyPr wrap="square" lIns="0" tIns="0" rIns="0" bIns="0" rtlCol="0"/>
            <a:lstStyle/>
            <a:p/>
          </p:txBody>
        </p:sp>
        <p:sp>
          <p:nvSpPr>
            <p:cNvPr id="1876" name="object 1876"/>
            <p:cNvSpPr/>
            <p:nvPr/>
          </p:nvSpPr>
          <p:spPr>
            <a:xfrm>
              <a:off x="572135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590E59"/>
            </a:solidFill>
          </p:spPr>
          <p:txBody>
            <a:bodyPr wrap="square" lIns="0" tIns="0" rIns="0" bIns="0" rtlCol="0"/>
            <a:lstStyle/>
            <a:p/>
          </p:txBody>
        </p:sp>
        <p:sp>
          <p:nvSpPr>
            <p:cNvPr id="1877" name="object 1877"/>
            <p:cNvSpPr/>
            <p:nvPr/>
          </p:nvSpPr>
          <p:spPr>
            <a:xfrm>
              <a:off x="572262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5B0E5B"/>
            </a:solidFill>
          </p:spPr>
          <p:txBody>
            <a:bodyPr wrap="square" lIns="0" tIns="0" rIns="0" bIns="0" rtlCol="0"/>
            <a:lstStyle/>
            <a:p/>
          </p:txBody>
        </p:sp>
        <p:sp>
          <p:nvSpPr>
            <p:cNvPr id="1878" name="object 1878"/>
            <p:cNvSpPr/>
            <p:nvPr/>
          </p:nvSpPr>
          <p:spPr>
            <a:xfrm>
              <a:off x="5723890" y="1523999"/>
              <a:ext cx="191770" cy="7620"/>
            </a:xfrm>
            <a:custGeom>
              <a:avLst/>
              <a:gdLst/>
              <a:ahLst/>
              <a:cxnLst/>
              <a:rect l="l" t="t" r="r" b="b"/>
              <a:pathLst>
                <a:path w="191770" h="7619">
                  <a:moveTo>
                    <a:pt x="190500" y="5092"/>
                  </a:moveTo>
                  <a:lnTo>
                    <a:pt x="1270" y="5092"/>
                  </a:lnTo>
                  <a:lnTo>
                    <a:pt x="1270" y="7620"/>
                  </a:lnTo>
                  <a:lnTo>
                    <a:pt x="190500" y="7620"/>
                  </a:lnTo>
                  <a:lnTo>
                    <a:pt x="190500"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5C0D5C"/>
            </a:solidFill>
          </p:spPr>
          <p:txBody>
            <a:bodyPr wrap="square" lIns="0" tIns="0" rIns="0" bIns="0" rtlCol="0"/>
            <a:lstStyle/>
            <a:p/>
          </p:txBody>
        </p:sp>
        <p:sp>
          <p:nvSpPr>
            <p:cNvPr id="1879" name="object 1879"/>
            <p:cNvSpPr/>
            <p:nvPr/>
          </p:nvSpPr>
          <p:spPr>
            <a:xfrm>
              <a:off x="5725160" y="1531619"/>
              <a:ext cx="189230" cy="7620"/>
            </a:xfrm>
            <a:custGeom>
              <a:avLst/>
              <a:gdLst/>
              <a:ahLst/>
              <a:cxnLst/>
              <a:rect l="l" t="t" r="r" b="b"/>
              <a:pathLst>
                <a:path w="189229" h="7619">
                  <a:moveTo>
                    <a:pt x="187960" y="7620"/>
                  </a:moveTo>
                  <a:lnTo>
                    <a:pt x="187947" y="3822"/>
                  </a:lnTo>
                  <a:lnTo>
                    <a:pt x="1270" y="3822"/>
                  </a:lnTo>
                  <a:lnTo>
                    <a:pt x="1270" y="7620"/>
                  </a:lnTo>
                  <a:lnTo>
                    <a:pt x="187960" y="7620"/>
                  </a:lnTo>
                  <a:close/>
                </a:path>
                <a:path w="189229" h="7619">
                  <a:moveTo>
                    <a:pt x="189230" y="0"/>
                  </a:moveTo>
                  <a:lnTo>
                    <a:pt x="0" y="0"/>
                  </a:lnTo>
                  <a:lnTo>
                    <a:pt x="0" y="2540"/>
                  </a:lnTo>
                  <a:lnTo>
                    <a:pt x="1270" y="2540"/>
                  </a:lnTo>
                  <a:lnTo>
                    <a:pt x="1270" y="3810"/>
                  </a:lnTo>
                  <a:lnTo>
                    <a:pt x="189230" y="3810"/>
                  </a:lnTo>
                  <a:lnTo>
                    <a:pt x="189230" y="2540"/>
                  </a:lnTo>
                  <a:lnTo>
                    <a:pt x="189230" y="0"/>
                  </a:lnTo>
                  <a:close/>
                </a:path>
              </a:pathLst>
            </a:custGeom>
            <a:solidFill>
              <a:srgbClr val="5D0D5D"/>
            </a:solidFill>
          </p:spPr>
          <p:txBody>
            <a:bodyPr wrap="square" lIns="0" tIns="0" rIns="0" bIns="0" rtlCol="0"/>
            <a:lstStyle/>
            <a:p/>
          </p:txBody>
        </p:sp>
        <p:sp>
          <p:nvSpPr>
            <p:cNvPr id="1880" name="object 1880"/>
            <p:cNvSpPr/>
            <p:nvPr/>
          </p:nvSpPr>
          <p:spPr>
            <a:xfrm>
              <a:off x="572643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5F0C5F"/>
            </a:solidFill>
          </p:spPr>
          <p:txBody>
            <a:bodyPr wrap="square" lIns="0" tIns="0" rIns="0" bIns="0" rtlCol="0"/>
            <a:lstStyle/>
            <a:p/>
          </p:txBody>
        </p:sp>
        <p:sp>
          <p:nvSpPr>
            <p:cNvPr id="1881" name="object 1881"/>
            <p:cNvSpPr/>
            <p:nvPr/>
          </p:nvSpPr>
          <p:spPr>
            <a:xfrm>
              <a:off x="572770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50" y="3810"/>
                  </a:lnTo>
                  <a:lnTo>
                    <a:pt x="184150" y="2540"/>
                  </a:lnTo>
                  <a:lnTo>
                    <a:pt x="184150" y="0"/>
                  </a:lnTo>
                  <a:close/>
                </a:path>
              </a:pathLst>
            </a:custGeom>
            <a:solidFill>
              <a:srgbClr val="600C60"/>
            </a:solidFill>
          </p:spPr>
          <p:txBody>
            <a:bodyPr wrap="square" lIns="0" tIns="0" rIns="0" bIns="0" rtlCol="0"/>
            <a:lstStyle/>
            <a:p/>
          </p:txBody>
        </p:sp>
        <p:sp>
          <p:nvSpPr>
            <p:cNvPr id="1882" name="object 1882"/>
            <p:cNvSpPr/>
            <p:nvPr/>
          </p:nvSpPr>
          <p:spPr>
            <a:xfrm>
              <a:off x="5728970" y="1553209"/>
              <a:ext cx="181610" cy="7620"/>
            </a:xfrm>
            <a:custGeom>
              <a:avLst/>
              <a:gdLst/>
              <a:ahLst/>
              <a:cxnLst/>
              <a:rect l="l" t="t" r="r" b="b"/>
              <a:pathLst>
                <a:path w="181610" h="7619">
                  <a:moveTo>
                    <a:pt x="181610" y="0"/>
                  </a:moveTo>
                  <a:lnTo>
                    <a:pt x="0" y="0"/>
                  </a:lnTo>
                  <a:lnTo>
                    <a:pt x="0" y="1270"/>
                  </a:lnTo>
                  <a:lnTo>
                    <a:pt x="1270" y="1270"/>
                  </a:lnTo>
                  <a:lnTo>
                    <a:pt x="1270" y="2540"/>
                  </a:lnTo>
                  <a:lnTo>
                    <a:pt x="1270" y="7620"/>
                  </a:lnTo>
                  <a:lnTo>
                    <a:pt x="180340" y="7620"/>
                  </a:lnTo>
                  <a:lnTo>
                    <a:pt x="180340" y="2540"/>
                  </a:lnTo>
                  <a:lnTo>
                    <a:pt x="181610" y="2540"/>
                  </a:lnTo>
                  <a:lnTo>
                    <a:pt x="181610" y="1270"/>
                  </a:lnTo>
                  <a:lnTo>
                    <a:pt x="181610" y="0"/>
                  </a:lnTo>
                  <a:close/>
                </a:path>
              </a:pathLst>
            </a:custGeom>
            <a:solidFill>
              <a:srgbClr val="620B62"/>
            </a:solidFill>
          </p:spPr>
          <p:txBody>
            <a:bodyPr wrap="square" lIns="0" tIns="0" rIns="0" bIns="0" rtlCol="0"/>
            <a:lstStyle/>
            <a:p/>
          </p:txBody>
        </p:sp>
        <p:sp>
          <p:nvSpPr>
            <p:cNvPr id="1883" name="object 1883"/>
            <p:cNvSpPr/>
            <p:nvPr/>
          </p:nvSpPr>
          <p:spPr>
            <a:xfrm>
              <a:off x="5730240" y="1560829"/>
              <a:ext cx="179070" cy="6350"/>
            </a:xfrm>
            <a:custGeom>
              <a:avLst/>
              <a:gdLst/>
              <a:ahLst/>
              <a:cxnLst/>
              <a:rect l="l" t="t" r="r" b="b"/>
              <a:pathLst>
                <a:path w="179070" h="6350">
                  <a:moveTo>
                    <a:pt x="179070" y="0"/>
                  </a:moveTo>
                  <a:lnTo>
                    <a:pt x="0" y="0"/>
                  </a:lnTo>
                  <a:lnTo>
                    <a:pt x="0" y="1270"/>
                  </a:lnTo>
                  <a:lnTo>
                    <a:pt x="1270" y="1270"/>
                  </a:lnTo>
                  <a:lnTo>
                    <a:pt x="1270" y="6350"/>
                  </a:lnTo>
                  <a:lnTo>
                    <a:pt x="177800" y="6350"/>
                  </a:lnTo>
                  <a:lnTo>
                    <a:pt x="177800" y="1270"/>
                  </a:lnTo>
                  <a:lnTo>
                    <a:pt x="179070" y="1270"/>
                  </a:lnTo>
                  <a:lnTo>
                    <a:pt x="179070" y="0"/>
                  </a:lnTo>
                  <a:close/>
                </a:path>
              </a:pathLst>
            </a:custGeom>
            <a:solidFill>
              <a:srgbClr val="630A63"/>
            </a:solidFill>
          </p:spPr>
          <p:txBody>
            <a:bodyPr wrap="square" lIns="0" tIns="0" rIns="0" bIns="0" rtlCol="0"/>
            <a:lstStyle/>
            <a:p/>
          </p:txBody>
        </p:sp>
        <p:sp>
          <p:nvSpPr>
            <p:cNvPr id="1884" name="object 1884"/>
            <p:cNvSpPr/>
            <p:nvPr/>
          </p:nvSpPr>
          <p:spPr>
            <a:xfrm>
              <a:off x="5732780" y="1567179"/>
              <a:ext cx="173990" cy="7620"/>
            </a:xfrm>
            <a:custGeom>
              <a:avLst/>
              <a:gdLst/>
              <a:ahLst/>
              <a:cxnLst/>
              <a:rect l="l" t="t" r="r" b="b"/>
              <a:pathLst>
                <a:path w="173989" h="7619">
                  <a:moveTo>
                    <a:pt x="172720" y="6362"/>
                  </a:moveTo>
                  <a:lnTo>
                    <a:pt x="1270" y="6362"/>
                  </a:lnTo>
                  <a:lnTo>
                    <a:pt x="1270" y="7620"/>
                  </a:lnTo>
                  <a:lnTo>
                    <a:pt x="172720" y="7620"/>
                  </a:lnTo>
                  <a:lnTo>
                    <a:pt x="172720" y="6362"/>
                  </a:lnTo>
                  <a:close/>
                </a:path>
                <a:path w="173989" h="7619">
                  <a:moveTo>
                    <a:pt x="173990" y="5080"/>
                  </a:moveTo>
                  <a:lnTo>
                    <a:pt x="173977" y="0"/>
                  </a:lnTo>
                  <a:lnTo>
                    <a:pt x="0" y="0"/>
                  </a:lnTo>
                  <a:lnTo>
                    <a:pt x="0" y="5080"/>
                  </a:lnTo>
                  <a:lnTo>
                    <a:pt x="1270" y="5080"/>
                  </a:lnTo>
                  <a:lnTo>
                    <a:pt x="1270" y="6350"/>
                  </a:lnTo>
                  <a:lnTo>
                    <a:pt x="173990" y="6350"/>
                  </a:lnTo>
                  <a:lnTo>
                    <a:pt x="173990" y="5080"/>
                  </a:lnTo>
                  <a:close/>
                </a:path>
              </a:pathLst>
            </a:custGeom>
            <a:solidFill>
              <a:srgbClr val="660A66"/>
            </a:solidFill>
          </p:spPr>
          <p:txBody>
            <a:bodyPr wrap="square" lIns="0" tIns="0" rIns="0" bIns="0" rtlCol="0"/>
            <a:lstStyle/>
            <a:p/>
          </p:txBody>
        </p:sp>
        <p:sp>
          <p:nvSpPr>
            <p:cNvPr id="1885" name="object 1885"/>
            <p:cNvSpPr/>
            <p:nvPr/>
          </p:nvSpPr>
          <p:spPr>
            <a:xfrm>
              <a:off x="5734050" y="1574799"/>
              <a:ext cx="171450" cy="7620"/>
            </a:xfrm>
            <a:custGeom>
              <a:avLst/>
              <a:gdLst/>
              <a:ahLst/>
              <a:cxnLst/>
              <a:rect l="l" t="t" r="r" b="b"/>
              <a:pathLst>
                <a:path w="171450" h="7619">
                  <a:moveTo>
                    <a:pt x="170180" y="5092"/>
                  </a:moveTo>
                  <a:lnTo>
                    <a:pt x="2540" y="5092"/>
                  </a:lnTo>
                  <a:lnTo>
                    <a:pt x="2540" y="7620"/>
                  </a:lnTo>
                  <a:lnTo>
                    <a:pt x="170180" y="7620"/>
                  </a:lnTo>
                  <a:lnTo>
                    <a:pt x="170180" y="5092"/>
                  </a:lnTo>
                  <a:close/>
                </a:path>
                <a:path w="171450" h="7619">
                  <a:moveTo>
                    <a:pt x="171450" y="0"/>
                  </a:moveTo>
                  <a:lnTo>
                    <a:pt x="0" y="0"/>
                  </a:lnTo>
                  <a:lnTo>
                    <a:pt x="0" y="1270"/>
                  </a:lnTo>
                  <a:lnTo>
                    <a:pt x="1270" y="1270"/>
                  </a:lnTo>
                  <a:lnTo>
                    <a:pt x="1270" y="3810"/>
                  </a:lnTo>
                  <a:lnTo>
                    <a:pt x="1270" y="5080"/>
                  </a:lnTo>
                  <a:lnTo>
                    <a:pt x="170180" y="5080"/>
                  </a:lnTo>
                  <a:lnTo>
                    <a:pt x="170180" y="3810"/>
                  </a:lnTo>
                  <a:lnTo>
                    <a:pt x="171450" y="3810"/>
                  </a:lnTo>
                  <a:lnTo>
                    <a:pt x="171450" y="1270"/>
                  </a:lnTo>
                  <a:lnTo>
                    <a:pt x="171450" y="0"/>
                  </a:lnTo>
                  <a:close/>
                </a:path>
              </a:pathLst>
            </a:custGeom>
            <a:solidFill>
              <a:srgbClr val="660966"/>
            </a:solidFill>
          </p:spPr>
          <p:txBody>
            <a:bodyPr wrap="square" lIns="0" tIns="0" rIns="0" bIns="0" rtlCol="0"/>
            <a:lstStyle/>
            <a:p/>
          </p:txBody>
        </p:sp>
        <p:sp>
          <p:nvSpPr>
            <p:cNvPr id="1886" name="object 1886"/>
            <p:cNvSpPr/>
            <p:nvPr/>
          </p:nvSpPr>
          <p:spPr>
            <a:xfrm>
              <a:off x="5736590" y="1582419"/>
              <a:ext cx="166370" cy="6350"/>
            </a:xfrm>
            <a:custGeom>
              <a:avLst/>
              <a:gdLst/>
              <a:ahLst/>
              <a:cxnLst/>
              <a:rect l="l" t="t" r="r" b="b"/>
              <a:pathLst>
                <a:path w="166370" h="6350">
                  <a:moveTo>
                    <a:pt x="165100" y="3937"/>
                  </a:moveTo>
                  <a:lnTo>
                    <a:pt x="1270" y="3937"/>
                  </a:lnTo>
                  <a:lnTo>
                    <a:pt x="1270" y="6350"/>
                  </a:lnTo>
                  <a:lnTo>
                    <a:pt x="165100" y="6350"/>
                  </a:lnTo>
                  <a:lnTo>
                    <a:pt x="165100" y="3937"/>
                  </a:lnTo>
                  <a:close/>
                </a:path>
                <a:path w="166370" h="6350">
                  <a:moveTo>
                    <a:pt x="166370" y="0"/>
                  </a:moveTo>
                  <a:lnTo>
                    <a:pt x="0" y="0"/>
                  </a:lnTo>
                  <a:lnTo>
                    <a:pt x="0" y="2540"/>
                  </a:lnTo>
                  <a:lnTo>
                    <a:pt x="1270" y="2540"/>
                  </a:lnTo>
                  <a:lnTo>
                    <a:pt x="1270" y="3810"/>
                  </a:lnTo>
                  <a:lnTo>
                    <a:pt x="166370" y="3810"/>
                  </a:lnTo>
                  <a:lnTo>
                    <a:pt x="166370" y="2540"/>
                  </a:lnTo>
                  <a:lnTo>
                    <a:pt x="166370" y="0"/>
                  </a:lnTo>
                  <a:close/>
                </a:path>
              </a:pathLst>
            </a:custGeom>
            <a:solidFill>
              <a:srgbClr val="670967"/>
            </a:solidFill>
          </p:spPr>
          <p:txBody>
            <a:bodyPr wrap="square" lIns="0" tIns="0" rIns="0" bIns="0" rtlCol="0"/>
            <a:lstStyle/>
            <a:p/>
          </p:txBody>
        </p:sp>
        <p:sp>
          <p:nvSpPr>
            <p:cNvPr id="1887" name="object 1887"/>
            <p:cNvSpPr/>
            <p:nvPr/>
          </p:nvSpPr>
          <p:spPr>
            <a:xfrm>
              <a:off x="5739130" y="1588769"/>
              <a:ext cx="162560" cy="7620"/>
            </a:xfrm>
            <a:custGeom>
              <a:avLst/>
              <a:gdLst/>
              <a:ahLst/>
              <a:cxnLst/>
              <a:rect l="l" t="t" r="r" b="b"/>
              <a:pathLst>
                <a:path w="162560"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77" y="1270"/>
                  </a:lnTo>
                  <a:lnTo>
                    <a:pt x="162560" y="1270"/>
                  </a:lnTo>
                  <a:lnTo>
                    <a:pt x="162560" y="0"/>
                  </a:lnTo>
                  <a:close/>
                </a:path>
              </a:pathLst>
            </a:custGeom>
            <a:solidFill>
              <a:srgbClr val="690869"/>
            </a:solidFill>
          </p:spPr>
          <p:txBody>
            <a:bodyPr wrap="square" lIns="0" tIns="0" rIns="0" bIns="0" rtlCol="0"/>
            <a:lstStyle/>
            <a:p/>
          </p:txBody>
        </p:sp>
        <p:sp>
          <p:nvSpPr>
            <p:cNvPr id="1888" name="object 1888"/>
            <p:cNvSpPr/>
            <p:nvPr/>
          </p:nvSpPr>
          <p:spPr>
            <a:xfrm>
              <a:off x="5741670" y="1596389"/>
              <a:ext cx="157480" cy="7620"/>
            </a:xfrm>
            <a:custGeom>
              <a:avLst/>
              <a:gdLst/>
              <a:ahLst/>
              <a:cxnLst/>
              <a:rect l="l" t="t" r="r" b="b"/>
              <a:pathLst>
                <a:path w="157479" h="7619">
                  <a:moveTo>
                    <a:pt x="157480" y="0"/>
                  </a:moveTo>
                  <a:lnTo>
                    <a:pt x="0" y="0"/>
                  </a:lnTo>
                  <a:lnTo>
                    <a:pt x="0" y="1270"/>
                  </a:lnTo>
                  <a:lnTo>
                    <a:pt x="0" y="3810"/>
                  </a:lnTo>
                  <a:lnTo>
                    <a:pt x="1270" y="3810"/>
                  </a:lnTo>
                  <a:lnTo>
                    <a:pt x="1270" y="6350"/>
                  </a:lnTo>
                  <a:lnTo>
                    <a:pt x="1270" y="7620"/>
                  </a:lnTo>
                  <a:lnTo>
                    <a:pt x="154940" y="7620"/>
                  </a:lnTo>
                  <a:lnTo>
                    <a:pt x="154940" y="6350"/>
                  </a:lnTo>
                  <a:lnTo>
                    <a:pt x="156210" y="6350"/>
                  </a:lnTo>
                  <a:lnTo>
                    <a:pt x="156210" y="3810"/>
                  </a:lnTo>
                  <a:lnTo>
                    <a:pt x="156210" y="1270"/>
                  </a:lnTo>
                  <a:lnTo>
                    <a:pt x="157480" y="1270"/>
                  </a:lnTo>
                  <a:lnTo>
                    <a:pt x="157480" y="0"/>
                  </a:lnTo>
                  <a:close/>
                </a:path>
              </a:pathLst>
            </a:custGeom>
            <a:solidFill>
              <a:srgbClr val="6A086A"/>
            </a:solidFill>
          </p:spPr>
          <p:txBody>
            <a:bodyPr wrap="square" lIns="0" tIns="0" rIns="0" bIns="0" rtlCol="0"/>
            <a:lstStyle/>
            <a:p/>
          </p:txBody>
        </p:sp>
        <p:sp>
          <p:nvSpPr>
            <p:cNvPr id="1889" name="object 1889"/>
            <p:cNvSpPr/>
            <p:nvPr/>
          </p:nvSpPr>
          <p:spPr>
            <a:xfrm>
              <a:off x="5744210" y="1604009"/>
              <a:ext cx="152400" cy="6350"/>
            </a:xfrm>
            <a:custGeom>
              <a:avLst/>
              <a:gdLst/>
              <a:ahLst/>
              <a:cxnLst/>
              <a:rect l="l" t="t" r="r" b="b"/>
              <a:pathLst>
                <a:path w="152400" h="6350">
                  <a:moveTo>
                    <a:pt x="152400" y="0"/>
                  </a:moveTo>
                  <a:lnTo>
                    <a:pt x="0" y="0"/>
                  </a:lnTo>
                  <a:lnTo>
                    <a:pt x="0" y="3810"/>
                  </a:lnTo>
                  <a:lnTo>
                    <a:pt x="0" y="5080"/>
                  </a:lnTo>
                  <a:lnTo>
                    <a:pt x="1270" y="5080"/>
                  </a:lnTo>
                  <a:lnTo>
                    <a:pt x="1270" y="6350"/>
                  </a:lnTo>
                  <a:lnTo>
                    <a:pt x="151130" y="6350"/>
                  </a:lnTo>
                  <a:lnTo>
                    <a:pt x="151130" y="5080"/>
                  </a:lnTo>
                  <a:lnTo>
                    <a:pt x="151130" y="3810"/>
                  </a:lnTo>
                  <a:lnTo>
                    <a:pt x="152400" y="3810"/>
                  </a:lnTo>
                  <a:lnTo>
                    <a:pt x="152400" y="0"/>
                  </a:lnTo>
                  <a:close/>
                </a:path>
              </a:pathLst>
            </a:custGeom>
            <a:solidFill>
              <a:srgbClr val="6C076C"/>
            </a:solidFill>
          </p:spPr>
          <p:txBody>
            <a:bodyPr wrap="square" lIns="0" tIns="0" rIns="0" bIns="0" rtlCol="0"/>
            <a:lstStyle/>
            <a:p/>
          </p:txBody>
        </p:sp>
        <p:sp>
          <p:nvSpPr>
            <p:cNvPr id="1890" name="object 1890"/>
            <p:cNvSpPr/>
            <p:nvPr/>
          </p:nvSpPr>
          <p:spPr>
            <a:xfrm>
              <a:off x="574548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20" y="7620"/>
                  </a:lnTo>
                  <a:lnTo>
                    <a:pt x="147320" y="6350"/>
                  </a:lnTo>
                  <a:lnTo>
                    <a:pt x="147320" y="5080"/>
                  </a:lnTo>
                  <a:lnTo>
                    <a:pt x="148590" y="5080"/>
                  </a:lnTo>
                  <a:lnTo>
                    <a:pt x="148590" y="2540"/>
                  </a:lnTo>
                  <a:lnTo>
                    <a:pt x="149860" y="2540"/>
                  </a:lnTo>
                  <a:lnTo>
                    <a:pt x="149860" y="0"/>
                  </a:lnTo>
                  <a:close/>
                </a:path>
              </a:pathLst>
            </a:custGeom>
            <a:solidFill>
              <a:srgbClr val="6D066D"/>
            </a:solidFill>
          </p:spPr>
          <p:txBody>
            <a:bodyPr wrap="square" lIns="0" tIns="0" rIns="0" bIns="0" rtlCol="0"/>
            <a:lstStyle/>
            <a:p/>
          </p:txBody>
        </p:sp>
        <p:sp>
          <p:nvSpPr>
            <p:cNvPr id="1891" name="object 1891"/>
            <p:cNvSpPr/>
            <p:nvPr/>
          </p:nvSpPr>
          <p:spPr>
            <a:xfrm>
              <a:off x="5748020" y="1617979"/>
              <a:ext cx="144780" cy="7620"/>
            </a:xfrm>
            <a:custGeom>
              <a:avLst/>
              <a:gdLst/>
              <a:ahLst/>
              <a:cxnLst/>
              <a:rect l="l" t="t" r="r" b="b"/>
              <a:pathLst>
                <a:path w="144779" h="7619">
                  <a:moveTo>
                    <a:pt x="144780" y="0"/>
                  </a:moveTo>
                  <a:lnTo>
                    <a:pt x="0" y="0"/>
                  </a:lnTo>
                  <a:lnTo>
                    <a:pt x="0" y="1270"/>
                  </a:lnTo>
                  <a:lnTo>
                    <a:pt x="1270" y="1270"/>
                  </a:lnTo>
                  <a:lnTo>
                    <a:pt x="1270" y="3822"/>
                  </a:lnTo>
                  <a:lnTo>
                    <a:pt x="2540" y="3822"/>
                  </a:lnTo>
                  <a:lnTo>
                    <a:pt x="2540" y="6350"/>
                  </a:lnTo>
                  <a:lnTo>
                    <a:pt x="2540" y="7620"/>
                  </a:lnTo>
                  <a:lnTo>
                    <a:pt x="140970" y="7620"/>
                  </a:lnTo>
                  <a:lnTo>
                    <a:pt x="140970" y="6350"/>
                  </a:lnTo>
                  <a:lnTo>
                    <a:pt x="142240" y="6350"/>
                  </a:lnTo>
                  <a:lnTo>
                    <a:pt x="142240" y="3822"/>
                  </a:lnTo>
                  <a:lnTo>
                    <a:pt x="143510" y="3822"/>
                  </a:lnTo>
                  <a:lnTo>
                    <a:pt x="143510" y="1270"/>
                  </a:lnTo>
                  <a:lnTo>
                    <a:pt x="144780" y="1270"/>
                  </a:lnTo>
                  <a:lnTo>
                    <a:pt x="144780" y="0"/>
                  </a:lnTo>
                  <a:close/>
                </a:path>
              </a:pathLst>
            </a:custGeom>
            <a:solidFill>
              <a:srgbClr val="6F066F"/>
            </a:solidFill>
          </p:spPr>
          <p:txBody>
            <a:bodyPr wrap="square" lIns="0" tIns="0" rIns="0" bIns="0" rtlCol="0"/>
            <a:lstStyle/>
            <a:p/>
          </p:txBody>
        </p:sp>
        <p:sp>
          <p:nvSpPr>
            <p:cNvPr id="1892" name="object 1892"/>
            <p:cNvSpPr/>
            <p:nvPr/>
          </p:nvSpPr>
          <p:spPr>
            <a:xfrm>
              <a:off x="5751829" y="1625599"/>
              <a:ext cx="137160" cy="6350"/>
            </a:xfrm>
            <a:custGeom>
              <a:avLst/>
              <a:gdLst/>
              <a:ahLst/>
              <a:cxnLst/>
              <a:rect l="l" t="t" r="r" b="b"/>
              <a:pathLst>
                <a:path w="137160" h="6350">
                  <a:moveTo>
                    <a:pt x="137160" y="0"/>
                  </a:moveTo>
                  <a:lnTo>
                    <a:pt x="0" y="0"/>
                  </a:lnTo>
                  <a:lnTo>
                    <a:pt x="0" y="2540"/>
                  </a:lnTo>
                  <a:lnTo>
                    <a:pt x="1269" y="2540"/>
                  </a:lnTo>
                  <a:lnTo>
                    <a:pt x="1270" y="5080"/>
                  </a:lnTo>
                  <a:lnTo>
                    <a:pt x="2540" y="5080"/>
                  </a:lnTo>
                  <a:lnTo>
                    <a:pt x="2540" y="6350"/>
                  </a:lnTo>
                  <a:lnTo>
                    <a:pt x="134620" y="6350"/>
                  </a:lnTo>
                  <a:lnTo>
                    <a:pt x="134620" y="3810"/>
                  </a:lnTo>
                  <a:lnTo>
                    <a:pt x="135890" y="3810"/>
                  </a:lnTo>
                  <a:lnTo>
                    <a:pt x="135889" y="1270"/>
                  </a:lnTo>
                  <a:lnTo>
                    <a:pt x="137160" y="1270"/>
                  </a:lnTo>
                  <a:lnTo>
                    <a:pt x="137160" y="0"/>
                  </a:lnTo>
                  <a:close/>
                </a:path>
              </a:pathLst>
            </a:custGeom>
            <a:solidFill>
              <a:srgbClr val="700570"/>
            </a:solidFill>
          </p:spPr>
          <p:txBody>
            <a:bodyPr wrap="square" lIns="0" tIns="0" rIns="0" bIns="0" rtlCol="0"/>
            <a:lstStyle/>
            <a:p/>
          </p:txBody>
        </p:sp>
        <p:sp>
          <p:nvSpPr>
            <p:cNvPr id="1893" name="object 1893"/>
            <p:cNvSpPr/>
            <p:nvPr/>
          </p:nvSpPr>
          <p:spPr>
            <a:xfrm>
              <a:off x="5754370" y="1631949"/>
              <a:ext cx="130810" cy="7620"/>
            </a:xfrm>
            <a:custGeom>
              <a:avLst/>
              <a:gdLst/>
              <a:ahLst/>
              <a:cxnLst/>
              <a:rect l="l" t="t" r="r" b="b"/>
              <a:pathLst>
                <a:path w="130810" h="7619">
                  <a:moveTo>
                    <a:pt x="130810" y="0"/>
                  </a:move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8270" y="7620"/>
                  </a:lnTo>
                  <a:lnTo>
                    <a:pt x="128270" y="6350"/>
                  </a:lnTo>
                  <a:lnTo>
                    <a:pt x="128270" y="5080"/>
                  </a:lnTo>
                  <a:lnTo>
                    <a:pt x="129540" y="5080"/>
                  </a:lnTo>
                  <a:lnTo>
                    <a:pt x="129540" y="3810"/>
                  </a:lnTo>
                  <a:lnTo>
                    <a:pt x="129540" y="2540"/>
                  </a:lnTo>
                  <a:lnTo>
                    <a:pt x="130810" y="2540"/>
                  </a:lnTo>
                  <a:lnTo>
                    <a:pt x="130810" y="1270"/>
                  </a:lnTo>
                  <a:lnTo>
                    <a:pt x="130810" y="0"/>
                  </a:lnTo>
                  <a:close/>
                </a:path>
              </a:pathLst>
            </a:custGeom>
            <a:solidFill>
              <a:srgbClr val="720572"/>
            </a:solidFill>
          </p:spPr>
          <p:txBody>
            <a:bodyPr wrap="square" lIns="0" tIns="0" rIns="0" bIns="0" rtlCol="0"/>
            <a:lstStyle/>
            <a:p/>
          </p:txBody>
        </p:sp>
        <p:sp>
          <p:nvSpPr>
            <p:cNvPr id="1894" name="object 1894"/>
            <p:cNvSpPr/>
            <p:nvPr/>
          </p:nvSpPr>
          <p:spPr>
            <a:xfrm>
              <a:off x="5758180" y="1639569"/>
              <a:ext cx="124460" cy="7620"/>
            </a:xfrm>
            <a:custGeom>
              <a:avLst/>
              <a:gdLst/>
              <a:ahLst/>
              <a:cxnLst/>
              <a:rect l="l" t="t" r="r" b="b"/>
              <a:pathLst>
                <a:path w="124460" h="7619">
                  <a:moveTo>
                    <a:pt x="124460" y="0"/>
                  </a:moveTo>
                  <a:lnTo>
                    <a:pt x="0" y="0"/>
                  </a:lnTo>
                  <a:lnTo>
                    <a:pt x="0" y="1270"/>
                  </a:lnTo>
                  <a:lnTo>
                    <a:pt x="0" y="2540"/>
                  </a:lnTo>
                  <a:lnTo>
                    <a:pt x="1270" y="2540"/>
                  </a:lnTo>
                  <a:lnTo>
                    <a:pt x="1270" y="3810"/>
                  </a:lnTo>
                  <a:lnTo>
                    <a:pt x="1270" y="5080"/>
                  </a:lnTo>
                  <a:lnTo>
                    <a:pt x="2540" y="5080"/>
                  </a:lnTo>
                  <a:lnTo>
                    <a:pt x="2540" y="6350"/>
                  </a:lnTo>
                  <a:lnTo>
                    <a:pt x="2540" y="7620"/>
                  </a:lnTo>
                  <a:lnTo>
                    <a:pt x="120650" y="7620"/>
                  </a:lnTo>
                  <a:lnTo>
                    <a:pt x="120650" y="6350"/>
                  </a:lnTo>
                  <a:lnTo>
                    <a:pt x="121920" y="6350"/>
                  </a:lnTo>
                  <a:lnTo>
                    <a:pt x="121920" y="5080"/>
                  </a:lnTo>
                  <a:lnTo>
                    <a:pt x="121920" y="3810"/>
                  </a:lnTo>
                  <a:lnTo>
                    <a:pt x="123190" y="3810"/>
                  </a:lnTo>
                  <a:lnTo>
                    <a:pt x="123190" y="2540"/>
                  </a:lnTo>
                  <a:lnTo>
                    <a:pt x="123177" y="1270"/>
                  </a:lnTo>
                  <a:lnTo>
                    <a:pt x="124460" y="1270"/>
                  </a:lnTo>
                  <a:lnTo>
                    <a:pt x="124460" y="0"/>
                  </a:lnTo>
                  <a:close/>
                </a:path>
              </a:pathLst>
            </a:custGeom>
            <a:solidFill>
              <a:srgbClr val="730473"/>
            </a:solidFill>
          </p:spPr>
          <p:txBody>
            <a:bodyPr wrap="square" lIns="0" tIns="0" rIns="0" bIns="0" rtlCol="0"/>
            <a:lstStyle/>
            <a:p/>
          </p:txBody>
        </p:sp>
        <p:sp>
          <p:nvSpPr>
            <p:cNvPr id="1895" name="object 1895"/>
            <p:cNvSpPr/>
            <p:nvPr/>
          </p:nvSpPr>
          <p:spPr>
            <a:xfrm>
              <a:off x="5761990" y="1647189"/>
              <a:ext cx="116839" cy="6350"/>
            </a:xfrm>
            <a:custGeom>
              <a:avLst/>
              <a:gdLst/>
              <a:ahLst/>
              <a:cxnLst/>
              <a:rect l="l" t="t" r="r" b="b"/>
              <a:pathLst>
                <a:path w="116839" h="6350">
                  <a:moveTo>
                    <a:pt x="116840" y="0"/>
                  </a:moveTo>
                  <a:lnTo>
                    <a:pt x="0" y="0"/>
                  </a:lnTo>
                  <a:lnTo>
                    <a:pt x="0" y="1270"/>
                  </a:lnTo>
                  <a:lnTo>
                    <a:pt x="1270" y="1270"/>
                  </a:lnTo>
                  <a:lnTo>
                    <a:pt x="1270" y="2540"/>
                  </a:lnTo>
                  <a:lnTo>
                    <a:pt x="1270" y="3810"/>
                  </a:lnTo>
                  <a:lnTo>
                    <a:pt x="2540" y="3810"/>
                  </a:lnTo>
                  <a:lnTo>
                    <a:pt x="2540" y="5080"/>
                  </a:lnTo>
                  <a:lnTo>
                    <a:pt x="2540" y="6350"/>
                  </a:lnTo>
                  <a:lnTo>
                    <a:pt x="113017" y="6350"/>
                  </a:lnTo>
                  <a:lnTo>
                    <a:pt x="113017" y="5080"/>
                  </a:lnTo>
                  <a:lnTo>
                    <a:pt x="114300" y="5080"/>
                  </a:lnTo>
                  <a:lnTo>
                    <a:pt x="114300" y="3810"/>
                  </a:lnTo>
                  <a:lnTo>
                    <a:pt x="114300" y="2540"/>
                  </a:lnTo>
                  <a:lnTo>
                    <a:pt x="115570" y="2540"/>
                  </a:lnTo>
                  <a:lnTo>
                    <a:pt x="115570" y="1270"/>
                  </a:lnTo>
                  <a:lnTo>
                    <a:pt x="116840" y="1270"/>
                  </a:lnTo>
                  <a:lnTo>
                    <a:pt x="116840" y="0"/>
                  </a:lnTo>
                  <a:close/>
                </a:path>
              </a:pathLst>
            </a:custGeom>
            <a:solidFill>
              <a:srgbClr val="740474"/>
            </a:solidFill>
          </p:spPr>
          <p:txBody>
            <a:bodyPr wrap="square" lIns="0" tIns="0" rIns="0" bIns="0" rtlCol="0"/>
            <a:lstStyle/>
            <a:p/>
          </p:txBody>
        </p:sp>
        <p:sp>
          <p:nvSpPr>
            <p:cNvPr id="1896" name="object 1896"/>
            <p:cNvSpPr/>
            <p:nvPr/>
          </p:nvSpPr>
          <p:spPr>
            <a:xfrm>
              <a:off x="5765800" y="1653552"/>
              <a:ext cx="107950" cy="7620"/>
            </a:xfrm>
            <a:custGeom>
              <a:avLst/>
              <a:gdLst/>
              <a:ahLst/>
              <a:cxnLst/>
              <a:rect l="l" t="t" r="r" b="b"/>
              <a:pathLst>
                <a:path w="107950" h="7619">
                  <a:moveTo>
                    <a:pt x="107950" y="0"/>
                  </a:moveTo>
                  <a:lnTo>
                    <a:pt x="0" y="0"/>
                  </a:lnTo>
                  <a:lnTo>
                    <a:pt x="0" y="1257"/>
                  </a:lnTo>
                  <a:lnTo>
                    <a:pt x="1270" y="1257"/>
                  </a:lnTo>
                  <a:lnTo>
                    <a:pt x="1270" y="3797"/>
                  </a:lnTo>
                  <a:lnTo>
                    <a:pt x="2540" y="3797"/>
                  </a:lnTo>
                  <a:lnTo>
                    <a:pt x="2540" y="6350"/>
                  </a:lnTo>
                  <a:lnTo>
                    <a:pt x="3810" y="6350"/>
                  </a:lnTo>
                  <a:lnTo>
                    <a:pt x="3810" y="7607"/>
                  </a:lnTo>
                  <a:lnTo>
                    <a:pt x="104140" y="7607"/>
                  </a:lnTo>
                  <a:lnTo>
                    <a:pt x="104140" y="6350"/>
                  </a:lnTo>
                  <a:lnTo>
                    <a:pt x="105410" y="6350"/>
                  </a:lnTo>
                  <a:lnTo>
                    <a:pt x="105410" y="3797"/>
                  </a:lnTo>
                  <a:lnTo>
                    <a:pt x="106680" y="3797"/>
                  </a:lnTo>
                  <a:lnTo>
                    <a:pt x="106680" y="1257"/>
                  </a:lnTo>
                  <a:lnTo>
                    <a:pt x="107950" y="1257"/>
                  </a:lnTo>
                  <a:lnTo>
                    <a:pt x="107950" y="0"/>
                  </a:lnTo>
                  <a:close/>
                </a:path>
              </a:pathLst>
            </a:custGeom>
            <a:solidFill>
              <a:srgbClr val="760376"/>
            </a:solidFill>
          </p:spPr>
          <p:txBody>
            <a:bodyPr wrap="square" lIns="0" tIns="0" rIns="0" bIns="0" rtlCol="0"/>
            <a:lstStyle/>
            <a:p/>
          </p:txBody>
        </p:sp>
        <p:sp>
          <p:nvSpPr>
            <p:cNvPr id="1897" name="object 1897"/>
            <p:cNvSpPr/>
            <p:nvPr/>
          </p:nvSpPr>
          <p:spPr>
            <a:xfrm>
              <a:off x="5770880" y="1661159"/>
              <a:ext cx="99060" cy="8255"/>
            </a:xfrm>
            <a:custGeom>
              <a:avLst/>
              <a:gdLst/>
              <a:ahLst/>
              <a:cxnLst/>
              <a:rect l="l" t="t" r="r" b="b"/>
              <a:pathLst>
                <a:path w="99060" h="8255">
                  <a:moveTo>
                    <a:pt x="99060" y="0"/>
                  </a:moveTo>
                  <a:lnTo>
                    <a:pt x="0" y="0"/>
                  </a:lnTo>
                  <a:lnTo>
                    <a:pt x="0" y="1270"/>
                  </a:lnTo>
                  <a:lnTo>
                    <a:pt x="0" y="2540"/>
                  </a:lnTo>
                  <a:lnTo>
                    <a:pt x="1270" y="2540"/>
                  </a:lnTo>
                  <a:lnTo>
                    <a:pt x="1270" y="3810"/>
                  </a:lnTo>
                  <a:lnTo>
                    <a:pt x="2540" y="3810"/>
                  </a:lnTo>
                  <a:lnTo>
                    <a:pt x="2540" y="5092"/>
                  </a:lnTo>
                  <a:lnTo>
                    <a:pt x="3810" y="5092"/>
                  </a:lnTo>
                  <a:lnTo>
                    <a:pt x="3810" y="6350"/>
                  </a:lnTo>
                  <a:lnTo>
                    <a:pt x="5080" y="6350"/>
                  </a:lnTo>
                  <a:lnTo>
                    <a:pt x="5080" y="7632"/>
                  </a:lnTo>
                  <a:lnTo>
                    <a:pt x="92710" y="7632"/>
                  </a:lnTo>
                  <a:lnTo>
                    <a:pt x="92710" y="6350"/>
                  </a:lnTo>
                  <a:lnTo>
                    <a:pt x="93980" y="6350"/>
                  </a:lnTo>
                  <a:lnTo>
                    <a:pt x="93980" y="5092"/>
                  </a:lnTo>
                  <a:lnTo>
                    <a:pt x="95250" y="5092"/>
                  </a:lnTo>
                  <a:lnTo>
                    <a:pt x="95250" y="3810"/>
                  </a:lnTo>
                  <a:lnTo>
                    <a:pt x="96520" y="3810"/>
                  </a:lnTo>
                  <a:lnTo>
                    <a:pt x="96520" y="2540"/>
                  </a:lnTo>
                  <a:lnTo>
                    <a:pt x="97777" y="2540"/>
                  </a:lnTo>
                  <a:lnTo>
                    <a:pt x="97777" y="1270"/>
                  </a:lnTo>
                  <a:lnTo>
                    <a:pt x="99060" y="1270"/>
                  </a:lnTo>
                  <a:lnTo>
                    <a:pt x="99060" y="0"/>
                  </a:lnTo>
                  <a:close/>
                </a:path>
              </a:pathLst>
            </a:custGeom>
            <a:solidFill>
              <a:srgbClr val="770277"/>
            </a:solidFill>
          </p:spPr>
          <p:txBody>
            <a:bodyPr wrap="square" lIns="0" tIns="0" rIns="0" bIns="0" rtlCol="0"/>
            <a:lstStyle/>
            <a:p/>
          </p:txBody>
        </p:sp>
        <p:sp>
          <p:nvSpPr>
            <p:cNvPr id="1898" name="object 1898"/>
            <p:cNvSpPr/>
            <p:nvPr/>
          </p:nvSpPr>
          <p:spPr>
            <a:xfrm>
              <a:off x="5777229"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80" y="3810"/>
                  </a:moveTo>
                  <a:lnTo>
                    <a:pt x="5080" y="3810"/>
                  </a:lnTo>
                  <a:lnTo>
                    <a:pt x="5080" y="5079"/>
                  </a:lnTo>
                  <a:lnTo>
                    <a:pt x="81280" y="5079"/>
                  </a:lnTo>
                  <a:lnTo>
                    <a:pt x="81280"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790279"/>
            </a:solidFill>
          </p:spPr>
          <p:txBody>
            <a:bodyPr wrap="square" lIns="0" tIns="0" rIns="0" bIns="0" rtlCol="0"/>
            <a:lstStyle/>
            <a:p/>
          </p:txBody>
        </p:sp>
        <p:sp>
          <p:nvSpPr>
            <p:cNvPr id="1899" name="object 1899"/>
            <p:cNvSpPr/>
            <p:nvPr/>
          </p:nvSpPr>
          <p:spPr>
            <a:xfrm>
              <a:off x="5784849" y="1675129"/>
              <a:ext cx="71120" cy="7620"/>
            </a:xfrm>
            <a:custGeom>
              <a:avLst/>
              <a:gdLst/>
              <a:ahLst/>
              <a:cxnLst/>
              <a:rect l="l" t="t" r="r" b="b"/>
              <a:pathLst>
                <a:path w="71120" h="7619">
                  <a:moveTo>
                    <a:pt x="63500" y="6350"/>
                  </a:moveTo>
                  <a:lnTo>
                    <a:pt x="7620" y="6350"/>
                  </a:lnTo>
                  <a:lnTo>
                    <a:pt x="7620"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10" y="3810"/>
                  </a:moveTo>
                  <a:lnTo>
                    <a:pt x="3810" y="3810"/>
                  </a:lnTo>
                  <a:lnTo>
                    <a:pt x="3810" y="5079"/>
                  </a:lnTo>
                  <a:lnTo>
                    <a:pt x="67310" y="5079"/>
                  </a:lnTo>
                  <a:lnTo>
                    <a:pt x="67310" y="3810"/>
                  </a:lnTo>
                  <a:close/>
                </a:path>
                <a:path w="71120" h="7619">
                  <a:moveTo>
                    <a:pt x="68579" y="2539"/>
                  </a:moveTo>
                  <a:lnTo>
                    <a:pt x="2539" y="2539"/>
                  </a:lnTo>
                  <a:lnTo>
                    <a:pt x="2539" y="3810"/>
                  </a:lnTo>
                  <a:lnTo>
                    <a:pt x="68579" y="3810"/>
                  </a:lnTo>
                  <a:lnTo>
                    <a:pt x="68579" y="2539"/>
                  </a:lnTo>
                  <a:close/>
                </a:path>
                <a:path w="71120" h="7619">
                  <a:moveTo>
                    <a:pt x="69850" y="1269"/>
                  </a:moveTo>
                  <a:lnTo>
                    <a:pt x="1270" y="1269"/>
                  </a:lnTo>
                  <a:lnTo>
                    <a:pt x="1270" y="2539"/>
                  </a:lnTo>
                  <a:lnTo>
                    <a:pt x="69850" y="2539"/>
                  </a:lnTo>
                  <a:lnTo>
                    <a:pt x="69850" y="1269"/>
                  </a:lnTo>
                  <a:close/>
                </a:path>
                <a:path w="71120" h="7619">
                  <a:moveTo>
                    <a:pt x="71120" y="0"/>
                  </a:moveTo>
                  <a:lnTo>
                    <a:pt x="0" y="0"/>
                  </a:lnTo>
                  <a:lnTo>
                    <a:pt x="0" y="1269"/>
                  </a:lnTo>
                  <a:lnTo>
                    <a:pt x="71120" y="1269"/>
                  </a:lnTo>
                  <a:lnTo>
                    <a:pt x="71120" y="0"/>
                  </a:lnTo>
                  <a:close/>
                </a:path>
              </a:pathLst>
            </a:custGeom>
            <a:solidFill>
              <a:srgbClr val="7A017A"/>
            </a:solidFill>
          </p:spPr>
          <p:txBody>
            <a:bodyPr wrap="square" lIns="0" tIns="0" rIns="0" bIns="0" rtlCol="0"/>
            <a:lstStyle/>
            <a:p/>
          </p:txBody>
        </p:sp>
        <p:sp>
          <p:nvSpPr>
            <p:cNvPr id="1900" name="object 1900"/>
            <p:cNvSpPr/>
            <p:nvPr/>
          </p:nvSpPr>
          <p:spPr>
            <a:xfrm>
              <a:off x="5793739" y="1682749"/>
              <a:ext cx="50800" cy="7620"/>
            </a:xfrm>
            <a:custGeom>
              <a:avLst/>
              <a:gdLst/>
              <a:ahLst/>
              <a:cxnLst/>
              <a:rect l="l" t="t" r="r" b="b"/>
              <a:pathLst>
                <a:path w="50800" h="7619">
                  <a:moveTo>
                    <a:pt x="26670" y="6350"/>
                  </a:moveTo>
                  <a:lnTo>
                    <a:pt x="25400" y="6350"/>
                  </a:lnTo>
                  <a:lnTo>
                    <a:pt x="25400" y="7620"/>
                  </a:lnTo>
                  <a:lnTo>
                    <a:pt x="26670" y="7620"/>
                  </a:lnTo>
                  <a:lnTo>
                    <a:pt x="26670" y="6350"/>
                  </a:lnTo>
                  <a:close/>
                </a:path>
                <a:path w="50800" h="7619">
                  <a:moveTo>
                    <a:pt x="39370" y="5080"/>
                  </a:moveTo>
                  <a:lnTo>
                    <a:pt x="13970" y="5080"/>
                  </a:lnTo>
                  <a:lnTo>
                    <a:pt x="13970" y="6350"/>
                  </a:lnTo>
                  <a:lnTo>
                    <a:pt x="39370" y="6350"/>
                  </a:lnTo>
                  <a:lnTo>
                    <a:pt x="39370" y="5080"/>
                  </a:lnTo>
                  <a:close/>
                </a:path>
                <a:path w="50800" h="7619">
                  <a:moveTo>
                    <a:pt x="43180" y="3810"/>
                  </a:moveTo>
                  <a:lnTo>
                    <a:pt x="11430" y="3810"/>
                  </a:lnTo>
                  <a:lnTo>
                    <a:pt x="11430" y="5080"/>
                  </a:lnTo>
                  <a:lnTo>
                    <a:pt x="43180" y="5080"/>
                  </a:lnTo>
                  <a:lnTo>
                    <a:pt x="43180" y="3810"/>
                  </a:lnTo>
                  <a:close/>
                </a:path>
                <a:path w="50800" h="7619">
                  <a:moveTo>
                    <a:pt x="45720" y="2540"/>
                  </a:moveTo>
                  <a:lnTo>
                    <a:pt x="3810" y="2540"/>
                  </a:lnTo>
                  <a:lnTo>
                    <a:pt x="3810" y="3810"/>
                  </a:lnTo>
                  <a:lnTo>
                    <a:pt x="45720" y="3810"/>
                  </a:lnTo>
                  <a:lnTo>
                    <a:pt x="45720" y="2540"/>
                  </a:lnTo>
                  <a:close/>
                </a:path>
                <a:path w="50800" h="7619">
                  <a:moveTo>
                    <a:pt x="48260" y="1270"/>
                  </a:moveTo>
                  <a:lnTo>
                    <a:pt x="2539" y="1270"/>
                  </a:lnTo>
                  <a:lnTo>
                    <a:pt x="2539" y="2540"/>
                  </a:lnTo>
                  <a:lnTo>
                    <a:pt x="48260" y="2540"/>
                  </a:lnTo>
                  <a:lnTo>
                    <a:pt x="48260" y="1270"/>
                  </a:lnTo>
                  <a:close/>
                </a:path>
                <a:path w="50800" h="7619">
                  <a:moveTo>
                    <a:pt x="50800" y="0"/>
                  </a:moveTo>
                  <a:lnTo>
                    <a:pt x="0" y="0"/>
                  </a:lnTo>
                  <a:lnTo>
                    <a:pt x="0" y="1270"/>
                  </a:lnTo>
                  <a:lnTo>
                    <a:pt x="50800" y="1270"/>
                  </a:lnTo>
                  <a:lnTo>
                    <a:pt x="50800" y="0"/>
                  </a:lnTo>
                  <a:close/>
                </a:path>
              </a:pathLst>
            </a:custGeom>
            <a:solidFill>
              <a:srgbClr val="7C017C"/>
            </a:solidFill>
          </p:spPr>
          <p:txBody>
            <a:bodyPr wrap="square" lIns="0" tIns="0" rIns="0" bIns="0" rtlCol="0"/>
            <a:lstStyle/>
            <a:p/>
          </p:txBody>
        </p:sp>
      </p:grpSp>
      <p:grpSp>
        <p:nvGrpSpPr>
          <p:cNvPr id="1901" name="object 1901"/>
          <p:cNvGrpSpPr/>
          <p:nvPr/>
        </p:nvGrpSpPr>
        <p:grpSpPr>
          <a:xfrm>
            <a:off x="6007100" y="1056639"/>
            <a:ext cx="212090" cy="633730"/>
            <a:chOff x="6007100" y="1056639"/>
            <a:chExt cx="212090" cy="633730"/>
          </a:xfrm>
        </p:grpSpPr>
        <p:sp>
          <p:nvSpPr>
            <p:cNvPr id="1902" name="object 1902"/>
            <p:cNvSpPr/>
            <p:nvPr/>
          </p:nvSpPr>
          <p:spPr>
            <a:xfrm>
              <a:off x="6079490" y="1056639"/>
              <a:ext cx="68580" cy="13970"/>
            </a:xfrm>
            <a:custGeom>
              <a:avLst/>
              <a:gdLst/>
              <a:ahLst/>
              <a:cxnLst/>
              <a:rect l="l" t="t" r="r" b="b"/>
              <a:pathLst>
                <a:path w="68579" h="13969">
                  <a:moveTo>
                    <a:pt x="68567" y="12700"/>
                  </a:moveTo>
                  <a:lnTo>
                    <a:pt x="67310" y="12700"/>
                  </a:lnTo>
                  <a:lnTo>
                    <a:pt x="67310" y="11430"/>
                  </a:lnTo>
                  <a:lnTo>
                    <a:pt x="66040" y="11430"/>
                  </a:lnTo>
                  <a:lnTo>
                    <a:pt x="66040" y="10160"/>
                  </a:lnTo>
                  <a:lnTo>
                    <a:pt x="63500" y="10160"/>
                  </a:lnTo>
                  <a:lnTo>
                    <a:pt x="63500" y="8890"/>
                  </a:lnTo>
                  <a:lnTo>
                    <a:pt x="62217" y="8890"/>
                  </a:lnTo>
                  <a:lnTo>
                    <a:pt x="62217" y="7620"/>
                  </a:lnTo>
                  <a:lnTo>
                    <a:pt x="60960" y="7620"/>
                  </a:lnTo>
                  <a:lnTo>
                    <a:pt x="60960" y="6350"/>
                  </a:lnTo>
                  <a:lnTo>
                    <a:pt x="57150" y="6350"/>
                  </a:lnTo>
                  <a:lnTo>
                    <a:pt x="57150" y="5080"/>
                  </a:lnTo>
                  <a:lnTo>
                    <a:pt x="54610" y="5080"/>
                  </a:lnTo>
                  <a:lnTo>
                    <a:pt x="54610" y="3810"/>
                  </a:lnTo>
                  <a:lnTo>
                    <a:pt x="50800" y="3810"/>
                  </a:lnTo>
                  <a:lnTo>
                    <a:pt x="50800" y="2540"/>
                  </a:lnTo>
                  <a:lnTo>
                    <a:pt x="48260" y="2540"/>
                  </a:lnTo>
                  <a:lnTo>
                    <a:pt x="48260" y="1270"/>
                  </a:lnTo>
                  <a:lnTo>
                    <a:pt x="34290" y="1270"/>
                  </a:lnTo>
                  <a:lnTo>
                    <a:pt x="34290" y="0"/>
                  </a:lnTo>
                  <a:lnTo>
                    <a:pt x="33020" y="0"/>
                  </a:lnTo>
                  <a:lnTo>
                    <a:pt x="33020" y="1270"/>
                  </a:lnTo>
                  <a:lnTo>
                    <a:pt x="21590" y="1270"/>
                  </a:lnTo>
                  <a:lnTo>
                    <a:pt x="21590" y="2540"/>
                  </a:lnTo>
                  <a:lnTo>
                    <a:pt x="17780" y="2540"/>
                  </a:lnTo>
                  <a:lnTo>
                    <a:pt x="17780" y="3810"/>
                  </a:lnTo>
                  <a:lnTo>
                    <a:pt x="15240" y="3810"/>
                  </a:lnTo>
                  <a:lnTo>
                    <a:pt x="15240" y="5080"/>
                  </a:lnTo>
                  <a:lnTo>
                    <a:pt x="12700" y="5080"/>
                  </a:lnTo>
                  <a:lnTo>
                    <a:pt x="12700" y="6350"/>
                  </a:lnTo>
                  <a:lnTo>
                    <a:pt x="10160" y="6350"/>
                  </a:lnTo>
                  <a:lnTo>
                    <a:pt x="1016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68567" y="13970"/>
                  </a:lnTo>
                  <a:lnTo>
                    <a:pt x="68567" y="12700"/>
                  </a:lnTo>
                  <a:close/>
                </a:path>
              </a:pathLst>
            </a:custGeom>
            <a:solidFill>
              <a:srgbClr val="003300"/>
            </a:solidFill>
          </p:spPr>
          <p:txBody>
            <a:bodyPr wrap="square" lIns="0" tIns="0" rIns="0" bIns="0" rtlCol="0"/>
            <a:lstStyle/>
            <a:p/>
          </p:txBody>
        </p:sp>
        <p:sp>
          <p:nvSpPr>
            <p:cNvPr id="1903" name="object 1903"/>
            <p:cNvSpPr/>
            <p:nvPr/>
          </p:nvSpPr>
          <p:spPr>
            <a:xfrm>
              <a:off x="6073139" y="1070609"/>
              <a:ext cx="82550" cy="6350"/>
            </a:xfrm>
            <a:custGeom>
              <a:avLst/>
              <a:gdLst/>
              <a:ahLst/>
              <a:cxnLst/>
              <a:rect l="l" t="t" r="r" b="b"/>
              <a:pathLst>
                <a:path w="82550" h="6350">
                  <a:moveTo>
                    <a:pt x="82550" y="5079"/>
                  </a:moveTo>
                  <a:lnTo>
                    <a:pt x="0" y="5079"/>
                  </a:lnTo>
                  <a:lnTo>
                    <a:pt x="0" y="6350"/>
                  </a:lnTo>
                  <a:lnTo>
                    <a:pt x="82550" y="6350"/>
                  </a:lnTo>
                  <a:lnTo>
                    <a:pt x="82550" y="5079"/>
                  </a:lnTo>
                  <a:close/>
                </a:path>
                <a:path w="82550" h="6350">
                  <a:moveTo>
                    <a:pt x="81280" y="3810"/>
                  </a:moveTo>
                  <a:lnTo>
                    <a:pt x="1270" y="3810"/>
                  </a:lnTo>
                  <a:lnTo>
                    <a:pt x="1270" y="5079"/>
                  </a:lnTo>
                  <a:lnTo>
                    <a:pt x="81280" y="5079"/>
                  </a:lnTo>
                  <a:lnTo>
                    <a:pt x="81280" y="3810"/>
                  </a:lnTo>
                  <a:close/>
                </a:path>
                <a:path w="82550" h="6350">
                  <a:moveTo>
                    <a:pt x="80010" y="2539"/>
                  </a:moveTo>
                  <a:lnTo>
                    <a:pt x="2539" y="2539"/>
                  </a:lnTo>
                  <a:lnTo>
                    <a:pt x="2539" y="3810"/>
                  </a:lnTo>
                  <a:lnTo>
                    <a:pt x="80010" y="3810"/>
                  </a:lnTo>
                  <a:lnTo>
                    <a:pt x="80010" y="2539"/>
                  </a:lnTo>
                  <a:close/>
                </a:path>
                <a:path w="82550" h="6350">
                  <a:moveTo>
                    <a:pt x="78739" y="1269"/>
                  </a:moveTo>
                  <a:lnTo>
                    <a:pt x="3810" y="1269"/>
                  </a:lnTo>
                  <a:lnTo>
                    <a:pt x="3810" y="2539"/>
                  </a:lnTo>
                  <a:lnTo>
                    <a:pt x="78739" y="2539"/>
                  </a:lnTo>
                  <a:lnTo>
                    <a:pt x="78739" y="1269"/>
                  </a:lnTo>
                  <a:close/>
                </a:path>
                <a:path w="82550" h="6350">
                  <a:moveTo>
                    <a:pt x="77470" y="0"/>
                  </a:moveTo>
                  <a:lnTo>
                    <a:pt x="5080" y="0"/>
                  </a:lnTo>
                  <a:lnTo>
                    <a:pt x="5080" y="1269"/>
                  </a:lnTo>
                  <a:lnTo>
                    <a:pt x="77470" y="1269"/>
                  </a:lnTo>
                  <a:lnTo>
                    <a:pt x="77470" y="0"/>
                  </a:lnTo>
                  <a:close/>
                </a:path>
              </a:pathLst>
            </a:custGeom>
            <a:solidFill>
              <a:srgbClr val="013101"/>
            </a:solidFill>
          </p:spPr>
          <p:txBody>
            <a:bodyPr wrap="square" lIns="0" tIns="0" rIns="0" bIns="0" rtlCol="0"/>
            <a:lstStyle/>
            <a:p/>
          </p:txBody>
        </p:sp>
        <p:sp>
          <p:nvSpPr>
            <p:cNvPr id="1904" name="object 1904"/>
            <p:cNvSpPr/>
            <p:nvPr/>
          </p:nvSpPr>
          <p:spPr>
            <a:xfrm>
              <a:off x="6065520" y="1076959"/>
              <a:ext cx="96520" cy="7620"/>
            </a:xfrm>
            <a:custGeom>
              <a:avLst/>
              <a:gdLst/>
              <a:ahLst/>
              <a:cxnLst/>
              <a:rect l="l" t="t" r="r" b="b"/>
              <a:pathLst>
                <a:path w="96520" h="7619">
                  <a:moveTo>
                    <a:pt x="96520" y="6350"/>
                  </a:moveTo>
                  <a:lnTo>
                    <a:pt x="95237" y="6350"/>
                  </a:lnTo>
                  <a:lnTo>
                    <a:pt x="95237" y="5080"/>
                  </a:lnTo>
                  <a:lnTo>
                    <a:pt x="93980" y="5080"/>
                  </a:lnTo>
                  <a:lnTo>
                    <a:pt x="93980" y="3810"/>
                  </a:lnTo>
                  <a:lnTo>
                    <a:pt x="93980" y="2540"/>
                  </a:lnTo>
                  <a:lnTo>
                    <a:pt x="92710" y="2540"/>
                  </a:lnTo>
                  <a:lnTo>
                    <a:pt x="92710" y="1270"/>
                  </a:lnTo>
                  <a:lnTo>
                    <a:pt x="91440" y="1270"/>
                  </a:lnTo>
                  <a:lnTo>
                    <a:pt x="9144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96520" y="7620"/>
                  </a:lnTo>
                  <a:lnTo>
                    <a:pt x="96520" y="6350"/>
                  </a:lnTo>
                  <a:close/>
                </a:path>
              </a:pathLst>
            </a:custGeom>
            <a:solidFill>
              <a:srgbClr val="033103"/>
            </a:solidFill>
          </p:spPr>
          <p:txBody>
            <a:bodyPr wrap="square" lIns="0" tIns="0" rIns="0" bIns="0" rtlCol="0"/>
            <a:lstStyle/>
            <a:p/>
          </p:txBody>
        </p:sp>
        <p:sp>
          <p:nvSpPr>
            <p:cNvPr id="1905" name="object 1905"/>
            <p:cNvSpPr/>
            <p:nvPr/>
          </p:nvSpPr>
          <p:spPr>
            <a:xfrm>
              <a:off x="6060440" y="1084579"/>
              <a:ext cx="106680" cy="7620"/>
            </a:xfrm>
            <a:custGeom>
              <a:avLst/>
              <a:gdLst/>
              <a:ahLst/>
              <a:cxnLst/>
              <a:rect l="l" t="t" r="r" b="b"/>
              <a:pathLst>
                <a:path w="106679" h="7619">
                  <a:moveTo>
                    <a:pt x="106667" y="6350"/>
                  </a:moveTo>
                  <a:lnTo>
                    <a:pt x="105410" y="6350"/>
                  </a:lnTo>
                  <a:lnTo>
                    <a:pt x="105410" y="5080"/>
                  </a:lnTo>
                  <a:lnTo>
                    <a:pt x="105410" y="3810"/>
                  </a:lnTo>
                  <a:lnTo>
                    <a:pt x="104140" y="3810"/>
                  </a:lnTo>
                  <a:lnTo>
                    <a:pt x="104140" y="2540"/>
                  </a:lnTo>
                  <a:lnTo>
                    <a:pt x="102857" y="2540"/>
                  </a:lnTo>
                  <a:lnTo>
                    <a:pt x="102857" y="1270"/>
                  </a:lnTo>
                  <a:lnTo>
                    <a:pt x="10287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06667" y="7620"/>
                  </a:lnTo>
                  <a:lnTo>
                    <a:pt x="106667" y="6350"/>
                  </a:lnTo>
                  <a:close/>
                </a:path>
              </a:pathLst>
            </a:custGeom>
            <a:solidFill>
              <a:srgbClr val="043004"/>
            </a:solidFill>
          </p:spPr>
          <p:txBody>
            <a:bodyPr wrap="square" lIns="0" tIns="0" rIns="0" bIns="0" rtlCol="0"/>
            <a:lstStyle/>
            <a:p/>
          </p:txBody>
        </p:sp>
        <p:sp>
          <p:nvSpPr>
            <p:cNvPr id="1906" name="object 1906"/>
            <p:cNvSpPr/>
            <p:nvPr/>
          </p:nvSpPr>
          <p:spPr>
            <a:xfrm>
              <a:off x="6056630" y="1092199"/>
              <a:ext cx="114300" cy="6350"/>
            </a:xfrm>
            <a:custGeom>
              <a:avLst/>
              <a:gdLst/>
              <a:ahLst/>
              <a:cxnLst/>
              <a:rect l="l" t="t" r="r" b="b"/>
              <a:pathLst>
                <a:path w="114300" h="6350">
                  <a:moveTo>
                    <a:pt x="114300" y="3810"/>
                  </a:moveTo>
                  <a:lnTo>
                    <a:pt x="113030" y="3810"/>
                  </a:lnTo>
                  <a:lnTo>
                    <a:pt x="113030" y="2540"/>
                  </a:lnTo>
                  <a:lnTo>
                    <a:pt x="111760" y="2540"/>
                  </a:lnTo>
                  <a:lnTo>
                    <a:pt x="111760" y="0"/>
                  </a:lnTo>
                  <a:lnTo>
                    <a:pt x="2540" y="0"/>
                  </a:lnTo>
                  <a:lnTo>
                    <a:pt x="2540" y="2540"/>
                  </a:lnTo>
                  <a:lnTo>
                    <a:pt x="1270" y="2540"/>
                  </a:lnTo>
                  <a:lnTo>
                    <a:pt x="1270" y="3810"/>
                  </a:lnTo>
                  <a:lnTo>
                    <a:pt x="1270" y="5080"/>
                  </a:lnTo>
                  <a:lnTo>
                    <a:pt x="0" y="5080"/>
                  </a:lnTo>
                  <a:lnTo>
                    <a:pt x="0" y="6350"/>
                  </a:lnTo>
                  <a:lnTo>
                    <a:pt x="114300" y="6350"/>
                  </a:lnTo>
                  <a:lnTo>
                    <a:pt x="114300" y="5080"/>
                  </a:lnTo>
                  <a:lnTo>
                    <a:pt x="114300" y="3810"/>
                  </a:lnTo>
                  <a:close/>
                </a:path>
              </a:pathLst>
            </a:custGeom>
            <a:solidFill>
              <a:srgbClr val="063006"/>
            </a:solidFill>
          </p:spPr>
          <p:txBody>
            <a:bodyPr wrap="square" lIns="0" tIns="0" rIns="0" bIns="0" rtlCol="0"/>
            <a:lstStyle/>
            <a:p/>
          </p:txBody>
        </p:sp>
        <p:sp>
          <p:nvSpPr>
            <p:cNvPr id="1907" name="object 1907"/>
            <p:cNvSpPr/>
            <p:nvPr/>
          </p:nvSpPr>
          <p:spPr>
            <a:xfrm>
              <a:off x="6051550" y="1098549"/>
              <a:ext cx="124460" cy="7620"/>
            </a:xfrm>
            <a:custGeom>
              <a:avLst/>
              <a:gdLst/>
              <a:ahLst/>
              <a:cxnLst/>
              <a:rect l="l" t="t" r="r" b="b"/>
              <a:pathLst>
                <a:path w="124460" h="7619">
                  <a:moveTo>
                    <a:pt x="124460" y="6350"/>
                  </a:moveTo>
                  <a:lnTo>
                    <a:pt x="123190" y="6350"/>
                  </a:lnTo>
                  <a:lnTo>
                    <a:pt x="123190" y="5080"/>
                  </a:lnTo>
                  <a:lnTo>
                    <a:pt x="123190" y="3810"/>
                  </a:lnTo>
                  <a:lnTo>
                    <a:pt x="121907" y="3810"/>
                  </a:lnTo>
                  <a:lnTo>
                    <a:pt x="121907" y="2540"/>
                  </a:lnTo>
                  <a:lnTo>
                    <a:pt x="121920" y="1270"/>
                  </a:lnTo>
                  <a:lnTo>
                    <a:pt x="120650" y="1270"/>
                  </a:lnTo>
                  <a:lnTo>
                    <a:pt x="1206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24460" y="7620"/>
                  </a:lnTo>
                  <a:lnTo>
                    <a:pt x="124460" y="6350"/>
                  </a:lnTo>
                  <a:close/>
                </a:path>
              </a:pathLst>
            </a:custGeom>
            <a:solidFill>
              <a:srgbClr val="072F07"/>
            </a:solidFill>
          </p:spPr>
          <p:txBody>
            <a:bodyPr wrap="square" lIns="0" tIns="0" rIns="0" bIns="0" rtlCol="0"/>
            <a:lstStyle/>
            <a:p/>
          </p:txBody>
        </p:sp>
        <p:sp>
          <p:nvSpPr>
            <p:cNvPr id="1908" name="object 1908"/>
            <p:cNvSpPr/>
            <p:nvPr/>
          </p:nvSpPr>
          <p:spPr>
            <a:xfrm>
              <a:off x="6047740" y="1106169"/>
              <a:ext cx="132080" cy="7620"/>
            </a:xfrm>
            <a:custGeom>
              <a:avLst/>
              <a:gdLst/>
              <a:ahLst/>
              <a:cxnLst/>
              <a:rect l="l" t="t" r="r" b="b"/>
              <a:pathLst>
                <a:path w="132079" h="7619">
                  <a:moveTo>
                    <a:pt x="132080" y="5080"/>
                  </a:moveTo>
                  <a:lnTo>
                    <a:pt x="130810" y="5080"/>
                  </a:lnTo>
                  <a:lnTo>
                    <a:pt x="130810" y="3810"/>
                  </a:lnTo>
                  <a:lnTo>
                    <a:pt x="130810" y="2540"/>
                  </a:lnTo>
                  <a:lnTo>
                    <a:pt x="129540" y="2540"/>
                  </a:lnTo>
                  <a:lnTo>
                    <a:pt x="129540" y="1270"/>
                  </a:lnTo>
                  <a:lnTo>
                    <a:pt x="128270" y="1270"/>
                  </a:lnTo>
                  <a:lnTo>
                    <a:pt x="12827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32067" y="7620"/>
                  </a:lnTo>
                  <a:lnTo>
                    <a:pt x="132067" y="6350"/>
                  </a:lnTo>
                  <a:lnTo>
                    <a:pt x="132080" y="5080"/>
                  </a:lnTo>
                  <a:close/>
                </a:path>
              </a:pathLst>
            </a:custGeom>
            <a:solidFill>
              <a:srgbClr val="092E09"/>
            </a:solidFill>
          </p:spPr>
          <p:txBody>
            <a:bodyPr wrap="square" lIns="0" tIns="0" rIns="0" bIns="0" rtlCol="0"/>
            <a:lstStyle/>
            <a:p/>
          </p:txBody>
        </p:sp>
        <p:sp>
          <p:nvSpPr>
            <p:cNvPr id="1909" name="object 1909"/>
            <p:cNvSpPr/>
            <p:nvPr/>
          </p:nvSpPr>
          <p:spPr>
            <a:xfrm>
              <a:off x="6045200" y="1113789"/>
              <a:ext cx="137160" cy="6350"/>
            </a:xfrm>
            <a:custGeom>
              <a:avLst/>
              <a:gdLst/>
              <a:ahLst/>
              <a:cxnLst/>
              <a:rect l="l" t="t" r="r" b="b"/>
              <a:pathLst>
                <a:path w="137160" h="6350">
                  <a:moveTo>
                    <a:pt x="137160" y="2540"/>
                  </a:moveTo>
                  <a:lnTo>
                    <a:pt x="135890" y="2540"/>
                  </a:lnTo>
                  <a:lnTo>
                    <a:pt x="135890" y="1270"/>
                  </a:lnTo>
                  <a:lnTo>
                    <a:pt x="135890" y="0"/>
                  </a:lnTo>
                  <a:lnTo>
                    <a:pt x="2540" y="0"/>
                  </a:lnTo>
                  <a:lnTo>
                    <a:pt x="2540" y="1270"/>
                  </a:lnTo>
                  <a:lnTo>
                    <a:pt x="1270" y="1270"/>
                  </a:lnTo>
                  <a:lnTo>
                    <a:pt x="1270" y="2540"/>
                  </a:lnTo>
                  <a:lnTo>
                    <a:pt x="1270" y="5080"/>
                  </a:lnTo>
                  <a:lnTo>
                    <a:pt x="0" y="5080"/>
                  </a:lnTo>
                  <a:lnTo>
                    <a:pt x="0" y="6350"/>
                  </a:lnTo>
                  <a:lnTo>
                    <a:pt x="137160" y="6350"/>
                  </a:lnTo>
                  <a:lnTo>
                    <a:pt x="137160" y="5080"/>
                  </a:lnTo>
                  <a:lnTo>
                    <a:pt x="137160" y="2540"/>
                  </a:lnTo>
                  <a:close/>
                </a:path>
              </a:pathLst>
            </a:custGeom>
            <a:solidFill>
              <a:srgbClr val="0A2E0A"/>
            </a:solidFill>
          </p:spPr>
          <p:txBody>
            <a:bodyPr wrap="square" lIns="0" tIns="0" rIns="0" bIns="0" rtlCol="0"/>
            <a:lstStyle/>
            <a:p/>
          </p:txBody>
        </p:sp>
        <p:sp>
          <p:nvSpPr>
            <p:cNvPr id="1910" name="object 1910"/>
            <p:cNvSpPr/>
            <p:nvPr/>
          </p:nvSpPr>
          <p:spPr>
            <a:xfrm>
              <a:off x="6042660" y="1120139"/>
              <a:ext cx="143510" cy="7620"/>
            </a:xfrm>
            <a:custGeom>
              <a:avLst/>
              <a:gdLst/>
              <a:ahLst/>
              <a:cxnLst/>
              <a:rect l="l" t="t" r="r" b="b"/>
              <a:pathLst>
                <a:path w="143510" h="7619">
                  <a:moveTo>
                    <a:pt x="143510" y="6350"/>
                  </a:moveTo>
                  <a:lnTo>
                    <a:pt x="142240" y="6350"/>
                  </a:lnTo>
                  <a:lnTo>
                    <a:pt x="142240" y="3810"/>
                  </a:lnTo>
                  <a:lnTo>
                    <a:pt x="142240" y="2540"/>
                  </a:lnTo>
                  <a:lnTo>
                    <a:pt x="140970" y="2540"/>
                  </a:lnTo>
                  <a:lnTo>
                    <a:pt x="140970" y="1270"/>
                  </a:lnTo>
                  <a:lnTo>
                    <a:pt x="140970" y="0"/>
                  </a:lnTo>
                  <a:lnTo>
                    <a:pt x="2540" y="0"/>
                  </a:lnTo>
                  <a:lnTo>
                    <a:pt x="2540" y="1270"/>
                  </a:lnTo>
                  <a:lnTo>
                    <a:pt x="1270" y="1270"/>
                  </a:lnTo>
                  <a:lnTo>
                    <a:pt x="1270" y="2540"/>
                  </a:lnTo>
                  <a:lnTo>
                    <a:pt x="1270" y="3810"/>
                  </a:lnTo>
                  <a:lnTo>
                    <a:pt x="0" y="3810"/>
                  </a:lnTo>
                  <a:lnTo>
                    <a:pt x="0" y="6350"/>
                  </a:lnTo>
                  <a:lnTo>
                    <a:pt x="0" y="7620"/>
                  </a:lnTo>
                  <a:lnTo>
                    <a:pt x="143510" y="7620"/>
                  </a:lnTo>
                  <a:lnTo>
                    <a:pt x="143510" y="6350"/>
                  </a:lnTo>
                  <a:close/>
                </a:path>
              </a:pathLst>
            </a:custGeom>
            <a:solidFill>
              <a:srgbClr val="0B2D0B"/>
            </a:solidFill>
          </p:spPr>
          <p:txBody>
            <a:bodyPr wrap="square" lIns="0" tIns="0" rIns="0" bIns="0" rtlCol="0"/>
            <a:lstStyle/>
            <a:p/>
          </p:txBody>
        </p:sp>
        <p:sp>
          <p:nvSpPr>
            <p:cNvPr id="1911" name="object 1911"/>
            <p:cNvSpPr/>
            <p:nvPr/>
          </p:nvSpPr>
          <p:spPr>
            <a:xfrm>
              <a:off x="6040120" y="1127759"/>
              <a:ext cx="148590" cy="7620"/>
            </a:xfrm>
            <a:custGeom>
              <a:avLst/>
              <a:gdLst/>
              <a:ahLst/>
              <a:cxnLst/>
              <a:rect l="l" t="t" r="r" b="b"/>
              <a:pathLst>
                <a:path w="148589" h="7619">
                  <a:moveTo>
                    <a:pt x="148590" y="6350"/>
                  </a:moveTo>
                  <a:lnTo>
                    <a:pt x="147320" y="6350"/>
                  </a:lnTo>
                  <a:lnTo>
                    <a:pt x="147320" y="3810"/>
                  </a:lnTo>
                  <a:lnTo>
                    <a:pt x="147320" y="2540"/>
                  </a:lnTo>
                  <a:lnTo>
                    <a:pt x="146050" y="2540"/>
                  </a:lnTo>
                  <a:lnTo>
                    <a:pt x="146050" y="0"/>
                  </a:lnTo>
                  <a:lnTo>
                    <a:pt x="1270" y="0"/>
                  </a:lnTo>
                  <a:lnTo>
                    <a:pt x="1270" y="2540"/>
                  </a:lnTo>
                  <a:lnTo>
                    <a:pt x="1270" y="3810"/>
                  </a:lnTo>
                  <a:lnTo>
                    <a:pt x="0" y="3810"/>
                  </a:lnTo>
                  <a:lnTo>
                    <a:pt x="0" y="6350"/>
                  </a:lnTo>
                  <a:lnTo>
                    <a:pt x="0" y="7620"/>
                  </a:lnTo>
                  <a:lnTo>
                    <a:pt x="148590" y="7620"/>
                  </a:lnTo>
                  <a:lnTo>
                    <a:pt x="148590" y="6350"/>
                  </a:lnTo>
                  <a:close/>
                </a:path>
              </a:pathLst>
            </a:custGeom>
            <a:solidFill>
              <a:srgbClr val="0D2D0D"/>
            </a:solidFill>
          </p:spPr>
          <p:txBody>
            <a:bodyPr wrap="square" lIns="0" tIns="0" rIns="0" bIns="0" rtlCol="0"/>
            <a:lstStyle/>
            <a:p/>
          </p:txBody>
        </p:sp>
        <p:sp>
          <p:nvSpPr>
            <p:cNvPr id="1912" name="object 1912"/>
            <p:cNvSpPr/>
            <p:nvPr/>
          </p:nvSpPr>
          <p:spPr>
            <a:xfrm>
              <a:off x="6037580" y="1135379"/>
              <a:ext cx="152400" cy="6350"/>
            </a:xfrm>
            <a:custGeom>
              <a:avLst/>
              <a:gdLst/>
              <a:ahLst/>
              <a:cxnLst/>
              <a:rect l="l" t="t" r="r" b="b"/>
              <a:pathLst>
                <a:path w="152400" h="6350">
                  <a:moveTo>
                    <a:pt x="152400" y="2540"/>
                  </a:moveTo>
                  <a:lnTo>
                    <a:pt x="151130" y="2540"/>
                  </a:lnTo>
                  <a:lnTo>
                    <a:pt x="151130" y="0"/>
                  </a:lnTo>
                  <a:lnTo>
                    <a:pt x="1270" y="0"/>
                  </a:lnTo>
                  <a:lnTo>
                    <a:pt x="1270" y="2540"/>
                  </a:lnTo>
                  <a:lnTo>
                    <a:pt x="1270" y="3810"/>
                  </a:lnTo>
                  <a:lnTo>
                    <a:pt x="0" y="3810"/>
                  </a:lnTo>
                  <a:lnTo>
                    <a:pt x="0" y="6350"/>
                  </a:lnTo>
                  <a:lnTo>
                    <a:pt x="152400" y="6350"/>
                  </a:lnTo>
                  <a:lnTo>
                    <a:pt x="152400" y="3810"/>
                  </a:lnTo>
                  <a:lnTo>
                    <a:pt x="152400" y="2540"/>
                  </a:lnTo>
                  <a:close/>
                </a:path>
              </a:pathLst>
            </a:custGeom>
            <a:solidFill>
              <a:srgbClr val="0E2C0E"/>
            </a:solidFill>
          </p:spPr>
          <p:txBody>
            <a:bodyPr wrap="square" lIns="0" tIns="0" rIns="0" bIns="0" rtlCol="0"/>
            <a:lstStyle/>
            <a:p/>
          </p:txBody>
        </p:sp>
        <p:sp>
          <p:nvSpPr>
            <p:cNvPr id="1913" name="object 1913"/>
            <p:cNvSpPr/>
            <p:nvPr/>
          </p:nvSpPr>
          <p:spPr>
            <a:xfrm>
              <a:off x="6035040" y="1141729"/>
              <a:ext cx="157480" cy="7620"/>
            </a:xfrm>
            <a:custGeom>
              <a:avLst/>
              <a:gdLst/>
              <a:ahLst/>
              <a:cxnLst/>
              <a:rect l="l" t="t" r="r" b="b"/>
              <a:pathLst>
                <a:path w="157479" h="7619">
                  <a:moveTo>
                    <a:pt x="157467" y="3810"/>
                  </a:moveTo>
                  <a:lnTo>
                    <a:pt x="156210" y="3810"/>
                  </a:lnTo>
                  <a:lnTo>
                    <a:pt x="156210" y="1270"/>
                  </a:lnTo>
                  <a:lnTo>
                    <a:pt x="156210" y="0"/>
                  </a:lnTo>
                  <a:lnTo>
                    <a:pt x="2540" y="0"/>
                  </a:lnTo>
                  <a:lnTo>
                    <a:pt x="2540" y="1270"/>
                  </a:lnTo>
                  <a:lnTo>
                    <a:pt x="1270" y="1270"/>
                  </a:lnTo>
                  <a:lnTo>
                    <a:pt x="1270" y="3810"/>
                  </a:lnTo>
                  <a:lnTo>
                    <a:pt x="0" y="3810"/>
                  </a:lnTo>
                  <a:lnTo>
                    <a:pt x="0" y="7620"/>
                  </a:lnTo>
                  <a:lnTo>
                    <a:pt x="157467" y="7620"/>
                  </a:lnTo>
                  <a:lnTo>
                    <a:pt x="157467" y="3810"/>
                  </a:lnTo>
                  <a:close/>
                </a:path>
              </a:pathLst>
            </a:custGeom>
            <a:solidFill>
              <a:srgbClr val="102C10"/>
            </a:solidFill>
          </p:spPr>
          <p:txBody>
            <a:bodyPr wrap="square" lIns="0" tIns="0" rIns="0" bIns="0" rtlCol="0"/>
            <a:lstStyle/>
            <a:p/>
          </p:txBody>
        </p:sp>
        <p:sp>
          <p:nvSpPr>
            <p:cNvPr id="1914" name="object 1914"/>
            <p:cNvSpPr/>
            <p:nvPr/>
          </p:nvSpPr>
          <p:spPr>
            <a:xfrm>
              <a:off x="6032500" y="1149349"/>
              <a:ext cx="162560" cy="7620"/>
            </a:xfrm>
            <a:custGeom>
              <a:avLst/>
              <a:gdLst/>
              <a:ahLst/>
              <a:cxnLst/>
              <a:rect l="l" t="t" r="r" b="b"/>
              <a:pathLst>
                <a:path w="162560" h="7619">
                  <a:moveTo>
                    <a:pt x="162560" y="5092"/>
                  </a:moveTo>
                  <a:lnTo>
                    <a:pt x="0" y="5092"/>
                  </a:lnTo>
                  <a:lnTo>
                    <a:pt x="0" y="7620"/>
                  </a:lnTo>
                  <a:lnTo>
                    <a:pt x="162560" y="7620"/>
                  </a:lnTo>
                  <a:lnTo>
                    <a:pt x="162560" y="5092"/>
                  </a:lnTo>
                  <a:close/>
                </a:path>
                <a:path w="162560" h="7619">
                  <a:moveTo>
                    <a:pt x="162560" y="3810"/>
                  </a:moveTo>
                  <a:lnTo>
                    <a:pt x="161290" y="3810"/>
                  </a:lnTo>
                  <a:lnTo>
                    <a:pt x="161290" y="0"/>
                  </a:lnTo>
                  <a:lnTo>
                    <a:pt x="1270" y="0"/>
                  </a:lnTo>
                  <a:lnTo>
                    <a:pt x="1270" y="3810"/>
                  </a:lnTo>
                  <a:lnTo>
                    <a:pt x="1270" y="5080"/>
                  </a:lnTo>
                  <a:lnTo>
                    <a:pt x="162560" y="5080"/>
                  </a:lnTo>
                  <a:lnTo>
                    <a:pt x="162560" y="3810"/>
                  </a:lnTo>
                  <a:close/>
                </a:path>
              </a:pathLst>
            </a:custGeom>
            <a:solidFill>
              <a:srgbClr val="112B11"/>
            </a:solidFill>
          </p:spPr>
          <p:txBody>
            <a:bodyPr wrap="square" lIns="0" tIns="0" rIns="0" bIns="0" rtlCol="0"/>
            <a:lstStyle/>
            <a:p/>
          </p:txBody>
        </p:sp>
        <p:sp>
          <p:nvSpPr>
            <p:cNvPr id="1915" name="object 1915"/>
            <p:cNvSpPr/>
            <p:nvPr/>
          </p:nvSpPr>
          <p:spPr>
            <a:xfrm>
              <a:off x="6031230" y="1156969"/>
              <a:ext cx="166370" cy="6350"/>
            </a:xfrm>
            <a:custGeom>
              <a:avLst/>
              <a:gdLst/>
              <a:ahLst/>
              <a:cxnLst/>
              <a:rect l="l" t="t" r="r" b="b"/>
              <a:pathLst>
                <a:path w="166370" h="6350">
                  <a:moveTo>
                    <a:pt x="166370" y="5080"/>
                  </a:moveTo>
                  <a:lnTo>
                    <a:pt x="165100" y="5080"/>
                  </a:lnTo>
                  <a:lnTo>
                    <a:pt x="165100" y="2540"/>
                  </a:lnTo>
                  <a:lnTo>
                    <a:pt x="165100" y="0"/>
                  </a:lnTo>
                  <a:lnTo>
                    <a:pt x="1270" y="0"/>
                  </a:lnTo>
                  <a:lnTo>
                    <a:pt x="1270" y="2540"/>
                  </a:lnTo>
                  <a:lnTo>
                    <a:pt x="0" y="2540"/>
                  </a:lnTo>
                  <a:lnTo>
                    <a:pt x="0" y="5080"/>
                  </a:lnTo>
                  <a:lnTo>
                    <a:pt x="0" y="6350"/>
                  </a:lnTo>
                  <a:lnTo>
                    <a:pt x="166370" y="6350"/>
                  </a:lnTo>
                  <a:lnTo>
                    <a:pt x="166370" y="5080"/>
                  </a:lnTo>
                  <a:close/>
                </a:path>
              </a:pathLst>
            </a:custGeom>
            <a:solidFill>
              <a:srgbClr val="132A13"/>
            </a:solidFill>
          </p:spPr>
          <p:txBody>
            <a:bodyPr wrap="square" lIns="0" tIns="0" rIns="0" bIns="0" rtlCol="0"/>
            <a:lstStyle/>
            <a:p/>
          </p:txBody>
        </p:sp>
        <p:sp>
          <p:nvSpPr>
            <p:cNvPr id="1916" name="object 1916"/>
            <p:cNvSpPr/>
            <p:nvPr/>
          </p:nvSpPr>
          <p:spPr>
            <a:xfrm>
              <a:off x="6028690" y="1163319"/>
              <a:ext cx="170180" cy="7620"/>
            </a:xfrm>
            <a:custGeom>
              <a:avLst/>
              <a:gdLst/>
              <a:ahLst/>
              <a:cxnLst/>
              <a:rect l="l" t="t" r="r" b="b"/>
              <a:pathLst>
                <a:path w="170179" h="7619">
                  <a:moveTo>
                    <a:pt x="170180" y="2540"/>
                  </a:moveTo>
                  <a:lnTo>
                    <a:pt x="168910" y="2540"/>
                  </a:lnTo>
                  <a:lnTo>
                    <a:pt x="168910" y="1270"/>
                  </a:lnTo>
                  <a:lnTo>
                    <a:pt x="168910" y="0"/>
                  </a:lnTo>
                  <a:lnTo>
                    <a:pt x="2540" y="0"/>
                  </a:lnTo>
                  <a:lnTo>
                    <a:pt x="2540" y="1270"/>
                  </a:lnTo>
                  <a:lnTo>
                    <a:pt x="1270" y="1270"/>
                  </a:lnTo>
                  <a:lnTo>
                    <a:pt x="1270" y="2540"/>
                  </a:lnTo>
                  <a:lnTo>
                    <a:pt x="1270" y="6350"/>
                  </a:lnTo>
                  <a:lnTo>
                    <a:pt x="0" y="6350"/>
                  </a:lnTo>
                  <a:lnTo>
                    <a:pt x="0" y="7620"/>
                  </a:lnTo>
                  <a:lnTo>
                    <a:pt x="170167" y="7620"/>
                  </a:lnTo>
                  <a:lnTo>
                    <a:pt x="170167" y="6350"/>
                  </a:lnTo>
                  <a:lnTo>
                    <a:pt x="170180" y="2540"/>
                  </a:lnTo>
                  <a:close/>
                </a:path>
              </a:pathLst>
            </a:custGeom>
            <a:solidFill>
              <a:srgbClr val="142A14"/>
            </a:solidFill>
          </p:spPr>
          <p:txBody>
            <a:bodyPr wrap="square" lIns="0" tIns="0" rIns="0" bIns="0" rtlCol="0"/>
            <a:lstStyle/>
            <a:p/>
          </p:txBody>
        </p:sp>
        <p:sp>
          <p:nvSpPr>
            <p:cNvPr id="1917" name="object 1917"/>
            <p:cNvSpPr/>
            <p:nvPr/>
          </p:nvSpPr>
          <p:spPr>
            <a:xfrm>
              <a:off x="6027420" y="1170939"/>
              <a:ext cx="173990" cy="7620"/>
            </a:xfrm>
            <a:custGeom>
              <a:avLst/>
              <a:gdLst/>
              <a:ahLst/>
              <a:cxnLst/>
              <a:rect l="l" t="t" r="r" b="b"/>
              <a:pathLst>
                <a:path w="173989" h="7619">
                  <a:moveTo>
                    <a:pt x="173990" y="3810"/>
                  </a:moveTo>
                  <a:lnTo>
                    <a:pt x="172720" y="3810"/>
                  </a:lnTo>
                  <a:lnTo>
                    <a:pt x="172720" y="0"/>
                  </a:lnTo>
                  <a:lnTo>
                    <a:pt x="1270" y="0"/>
                  </a:lnTo>
                  <a:lnTo>
                    <a:pt x="1270" y="3810"/>
                  </a:lnTo>
                  <a:lnTo>
                    <a:pt x="0" y="3810"/>
                  </a:lnTo>
                  <a:lnTo>
                    <a:pt x="0" y="7620"/>
                  </a:lnTo>
                  <a:lnTo>
                    <a:pt x="173990" y="7620"/>
                  </a:lnTo>
                  <a:lnTo>
                    <a:pt x="173990" y="3810"/>
                  </a:lnTo>
                  <a:close/>
                </a:path>
              </a:pathLst>
            </a:custGeom>
            <a:solidFill>
              <a:srgbClr val="162916"/>
            </a:solidFill>
          </p:spPr>
          <p:txBody>
            <a:bodyPr wrap="square" lIns="0" tIns="0" rIns="0" bIns="0" rtlCol="0"/>
            <a:lstStyle/>
            <a:p/>
          </p:txBody>
        </p:sp>
        <p:sp>
          <p:nvSpPr>
            <p:cNvPr id="1918" name="object 1918"/>
            <p:cNvSpPr/>
            <p:nvPr/>
          </p:nvSpPr>
          <p:spPr>
            <a:xfrm>
              <a:off x="6026150" y="1178559"/>
              <a:ext cx="177800" cy="6350"/>
            </a:xfrm>
            <a:custGeom>
              <a:avLst/>
              <a:gdLst/>
              <a:ahLst/>
              <a:cxnLst/>
              <a:rect l="l" t="t" r="r" b="b"/>
              <a:pathLst>
                <a:path w="177800" h="6350">
                  <a:moveTo>
                    <a:pt x="177800" y="5080"/>
                  </a:moveTo>
                  <a:lnTo>
                    <a:pt x="176530" y="5080"/>
                  </a:lnTo>
                  <a:lnTo>
                    <a:pt x="176530" y="2540"/>
                  </a:lnTo>
                  <a:lnTo>
                    <a:pt x="176530" y="0"/>
                  </a:lnTo>
                  <a:lnTo>
                    <a:pt x="1270" y="0"/>
                  </a:lnTo>
                  <a:lnTo>
                    <a:pt x="1270" y="2540"/>
                  </a:lnTo>
                  <a:lnTo>
                    <a:pt x="0" y="2540"/>
                  </a:lnTo>
                  <a:lnTo>
                    <a:pt x="0" y="5080"/>
                  </a:lnTo>
                  <a:lnTo>
                    <a:pt x="0" y="6350"/>
                  </a:lnTo>
                  <a:lnTo>
                    <a:pt x="177800" y="6350"/>
                  </a:lnTo>
                  <a:lnTo>
                    <a:pt x="177800" y="5080"/>
                  </a:lnTo>
                  <a:close/>
                </a:path>
              </a:pathLst>
            </a:custGeom>
            <a:solidFill>
              <a:srgbClr val="172917"/>
            </a:solidFill>
          </p:spPr>
          <p:txBody>
            <a:bodyPr wrap="square" lIns="0" tIns="0" rIns="0" bIns="0" rtlCol="0"/>
            <a:lstStyle/>
            <a:p/>
          </p:txBody>
        </p:sp>
        <p:sp>
          <p:nvSpPr>
            <p:cNvPr id="1919" name="object 1919"/>
            <p:cNvSpPr/>
            <p:nvPr/>
          </p:nvSpPr>
          <p:spPr>
            <a:xfrm>
              <a:off x="6024880" y="1184909"/>
              <a:ext cx="180340" cy="7620"/>
            </a:xfrm>
            <a:custGeom>
              <a:avLst/>
              <a:gdLst/>
              <a:ahLst/>
              <a:cxnLst/>
              <a:rect l="l" t="t" r="r" b="b"/>
              <a:pathLst>
                <a:path w="180339" h="7619">
                  <a:moveTo>
                    <a:pt x="180327" y="5080"/>
                  </a:moveTo>
                  <a:lnTo>
                    <a:pt x="179070" y="5080"/>
                  </a:lnTo>
                  <a:lnTo>
                    <a:pt x="179070" y="1270"/>
                  </a:lnTo>
                  <a:lnTo>
                    <a:pt x="179070" y="0"/>
                  </a:lnTo>
                  <a:lnTo>
                    <a:pt x="1270" y="0"/>
                  </a:lnTo>
                  <a:lnTo>
                    <a:pt x="1270" y="1270"/>
                  </a:lnTo>
                  <a:lnTo>
                    <a:pt x="0" y="1270"/>
                  </a:lnTo>
                  <a:lnTo>
                    <a:pt x="0" y="5080"/>
                  </a:lnTo>
                  <a:lnTo>
                    <a:pt x="0" y="7620"/>
                  </a:lnTo>
                  <a:lnTo>
                    <a:pt x="180327" y="7620"/>
                  </a:lnTo>
                  <a:lnTo>
                    <a:pt x="180327" y="5080"/>
                  </a:lnTo>
                  <a:close/>
                </a:path>
              </a:pathLst>
            </a:custGeom>
            <a:solidFill>
              <a:srgbClr val="182818"/>
            </a:solidFill>
          </p:spPr>
          <p:txBody>
            <a:bodyPr wrap="square" lIns="0" tIns="0" rIns="0" bIns="0" rtlCol="0"/>
            <a:lstStyle/>
            <a:p/>
          </p:txBody>
        </p:sp>
        <p:sp>
          <p:nvSpPr>
            <p:cNvPr id="1920" name="object 1920"/>
            <p:cNvSpPr/>
            <p:nvPr/>
          </p:nvSpPr>
          <p:spPr>
            <a:xfrm>
              <a:off x="6022340" y="1192529"/>
              <a:ext cx="184150" cy="7620"/>
            </a:xfrm>
            <a:custGeom>
              <a:avLst/>
              <a:gdLst/>
              <a:ahLst/>
              <a:cxnLst/>
              <a:rect l="l" t="t" r="r" b="b"/>
              <a:pathLst>
                <a:path w="184150" h="7619">
                  <a:moveTo>
                    <a:pt x="184150" y="5080"/>
                  </a:moveTo>
                  <a:lnTo>
                    <a:pt x="182880" y="5080"/>
                  </a:lnTo>
                  <a:lnTo>
                    <a:pt x="182880" y="0"/>
                  </a:lnTo>
                  <a:lnTo>
                    <a:pt x="1270" y="0"/>
                  </a:lnTo>
                  <a:lnTo>
                    <a:pt x="1270" y="5080"/>
                  </a:lnTo>
                  <a:lnTo>
                    <a:pt x="1270" y="6350"/>
                  </a:lnTo>
                  <a:lnTo>
                    <a:pt x="0" y="6350"/>
                  </a:lnTo>
                  <a:lnTo>
                    <a:pt x="0" y="7620"/>
                  </a:lnTo>
                  <a:lnTo>
                    <a:pt x="184150" y="7620"/>
                  </a:lnTo>
                  <a:lnTo>
                    <a:pt x="184150" y="6350"/>
                  </a:lnTo>
                  <a:lnTo>
                    <a:pt x="184150" y="5080"/>
                  </a:lnTo>
                  <a:close/>
                </a:path>
              </a:pathLst>
            </a:custGeom>
            <a:solidFill>
              <a:srgbClr val="1A281A"/>
            </a:solidFill>
          </p:spPr>
          <p:txBody>
            <a:bodyPr wrap="square" lIns="0" tIns="0" rIns="0" bIns="0" rtlCol="0"/>
            <a:lstStyle/>
            <a:p/>
          </p:txBody>
        </p:sp>
        <p:sp>
          <p:nvSpPr>
            <p:cNvPr id="1921" name="object 1921"/>
            <p:cNvSpPr/>
            <p:nvPr/>
          </p:nvSpPr>
          <p:spPr>
            <a:xfrm>
              <a:off x="6021070" y="1200149"/>
              <a:ext cx="186690" cy="6350"/>
            </a:xfrm>
            <a:custGeom>
              <a:avLst/>
              <a:gdLst/>
              <a:ahLst/>
              <a:cxnLst/>
              <a:rect l="l" t="t" r="r" b="b"/>
              <a:pathLst>
                <a:path w="186689" h="6350">
                  <a:moveTo>
                    <a:pt x="186690" y="5080"/>
                  </a:moveTo>
                  <a:lnTo>
                    <a:pt x="185420" y="5080"/>
                  </a:lnTo>
                  <a:lnTo>
                    <a:pt x="185420" y="0"/>
                  </a:lnTo>
                  <a:lnTo>
                    <a:pt x="1270" y="0"/>
                  </a:lnTo>
                  <a:lnTo>
                    <a:pt x="1270" y="5080"/>
                  </a:lnTo>
                  <a:lnTo>
                    <a:pt x="0" y="5080"/>
                  </a:lnTo>
                  <a:lnTo>
                    <a:pt x="0" y="6350"/>
                  </a:lnTo>
                  <a:lnTo>
                    <a:pt x="186690" y="6350"/>
                  </a:lnTo>
                  <a:lnTo>
                    <a:pt x="186690" y="5080"/>
                  </a:lnTo>
                  <a:close/>
                </a:path>
              </a:pathLst>
            </a:custGeom>
            <a:solidFill>
              <a:srgbClr val="1B271B"/>
            </a:solidFill>
          </p:spPr>
          <p:txBody>
            <a:bodyPr wrap="square" lIns="0" tIns="0" rIns="0" bIns="0" rtlCol="0"/>
            <a:lstStyle/>
            <a:p/>
          </p:txBody>
        </p:sp>
        <p:sp>
          <p:nvSpPr>
            <p:cNvPr id="1922" name="object 1922"/>
            <p:cNvSpPr/>
            <p:nvPr/>
          </p:nvSpPr>
          <p:spPr>
            <a:xfrm>
              <a:off x="6019800" y="1206499"/>
              <a:ext cx="187960" cy="7620"/>
            </a:xfrm>
            <a:custGeom>
              <a:avLst/>
              <a:gdLst/>
              <a:ahLst/>
              <a:cxnLst/>
              <a:rect l="l" t="t" r="r" b="b"/>
              <a:pathLst>
                <a:path w="187960"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1D261D"/>
            </a:solidFill>
          </p:spPr>
          <p:txBody>
            <a:bodyPr wrap="square" lIns="0" tIns="0" rIns="0" bIns="0" rtlCol="0"/>
            <a:lstStyle/>
            <a:p/>
          </p:txBody>
        </p:sp>
        <p:sp>
          <p:nvSpPr>
            <p:cNvPr id="1923" name="object 1923"/>
            <p:cNvSpPr/>
            <p:nvPr/>
          </p:nvSpPr>
          <p:spPr>
            <a:xfrm>
              <a:off x="6018530" y="1214119"/>
              <a:ext cx="190500" cy="7620"/>
            </a:xfrm>
            <a:custGeom>
              <a:avLst/>
              <a:gdLst/>
              <a:ahLst/>
              <a:cxnLst/>
              <a:rect l="l" t="t" r="r" b="b"/>
              <a:pathLst>
                <a:path w="190500" h="7619">
                  <a:moveTo>
                    <a:pt x="190500" y="0"/>
                  </a:moveTo>
                  <a:lnTo>
                    <a:pt x="1270" y="0"/>
                  </a:lnTo>
                  <a:lnTo>
                    <a:pt x="1270" y="5080"/>
                  </a:lnTo>
                  <a:lnTo>
                    <a:pt x="0" y="5080"/>
                  </a:lnTo>
                  <a:lnTo>
                    <a:pt x="0" y="7620"/>
                  </a:lnTo>
                  <a:lnTo>
                    <a:pt x="190500" y="7620"/>
                  </a:lnTo>
                  <a:lnTo>
                    <a:pt x="190500" y="5080"/>
                  </a:lnTo>
                  <a:lnTo>
                    <a:pt x="190500" y="0"/>
                  </a:lnTo>
                  <a:close/>
                </a:path>
              </a:pathLst>
            </a:custGeom>
            <a:solidFill>
              <a:srgbClr val="1E261E"/>
            </a:solidFill>
          </p:spPr>
          <p:txBody>
            <a:bodyPr wrap="square" lIns="0" tIns="0" rIns="0" bIns="0" rtlCol="0"/>
            <a:lstStyle/>
            <a:p/>
          </p:txBody>
        </p:sp>
        <p:sp>
          <p:nvSpPr>
            <p:cNvPr id="1924" name="object 1924"/>
            <p:cNvSpPr/>
            <p:nvPr/>
          </p:nvSpPr>
          <p:spPr>
            <a:xfrm>
              <a:off x="6017260" y="1221739"/>
              <a:ext cx="193040" cy="6350"/>
            </a:xfrm>
            <a:custGeom>
              <a:avLst/>
              <a:gdLst/>
              <a:ahLst/>
              <a:cxnLst/>
              <a:rect l="l" t="t" r="r" b="b"/>
              <a:pathLst>
                <a:path w="193039" h="6350">
                  <a:moveTo>
                    <a:pt x="193040" y="0"/>
                  </a:moveTo>
                  <a:lnTo>
                    <a:pt x="1270" y="0"/>
                  </a:lnTo>
                  <a:lnTo>
                    <a:pt x="1270" y="5080"/>
                  </a:lnTo>
                  <a:lnTo>
                    <a:pt x="0" y="5080"/>
                  </a:lnTo>
                  <a:lnTo>
                    <a:pt x="0" y="6350"/>
                  </a:lnTo>
                  <a:lnTo>
                    <a:pt x="193040" y="6350"/>
                  </a:lnTo>
                  <a:lnTo>
                    <a:pt x="193040" y="5080"/>
                  </a:lnTo>
                  <a:lnTo>
                    <a:pt x="193040" y="0"/>
                  </a:lnTo>
                  <a:close/>
                </a:path>
              </a:pathLst>
            </a:custGeom>
            <a:solidFill>
              <a:srgbClr val="202520"/>
            </a:solidFill>
          </p:spPr>
          <p:txBody>
            <a:bodyPr wrap="square" lIns="0" tIns="0" rIns="0" bIns="0" rtlCol="0"/>
            <a:lstStyle/>
            <a:p/>
          </p:txBody>
        </p:sp>
        <p:sp>
          <p:nvSpPr>
            <p:cNvPr id="1925" name="object 1925"/>
            <p:cNvSpPr/>
            <p:nvPr/>
          </p:nvSpPr>
          <p:spPr>
            <a:xfrm>
              <a:off x="6017260" y="1228089"/>
              <a:ext cx="194310" cy="7620"/>
            </a:xfrm>
            <a:custGeom>
              <a:avLst/>
              <a:gdLst/>
              <a:ahLst/>
              <a:cxnLst/>
              <a:rect l="l" t="t" r="r" b="b"/>
              <a:pathLst>
                <a:path w="194310" h="7619">
                  <a:moveTo>
                    <a:pt x="194310" y="1270"/>
                  </a:moveTo>
                  <a:lnTo>
                    <a:pt x="193040" y="1270"/>
                  </a:lnTo>
                  <a:lnTo>
                    <a:pt x="193040" y="0"/>
                  </a:lnTo>
                  <a:lnTo>
                    <a:pt x="0" y="0"/>
                  </a:lnTo>
                  <a:lnTo>
                    <a:pt x="0" y="1270"/>
                  </a:lnTo>
                  <a:lnTo>
                    <a:pt x="0" y="7620"/>
                  </a:lnTo>
                  <a:lnTo>
                    <a:pt x="194310" y="7620"/>
                  </a:lnTo>
                  <a:lnTo>
                    <a:pt x="194310" y="1270"/>
                  </a:lnTo>
                  <a:close/>
                </a:path>
              </a:pathLst>
            </a:custGeom>
            <a:solidFill>
              <a:srgbClr val="212521"/>
            </a:solidFill>
          </p:spPr>
          <p:txBody>
            <a:bodyPr wrap="square" lIns="0" tIns="0" rIns="0" bIns="0" rtlCol="0"/>
            <a:lstStyle/>
            <a:p/>
          </p:txBody>
        </p:sp>
        <p:sp>
          <p:nvSpPr>
            <p:cNvPr id="1926" name="object 1926"/>
            <p:cNvSpPr/>
            <p:nvPr/>
          </p:nvSpPr>
          <p:spPr>
            <a:xfrm>
              <a:off x="6015990" y="1235709"/>
              <a:ext cx="196850" cy="7620"/>
            </a:xfrm>
            <a:custGeom>
              <a:avLst/>
              <a:gdLst/>
              <a:ahLst/>
              <a:cxnLst/>
              <a:rect l="l" t="t" r="r" b="b"/>
              <a:pathLst>
                <a:path w="196850" h="7619">
                  <a:moveTo>
                    <a:pt x="196850" y="2540"/>
                  </a:moveTo>
                  <a:lnTo>
                    <a:pt x="195567" y="2540"/>
                  </a:lnTo>
                  <a:lnTo>
                    <a:pt x="195567" y="1270"/>
                  </a:lnTo>
                  <a:lnTo>
                    <a:pt x="195567" y="0"/>
                  </a:lnTo>
                  <a:lnTo>
                    <a:pt x="1270" y="0"/>
                  </a:lnTo>
                  <a:lnTo>
                    <a:pt x="1270" y="1270"/>
                  </a:lnTo>
                  <a:lnTo>
                    <a:pt x="0" y="1270"/>
                  </a:lnTo>
                  <a:lnTo>
                    <a:pt x="0" y="2540"/>
                  </a:lnTo>
                  <a:lnTo>
                    <a:pt x="0" y="7620"/>
                  </a:lnTo>
                  <a:lnTo>
                    <a:pt x="196850" y="7620"/>
                  </a:lnTo>
                  <a:lnTo>
                    <a:pt x="196850" y="2540"/>
                  </a:lnTo>
                  <a:close/>
                </a:path>
              </a:pathLst>
            </a:custGeom>
            <a:solidFill>
              <a:srgbClr val="222422"/>
            </a:solidFill>
          </p:spPr>
          <p:txBody>
            <a:bodyPr wrap="square" lIns="0" tIns="0" rIns="0" bIns="0" rtlCol="0"/>
            <a:lstStyle/>
            <a:p/>
          </p:txBody>
        </p:sp>
        <p:sp>
          <p:nvSpPr>
            <p:cNvPr id="1927" name="object 1927"/>
            <p:cNvSpPr/>
            <p:nvPr/>
          </p:nvSpPr>
          <p:spPr>
            <a:xfrm>
              <a:off x="6014720" y="1243329"/>
              <a:ext cx="199390" cy="6350"/>
            </a:xfrm>
            <a:custGeom>
              <a:avLst/>
              <a:gdLst/>
              <a:ahLst/>
              <a:cxnLst/>
              <a:rect l="l" t="t" r="r" b="b"/>
              <a:pathLst>
                <a:path w="199389" h="6350">
                  <a:moveTo>
                    <a:pt x="199390" y="2540"/>
                  </a:moveTo>
                  <a:lnTo>
                    <a:pt x="198120" y="2540"/>
                  </a:lnTo>
                  <a:lnTo>
                    <a:pt x="198120" y="0"/>
                  </a:lnTo>
                  <a:lnTo>
                    <a:pt x="1270" y="0"/>
                  </a:lnTo>
                  <a:lnTo>
                    <a:pt x="1270" y="2540"/>
                  </a:lnTo>
                  <a:lnTo>
                    <a:pt x="0" y="2540"/>
                  </a:lnTo>
                  <a:lnTo>
                    <a:pt x="0" y="6350"/>
                  </a:lnTo>
                  <a:lnTo>
                    <a:pt x="199390" y="6350"/>
                  </a:lnTo>
                  <a:lnTo>
                    <a:pt x="199390" y="2667"/>
                  </a:lnTo>
                  <a:lnTo>
                    <a:pt x="199390" y="2540"/>
                  </a:lnTo>
                  <a:close/>
                </a:path>
              </a:pathLst>
            </a:custGeom>
            <a:solidFill>
              <a:srgbClr val="242424"/>
            </a:solidFill>
          </p:spPr>
          <p:txBody>
            <a:bodyPr wrap="square" lIns="0" tIns="0" rIns="0" bIns="0" rtlCol="0"/>
            <a:lstStyle/>
            <a:p/>
          </p:txBody>
        </p:sp>
        <p:sp>
          <p:nvSpPr>
            <p:cNvPr id="1928" name="object 1928"/>
            <p:cNvSpPr/>
            <p:nvPr/>
          </p:nvSpPr>
          <p:spPr>
            <a:xfrm>
              <a:off x="6013450" y="1249679"/>
              <a:ext cx="201930" cy="7620"/>
            </a:xfrm>
            <a:custGeom>
              <a:avLst/>
              <a:gdLst/>
              <a:ahLst/>
              <a:cxnLst/>
              <a:rect l="l" t="t" r="r" b="b"/>
              <a:pathLst>
                <a:path w="201929" h="7619">
                  <a:moveTo>
                    <a:pt x="100330" y="0"/>
                  </a:moveTo>
                  <a:lnTo>
                    <a:pt x="1270" y="0"/>
                  </a:lnTo>
                  <a:lnTo>
                    <a:pt x="1270" y="1270"/>
                  </a:lnTo>
                  <a:lnTo>
                    <a:pt x="1270" y="2540"/>
                  </a:lnTo>
                  <a:lnTo>
                    <a:pt x="1270" y="3810"/>
                  </a:lnTo>
                  <a:lnTo>
                    <a:pt x="1270" y="5080"/>
                  </a:lnTo>
                  <a:lnTo>
                    <a:pt x="0" y="508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7790" y="2540"/>
                  </a:lnTo>
                  <a:lnTo>
                    <a:pt x="97790" y="1270"/>
                  </a:lnTo>
                  <a:lnTo>
                    <a:pt x="100330" y="1270"/>
                  </a:lnTo>
                  <a:lnTo>
                    <a:pt x="100330" y="0"/>
                  </a:lnTo>
                  <a:close/>
                </a:path>
                <a:path w="201929" h="7619">
                  <a:moveTo>
                    <a:pt x="201930" y="5080"/>
                  </a:moveTo>
                  <a:lnTo>
                    <a:pt x="200660" y="5080"/>
                  </a:lnTo>
                  <a:lnTo>
                    <a:pt x="200660" y="3810"/>
                  </a:lnTo>
                  <a:lnTo>
                    <a:pt x="200660" y="2540"/>
                  </a:lnTo>
                  <a:lnTo>
                    <a:pt x="200660" y="0"/>
                  </a:lnTo>
                  <a:lnTo>
                    <a:pt x="101600" y="0"/>
                  </a:lnTo>
                  <a:lnTo>
                    <a:pt x="101600" y="2540"/>
                  </a:lnTo>
                  <a:lnTo>
                    <a:pt x="104140" y="2540"/>
                  </a:lnTo>
                  <a:lnTo>
                    <a:pt x="104140" y="3810"/>
                  </a:lnTo>
                  <a:lnTo>
                    <a:pt x="105410" y="3810"/>
                  </a:lnTo>
                  <a:lnTo>
                    <a:pt x="105410" y="5080"/>
                  </a:lnTo>
                  <a:lnTo>
                    <a:pt x="106680" y="5080"/>
                  </a:lnTo>
                  <a:lnTo>
                    <a:pt x="106680" y="6350"/>
                  </a:lnTo>
                  <a:lnTo>
                    <a:pt x="107950" y="6350"/>
                  </a:lnTo>
                  <a:lnTo>
                    <a:pt x="107950" y="7620"/>
                  </a:lnTo>
                  <a:lnTo>
                    <a:pt x="201930" y="7620"/>
                  </a:lnTo>
                  <a:lnTo>
                    <a:pt x="201930" y="6350"/>
                  </a:lnTo>
                  <a:lnTo>
                    <a:pt x="201930" y="5080"/>
                  </a:lnTo>
                  <a:close/>
                </a:path>
              </a:pathLst>
            </a:custGeom>
            <a:solidFill>
              <a:srgbClr val="252325"/>
            </a:solidFill>
          </p:spPr>
          <p:txBody>
            <a:bodyPr wrap="square" lIns="0" tIns="0" rIns="0" bIns="0" rtlCol="0"/>
            <a:lstStyle/>
            <a:p/>
          </p:txBody>
        </p:sp>
        <p:sp>
          <p:nvSpPr>
            <p:cNvPr id="1929" name="object 1929"/>
            <p:cNvSpPr/>
            <p:nvPr/>
          </p:nvSpPr>
          <p:spPr>
            <a:xfrm>
              <a:off x="6013450" y="1257299"/>
              <a:ext cx="201930" cy="7620"/>
            </a:xfrm>
            <a:custGeom>
              <a:avLst/>
              <a:gdLst/>
              <a:ahLst/>
              <a:cxnLst/>
              <a:rect l="l" t="t" r="r" b="b"/>
              <a:pathLst>
                <a:path w="201929" h="7619">
                  <a:moveTo>
                    <a:pt x="91440" y="0"/>
                  </a:moveTo>
                  <a:lnTo>
                    <a:pt x="0" y="0"/>
                  </a:lnTo>
                  <a:lnTo>
                    <a:pt x="0" y="2540"/>
                  </a:lnTo>
                  <a:lnTo>
                    <a:pt x="0" y="3810"/>
                  </a:lnTo>
                  <a:lnTo>
                    <a:pt x="0" y="5080"/>
                  </a:lnTo>
                  <a:lnTo>
                    <a:pt x="0" y="7620"/>
                  </a:lnTo>
                  <a:lnTo>
                    <a:pt x="88900" y="7620"/>
                  </a:lnTo>
                  <a:lnTo>
                    <a:pt x="88900" y="5080"/>
                  </a:lnTo>
                  <a:lnTo>
                    <a:pt x="90170" y="5080"/>
                  </a:lnTo>
                  <a:lnTo>
                    <a:pt x="90170" y="3810"/>
                  </a:lnTo>
                  <a:lnTo>
                    <a:pt x="90170" y="2540"/>
                  </a:lnTo>
                  <a:lnTo>
                    <a:pt x="91440" y="2540"/>
                  </a:lnTo>
                  <a:lnTo>
                    <a:pt x="91440" y="0"/>
                  </a:lnTo>
                  <a:close/>
                </a:path>
                <a:path w="201929" h="7619">
                  <a:moveTo>
                    <a:pt x="201930" y="0"/>
                  </a:moveTo>
                  <a:lnTo>
                    <a:pt x="109220" y="0"/>
                  </a:lnTo>
                  <a:lnTo>
                    <a:pt x="109220" y="3810"/>
                  </a:lnTo>
                  <a:lnTo>
                    <a:pt x="110490" y="3810"/>
                  </a:lnTo>
                  <a:lnTo>
                    <a:pt x="110490" y="6350"/>
                  </a:lnTo>
                  <a:lnTo>
                    <a:pt x="111760" y="6350"/>
                  </a:lnTo>
                  <a:lnTo>
                    <a:pt x="111760" y="7620"/>
                  </a:lnTo>
                  <a:lnTo>
                    <a:pt x="201930" y="7620"/>
                  </a:lnTo>
                  <a:lnTo>
                    <a:pt x="201930" y="6350"/>
                  </a:lnTo>
                  <a:lnTo>
                    <a:pt x="201930" y="3810"/>
                  </a:lnTo>
                  <a:lnTo>
                    <a:pt x="201930" y="0"/>
                  </a:lnTo>
                  <a:close/>
                </a:path>
              </a:pathLst>
            </a:custGeom>
            <a:solidFill>
              <a:srgbClr val="272227"/>
            </a:solidFill>
          </p:spPr>
          <p:txBody>
            <a:bodyPr wrap="square" lIns="0" tIns="0" rIns="0" bIns="0" rtlCol="0"/>
            <a:lstStyle/>
            <a:p/>
          </p:txBody>
        </p:sp>
        <p:sp>
          <p:nvSpPr>
            <p:cNvPr id="1930" name="object 1930"/>
            <p:cNvSpPr/>
            <p:nvPr/>
          </p:nvSpPr>
          <p:spPr>
            <a:xfrm>
              <a:off x="6012180" y="1264919"/>
              <a:ext cx="204470" cy="6350"/>
            </a:xfrm>
            <a:custGeom>
              <a:avLst/>
              <a:gdLst/>
              <a:ahLst/>
              <a:cxnLst/>
              <a:rect l="l" t="t" r="r" b="b"/>
              <a:pathLst>
                <a:path w="204470" h="6350">
                  <a:moveTo>
                    <a:pt x="90170" y="0"/>
                  </a:moveTo>
                  <a:lnTo>
                    <a:pt x="88900" y="0"/>
                  </a:lnTo>
                  <a:lnTo>
                    <a:pt x="0" y="0"/>
                  </a:lnTo>
                  <a:lnTo>
                    <a:pt x="0" y="3810"/>
                  </a:lnTo>
                  <a:lnTo>
                    <a:pt x="0" y="6350"/>
                  </a:lnTo>
                  <a:lnTo>
                    <a:pt x="87617" y="6350"/>
                  </a:lnTo>
                  <a:lnTo>
                    <a:pt x="87617" y="3810"/>
                  </a:lnTo>
                  <a:lnTo>
                    <a:pt x="88900" y="3810"/>
                  </a:lnTo>
                  <a:lnTo>
                    <a:pt x="88900" y="127"/>
                  </a:lnTo>
                  <a:lnTo>
                    <a:pt x="90170" y="127"/>
                  </a:lnTo>
                  <a:lnTo>
                    <a:pt x="90170" y="0"/>
                  </a:lnTo>
                  <a:close/>
                </a:path>
                <a:path w="204470" h="6350">
                  <a:moveTo>
                    <a:pt x="204470" y="1270"/>
                  </a:moveTo>
                  <a:lnTo>
                    <a:pt x="203200" y="1270"/>
                  </a:lnTo>
                  <a:lnTo>
                    <a:pt x="203200" y="127"/>
                  </a:lnTo>
                  <a:lnTo>
                    <a:pt x="113030" y="127"/>
                  </a:lnTo>
                  <a:lnTo>
                    <a:pt x="113030" y="1397"/>
                  </a:lnTo>
                  <a:lnTo>
                    <a:pt x="114300" y="1397"/>
                  </a:lnTo>
                  <a:lnTo>
                    <a:pt x="114300" y="5080"/>
                  </a:lnTo>
                  <a:lnTo>
                    <a:pt x="115570" y="5080"/>
                  </a:lnTo>
                  <a:lnTo>
                    <a:pt x="115570" y="6350"/>
                  </a:lnTo>
                  <a:lnTo>
                    <a:pt x="204470" y="6350"/>
                  </a:lnTo>
                  <a:lnTo>
                    <a:pt x="204470" y="5080"/>
                  </a:lnTo>
                  <a:lnTo>
                    <a:pt x="204470" y="1270"/>
                  </a:lnTo>
                  <a:close/>
                </a:path>
              </a:pathLst>
            </a:custGeom>
            <a:solidFill>
              <a:srgbClr val="282228"/>
            </a:solidFill>
          </p:spPr>
          <p:txBody>
            <a:bodyPr wrap="square" lIns="0" tIns="0" rIns="0" bIns="0" rtlCol="0"/>
            <a:lstStyle/>
            <a:p/>
          </p:txBody>
        </p:sp>
        <p:sp>
          <p:nvSpPr>
            <p:cNvPr id="1931" name="object 1931"/>
            <p:cNvSpPr/>
            <p:nvPr/>
          </p:nvSpPr>
          <p:spPr>
            <a:xfrm>
              <a:off x="6010910" y="1271269"/>
              <a:ext cx="205740" cy="7620"/>
            </a:xfrm>
            <a:custGeom>
              <a:avLst/>
              <a:gdLst/>
              <a:ahLst/>
              <a:cxnLst/>
              <a:rect l="l" t="t" r="r" b="b"/>
              <a:pathLst>
                <a:path w="205739" h="7619">
                  <a:moveTo>
                    <a:pt x="86360" y="6476"/>
                  </a:moveTo>
                  <a:lnTo>
                    <a:pt x="0" y="6476"/>
                  </a:lnTo>
                  <a:lnTo>
                    <a:pt x="0" y="7619"/>
                  </a:lnTo>
                  <a:lnTo>
                    <a:pt x="86360" y="7619"/>
                  </a:lnTo>
                  <a:lnTo>
                    <a:pt x="86360" y="6476"/>
                  </a:lnTo>
                  <a:close/>
                </a:path>
                <a:path w="205739" h="7619">
                  <a:moveTo>
                    <a:pt x="87629" y="2666"/>
                  </a:moveTo>
                  <a:lnTo>
                    <a:pt x="1269" y="2666"/>
                  </a:lnTo>
                  <a:lnTo>
                    <a:pt x="1269" y="3809"/>
                  </a:lnTo>
                  <a:lnTo>
                    <a:pt x="0" y="3809"/>
                  </a:lnTo>
                  <a:lnTo>
                    <a:pt x="0" y="6349"/>
                  </a:lnTo>
                  <a:lnTo>
                    <a:pt x="86360" y="6349"/>
                  </a:lnTo>
                  <a:lnTo>
                    <a:pt x="87629" y="6476"/>
                  </a:lnTo>
                  <a:lnTo>
                    <a:pt x="87629" y="2666"/>
                  </a:lnTo>
                  <a:close/>
                </a:path>
                <a:path w="205739" h="7619">
                  <a:moveTo>
                    <a:pt x="88899" y="0"/>
                  </a:moveTo>
                  <a:lnTo>
                    <a:pt x="1269" y="0"/>
                  </a:lnTo>
                  <a:lnTo>
                    <a:pt x="1269" y="2539"/>
                  </a:lnTo>
                  <a:lnTo>
                    <a:pt x="87629" y="2539"/>
                  </a:lnTo>
                  <a:lnTo>
                    <a:pt x="87629" y="2666"/>
                  </a:lnTo>
                  <a:lnTo>
                    <a:pt x="88899" y="2666"/>
                  </a:lnTo>
                  <a:lnTo>
                    <a:pt x="88899" y="0"/>
                  </a:lnTo>
                  <a:close/>
                </a:path>
                <a:path w="205739" h="7619">
                  <a:moveTo>
                    <a:pt x="205739" y="6476"/>
                  </a:moveTo>
                  <a:lnTo>
                    <a:pt x="119379" y="6476"/>
                  </a:lnTo>
                  <a:lnTo>
                    <a:pt x="119379" y="7619"/>
                  </a:lnTo>
                  <a:lnTo>
                    <a:pt x="205739" y="7619"/>
                  </a:lnTo>
                  <a:lnTo>
                    <a:pt x="205739" y="6476"/>
                  </a:lnTo>
                  <a:close/>
                </a:path>
                <a:path w="205739" h="7619">
                  <a:moveTo>
                    <a:pt x="205739" y="2666"/>
                  </a:moveTo>
                  <a:lnTo>
                    <a:pt x="118110" y="2666"/>
                  </a:lnTo>
                  <a:lnTo>
                    <a:pt x="118110" y="5206"/>
                  </a:lnTo>
                  <a:lnTo>
                    <a:pt x="119379" y="5206"/>
                  </a:lnTo>
                  <a:lnTo>
                    <a:pt x="119379" y="6349"/>
                  </a:lnTo>
                  <a:lnTo>
                    <a:pt x="205739" y="6349"/>
                  </a:lnTo>
                  <a:lnTo>
                    <a:pt x="205739" y="2666"/>
                  </a:lnTo>
                  <a:close/>
                </a:path>
                <a:path w="205739" h="7619">
                  <a:moveTo>
                    <a:pt x="205739" y="0"/>
                  </a:moveTo>
                  <a:lnTo>
                    <a:pt x="116839" y="0"/>
                  </a:lnTo>
                  <a:lnTo>
                    <a:pt x="116839" y="2666"/>
                  </a:lnTo>
                  <a:lnTo>
                    <a:pt x="118110" y="2666"/>
                  </a:lnTo>
                  <a:lnTo>
                    <a:pt x="118110" y="2539"/>
                  </a:lnTo>
                  <a:lnTo>
                    <a:pt x="205739" y="2539"/>
                  </a:lnTo>
                  <a:lnTo>
                    <a:pt x="205739" y="0"/>
                  </a:lnTo>
                  <a:close/>
                </a:path>
              </a:pathLst>
            </a:custGeom>
            <a:solidFill>
              <a:srgbClr val="2A212A"/>
            </a:solidFill>
          </p:spPr>
          <p:txBody>
            <a:bodyPr wrap="square" lIns="0" tIns="0" rIns="0" bIns="0" rtlCol="0"/>
            <a:lstStyle/>
            <a:p/>
          </p:txBody>
        </p:sp>
        <p:sp>
          <p:nvSpPr>
            <p:cNvPr id="1932" name="object 1932"/>
            <p:cNvSpPr/>
            <p:nvPr/>
          </p:nvSpPr>
          <p:spPr>
            <a:xfrm>
              <a:off x="6010910" y="1278889"/>
              <a:ext cx="207010" cy="7620"/>
            </a:xfrm>
            <a:custGeom>
              <a:avLst/>
              <a:gdLst/>
              <a:ahLst/>
              <a:cxnLst/>
              <a:rect l="l" t="t" r="r" b="b"/>
              <a:pathLst>
                <a:path w="207010" h="7619">
                  <a:moveTo>
                    <a:pt x="86360" y="0"/>
                  </a:moveTo>
                  <a:lnTo>
                    <a:pt x="0" y="0"/>
                  </a:lnTo>
                  <a:lnTo>
                    <a:pt x="0" y="7620"/>
                  </a:lnTo>
                  <a:lnTo>
                    <a:pt x="85089" y="7620"/>
                  </a:lnTo>
                  <a:lnTo>
                    <a:pt x="85089" y="6476"/>
                  </a:lnTo>
                  <a:lnTo>
                    <a:pt x="86360" y="6476"/>
                  </a:lnTo>
                  <a:lnTo>
                    <a:pt x="86360" y="0"/>
                  </a:lnTo>
                  <a:close/>
                </a:path>
                <a:path w="207010" h="7619">
                  <a:moveTo>
                    <a:pt x="205739" y="0"/>
                  </a:moveTo>
                  <a:lnTo>
                    <a:pt x="119379" y="0"/>
                  </a:lnTo>
                  <a:lnTo>
                    <a:pt x="119379" y="1397"/>
                  </a:lnTo>
                  <a:lnTo>
                    <a:pt x="120650" y="1397"/>
                  </a:lnTo>
                  <a:lnTo>
                    <a:pt x="120650" y="7620"/>
                  </a:lnTo>
                  <a:lnTo>
                    <a:pt x="207009" y="7620"/>
                  </a:lnTo>
                  <a:lnTo>
                    <a:pt x="207009" y="126"/>
                  </a:lnTo>
                  <a:lnTo>
                    <a:pt x="205739" y="126"/>
                  </a:lnTo>
                  <a:close/>
                </a:path>
              </a:pathLst>
            </a:custGeom>
            <a:solidFill>
              <a:srgbClr val="2B212B"/>
            </a:solidFill>
          </p:spPr>
          <p:txBody>
            <a:bodyPr wrap="square" lIns="0" tIns="0" rIns="0" bIns="0" rtlCol="0"/>
            <a:lstStyle/>
            <a:p/>
          </p:txBody>
        </p:sp>
        <p:sp>
          <p:nvSpPr>
            <p:cNvPr id="1933" name="object 1933"/>
            <p:cNvSpPr/>
            <p:nvPr/>
          </p:nvSpPr>
          <p:spPr>
            <a:xfrm>
              <a:off x="6009640" y="1286509"/>
              <a:ext cx="208279" cy="6350"/>
            </a:xfrm>
            <a:custGeom>
              <a:avLst/>
              <a:gdLst/>
              <a:ahLst/>
              <a:cxnLst/>
              <a:rect l="l" t="t" r="r" b="b"/>
              <a:pathLst>
                <a:path w="208279" h="6350">
                  <a:moveTo>
                    <a:pt x="86360" y="0"/>
                  </a:moveTo>
                  <a:lnTo>
                    <a:pt x="1270" y="0"/>
                  </a:lnTo>
                  <a:lnTo>
                    <a:pt x="1270" y="1269"/>
                  </a:lnTo>
                  <a:lnTo>
                    <a:pt x="0" y="1269"/>
                  </a:lnTo>
                  <a:lnTo>
                    <a:pt x="0" y="6350"/>
                  </a:lnTo>
                  <a:lnTo>
                    <a:pt x="85089" y="6350"/>
                  </a:lnTo>
                  <a:lnTo>
                    <a:pt x="85089" y="2666"/>
                  </a:lnTo>
                  <a:lnTo>
                    <a:pt x="86360" y="2666"/>
                  </a:lnTo>
                  <a:lnTo>
                    <a:pt x="86360" y="0"/>
                  </a:lnTo>
                  <a:close/>
                </a:path>
                <a:path w="208279" h="6350">
                  <a:moveTo>
                    <a:pt x="208279" y="0"/>
                  </a:moveTo>
                  <a:lnTo>
                    <a:pt x="121920" y="0"/>
                  </a:lnTo>
                  <a:lnTo>
                    <a:pt x="121920" y="2666"/>
                  </a:lnTo>
                  <a:lnTo>
                    <a:pt x="123189" y="2666"/>
                  </a:lnTo>
                  <a:lnTo>
                    <a:pt x="123189" y="6350"/>
                  </a:lnTo>
                  <a:lnTo>
                    <a:pt x="208279" y="6350"/>
                  </a:lnTo>
                  <a:lnTo>
                    <a:pt x="208279" y="0"/>
                  </a:lnTo>
                  <a:close/>
                </a:path>
              </a:pathLst>
            </a:custGeom>
            <a:solidFill>
              <a:srgbClr val="2D202D"/>
            </a:solidFill>
          </p:spPr>
          <p:txBody>
            <a:bodyPr wrap="square" lIns="0" tIns="0" rIns="0" bIns="0" rtlCol="0"/>
            <a:lstStyle/>
            <a:p/>
          </p:txBody>
        </p:sp>
        <p:sp>
          <p:nvSpPr>
            <p:cNvPr id="1934" name="object 1934"/>
            <p:cNvSpPr/>
            <p:nvPr/>
          </p:nvSpPr>
          <p:spPr>
            <a:xfrm>
              <a:off x="6009640" y="1292859"/>
              <a:ext cx="209550" cy="7620"/>
            </a:xfrm>
            <a:custGeom>
              <a:avLst/>
              <a:gdLst/>
              <a:ahLst/>
              <a:cxnLst/>
              <a:rect l="l" t="t" r="r" b="b"/>
              <a:pathLst>
                <a:path w="209550" h="7619">
                  <a:moveTo>
                    <a:pt x="85089" y="6476"/>
                  </a:moveTo>
                  <a:lnTo>
                    <a:pt x="0" y="6476"/>
                  </a:lnTo>
                  <a:lnTo>
                    <a:pt x="0" y="7619"/>
                  </a:lnTo>
                  <a:lnTo>
                    <a:pt x="85089" y="7619"/>
                  </a:lnTo>
                  <a:lnTo>
                    <a:pt x="85089" y="6476"/>
                  </a:lnTo>
                  <a:close/>
                </a:path>
                <a:path w="209550" h="7619">
                  <a:moveTo>
                    <a:pt x="209550" y="6349"/>
                  </a:moveTo>
                  <a:lnTo>
                    <a:pt x="208279" y="6349"/>
                  </a:lnTo>
                  <a:lnTo>
                    <a:pt x="208279" y="6476"/>
                  </a:lnTo>
                  <a:lnTo>
                    <a:pt x="123189" y="6476"/>
                  </a:lnTo>
                  <a:lnTo>
                    <a:pt x="123189" y="7619"/>
                  </a:lnTo>
                  <a:lnTo>
                    <a:pt x="209550" y="7619"/>
                  </a:lnTo>
                  <a:lnTo>
                    <a:pt x="209550" y="6349"/>
                  </a:lnTo>
                  <a:close/>
                </a:path>
                <a:path w="209550" h="7619">
                  <a:moveTo>
                    <a:pt x="208279" y="0"/>
                  </a:moveTo>
                  <a:lnTo>
                    <a:pt x="123189" y="0"/>
                  </a:lnTo>
                  <a:lnTo>
                    <a:pt x="123189" y="6349"/>
                  </a:lnTo>
                  <a:lnTo>
                    <a:pt x="208279" y="6349"/>
                  </a:lnTo>
                  <a:lnTo>
                    <a:pt x="208279" y="0"/>
                  </a:lnTo>
                  <a:close/>
                </a:path>
                <a:path w="209550" h="7619">
                  <a:moveTo>
                    <a:pt x="85089" y="0"/>
                  </a:moveTo>
                  <a:lnTo>
                    <a:pt x="0" y="0"/>
                  </a:lnTo>
                  <a:lnTo>
                    <a:pt x="0" y="6349"/>
                  </a:lnTo>
                  <a:lnTo>
                    <a:pt x="85089" y="6349"/>
                  </a:lnTo>
                  <a:lnTo>
                    <a:pt x="85089" y="0"/>
                  </a:lnTo>
                  <a:close/>
                </a:path>
              </a:pathLst>
            </a:custGeom>
            <a:solidFill>
              <a:srgbClr val="2E202E"/>
            </a:solidFill>
          </p:spPr>
          <p:txBody>
            <a:bodyPr wrap="square" lIns="0" tIns="0" rIns="0" bIns="0" rtlCol="0"/>
            <a:lstStyle/>
            <a:p/>
          </p:txBody>
        </p:sp>
        <p:sp>
          <p:nvSpPr>
            <p:cNvPr id="1935" name="object 1935"/>
            <p:cNvSpPr/>
            <p:nvPr/>
          </p:nvSpPr>
          <p:spPr>
            <a:xfrm>
              <a:off x="6008370" y="1300479"/>
              <a:ext cx="210820" cy="7620"/>
            </a:xfrm>
            <a:custGeom>
              <a:avLst/>
              <a:gdLst/>
              <a:ahLst/>
              <a:cxnLst/>
              <a:rect l="l" t="t" r="r" b="b"/>
              <a:pathLst>
                <a:path w="210820" h="7619">
                  <a:moveTo>
                    <a:pt x="85089" y="0"/>
                  </a:moveTo>
                  <a:lnTo>
                    <a:pt x="1269" y="0"/>
                  </a:lnTo>
                  <a:lnTo>
                    <a:pt x="1269" y="2540"/>
                  </a:lnTo>
                  <a:lnTo>
                    <a:pt x="0" y="2540"/>
                  </a:lnTo>
                  <a:lnTo>
                    <a:pt x="0" y="7620"/>
                  </a:lnTo>
                  <a:lnTo>
                    <a:pt x="85089" y="7620"/>
                  </a:lnTo>
                  <a:lnTo>
                    <a:pt x="85089" y="0"/>
                  </a:lnTo>
                  <a:close/>
                </a:path>
                <a:path w="210820" h="7619">
                  <a:moveTo>
                    <a:pt x="210819" y="0"/>
                  </a:moveTo>
                  <a:lnTo>
                    <a:pt x="125729" y="0"/>
                  </a:lnTo>
                  <a:lnTo>
                    <a:pt x="125729" y="7620"/>
                  </a:lnTo>
                  <a:lnTo>
                    <a:pt x="210819" y="7620"/>
                  </a:lnTo>
                  <a:lnTo>
                    <a:pt x="210819" y="0"/>
                  </a:lnTo>
                  <a:close/>
                </a:path>
              </a:pathLst>
            </a:custGeom>
            <a:solidFill>
              <a:srgbClr val="2F1F2F"/>
            </a:solidFill>
          </p:spPr>
          <p:txBody>
            <a:bodyPr wrap="square" lIns="0" tIns="0" rIns="0" bIns="0" rtlCol="0"/>
            <a:lstStyle/>
            <a:p/>
          </p:txBody>
        </p:sp>
        <p:sp>
          <p:nvSpPr>
            <p:cNvPr id="1936" name="object 1936"/>
            <p:cNvSpPr/>
            <p:nvPr/>
          </p:nvSpPr>
          <p:spPr>
            <a:xfrm>
              <a:off x="6008370" y="1308099"/>
              <a:ext cx="210820" cy="6350"/>
            </a:xfrm>
            <a:custGeom>
              <a:avLst/>
              <a:gdLst/>
              <a:ahLst/>
              <a:cxnLst/>
              <a:rect l="l" t="t" r="r" b="b"/>
              <a:pathLst>
                <a:path w="210820" h="6350">
                  <a:moveTo>
                    <a:pt x="85089" y="0"/>
                  </a:moveTo>
                  <a:lnTo>
                    <a:pt x="0" y="0"/>
                  </a:lnTo>
                  <a:lnTo>
                    <a:pt x="0" y="6350"/>
                  </a:lnTo>
                  <a:lnTo>
                    <a:pt x="83820" y="6350"/>
                  </a:lnTo>
                  <a:lnTo>
                    <a:pt x="83820" y="3810"/>
                  </a:lnTo>
                  <a:lnTo>
                    <a:pt x="85089" y="3810"/>
                  </a:lnTo>
                  <a:lnTo>
                    <a:pt x="85089" y="0"/>
                  </a:lnTo>
                  <a:close/>
                </a:path>
                <a:path w="210820" h="6350">
                  <a:moveTo>
                    <a:pt x="210819" y="0"/>
                  </a:moveTo>
                  <a:lnTo>
                    <a:pt x="125729" y="0"/>
                  </a:lnTo>
                  <a:lnTo>
                    <a:pt x="125729" y="2539"/>
                  </a:lnTo>
                  <a:lnTo>
                    <a:pt x="127000" y="2539"/>
                  </a:lnTo>
                  <a:lnTo>
                    <a:pt x="127000" y="6350"/>
                  </a:lnTo>
                  <a:lnTo>
                    <a:pt x="210819" y="6350"/>
                  </a:lnTo>
                  <a:lnTo>
                    <a:pt x="210819" y="0"/>
                  </a:lnTo>
                  <a:close/>
                </a:path>
              </a:pathLst>
            </a:custGeom>
            <a:solidFill>
              <a:srgbClr val="311E31"/>
            </a:solidFill>
          </p:spPr>
          <p:txBody>
            <a:bodyPr wrap="square" lIns="0" tIns="0" rIns="0" bIns="0" rtlCol="0"/>
            <a:lstStyle/>
            <a:p/>
          </p:txBody>
        </p:sp>
        <p:sp>
          <p:nvSpPr>
            <p:cNvPr id="1937" name="object 1937"/>
            <p:cNvSpPr/>
            <p:nvPr/>
          </p:nvSpPr>
          <p:spPr>
            <a:xfrm>
              <a:off x="6008370" y="131444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331E33"/>
            </a:solidFill>
          </p:spPr>
          <p:txBody>
            <a:bodyPr wrap="square" lIns="0" tIns="0" rIns="0" bIns="0" rtlCol="0"/>
            <a:lstStyle/>
            <a:p/>
          </p:txBody>
        </p:sp>
        <p:sp>
          <p:nvSpPr>
            <p:cNvPr id="1938" name="object 1938"/>
            <p:cNvSpPr/>
            <p:nvPr/>
          </p:nvSpPr>
          <p:spPr>
            <a:xfrm>
              <a:off x="6007100" y="1322069"/>
              <a:ext cx="212090" cy="7620"/>
            </a:xfrm>
            <a:custGeom>
              <a:avLst/>
              <a:gdLst/>
              <a:ahLst/>
              <a:cxnLst/>
              <a:rect l="l" t="t" r="r" b="b"/>
              <a:pathLst>
                <a:path w="212089" h="7619">
                  <a:moveTo>
                    <a:pt x="85090" y="0"/>
                  </a:moveTo>
                  <a:lnTo>
                    <a:pt x="1270" y="0"/>
                  </a:lnTo>
                  <a:lnTo>
                    <a:pt x="1270" y="3809"/>
                  </a:lnTo>
                  <a:lnTo>
                    <a:pt x="0" y="3809"/>
                  </a:lnTo>
                  <a:lnTo>
                    <a:pt x="0" y="7619"/>
                  </a:lnTo>
                  <a:lnTo>
                    <a:pt x="83820" y="7619"/>
                  </a:lnTo>
                  <a:lnTo>
                    <a:pt x="83820" y="1269"/>
                  </a:lnTo>
                  <a:lnTo>
                    <a:pt x="85090" y="1269"/>
                  </a:lnTo>
                  <a:lnTo>
                    <a:pt x="85090" y="0"/>
                  </a:lnTo>
                  <a:close/>
                </a:path>
                <a:path w="212089" h="7619">
                  <a:moveTo>
                    <a:pt x="212089" y="0"/>
                  </a:moveTo>
                  <a:lnTo>
                    <a:pt x="128270" y="0"/>
                  </a:lnTo>
                  <a:lnTo>
                    <a:pt x="128270" y="1269"/>
                  </a:lnTo>
                  <a:lnTo>
                    <a:pt x="129539" y="1269"/>
                  </a:lnTo>
                  <a:lnTo>
                    <a:pt x="129539" y="7619"/>
                  </a:lnTo>
                  <a:lnTo>
                    <a:pt x="212089" y="7619"/>
                  </a:lnTo>
                  <a:lnTo>
                    <a:pt x="212089" y="0"/>
                  </a:lnTo>
                  <a:close/>
                </a:path>
              </a:pathLst>
            </a:custGeom>
            <a:solidFill>
              <a:srgbClr val="341D34"/>
            </a:solidFill>
          </p:spPr>
          <p:txBody>
            <a:bodyPr wrap="square" lIns="0" tIns="0" rIns="0" bIns="0" rtlCol="0"/>
            <a:lstStyle/>
            <a:p/>
          </p:txBody>
        </p:sp>
        <p:sp>
          <p:nvSpPr>
            <p:cNvPr id="1939" name="object 1939"/>
            <p:cNvSpPr/>
            <p:nvPr/>
          </p:nvSpPr>
          <p:spPr>
            <a:xfrm>
              <a:off x="6007100" y="132968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51D35"/>
            </a:solidFill>
          </p:spPr>
          <p:txBody>
            <a:bodyPr wrap="square" lIns="0" tIns="0" rIns="0" bIns="0" rtlCol="0"/>
            <a:lstStyle/>
            <a:p/>
          </p:txBody>
        </p:sp>
        <p:sp>
          <p:nvSpPr>
            <p:cNvPr id="1940" name="object 1940"/>
            <p:cNvSpPr/>
            <p:nvPr/>
          </p:nvSpPr>
          <p:spPr>
            <a:xfrm>
              <a:off x="6007100" y="133730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371C37"/>
            </a:solidFill>
          </p:spPr>
          <p:txBody>
            <a:bodyPr wrap="square" lIns="0" tIns="0" rIns="0" bIns="0" rtlCol="0"/>
            <a:lstStyle/>
            <a:p/>
          </p:txBody>
        </p:sp>
        <p:sp>
          <p:nvSpPr>
            <p:cNvPr id="1941" name="object 1941"/>
            <p:cNvSpPr/>
            <p:nvPr/>
          </p:nvSpPr>
          <p:spPr>
            <a:xfrm>
              <a:off x="6007100" y="13436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81C38"/>
            </a:solidFill>
          </p:spPr>
          <p:txBody>
            <a:bodyPr wrap="square" lIns="0" tIns="0" rIns="0" bIns="0" rtlCol="0"/>
            <a:lstStyle/>
            <a:p/>
          </p:txBody>
        </p:sp>
        <p:sp>
          <p:nvSpPr>
            <p:cNvPr id="1942" name="object 1942"/>
            <p:cNvSpPr/>
            <p:nvPr/>
          </p:nvSpPr>
          <p:spPr>
            <a:xfrm>
              <a:off x="6007100" y="135127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91B39"/>
            </a:solidFill>
          </p:spPr>
          <p:txBody>
            <a:bodyPr wrap="square" lIns="0" tIns="0" rIns="0" bIns="0" rtlCol="0"/>
            <a:lstStyle/>
            <a:p/>
          </p:txBody>
        </p:sp>
        <p:sp>
          <p:nvSpPr>
            <p:cNvPr id="1943" name="object 1943"/>
            <p:cNvSpPr/>
            <p:nvPr/>
          </p:nvSpPr>
          <p:spPr>
            <a:xfrm>
              <a:off x="6007100" y="135889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3B1A3B"/>
            </a:solidFill>
          </p:spPr>
          <p:txBody>
            <a:bodyPr wrap="square" lIns="0" tIns="0" rIns="0" bIns="0" rtlCol="0"/>
            <a:lstStyle/>
            <a:p/>
          </p:txBody>
        </p:sp>
        <p:sp>
          <p:nvSpPr>
            <p:cNvPr id="1944" name="object 1944"/>
            <p:cNvSpPr/>
            <p:nvPr/>
          </p:nvSpPr>
          <p:spPr>
            <a:xfrm>
              <a:off x="6007100" y="136524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C1A3C"/>
            </a:solidFill>
          </p:spPr>
          <p:txBody>
            <a:bodyPr wrap="square" lIns="0" tIns="0" rIns="0" bIns="0" rtlCol="0"/>
            <a:lstStyle/>
            <a:p/>
          </p:txBody>
        </p:sp>
        <p:sp>
          <p:nvSpPr>
            <p:cNvPr id="1945" name="object 1945"/>
            <p:cNvSpPr/>
            <p:nvPr/>
          </p:nvSpPr>
          <p:spPr>
            <a:xfrm>
              <a:off x="6007100" y="137286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3E193E"/>
            </a:solidFill>
          </p:spPr>
          <p:txBody>
            <a:bodyPr wrap="square" lIns="0" tIns="0" rIns="0" bIns="0" rtlCol="0"/>
            <a:lstStyle/>
            <a:p/>
          </p:txBody>
        </p:sp>
        <p:sp>
          <p:nvSpPr>
            <p:cNvPr id="1946" name="object 1946"/>
            <p:cNvSpPr/>
            <p:nvPr/>
          </p:nvSpPr>
          <p:spPr>
            <a:xfrm>
              <a:off x="6007100" y="138048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3F193F"/>
            </a:solidFill>
          </p:spPr>
          <p:txBody>
            <a:bodyPr wrap="square" lIns="0" tIns="0" rIns="0" bIns="0" rtlCol="0"/>
            <a:lstStyle/>
            <a:p/>
          </p:txBody>
        </p:sp>
        <p:sp>
          <p:nvSpPr>
            <p:cNvPr id="1947" name="object 1947"/>
            <p:cNvSpPr/>
            <p:nvPr/>
          </p:nvSpPr>
          <p:spPr>
            <a:xfrm>
              <a:off x="6007100" y="138683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411841"/>
            </a:solidFill>
          </p:spPr>
          <p:txBody>
            <a:bodyPr wrap="square" lIns="0" tIns="0" rIns="0" bIns="0" rtlCol="0"/>
            <a:lstStyle/>
            <a:p/>
          </p:txBody>
        </p:sp>
        <p:sp>
          <p:nvSpPr>
            <p:cNvPr id="1948" name="object 1948"/>
            <p:cNvSpPr/>
            <p:nvPr/>
          </p:nvSpPr>
          <p:spPr>
            <a:xfrm>
              <a:off x="6007100" y="139445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421842"/>
            </a:solidFill>
          </p:spPr>
          <p:txBody>
            <a:bodyPr wrap="square" lIns="0" tIns="0" rIns="0" bIns="0" rtlCol="0"/>
            <a:lstStyle/>
            <a:p/>
          </p:txBody>
        </p:sp>
        <p:sp>
          <p:nvSpPr>
            <p:cNvPr id="1949" name="object 1949"/>
            <p:cNvSpPr/>
            <p:nvPr/>
          </p:nvSpPr>
          <p:spPr>
            <a:xfrm>
              <a:off x="6007100" y="1402079"/>
              <a:ext cx="212090" cy="6350"/>
            </a:xfrm>
            <a:custGeom>
              <a:avLst/>
              <a:gdLst/>
              <a:ahLst/>
              <a:cxnLst/>
              <a:rect l="l" t="t" r="r" b="b"/>
              <a:pathLst>
                <a:path w="212089" h="6350">
                  <a:moveTo>
                    <a:pt x="83820" y="0"/>
                  </a:moveTo>
                  <a:lnTo>
                    <a:pt x="0" y="0"/>
                  </a:lnTo>
                  <a:lnTo>
                    <a:pt x="0" y="6350"/>
                  </a:lnTo>
                  <a:lnTo>
                    <a:pt x="83820" y="6350"/>
                  </a:lnTo>
                  <a:lnTo>
                    <a:pt x="83820" y="0"/>
                  </a:lnTo>
                  <a:close/>
                </a:path>
                <a:path w="212089" h="6350">
                  <a:moveTo>
                    <a:pt x="212090" y="0"/>
                  </a:moveTo>
                  <a:lnTo>
                    <a:pt x="129540" y="0"/>
                  </a:lnTo>
                  <a:lnTo>
                    <a:pt x="129540" y="6350"/>
                  </a:lnTo>
                  <a:lnTo>
                    <a:pt x="212090" y="6350"/>
                  </a:lnTo>
                  <a:lnTo>
                    <a:pt x="212090" y="0"/>
                  </a:lnTo>
                  <a:close/>
                </a:path>
              </a:pathLst>
            </a:custGeom>
            <a:solidFill>
              <a:srgbClr val="441744"/>
            </a:solidFill>
          </p:spPr>
          <p:txBody>
            <a:bodyPr wrap="square" lIns="0" tIns="0" rIns="0" bIns="0" rtlCol="0"/>
            <a:lstStyle/>
            <a:p/>
          </p:txBody>
        </p:sp>
        <p:sp>
          <p:nvSpPr>
            <p:cNvPr id="1950" name="object 1950"/>
            <p:cNvSpPr/>
            <p:nvPr/>
          </p:nvSpPr>
          <p:spPr>
            <a:xfrm>
              <a:off x="6007100" y="1408429"/>
              <a:ext cx="212090" cy="7620"/>
            </a:xfrm>
            <a:custGeom>
              <a:avLst/>
              <a:gdLst/>
              <a:ahLst/>
              <a:cxnLst/>
              <a:rect l="l" t="t" r="r" b="b"/>
              <a:pathLst>
                <a:path w="212089" h="7619">
                  <a:moveTo>
                    <a:pt x="83820" y="0"/>
                  </a:moveTo>
                  <a:lnTo>
                    <a:pt x="0" y="0"/>
                  </a:lnTo>
                  <a:lnTo>
                    <a:pt x="0" y="7620"/>
                  </a:lnTo>
                  <a:lnTo>
                    <a:pt x="83820" y="7620"/>
                  </a:lnTo>
                  <a:lnTo>
                    <a:pt x="83820" y="0"/>
                  </a:lnTo>
                  <a:close/>
                </a:path>
                <a:path w="212089" h="7619">
                  <a:moveTo>
                    <a:pt x="212090" y="0"/>
                  </a:moveTo>
                  <a:lnTo>
                    <a:pt x="129540" y="0"/>
                  </a:lnTo>
                  <a:lnTo>
                    <a:pt x="129540" y="7620"/>
                  </a:lnTo>
                  <a:lnTo>
                    <a:pt x="212090" y="7620"/>
                  </a:lnTo>
                  <a:lnTo>
                    <a:pt x="212090" y="0"/>
                  </a:lnTo>
                  <a:close/>
                </a:path>
              </a:pathLst>
            </a:custGeom>
            <a:solidFill>
              <a:srgbClr val="451645"/>
            </a:solidFill>
          </p:spPr>
          <p:txBody>
            <a:bodyPr wrap="square" lIns="0" tIns="0" rIns="0" bIns="0" rtlCol="0"/>
            <a:lstStyle/>
            <a:p/>
          </p:txBody>
        </p:sp>
        <p:sp>
          <p:nvSpPr>
            <p:cNvPr id="1951" name="object 1951"/>
            <p:cNvSpPr/>
            <p:nvPr/>
          </p:nvSpPr>
          <p:spPr>
            <a:xfrm>
              <a:off x="6007100" y="1416049"/>
              <a:ext cx="212090" cy="7620"/>
            </a:xfrm>
            <a:custGeom>
              <a:avLst/>
              <a:gdLst/>
              <a:ahLst/>
              <a:cxnLst/>
              <a:rect l="l" t="t" r="r" b="b"/>
              <a:pathLst>
                <a:path w="212089" h="7619">
                  <a:moveTo>
                    <a:pt x="83820" y="0"/>
                  </a:moveTo>
                  <a:lnTo>
                    <a:pt x="0" y="0"/>
                  </a:lnTo>
                  <a:lnTo>
                    <a:pt x="0" y="3810"/>
                  </a:lnTo>
                  <a:lnTo>
                    <a:pt x="1270" y="3810"/>
                  </a:lnTo>
                  <a:lnTo>
                    <a:pt x="1270" y="5079"/>
                  </a:lnTo>
                  <a:lnTo>
                    <a:pt x="83820" y="5079"/>
                  </a:lnTo>
                  <a:lnTo>
                    <a:pt x="83820" y="0"/>
                  </a:lnTo>
                  <a:close/>
                </a:path>
                <a:path w="212089" h="7619">
                  <a:moveTo>
                    <a:pt x="212089" y="0"/>
                  </a:moveTo>
                  <a:lnTo>
                    <a:pt x="129539" y="0"/>
                  </a:lnTo>
                  <a:lnTo>
                    <a:pt x="129539" y="5079"/>
                  </a:lnTo>
                  <a:lnTo>
                    <a:pt x="212089" y="5079"/>
                  </a:lnTo>
                  <a:lnTo>
                    <a:pt x="212089" y="0"/>
                  </a:lnTo>
                  <a:close/>
                </a:path>
                <a:path w="212089" h="7619">
                  <a:moveTo>
                    <a:pt x="83820" y="5080"/>
                  </a:moveTo>
                  <a:lnTo>
                    <a:pt x="1270" y="5080"/>
                  </a:lnTo>
                  <a:lnTo>
                    <a:pt x="1270" y="7620"/>
                  </a:lnTo>
                  <a:lnTo>
                    <a:pt x="83820" y="7620"/>
                  </a:lnTo>
                  <a:lnTo>
                    <a:pt x="83820" y="5080"/>
                  </a:lnTo>
                  <a:close/>
                </a:path>
                <a:path w="212089" h="7619">
                  <a:moveTo>
                    <a:pt x="212089" y="5080"/>
                  </a:moveTo>
                  <a:lnTo>
                    <a:pt x="129539" y="5080"/>
                  </a:lnTo>
                  <a:lnTo>
                    <a:pt x="129539" y="7620"/>
                  </a:lnTo>
                  <a:lnTo>
                    <a:pt x="212089" y="7620"/>
                  </a:lnTo>
                  <a:lnTo>
                    <a:pt x="212089" y="5080"/>
                  </a:lnTo>
                  <a:close/>
                </a:path>
              </a:pathLst>
            </a:custGeom>
            <a:solidFill>
              <a:srgbClr val="461646"/>
            </a:solidFill>
          </p:spPr>
          <p:txBody>
            <a:bodyPr wrap="square" lIns="0" tIns="0" rIns="0" bIns="0" rtlCol="0"/>
            <a:lstStyle/>
            <a:p/>
          </p:txBody>
        </p:sp>
        <p:sp>
          <p:nvSpPr>
            <p:cNvPr id="1952" name="object 1952"/>
            <p:cNvSpPr/>
            <p:nvPr/>
          </p:nvSpPr>
          <p:spPr>
            <a:xfrm>
              <a:off x="6008370" y="1423669"/>
              <a:ext cx="210820" cy="6350"/>
            </a:xfrm>
            <a:custGeom>
              <a:avLst/>
              <a:gdLst/>
              <a:ahLst/>
              <a:cxnLst/>
              <a:rect l="l" t="t" r="r" b="b"/>
              <a:pathLst>
                <a:path w="210820" h="6350">
                  <a:moveTo>
                    <a:pt x="82550" y="0"/>
                  </a:moveTo>
                  <a:lnTo>
                    <a:pt x="0" y="0"/>
                  </a:lnTo>
                  <a:lnTo>
                    <a:pt x="0" y="6350"/>
                  </a:lnTo>
                  <a:lnTo>
                    <a:pt x="83820" y="6350"/>
                  </a:lnTo>
                  <a:lnTo>
                    <a:pt x="83820" y="2539"/>
                  </a:lnTo>
                  <a:lnTo>
                    <a:pt x="82550" y="2539"/>
                  </a:lnTo>
                  <a:lnTo>
                    <a:pt x="82550" y="0"/>
                  </a:lnTo>
                  <a:close/>
                </a:path>
                <a:path w="210820" h="6350">
                  <a:moveTo>
                    <a:pt x="210819" y="0"/>
                  </a:moveTo>
                  <a:lnTo>
                    <a:pt x="128269" y="0"/>
                  </a:lnTo>
                  <a:lnTo>
                    <a:pt x="128269" y="2539"/>
                  </a:lnTo>
                  <a:lnTo>
                    <a:pt x="127000" y="2539"/>
                  </a:lnTo>
                  <a:lnTo>
                    <a:pt x="127000" y="6350"/>
                  </a:lnTo>
                  <a:lnTo>
                    <a:pt x="210819" y="6350"/>
                  </a:lnTo>
                  <a:lnTo>
                    <a:pt x="210819" y="0"/>
                  </a:lnTo>
                  <a:close/>
                </a:path>
              </a:pathLst>
            </a:custGeom>
            <a:solidFill>
              <a:srgbClr val="481548"/>
            </a:solidFill>
          </p:spPr>
          <p:txBody>
            <a:bodyPr wrap="square" lIns="0" tIns="0" rIns="0" bIns="0" rtlCol="0"/>
            <a:lstStyle/>
            <a:p/>
          </p:txBody>
        </p:sp>
        <p:sp>
          <p:nvSpPr>
            <p:cNvPr id="1953" name="object 1953"/>
            <p:cNvSpPr/>
            <p:nvPr/>
          </p:nvSpPr>
          <p:spPr>
            <a:xfrm>
              <a:off x="6008370" y="1430019"/>
              <a:ext cx="210820" cy="7620"/>
            </a:xfrm>
            <a:custGeom>
              <a:avLst/>
              <a:gdLst/>
              <a:ahLst/>
              <a:cxnLst/>
              <a:rect l="l" t="t" r="r" b="b"/>
              <a:pathLst>
                <a:path w="210820" h="7619">
                  <a:moveTo>
                    <a:pt x="83820" y="0"/>
                  </a:moveTo>
                  <a:lnTo>
                    <a:pt x="0" y="0"/>
                  </a:lnTo>
                  <a:lnTo>
                    <a:pt x="0" y="7620"/>
                  </a:lnTo>
                  <a:lnTo>
                    <a:pt x="83820" y="7620"/>
                  </a:lnTo>
                  <a:lnTo>
                    <a:pt x="83820" y="0"/>
                  </a:lnTo>
                  <a:close/>
                </a:path>
                <a:path w="210820" h="7619">
                  <a:moveTo>
                    <a:pt x="210820" y="0"/>
                  </a:moveTo>
                  <a:lnTo>
                    <a:pt x="127000" y="0"/>
                  </a:lnTo>
                  <a:lnTo>
                    <a:pt x="127000" y="7620"/>
                  </a:lnTo>
                  <a:lnTo>
                    <a:pt x="210820" y="7620"/>
                  </a:lnTo>
                  <a:lnTo>
                    <a:pt x="210820" y="0"/>
                  </a:lnTo>
                  <a:close/>
                </a:path>
              </a:pathLst>
            </a:custGeom>
            <a:solidFill>
              <a:srgbClr val="491549"/>
            </a:solidFill>
          </p:spPr>
          <p:txBody>
            <a:bodyPr wrap="square" lIns="0" tIns="0" rIns="0" bIns="0" rtlCol="0"/>
            <a:lstStyle/>
            <a:p/>
          </p:txBody>
        </p:sp>
        <p:sp>
          <p:nvSpPr>
            <p:cNvPr id="1954" name="object 1954"/>
            <p:cNvSpPr/>
            <p:nvPr/>
          </p:nvSpPr>
          <p:spPr>
            <a:xfrm>
              <a:off x="6009640" y="1437639"/>
              <a:ext cx="209550" cy="7620"/>
            </a:xfrm>
            <a:custGeom>
              <a:avLst/>
              <a:gdLst/>
              <a:ahLst/>
              <a:cxnLst/>
              <a:rect l="l" t="t" r="r" b="b"/>
              <a:pathLst>
                <a:path w="209550" h="7619">
                  <a:moveTo>
                    <a:pt x="82550" y="0"/>
                  </a:moveTo>
                  <a:lnTo>
                    <a:pt x="0" y="0"/>
                  </a:lnTo>
                  <a:lnTo>
                    <a:pt x="0" y="7620"/>
                  </a:lnTo>
                  <a:lnTo>
                    <a:pt x="83820" y="7620"/>
                  </a:lnTo>
                  <a:lnTo>
                    <a:pt x="83820" y="1270"/>
                  </a:lnTo>
                  <a:lnTo>
                    <a:pt x="82550" y="1270"/>
                  </a:lnTo>
                  <a:lnTo>
                    <a:pt x="82550" y="0"/>
                  </a:lnTo>
                  <a:close/>
                </a:path>
                <a:path w="209550" h="7619">
                  <a:moveTo>
                    <a:pt x="209550" y="0"/>
                  </a:moveTo>
                  <a:lnTo>
                    <a:pt x="125730" y="0"/>
                  </a:lnTo>
                  <a:lnTo>
                    <a:pt x="125730" y="1270"/>
                  </a:lnTo>
                  <a:lnTo>
                    <a:pt x="124460" y="1270"/>
                  </a:lnTo>
                  <a:lnTo>
                    <a:pt x="124460" y="7620"/>
                  </a:lnTo>
                  <a:lnTo>
                    <a:pt x="209550" y="7620"/>
                  </a:lnTo>
                  <a:lnTo>
                    <a:pt x="209550" y="0"/>
                  </a:lnTo>
                  <a:close/>
                </a:path>
              </a:pathLst>
            </a:custGeom>
            <a:solidFill>
              <a:srgbClr val="4B144B"/>
            </a:solidFill>
          </p:spPr>
          <p:txBody>
            <a:bodyPr wrap="square" lIns="0" tIns="0" rIns="0" bIns="0" rtlCol="0"/>
            <a:lstStyle/>
            <a:p/>
          </p:txBody>
        </p:sp>
        <p:sp>
          <p:nvSpPr>
            <p:cNvPr id="1955" name="object 1955"/>
            <p:cNvSpPr/>
            <p:nvPr/>
          </p:nvSpPr>
          <p:spPr>
            <a:xfrm>
              <a:off x="6009640" y="1445259"/>
              <a:ext cx="208279" cy="6350"/>
            </a:xfrm>
            <a:custGeom>
              <a:avLst/>
              <a:gdLst/>
              <a:ahLst/>
              <a:cxnLst/>
              <a:rect l="l" t="t" r="r" b="b"/>
              <a:pathLst>
                <a:path w="208279" h="6350">
                  <a:moveTo>
                    <a:pt x="83820" y="0"/>
                  </a:moveTo>
                  <a:lnTo>
                    <a:pt x="0" y="0"/>
                  </a:lnTo>
                  <a:lnTo>
                    <a:pt x="0" y="6350"/>
                  </a:lnTo>
                  <a:lnTo>
                    <a:pt x="85089" y="6350"/>
                  </a:lnTo>
                  <a:lnTo>
                    <a:pt x="85089" y="3810"/>
                  </a:lnTo>
                  <a:lnTo>
                    <a:pt x="83820" y="3810"/>
                  </a:lnTo>
                  <a:lnTo>
                    <a:pt x="83820" y="0"/>
                  </a:lnTo>
                  <a:close/>
                </a:path>
                <a:path w="208279" h="6350">
                  <a:moveTo>
                    <a:pt x="208280" y="0"/>
                  </a:moveTo>
                  <a:lnTo>
                    <a:pt x="124460" y="0"/>
                  </a:lnTo>
                  <a:lnTo>
                    <a:pt x="124460" y="5079"/>
                  </a:lnTo>
                  <a:lnTo>
                    <a:pt x="123189" y="5079"/>
                  </a:lnTo>
                  <a:lnTo>
                    <a:pt x="123189" y="6350"/>
                  </a:lnTo>
                  <a:lnTo>
                    <a:pt x="208280" y="6350"/>
                  </a:lnTo>
                  <a:lnTo>
                    <a:pt x="208280" y="0"/>
                  </a:lnTo>
                  <a:close/>
                </a:path>
              </a:pathLst>
            </a:custGeom>
            <a:solidFill>
              <a:srgbClr val="4C144C"/>
            </a:solidFill>
          </p:spPr>
          <p:txBody>
            <a:bodyPr wrap="square" lIns="0" tIns="0" rIns="0" bIns="0" rtlCol="0"/>
            <a:lstStyle/>
            <a:p/>
          </p:txBody>
        </p:sp>
        <p:sp>
          <p:nvSpPr>
            <p:cNvPr id="1956" name="object 1956"/>
            <p:cNvSpPr/>
            <p:nvPr/>
          </p:nvSpPr>
          <p:spPr>
            <a:xfrm>
              <a:off x="6009640" y="1451609"/>
              <a:ext cx="208279" cy="7620"/>
            </a:xfrm>
            <a:custGeom>
              <a:avLst/>
              <a:gdLst/>
              <a:ahLst/>
              <a:cxnLst/>
              <a:rect l="l" t="t" r="r" b="b"/>
              <a:pathLst>
                <a:path w="208279" h="7619">
                  <a:moveTo>
                    <a:pt x="85089" y="0"/>
                  </a:moveTo>
                  <a:lnTo>
                    <a:pt x="0" y="0"/>
                  </a:lnTo>
                  <a:lnTo>
                    <a:pt x="0" y="2539"/>
                  </a:lnTo>
                  <a:lnTo>
                    <a:pt x="1270" y="2539"/>
                  </a:lnTo>
                  <a:lnTo>
                    <a:pt x="1270" y="7619"/>
                  </a:lnTo>
                  <a:lnTo>
                    <a:pt x="85090" y="7619"/>
                  </a:lnTo>
                  <a:lnTo>
                    <a:pt x="85089" y="0"/>
                  </a:lnTo>
                  <a:close/>
                </a:path>
                <a:path w="208279" h="7619">
                  <a:moveTo>
                    <a:pt x="208280" y="0"/>
                  </a:moveTo>
                  <a:lnTo>
                    <a:pt x="123189" y="0"/>
                  </a:lnTo>
                  <a:lnTo>
                    <a:pt x="123189" y="7619"/>
                  </a:lnTo>
                  <a:lnTo>
                    <a:pt x="208279" y="7619"/>
                  </a:lnTo>
                  <a:lnTo>
                    <a:pt x="208280" y="0"/>
                  </a:lnTo>
                  <a:close/>
                </a:path>
              </a:pathLst>
            </a:custGeom>
            <a:solidFill>
              <a:srgbClr val="4E134E"/>
            </a:solidFill>
          </p:spPr>
          <p:txBody>
            <a:bodyPr wrap="square" lIns="0" tIns="0" rIns="0" bIns="0" rtlCol="0"/>
            <a:lstStyle/>
            <a:p/>
          </p:txBody>
        </p:sp>
        <p:sp>
          <p:nvSpPr>
            <p:cNvPr id="1957" name="object 1957"/>
            <p:cNvSpPr/>
            <p:nvPr/>
          </p:nvSpPr>
          <p:spPr>
            <a:xfrm>
              <a:off x="6010910" y="1459229"/>
              <a:ext cx="207010" cy="7620"/>
            </a:xfrm>
            <a:custGeom>
              <a:avLst/>
              <a:gdLst/>
              <a:ahLst/>
              <a:cxnLst/>
              <a:rect l="l" t="t" r="r" b="b"/>
              <a:pathLst>
                <a:path w="207010" h="7619">
                  <a:moveTo>
                    <a:pt x="83820" y="0"/>
                  </a:moveTo>
                  <a:lnTo>
                    <a:pt x="0" y="0"/>
                  </a:lnTo>
                  <a:lnTo>
                    <a:pt x="0" y="7620"/>
                  </a:lnTo>
                  <a:lnTo>
                    <a:pt x="85089" y="7620"/>
                  </a:lnTo>
                  <a:lnTo>
                    <a:pt x="85089" y="1270"/>
                  </a:lnTo>
                  <a:lnTo>
                    <a:pt x="83820" y="1270"/>
                  </a:lnTo>
                  <a:lnTo>
                    <a:pt x="83820" y="0"/>
                  </a:lnTo>
                  <a:close/>
                </a:path>
                <a:path w="207010" h="7619">
                  <a:moveTo>
                    <a:pt x="207009" y="0"/>
                  </a:moveTo>
                  <a:lnTo>
                    <a:pt x="121919" y="0"/>
                  </a:lnTo>
                  <a:lnTo>
                    <a:pt x="121919" y="2540"/>
                  </a:lnTo>
                  <a:lnTo>
                    <a:pt x="120650" y="2540"/>
                  </a:lnTo>
                  <a:lnTo>
                    <a:pt x="120650" y="7620"/>
                  </a:lnTo>
                  <a:lnTo>
                    <a:pt x="205739" y="7620"/>
                  </a:lnTo>
                  <a:lnTo>
                    <a:pt x="205739" y="1270"/>
                  </a:lnTo>
                  <a:lnTo>
                    <a:pt x="207009" y="1270"/>
                  </a:lnTo>
                  <a:lnTo>
                    <a:pt x="207009" y="0"/>
                  </a:lnTo>
                  <a:close/>
                </a:path>
              </a:pathLst>
            </a:custGeom>
            <a:solidFill>
              <a:srgbClr val="4F124F"/>
            </a:solidFill>
          </p:spPr>
          <p:txBody>
            <a:bodyPr wrap="square" lIns="0" tIns="0" rIns="0" bIns="0" rtlCol="0"/>
            <a:lstStyle/>
            <a:p/>
          </p:txBody>
        </p:sp>
        <p:sp>
          <p:nvSpPr>
            <p:cNvPr id="1958" name="object 1958"/>
            <p:cNvSpPr/>
            <p:nvPr/>
          </p:nvSpPr>
          <p:spPr>
            <a:xfrm>
              <a:off x="6010910" y="1466849"/>
              <a:ext cx="205740" cy="7620"/>
            </a:xfrm>
            <a:custGeom>
              <a:avLst/>
              <a:gdLst/>
              <a:ahLst/>
              <a:cxnLst/>
              <a:rect l="l" t="t" r="r" b="b"/>
              <a:pathLst>
                <a:path w="205739" h="7619">
                  <a:moveTo>
                    <a:pt x="86359" y="2539"/>
                  </a:moveTo>
                  <a:lnTo>
                    <a:pt x="1269" y="2539"/>
                  </a:lnTo>
                  <a:lnTo>
                    <a:pt x="1269" y="7620"/>
                  </a:lnTo>
                  <a:lnTo>
                    <a:pt x="87629" y="7620"/>
                  </a:lnTo>
                  <a:lnTo>
                    <a:pt x="87629" y="6350"/>
                  </a:lnTo>
                  <a:lnTo>
                    <a:pt x="86359" y="6350"/>
                  </a:lnTo>
                  <a:lnTo>
                    <a:pt x="86359" y="2539"/>
                  </a:lnTo>
                  <a:close/>
                </a:path>
                <a:path w="205739" h="7619">
                  <a:moveTo>
                    <a:pt x="85089" y="0"/>
                  </a:moveTo>
                  <a:lnTo>
                    <a:pt x="0" y="0"/>
                  </a:lnTo>
                  <a:lnTo>
                    <a:pt x="0" y="2539"/>
                  </a:lnTo>
                  <a:lnTo>
                    <a:pt x="85089" y="2539"/>
                  </a:lnTo>
                  <a:lnTo>
                    <a:pt x="85089" y="0"/>
                  </a:lnTo>
                  <a:close/>
                </a:path>
                <a:path w="205739" h="7619">
                  <a:moveTo>
                    <a:pt x="204470" y="6350"/>
                  </a:moveTo>
                  <a:lnTo>
                    <a:pt x="118110" y="6350"/>
                  </a:lnTo>
                  <a:lnTo>
                    <a:pt x="118110" y="7620"/>
                  </a:lnTo>
                  <a:lnTo>
                    <a:pt x="204470" y="7620"/>
                  </a:lnTo>
                  <a:lnTo>
                    <a:pt x="204470" y="6350"/>
                  </a:lnTo>
                  <a:close/>
                </a:path>
                <a:path w="205739" h="7619">
                  <a:moveTo>
                    <a:pt x="205739" y="0"/>
                  </a:moveTo>
                  <a:lnTo>
                    <a:pt x="120650" y="0"/>
                  </a:lnTo>
                  <a:lnTo>
                    <a:pt x="120650" y="2539"/>
                  </a:lnTo>
                  <a:lnTo>
                    <a:pt x="119379" y="2539"/>
                  </a:lnTo>
                  <a:lnTo>
                    <a:pt x="119379" y="6350"/>
                  </a:lnTo>
                  <a:lnTo>
                    <a:pt x="205739" y="6350"/>
                  </a:lnTo>
                  <a:lnTo>
                    <a:pt x="205739" y="0"/>
                  </a:lnTo>
                  <a:close/>
                </a:path>
              </a:pathLst>
            </a:custGeom>
            <a:solidFill>
              <a:srgbClr val="501250"/>
            </a:solidFill>
          </p:spPr>
          <p:txBody>
            <a:bodyPr wrap="square" lIns="0" tIns="0" rIns="0" bIns="0" rtlCol="0"/>
            <a:lstStyle/>
            <a:p/>
          </p:txBody>
        </p:sp>
        <p:sp>
          <p:nvSpPr>
            <p:cNvPr id="1959" name="object 1959"/>
            <p:cNvSpPr/>
            <p:nvPr/>
          </p:nvSpPr>
          <p:spPr>
            <a:xfrm>
              <a:off x="6012180" y="1474469"/>
              <a:ext cx="203200" cy="6350"/>
            </a:xfrm>
            <a:custGeom>
              <a:avLst/>
              <a:gdLst/>
              <a:ahLst/>
              <a:cxnLst/>
              <a:rect l="l" t="t" r="r" b="b"/>
              <a:pathLst>
                <a:path w="203200" h="6350">
                  <a:moveTo>
                    <a:pt x="86360" y="0"/>
                  </a:moveTo>
                  <a:lnTo>
                    <a:pt x="0" y="0"/>
                  </a:lnTo>
                  <a:lnTo>
                    <a:pt x="0" y="1270"/>
                  </a:lnTo>
                  <a:lnTo>
                    <a:pt x="86360" y="1270"/>
                  </a:lnTo>
                  <a:lnTo>
                    <a:pt x="86360" y="0"/>
                  </a:lnTo>
                  <a:close/>
                </a:path>
                <a:path w="203200" h="6350">
                  <a:moveTo>
                    <a:pt x="87617" y="1282"/>
                  </a:moveTo>
                  <a:lnTo>
                    <a:pt x="0" y="1282"/>
                  </a:lnTo>
                  <a:lnTo>
                    <a:pt x="0" y="6350"/>
                  </a:lnTo>
                  <a:lnTo>
                    <a:pt x="87617" y="6350"/>
                  </a:lnTo>
                  <a:lnTo>
                    <a:pt x="87617" y="1282"/>
                  </a:lnTo>
                  <a:close/>
                </a:path>
                <a:path w="203200" h="6350">
                  <a:moveTo>
                    <a:pt x="203200" y="1282"/>
                  </a:moveTo>
                  <a:lnTo>
                    <a:pt x="115570" y="1282"/>
                  </a:lnTo>
                  <a:lnTo>
                    <a:pt x="115570" y="6350"/>
                  </a:lnTo>
                  <a:lnTo>
                    <a:pt x="203200" y="6350"/>
                  </a:lnTo>
                  <a:lnTo>
                    <a:pt x="203200" y="1282"/>
                  </a:lnTo>
                  <a:close/>
                </a:path>
                <a:path w="203200" h="6350">
                  <a:moveTo>
                    <a:pt x="203200" y="0"/>
                  </a:moveTo>
                  <a:lnTo>
                    <a:pt x="116840" y="0"/>
                  </a:lnTo>
                  <a:lnTo>
                    <a:pt x="116840" y="1270"/>
                  </a:lnTo>
                  <a:lnTo>
                    <a:pt x="203200" y="1270"/>
                  </a:lnTo>
                  <a:lnTo>
                    <a:pt x="203200" y="0"/>
                  </a:lnTo>
                  <a:close/>
                </a:path>
              </a:pathLst>
            </a:custGeom>
            <a:solidFill>
              <a:srgbClr val="521152"/>
            </a:solidFill>
          </p:spPr>
          <p:txBody>
            <a:bodyPr wrap="square" lIns="0" tIns="0" rIns="0" bIns="0" rtlCol="0"/>
            <a:lstStyle/>
            <a:p/>
          </p:txBody>
        </p:sp>
        <p:sp>
          <p:nvSpPr>
            <p:cNvPr id="1960" name="object 1960"/>
            <p:cNvSpPr/>
            <p:nvPr/>
          </p:nvSpPr>
          <p:spPr>
            <a:xfrm>
              <a:off x="6012180" y="1480819"/>
              <a:ext cx="203200" cy="7620"/>
            </a:xfrm>
            <a:custGeom>
              <a:avLst/>
              <a:gdLst/>
              <a:ahLst/>
              <a:cxnLst/>
              <a:rect l="l" t="t" r="r" b="b"/>
              <a:pathLst>
                <a:path w="203200" h="7619">
                  <a:moveTo>
                    <a:pt x="91440" y="6350"/>
                  </a:moveTo>
                  <a:lnTo>
                    <a:pt x="90170" y="6350"/>
                  </a:lnTo>
                  <a:lnTo>
                    <a:pt x="90170" y="5080"/>
                  </a:lnTo>
                  <a:lnTo>
                    <a:pt x="90170" y="3810"/>
                  </a:lnTo>
                  <a:lnTo>
                    <a:pt x="88900" y="3810"/>
                  </a:lnTo>
                  <a:lnTo>
                    <a:pt x="88900" y="0"/>
                  </a:lnTo>
                  <a:lnTo>
                    <a:pt x="0" y="0"/>
                  </a:lnTo>
                  <a:lnTo>
                    <a:pt x="0" y="3810"/>
                  </a:lnTo>
                  <a:lnTo>
                    <a:pt x="0" y="5080"/>
                  </a:lnTo>
                  <a:lnTo>
                    <a:pt x="1270" y="5080"/>
                  </a:lnTo>
                  <a:lnTo>
                    <a:pt x="1270" y="6350"/>
                  </a:lnTo>
                  <a:lnTo>
                    <a:pt x="1270" y="7620"/>
                  </a:lnTo>
                  <a:lnTo>
                    <a:pt x="91440" y="7620"/>
                  </a:lnTo>
                  <a:lnTo>
                    <a:pt x="91440" y="6350"/>
                  </a:lnTo>
                  <a:close/>
                </a:path>
                <a:path w="203200" h="7619">
                  <a:moveTo>
                    <a:pt x="203200" y="0"/>
                  </a:moveTo>
                  <a:lnTo>
                    <a:pt x="115570" y="0"/>
                  </a:lnTo>
                  <a:lnTo>
                    <a:pt x="115570" y="1270"/>
                  </a:lnTo>
                  <a:lnTo>
                    <a:pt x="114300" y="1270"/>
                  </a:lnTo>
                  <a:lnTo>
                    <a:pt x="114300" y="2540"/>
                  </a:lnTo>
                  <a:lnTo>
                    <a:pt x="114300" y="5080"/>
                  </a:lnTo>
                  <a:lnTo>
                    <a:pt x="113030" y="5080"/>
                  </a:lnTo>
                  <a:lnTo>
                    <a:pt x="113030" y="7620"/>
                  </a:lnTo>
                  <a:lnTo>
                    <a:pt x="201917" y="7620"/>
                  </a:lnTo>
                  <a:lnTo>
                    <a:pt x="201917" y="5080"/>
                  </a:lnTo>
                  <a:lnTo>
                    <a:pt x="201917" y="2540"/>
                  </a:lnTo>
                  <a:lnTo>
                    <a:pt x="203200" y="2540"/>
                  </a:lnTo>
                  <a:lnTo>
                    <a:pt x="203200" y="1270"/>
                  </a:lnTo>
                  <a:lnTo>
                    <a:pt x="203200" y="0"/>
                  </a:lnTo>
                  <a:close/>
                </a:path>
              </a:pathLst>
            </a:custGeom>
            <a:solidFill>
              <a:srgbClr val="531153"/>
            </a:solidFill>
          </p:spPr>
          <p:txBody>
            <a:bodyPr wrap="square" lIns="0" tIns="0" rIns="0" bIns="0" rtlCol="0"/>
            <a:lstStyle/>
            <a:p/>
          </p:txBody>
        </p:sp>
        <p:sp>
          <p:nvSpPr>
            <p:cNvPr id="1961" name="object 1961"/>
            <p:cNvSpPr/>
            <p:nvPr/>
          </p:nvSpPr>
          <p:spPr>
            <a:xfrm>
              <a:off x="6013450" y="1488439"/>
              <a:ext cx="200660" cy="7620"/>
            </a:xfrm>
            <a:custGeom>
              <a:avLst/>
              <a:gdLst/>
              <a:ahLst/>
              <a:cxnLst/>
              <a:rect l="l" t="t" r="r" b="b"/>
              <a:pathLst>
                <a:path w="200660" h="7619">
                  <a:moveTo>
                    <a:pt x="95250" y="6350"/>
                  </a:moveTo>
                  <a:lnTo>
                    <a:pt x="92710" y="6350"/>
                  </a:lnTo>
                  <a:lnTo>
                    <a:pt x="92710" y="3810"/>
                  </a:lnTo>
                  <a:lnTo>
                    <a:pt x="91440" y="3810"/>
                  </a:lnTo>
                  <a:lnTo>
                    <a:pt x="91440" y="0"/>
                  </a:lnTo>
                  <a:lnTo>
                    <a:pt x="0" y="0"/>
                  </a:lnTo>
                  <a:lnTo>
                    <a:pt x="0" y="3810"/>
                  </a:lnTo>
                  <a:lnTo>
                    <a:pt x="0" y="6350"/>
                  </a:lnTo>
                  <a:lnTo>
                    <a:pt x="0" y="7620"/>
                  </a:lnTo>
                  <a:lnTo>
                    <a:pt x="95250" y="7620"/>
                  </a:lnTo>
                  <a:lnTo>
                    <a:pt x="95250" y="6350"/>
                  </a:lnTo>
                  <a:close/>
                </a:path>
                <a:path w="200660" h="7619">
                  <a:moveTo>
                    <a:pt x="200660" y="1270"/>
                  </a:moveTo>
                  <a:lnTo>
                    <a:pt x="200647" y="0"/>
                  </a:lnTo>
                  <a:lnTo>
                    <a:pt x="110490" y="0"/>
                  </a:lnTo>
                  <a:lnTo>
                    <a:pt x="110490" y="1270"/>
                  </a:lnTo>
                  <a:lnTo>
                    <a:pt x="109220" y="1270"/>
                  </a:lnTo>
                  <a:lnTo>
                    <a:pt x="109220" y="5080"/>
                  </a:lnTo>
                  <a:lnTo>
                    <a:pt x="107950" y="5080"/>
                  </a:lnTo>
                  <a:lnTo>
                    <a:pt x="107950" y="6350"/>
                  </a:lnTo>
                  <a:lnTo>
                    <a:pt x="106680" y="6350"/>
                  </a:lnTo>
                  <a:lnTo>
                    <a:pt x="106680" y="7620"/>
                  </a:lnTo>
                  <a:lnTo>
                    <a:pt x="199390" y="7620"/>
                  </a:lnTo>
                  <a:lnTo>
                    <a:pt x="199390" y="6350"/>
                  </a:lnTo>
                  <a:lnTo>
                    <a:pt x="199390" y="5080"/>
                  </a:lnTo>
                  <a:lnTo>
                    <a:pt x="200660" y="5080"/>
                  </a:lnTo>
                  <a:lnTo>
                    <a:pt x="200660" y="1270"/>
                  </a:lnTo>
                  <a:close/>
                </a:path>
              </a:pathLst>
            </a:custGeom>
            <a:solidFill>
              <a:srgbClr val="551055"/>
            </a:solidFill>
          </p:spPr>
          <p:txBody>
            <a:bodyPr wrap="square" lIns="0" tIns="0" rIns="0" bIns="0" rtlCol="0"/>
            <a:lstStyle/>
            <a:p/>
          </p:txBody>
        </p:sp>
        <p:sp>
          <p:nvSpPr>
            <p:cNvPr id="1962" name="object 1962"/>
            <p:cNvSpPr/>
            <p:nvPr/>
          </p:nvSpPr>
          <p:spPr>
            <a:xfrm>
              <a:off x="6013450" y="1496059"/>
              <a:ext cx="199390" cy="6350"/>
            </a:xfrm>
            <a:custGeom>
              <a:avLst/>
              <a:gdLst/>
              <a:ahLst/>
              <a:cxnLst/>
              <a:rect l="l" t="t" r="r" b="b"/>
              <a:pathLst>
                <a:path w="199389" h="6350">
                  <a:moveTo>
                    <a:pt x="199390" y="0"/>
                  </a:moveTo>
                  <a:lnTo>
                    <a:pt x="104140" y="0"/>
                  </a:lnTo>
                  <a:lnTo>
                    <a:pt x="104140" y="1270"/>
                  </a:lnTo>
                  <a:lnTo>
                    <a:pt x="102870" y="1270"/>
                  </a:lnTo>
                  <a:lnTo>
                    <a:pt x="102870" y="2540"/>
                  </a:lnTo>
                  <a:lnTo>
                    <a:pt x="101600" y="2540"/>
                  </a:lnTo>
                  <a:lnTo>
                    <a:pt x="101600" y="3810"/>
                  </a:lnTo>
                  <a:lnTo>
                    <a:pt x="100330" y="3810"/>
                  </a:lnTo>
                  <a:lnTo>
                    <a:pt x="100330" y="2540"/>
                  </a:lnTo>
                  <a:lnTo>
                    <a:pt x="97790" y="2540"/>
                  </a:lnTo>
                  <a:lnTo>
                    <a:pt x="97790" y="1270"/>
                  </a:lnTo>
                  <a:lnTo>
                    <a:pt x="95250" y="1270"/>
                  </a:lnTo>
                  <a:lnTo>
                    <a:pt x="95250" y="0"/>
                  </a:lnTo>
                  <a:lnTo>
                    <a:pt x="0" y="0"/>
                  </a:lnTo>
                  <a:lnTo>
                    <a:pt x="0" y="1270"/>
                  </a:lnTo>
                  <a:lnTo>
                    <a:pt x="0" y="2540"/>
                  </a:lnTo>
                  <a:lnTo>
                    <a:pt x="0" y="3810"/>
                  </a:lnTo>
                  <a:lnTo>
                    <a:pt x="0" y="6350"/>
                  </a:lnTo>
                  <a:lnTo>
                    <a:pt x="199390" y="6350"/>
                  </a:lnTo>
                  <a:lnTo>
                    <a:pt x="199390" y="3810"/>
                  </a:lnTo>
                  <a:lnTo>
                    <a:pt x="199390" y="2540"/>
                  </a:lnTo>
                  <a:lnTo>
                    <a:pt x="199390" y="1270"/>
                  </a:lnTo>
                  <a:lnTo>
                    <a:pt x="199390" y="0"/>
                  </a:lnTo>
                  <a:close/>
                </a:path>
              </a:pathLst>
            </a:custGeom>
            <a:solidFill>
              <a:srgbClr val="561056"/>
            </a:solidFill>
          </p:spPr>
          <p:txBody>
            <a:bodyPr wrap="square" lIns="0" tIns="0" rIns="0" bIns="0" rtlCol="0"/>
            <a:lstStyle/>
            <a:p/>
          </p:txBody>
        </p:sp>
        <p:sp>
          <p:nvSpPr>
            <p:cNvPr id="1963" name="object 1963"/>
            <p:cNvSpPr/>
            <p:nvPr/>
          </p:nvSpPr>
          <p:spPr>
            <a:xfrm>
              <a:off x="6014720" y="1502409"/>
              <a:ext cx="196850" cy="7620"/>
            </a:xfrm>
            <a:custGeom>
              <a:avLst/>
              <a:gdLst/>
              <a:ahLst/>
              <a:cxnLst/>
              <a:rect l="l" t="t" r="r" b="b"/>
              <a:pathLst>
                <a:path w="196850" h="7619">
                  <a:moveTo>
                    <a:pt x="196850" y="0"/>
                  </a:moveTo>
                  <a:lnTo>
                    <a:pt x="0" y="0"/>
                  </a:lnTo>
                  <a:lnTo>
                    <a:pt x="0" y="7619"/>
                  </a:lnTo>
                  <a:lnTo>
                    <a:pt x="196850" y="7619"/>
                  </a:lnTo>
                  <a:lnTo>
                    <a:pt x="196850" y="0"/>
                  </a:lnTo>
                  <a:close/>
                </a:path>
              </a:pathLst>
            </a:custGeom>
            <a:solidFill>
              <a:srgbClr val="580F58"/>
            </a:solidFill>
          </p:spPr>
          <p:txBody>
            <a:bodyPr wrap="square" lIns="0" tIns="0" rIns="0" bIns="0" rtlCol="0"/>
            <a:lstStyle/>
            <a:p/>
          </p:txBody>
        </p:sp>
        <p:sp>
          <p:nvSpPr>
            <p:cNvPr id="1964" name="object 1964"/>
            <p:cNvSpPr/>
            <p:nvPr/>
          </p:nvSpPr>
          <p:spPr>
            <a:xfrm>
              <a:off x="6014720" y="1510029"/>
              <a:ext cx="196850" cy="7620"/>
            </a:xfrm>
            <a:custGeom>
              <a:avLst/>
              <a:gdLst/>
              <a:ahLst/>
              <a:cxnLst/>
              <a:rect l="l" t="t" r="r" b="b"/>
              <a:pathLst>
                <a:path w="196850" h="7619">
                  <a:moveTo>
                    <a:pt x="196850" y="0"/>
                  </a:moveTo>
                  <a:lnTo>
                    <a:pt x="0" y="0"/>
                  </a:lnTo>
                  <a:lnTo>
                    <a:pt x="0" y="1270"/>
                  </a:lnTo>
                  <a:lnTo>
                    <a:pt x="0" y="2540"/>
                  </a:lnTo>
                  <a:lnTo>
                    <a:pt x="1270" y="2540"/>
                  </a:lnTo>
                  <a:lnTo>
                    <a:pt x="1270" y="7620"/>
                  </a:lnTo>
                  <a:lnTo>
                    <a:pt x="195580" y="7620"/>
                  </a:lnTo>
                  <a:lnTo>
                    <a:pt x="195580" y="2540"/>
                  </a:lnTo>
                  <a:lnTo>
                    <a:pt x="195580" y="1270"/>
                  </a:lnTo>
                  <a:lnTo>
                    <a:pt x="196850" y="1270"/>
                  </a:lnTo>
                  <a:lnTo>
                    <a:pt x="196850" y="0"/>
                  </a:lnTo>
                  <a:close/>
                </a:path>
              </a:pathLst>
            </a:custGeom>
            <a:solidFill>
              <a:srgbClr val="590E59"/>
            </a:solidFill>
          </p:spPr>
          <p:txBody>
            <a:bodyPr wrap="square" lIns="0" tIns="0" rIns="0" bIns="0" rtlCol="0"/>
            <a:lstStyle/>
            <a:p/>
          </p:txBody>
        </p:sp>
        <p:sp>
          <p:nvSpPr>
            <p:cNvPr id="1965" name="object 1965"/>
            <p:cNvSpPr/>
            <p:nvPr/>
          </p:nvSpPr>
          <p:spPr>
            <a:xfrm>
              <a:off x="6015990" y="1517649"/>
              <a:ext cx="194310" cy="6350"/>
            </a:xfrm>
            <a:custGeom>
              <a:avLst/>
              <a:gdLst/>
              <a:ahLst/>
              <a:cxnLst/>
              <a:rect l="l" t="t" r="r" b="b"/>
              <a:pathLst>
                <a:path w="194310" h="6350">
                  <a:moveTo>
                    <a:pt x="194310" y="0"/>
                  </a:moveTo>
                  <a:lnTo>
                    <a:pt x="0" y="0"/>
                  </a:lnTo>
                  <a:lnTo>
                    <a:pt x="0" y="2540"/>
                  </a:lnTo>
                  <a:lnTo>
                    <a:pt x="1270" y="2540"/>
                  </a:lnTo>
                  <a:lnTo>
                    <a:pt x="1270" y="3810"/>
                  </a:lnTo>
                  <a:lnTo>
                    <a:pt x="1270" y="6350"/>
                  </a:lnTo>
                  <a:lnTo>
                    <a:pt x="193040" y="6350"/>
                  </a:lnTo>
                  <a:lnTo>
                    <a:pt x="193040" y="3810"/>
                  </a:lnTo>
                  <a:lnTo>
                    <a:pt x="194310" y="3810"/>
                  </a:lnTo>
                  <a:lnTo>
                    <a:pt x="194310" y="2540"/>
                  </a:lnTo>
                  <a:lnTo>
                    <a:pt x="194310" y="0"/>
                  </a:lnTo>
                  <a:close/>
                </a:path>
              </a:pathLst>
            </a:custGeom>
            <a:solidFill>
              <a:srgbClr val="5B0E5B"/>
            </a:solidFill>
          </p:spPr>
          <p:txBody>
            <a:bodyPr wrap="square" lIns="0" tIns="0" rIns="0" bIns="0" rtlCol="0"/>
            <a:lstStyle/>
            <a:p/>
          </p:txBody>
        </p:sp>
        <p:sp>
          <p:nvSpPr>
            <p:cNvPr id="1966" name="object 1966"/>
            <p:cNvSpPr/>
            <p:nvPr/>
          </p:nvSpPr>
          <p:spPr>
            <a:xfrm>
              <a:off x="6017260" y="1523999"/>
              <a:ext cx="191770" cy="7620"/>
            </a:xfrm>
            <a:custGeom>
              <a:avLst/>
              <a:gdLst/>
              <a:ahLst/>
              <a:cxnLst/>
              <a:rect l="l" t="t" r="r" b="b"/>
              <a:pathLst>
                <a:path w="191770" h="7619">
                  <a:moveTo>
                    <a:pt x="190487" y="5092"/>
                  </a:moveTo>
                  <a:lnTo>
                    <a:pt x="1270" y="5092"/>
                  </a:lnTo>
                  <a:lnTo>
                    <a:pt x="1270" y="7620"/>
                  </a:lnTo>
                  <a:lnTo>
                    <a:pt x="190487" y="7620"/>
                  </a:lnTo>
                  <a:lnTo>
                    <a:pt x="190487" y="5092"/>
                  </a:lnTo>
                  <a:close/>
                </a:path>
                <a:path w="191770" h="7619">
                  <a:moveTo>
                    <a:pt x="191770" y="0"/>
                  </a:moveTo>
                  <a:lnTo>
                    <a:pt x="0" y="0"/>
                  </a:lnTo>
                  <a:lnTo>
                    <a:pt x="0" y="2540"/>
                  </a:lnTo>
                  <a:lnTo>
                    <a:pt x="1270" y="2540"/>
                  </a:lnTo>
                  <a:lnTo>
                    <a:pt x="1270" y="5080"/>
                  </a:lnTo>
                  <a:lnTo>
                    <a:pt x="191770" y="5080"/>
                  </a:lnTo>
                  <a:lnTo>
                    <a:pt x="191770" y="2540"/>
                  </a:lnTo>
                  <a:lnTo>
                    <a:pt x="191770" y="0"/>
                  </a:lnTo>
                  <a:close/>
                </a:path>
              </a:pathLst>
            </a:custGeom>
            <a:solidFill>
              <a:srgbClr val="5C0D5C"/>
            </a:solidFill>
          </p:spPr>
          <p:txBody>
            <a:bodyPr wrap="square" lIns="0" tIns="0" rIns="0" bIns="0" rtlCol="0"/>
            <a:lstStyle/>
            <a:p/>
          </p:txBody>
        </p:sp>
        <p:sp>
          <p:nvSpPr>
            <p:cNvPr id="1967" name="object 1967"/>
            <p:cNvSpPr/>
            <p:nvPr/>
          </p:nvSpPr>
          <p:spPr>
            <a:xfrm>
              <a:off x="6018530" y="1531619"/>
              <a:ext cx="189230" cy="7620"/>
            </a:xfrm>
            <a:custGeom>
              <a:avLst/>
              <a:gdLst/>
              <a:ahLst/>
              <a:cxnLst/>
              <a:rect l="l" t="t" r="r" b="b"/>
              <a:pathLst>
                <a:path w="189229" h="7619">
                  <a:moveTo>
                    <a:pt x="187960" y="5080"/>
                  </a:moveTo>
                  <a:lnTo>
                    <a:pt x="1270" y="5080"/>
                  </a:lnTo>
                  <a:lnTo>
                    <a:pt x="1270" y="7620"/>
                  </a:lnTo>
                  <a:lnTo>
                    <a:pt x="187960" y="7620"/>
                  </a:lnTo>
                  <a:lnTo>
                    <a:pt x="187960" y="5080"/>
                  </a:lnTo>
                  <a:close/>
                </a:path>
                <a:path w="189229" h="7619">
                  <a:moveTo>
                    <a:pt x="189230" y="2540"/>
                  </a:moveTo>
                  <a:lnTo>
                    <a:pt x="189217" y="0"/>
                  </a:lnTo>
                  <a:lnTo>
                    <a:pt x="0" y="0"/>
                  </a:lnTo>
                  <a:lnTo>
                    <a:pt x="0" y="2540"/>
                  </a:lnTo>
                  <a:lnTo>
                    <a:pt x="1270" y="2540"/>
                  </a:lnTo>
                  <a:lnTo>
                    <a:pt x="1270" y="3810"/>
                  </a:lnTo>
                  <a:lnTo>
                    <a:pt x="189230" y="3810"/>
                  </a:lnTo>
                  <a:lnTo>
                    <a:pt x="189230" y="2540"/>
                  </a:lnTo>
                  <a:close/>
                </a:path>
              </a:pathLst>
            </a:custGeom>
            <a:solidFill>
              <a:srgbClr val="5D0D5D"/>
            </a:solidFill>
          </p:spPr>
          <p:txBody>
            <a:bodyPr wrap="square" lIns="0" tIns="0" rIns="0" bIns="0" rtlCol="0"/>
            <a:lstStyle/>
            <a:p/>
          </p:txBody>
        </p:sp>
        <p:sp>
          <p:nvSpPr>
            <p:cNvPr id="1968" name="object 1968"/>
            <p:cNvSpPr/>
            <p:nvPr/>
          </p:nvSpPr>
          <p:spPr>
            <a:xfrm>
              <a:off x="6019800" y="1539239"/>
              <a:ext cx="186690" cy="6350"/>
            </a:xfrm>
            <a:custGeom>
              <a:avLst/>
              <a:gdLst/>
              <a:ahLst/>
              <a:cxnLst/>
              <a:rect l="l" t="t" r="r" b="b"/>
              <a:pathLst>
                <a:path w="186689" h="6350">
                  <a:moveTo>
                    <a:pt x="186690" y="0"/>
                  </a:moveTo>
                  <a:lnTo>
                    <a:pt x="0" y="0"/>
                  </a:lnTo>
                  <a:lnTo>
                    <a:pt x="0" y="1270"/>
                  </a:lnTo>
                  <a:lnTo>
                    <a:pt x="1270" y="1270"/>
                  </a:lnTo>
                  <a:lnTo>
                    <a:pt x="1270" y="3810"/>
                  </a:lnTo>
                  <a:lnTo>
                    <a:pt x="1270" y="6350"/>
                  </a:lnTo>
                  <a:lnTo>
                    <a:pt x="185420" y="6350"/>
                  </a:lnTo>
                  <a:lnTo>
                    <a:pt x="185420" y="3810"/>
                  </a:lnTo>
                  <a:lnTo>
                    <a:pt x="186690" y="3810"/>
                  </a:lnTo>
                  <a:lnTo>
                    <a:pt x="186690" y="1270"/>
                  </a:lnTo>
                  <a:lnTo>
                    <a:pt x="186690" y="0"/>
                  </a:lnTo>
                  <a:close/>
                </a:path>
              </a:pathLst>
            </a:custGeom>
            <a:solidFill>
              <a:srgbClr val="5F0C5F"/>
            </a:solidFill>
          </p:spPr>
          <p:txBody>
            <a:bodyPr wrap="square" lIns="0" tIns="0" rIns="0" bIns="0" rtlCol="0"/>
            <a:lstStyle/>
            <a:p/>
          </p:txBody>
        </p:sp>
        <p:sp>
          <p:nvSpPr>
            <p:cNvPr id="1969" name="object 1969"/>
            <p:cNvSpPr/>
            <p:nvPr/>
          </p:nvSpPr>
          <p:spPr>
            <a:xfrm>
              <a:off x="6021070" y="1545589"/>
              <a:ext cx="184150" cy="7620"/>
            </a:xfrm>
            <a:custGeom>
              <a:avLst/>
              <a:gdLst/>
              <a:ahLst/>
              <a:cxnLst/>
              <a:rect l="l" t="t" r="r" b="b"/>
              <a:pathLst>
                <a:path w="184150" h="7619">
                  <a:moveTo>
                    <a:pt x="184150" y="0"/>
                  </a:moveTo>
                  <a:lnTo>
                    <a:pt x="0" y="0"/>
                  </a:lnTo>
                  <a:lnTo>
                    <a:pt x="0" y="2540"/>
                  </a:lnTo>
                  <a:lnTo>
                    <a:pt x="1270" y="2540"/>
                  </a:lnTo>
                  <a:lnTo>
                    <a:pt x="1270" y="3810"/>
                  </a:lnTo>
                  <a:lnTo>
                    <a:pt x="1270" y="7620"/>
                  </a:lnTo>
                  <a:lnTo>
                    <a:pt x="182880" y="7620"/>
                  </a:lnTo>
                  <a:lnTo>
                    <a:pt x="182880" y="3810"/>
                  </a:lnTo>
                  <a:lnTo>
                    <a:pt x="184137" y="3810"/>
                  </a:lnTo>
                  <a:lnTo>
                    <a:pt x="184137" y="2540"/>
                  </a:lnTo>
                  <a:lnTo>
                    <a:pt x="184150" y="0"/>
                  </a:lnTo>
                  <a:close/>
                </a:path>
              </a:pathLst>
            </a:custGeom>
            <a:solidFill>
              <a:srgbClr val="600C60"/>
            </a:solidFill>
          </p:spPr>
          <p:txBody>
            <a:bodyPr wrap="square" lIns="0" tIns="0" rIns="0" bIns="0" rtlCol="0"/>
            <a:lstStyle/>
            <a:p/>
          </p:txBody>
        </p:sp>
        <p:sp>
          <p:nvSpPr>
            <p:cNvPr id="1970" name="object 1970"/>
            <p:cNvSpPr/>
            <p:nvPr/>
          </p:nvSpPr>
          <p:spPr>
            <a:xfrm>
              <a:off x="6023610" y="1553209"/>
              <a:ext cx="180340" cy="7620"/>
            </a:xfrm>
            <a:custGeom>
              <a:avLst/>
              <a:gdLst/>
              <a:ahLst/>
              <a:cxnLst/>
              <a:rect l="l" t="t" r="r" b="b"/>
              <a:pathLst>
                <a:path w="180339" h="7619">
                  <a:moveTo>
                    <a:pt x="180340" y="0"/>
                  </a:moveTo>
                  <a:lnTo>
                    <a:pt x="0" y="0"/>
                  </a:lnTo>
                  <a:lnTo>
                    <a:pt x="0" y="2540"/>
                  </a:lnTo>
                  <a:lnTo>
                    <a:pt x="0" y="5080"/>
                  </a:lnTo>
                  <a:lnTo>
                    <a:pt x="1270" y="5080"/>
                  </a:lnTo>
                  <a:lnTo>
                    <a:pt x="1270" y="7620"/>
                  </a:lnTo>
                  <a:lnTo>
                    <a:pt x="179070" y="7620"/>
                  </a:lnTo>
                  <a:lnTo>
                    <a:pt x="179070" y="5080"/>
                  </a:lnTo>
                  <a:lnTo>
                    <a:pt x="179070" y="2540"/>
                  </a:lnTo>
                  <a:lnTo>
                    <a:pt x="180340" y="2540"/>
                  </a:lnTo>
                  <a:lnTo>
                    <a:pt x="180340" y="0"/>
                  </a:lnTo>
                  <a:close/>
                </a:path>
              </a:pathLst>
            </a:custGeom>
            <a:solidFill>
              <a:srgbClr val="620B62"/>
            </a:solidFill>
          </p:spPr>
          <p:txBody>
            <a:bodyPr wrap="square" lIns="0" tIns="0" rIns="0" bIns="0" rtlCol="0"/>
            <a:lstStyle/>
            <a:p/>
          </p:txBody>
        </p:sp>
        <p:sp>
          <p:nvSpPr>
            <p:cNvPr id="1971" name="object 1971"/>
            <p:cNvSpPr/>
            <p:nvPr/>
          </p:nvSpPr>
          <p:spPr>
            <a:xfrm>
              <a:off x="6024880" y="1560829"/>
              <a:ext cx="177800" cy="6350"/>
            </a:xfrm>
            <a:custGeom>
              <a:avLst/>
              <a:gdLst/>
              <a:ahLst/>
              <a:cxnLst/>
              <a:rect l="l" t="t" r="r" b="b"/>
              <a:pathLst>
                <a:path w="177800" h="6350">
                  <a:moveTo>
                    <a:pt x="177800" y="0"/>
                  </a:moveTo>
                  <a:lnTo>
                    <a:pt x="0" y="0"/>
                  </a:lnTo>
                  <a:lnTo>
                    <a:pt x="0" y="1270"/>
                  </a:lnTo>
                  <a:lnTo>
                    <a:pt x="0" y="2540"/>
                  </a:lnTo>
                  <a:lnTo>
                    <a:pt x="1270" y="2540"/>
                  </a:lnTo>
                  <a:lnTo>
                    <a:pt x="1270" y="6350"/>
                  </a:lnTo>
                  <a:lnTo>
                    <a:pt x="176530" y="6350"/>
                  </a:lnTo>
                  <a:lnTo>
                    <a:pt x="176530" y="2540"/>
                  </a:lnTo>
                  <a:lnTo>
                    <a:pt x="176517" y="1270"/>
                  </a:lnTo>
                  <a:lnTo>
                    <a:pt x="177800" y="1270"/>
                  </a:lnTo>
                  <a:lnTo>
                    <a:pt x="177800" y="0"/>
                  </a:lnTo>
                  <a:close/>
                </a:path>
              </a:pathLst>
            </a:custGeom>
            <a:solidFill>
              <a:srgbClr val="630A63"/>
            </a:solidFill>
          </p:spPr>
          <p:txBody>
            <a:bodyPr wrap="square" lIns="0" tIns="0" rIns="0" bIns="0" rtlCol="0"/>
            <a:lstStyle/>
            <a:p/>
          </p:txBody>
        </p:sp>
        <p:sp>
          <p:nvSpPr>
            <p:cNvPr id="1972" name="object 1972"/>
            <p:cNvSpPr/>
            <p:nvPr/>
          </p:nvSpPr>
          <p:spPr>
            <a:xfrm>
              <a:off x="6026150" y="1567179"/>
              <a:ext cx="173990" cy="7620"/>
            </a:xfrm>
            <a:custGeom>
              <a:avLst/>
              <a:gdLst/>
              <a:ahLst/>
              <a:cxnLst/>
              <a:rect l="l" t="t" r="r" b="b"/>
              <a:pathLst>
                <a:path w="173989" h="7619">
                  <a:moveTo>
                    <a:pt x="173990" y="0"/>
                  </a:moveTo>
                  <a:lnTo>
                    <a:pt x="0" y="0"/>
                  </a:lnTo>
                  <a:lnTo>
                    <a:pt x="0" y="1270"/>
                  </a:lnTo>
                  <a:lnTo>
                    <a:pt x="1270" y="1270"/>
                  </a:lnTo>
                  <a:lnTo>
                    <a:pt x="1270" y="6350"/>
                  </a:lnTo>
                  <a:lnTo>
                    <a:pt x="1270" y="7620"/>
                  </a:lnTo>
                  <a:lnTo>
                    <a:pt x="172720" y="7620"/>
                  </a:lnTo>
                  <a:lnTo>
                    <a:pt x="172720" y="6350"/>
                  </a:lnTo>
                  <a:lnTo>
                    <a:pt x="173990" y="6350"/>
                  </a:lnTo>
                  <a:lnTo>
                    <a:pt x="173990" y="1270"/>
                  </a:lnTo>
                  <a:lnTo>
                    <a:pt x="173990" y="0"/>
                  </a:lnTo>
                  <a:close/>
                </a:path>
              </a:pathLst>
            </a:custGeom>
            <a:solidFill>
              <a:srgbClr val="660A66"/>
            </a:solidFill>
          </p:spPr>
          <p:txBody>
            <a:bodyPr wrap="square" lIns="0" tIns="0" rIns="0" bIns="0" rtlCol="0"/>
            <a:lstStyle/>
            <a:p/>
          </p:txBody>
        </p:sp>
        <p:sp>
          <p:nvSpPr>
            <p:cNvPr id="1973" name="object 1973"/>
            <p:cNvSpPr/>
            <p:nvPr/>
          </p:nvSpPr>
          <p:spPr>
            <a:xfrm>
              <a:off x="6028690" y="1574799"/>
              <a:ext cx="170180" cy="7620"/>
            </a:xfrm>
            <a:custGeom>
              <a:avLst/>
              <a:gdLst/>
              <a:ahLst/>
              <a:cxnLst/>
              <a:rect l="l" t="t" r="r" b="b"/>
              <a:pathLst>
                <a:path w="170179" h="7619">
                  <a:moveTo>
                    <a:pt x="170180" y="0"/>
                  </a:moveTo>
                  <a:lnTo>
                    <a:pt x="0" y="0"/>
                  </a:lnTo>
                  <a:lnTo>
                    <a:pt x="0" y="3810"/>
                  </a:lnTo>
                  <a:lnTo>
                    <a:pt x="0" y="5080"/>
                  </a:lnTo>
                  <a:lnTo>
                    <a:pt x="1270" y="5080"/>
                  </a:lnTo>
                  <a:lnTo>
                    <a:pt x="1270" y="7620"/>
                  </a:lnTo>
                  <a:lnTo>
                    <a:pt x="168910" y="7620"/>
                  </a:lnTo>
                  <a:lnTo>
                    <a:pt x="168910" y="5080"/>
                  </a:lnTo>
                  <a:lnTo>
                    <a:pt x="168910" y="3810"/>
                  </a:lnTo>
                  <a:lnTo>
                    <a:pt x="170180" y="3810"/>
                  </a:lnTo>
                  <a:lnTo>
                    <a:pt x="170180" y="0"/>
                  </a:lnTo>
                  <a:close/>
                </a:path>
              </a:pathLst>
            </a:custGeom>
            <a:solidFill>
              <a:srgbClr val="660966"/>
            </a:solidFill>
          </p:spPr>
          <p:txBody>
            <a:bodyPr wrap="square" lIns="0" tIns="0" rIns="0" bIns="0" rtlCol="0"/>
            <a:lstStyle/>
            <a:p/>
          </p:txBody>
        </p:sp>
        <p:sp>
          <p:nvSpPr>
            <p:cNvPr id="1974" name="object 1974"/>
            <p:cNvSpPr/>
            <p:nvPr/>
          </p:nvSpPr>
          <p:spPr>
            <a:xfrm>
              <a:off x="6029960" y="1582419"/>
              <a:ext cx="167640" cy="6350"/>
            </a:xfrm>
            <a:custGeom>
              <a:avLst/>
              <a:gdLst/>
              <a:ahLst/>
              <a:cxnLst/>
              <a:rect l="l" t="t" r="r" b="b"/>
              <a:pathLst>
                <a:path w="167639" h="6350">
                  <a:moveTo>
                    <a:pt x="167640" y="0"/>
                  </a:moveTo>
                  <a:lnTo>
                    <a:pt x="0" y="0"/>
                  </a:lnTo>
                  <a:lnTo>
                    <a:pt x="0" y="1270"/>
                  </a:lnTo>
                  <a:lnTo>
                    <a:pt x="0" y="2540"/>
                  </a:lnTo>
                  <a:lnTo>
                    <a:pt x="1270" y="2540"/>
                  </a:lnTo>
                  <a:lnTo>
                    <a:pt x="1270" y="5080"/>
                  </a:lnTo>
                  <a:lnTo>
                    <a:pt x="1270" y="6350"/>
                  </a:lnTo>
                  <a:lnTo>
                    <a:pt x="165087" y="6350"/>
                  </a:lnTo>
                  <a:lnTo>
                    <a:pt x="165087" y="5080"/>
                  </a:lnTo>
                  <a:lnTo>
                    <a:pt x="166370" y="5080"/>
                  </a:lnTo>
                  <a:lnTo>
                    <a:pt x="166370" y="2540"/>
                  </a:lnTo>
                  <a:lnTo>
                    <a:pt x="166370" y="1270"/>
                  </a:lnTo>
                  <a:lnTo>
                    <a:pt x="167640" y="1270"/>
                  </a:lnTo>
                  <a:lnTo>
                    <a:pt x="167640" y="0"/>
                  </a:lnTo>
                  <a:close/>
                </a:path>
              </a:pathLst>
            </a:custGeom>
            <a:solidFill>
              <a:srgbClr val="670967"/>
            </a:solidFill>
          </p:spPr>
          <p:txBody>
            <a:bodyPr wrap="square" lIns="0" tIns="0" rIns="0" bIns="0" rtlCol="0"/>
            <a:lstStyle/>
            <a:p/>
          </p:txBody>
        </p:sp>
        <p:sp>
          <p:nvSpPr>
            <p:cNvPr id="1975" name="object 1975"/>
            <p:cNvSpPr/>
            <p:nvPr/>
          </p:nvSpPr>
          <p:spPr>
            <a:xfrm>
              <a:off x="6032487" y="1588769"/>
              <a:ext cx="163195" cy="7620"/>
            </a:xfrm>
            <a:custGeom>
              <a:avLst/>
              <a:gdLst/>
              <a:ahLst/>
              <a:cxnLst/>
              <a:rect l="l" t="t" r="r" b="b"/>
              <a:pathLst>
                <a:path w="163195" h="7619">
                  <a:moveTo>
                    <a:pt x="162572" y="3822"/>
                  </a:moveTo>
                  <a:lnTo>
                    <a:pt x="162560" y="0"/>
                  </a:lnTo>
                  <a:lnTo>
                    <a:pt x="0" y="0"/>
                  </a:lnTo>
                  <a:lnTo>
                    <a:pt x="12" y="3822"/>
                  </a:lnTo>
                  <a:lnTo>
                    <a:pt x="1282" y="3822"/>
                  </a:lnTo>
                  <a:lnTo>
                    <a:pt x="1282" y="7620"/>
                  </a:lnTo>
                  <a:lnTo>
                    <a:pt x="161302" y="7620"/>
                  </a:lnTo>
                  <a:lnTo>
                    <a:pt x="161302" y="3822"/>
                  </a:lnTo>
                  <a:lnTo>
                    <a:pt x="162572" y="3822"/>
                  </a:lnTo>
                  <a:close/>
                </a:path>
              </a:pathLst>
            </a:custGeom>
            <a:solidFill>
              <a:srgbClr val="690869"/>
            </a:solidFill>
          </p:spPr>
          <p:txBody>
            <a:bodyPr wrap="square" lIns="0" tIns="0" rIns="0" bIns="0" rtlCol="0"/>
            <a:lstStyle/>
            <a:p/>
          </p:txBody>
        </p:sp>
        <p:sp>
          <p:nvSpPr>
            <p:cNvPr id="1976" name="object 1976"/>
            <p:cNvSpPr/>
            <p:nvPr/>
          </p:nvSpPr>
          <p:spPr>
            <a:xfrm>
              <a:off x="6035040" y="1596389"/>
              <a:ext cx="158750" cy="7620"/>
            </a:xfrm>
            <a:custGeom>
              <a:avLst/>
              <a:gdLst/>
              <a:ahLst/>
              <a:cxnLst/>
              <a:rect l="l" t="t" r="r" b="b"/>
              <a:pathLst>
                <a:path w="158750" h="7619">
                  <a:moveTo>
                    <a:pt x="158750" y="0"/>
                  </a:moveTo>
                  <a:lnTo>
                    <a:pt x="0" y="0"/>
                  </a:lnTo>
                  <a:lnTo>
                    <a:pt x="0" y="1270"/>
                  </a:lnTo>
                  <a:lnTo>
                    <a:pt x="0" y="3810"/>
                  </a:lnTo>
                  <a:lnTo>
                    <a:pt x="1270" y="3810"/>
                  </a:lnTo>
                  <a:lnTo>
                    <a:pt x="1270" y="5080"/>
                  </a:lnTo>
                  <a:lnTo>
                    <a:pt x="1270" y="7620"/>
                  </a:lnTo>
                  <a:lnTo>
                    <a:pt x="156210" y="7620"/>
                  </a:lnTo>
                  <a:lnTo>
                    <a:pt x="156210" y="5080"/>
                  </a:lnTo>
                  <a:lnTo>
                    <a:pt x="157480" y="5080"/>
                  </a:lnTo>
                  <a:lnTo>
                    <a:pt x="157480" y="3810"/>
                  </a:lnTo>
                  <a:lnTo>
                    <a:pt x="157467" y="1270"/>
                  </a:lnTo>
                  <a:lnTo>
                    <a:pt x="158750" y="1270"/>
                  </a:lnTo>
                  <a:lnTo>
                    <a:pt x="158750" y="0"/>
                  </a:lnTo>
                  <a:close/>
                </a:path>
              </a:pathLst>
            </a:custGeom>
            <a:solidFill>
              <a:srgbClr val="6A086A"/>
            </a:solidFill>
          </p:spPr>
          <p:txBody>
            <a:bodyPr wrap="square" lIns="0" tIns="0" rIns="0" bIns="0" rtlCol="0"/>
            <a:lstStyle/>
            <a:p/>
          </p:txBody>
        </p:sp>
        <p:sp>
          <p:nvSpPr>
            <p:cNvPr id="1977" name="object 1977"/>
            <p:cNvSpPr/>
            <p:nvPr/>
          </p:nvSpPr>
          <p:spPr>
            <a:xfrm>
              <a:off x="6037580" y="1604009"/>
              <a:ext cx="153670" cy="6350"/>
            </a:xfrm>
            <a:custGeom>
              <a:avLst/>
              <a:gdLst/>
              <a:ahLst/>
              <a:cxnLst/>
              <a:rect l="l" t="t" r="r" b="b"/>
              <a:pathLst>
                <a:path w="153670" h="6350">
                  <a:moveTo>
                    <a:pt x="151130" y="5092"/>
                  </a:moveTo>
                  <a:lnTo>
                    <a:pt x="1270" y="5092"/>
                  </a:lnTo>
                  <a:lnTo>
                    <a:pt x="1270" y="6350"/>
                  </a:lnTo>
                  <a:lnTo>
                    <a:pt x="151130" y="6350"/>
                  </a:lnTo>
                  <a:lnTo>
                    <a:pt x="151130" y="5092"/>
                  </a:lnTo>
                  <a:close/>
                </a:path>
                <a:path w="153670" h="6350">
                  <a:moveTo>
                    <a:pt x="153670" y="0"/>
                  </a:moveTo>
                  <a:lnTo>
                    <a:pt x="0" y="0"/>
                  </a:lnTo>
                  <a:lnTo>
                    <a:pt x="0" y="1270"/>
                  </a:lnTo>
                  <a:lnTo>
                    <a:pt x="0" y="5080"/>
                  </a:lnTo>
                  <a:lnTo>
                    <a:pt x="152400" y="5080"/>
                  </a:lnTo>
                  <a:lnTo>
                    <a:pt x="152400" y="1270"/>
                  </a:lnTo>
                  <a:lnTo>
                    <a:pt x="153670" y="1270"/>
                  </a:lnTo>
                  <a:lnTo>
                    <a:pt x="153670" y="0"/>
                  </a:lnTo>
                  <a:close/>
                </a:path>
              </a:pathLst>
            </a:custGeom>
            <a:solidFill>
              <a:srgbClr val="6C076C"/>
            </a:solidFill>
          </p:spPr>
          <p:txBody>
            <a:bodyPr wrap="square" lIns="0" tIns="0" rIns="0" bIns="0" rtlCol="0"/>
            <a:lstStyle/>
            <a:p/>
          </p:txBody>
        </p:sp>
        <p:sp>
          <p:nvSpPr>
            <p:cNvPr id="1978" name="object 1978"/>
            <p:cNvSpPr/>
            <p:nvPr/>
          </p:nvSpPr>
          <p:spPr>
            <a:xfrm>
              <a:off x="6038850" y="1610359"/>
              <a:ext cx="149860" cy="7620"/>
            </a:xfrm>
            <a:custGeom>
              <a:avLst/>
              <a:gdLst/>
              <a:ahLst/>
              <a:cxnLst/>
              <a:rect l="l" t="t" r="r" b="b"/>
              <a:pathLst>
                <a:path w="149860" h="7619">
                  <a:moveTo>
                    <a:pt x="149860" y="0"/>
                  </a:moveTo>
                  <a:lnTo>
                    <a:pt x="0" y="0"/>
                  </a:lnTo>
                  <a:lnTo>
                    <a:pt x="0" y="2540"/>
                  </a:lnTo>
                  <a:lnTo>
                    <a:pt x="1270" y="2540"/>
                  </a:lnTo>
                  <a:lnTo>
                    <a:pt x="1270" y="5080"/>
                  </a:lnTo>
                  <a:lnTo>
                    <a:pt x="1270" y="6350"/>
                  </a:lnTo>
                  <a:lnTo>
                    <a:pt x="2540" y="6350"/>
                  </a:lnTo>
                  <a:lnTo>
                    <a:pt x="2540" y="7620"/>
                  </a:lnTo>
                  <a:lnTo>
                    <a:pt x="147307" y="7620"/>
                  </a:lnTo>
                  <a:lnTo>
                    <a:pt x="147307" y="6350"/>
                  </a:lnTo>
                  <a:lnTo>
                    <a:pt x="147320" y="5080"/>
                  </a:lnTo>
                  <a:lnTo>
                    <a:pt x="148590" y="5080"/>
                  </a:lnTo>
                  <a:lnTo>
                    <a:pt x="148590" y="2540"/>
                  </a:lnTo>
                  <a:lnTo>
                    <a:pt x="149860" y="2540"/>
                  </a:lnTo>
                  <a:lnTo>
                    <a:pt x="149860" y="0"/>
                  </a:lnTo>
                  <a:close/>
                </a:path>
              </a:pathLst>
            </a:custGeom>
            <a:solidFill>
              <a:srgbClr val="6D066D"/>
            </a:solidFill>
          </p:spPr>
          <p:txBody>
            <a:bodyPr wrap="square" lIns="0" tIns="0" rIns="0" bIns="0" rtlCol="0"/>
            <a:lstStyle/>
            <a:p/>
          </p:txBody>
        </p:sp>
        <p:sp>
          <p:nvSpPr>
            <p:cNvPr id="1979" name="object 1979"/>
            <p:cNvSpPr/>
            <p:nvPr/>
          </p:nvSpPr>
          <p:spPr>
            <a:xfrm>
              <a:off x="6041390" y="1617979"/>
              <a:ext cx="144780" cy="7620"/>
            </a:xfrm>
            <a:custGeom>
              <a:avLst/>
              <a:gdLst/>
              <a:ahLst/>
              <a:cxnLst/>
              <a:rect l="l" t="t" r="r" b="b"/>
              <a:pathLst>
                <a:path w="144779" h="7619">
                  <a:moveTo>
                    <a:pt x="144767" y="0"/>
                  </a:moveTo>
                  <a:lnTo>
                    <a:pt x="0" y="0"/>
                  </a:lnTo>
                  <a:lnTo>
                    <a:pt x="0" y="1270"/>
                  </a:lnTo>
                  <a:lnTo>
                    <a:pt x="1270" y="1270"/>
                  </a:lnTo>
                  <a:lnTo>
                    <a:pt x="1270" y="3810"/>
                  </a:lnTo>
                  <a:lnTo>
                    <a:pt x="2540" y="3810"/>
                  </a:lnTo>
                  <a:lnTo>
                    <a:pt x="2540" y="5080"/>
                  </a:lnTo>
                  <a:lnTo>
                    <a:pt x="2540" y="7620"/>
                  </a:lnTo>
                  <a:lnTo>
                    <a:pt x="142240" y="7620"/>
                  </a:lnTo>
                  <a:lnTo>
                    <a:pt x="142240" y="5080"/>
                  </a:lnTo>
                  <a:lnTo>
                    <a:pt x="143510" y="5080"/>
                  </a:lnTo>
                  <a:lnTo>
                    <a:pt x="143510" y="3810"/>
                  </a:lnTo>
                  <a:lnTo>
                    <a:pt x="143510" y="1270"/>
                  </a:lnTo>
                  <a:lnTo>
                    <a:pt x="144767" y="1270"/>
                  </a:lnTo>
                  <a:lnTo>
                    <a:pt x="144767" y="0"/>
                  </a:lnTo>
                  <a:close/>
                </a:path>
              </a:pathLst>
            </a:custGeom>
            <a:solidFill>
              <a:srgbClr val="6F066F"/>
            </a:solidFill>
          </p:spPr>
          <p:txBody>
            <a:bodyPr wrap="square" lIns="0" tIns="0" rIns="0" bIns="0" rtlCol="0"/>
            <a:lstStyle/>
            <a:p/>
          </p:txBody>
        </p:sp>
        <p:sp>
          <p:nvSpPr>
            <p:cNvPr id="1980" name="object 1980"/>
            <p:cNvSpPr/>
            <p:nvPr/>
          </p:nvSpPr>
          <p:spPr>
            <a:xfrm>
              <a:off x="6045200" y="1625599"/>
              <a:ext cx="137160" cy="6350"/>
            </a:xfrm>
            <a:custGeom>
              <a:avLst/>
              <a:gdLst/>
              <a:ahLst/>
              <a:cxnLst/>
              <a:rect l="l" t="t" r="r" b="b"/>
              <a:pathLst>
                <a:path w="137160" h="6350">
                  <a:moveTo>
                    <a:pt x="137160" y="0"/>
                  </a:moveTo>
                  <a:lnTo>
                    <a:pt x="0" y="0"/>
                  </a:lnTo>
                  <a:lnTo>
                    <a:pt x="0" y="2552"/>
                  </a:lnTo>
                  <a:lnTo>
                    <a:pt x="1270" y="2552"/>
                  </a:lnTo>
                  <a:lnTo>
                    <a:pt x="1270" y="5080"/>
                  </a:lnTo>
                  <a:lnTo>
                    <a:pt x="2540" y="5080"/>
                  </a:lnTo>
                  <a:lnTo>
                    <a:pt x="2540" y="6350"/>
                  </a:lnTo>
                  <a:lnTo>
                    <a:pt x="135890" y="6350"/>
                  </a:lnTo>
                  <a:lnTo>
                    <a:pt x="135890" y="5080"/>
                  </a:lnTo>
                  <a:lnTo>
                    <a:pt x="135890" y="2552"/>
                  </a:lnTo>
                  <a:lnTo>
                    <a:pt x="137160" y="2552"/>
                  </a:lnTo>
                  <a:lnTo>
                    <a:pt x="137160" y="0"/>
                  </a:lnTo>
                  <a:close/>
                </a:path>
              </a:pathLst>
            </a:custGeom>
            <a:solidFill>
              <a:srgbClr val="700570"/>
            </a:solidFill>
          </p:spPr>
          <p:txBody>
            <a:bodyPr wrap="square" lIns="0" tIns="0" rIns="0" bIns="0" rtlCol="0"/>
            <a:lstStyle/>
            <a:p/>
          </p:txBody>
        </p:sp>
        <p:sp>
          <p:nvSpPr>
            <p:cNvPr id="1981" name="object 1981"/>
            <p:cNvSpPr/>
            <p:nvPr/>
          </p:nvSpPr>
          <p:spPr>
            <a:xfrm>
              <a:off x="6047740" y="1631949"/>
              <a:ext cx="132080" cy="7620"/>
            </a:xfrm>
            <a:custGeom>
              <a:avLst/>
              <a:gdLst/>
              <a:ahLst/>
              <a:cxnLst/>
              <a:rect l="l" t="t" r="r" b="b"/>
              <a:pathLst>
                <a:path w="132079" h="7619">
                  <a:moveTo>
                    <a:pt x="132080" y="1270"/>
                  </a:moveTo>
                  <a:lnTo>
                    <a:pt x="132067" y="0"/>
                  </a:lnTo>
                  <a:lnTo>
                    <a:pt x="0" y="0"/>
                  </a:lnTo>
                  <a:lnTo>
                    <a:pt x="0" y="1270"/>
                  </a:lnTo>
                  <a:lnTo>
                    <a:pt x="1270" y="1270"/>
                  </a:lnTo>
                  <a:lnTo>
                    <a:pt x="1270" y="2540"/>
                  </a:lnTo>
                  <a:lnTo>
                    <a:pt x="1270" y="3810"/>
                  </a:lnTo>
                  <a:lnTo>
                    <a:pt x="2540" y="3810"/>
                  </a:lnTo>
                  <a:lnTo>
                    <a:pt x="2540" y="5080"/>
                  </a:lnTo>
                  <a:lnTo>
                    <a:pt x="2540" y="6350"/>
                  </a:lnTo>
                  <a:lnTo>
                    <a:pt x="3810" y="6350"/>
                  </a:lnTo>
                  <a:lnTo>
                    <a:pt x="3810" y="7620"/>
                  </a:lnTo>
                  <a:lnTo>
                    <a:pt x="129540" y="7620"/>
                  </a:lnTo>
                  <a:lnTo>
                    <a:pt x="129540" y="6350"/>
                  </a:lnTo>
                  <a:lnTo>
                    <a:pt x="129540" y="5080"/>
                  </a:lnTo>
                  <a:lnTo>
                    <a:pt x="130810" y="5080"/>
                  </a:lnTo>
                  <a:lnTo>
                    <a:pt x="130810" y="3810"/>
                  </a:lnTo>
                  <a:lnTo>
                    <a:pt x="130810" y="2540"/>
                  </a:lnTo>
                  <a:lnTo>
                    <a:pt x="132080" y="2540"/>
                  </a:lnTo>
                  <a:lnTo>
                    <a:pt x="132080" y="1270"/>
                  </a:lnTo>
                  <a:close/>
                </a:path>
              </a:pathLst>
            </a:custGeom>
            <a:solidFill>
              <a:srgbClr val="720572"/>
            </a:solidFill>
          </p:spPr>
          <p:txBody>
            <a:bodyPr wrap="square" lIns="0" tIns="0" rIns="0" bIns="0" rtlCol="0"/>
            <a:lstStyle/>
            <a:p/>
          </p:txBody>
        </p:sp>
        <p:sp>
          <p:nvSpPr>
            <p:cNvPr id="1982" name="object 1982"/>
            <p:cNvSpPr/>
            <p:nvPr/>
          </p:nvSpPr>
          <p:spPr>
            <a:xfrm>
              <a:off x="6051550" y="1639569"/>
              <a:ext cx="124460" cy="8255"/>
            </a:xfrm>
            <a:custGeom>
              <a:avLst/>
              <a:gdLst/>
              <a:ahLst/>
              <a:cxnLst/>
              <a:rect l="l" t="t" r="r" b="b"/>
              <a:pathLst>
                <a:path w="124460" h="8255">
                  <a:moveTo>
                    <a:pt x="124460" y="0"/>
                  </a:moveTo>
                  <a:lnTo>
                    <a:pt x="0" y="0"/>
                  </a:lnTo>
                  <a:lnTo>
                    <a:pt x="0" y="2540"/>
                  </a:lnTo>
                  <a:lnTo>
                    <a:pt x="1270" y="2540"/>
                  </a:lnTo>
                  <a:lnTo>
                    <a:pt x="1270" y="5080"/>
                  </a:lnTo>
                  <a:lnTo>
                    <a:pt x="2540" y="5080"/>
                  </a:lnTo>
                  <a:lnTo>
                    <a:pt x="2540" y="7632"/>
                  </a:lnTo>
                  <a:lnTo>
                    <a:pt x="121907" y="7632"/>
                  </a:lnTo>
                  <a:lnTo>
                    <a:pt x="121907" y="5080"/>
                  </a:lnTo>
                  <a:lnTo>
                    <a:pt x="123190" y="5080"/>
                  </a:lnTo>
                  <a:lnTo>
                    <a:pt x="123190" y="2540"/>
                  </a:lnTo>
                  <a:lnTo>
                    <a:pt x="124460" y="2540"/>
                  </a:lnTo>
                  <a:lnTo>
                    <a:pt x="124460" y="0"/>
                  </a:lnTo>
                  <a:close/>
                </a:path>
              </a:pathLst>
            </a:custGeom>
            <a:solidFill>
              <a:srgbClr val="730473"/>
            </a:solidFill>
          </p:spPr>
          <p:txBody>
            <a:bodyPr wrap="square" lIns="0" tIns="0" rIns="0" bIns="0" rtlCol="0"/>
            <a:lstStyle/>
            <a:p/>
          </p:txBody>
        </p:sp>
        <p:sp>
          <p:nvSpPr>
            <p:cNvPr id="1983" name="object 1983"/>
            <p:cNvSpPr/>
            <p:nvPr/>
          </p:nvSpPr>
          <p:spPr>
            <a:xfrm>
              <a:off x="6055360" y="1647202"/>
              <a:ext cx="116839" cy="6350"/>
            </a:xfrm>
            <a:custGeom>
              <a:avLst/>
              <a:gdLst/>
              <a:ahLst/>
              <a:cxnLst/>
              <a:rect l="l" t="t" r="r" b="b"/>
              <a:pathLst>
                <a:path w="116839" h="6350">
                  <a:moveTo>
                    <a:pt x="116840" y="0"/>
                  </a:moveTo>
                  <a:lnTo>
                    <a:pt x="0" y="0"/>
                  </a:lnTo>
                  <a:lnTo>
                    <a:pt x="0" y="1257"/>
                  </a:lnTo>
                  <a:lnTo>
                    <a:pt x="1270" y="1257"/>
                  </a:lnTo>
                  <a:lnTo>
                    <a:pt x="1270" y="3797"/>
                  </a:lnTo>
                  <a:lnTo>
                    <a:pt x="2540" y="3797"/>
                  </a:lnTo>
                  <a:lnTo>
                    <a:pt x="2540" y="6350"/>
                  </a:lnTo>
                  <a:lnTo>
                    <a:pt x="114300" y="6350"/>
                  </a:lnTo>
                  <a:lnTo>
                    <a:pt x="114300" y="3797"/>
                  </a:lnTo>
                  <a:lnTo>
                    <a:pt x="115570" y="3797"/>
                  </a:lnTo>
                  <a:lnTo>
                    <a:pt x="115570" y="1257"/>
                  </a:lnTo>
                  <a:lnTo>
                    <a:pt x="116840" y="1257"/>
                  </a:lnTo>
                  <a:lnTo>
                    <a:pt x="116840" y="0"/>
                  </a:lnTo>
                  <a:close/>
                </a:path>
              </a:pathLst>
            </a:custGeom>
            <a:solidFill>
              <a:srgbClr val="740474"/>
            </a:solidFill>
          </p:spPr>
          <p:txBody>
            <a:bodyPr wrap="square" lIns="0" tIns="0" rIns="0" bIns="0" rtlCol="0"/>
            <a:lstStyle/>
            <a:p/>
          </p:txBody>
        </p:sp>
        <p:sp>
          <p:nvSpPr>
            <p:cNvPr id="1984" name="object 1984"/>
            <p:cNvSpPr/>
            <p:nvPr/>
          </p:nvSpPr>
          <p:spPr>
            <a:xfrm>
              <a:off x="6059170" y="1653552"/>
              <a:ext cx="109220" cy="7620"/>
            </a:xfrm>
            <a:custGeom>
              <a:avLst/>
              <a:gdLst/>
              <a:ahLst/>
              <a:cxnLst/>
              <a:rect l="l" t="t" r="r" b="b"/>
              <a:pathLst>
                <a:path w="109220" h="7619">
                  <a:moveTo>
                    <a:pt x="109220" y="0"/>
                  </a:moveTo>
                  <a:lnTo>
                    <a:pt x="0" y="0"/>
                  </a:lnTo>
                  <a:lnTo>
                    <a:pt x="0" y="1257"/>
                  </a:lnTo>
                  <a:lnTo>
                    <a:pt x="1270" y="1257"/>
                  </a:lnTo>
                  <a:lnTo>
                    <a:pt x="1270" y="2527"/>
                  </a:lnTo>
                  <a:lnTo>
                    <a:pt x="2540" y="2527"/>
                  </a:lnTo>
                  <a:lnTo>
                    <a:pt x="2540" y="3797"/>
                  </a:lnTo>
                  <a:lnTo>
                    <a:pt x="2540" y="5067"/>
                  </a:lnTo>
                  <a:lnTo>
                    <a:pt x="3810" y="5067"/>
                  </a:lnTo>
                  <a:lnTo>
                    <a:pt x="3810" y="6337"/>
                  </a:lnTo>
                  <a:lnTo>
                    <a:pt x="5080" y="6337"/>
                  </a:lnTo>
                  <a:lnTo>
                    <a:pt x="5080" y="7607"/>
                  </a:lnTo>
                  <a:lnTo>
                    <a:pt x="105410" y="7607"/>
                  </a:lnTo>
                  <a:lnTo>
                    <a:pt x="105410" y="6337"/>
                  </a:lnTo>
                  <a:lnTo>
                    <a:pt x="105410" y="5067"/>
                  </a:lnTo>
                  <a:lnTo>
                    <a:pt x="106680" y="5067"/>
                  </a:lnTo>
                  <a:lnTo>
                    <a:pt x="106680" y="3797"/>
                  </a:lnTo>
                  <a:lnTo>
                    <a:pt x="107950" y="3797"/>
                  </a:lnTo>
                  <a:lnTo>
                    <a:pt x="107950" y="2527"/>
                  </a:lnTo>
                  <a:lnTo>
                    <a:pt x="107937" y="1257"/>
                  </a:lnTo>
                  <a:lnTo>
                    <a:pt x="109220" y="1257"/>
                  </a:lnTo>
                  <a:lnTo>
                    <a:pt x="109220" y="0"/>
                  </a:lnTo>
                  <a:close/>
                </a:path>
              </a:pathLst>
            </a:custGeom>
            <a:solidFill>
              <a:srgbClr val="760376"/>
            </a:solidFill>
          </p:spPr>
          <p:txBody>
            <a:bodyPr wrap="square" lIns="0" tIns="0" rIns="0" bIns="0" rtlCol="0"/>
            <a:lstStyle/>
            <a:p/>
          </p:txBody>
        </p:sp>
        <p:sp>
          <p:nvSpPr>
            <p:cNvPr id="1985" name="object 1985"/>
            <p:cNvSpPr/>
            <p:nvPr/>
          </p:nvSpPr>
          <p:spPr>
            <a:xfrm>
              <a:off x="6065520" y="1661159"/>
              <a:ext cx="97790" cy="7620"/>
            </a:xfrm>
            <a:custGeom>
              <a:avLst/>
              <a:gdLst/>
              <a:ahLst/>
              <a:cxnLst/>
              <a:rect l="l" t="t" r="r" b="b"/>
              <a:pathLst>
                <a:path w="97789" h="7619">
                  <a:moveTo>
                    <a:pt x="97790" y="0"/>
                  </a:moveTo>
                  <a:lnTo>
                    <a:pt x="0" y="0"/>
                  </a:lnTo>
                  <a:lnTo>
                    <a:pt x="0" y="1270"/>
                  </a:lnTo>
                  <a:lnTo>
                    <a:pt x="0" y="2540"/>
                  </a:lnTo>
                  <a:lnTo>
                    <a:pt x="1270" y="2540"/>
                  </a:lnTo>
                  <a:lnTo>
                    <a:pt x="1270" y="3810"/>
                  </a:lnTo>
                  <a:lnTo>
                    <a:pt x="2540" y="3810"/>
                  </a:lnTo>
                  <a:lnTo>
                    <a:pt x="2540" y="5092"/>
                  </a:lnTo>
                  <a:lnTo>
                    <a:pt x="3810" y="5092"/>
                  </a:lnTo>
                  <a:lnTo>
                    <a:pt x="3810" y="6350"/>
                  </a:lnTo>
                  <a:lnTo>
                    <a:pt x="3810" y="7620"/>
                  </a:lnTo>
                  <a:lnTo>
                    <a:pt x="91427" y="7620"/>
                  </a:lnTo>
                  <a:lnTo>
                    <a:pt x="91427" y="6350"/>
                  </a:lnTo>
                  <a:lnTo>
                    <a:pt x="92710" y="6350"/>
                  </a:lnTo>
                  <a:lnTo>
                    <a:pt x="92710" y="5092"/>
                  </a:lnTo>
                  <a:lnTo>
                    <a:pt x="93980" y="5092"/>
                  </a:lnTo>
                  <a:lnTo>
                    <a:pt x="93980" y="3810"/>
                  </a:lnTo>
                  <a:lnTo>
                    <a:pt x="95237" y="3810"/>
                  </a:lnTo>
                  <a:lnTo>
                    <a:pt x="95237" y="2540"/>
                  </a:lnTo>
                  <a:lnTo>
                    <a:pt x="96520" y="2540"/>
                  </a:lnTo>
                  <a:lnTo>
                    <a:pt x="96520" y="1270"/>
                  </a:lnTo>
                  <a:lnTo>
                    <a:pt x="97790" y="1270"/>
                  </a:lnTo>
                  <a:lnTo>
                    <a:pt x="97790" y="0"/>
                  </a:lnTo>
                  <a:close/>
                </a:path>
              </a:pathLst>
            </a:custGeom>
            <a:solidFill>
              <a:srgbClr val="770277"/>
            </a:solidFill>
          </p:spPr>
          <p:txBody>
            <a:bodyPr wrap="square" lIns="0" tIns="0" rIns="0" bIns="0" rtlCol="0"/>
            <a:lstStyle/>
            <a:p/>
          </p:txBody>
        </p:sp>
        <p:sp>
          <p:nvSpPr>
            <p:cNvPr id="1986" name="object 1986"/>
            <p:cNvSpPr/>
            <p:nvPr/>
          </p:nvSpPr>
          <p:spPr>
            <a:xfrm>
              <a:off x="6070600" y="1668779"/>
              <a:ext cx="85090" cy="6350"/>
            </a:xfrm>
            <a:custGeom>
              <a:avLst/>
              <a:gdLst/>
              <a:ahLst/>
              <a:cxnLst/>
              <a:rect l="l" t="t" r="r" b="b"/>
              <a:pathLst>
                <a:path w="85089" h="6350">
                  <a:moveTo>
                    <a:pt x="80010" y="5079"/>
                  </a:moveTo>
                  <a:lnTo>
                    <a:pt x="6350" y="5079"/>
                  </a:lnTo>
                  <a:lnTo>
                    <a:pt x="6350" y="6350"/>
                  </a:lnTo>
                  <a:lnTo>
                    <a:pt x="80010" y="6350"/>
                  </a:lnTo>
                  <a:lnTo>
                    <a:pt x="80010" y="5079"/>
                  </a:lnTo>
                  <a:close/>
                </a:path>
                <a:path w="85089" h="6350">
                  <a:moveTo>
                    <a:pt x="81279" y="3810"/>
                  </a:moveTo>
                  <a:lnTo>
                    <a:pt x="5079" y="3810"/>
                  </a:lnTo>
                  <a:lnTo>
                    <a:pt x="5079" y="5079"/>
                  </a:lnTo>
                  <a:lnTo>
                    <a:pt x="81279" y="5079"/>
                  </a:lnTo>
                  <a:lnTo>
                    <a:pt x="81279" y="3810"/>
                  </a:lnTo>
                  <a:close/>
                </a:path>
                <a:path w="85089" h="6350">
                  <a:moveTo>
                    <a:pt x="82550" y="2539"/>
                  </a:moveTo>
                  <a:lnTo>
                    <a:pt x="3810" y="2539"/>
                  </a:lnTo>
                  <a:lnTo>
                    <a:pt x="3810" y="3810"/>
                  </a:lnTo>
                  <a:lnTo>
                    <a:pt x="82550" y="3810"/>
                  </a:lnTo>
                  <a:lnTo>
                    <a:pt x="82550" y="2539"/>
                  </a:lnTo>
                  <a:close/>
                </a:path>
                <a:path w="85089" h="6350">
                  <a:moveTo>
                    <a:pt x="83820" y="1269"/>
                  </a:moveTo>
                  <a:lnTo>
                    <a:pt x="1270" y="1269"/>
                  </a:lnTo>
                  <a:lnTo>
                    <a:pt x="1270" y="2539"/>
                  </a:lnTo>
                  <a:lnTo>
                    <a:pt x="83820" y="2539"/>
                  </a:lnTo>
                  <a:lnTo>
                    <a:pt x="83820" y="1269"/>
                  </a:lnTo>
                  <a:close/>
                </a:path>
                <a:path w="85089" h="6350">
                  <a:moveTo>
                    <a:pt x="85089" y="0"/>
                  </a:moveTo>
                  <a:lnTo>
                    <a:pt x="0" y="0"/>
                  </a:lnTo>
                  <a:lnTo>
                    <a:pt x="0" y="1269"/>
                  </a:lnTo>
                  <a:lnTo>
                    <a:pt x="85089" y="1269"/>
                  </a:lnTo>
                  <a:lnTo>
                    <a:pt x="85089" y="0"/>
                  </a:lnTo>
                  <a:close/>
                </a:path>
              </a:pathLst>
            </a:custGeom>
            <a:solidFill>
              <a:srgbClr val="790279"/>
            </a:solidFill>
          </p:spPr>
          <p:txBody>
            <a:bodyPr wrap="square" lIns="0" tIns="0" rIns="0" bIns="0" rtlCol="0"/>
            <a:lstStyle/>
            <a:p/>
          </p:txBody>
        </p:sp>
        <p:sp>
          <p:nvSpPr>
            <p:cNvPr id="1987" name="object 1987"/>
            <p:cNvSpPr/>
            <p:nvPr/>
          </p:nvSpPr>
          <p:spPr>
            <a:xfrm>
              <a:off x="6078219" y="1675129"/>
              <a:ext cx="71120" cy="7620"/>
            </a:xfrm>
            <a:custGeom>
              <a:avLst/>
              <a:gdLst/>
              <a:ahLst/>
              <a:cxnLst/>
              <a:rect l="l" t="t" r="r" b="b"/>
              <a:pathLst>
                <a:path w="71120" h="7619">
                  <a:moveTo>
                    <a:pt x="63500" y="6350"/>
                  </a:moveTo>
                  <a:lnTo>
                    <a:pt x="8889" y="6350"/>
                  </a:lnTo>
                  <a:lnTo>
                    <a:pt x="8889" y="7619"/>
                  </a:lnTo>
                  <a:lnTo>
                    <a:pt x="63500" y="7619"/>
                  </a:lnTo>
                  <a:lnTo>
                    <a:pt x="63500" y="6350"/>
                  </a:lnTo>
                  <a:close/>
                </a:path>
                <a:path w="71120" h="7619">
                  <a:moveTo>
                    <a:pt x="64770" y="5079"/>
                  </a:moveTo>
                  <a:lnTo>
                    <a:pt x="6350" y="5079"/>
                  </a:lnTo>
                  <a:lnTo>
                    <a:pt x="6350" y="6350"/>
                  </a:lnTo>
                  <a:lnTo>
                    <a:pt x="64770" y="6350"/>
                  </a:lnTo>
                  <a:lnTo>
                    <a:pt x="64770" y="5079"/>
                  </a:lnTo>
                  <a:close/>
                </a:path>
                <a:path w="71120" h="7619">
                  <a:moveTo>
                    <a:pt x="67309" y="3810"/>
                  </a:moveTo>
                  <a:lnTo>
                    <a:pt x="3809" y="3810"/>
                  </a:lnTo>
                  <a:lnTo>
                    <a:pt x="3809" y="5079"/>
                  </a:lnTo>
                  <a:lnTo>
                    <a:pt x="67309" y="5079"/>
                  </a:lnTo>
                  <a:lnTo>
                    <a:pt x="67309" y="3810"/>
                  </a:lnTo>
                  <a:close/>
                </a:path>
                <a:path w="71120" h="7619">
                  <a:moveTo>
                    <a:pt x="68579" y="2539"/>
                  </a:moveTo>
                  <a:lnTo>
                    <a:pt x="2539" y="2539"/>
                  </a:lnTo>
                  <a:lnTo>
                    <a:pt x="2539" y="3810"/>
                  </a:lnTo>
                  <a:lnTo>
                    <a:pt x="68579" y="3810"/>
                  </a:lnTo>
                  <a:lnTo>
                    <a:pt x="68579" y="2539"/>
                  </a:lnTo>
                  <a:close/>
                </a:path>
                <a:path w="71120" h="7619">
                  <a:moveTo>
                    <a:pt x="69849" y="1269"/>
                  </a:moveTo>
                  <a:lnTo>
                    <a:pt x="1269" y="1269"/>
                  </a:lnTo>
                  <a:lnTo>
                    <a:pt x="1269" y="2539"/>
                  </a:lnTo>
                  <a:lnTo>
                    <a:pt x="69849" y="2539"/>
                  </a:lnTo>
                  <a:lnTo>
                    <a:pt x="69849" y="1269"/>
                  </a:lnTo>
                  <a:close/>
                </a:path>
                <a:path w="71120" h="7619">
                  <a:moveTo>
                    <a:pt x="71120" y="0"/>
                  </a:moveTo>
                  <a:lnTo>
                    <a:pt x="0" y="0"/>
                  </a:lnTo>
                  <a:lnTo>
                    <a:pt x="0" y="1269"/>
                  </a:lnTo>
                  <a:lnTo>
                    <a:pt x="71120" y="1269"/>
                  </a:lnTo>
                  <a:lnTo>
                    <a:pt x="71120" y="0"/>
                  </a:lnTo>
                  <a:close/>
                </a:path>
              </a:pathLst>
            </a:custGeom>
            <a:solidFill>
              <a:srgbClr val="7A017A"/>
            </a:solidFill>
          </p:spPr>
          <p:txBody>
            <a:bodyPr wrap="square" lIns="0" tIns="0" rIns="0" bIns="0" rtlCol="0"/>
            <a:lstStyle/>
            <a:p/>
          </p:txBody>
        </p:sp>
        <p:sp>
          <p:nvSpPr>
            <p:cNvPr id="1988" name="object 1988"/>
            <p:cNvSpPr/>
            <p:nvPr/>
          </p:nvSpPr>
          <p:spPr>
            <a:xfrm>
              <a:off x="6088380" y="1682749"/>
              <a:ext cx="49530" cy="7620"/>
            </a:xfrm>
            <a:custGeom>
              <a:avLst/>
              <a:gdLst/>
              <a:ahLst/>
              <a:cxnLst/>
              <a:rect l="l" t="t" r="r" b="b"/>
              <a:pathLst>
                <a:path w="49529" h="7619">
                  <a:moveTo>
                    <a:pt x="25400" y="6350"/>
                  </a:moveTo>
                  <a:lnTo>
                    <a:pt x="24130" y="6350"/>
                  </a:lnTo>
                  <a:lnTo>
                    <a:pt x="24130" y="7620"/>
                  </a:lnTo>
                  <a:lnTo>
                    <a:pt x="25400" y="7620"/>
                  </a:lnTo>
                  <a:lnTo>
                    <a:pt x="25400" y="6350"/>
                  </a:lnTo>
                  <a:close/>
                </a:path>
                <a:path w="49529" h="7619">
                  <a:moveTo>
                    <a:pt x="38100" y="5080"/>
                  </a:moveTo>
                  <a:lnTo>
                    <a:pt x="13970" y="5080"/>
                  </a:lnTo>
                  <a:lnTo>
                    <a:pt x="13970" y="6350"/>
                  </a:lnTo>
                  <a:lnTo>
                    <a:pt x="38100" y="6350"/>
                  </a:lnTo>
                  <a:lnTo>
                    <a:pt x="38100" y="5080"/>
                  </a:lnTo>
                  <a:close/>
                </a:path>
                <a:path w="49529" h="7619">
                  <a:moveTo>
                    <a:pt x="41910" y="3810"/>
                  </a:moveTo>
                  <a:lnTo>
                    <a:pt x="11430" y="3810"/>
                  </a:lnTo>
                  <a:lnTo>
                    <a:pt x="11430" y="5080"/>
                  </a:lnTo>
                  <a:lnTo>
                    <a:pt x="41910" y="5080"/>
                  </a:lnTo>
                  <a:lnTo>
                    <a:pt x="41910" y="3810"/>
                  </a:lnTo>
                  <a:close/>
                </a:path>
                <a:path w="49529" h="7619">
                  <a:moveTo>
                    <a:pt x="44450" y="2540"/>
                  </a:moveTo>
                  <a:lnTo>
                    <a:pt x="3810" y="2540"/>
                  </a:lnTo>
                  <a:lnTo>
                    <a:pt x="3810" y="3810"/>
                  </a:lnTo>
                  <a:lnTo>
                    <a:pt x="44450" y="3810"/>
                  </a:lnTo>
                  <a:lnTo>
                    <a:pt x="44450" y="2540"/>
                  </a:lnTo>
                  <a:close/>
                </a:path>
                <a:path w="49529" h="7619">
                  <a:moveTo>
                    <a:pt x="46990" y="1270"/>
                  </a:moveTo>
                  <a:lnTo>
                    <a:pt x="2540" y="1270"/>
                  </a:lnTo>
                  <a:lnTo>
                    <a:pt x="2540" y="2540"/>
                  </a:lnTo>
                  <a:lnTo>
                    <a:pt x="46990" y="2540"/>
                  </a:lnTo>
                  <a:lnTo>
                    <a:pt x="46990" y="1270"/>
                  </a:lnTo>
                  <a:close/>
                </a:path>
                <a:path w="49529" h="7619">
                  <a:moveTo>
                    <a:pt x="49529" y="0"/>
                  </a:moveTo>
                  <a:lnTo>
                    <a:pt x="0" y="0"/>
                  </a:lnTo>
                  <a:lnTo>
                    <a:pt x="0" y="1270"/>
                  </a:lnTo>
                  <a:lnTo>
                    <a:pt x="49529" y="1270"/>
                  </a:lnTo>
                  <a:lnTo>
                    <a:pt x="49529" y="0"/>
                  </a:lnTo>
                  <a:close/>
                </a:path>
              </a:pathLst>
            </a:custGeom>
            <a:solidFill>
              <a:srgbClr val="7C017C"/>
            </a:solidFill>
          </p:spPr>
          <p:txBody>
            <a:bodyPr wrap="square" lIns="0" tIns="0" rIns="0" bIns="0" rtlCol="0"/>
            <a:lstStyle/>
            <a:p/>
          </p:txBody>
        </p:sp>
      </p:grpSp>
      <p:grpSp>
        <p:nvGrpSpPr>
          <p:cNvPr id="1989" name="object 1989"/>
          <p:cNvGrpSpPr/>
          <p:nvPr/>
        </p:nvGrpSpPr>
        <p:grpSpPr>
          <a:xfrm>
            <a:off x="6422390" y="855980"/>
            <a:ext cx="82550" cy="200660"/>
            <a:chOff x="6422390" y="855980"/>
            <a:chExt cx="82550" cy="200660"/>
          </a:xfrm>
        </p:grpSpPr>
        <p:sp>
          <p:nvSpPr>
            <p:cNvPr id="1990" name="object 1990"/>
            <p:cNvSpPr/>
            <p:nvPr/>
          </p:nvSpPr>
          <p:spPr>
            <a:xfrm>
              <a:off x="6422390" y="855979"/>
              <a:ext cx="82550" cy="12700"/>
            </a:xfrm>
            <a:custGeom>
              <a:avLst/>
              <a:gdLst/>
              <a:ahLst/>
              <a:cxnLst/>
              <a:rect l="l" t="t" r="r" b="b"/>
              <a:pathLst>
                <a:path w="82550" h="12700">
                  <a:moveTo>
                    <a:pt x="82550" y="0"/>
                  </a:moveTo>
                  <a:lnTo>
                    <a:pt x="0" y="0"/>
                  </a:lnTo>
                  <a:lnTo>
                    <a:pt x="0" y="6350"/>
                  </a:lnTo>
                  <a:lnTo>
                    <a:pt x="0" y="12700"/>
                  </a:lnTo>
                  <a:lnTo>
                    <a:pt x="82550" y="12700"/>
                  </a:lnTo>
                  <a:lnTo>
                    <a:pt x="82550" y="6350"/>
                  </a:lnTo>
                  <a:lnTo>
                    <a:pt x="82550" y="0"/>
                  </a:lnTo>
                  <a:close/>
                </a:path>
              </a:pathLst>
            </a:custGeom>
            <a:solidFill>
              <a:srgbClr val="003300"/>
            </a:solidFill>
          </p:spPr>
          <p:txBody>
            <a:bodyPr wrap="square" lIns="0" tIns="0" rIns="0" bIns="0" rtlCol="0"/>
            <a:lstStyle/>
            <a:p/>
          </p:txBody>
        </p:sp>
        <p:sp>
          <p:nvSpPr>
            <p:cNvPr id="1991" name="object 1991"/>
            <p:cNvSpPr/>
            <p:nvPr/>
          </p:nvSpPr>
          <p:spPr>
            <a:xfrm>
              <a:off x="6422390" y="8686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13301"/>
            </a:solidFill>
          </p:spPr>
          <p:txBody>
            <a:bodyPr wrap="square" lIns="0" tIns="0" rIns="0" bIns="0" rtlCol="0"/>
            <a:lstStyle/>
            <a:p/>
          </p:txBody>
        </p:sp>
        <p:sp>
          <p:nvSpPr>
            <p:cNvPr id="1992" name="object 1992"/>
            <p:cNvSpPr/>
            <p:nvPr/>
          </p:nvSpPr>
          <p:spPr>
            <a:xfrm>
              <a:off x="6422390" y="8763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23102"/>
            </a:solidFill>
          </p:spPr>
          <p:txBody>
            <a:bodyPr wrap="square" lIns="0" tIns="0" rIns="0" bIns="0" rtlCol="0"/>
            <a:lstStyle/>
            <a:p/>
          </p:txBody>
        </p:sp>
        <p:sp>
          <p:nvSpPr>
            <p:cNvPr id="1993" name="object 1993"/>
            <p:cNvSpPr/>
            <p:nvPr/>
          </p:nvSpPr>
          <p:spPr>
            <a:xfrm>
              <a:off x="6422390" y="88392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33103"/>
            </a:solidFill>
          </p:spPr>
          <p:txBody>
            <a:bodyPr wrap="square" lIns="0" tIns="0" rIns="0" bIns="0" rtlCol="0"/>
            <a:lstStyle/>
            <a:p/>
          </p:txBody>
        </p:sp>
        <p:sp>
          <p:nvSpPr>
            <p:cNvPr id="1994" name="object 1994"/>
            <p:cNvSpPr/>
            <p:nvPr/>
          </p:nvSpPr>
          <p:spPr>
            <a:xfrm>
              <a:off x="6422390" y="8902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43004"/>
            </a:solidFill>
          </p:spPr>
          <p:txBody>
            <a:bodyPr wrap="square" lIns="0" tIns="0" rIns="0" bIns="0" rtlCol="0"/>
            <a:lstStyle/>
            <a:p/>
          </p:txBody>
        </p:sp>
        <p:sp>
          <p:nvSpPr>
            <p:cNvPr id="1995" name="object 1995"/>
            <p:cNvSpPr/>
            <p:nvPr/>
          </p:nvSpPr>
          <p:spPr>
            <a:xfrm>
              <a:off x="6422390" y="89789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53005"/>
            </a:solidFill>
          </p:spPr>
          <p:txBody>
            <a:bodyPr wrap="square" lIns="0" tIns="0" rIns="0" bIns="0" rtlCol="0"/>
            <a:lstStyle/>
            <a:p/>
          </p:txBody>
        </p:sp>
        <p:sp>
          <p:nvSpPr>
            <p:cNvPr id="1996" name="object 1996"/>
            <p:cNvSpPr/>
            <p:nvPr/>
          </p:nvSpPr>
          <p:spPr>
            <a:xfrm>
              <a:off x="6422390" y="90551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62F06"/>
            </a:solidFill>
          </p:spPr>
          <p:txBody>
            <a:bodyPr wrap="square" lIns="0" tIns="0" rIns="0" bIns="0" rtlCol="0"/>
            <a:lstStyle/>
            <a:p/>
          </p:txBody>
        </p:sp>
        <p:sp>
          <p:nvSpPr>
            <p:cNvPr id="1997" name="object 1997"/>
            <p:cNvSpPr/>
            <p:nvPr/>
          </p:nvSpPr>
          <p:spPr>
            <a:xfrm>
              <a:off x="6422390" y="9118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72F07"/>
            </a:solidFill>
          </p:spPr>
          <p:txBody>
            <a:bodyPr wrap="square" lIns="0" tIns="0" rIns="0" bIns="0" rtlCol="0"/>
            <a:lstStyle/>
            <a:p/>
          </p:txBody>
        </p:sp>
        <p:sp>
          <p:nvSpPr>
            <p:cNvPr id="1998" name="object 1998"/>
            <p:cNvSpPr/>
            <p:nvPr/>
          </p:nvSpPr>
          <p:spPr>
            <a:xfrm>
              <a:off x="6422390" y="91948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82F08"/>
            </a:solidFill>
          </p:spPr>
          <p:txBody>
            <a:bodyPr wrap="square" lIns="0" tIns="0" rIns="0" bIns="0" rtlCol="0"/>
            <a:lstStyle/>
            <a:p/>
          </p:txBody>
        </p:sp>
        <p:sp>
          <p:nvSpPr>
            <p:cNvPr id="1999" name="object 1999"/>
            <p:cNvSpPr/>
            <p:nvPr/>
          </p:nvSpPr>
          <p:spPr>
            <a:xfrm>
              <a:off x="6422390" y="92710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92E09"/>
            </a:solidFill>
          </p:spPr>
          <p:txBody>
            <a:bodyPr wrap="square" lIns="0" tIns="0" rIns="0" bIns="0" rtlCol="0"/>
            <a:lstStyle/>
            <a:p/>
          </p:txBody>
        </p:sp>
        <p:sp>
          <p:nvSpPr>
            <p:cNvPr id="2000" name="object 2000"/>
            <p:cNvSpPr/>
            <p:nvPr/>
          </p:nvSpPr>
          <p:spPr>
            <a:xfrm>
              <a:off x="6422390" y="9334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B2E0B"/>
            </a:solidFill>
          </p:spPr>
          <p:txBody>
            <a:bodyPr wrap="square" lIns="0" tIns="0" rIns="0" bIns="0" rtlCol="0"/>
            <a:lstStyle/>
            <a:p/>
          </p:txBody>
        </p:sp>
        <p:sp>
          <p:nvSpPr>
            <p:cNvPr id="2001" name="object 2001"/>
            <p:cNvSpPr/>
            <p:nvPr/>
          </p:nvSpPr>
          <p:spPr>
            <a:xfrm>
              <a:off x="6422390" y="94107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C2D0C"/>
            </a:solidFill>
          </p:spPr>
          <p:txBody>
            <a:bodyPr wrap="square" lIns="0" tIns="0" rIns="0" bIns="0" rtlCol="0"/>
            <a:lstStyle/>
            <a:p/>
          </p:txBody>
        </p:sp>
        <p:sp>
          <p:nvSpPr>
            <p:cNvPr id="2002" name="object 2002"/>
            <p:cNvSpPr/>
            <p:nvPr/>
          </p:nvSpPr>
          <p:spPr>
            <a:xfrm>
              <a:off x="6422390" y="94869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0D2D0D"/>
            </a:solidFill>
          </p:spPr>
          <p:txBody>
            <a:bodyPr wrap="square" lIns="0" tIns="0" rIns="0" bIns="0" rtlCol="0"/>
            <a:lstStyle/>
            <a:p/>
          </p:txBody>
        </p:sp>
        <p:sp>
          <p:nvSpPr>
            <p:cNvPr id="2003" name="object 2003"/>
            <p:cNvSpPr/>
            <p:nvPr/>
          </p:nvSpPr>
          <p:spPr>
            <a:xfrm>
              <a:off x="6422390" y="9550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0E2C0E"/>
            </a:solidFill>
          </p:spPr>
          <p:txBody>
            <a:bodyPr wrap="square" lIns="0" tIns="0" rIns="0" bIns="0" rtlCol="0"/>
            <a:lstStyle/>
            <a:p/>
          </p:txBody>
        </p:sp>
        <p:sp>
          <p:nvSpPr>
            <p:cNvPr id="2004" name="object 2004"/>
            <p:cNvSpPr/>
            <p:nvPr/>
          </p:nvSpPr>
          <p:spPr>
            <a:xfrm>
              <a:off x="6422390" y="96266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0F2C0F"/>
            </a:solidFill>
          </p:spPr>
          <p:txBody>
            <a:bodyPr wrap="square" lIns="0" tIns="0" rIns="0" bIns="0" rtlCol="0"/>
            <a:lstStyle/>
            <a:p/>
          </p:txBody>
        </p:sp>
        <p:sp>
          <p:nvSpPr>
            <p:cNvPr id="2005" name="object 2005"/>
            <p:cNvSpPr/>
            <p:nvPr/>
          </p:nvSpPr>
          <p:spPr>
            <a:xfrm>
              <a:off x="6422390" y="97028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102C10"/>
            </a:solidFill>
          </p:spPr>
          <p:txBody>
            <a:bodyPr wrap="square" lIns="0" tIns="0" rIns="0" bIns="0" rtlCol="0"/>
            <a:lstStyle/>
            <a:p/>
          </p:txBody>
        </p:sp>
        <p:sp>
          <p:nvSpPr>
            <p:cNvPr id="2006" name="object 2006"/>
            <p:cNvSpPr/>
            <p:nvPr/>
          </p:nvSpPr>
          <p:spPr>
            <a:xfrm>
              <a:off x="6422390" y="9766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12B11"/>
            </a:solidFill>
          </p:spPr>
          <p:txBody>
            <a:bodyPr wrap="square" lIns="0" tIns="0" rIns="0" bIns="0" rtlCol="0"/>
            <a:lstStyle/>
            <a:p/>
          </p:txBody>
        </p:sp>
        <p:sp>
          <p:nvSpPr>
            <p:cNvPr id="2007" name="object 2007"/>
            <p:cNvSpPr/>
            <p:nvPr/>
          </p:nvSpPr>
          <p:spPr>
            <a:xfrm>
              <a:off x="6422390" y="98425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22B12"/>
            </a:solidFill>
          </p:spPr>
          <p:txBody>
            <a:bodyPr wrap="square" lIns="0" tIns="0" rIns="0" bIns="0" rtlCol="0"/>
            <a:lstStyle/>
            <a:p/>
          </p:txBody>
        </p:sp>
        <p:sp>
          <p:nvSpPr>
            <p:cNvPr id="2008" name="object 2008"/>
            <p:cNvSpPr/>
            <p:nvPr/>
          </p:nvSpPr>
          <p:spPr>
            <a:xfrm>
              <a:off x="6422390" y="99187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132A13"/>
            </a:solidFill>
          </p:spPr>
          <p:txBody>
            <a:bodyPr wrap="square" lIns="0" tIns="0" rIns="0" bIns="0" rtlCol="0"/>
            <a:lstStyle/>
            <a:p/>
          </p:txBody>
        </p:sp>
        <p:sp>
          <p:nvSpPr>
            <p:cNvPr id="2009" name="object 2009"/>
            <p:cNvSpPr/>
            <p:nvPr/>
          </p:nvSpPr>
          <p:spPr>
            <a:xfrm>
              <a:off x="6422390" y="9982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142A14"/>
            </a:solidFill>
          </p:spPr>
          <p:txBody>
            <a:bodyPr wrap="square" lIns="0" tIns="0" rIns="0" bIns="0" rtlCol="0"/>
            <a:lstStyle/>
            <a:p/>
          </p:txBody>
        </p:sp>
        <p:sp>
          <p:nvSpPr>
            <p:cNvPr id="2010" name="object 2010"/>
            <p:cNvSpPr/>
            <p:nvPr/>
          </p:nvSpPr>
          <p:spPr>
            <a:xfrm>
              <a:off x="6422390" y="100584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52915"/>
            </a:solidFill>
          </p:spPr>
          <p:txBody>
            <a:bodyPr wrap="square" lIns="0" tIns="0" rIns="0" bIns="0" rtlCol="0"/>
            <a:lstStyle/>
            <a:p/>
          </p:txBody>
        </p:sp>
        <p:sp>
          <p:nvSpPr>
            <p:cNvPr id="2011" name="object 2011"/>
            <p:cNvSpPr/>
            <p:nvPr/>
          </p:nvSpPr>
          <p:spPr>
            <a:xfrm>
              <a:off x="6422390" y="101346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172917"/>
            </a:solidFill>
          </p:spPr>
          <p:txBody>
            <a:bodyPr wrap="square" lIns="0" tIns="0" rIns="0" bIns="0" rtlCol="0"/>
            <a:lstStyle/>
            <a:p/>
          </p:txBody>
        </p:sp>
        <p:sp>
          <p:nvSpPr>
            <p:cNvPr id="2012" name="object 2012"/>
            <p:cNvSpPr/>
            <p:nvPr/>
          </p:nvSpPr>
          <p:spPr>
            <a:xfrm>
              <a:off x="6422390" y="101981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182818"/>
            </a:solidFill>
          </p:spPr>
          <p:txBody>
            <a:bodyPr wrap="square" lIns="0" tIns="0" rIns="0" bIns="0" rtlCol="0"/>
            <a:lstStyle/>
            <a:p/>
          </p:txBody>
        </p:sp>
        <p:sp>
          <p:nvSpPr>
            <p:cNvPr id="2013" name="object 2013"/>
            <p:cNvSpPr/>
            <p:nvPr/>
          </p:nvSpPr>
          <p:spPr>
            <a:xfrm>
              <a:off x="6422390" y="102743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92819"/>
            </a:solidFill>
          </p:spPr>
          <p:txBody>
            <a:bodyPr wrap="square" lIns="0" tIns="0" rIns="0" bIns="0" rtlCol="0"/>
            <a:lstStyle/>
            <a:p/>
          </p:txBody>
        </p:sp>
        <p:sp>
          <p:nvSpPr>
            <p:cNvPr id="2014" name="object 2014"/>
            <p:cNvSpPr/>
            <p:nvPr/>
          </p:nvSpPr>
          <p:spPr>
            <a:xfrm>
              <a:off x="6422390" y="1035050"/>
              <a:ext cx="82550" cy="6350"/>
            </a:xfrm>
            <a:custGeom>
              <a:avLst/>
              <a:gdLst/>
              <a:ahLst/>
              <a:cxnLst/>
              <a:rect l="l" t="t" r="r" b="b"/>
              <a:pathLst>
                <a:path w="82550" h="6350">
                  <a:moveTo>
                    <a:pt x="0" y="6350"/>
                  </a:moveTo>
                  <a:lnTo>
                    <a:pt x="0" y="0"/>
                  </a:lnTo>
                  <a:lnTo>
                    <a:pt x="82550" y="0"/>
                  </a:lnTo>
                  <a:lnTo>
                    <a:pt x="82550" y="6350"/>
                  </a:lnTo>
                  <a:lnTo>
                    <a:pt x="0" y="6350"/>
                  </a:lnTo>
                  <a:close/>
                </a:path>
              </a:pathLst>
            </a:custGeom>
            <a:solidFill>
              <a:srgbClr val="1A281A"/>
            </a:solidFill>
          </p:spPr>
          <p:txBody>
            <a:bodyPr wrap="square" lIns="0" tIns="0" rIns="0" bIns="0" rtlCol="0"/>
            <a:lstStyle/>
            <a:p/>
          </p:txBody>
        </p:sp>
        <p:sp>
          <p:nvSpPr>
            <p:cNvPr id="2015" name="object 2015"/>
            <p:cNvSpPr/>
            <p:nvPr/>
          </p:nvSpPr>
          <p:spPr>
            <a:xfrm>
              <a:off x="6422390" y="1041400"/>
              <a:ext cx="82550" cy="7620"/>
            </a:xfrm>
            <a:custGeom>
              <a:avLst/>
              <a:gdLst/>
              <a:ahLst/>
              <a:cxnLst/>
              <a:rect l="l" t="t" r="r" b="b"/>
              <a:pathLst>
                <a:path w="82550" h="7619">
                  <a:moveTo>
                    <a:pt x="0" y="7620"/>
                  </a:moveTo>
                  <a:lnTo>
                    <a:pt x="0" y="0"/>
                  </a:lnTo>
                  <a:lnTo>
                    <a:pt x="82550" y="0"/>
                  </a:lnTo>
                  <a:lnTo>
                    <a:pt x="82550" y="7620"/>
                  </a:lnTo>
                  <a:lnTo>
                    <a:pt x="0" y="7620"/>
                  </a:lnTo>
                  <a:close/>
                </a:path>
              </a:pathLst>
            </a:custGeom>
            <a:solidFill>
              <a:srgbClr val="1B271B"/>
            </a:solidFill>
          </p:spPr>
          <p:txBody>
            <a:bodyPr wrap="square" lIns="0" tIns="0" rIns="0" bIns="0" rtlCol="0"/>
            <a:lstStyle/>
            <a:p/>
          </p:txBody>
        </p:sp>
        <p:sp>
          <p:nvSpPr>
            <p:cNvPr id="2016" name="object 2016"/>
            <p:cNvSpPr/>
            <p:nvPr/>
          </p:nvSpPr>
          <p:spPr>
            <a:xfrm>
              <a:off x="6422390" y="1049020"/>
              <a:ext cx="82550" cy="7620"/>
            </a:xfrm>
            <a:custGeom>
              <a:avLst/>
              <a:gdLst/>
              <a:ahLst/>
              <a:cxnLst/>
              <a:rect l="l" t="t" r="r" b="b"/>
              <a:pathLst>
                <a:path w="82550" h="7619">
                  <a:moveTo>
                    <a:pt x="0" y="7619"/>
                  </a:moveTo>
                  <a:lnTo>
                    <a:pt x="0" y="0"/>
                  </a:lnTo>
                  <a:lnTo>
                    <a:pt x="82550" y="0"/>
                  </a:lnTo>
                  <a:lnTo>
                    <a:pt x="82550" y="7619"/>
                  </a:lnTo>
                  <a:lnTo>
                    <a:pt x="0" y="7619"/>
                  </a:lnTo>
                  <a:close/>
                </a:path>
              </a:pathLst>
            </a:custGeom>
            <a:solidFill>
              <a:srgbClr val="1C271C"/>
            </a:solidFill>
          </p:spPr>
          <p:txBody>
            <a:bodyPr wrap="square" lIns="0" tIns="0" rIns="0" bIns="0" rtlCol="0"/>
            <a:lstStyle/>
            <a:p/>
          </p:txBody>
        </p:sp>
      </p:grpSp>
      <p:grpSp>
        <p:nvGrpSpPr>
          <p:cNvPr id="2017" name="object 2017"/>
          <p:cNvGrpSpPr/>
          <p:nvPr/>
        </p:nvGrpSpPr>
        <p:grpSpPr>
          <a:xfrm>
            <a:off x="6300470" y="1056639"/>
            <a:ext cx="204470" cy="633730"/>
            <a:chOff x="6300470" y="1056639"/>
            <a:chExt cx="204470" cy="633730"/>
          </a:xfrm>
        </p:grpSpPr>
        <p:sp>
          <p:nvSpPr>
            <p:cNvPr id="2018" name="object 2018"/>
            <p:cNvSpPr/>
            <p:nvPr/>
          </p:nvSpPr>
          <p:spPr>
            <a:xfrm>
              <a:off x="6363970" y="1056639"/>
              <a:ext cx="140970" cy="6350"/>
            </a:xfrm>
            <a:custGeom>
              <a:avLst/>
              <a:gdLst/>
              <a:ahLst/>
              <a:cxnLst/>
              <a:rect l="l" t="t" r="r" b="b"/>
              <a:pathLst>
                <a:path w="140970" h="6350">
                  <a:moveTo>
                    <a:pt x="1270" y="5080"/>
                  </a:moveTo>
                  <a:lnTo>
                    <a:pt x="0" y="5080"/>
                  </a:lnTo>
                  <a:lnTo>
                    <a:pt x="0" y="6350"/>
                  </a:lnTo>
                  <a:lnTo>
                    <a:pt x="1270" y="6350"/>
                  </a:lnTo>
                  <a:lnTo>
                    <a:pt x="1270" y="5080"/>
                  </a:lnTo>
                  <a:close/>
                </a:path>
                <a:path w="140970" h="6350">
                  <a:moveTo>
                    <a:pt x="30480" y="2540"/>
                  </a:moveTo>
                  <a:lnTo>
                    <a:pt x="26670" y="2540"/>
                  </a:lnTo>
                  <a:lnTo>
                    <a:pt x="26670" y="1270"/>
                  </a:lnTo>
                  <a:lnTo>
                    <a:pt x="21590" y="1270"/>
                  </a:lnTo>
                  <a:lnTo>
                    <a:pt x="21590" y="2540"/>
                  </a:lnTo>
                  <a:lnTo>
                    <a:pt x="12700" y="2540"/>
                  </a:lnTo>
                  <a:lnTo>
                    <a:pt x="12700" y="1270"/>
                  </a:lnTo>
                  <a:lnTo>
                    <a:pt x="7620" y="1270"/>
                  </a:lnTo>
                  <a:lnTo>
                    <a:pt x="7620" y="2540"/>
                  </a:lnTo>
                  <a:lnTo>
                    <a:pt x="3810" y="2540"/>
                  </a:lnTo>
                  <a:lnTo>
                    <a:pt x="3810" y="5080"/>
                  </a:lnTo>
                  <a:lnTo>
                    <a:pt x="30480" y="5080"/>
                  </a:lnTo>
                  <a:lnTo>
                    <a:pt x="30480" y="2540"/>
                  </a:lnTo>
                  <a:close/>
                </a:path>
                <a:path w="140970" h="6350">
                  <a:moveTo>
                    <a:pt x="35560" y="5080"/>
                  </a:moveTo>
                  <a:lnTo>
                    <a:pt x="34290" y="5080"/>
                  </a:lnTo>
                  <a:lnTo>
                    <a:pt x="34290" y="6350"/>
                  </a:lnTo>
                  <a:lnTo>
                    <a:pt x="35560" y="6350"/>
                  </a:lnTo>
                  <a:lnTo>
                    <a:pt x="35560" y="5080"/>
                  </a:lnTo>
                  <a:close/>
                </a:path>
                <a:path w="140970" h="6350">
                  <a:moveTo>
                    <a:pt x="140970" y="2540"/>
                  </a:moveTo>
                  <a:lnTo>
                    <a:pt x="58420" y="2540"/>
                  </a:lnTo>
                  <a:lnTo>
                    <a:pt x="58420" y="5080"/>
                  </a:lnTo>
                  <a:lnTo>
                    <a:pt x="140970" y="5080"/>
                  </a:lnTo>
                  <a:lnTo>
                    <a:pt x="140970" y="2540"/>
                  </a:lnTo>
                  <a:close/>
                </a:path>
                <a:path w="140970" h="6350">
                  <a:moveTo>
                    <a:pt x="140970" y="0"/>
                  </a:moveTo>
                  <a:lnTo>
                    <a:pt x="58420" y="0"/>
                  </a:lnTo>
                  <a:lnTo>
                    <a:pt x="58420" y="1270"/>
                  </a:lnTo>
                  <a:lnTo>
                    <a:pt x="140970" y="1270"/>
                  </a:lnTo>
                  <a:lnTo>
                    <a:pt x="140970" y="0"/>
                  </a:lnTo>
                  <a:close/>
                </a:path>
              </a:pathLst>
            </a:custGeom>
            <a:solidFill>
              <a:srgbClr val="1D261D"/>
            </a:solidFill>
          </p:spPr>
          <p:txBody>
            <a:bodyPr wrap="square" lIns="0" tIns="0" rIns="0" bIns="0" rtlCol="0"/>
            <a:lstStyle/>
            <a:p/>
          </p:txBody>
        </p:sp>
        <p:sp>
          <p:nvSpPr>
            <p:cNvPr id="2019" name="object 2019"/>
            <p:cNvSpPr/>
            <p:nvPr/>
          </p:nvSpPr>
          <p:spPr>
            <a:xfrm>
              <a:off x="6356350" y="1062989"/>
              <a:ext cx="148590" cy="7620"/>
            </a:xfrm>
            <a:custGeom>
              <a:avLst/>
              <a:gdLst/>
              <a:ahLst/>
              <a:cxnLst/>
              <a:rect l="l" t="t" r="r" b="b"/>
              <a:pathLst>
                <a:path w="148590" h="7619">
                  <a:moveTo>
                    <a:pt x="1270" y="5079"/>
                  </a:moveTo>
                  <a:lnTo>
                    <a:pt x="0" y="5079"/>
                  </a:lnTo>
                  <a:lnTo>
                    <a:pt x="0" y="7620"/>
                  </a:lnTo>
                  <a:lnTo>
                    <a:pt x="50800" y="7620"/>
                  </a:lnTo>
                  <a:lnTo>
                    <a:pt x="50800" y="6350"/>
                  </a:lnTo>
                  <a:lnTo>
                    <a:pt x="1270" y="6350"/>
                  </a:lnTo>
                  <a:lnTo>
                    <a:pt x="1270" y="5079"/>
                  </a:lnTo>
                  <a:close/>
                </a:path>
                <a:path w="148590" h="7619">
                  <a:moveTo>
                    <a:pt x="50800" y="5079"/>
                  </a:moveTo>
                  <a:lnTo>
                    <a:pt x="49530" y="5079"/>
                  </a:lnTo>
                  <a:lnTo>
                    <a:pt x="49530" y="6350"/>
                  </a:lnTo>
                  <a:lnTo>
                    <a:pt x="50800" y="6350"/>
                  </a:lnTo>
                  <a:lnTo>
                    <a:pt x="50800" y="5079"/>
                  </a:lnTo>
                  <a:close/>
                </a:path>
                <a:path w="148590" h="7619">
                  <a:moveTo>
                    <a:pt x="48260" y="2539"/>
                  </a:moveTo>
                  <a:lnTo>
                    <a:pt x="2539" y="2539"/>
                  </a:lnTo>
                  <a:lnTo>
                    <a:pt x="2539" y="5079"/>
                  </a:lnTo>
                  <a:lnTo>
                    <a:pt x="48260" y="5079"/>
                  </a:lnTo>
                  <a:lnTo>
                    <a:pt x="48260" y="2539"/>
                  </a:lnTo>
                  <a:close/>
                </a:path>
                <a:path w="148590" h="7619">
                  <a:moveTo>
                    <a:pt x="5079" y="1269"/>
                  </a:moveTo>
                  <a:lnTo>
                    <a:pt x="3810" y="1269"/>
                  </a:lnTo>
                  <a:lnTo>
                    <a:pt x="3810" y="2539"/>
                  </a:lnTo>
                  <a:lnTo>
                    <a:pt x="5079" y="2539"/>
                  </a:lnTo>
                  <a:lnTo>
                    <a:pt x="5079" y="1269"/>
                  </a:lnTo>
                  <a:close/>
                </a:path>
                <a:path w="148590" h="7619">
                  <a:moveTo>
                    <a:pt x="46989" y="1269"/>
                  </a:moveTo>
                  <a:lnTo>
                    <a:pt x="45719" y="1269"/>
                  </a:lnTo>
                  <a:lnTo>
                    <a:pt x="45719" y="2539"/>
                  </a:lnTo>
                  <a:lnTo>
                    <a:pt x="46989" y="2539"/>
                  </a:lnTo>
                  <a:lnTo>
                    <a:pt x="46989" y="1269"/>
                  </a:lnTo>
                  <a:close/>
                </a:path>
                <a:path w="148590" h="7619">
                  <a:moveTo>
                    <a:pt x="43180" y="0"/>
                  </a:moveTo>
                  <a:lnTo>
                    <a:pt x="7620" y="0"/>
                  </a:lnTo>
                  <a:lnTo>
                    <a:pt x="7620" y="1269"/>
                  </a:lnTo>
                  <a:lnTo>
                    <a:pt x="43180" y="1269"/>
                  </a:lnTo>
                  <a:lnTo>
                    <a:pt x="43180" y="0"/>
                  </a:lnTo>
                  <a:close/>
                </a:path>
                <a:path w="148590" h="7619">
                  <a:moveTo>
                    <a:pt x="148590" y="6350"/>
                  </a:moveTo>
                  <a:lnTo>
                    <a:pt x="66039" y="6350"/>
                  </a:lnTo>
                  <a:lnTo>
                    <a:pt x="66039" y="7620"/>
                  </a:lnTo>
                  <a:lnTo>
                    <a:pt x="148590" y="7620"/>
                  </a:lnTo>
                  <a:lnTo>
                    <a:pt x="148590" y="6350"/>
                  </a:lnTo>
                  <a:close/>
                </a:path>
                <a:path w="148590" h="7619">
                  <a:moveTo>
                    <a:pt x="148590" y="2539"/>
                  </a:moveTo>
                  <a:lnTo>
                    <a:pt x="66039" y="2539"/>
                  </a:lnTo>
                  <a:lnTo>
                    <a:pt x="66039" y="5079"/>
                  </a:lnTo>
                  <a:lnTo>
                    <a:pt x="148590" y="5079"/>
                  </a:lnTo>
                  <a:lnTo>
                    <a:pt x="148590" y="2539"/>
                  </a:lnTo>
                  <a:close/>
                </a:path>
                <a:path w="148590" h="7619">
                  <a:moveTo>
                    <a:pt x="148590" y="0"/>
                  </a:moveTo>
                  <a:lnTo>
                    <a:pt x="66039" y="0"/>
                  </a:lnTo>
                  <a:lnTo>
                    <a:pt x="66039" y="1269"/>
                  </a:lnTo>
                  <a:lnTo>
                    <a:pt x="148590" y="1269"/>
                  </a:lnTo>
                  <a:lnTo>
                    <a:pt x="148590" y="0"/>
                  </a:lnTo>
                  <a:close/>
                </a:path>
              </a:pathLst>
            </a:custGeom>
            <a:solidFill>
              <a:srgbClr val="1E261E"/>
            </a:solidFill>
          </p:spPr>
          <p:txBody>
            <a:bodyPr wrap="square" lIns="0" tIns="0" rIns="0" bIns="0" rtlCol="0"/>
            <a:lstStyle/>
            <a:p/>
          </p:txBody>
        </p:sp>
        <p:sp>
          <p:nvSpPr>
            <p:cNvPr id="2020" name="object 2020"/>
            <p:cNvSpPr/>
            <p:nvPr/>
          </p:nvSpPr>
          <p:spPr>
            <a:xfrm>
              <a:off x="6348730" y="1070609"/>
              <a:ext cx="156210" cy="7620"/>
            </a:xfrm>
            <a:custGeom>
              <a:avLst/>
              <a:gdLst/>
              <a:ahLst/>
              <a:cxnLst/>
              <a:rect l="l" t="t" r="r" b="b"/>
              <a:pathLst>
                <a:path w="156209" h="7619">
                  <a:moveTo>
                    <a:pt x="1270" y="6349"/>
                  </a:moveTo>
                  <a:lnTo>
                    <a:pt x="0" y="6349"/>
                  </a:lnTo>
                  <a:lnTo>
                    <a:pt x="0" y="7619"/>
                  </a:lnTo>
                  <a:lnTo>
                    <a:pt x="1270" y="7619"/>
                  </a:lnTo>
                  <a:lnTo>
                    <a:pt x="1270" y="6349"/>
                  </a:lnTo>
                  <a:close/>
                </a:path>
                <a:path w="156209" h="7619">
                  <a:moveTo>
                    <a:pt x="66039" y="6349"/>
                  </a:moveTo>
                  <a:lnTo>
                    <a:pt x="64770" y="6349"/>
                  </a:lnTo>
                  <a:lnTo>
                    <a:pt x="64770" y="7619"/>
                  </a:lnTo>
                  <a:lnTo>
                    <a:pt x="66039" y="7619"/>
                  </a:lnTo>
                  <a:lnTo>
                    <a:pt x="66039" y="6349"/>
                  </a:lnTo>
                  <a:close/>
                </a:path>
                <a:path w="156209" h="7619">
                  <a:moveTo>
                    <a:pt x="63500" y="3809"/>
                  </a:moveTo>
                  <a:lnTo>
                    <a:pt x="62230" y="3809"/>
                  </a:lnTo>
                  <a:lnTo>
                    <a:pt x="62230" y="5079"/>
                  </a:lnTo>
                  <a:lnTo>
                    <a:pt x="2540" y="5079"/>
                  </a:lnTo>
                  <a:lnTo>
                    <a:pt x="2540" y="6349"/>
                  </a:lnTo>
                  <a:lnTo>
                    <a:pt x="63500" y="6349"/>
                  </a:lnTo>
                  <a:lnTo>
                    <a:pt x="63500" y="3809"/>
                  </a:lnTo>
                  <a:close/>
                </a:path>
                <a:path w="156209" h="7619">
                  <a:moveTo>
                    <a:pt x="60960" y="1269"/>
                  </a:moveTo>
                  <a:lnTo>
                    <a:pt x="3810" y="1269"/>
                  </a:lnTo>
                  <a:lnTo>
                    <a:pt x="3810" y="3809"/>
                  </a:lnTo>
                  <a:lnTo>
                    <a:pt x="60960" y="3809"/>
                  </a:lnTo>
                  <a:lnTo>
                    <a:pt x="60960" y="1269"/>
                  </a:lnTo>
                  <a:close/>
                </a:path>
                <a:path w="156209" h="7619">
                  <a:moveTo>
                    <a:pt x="6350" y="0"/>
                  </a:moveTo>
                  <a:lnTo>
                    <a:pt x="5080" y="0"/>
                  </a:lnTo>
                  <a:lnTo>
                    <a:pt x="5080" y="1269"/>
                  </a:lnTo>
                  <a:lnTo>
                    <a:pt x="6350" y="1269"/>
                  </a:lnTo>
                  <a:lnTo>
                    <a:pt x="6350" y="0"/>
                  </a:lnTo>
                  <a:close/>
                </a:path>
                <a:path w="156209" h="7619">
                  <a:moveTo>
                    <a:pt x="156210" y="5079"/>
                  </a:moveTo>
                  <a:lnTo>
                    <a:pt x="73660" y="5079"/>
                  </a:lnTo>
                  <a:lnTo>
                    <a:pt x="73660" y="6349"/>
                  </a:lnTo>
                  <a:lnTo>
                    <a:pt x="156210" y="6349"/>
                  </a:lnTo>
                  <a:lnTo>
                    <a:pt x="156210" y="5079"/>
                  </a:lnTo>
                  <a:close/>
                </a:path>
                <a:path w="156209" h="7619">
                  <a:moveTo>
                    <a:pt x="156210" y="1269"/>
                  </a:moveTo>
                  <a:lnTo>
                    <a:pt x="73660" y="1269"/>
                  </a:lnTo>
                  <a:lnTo>
                    <a:pt x="73660" y="3809"/>
                  </a:lnTo>
                  <a:lnTo>
                    <a:pt x="156210" y="3809"/>
                  </a:lnTo>
                  <a:lnTo>
                    <a:pt x="156210" y="1269"/>
                  </a:lnTo>
                  <a:close/>
                </a:path>
              </a:pathLst>
            </a:custGeom>
            <a:solidFill>
              <a:srgbClr val="1F251F"/>
            </a:solidFill>
          </p:spPr>
          <p:txBody>
            <a:bodyPr wrap="square" lIns="0" tIns="0" rIns="0" bIns="0" rtlCol="0"/>
            <a:lstStyle/>
            <a:p/>
          </p:txBody>
        </p:sp>
        <p:sp>
          <p:nvSpPr>
            <p:cNvPr id="2021" name="object 2021"/>
            <p:cNvSpPr/>
            <p:nvPr/>
          </p:nvSpPr>
          <p:spPr>
            <a:xfrm>
              <a:off x="6346190" y="1078229"/>
              <a:ext cx="158750" cy="6350"/>
            </a:xfrm>
            <a:custGeom>
              <a:avLst/>
              <a:gdLst/>
              <a:ahLst/>
              <a:cxnLst/>
              <a:rect l="l" t="t" r="r" b="b"/>
              <a:pathLst>
                <a:path w="158750" h="6350">
                  <a:moveTo>
                    <a:pt x="73660" y="5079"/>
                  </a:moveTo>
                  <a:lnTo>
                    <a:pt x="72390" y="5079"/>
                  </a:lnTo>
                  <a:lnTo>
                    <a:pt x="72390" y="6350"/>
                  </a:lnTo>
                  <a:lnTo>
                    <a:pt x="73660" y="6350"/>
                  </a:lnTo>
                  <a:lnTo>
                    <a:pt x="73660" y="5079"/>
                  </a:lnTo>
                  <a:close/>
                </a:path>
                <a:path w="158750" h="6350">
                  <a:moveTo>
                    <a:pt x="1270" y="2539"/>
                  </a:moveTo>
                  <a:lnTo>
                    <a:pt x="0" y="2539"/>
                  </a:lnTo>
                  <a:lnTo>
                    <a:pt x="0" y="5079"/>
                  </a:lnTo>
                  <a:lnTo>
                    <a:pt x="71120" y="5079"/>
                  </a:lnTo>
                  <a:lnTo>
                    <a:pt x="71120" y="3810"/>
                  </a:lnTo>
                  <a:lnTo>
                    <a:pt x="1270" y="3810"/>
                  </a:lnTo>
                  <a:lnTo>
                    <a:pt x="1270" y="2539"/>
                  </a:lnTo>
                  <a:close/>
                </a:path>
                <a:path w="158750" h="6350">
                  <a:moveTo>
                    <a:pt x="71120" y="2539"/>
                  </a:moveTo>
                  <a:lnTo>
                    <a:pt x="69850" y="2539"/>
                  </a:lnTo>
                  <a:lnTo>
                    <a:pt x="69850" y="3810"/>
                  </a:lnTo>
                  <a:lnTo>
                    <a:pt x="71120" y="3810"/>
                  </a:lnTo>
                  <a:lnTo>
                    <a:pt x="71120" y="2539"/>
                  </a:lnTo>
                  <a:close/>
                </a:path>
                <a:path w="158750" h="6350">
                  <a:moveTo>
                    <a:pt x="68579" y="0"/>
                  </a:moveTo>
                  <a:lnTo>
                    <a:pt x="1270" y="0"/>
                  </a:lnTo>
                  <a:lnTo>
                    <a:pt x="1270" y="2539"/>
                  </a:lnTo>
                  <a:lnTo>
                    <a:pt x="68580" y="2539"/>
                  </a:lnTo>
                  <a:lnTo>
                    <a:pt x="68579" y="0"/>
                  </a:lnTo>
                  <a:close/>
                </a:path>
                <a:path w="158750" h="6350">
                  <a:moveTo>
                    <a:pt x="158750" y="3810"/>
                  </a:moveTo>
                  <a:lnTo>
                    <a:pt x="76200" y="3810"/>
                  </a:lnTo>
                  <a:lnTo>
                    <a:pt x="76200" y="5079"/>
                  </a:lnTo>
                  <a:lnTo>
                    <a:pt x="158750" y="5079"/>
                  </a:lnTo>
                  <a:lnTo>
                    <a:pt x="158750" y="3810"/>
                  </a:lnTo>
                  <a:close/>
                </a:path>
                <a:path w="158750" h="6350">
                  <a:moveTo>
                    <a:pt x="158750" y="0"/>
                  </a:moveTo>
                  <a:lnTo>
                    <a:pt x="76200" y="0"/>
                  </a:lnTo>
                  <a:lnTo>
                    <a:pt x="76200" y="2539"/>
                  </a:lnTo>
                  <a:lnTo>
                    <a:pt x="158750" y="2539"/>
                  </a:lnTo>
                  <a:lnTo>
                    <a:pt x="158750" y="0"/>
                  </a:lnTo>
                  <a:close/>
                </a:path>
              </a:pathLst>
            </a:custGeom>
            <a:solidFill>
              <a:srgbClr val="202520"/>
            </a:solidFill>
          </p:spPr>
          <p:txBody>
            <a:bodyPr wrap="square" lIns="0" tIns="0" rIns="0" bIns="0" rtlCol="0"/>
            <a:lstStyle/>
            <a:p/>
          </p:txBody>
        </p:sp>
        <p:sp>
          <p:nvSpPr>
            <p:cNvPr id="2022" name="object 2022"/>
            <p:cNvSpPr/>
            <p:nvPr/>
          </p:nvSpPr>
          <p:spPr>
            <a:xfrm>
              <a:off x="6341110" y="1084579"/>
              <a:ext cx="163830" cy="7620"/>
            </a:xfrm>
            <a:custGeom>
              <a:avLst/>
              <a:gdLst/>
              <a:ahLst/>
              <a:cxnLst/>
              <a:rect l="l" t="t" r="r" b="b"/>
              <a:pathLst>
                <a:path w="163829" h="7619">
                  <a:moveTo>
                    <a:pt x="163830" y="0"/>
                  </a:moveTo>
                  <a:lnTo>
                    <a:pt x="81280" y="0"/>
                  </a:lnTo>
                  <a:lnTo>
                    <a:pt x="81280" y="2540"/>
                  </a:lnTo>
                  <a:lnTo>
                    <a:pt x="80010" y="2540"/>
                  </a:lnTo>
                  <a:lnTo>
                    <a:pt x="80010" y="0"/>
                  </a:lnTo>
                  <a:lnTo>
                    <a:pt x="2540" y="0"/>
                  </a:lnTo>
                  <a:lnTo>
                    <a:pt x="2540" y="2540"/>
                  </a:lnTo>
                  <a:lnTo>
                    <a:pt x="2540" y="3810"/>
                  </a:lnTo>
                  <a:lnTo>
                    <a:pt x="1270" y="3810"/>
                  </a:lnTo>
                  <a:lnTo>
                    <a:pt x="1270" y="6350"/>
                  </a:lnTo>
                  <a:lnTo>
                    <a:pt x="0" y="6350"/>
                  </a:lnTo>
                  <a:lnTo>
                    <a:pt x="0" y="7620"/>
                  </a:lnTo>
                  <a:lnTo>
                    <a:pt x="163830" y="7620"/>
                  </a:lnTo>
                  <a:lnTo>
                    <a:pt x="163830" y="6350"/>
                  </a:lnTo>
                  <a:lnTo>
                    <a:pt x="163830" y="3810"/>
                  </a:lnTo>
                  <a:lnTo>
                    <a:pt x="163830" y="2540"/>
                  </a:lnTo>
                  <a:lnTo>
                    <a:pt x="163830" y="0"/>
                  </a:lnTo>
                  <a:close/>
                </a:path>
              </a:pathLst>
            </a:custGeom>
            <a:solidFill>
              <a:srgbClr val="222522"/>
            </a:solidFill>
          </p:spPr>
          <p:txBody>
            <a:bodyPr wrap="square" lIns="0" tIns="0" rIns="0" bIns="0" rtlCol="0"/>
            <a:lstStyle/>
            <a:p/>
          </p:txBody>
        </p:sp>
        <p:sp>
          <p:nvSpPr>
            <p:cNvPr id="2023" name="object 2023"/>
            <p:cNvSpPr/>
            <p:nvPr/>
          </p:nvSpPr>
          <p:spPr>
            <a:xfrm>
              <a:off x="6337300" y="1092199"/>
              <a:ext cx="167640" cy="7620"/>
            </a:xfrm>
            <a:custGeom>
              <a:avLst/>
              <a:gdLst/>
              <a:ahLst/>
              <a:cxnLst/>
              <a:rect l="l" t="t" r="r" b="b"/>
              <a:pathLst>
                <a:path w="167640" h="7619">
                  <a:moveTo>
                    <a:pt x="167640" y="5092"/>
                  </a:moveTo>
                  <a:lnTo>
                    <a:pt x="0" y="5092"/>
                  </a:lnTo>
                  <a:lnTo>
                    <a:pt x="0" y="7620"/>
                  </a:lnTo>
                  <a:lnTo>
                    <a:pt x="167640" y="7620"/>
                  </a:lnTo>
                  <a:lnTo>
                    <a:pt x="167640" y="5092"/>
                  </a:lnTo>
                  <a:close/>
                </a:path>
                <a:path w="167640" h="7619">
                  <a:moveTo>
                    <a:pt x="167640" y="0"/>
                  </a:moveTo>
                  <a:lnTo>
                    <a:pt x="3810" y="0"/>
                  </a:lnTo>
                  <a:lnTo>
                    <a:pt x="3810" y="1270"/>
                  </a:lnTo>
                  <a:lnTo>
                    <a:pt x="2540" y="1270"/>
                  </a:lnTo>
                  <a:lnTo>
                    <a:pt x="2540" y="3810"/>
                  </a:lnTo>
                  <a:lnTo>
                    <a:pt x="1270" y="3810"/>
                  </a:lnTo>
                  <a:lnTo>
                    <a:pt x="1270" y="5080"/>
                  </a:lnTo>
                  <a:lnTo>
                    <a:pt x="167640" y="5080"/>
                  </a:lnTo>
                  <a:lnTo>
                    <a:pt x="167640" y="3810"/>
                  </a:lnTo>
                  <a:lnTo>
                    <a:pt x="167640" y="1270"/>
                  </a:lnTo>
                  <a:lnTo>
                    <a:pt x="167640" y="0"/>
                  </a:lnTo>
                  <a:close/>
                </a:path>
              </a:pathLst>
            </a:custGeom>
            <a:solidFill>
              <a:srgbClr val="232423"/>
            </a:solidFill>
          </p:spPr>
          <p:txBody>
            <a:bodyPr wrap="square" lIns="0" tIns="0" rIns="0" bIns="0" rtlCol="0"/>
            <a:lstStyle/>
            <a:p/>
          </p:txBody>
        </p:sp>
        <p:sp>
          <p:nvSpPr>
            <p:cNvPr id="2024" name="object 2024"/>
            <p:cNvSpPr/>
            <p:nvPr/>
          </p:nvSpPr>
          <p:spPr>
            <a:xfrm>
              <a:off x="6333490" y="1099819"/>
              <a:ext cx="171450" cy="6350"/>
            </a:xfrm>
            <a:custGeom>
              <a:avLst/>
              <a:gdLst/>
              <a:ahLst/>
              <a:cxnLst/>
              <a:rect l="l" t="t" r="r" b="b"/>
              <a:pathLst>
                <a:path w="171450" h="6350">
                  <a:moveTo>
                    <a:pt x="171450" y="0"/>
                  </a:moveTo>
                  <a:lnTo>
                    <a:pt x="2540" y="0"/>
                  </a:lnTo>
                  <a:lnTo>
                    <a:pt x="2540" y="2540"/>
                  </a:lnTo>
                  <a:lnTo>
                    <a:pt x="1270" y="2540"/>
                  </a:lnTo>
                  <a:lnTo>
                    <a:pt x="1270" y="5080"/>
                  </a:lnTo>
                  <a:lnTo>
                    <a:pt x="0" y="5080"/>
                  </a:lnTo>
                  <a:lnTo>
                    <a:pt x="0" y="6350"/>
                  </a:lnTo>
                  <a:lnTo>
                    <a:pt x="171450" y="6350"/>
                  </a:lnTo>
                  <a:lnTo>
                    <a:pt x="171450" y="5080"/>
                  </a:lnTo>
                  <a:lnTo>
                    <a:pt x="171450" y="2540"/>
                  </a:lnTo>
                  <a:lnTo>
                    <a:pt x="171450" y="0"/>
                  </a:lnTo>
                  <a:close/>
                </a:path>
              </a:pathLst>
            </a:custGeom>
            <a:solidFill>
              <a:srgbClr val="242424"/>
            </a:solidFill>
          </p:spPr>
          <p:txBody>
            <a:bodyPr wrap="square" lIns="0" tIns="0" rIns="0" bIns="0" rtlCol="0"/>
            <a:lstStyle/>
            <a:p/>
          </p:txBody>
        </p:sp>
        <p:sp>
          <p:nvSpPr>
            <p:cNvPr id="2025" name="object 2025"/>
            <p:cNvSpPr/>
            <p:nvPr/>
          </p:nvSpPr>
          <p:spPr>
            <a:xfrm>
              <a:off x="6330950" y="1106169"/>
              <a:ext cx="173990" cy="7620"/>
            </a:xfrm>
            <a:custGeom>
              <a:avLst/>
              <a:gdLst/>
              <a:ahLst/>
              <a:cxnLst/>
              <a:rect l="l" t="t" r="r" b="b"/>
              <a:pathLst>
                <a:path w="173990" h="7619">
                  <a:moveTo>
                    <a:pt x="173990" y="0"/>
                  </a:moveTo>
                  <a:lnTo>
                    <a:pt x="2540" y="0"/>
                  </a:lnTo>
                  <a:lnTo>
                    <a:pt x="2540" y="2540"/>
                  </a:lnTo>
                  <a:lnTo>
                    <a:pt x="1270" y="2540"/>
                  </a:lnTo>
                  <a:lnTo>
                    <a:pt x="1270" y="6350"/>
                  </a:lnTo>
                  <a:lnTo>
                    <a:pt x="0" y="6350"/>
                  </a:lnTo>
                  <a:lnTo>
                    <a:pt x="0" y="7620"/>
                  </a:lnTo>
                  <a:lnTo>
                    <a:pt x="173990" y="7620"/>
                  </a:lnTo>
                  <a:lnTo>
                    <a:pt x="173990" y="6350"/>
                  </a:lnTo>
                  <a:lnTo>
                    <a:pt x="173990" y="2540"/>
                  </a:lnTo>
                  <a:lnTo>
                    <a:pt x="173990" y="0"/>
                  </a:lnTo>
                  <a:close/>
                </a:path>
              </a:pathLst>
            </a:custGeom>
            <a:solidFill>
              <a:srgbClr val="252325"/>
            </a:solidFill>
          </p:spPr>
          <p:txBody>
            <a:bodyPr wrap="square" lIns="0" tIns="0" rIns="0" bIns="0" rtlCol="0"/>
            <a:lstStyle/>
            <a:p/>
          </p:txBody>
        </p:sp>
        <p:sp>
          <p:nvSpPr>
            <p:cNvPr id="2026" name="object 2026"/>
            <p:cNvSpPr/>
            <p:nvPr/>
          </p:nvSpPr>
          <p:spPr>
            <a:xfrm>
              <a:off x="6328410" y="1113789"/>
              <a:ext cx="176530" cy="7620"/>
            </a:xfrm>
            <a:custGeom>
              <a:avLst/>
              <a:gdLst/>
              <a:ahLst/>
              <a:cxnLst/>
              <a:rect l="l" t="t" r="r" b="b"/>
              <a:pathLst>
                <a:path w="176529" h="7619">
                  <a:moveTo>
                    <a:pt x="176530" y="0"/>
                  </a:moveTo>
                  <a:lnTo>
                    <a:pt x="2540" y="0"/>
                  </a:lnTo>
                  <a:lnTo>
                    <a:pt x="2540" y="1270"/>
                  </a:lnTo>
                  <a:lnTo>
                    <a:pt x="1270" y="1270"/>
                  </a:lnTo>
                  <a:lnTo>
                    <a:pt x="1270" y="3810"/>
                  </a:lnTo>
                  <a:lnTo>
                    <a:pt x="0" y="3810"/>
                  </a:lnTo>
                  <a:lnTo>
                    <a:pt x="0" y="7620"/>
                  </a:lnTo>
                  <a:lnTo>
                    <a:pt x="176530" y="7620"/>
                  </a:lnTo>
                  <a:lnTo>
                    <a:pt x="176530" y="3810"/>
                  </a:lnTo>
                  <a:lnTo>
                    <a:pt x="176530" y="1270"/>
                  </a:lnTo>
                  <a:lnTo>
                    <a:pt x="176530" y="0"/>
                  </a:lnTo>
                  <a:close/>
                </a:path>
              </a:pathLst>
            </a:custGeom>
            <a:solidFill>
              <a:srgbClr val="262326"/>
            </a:solidFill>
          </p:spPr>
          <p:txBody>
            <a:bodyPr wrap="square" lIns="0" tIns="0" rIns="0" bIns="0" rtlCol="0"/>
            <a:lstStyle/>
            <a:p/>
          </p:txBody>
        </p:sp>
        <p:sp>
          <p:nvSpPr>
            <p:cNvPr id="2027" name="object 2027"/>
            <p:cNvSpPr/>
            <p:nvPr/>
          </p:nvSpPr>
          <p:spPr>
            <a:xfrm>
              <a:off x="6325870" y="1121409"/>
              <a:ext cx="179070" cy="6350"/>
            </a:xfrm>
            <a:custGeom>
              <a:avLst/>
              <a:gdLst/>
              <a:ahLst/>
              <a:cxnLst/>
              <a:rect l="l" t="t" r="r" b="b"/>
              <a:pathLst>
                <a:path w="179070" h="6350">
                  <a:moveTo>
                    <a:pt x="179070" y="5092"/>
                  </a:moveTo>
                  <a:lnTo>
                    <a:pt x="0" y="5092"/>
                  </a:lnTo>
                  <a:lnTo>
                    <a:pt x="0" y="6350"/>
                  </a:lnTo>
                  <a:lnTo>
                    <a:pt x="179070" y="6350"/>
                  </a:lnTo>
                  <a:lnTo>
                    <a:pt x="179070" y="5092"/>
                  </a:lnTo>
                  <a:close/>
                </a:path>
                <a:path w="179070" h="6350">
                  <a:moveTo>
                    <a:pt x="179070" y="0"/>
                  </a:moveTo>
                  <a:lnTo>
                    <a:pt x="1270" y="0"/>
                  </a:lnTo>
                  <a:lnTo>
                    <a:pt x="1270" y="5080"/>
                  </a:lnTo>
                  <a:lnTo>
                    <a:pt x="179070" y="5080"/>
                  </a:lnTo>
                  <a:lnTo>
                    <a:pt x="179070" y="0"/>
                  </a:lnTo>
                  <a:close/>
                </a:path>
              </a:pathLst>
            </a:custGeom>
            <a:solidFill>
              <a:srgbClr val="272227"/>
            </a:solidFill>
          </p:spPr>
          <p:txBody>
            <a:bodyPr wrap="square" lIns="0" tIns="0" rIns="0" bIns="0" rtlCol="0"/>
            <a:lstStyle/>
            <a:p/>
          </p:txBody>
        </p:sp>
        <p:sp>
          <p:nvSpPr>
            <p:cNvPr id="2028" name="object 2028"/>
            <p:cNvSpPr/>
            <p:nvPr/>
          </p:nvSpPr>
          <p:spPr>
            <a:xfrm>
              <a:off x="6324600" y="1127759"/>
              <a:ext cx="180340" cy="7620"/>
            </a:xfrm>
            <a:custGeom>
              <a:avLst/>
              <a:gdLst/>
              <a:ahLst/>
              <a:cxnLst/>
              <a:rect l="l" t="t" r="r" b="b"/>
              <a:pathLst>
                <a:path w="180340" h="7619">
                  <a:moveTo>
                    <a:pt x="180340" y="0"/>
                  </a:moveTo>
                  <a:lnTo>
                    <a:pt x="1270" y="0"/>
                  </a:lnTo>
                  <a:lnTo>
                    <a:pt x="1270" y="3810"/>
                  </a:lnTo>
                  <a:lnTo>
                    <a:pt x="0" y="3810"/>
                  </a:lnTo>
                  <a:lnTo>
                    <a:pt x="0" y="7620"/>
                  </a:lnTo>
                  <a:lnTo>
                    <a:pt x="180340" y="7620"/>
                  </a:lnTo>
                  <a:lnTo>
                    <a:pt x="180340" y="3810"/>
                  </a:lnTo>
                  <a:lnTo>
                    <a:pt x="180340" y="0"/>
                  </a:lnTo>
                  <a:close/>
                </a:path>
              </a:pathLst>
            </a:custGeom>
            <a:solidFill>
              <a:srgbClr val="282228"/>
            </a:solidFill>
          </p:spPr>
          <p:txBody>
            <a:bodyPr wrap="square" lIns="0" tIns="0" rIns="0" bIns="0" rtlCol="0"/>
            <a:lstStyle/>
            <a:p/>
          </p:txBody>
        </p:sp>
        <p:sp>
          <p:nvSpPr>
            <p:cNvPr id="2029" name="object 2029"/>
            <p:cNvSpPr/>
            <p:nvPr/>
          </p:nvSpPr>
          <p:spPr>
            <a:xfrm>
              <a:off x="6322060" y="1135379"/>
              <a:ext cx="182880" cy="7620"/>
            </a:xfrm>
            <a:custGeom>
              <a:avLst/>
              <a:gdLst/>
              <a:ahLst/>
              <a:cxnLst/>
              <a:rect l="l" t="t" r="r" b="b"/>
              <a:pathLst>
                <a:path w="182879" h="7619">
                  <a:moveTo>
                    <a:pt x="182880" y="6362"/>
                  </a:moveTo>
                  <a:lnTo>
                    <a:pt x="0" y="6362"/>
                  </a:lnTo>
                  <a:lnTo>
                    <a:pt x="0" y="7620"/>
                  </a:lnTo>
                  <a:lnTo>
                    <a:pt x="182880" y="7620"/>
                  </a:lnTo>
                  <a:lnTo>
                    <a:pt x="182880" y="6362"/>
                  </a:lnTo>
                  <a:close/>
                </a:path>
                <a:path w="182879" h="7619">
                  <a:moveTo>
                    <a:pt x="182880" y="0"/>
                  </a:moveTo>
                  <a:lnTo>
                    <a:pt x="2540" y="0"/>
                  </a:lnTo>
                  <a:lnTo>
                    <a:pt x="2540" y="1270"/>
                  </a:lnTo>
                  <a:lnTo>
                    <a:pt x="1270" y="1270"/>
                  </a:lnTo>
                  <a:lnTo>
                    <a:pt x="1270" y="6350"/>
                  </a:lnTo>
                  <a:lnTo>
                    <a:pt x="182880" y="6350"/>
                  </a:lnTo>
                  <a:lnTo>
                    <a:pt x="182880" y="1270"/>
                  </a:lnTo>
                  <a:lnTo>
                    <a:pt x="182880" y="0"/>
                  </a:lnTo>
                  <a:close/>
                </a:path>
              </a:pathLst>
            </a:custGeom>
            <a:solidFill>
              <a:srgbClr val="292129"/>
            </a:solidFill>
          </p:spPr>
          <p:txBody>
            <a:bodyPr wrap="square" lIns="0" tIns="0" rIns="0" bIns="0" rtlCol="0"/>
            <a:lstStyle/>
            <a:p/>
          </p:txBody>
        </p:sp>
        <p:sp>
          <p:nvSpPr>
            <p:cNvPr id="2030" name="object 2030"/>
            <p:cNvSpPr/>
            <p:nvPr/>
          </p:nvSpPr>
          <p:spPr>
            <a:xfrm>
              <a:off x="6320790" y="1142999"/>
              <a:ext cx="184150" cy="6350"/>
            </a:xfrm>
            <a:custGeom>
              <a:avLst/>
              <a:gdLst/>
              <a:ahLst/>
              <a:cxnLst/>
              <a:rect l="l" t="t" r="r" b="b"/>
              <a:pathLst>
                <a:path w="184150" h="6350">
                  <a:moveTo>
                    <a:pt x="184150" y="0"/>
                  </a:moveTo>
                  <a:lnTo>
                    <a:pt x="1270" y="0"/>
                  </a:lnTo>
                  <a:lnTo>
                    <a:pt x="1270" y="3810"/>
                  </a:lnTo>
                  <a:lnTo>
                    <a:pt x="0" y="3810"/>
                  </a:lnTo>
                  <a:lnTo>
                    <a:pt x="0" y="6350"/>
                  </a:lnTo>
                  <a:lnTo>
                    <a:pt x="184150" y="6350"/>
                  </a:lnTo>
                  <a:lnTo>
                    <a:pt x="184150" y="3810"/>
                  </a:lnTo>
                  <a:lnTo>
                    <a:pt x="184150" y="0"/>
                  </a:lnTo>
                  <a:close/>
                </a:path>
              </a:pathLst>
            </a:custGeom>
            <a:solidFill>
              <a:srgbClr val="2A212A"/>
            </a:solidFill>
          </p:spPr>
          <p:txBody>
            <a:bodyPr wrap="square" lIns="0" tIns="0" rIns="0" bIns="0" rtlCol="0"/>
            <a:lstStyle/>
            <a:p/>
          </p:txBody>
        </p:sp>
        <p:sp>
          <p:nvSpPr>
            <p:cNvPr id="2031" name="object 2031"/>
            <p:cNvSpPr/>
            <p:nvPr/>
          </p:nvSpPr>
          <p:spPr>
            <a:xfrm>
              <a:off x="6319520" y="1149349"/>
              <a:ext cx="185420" cy="7620"/>
            </a:xfrm>
            <a:custGeom>
              <a:avLst/>
              <a:gdLst/>
              <a:ahLst/>
              <a:cxnLst/>
              <a:rect l="l" t="t" r="r" b="b"/>
              <a:pathLst>
                <a:path w="185420" h="7619">
                  <a:moveTo>
                    <a:pt x="185420" y="2552"/>
                  </a:moveTo>
                  <a:lnTo>
                    <a:pt x="0" y="2552"/>
                  </a:lnTo>
                  <a:lnTo>
                    <a:pt x="0" y="7620"/>
                  </a:lnTo>
                  <a:lnTo>
                    <a:pt x="185420" y="7620"/>
                  </a:lnTo>
                  <a:lnTo>
                    <a:pt x="185420" y="2552"/>
                  </a:lnTo>
                  <a:close/>
                </a:path>
                <a:path w="185420" h="7619">
                  <a:moveTo>
                    <a:pt x="185420" y="0"/>
                  </a:moveTo>
                  <a:lnTo>
                    <a:pt x="1270" y="0"/>
                  </a:lnTo>
                  <a:lnTo>
                    <a:pt x="1270" y="2540"/>
                  </a:lnTo>
                  <a:lnTo>
                    <a:pt x="185420" y="2540"/>
                  </a:lnTo>
                  <a:lnTo>
                    <a:pt x="185420" y="0"/>
                  </a:lnTo>
                  <a:close/>
                </a:path>
              </a:pathLst>
            </a:custGeom>
            <a:solidFill>
              <a:srgbClr val="2B212B"/>
            </a:solidFill>
          </p:spPr>
          <p:txBody>
            <a:bodyPr wrap="square" lIns="0" tIns="0" rIns="0" bIns="0" rtlCol="0"/>
            <a:lstStyle/>
            <a:p/>
          </p:txBody>
        </p:sp>
        <p:sp>
          <p:nvSpPr>
            <p:cNvPr id="2032" name="object 2032"/>
            <p:cNvSpPr/>
            <p:nvPr/>
          </p:nvSpPr>
          <p:spPr>
            <a:xfrm>
              <a:off x="6316980" y="1156969"/>
              <a:ext cx="187960" cy="7620"/>
            </a:xfrm>
            <a:custGeom>
              <a:avLst/>
              <a:gdLst/>
              <a:ahLst/>
              <a:cxnLst/>
              <a:rect l="l" t="t" r="r" b="b"/>
              <a:pathLst>
                <a:path w="187959" h="7619">
                  <a:moveTo>
                    <a:pt x="187960" y="0"/>
                  </a:moveTo>
                  <a:lnTo>
                    <a:pt x="1270" y="0"/>
                  </a:lnTo>
                  <a:lnTo>
                    <a:pt x="1270" y="6350"/>
                  </a:lnTo>
                  <a:lnTo>
                    <a:pt x="0" y="6350"/>
                  </a:lnTo>
                  <a:lnTo>
                    <a:pt x="0" y="7620"/>
                  </a:lnTo>
                  <a:lnTo>
                    <a:pt x="187960" y="7620"/>
                  </a:lnTo>
                  <a:lnTo>
                    <a:pt x="187960" y="6350"/>
                  </a:lnTo>
                  <a:lnTo>
                    <a:pt x="187960" y="0"/>
                  </a:lnTo>
                  <a:close/>
                </a:path>
              </a:pathLst>
            </a:custGeom>
            <a:solidFill>
              <a:srgbClr val="2C202C"/>
            </a:solidFill>
          </p:spPr>
          <p:txBody>
            <a:bodyPr wrap="square" lIns="0" tIns="0" rIns="0" bIns="0" rtlCol="0"/>
            <a:lstStyle/>
            <a:p/>
          </p:txBody>
        </p:sp>
        <p:sp>
          <p:nvSpPr>
            <p:cNvPr id="2033" name="object 2033"/>
            <p:cNvSpPr/>
            <p:nvPr/>
          </p:nvSpPr>
          <p:spPr>
            <a:xfrm>
              <a:off x="6315710" y="1164589"/>
              <a:ext cx="189230" cy="6350"/>
            </a:xfrm>
            <a:custGeom>
              <a:avLst/>
              <a:gdLst/>
              <a:ahLst/>
              <a:cxnLst/>
              <a:rect l="l" t="t" r="r" b="b"/>
              <a:pathLst>
                <a:path w="189229" h="6350">
                  <a:moveTo>
                    <a:pt x="189230" y="0"/>
                  </a:moveTo>
                  <a:lnTo>
                    <a:pt x="1270" y="0"/>
                  </a:lnTo>
                  <a:lnTo>
                    <a:pt x="1270" y="3810"/>
                  </a:lnTo>
                  <a:lnTo>
                    <a:pt x="0" y="3810"/>
                  </a:lnTo>
                  <a:lnTo>
                    <a:pt x="0" y="6350"/>
                  </a:lnTo>
                  <a:lnTo>
                    <a:pt x="189230" y="6350"/>
                  </a:lnTo>
                  <a:lnTo>
                    <a:pt x="189230" y="3810"/>
                  </a:lnTo>
                  <a:lnTo>
                    <a:pt x="189230" y="0"/>
                  </a:lnTo>
                  <a:close/>
                </a:path>
              </a:pathLst>
            </a:custGeom>
            <a:solidFill>
              <a:srgbClr val="2E202E"/>
            </a:solidFill>
          </p:spPr>
          <p:txBody>
            <a:bodyPr wrap="square" lIns="0" tIns="0" rIns="0" bIns="0" rtlCol="0"/>
            <a:lstStyle/>
            <a:p/>
          </p:txBody>
        </p:sp>
        <p:sp>
          <p:nvSpPr>
            <p:cNvPr id="2034" name="object 2034"/>
            <p:cNvSpPr/>
            <p:nvPr/>
          </p:nvSpPr>
          <p:spPr>
            <a:xfrm>
              <a:off x="6314440" y="1170939"/>
              <a:ext cx="190500" cy="7620"/>
            </a:xfrm>
            <a:custGeom>
              <a:avLst/>
              <a:gdLst/>
              <a:ahLst/>
              <a:cxnLst/>
              <a:rect l="l" t="t" r="r" b="b"/>
              <a:pathLst>
                <a:path w="190500" h="7619">
                  <a:moveTo>
                    <a:pt x="190500" y="0"/>
                  </a:moveTo>
                  <a:lnTo>
                    <a:pt x="1270" y="0"/>
                  </a:lnTo>
                  <a:lnTo>
                    <a:pt x="1270" y="3810"/>
                  </a:lnTo>
                  <a:lnTo>
                    <a:pt x="0" y="3810"/>
                  </a:lnTo>
                  <a:lnTo>
                    <a:pt x="0" y="7620"/>
                  </a:lnTo>
                  <a:lnTo>
                    <a:pt x="190500" y="7620"/>
                  </a:lnTo>
                  <a:lnTo>
                    <a:pt x="190500" y="3810"/>
                  </a:lnTo>
                  <a:lnTo>
                    <a:pt x="190500" y="0"/>
                  </a:lnTo>
                  <a:close/>
                </a:path>
              </a:pathLst>
            </a:custGeom>
            <a:solidFill>
              <a:srgbClr val="2F1F2F"/>
            </a:solidFill>
          </p:spPr>
          <p:txBody>
            <a:bodyPr wrap="square" lIns="0" tIns="0" rIns="0" bIns="0" rtlCol="0"/>
            <a:lstStyle/>
            <a:p/>
          </p:txBody>
        </p:sp>
        <p:sp>
          <p:nvSpPr>
            <p:cNvPr id="2035" name="object 2035"/>
            <p:cNvSpPr/>
            <p:nvPr/>
          </p:nvSpPr>
          <p:spPr>
            <a:xfrm>
              <a:off x="6313170" y="1178559"/>
              <a:ext cx="191770" cy="7620"/>
            </a:xfrm>
            <a:custGeom>
              <a:avLst/>
              <a:gdLst/>
              <a:ahLst/>
              <a:cxnLst/>
              <a:rect l="l" t="t" r="r" b="b"/>
              <a:pathLst>
                <a:path w="191770" h="7619">
                  <a:moveTo>
                    <a:pt x="191770" y="0"/>
                  </a:moveTo>
                  <a:lnTo>
                    <a:pt x="1270" y="0"/>
                  </a:lnTo>
                  <a:lnTo>
                    <a:pt x="1270" y="1270"/>
                  </a:lnTo>
                  <a:lnTo>
                    <a:pt x="0" y="1270"/>
                  </a:lnTo>
                  <a:lnTo>
                    <a:pt x="0" y="7620"/>
                  </a:lnTo>
                  <a:lnTo>
                    <a:pt x="191770" y="7620"/>
                  </a:lnTo>
                  <a:lnTo>
                    <a:pt x="191770" y="1270"/>
                  </a:lnTo>
                  <a:lnTo>
                    <a:pt x="191770" y="0"/>
                  </a:lnTo>
                  <a:close/>
                </a:path>
              </a:pathLst>
            </a:custGeom>
            <a:solidFill>
              <a:srgbClr val="301F30"/>
            </a:solidFill>
          </p:spPr>
          <p:txBody>
            <a:bodyPr wrap="square" lIns="0" tIns="0" rIns="0" bIns="0" rtlCol="0"/>
            <a:lstStyle/>
            <a:p/>
          </p:txBody>
        </p:sp>
        <p:sp>
          <p:nvSpPr>
            <p:cNvPr id="2036" name="object 2036"/>
            <p:cNvSpPr/>
            <p:nvPr/>
          </p:nvSpPr>
          <p:spPr>
            <a:xfrm>
              <a:off x="6311900" y="1186179"/>
              <a:ext cx="193040" cy="6350"/>
            </a:xfrm>
            <a:custGeom>
              <a:avLst/>
              <a:gdLst/>
              <a:ahLst/>
              <a:cxnLst/>
              <a:rect l="l" t="t" r="r" b="b"/>
              <a:pathLst>
                <a:path w="193040" h="6350">
                  <a:moveTo>
                    <a:pt x="193040" y="0"/>
                  </a:moveTo>
                  <a:lnTo>
                    <a:pt x="1270" y="0"/>
                  </a:lnTo>
                  <a:lnTo>
                    <a:pt x="1270" y="1270"/>
                  </a:lnTo>
                  <a:lnTo>
                    <a:pt x="0" y="1270"/>
                  </a:lnTo>
                  <a:lnTo>
                    <a:pt x="0" y="6350"/>
                  </a:lnTo>
                  <a:lnTo>
                    <a:pt x="193040" y="6350"/>
                  </a:lnTo>
                  <a:lnTo>
                    <a:pt x="193040" y="1270"/>
                  </a:lnTo>
                  <a:lnTo>
                    <a:pt x="193040" y="0"/>
                  </a:lnTo>
                  <a:close/>
                </a:path>
              </a:pathLst>
            </a:custGeom>
            <a:solidFill>
              <a:srgbClr val="311E31"/>
            </a:solidFill>
          </p:spPr>
          <p:txBody>
            <a:bodyPr wrap="square" lIns="0" tIns="0" rIns="0" bIns="0" rtlCol="0"/>
            <a:lstStyle/>
            <a:p/>
          </p:txBody>
        </p:sp>
        <p:sp>
          <p:nvSpPr>
            <p:cNvPr id="2037" name="object 2037"/>
            <p:cNvSpPr/>
            <p:nvPr/>
          </p:nvSpPr>
          <p:spPr>
            <a:xfrm>
              <a:off x="6309360" y="1192529"/>
              <a:ext cx="195580" cy="15240"/>
            </a:xfrm>
            <a:custGeom>
              <a:avLst/>
              <a:gdLst/>
              <a:ahLst/>
              <a:cxnLst/>
              <a:rect l="l" t="t" r="r" b="b"/>
              <a:pathLst>
                <a:path w="195579" h="15240">
                  <a:moveTo>
                    <a:pt x="195580" y="12712"/>
                  </a:moveTo>
                  <a:lnTo>
                    <a:pt x="0" y="12712"/>
                  </a:lnTo>
                  <a:lnTo>
                    <a:pt x="0" y="15240"/>
                  </a:lnTo>
                  <a:lnTo>
                    <a:pt x="195580" y="15240"/>
                  </a:lnTo>
                  <a:lnTo>
                    <a:pt x="195580" y="12712"/>
                  </a:lnTo>
                  <a:close/>
                </a:path>
                <a:path w="195579" h="15240">
                  <a:moveTo>
                    <a:pt x="195580" y="0"/>
                  </a:moveTo>
                  <a:lnTo>
                    <a:pt x="2540" y="0"/>
                  </a:lnTo>
                  <a:lnTo>
                    <a:pt x="2540" y="3810"/>
                  </a:lnTo>
                  <a:lnTo>
                    <a:pt x="1270" y="3810"/>
                  </a:lnTo>
                  <a:lnTo>
                    <a:pt x="1270" y="7620"/>
                  </a:lnTo>
                  <a:lnTo>
                    <a:pt x="1270" y="12700"/>
                  </a:lnTo>
                  <a:lnTo>
                    <a:pt x="195580" y="12700"/>
                  </a:lnTo>
                  <a:lnTo>
                    <a:pt x="195580" y="7620"/>
                  </a:lnTo>
                  <a:lnTo>
                    <a:pt x="195580" y="3810"/>
                  </a:lnTo>
                  <a:lnTo>
                    <a:pt x="195580" y="0"/>
                  </a:lnTo>
                  <a:close/>
                </a:path>
              </a:pathLst>
            </a:custGeom>
            <a:solidFill>
              <a:srgbClr val="331E33"/>
            </a:solidFill>
          </p:spPr>
          <p:txBody>
            <a:bodyPr wrap="square" lIns="0" tIns="0" rIns="0" bIns="0" rtlCol="0"/>
            <a:lstStyle/>
            <a:p/>
          </p:txBody>
        </p:sp>
        <p:sp>
          <p:nvSpPr>
            <p:cNvPr id="2038" name="object 2038"/>
            <p:cNvSpPr/>
            <p:nvPr/>
          </p:nvSpPr>
          <p:spPr>
            <a:xfrm>
              <a:off x="6309360" y="1207769"/>
              <a:ext cx="195580" cy="6350"/>
            </a:xfrm>
            <a:custGeom>
              <a:avLst/>
              <a:gdLst/>
              <a:ahLst/>
              <a:cxnLst/>
              <a:rect l="l" t="t" r="r" b="b"/>
              <a:pathLst>
                <a:path w="195579" h="6350">
                  <a:moveTo>
                    <a:pt x="195580" y="0"/>
                  </a:moveTo>
                  <a:lnTo>
                    <a:pt x="0" y="0"/>
                  </a:lnTo>
                  <a:lnTo>
                    <a:pt x="0" y="6350"/>
                  </a:lnTo>
                  <a:lnTo>
                    <a:pt x="195580" y="6350"/>
                  </a:lnTo>
                  <a:lnTo>
                    <a:pt x="195580" y="0"/>
                  </a:lnTo>
                  <a:close/>
                </a:path>
              </a:pathLst>
            </a:custGeom>
            <a:solidFill>
              <a:srgbClr val="341D34"/>
            </a:solidFill>
          </p:spPr>
          <p:txBody>
            <a:bodyPr wrap="square" lIns="0" tIns="0" rIns="0" bIns="0" rtlCol="0"/>
            <a:lstStyle/>
            <a:p/>
          </p:txBody>
        </p:sp>
        <p:sp>
          <p:nvSpPr>
            <p:cNvPr id="2039" name="object 2039"/>
            <p:cNvSpPr/>
            <p:nvPr/>
          </p:nvSpPr>
          <p:spPr>
            <a:xfrm>
              <a:off x="6308090" y="121411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351D35"/>
            </a:solidFill>
          </p:spPr>
          <p:txBody>
            <a:bodyPr wrap="square" lIns="0" tIns="0" rIns="0" bIns="0" rtlCol="0"/>
            <a:lstStyle/>
            <a:p/>
          </p:txBody>
        </p:sp>
        <p:sp>
          <p:nvSpPr>
            <p:cNvPr id="2040" name="object 2040"/>
            <p:cNvSpPr/>
            <p:nvPr/>
          </p:nvSpPr>
          <p:spPr>
            <a:xfrm>
              <a:off x="6306820" y="1221739"/>
              <a:ext cx="198120" cy="7620"/>
            </a:xfrm>
            <a:custGeom>
              <a:avLst/>
              <a:gdLst/>
              <a:ahLst/>
              <a:cxnLst/>
              <a:rect l="l" t="t" r="r" b="b"/>
              <a:pathLst>
                <a:path w="198120" h="7619">
                  <a:moveTo>
                    <a:pt x="198120" y="0"/>
                  </a:moveTo>
                  <a:lnTo>
                    <a:pt x="1270" y="0"/>
                  </a:lnTo>
                  <a:lnTo>
                    <a:pt x="1270" y="1270"/>
                  </a:lnTo>
                  <a:lnTo>
                    <a:pt x="0" y="1270"/>
                  </a:lnTo>
                  <a:lnTo>
                    <a:pt x="0" y="7620"/>
                  </a:lnTo>
                  <a:lnTo>
                    <a:pt x="198120" y="7620"/>
                  </a:lnTo>
                  <a:lnTo>
                    <a:pt x="198120" y="1270"/>
                  </a:lnTo>
                  <a:lnTo>
                    <a:pt x="198120" y="0"/>
                  </a:lnTo>
                  <a:close/>
                </a:path>
              </a:pathLst>
            </a:custGeom>
            <a:solidFill>
              <a:srgbClr val="361C36"/>
            </a:solidFill>
          </p:spPr>
          <p:txBody>
            <a:bodyPr wrap="square" lIns="0" tIns="0" rIns="0" bIns="0" rtlCol="0"/>
            <a:lstStyle/>
            <a:p/>
          </p:txBody>
        </p:sp>
        <p:sp>
          <p:nvSpPr>
            <p:cNvPr id="2041" name="object 2041"/>
            <p:cNvSpPr/>
            <p:nvPr/>
          </p:nvSpPr>
          <p:spPr>
            <a:xfrm>
              <a:off x="6305550" y="1229359"/>
              <a:ext cx="199390" cy="6350"/>
            </a:xfrm>
            <a:custGeom>
              <a:avLst/>
              <a:gdLst/>
              <a:ahLst/>
              <a:cxnLst/>
              <a:rect l="l" t="t" r="r" b="b"/>
              <a:pathLst>
                <a:path w="199390" h="6350">
                  <a:moveTo>
                    <a:pt x="199390" y="0"/>
                  </a:moveTo>
                  <a:lnTo>
                    <a:pt x="1270" y="0"/>
                  </a:lnTo>
                  <a:lnTo>
                    <a:pt x="1270" y="2540"/>
                  </a:lnTo>
                  <a:lnTo>
                    <a:pt x="0" y="2540"/>
                  </a:lnTo>
                  <a:lnTo>
                    <a:pt x="0" y="6350"/>
                  </a:lnTo>
                  <a:lnTo>
                    <a:pt x="199390" y="6350"/>
                  </a:lnTo>
                  <a:lnTo>
                    <a:pt x="199390" y="2540"/>
                  </a:lnTo>
                  <a:lnTo>
                    <a:pt x="199390" y="0"/>
                  </a:lnTo>
                  <a:close/>
                </a:path>
              </a:pathLst>
            </a:custGeom>
            <a:solidFill>
              <a:srgbClr val="371C37"/>
            </a:solidFill>
          </p:spPr>
          <p:txBody>
            <a:bodyPr wrap="square" lIns="0" tIns="0" rIns="0" bIns="0" rtlCol="0"/>
            <a:lstStyle/>
            <a:p/>
          </p:txBody>
        </p:sp>
        <p:sp>
          <p:nvSpPr>
            <p:cNvPr id="2042" name="object 2042"/>
            <p:cNvSpPr/>
            <p:nvPr/>
          </p:nvSpPr>
          <p:spPr>
            <a:xfrm>
              <a:off x="6305550" y="1235709"/>
              <a:ext cx="199390" cy="7620"/>
            </a:xfrm>
            <a:custGeom>
              <a:avLst/>
              <a:gdLst/>
              <a:ahLst/>
              <a:cxnLst/>
              <a:rect l="l" t="t" r="r" b="b"/>
              <a:pathLst>
                <a:path w="199390" h="7619">
                  <a:moveTo>
                    <a:pt x="0" y="7619"/>
                  </a:moveTo>
                  <a:lnTo>
                    <a:pt x="0" y="0"/>
                  </a:lnTo>
                  <a:lnTo>
                    <a:pt x="199390" y="0"/>
                  </a:lnTo>
                  <a:lnTo>
                    <a:pt x="199390" y="7619"/>
                  </a:lnTo>
                  <a:lnTo>
                    <a:pt x="0" y="7619"/>
                  </a:lnTo>
                  <a:close/>
                </a:path>
              </a:pathLst>
            </a:custGeom>
            <a:solidFill>
              <a:srgbClr val="381B38"/>
            </a:solidFill>
          </p:spPr>
          <p:txBody>
            <a:bodyPr wrap="square" lIns="0" tIns="0" rIns="0" bIns="0" rtlCol="0"/>
            <a:lstStyle/>
            <a:p/>
          </p:txBody>
        </p:sp>
        <p:sp>
          <p:nvSpPr>
            <p:cNvPr id="2043" name="object 2043"/>
            <p:cNvSpPr/>
            <p:nvPr/>
          </p:nvSpPr>
          <p:spPr>
            <a:xfrm>
              <a:off x="6304280" y="1243329"/>
              <a:ext cx="200660" cy="7620"/>
            </a:xfrm>
            <a:custGeom>
              <a:avLst/>
              <a:gdLst/>
              <a:ahLst/>
              <a:cxnLst/>
              <a:rect l="l" t="t" r="r" b="b"/>
              <a:pathLst>
                <a:path w="200659" h="7619">
                  <a:moveTo>
                    <a:pt x="200660" y="0"/>
                  </a:moveTo>
                  <a:lnTo>
                    <a:pt x="1270" y="0"/>
                  </a:lnTo>
                  <a:lnTo>
                    <a:pt x="1270" y="1270"/>
                  </a:lnTo>
                  <a:lnTo>
                    <a:pt x="0" y="1270"/>
                  </a:lnTo>
                  <a:lnTo>
                    <a:pt x="0" y="7620"/>
                  </a:lnTo>
                  <a:lnTo>
                    <a:pt x="200660" y="7620"/>
                  </a:lnTo>
                  <a:lnTo>
                    <a:pt x="200660" y="1270"/>
                  </a:lnTo>
                  <a:lnTo>
                    <a:pt x="200660" y="0"/>
                  </a:lnTo>
                  <a:close/>
                </a:path>
              </a:pathLst>
            </a:custGeom>
            <a:solidFill>
              <a:srgbClr val="3A1B3A"/>
            </a:solidFill>
          </p:spPr>
          <p:txBody>
            <a:bodyPr wrap="square" lIns="0" tIns="0" rIns="0" bIns="0" rtlCol="0"/>
            <a:lstStyle/>
            <a:p/>
          </p:txBody>
        </p:sp>
        <p:sp>
          <p:nvSpPr>
            <p:cNvPr id="2044" name="object 2044"/>
            <p:cNvSpPr/>
            <p:nvPr/>
          </p:nvSpPr>
          <p:spPr>
            <a:xfrm>
              <a:off x="6304280" y="1250949"/>
              <a:ext cx="200660" cy="6350"/>
            </a:xfrm>
            <a:custGeom>
              <a:avLst/>
              <a:gdLst/>
              <a:ahLst/>
              <a:cxnLst/>
              <a:rect l="l" t="t" r="r" b="b"/>
              <a:pathLst>
                <a:path w="200659" h="6350">
                  <a:moveTo>
                    <a:pt x="0" y="6350"/>
                  </a:moveTo>
                  <a:lnTo>
                    <a:pt x="0" y="0"/>
                  </a:lnTo>
                  <a:lnTo>
                    <a:pt x="200660" y="0"/>
                  </a:lnTo>
                  <a:lnTo>
                    <a:pt x="200660" y="6350"/>
                  </a:lnTo>
                  <a:lnTo>
                    <a:pt x="0" y="6350"/>
                  </a:lnTo>
                  <a:close/>
                </a:path>
              </a:pathLst>
            </a:custGeom>
            <a:solidFill>
              <a:srgbClr val="3B1B3B"/>
            </a:solidFill>
          </p:spPr>
          <p:txBody>
            <a:bodyPr wrap="square" lIns="0" tIns="0" rIns="0" bIns="0" rtlCol="0"/>
            <a:lstStyle/>
            <a:p/>
          </p:txBody>
        </p:sp>
        <p:sp>
          <p:nvSpPr>
            <p:cNvPr id="2045" name="object 2045"/>
            <p:cNvSpPr/>
            <p:nvPr/>
          </p:nvSpPr>
          <p:spPr>
            <a:xfrm>
              <a:off x="6303010" y="1257299"/>
              <a:ext cx="201930" cy="7620"/>
            </a:xfrm>
            <a:custGeom>
              <a:avLst/>
              <a:gdLst/>
              <a:ahLst/>
              <a:cxnLst/>
              <a:rect l="l" t="t" r="r" b="b"/>
              <a:pathLst>
                <a:path w="201929" h="7619">
                  <a:moveTo>
                    <a:pt x="201930" y="0"/>
                  </a:moveTo>
                  <a:lnTo>
                    <a:pt x="1270" y="0"/>
                  </a:lnTo>
                  <a:lnTo>
                    <a:pt x="1270" y="2540"/>
                  </a:lnTo>
                  <a:lnTo>
                    <a:pt x="0" y="2540"/>
                  </a:lnTo>
                  <a:lnTo>
                    <a:pt x="0" y="5080"/>
                  </a:lnTo>
                  <a:lnTo>
                    <a:pt x="0" y="6350"/>
                  </a:lnTo>
                  <a:lnTo>
                    <a:pt x="0" y="7620"/>
                  </a:lnTo>
                  <a:lnTo>
                    <a:pt x="95250" y="7620"/>
                  </a:lnTo>
                  <a:lnTo>
                    <a:pt x="95250" y="6350"/>
                  </a:lnTo>
                  <a:lnTo>
                    <a:pt x="97790" y="6350"/>
                  </a:lnTo>
                  <a:lnTo>
                    <a:pt x="97790" y="5080"/>
                  </a:lnTo>
                  <a:lnTo>
                    <a:pt x="100330" y="5080"/>
                  </a:lnTo>
                  <a:lnTo>
                    <a:pt x="100330" y="6350"/>
                  </a:lnTo>
                  <a:lnTo>
                    <a:pt x="101600" y="6350"/>
                  </a:lnTo>
                  <a:lnTo>
                    <a:pt x="101600" y="7620"/>
                  </a:lnTo>
                  <a:lnTo>
                    <a:pt x="201930" y="7620"/>
                  </a:lnTo>
                  <a:lnTo>
                    <a:pt x="201930" y="6350"/>
                  </a:lnTo>
                  <a:lnTo>
                    <a:pt x="201930" y="5080"/>
                  </a:lnTo>
                  <a:lnTo>
                    <a:pt x="201930" y="2540"/>
                  </a:lnTo>
                  <a:lnTo>
                    <a:pt x="201930" y="0"/>
                  </a:lnTo>
                  <a:close/>
                </a:path>
              </a:pathLst>
            </a:custGeom>
            <a:solidFill>
              <a:srgbClr val="3C1A3C"/>
            </a:solidFill>
          </p:spPr>
          <p:txBody>
            <a:bodyPr wrap="square" lIns="0" tIns="0" rIns="0" bIns="0" rtlCol="0"/>
            <a:lstStyle/>
            <a:p/>
          </p:txBody>
        </p:sp>
        <p:sp>
          <p:nvSpPr>
            <p:cNvPr id="2046" name="object 2046"/>
            <p:cNvSpPr/>
            <p:nvPr/>
          </p:nvSpPr>
          <p:spPr>
            <a:xfrm>
              <a:off x="6303010" y="1264919"/>
              <a:ext cx="201930" cy="7620"/>
            </a:xfrm>
            <a:custGeom>
              <a:avLst/>
              <a:gdLst/>
              <a:ahLst/>
              <a:cxnLst/>
              <a:rect l="l" t="t" r="r" b="b"/>
              <a:pathLst>
                <a:path w="201929" h="7619">
                  <a:moveTo>
                    <a:pt x="95250" y="0"/>
                  </a:moveTo>
                  <a:lnTo>
                    <a:pt x="0" y="0"/>
                  </a:lnTo>
                  <a:lnTo>
                    <a:pt x="0" y="1270"/>
                  </a:lnTo>
                  <a:lnTo>
                    <a:pt x="0" y="5080"/>
                  </a:lnTo>
                  <a:lnTo>
                    <a:pt x="0" y="6350"/>
                  </a:lnTo>
                  <a:lnTo>
                    <a:pt x="0" y="7620"/>
                  </a:lnTo>
                  <a:lnTo>
                    <a:pt x="90170" y="7620"/>
                  </a:lnTo>
                  <a:lnTo>
                    <a:pt x="90170" y="6350"/>
                  </a:lnTo>
                  <a:lnTo>
                    <a:pt x="91440" y="6350"/>
                  </a:lnTo>
                  <a:lnTo>
                    <a:pt x="91440" y="5080"/>
                  </a:lnTo>
                  <a:lnTo>
                    <a:pt x="92710" y="5080"/>
                  </a:lnTo>
                  <a:lnTo>
                    <a:pt x="92710" y="1270"/>
                  </a:lnTo>
                  <a:lnTo>
                    <a:pt x="95250" y="1270"/>
                  </a:lnTo>
                  <a:lnTo>
                    <a:pt x="95250" y="0"/>
                  </a:lnTo>
                  <a:close/>
                </a:path>
                <a:path w="201929" h="7619">
                  <a:moveTo>
                    <a:pt x="201930" y="0"/>
                  </a:moveTo>
                  <a:lnTo>
                    <a:pt x="102870" y="0"/>
                  </a:lnTo>
                  <a:lnTo>
                    <a:pt x="102870" y="1270"/>
                  </a:lnTo>
                  <a:lnTo>
                    <a:pt x="104140" y="1270"/>
                  </a:lnTo>
                  <a:lnTo>
                    <a:pt x="104140" y="2540"/>
                  </a:lnTo>
                  <a:lnTo>
                    <a:pt x="105410" y="2540"/>
                  </a:lnTo>
                  <a:lnTo>
                    <a:pt x="105410" y="3810"/>
                  </a:lnTo>
                  <a:lnTo>
                    <a:pt x="106680" y="3810"/>
                  </a:lnTo>
                  <a:lnTo>
                    <a:pt x="106680" y="6350"/>
                  </a:lnTo>
                  <a:lnTo>
                    <a:pt x="107950" y="6350"/>
                  </a:lnTo>
                  <a:lnTo>
                    <a:pt x="107950" y="7620"/>
                  </a:lnTo>
                  <a:lnTo>
                    <a:pt x="201930" y="7620"/>
                  </a:lnTo>
                  <a:lnTo>
                    <a:pt x="201930" y="6350"/>
                  </a:lnTo>
                  <a:lnTo>
                    <a:pt x="201930" y="3810"/>
                  </a:lnTo>
                  <a:lnTo>
                    <a:pt x="201930" y="2540"/>
                  </a:lnTo>
                  <a:lnTo>
                    <a:pt x="201930" y="1270"/>
                  </a:lnTo>
                  <a:lnTo>
                    <a:pt x="201930" y="0"/>
                  </a:lnTo>
                  <a:close/>
                </a:path>
              </a:pathLst>
            </a:custGeom>
            <a:solidFill>
              <a:srgbClr val="3D1A3D"/>
            </a:solidFill>
          </p:spPr>
          <p:txBody>
            <a:bodyPr wrap="square" lIns="0" tIns="0" rIns="0" bIns="0" rtlCol="0"/>
            <a:lstStyle/>
            <a:p/>
          </p:txBody>
        </p:sp>
        <p:sp>
          <p:nvSpPr>
            <p:cNvPr id="2047" name="object 2047"/>
            <p:cNvSpPr/>
            <p:nvPr/>
          </p:nvSpPr>
          <p:spPr>
            <a:xfrm>
              <a:off x="6303010" y="1272539"/>
              <a:ext cx="201930" cy="6350"/>
            </a:xfrm>
            <a:custGeom>
              <a:avLst/>
              <a:gdLst/>
              <a:ahLst/>
              <a:cxnLst/>
              <a:rect l="l" t="t" r="r" b="b"/>
              <a:pathLst>
                <a:path w="201929" h="6350">
                  <a:moveTo>
                    <a:pt x="90170" y="0"/>
                  </a:moveTo>
                  <a:lnTo>
                    <a:pt x="0" y="0"/>
                  </a:lnTo>
                  <a:lnTo>
                    <a:pt x="0" y="2540"/>
                  </a:lnTo>
                  <a:lnTo>
                    <a:pt x="0" y="5080"/>
                  </a:lnTo>
                  <a:lnTo>
                    <a:pt x="0" y="6350"/>
                  </a:lnTo>
                  <a:lnTo>
                    <a:pt x="87630" y="6350"/>
                  </a:lnTo>
                  <a:lnTo>
                    <a:pt x="87630" y="5080"/>
                  </a:lnTo>
                  <a:lnTo>
                    <a:pt x="88900" y="5080"/>
                  </a:lnTo>
                  <a:lnTo>
                    <a:pt x="88900" y="2540"/>
                  </a:lnTo>
                  <a:lnTo>
                    <a:pt x="90170" y="2540"/>
                  </a:lnTo>
                  <a:lnTo>
                    <a:pt x="90170" y="0"/>
                  </a:lnTo>
                  <a:close/>
                </a:path>
                <a:path w="201929" h="6350">
                  <a:moveTo>
                    <a:pt x="201930" y="2552"/>
                  </a:moveTo>
                  <a:lnTo>
                    <a:pt x="109220" y="2552"/>
                  </a:lnTo>
                  <a:lnTo>
                    <a:pt x="109220" y="6350"/>
                  </a:lnTo>
                  <a:lnTo>
                    <a:pt x="201930" y="6350"/>
                  </a:lnTo>
                  <a:lnTo>
                    <a:pt x="201930" y="2552"/>
                  </a:lnTo>
                  <a:close/>
                </a:path>
                <a:path w="201929" h="6350">
                  <a:moveTo>
                    <a:pt x="201930" y="0"/>
                  </a:moveTo>
                  <a:lnTo>
                    <a:pt x="107950" y="0"/>
                  </a:lnTo>
                  <a:lnTo>
                    <a:pt x="107950" y="1270"/>
                  </a:lnTo>
                  <a:lnTo>
                    <a:pt x="109220" y="1270"/>
                  </a:lnTo>
                  <a:lnTo>
                    <a:pt x="109220" y="2540"/>
                  </a:lnTo>
                  <a:lnTo>
                    <a:pt x="201930" y="2540"/>
                  </a:lnTo>
                  <a:lnTo>
                    <a:pt x="201930" y="1270"/>
                  </a:lnTo>
                  <a:lnTo>
                    <a:pt x="201930" y="0"/>
                  </a:lnTo>
                  <a:close/>
                </a:path>
              </a:pathLst>
            </a:custGeom>
            <a:solidFill>
              <a:srgbClr val="3E193E"/>
            </a:solidFill>
          </p:spPr>
          <p:txBody>
            <a:bodyPr wrap="square" lIns="0" tIns="0" rIns="0" bIns="0" rtlCol="0"/>
            <a:lstStyle/>
            <a:p/>
          </p:txBody>
        </p:sp>
        <p:sp>
          <p:nvSpPr>
            <p:cNvPr id="2048" name="object 2048"/>
            <p:cNvSpPr/>
            <p:nvPr/>
          </p:nvSpPr>
          <p:spPr>
            <a:xfrm>
              <a:off x="6301740" y="1278889"/>
              <a:ext cx="203200" cy="7620"/>
            </a:xfrm>
            <a:custGeom>
              <a:avLst/>
              <a:gdLst/>
              <a:ahLst/>
              <a:cxnLst/>
              <a:rect l="l" t="t" r="r" b="b"/>
              <a:pathLst>
                <a:path w="203200" h="7619">
                  <a:moveTo>
                    <a:pt x="87617" y="6362"/>
                  </a:moveTo>
                  <a:lnTo>
                    <a:pt x="0" y="6362"/>
                  </a:lnTo>
                  <a:lnTo>
                    <a:pt x="0" y="7620"/>
                  </a:lnTo>
                  <a:lnTo>
                    <a:pt x="87617" y="7620"/>
                  </a:lnTo>
                  <a:lnTo>
                    <a:pt x="87617" y="6362"/>
                  </a:lnTo>
                  <a:close/>
                </a:path>
                <a:path w="203200" h="7619">
                  <a:moveTo>
                    <a:pt x="88900" y="0"/>
                  </a:moveTo>
                  <a:lnTo>
                    <a:pt x="1270" y="0"/>
                  </a:lnTo>
                  <a:lnTo>
                    <a:pt x="1270" y="3810"/>
                  </a:lnTo>
                  <a:lnTo>
                    <a:pt x="0" y="3810"/>
                  </a:lnTo>
                  <a:lnTo>
                    <a:pt x="0" y="6350"/>
                  </a:lnTo>
                  <a:lnTo>
                    <a:pt x="87617" y="6350"/>
                  </a:lnTo>
                  <a:lnTo>
                    <a:pt x="87617" y="3810"/>
                  </a:lnTo>
                  <a:lnTo>
                    <a:pt x="88900" y="3810"/>
                  </a:lnTo>
                  <a:lnTo>
                    <a:pt x="88900" y="0"/>
                  </a:lnTo>
                  <a:close/>
                </a:path>
                <a:path w="203200" h="7619">
                  <a:moveTo>
                    <a:pt x="203200" y="6362"/>
                  </a:moveTo>
                  <a:lnTo>
                    <a:pt x="114300" y="6362"/>
                  </a:lnTo>
                  <a:lnTo>
                    <a:pt x="114300" y="7620"/>
                  </a:lnTo>
                  <a:lnTo>
                    <a:pt x="203200" y="7620"/>
                  </a:lnTo>
                  <a:lnTo>
                    <a:pt x="203200" y="6362"/>
                  </a:lnTo>
                  <a:close/>
                </a:path>
                <a:path w="203200" h="7619">
                  <a:moveTo>
                    <a:pt x="203200" y="0"/>
                  </a:moveTo>
                  <a:lnTo>
                    <a:pt x="111760" y="0"/>
                  </a:lnTo>
                  <a:lnTo>
                    <a:pt x="111760" y="2540"/>
                  </a:lnTo>
                  <a:lnTo>
                    <a:pt x="113030" y="2540"/>
                  </a:lnTo>
                  <a:lnTo>
                    <a:pt x="113030" y="6350"/>
                  </a:lnTo>
                  <a:lnTo>
                    <a:pt x="203200" y="6350"/>
                  </a:lnTo>
                  <a:lnTo>
                    <a:pt x="203200" y="2540"/>
                  </a:lnTo>
                  <a:lnTo>
                    <a:pt x="203200" y="0"/>
                  </a:lnTo>
                  <a:close/>
                </a:path>
              </a:pathLst>
            </a:custGeom>
            <a:solidFill>
              <a:srgbClr val="3F193F"/>
            </a:solidFill>
          </p:spPr>
          <p:txBody>
            <a:bodyPr wrap="square" lIns="0" tIns="0" rIns="0" bIns="0" rtlCol="0"/>
            <a:lstStyle/>
            <a:p/>
          </p:txBody>
        </p:sp>
        <p:sp>
          <p:nvSpPr>
            <p:cNvPr id="2049" name="object 2049"/>
            <p:cNvSpPr/>
            <p:nvPr/>
          </p:nvSpPr>
          <p:spPr>
            <a:xfrm>
              <a:off x="6301740" y="1286509"/>
              <a:ext cx="203200" cy="7620"/>
            </a:xfrm>
            <a:custGeom>
              <a:avLst/>
              <a:gdLst/>
              <a:ahLst/>
              <a:cxnLst/>
              <a:rect l="l" t="t" r="r" b="b"/>
              <a:pathLst>
                <a:path w="203200" h="7619">
                  <a:moveTo>
                    <a:pt x="86360" y="5092"/>
                  </a:moveTo>
                  <a:lnTo>
                    <a:pt x="0" y="5092"/>
                  </a:lnTo>
                  <a:lnTo>
                    <a:pt x="0" y="7620"/>
                  </a:lnTo>
                  <a:lnTo>
                    <a:pt x="86360" y="7620"/>
                  </a:lnTo>
                  <a:lnTo>
                    <a:pt x="86360" y="5092"/>
                  </a:lnTo>
                  <a:close/>
                </a:path>
                <a:path w="203200" h="7619">
                  <a:moveTo>
                    <a:pt x="87617" y="0"/>
                  </a:moveTo>
                  <a:lnTo>
                    <a:pt x="0" y="0"/>
                  </a:lnTo>
                  <a:lnTo>
                    <a:pt x="0" y="5080"/>
                  </a:lnTo>
                  <a:lnTo>
                    <a:pt x="87617" y="5080"/>
                  </a:lnTo>
                  <a:lnTo>
                    <a:pt x="87617" y="0"/>
                  </a:lnTo>
                  <a:close/>
                </a:path>
                <a:path w="203200" h="7619">
                  <a:moveTo>
                    <a:pt x="203200" y="5092"/>
                  </a:moveTo>
                  <a:lnTo>
                    <a:pt x="115570" y="5092"/>
                  </a:lnTo>
                  <a:lnTo>
                    <a:pt x="115570" y="7620"/>
                  </a:lnTo>
                  <a:lnTo>
                    <a:pt x="203200" y="7620"/>
                  </a:lnTo>
                  <a:lnTo>
                    <a:pt x="203200" y="5092"/>
                  </a:lnTo>
                  <a:close/>
                </a:path>
                <a:path w="203200" h="7619">
                  <a:moveTo>
                    <a:pt x="203200" y="0"/>
                  </a:moveTo>
                  <a:lnTo>
                    <a:pt x="114300" y="0"/>
                  </a:lnTo>
                  <a:lnTo>
                    <a:pt x="114300" y="3810"/>
                  </a:lnTo>
                  <a:lnTo>
                    <a:pt x="115570" y="3810"/>
                  </a:lnTo>
                  <a:lnTo>
                    <a:pt x="115570" y="5080"/>
                  </a:lnTo>
                  <a:lnTo>
                    <a:pt x="203200" y="5080"/>
                  </a:lnTo>
                  <a:lnTo>
                    <a:pt x="203200" y="3810"/>
                  </a:lnTo>
                  <a:lnTo>
                    <a:pt x="203200" y="0"/>
                  </a:lnTo>
                  <a:close/>
                </a:path>
              </a:pathLst>
            </a:custGeom>
            <a:solidFill>
              <a:srgbClr val="401840"/>
            </a:solidFill>
          </p:spPr>
          <p:txBody>
            <a:bodyPr wrap="square" lIns="0" tIns="0" rIns="0" bIns="0" rtlCol="0"/>
            <a:lstStyle/>
            <a:p/>
          </p:txBody>
        </p:sp>
        <p:sp>
          <p:nvSpPr>
            <p:cNvPr id="2050" name="object 2050"/>
            <p:cNvSpPr/>
            <p:nvPr/>
          </p:nvSpPr>
          <p:spPr>
            <a:xfrm>
              <a:off x="6301740" y="1294129"/>
              <a:ext cx="203200" cy="6350"/>
            </a:xfrm>
            <a:custGeom>
              <a:avLst/>
              <a:gdLst/>
              <a:ahLst/>
              <a:cxnLst/>
              <a:rect l="l" t="t" r="r" b="b"/>
              <a:pathLst>
                <a:path w="203200" h="6350">
                  <a:moveTo>
                    <a:pt x="86360" y="0"/>
                  </a:moveTo>
                  <a:lnTo>
                    <a:pt x="0" y="0"/>
                  </a:lnTo>
                  <a:lnTo>
                    <a:pt x="0" y="6350"/>
                  </a:lnTo>
                  <a:lnTo>
                    <a:pt x="85089" y="6350"/>
                  </a:lnTo>
                  <a:lnTo>
                    <a:pt x="85089" y="3810"/>
                  </a:lnTo>
                  <a:lnTo>
                    <a:pt x="86360" y="3810"/>
                  </a:lnTo>
                  <a:lnTo>
                    <a:pt x="86360" y="0"/>
                  </a:lnTo>
                  <a:close/>
                </a:path>
                <a:path w="203200" h="6350">
                  <a:moveTo>
                    <a:pt x="203200" y="0"/>
                  </a:moveTo>
                  <a:lnTo>
                    <a:pt x="115570" y="0"/>
                  </a:lnTo>
                  <a:lnTo>
                    <a:pt x="115570" y="2540"/>
                  </a:lnTo>
                  <a:lnTo>
                    <a:pt x="116839" y="2540"/>
                  </a:lnTo>
                  <a:lnTo>
                    <a:pt x="116839" y="6350"/>
                  </a:lnTo>
                  <a:lnTo>
                    <a:pt x="203200" y="6350"/>
                  </a:lnTo>
                  <a:lnTo>
                    <a:pt x="203200" y="0"/>
                  </a:lnTo>
                  <a:close/>
                </a:path>
              </a:pathLst>
            </a:custGeom>
            <a:solidFill>
              <a:srgbClr val="411841"/>
            </a:solidFill>
          </p:spPr>
          <p:txBody>
            <a:bodyPr wrap="square" lIns="0" tIns="0" rIns="0" bIns="0" rtlCol="0"/>
            <a:lstStyle/>
            <a:p/>
          </p:txBody>
        </p:sp>
        <p:sp>
          <p:nvSpPr>
            <p:cNvPr id="2051" name="object 2051"/>
            <p:cNvSpPr/>
            <p:nvPr/>
          </p:nvSpPr>
          <p:spPr>
            <a:xfrm>
              <a:off x="6301740" y="1300479"/>
              <a:ext cx="203200" cy="7620"/>
            </a:xfrm>
            <a:custGeom>
              <a:avLst/>
              <a:gdLst/>
              <a:ahLst/>
              <a:cxnLst/>
              <a:rect l="l" t="t" r="r" b="b"/>
              <a:pathLst>
                <a:path w="203200" h="7619">
                  <a:moveTo>
                    <a:pt x="85089" y="0"/>
                  </a:moveTo>
                  <a:lnTo>
                    <a:pt x="0" y="0"/>
                  </a:lnTo>
                  <a:lnTo>
                    <a:pt x="0" y="6350"/>
                  </a:lnTo>
                  <a:lnTo>
                    <a:pt x="83820" y="6350"/>
                  </a:lnTo>
                  <a:lnTo>
                    <a:pt x="83820" y="5080"/>
                  </a:lnTo>
                  <a:lnTo>
                    <a:pt x="85089" y="5080"/>
                  </a:lnTo>
                  <a:lnTo>
                    <a:pt x="85089" y="0"/>
                  </a:lnTo>
                  <a:close/>
                </a:path>
                <a:path w="203200" h="7619">
                  <a:moveTo>
                    <a:pt x="203200" y="0"/>
                  </a:moveTo>
                  <a:lnTo>
                    <a:pt x="116839" y="0"/>
                  </a:lnTo>
                  <a:lnTo>
                    <a:pt x="116839" y="6350"/>
                  </a:lnTo>
                  <a:lnTo>
                    <a:pt x="203200" y="6350"/>
                  </a:lnTo>
                  <a:lnTo>
                    <a:pt x="203200" y="0"/>
                  </a:lnTo>
                  <a:close/>
                </a:path>
                <a:path w="203200" h="7619">
                  <a:moveTo>
                    <a:pt x="83820" y="6350"/>
                  </a:moveTo>
                  <a:lnTo>
                    <a:pt x="0" y="6350"/>
                  </a:lnTo>
                  <a:lnTo>
                    <a:pt x="0" y="7620"/>
                  </a:lnTo>
                  <a:lnTo>
                    <a:pt x="83820" y="7620"/>
                  </a:lnTo>
                  <a:lnTo>
                    <a:pt x="83820" y="6350"/>
                  </a:lnTo>
                  <a:close/>
                </a:path>
                <a:path w="203200" h="7619">
                  <a:moveTo>
                    <a:pt x="203200" y="6350"/>
                  </a:moveTo>
                  <a:lnTo>
                    <a:pt x="118110" y="6350"/>
                  </a:lnTo>
                  <a:lnTo>
                    <a:pt x="118110" y="7620"/>
                  </a:lnTo>
                  <a:lnTo>
                    <a:pt x="203200" y="7620"/>
                  </a:lnTo>
                  <a:lnTo>
                    <a:pt x="203200" y="6350"/>
                  </a:lnTo>
                  <a:close/>
                </a:path>
              </a:pathLst>
            </a:custGeom>
            <a:solidFill>
              <a:srgbClr val="421742"/>
            </a:solidFill>
          </p:spPr>
          <p:txBody>
            <a:bodyPr wrap="square" lIns="0" tIns="0" rIns="0" bIns="0" rtlCol="0"/>
            <a:lstStyle/>
            <a:p/>
          </p:txBody>
        </p:sp>
        <p:sp>
          <p:nvSpPr>
            <p:cNvPr id="2052" name="object 2052"/>
            <p:cNvSpPr/>
            <p:nvPr/>
          </p:nvSpPr>
          <p:spPr>
            <a:xfrm>
              <a:off x="6301740" y="1308099"/>
              <a:ext cx="203200" cy="7620"/>
            </a:xfrm>
            <a:custGeom>
              <a:avLst/>
              <a:gdLst/>
              <a:ahLst/>
              <a:cxnLst/>
              <a:rect l="l" t="t" r="r" b="b"/>
              <a:pathLst>
                <a:path w="203200" h="7619">
                  <a:moveTo>
                    <a:pt x="83820" y="0"/>
                  </a:moveTo>
                  <a:lnTo>
                    <a:pt x="0" y="0"/>
                  </a:lnTo>
                  <a:lnTo>
                    <a:pt x="0" y="7620"/>
                  </a:lnTo>
                  <a:lnTo>
                    <a:pt x="83820" y="7620"/>
                  </a:lnTo>
                  <a:lnTo>
                    <a:pt x="83820" y="0"/>
                  </a:lnTo>
                  <a:close/>
                </a:path>
                <a:path w="203200" h="7619">
                  <a:moveTo>
                    <a:pt x="203200" y="0"/>
                  </a:moveTo>
                  <a:lnTo>
                    <a:pt x="118110" y="0"/>
                  </a:lnTo>
                  <a:lnTo>
                    <a:pt x="118110" y="7620"/>
                  </a:lnTo>
                  <a:lnTo>
                    <a:pt x="203200" y="7620"/>
                  </a:lnTo>
                  <a:lnTo>
                    <a:pt x="203200" y="0"/>
                  </a:lnTo>
                  <a:close/>
                </a:path>
              </a:pathLst>
            </a:custGeom>
            <a:solidFill>
              <a:srgbClr val="431743"/>
            </a:solidFill>
          </p:spPr>
          <p:txBody>
            <a:bodyPr wrap="square" lIns="0" tIns="0" rIns="0" bIns="0" rtlCol="0"/>
            <a:lstStyle/>
            <a:p/>
          </p:txBody>
        </p:sp>
        <p:sp>
          <p:nvSpPr>
            <p:cNvPr id="2053" name="object 2053"/>
            <p:cNvSpPr/>
            <p:nvPr/>
          </p:nvSpPr>
          <p:spPr>
            <a:xfrm>
              <a:off x="6300470" y="1315719"/>
              <a:ext cx="204470" cy="6350"/>
            </a:xfrm>
            <a:custGeom>
              <a:avLst/>
              <a:gdLst/>
              <a:ahLst/>
              <a:cxnLst/>
              <a:rect l="l" t="t" r="r" b="b"/>
              <a:pathLst>
                <a:path w="204470" h="6350">
                  <a:moveTo>
                    <a:pt x="85089" y="0"/>
                  </a:moveTo>
                  <a:lnTo>
                    <a:pt x="0" y="0"/>
                  </a:lnTo>
                  <a:lnTo>
                    <a:pt x="0" y="6350"/>
                  </a:lnTo>
                  <a:lnTo>
                    <a:pt x="85089" y="6350"/>
                  </a:lnTo>
                  <a:lnTo>
                    <a:pt x="85089" y="0"/>
                  </a:lnTo>
                  <a:close/>
                </a:path>
                <a:path w="204470" h="6350">
                  <a:moveTo>
                    <a:pt x="204470" y="0"/>
                  </a:moveTo>
                  <a:lnTo>
                    <a:pt x="119379" y="0"/>
                  </a:lnTo>
                  <a:lnTo>
                    <a:pt x="119379" y="1269"/>
                  </a:lnTo>
                  <a:lnTo>
                    <a:pt x="120650" y="1269"/>
                  </a:lnTo>
                  <a:lnTo>
                    <a:pt x="120650" y="6350"/>
                  </a:lnTo>
                  <a:lnTo>
                    <a:pt x="204470" y="6350"/>
                  </a:lnTo>
                  <a:lnTo>
                    <a:pt x="204470" y="0"/>
                  </a:lnTo>
                  <a:close/>
                </a:path>
              </a:pathLst>
            </a:custGeom>
            <a:solidFill>
              <a:srgbClr val="451745"/>
            </a:solidFill>
          </p:spPr>
          <p:txBody>
            <a:bodyPr wrap="square" lIns="0" tIns="0" rIns="0" bIns="0" rtlCol="0"/>
            <a:lstStyle/>
            <a:p/>
          </p:txBody>
        </p:sp>
        <p:sp>
          <p:nvSpPr>
            <p:cNvPr id="2054" name="object 2054"/>
            <p:cNvSpPr/>
            <p:nvPr/>
          </p:nvSpPr>
          <p:spPr>
            <a:xfrm>
              <a:off x="6300470" y="1322069"/>
              <a:ext cx="204470" cy="7620"/>
            </a:xfrm>
            <a:custGeom>
              <a:avLst/>
              <a:gdLst/>
              <a:ahLst/>
              <a:cxnLst/>
              <a:rect l="l" t="t" r="r" b="b"/>
              <a:pathLst>
                <a:path w="204470" h="7619">
                  <a:moveTo>
                    <a:pt x="85089" y="0"/>
                  </a:moveTo>
                  <a:lnTo>
                    <a:pt x="0" y="0"/>
                  </a:lnTo>
                  <a:lnTo>
                    <a:pt x="0" y="7619"/>
                  </a:lnTo>
                  <a:lnTo>
                    <a:pt x="83820" y="7619"/>
                  </a:lnTo>
                  <a:lnTo>
                    <a:pt x="83820" y="3809"/>
                  </a:lnTo>
                  <a:lnTo>
                    <a:pt x="85089" y="3809"/>
                  </a:lnTo>
                  <a:lnTo>
                    <a:pt x="85089" y="0"/>
                  </a:lnTo>
                  <a:close/>
                </a:path>
                <a:path w="204470" h="7619">
                  <a:moveTo>
                    <a:pt x="204470" y="0"/>
                  </a:moveTo>
                  <a:lnTo>
                    <a:pt x="120650" y="0"/>
                  </a:lnTo>
                  <a:lnTo>
                    <a:pt x="120650" y="7619"/>
                  </a:lnTo>
                  <a:lnTo>
                    <a:pt x="204470" y="7619"/>
                  </a:lnTo>
                  <a:lnTo>
                    <a:pt x="204470" y="0"/>
                  </a:lnTo>
                  <a:close/>
                </a:path>
              </a:pathLst>
            </a:custGeom>
            <a:solidFill>
              <a:srgbClr val="461646"/>
            </a:solidFill>
          </p:spPr>
          <p:txBody>
            <a:bodyPr wrap="square" lIns="0" tIns="0" rIns="0" bIns="0" rtlCol="0"/>
            <a:lstStyle/>
            <a:p/>
          </p:txBody>
        </p:sp>
        <p:sp>
          <p:nvSpPr>
            <p:cNvPr id="2055" name="object 2055"/>
            <p:cNvSpPr/>
            <p:nvPr/>
          </p:nvSpPr>
          <p:spPr>
            <a:xfrm>
              <a:off x="6300470" y="132968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0650" y="0"/>
                  </a:lnTo>
                  <a:lnTo>
                    <a:pt x="120650" y="7620"/>
                  </a:lnTo>
                  <a:lnTo>
                    <a:pt x="204470" y="7620"/>
                  </a:lnTo>
                  <a:lnTo>
                    <a:pt x="204470" y="0"/>
                  </a:lnTo>
                  <a:close/>
                </a:path>
              </a:pathLst>
            </a:custGeom>
            <a:solidFill>
              <a:srgbClr val="471647"/>
            </a:solidFill>
          </p:spPr>
          <p:txBody>
            <a:bodyPr wrap="square" lIns="0" tIns="0" rIns="0" bIns="0" rtlCol="0"/>
            <a:lstStyle/>
            <a:p/>
          </p:txBody>
        </p:sp>
        <p:sp>
          <p:nvSpPr>
            <p:cNvPr id="2056" name="object 2056"/>
            <p:cNvSpPr/>
            <p:nvPr/>
          </p:nvSpPr>
          <p:spPr>
            <a:xfrm>
              <a:off x="6300470" y="133730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0650" y="0"/>
                  </a:lnTo>
                  <a:lnTo>
                    <a:pt x="120650" y="1269"/>
                  </a:lnTo>
                  <a:lnTo>
                    <a:pt x="121919" y="1269"/>
                  </a:lnTo>
                  <a:lnTo>
                    <a:pt x="121919" y="6350"/>
                  </a:lnTo>
                  <a:lnTo>
                    <a:pt x="204470" y="6350"/>
                  </a:lnTo>
                  <a:lnTo>
                    <a:pt x="204470" y="0"/>
                  </a:lnTo>
                  <a:close/>
                </a:path>
              </a:pathLst>
            </a:custGeom>
            <a:solidFill>
              <a:srgbClr val="481548"/>
            </a:solidFill>
          </p:spPr>
          <p:txBody>
            <a:bodyPr wrap="square" lIns="0" tIns="0" rIns="0" bIns="0" rtlCol="0"/>
            <a:lstStyle/>
            <a:p/>
          </p:txBody>
        </p:sp>
        <p:sp>
          <p:nvSpPr>
            <p:cNvPr id="2057" name="object 2057"/>
            <p:cNvSpPr/>
            <p:nvPr/>
          </p:nvSpPr>
          <p:spPr>
            <a:xfrm>
              <a:off x="6300470" y="134365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91549"/>
            </a:solidFill>
          </p:spPr>
          <p:txBody>
            <a:bodyPr wrap="square" lIns="0" tIns="0" rIns="0" bIns="0" rtlCol="0"/>
            <a:lstStyle/>
            <a:p/>
          </p:txBody>
        </p:sp>
        <p:sp>
          <p:nvSpPr>
            <p:cNvPr id="2058" name="object 2058"/>
            <p:cNvSpPr/>
            <p:nvPr/>
          </p:nvSpPr>
          <p:spPr>
            <a:xfrm>
              <a:off x="6300470" y="135127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A144A"/>
            </a:solidFill>
          </p:spPr>
          <p:txBody>
            <a:bodyPr wrap="square" lIns="0" tIns="0" rIns="0" bIns="0" rtlCol="0"/>
            <a:lstStyle/>
            <a:p/>
          </p:txBody>
        </p:sp>
        <p:sp>
          <p:nvSpPr>
            <p:cNvPr id="2059" name="object 2059"/>
            <p:cNvSpPr/>
            <p:nvPr/>
          </p:nvSpPr>
          <p:spPr>
            <a:xfrm>
              <a:off x="6300470" y="135889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4B144B"/>
            </a:solidFill>
          </p:spPr>
          <p:txBody>
            <a:bodyPr wrap="square" lIns="0" tIns="0" rIns="0" bIns="0" rtlCol="0"/>
            <a:lstStyle/>
            <a:p/>
          </p:txBody>
        </p:sp>
        <p:sp>
          <p:nvSpPr>
            <p:cNvPr id="2060" name="object 2060"/>
            <p:cNvSpPr/>
            <p:nvPr/>
          </p:nvSpPr>
          <p:spPr>
            <a:xfrm>
              <a:off x="6300470" y="136524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C144C"/>
            </a:solidFill>
          </p:spPr>
          <p:txBody>
            <a:bodyPr wrap="square" lIns="0" tIns="0" rIns="0" bIns="0" rtlCol="0"/>
            <a:lstStyle/>
            <a:p/>
          </p:txBody>
        </p:sp>
        <p:sp>
          <p:nvSpPr>
            <p:cNvPr id="2061" name="object 2061"/>
            <p:cNvSpPr/>
            <p:nvPr/>
          </p:nvSpPr>
          <p:spPr>
            <a:xfrm>
              <a:off x="6300470" y="137286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D134D"/>
            </a:solidFill>
          </p:spPr>
          <p:txBody>
            <a:bodyPr wrap="square" lIns="0" tIns="0" rIns="0" bIns="0" rtlCol="0"/>
            <a:lstStyle/>
            <a:p/>
          </p:txBody>
        </p:sp>
        <p:sp>
          <p:nvSpPr>
            <p:cNvPr id="2062" name="object 2062"/>
            <p:cNvSpPr/>
            <p:nvPr/>
          </p:nvSpPr>
          <p:spPr>
            <a:xfrm>
              <a:off x="6300470" y="138048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4E134E"/>
            </a:solidFill>
          </p:spPr>
          <p:txBody>
            <a:bodyPr wrap="square" lIns="0" tIns="0" rIns="0" bIns="0" rtlCol="0"/>
            <a:lstStyle/>
            <a:p/>
          </p:txBody>
        </p:sp>
        <p:sp>
          <p:nvSpPr>
            <p:cNvPr id="2063" name="object 2063"/>
            <p:cNvSpPr/>
            <p:nvPr/>
          </p:nvSpPr>
          <p:spPr>
            <a:xfrm>
              <a:off x="6300470" y="138683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4F124F"/>
            </a:solidFill>
          </p:spPr>
          <p:txBody>
            <a:bodyPr wrap="square" lIns="0" tIns="0" rIns="0" bIns="0" rtlCol="0"/>
            <a:lstStyle/>
            <a:p/>
          </p:txBody>
        </p:sp>
        <p:sp>
          <p:nvSpPr>
            <p:cNvPr id="2064" name="object 2064"/>
            <p:cNvSpPr/>
            <p:nvPr/>
          </p:nvSpPr>
          <p:spPr>
            <a:xfrm>
              <a:off x="6300470" y="1394459"/>
              <a:ext cx="204470" cy="7620"/>
            </a:xfrm>
            <a:custGeom>
              <a:avLst/>
              <a:gdLst/>
              <a:ahLst/>
              <a:cxnLst/>
              <a:rect l="l" t="t" r="r" b="b"/>
              <a:pathLst>
                <a:path w="204470" h="7619">
                  <a:moveTo>
                    <a:pt x="83820" y="0"/>
                  </a:moveTo>
                  <a:lnTo>
                    <a:pt x="0" y="0"/>
                  </a:lnTo>
                  <a:lnTo>
                    <a:pt x="0" y="7620"/>
                  </a:lnTo>
                  <a:lnTo>
                    <a:pt x="83820" y="7620"/>
                  </a:lnTo>
                  <a:lnTo>
                    <a:pt x="83820" y="0"/>
                  </a:lnTo>
                  <a:close/>
                </a:path>
                <a:path w="204470" h="7619">
                  <a:moveTo>
                    <a:pt x="204470" y="0"/>
                  </a:moveTo>
                  <a:lnTo>
                    <a:pt x="121920" y="0"/>
                  </a:lnTo>
                  <a:lnTo>
                    <a:pt x="121920" y="7620"/>
                  </a:lnTo>
                  <a:lnTo>
                    <a:pt x="204470" y="7620"/>
                  </a:lnTo>
                  <a:lnTo>
                    <a:pt x="204470" y="0"/>
                  </a:lnTo>
                  <a:close/>
                </a:path>
              </a:pathLst>
            </a:custGeom>
            <a:solidFill>
              <a:srgbClr val="511251"/>
            </a:solidFill>
          </p:spPr>
          <p:txBody>
            <a:bodyPr wrap="square" lIns="0" tIns="0" rIns="0" bIns="0" rtlCol="0"/>
            <a:lstStyle/>
            <a:p/>
          </p:txBody>
        </p:sp>
        <p:sp>
          <p:nvSpPr>
            <p:cNvPr id="2065" name="object 2065"/>
            <p:cNvSpPr/>
            <p:nvPr/>
          </p:nvSpPr>
          <p:spPr>
            <a:xfrm>
              <a:off x="6300470" y="1402079"/>
              <a:ext cx="204470" cy="6350"/>
            </a:xfrm>
            <a:custGeom>
              <a:avLst/>
              <a:gdLst/>
              <a:ahLst/>
              <a:cxnLst/>
              <a:rect l="l" t="t" r="r" b="b"/>
              <a:pathLst>
                <a:path w="204470" h="6350">
                  <a:moveTo>
                    <a:pt x="83820" y="0"/>
                  </a:moveTo>
                  <a:lnTo>
                    <a:pt x="0" y="0"/>
                  </a:lnTo>
                  <a:lnTo>
                    <a:pt x="0" y="6350"/>
                  </a:lnTo>
                  <a:lnTo>
                    <a:pt x="83820" y="6350"/>
                  </a:lnTo>
                  <a:lnTo>
                    <a:pt x="83820" y="0"/>
                  </a:lnTo>
                  <a:close/>
                </a:path>
                <a:path w="204470" h="6350">
                  <a:moveTo>
                    <a:pt x="204470" y="0"/>
                  </a:moveTo>
                  <a:lnTo>
                    <a:pt x="121920" y="0"/>
                  </a:lnTo>
                  <a:lnTo>
                    <a:pt x="121920" y="6350"/>
                  </a:lnTo>
                  <a:lnTo>
                    <a:pt x="204470" y="6350"/>
                  </a:lnTo>
                  <a:lnTo>
                    <a:pt x="204470" y="0"/>
                  </a:lnTo>
                  <a:close/>
                </a:path>
              </a:pathLst>
            </a:custGeom>
            <a:solidFill>
              <a:srgbClr val="521152"/>
            </a:solidFill>
          </p:spPr>
          <p:txBody>
            <a:bodyPr wrap="square" lIns="0" tIns="0" rIns="0" bIns="0" rtlCol="0"/>
            <a:lstStyle/>
            <a:p/>
          </p:txBody>
        </p:sp>
        <p:sp>
          <p:nvSpPr>
            <p:cNvPr id="2066" name="object 2066"/>
            <p:cNvSpPr/>
            <p:nvPr/>
          </p:nvSpPr>
          <p:spPr>
            <a:xfrm>
              <a:off x="6300470" y="1408429"/>
              <a:ext cx="204470" cy="7620"/>
            </a:xfrm>
            <a:custGeom>
              <a:avLst/>
              <a:gdLst/>
              <a:ahLst/>
              <a:cxnLst/>
              <a:rect l="l" t="t" r="r" b="b"/>
              <a:pathLst>
                <a:path w="204470" h="7619">
                  <a:moveTo>
                    <a:pt x="83819" y="0"/>
                  </a:moveTo>
                  <a:lnTo>
                    <a:pt x="0" y="0"/>
                  </a:lnTo>
                  <a:lnTo>
                    <a:pt x="0" y="7620"/>
                  </a:lnTo>
                  <a:lnTo>
                    <a:pt x="83819" y="7620"/>
                  </a:lnTo>
                  <a:lnTo>
                    <a:pt x="83819" y="0"/>
                  </a:lnTo>
                  <a:close/>
                </a:path>
                <a:path w="204470" h="7619">
                  <a:moveTo>
                    <a:pt x="204470" y="0"/>
                  </a:moveTo>
                  <a:lnTo>
                    <a:pt x="121919" y="0"/>
                  </a:lnTo>
                  <a:lnTo>
                    <a:pt x="121919" y="1270"/>
                  </a:lnTo>
                  <a:lnTo>
                    <a:pt x="120650" y="1270"/>
                  </a:lnTo>
                  <a:lnTo>
                    <a:pt x="120650" y="7620"/>
                  </a:lnTo>
                  <a:lnTo>
                    <a:pt x="204470" y="7620"/>
                  </a:lnTo>
                  <a:lnTo>
                    <a:pt x="204470" y="0"/>
                  </a:lnTo>
                  <a:close/>
                </a:path>
              </a:pathLst>
            </a:custGeom>
            <a:solidFill>
              <a:srgbClr val="531153"/>
            </a:solidFill>
          </p:spPr>
          <p:txBody>
            <a:bodyPr wrap="square" lIns="0" tIns="0" rIns="0" bIns="0" rtlCol="0"/>
            <a:lstStyle/>
            <a:p/>
          </p:txBody>
        </p:sp>
        <p:sp>
          <p:nvSpPr>
            <p:cNvPr id="2067" name="object 2067"/>
            <p:cNvSpPr/>
            <p:nvPr/>
          </p:nvSpPr>
          <p:spPr>
            <a:xfrm>
              <a:off x="6300470" y="1416049"/>
              <a:ext cx="204470" cy="7620"/>
            </a:xfrm>
            <a:custGeom>
              <a:avLst/>
              <a:gdLst/>
              <a:ahLst/>
              <a:cxnLst/>
              <a:rect l="l" t="t" r="r" b="b"/>
              <a:pathLst>
                <a:path w="204470" h="7619">
                  <a:moveTo>
                    <a:pt x="1269" y="115"/>
                  </a:moveTo>
                  <a:lnTo>
                    <a:pt x="1269" y="7620"/>
                  </a:lnTo>
                  <a:lnTo>
                    <a:pt x="83819" y="7620"/>
                  </a:lnTo>
                  <a:lnTo>
                    <a:pt x="1269" y="115"/>
                  </a:lnTo>
                  <a:close/>
                </a:path>
                <a:path w="204470" h="7619">
                  <a:moveTo>
                    <a:pt x="83819" y="7504"/>
                  </a:moveTo>
                  <a:lnTo>
                    <a:pt x="85089" y="7620"/>
                  </a:lnTo>
                  <a:lnTo>
                    <a:pt x="83819" y="7504"/>
                  </a:lnTo>
                  <a:close/>
                </a:path>
                <a:path w="204470" h="7619">
                  <a:moveTo>
                    <a:pt x="83819" y="0"/>
                  </a:moveTo>
                  <a:lnTo>
                    <a:pt x="1269" y="0"/>
                  </a:lnTo>
                  <a:lnTo>
                    <a:pt x="83819" y="7504"/>
                  </a:lnTo>
                  <a:lnTo>
                    <a:pt x="83819" y="0"/>
                  </a:lnTo>
                  <a:close/>
                </a:path>
                <a:path w="204470" h="7619">
                  <a:moveTo>
                    <a:pt x="1269" y="0"/>
                  </a:moveTo>
                  <a:lnTo>
                    <a:pt x="0" y="0"/>
                  </a:lnTo>
                  <a:lnTo>
                    <a:pt x="1269" y="115"/>
                  </a:lnTo>
                  <a:close/>
                </a:path>
                <a:path w="204470" h="7619">
                  <a:moveTo>
                    <a:pt x="204470" y="0"/>
                  </a:moveTo>
                  <a:lnTo>
                    <a:pt x="120650" y="0"/>
                  </a:lnTo>
                  <a:lnTo>
                    <a:pt x="120650" y="7620"/>
                  </a:lnTo>
                  <a:lnTo>
                    <a:pt x="204470" y="7620"/>
                  </a:lnTo>
                  <a:lnTo>
                    <a:pt x="204470" y="0"/>
                  </a:lnTo>
                  <a:close/>
                </a:path>
              </a:pathLst>
            </a:custGeom>
            <a:solidFill>
              <a:srgbClr val="541054"/>
            </a:solidFill>
          </p:spPr>
          <p:txBody>
            <a:bodyPr wrap="square" lIns="0" tIns="0" rIns="0" bIns="0" rtlCol="0"/>
            <a:lstStyle/>
            <a:p/>
          </p:txBody>
        </p:sp>
        <p:sp>
          <p:nvSpPr>
            <p:cNvPr id="2068" name="object 2068"/>
            <p:cNvSpPr/>
            <p:nvPr/>
          </p:nvSpPr>
          <p:spPr>
            <a:xfrm>
              <a:off x="6301740" y="1423669"/>
              <a:ext cx="203200" cy="6350"/>
            </a:xfrm>
            <a:custGeom>
              <a:avLst/>
              <a:gdLst/>
              <a:ahLst/>
              <a:cxnLst/>
              <a:rect l="l" t="t" r="r" b="b"/>
              <a:pathLst>
                <a:path w="203200" h="6350">
                  <a:moveTo>
                    <a:pt x="83820" y="0"/>
                  </a:moveTo>
                  <a:lnTo>
                    <a:pt x="0" y="0"/>
                  </a:lnTo>
                  <a:lnTo>
                    <a:pt x="0" y="6350"/>
                  </a:lnTo>
                  <a:lnTo>
                    <a:pt x="83820" y="6350"/>
                  </a:lnTo>
                  <a:lnTo>
                    <a:pt x="83820" y="0"/>
                  </a:lnTo>
                  <a:close/>
                </a:path>
                <a:path w="203200" h="6350">
                  <a:moveTo>
                    <a:pt x="203200" y="0"/>
                  </a:moveTo>
                  <a:lnTo>
                    <a:pt x="119380" y="0"/>
                  </a:lnTo>
                  <a:lnTo>
                    <a:pt x="119380" y="6350"/>
                  </a:lnTo>
                  <a:lnTo>
                    <a:pt x="203200" y="6350"/>
                  </a:lnTo>
                  <a:lnTo>
                    <a:pt x="203200" y="0"/>
                  </a:lnTo>
                  <a:close/>
                </a:path>
              </a:pathLst>
            </a:custGeom>
            <a:solidFill>
              <a:srgbClr val="551055"/>
            </a:solidFill>
          </p:spPr>
          <p:txBody>
            <a:bodyPr wrap="square" lIns="0" tIns="0" rIns="0" bIns="0" rtlCol="0"/>
            <a:lstStyle/>
            <a:p/>
          </p:txBody>
        </p:sp>
        <p:sp>
          <p:nvSpPr>
            <p:cNvPr id="2069" name="object 2069"/>
            <p:cNvSpPr/>
            <p:nvPr/>
          </p:nvSpPr>
          <p:spPr>
            <a:xfrm>
              <a:off x="6301740" y="1430019"/>
              <a:ext cx="203200" cy="7620"/>
            </a:xfrm>
            <a:custGeom>
              <a:avLst/>
              <a:gdLst/>
              <a:ahLst/>
              <a:cxnLst/>
              <a:rect l="l" t="t" r="r" b="b"/>
              <a:pathLst>
                <a:path w="203200" h="7619">
                  <a:moveTo>
                    <a:pt x="83820" y="0"/>
                  </a:moveTo>
                  <a:lnTo>
                    <a:pt x="0" y="0"/>
                  </a:lnTo>
                  <a:lnTo>
                    <a:pt x="0" y="7619"/>
                  </a:lnTo>
                  <a:lnTo>
                    <a:pt x="83820" y="7619"/>
                  </a:lnTo>
                  <a:lnTo>
                    <a:pt x="83820" y="0"/>
                  </a:lnTo>
                  <a:close/>
                </a:path>
                <a:path w="203200" h="7619">
                  <a:moveTo>
                    <a:pt x="203200" y="0"/>
                  </a:moveTo>
                  <a:lnTo>
                    <a:pt x="119380" y="0"/>
                  </a:lnTo>
                  <a:lnTo>
                    <a:pt x="119380" y="3809"/>
                  </a:lnTo>
                  <a:lnTo>
                    <a:pt x="118110" y="3809"/>
                  </a:lnTo>
                  <a:lnTo>
                    <a:pt x="118110" y="7619"/>
                  </a:lnTo>
                  <a:lnTo>
                    <a:pt x="203200" y="7619"/>
                  </a:lnTo>
                  <a:lnTo>
                    <a:pt x="203200" y="0"/>
                  </a:lnTo>
                  <a:close/>
                </a:path>
              </a:pathLst>
            </a:custGeom>
            <a:solidFill>
              <a:srgbClr val="561056"/>
            </a:solidFill>
          </p:spPr>
          <p:txBody>
            <a:bodyPr wrap="square" lIns="0" tIns="0" rIns="0" bIns="0" rtlCol="0"/>
            <a:lstStyle/>
            <a:p/>
          </p:txBody>
        </p:sp>
        <p:sp>
          <p:nvSpPr>
            <p:cNvPr id="2070" name="object 2070"/>
            <p:cNvSpPr/>
            <p:nvPr/>
          </p:nvSpPr>
          <p:spPr>
            <a:xfrm>
              <a:off x="6301740" y="1437639"/>
              <a:ext cx="203200" cy="7620"/>
            </a:xfrm>
            <a:custGeom>
              <a:avLst/>
              <a:gdLst/>
              <a:ahLst/>
              <a:cxnLst/>
              <a:rect l="l" t="t" r="r" b="b"/>
              <a:pathLst>
                <a:path w="203200" h="7619">
                  <a:moveTo>
                    <a:pt x="83820" y="0"/>
                  </a:moveTo>
                  <a:lnTo>
                    <a:pt x="0" y="0"/>
                  </a:lnTo>
                  <a:lnTo>
                    <a:pt x="0" y="7620"/>
                  </a:lnTo>
                  <a:lnTo>
                    <a:pt x="85089" y="7620"/>
                  </a:lnTo>
                  <a:lnTo>
                    <a:pt x="85089" y="6350"/>
                  </a:lnTo>
                  <a:lnTo>
                    <a:pt x="83820" y="6350"/>
                  </a:lnTo>
                  <a:lnTo>
                    <a:pt x="83820" y="0"/>
                  </a:lnTo>
                  <a:close/>
                </a:path>
                <a:path w="203200" h="7619">
                  <a:moveTo>
                    <a:pt x="203200" y="0"/>
                  </a:moveTo>
                  <a:lnTo>
                    <a:pt x="118110" y="0"/>
                  </a:lnTo>
                  <a:lnTo>
                    <a:pt x="118110" y="6350"/>
                  </a:lnTo>
                  <a:lnTo>
                    <a:pt x="116839" y="6350"/>
                  </a:lnTo>
                  <a:lnTo>
                    <a:pt x="116839" y="7620"/>
                  </a:lnTo>
                  <a:lnTo>
                    <a:pt x="203200" y="7620"/>
                  </a:lnTo>
                  <a:lnTo>
                    <a:pt x="203200" y="0"/>
                  </a:lnTo>
                  <a:close/>
                </a:path>
              </a:pathLst>
            </a:custGeom>
            <a:solidFill>
              <a:srgbClr val="570F57"/>
            </a:solidFill>
          </p:spPr>
          <p:txBody>
            <a:bodyPr wrap="square" lIns="0" tIns="0" rIns="0" bIns="0" rtlCol="0"/>
            <a:lstStyle/>
            <a:p/>
          </p:txBody>
        </p:sp>
        <p:sp>
          <p:nvSpPr>
            <p:cNvPr id="2071" name="object 2071"/>
            <p:cNvSpPr/>
            <p:nvPr/>
          </p:nvSpPr>
          <p:spPr>
            <a:xfrm>
              <a:off x="6301740" y="1445259"/>
              <a:ext cx="203200" cy="6350"/>
            </a:xfrm>
            <a:custGeom>
              <a:avLst/>
              <a:gdLst/>
              <a:ahLst/>
              <a:cxnLst/>
              <a:rect l="l" t="t" r="r" b="b"/>
              <a:pathLst>
                <a:path w="203200" h="6350">
                  <a:moveTo>
                    <a:pt x="85089" y="0"/>
                  </a:moveTo>
                  <a:lnTo>
                    <a:pt x="0" y="0"/>
                  </a:lnTo>
                  <a:lnTo>
                    <a:pt x="0" y="1269"/>
                  </a:lnTo>
                  <a:lnTo>
                    <a:pt x="1270" y="1269"/>
                  </a:lnTo>
                  <a:lnTo>
                    <a:pt x="1270" y="6350"/>
                  </a:lnTo>
                  <a:lnTo>
                    <a:pt x="86360" y="6350"/>
                  </a:lnTo>
                  <a:lnTo>
                    <a:pt x="86360" y="5079"/>
                  </a:lnTo>
                  <a:lnTo>
                    <a:pt x="85090" y="5079"/>
                  </a:lnTo>
                  <a:lnTo>
                    <a:pt x="85089" y="0"/>
                  </a:lnTo>
                  <a:close/>
                </a:path>
                <a:path w="203200" h="6350">
                  <a:moveTo>
                    <a:pt x="203200" y="0"/>
                  </a:moveTo>
                  <a:lnTo>
                    <a:pt x="116839" y="0"/>
                  </a:lnTo>
                  <a:lnTo>
                    <a:pt x="116839" y="6350"/>
                  </a:lnTo>
                  <a:lnTo>
                    <a:pt x="203200" y="6350"/>
                  </a:lnTo>
                  <a:lnTo>
                    <a:pt x="203200" y="0"/>
                  </a:lnTo>
                  <a:close/>
                </a:path>
              </a:pathLst>
            </a:custGeom>
            <a:solidFill>
              <a:srgbClr val="580F58"/>
            </a:solidFill>
          </p:spPr>
          <p:txBody>
            <a:bodyPr wrap="square" lIns="0" tIns="0" rIns="0" bIns="0" rtlCol="0"/>
            <a:lstStyle/>
            <a:p/>
          </p:txBody>
        </p:sp>
        <p:sp>
          <p:nvSpPr>
            <p:cNvPr id="2072" name="object 2072"/>
            <p:cNvSpPr/>
            <p:nvPr/>
          </p:nvSpPr>
          <p:spPr>
            <a:xfrm>
              <a:off x="6303010" y="1451609"/>
              <a:ext cx="201930" cy="7620"/>
            </a:xfrm>
            <a:custGeom>
              <a:avLst/>
              <a:gdLst/>
              <a:ahLst/>
              <a:cxnLst/>
              <a:rect l="l" t="t" r="r" b="b"/>
              <a:pathLst>
                <a:path w="201929" h="7619">
                  <a:moveTo>
                    <a:pt x="85089" y="0"/>
                  </a:moveTo>
                  <a:lnTo>
                    <a:pt x="0" y="0"/>
                  </a:lnTo>
                  <a:lnTo>
                    <a:pt x="0" y="7619"/>
                  </a:lnTo>
                  <a:lnTo>
                    <a:pt x="86360" y="7619"/>
                  </a:lnTo>
                  <a:lnTo>
                    <a:pt x="86360" y="5079"/>
                  </a:lnTo>
                  <a:lnTo>
                    <a:pt x="85089" y="5079"/>
                  </a:lnTo>
                  <a:lnTo>
                    <a:pt x="85089" y="0"/>
                  </a:lnTo>
                  <a:close/>
                </a:path>
                <a:path w="201929" h="7619">
                  <a:moveTo>
                    <a:pt x="201930" y="0"/>
                  </a:moveTo>
                  <a:lnTo>
                    <a:pt x="115569" y="0"/>
                  </a:lnTo>
                  <a:lnTo>
                    <a:pt x="115569" y="2539"/>
                  </a:lnTo>
                  <a:lnTo>
                    <a:pt x="114300" y="2539"/>
                  </a:lnTo>
                  <a:lnTo>
                    <a:pt x="114300" y="7619"/>
                  </a:lnTo>
                  <a:lnTo>
                    <a:pt x="201930" y="7619"/>
                  </a:lnTo>
                  <a:lnTo>
                    <a:pt x="201930" y="0"/>
                  </a:lnTo>
                  <a:close/>
                </a:path>
              </a:pathLst>
            </a:custGeom>
            <a:solidFill>
              <a:srgbClr val="590E59"/>
            </a:solidFill>
          </p:spPr>
          <p:txBody>
            <a:bodyPr wrap="square" lIns="0" tIns="0" rIns="0" bIns="0" rtlCol="0"/>
            <a:lstStyle/>
            <a:p/>
          </p:txBody>
        </p:sp>
        <p:sp>
          <p:nvSpPr>
            <p:cNvPr id="2073" name="object 2073"/>
            <p:cNvSpPr/>
            <p:nvPr/>
          </p:nvSpPr>
          <p:spPr>
            <a:xfrm>
              <a:off x="6303010" y="1459229"/>
              <a:ext cx="201930" cy="7620"/>
            </a:xfrm>
            <a:custGeom>
              <a:avLst/>
              <a:gdLst/>
              <a:ahLst/>
              <a:cxnLst/>
              <a:rect l="l" t="t" r="r" b="b"/>
              <a:pathLst>
                <a:path w="201929" h="7619">
                  <a:moveTo>
                    <a:pt x="86360" y="0"/>
                  </a:moveTo>
                  <a:lnTo>
                    <a:pt x="0" y="0"/>
                  </a:lnTo>
                  <a:lnTo>
                    <a:pt x="0" y="6350"/>
                  </a:lnTo>
                  <a:lnTo>
                    <a:pt x="86360" y="6350"/>
                  </a:lnTo>
                  <a:lnTo>
                    <a:pt x="86360" y="0"/>
                  </a:lnTo>
                  <a:close/>
                </a:path>
                <a:path w="201929" h="7619">
                  <a:moveTo>
                    <a:pt x="87630" y="6362"/>
                  </a:moveTo>
                  <a:lnTo>
                    <a:pt x="0" y="6362"/>
                  </a:lnTo>
                  <a:lnTo>
                    <a:pt x="0" y="7620"/>
                  </a:lnTo>
                  <a:lnTo>
                    <a:pt x="87630" y="7620"/>
                  </a:lnTo>
                  <a:lnTo>
                    <a:pt x="87630" y="6362"/>
                  </a:lnTo>
                  <a:close/>
                </a:path>
                <a:path w="201929" h="7619">
                  <a:moveTo>
                    <a:pt x="201930" y="6362"/>
                  </a:moveTo>
                  <a:lnTo>
                    <a:pt x="111760" y="6362"/>
                  </a:lnTo>
                  <a:lnTo>
                    <a:pt x="111760" y="7620"/>
                  </a:lnTo>
                  <a:lnTo>
                    <a:pt x="201930" y="7620"/>
                  </a:lnTo>
                  <a:lnTo>
                    <a:pt x="201930" y="6362"/>
                  </a:lnTo>
                  <a:close/>
                </a:path>
                <a:path w="201929" h="7619">
                  <a:moveTo>
                    <a:pt x="201930" y="0"/>
                  </a:moveTo>
                  <a:lnTo>
                    <a:pt x="114300" y="0"/>
                  </a:lnTo>
                  <a:lnTo>
                    <a:pt x="114300" y="1270"/>
                  </a:lnTo>
                  <a:lnTo>
                    <a:pt x="113030" y="1270"/>
                  </a:lnTo>
                  <a:lnTo>
                    <a:pt x="113030" y="6350"/>
                  </a:lnTo>
                  <a:lnTo>
                    <a:pt x="201930" y="6350"/>
                  </a:lnTo>
                  <a:lnTo>
                    <a:pt x="201930" y="1270"/>
                  </a:lnTo>
                  <a:lnTo>
                    <a:pt x="201930" y="0"/>
                  </a:lnTo>
                  <a:close/>
                </a:path>
              </a:pathLst>
            </a:custGeom>
            <a:solidFill>
              <a:srgbClr val="5A0E5A"/>
            </a:solidFill>
          </p:spPr>
          <p:txBody>
            <a:bodyPr wrap="square" lIns="0" tIns="0" rIns="0" bIns="0" rtlCol="0"/>
            <a:lstStyle/>
            <a:p/>
          </p:txBody>
        </p:sp>
        <p:sp>
          <p:nvSpPr>
            <p:cNvPr id="2074" name="object 2074"/>
            <p:cNvSpPr/>
            <p:nvPr/>
          </p:nvSpPr>
          <p:spPr>
            <a:xfrm>
              <a:off x="6303010" y="1466849"/>
              <a:ext cx="201930" cy="7620"/>
            </a:xfrm>
            <a:custGeom>
              <a:avLst/>
              <a:gdLst/>
              <a:ahLst/>
              <a:cxnLst/>
              <a:rect l="l" t="t" r="r" b="b"/>
              <a:pathLst>
                <a:path w="201929" h="7619">
                  <a:moveTo>
                    <a:pt x="88887" y="2540"/>
                  </a:moveTo>
                  <a:lnTo>
                    <a:pt x="87630" y="2540"/>
                  </a:lnTo>
                  <a:lnTo>
                    <a:pt x="87630" y="1270"/>
                  </a:lnTo>
                  <a:lnTo>
                    <a:pt x="87630" y="0"/>
                  </a:lnTo>
                  <a:lnTo>
                    <a:pt x="0" y="0"/>
                  </a:lnTo>
                  <a:lnTo>
                    <a:pt x="0" y="1270"/>
                  </a:lnTo>
                  <a:lnTo>
                    <a:pt x="1270" y="1270"/>
                  </a:lnTo>
                  <a:lnTo>
                    <a:pt x="1270" y="2540"/>
                  </a:lnTo>
                  <a:lnTo>
                    <a:pt x="1270" y="5080"/>
                  </a:lnTo>
                  <a:lnTo>
                    <a:pt x="88887" y="5080"/>
                  </a:lnTo>
                  <a:lnTo>
                    <a:pt x="88887" y="2540"/>
                  </a:lnTo>
                  <a:close/>
                </a:path>
                <a:path w="201929" h="7619">
                  <a:moveTo>
                    <a:pt x="90170" y="5092"/>
                  </a:moveTo>
                  <a:lnTo>
                    <a:pt x="1270" y="5092"/>
                  </a:lnTo>
                  <a:lnTo>
                    <a:pt x="1270" y="7620"/>
                  </a:lnTo>
                  <a:lnTo>
                    <a:pt x="90170" y="7620"/>
                  </a:lnTo>
                  <a:lnTo>
                    <a:pt x="90170" y="5092"/>
                  </a:lnTo>
                  <a:close/>
                </a:path>
                <a:path w="201929" h="7619">
                  <a:moveTo>
                    <a:pt x="201930" y="5092"/>
                  </a:moveTo>
                  <a:lnTo>
                    <a:pt x="110490" y="5092"/>
                  </a:lnTo>
                  <a:lnTo>
                    <a:pt x="110490" y="7620"/>
                  </a:lnTo>
                  <a:lnTo>
                    <a:pt x="201930" y="7620"/>
                  </a:lnTo>
                  <a:lnTo>
                    <a:pt x="201930" y="5092"/>
                  </a:lnTo>
                  <a:close/>
                </a:path>
                <a:path w="201929" h="7619">
                  <a:moveTo>
                    <a:pt x="201930" y="0"/>
                  </a:moveTo>
                  <a:lnTo>
                    <a:pt x="111760" y="0"/>
                  </a:lnTo>
                  <a:lnTo>
                    <a:pt x="111760" y="3810"/>
                  </a:lnTo>
                  <a:lnTo>
                    <a:pt x="110490" y="3810"/>
                  </a:lnTo>
                  <a:lnTo>
                    <a:pt x="110490" y="5080"/>
                  </a:lnTo>
                  <a:lnTo>
                    <a:pt x="201930" y="5080"/>
                  </a:lnTo>
                  <a:lnTo>
                    <a:pt x="201930" y="3810"/>
                  </a:lnTo>
                  <a:lnTo>
                    <a:pt x="201930" y="0"/>
                  </a:lnTo>
                  <a:close/>
                </a:path>
              </a:pathLst>
            </a:custGeom>
            <a:solidFill>
              <a:srgbClr val="5B0D5B"/>
            </a:solidFill>
          </p:spPr>
          <p:txBody>
            <a:bodyPr wrap="square" lIns="0" tIns="0" rIns="0" bIns="0" rtlCol="0"/>
            <a:lstStyle/>
            <a:p/>
          </p:txBody>
        </p:sp>
        <p:sp>
          <p:nvSpPr>
            <p:cNvPr id="2075" name="object 2075"/>
            <p:cNvSpPr/>
            <p:nvPr/>
          </p:nvSpPr>
          <p:spPr>
            <a:xfrm>
              <a:off x="6304280" y="1474469"/>
              <a:ext cx="200660" cy="6350"/>
            </a:xfrm>
            <a:custGeom>
              <a:avLst/>
              <a:gdLst/>
              <a:ahLst/>
              <a:cxnLst/>
              <a:rect l="l" t="t" r="r" b="b"/>
              <a:pathLst>
                <a:path w="200659" h="6350">
                  <a:moveTo>
                    <a:pt x="91427" y="3810"/>
                  </a:moveTo>
                  <a:lnTo>
                    <a:pt x="90170" y="3810"/>
                  </a:lnTo>
                  <a:lnTo>
                    <a:pt x="90170" y="1270"/>
                  </a:lnTo>
                  <a:lnTo>
                    <a:pt x="88900" y="1270"/>
                  </a:lnTo>
                  <a:lnTo>
                    <a:pt x="88900" y="0"/>
                  </a:lnTo>
                  <a:lnTo>
                    <a:pt x="0" y="0"/>
                  </a:lnTo>
                  <a:lnTo>
                    <a:pt x="0" y="1270"/>
                  </a:lnTo>
                  <a:lnTo>
                    <a:pt x="0" y="3810"/>
                  </a:lnTo>
                  <a:lnTo>
                    <a:pt x="0" y="6350"/>
                  </a:lnTo>
                  <a:lnTo>
                    <a:pt x="91427" y="6350"/>
                  </a:lnTo>
                  <a:lnTo>
                    <a:pt x="91427" y="3810"/>
                  </a:lnTo>
                  <a:close/>
                </a:path>
                <a:path w="200659" h="6350">
                  <a:moveTo>
                    <a:pt x="200660" y="0"/>
                  </a:moveTo>
                  <a:lnTo>
                    <a:pt x="107950" y="0"/>
                  </a:lnTo>
                  <a:lnTo>
                    <a:pt x="107950" y="2540"/>
                  </a:lnTo>
                  <a:lnTo>
                    <a:pt x="106680" y="2540"/>
                  </a:lnTo>
                  <a:lnTo>
                    <a:pt x="106680" y="5080"/>
                  </a:lnTo>
                  <a:lnTo>
                    <a:pt x="105410" y="5080"/>
                  </a:lnTo>
                  <a:lnTo>
                    <a:pt x="105410" y="6350"/>
                  </a:lnTo>
                  <a:lnTo>
                    <a:pt x="200660" y="6350"/>
                  </a:lnTo>
                  <a:lnTo>
                    <a:pt x="200660" y="5080"/>
                  </a:lnTo>
                  <a:lnTo>
                    <a:pt x="200660" y="2540"/>
                  </a:lnTo>
                  <a:lnTo>
                    <a:pt x="200660" y="0"/>
                  </a:lnTo>
                  <a:close/>
                </a:path>
              </a:pathLst>
            </a:custGeom>
            <a:solidFill>
              <a:srgbClr val="5D0D5D"/>
            </a:solidFill>
          </p:spPr>
          <p:txBody>
            <a:bodyPr wrap="square" lIns="0" tIns="0" rIns="0" bIns="0" rtlCol="0"/>
            <a:lstStyle/>
            <a:p/>
          </p:txBody>
        </p:sp>
        <p:sp>
          <p:nvSpPr>
            <p:cNvPr id="2076" name="object 2076"/>
            <p:cNvSpPr/>
            <p:nvPr/>
          </p:nvSpPr>
          <p:spPr>
            <a:xfrm>
              <a:off x="6304280" y="1480819"/>
              <a:ext cx="200660" cy="7620"/>
            </a:xfrm>
            <a:custGeom>
              <a:avLst/>
              <a:gdLst/>
              <a:ahLst/>
              <a:cxnLst/>
              <a:rect l="l" t="t" r="r" b="b"/>
              <a:pathLst>
                <a:path w="200659" h="7619">
                  <a:moveTo>
                    <a:pt x="200660" y="0"/>
                  </a:moveTo>
                  <a:lnTo>
                    <a:pt x="105410" y="0"/>
                  </a:lnTo>
                  <a:lnTo>
                    <a:pt x="105410" y="1270"/>
                  </a:lnTo>
                  <a:lnTo>
                    <a:pt x="104140" y="1270"/>
                  </a:lnTo>
                  <a:lnTo>
                    <a:pt x="104140" y="2540"/>
                  </a:lnTo>
                  <a:lnTo>
                    <a:pt x="102870" y="2540"/>
                  </a:lnTo>
                  <a:lnTo>
                    <a:pt x="102870" y="3810"/>
                  </a:lnTo>
                  <a:lnTo>
                    <a:pt x="101600" y="3810"/>
                  </a:lnTo>
                  <a:lnTo>
                    <a:pt x="101600" y="5080"/>
                  </a:lnTo>
                  <a:lnTo>
                    <a:pt x="100330" y="5080"/>
                  </a:lnTo>
                  <a:lnTo>
                    <a:pt x="100330" y="6350"/>
                  </a:lnTo>
                  <a:lnTo>
                    <a:pt x="96520" y="6350"/>
                  </a:lnTo>
                  <a:lnTo>
                    <a:pt x="96520" y="5080"/>
                  </a:lnTo>
                  <a:lnTo>
                    <a:pt x="95250" y="5080"/>
                  </a:lnTo>
                  <a:lnTo>
                    <a:pt x="95250" y="3810"/>
                  </a:lnTo>
                  <a:lnTo>
                    <a:pt x="93980" y="3810"/>
                  </a:lnTo>
                  <a:lnTo>
                    <a:pt x="93980" y="2540"/>
                  </a:lnTo>
                  <a:lnTo>
                    <a:pt x="92710" y="2540"/>
                  </a:lnTo>
                  <a:lnTo>
                    <a:pt x="92710" y="0"/>
                  </a:lnTo>
                  <a:lnTo>
                    <a:pt x="0" y="0"/>
                  </a:lnTo>
                  <a:lnTo>
                    <a:pt x="0" y="2540"/>
                  </a:lnTo>
                  <a:lnTo>
                    <a:pt x="1270" y="2540"/>
                  </a:lnTo>
                  <a:lnTo>
                    <a:pt x="1270" y="3810"/>
                  </a:lnTo>
                  <a:lnTo>
                    <a:pt x="1270" y="5080"/>
                  </a:lnTo>
                  <a:lnTo>
                    <a:pt x="1270" y="6350"/>
                  </a:lnTo>
                  <a:lnTo>
                    <a:pt x="1270" y="7620"/>
                  </a:lnTo>
                  <a:lnTo>
                    <a:pt x="200660" y="7620"/>
                  </a:lnTo>
                  <a:lnTo>
                    <a:pt x="200660" y="1270"/>
                  </a:lnTo>
                  <a:lnTo>
                    <a:pt x="200660" y="0"/>
                  </a:lnTo>
                  <a:close/>
                </a:path>
              </a:pathLst>
            </a:custGeom>
            <a:solidFill>
              <a:srgbClr val="5E0D5E"/>
            </a:solidFill>
          </p:spPr>
          <p:txBody>
            <a:bodyPr wrap="square" lIns="0" tIns="0" rIns="0" bIns="0" rtlCol="0"/>
            <a:lstStyle/>
            <a:p/>
          </p:txBody>
        </p:sp>
        <p:sp>
          <p:nvSpPr>
            <p:cNvPr id="2077" name="object 2077"/>
            <p:cNvSpPr/>
            <p:nvPr/>
          </p:nvSpPr>
          <p:spPr>
            <a:xfrm>
              <a:off x="6305550" y="1488439"/>
              <a:ext cx="199390" cy="7620"/>
            </a:xfrm>
            <a:custGeom>
              <a:avLst/>
              <a:gdLst/>
              <a:ahLst/>
              <a:cxnLst/>
              <a:rect l="l" t="t" r="r" b="b"/>
              <a:pathLst>
                <a:path w="199390" h="7619">
                  <a:moveTo>
                    <a:pt x="0" y="7620"/>
                  </a:moveTo>
                  <a:lnTo>
                    <a:pt x="0" y="0"/>
                  </a:lnTo>
                  <a:lnTo>
                    <a:pt x="199390" y="0"/>
                  </a:lnTo>
                  <a:lnTo>
                    <a:pt x="199390" y="7620"/>
                  </a:lnTo>
                  <a:lnTo>
                    <a:pt x="0" y="7620"/>
                  </a:lnTo>
                  <a:close/>
                </a:path>
              </a:pathLst>
            </a:custGeom>
            <a:solidFill>
              <a:srgbClr val="5F0C5F"/>
            </a:solidFill>
          </p:spPr>
          <p:txBody>
            <a:bodyPr wrap="square" lIns="0" tIns="0" rIns="0" bIns="0" rtlCol="0"/>
            <a:lstStyle/>
            <a:p/>
          </p:txBody>
        </p:sp>
        <p:sp>
          <p:nvSpPr>
            <p:cNvPr id="2078" name="object 2078"/>
            <p:cNvSpPr/>
            <p:nvPr/>
          </p:nvSpPr>
          <p:spPr>
            <a:xfrm>
              <a:off x="6305550" y="1496059"/>
              <a:ext cx="199390" cy="6350"/>
            </a:xfrm>
            <a:custGeom>
              <a:avLst/>
              <a:gdLst/>
              <a:ahLst/>
              <a:cxnLst/>
              <a:rect l="l" t="t" r="r" b="b"/>
              <a:pathLst>
                <a:path w="199390" h="6350">
                  <a:moveTo>
                    <a:pt x="199390" y="0"/>
                  </a:moveTo>
                  <a:lnTo>
                    <a:pt x="0" y="0"/>
                  </a:lnTo>
                  <a:lnTo>
                    <a:pt x="0" y="1270"/>
                  </a:lnTo>
                  <a:lnTo>
                    <a:pt x="1270" y="1270"/>
                  </a:lnTo>
                  <a:lnTo>
                    <a:pt x="1270" y="6350"/>
                  </a:lnTo>
                  <a:lnTo>
                    <a:pt x="199390" y="6350"/>
                  </a:lnTo>
                  <a:lnTo>
                    <a:pt x="199390" y="1270"/>
                  </a:lnTo>
                  <a:lnTo>
                    <a:pt x="199390" y="0"/>
                  </a:lnTo>
                  <a:close/>
                </a:path>
              </a:pathLst>
            </a:custGeom>
            <a:solidFill>
              <a:srgbClr val="600C60"/>
            </a:solidFill>
          </p:spPr>
          <p:txBody>
            <a:bodyPr wrap="square" lIns="0" tIns="0" rIns="0" bIns="0" rtlCol="0"/>
            <a:lstStyle/>
            <a:p/>
          </p:txBody>
        </p:sp>
        <p:sp>
          <p:nvSpPr>
            <p:cNvPr id="2079" name="object 2079"/>
            <p:cNvSpPr/>
            <p:nvPr/>
          </p:nvSpPr>
          <p:spPr>
            <a:xfrm>
              <a:off x="6306820" y="1502409"/>
              <a:ext cx="198120" cy="7620"/>
            </a:xfrm>
            <a:custGeom>
              <a:avLst/>
              <a:gdLst/>
              <a:ahLst/>
              <a:cxnLst/>
              <a:rect l="l" t="t" r="r" b="b"/>
              <a:pathLst>
                <a:path w="198120" h="7619">
                  <a:moveTo>
                    <a:pt x="0" y="7619"/>
                  </a:moveTo>
                  <a:lnTo>
                    <a:pt x="0" y="0"/>
                  </a:lnTo>
                  <a:lnTo>
                    <a:pt x="198120" y="0"/>
                  </a:lnTo>
                  <a:lnTo>
                    <a:pt x="198120" y="7619"/>
                  </a:lnTo>
                  <a:lnTo>
                    <a:pt x="0" y="7619"/>
                  </a:lnTo>
                  <a:close/>
                </a:path>
              </a:pathLst>
            </a:custGeom>
            <a:solidFill>
              <a:srgbClr val="610B61"/>
            </a:solidFill>
          </p:spPr>
          <p:txBody>
            <a:bodyPr wrap="square" lIns="0" tIns="0" rIns="0" bIns="0" rtlCol="0"/>
            <a:lstStyle/>
            <a:p/>
          </p:txBody>
        </p:sp>
        <p:sp>
          <p:nvSpPr>
            <p:cNvPr id="2080" name="object 2080"/>
            <p:cNvSpPr/>
            <p:nvPr/>
          </p:nvSpPr>
          <p:spPr>
            <a:xfrm>
              <a:off x="6306820" y="1510029"/>
              <a:ext cx="198120" cy="7620"/>
            </a:xfrm>
            <a:custGeom>
              <a:avLst/>
              <a:gdLst/>
              <a:ahLst/>
              <a:cxnLst/>
              <a:rect l="l" t="t" r="r" b="b"/>
              <a:pathLst>
                <a:path w="198120" h="7619">
                  <a:moveTo>
                    <a:pt x="198120" y="0"/>
                  </a:moveTo>
                  <a:lnTo>
                    <a:pt x="0" y="0"/>
                  </a:lnTo>
                  <a:lnTo>
                    <a:pt x="0" y="1270"/>
                  </a:lnTo>
                  <a:lnTo>
                    <a:pt x="1270" y="1270"/>
                  </a:lnTo>
                  <a:lnTo>
                    <a:pt x="1270" y="7620"/>
                  </a:lnTo>
                  <a:lnTo>
                    <a:pt x="198120" y="7620"/>
                  </a:lnTo>
                  <a:lnTo>
                    <a:pt x="198120" y="1270"/>
                  </a:lnTo>
                  <a:lnTo>
                    <a:pt x="198120" y="0"/>
                  </a:lnTo>
                  <a:close/>
                </a:path>
              </a:pathLst>
            </a:custGeom>
            <a:solidFill>
              <a:srgbClr val="620B62"/>
            </a:solidFill>
          </p:spPr>
          <p:txBody>
            <a:bodyPr wrap="square" lIns="0" tIns="0" rIns="0" bIns="0" rtlCol="0"/>
            <a:lstStyle/>
            <a:p/>
          </p:txBody>
        </p:sp>
        <p:sp>
          <p:nvSpPr>
            <p:cNvPr id="2081" name="object 2081"/>
            <p:cNvSpPr/>
            <p:nvPr/>
          </p:nvSpPr>
          <p:spPr>
            <a:xfrm>
              <a:off x="6308090" y="1517649"/>
              <a:ext cx="196850" cy="6350"/>
            </a:xfrm>
            <a:custGeom>
              <a:avLst/>
              <a:gdLst/>
              <a:ahLst/>
              <a:cxnLst/>
              <a:rect l="l" t="t" r="r" b="b"/>
              <a:pathLst>
                <a:path w="196850" h="6350">
                  <a:moveTo>
                    <a:pt x="196850" y="5092"/>
                  </a:moveTo>
                  <a:lnTo>
                    <a:pt x="1270" y="5092"/>
                  </a:lnTo>
                  <a:lnTo>
                    <a:pt x="1270" y="6350"/>
                  </a:lnTo>
                  <a:lnTo>
                    <a:pt x="196850" y="6350"/>
                  </a:lnTo>
                  <a:lnTo>
                    <a:pt x="196850" y="5092"/>
                  </a:lnTo>
                  <a:close/>
                </a:path>
                <a:path w="196850" h="6350">
                  <a:moveTo>
                    <a:pt x="196850" y="0"/>
                  </a:moveTo>
                  <a:lnTo>
                    <a:pt x="0" y="0"/>
                  </a:lnTo>
                  <a:lnTo>
                    <a:pt x="0" y="5080"/>
                  </a:lnTo>
                  <a:lnTo>
                    <a:pt x="196850" y="5080"/>
                  </a:lnTo>
                  <a:lnTo>
                    <a:pt x="196850" y="0"/>
                  </a:lnTo>
                  <a:close/>
                </a:path>
              </a:pathLst>
            </a:custGeom>
            <a:solidFill>
              <a:srgbClr val="630A63"/>
            </a:solidFill>
          </p:spPr>
          <p:txBody>
            <a:bodyPr wrap="square" lIns="0" tIns="0" rIns="0" bIns="0" rtlCol="0"/>
            <a:lstStyle/>
            <a:p/>
          </p:txBody>
        </p:sp>
        <p:sp>
          <p:nvSpPr>
            <p:cNvPr id="2082" name="object 2082"/>
            <p:cNvSpPr/>
            <p:nvPr/>
          </p:nvSpPr>
          <p:spPr>
            <a:xfrm>
              <a:off x="6309360" y="1523999"/>
              <a:ext cx="195580" cy="7620"/>
            </a:xfrm>
            <a:custGeom>
              <a:avLst/>
              <a:gdLst/>
              <a:ahLst/>
              <a:cxnLst/>
              <a:rect l="l" t="t" r="r" b="b"/>
              <a:pathLst>
                <a:path w="195579" h="7619">
                  <a:moveTo>
                    <a:pt x="0" y="7620"/>
                  </a:moveTo>
                  <a:lnTo>
                    <a:pt x="0" y="0"/>
                  </a:lnTo>
                  <a:lnTo>
                    <a:pt x="195580" y="0"/>
                  </a:lnTo>
                  <a:lnTo>
                    <a:pt x="195580" y="7620"/>
                  </a:lnTo>
                  <a:lnTo>
                    <a:pt x="0" y="7620"/>
                  </a:lnTo>
                  <a:close/>
                </a:path>
              </a:pathLst>
            </a:custGeom>
            <a:solidFill>
              <a:srgbClr val="640A64"/>
            </a:solidFill>
          </p:spPr>
          <p:txBody>
            <a:bodyPr wrap="square" lIns="0" tIns="0" rIns="0" bIns="0" rtlCol="0"/>
            <a:lstStyle/>
            <a:p/>
          </p:txBody>
        </p:sp>
        <p:sp>
          <p:nvSpPr>
            <p:cNvPr id="2083" name="object 2083"/>
            <p:cNvSpPr/>
            <p:nvPr/>
          </p:nvSpPr>
          <p:spPr>
            <a:xfrm>
              <a:off x="6310630" y="1531619"/>
              <a:ext cx="194310" cy="7620"/>
            </a:xfrm>
            <a:custGeom>
              <a:avLst/>
              <a:gdLst/>
              <a:ahLst/>
              <a:cxnLst/>
              <a:rect l="l" t="t" r="r" b="b"/>
              <a:pathLst>
                <a:path w="194309" h="7619">
                  <a:moveTo>
                    <a:pt x="194310" y="0"/>
                  </a:moveTo>
                  <a:lnTo>
                    <a:pt x="0" y="0"/>
                  </a:lnTo>
                  <a:lnTo>
                    <a:pt x="0" y="7619"/>
                  </a:lnTo>
                  <a:lnTo>
                    <a:pt x="194310" y="7619"/>
                  </a:lnTo>
                  <a:lnTo>
                    <a:pt x="194310" y="0"/>
                  </a:lnTo>
                  <a:close/>
                </a:path>
              </a:pathLst>
            </a:custGeom>
            <a:solidFill>
              <a:srgbClr val="660A66"/>
            </a:solidFill>
          </p:spPr>
          <p:txBody>
            <a:bodyPr wrap="square" lIns="0" tIns="0" rIns="0" bIns="0" rtlCol="0"/>
            <a:lstStyle/>
            <a:p/>
          </p:txBody>
        </p:sp>
        <p:sp>
          <p:nvSpPr>
            <p:cNvPr id="2084" name="object 2084"/>
            <p:cNvSpPr/>
            <p:nvPr/>
          </p:nvSpPr>
          <p:spPr>
            <a:xfrm>
              <a:off x="6311900" y="1539239"/>
              <a:ext cx="193040" cy="6350"/>
            </a:xfrm>
            <a:custGeom>
              <a:avLst/>
              <a:gdLst/>
              <a:ahLst/>
              <a:cxnLst/>
              <a:rect l="l" t="t" r="r" b="b"/>
              <a:pathLst>
                <a:path w="193040" h="6350">
                  <a:moveTo>
                    <a:pt x="193040" y="0"/>
                  </a:moveTo>
                  <a:lnTo>
                    <a:pt x="0" y="0"/>
                  </a:lnTo>
                  <a:lnTo>
                    <a:pt x="0" y="6350"/>
                  </a:lnTo>
                  <a:lnTo>
                    <a:pt x="193040" y="6350"/>
                  </a:lnTo>
                  <a:lnTo>
                    <a:pt x="193040" y="0"/>
                  </a:lnTo>
                  <a:close/>
                </a:path>
              </a:pathLst>
            </a:custGeom>
            <a:solidFill>
              <a:srgbClr val="660966"/>
            </a:solidFill>
          </p:spPr>
          <p:txBody>
            <a:bodyPr wrap="square" lIns="0" tIns="0" rIns="0" bIns="0" rtlCol="0"/>
            <a:lstStyle/>
            <a:p/>
          </p:txBody>
        </p:sp>
        <p:sp>
          <p:nvSpPr>
            <p:cNvPr id="2085" name="object 2085"/>
            <p:cNvSpPr/>
            <p:nvPr/>
          </p:nvSpPr>
          <p:spPr>
            <a:xfrm>
              <a:off x="6311900" y="1545589"/>
              <a:ext cx="193040" cy="7620"/>
            </a:xfrm>
            <a:custGeom>
              <a:avLst/>
              <a:gdLst/>
              <a:ahLst/>
              <a:cxnLst/>
              <a:rect l="l" t="t" r="r" b="b"/>
              <a:pathLst>
                <a:path w="193040" h="7619">
                  <a:moveTo>
                    <a:pt x="193040" y="2552"/>
                  </a:moveTo>
                  <a:lnTo>
                    <a:pt x="1270" y="2552"/>
                  </a:lnTo>
                  <a:lnTo>
                    <a:pt x="1270" y="7620"/>
                  </a:lnTo>
                  <a:lnTo>
                    <a:pt x="193040" y="7620"/>
                  </a:lnTo>
                  <a:lnTo>
                    <a:pt x="193040" y="2552"/>
                  </a:lnTo>
                  <a:close/>
                </a:path>
                <a:path w="193040" h="7619">
                  <a:moveTo>
                    <a:pt x="193040" y="0"/>
                  </a:moveTo>
                  <a:lnTo>
                    <a:pt x="0" y="0"/>
                  </a:lnTo>
                  <a:lnTo>
                    <a:pt x="0" y="2540"/>
                  </a:lnTo>
                  <a:lnTo>
                    <a:pt x="193040" y="2540"/>
                  </a:lnTo>
                  <a:lnTo>
                    <a:pt x="193040" y="0"/>
                  </a:lnTo>
                  <a:close/>
                </a:path>
              </a:pathLst>
            </a:custGeom>
            <a:solidFill>
              <a:srgbClr val="680968"/>
            </a:solidFill>
          </p:spPr>
          <p:txBody>
            <a:bodyPr wrap="square" lIns="0" tIns="0" rIns="0" bIns="0" rtlCol="0"/>
            <a:lstStyle/>
            <a:p/>
          </p:txBody>
        </p:sp>
        <p:sp>
          <p:nvSpPr>
            <p:cNvPr id="2086" name="object 2086"/>
            <p:cNvSpPr/>
            <p:nvPr/>
          </p:nvSpPr>
          <p:spPr>
            <a:xfrm>
              <a:off x="6313170" y="1553209"/>
              <a:ext cx="191770" cy="7620"/>
            </a:xfrm>
            <a:custGeom>
              <a:avLst/>
              <a:gdLst/>
              <a:ahLst/>
              <a:cxnLst/>
              <a:rect l="l" t="t" r="r" b="b"/>
              <a:pathLst>
                <a:path w="191770" h="7619">
                  <a:moveTo>
                    <a:pt x="191770" y="0"/>
                  </a:moveTo>
                  <a:lnTo>
                    <a:pt x="0" y="0"/>
                  </a:lnTo>
                  <a:lnTo>
                    <a:pt x="0" y="3810"/>
                  </a:lnTo>
                  <a:lnTo>
                    <a:pt x="1270" y="3810"/>
                  </a:lnTo>
                  <a:lnTo>
                    <a:pt x="1270" y="7620"/>
                  </a:lnTo>
                  <a:lnTo>
                    <a:pt x="191770" y="7620"/>
                  </a:lnTo>
                  <a:lnTo>
                    <a:pt x="191770" y="3810"/>
                  </a:lnTo>
                  <a:lnTo>
                    <a:pt x="191770" y="0"/>
                  </a:lnTo>
                  <a:close/>
                </a:path>
              </a:pathLst>
            </a:custGeom>
            <a:solidFill>
              <a:srgbClr val="690869"/>
            </a:solidFill>
          </p:spPr>
          <p:txBody>
            <a:bodyPr wrap="square" lIns="0" tIns="0" rIns="0" bIns="0" rtlCol="0"/>
            <a:lstStyle/>
            <a:p/>
          </p:txBody>
        </p:sp>
        <p:sp>
          <p:nvSpPr>
            <p:cNvPr id="2087" name="object 2087"/>
            <p:cNvSpPr/>
            <p:nvPr/>
          </p:nvSpPr>
          <p:spPr>
            <a:xfrm>
              <a:off x="6314440" y="1560829"/>
              <a:ext cx="190500" cy="6350"/>
            </a:xfrm>
            <a:custGeom>
              <a:avLst/>
              <a:gdLst/>
              <a:ahLst/>
              <a:cxnLst/>
              <a:rect l="l" t="t" r="r" b="b"/>
              <a:pathLst>
                <a:path w="190500" h="6350">
                  <a:moveTo>
                    <a:pt x="190500" y="0"/>
                  </a:moveTo>
                  <a:lnTo>
                    <a:pt x="0" y="0"/>
                  </a:lnTo>
                  <a:lnTo>
                    <a:pt x="0" y="5080"/>
                  </a:lnTo>
                  <a:lnTo>
                    <a:pt x="1270" y="5080"/>
                  </a:lnTo>
                  <a:lnTo>
                    <a:pt x="1270" y="6350"/>
                  </a:lnTo>
                  <a:lnTo>
                    <a:pt x="190500" y="6350"/>
                  </a:lnTo>
                  <a:lnTo>
                    <a:pt x="190500" y="5080"/>
                  </a:lnTo>
                  <a:lnTo>
                    <a:pt x="190500" y="0"/>
                  </a:lnTo>
                  <a:close/>
                </a:path>
              </a:pathLst>
            </a:custGeom>
            <a:solidFill>
              <a:srgbClr val="6A086A"/>
            </a:solidFill>
          </p:spPr>
          <p:txBody>
            <a:bodyPr wrap="square" lIns="0" tIns="0" rIns="0" bIns="0" rtlCol="0"/>
            <a:lstStyle/>
            <a:p/>
          </p:txBody>
        </p:sp>
        <p:sp>
          <p:nvSpPr>
            <p:cNvPr id="2088" name="object 2088"/>
            <p:cNvSpPr/>
            <p:nvPr/>
          </p:nvSpPr>
          <p:spPr>
            <a:xfrm>
              <a:off x="6315710" y="1567179"/>
              <a:ext cx="189230" cy="7620"/>
            </a:xfrm>
            <a:custGeom>
              <a:avLst/>
              <a:gdLst/>
              <a:ahLst/>
              <a:cxnLst/>
              <a:rect l="l" t="t" r="r" b="b"/>
              <a:pathLst>
                <a:path w="189229" h="7619">
                  <a:moveTo>
                    <a:pt x="189230" y="0"/>
                  </a:moveTo>
                  <a:lnTo>
                    <a:pt x="0" y="0"/>
                  </a:lnTo>
                  <a:lnTo>
                    <a:pt x="0" y="6350"/>
                  </a:lnTo>
                  <a:lnTo>
                    <a:pt x="1270" y="6350"/>
                  </a:lnTo>
                  <a:lnTo>
                    <a:pt x="1270" y="7620"/>
                  </a:lnTo>
                  <a:lnTo>
                    <a:pt x="189230" y="7620"/>
                  </a:lnTo>
                  <a:lnTo>
                    <a:pt x="189230" y="6350"/>
                  </a:lnTo>
                  <a:lnTo>
                    <a:pt x="189230" y="0"/>
                  </a:lnTo>
                  <a:close/>
                </a:path>
              </a:pathLst>
            </a:custGeom>
            <a:solidFill>
              <a:srgbClr val="6B076B"/>
            </a:solidFill>
          </p:spPr>
          <p:txBody>
            <a:bodyPr wrap="square" lIns="0" tIns="0" rIns="0" bIns="0" rtlCol="0"/>
            <a:lstStyle/>
            <a:p/>
          </p:txBody>
        </p:sp>
        <p:sp>
          <p:nvSpPr>
            <p:cNvPr id="2089" name="object 2089"/>
            <p:cNvSpPr/>
            <p:nvPr/>
          </p:nvSpPr>
          <p:spPr>
            <a:xfrm>
              <a:off x="6316980" y="1574799"/>
              <a:ext cx="187960" cy="7620"/>
            </a:xfrm>
            <a:custGeom>
              <a:avLst/>
              <a:gdLst/>
              <a:ahLst/>
              <a:cxnLst/>
              <a:rect l="l" t="t" r="r" b="b"/>
              <a:pathLst>
                <a:path w="187959" h="7619">
                  <a:moveTo>
                    <a:pt x="187960" y="5092"/>
                  </a:moveTo>
                  <a:lnTo>
                    <a:pt x="1270" y="5092"/>
                  </a:lnTo>
                  <a:lnTo>
                    <a:pt x="1270" y="7620"/>
                  </a:lnTo>
                  <a:lnTo>
                    <a:pt x="187960" y="7620"/>
                  </a:lnTo>
                  <a:lnTo>
                    <a:pt x="187960" y="5092"/>
                  </a:lnTo>
                  <a:close/>
                </a:path>
                <a:path w="187959" h="7619">
                  <a:moveTo>
                    <a:pt x="187960" y="0"/>
                  </a:moveTo>
                  <a:lnTo>
                    <a:pt x="0" y="0"/>
                  </a:lnTo>
                  <a:lnTo>
                    <a:pt x="0" y="5080"/>
                  </a:lnTo>
                  <a:lnTo>
                    <a:pt x="187960" y="5080"/>
                  </a:lnTo>
                  <a:lnTo>
                    <a:pt x="187960" y="0"/>
                  </a:lnTo>
                  <a:close/>
                </a:path>
              </a:pathLst>
            </a:custGeom>
            <a:solidFill>
              <a:srgbClr val="6C076C"/>
            </a:solidFill>
          </p:spPr>
          <p:txBody>
            <a:bodyPr wrap="square" lIns="0" tIns="0" rIns="0" bIns="0" rtlCol="0"/>
            <a:lstStyle/>
            <a:p/>
          </p:txBody>
        </p:sp>
        <p:sp>
          <p:nvSpPr>
            <p:cNvPr id="2090" name="object 2090"/>
            <p:cNvSpPr/>
            <p:nvPr/>
          </p:nvSpPr>
          <p:spPr>
            <a:xfrm>
              <a:off x="6318250" y="1582419"/>
              <a:ext cx="186690" cy="6350"/>
            </a:xfrm>
            <a:custGeom>
              <a:avLst/>
              <a:gdLst/>
              <a:ahLst/>
              <a:cxnLst/>
              <a:rect l="l" t="t" r="r" b="b"/>
              <a:pathLst>
                <a:path w="186690" h="6350">
                  <a:moveTo>
                    <a:pt x="186690" y="0"/>
                  </a:moveTo>
                  <a:lnTo>
                    <a:pt x="0" y="0"/>
                  </a:lnTo>
                  <a:lnTo>
                    <a:pt x="0" y="2540"/>
                  </a:lnTo>
                  <a:lnTo>
                    <a:pt x="1270" y="2540"/>
                  </a:lnTo>
                  <a:lnTo>
                    <a:pt x="1270" y="6350"/>
                  </a:lnTo>
                  <a:lnTo>
                    <a:pt x="186690" y="6350"/>
                  </a:lnTo>
                  <a:lnTo>
                    <a:pt x="186690" y="2540"/>
                  </a:lnTo>
                  <a:lnTo>
                    <a:pt x="186690" y="0"/>
                  </a:lnTo>
                  <a:close/>
                </a:path>
              </a:pathLst>
            </a:custGeom>
            <a:solidFill>
              <a:srgbClr val="6D066D"/>
            </a:solidFill>
          </p:spPr>
          <p:txBody>
            <a:bodyPr wrap="square" lIns="0" tIns="0" rIns="0" bIns="0" rtlCol="0"/>
            <a:lstStyle/>
            <a:p/>
          </p:txBody>
        </p:sp>
        <p:sp>
          <p:nvSpPr>
            <p:cNvPr id="2091" name="object 2091"/>
            <p:cNvSpPr/>
            <p:nvPr/>
          </p:nvSpPr>
          <p:spPr>
            <a:xfrm>
              <a:off x="6319520" y="1588769"/>
              <a:ext cx="185420" cy="7620"/>
            </a:xfrm>
            <a:custGeom>
              <a:avLst/>
              <a:gdLst/>
              <a:ahLst/>
              <a:cxnLst/>
              <a:rect l="l" t="t" r="r" b="b"/>
              <a:pathLst>
                <a:path w="185420" h="7619">
                  <a:moveTo>
                    <a:pt x="185420" y="0"/>
                  </a:moveTo>
                  <a:lnTo>
                    <a:pt x="0" y="0"/>
                  </a:lnTo>
                  <a:lnTo>
                    <a:pt x="0" y="2540"/>
                  </a:lnTo>
                  <a:lnTo>
                    <a:pt x="1270" y="2540"/>
                  </a:lnTo>
                  <a:lnTo>
                    <a:pt x="1270" y="7620"/>
                  </a:lnTo>
                  <a:lnTo>
                    <a:pt x="185420" y="7620"/>
                  </a:lnTo>
                  <a:lnTo>
                    <a:pt x="185420" y="2540"/>
                  </a:lnTo>
                  <a:lnTo>
                    <a:pt x="185420" y="0"/>
                  </a:lnTo>
                  <a:close/>
                </a:path>
              </a:pathLst>
            </a:custGeom>
            <a:solidFill>
              <a:srgbClr val="6E066E"/>
            </a:solidFill>
          </p:spPr>
          <p:txBody>
            <a:bodyPr wrap="square" lIns="0" tIns="0" rIns="0" bIns="0" rtlCol="0"/>
            <a:lstStyle/>
            <a:p/>
          </p:txBody>
        </p:sp>
        <p:sp>
          <p:nvSpPr>
            <p:cNvPr id="2092" name="object 2092"/>
            <p:cNvSpPr/>
            <p:nvPr/>
          </p:nvSpPr>
          <p:spPr>
            <a:xfrm>
              <a:off x="6320790" y="1596389"/>
              <a:ext cx="184150" cy="7620"/>
            </a:xfrm>
            <a:custGeom>
              <a:avLst/>
              <a:gdLst/>
              <a:ahLst/>
              <a:cxnLst/>
              <a:rect l="l" t="t" r="r" b="b"/>
              <a:pathLst>
                <a:path w="184150" h="7619">
                  <a:moveTo>
                    <a:pt x="184150" y="6362"/>
                  </a:moveTo>
                  <a:lnTo>
                    <a:pt x="2540" y="6362"/>
                  </a:lnTo>
                  <a:lnTo>
                    <a:pt x="2540" y="7620"/>
                  </a:lnTo>
                  <a:lnTo>
                    <a:pt x="184150" y="7620"/>
                  </a:lnTo>
                  <a:lnTo>
                    <a:pt x="184150" y="6362"/>
                  </a:lnTo>
                  <a:close/>
                </a:path>
                <a:path w="184150" h="7619">
                  <a:moveTo>
                    <a:pt x="184150" y="0"/>
                  </a:moveTo>
                  <a:lnTo>
                    <a:pt x="0" y="0"/>
                  </a:lnTo>
                  <a:lnTo>
                    <a:pt x="0" y="1270"/>
                  </a:lnTo>
                  <a:lnTo>
                    <a:pt x="1270" y="1270"/>
                  </a:lnTo>
                  <a:lnTo>
                    <a:pt x="1270" y="6350"/>
                  </a:lnTo>
                  <a:lnTo>
                    <a:pt x="184150" y="6350"/>
                  </a:lnTo>
                  <a:lnTo>
                    <a:pt x="184150" y="1270"/>
                  </a:lnTo>
                  <a:lnTo>
                    <a:pt x="184150" y="0"/>
                  </a:lnTo>
                  <a:close/>
                </a:path>
              </a:pathLst>
            </a:custGeom>
            <a:solidFill>
              <a:srgbClr val="6F066F"/>
            </a:solidFill>
          </p:spPr>
          <p:txBody>
            <a:bodyPr wrap="square" lIns="0" tIns="0" rIns="0" bIns="0" rtlCol="0"/>
            <a:lstStyle/>
            <a:p/>
          </p:txBody>
        </p:sp>
        <p:sp>
          <p:nvSpPr>
            <p:cNvPr id="2093" name="object 2093"/>
            <p:cNvSpPr/>
            <p:nvPr/>
          </p:nvSpPr>
          <p:spPr>
            <a:xfrm>
              <a:off x="6323330" y="1604009"/>
              <a:ext cx="181610" cy="6350"/>
            </a:xfrm>
            <a:custGeom>
              <a:avLst/>
              <a:gdLst/>
              <a:ahLst/>
              <a:cxnLst/>
              <a:rect l="l" t="t" r="r" b="b"/>
              <a:pathLst>
                <a:path w="181609" h="6350">
                  <a:moveTo>
                    <a:pt x="181610" y="0"/>
                  </a:moveTo>
                  <a:lnTo>
                    <a:pt x="0" y="0"/>
                  </a:lnTo>
                  <a:lnTo>
                    <a:pt x="0" y="3810"/>
                  </a:lnTo>
                  <a:lnTo>
                    <a:pt x="1270" y="3810"/>
                  </a:lnTo>
                  <a:lnTo>
                    <a:pt x="1270" y="6350"/>
                  </a:lnTo>
                  <a:lnTo>
                    <a:pt x="181610" y="6350"/>
                  </a:lnTo>
                  <a:lnTo>
                    <a:pt x="181610" y="3810"/>
                  </a:lnTo>
                  <a:lnTo>
                    <a:pt x="181610" y="0"/>
                  </a:lnTo>
                  <a:close/>
                </a:path>
              </a:pathLst>
            </a:custGeom>
            <a:solidFill>
              <a:srgbClr val="700570"/>
            </a:solidFill>
          </p:spPr>
          <p:txBody>
            <a:bodyPr wrap="square" lIns="0" tIns="0" rIns="0" bIns="0" rtlCol="0"/>
            <a:lstStyle/>
            <a:p/>
          </p:txBody>
        </p:sp>
        <p:sp>
          <p:nvSpPr>
            <p:cNvPr id="2094" name="object 2094"/>
            <p:cNvSpPr/>
            <p:nvPr/>
          </p:nvSpPr>
          <p:spPr>
            <a:xfrm>
              <a:off x="6324600" y="1610359"/>
              <a:ext cx="180340" cy="7620"/>
            </a:xfrm>
            <a:custGeom>
              <a:avLst/>
              <a:gdLst/>
              <a:ahLst/>
              <a:cxnLst/>
              <a:rect l="l" t="t" r="r" b="b"/>
              <a:pathLst>
                <a:path w="180340" h="7619">
                  <a:moveTo>
                    <a:pt x="180340" y="0"/>
                  </a:moveTo>
                  <a:lnTo>
                    <a:pt x="0" y="0"/>
                  </a:lnTo>
                  <a:lnTo>
                    <a:pt x="0" y="2540"/>
                  </a:lnTo>
                  <a:lnTo>
                    <a:pt x="1270" y="2540"/>
                  </a:lnTo>
                  <a:lnTo>
                    <a:pt x="1270" y="7620"/>
                  </a:lnTo>
                  <a:lnTo>
                    <a:pt x="180340" y="7620"/>
                  </a:lnTo>
                  <a:lnTo>
                    <a:pt x="180340" y="2540"/>
                  </a:lnTo>
                  <a:lnTo>
                    <a:pt x="180340" y="0"/>
                  </a:lnTo>
                  <a:close/>
                </a:path>
              </a:pathLst>
            </a:custGeom>
            <a:solidFill>
              <a:srgbClr val="710571"/>
            </a:solidFill>
          </p:spPr>
          <p:txBody>
            <a:bodyPr wrap="square" lIns="0" tIns="0" rIns="0" bIns="0" rtlCol="0"/>
            <a:lstStyle/>
            <a:p/>
          </p:txBody>
        </p:sp>
        <p:sp>
          <p:nvSpPr>
            <p:cNvPr id="2095" name="object 2095"/>
            <p:cNvSpPr/>
            <p:nvPr/>
          </p:nvSpPr>
          <p:spPr>
            <a:xfrm>
              <a:off x="6325870" y="1617979"/>
              <a:ext cx="179070" cy="7620"/>
            </a:xfrm>
            <a:custGeom>
              <a:avLst/>
              <a:gdLst/>
              <a:ahLst/>
              <a:cxnLst/>
              <a:rect l="l" t="t" r="r" b="b"/>
              <a:pathLst>
                <a:path w="179070" h="7619">
                  <a:moveTo>
                    <a:pt x="179070" y="0"/>
                  </a:moveTo>
                  <a:lnTo>
                    <a:pt x="0" y="0"/>
                  </a:lnTo>
                  <a:lnTo>
                    <a:pt x="0" y="1270"/>
                  </a:lnTo>
                  <a:lnTo>
                    <a:pt x="1270" y="1270"/>
                  </a:lnTo>
                  <a:lnTo>
                    <a:pt x="1270" y="6350"/>
                  </a:lnTo>
                  <a:lnTo>
                    <a:pt x="2540" y="6350"/>
                  </a:lnTo>
                  <a:lnTo>
                    <a:pt x="2540" y="7620"/>
                  </a:lnTo>
                  <a:lnTo>
                    <a:pt x="179070" y="7620"/>
                  </a:lnTo>
                  <a:lnTo>
                    <a:pt x="179070" y="6350"/>
                  </a:lnTo>
                  <a:lnTo>
                    <a:pt x="179070" y="1270"/>
                  </a:lnTo>
                  <a:lnTo>
                    <a:pt x="179070" y="0"/>
                  </a:lnTo>
                  <a:close/>
                </a:path>
              </a:pathLst>
            </a:custGeom>
            <a:solidFill>
              <a:srgbClr val="720472"/>
            </a:solidFill>
          </p:spPr>
          <p:txBody>
            <a:bodyPr wrap="square" lIns="0" tIns="0" rIns="0" bIns="0" rtlCol="0"/>
            <a:lstStyle/>
            <a:p/>
          </p:txBody>
        </p:sp>
        <p:sp>
          <p:nvSpPr>
            <p:cNvPr id="2096" name="object 2096"/>
            <p:cNvSpPr/>
            <p:nvPr/>
          </p:nvSpPr>
          <p:spPr>
            <a:xfrm>
              <a:off x="6328410" y="1625599"/>
              <a:ext cx="176530" cy="6350"/>
            </a:xfrm>
            <a:custGeom>
              <a:avLst/>
              <a:gdLst/>
              <a:ahLst/>
              <a:cxnLst/>
              <a:rect l="l" t="t" r="r" b="b"/>
              <a:pathLst>
                <a:path w="176529" h="6350">
                  <a:moveTo>
                    <a:pt x="176530" y="0"/>
                  </a:moveTo>
                  <a:lnTo>
                    <a:pt x="0" y="0"/>
                  </a:lnTo>
                  <a:lnTo>
                    <a:pt x="0" y="2540"/>
                  </a:lnTo>
                  <a:lnTo>
                    <a:pt x="1270" y="2540"/>
                  </a:lnTo>
                  <a:lnTo>
                    <a:pt x="1270" y="6350"/>
                  </a:lnTo>
                  <a:lnTo>
                    <a:pt x="176530" y="6350"/>
                  </a:lnTo>
                  <a:lnTo>
                    <a:pt x="176530" y="2540"/>
                  </a:lnTo>
                  <a:lnTo>
                    <a:pt x="176530" y="0"/>
                  </a:lnTo>
                  <a:close/>
                </a:path>
              </a:pathLst>
            </a:custGeom>
            <a:solidFill>
              <a:srgbClr val="740474"/>
            </a:solidFill>
          </p:spPr>
          <p:txBody>
            <a:bodyPr wrap="square" lIns="0" tIns="0" rIns="0" bIns="0" rtlCol="0"/>
            <a:lstStyle/>
            <a:p/>
          </p:txBody>
        </p:sp>
        <p:sp>
          <p:nvSpPr>
            <p:cNvPr id="2097" name="object 2097"/>
            <p:cNvSpPr/>
            <p:nvPr/>
          </p:nvSpPr>
          <p:spPr>
            <a:xfrm>
              <a:off x="6330950" y="1631949"/>
              <a:ext cx="173990" cy="7620"/>
            </a:xfrm>
            <a:custGeom>
              <a:avLst/>
              <a:gdLst/>
              <a:ahLst/>
              <a:cxnLst/>
              <a:rect l="l" t="t" r="r" b="b"/>
              <a:pathLst>
                <a:path w="173990" h="7619">
                  <a:moveTo>
                    <a:pt x="173990" y="0"/>
                  </a:moveTo>
                  <a:lnTo>
                    <a:pt x="0" y="0"/>
                  </a:lnTo>
                  <a:lnTo>
                    <a:pt x="0" y="2540"/>
                  </a:lnTo>
                  <a:lnTo>
                    <a:pt x="1270" y="2540"/>
                  </a:lnTo>
                  <a:lnTo>
                    <a:pt x="1270" y="6350"/>
                  </a:lnTo>
                  <a:lnTo>
                    <a:pt x="2540" y="6350"/>
                  </a:lnTo>
                  <a:lnTo>
                    <a:pt x="2540" y="7620"/>
                  </a:lnTo>
                  <a:lnTo>
                    <a:pt x="173990" y="7620"/>
                  </a:lnTo>
                  <a:lnTo>
                    <a:pt x="173990" y="6350"/>
                  </a:lnTo>
                  <a:lnTo>
                    <a:pt x="173990" y="2540"/>
                  </a:lnTo>
                  <a:lnTo>
                    <a:pt x="173990" y="0"/>
                  </a:lnTo>
                  <a:close/>
                </a:path>
              </a:pathLst>
            </a:custGeom>
            <a:solidFill>
              <a:srgbClr val="750375"/>
            </a:solidFill>
          </p:spPr>
          <p:txBody>
            <a:bodyPr wrap="square" lIns="0" tIns="0" rIns="0" bIns="0" rtlCol="0"/>
            <a:lstStyle/>
            <a:p/>
          </p:txBody>
        </p:sp>
        <p:sp>
          <p:nvSpPr>
            <p:cNvPr id="2098" name="object 2098"/>
            <p:cNvSpPr/>
            <p:nvPr/>
          </p:nvSpPr>
          <p:spPr>
            <a:xfrm>
              <a:off x="6333490" y="1639569"/>
              <a:ext cx="171450" cy="7620"/>
            </a:xfrm>
            <a:custGeom>
              <a:avLst/>
              <a:gdLst/>
              <a:ahLst/>
              <a:cxnLst/>
              <a:rect l="l" t="t" r="r" b="b"/>
              <a:pathLst>
                <a:path w="171450" h="7619">
                  <a:moveTo>
                    <a:pt x="171450" y="0"/>
                  </a:moveTo>
                  <a:lnTo>
                    <a:pt x="0" y="0"/>
                  </a:lnTo>
                  <a:lnTo>
                    <a:pt x="0" y="3810"/>
                  </a:lnTo>
                  <a:lnTo>
                    <a:pt x="1270" y="3810"/>
                  </a:lnTo>
                  <a:lnTo>
                    <a:pt x="1270" y="6350"/>
                  </a:lnTo>
                  <a:lnTo>
                    <a:pt x="1270" y="7620"/>
                  </a:lnTo>
                  <a:lnTo>
                    <a:pt x="92710" y="7620"/>
                  </a:lnTo>
                  <a:lnTo>
                    <a:pt x="92710" y="6350"/>
                  </a:lnTo>
                  <a:lnTo>
                    <a:pt x="93980" y="6350"/>
                  </a:lnTo>
                  <a:lnTo>
                    <a:pt x="93980" y="7620"/>
                  </a:lnTo>
                  <a:lnTo>
                    <a:pt x="171450" y="7620"/>
                  </a:lnTo>
                  <a:lnTo>
                    <a:pt x="171450" y="6350"/>
                  </a:lnTo>
                  <a:lnTo>
                    <a:pt x="171450" y="3810"/>
                  </a:lnTo>
                  <a:lnTo>
                    <a:pt x="171450" y="0"/>
                  </a:lnTo>
                  <a:close/>
                </a:path>
              </a:pathLst>
            </a:custGeom>
            <a:solidFill>
              <a:srgbClr val="760376"/>
            </a:solidFill>
          </p:spPr>
          <p:txBody>
            <a:bodyPr wrap="square" lIns="0" tIns="0" rIns="0" bIns="0" rtlCol="0"/>
            <a:lstStyle/>
            <a:p/>
          </p:txBody>
        </p:sp>
        <p:sp>
          <p:nvSpPr>
            <p:cNvPr id="2099" name="object 2099"/>
            <p:cNvSpPr/>
            <p:nvPr/>
          </p:nvSpPr>
          <p:spPr>
            <a:xfrm>
              <a:off x="6336030" y="1647189"/>
              <a:ext cx="168910" cy="6350"/>
            </a:xfrm>
            <a:custGeom>
              <a:avLst/>
              <a:gdLst/>
              <a:ahLst/>
              <a:cxnLst/>
              <a:rect l="l" t="t" r="r" b="b"/>
              <a:pathLst>
                <a:path w="168909" h="6350">
                  <a:moveTo>
                    <a:pt x="90170" y="0"/>
                  </a:moveTo>
                  <a:lnTo>
                    <a:pt x="0" y="0"/>
                  </a:lnTo>
                  <a:lnTo>
                    <a:pt x="0" y="1270"/>
                  </a:lnTo>
                  <a:lnTo>
                    <a:pt x="0" y="2540"/>
                  </a:lnTo>
                  <a:lnTo>
                    <a:pt x="1270" y="2540"/>
                  </a:lnTo>
                  <a:lnTo>
                    <a:pt x="1270" y="3810"/>
                  </a:lnTo>
                  <a:lnTo>
                    <a:pt x="1270" y="5080"/>
                  </a:lnTo>
                  <a:lnTo>
                    <a:pt x="2540" y="5080"/>
                  </a:lnTo>
                  <a:lnTo>
                    <a:pt x="2540" y="6350"/>
                  </a:lnTo>
                  <a:lnTo>
                    <a:pt x="86360" y="6350"/>
                  </a:lnTo>
                  <a:lnTo>
                    <a:pt x="86360" y="5080"/>
                  </a:lnTo>
                  <a:lnTo>
                    <a:pt x="87630" y="5080"/>
                  </a:lnTo>
                  <a:lnTo>
                    <a:pt x="87630" y="3810"/>
                  </a:lnTo>
                  <a:lnTo>
                    <a:pt x="88900" y="3810"/>
                  </a:lnTo>
                  <a:lnTo>
                    <a:pt x="88900" y="2540"/>
                  </a:lnTo>
                  <a:lnTo>
                    <a:pt x="88900" y="1270"/>
                  </a:lnTo>
                  <a:lnTo>
                    <a:pt x="90170" y="1270"/>
                  </a:lnTo>
                  <a:lnTo>
                    <a:pt x="90170" y="0"/>
                  </a:lnTo>
                  <a:close/>
                </a:path>
                <a:path w="168909" h="6350">
                  <a:moveTo>
                    <a:pt x="168910" y="0"/>
                  </a:moveTo>
                  <a:lnTo>
                    <a:pt x="91440" y="0"/>
                  </a:lnTo>
                  <a:lnTo>
                    <a:pt x="91440" y="6350"/>
                  </a:lnTo>
                  <a:lnTo>
                    <a:pt x="168910" y="6350"/>
                  </a:lnTo>
                  <a:lnTo>
                    <a:pt x="168910" y="0"/>
                  </a:lnTo>
                  <a:close/>
                </a:path>
              </a:pathLst>
            </a:custGeom>
            <a:solidFill>
              <a:srgbClr val="770377"/>
            </a:solidFill>
          </p:spPr>
          <p:txBody>
            <a:bodyPr wrap="square" lIns="0" tIns="0" rIns="0" bIns="0" rtlCol="0"/>
            <a:lstStyle/>
            <a:p/>
          </p:txBody>
        </p:sp>
        <p:sp>
          <p:nvSpPr>
            <p:cNvPr id="2100" name="object 2100"/>
            <p:cNvSpPr/>
            <p:nvPr/>
          </p:nvSpPr>
          <p:spPr>
            <a:xfrm>
              <a:off x="6339840" y="1653539"/>
              <a:ext cx="165100" cy="7620"/>
            </a:xfrm>
            <a:custGeom>
              <a:avLst/>
              <a:gdLst/>
              <a:ahLst/>
              <a:cxnLst/>
              <a:rect l="l" t="t" r="r" b="b"/>
              <a:pathLst>
                <a:path w="165100" h="7619">
                  <a:moveTo>
                    <a:pt x="81279" y="0"/>
                  </a:moveTo>
                  <a:lnTo>
                    <a:pt x="0" y="0"/>
                  </a:lnTo>
                  <a:lnTo>
                    <a:pt x="0" y="2539"/>
                  </a:lnTo>
                  <a:lnTo>
                    <a:pt x="81279" y="2539"/>
                  </a:lnTo>
                  <a:lnTo>
                    <a:pt x="81279" y="0"/>
                  </a:lnTo>
                  <a:close/>
                </a:path>
                <a:path w="165100" h="7619">
                  <a:moveTo>
                    <a:pt x="165100" y="0"/>
                  </a:moveTo>
                  <a:lnTo>
                    <a:pt x="87630" y="0"/>
                  </a:lnTo>
                  <a:lnTo>
                    <a:pt x="87630" y="2539"/>
                  </a:lnTo>
                  <a:lnTo>
                    <a:pt x="165100" y="2539"/>
                  </a:lnTo>
                  <a:lnTo>
                    <a:pt x="165100" y="0"/>
                  </a:lnTo>
                  <a:close/>
                </a:path>
                <a:path w="165100" h="7619">
                  <a:moveTo>
                    <a:pt x="78739" y="5080"/>
                  </a:moveTo>
                  <a:lnTo>
                    <a:pt x="2539" y="5080"/>
                  </a:lnTo>
                  <a:lnTo>
                    <a:pt x="2539" y="6350"/>
                  </a:lnTo>
                  <a:lnTo>
                    <a:pt x="3810" y="6350"/>
                  </a:lnTo>
                  <a:lnTo>
                    <a:pt x="3810" y="7620"/>
                  </a:lnTo>
                  <a:lnTo>
                    <a:pt x="78739" y="7620"/>
                  </a:lnTo>
                  <a:lnTo>
                    <a:pt x="78739" y="5080"/>
                  </a:lnTo>
                  <a:close/>
                </a:path>
                <a:path w="165100" h="7619">
                  <a:moveTo>
                    <a:pt x="80010" y="2540"/>
                  </a:moveTo>
                  <a:lnTo>
                    <a:pt x="1270" y="2540"/>
                  </a:lnTo>
                  <a:lnTo>
                    <a:pt x="1270" y="5080"/>
                  </a:lnTo>
                  <a:lnTo>
                    <a:pt x="80010" y="5080"/>
                  </a:lnTo>
                  <a:lnTo>
                    <a:pt x="80010" y="2540"/>
                  </a:lnTo>
                  <a:close/>
                </a:path>
                <a:path w="165100" h="7619">
                  <a:moveTo>
                    <a:pt x="165100" y="2540"/>
                  </a:moveTo>
                  <a:lnTo>
                    <a:pt x="87630" y="2540"/>
                  </a:lnTo>
                  <a:lnTo>
                    <a:pt x="87630" y="7620"/>
                  </a:lnTo>
                  <a:lnTo>
                    <a:pt x="165100" y="7620"/>
                  </a:lnTo>
                  <a:lnTo>
                    <a:pt x="165100" y="2540"/>
                  </a:lnTo>
                  <a:close/>
                </a:path>
              </a:pathLst>
            </a:custGeom>
            <a:solidFill>
              <a:srgbClr val="780278"/>
            </a:solidFill>
          </p:spPr>
          <p:txBody>
            <a:bodyPr wrap="square" lIns="0" tIns="0" rIns="0" bIns="0" rtlCol="0"/>
            <a:lstStyle/>
            <a:p/>
          </p:txBody>
        </p:sp>
        <p:sp>
          <p:nvSpPr>
            <p:cNvPr id="2101" name="object 2101"/>
            <p:cNvSpPr/>
            <p:nvPr/>
          </p:nvSpPr>
          <p:spPr>
            <a:xfrm>
              <a:off x="6343650" y="1661159"/>
              <a:ext cx="161290" cy="7620"/>
            </a:xfrm>
            <a:custGeom>
              <a:avLst/>
              <a:gdLst/>
              <a:ahLst/>
              <a:cxnLst/>
              <a:rect l="l" t="t" r="r" b="b"/>
              <a:pathLst>
                <a:path w="161290" h="7619">
                  <a:moveTo>
                    <a:pt x="73660" y="0"/>
                  </a:moveTo>
                  <a:lnTo>
                    <a:pt x="0" y="0"/>
                  </a:lnTo>
                  <a:lnTo>
                    <a:pt x="0" y="1269"/>
                  </a:lnTo>
                  <a:lnTo>
                    <a:pt x="73660" y="1269"/>
                  </a:lnTo>
                  <a:lnTo>
                    <a:pt x="73660" y="0"/>
                  </a:lnTo>
                  <a:close/>
                </a:path>
                <a:path w="161290" h="7619">
                  <a:moveTo>
                    <a:pt x="161290" y="0"/>
                  </a:moveTo>
                  <a:lnTo>
                    <a:pt x="83820" y="0"/>
                  </a:lnTo>
                  <a:lnTo>
                    <a:pt x="83820" y="1269"/>
                  </a:lnTo>
                  <a:lnTo>
                    <a:pt x="161290" y="1269"/>
                  </a:lnTo>
                  <a:lnTo>
                    <a:pt x="161290" y="0"/>
                  </a:lnTo>
                  <a:close/>
                </a:path>
                <a:path w="161290" h="7619">
                  <a:moveTo>
                    <a:pt x="71119" y="3810"/>
                  </a:moveTo>
                  <a:lnTo>
                    <a:pt x="2539" y="3810"/>
                  </a:lnTo>
                  <a:lnTo>
                    <a:pt x="2539" y="5079"/>
                  </a:lnTo>
                  <a:lnTo>
                    <a:pt x="3810" y="5079"/>
                  </a:lnTo>
                  <a:lnTo>
                    <a:pt x="3810" y="7619"/>
                  </a:lnTo>
                  <a:lnTo>
                    <a:pt x="69850" y="7619"/>
                  </a:lnTo>
                  <a:lnTo>
                    <a:pt x="69850" y="6350"/>
                  </a:lnTo>
                  <a:lnTo>
                    <a:pt x="71120" y="6350"/>
                  </a:lnTo>
                  <a:lnTo>
                    <a:pt x="71119" y="3810"/>
                  </a:lnTo>
                  <a:close/>
                </a:path>
                <a:path w="161290" h="7619">
                  <a:moveTo>
                    <a:pt x="72390" y="1270"/>
                  </a:moveTo>
                  <a:lnTo>
                    <a:pt x="1270" y="1270"/>
                  </a:lnTo>
                  <a:lnTo>
                    <a:pt x="1270" y="3810"/>
                  </a:lnTo>
                  <a:lnTo>
                    <a:pt x="72390" y="3810"/>
                  </a:lnTo>
                  <a:lnTo>
                    <a:pt x="72390" y="1270"/>
                  </a:lnTo>
                  <a:close/>
                </a:path>
                <a:path w="161290" h="7619">
                  <a:moveTo>
                    <a:pt x="161290" y="1270"/>
                  </a:moveTo>
                  <a:lnTo>
                    <a:pt x="83820" y="1270"/>
                  </a:lnTo>
                  <a:lnTo>
                    <a:pt x="83820" y="7619"/>
                  </a:lnTo>
                  <a:lnTo>
                    <a:pt x="161290" y="7619"/>
                  </a:lnTo>
                  <a:lnTo>
                    <a:pt x="161290" y="1270"/>
                  </a:lnTo>
                  <a:close/>
                </a:path>
              </a:pathLst>
            </a:custGeom>
            <a:solidFill>
              <a:srgbClr val="790279"/>
            </a:solidFill>
          </p:spPr>
          <p:txBody>
            <a:bodyPr wrap="square" lIns="0" tIns="0" rIns="0" bIns="0" rtlCol="0"/>
            <a:lstStyle/>
            <a:p/>
          </p:txBody>
        </p:sp>
        <p:sp>
          <p:nvSpPr>
            <p:cNvPr id="2102" name="object 2102"/>
            <p:cNvSpPr/>
            <p:nvPr/>
          </p:nvSpPr>
          <p:spPr>
            <a:xfrm>
              <a:off x="6348730" y="1668779"/>
              <a:ext cx="156210" cy="6350"/>
            </a:xfrm>
            <a:custGeom>
              <a:avLst/>
              <a:gdLst/>
              <a:ahLst/>
              <a:cxnLst/>
              <a:rect l="l" t="t" r="r" b="b"/>
              <a:pathLst>
                <a:path w="156209" h="6350">
                  <a:moveTo>
                    <a:pt x="156210" y="0"/>
                  </a:moveTo>
                  <a:lnTo>
                    <a:pt x="78740" y="0"/>
                  </a:lnTo>
                  <a:lnTo>
                    <a:pt x="78740" y="6350"/>
                  </a:lnTo>
                  <a:lnTo>
                    <a:pt x="156210" y="6350"/>
                  </a:lnTo>
                  <a:lnTo>
                    <a:pt x="156210" y="0"/>
                  </a:lnTo>
                  <a:close/>
                </a:path>
                <a:path w="156209" h="6350">
                  <a:moveTo>
                    <a:pt x="60960" y="5080"/>
                  </a:moveTo>
                  <a:lnTo>
                    <a:pt x="3810" y="5080"/>
                  </a:lnTo>
                  <a:lnTo>
                    <a:pt x="3810" y="6350"/>
                  </a:lnTo>
                  <a:lnTo>
                    <a:pt x="60960" y="6350"/>
                  </a:lnTo>
                  <a:lnTo>
                    <a:pt x="60960" y="5080"/>
                  </a:lnTo>
                  <a:close/>
                </a:path>
                <a:path w="156209" h="6350">
                  <a:moveTo>
                    <a:pt x="62230" y="2540"/>
                  </a:moveTo>
                  <a:lnTo>
                    <a:pt x="1270" y="2540"/>
                  </a:lnTo>
                  <a:lnTo>
                    <a:pt x="1270" y="3810"/>
                  </a:lnTo>
                  <a:lnTo>
                    <a:pt x="2540" y="3810"/>
                  </a:lnTo>
                  <a:lnTo>
                    <a:pt x="2540" y="5080"/>
                  </a:lnTo>
                  <a:lnTo>
                    <a:pt x="62230" y="5080"/>
                  </a:lnTo>
                  <a:lnTo>
                    <a:pt x="62230" y="2540"/>
                  </a:lnTo>
                  <a:close/>
                </a:path>
                <a:path w="156209" h="6350">
                  <a:moveTo>
                    <a:pt x="63500" y="0"/>
                  </a:moveTo>
                  <a:lnTo>
                    <a:pt x="0" y="0"/>
                  </a:lnTo>
                  <a:lnTo>
                    <a:pt x="0" y="2540"/>
                  </a:lnTo>
                  <a:lnTo>
                    <a:pt x="63500" y="2540"/>
                  </a:lnTo>
                  <a:lnTo>
                    <a:pt x="63500" y="0"/>
                  </a:lnTo>
                  <a:close/>
                </a:path>
              </a:pathLst>
            </a:custGeom>
            <a:solidFill>
              <a:srgbClr val="7A017A"/>
            </a:solidFill>
          </p:spPr>
          <p:txBody>
            <a:bodyPr wrap="square" lIns="0" tIns="0" rIns="0" bIns="0" rtlCol="0"/>
            <a:lstStyle/>
            <a:p/>
          </p:txBody>
        </p:sp>
        <p:sp>
          <p:nvSpPr>
            <p:cNvPr id="2103" name="object 2103"/>
            <p:cNvSpPr/>
            <p:nvPr/>
          </p:nvSpPr>
          <p:spPr>
            <a:xfrm>
              <a:off x="6353810" y="1675129"/>
              <a:ext cx="151130" cy="7620"/>
            </a:xfrm>
            <a:custGeom>
              <a:avLst/>
              <a:gdLst/>
              <a:ahLst/>
              <a:cxnLst/>
              <a:rect l="l" t="t" r="r" b="b"/>
              <a:pathLst>
                <a:path w="151129" h="7619">
                  <a:moveTo>
                    <a:pt x="48260" y="5080"/>
                  </a:moveTo>
                  <a:lnTo>
                    <a:pt x="3810" y="5080"/>
                  </a:lnTo>
                  <a:lnTo>
                    <a:pt x="3810" y="6350"/>
                  </a:lnTo>
                  <a:lnTo>
                    <a:pt x="6350" y="6350"/>
                  </a:lnTo>
                  <a:lnTo>
                    <a:pt x="6350" y="7620"/>
                  </a:lnTo>
                  <a:lnTo>
                    <a:pt x="48260" y="7620"/>
                  </a:lnTo>
                  <a:lnTo>
                    <a:pt x="48260" y="5080"/>
                  </a:lnTo>
                  <a:close/>
                </a:path>
                <a:path w="151129" h="7619">
                  <a:moveTo>
                    <a:pt x="49529" y="3810"/>
                  </a:moveTo>
                  <a:lnTo>
                    <a:pt x="2539" y="3810"/>
                  </a:lnTo>
                  <a:lnTo>
                    <a:pt x="2539" y="5080"/>
                  </a:lnTo>
                  <a:lnTo>
                    <a:pt x="49529" y="5080"/>
                  </a:lnTo>
                  <a:lnTo>
                    <a:pt x="49529" y="3810"/>
                  </a:lnTo>
                  <a:close/>
                </a:path>
                <a:path w="151129" h="7619">
                  <a:moveTo>
                    <a:pt x="53339" y="1270"/>
                  </a:moveTo>
                  <a:lnTo>
                    <a:pt x="1269" y="1270"/>
                  </a:lnTo>
                  <a:lnTo>
                    <a:pt x="1269" y="3810"/>
                  </a:lnTo>
                  <a:lnTo>
                    <a:pt x="50799" y="3810"/>
                  </a:lnTo>
                  <a:lnTo>
                    <a:pt x="50799" y="2540"/>
                  </a:lnTo>
                  <a:lnTo>
                    <a:pt x="53339" y="2540"/>
                  </a:lnTo>
                  <a:lnTo>
                    <a:pt x="53339" y="1270"/>
                  </a:lnTo>
                  <a:close/>
                </a:path>
                <a:path w="151129" h="7619">
                  <a:moveTo>
                    <a:pt x="54610" y="0"/>
                  </a:moveTo>
                  <a:lnTo>
                    <a:pt x="0" y="0"/>
                  </a:lnTo>
                  <a:lnTo>
                    <a:pt x="0" y="1270"/>
                  </a:lnTo>
                  <a:lnTo>
                    <a:pt x="54610" y="1270"/>
                  </a:lnTo>
                  <a:lnTo>
                    <a:pt x="54610" y="0"/>
                  </a:lnTo>
                  <a:close/>
                </a:path>
                <a:path w="151129" h="7619">
                  <a:moveTo>
                    <a:pt x="151130" y="0"/>
                  </a:moveTo>
                  <a:lnTo>
                    <a:pt x="73660" y="0"/>
                  </a:lnTo>
                  <a:lnTo>
                    <a:pt x="73660" y="2540"/>
                  </a:lnTo>
                  <a:lnTo>
                    <a:pt x="151130" y="2540"/>
                  </a:lnTo>
                  <a:lnTo>
                    <a:pt x="151130" y="0"/>
                  </a:lnTo>
                  <a:close/>
                </a:path>
              </a:pathLst>
            </a:custGeom>
            <a:solidFill>
              <a:srgbClr val="7B017B"/>
            </a:solidFill>
          </p:spPr>
          <p:txBody>
            <a:bodyPr wrap="square" lIns="0" tIns="0" rIns="0" bIns="0" rtlCol="0"/>
            <a:lstStyle/>
            <a:p/>
          </p:txBody>
        </p:sp>
        <p:sp>
          <p:nvSpPr>
            <p:cNvPr id="2104" name="object 2104"/>
            <p:cNvSpPr/>
            <p:nvPr/>
          </p:nvSpPr>
          <p:spPr>
            <a:xfrm>
              <a:off x="6361430" y="1682749"/>
              <a:ext cx="39370" cy="7620"/>
            </a:xfrm>
            <a:custGeom>
              <a:avLst/>
              <a:gdLst/>
              <a:ahLst/>
              <a:cxnLst/>
              <a:rect l="l" t="t" r="r" b="b"/>
              <a:pathLst>
                <a:path w="39370" h="7619">
                  <a:moveTo>
                    <a:pt x="20320" y="6350"/>
                  </a:moveTo>
                  <a:lnTo>
                    <a:pt x="13970" y="6350"/>
                  </a:lnTo>
                  <a:lnTo>
                    <a:pt x="13970" y="7620"/>
                  </a:lnTo>
                  <a:lnTo>
                    <a:pt x="20320" y="7620"/>
                  </a:lnTo>
                  <a:lnTo>
                    <a:pt x="20320" y="6350"/>
                  </a:lnTo>
                  <a:close/>
                </a:path>
                <a:path w="39370" h="7619">
                  <a:moveTo>
                    <a:pt x="25400" y="5079"/>
                  </a:moveTo>
                  <a:lnTo>
                    <a:pt x="8890" y="5079"/>
                  </a:lnTo>
                  <a:lnTo>
                    <a:pt x="8890" y="6350"/>
                  </a:lnTo>
                  <a:lnTo>
                    <a:pt x="25400" y="6350"/>
                  </a:lnTo>
                  <a:lnTo>
                    <a:pt x="25400" y="5079"/>
                  </a:lnTo>
                  <a:close/>
                </a:path>
                <a:path w="39370" h="7619">
                  <a:moveTo>
                    <a:pt x="33020" y="3810"/>
                  </a:moveTo>
                  <a:lnTo>
                    <a:pt x="7620" y="3810"/>
                  </a:lnTo>
                  <a:lnTo>
                    <a:pt x="7620" y="5079"/>
                  </a:lnTo>
                  <a:lnTo>
                    <a:pt x="33020" y="5079"/>
                  </a:lnTo>
                  <a:lnTo>
                    <a:pt x="33020" y="3810"/>
                  </a:lnTo>
                  <a:close/>
                </a:path>
                <a:path w="39370" h="7619">
                  <a:moveTo>
                    <a:pt x="34290" y="2539"/>
                  </a:moveTo>
                  <a:lnTo>
                    <a:pt x="5080" y="2539"/>
                  </a:lnTo>
                  <a:lnTo>
                    <a:pt x="5080" y="3810"/>
                  </a:lnTo>
                  <a:lnTo>
                    <a:pt x="34290" y="3810"/>
                  </a:lnTo>
                  <a:lnTo>
                    <a:pt x="34290" y="2539"/>
                  </a:lnTo>
                  <a:close/>
                </a:path>
                <a:path w="39370" h="7619">
                  <a:moveTo>
                    <a:pt x="38100" y="1270"/>
                  </a:moveTo>
                  <a:lnTo>
                    <a:pt x="3810" y="1270"/>
                  </a:lnTo>
                  <a:lnTo>
                    <a:pt x="3810" y="2539"/>
                  </a:lnTo>
                  <a:lnTo>
                    <a:pt x="38100" y="2539"/>
                  </a:lnTo>
                  <a:lnTo>
                    <a:pt x="38100" y="1270"/>
                  </a:lnTo>
                  <a:close/>
                </a:path>
                <a:path w="39370" h="7619">
                  <a:moveTo>
                    <a:pt x="39370" y="0"/>
                  </a:moveTo>
                  <a:lnTo>
                    <a:pt x="0" y="0"/>
                  </a:lnTo>
                  <a:lnTo>
                    <a:pt x="0" y="1270"/>
                  </a:lnTo>
                  <a:lnTo>
                    <a:pt x="39370" y="1270"/>
                  </a:lnTo>
                  <a:lnTo>
                    <a:pt x="39370" y="0"/>
                  </a:lnTo>
                  <a:close/>
                </a:path>
              </a:pathLst>
            </a:custGeom>
            <a:solidFill>
              <a:srgbClr val="7C007C"/>
            </a:solidFill>
          </p:spPr>
          <p:txBody>
            <a:bodyPr wrap="square" lIns="0" tIns="0" rIns="0" bIns="0" rtlCol="0"/>
            <a:lstStyle/>
            <a:p/>
          </p:txBody>
        </p:sp>
      </p:grpSp>
      <p:grpSp>
        <p:nvGrpSpPr>
          <p:cNvPr id="2105" name="object 2105"/>
          <p:cNvGrpSpPr/>
          <p:nvPr/>
        </p:nvGrpSpPr>
        <p:grpSpPr>
          <a:xfrm>
            <a:off x="6774180" y="855980"/>
            <a:ext cx="203200" cy="820419"/>
            <a:chOff x="6774180" y="855980"/>
            <a:chExt cx="203200" cy="820419"/>
          </a:xfrm>
        </p:grpSpPr>
        <p:sp>
          <p:nvSpPr>
            <p:cNvPr id="2106" name="object 2106"/>
            <p:cNvSpPr/>
            <p:nvPr/>
          </p:nvSpPr>
          <p:spPr>
            <a:xfrm>
              <a:off x="6774180" y="855979"/>
              <a:ext cx="91440" cy="12700"/>
            </a:xfrm>
            <a:custGeom>
              <a:avLst/>
              <a:gdLst/>
              <a:ahLst/>
              <a:cxnLst/>
              <a:rect l="l" t="t" r="r" b="b"/>
              <a:pathLst>
                <a:path w="91440" h="12700">
                  <a:moveTo>
                    <a:pt x="91440" y="0"/>
                  </a:moveTo>
                  <a:lnTo>
                    <a:pt x="0" y="0"/>
                  </a:lnTo>
                  <a:lnTo>
                    <a:pt x="0" y="6350"/>
                  </a:lnTo>
                  <a:lnTo>
                    <a:pt x="0" y="12700"/>
                  </a:lnTo>
                  <a:lnTo>
                    <a:pt x="91440" y="12700"/>
                  </a:lnTo>
                  <a:lnTo>
                    <a:pt x="91440" y="6350"/>
                  </a:lnTo>
                  <a:lnTo>
                    <a:pt x="91440" y="0"/>
                  </a:lnTo>
                  <a:close/>
                </a:path>
              </a:pathLst>
            </a:custGeom>
            <a:solidFill>
              <a:srgbClr val="003300"/>
            </a:solidFill>
          </p:spPr>
          <p:txBody>
            <a:bodyPr wrap="square" lIns="0" tIns="0" rIns="0" bIns="0" rtlCol="0"/>
            <a:lstStyle/>
            <a:p/>
          </p:txBody>
        </p:sp>
        <p:sp>
          <p:nvSpPr>
            <p:cNvPr id="2107" name="object 2107"/>
            <p:cNvSpPr/>
            <p:nvPr/>
          </p:nvSpPr>
          <p:spPr>
            <a:xfrm>
              <a:off x="6774180" y="8686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13301"/>
            </a:solidFill>
          </p:spPr>
          <p:txBody>
            <a:bodyPr wrap="square" lIns="0" tIns="0" rIns="0" bIns="0" rtlCol="0"/>
            <a:lstStyle/>
            <a:p/>
          </p:txBody>
        </p:sp>
        <p:sp>
          <p:nvSpPr>
            <p:cNvPr id="2108" name="object 2108"/>
            <p:cNvSpPr/>
            <p:nvPr/>
          </p:nvSpPr>
          <p:spPr>
            <a:xfrm>
              <a:off x="6774180" y="8763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23102"/>
            </a:solidFill>
          </p:spPr>
          <p:txBody>
            <a:bodyPr wrap="square" lIns="0" tIns="0" rIns="0" bIns="0" rtlCol="0"/>
            <a:lstStyle/>
            <a:p/>
          </p:txBody>
        </p:sp>
        <p:sp>
          <p:nvSpPr>
            <p:cNvPr id="2109" name="object 2109"/>
            <p:cNvSpPr/>
            <p:nvPr/>
          </p:nvSpPr>
          <p:spPr>
            <a:xfrm>
              <a:off x="6774180" y="8839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33103"/>
            </a:solidFill>
          </p:spPr>
          <p:txBody>
            <a:bodyPr wrap="square" lIns="0" tIns="0" rIns="0" bIns="0" rtlCol="0"/>
            <a:lstStyle/>
            <a:p/>
          </p:txBody>
        </p:sp>
        <p:sp>
          <p:nvSpPr>
            <p:cNvPr id="2110" name="object 2110"/>
            <p:cNvSpPr/>
            <p:nvPr/>
          </p:nvSpPr>
          <p:spPr>
            <a:xfrm>
              <a:off x="6774180" y="8902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43004"/>
            </a:solidFill>
          </p:spPr>
          <p:txBody>
            <a:bodyPr wrap="square" lIns="0" tIns="0" rIns="0" bIns="0" rtlCol="0"/>
            <a:lstStyle/>
            <a:p/>
          </p:txBody>
        </p:sp>
        <p:sp>
          <p:nvSpPr>
            <p:cNvPr id="2111" name="object 2111"/>
            <p:cNvSpPr/>
            <p:nvPr/>
          </p:nvSpPr>
          <p:spPr>
            <a:xfrm>
              <a:off x="6774180" y="8978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53005"/>
            </a:solidFill>
          </p:spPr>
          <p:txBody>
            <a:bodyPr wrap="square" lIns="0" tIns="0" rIns="0" bIns="0" rtlCol="0"/>
            <a:lstStyle/>
            <a:p/>
          </p:txBody>
        </p:sp>
        <p:sp>
          <p:nvSpPr>
            <p:cNvPr id="2112" name="object 2112"/>
            <p:cNvSpPr/>
            <p:nvPr/>
          </p:nvSpPr>
          <p:spPr>
            <a:xfrm>
              <a:off x="6774180" y="9055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62F06"/>
            </a:solidFill>
          </p:spPr>
          <p:txBody>
            <a:bodyPr wrap="square" lIns="0" tIns="0" rIns="0" bIns="0" rtlCol="0"/>
            <a:lstStyle/>
            <a:p/>
          </p:txBody>
        </p:sp>
        <p:sp>
          <p:nvSpPr>
            <p:cNvPr id="2113" name="object 2113"/>
            <p:cNvSpPr/>
            <p:nvPr/>
          </p:nvSpPr>
          <p:spPr>
            <a:xfrm>
              <a:off x="6774180" y="9118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72F07"/>
            </a:solidFill>
          </p:spPr>
          <p:txBody>
            <a:bodyPr wrap="square" lIns="0" tIns="0" rIns="0" bIns="0" rtlCol="0"/>
            <a:lstStyle/>
            <a:p/>
          </p:txBody>
        </p:sp>
        <p:sp>
          <p:nvSpPr>
            <p:cNvPr id="2114" name="object 2114"/>
            <p:cNvSpPr/>
            <p:nvPr/>
          </p:nvSpPr>
          <p:spPr>
            <a:xfrm>
              <a:off x="6774180" y="9194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92F09"/>
            </a:solidFill>
          </p:spPr>
          <p:txBody>
            <a:bodyPr wrap="square" lIns="0" tIns="0" rIns="0" bIns="0" rtlCol="0"/>
            <a:lstStyle/>
            <a:p/>
          </p:txBody>
        </p:sp>
        <p:sp>
          <p:nvSpPr>
            <p:cNvPr id="2115" name="object 2115"/>
            <p:cNvSpPr/>
            <p:nvPr/>
          </p:nvSpPr>
          <p:spPr>
            <a:xfrm>
              <a:off x="6774180" y="92710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A2E0A"/>
            </a:solidFill>
          </p:spPr>
          <p:txBody>
            <a:bodyPr wrap="square" lIns="0" tIns="0" rIns="0" bIns="0" rtlCol="0"/>
            <a:lstStyle/>
            <a:p/>
          </p:txBody>
        </p:sp>
        <p:sp>
          <p:nvSpPr>
            <p:cNvPr id="2116" name="object 2116"/>
            <p:cNvSpPr/>
            <p:nvPr/>
          </p:nvSpPr>
          <p:spPr>
            <a:xfrm>
              <a:off x="6774180" y="9334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B2E0B"/>
            </a:solidFill>
          </p:spPr>
          <p:txBody>
            <a:bodyPr wrap="square" lIns="0" tIns="0" rIns="0" bIns="0" rtlCol="0"/>
            <a:lstStyle/>
            <a:p/>
          </p:txBody>
        </p:sp>
        <p:sp>
          <p:nvSpPr>
            <p:cNvPr id="2117" name="object 2117"/>
            <p:cNvSpPr/>
            <p:nvPr/>
          </p:nvSpPr>
          <p:spPr>
            <a:xfrm>
              <a:off x="6774180" y="9410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C2D0C"/>
            </a:solidFill>
          </p:spPr>
          <p:txBody>
            <a:bodyPr wrap="square" lIns="0" tIns="0" rIns="0" bIns="0" rtlCol="0"/>
            <a:lstStyle/>
            <a:p/>
          </p:txBody>
        </p:sp>
        <p:sp>
          <p:nvSpPr>
            <p:cNvPr id="2118" name="object 2118"/>
            <p:cNvSpPr/>
            <p:nvPr/>
          </p:nvSpPr>
          <p:spPr>
            <a:xfrm>
              <a:off x="6774180" y="94869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0D2D0D"/>
            </a:solidFill>
          </p:spPr>
          <p:txBody>
            <a:bodyPr wrap="square" lIns="0" tIns="0" rIns="0" bIns="0" rtlCol="0"/>
            <a:lstStyle/>
            <a:p/>
          </p:txBody>
        </p:sp>
        <p:sp>
          <p:nvSpPr>
            <p:cNvPr id="2119" name="object 2119"/>
            <p:cNvSpPr/>
            <p:nvPr/>
          </p:nvSpPr>
          <p:spPr>
            <a:xfrm>
              <a:off x="6774180" y="9550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0E2C0E"/>
            </a:solidFill>
          </p:spPr>
          <p:txBody>
            <a:bodyPr wrap="square" lIns="0" tIns="0" rIns="0" bIns="0" rtlCol="0"/>
            <a:lstStyle/>
            <a:p/>
          </p:txBody>
        </p:sp>
        <p:sp>
          <p:nvSpPr>
            <p:cNvPr id="2120" name="object 2120"/>
            <p:cNvSpPr/>
            <p:nvPr/>
          </p:nvSpPr>
          <p:spPr>
            <a:xfrm>
              <a:off x="6774180" y="9626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0F2C0F"/>
            </a:solidFill>
          </p:spPr>
          <p:txBody>
            <a:bodyPr wrap="square" lIns="0" tIns="0" rIns="0" bIns="0" rtlCol="0"/>
            <a:lstStyle/>
            <a:p/>
          </p:txBody>
        </p:sp>
        <p:sp>
          <p:nvSpPr>
            <p:cNvPr id="2121" name="object 2121"/>
            <p:cNvSpPr/>
            <p:nvPr/>
          </p:nvSpPr>
          <p:spPr>
            <a:xfrm>
              <a:off x="6774180" y="9702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102B10"/>
            </a:solidFill>
          </p:spPr>
          <p:txBody>
            <a:bodyPr wrap="square" lIns="0" tIns="0" rIns="0" bIns="0" rtlCol="0"/>
            <a:lstStyle/>
            <a:p/>
          </p:txBody>
        </p:sp>
        <p:sp>
          <p:nvSpPr>
            <p:cNvPr id="2122" name="object 2122"/>
            <p:cNvSpPr/>
            <p:nvPr/>
          </p:nvSpPr>
          <p:spPr>
            <a:xfrm>
              <a:off x="6774180" y="9766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12B11"/>
            </a:solidFill>
          </p:spPr>
          <p:txBody>
            <a:bodyPr wrap="square" lIns="0" tIns="0" rIns="0" bIns="0" rtlCol="0"/>
            <a:lstStyle/>
            <a:p/>
          </p:txBody>
        </p:sp>
        <p:sp>
          <p:nvSpPr>
            <p:cNvPr id="2123" name="object 2123"/>
            <p:cNvSpPr/>
            <p:nvPr/>
          </p:nvSpPr>
          <p:spPr>
            <a:xfrm>
              <a:off x="6774180" y="9842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32B13"/>
            </a:solidFill>
          </p:spPr>
          <p:txBody>
            <a:bodyPr wrap="square" lIns="0" tIns="0" rIns="0" bIns="0" rtlCol="0"/>
            <a:lstStyle/>
            <a:p/>
          </p:txBody>
        </p:sp>
        <p:sp>
          <p:nvSpPr>
            <p:cNvPr id="2124" name="object 2124"/>
            <p:cNvSpPr/>
            <p:nvPr/>
          </p:nvSpPr>
          <p:spPr>
            <a:xfrm>
              <a:off x="6774180" y="9918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142A14"/>
            </a:solidFill>
          </p:spPr>
          <p:txBody>
            <a:bodyPr wrap="square" lIns="0" tIns="0" rIns="0" bIns="0" rtlCol="0"/>
            <a:lstStyle/>
            <a:p/>
          </p:txBody>
        </p:sp>
        <p:sp>
          <p:nvSpPr>
            <p:cNvPr id="2125" name="object 2125"/>
            <p:cNvSpPr/>
            <p:nvPr/>
          </p:nvSpPr>
          <p:spPr>
            <a:xfrm>
              <a:off x="6774180" y="9982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52A15"/>
            </a:solidFill>
          </p:spPr>
          <p:txBody>
            <a:bodyPr wrap="square" lIns="0" tIns="0" rIns="0" bIns="0" rtlCol="0"/>
            <a:lstStyle/>
            <a:p/>
          </p:txBody>
        </p:sp>
        <p:sp>
          <p:nvSpPr>
            <p:cNvPr id="2126" name="object 2126"/>
            <p:cNvSpPr/>
            <p:nvPr/>
          </p:nvSpPr>
          <p:spPr>
            <a:xfrm>
              <a:off x="6774180" y="10058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62916"/>
            </a:solidFill>
          </p:spPr>
          <p:txBody>
            <a:bodyPr wrap="square" lIns="0" tIns="0" rIns="0" bIns="0" rtlCol="0"/>
            <a:lstStyle/>
            <a:p/>
          </p:txBody>
        </p:sp>
        <p:sp>
          <p:nvSpPr>
            <p:cNvPr id="2127" name="object 2127"/>
            <p:cNvSpPr/>
            <p:nvPr/>
          </p:nvSpPr>
          <p:spPr>
            <a:xfrm>
              <a:off x="6774180" y="10134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72917"/>
            </a:solidFill>
          </p:spPr>
          <p:txBody>
            <a:bodyPr wrap="square" lIns="0" tIns="0" rIns="0" bIns="0" rtlCol="0"/>
            <a:lstStyle/>
            <a:p/>
          </p:txBody>
        </p:sp>
        <p:sp>
          <p:nvSpPr>
            <p:cNvPr id="2128" name="object 2128"/>
            <p:cNvSpPr/>
            <p:nvPr/>
          </p:nvSpPr>
          <p:spPr>
            <a:xfrm>
              <a:off x="6774180" y="10210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182818"/>
            </a:solidFill>
          </p:spPr>
          <p:txBody>
            <a:bodyPr wrap="square" lIns="0" tIns="0" rIns="0" bIns="0" rtlCol="0"/>
            <a:lstStyle/>
            <a:p/>
          </p:txBody>
        </p:sp>
        <p:sp>
          <p:nvSpPr>
            <p:cNvPr id="2129" name="object 2129"/>
            <p:cNvSpPr/>
            <p:nvPr/>
          </p:nvSpPr>
          <p:spPr>
            <a:xfrm>
              <a:off x="6774180" y="10274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92819"/>
            </a:solidFill>
          </p:spPr>
          <p:txBody>
            <a:bodyPr wrap="square" lIns="0" tIns="0" rIns="0" bIns="0" rtlCol="0"/>
            <a:lstStyle/>
            <a:p/>
          </p:txBody>
        </p:sp>
        <p:sp>
          <p:nvSpPr>
            <p:cNvPr id="2130" name="object 2130"/>
            <p:cNvSpPr/>
            <p:nvPr/>
          </p:nvSpPr>
          <p:spPr>
            <a:xfrm>
              <a:off x="6774180" y="10350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A271A"/>
            </a:solidFill>
          </p:spPr>
          <p:txBody>
            <a:bodyPr wrap="square" lIns="0" tIns="0" rIns="0" bIns="0" rtlCol="0"/>
            <a:lstStyle/>
            <a:p/>
          </p:txBody>
        </p:sp>
        <p:sp>
          <p:nvSpPr>
            <p:cNvPr id="2131" name="object 2131"/>
            <p:cNvSpPr/>
            <p:nvPr/>
          </p:nvSpPr>
          <p:spPr>
            <a:xfrm>
              <a:off x="6774180" y="10426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1B271B"/>
            </a:solidFill>
          </p:spPr>
          <p:txBody>
            <a:bodyPr wrap="square" lIns="0" tIns="0" rIns="0" bIns="0" rtlCol="0"/>
            <a:lstStyle/>
            <a:p/>
          </p:txBody>
        </p:sp>
        <p:sp>
          <p:nvSpPr>
            <p:cNvPr id="2132" name="object 2132"/>
            <p:cNvSpPr/>
            <p:nvPr/>
          </p:nvSpPr>
          <p:spPr>
            <a:xfrm>
              <a:off x="6774180" y="10490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1D271D"/>
            </a:solidFill>
          </p:spPr>
          <p:txBody>
            <a:bodyPr wrap="square" lIns="0" tIns="0" rIns="0" bIns="0" rtlCol="0"/>
            <a:lstStyle/>
            <a:p/>
          </p:txBody>
        </p:sp>
        <p:sp>
          <p:nvSpPr>
            <p:cNvPr id="2133" name="object 2133"/>
            <p:cNvSpPr/>
            <p:nvPr/>
          </p:nvSpPr>
          <p:spPr>
            <a:xfrm>
              <a:off x="6774180" y="10566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1E261E"/>
            </a:solidFill>
          </p:spPr>
          <p:txBody>
            <a:bodyPr wrap="square" lIns="0" tIns="0" rIns="0" bIns="0" rtlCol="0"/>
            <a:lstStyle/>
            <a:p/>
          </p:txBody>
        </p:sp>
        <p:sp>
          <p:nvSpPr>
            <p:cNvPr id="2134" name="object 2134"/>
            <p:cNvSpPr/>
            <p:nvPr/>
          </p:nvSpPr>
          <p:spPr>
            <a:xfrm>
              <a:off x="6774180" y="10642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1F261F"/>
            </a:solidFill>
          </p:spPr>
          <p:txBody>
            <a:bodyPr wrap="square" lIns="0" tIns="0" rIns="0" bIns="0" rtlCol="0"/>
            <a:lstStyle/>
            <a:p/>
          </p:txBody>
        </p:sp>
        <p:sp>
          <p:nvSpPr>
            <p:cNvPr id="2135" name="object 2135"/>
            <p:cNvSpPr/>
            <p:nvPr/>
          </p:nvSpPr>
          <p:spPr>
            <a:xfrm>
              <a:off x="6774180" y="10706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02520"/>
            </a:solidFill>
          </p:spPr>
          <p:txBody>
            <a:bodyPr wrap="square" lIns="0" tIns="0" rIns="0" bIns="0" rtlCol="0"/>
            <a:lstStyle/>
            <a:p/>
          </p:txBody>
        </p:sp>
        <p:sp>
          <p:nvSpPr>
            <p:cNvPr id="2136" name="object 2136"/>
            <p:cNvSpPr/>
            <p:nvPr/>
          </p:nvSpPr>
          <p:spPr>
            <a:xfrm>
              <a:off x="6774180" y="10782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12521"/>
            </a:solidFill>
          </p:spPr>
          <p:txBody>
            <a:bodyPr wrap="square" lIns="0" tIns="0" rIns="0" bIns="0" rtlCol="0"/>
            <a:lstStyle/>
            <a:p/>
          </p:txBody>
        </p:sp>
        <p:sp>
          <p:nvSpPr>
            <p:cNvPr id="2137" name="object 2137"/>
            <p:cNvSpPr/>
            <p:nvPr/>
          </p:nvSpPr>
          <p:spPr>
            <a:xfrm>
              <a:off x="6774180" y="108585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222422"/>
            </a:solidFill>
          </p:spPr>
          <p:txBody>
            <a:bodyPr wrap="square" lIns="0" tIns="0" rIns="0" bIns="0" rtlCol="0"/>
            <a:lstStyle/>
            <a:p/>
          </p:txBody>
        </p:sp>
        <p:sp>
          <p:nvSpPr>
            <p:cNvPr id="2138" name="object 2138"/>
            <p:cNvSpPr/>
            <p:nvPr/>
          </p:nvSpPr>
          <p:spPr>
            <a:xfrm>
              <a:off x="6774180" y="10922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32423"/>
            </a:solidFill>
          </p:spPr>
          <p:txBody>
            <a:bodyPr wrap="square" lIns="0" tIns="0" rIns="0" bIns="0" rtlCol="0"/>
            <a:lstStyle/>
            <a:p/>
          </p:txBody>
        </p:sp>
        <p:sp>
          <p:nvSpPr>
            <p:cNvPr id="2139" name="object 2139"/>
            <p:cNvSpPr/>
            <p:nvPr/>
          </p:nvSpPr>
          <p:spPr>
            <a:xfrm>
              <a:off x="6774180" y="10998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42324"/>
            </a:solidFill>
          </p:spPr>
          <p:txBody>
            <a:bodyPr wrap="square" lIns="0" tIns="0" rIns="0" bIns="0" rtlCol="0"/>
            <a:lstStyle/>
            <a:p/>
          </p:txBody>
        </p:sp>
        <p:sp>
          <p:nvSpPr>
            <p:cNvPr id="2140" name="object 2140"/>
            <p:cNvSpPr/>
            <p:nvPr/>
          </p:nvSpPr>
          <p:spPr>
            <a:xfrm>
              <a:off x="6774180" y="110744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252325"/>
            </a:solidFill>
          </p:spPr>
          <p:txBody>
            <a:bodyPr wrap="square" lIns="0" tIns="0" rIns="0" bIns="0" rtlCol="0"/>
            <a:lstStyle/>
            <a:p/>
          </p:txBody>
        </p:sp>
        <p:sp>
          <p:nvSpPr>
            <p:cNvPr id="2141" name="object 2141"/>
            <p:cNvSpPr/>
            <p:nvPr/>
          </p:nvSpPr>
          <p:spPr>
            <a:xfrm>
              <a:off x="6774180" y="11137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72327"/>
            </a:solidFill>
          </p:spPr>
          <p:txBody>
            <a:bodyPr wrap="square" lIns="0" tIns="0" rIns="0" bIns="0" rtlCol="0"/>
            <a:lstStyle/>
            <a:p/>
          </p:txBody>
        </p:sp>
        <p:sp>
          <p:nvSpPr>
            <p:cNvPr id="2142" name="object 2142"/>
            <p:cNvSpPr/>
            <p:nvPr/>
          </p:nvSpPr>
          <p:spPr>
            <a:xfrm>
              <a:off x="6774180" y="11214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82228"/>
            </a:solidFill>
          </p:spPr>
          <p:txBody>
            <a:bodyPr wrap="square" lIns="0" tIns="0" rIns="0" bIns="0" rtlCol="0"/>
            <a:lstStyle/>
            <a:p/>
          </p:txBody>
        </p:sp>
        <p:sp>
          <p:nvSpPr>
            <p:cNvPr id="2143" name="object 2143"/>
            <p:cNvSpPr/>
            <p:nvPr/>
          </p:nvSpPr>
          <p:spPr>
            <a:xfrm>
              <a:off x="6774180" y="112903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292229"/>
            </a:solidFill>
          </p:spPr>
          <p:txBody>
            <a:bodyPr wrap="square" lIns="0" tIns="0" rIns="0" bIns="0" rtlCol="0"/>
            <a:lstStyle/>
            <a:p/>
          </p:txBody>
        </p:sp>
        <p:sp>
          <p:nvSpPr>
            <p:cNvPr id="2144" name="object 2144"/>
            <p:cNvSpPr/>
            <p:nvPr/>
          </p:nvSpPr>
          <p:spPr>
            <a:xfrm>
              <a:off x="6774180" y="11353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A212A"/>
            </a:solidFill>
          </p:spPr>
          <p:txBody>
            <a:bodyPr wrap="square" lIns="0" tIns="0" rIns="0" bIns="0" rtlCol="0"/>
            <a:lstStyle/>
            <a:p/>
          </p:txBody>
        </p:sp>
        <p:sp>
          <p:nvSpPr>
            <p:cNvPr id="2145" name="object 2145"/>
            <p:cNvSpPr/>
            <p:nvPr/>
          </p:nvSpPr>
          <p:spPr>
            <a:xfrm>
              <a:off x="6774180" y="11430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B212B"/>
            </a:solidFill>
          </p:spPr>
          <p:txBody>
            <a:bodyPr wrap="square" lIns="0" tIns="0" rIns="0" bIns="0" rtlCol="0"/>
            <a:lstStyle/>
            <a:p/>
          </p:txBody>
        </p:sp>
        <p:sp>
          <p:nvSpPr>
            <p:cNvPr id="2146" name="object 2146"/>
            <p:cNvSpPr/>
            <p:nvPr/>
          </p:nvSpPr>
          <p:spPr>
            <a:xfrm>
              <a:off x="6774180" y="11506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2C202C"/>
            </a:solidFill>
          </p:spPr>
          <p:txBody>
            <a:bodyPr wrap="square" lIns="0" tIns="0" rIns="0" bIns="0" rtlCol="0"/>
            <a:lstStyle/>
            <a:p/>
          </p:txBody>
        </p:sp>
        <p:sp>
          <p:nvSpPr>
            <p:cNvPr id="2147" name="object 2147"/>
            <p:cNvSpPr/>
            <p:nvPr/>
          </p:nvSpPr>
          <p:spPr>
            <a:xfrm>
              <a:off x="6774180" y="11569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2D202D"/>
            </a:solidFill>
          </p:spPr>
          <p:txBody>
            <a:bodyPr wrap="square" lIns="0" tIns="0" rIns="0" bIns="0" rtlCol="0"/>
            <a:lstStyle/>
            <a:p/>
          </p:txBody>
        </p:sp>
        <p:sp>
          <p:nvSpPr>
            <p:cNvPr id="2148" name="object 2148"/>
            <p:cNvSpPr/>
            <p:nvPr/>
          </p:nvSpPr>
          <p:spPr>
            <a:xfrm>
              <a:off x="6774180" y="11645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2E1F2E"/>
            </a:solidFill>
          </p:spPr>
          <p:txBody>
            <a:bodyPr wrap="square" lIns="0" tIns="0" rIns="0" bIns="0" rtlCol="0"/>
            <a:lstStyle/>
            <a:p/>
          </p:txBody>
        </p:sp>
        <p:sp>
          <p:nvSpPr>
            <p:cNvPr id="2149" name="object 2149"/>
            <p:cNvSpPr/>
            <p:nvPr/>
          </p:nvSpPr>
          <p:spPr>
            <a:xfrm>
              <a:off x="6774180" y="11722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2F1F2F"/>
            </a:solidFill>
          </p:spPr>
          <p:txBody>
            <a:bodyPr wrap="square" lIns="0" tIns="0" rIns="0" bIns="0" rtlCol="0"/>
            <a:lstStyle/>
            <a:p/>
          </p:txBody>
        </p:sp>
        <p:sp>
          <p:nvSpPr>
            <p:cNvPr id="2150" name="object 2150"/>
            <p:cNvSpPr/>
            <p:nvPr/>
          </p:nvSpPr>
          <p:spPr>
            <a:xfrm>
              <a:off x="6774180" y="11785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11F31"/>
            </a:solidFill>
          </p:spPr>
          <p:txBody>
            <a:bodyPr wrap="square" lIns="0" tIns="0" rIns="0" bIns="0" rtlCol="0"/>
            <a:lstStyle/>
            <a:p/>
          </p:txBody>
        </p:sp>
        <p:sp>
          <p:nvSpPr>
            <p:cNvPr id="2151" name="object 2151"/>
            <p:cNvSpPr/>
            <p:nvPr/>
          </p:nvSpPr>
          <p:spPr>
            <a:xfrm>
              <a:off x="6774180" y="1186179"/>
              <a:ext cx="91440" cy="15240"/>
            </a:xfrm>
            <a:custGeom>
              <a:avLst/>
              <a:gdLst/>
              <a:ahLst/>
              <a:cxnLst/>
              <a:rect l="l" t="t" r="r" b="b"/>
              <a:pathLst>
                <a:path w="91440" h="15240">
                  <a:moveTo>
                    <a:pt x="91440" y="0"/>
                  </a:moveTo>
                  <a:lnTo>
                    <a:pt x="0" y="0"/>
                  </a:lnTo>
                  <a:lnTo>
                    <a:pt x="0" y="7620"/>
                  </a:lnTo>
                  <a:lnTo>
                    <a:pt x="0" y="15240"/>
                  </a:lnTo>
                  <a:lnTo>
                    <a:pt x="91440" y="15240"/>
                  </a:lnTo>
                  <a:lnTo>
                    <a:pt x="91440" y="7620"/>
                  </a:lnTo>
                  <a:lnTo>
                    <a:pt x="91440" y="0"/>
                  </a:lnTo>
                  <a:close/>
                </a:path>
              </a:pathLst>
            </a:custGeom>
            <a:solidFill>
              <a:srgbClr val="331E33"/>
            </a:solidFill>
          </p:spPr>
          <p:txBody>
            <a:bodyPr wrap="square" lIns="0" tIns="0" rIns="0" bIns="0" rtlCol="0"/>
            <a:lstStyle/>
            <a:p/>
          </p:txBody>
        </p:sp>
        <p:sp>
          <p:nvSpPr>
            <p:cNvPr id="2152" name="object 2152"/>
            <p:cNvSpPr/>
            <p:nvPr/>
          </p:nvSpPr>
          <p:spPr>
            <a:xfrm>
              <a:off x="6774180" y="120142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341D34"/>
            </a:solidFill>
          </p:spPr>
          <p:txBody>
            <a:bodyPr wrap="square" lIns="0" tIns="0" rIns="0" bIns="0" rtlCol="0"/>
            <a:lstStyle/>
            <a:p/>
          </p:txBody>
        </p:sp>
        <p:sp>
          <p:nvSpPr>
            <p:cNvPr id="2153" name="object 2153"/>
            <p:cNvSpPr/>
            <p:nvPr/>
          </p:nvSpPr>
          <p:spPr>
            <a:xfrm>
              <a:off x="6774180" y="12077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51D35"/>
            </a:solidFill>
          </p:spPr>
          <p:txBody>
            <a:bodyPr wrap="square" lIns="0" tIns="0" rIns="0" bIns="0" rtlCol="0"/>
            <a:lstStyle/>
            <a:p/>
          </p:txBody>
        </p:sp>
        <p:sp>
          <p:nvSpPr>
            <p:cNvPr id="2154" name="object 2154"/>
            <p:cNvSpPr/>
            <p:nvPr/>
          </p:nvSpPr>
          <p:spPr>
            <a:xfrm>
              <a:off x="6774180" y="12153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61C36"/>
            </a:solidFill>
          </p:spPr>
          <p:txBody>
            <a:bodyPr wrap="square" lIns="0" tIns="0" rIns="0" bIns="0" rtlCol="0"/>
            <a:lstStyle/>
            <a:p/>
          </p:txBody>
        </p:sp>
        <p:sp>
          <p:nvSpPr>
            <p:cNvPr id="2155" name="object 2155"/>
            <p:cNvSpPr/>
            <p:nvPr/>
          </p:nvSpPr>
          <p:spPr>
            <a:xfrm>
              <a:off x="6774180" y="122301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371C37"/>
            </a:solidFill>
          </p:spPr>
          <p:txBody>
            <a:bodyPr wrap="square" lIns="0" tIns="0" rIns="0" bIns="0" rtlCol="0"/>
            <a:lstStyle/>
            <a:p/>
          </p:txBody>
        </p:sp>
        <p:sp>
          <p:nvSpPr>
            <p:cNvPr id="2156" name="object 2156"/>
            <p:cNvSpPr/>
            <p:nvPr/>
          </p:nvSpPr>
          <p:spPr>
            <a:xfrm>
              <a:off x="6774180" y="12293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81B38"/>
            </a:solidFill>
          </p:spPr>
          <p:txBody>
            <a:bodyPr wrap="square" lIns="0" tIns="0" rIns="0" bIns="0" rtlCol="0"/>
            <a:lstStyle/>
            <a:p/>
          </p:txBody>
        </p:sp>
        <p:sp>
          <p:nvSpPr>
            <p:cNvPr id="2157" name="object 2157"/>
            <p:cNvSpPr/>
            <p:nvPr/>
          </p:nvSpPr>
          <p:spPr>
            <a:xfrm>
              <a:off x="6774180" y="123698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91B39"/>
            </a:solidFill>
          </p:spPr>
          <p:txBody>
            <a:bodyPr wrap="square" lIns="0" tIns="0" rIns="0" bIns="0" rtlCol="0"/>
            <a:lstStyle/>
            <a:p/>
          </p:txBody>
        </p:sp>
        <p:sp>
          <p:nvSpPr>
            <p:cNvPr id="2158" name="object 2158"/>
            <p:cNvSpPr/>
            <p:nvPr/>
          </p:nvSpPr>
          <p:spPr>
            <a:xfrm>
              <a:off x="6774180" y="124460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3B1B3B"/>
            </a:solidFill>
          </p:spPr>
          <p:txBody>
            <a:bodyPr wrap="square" lIns="0" tIns="0" rIns="0" bIns="0" rtlCol="0"/>
            <a:lstStyle/>
            <a:p/>
          </p:txBody>
        </p:sp>
        <p:sp>
          <p:nvSpPr>
            <p:cNvPr id="2159" name="object 2159"/>
            <p:cNvSpPr/>
            <p:nvPr/>
          </p:nvSpPr>
          <p:spPr>
            <a:xfrm>
              <a:off x="6774180" y="12509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C1A3C"/>
            </a:solidFill>
          </p:spPr>
          <p:txBody>
            <a:bodyPr wrap="square" lIns="0" tIns="0" rIns="0" bIns="0" rtlCol="0"/>
            <a:lstStyle/>
            <a:p/>
          </p:txBody>
        </p:sp>
        <p:sp>
          <p:nvSpPr>
            <p:cNvPr id="2160" name="object 2160"/>
            <p:cNvSpPr/>
            <p:nvPr/>
          </p:nvSpPr>
          <p:spPr>
            <a:xfrm>
              <a:off x="6774180" y="125857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3D1A3D"/>
            </a:solidFill>
          </p:spPr>
          <p:txBody>
            <a:bodyPr wrap="square" lIns="0" tIns="0" rIns="0" bIns="0" rtlCol="0"/>
            <a:lstStyle/>
            <a:p/>
          </p:txBody>
        </p:sp>
        <p:sp>
          <p:nvSpPr>
            <p:cNvPr id="2161" name="object 2161"/>
            <p:cNvSpPr/>
            <p:nvPr/>
          </p:nvSpPr>
          <p:spPr>
            <a:xfrm>
              <a:off x="6774180" y="126619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3E193E"/>
            </a:solidFill>
          </p:spPr>
          <p:txBody>
            <a:bodyPr wrap="square" lIns="0" tIns="0" rIns="0" bIns="0" rtlCol="0"/>
            <a:lstStyle/>
            <a:p/>
          </p:txBody>
        </p:sp>
        <p:sp>
          <p:nvSpPr>
            <p:cNvPr id="2162" name="object 2162"/>
            <p:cNvSpPr/>
            <p:nvPr/>
          </p:nvSpPr>
          <p:spPr>
            <a:xfrm>
              <a:off x="6774180" y="12725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3F193F"/>
            </a:solidFill>
          </p:spPr>
          <p:txBody>
            <a:bodyPr wrap="square" lIns="0" tIns="0" rIns="0" bIns="0" rtlCol="0"/>
            <a:lstStyle/>
            <a:p/>
          </p:txBody>
        </p:sp>
        <p:sp>
          <p:nvSpPr>
            <p:cNvPr id="2163" name="object 2163"/>
            <p:cNvSpPr/>
            <p:nvPr/>
          </p:nvSpPr>
          <p:spPr>
            <a:xfrm>
              <a:off x="6774180" y="128016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401840"/>
            </a:solidFill>
          </p:spPr>
          <p:txBody>
            <a:bodyPr wrap="square" lIns="0" tIns="0" rIns="0" bIns="0" rtlCol="0"/>
            <a:lstStyle/>
            <a:p/>
          </p:txBody>
        </p:sp>
        <p:sp>
          <p:nvSpPr>
            <p:cNvPr id="2164" name="object 2164"/>
            <p:cNvSpPr/>
            <p:nvPr/>
          </p:nvSpPr>
          <p:spPr>
            <a:xfrm>
              <a:off x="6774180" y="128778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411841"/>
            </a:solidFill>
          </p:spPr>
          <p:txBody>
            <a:bodyPr wrap="square" lIns="0" tIns="0" rIns="0" bIns="0" rtlCol="0"/>
            <a:lstStyle/>
            <a:p/>
          </p:txBody>
        </p:sp>
        <p:sp>
          <p:nvSpPr>
            <p:cNvPr id="2165" name="object 2165"/>
            <p:cNvSpPr/>
            <p:nvPr/>
          </p:nvSpPr>
          <p:spPr>
            <a:xfrm>
              <a:off x="6774180" y="12941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21742"/>
            </a:solidFill>
          </p:spPr>
          <p:txBody>
            <a:bodyPr wrap="square" lIns="0" tIns="0" rIns="0" bIns="0" rtlCol="0"/>
            <a:lstStyle/>
            <a:p/>
          </p:txBody>
        </p:sp>
        <p:sp>
          <p:nvSpPr>
            <p:cNvPr id="2166" name="object 2166"/>
            <p:cNvSpPr/>
            <p:nvPr/>
          </p:nvSpPr>
          <p:spPr>
            <a:xfrm>
              <a:off x="6774180" y="13017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41744"/>
            </a:solidFill>
          </p:spPr>
          <p:txBody>
            <a:bodyPr wrap="square" lIns="0" tIns="0" rIns="0" bIns="0" rtlCol="0"/>
            <a:lstStyle/>
            <a:p/>
          </p:txBody>
        </p:sp>
        <p:sp>
          <p:nvSpPr>
            <p:cNvPr id="2167" name="object 2167"/>
            <p:cNvSpPr/>
            <p:nvPr/>
          </p:nvSpPr>
          <p:spPr>
            <a:xfrm>
              <a:off x="6774180" y="13093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451745"/>
            </a:solidFill>
          </p:spPr>
          <p:txBody>
            <a:bodyPr wrap="square" lIns="0" tIns="0" rIns="0" bIns="0" rtlCol="0"/>
            <a:lstStyle/>
            <a:p/>
          </p:txBody>
        </p:sp>
        <p:sp>
          <p:nvSpPr>
            <p:cNvPr id="2168" name="object 2168"/>
            <p:cNvSpPr/>
            <p:nvPr/>
          </p:nvSpPr>
          <p:spPr>
            <a:xfrm>
              <a:off x="6774180" y="13157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461646"/>
            </a:solidFill>
          </p:spPr>
          <p:txBody>
            <a:bodyPr wrap="square" lIns="0" tIns="0" rIns="0" bIns="0" rtlCol="0"/>
            <a:lstStyle/>
            <a:p/>
          </p:txBody>
        </p:sp>
        <p:sp>
          <p:nvSpPr>
            <p:cNvPr id="2169" name="object 2169"/>
            <p:cNvSpPr/>
            <p:nvPr/>
          </p:nvSpPr>
          <p:spPr>
            <a:xfrm>
              <a:off x="6774180" y="13233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71647"/>
            </a:solidFill>
          </p:spPr>
          <p:txBody>
            <a:bodyPr wrap="square" lIns="0" tIns="0" rIns="0" bIns="0" rtlCol="0"/>
            <a:lstStyle/>
            <a:p/>
          </p:txBody>
        </p:sp>
        <p:sp>
          <p:nvSpPr>
            <p:cNvPr id="2170" name="object 2170"/>
            <p:cNvSpPr/>
            <p:nvPr/>
          </p:nvSpPr>
          <p:spPr>
            <a:xfrm>
              <a:off x="6774180" y="13309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481548"/>
            </a:solidFill>
          </p:spPr>
          <p:txBody>
            <a:bodyPr wrap="square" lIns="0" tIns="0" rIns="0" bIns="0" rtlCol="0"/>
            <a:lstStyle/>
            <a:p/>
          </p:txBody>
        </p:sp>
        <p:sp>
          <p:nvSpPr>
            <p:cNvPr id="2171" name="object 2171"/>
            <p:cNvSpPr/>
            <p:nvPr/>
          </p:nvSpPr>
          <p:spPr>
            <a:xfrm>
              <a:off x="6774180" y="13373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491549"/>
            </a:solidFill>
          </p:spPr>
          <p:txBody>
            <a:bodyPr wrap="square" lIns="0" tIns="0" rIns="0" bIns="0" rtlCol="0"/>
            <a:lstStyle/>
            <a:p/>
          </p:txBody>
        </p:sp>
        <p:sp>
          <p:nvSpPr>
            <p:cNvPr id="2172" name="object 2172"/>
            <p:cNvSpPr/>
            <p:nvPr/>
          </p:nvSpPr>
          <p:spPr>
            <a:xfrm>
              <a:off x="6774180" y="13449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A144A"/>
            </a:solidFill>
          </p:spPr>
          <p:txBody>
            <a:bodyPr wrap="square" lIns="0" tIns="0" rIns="0" bIns="0" rtlCol="0"/>
            <a:lstStyle/>
            <a:p/>
          </p:txBody>
        </p:sp>
        <p:sp>
          <p:nvSpPr>
            <p:cNvPr id="2173" name="object 2173"/>
            <p:cNvSpPr/>
            <p:nvPr/>
          </p:nvSpPr>
          <p:spPr>
            <a:xfrm>
              <a:off x="6774180" y="135255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B144B"/>
            </a:solidFill>
          </p:spPr>
          <p:txBody>
            <a:bodyPr wrap="square" lIns="0" tIns="0" rIns="0" bIns="0" rtlCol="0"/>
            <a:lstStyle/>
            <a:p/>
          </p:txBody>
        </p:sp>
        <p:sp>
          <p:nvSpPr>
            <p:cNvPr id="2174" name="object 2174"/>
            <p:cNvSpPr/>
            <p:nvPr/>
          </p:nvSpPr>
          <p:spPr>
            <a:xfrm>
              <a:off x="6774180" y="136017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4C134C"/>
            </a:solidFill>
          </p:spPr>
          <p:txBody>
            <a:bodyPr wrap="square" lIns="0" tIns="0" rIns="0" bIns="0" rtlCol="0"/>
            <a:lstStyle/>
            <a:p/>
          </p:txBody>
        </p:sp>
        <p:sp>
          <p:nvSpPr>
            <p:cNvPr id="2175" name="object 2175"/>
            <p:cNvSpPr/>
            <p:nvPr/>
          </p:nvSpPr>
          <p:spPr>
            <a:xfrm>
              <a:off x="6774180" y="13665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4E134E"/>
            </a:solidFill>
          </p:spPr>
          <p:txBody>
            <a:bodyPr wrap="square" lIns="0" tIns="0" rIns="0" bIns="0" rtlCol="0"/>
            <a:lstStyle/>
            <a:p/>
          </p:txBody>
        </p:sp>
        <p:sp>
          <p:nvSpPr>
            <p:cNvPr id="2176" name="object 2176"/>
            <p:cNvSpPr/>
            <p:nvPr/>
          </p:nvSpPr>
          <p:spPr>
            <a:xfrm>
              <a:off x="6774180" y="137414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4F134F"/>
            </a:solidFill>
          </p:spPr>
          <p:txBody>
            <a:bodyPr wrap="square" lIns="0" tIns="0" rIns="0" bIns="0" rtlCol="0"/>
            <a:lstStyle/>
            <a:p/>
          </p:txBody>
        </p:sp>
        <p:sp>
          <p:nvSpPr>
            <p:cNvPr id="2177" name="object 2177"/>
            <p:cNvSpPr/>
            <p:nvPr/>
          </p:nvSpPr>
          <p:spPr>
            <a:xfrm>
              <a:off x="6774180" y="138176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501250"/>
            </a:solidFill>
          </p:spPr>
          <p:txBody>
            <a:bodyPr wrap="square" lIns="0" tIns="0" rIns="0" bIns="0" rtlCol="0"/>
            <a:lstStyle/>
            <a:p/>
          </p:txBody>
        </p:sp>
        <p:sp>
          <p:nvSpPr>
            <p:cNvPr id="2178" name="object 2178"/>
            <p:cNvSpPr/>
            <p:nvPr/>
          </p:nvSpPr>
          <p:spPr>
            <a:xfrm>
              <a:off x="6774180" y="138811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511251"/>
            </a:solidFill>
          </p:spPr>
          <p:txBody>
            <a:bodyPr wrap="square" lIns="0" tIns="0" rIns="0" bIns="0" rtlCol="0"/>
            <a:lstStyle/>
            <a:p/>
          </p:txBody>
        </p:sp>
        <p:sp>
          <p:nvSpPr>
            <p:cNvPr id="2179" name="object 2179"/>
            <p:cNvSpPr/>
            <p:nvPr/>
          </p:nvSpPr>
          <p:spPr>
            <a:xfrm>
              <a:off x="6774180" y="139573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521152"/>
            </a:solidFill>
          </p:spPr>
          <p:txBody>
            <a:bodyPr wrap="square" lIns="0" tIns="0" rIns="0" bIns="0" rtlCol="0"/>
            <a:lstStyle/>
            <a:p/>
          </p:txBody>
        </p:sp>
        <p:sp>
          <p:nvSpPr>
            <p:cNvPr id="2180" name="object 2180"/>
            <p:cNvSpPr/>
            <p:nvPr/>
          </p:nvSpPr>
          <p:spPr>
            <a:xfrm>
              <a:off x="6774180" y="140335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531153"/>
            </a:solidFill>
          </p:spPr>
          <p:txBody>
            <a:bodyPr wrap="square" lIns="0" tIns="0" rIns="0" bIns="0" rtlCol="0"/>
            <a:lstStyle/>
            <a:p/>
          </p:txBody>
        </p:sp>
        <p:sp>
          <p:nvSpPr>
            <p:cNvPr id="2181" name="object 2181"/>
            <p:cNvSpPr/>
            <p:nvPr/>
          </p:nvSpPr>
          <p:spPr>
            <a:xfrm>
              <a:off x="6774180" y="140970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541054"/>
            </a:solidFill>
          </p:spPr>
          <p:txBody>
            <a:bodyPr wrap="square" lIns="0" tIns="0" rIns="0" bIns="0" rtlCol="0"/>
            <a:lstStyle/>
            <a:p/>
          </p:txBody>
        </p:sp>
        <p:sp>
          <p:nvSpPr>
            <p:cNvPr id="2182" name="object 2182"/>
            <p:cNvSpPr/>
            <p:nvPr/>
          </p:nvSpPr>
          <p:spPr>
            <a:xfrm>
              <a:off x="6774180" y="1417320"/>
              <a:ext cx="91440" cy="7620"/>
            </a:xfrm>
            <a:custGeom>
              <a:avLst/>
              <a:gdLst/>
              <a:ahLst/>
              <a:cxnLst/>
              <a:rect l="l" t="t" r="r" b="b"/>
              <a:pathLst>
                <a:path w="91440" h="7619">
                  <a:moveTo>
                    <a:pt x="0" y="0"/>
                  </a:moveTo>
                  <a:lnTo>
                    <a:pt x="91440" y="0"/>
                  </a:lnTo>
                  <a:lnTo>
                    <a:pt x="91440" y="7619"/>
                  </a:lnTo>
                  <a:lnTo>
                    <a:pt x="0" y="7619"/>
                  </a:lnTo>
                  <a:lnTo>
                    <a:pt x="0" y="0"/>
                  </a:lnTo>
                  <a:close/>
                </a:path>
              </a:pathLst>
            </a:custGeom>
            <a:solidFill>
              <a:srgbClr val="551055"/>
            </a:solidFill>
          </p:spPr>
          <p:txBody>
            <a:bodyPr wrap="square" lIns="0" tIns="0" rIns="0" bIns="0" rtlCol="0"/>
            <a:lstStyle/>
            <a:p/>
          </p:txBody>
        </p:sp>
        <p:sp>
          <p:nvSpPr>
            <p:cNvPr id="2183" name="object 2183"/>
            <p:cNvSpPr/>
            <p:nvPr/>
          </p:nvSpPr>
          <p:spPr>
            <a:xfrm>
              <a:off x="6774180" y="1424940"/>
              <a:ext cx="91440" cy="6350"/>
            </a:xfrm>
            <a:custGeom>
              <a:avLst/>
              <a:gdLst/>
              <a:ahLst/>
              <a:cxnLst/>
              <a:rect l="l" t="t" r="r" b="b"/>
              <a:pathLst>
                <a:path w="91440" h="6350">
                  <a:moveTo>
                    <a:pt x="0" y="0"/>
                  </a:moveTo>
                  <a:lnTo>
                    <a:pt x="91440" y="0"/>
                  </a:lnTo>
                  <a:lnTo>
                    <a:pt x="91440" y="6350"/>
                  </a:lnTo>
                  <a:lnTo>
                    <a:pt x="0" y="6350"/>
                  </a:lnTo>
                  <a:lnTo>
                    <a:pt x="0" y="0"/>
                  </a:lnTo>
                  <a:close/>
                </a:path>
              </a:pathLst>
            </a:custGeom>
            <a:solidFill>
              <a:srgbClr val="560F56"/>
            </a:solidFill>
          </p:spPr>
          <p:txBody>
            <a:bodyPr wrap="square" lIns="0" tIns="0" rIns="0" bIns="0" rtlCol="0"/>
            <a:lstStyle/>
            <a:p/>
          </p:txBody>
        </p:sp>
        <p:sp>
          <p:nvSpPr>
            <p:cNvPr id="2184" name="object 2184"/>
            <p:cNvSpPr/>
            <p:nvPr/>
          </p:nvSpPr>
          <p:spPr>
            <a:xfrm>
              <a:off x="6774180" y="1431290"/>
              <a:ext cx="91440" cy="7620"/>
            </a:xfrm>
            <a:custGeom>
              <a:avLst/>
              <a:gdLst/>
              <a:ahLst/>
              <a:cxnLst/>
              <a:rect l="l" t="t" r="r" b="b"/>
              <a:pathLst>
                <a:path w="91440" h="7619">
                  <a:moveTo>
                    <a:pt x="0" y="0"/>
                  </a:moveTo>
                  <a:lnTo>
                    <a:pt x="91440" y="0"/>
                  </a:lnTo>
                  <a:lnTo>
                    <a:pt x="91440" y="7620"/>
                  </a:lnTo>
                  <a:lnTo>
                    <a:pt x="0" y="7620"/>
                  </a:lnTo>
                  <a:lnTo>
                    <a:pt x="0" y="0"/>
                  </a:lnTo>
                  <a:close/>
                </a:path>
              </a:pathLst>
            </a:custGeom>
            <a:solidFill>
              <a:srgbClr val="580F58"/>
            </a:solidFill>
          </p:spPr>
          <p:txBody>
            <a:bodyPr wrap="square" lIns="0" tIns="0" rIns="0" bIns="0" rtlCol="0"/>
            <a:lstStyle/>
            <a:p/>
          </p:txBody>
        </p:sp>
        <p:sp>
          <p:nvSpPr>
            <p:cNvPr id="2185" name="object 2185"/>
            <p:cNvSpPr/>
            <p:nvPr/>
          </p:nvSpPr>
          <p:spPr>
            <a:xfrm>
              <a:off x="6774180" y="1438909"/>
              <a:ext cx="203200" cy="7620"/>
            </a:xfrm>
            <a:custGeom>
              <a:avLst/>
              <a:gdLst/>
              <a:ahLst/>
              <a:cxnLst/>
              <a:rect l="l" t="t" r="r" b="b"/>
              <a:pathLst>
                <a:path w="203200" h="7619">
                  <a:moveTo>
                    <a:pt x="203200" y="2540"/>
                  </a:moveTo>
                  <a:lnTo>
                    <a:pt x="91440" y="2540"/>
                  </a:lnTo>
                  <a:lnTo>
                    <a:pt x="91440" y="0"/>
                  </a:lnTo>
                  <a:lnTo>
                    <a:pt x="0" y="0"/>
                  </a:lnTo>
                  <a:lnTo>
                    <a:pt x="0" y="2540"/>
                  </a:lnTo>
                  <a:lnTo>
                    <a:pt x="0" y="7620"/>
                  </a:lnTo>
                  <a:lnTo>
                    <a:pt x="203200" y="7620"/>
                  </a:lnTo>
                  <a:lnTo>
                    <a:pt x="203200" y="2540"/>
                  </a:lnTo>
                  <a:close/>
                </a:path>
              </a:pathLst>
            </a:custGeom>
            <a:solidFill>
              <a:srgbClr val="590F59"/>
            </a:solidFill>
          </p:spPr>
          <p:txBody>
            <a:bodyPr wrap="square" lIns="0" tIns="0" rIns="0" bIns="0" rtlCol="0"/>
            <a:lstStyle/>
            <a:p/>
          </p:txBody>
        </p:sp>
        <p:sp>
          <p:nvSpPr>
            <p:cNvPr id="2186" name="object 2186"/>
            <p:cNvSpPr/>
            <p:nvPr/>
          </p:nvSpPr>
          <p:spPr>
            <a:xfrm>
              <a:off x="6774180" y="144653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5A0E5A"/>
            </a:solidFill>
          </p:spPr>
          <p:txBody>
            <a:bodyPr wrap="square" lIns="0" tIns="0" rIns="0" bIns="0" rtlCol="0"/>
            <a:lstStyle/>
            <a:p/>
          </p:txBody>
        </p:sp>
        <p:sp>
          <p:nvSpPr>
            <p:cNvPr id="2187" name="object 2187"/>
            <p:cNvSpPr/>
            <p:nvPr/>
          </p:nvSpPr>
          <p:spPr>
            <a:xfrm>
              <a:off x="6774180" y="14528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B0E5B"/>
            </a:solidFill>
          </p:spPr>
          <p:txBody>
            <a:bodyPr wrap="square" lIns="0" tIns="0" rIns="0" bIns="0" rtlCol="0"/>
            <a:lstStyle/>
            <a:p/>
          </p:txBody>
        </p:sp>
        <p:sp>
          <p:nvSpPr>
            <p:cNvPr id="2188" name="object 2188"/>
            <p:cNvSpPr/>
            <p:nvPr/>
          </p:nvSpPr>
          <p:spPr>
            <a:xfrm>
              <a:off x="6774180" y="14605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C0D5C"/>
            </a:solidFill>
          </p:spPr>
          <p:txBody>
            <a:bodyPr wrap="square" lIns="0" tIns="0" rIns="0" bIns="0" rtlCol="0"/>
            <a:lstStyle/>
            <a:p/>
          </p:txBody>
        </p:sp>
        <p:sp>
          <p:nvSpPr>
            <p:cNvPr id="2189" name="object 2189"/>
            <p:cNvSpPr/>
            <p:nvPr/>
          </p:nvSpPr>
          <p:spPr>
            <a:xfrm>
              <a:off x="6774180" y="146812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5D0D5D"/>
            </a:solidFill>
          </p:spPr>
          <p:txBody>
            <a:bodyPr wrap="square" lIns="0" tIns="0" rIns="0" bIns="0" rtlCol="0"/>
            <a:lstStyle/>
            <a:p/>
          </p:txBody>
        </p:sp>
        <p:sp>
          <p:nvSpPr>
            <p:cNvPr id="2190" name="object 2190"/>
            <p:cNvSpPr/>
            <p:nvPr/>
          </p:nvSpPr>
          <p:spPr>
            <a:xfrm>
              <a:off x="6774180" y="14744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5E0C5E"/>
            </a:solidFill>
          </p:spPr>
          <p:txBody>
            <a:bodyPr wrap="square" lIns="0" tIns="0" rIns="0" bIns="0" rtlCol="0"/>
            <a:lstStyle/>
            <a:p/>
          </p:txBody>
        </p:sp>
        <p:sp>
          <p:nvSpPr>
            <p:cNvPr id="2191" name="object 2191"/>
            <p:cNvSpPr/>
            <p:nvPr/>
          </p:nvSpPr>
          <p:spPr>
            <a:xfrm>
              <a:off x="6774180" y="14820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5F0C5F"/>
            </a:solidFill>
          </p:spPr>
          <p:txBody>
            <a:bodyPr wrap="square" lIns="0" tIns="0" rIns="0" bIns="0" rtlCol="0"/>
            <a:lstStyle/>
            <a:p/>
          </p:txBody>
        </p:sp>
        <p:sp>
          <p:nvSpPr>
            <p:cNvPr id="2192" name="object 2192"/>
            <p:cNvSpPr/>
            <p:nvPr/>
          </p:nvSpPr>
          <p:spPr>
            <a:xfrm>
              <a:off x="6774180" y="148971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600B60"/>
            </a:solidFill>
          </p:spPr>
          <p:txBody>
            <a:bodyPr wrap="square" lIns="0" tIns="0" rIns="0" bIns="0" rtlCol="0"/>
            <a:lstStyle/>
            <a:p/>
          </p:txBody>
        </p:sp>
        <p:sp>
          <p:nvSpPr>
            <p:cNvPr id="2193" name="object 2193"/>
            <p:cNvSpPr/>
            <p:nvPr/>
          </p:nvSpPr>
          <p:spPr>
            <a:xfrm>
              <a:off x="6774180" y="14960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620B62"/>
            </a:solidFill>
          </p:spPr>
          <p:txBody>
            <a:bodyPr wrap="square" lIns="0" tIns="0" rIns="0" bIns="0" rtlCol="0"/>
            <a:lstStyle/>
            <a:p/>
          </p:txBody>
        </p:sp>
        <p:sp>
          <p:nvSpPr>
            <p:cNvPr id="2194" name="object 2194"/>
            <p:cNvSpPr/>
            <p:nvPr/>
          </p:nvSpPr>
          <p:spPr>
            <a:xfrm>
              <a:off x="6774180" y="15036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30B63"/>
            </a:solidFill>
          </p:spPr>
          <p:txBody>
            <a:bodyPr wrap="square" lIns="0" tIns="0" rIns="0" bIns="0" rtlCol="0"/>
            <a:lstStyle/>
            <a:p/>
          </p:txBody>
        </p:sp>
        <p:sp>
          <p:nvSpPr>
            <p:cNvPr id="2195" name="object 2195"/>
            <p:cNvSpPr/>
            <p:nvPr/>
          </p:nvSpPr>
          <p:spPr>
            <a:xfrm>
              <a:off x="6774180" y="151130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40A64"/>
            </a:solidFill>
          </p:spPr>
          <p:txBody>
            <a:bodyPr wrap="square" lIns="0" tIns="0" rIns="0" bIns="0" rtlCol="0"/>
            <a:lstStyle/>
            <a:p/>
          </p:txBody>
        </p:sp>
        <p:sp>
          <p:nvSpPr>
            <p:cNvPr id="2196" name="object 2196"/>
            <p:cNvSpPr/>
            <p:nvPr/>
          </p:nvSpPr>
          <p:spPr>
            <a:xfrm>
              <a:off x="6774180" y="151892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660A66"/>
            </a:solidFill>
          </p:spPr>
          <p:txBody>
            <a:bodyPr wrap="square" lIns="0" tIns="0" rIns="0" bIns="0" rtlCol="0"/>
            <a:lstStyle/>
            <a:p/>
          </p:txBody>
        </p:sp>
        <p:sp>
          <p:nvSpPr>
            <p:cNvPr id="2197" name="object 2197"/>
            <p:cNvSpPr/>
            <p:nvPr/>
          </p:nvSpPr>
          <p:spPr>
            <a:xfrm>
              <a:off x="6774180" y="15252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660966"/>
            </a:solidFill>
          </p:spPr>
          <p:txBody>
            <a:bodyPr wrap="square" lIns="0" tIns="0" rIns="0" bIns="0" rtlCol="0"/>
            <a:lstStyle/>
            <a:p/>
          </p:txBody>
        </p:sp>
        <p:sp>
          <p:nvSpPr>
            <p:cNvPr id="2198" name="object 2198"/>
            <p:cNvSpPr/>
            <p:nvPr/>
          </p:nvSpPr>
          <p:spPr>
            <a:xfrm>
              <a:off x="6774180" y="153289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70967"/>
            </a:solidFill>
          </p:spPr>
          <p:txBody>
            <a:bodyPr wrap="square" lIns="0" tIns="0" rIns="0" bIns="0" rtlCol="0"/>
            <a:lstStyle/>
            <a:p/>
          </p:txBody>
        </p:sp>
        <p:sp>
          <p:nvSpPr>
            <p:cNvPr id="2199" name="object 2199"/>
            <p:cNvSpPr/>
            <p:nvPr/>
          </p:nvSpPr>
          <p:spPr>
            <a:xfrm>
              <a:off x="6774180" y="154051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680868"/>
            </a:solidFill>
          </p:spPr>
          <p:txBody>
            <a:bodyPr wrap="square" lIns="0" tIns="0" rIns="0" bIns="0" rtlCol="0"/>
            <a:lstStyle/>
            <a:p/>
          </p:txBody>
        </p:sp>
        <p:sp>
          <p:nvSpPr>
            <p:cNvPr id="2200" name="object 2200"/>
            <p:cNvSpPr/>
            <p:nvPr/>
          </p:nvSpPr>
          <p:spPr>
            <a:xfrm>
              <a:off x="6774180" y="15468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690869"/>
            </a:solidFill>
          </p:spPr>
          <p:txBody>
            <a:bodyPr wrap="square" lIns="0" tIns="0" rIns="0" bIns="0" rtlCol="0"/>
            <a:lstStyle/>
            <a:p/>
          </p:txBody>
        </p:sp>
        <p:sp>
          <p:nvSpPr>
            <p:cNvPr id="2201" name="object 2201"/>
            <p:cNvSpPr/>
            <p:nvPr/>
          </p:nvSpPr>
          <p:spPr>
            <a:xfrm>
              <a:off x="6774180" y="155448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A076A"/>
            </a:solidFill>
          </p:spPr>
          <p:txBody>
            <a:bodyPr wrap="square" lIns="0" tIns="0" rIns="0" bIns="0" rtlCol="0"/>
            <a:lstStyle/>
            <a:p/>
          </p:txBody>
        </p:sp>
        <p:sp>
          <p:nvSpPr>
            <p:cNvPr id="2202" name="object 2202"/>
            <p:cNvSpPr/>
            <p:nvPr/>
          </p:nvSpPr>
          <p:spPr>
            <a:xfrm>
              <a:off x="6774180" y="156210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6C076C"/>
            </a:solidFill>
          </p:spPr>
          <p:txBody>
            <a:bodyPr wrap="square" lIns="0" tIns="0" rIns="0" bIns="0" rtlCol="0"/>
            <a:lstStyle/>
            <a:p/>
          </p:txBody>
        </p:sp>
        <p:sp>
          <p:nvSpPr>
            <p:cNvPr id="2203" name="object 2203"/>
            <p:cNvSpPr/>
            <p:nvPr/>
          </p:nvSpPr>
          <p:spPr>
            <a:xfrm>
              <a:off x="6774180" y="156845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6D076D"/>
            </a:solidFill>
          </p:spPr>
          <p:txBody>
            <a:bodyPr wrap="square" lIns="0" tIns="0" rIns="0" bIns="0" rtlCol="0"/>
            <a:lstStyle/>
            <a:p/>
          </p:txBody>
        </p:sp>
        <p:sp>
          <p:nvSpPr>
            <p:cNvPr id="2204" name="object 2204"/>
            <p:cNvSpPr/>
            <p:nvPr/>
          </p:nvSpPr>
          <p:spPr>
            <a:xfrm>
              <a:off x="6774180" y="157607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6E066E"/>
            </a:solidFill>
          </p:spPr>
          <p:txBody>
            <a:bodyPr wrap="square" lIns="0" tIns="0" rIns="0" bIns="0" rtlCol="0"/>
            <a:lstStyle/>
            <a:p/>
          </p:txBody>
        </p:sp>
        <p:sp>
          <p:nvSpPr>
            <p:cNvPr id="2205" name="object 2205"/>
            <p:cNvSpPr/>
            <p:nvPr/>
          </p:nvSpPr>
          <p:spPr>
            <a:xfrm>
              <a:off x="6774180" y="158369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6F066F"/>
            </a:solidFill>
          </p:spPr>
          <p:txBody>
            <a:bodyPr wrap="square" lIns="0" tIns="0" rIns="0" bIns="0" rtlCol="0"/>
            <a:lstStyle/>
            <a:p/>
          </p:txBody>
        </p:sp>
        <p:sp>
          <p:nvSpPr>
            <p:cNvPr id="2206" name="object 2206"/>
            <p:cNvSpPr/>
            <p:nvPr/>
          </p:nvSpPr>
          <p:spPr>
            <a:xfrm>
              <a:off x="6774180" y="15900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700570"/>
            </a:solidFill>
          </p:spPr>
          <p:txBody>
            <a:bodyPr wrap="square" lIns="0" tIns="0" rIns="0" bIns="0" rtlCol="0"/>
            <a:lstStyle/>
            <a:p/>
          </p:txBody>
        </p:sp>
        <p:sp>
          <p:nvSpPr>
            <p:cNvPr id="2207" name="object 2207"/>
            <p:cNvSpPr/>
            <p:nvPr/>
          </p:nvSpPr>
          <p:spPr>
            <a:xfrm>
              <a:off x="6774180" y="159766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710571"/>
            </a:solidFill>
          </p:spPr>
          <p:txBody>
            <a:bodyPr wrap="square" lIns="0" tIns="0" rIns="0" bIns="0" rtlCol="0"/>
            <a:lstStyle/>
            <a:p/>
          </p:txBody>
        </p:sp>
        <p:sp>
          <p:nvSpPr>
            <p:cNvPr id="2208" name="object 2208"/>
            <p:cNvSpPr/>
            <p:nvPr/>
          </p:nvSpPr>
          <p:spPr>
            <a:xfrm>
              <a:off x="6774180" y="160528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720472"/>
            </a:solidFill>
          </p:spPr>
          <p:txBody>
            <a:bodyPr wrap="square" lIns="0" tIns="0" rIns="0" bIns="0" rtlCol="0"/>
            <a:lstStyle/>
            <a:p/>
          </p:txBody>
        </p:sp>
        <p:sp>
          <p:nvSpPr>
            <p:cNvPr id="2209" name="object 2209"/>
            <p:cNvSpPr/>
            <p:nvPr/>
          </p:nvSpPr>
          <p:spPr>
            <a:xfrm>
              <a:off x="6774180" y="16116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730473"/>
            </a:solidFill>
          </p:spPr>
          <p:txBody>
            <a:bodyPr wrap="square" lIns="0" tIns="0" rIns="0" bIns="0" rtlCol="0"/>
            <a:lstStyle/>
            <a:p/>
          </p:txBody>
        </p:sp>
        <p:sp>
          <p:nvSpPr>
            <p:cNvPr id="2210" name="object 2210"/>
            <p:cNvSpPr/>
            <p:nvPr/>
          </p:nvSpPr>
          <p:spPr>
            <a:xfrm>
              <a:off x="6774180" y="161925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740374"/>
            </a:solidFill>
          </p:spPr>
          <p:txBody>
            <a:bodyPr wrap="square" lIns="0" tIns="0" rIns="0" bIns="0" rtlCol="0"/>
            <a:lstStyle/>
            <a:p/>
          </p:txBody>
        </p:sp>
        <p:sp>
          <p:nvSpPr>
            <p:cNvPr id="2211" name="object 2211"/>
            <p:cNvSpPr/>
            <p:nvPr/>
          </p:nvSpPr>
          <p:spPr>
            <a:xfrm>
              <a:off x="6774180" y="162687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760376"/>
            </a:solidFill>
          </p:spPr>
          <p:txBody>
            <a:bodyPr wrap="square" lIns="0" tIns="0" rIns="0" bIns="0" rtlCol="0"/>
            <a:lstStyle/>
            <a:p/>
          </p:txBody>
        </p:sp>
        <p:sp>
          <p:nvSpPr>
            <p:cNvPr id="2212" name="object 2212"/>
            <p:cNvSpPr/>
            <p:nvPr/>
          </p:nvSpPr>
          <p:spPr>
            <a:xfrm>
              <a:off x="6774180" y="163322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770377"/>
            </a:solidFill>
          </p:spPr>
          <p:txBody>
            <a:bodyPr wrap="square" lIns="0" tIns="0" rIns="0" bIns="0" rtlCol="0"/>
            <a:lstStyle/>
            <a:p/>
          </p:txBody>
        </p:sp>
        <p:sp>
          <p:nvSpPr>
            <p:cNvPr id="2213" name="object 2213"/>
            <p:cNvSpPr/>
            <p:nvPr/>
          </p:nvSpPr>
          <p:spPr>
            <a:xfrm>
              <a:off x="6774180" y="164084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780278"/>
            </a:solidFill>
          </p:spPr>
          <p:txBody>
            <a:bodyPr wrap="square" lIns="0" tIns="0" rIns="0" bIns="0" rtlCol="0"/>
            <a:lstStyle/>
            <a:p/>
          </p:txBody>
        </p:sp>
        <p:sp>
          <p:nvSpPr>
            <p:cNvPr id="2214" name="object 2214"/>
            <p:cNvSpPr/>
            <p:nvPr/>
          </p:nvSpPr>
          <p:spPr>
            <a:xfrm>
              <a:off x="6774180" y="164846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790279"/>
            </a:solidFill>
          </p:spPr>
          <p:txBody>
            <a:bodyPr wrap="square" lIns="0" tIns="0" rIns="0" bIns="0" rtlCol="0"/>
            <a:lstStyle/>
            <a:p/>
          </p:txBody>
        </p:sp>
        <p:sp>
          <p:nvSpPr>
            <p:cNvPr id="2215" name="object 2215"/>
            <p:cNvSpPr/>
            <p:nvPr/>
          </p:nvSpPr>
          <p:spPr>
            <a:xfrm>
              <a:off x="6774180" y="1654810"/>
              <a:ext cx="203200" cy="7620"/>
            </a:xfrm>
            <a:custGeom>
              <a:avLst/>
              <a:gdLst/>
              <a:ahLst/>
              <a:cxnLst/>
              <a:rect l="l" t="t" r="r" b="b"/>
              <a:pathLst>
                <a:path w="203200" h="7619">
                  <a:moveTo>
                    <a:pt x="203200" y="0"/>
                  </a:moveTo>
                  <a:lnTo>
                    <a:pt x="0" y="0"/>
                  </a:lnTo>
                  <a:lnTo>
                    <a:pt x="0" y="7619"/>
                  </a:lnTo>
                  <a:lnTo>
                    <a:pt x="203200" y="7619"/>
                  </a:lnTo>
                  <a:lnTo>
                    <a:pt x="203200" y="0"/>
                  </a:lnTo>
                  <a:close/>
                </a:path>
              </a:pathLst>
            </a:custGeom>
            <a:solidFill>
              <a:srgbClr val="7A017A"/>
            </a:solidFill>
          </p:spPr>
          <p:txBody>
            <a:bodyPr wrap="square" lIns="0" tIns="0" rIns="0" bIns="0" rtlCol="0"/>
            <a:lstStyle/>
            <a:p/>
          </p:txBody>
        </p:sp>
        <p:sp>
          <p:nvSpPr>
            <p:cNvPr id="2216" name="object 2216"/>
            <p:cNvSpPr/>
            <p:nvPr/>
          </p:nvSpPr>
          <p:spPr>
            <a:xfrm>
              <a:off x="6774180" y="1662430"/>
              <a:ext cx="203200" cy="7620"/>
            </a:xfrm>
            <a:custGeom>
              <a:avLst/>
              <a:gdLst/>
              <a:ahLst/>
              <a:cxnLst/>
              <a:rect l="l" t="t" r="r" b="b"/>
              <a:pathLst>
                <a:path w="203200" h="7619">
                  <a:moveTo>
                    <a:pt x="203200" y="0"/>
                  </a:moveTo>
                  <a:lnTo>
                    <a:pt x="0" y="0"/>
                  </a:lnTo>
                  <a:lnTo>
                    <a:pt x="0" y="7620"/>
                  </a:lnTo>
                  <a:lnTo>
                    <a:pt x="203200" y="7620"/>
                  </a:lnTo>
                  <a:lnTo>
                    <a:pt x="203200" y="0"/>
                  </a:lnTo>
                  <a:close/>
                </a:path>
              </a:pathLst>
            </a:custGeom>
            <a:solidFill>
              <a:srgbClr val="7B017B"/>
            </a:solidFill>
          </p:spPr>
          <p:txBody>
            <a:bodyPr wrap="square" lIns="0" tIns="0" rIns="0" bIns="0" rtlCol="0"/>
            <a:lstStyle/>
            <a:p/>
          </p:txBody>
        </p:sp>
        <p:sp>
          <p:nvSpPr>
            <p:cNvPr id="2217" name="object 2217"/>
            <p:cNvSpPr/>
            <p:nvPr/>
          </p:nvSpPr>
          <p:spPr>
            <a:xfrm>
              <a:off x="6774180" y="1670050"/>
              <a:ext cx="203200" cy="6350"/>
            </a:xfrm>
            <a:custGeom>
              <a:avLst/>
              <a:gdLst/>
              <a:ahLst/>
              <a:cxnLst/>
              <a:rect l="l" t="t" r="r" b="b"/>
              <a:pathLst>
                <a:path w="203200" h="6350">
                  <a:moveTo>
                    <a:pt x="203200" y="0"/>
                  </a:moveTo>
                  <a:lnTo>
                    <a:pt x="0" y="0"/>
                  </a:lnTo>
                  <a:lnTo>
                    <a:pt x="0" y="6350"/>
                  </a:lnTo>
                  <a:lnTo>
                    <a:pt x="203200" y="6350"/>
                  </a:lnTo>
                  <a:lnTo>
                    <a:pt x="203200" y="0"/>
                  </a:lnTo>
                  <a:close/>
                </a:path>
              </a:pathLst>
            </a:custGeom>
            <a:solidFill>
              <a:srgbClr val="7C007C"/>
            </a:solidFill>
          </p:spPr>
          <p:txBody>
            <a:bodyPr wrap="square" lIns="0" tIns="0" rIns="0" bIns="0" rtlCol="0"/>
            <a:lstStyle/>
            <a:p/>
          </p:txBody>
        </p:sp>
      </p:grpSp>
      <p:grpSp>
        <p:nvGrpSpPr>
          <p:cNvPr id="2218" name="object 2218"/>
          <p:cNvGrpSpPr/>
          <p:nvPr/>
        </p:nvGrpSpPr>
        <p:grpSpPr>
          <a:xfrm>
            <a:off x="7066280" y="855980"/>
            <a:ext cx="82550" cy="820419"/>
            <a:chOff x="7066280" y="855980"/>
            <a:chExt cx="82550" cy="820419"/>
          </a:xfrm>
        </p:grpSpPr>
        <p:sp>
          <p:nvSpPr>
            <p:cNvPr id="2219" name="object 2219"/>
            <p:cNvSpPr/>
            <p:nvPr/>
          </p:nvSpPr>
          <p:spPr>
            <a:xfrm>
              <a:off x="7066280" y="855979"/>
              <a:ext cx="82550" cy="12700"/>
            </a:xfrm>
            <a:custGeom>
              <a:avLst/>
              <a:gdLst/>
              <a:ahLst/>
              <a:cxnLst/>
              <a:rect l="l" t="t" r="r" b="b"/>
              <a:pathLst>
                <a:path w="82550" h="12700">
                  <a:moveTo>
                    <a:pt x="82550" y="0"/>
                  </a:moveTo>
                  <a:lnTo>
                    <a:pt x="0" y="0"/>
                  </a:lnTo>
                  <a:lnTo>
                    <a:pt x="0" y="6350"/>
                  </a:lnTo>
                  <a:lnTo>
                    <a:pt x="0" y="12700"/>
                  </a:lnTo>
                  <a:lnTo>
                    <a:pt x="82550" y="12700"/>
                  </a:lnTo>
                  <a:lnTo>
                    <a:pt x="82550" y="6350"/>
                  </a:lnTo>
                  <a:lnTo>
                    <a:pt x="82550" y="0"/>
                  </a:lnTo>
                  <a:close/>
                </a:path>
              </a:pathLst>
            </a:custGeom>
            <a:solidFill>
              <a:srgbClr val="003300"/>
            </a:solidFill>
          </p:spPr>
          <p:txBody>
            <a:bodyPr wrap="square" lIns="0" tIns="0" rIns="0" bIns="0" rtlCol="0"/>
            <a:lstStyle/>
            <a:p/>
          </p:txBody>
        </p:sp>
        <p:sp>
          <p:nvSpPr>
            <p:cNvPr id="2220" name="object 2220"/>
            <p:cNvSpPr/>
            <p:nvPr/>
          </p:nvSpPr>
          <p:spPr>
            <a:xfrm>
              <a:off x="7066280" y="868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13301"/>
            </a:solidFill>
          </p:spPr>
          <p:txBody>
            <a:bodyPr wrap="square" lIns="0" tIns="0" rIns="0" bIns="0" rtlCol="0"/>
            <a:lstStyle/>
            <a:p/>
          </p:txBody>
        </p:sp>
        <p:sp>
          <p:nvSpPr>
            <p:cNvPr id="2221" name="object 2221"/>
            <p:cNvSpPr/>
            <p:nvPr/>
          </p:nvSpPr>
          <p:spPr>
            <a:xfrm>
              <a:off x="7066280" y="876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23102"/>
            </a:solidFill>
          </p:spPr>
          <p:txBody>
            <a:bodyPr wrap="square" lIns="0" tIns="0" rIns="0" bIns="0" rtlCol="0"/>
            <a:lstStyle/>
            <a:p/>
          </p:txBody>
        </p:sp>
        <p:sp>
          <p:nvSpPr>
            <p:cNvPr id="2222" name="object 2222"/>
            <p:cNvSpPr/>
            <p:nvPr/>
          </p:nvSpPr>
          <p:spPr>
            <a:xfrm>
              <a:off x="7066280" y="883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33103"/>
            </a:solidFill>
          </p:spPr>
          <p:txBody>
            <a:bodyPr wrap="square" lIns="0" tIns="0" rIns="0" bIns="0" rtlCol="0"/>
            <a:lstStyle/>
            <a:p/>
          </p:txBody>
        </p:sp>
        <p:sp>
          <p:nvSpPr>
            <p:cNvPr id="2223" name="object 2223"/>
            <p:cNvSpPr/>
            <p:nvPr/>
          </p:nvSpPr>
          <p:spPr>
            <a:xfrm>
              <a:off x="7066280" y="890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43004"/>
            </a:solidFill>
          </p:spPr>
          <p:txBody>
            <a:bodyPr wrap="square" lIns="0" tIns="0" rIns="0" bIns="0" rtlCol="0"/>
            <a:lstStyle/>
            <a:p/>
          </p:txBody>
        </p:sp>
        <p:sp>
          <p:nvSpPr>
            <p:cNvPr id="2224" name="object 2224"/>
            <p:cNvSpPr/>
            <p:nvPr/>
          </p:nvSpPr>
          <p:spPr>
            <a:xfrm>
              <a:off x="7066280" y="897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53005"/>
            </a:solidFill>
          </p:spPr>
          <p:txBody>
            <a:bodyPr wrap="square" lIns="0" tIns="0" rIns="0" bIns="0" rtlCol="0"/>
            <a:lstStyle/>
            <a:p/>
          </p:txBody>
        </p:sp>
        <p:sp>
          <p:nvSpPr>
            <p:cNvPr id="2225" name="object 2225"/>
            <p:cNvSpPr/>
            <p:nvPr/>
          </p:nvSpPr>
          <p:spPr>
            <a:xfrm>
              <a:off x="7066280" y="905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62F06"/>
            </a:solidFill>
          </p:spPr>
          <p:txBody>
            <a:bodyPr wrap="square" lIns="0" tIns="0" rIns="0" bIns="0" rtlCol="0"/>
            <a:lstStyle/>
            <a:p/>
          </p:txBody>
        </p:sp>
        <p:sp>
          <p:nvSpPr>
            <p:cNvPr id="2226" name="object 2226"/>
            <p:cNvSpPr/>
            <p:nvPr/>
          </p:nvSpPr>
          <p:spPr>
            <a:xfrm>
              <a:off x="7066280" y="911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72F07"/>
            </a:solidFill>
          </p:spPr>
          <p:txBody>
            <a:bodyPr wrap="square" lIns="0" tIns="0" rIns="0" bIns="0" rtlCol="0"/>
            <a:lstStyle/>
            <a:p/>
          </p:txBody>
        </p:sp>
        <p:sp>
          <p:nvSpPr>
            <p:cNvPr id="2227" name="object 2227"/>
            <p:cNvSpPr/>
            <p:nvPr/>
          </p:nvSpPr>
          <p:spPr>
            <a:xfrm>
              <a:off x="7066280" y="919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92F09"/>
            </a:solidFill>
          </p:spPr>
          <p:txBody>
            <a:bodyPr wrap="square" lIns="0" tIns="0" rIns="0" bIns="0" rtlCol="0"/>
            <a:lstStyle/>
            <a:p/>
          </p:txBody>
        </p:sp>
        <p:sp>
          <p:nvSpPr>
            <p:cNvPr id="2228" name="object 2228"/>
            <p:cNvSpPr/>
            <p:nvPr/>
          </p:nvSpPr>
          <p:spPr>
            <a:xfrm>
              <a:off x="7066280" y="927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A2E0A"/>
            </a:solidFill>
          </p:spPr>
          <p:txBody>
            <a:bodyPr wrap="square" lIns="0" tIns="0" rIns="0" bIns="0" rtlCol="0"/>
            <a:lstStyle/>
            <a:p/>
          </p:txBody>
        </p:sp>
        <p:sp>
          <p:nvSpPr>
            <p:cNvPr id="2229" name="object 2229"/>
            <p:cNvSpPr/>
            <p:nvPr/>
          </p:nvSpPr>
          <p:spPr>
            <a:xfrm>
              <a:off x="7066280" y="933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B2E0B"/>
            </a:solidFill>
          </p:spPr>
          <p:txBody>
            <a:bodyPr wrap="square" lIns="0" tIns="0" rIns="0" bIns="0" rtlCol="0"/>
            <a:lstStyle/>
            <a:p/>
          </p:txBody>
        </p:sp>
        <p:sp>
          <p:nvSpPr>
            <p:cNvPr id="2230" name="object 2230"/>
            <p:cNvSpPr/>
            <p:nvPr/>
          </p:nvSpPr>
          <p:spPr>
            <a:xfrm>
              <a:off x="7066280" y="941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C2D0C"/>
            </a:solidFill>
          </p:spPr>
          <p:txBody>
            <a:bodyPr wrap="square" lIns="0" tIns="0" rIns="0" bIns="0" rtlCol="0"/>
            <a:lstStyle/>
            <a:p/>
          </p:txBody>
        </p:sp>
        <p:sp>
          <p:nvSpPr>
            <p:cNvPr id="2231" name="object 2231"/>
            <p:cNvSpPr/>
            <p:nvPr/>
          </p:nvSpPr>
          <p:spPr>
            <a:xfrm>
              <a:off x="7066280" y="948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0D2D0D"/>
            </a:solidFill>
          </p:spPr>
          <p:txBody>
            <a:bodyPr wrap="square" lIns="0" tIns="0" rIns="0" bIns="0" rtlCol="0"/>
            <a:lstStyle/>
            <a:p/>
          </p:txBody>
        </p:sp>
        <p:sp>
          <p:nvSpPr>
            <p:cNvPr id="2232" name="object 2232"/>
            <p:cNvSpPr/>
            <p:nvPr/>
          </p:nvSpPr>
          <p:spPr>
            <a:xfrm>
              <a:off x="7066280" y="955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0E2C0E"/>
            </a:solidFill>
          </p:spPr>
          <p:txBody>
            <a:bodyPr wrap="square" lIns="0" tIns="0" rIns="0" bIns="0" rtlCol="0"/>
            <a:lstStyle/>
            <a:p/>
          </p:txBody>
        </p:sp>
        <p:sp>
          <p:nvSpPr>
            <p:cNvPr id="2233" name="object 2233"/>
            <p:cNvSpPr/>
            <p:nvPr/>
          </p:nvSpPr>
          <p:spPr>
            <a:xfrm>
              <a:off x="7066280" y="962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0F2C0F"/>
            </a:solidFill>
          </p:spPr>
          <p:txBody>
            <a:bodyPr wrap="square" lIns="0" tIns="0" rIns="0" bIns="0" rtlCol="0"/>
            <a:lstStyle/>
            <a:p/>
          </p:txBody>
        </p:sp>
        <p:sp>
          <p:nvSpPr>
            <p:cNvPr id="2234" name="object 2234"/>
            <p:cNvSpPr/>
            <p:nvPr/>
          </p:nvSpPr>
          <p:spPr>
            <a:xfrm>
              <a:off x="7066280" y="970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102B10"/>
            </a:solidFill>
          </p:spPr>
          <p:txBody>
            <a:bodyPr wrap="square" lIns="0" tIns="0" rIns="0" bIns="0" rtlCol="0"/>
            <a:lstStyle/>
            <a:p/>
          </p:txBody>
        </p:sp>
        <p:sp>
          <p:nvSpPr>
            <p:cNvPr id="2235" name="object 2235"/>
            <p:cNvSpPr/>
            <p:nvPr/>
          </p:nvSpPr>
          <p:spPr>
            <a:xfrm>
              <a:off x="7066280" y="976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12B11"/>
            </a:solidFill>
          </p:spPr>
          <p:txBody>
            <a:bodyPr wrap="square" lIns="0" tIns="0" rIns="0" bIns="0" rtlCol="0"/>
            <a:lstStyle/>
            <a:p/>
          </p:txBody>
        </p:sp>
        <p:sp>
          <p:nvSpPr>
            <p:cNvPr id="2236" name="object 2236"/>
            <p:cNvSpPr/>
            <p:nvPr/>
          </p:nvSpPr>
          <p:spPr>
            <a:xfrm>
              <a:off x="7066280" y="984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32B13"/>
            </a:solidFill>
          </p:spPr>
          <p:txBody>
            <a:bodyPr wrap="square" lIns="0" tIns="0" rIns="0" bIns="0" rtlCol="0"/>
            <a:lstStyle/>
            <a:p/>
          </p:txBody>
        </p:sp>
        <p:sp>
          <p:nvSpPr>
            <p:cNvPr id="2237" name="object 2237"/>
            <p:cNvSpPr/>
            <p:nvPr/>
          </p:nvSpPr>
          <p:spPr>
            <a:xfrm>
              <a:off x="7066280" y="991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142A14"/>
            </a:solidFill>
          </p:spPr>
          <p:txBody>
            <a:bodyPr wrap="square" lIns="0" tIns="0" rIns="0" bIns="0" rtlCol="0"/>
            <a:lstStyle/>
            <a:p/>
          </p:txBody>
        </p:sp>
        <p:sp>
          <p:nvSpPr>
            <p:cNvPr id="2238" name="object 2238"/>
            <p:cNvSpPr/>
            <p:nvPr/>
          </p:nvSpPr>
          <p:spPr>
            <a:xfrm>
              <a:off x="7066280" y="998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52A15"/>
            </a:solidFill>
          </p:spPr>
          <p:txBody>
            <a:bodyPr wrap="square" lIns="0" tIns="0" rIns="0" bIns="0" rtlCol="0"/>
            <a:lstStyle/>
            <a:p/>
          </p:txBody>
        </p:sp>
        <p:sp>
          <p:nvSpPr>
            <p:cNvPr id="2239" name="object 2239"/>
            <p:cNvSpPr/>
            <p:nvPr/>
          </p:nvSpPr>
          <p:spPr>
            <a:xfrm>
              <a:off x="7066280" y="1005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62916"/>
            </a:solidFill>
          </p:spPr>
          <p:txBody>
            <a:bodyPr wrap="square" lIns="0" tIns="0" rIns="0" bIns="0" rtlCol="0"/>
            <a:lstStyle/>
            <a:p/>
          </p:txBody>
        </p:sp>
        <p:sp>
          <p:nvSpPr>
            <p:cNvPr id="2240" name="object 2240"/>
            <p:cNvSpPr/>
            <p:nvPr/>
          </p:nvSpPr>
          <p:spPr>
            <a:xfrm>
              <a:off x="7066280" y="10134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172917"/>
            </a:solidFill>
          </p:spPr>
          <p:txBody>
            <a:bodyPr wrap="square" lIns="0" tIns="0" rIns="0" bIns="0" rtlCol="0"/>
            <a:lstStyle/>
            <a:p/>
          </p:txBody>
        </p:sp>
        <p:sp>
          <p:nvSpPr>
            <p:cNvPr id="2241" name="object 2241"/>
            <p:cNvSpPr/>
            <p:nvPr/>
          </p:nvSpPr>
          <p:spPr>
            <a:xfrm>
              <a:off x="7066280" y="10210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182818"/>
            </a:solidFill>
          </p:spPr>
          <p:txBody>
            <a:bodyPr wrap="square" lIns="0" tIns="0" rIns="0" bIns="0" rtlCol="0"/>
            <a:lstStyle/>
            <a:p/>
          </p:txBody>
        </p:sp>
        <p:sp>
          <p:nvSpPr>
            <p:cNvPr id="2242" name="object 2242"/>
            <p:cNvSpPr/>
            <p:nvPr/>
          </p:nvSpPr>
          <p:spPr>
            <a:xfrm>
              <a:off x="7066280" y="1027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92819"/>
            </a:solidFill>
          </p:spPr>
          <p:txBody>
            <a:bodyPr wrap="square" lIns="0" tIns="0" rIns="0" bIns="0" rtlCol="0"/>
            <a:lstStyle/>
            <a:p/>
          </p:txBody>
        </p:sp>
        <p:sp>
          <p:nvSpPr>
            <p:cNvPr id="2243" name="object 2243"/>
            <p:cNvSpPr/>
            <p:nvPr/>
          </p:nvSpPr>
          <p:spPr>
            <a:xfrm>
              <a:off x="7066280" y="10350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1A271A"/>
            </a:solidFill>
          </p:spPr>
          <p:txBody>
            <a:bodyPr wrap="square" lIns="0" tIns="0" rIns="0" bIns="0" rtlCol="0"/>
            <a:lstStyle/>
            <a:p/>
          </p:txBody>
        </p:sp>
        <p:sp>
          <p:nvSpPr>
            <p:cNvPr id="2244" name="object 2244"/>
            <p:cNvSpPr/>
            <p:nvPr/>
          </p:nvSpPr>
          <p:spPr>
            <a:xfrm>
              <a:off x="7066280" y="1042670"/>
              <a:ext cx="82550" cy="5080"/>
            </a:xfrm>
            <a:custGeom>
              <a:avLst/>
              <a:gdLst/>
              <a:ahLst/>
              <a:cxnLst/>
              <a:rect l="l" t="t" r="r" b="b"/>
              <a:pathLst>
                <a:path w="82550" h="5080">
                  <a:moveTo>
                    <a:pt x="0" y="0"/>
                  </a:moveTo>
                  <a:lnTo>
                    <a:pt x="82550" y="0"/>
                  </a:lnTo>
                  <a:lnTo>
                    <a:pt x="82550" y="5079"/>
                  </a:lnTo>
                  <a:lnTo>
                    <a:pt x="0" y="5079"/>
                  </a:lnTo>
                  <a:lnTo>
                    <a:pt x="0" y="0"/>
                  </a:lnTo>
                  <a:close/>
                </a:path>
              </a:pathLst>
            </a:custGeom>
            <a:solidFill>
              <a:srgbClr val="1B271B"/>
            </a:solidFill>
          </p:spPr>
          <p:txBody>
            <a:bodyPr wrap="square" lIns="0" tIns="0" rIns="0" bIns="0" rtlCol="0"/>
            <a:lstStyle/>
            <a:p/>
          </p:txBody>
        </p:sp>
        <p:sp>
          <p:nvSpPr>
            <p:cNvPr id="2245" name="object 2245"/>
            <p:cNvSpPr/>
            <p:nvPr/>
          </p:nvSpPr>
          <p:spPr>
            <a:xfrm>
              <a:off x="7066280" y="1069340"/>
              <a:ext cx="82550" cy="1270"/>
            </a:xfrm>
            <a:custGeom>
              <a:avLst/>
              <a:gdLst/>
              <a:ahLst/>
              <a:cxnLst/>
              <a:rect l="l" t="t" r="r" b="b"/>
              <a:pathLst>
                <a:path w="82550" h="1269">
                  <a:moveTo>
                    <a:pt x="0" y="0"/>
                  </a:moveTo>
                  <a:lnTo>
                    <a:pt x="82550" y="0"/>
                  </a:lnTo>
                  <a:lnTo>
                    <a:pt x="82550" y="1269"/>
                  </a:lnTo>
                  <a:lnTo>
                    <a:pt x="0" y="1269"/>
                  </a:lnTo>
                  <a:lnTo>
                    <a:pt x="0" y="0"/>
                  </a:lnTo>
                  <a:close/>
                </a:path>
              </a:pathLst>
            </a:custGeom>
            <a:solidFill>
              <a:srgbClr val="1F261F"/>
            </a:solidFill>
          </p:spPr>
          <p:txBody>
            <a:bodyPr wrap="square" lIns="0" tIns="0" rIns="0" bIns="0" rtlCol="0"/>
            <a:lstStyle/>
            <a:p/>
          </p:txBody>
        </p:sp>
        <p:sp>
          <p:nvSpPr>
            <p:cNvPr id="2246" name="object 2246"/>
            <p:cNvSpPr/>
            <p:nvPr/>
          </p:nvSpPr>
          <p:spPr>
            <a:xfrm>
              <a:off x="7066280" y="10706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02520"/>
            </a:solidFill>
          </p:spPr>
          <p:txBody>
            <a:bodyPr wrap="square" lIns="0" tIns="0" rIns="0" bIns="0" rtlCol="0"/>
            <a:lstStyle/>
            <a:p/>
          </p:txBody>
        </p:sp>
        <p:sp>
          <p:nvSpPr>
            <p:cNvPr id="2247" name="object 2247"/>
            <p:cNvSpPr/>
            <p:nvPr/>
          </p:nvSpPr>
          <p:spPr>
            <a:xfrm>
              <a:off x="7066280" y="10782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12521"/>
            </a:solidFill>
          </p:spPr>
          <p:txBody>
            <a:bodyPr wrap="square" lIns="0" tIns="0" rIns="0" bIns="0" rtlCol="0"/>
            <a:lstStyle/>
            <a:p/>
          </p:txBody>
        </p:sp>
        <p:sp>
          <p:nvSpPr>
            <p:cNvPr id="2248" name="object 2248"/>
            <p:cNvSpPr/>
            <p:nvPr/>
          </p:nvSpPr>
          <p:spPr>
            <a:xfrm>
              <a:off x="7066280" y="10858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22422"/>
            </a:solidFill>
          </p:spPr>
          <p:txBody>
            <a:bodyPr wrap="square" lIns="0" tIns="0" rIns="0" bIns="0" rtlCol="0"/>
            <a:lstStyle/>
            <a:p/>
          </p:txBody>
        </p:sp>
        <p:sp>
          <p:nvSpPr>
            <p:cNvPr id="2249" name="object 2249"/>
            <p:cNvSpPr/>
            <p:nvPr/>
          </p:nvSpPr>
          <p:spPr>
            <a:xfrm>
              <a:off x="7066280" y="10922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32423"/>
            </a:solidFill>
          </p:spPr>
          <p:txBody>
            <a:bodyPr wrap="square" lIns="0" tIns="0" rIns="0" bIns="0" rtlCol="0"/>
            <a:lstStyle/>
            <a:p/>
          </p:txBody>
        </p:sp>
        <p:sp>
          <p:nvSpPr>
            <p:cNvPr id="2250" name="object 2250"/>
            <p:cNvSpPr/>
            <p:nvPr/>
          </p:nvSpPr>
          <p:spPr>
            <a:xfrm>
              <a:off x="7066280" y="10998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42324"/>
            </a:solidFill>
          </p:spPr>
          <p:txBody>
            <a:bodyPr wrap="square" lIns="0" tIns="0" rIns="0" bIns="0" rtlCol="0"/>
            <a:lstStyle/>
            <a:p/>
          </p:txBody>
        </p:sp>
        <p:sp>
          <p:nvSpPr>
            <p:cNvPr id="2251" name="object 2251"/>
            <p:cNvSpPr/>
            <p:nvPr/>
          </p:nvSpPr>
          <p:spPr>
            <a:xfrm>
              <a:off x="7066280" y="11074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52325"/>
            </a:solidFill>
          </p:spPr>
          <p:txBody>
            <a:bodyPr wrap="square" lIns="0" tIns="0" rIns="0" bIns="0" rtlCol="0"/>
            <a:lstStyle/>
            <a:p/>
          </p:txBody>
        </p:sp>
        <p:sp>
          <p:nvSpPr>
            <p:cNvPr id="2252" name="object 2252"/>
            <p:cNvSpPr/>
            <p:nvPr/>
          </p:nvSpPr>
          <p:spPr>
            <a:xfrm>
              <a:off x="7066280" y="11137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72327"/>
            </a:solidFill>
          </p:spPr>
          <p:txBody>
            <a:bodyPr wrap="square" lIns="0" tIns="0" rIns="0" bIns="0" rtlCol="0"/>
            <a:lstStyle/>
            <a:p/>
          </p:txBody>
        </p:sp>
        <p:sp>
          <p:nvSpPr>
            <p:cNvPr id="2253" name="object 2253"/>
            <p:cNvSpPr/>
            <p:nvPr/>
          </p:nvSpPr>
          <p:spPr>
            <a:xfrm>
              <a:off x="7066280" y="11214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82228"/>
            </a:solidFill>
          </p:spPr>
          <p:txBody>
            <a:bodyPr wrap="square" lIns="0" tIns="0" rIns="0" bIns="0" rtlCol="0"/>
            <a:lstStyle/>
            <a:p/>
          </p:txBody>
        </p:sp>
        <p:sp>
          <p:nvSpPr>
            <p:cNvPr id="2254" name="object 2254"/>
            <p:cNvSpPr/>
            <p:nvPr/>
          </p:nvSpPr>
          <p:spPr>
            <a:xfrm>
              <a:off x="7066280" y="11290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92229"/>
            </a:solidFill>
          </p:spPr>
          <p:txBody>
            <a:bodyPr wrap="square" lIns="0" tIns="0" rIns="0" bIns="0" rtlCol="0"/>
            <a:lstStyle/>
            <a:p/>
          </p:txBody>
        </p:sp>
        <p:sp>
          <p:nvSpPr>
            <p:cNvPr id="2255" name="object 2255"/>
            <p:cNvSpPr/>
            <p:nvPr/>
          </p:nvSpPr>
          <p:spPr>
            <a:xfrm>
              <a:off x="7066280" y="11353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A212A"/>
            </a:solidFill>
          </p:spPr>
          <p:txBody>
            <a:bodyPr wrap="square" lIns="0" tIns="0" rIns="0" bIns="0" rtlCol="0"/>
            <a:lstStyle/>
            <a:p/>
          </p:txBody>
        </p:sp>
        <p:sp>
          <p:nvSpPr>
            <p:cNvPr id="2256" name="object 2256"/>
            <p:cNvSpPr/>
            <p:nvPr/>
          </p:nvSpPr>
          <p:spPr>
            <a:xfrm>
              <a:off x="7066280" y="11430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B212B"/>
            </a:solidFill>
          </p:spPr>
          <p:txBody>
            <a:bodyPr wrap="square" lIns="0" tIns="0" rIns="0" bIns="0" rtlCol="0"/>
            <a:lstStyle/>
            <a:p/>
          </p:txBody>
        </p:sp>
        <p:sp>
          <p:nvSpPr>
            <p:cNvPr id="2257" name="object 2257"/>
            <p:cNvSpPr/>
            <p:nvPr/>
          </p:nvSpPr>
          <p:spPr>
            <a:xfrm>
              <a:off x="7066280" y="11506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C202C"/>
            </a:solidFill>
          </p:spPr>
          <p:txBody>
            <a:bodyPr wrap="square" lIns="0" tIns="0" rIns="0" bIns="0" rtlCol="0"/>
            <a:lstStyle/>
            <a:p/>
          </p:txBody>
        </p:sp>
        <p:sp>
          <p:nvSpPr>
            <p:cNvPr id="2258" name="object 2258"/>
            <p:cNvSpPr/>
            <p:nvPr/>
          </p:nvSpPr>
          <p:spPr>
            <a:xfrm>
              <a:off x="7066280" y="11569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2D202D"/>
            </a:solidFill>
          </p:spPr>
          <p:txBody>
            <a:bodyPr wrap="square" lIns="0" tIns="0" rIns="0" bIns="0" rtlCol="0"/>
            <a:lstStyle/>
            <a:p/>
          </p:txBody>
        </p:sp>
        <p:sp>
          <p:nvSpPr>
            <p:cNvPr id="2259" name="object 2259"/>
            <p:cNvSpPr/>
            <p:nvPr/>
          </p:nvSpPr>
          <p:spPr>
            <a:xfrm>
              <a:off x="7066280" y="11645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2E1F2E"/>
            </a:solidFill>
          </p:spPr>
          <p:txBody>
            <a:bodyPr wrap="square" lIns="0" tIns="0" rIns="0" bIns="0" rtlCol="0"/>
            <a:lstStyle/>
            <a:p/>
          </p:txBody>
        </p:sp>
        <p:sp>
          <p:nvSpPr>
            <p:cNvPr id="2260" name="object 2260"/>
            <p:cNvSpPr/>
            <p:nvPr/>
          </p:nvSpPr>
          <p:spPr>
            <a:xfrm>
              <a:off x="7066280" y="11722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F1F2F"/>
            </a:solidFill>
          </p:spPr>
          <p:txBody>
            <a:bodyPr wrap="square" lIns="0" tIns="0" rIns="0" bIns="0" rtlCol="0"/>
            <a:lstStyle/>
            <a:p/>
          </p:txBody>
        </p:sp>
        <p:sp>
          <p:nvSpPr>
            <p:cNvPr id="2261" name="object 2261"/>
            <p:cNvSpPr/>
            <p:nvPr/>
          </p:nvSpPr>
          <p:spPr>
            <a:xfrm>
              <a:off x="7066280" y="11785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11F31"/>
            </a:solidFill>
          </p:spPr>
          <p:txBody>
            <a:bodyPr wrap="square" lIns="0" tIns="0" rIns="0" bIns="0" rtlCol="0"/>
            <a:lstStyle/>
            <a:p/>
          </p:txBody>
        </p:sp>
        <p:sp>
          <p:nvSpPr>
            <p:cNvPr id="2262" name="object 2262"/>
            <p:cNvSpPr/>
            <p:nvPr/>
          </p:nvSpPr>
          <p:spPr>
            <a:xfrm>
              <a:off x="7066280" y="1186179"/>
              <a:ext cx="82550" cy="15240"/>
            </a:xfrm>
            <a:custGeom>
              <a:avLst/>
              <a:gdLst/>
              <a:ahLst/>
              <a:cxnLst/>
              <a:rect l="l" t="t" r="r" b="b"/>
              <a:pathLst>
                <a:path w="82550" h="15240">
                  <a:moveTo>
                    <a:pt x="82550" y="0"/>
                  </a:moveTo>
                  <a:lnTo>
                    <a:pt x="0" y="0"/>
                  </a:lnTo>
                  <a:lnTo>
                    <a:pt x="0" y="7620"/>
                  </a:lnTo>
                  <a:lnTo>
                    <a:pt x="0" y="15240"/>
                  </a:lnTo>
                  <a:lnTo>
                    <a:pt x="82550" y="15240"/>
                  </a:lnTo>
                  <a:lnTo>
                    <a:pt x="82550" y="7620"/>
                  </a:lnTo>
                  <a:lnTo>
                    <a:pt x="82550" y="0"/>
                  </a:lnTo>
                  <a:close/>
                </a:path>
              </a:pathLst>
            </a:custGeom>
            <a:solidFill>
              <a:srgbClr val="331E33"/>
            </a:solidFill>
          </p:spPr>
          <p:txBody>
            <a:bodyPr wrap="square" lIns="0" tIns="0" rIns="0" bIns="0" rtlCol="0"/>
            <a:lstStyle/>
            <a:p/>
          </p:txBody>
        </p:sp>
        <p:sp>
          <p:nvSpPr>
            <p:cNvPr id="2263" name="object 2263"/>
            <p:cNvSpPr/>
            <p:nvPr/>
          </p:nvSpPr>
          <p:spPr>
            <a:xfrm>
              <a:off x="7066280" y="12014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41D34"/>
            </a:solidFill>
          </p:spPr>
          <p:txBody>
            <a:bodyPr wrap="square" lIns="0" tIns="0" rIns="0" bIns="0" rtlCol="0"/>
            <a:lstStyle/>
            <a:p/>
          </p:txBody>
        </p:sp>
        <p:sp>
          <p:nvSpPr>
            <p:cNvPr id="2264" name="object 2264"/>
            <p:cNvSpPr/>
            <p:nvPr/>
          </p:nvSpPr>
          <p:spPr>
            <a:xfrm>
              <a:off x="7066280" y="12077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51D35"/>
            </a:solidFill>
          </p:spPr>
          <p:txBody>
            <a:bodyPr wrap="square" lIns="0" tIns="0" rIns="0" bIns="0" rtlCol="0"/>
            <a:lstStyle/>
            <a:p/>
          </p:txBody>
        </p:sp>
        <p:sp>
          <p:nvSpPr>
            <p:cNvPr id="2265" name="object 2265"/>
            <p:cNvSpPr/>
            <p:nvPr/>
          </p:nvSpPr>
          <p:spPr>
            <a:xfrm>
              <a:off x="7066280" y="12153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61C36"/>
            </a:solidFill>
          </p:spPr>
          <p:txBody>
            <a:bodyPr wrap="square" lIns="0" tIns="0" rIns="0" bIns="0" rtlCol="0"/>
            <a:lstStyle/>
            <a:p/>
          </p:txBody>
        </p:sp>
        <p:sp>
          <p:nvSpPr>
            <p:cNvPr id="2266" name="object 2266"/>
            <p:cNvSpPr/>
            <p:nvPr/>
          </p:nvSpPr>
          <p:spPr>
            <a:xfrm>
              <a:off x="7066280" y="12230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71C37"/>
            </a:solidFill>
          </p:spPr>
          <p:txBody>
            <a:bodyPr wrap="square" lIns="0" tIns="0" rIns="0" bIns="0" rtlCol="0"/>
            <a:lstStyle/>
            <a:p/>
          </p:txBody>
        </p:sp>
        <p:sp>
          <p:nvSpPr>
            <p:cNvPr id="2267" name="object 2267"/>
            <p:cNvSpPr/>
            <p:nvPr/>
          </p:nvSpPr>
          <p:spPr>
            <a:xfrm>
              <a:off x="7066280" y="12293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81B38"/>
            </a:solidFill>
          </p:spPr>
          <p:txBody>
            <a:bodyPr wrap="square" lIns="0" tIns="0" rIns="0" bIns="0" rtlCol="0"/>
            <a:lstStyle/>
            <a:p/>
          </p:txBody>
        </p:sp>
        <p:sp>
          <p:nvSpPr>
            <p:cNvPr id="2268" name="object 2268"/>
            <p:cNvSpPr/>
            <p:nvPr/>
          </p:nvSpPr>
          <p:spPr>
            <a:xfrm>
              <a:off x="7066280" y="12369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91B39"/>
            </a:solidFill>
          </p:spPr>
          <p:txBody>
            <a:bodyPr wrap="square" lIns="0" tIns="0" rIns="0" bIns="0" rtlCol="0"/>
            <a:lstStyle/>
            <a:p/>
          </p:txBody>
        </p:sp>
        <p:sp>
          <p:nvSpPr>
            <p:cNvPr id="2269" name="object 2269"/>
            <p:cNvSpPr/>
            <p:nvPr/>
          </p:nvSpPr>
          <p:spPr>
            <a:xfrm>
              <a:off x="7066280" y="12446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B1B3B"/>
            </a:solidFill>
          </p:spPr>
          <p:txBody>
            <a:bodyPr wrap="square" lIns="0" tIns="0" rIns="0" bIns="0" rtlCol="0"/>
            <a:lstStyle/>
            <a:p/>
          </p:txBody>
        </p:sp>
        <p:sp>
          <p:nvSpPr>
            <p:cNvPr id="2270" name="object 2270"/>
            <p:cNvSpPr/>
            <p:nvPr/>
          </p:nvSpPr>
          <p:spPr>
            <a:xfrm>
              <a:off x="7066280" y="12509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C1A3C"/>
            </a:solidFill>
          </p:spPr>
          <p:txBody>
            <a:bodyPr wrap="square" lIns="0" tIns="0" rIns="0" bIns="0" rtlCol="0"/>
            <a:lstStyle/>
            <a:p/>
          </p:txBody>
        </p:sp>
        <p:sp>
          <p:nvSpPr>
            <p:cNvPr id="2271" name="object 2271"/>
            <p:cNvSpPr/>
            <p:nvPr/>
          </p:nvSpPr>
          <p:spPr>
            <a:xfrm>
              <a:off x="7066280" y="12585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3D1A3D"/>
            </a:solidFill>
          </p:spPr>
          <p:txBody>
            <a:bodyPr wrap="square" lIns="0" tIns="0" rIns="0" bIns="0" rtlCol="0"/>
            <a:lstStyle/>
            <a:p/>
          </p:txBody>
        </p:sp>
        <p:sp>
          <p:nvSpPr>
            <p:cNvPr id="2272" name="object 2272"/>
            <p:cNvSpPr/>
            <p:nvPr/>
          </p:nvSpPr>
          <p:spPr>
            <a:xfrm>
              <a:off x="7066280" y="12661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3E193E"/>
            </a:solidFill>
          </p:spPr>
          <p:txBody>
            <a:bodyPr wrap="square" lIns="0" tIns="0" rIns="0" bIns="0" rtlCol="0"/>
            <a:lstStyle/>
            <a:p/>
          </p:txBody>
        </p:sp>
        <p:sp>
          <p:nvSpPr>
            <p:cNvPr id="2273" name="object 2273"/>
            <p:cNvSpPr/>
            <p:nvPr/>
          </p:nvSpPr>
          <p:spPr>
            <a:xfrm>
              <a:off x="7066280" y="12725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3F193F"/>
            </a:solidFill>
          </p:spPr>
          <p:txBody>
            <a:bodyPr wrap="square" lIns="0" tIns="0" rIns="0" bIns="0" rtlCol="0"/>
            <a:lstStyle/>
            <a:p/>
          </p:txBody>
        </p:sp>
        <p:sp>
          <p:nvSpPr>
            <p:cNvPr id="2274" name="object 2274"/>
            <p:cNvSpPr/>
            <p:nvPr/>
          </p:nvSpPr>
          <p:spPr>
            <a:xfrm>
              <a:off x="7066280" y="12801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01840"/>
            </a:solidFill>
          </p:spPr>
          <p:txBody>
            <a:bodyPr wrap="square" lIns="0" tIns="0" rIns="0" bIns="0" rtlCol="0"/>
            <a:lstStyle/>
            <a:p/>
          </p:txBody>
        </p:sp>
        <p:sp>
          <p:nvSpPr>
            <p:cNvPr id="2275" name="object 2275"/>
            <p:cNvSpPr/>
            <p:nvPr/>
          </p:nvSpPr>
          <p:spPr>
            <a:xfrm>
              <a:off x="7066280" y="12877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11841"/>
            </a:solidFill>
          </p:spPr>
          <p:txBody>
            <a:bodyPr wrap="square" lIns="0" tIns="0" rIns="0" bIns="0" rtlCol="0"/>
            <a:lstStyle/>
            <a:p/>
          </p:txBody>
        </p:sp>
        <p:sp>
          <p:nvSpPr>
            <p:cNvPr id="2276" name="object 2276"/>
            <p:cNvSpPr/>
            <p:nvPr/>
          </p:nvSpPr>
          <p:spPr>
            <a:xfrm>
              <a:off x="7066280" y="12941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21742"/>
            </a:solidFill>
          </p:spPr>
          <p:txBody>
            <a:bodyPr wrap="square" lIns="0" tIns="0" rIns="0" bIns="0" rtlCol="0"/>
            <a:lstStyle/>
            <a:p/>
          </p:txBody>
        </p:sp>
        <p:sp>
          <p:nvSpPr>
            <p:cNvPr id="2277" name="object 2277"/>
            <p:cNvSpPr/>
            <p:nvPr/>
          </p:nvSpPr>
          <p:spPr>
            <a:xfrm>
              <a:off x="7066280" y="13017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41744"/>
            </a:solidFill>
          </p:spPr>
          <p:txBody>
            <a:bodyPr wrap="square" lIns="0" tIns="0" rIns="0" bIns="0" rtlCol="0"/>
            <a:lstStyle/>
            <a:p/>
          </p:txBody>
        </p:sp>
        <p:sp>
          <p:nvSpPr>
            <p:cNvPr id="2278" name="object 2278"/>
            <p:cNvSpPr/>
            <p:nvPr/>
          </p:nvSpPr>
          <p:spPr>
            <a:xfrm>
              <a:off x="7066280" y="13093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51745"/>
            </a:solidFill>
          </p:spPr>
          <p:txBody>
            <a:bodyPr wrap="square" lIns="0" tIns="0" rIns="0" bIns="0" rtlCol="0"/>
            <a:lstStyle/>
            <a:p/>
          </p:txBody>
        </p:sp>
        <p:sp>
          <p:nvSpPr>
            <p:cNvPr id="2279" name="object 2279"/>
            <p:cNvSpPr/>
            <p:nvPr/>
          </p:nvSpPr>
          <p:spPr>
            <a:xfrm>
              <a:off x="7066280" y="13157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61646"/>
            </a:solidFill>
          </p:spPr>
          <p:txBody>
            <a:bodyPr wrap="square" lIns="0" tIns="0" rIns="0" bIns="0" rtlCol="0"/>
            <a:lstStyle/>
            <a:p/>
          </p:txBody>
        </p:sp>
        <p:sp>
          <p:nvSpPr>
            <p:cNvPr id="2280" name="object 2280"/>
            <p:cNvSpPr/>
            <p:nvPr/>
          </p:nvSpPr>
          <p:spPr>
            <a:xfrm>
              <a:off x="7066280" y="13233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71647"/>
            </a:solidFill>
          </p:spPr>
          <p:txBody>
            <a:bodyPr wrap="square" lIns="0" tIns="0" rIns="0" bIns="0" rtlCol="0"/>
            <a:lstStyle/>
            <a:p/>
          </p:txBody>
        </p:sp>
        <p:sp>
          <p:nvSpPr>
            <p:cNvPr id="2281" name="object 2281"/>
            <p:cNvSpPr/>
            <p:nvPr/>
          </p:nvSpPr>
          <p:spPr>
            <a:xfrm>
              <a:off x="7066280" y="13309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81548"/>
            </a:solidFill>
          </p:spPr>
          <p:txBody>
            <a:bodyPr wrap="square" lIns="0" tIns="0" rIns="0" bIns="0" rtlCol="0"/>
            <a:lstStyle/>
            <a:p/>
          </p:txBody>
        </p:sp>
        <p:sp>
          <p:nvSpPr>
            <p:cNvPr id="2282" name="object 2282"/>
            <p:cNvSpPr/>
            <p:nvPr/>
          </p:nvSpPr>
          <p:spPr>
            <a:xfrm>
              <a:off x="7066280" y="13373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91549"/>
            </a:solidFill>
          </p:spPr>
          <p:txBody>
            <a:bodyPr wrap="square" lIns="0" tIns="0" rIns="0" bIns="0" rtlCol="0"/>
            <a:lstStyle/>
            <a:p/>
          </p:txBody>
        </p:sp>
        <p:sp>
          <p:nvSpPr>
            <p:cNvPr id="2283" name="object 2283"/>
            <p:cNvSpPr/>
            <p:nvPr/>
          </p:nvSpPr>
          <p:spPr>
            <a:xfrm>
              <a:off x="7066280" y="13449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A144A"/>
            </a:solidFill>
          </p:spPr>
          <p:txBody>
            <a:bodyPr wrap="square" lIns="0" tIns="0" rIns="0" bIns="0" rtlCol="0"/>
            <a:lstStyle/>
            <a:p/>
          </p:txBody>
        </p:sp>
        <p:sp>
          <p:nvSpPr>
            <p:cNvPr id="2284" name="object 2284"/>
            <p:cNvSpPr/>
            <p:nvPr/>
          </p:nvSpPr>
          <p:spPr>
            <a:xfrm>
              <a:off x="7066280" y="13525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B144B"/>
            </a:solidFill>
          </p:spPr>
          <p:txBody>
            <a:bodyPr wrap="square" lIns="0" tIns="0" rIns="0" bIns="0" rtlCol="0"/>
            <a:lstStyle/>
            <a:p/>
          </p:txBody>
        </p:sp>
        <p:sp>
          <p:nvSpPr>
            <p:cNvPr id="2285" name="object 2285"/>
            <p:cNvSpPr/>
            <p:nvPr/>
          </p:nvSpPr>
          <p:spPr>
            <a:xfrm>
              <a:off x="7066280" y="13601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4C134C"/>
            </a:solidFill>
          </p:spPr>
          <p:txBody>
            <a:bodyPr wrap="square" lIns="0" tIns="0" rIns="0" bIns="0" rtlCol="0"/>
            <a:lstStyle/>
            <a:p/>
          </p:txBody>
        </p:sp>
        <p:sp>
          <p:nvSpPr>
            <p:cNvPr id="2286" name="object 2286"/>
            <p:cNvSpPr/>
            <p:nvPr/>
          </p:nvSpPr>
          <p:spPr>
            <a:xfrm>
              <a:off x="7066280" y="13665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4E134E"/>
            </a:solidFill>
          </p:spPr>
          <p:txBody>
            <a:bodyPr wrap="square" lIns="0" tIns="0" rIns="0" bIns="0" rtlCol="0"/>
            <a:lstStyle/>
            <a:p/>
          </p:txBody>
        </p:sp>
        <p:sp>
          <p:nvSpPr>
            <p:cNvPr id="2287" name="object 2287"/>
            <p:cNvSpPr/>
            <p:nvPr/>
          </p:nvSpPr>
          <p:spPr>
            <a:xfrm>
              <a:off x="7066280" y="13741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4F134F"/>
            </a:solidFill>
          </p:spPr>
          <p:txBody>
            <a:bodyPr wrap="square" lIns="0" tIns="0" rIns="0" bIns="0" rtlCol="0"/>
            <a:lstStyle/>
            <a:p/>
          </p:txBody>
        </p:sp>
        <p:sp>
          <p:nvSpPr>
            <p:cNvPr id="2288" name="object 2288"/>
            <p:cNvSpPr/>
            <p:nvPr/>
          </p:nvSpPr>
          <p:spPr>
            <a:xfrm>
              <a:off x="7066280" y="13817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01250"/>
            </a:solidFill>
          </p:spPr>
          <p:txBody>
            <a:bodyPr wrap="square" lIns="0" tIns="0" rIns="0" bIns="0" rtlCol="0"/>
            <a:lstStyle/>
            <a:p/>
          </p:txBody>
        </p:sp>
        <p:sp>
          <p:nvSpPr>
            <p:cNvPr id="2289" name="object 2289"/>
            <p:cNvSpPr/>
            <p:nvPr/>
          </p:nvSpPr>
          <p:spPr>
            <a:xfrm>
              <a:off x="7066280" y="13881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11251"/>
            </a:solidFill>
          </p:spPr>
          <p:txBody>
            <a:bodyPr wrap="square" lIns="0" tIns="0" rIns="0" bIns="0" rtlCol="0"/>
            <a:lstStyle/>
            <a:p/>
          </p:txBody>
        </p:sp>
        <p:sp>
          <p:nvSpPr>
            <p:cNvPr id="2290" name="object 2290"/>
            <p:cNvSpPr/>
            <p:nvPr/>
          </p:nvSpPr>
          <p:spPr>
            <a:xfrm>
              <a:off x="7066280" y="13957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21152"/>
            </a:solidFill>
          </p:spPr>
          <p:txBody>
            <a:bodyPr wrap="square" lIns="0" tIns="0" rIns="0" bIns="0" rtlCol="0"/>
            <a:lstStyle/>
            <a:p/>
          </p:txBody>
        </p:sp>
        <p:sp>
          <p:nvSpPr>
            <p:cNvPr id="2291" name="object 2291"/>
            <p:cNvSpPr/>
            <p:nvPr/>
          </p:nvSpPr>
          <p:spPr>
            <a:xfrm>
              <a:off x="7066280" y="14033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31153"/>
            </a:solidFill>
          </p:spPr>
          <p:txBody>
            <a:bodyPr wrap="square" lIns="0" tIns="0" rIns="0" bIns="0" rtlCol="0"/>
            <a:lstStyle/>
            <a:p/>
          </p:txBody>
        </p:sp>
        <p:sp>
          <p:nvSpPr>
            <p:cNvPr id="2292" name="object 2292"/>
            <p:cNvSpPr/>
            <p:nvPr/>
          </p:nvSpPr>
          <p:spPr>
            <a:xfrm>
              <a:off x="7066280" y="14097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41054"/>
            </a:solidFill>
          </p:spPr>
          <p:txBody>
            <a:bodyPr wrap="square" lIns="0" tIns="0" rIns="0" bIns="0" rtlCol="0"/>
            <a:lstStyle/>
            <a:p/>
          </p:txBody>
        </p:sp>
        <p:sp>
          <p:nvSpPr>
            <p:cNvPr id="2293" name="object 2293"/>
            <p:cNvSpPr/>
            <p:nvPr/>
          </p:nvSpPr>
          <p:spPr>
            <a:xfrm>
              <a:off x="7066280" y="14173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51055"/>
            </a:solidFill>
          </p:spPr>
          <p:txBody>
            <a:bodyPr wrap="square" lIns="0" tIns="0" rIns="0" bIns="0" rtlCol="0"/>
            <a:lstStyle/>
            <a:p/>
          </p:txBody>
        </p:sp>
        <p:sp>
          <p:nvSpPr>
            <p:cNvPr id="2294" name="object 2294"/>
            <p:cNvSpPr/>
            <p:nvPr/>
          </p:nvSpPr>
          <p:spPr>
            <a:xfrm>
              <a:off x="7066280" y="142494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60F56"/>
            </a:solidFill>
          </p:spPr>
          <p:txBody>
            <a:bodyPr wrap="square" lIns="0" tIns="0" rIns="0" bIns="0" rtlCol="0"/>
            <a:lstStyle/>
            <a:p/>
          </p:txBody>
        </p:sp>
        <p:sp>
          <p:nvSpPr>
            <p:cNvPr id="2295" name="object 2295"/>
            <p:cNvSpPr/>
            <p:nvPr/>
          </p:nvSpPr>
          <p:spPr>
            <a:xfrm>
              <a:off x="7066280" y="14312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80F58"/>
            </a:solidFill>
          </p:spPr>
          <p:txBody>
            <a:bodyPr wrap="square" lIns="0" tIns="0" rIns="0" bIns="0" rtlCol="0"/>
            <a:lstStyle/>
            <a:p/>
          </p:txBody>
        </p:sp>
        <p:sp>
          <p:nvSpPr>
            <p:cNvPr id="2296" name="object 2296"/>
            <p:cNvSpPr/>
            <p:nvPr/>
          </p:nvSpPr>
          <p:spPr>
            <a:xfrm>
              <a:off x="7066280" y="14389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90F59"/>
            </a:solidFill>
          </p:spPr>
          <p:txBody>
            <a:bodyPr wrap="square" lIns="0" tIns="0" rIns="0" bIns="0" rtlCol="0"/>
            <a:lstStyle/>
            <a:p/>
          </p:txBody>
        </p:sp>
        <p:sp>
          <p:nvSpPr>
            <p:cNvPr id="2297" name="object 2297"/>
            <p:cNvSpPr/>
            <p:nvPr/>
          </p:nvSpPr>
          <p:spPr>
            <a:xfrm>
              <a:off x="7066280" y="144653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A0E5A"/>
            </a:solidFill>
          </p:spPr>
          <p:txBody>
            <a:bodyPr wrap="square" lIns="0" tIns="0" rIns="0" bIns="0" rtlCol="0"/>
            <a:lstStyle/>
            <a:p/>
          </p:txBody>
        </p:sp>
        <p:sp>
          <p:nvSpPr>
            <p:cNvPr id="2298" name="object 2298"/>
            <p:cNvSpPr/>
            <p:nvPr/>
          </p:nvSpPr>
          <p:spPr>
            <a:xfrm>
              <a:off x="7066280" y="14528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B0E5B"/>
            </a:solidFill>
          </p:spPr>
          <p:txBody>
            <a:bodyPr wrap="square" lIns="0" tIns="0" rIns="0" bIns="0" rtlCol="0"/>
            <a:lstStyle/>
            <a:p/>
          </p:txBody>
        </p:sp>
        <p:sp>
          <p:nvSpPr>
            <p:cNvPr id="2299" name="object 2299"/>
            <p:cNvSpPr/>
            <p:nvPr/>
          </p:nvSpPr>
          <p:spPr>
            <a:xfrm>
              <a:off x="7066280" y="14605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C0D5C"/>
            </a:solidFill>
          </p:spPr>
          <p:txBody>
            <a:bodyPr wrap="square" lIns="0" tIns="0" rIns="0" bIns="0" rtlCol="0"/>
            <a:lstStyle/>
            <a:p/>
          </p:txBody>
        </p:sp>
        <p:sp>
          <p:nvSpPr>
            <p:cNvPr id="2300" name="object 2300"/>
            <p:cNvSpPr/>
            <p:nvPr/>
          </p:nvSpPr>
          <p:spPr>
            <a:xfrm>
              <a:off x="7066280" y="14681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5D0D5D"/>
            </a:solidFill>
          </p:spPr>
          <p:txBody>
            <a:bodyPr wrap="square" lIns="0" tIns="0" rIns="0" bIns="0" rtlCol="0"/>
            <a:lstStyle/>
            <a:p/>
          </p:txBody>
        </p:sp>
        <p:sp>
          <p:nvSpPr>
            <p:cNvPr id="2301" name="object 2301"/>
            <p:cNvSpPr/>
            <p:nvPr/>
          </p:nvSpPr>
          <p:spPr>
            <a:xfrm>
              <a:off x="7066280" y="14744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5E0C5E"/>
            </a:solidFill>
          </p:spPr>
          <p:txBody>
            <a:bodyPr wrap="square" lIns="0" tIns="0" rIns="0" bIns="0" rtlCol="0"/>
            <a:lstStyle/>
            <a:p/>
          </p:txBody>
        </p:sp>
        <p:sp>
          <p:nvSpPr>
            <p:cNvPr id="2302" name="object 2302"/>
            <p:cNvSpPr/>
            <p:nvPr/>
          </p:nvSpPr>
          <p:spPr>
            <a:xfrm>
              <a:off x="7066280" y="14820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5F0C5F"/>
            </a:solidFill>
          </p:spPr>
          <p:txBody>
            <a:bodyPr wrap="square" lIns="0" tIns="0" rIns="0" bIns="0" rtlCol="0"/>
            <a:lstStyle/>
            <a:p/>
          </p:txBody>
        </p:sp>
        <p:sp>
          <p:nvSpPr>
            <p:cNvPr id="2303" name="object 2303"/>
            <p:cNvSpPr/>
            <p:nvPr/>
          </p:nvSpPr>
          <p:spPr>
            <a:xfrm>
              <a:off x="7066280" y="14897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00B60"/>
            </a:solidFill>
          </p:spPr>
          <p:txBody>
            <a:bodyPr wrap="square" lIns="0" tIns="0" rIns="0" bIns="0" rtlCol="0"/>
            <a:lstStyle/>
            <a:p/>
          </p:txBody>
        </p:sp>
        <p:sp>
          <p:nvSpPr>
            <p:cNvPr id="2304" name="object 2304"/>
            <p:cNvSpPr/>
            <p:nvPr/>
          </p:nvSpPr>
          <p:spPr>
            <a:xfrm>
              <a:off x="7066280" y="14960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20B62"/>
            </a:solidFill>
          </p:spPr>
          <p:txBody>
            <a:bodyPr wrap="square" lIns="0" tIns="0" rIns="0" bIns="0" rtlCol="0"/>
            <a:lstStyle/>
            <a:p/>
          </p:txBody>
        </p:sp>
        <p:sp>
          <p:nvSpPr>
            <p:cNvPr id="2305" name="object 2305"/>
            <p:cNvSpPr/>
            <p:nvPr/>
          </p:nvSpPr>
          <p:spPr>
            <a:xfrm>
              <a:off x="7066280" y="15036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30B63"/>
            </a:solidFill>
          </p:spPr>
          <p:txBody>
            <a:bodyPr wrap="square" lIns="0" tIns="0" rIns="0" bIns="0" rtlCol="0"/>
            <a:lstStyle/>
            <a:p/>
          </p:txBody>
        </p:sp>
        <p:sp>
          <p:nvSpPr>
            <p:cNvPr id="2306" name="object 2306"/>
            <p:cNvSpPr/>
            <p:nvPr/>
          </p:nvSpPr>
          <p:spPr>
            <a:xfrm>
              <a:off x="7066280" y="151130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40A64"/>
            </a:solidFill>
          </p:spPr>
          <p:txBody>
            <a:bodyPr wrap="square" lIns="0" tIns="0" rIns="0" bIns="0" rtlCol="0"/>
            <a:lstStyle/>
            <a:p/>
          </p:txBody>
        </p:sp>
        <p:sp>
          <p:nvSpPr>
            <p:cNvPr id="2307" name="object 2307"/>
            <p:cNvSpPr/>
            <p:nvPr/>
          </p:nvSpPr>
          <p:spPr>
            <a:xfrm>
              <a:off x="7066280" y="151892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60A66"/>
            </a:solidFill>
          </p:spPr>
          <p:txBody>
            <a:bodyPr wrap="square" lIns="0" tIns="0" rIns="0" bIns="0" rtlCol="0"/>
            <a:lstStyle/>
            <a:p/>
          </p:txBody>
        </p:sp>
        <p:sp>
          <p:nvSpPr>
            <p:cNvPr id="2308" name="object 2308"/>
            <p:cNvSpPr/>
            <p:nvPr/>
          </p:nvSpPr>
          <p:spPr>
            <a:xfrm>
              <a:off x="7066280" y="15252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60966"/>
            </a:solidFill>
          </p:spPr>
          <p:txBody>
            <a:bodyPr wrap="square" lIns="0" tIns="0" rIns="0" bIns="0" rtlCol="0"/>
            <a:lstStyle/>
            <a:p/>
          </p:txBody>
        </p:sp>
        <p:sp>
          <p:nvSpPr>
            <p:cNvPr id="2309" name="object 2309"/>
            <p:cNvSpPr/>
            <p:nvPr/>
          </p:nvSpPr>
          <p:spPr>
            <a:xfrm>
              <a:off x="7066280" y="153289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70967"/>
            </a:solidFill>
          </p:spPr>
          <p:txBody>
            <a:bodyPr wrap="square" lIns="0" tIns="0" rIns="0" bIns="0" rtlCol="0"/>
            <a:lstStyle/>
            <a:p/>
          </p:txBody>
        </p:sp>
        <p:sp>
          <p:nvSpPr>
            <p:cNvPr id="2310" name="object 2310"/>
            <p:cNvSpPr/>
            <p:nvPr/>
          </p:nvSpPr>
          <p:spPr>
            <a:xfrm>
              <a:off x="7066280" y="154051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80868"/>
            </a:solidFill>
          </p:spPr>
          <p:txBody>
            <a:bodyPr wrap="square" lIns="0" tIns="0" rIns="0" bIns="0" rtlCol="0"/>
            <a:lstStyle/>
            <a:p/>
          </p:txBody>
        </p:sp>
        <p:sp>
          <p:nvSpPr>
            <p:cNvPr id="2311" name="object 2311"/>
            <p:cNvSpPr/>
            <p:nvPr/>
          </p:nvSpPr>
          <p:spPr>
            <a:xfrm>
              <a:off x="7066280" y="15468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90869"/>
            </a:solidFill>
          </p:spPr>
          <p:txBody>
            <a:bodyPr wrap="square" lIns="0" tIns="0" rIns="0" bIns="0" rtlCol="0"/>
            <a:lstStyle/>
            <a:p/>
          </p:txBody>
        </p:sp>
        <p:sp>
          <p:nvSpPr>
            <p:cNvPr id="2312" name="object 2312"/>
            <p:cNvSpPr/>
            <p:nvPr/>
          </p:nvSpPr>
          <p:spPr>
            <a:xfrm>
              <a:off x="7066280" y="155448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A076A"/>
            </a:solidFill>
          </p:spPr>
          <p:txBody>
            <a:bodyPr wrap="square" lIns="0" tIns="0" rIns="0" bIns="0" rtlCol="0"/>
            <a:lstStyle/>
            <a:p/>
          </p:txBody>
        </p:sp>
        <p:sp>
          <p:nvSpPr>
            <p:cNvPr id="2313" name="object 2313"/>
            <p:cNvSpPr/>
            <p:nvPr/>
          </p:nvSpPr>
          <p:spPr>
            <a:xfrm>
              <a:off x="7066280" y="156210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C076C"/>
            </a:solidFill>
          </p:spPr>
          <p:txBody>
            <a:bodyPr wrap="square" lIns="0" tIns="0" rIns="0" bIns="0" rtlCol="0"/>
            <a:lstStyle/>
            <a:p/>
          </p:txBody>
        </p:sp>
        <p:sp>
          <p:nvSpPr>
            <p:cNvPr id="2314" name="object 2314"/>
            <p:cNvSpPr/>
            <p:nvPr/>
          </p:nvSpPr>
          <p:spPr>
            <a:xfrm>
              <a:off x="7066280" y="15684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6D076D"/>
            </a:solidFill>
          </p:spPr>
          <p:txBody>
            <a:bodyPr wrap="square" lIns="0" tIns="0" rIns="0" bIns="0" rtlCol="0"/>
            <a:lstStyle/>
            <a:p/>
          </p:txBody>
        </p:sp>
        <p:sp>
          <p:nvSpPr>
            <p:cNvPr id="2315" name="object 2315"/>
            <p:cNvSpPr/>
            <p:nvPr/>
          </p:nvSpPr>
          <p:spPr>
            <a:xfrm>
              <a:off x="7066280" y="157607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6E066E"/>
            </a:solidFill>
          </p:spPr>
          <p:txBody>
            <a:bodyPr wrap="square" lIns="0" tIns="0" rIns="0" bIns="0" rtlCol="0"/>
            <a:lstStyle/>
            <a:p/>
          </p:txBody>
        </p:sp>
        <p:sp>
          <p:nvSpPr>
            <p:cNvPr id="2316" name="object 2316"/>
            <p:cNvSpPr/>
            <p:nvPr/>
          </p:nvSpPr>
          <p:spPr>
            <a:xfrm>
              <a:off x="7066280" y="158369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6F066F"/>
            </a:solidFill>
          </p:spPr>
          <p:txBody>
            <a:bodyPr wrap="square" lIns="0" tIns="0" rIns="0" bIns="0" rtlCol="0"/>
            <a:lstStyle/>
            <a:p/>
          </p:txBody>
        </p:sp>
        <p:sp>
          <p:nvSpPr>
            <p:cNvPr id="2317" name="object 2317"/>
            <p:cNvSpPr/>
            <p:nvPr/>
          </p:nvSpPr>
          <p:spPr>
            <a:xfrm>
              <a:off x="7066280" y="15900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00570"/>
            </a:solidFill>
          </p:spPr>
          <p:txBody>
            <a:bodyPr wrap="square" lIns="0" tIns="0" rIns="0" bIns="0" rtlCol="0"/>
            <a:lstStyle/>
            <a:p/>
          </p:txBody>
        </p:sp>
        <p:sp>
          <p:nvSpPr>
            <p:cNvPr id="2318" name="object 2318"/>
            <p:cNvSpPr/>
            <p:nvPr/>
          </p:nvSpPr>
          <p:spPr>
            <a:xfrm>
              <a:off x="7066280" y="159766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10571"/>
            </a:solidFill>
          </p:spPr>
          <p:txBody>
            <a:bodyPr wrap="square" lIns="0" tIns="0" rIns="0" bIns="0" rtlCol="0"/>
            <a:lstStyle/>
            <a:p/>
          </p:txBody>
        </p:sp>
        <p:sp>
          <p:nvSpPr>
            <p:cNvPr id="2319" name="object 2319"/>
            <p:cNvSpPr/>
            <p:nvPr/>
          </p:nvSpPr>
          <p:spPr>
            <a:xfrm>
              <a:off x="7066280" y="160528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20472"/>
            </a:solidFill>
          </p:spPr>
          <p:txBody>
            <a:bodyPr wrap="square" lIns="0" tIns="0" rIns="0" bIns="0" rtlCol="0"/>
            <a:lstStyle/>
            <a:p/>
          </p:txBody>
        </p:sp>
        <p:sp>
          <p:nvSpPr>
            <p:cNvPr id="2320" name="object 2320"/>
            <p:cNvSpPr/>
            <p:nvPr/>
          </p:nvSpPr>
          <p:spPr>
            <a:xfrm>
              <a:off x="7066280" y="16116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30473"/>
            </a:solidFill>
          </p:spPr>
          <p:txBody>
            <a:bodyPr wrap="square" lIns="0" tIns="0" rIns="0" bIns="0" rtlCol="0"/>
            <a:lstStyle/>
            <a:p/>
          </p:txBody>
        </p:sp>
        <p:sp>
          <p:nvSpPr>
            <p:cNvPr id="2321" name="object 2321"/>
            <p:cNvSpPr/>
            <p:nvPr/>
          </p:nvSpPr>
          <p:spPr>
            <a:xfrm>
              <a:off x="7066280" y="161925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40374"/>
            </a:solidFill>
          </p:spPr>
          <p:txBody>
            <a:bodyPr wrap="square" lIns="0" tIns="0" rIns="0" bIns="0" rtlCol="0"/>
            <a:lstStyle/>
            <a:p/>
          </p:txBody>
        </p:sp>
        <p:sp>
          <p:nvSpPr>
            <p:cNvPr id="2322" name="object 2322"/>
            <p:cNvSpPr/>
            <p:nvPr/>
          </p:nvSpPr>
          <p:spPr>
            <a:xfrm>
              <a:off x="7066280" y="162687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60376"/>
            </a:solidFill>
          </p:spPr>
          <p:txBody>
            <a:bodyPr wrap="square" lIns="0" tIns="0" rIns="0" bIns="0" rtlCol="0"/>
            <a:lstStyle/>
            <a:p/>
          </p:txBody>
        </p:sp>
        <p:sp>
          <p:nvSpPr>
            <p:cNvPr id="2323" name="object 2323"/>
            <p:cNvSpPr/>
            <p:nvPr/>
          </p:nvSpPr>
          <p:spPr>
            <a:xfrm>
              <a:off x="7066280" y="163322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70377"/>
            </a:solidFill>
          </p:spPr>
          <p:txBody>
            <a:bodyPr wrap="square" lIns="0" tIns="0" rIns="0" bIns="0" rtlCol="0"/>
            <a:lstStyle/>
            <a:p/>
          </p:txBody>
        </p:sp>
        <p:sp>
          <p:nvSpPr>
            <p:cNvPr id="2324" name="object 2324"/>
            <p:cNvSpPr/>
            <p:nvPr/>
          </p:nvSpPr>
          <p:spPr>
            <a:xfrm>
              <a:off x="7066280" y="164084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80278"/>
            </a:solidFill>
          </p:spPr>
          <p:txBody>
            <a:bodyPr wrap="square" lIns="0" tIns="0" rIns="0" bIns="0" rtlCol="0"/>
            <a:lstStyle/>
            <a:p/>
          </p:txBody>
        </p:sp>
        <p:sp>
          <p:nvSpPr>
            <p:cNvPr id="2325" name="object 2325"/>
            <p:cNvSpPr/>
            <p:nvPr/>
          </p:nvSpPr>
          <p:spPr>
            <a:xfrm>
              <a:off x="7066280" y="164846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90279"/>
            </a:solidFill>
          </p:spPr>
          <p:txBody>
            <a:bodyPr wrap="square" lIns="0" tIns="0" rIns="0" bIns="0" rtlCol="0"/>
            <a:lstStyle/>
            <a:p/>
          </p:txBody>
        </p:sp>
        <p:sp>
          <p:nvSpPr>
            <p:cNvPr id="2326" name="object 2326"/>
            <p:cNvSpPr/>
            <p:nvPr/>
          </p:nvSpPr>
          <p:spPr>
            <a:xfrm>
              <a:off x="7066280" y="1654810"/>
              <a:ext cx="82550" cy="7620"/>
            </a:xfrm>
            <a:custGeom>
              <a:avLst/>
              <a:gdLst/>
              <a:ahLst/>
              <a:cxnLst/>
              <a:rect l="l" t="t" r="r" b="b"/>
              <a:pathLst>
                <a:path w="82550" h="7619">
                  <a:moveTo>
                    <a:pt x="82550" y="0"/>
                  </a:moveTo>
                  <a:lnTo>
                    <a:pt x="0" y="0"/>
                  </a:lnTo>
                  <a:lnTo>
                    <a:pt x="0" y="7619"/>
                  </a:lnTo>
                  <a:lnTo>
                    <a:pt x="82550" y="7619"/>
                  </a:lnTo>
                  <a:lnTo>
                    <a:pt x="82550" y="0"/>
                  </a:lnTo>
                  <a:close/>
                </a:path>
              </a:pathLst>
            </a:custGeom>
            <a:solidFill>
              <a:srgbClr val="7A017A"/>
            </a:solidFill>
          </p:spPr>
          <p:txBody>
            <a:bodyPr wrap="square" lIns="0" tIns="0" rIns="0" bIns="0" rtlCol="0"/>
            <a:lstStyle/>
            <a:p/>
          </p:txBody>
        </p:sp>
        <p:sp>
          <p:nvSpPr>
            <p:cNvPr id="2327" name="object 2327"/>
            <p:cNvSpPr/>
            <p:nvPr/>
          </p:nvSpPr>
          <p:spPr>
            <a:xfrm>
              <a:off x="7066280" y="1662430"/>
              <a:ext cx="82550" cy="7620"/>
            </a:xfrm>
            <a:custGeom>
              <a:avLst/>
              <a:gdLst/>
              <a:ahLst/>
              <a:cxnLst/>
              <a:rect l="l" t="t" r="r" b="b"/>
              <a:pathLst>
                <a:path w="82550" h="7619">
                  <a:moveTo>
                    <a:pt x="82550" y="0"/>
                  </a:moveTo>
                  <a:lnTo>
                    <a:pt x="0" y="0"/>
                  </a:lnTo>
                  <a:lnTo>
                    <a:pt x="0" y="7620"/>
                  </a:lnTo>
                  <a:lnTo>
                    <a:pt x="82550" y="7620"/>
                  </a:lnTo>
                  <a:lnTo>
                    <a:pt x="82550" y="0"/>
                  </a:lnTo>
                  <a:close/>
                </a:path>
              </a:pathLst>
            </a:custGeom>
            <a:solidFill>
              <a:srgbClr val="7B017B"/>
            </a:solidFill>
          </p:spPr>
          <p:txBody>
            <a:bodyPr wrap="square" lIns="0" tIns="0" rIns="0" bIns="0" rtlCol="0"/>
            <a:lstStyle/>
            <a:p/>
          </p:txBody>
        </p:sp>
        <p:sp>
          <p:nvSpPr>
            <p:cNvPr id="2328" name="object 2328"/>
            <p:cNvSpPr/>
            <p:nvPr/>
          </p:nvSpPr>
          <p:spPr>
            <a:xfrm>
              <a:off x="7066280" y="1670050"/>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7C007C"/>
            </a:solidFill>
          </p:spPr>
          <p:txBody>
            <a:bodyPr wrap="square" lIns="0" tIns="0" rIns="0" bIns="0" rtlCol="0"/>
            <a:lstStyle/>
            <a:p/>
          </p:txBody>
        </p:sp>
      </p:grpSp>
      <p:grpSp>
        <p:nvGrpSpPr>
          <p:cNvPr id="2329" name="object 2329"/>
          <p:cNvGrpSpPr/>
          <p:nvPr/>
        </p:nvGrpSpPr>
        <p:grpSpPr>
          <a:xfrm>
            <a:off x="7218680" y="1056639"/>
            <a:ext cx="200660" cy="633730"/>
            <a:chOff x="7218680" y="1056639"/>
            <a:chExt cx="200660" cy="633730"/>
          </a:xfrm>
        </p:grpSpPr>
        <p:sp>
          <p:nvSpPr>
            <p:cNvPr id="2330" name="object 2330"/>
            <p:cNvSpPr/>
            <p:nvPr/>
          </p:nvSpPr>
          <p:spPr>
            <a:xfrm>
              <a:off x="7279640" y="1056639"/>
              <a:ext cx="83820" cy="13970"/>
            </a:xfrm>
            <a:custGeom>
              <a:avLst/>
              <a:gdLst/>
              <a:ahLst/>
              <a:cxnLst/>
              <a:rect l="l" t="t" r="r" b="b"/>
              <a:pathLst>
                <a:path w="83820" h="13969">
                  <a:moveTo>
                    <a:pt x="83820" y="12700"/>
                  </a:moveTo>
                  <a:lnTo>
                    <a:pt x="82537" y="12700"/>
                  </a:lnTo>
                  <a:lnTo>
                    <a:pt x="82537" y="11430"/>
                  </a:lnTo>
                  <a:lnTo>
                    <a:pt x="81280" y="11430"/>
                  </a:lnTo>
                  <a:lnTo>
                    <a:pt x="81280" y="10160"/>
                  </a:lnTo>
                  <a:lnTo>
                    <a:pt x="80010" y="10160"/>
                  </a:lnTo>
                  <a:lnTo>
                    <a:pt x="80010" y="8890"/>
                  </a:lnTo>
                  <a:lnTo>
                    <a:pt x="76200" y="8890"/>
                  </a:lnTo>
                  <a:lnTo>
                    <a:pt x="76200" y="7620"/>
                  </a:lnTo>
                  <a:lnTo>
                    <a:pt x="73660" y="7620"/>
                  </a:lnTo>
                  <a:lnTo>
                    <a:pt x="73660" y="6350"/>
                  </a:lnTo>
                  <a:lnTo>
                    <a:pt x="69850" y="6350"/>
                  </a:lnTo>
                  <a:lnTo>
                    <a:pt x="69850" y="5080"/>
                  </a:lnTo>
                  <a:lnTo>
                    <a:pt x="68567" y="5080"/>
                  </a:lnTo>
                  <a:lnTo>
                    <a:pt x="68567" y="3810"/>
                  </a:lnTo>
                  <a:lnTo>
                    <a:pt x="62230" y="3810"/>
                  </a:lnTo>
                  <a:lnTo>
                    <a:pt x="62230" y="2540"/>
                  </a:lnTo>
                  <a:lnTo>
                    <a:pt x="55880" y="2540"/>
                  </a:lnTo>
                  <a:lnTo>
                    <a:pt x="55880" y="1270"/>
                  </a:lnTo>
                  <a:lnTo>
                    <a:pt x="40640" y="1270"/>
                  </a:lnTo>
                  <a:lnTo>
                    <a:pt x="40640" y="0"/>
                  </a:lnTo>
                  <a:lnTo>
                    <a:pt x="31750" y="0"/>
                  </a:lnTo>
                  <a:lnTo>
                    <a:pt x="31750" y="1270"/>
                  </a:lnTo>
                  <a:lnTo>
                    <a:pt x="24130" y="1270"/>
                  </a:lnTo>
                  <a:lnTo>
                    <a:pt x="24130" y="2540"/>
                  </a:lnTo>
                  <a:lnTo>
                    <a:pt x="17780" y="2540"/>
                  </a:lnTo>
                  <a:lnTo>
                    <a:pt x="17780" y="3810"/>
                  </a:lnTo>
                  <a:lnTo>
                    <a:pt x="13970" y="3810"/>
                  </a:lnTo>
                  <a:lnTo>
                    <a:pt x="13970" y="5080"/>
                  </a:lnTo>
                  <a:lnTo>
                    <a:pt x="11430" y="5080"/>
                  </a:lnTo>
                  <a:lnTo>
                    <a:pt x="11430" y="6350"/>
                  </a:lnTo>
                  <a:lnTo>
                    <a:pt x="8890" y="6350"/>
                  </a:lnTo>
                  <a:lnTo>
                    <a:pt x="889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83820" y="13970"/>
                  </a:lnTo>
                  <a:lnTo>
                    <a:pt x="83820" y="12700"/>
                  </a:lnTo>
                  <a:close/>
                </a:path>
              </a:pathLst>
            </a:custGeom>
            <a:solidFill>
              <a:srgbClr val="003300"/>
            </a:solidFill>
          </p:spPr>
          <p:txBody>
            <a:bodyPr wrap="square" lIns="0" tIns="0" rIns="0" bIns="0" rtlCol="0"/>
            <a:lstStyle/>
            <a:p/>
          </p:txBody>
        </p:sp>
        <p:sp>
          <p:nvSpPr>
            <p:cNvPr id="2331" name="object 2331"/>
            <p:cNvSpPr/>
            <p:nvPr/>
          </p:nvSpPr>
          <p:spPr>
            <a:xfrm>
              <a:off x="7272020" y="1070609"/>
              <a:ext cx="97790" cy="6350"/>
            </a:xfrm>
            <a:custGeom>
              <a:avLst/>
              <a:gdLst/>
              <a:ahLst/>
              <a:cxnLst/>
              <a:rect l="l" t="t" r="r" b="b"/>
              <a:pathLst>
                <a:path w="97790" h="6350">
                  <a:moveTo>
                    <a:pt x="97790" y="5080"/>
                  </a:moveTo>
                  <a:lnTo>
                    <a:pt x="96520" y="5080"/>
                  </a:lnTo>
                  <a:lnTo>
                    <a:pt x="96520" y="3810"/>
                  </a:lnTo>
                  <a:lnTo>
                    <a:pt x="95237" y="3810"/>
                  </a:lnTo>
                  <a:lnTo>
                    <a:pt x="95237" y="2540"/>
                  </a:lnTo>
                  <a:lnTo>
                    <a:pt x="93980" y="2540"/>
                  </a:lnTo>
                  <a:lnTo>
                    <a:pt x="93980" y="1270"/>
                  </a:lnTo>
                  <a:lnTo>
                    <a:pt x="92710" y="1270"/>
                  </a:lnTo>
                  <a:lnTo>
                    <a:pt x="92710" y="0"/>
                  </a:lnTo>
                  <a:lnTo>
                    <a:pt x="5080" y="0"/>
                  </a:lnTo>
                  <a:lnTo>
                    <a:pt x="5080" y="1270"/>
                  </a:lnTo>
                  <a:lnTo>
                    <a:pt x="3810" y="1270"/>
                  </a:lnTo>
                  <a:lnTo>
                    <a:pt x="3810" y="2540"/>
                  </a:lnTo>
                  <a:lnTo>
                    <a:pt x="2540" y="2540"/>
                  </a:lnTo>
                  <a:lnTo>
                    <a:pt x="2540" y="3810"/>
                  </a:lnTo>
                  <a:lnTo>
                    <a:pt x="1270" y="3810"/>
                  </a:lnTo>
                  <a:lnTo>
                    <a:pt x="1270" y="5080"/>
                  </a:lnTo>
                  <a:lnTo>
                    <a:pt x="0" y="5080"/>
                  </a:lnTo>
                  <a:lnTo>
                    <a:pt x="0" y="6350"/>
                  </a:lnTo>
                  <a:lnTo>
                    <a:pt x="97790" y="6350"/>
                  </a:lnTo>
                  <a:lnTo>
                    <a:pt x="97790" y="5080"/>
                  </a:lnTo>
                  <a:close/>
                </a:path>
              </a:pathLst>
            </a:custGeom>
            <a:solidFill>
              <a:srgbClr val="013101"/>
            </a:solidFill>
          </p:spPr>
          <p:txBody>
            <a:bodyPr wrap="square" lIns="0" tIns="0" rIns="0" bIns="0" rtlCol="0"/>
            <a:lstStyle/>
            <a:p/>
          </p:txBody>
        </p:sp>
        <p:sp>
          <p:nvSpPr>
            <p:cNvPr id="2332" name="object 2332"/>
            <p:cNvSpPr/>
            <p:nvPr/>
          </p:nvSpPr>
          <p:spPr>
            <a:xfrm>
              <a:off x="7265670" y="1076959"/>
              <a:ext cx="110489" cy="7620"/>
            </a:xfrm>
            <a:custGeom>
              <a:avLst/>
              <a:gdLst/>
              <a:ahLst/>
              <a:cxnLst/>
              <a:rect l="l" t="t" r="r" b="b"/>
              <a:pathLst>
                <a:path w="110490" h="7619">
                  <a:moveTo>
                    <a:pt x="110490" y="6350"/>
                  </a:moveTo>
                  <a:lnTo>
                    <a:pt x="109220" y="6350"/>
                  </a:lnTo>
                  <a:lnTo>
                    <a:pt x="109220" y="3810"/>
                  </a:lnTo>
                  <a:lnTo>
                    <a:pt x="107937" y="3810"/>
                  </a:lnTo>
                  <a:lnTo>
                    <a:pt x="107937" y="2540"/>
                  </a:lnTo>
                  <a:lnTo>
                    <a:pt x="106680" y="2540"/>
                  </a:lnTo>
                  <a:lnTo>
                    <a:pt x="106680" y="1270"/>
                  </a:lnTo>
                  <a:lnTo>
                    <a:pt x="105410" y="1270"/>
                  </a:lnTo>
                  <a:lnTo>
                    <a:pt x="105410" y="0"/>
                  </a:lnTo>
                  <a:lnTo>
                    <a:pt x="5080" y="0"/>
                  </a:lnTo>
                  <a:lnTo>
                    <a:pt x="5080" y="1270"/>
                  </a:lnTo>
                  <a:lnTo>
                    <a:pt x="3810" y="1270"/>
                  </a:lnTo>
                  <a:lnTo>
                    <a:pt x="3810" y="2540"/>
                  </a:lnTo>
                  <a:lnTo>
                    <a:pt x="2540" y="2540"/>
                  </a:lnTo>
                  <a:lnTo>
                    <a:pt x="2540" y="3810"/>
                  </a:lnTo>
                  <a:lnTo>
                    <a:pt x="1270" y="3810"/>
                  </a:lnTo>
                  <a:lnTo>
                    <a:pt x="1270" y="6350"/>
                  </a:lnTo>
                  <a:lnTo>
                    <a:pt x="0" y="6350"/>
                  </a:lnTo>
                  <a:lnTo>
                    <a:pt x="0" y="7620"/>
                  </a:lnTo>
                  <a:lnTo>
                    <a:pt x="110490" y="7620"/>
                  </a:lnTo>
                  <a:lnTo>
                    <a:pt x="110490" y="6350"/>
                  </a:lnTo>
                  <a:close/>
                </a:path>
              </a:pathLst>
            </a:custGeom>
            <a:solidFill>
              <a:srgbClr val="033103"/>
            </a:solidFill>
          </p:spPr>
          <p:txBody>
            <a:bodyPr wrap="square" lIns="0" tIns="0" rIns="0" bIns="0" rtlCol="0"/>
            <a:lstStyle/>
            <a:p/>
          </p:txBody>
        </p:sp>
        <p:sp>
          <p:nvSpPr>
            <p:cNvPr id="2333" name="object 2333"/>
            <p:cNvSpPr/>
            <p:nvPr/>
          </p:nvSpPr>
          <p:spPr>
            <a:xfrm>
              <a:off x="7260590" y="1084579"/>
              <a:ext cx="120650" cy="7620"/>
            </a:xfrm>
            <a:custGeom>
              <a:avLst/>
              <a:gdLst/>
              <a:ahLst/>
              <a:cxnLst/>
              <a:rect l="l" t="t" r="r" b="b"/>
              <a:pathLst>
                <a:path w="120650" h="7619">
                  <a:moveTo>
                    <a:pt x="120650" y="6350"/>
                  </a:moveTo>
                  <a:lnTo>
                    <a:pt x="119367" y="6350"/>
                  </a:lnTo>
                  <a:lnTo>
                    <a:pt x="119367" y="5080"/>
                  </a:lnTo>
                  <a:lnTo>
                    <a:pt x="118110" y="5080"/>
                  </a:lnTo>
                  <a:lnTo>
                    <a:pt x="118110" y="3810"/>
                  </a:lnTo>
                  <a:lnTo>
                    <a:pt x="118110" y="2540"/>
                  </a:lnTo>
                  <a:lnTo>
                    <a:pt x="116840" y="2540"/>
                  </a:lnTo>
                  <a:lnTo>
                    <a:pt x="116840" y="1270"/>
                  </a:lnTo>
                  <a:lnTo>
                    <a:pt x="116840" y="0"/>
                  </a:lnTo>
                  <a:lnTo>
                    <a:pt x="3810" y="0"/>
                  </a:lnTo>
                  <a:lnTo>
                    <a:pt x="3810" y="1270"/>
                  </a:lnTo>
                  <a:lnTo>
                    <a:pt x="2540" y="1270"/>
                  </a:lnTo>
                  <a:lnTo>
                    <a:pt x="2540" y="2540"/>
                  </a:lnTo>
                  <a:lnTo>
                    <a:pt x="2540" y="3810"/>
                  </a:lnTo>
                  <a:lnTo>
                    <a:pt x="1270" y="3810"/>
                  </a:lnTo>
                  <a:lnTo>
                    <a:pt x="1270" y="5080"/>
                  </a:lnTo>
                  <a:lnTo>
                    <a:pt x="1270" y="6350"/>
                  </a:lnTo>
                  <a:lnTo>
                    <a:pt x="0" y="6350"/>
                  </a:lnTo>
                  <a:lnTo>
                    <a:pt x="0" y="7620"/>
                  </a:lnTo>
                  <a:lnTo>
                    <a:pt x="120650" y="7620"/>
                  </a:lnTo>
                  <a:lnTo>
                    <a:pt x="120650" y="6350"/>
                  </a:lnTo>
                  <a:close/>
                </a:path>
              </a:pathLst>
            </a:custGeom>
            <a:solidFill>
              <a:srgbClr val="043004"/>
            </a:solidFill>
          </p:spPr>
          <p:txBody>
            <a:bodyPr wrap="square" lIns="0" tIns="0" rIns="0" bIns="0" rtlCol="0"/>
            <a:lstStyle/>
            <a:p/>
          </p:txBody>
        </p:sp>
        <p:sp>
          <p:nvSpPr>
            <p:cNvPr id="2334" name="object 2334"/>
            <p:cNvSpPr/>
            <p:nvPr/>
          </p:nvSpPr>
          <p:spPr>
            <a:xfrm>
              <a:off x="7256780" y="1092199"/>
              <a:ext cx="127000" cy="6350"/>
            </a:xfrm>
            <a:custGeom>
              <a:avLst/>
              <a:gdLst/>
              <a:ahLst/>
              <a:cxnLst/>
              <a:rect l="l" t="t" r="r" b="b"/>
              <a:pathLst>
                <a:path w="127000" h="6350">
                  <a:moveTo>
                    <a:pt x="127000" y="3810"/>
                  </a:moveTo>
                  <a:lnTo>
                    <a:pt x="125730" y="3810"/>
                  </a:lnTo>
                  <a:lnTo>
                    <a:pt x="125730" y="2540"/>
                  </a:lnTo>
                  <a:lnTo>
                    <a:pt x="125730" y="1270"/>
                  </a:lnTo>
                  <a:lnTo>
                    <a:pt x="124460" y="1270"/>
                  </a:lnTo>
                  <a:lnTo>
                    <a:pt x="124460" y="0"/>
                  </a:lnTo>
                  <a:lnTo>
                    <a:pt x="2540" y="0"/>
                  </a:lnTo>
                  <a:lnTo>
                    <a:pt x="2540" y="1270"/>
                  </a:lnTo>
                  <a:lnTo>
                    <a:pt x="2540" y="2540"/>
                  </a:lnTo>
                  <a:lnTo>
                    <a:pt x="1270" y="2540"/>
                  </a:lnTo>
                  <a:lnTo>
                    <a:pt x="1270" y="3810"/>
                  </a:lnTo>
                  <a:lnTo>
                    <a:pt x="0" y="3810"/>
                  </a:lnTo>
                  <a:lnTo>
                    <a:pt x="0" y="6350"/>
                  </a:lnTo>
                  <a:lnTo>
                    <a:pt x="127000" y="6350"/>
                  </a:lnTo>
                  <a:lnTo>
                    <a:pt x="127000" y="3810"/>
                  </a:lnTo>
                  <a:close/>
                </a:path>
              </a:pathLst>
            </a:custGeom>
            <a:solidFill>
              <a:srgbClr val="063006"/>
            </a:solidFill>
          </p:spPr>
          <p:txBody>
            <a:bodyPr wrap="square" lIns="0" tIns="0" rIns="0" bIns="0" rtlCol="0"/>
            <a:lstStyle/>
            <a:p/>
          </p:txBody>
        </p:sp>
        <p:sp>
          <p:nvSpPr>
            <p:cNvPr id="2335" name="object 2335"/>
            <p:cNvSpPr/>
            <p:nvPr/>
          </p:nvSpPr>
          <p:spPr>
            <a:xfrm>
              <a:off x="7252970" y="1098549"/>
              <a:ext cx="134620" cy="7620"/>
            </a:xfrm>
            <a:custGeom>
              <a:avLst/>
              <a:gdLst/>
              <a:ahLst/>
              <a:cxnLst/>
              <a:rect l="l" t="t" r="r" b="b"/>
              <a:pathLst>
                <a:path w="134620" h="7619">
                  <a:moveTo>
                    <a:pt x="133350" y="2540"/>
                  </a:moveTo>
                  <a:lnTo>
                    <a:pt x="132080" y="2540"/>
                  </a:lnTo>
                  <a:lnTo>
                    <a:pt x="132080" y="0"/>
                  </a:lnTo>
                  <a:lnTo>
                    <a:pt x="2540" y="0"/>
                  </a:lnTo>
                  <a:lnTo>
                    <a:pt x="2540" y="2540"/>
                  </a:lnTo>
                  <a:lnTo>
                    <a:pt x="1270" y="2540"/>
                  </a:lnTo>
                  <a:lnTo>
                    <a:pt x="1270" y="5080"/>
                  </a:lnTo>
                  <a:lnTo>
                    <a:pt x="133350" y="5080"/>
                  </a:lnTo>
                  <a:lnTo>
                    <a:pt x="133350" y="2540"/>
                  </a:lnTo>
                  <a:close/>
                </a:path>
                <a:path w="134620" h="7619">
                  <a:moveTo>
                    <a:pt x="134620" y="5092"/>
                  </a:moveTo>
                  <a:lnTo>
                    <a:pt x="0" y="5092"/>
                  </a:lnTo>
                  <a:lnTo>
                    <a:pt x="0" y="7620"/>
                  </a:lnTo>
                  <a:lnTo>
                    <a:pt x="134620" y="7620"/>
                  </a:lnTo>
                  <a:lnTo>
                    <a:pt x="134620" y="5092"/>
                  </a:lnTo>
                  <a:close/>
                </a:path>
              </a:pathLst>
            </a:custGeom>
            <a:solidFill>
              <a:srgbClr val="072F07"/>
            </a:solidFill>
          </p:spPr>
          <p:txBody>
            <a:bodyPr wrap="square" lIns="0" tIns="0" rIns="0" bIns="0" rtlCol="0"/>
            <a:lstStyle/>
            <a:p/>
          </p:txBody>
        </p:sp>
        <p:sp>
          <p:nvSpPr>
            <p:cNvPr id="2336" name="object 2336"/>
            <p:cNvSpPr/>
            <p:nvPr/>
          </p:nvSpPr>
          <p:spPr>
            <a:xfrm>
              <a:off x="7250430" y="1106169"/>
              <a:ext cx="140970" cy="7620"/>
            </a:xfrm>
            <a:custGeom>
              <a:avLst/>
              <a:gdLst/>
              <a:ahLst/>
              <a:cxnLst/>
              <a:rect l="l" t="t" r="r" b="b"/>
              <a:pathLst>
                <a:path w="140970" h="7619">
                  <a:moveTo>
                    <a:pt x="140970" y="6350"/>
                  </a:moveTo>
                  <a:lnTo>
                    <a:pt x="139700" y="6350"/>
                  </a:lnTo>
                  <a:lnTo>
                    <a:pt x="139700" y="2540"/>
                  </a:lnTo>
                  <a:lnTo>
                    <a:pt x="138430" y="2540"/>
                  </a:lnTo>
                  <a:lnTo>
                    <a:pt x="138430" y="0"/>
                  </a:lnTo>
                  <a:lnTo>
                    <a:pt x="1270" y="0"/>
                  </a:lnTo>
                  <a:lnTo>
                    <a:pt x="1270" y="2540"/>
                  </a:lnTo>
                  <a:lnTo>
                    <a:pt x="0" y="2540"/>
                  </a:lnTo>
                  <a:lnTo>
                    <a:pt x="0" y="6350"/>
                  </a:lnTo>
                  <a:lnTo>
                    <a:pt x="0" y="7620"/>
                  </a:lnTo>
                  <a:lnTo>
                    <a:pt x="140970" y="7620"/>
                  </a:lnTo>
                  <a:lnTo>
                    <a:pt x="140970" y="6350"/>
                  </a:lnTo>
                  <a:close/>
                </a:path>
              </a:pathLst>
            </a:custGeom>
            <a:solidFill>
              <a:srgbClr val="092E09"/>
            </a:solidFill>
          </p:spPr>
          <p:txBody>
            <a:bodyPr wrap="square" lIns="0" tIns="0" rIns="0" bIns="0" rtlCol="0"/>
            <a:lstStyle/>
            <a:p/>
          </p:txBody>
        </p:sp>
        <p:sp>
          <p:nvSpPr>
            <p:cNvPr id="2337" name="object 2337"/>
            <p:cNvSpPr/>
            <p:nvPr/>
          </p:nvSpPr>
          <p:spPr>
            <a:xfrm>
              <a:off x="7247890" y="1113789"/>
              <a:ext cx="144780" cy="6350"/>
            </a:xfrm>
            <a:custGeom>
              <a:avLst/>
              <a:gdLst/>
              <a:ahLst/>
              <a:cxnLst/>
              <a:rect l="l" t="t" r="r" b="b"/>
              <a:pathLst>
                <a:path w="144779" h="6350">
                  <a:moveTo>
                    <a:pt x="144780" y="3810"/>
                  </a:moveTo>
                  <a:lnTo>
                    <a:pt x="144767" y="2540"/>
                  </a:lnTo>
                  <a:lnTo>
                    <a:pt x="143510" y="2540"/>
                  </a:lnTo>
                  <a:lnTo>
                    <a:pt x="143510" y="0"/>
                  </a:lnTo>
                  <a:lnTo>
                    <a:pt x="1270" y="0"/>
                  </a:lnTo>
                  <a:lnTo>
                    <a:pt x="1270" y="2540"/>
                  </a:lnTo>
                  <a:lnTo>
                    <a:pt x="1270" y="3810"/>
                  </a:lnTo>
                  <a:lnTo>
                    <a:pt x="0" y="3810"/>
                  </a:lnTo>
                  <a:lnTo>
                    <a:pt x="0" y="6350"/>
                  </a:lnTo>
                  <a:lnTo>
                    <a:pt x="144780" y="6350"/>
                  </a:lnTo>
                  <a:lnTo>
                    <a:pt x="144780" y="3810"/>
                  </a:lnTo>
                  <a:close/>
                </a:path>
              </a:pathLst>
            </a:custGeom>
            <a:solidFill>
              <a:srgbClr val="0A2E0A"/>
            </a:solidFill>
          </p:spPr>
          <p:txBody>
            <a:bodyPr wrap="square" lIns="0" tIns="0" rIns="0" bIns="0" rtlCol="0"/>
            <a:lstStyle/>
            <a:p/>
          </p:txBody>
        </p:sp>
        <p:sp>
          <p:nvSpPr>
            <p:cNvPr id="2338" name="object 2338"/>
            <p:cNvSpPr/>
            <p:nvPr/>
          </p:nvSpPr>
          <p:spPr>
            <a:xfrm>
              <a:off x="7245350" y="1120139"/>
              <a:ext cx="149860" cy="7620"/>
            </a:xfrm>
            <a:custGeom>
              <a:avLst/>
              <a:gdLst/>
              <a:ahLst/>
              <a:cxnLst/>
              <a:rect l="l" t="t" r="r" b="b"/>
              <a:pathLst>
                <a:path w="149859" h="7619">
                  <a:moveTo>
                    <a:pt x="149860" y="5080"/>
                  </a:moveTo>
                  <a:lnTo>
                    <a:pt x="148590" y="5080"/>
                  </a:lnTo>
                  <a:lnTo>
                    <a:pt x="148590" y="3810"/>
                  </a:lnTo>
                  <a:lnTo>
                    <a:pt x="148590" y="1270"/>
                  </a:lnTo>
                  <a:lnTo>
                    <a:pt x="148590" y="0"/>
                  </a:lnTo>
                  <a:lnTo>
                    <a:pt x="2540" y="0"/>
                  </a:lnTo>
                  <a:lnTo>
                    <a:pt x="2540" y="1270"/>
                  </a:lnTo>
                  <a:lnTo>
                    <a:pt x="1270" y="1270"/>
                  </a:lnTo>
                  <a:lnTo>
                    <a:pt x="1270" y="3810"/>
                  </a:lnTo>
                  <a:lnTo>
                    <a:pt x="0" y="3810"/>
                  </a:lnTo>
                  <a:lnTo>
                    <a:pt x="0" y="5080"/>
                  </a:lnTo>
                  <a:lnTo>
                    <a:pt x="0" y="7620"/>
                  </a:lnTo>
                  <a:lnTo>
                    <a:pt x="149860" y="7620"/>
                  </a:lnTo>
                  <a:lnTo>
                    <a:pt x="149860" y="5080"/>
                  </a:lnTo>
                  <a:close/>
                </a:path>
              </a:pathLst>
            </a:custGeom>
            <a:solidFill>
              <a:srgbClr val="0B2D0B"/>
            </a:solidFill>
          </p:spPr>
          <p:txBody>
            <a:bodyPr wrap="square" lIns="0" tIns="0" rIns="0" bIns="0" rtlCol="0"/>
            <a:lstStyle/>
            <a:p/>
          </p:txBody>
        </p:sp>
        <p:sp>
          <p:nvSpPr>
            <p:cNvPr id="2339" name="object 2339"/>
            <p:cNvSpPr/>
            <p:nvPr/>
          </p:nvSpPr>
          <p:spPr>
            <a:xfrm>
              <a:off x="7241540" y="1127759"/>
              <a:ext cx="156210" cy="7620"/>
            </a:xfrm>
            <a:custGeom>
              <a:avLst/>
              <a:gdLst/>
              <a:ahLst/>
              <a:cxnLst/>
              <a:rect l="l" t="t" r="r" b="b"/>
              <a:pathLst>
                <a:path w="156209" h="7619">
                  <a:moveTo>
                    <a:pt x="153670" y="0"/>
                  </a:moveTo>
                  <a:lnTo>
                    <a:pt x="2540" y="0"/>
                  </a:lnTo>
                  <a:lnTo>
                    <a:pt x="2540" y="1270"/>
                  </a:lnTo>
                  <a:lnTo>
                    <a:pt x="153670" y="1270"/>
                  </a:lnTo>
                  <a:lnTo>
                    <a:pt x="153670" y="0"/>
                  </a:lnTo>
                  <a:close/>
                </a:path>
                <a:path w="156209" h="7619">
                  <a:moveTo>
                    <a:pt x="156210" y="3810"/>
                  </a:moveTo>
                  <a:lnTo>
                    <a:pt x="154940" y="3810"/>
                  </a:lnTo>
                  <a:lnTo>
                    <a:pt x="154940" y="1282"/>
                  </a:lnTo>
                  <a:lnTo>
                    <a:pt x="2540" y="1282"/>
                  </a:lnTo>
                  <a:lnTo>
                    <a:pt x="2540" y="3810"/>
                  </a:lnTo>
                  <a:lnTo>
                    <a:pt x="1270" y="3810"/>
                  </a:lnTo>
                  <a:lnTo>
                    <a:pt x="1270" y="6350"/>
                  </a:lnTo>
                  <a:lnTo>
                    <a:pt x="0" y="6350"/>
                  </a:lnTo>
                  <a:lnTo>
                    <a:pt x="0" y="7620"/>
                  </a:lnTo>
                  <a:lnTo>
                    <a:pt x="156210" y="7620"/>
                  </a:lnTo>
                  <a:lnTo>
                    <a:pt x="156210" y="6350"/>
                  </a:lnTo>
                  <a:lnTo>
                    <a:pt x="156210" y="3810"/>
                  </a:lnTo>
                  <a:close/>
                </a:path>
              </a:pathLst>
            </a:custGeom>
            <a:solidFill>
              <a:srgbClr val="0D2D0D"/>
            </a:solidFill>
          </p:spPr>
          <p:txBody>
            <a:bodyPr wrap="square" lIns="0" tIns="0" rIns="0" bIns="0" rtlCol="0"/>
            <a:lstStyle/>
            <a:p/>
          </p:txBody>
        </p:sp>
        <p:sp>
          <p:nvSpPr>
            <p:cNvPr id="2340" name="object 2340"/>
            <p:cNvSpPr/>
            <p:nvPr/>
          </p:nvSpPr>
          <p:spPr>
            <a:xfrm>
              <a:off x="7240270" y="1135379"/>
              <a:ext cx="160020" cy="6350"/>
            </a:xfrm>
            <a:custGeom>
              <a:avLst/>
              <a:gdLst/>
              <a:ahLst/>
              <a:cxnLst/>
              <a:rect l="l" t="t" r="r" b="b"/>
              <a:pathLst>
                <a:path w="160020" h="6350">
                  <a:moveTo>
                    <a:pt x="158750" y="0"/>
                  </a:moveTo>
                  <a:lnTo>
                    <a:pt x="1270" y="0"/>
                  </a:lnTo>
                  <a:lnTo>
                    <a:pt x="1270" y="3810"/>
                  </a:lnTo>
                  <a:lnTo>
                    <a:pt x="158750" y="3810"/>
                  </a:lnTo>
                  <a:lnTo>
                    <a:pt x="158750" y="0"/>
                  </a:lnTo>
                  <a:close/>
                </a:path>
                <a:path w="160020" h="6350">
                  <a:moveTo>
                    <a:pt x="160020" y="3822"/>
                  </a:moveTo>
                  <a:lnTo>
                    <a:pt x="0" y="3822"/>
                  </a:lnTo>
                  <a:lnTo>
                    <a:pt x="0" y="6350"/>
                  </a:lnTo>
                  <a:lnTo>
                    <a:pt x="160020" y="6350"/>
                  </a:lnTo>
                  <a:lnTo>
                    <a:pt x="160020" y="3822"/>
                  </a:lnTo>
                  <a:close/>
                </a:path>
              </a:pathLst>
            </a:custGeom>
            <a:solidFill>
              <a:srgbClr val="0E2C0E"/>
            </a:solidFill>
          </p:spPr>
          <p:txBody>
            <a:bodyPr wrap="square" lIns="0" tIns="0" rIns="0" bIns="0" rtlCol="0"/>
            <a:lstStyle/>
            <a:p/>
          </p:txBody>
        </p:sp>
        <p:sp>
          <p:nvSpPr>
            <p:cNvPr id="2341" name="object 2341"/>
            <p:cNvSpPr/>
            <p:nvPr/>
          </p:nvSpPr>
          <p:spPr>
            <a:xfrm>
              <a:off x="7239000" y="1141729"/>
              <a:ext cx="162560" cy="7620"/>
            </a:xfrm>
            <a:custGeom>
              <a:avLst/>
              <a:gdLst/>
              <a:ahLst/>
              <a:cxnLst/>
              <a:rect l="l" t="t" r="r" b="b"/>
              <a:pathLst>
                <a:path w="162559" h="7619">
                  <a:moveTo>
                    <a:pt x="162560" y="2540"/>
                  </a:moveTo>
                  <a:lnTo>
                    <a:pt x="161290" y="2540"/>
                  </a:lnTo>
                  <a:lnTo>
                    <a:pt x="161290" y="0"/>
                  </a:lnTo>
                  <a:lnTo>
                    <a:pt x="1270" y="0"/>
                  </a:lnTo>
                  <a:lnTo>
                    <a:pt x="1270" y="2540"/>
                  </a:lnTo>
                  <a:lnTo>
                    <a:pt x="0" y="2540"/>
                  </a:lnTo>
                  <a:lnTo>
                    <a:pt x="0" y="7620"/>
                  </a:lnTo>
                  <a:lnTo>
                    <a:pt x="162560" y="7620"/>
                  </a:lnTo>
                  <a:lnTo>
                    <a:pt x="162560" y="2540"/>
                  </a:lnTo>
                  <a:close/>
                </a:path>
              </a:pathLst>
            </a:custGeom>
            <a:solidFill>
              <a:srgbClr val="102C10"/>
            </a:solidFill>
          </p:spPr>
          <p:txBody>
            <a:bodyPr wrap="square" lIns="0" tIns="0" rIns="0" bIns="0" rtlCol="0"/>
            <a:lstStyle/>
            <a:p/>
          </p:txBody>
        </p:sp>
        <p:sp>
          <p:nvSpPr>
            <p:cNvPr id="2342" name="object 2342"/>
            <p:cNvSpPr/>
            <p:nvPr/>
          </p:nvSpPr>
          <p:spPr>
            <a:xfrm>
              <a:off x="7236460" y="1149349"/>
              <a:ext cx="166370" cy="7620"/>
            </a:xfrm>
            <a:custGeom>
              <a:avLst/>
              <a:gdLst/>
              <a:ahLst/>
              <a:cxnLst/>
              <a:rect l="l" t="t" r="r" b="b"/>
              <a:pathLst>
                <a:path w="166370" h="7619">
                  <a:moveTo>
                    <a:pt x="166370" y="1270"/>
                  </a:moveTo>
                  <a:lnTo>
                    <a:pt x="165100" y="1270"/>
                  </a:lnTo>
                  <a:lnTo>
                    <a:pt x="165100" y="0"/>
                  </a:lnTo>
                  <a:lnTo>
                    <a:pt x="2540" y="0"/>
                  </a:lnTo>
                  <a:lnTo>
                    <a:pt x="2540" y="1270"/>
                  </a:lnTo>
                  <a:lnTo>
                    <a:pt x="1270" y="1270"/>
                  </a:lnTo>
                  <a:lnTo>
                    <a:pt x="1270" y="6350"/>
                  </a:lnTo>
                  <a:lnTo>
                    <a:pt x="0" y="6350"/>
                  </a:lnTo>
                  <a:lnTo>
                    <a:pt x="0" y="7620"/>
                  </a:lnTo>
                  <a:lnTo>
                    <a:pt x="166370" y="7620"/>
                  </a:lnTo>
                  <a:lnTo>
                    <a:pt x="166370" y="6350"/>
                  </a:lnTo>
                  <a:lnTo>
                    <a:pt x="166370" y="1270"/>
                  </a:lnTo>
                  <a:close/>
                </a:path>
              </a:pathLst>
            </a:custGeom>
            <a:solidFill>
              <a:srgbClr val="112B11"/>
            </a:solidFill>
          </p:spPr>
          <p:txBody>
            <a:bodyPr wrap="square" lIns="0" tIns="0" rIns="0" bIns="0" rtlCol="0"/>
            <a:lstStyle/>
            <a:p/>
          </p:txBody>
        </p:sp>
        <p:sp>
          <p:nvSpPr>
            <p:cNvPr id="2343" name="object 2343"/>
            <p:cNvSpPr/>
            <p:nvPr/>
          </p:nvSpPr>
          <p:spPr>
            <a:xfrm>
              <a:off x="7235190" y="1156969"/>
              <a:ext cx="168910" cy="6350"/>
            </a:xfrm>
            <a:custGeom>
              <a:avLst/>
              <a:gdLst/>
              <a:ahLst/>
              <a:cxnLst/>
              <a:rect l="l" t="t" r="r" b="b"/>
              <a:pathLst>
                <a:path w="168909" h="6350">
                  <a:moveTo>
                    <a:pt x="168910" y="1270"/>
                  </a:moveTo>
                  <a:lnTo>
                    <a:pt x="167640" y="1270"/>
                  </a:lnTo>
                  <a:lnTo>
                    <a:pt x="167640" y="0"/>
                  </a:lnTo>
                  <a:lnTo>
                    <a:pt x="1270" y="0"/>
                  </a:lnTo>
                  <a:lnTo>
                    <a:pt x="1270" y="1270"/>
                  </a:lnTo>
                  <a:lnTo>
                    <a:pt x="1270" y="5080"/>
                  </a:lnTo>
                  <a:lnTo>
                    <a:pt x="0" y="5080"/>
                  </a:lnTo>
                  <a:lnTo>
                    <a:pt x="0" y="6350"/>
                  </a:lnTo>
                  <a:lnTo>
                    <a:pt x="168910" y="6350"/>
                  </a:lnTo>
                  <a:lnTo>
                    <a:pt x="168910" y="5080"/>
                  </a:lnTo>
                  <a:lnTo>
                    <a:pt x="168910" y="1270"/>
                  </a:lnTo>
                  <a:close/>
                </a:path>
              </a:pathLst>
            </a:custGeom>
            <a:solidFill>
              <a:srgbClr val="132A13"/>
            </a:solidFill>
          </p:spPr>
          <p:txBody>
            <a:bodyPr wrap="square" lIns="0" tIns="0" rIns="0" bIns="0" rtlCol="0"/>
            <a:lstStyle/>
            <a:p/>
          </p:txBody>
        </p:sp>
        <p:sp>
          <p:nvSpPr>
            <p:cNvPr id="2344" name="object 2344"/>
            <p:cNvSpPr/>
            <p:nvPr/>
          </p:nvSpPr>
          <p:spPr>
            <a:xfrm>
              <a:off x="7233920" y="1163319"/>
              <a:ext cx="171450" cy="7620"/>
            </a:xfrm>
            <a:custGeom>
              <a:avLst/>
              <a:gdLst/>
              <a:ahLst/>
              <a:cxnLst/>
              <a:rect l="l" t="t" r="r" b="b"/>
              <a:pathLst>
                <a:path w="171450" h="7619">
                  <a:moveTo>
                    <a:pt x="171450" y="1270"/>
                  </a:moveTo>
                  <a:lnTo>
                    <a:pt x="170180" y="1270"/>
                  </a:lnTo>
                  <a:lnTo>
                    <a:pt x="170180" y="0"/>
                  </a:lnTo>
                  <a:lnTo>
                    <a:pt x="1270" y="0"/>
                  </a:lnTo>
                  <a:lnTo>
                    <a:pt x="1270" y="1270"/>
                  </a:lnTo>
                  <a:lnTo>
                    <a:pt x="1270" y="5080"/>
                  </a:lnTo>
                  <a:lnTo>
                    <a:pt x="0" y="5080"/>
                  </a:lnTo>
                  <a:lnTo>
                    <a:pt x="0" y="7620"/>
                  </a:lnTo>
                  <a:lnTo>
                    <a:pt x="171450" y="7620"/>
                  </a:lnTo>
                  <a:lnTo>
                    <a:pt x="171450" y="5080"/>
                  </a:lnTo>
                  <a:lnTo>
                    <a:pt x="171450" y="1270"/>
                  </a:lnTo>
                  <a:close/>
                </a:path>
              </a:pathLst>
            </a:custGeom>
            <a:solidFill>
              <a:srgbClr val="142A14"/>
            </a:solidFill>
          </p:spPr>
          <p:txBody>
            <a:bodyPr wrap="square" lIns="0" tIns="0" rIns="0" bIns="0" rtlCol="0"/>
            <a:lstStyle/>
            <a:p/>
          </p:txBody>
        </p:sp>
        <p:sp>
          <p:nvSpPr>
            <p:cNvPr id="2345" name="object 2345"/>
            <p:cNvSpPr/>
            <p:nvPr/>
          </p:nvSpPr>
          <p:spPr>
            <a:xfrm>
              <a:off x="7232650" y="1170939"/>
              <a:ext cx="173990" cy="7620"/>
            </a:xfrm>
            <a:custGeom>
              <a:avLst/>
              <a:gdLst/>
              <a:ahLst/>
              <a:cxnLst/>
              <a:rect l="l" t="t" r="r" b="b"/>
              <a:pathLst>
                <a:path w="173990" h="7619">
                  <a:moveTo>
                    <a:pt x="173990" y="1270"/>
                  </a:moveTo>
                  <a:lnTo>
                    <a:pt x="172720" y="1270"/>
                  </a:lnTo>
                  <a:lnTo>
                    <a:pt x="172720" y="0"/>
                  </a:lnTo>
                  <a:lnTo>
                    <a:pt x="1270" y="0"/>
                  </a:lnTo>
                  <a:lnTo>
                    <a:pt x="1270" y="1270"/>
                  </a:lnTo>
                  <a:lnTo>
                    <a:pt x="1270" y="6350"/>
                  </a:lnTo>
                  <a:lnTo>
                    <a:pt x="0" y="6350"/>
                  </a:lnTo>
                  <a:lnTo>
                    <a:pt x="0" y="7620"/>
                  </a:lnTo>
                  <a:lnTo>
                    <a:pt x="173990" y="7620"/>
                  </a:lnTo>
                  <a:lnTo>
                    <a:pt x="173990" y="6350"/>
                  </a:lnTo>
                  <a:lnTo>
                    <a:pt x="173990" y="1270"/>
                  </a:lnTo>
                  <a:close/>
                </a:path>
              </a:pathLst>
            </a:custGeom>
            <a:solidFill>
              <a:srgbClr val="162916"/>
            </a:solidFill>
          </p:spPr>
          <p:txBody>
            <a:bodyPr wrap="square" lIns="0" tIns="0" rIns="0" bIns="0" rtlCol="0"/>
            <a:lstStyle/>
            <a:p/>
          </p:txBody>
        </p:sp>
        <p:sp>
          <p:nvSpPr>
            <p:cNvPr id="2346" name="object 2346"/>
            <p:cNvSpPr/>
            <p:nvPr/>
          </p:nvSpPr>
          <p:spPr>
            <a:xfrm>
              <a:off x="7232650" y="1178559"/>
              <a:ext cx="175260" cy="6350"/>
            </a:xfrm>
            <a:custGeom>
              <a:avLst/>
              <a:gdLst/>
              <a:ahLst/>
              <a:cxnLst/>
              <a:rect l="l" t="t" r="r" b="b"/>
              <a:pathLst>
                <a:path w="175259" h="6350">
                  <a:moveTo>
                    <a:pt x="175260" y="1270"/>
                  </a:moveTo>
                  <a:lnTo>
                    <a:pt x="173990" y="1270"/>
                  </a:lnTo>
                  <a:lnTo>
                    <a:pt x="173990" y="0"/>
                  </a:lnTo>
                  <a:lnTo>
                    <a:pt x="0" y="0"/>
                  </a:lnTo>
                  <a:lnTo>
                    <a:pt x="0" y="1270"/>
                  </a:lnTo>
                  <a:lnTo>
                    <a:pt x="0" y="6350"/>
                  </a:lnTo>
                  <a:lnTo>
                    <a:pt x="175260" y="6350"/>
                  </a:lnTo>
                  <a:lnTo>
                    <a:pt x="175260" y="1270"/>
                  </a:lnTo>
                  <a:close/>
                </a:path>
              </a:pathLst>
            </a:custGeom>
            <a:solidFill>
              <a:srgbClr val="172917"/>
            </a:solidFill>
          </p:spPr>
          <p:txBody>
            <a:bodyPr wrap="square" lIns="0" tIns="0" rIns="0" bIns="0" rtlCol="0"/>
            <a:lstStyle/>
            <a:p/>
          </p:txBody>
        </p:sp>
        <p:sp>
          <p:nvSpPr>
            <p:cNvPr id="2347" name="object 2347"/>
            <p:cNvSpPr/>
            <p:nvPr/>
          </p:nvSpPr>
          <p:spPr>
            <a:xfrm>
              <a:off x="7231380" y="1184909"/>
              <a:ext cx="177800" cy="7620"/>
            </a:xfrm>
            <a:custGeom>
              <a:avLst/>
              <a:gdLst/>
              <a:ahLst/>
              <a:cxnLst/>
              <a:rect l="l" t="t" r="r" b="b"/>
              <a:pathLst>
                <a:path w="177800" h="7619">
                  <a:moveTo>
                    <a:pt x="177800" y="2540"/>
                  </a:moveTo>
                  <a:lnTo>
                    <a:pt x="176530" y="2540"/>
                  </a:lnTo>
                  <a:lnTo>
                    <a:pt x="176530" y="1270"/>
                  </a:lnTo>
                  <a:lnTo>
                    <a:pt x="176530" y="0"/>
                  </a:lnTo>
                  <a:lnTo>
                    <a:pt x="1270" y="0"/>
                  </a:lnTo>
                  <a:lnTo>
                    <a:pt x="1270" y="1270"/>
                  </a:lnTo>
                  <a:lnTo>
                    <a:pt x="0" y="1270"/>
                  </a:lnTo>
                  <a:lnTo>
                    <a:pt x="0" y="2540"/>
                  </a:lnTo>
                  <a:lnTo>
                    <a:pt x="0" y="7620"/>
                  </a:lnTo>
                  <a:lnTo>
                    <a:pt x="177800" y="7620"/>
                  </a:lnTo>
                  <a:lnTo>
                    <a:pt x="177800" y="2540"/>
                  </a:lnTo>
                  <a:close/>
                </a:path>
              </a:pathLst>
            </a:custGeom>
            <a:solidFill>
              <a:srgbClr val="182818"/>
            </a:solidFill>
          </p:spPr>
          <p:txBody>
            <a:bodyPr wrap="square" lIns="0" tIns="0" rIns="0" bIns="0" rtlCol="0"/>
            <a:lstStyle/>
            <a:p/>
          </p:txBody>
        </p:sp>
        <p:sp>
          <p:nvSpPr>
            <p:cNvPr id="2348" name="object 2348"/>
            <p:cNvSpPr/>
            <p:nvPr/>
          </p:nvSpPr>
          <p:spPr>
            <a:xfrm>
              <a:off x="7230110" y="1192529"/>
              <a:ext cx="180340" cy="7620"/>
            </a:xfrm>
            <a:custGeom>
              <a:avLst/>
              <a:gdLst/>
              <a:ahLst/>
              <a:cxnLst/>
              <a:rect l="l" t="t" r="r" b="b"/>
              <a:pathLst>
                <a:path w="180340" h="7619">
                  <a:moveTo>
                    <a:pt x="180340" y="3810"/>
                  </a:moveTo>
                  <a:lnTo>
                    <a:pt x="179070" y="3810"/>
                  </a:lnTo>
                  <a:lnTo>
                    <a:pt x="179070" y="1270"/>
                  </a:lnTo>
                  <a:lnTo>
                    <a:pt x="179070" y="0"/>
                  </a:lnTo>
                  <a:lnTo>
                    <a:pt x="1270" y="0"/>
                  </a:lnTo>
                  <a:lnTo>
                    <a:pt x="1270" y="1270"/>
                  </a:lnTo>
                  <a:lnTo>
                    <a:pt x="0" y="1270"/>
                  </a:lnTo>
                  <a:lnTo>
                    <a:pt x="0" y="3810"/>
                  </a:lnTo>
                  <a:lnTo>
                    <a:pt x="0" y="7620"/>
                  </a:lnTo>
                  <a:lnTo>
                    <a:pt x="180340" y="7620"/>
                  </a:lnTo>
                  <a:lnTo>
                    <a:pt x="180340" y="3810"/>
                  </a:lnTo>
                  <a:close/>
                </a:path>
              </a:pathLst>
            </a:custGeom>
            <a:solidFill>
              <a:srgbClr val="1A281A"/>
            </a:solidFill>
          </p:spPr>
          <p:txBody>
            <a:bodyPr wrap="square" lIns="0" tIns="0" rIns="0" bIns="0" rtlCol="0"/>
            <a:lstStyle/>
            <a:p/>
          </p:txBody>
        </p:sp>
        <p:sp>
          <p:nvSpPr>
            <p:cNvPr id="2349" name="object 2349"/>
            <p:cNvSpPr/>
            <p:nvPr/>
          </p:nvSpPr>
          <p:spPr>
            <a:xfrm>
              <a:off x="7230110" y="1200149"/>
              <a:ext cx="181610" cy="6350"/>
            </a:xfrm>
            <a:custGeom>
              <a:avLst/>
              <a:gdLst/>
              <a:ahLst/>
              <a:cxnLst/>
              <a:rect l="l" t="t" r="r" b="b"/>
              <a:pathLst>
                <a:path w="181609" h="6350">
                  <a:moveTo>
                    <a:pt x="180340" y="0"/>
                  </a:moveTo>
                  <a:lnTo>
                    <a:pt x="0" y="0"/>
                  </a:lnTo>
                  <a:lnTo>
                    <a:pt x="0" y="5080"/>
                  </a:lnTo>
                  <a:lnTo>
                    <a:pt x="180340" y="5080"/>
                  </a:lnTo>
                  <a:lnTo>
                    <a:pt x="180340" y="0"/>
                  </a:lnTo>
                  <a:close/>
                </a:path>
                <a:path w="181609" h="6350">
                  <a:moveTo>
                    <a:pt x="181597" y="5092"/>
                  </a:moveTo>
                  <a:lnTo>
                    <a:pt x="0" y="5092"/>
                  </a:lnTo>
                  <a:lnTo>
                    <a:pt x="0" y="6350"/>
                  </a:lnTo>
                  <a:lnTo>
                    <a:pt x="181597" y="6350"/>
                  </a:lnTo>
                  <a:lnTo>
                    <a:pt x="181597" y="5092"/>
                  </a:lnTo>
                  <a:close/>
                </a:path>
              </a:pathLst>
            </a:custGeom>
            <a:solidFill>
              <a:srgbClr val="1B271B"/>
            </a:solidFill>
          </p:spPr>
          <p:txBody>
            <a:bodyPr wrap="square" lIns="0" tIns="0" rIns="0" bIns="0" rtlCol="0"/>
            <a:lstStyle/>
            <a:p/>
          </p:txBody>
        </p:sp>
        <p:sp>
          <p:nvSpPr>
            <p:cNvPr id="2350" name="object 2350"/>
            <p:cNvSpPr/>
            <p:nvPr/>
          </p:nvSpPr>
          <p:spPr>
            <a:xfrm>
              <a:off x="7230110" y="1206499"/>
              <a:ext cx="181610" cy="7620"/>
            </a:xfrm>
            <a:custGeom>
              <a:avLst/>
              <a:gdLst/>
              <a:ahLst/>
              <a:cxnLst/>
              <a:rect l="l" t="t" r="r" b="b"/>
              <a:pathLst>
                <a:path w="181609" h="7619">
                  <a:moveTo>
                    <a:pt x="181609" y="0"/>
                  </a:moveTo>
                  <a:lnTo>
                    <a:pt x="0" y="0"/>
                  </a:lnTo>
                  <a:lnTo>
                    <a:pt x="0" y="7620"/>
                  </a:lnTo>
                  <a:lnTo>
                    <a:pt x="181609" y="7620"/>
                  </a:lnTo>
                  <a:lnTo>
                    <a:pt x="181609" y="0"/>
                  </a:lnTo>
                  <a:close/>
                </a:path>
              </a:pathLst>
            </a:custGeom>
            <a:solidFill>
              <a:srgbClr val="1D261D"/>
            </a:solidFill>
          </p:spPr>
          <p:txBody>
            <a:bodyPr wrap="square" lIns="0" tIns="0" rIns="0" bIns="0" rtlCol="0"/>
            <a:lstStyle/>
            <a:p/>
          </p:txBody>
        </p:sp>
        <p:sp>
          <p:nvSpPr>
            <p:cNvPr id="2351" name="object 2351"/>
            <p:cNvSpPr/>
            <p:nvPr/>
          </p:nvSpPr>
          <p:spPr>
            <a:xfrm>
              <a:off x="7228840" y="1214119"/>
              <a:ext cx="184150" cy="7620"/>
            </a:xfrm>
            <a:custGeom>
              <a:avLst/>
              <a:gdLst/>
              <a:ahLst/>
              <a:cxnLst/>
              <a:rect l="l" t="t" r="r" b="b"/>
              <a:pathLst>
                <a:path w="184150" h="7619">
                  <a:moveTo>
                    <a:pt x="184150" y="0"/>
                  </a:moveTo>
                  <a:lnTo>
                    <a:pt x="1270" y="0"/>
                  </a:lnTo>
                  <a:lnTo>
                    <a:pt x="1270" y="1270"/>
                  </a:lnTo>
                  <a:lnTo>
                    <a:pt x="1270" y="2540"/>
                  </a:lnTo>
                  <a:lnTo>
                    <a:pt x="1270" y="3810"/>
                  </a:lnTo>
                  <a:lnTo>
                    <a:pt x="0" y="3810"/>
                  </a:lnTo>
                  <a:lnTo>
                    <a:pt x="0" y="5080"/>
                  </a:lnTo>
                  <a:lnTo>
                    <a:pt x="0" y="6350"/>
                  </a:lnTo>
                  <a:lnTo>
                    <a:pt x="0" y="7620"/>
                  </a:lnTo>
                  <a:lnTo>
                    <a:pt x="77470" y="7620"/>
                  </a:lnTo>
                  <a:lnTo>
                    <a:pt x="77470" y="6350"/>
                  </a:lnTo>
                  <a:lnTo>
                    <a:pt x="78740" y="6350"/>
                  </a:lnTo>
                  <a:lnTo>
                    <a:pt x="78740" y="5080"/>
                  </a:lnTo>
                  <a:lnTo>
                    <a:pt x="80010" y="5080"/>
                  </a:lnTo>
                  <a:lnTo>
                    <a:pt x="80010" y="3810"/>
                  </a:lnTo>
                  <a:lnTo>
                    <a:pt x="81267" y="3810"/>
                  </a:lnTo>
                  <a:lnTo>
                    <a:pt x="81267" y="2540"/>
                  </a:lnTo>
                  <a:lnTo>
                    <a:pt x="83820" y="2540"/>
                  </a:lnTo>
                  <a:lnTo>
                    <a:pt x="83820" y="1270"/>
                  </a:lnTo>
                  <a:lnTo>
                    <a:pt x="88900" y="1270"/>
                  </a:lnTo>
                  <a:lnTo>
                    <a:pt x="88900" y="2540"/>
                  </a:lnTo>
                  <a:lnTo>
                    <a:pt x="90170" y="2540"/>
                  </a:lnTo>
                  <a:lnTo>
                    <a:pt x="90170" y="3810"/>
                  </a:lnTo>
                  <a:lnTo>
                    <a:pt x="93980" y="3810"/>
                  </a:lnTo>
                  <a:lnTo>
                    <a:pt x="93980" y="6350"/>
                  </a:lnTo>
                  <a:lnTo>
                    <a:pt x="95250" y="6350"/>
                  </a:lnTo>
                  <a:lnTo>
                    <a:pt x="95250" y="7620"/>
                  </a:lnTo>
                  <a:lnTo>
                    <a:pt x="184150" y="7620"/>
                  </a:lnTo>
                  <a:lnTo>
                    <a:pt x="184150" y="6350"/>
                  </a:lnTo>
                  <a:lnTo>
                    <a:pt x="184150" y="3810"/>
                  </a:lnTo>
                  <a:lnTo>
                    <a:pt x="184150" y="2540"/>
                  </a:lnTo>
                  <a:lnTo>
                    <a:pt x="184150" y="1270"/>
                  </a:lnTo>
                  <a:lnTo>
                    <a:pt x="184150" y="0"/>
                  </a:lnTo>
                  <a:close/>
                </a:path>
              </a:pathLst>
            </a:custGeom>
            <a:solidFill>
              <a:srgbClr val="1E261E"/>
            </a:solidFill>
          </p:spPr>
          <p:txBody>
            <a:bodyPr wrap="square" lIns="0" tIns="0" rIns="0" bIns="0" rtlCol="0"/>
            <a:lstStyle/>
            <a:p/>
          </p:txBody>
        </p:sp>
        <p:sp>
          <p:nvSpPr>
            <p:cNvPr id="2352" name="object 2352"/>
            <p:cNvSpPr/>
            <p:nvPr/>
          </p:nvSpPr>
          <p:spPr>
            <a:xfrm>
              <a:off x="7228840" y="1221739"/>
              <a:ext cx="185420" cy="6350"/>
            </a:xfrm>
            <a:custGeom>
              <a:avLst/>
              <a:gdLst/>
              <a:ahLst/>
              <a:cxnLst/>
              <a:rect l="l" t="t" r="r" b="b"/>
              <a:pathLst>
                <a:path w="185420" h="6350">
                  <a:moveTo>
                    <a:pt x="77470" y="0"/>
                  </a:moveTo>
                  <a:lnTo>
                    <a:pt x="0" y="0"/>
                  </a:lnTo>
                  <a:lnTo>
                    <a:pt x="0" y="2539"/>
                  </a:lnTo>
                  <a:lnTo>
                    <a:pt x="77470" y="2539"/>
                  </a:lnTo>
                  <a:lnTo>
                    <a:pt x="77470" y="0"/>
                  </a:lnTo>
                  <a:close/>
                </a:path>
                <a:path w="185420" h="6350">
                  <a:moveTo>
                    <a:pt x="184150" y="0"/>
                  </a:moveTo>
                  <a:lnTo>
                    <a:pt x="97789" y="0"/>
                  </a:lnTo>
                  <a:lnTo>
                    <a:pt x="97789" y="2539"/>
                  </a:lnTo>
                  <a:lnTo>
                    <a:pt x="184149" y="2539"/>
                  </a:lnTo>
                  <a:lnTo>
                    <a:pt x="184150" y="0"/>
                  </a:lnTo>
                  <a:close/>
                </a:path>
                <a:path w="185420" h="6350">
                  <a:moveTo>
                    <a:pt x="185419" y="2666"/>
                  </a:moveTo>
                  <a:lnTo>
                    <a:pt x="99059" y="2666"/>
                  </a:lnTo>
                  <a:lnTo>
                    <a:pt x="99059" y="5206"/>
                  </a:lnTo>
                  <a:lnTo>
                    <a:pt x="100329" y="5206"/>
                  </a:lnTo>
                  <a:lnTo>
                    <a:pt x="100329" y="6350"/>
                  </a:lnTo>
                  <a:lnTo>
                    <a:pt x="185420" y="6350"/>
                  </a:lnTo>
                  <a:lnTo>
                    <a:pt x="185419" y="2666"/>
                  </a:lnTo>
                  <a:close/>
                </a:path>
                <a:path w="185420" h="6350">
                  <a:moveTo>
                    <a:pt x="76200" y="2666"/>
                  </a:moveTo>
                  <a:lnTo>
                    <a:pt x="0" y="2666"/>
                  </a:lnTo>
                  <a:lnTo>
                    <a:pt x="0" y="6350"/>
                  </a:lnTo>
                  <a:lnTo>
                    <a:pt x="76200" y="6350"/>
                  </a:lnTo>
                  <a:lnTo>
                    <a:pt x="76200" y="2666"/>
                  </a:lnTo>
                  <a:close/>
                </a:path>
              </a:pathLst>
            </a:custGeom>
            <a:solidFill>
              <a:srgbClr val="202520"/>
            </a:solidFill>
          </p:spPr>
          <p:txBody>
            <a:bodyPr wrap="square" lIns="0" tIns="0" rIns="0" bIns="0" rtlCol="0"/>
            <a:lstStyle/>
            <a:p/>
          </p:txBody>
        </p:sp>
        <p:sp>
          <p:nvSpPr>
            <p:cNvPr id="2353" name="object 2353"/>
            <p:cNvSpPr/>
            <p:nvPr/>
          </p:nvSpPr>
          <p:spPr>
            <a:xfrm>
              <a:off x="7227570" y="1228089"/>
              <a:ext cx="187960" cy="7620"/>
            </a:xfrm>
            <a:custGeom>
              <a:avLst/>
              <a:gdLst/>
              <a:ahLst/>
              <a:cxnLst/>
              <a:rect l="l" t="t" r="r" b="b"/>
              <a:pathLst>
                <a:path w="187959" h="7619">
                  <a:moveTo>
                    <a:pt x="77470" y="1397"/>
                  </a:moveTo>
                  <a:lnTo>
                    <a:pt x="1270" y="1397"/>
                  </a:lnTo>
                  <a:lnTo>
                    <a:pt x="1270" y="3937"/>
                  </a:lnTo>
                  <a:lnTo>
                    <a:pt x="0" y="3937"/>
                  </a:lnTo>
                  <a:lnTo>
                    <a:pt x="0" y="7620"/>
                  </a:lnTo>
                  <a:lnTo>
                    <a:pt x="76200" y="7620"/>
                  </a:lnTo>
                  <a:lnTo>
                    <a:pt x="76200" y="2539"/>
                  </a:lnTo>
                  <a:lnTo>
                    <a:pt x="77470" y="2539"/>
                  </a:lnTo>
                  <a:lnTo>
                    <a:pt x="77470" y="1397"/>
                  </a:lnTo>
                  <a:close/>
                </a:path>
                <a:path w="187959" h="7619">
                  <a:moveTo>
                    <a:pt x="186690" y="1397"/>
                  </a:moveTo>
                  <a:lnTo>
                    <a:pt x="102870" y="1397"/>
                  </a:lnTo>
                  <a:lnTo>
                    <a:pt x="102870" y="7620"/>
                  </a:lnTo>
                  <a:lnTo>
                    <a:pt x="187960" y="7620"/>
                  </a:lnTo>
                  <a:lnTo>
                    <a:pt x="187960" y="6476"/>
                  </a:lnTo>
                  <a:lnTo>
                    <a:pt x="186690" y="6476"/>
                  </a:lnTo>
                  <a:lnTo>
                    <a:pt x="186690" y="1397"/>
                  </a:lnTo>
                  <a:close/>
                </a:path>
                <a:path w="187959" h="7619">
                  <a:moveTo>
                    <a:pt x="186690" y="0"/>
                  </a:moveTo>
                  <a:lnTo>
                    <a:pt x="101600" y="0"/>
                  </a:lnTo>
                  <a:lnTo>
                    <a:pt x="101600" y="1397"/>
                  </a:lnTo>
                  <a:lnTo>
                    <a:pt x="102870" y="1397"/>
                  </a:lnTo>
                  <a:lnTo>
                    <a:pt x="102870" y="1269"/>
                  </a:lnTo>
                  <a:lnTo>
                    <a:pt x="186690" y="1269"/>
                  </a:lnTo>
                  <a:lnTo>
                    <a:pt x="186690" y="0"/>
                  </a:lnTo>
                  <a:close/>
                </a:path>
                <a:path w="187959" h="7619">
                  <a:moveTo>
                    <a:pt x="77470" y="0"/>
                  </a:moveTo>
                  <a:lnTo>
                    <a:pt x="1270" y="0"/>
                  </a:lnTo>
                  <a:lnTo>
                    <a:pt x="1270" y="1269"/>
                  </a:lnTo>
                  <a:lnTo>
                    <a:pt x="77470" y="1269"/>
                  </a:lnTo>
                  <a:lnTo>
                    <a:pt x="77470" y="0"/>
                  </a:lnTo>
                  <a:close/>
                </a:path>
              </a:pathLst>
            </a:custGeom>
            <a:solidFill>
              <a:srgbClr val="212521"/>
            </a:solidFill>
          </p:spPr>
          <p:txBody>
            <a:bodyPr wrap="square" lIns="0" tIns="0" rIns="0" bIns="0" rtlCol="0"/>
            <a:lstStyle/>
            <a:p/>
          </p:txBody>
        </p:sp>
        <p:sp>
          <p:nvSpPr>
            <p:cNvPr id="2354" name="object 2354"/>
            <p:cNvSpPr/>
            <p:nvPr/>
          </p:nvSpPr>
          <p:spPr>
            <a:xfrm>
              <a:off x="7227570" y="1235709"/>
              <a:ext cx="187960" cy="7620"/>
            </a:xfrm>
            <a:custGeom>
              <a:avLst/>
              <a:gdLst/>
              <a:ahLst/>
              <a:cxnLst/>
              <a:rect l="l" t="t" r="r" b="b"/>
              <a:pathLst>
                <a:path w="187959" h="7619">
                  <a:moveTo>
                    <a:pt x="76200" y="0"/>
                  </a:moveTo>
                  <a:lnTo>
                    <a:pt x="0" y="0"/>
                  </a:lnTo>
                  <a:lnTo>
                    <a:pt x="0" y="7619"/>
                  </a:lnTo>
                  <a:lnTo>
                    <a:pt x="76200" y="7619"/>
                  </a:lnTo>
                  <a:lnTo>
                    <a:pt x="76200" y="0"/>
                  </a:lnTo>
                  <a:close/>
                </a:path>
                <a:path w="187959" h="7619">
                  <a:moveTo>
                    <a:pt x="187960" y="0"/>
                  </a:moveTo>
                  <a:lnTo>
                    <a:pt x="102870" y="0"/>
                  </a:lnTo>
                  <a:lnTo>
                    <a:pt x="104139" y="126"/>
                  </a:lnTo>
                  <a:lnTo>
                    <a:pt x="104139" y="5206"/>
                  </a:lnTo>
                  <a:lnTo>
                    <a:pt x="105409" y="5206"/>
                  </a:lnTo>
                  <a:lnTo>
                    <a:pt x="105409" y="7619"/>
                  </a:lnTo>
                  <a:lnTo>
                    <a:pt x="187959" y="7619"/>
                  </a:lnTo>
                  <a:lnTo>
                    <a:pt x="187960" y="0"/>
                  </a:lnTo>
                  <a:close/>
                </a:path>
              </a:pathLst>
            </a:custGeom>
            <a:solidFill>
              <a:srgbClr val="222422"/>
            </a:solidFill>
          </p:spPr>
          <p:txBody>
            <a:bodyPr wrap="square" lIns="0" tIns="0" rIns="0" bIns="0" rtlCol="0"/>
            <a:lstStyle/>
            <a:p/>
          </p:txBody>
        </p:sp>
        <p:sp>
          <p:nvSpPr>
            <p:cNvPr id="2355" name="object 2355"/>
            <p:cNvSpPr/>
            <p:nvPr/>
          </p:nvSpPr>
          <p:spPr>
            <a:xfrm>
              <a:off x="7227570" y="1243329"/>
              <a:ext cx="189230" cy="6350"/>
            </a:xfrm>
            <a:custGeom>
              <a:avLst/>
              <a:gdLst/>
              <a:ahLst/>
              <a:cxnLst/>
              <a:rect l="l" t="t" r="r" b="b"/>
              <a:pathLst>
                <a:path w="189229" h="6350">
                  <a:moveTo>
                    <a:pt x="189229" y="5207"/>
                  </a:moveTo>
                  <a:lnTo>
                    <a:pt x="105409" y="5207"/>
                  </a:lnTo>
                  <a:lnTo>
                    <a:pt x="105409" y="6350"/>
                  </a:lnTo>
                  <a:lnTo>
                    <a:pt x="189229" y="6350"/>
                  </a:lnTo>
                  <a:lnTo>
                    <a:pt x="189229" y="5207"/>
                  </a:lnTo>
                  <a:close/>
                </a:path>
                <a:path w="189229" h="6350">
                  <a:moveTo>
                    <a:pt x="78740" y="5079"/>
                  </a:moveTo>
                  <a:lnTo>
                    <a:pt x="77470" y="5079"/>
                  </a:lnTo>
                  <a:lnTo>
                    <a:pt x="77470" y="5207"/>
                  </a:lnTo>
                  <a:lnTo>
                    <a:pt x="0" y="5207"/>
                  </a:lnTo>
                  <a:lnTo>
                    <a:pt x="0" y="6350"/>
                  </a:lnTo>
                  <a:lnTo>
                    <a:pt x="78740" y="6350"/>
                  </a:lnTo>
                  <a:lnTo>
                    <a:pt x="78740" y="5079"/>
                  </a:lnTo>
                  <a:close/>
                </a:path>
                <a:path w="189229" h="6350">
                  <a:moveTo>
                    <a:pt x="77470" y="0"/>
                  </a:moveTo>
                  <a:lnTo>
                    <a:pt x="0" y="0"/>
                  </a:lnTo>
                  <a:lnTo>
                    <a:pt x="0" y="5079"/>
                  </a:lnTo>
                  <a:lnTo>
                    <a:pt x="77470" y="5079"/>
                  </a:lnTo>
                  <a:lnTo>
                    <a:pt x="77470" y="0"/>
                  </a:lnTo>
                  <a:close/>
                </a:path>
                <a:path w="189229" h="6350">
                  <a:moveTo>
                    <a:pt x="187959" y="0"/>
                  </a:moveTo>
                  <a:lnTo>
                    <a:pt x="105409" y="0"/>
                  </a:lnTo>
                  <a:lnTo>
                    <a:pt x="105409" y="5079"/>
                  </a:lnTo>
                  <a:lnTo>
                    <a:pt x="189229" y="5079"/>
                  </a:lnTo>
                  <a:lnTo>
                    <a:pt x="189229" y="1397"/>
                  </a:lnTo>
                  <a:lnTo>
                    <a:pt x="187959" y="1397"/>
                  </a:lnTo>
                  <a:lnTo>
                    <a:pt x="187959" y="0"/>
                  </a:lnTo>
                  <a:close/>
                </a:path>
              </a:pathLst>
            </a:custGeom>
            <a:solidFill>
              <a:srgbClr val="242424"/>
            </a:solidFill>
          </p:spPr>
          <p:txBody>
            <a:bodyPr wrap="square" lIns="0" tIns="0" rIns="0" bIns="0" rtlCol="0"/>
            <a:lstStyle/>
            <a:p/>
          </p:txBody>
        </p:sp>
        <p:sp>
          <p:nvSpPr>
            <p:cNvPr id="2356" name="object 2356"/>
            <p:cNvSpPr/>
            <p:nvPr/>
          </p:nvSpPr>
          <p:spPr>
            <a:xfrm>
              <a:off x="7227570" y="1249679"/>
              <a:ext cx="186690" cy="7620"/>
            </a:xfrm>
            <a:custGeom>
              <a:avLst/>
              <a:gdLst/>
              <a:ahLst/>
              <a:cxnLst/>
              <a:rect l="l" t="t" r="r" b="b"/>
              <a:pathLst>
                <a:path w="186690" h="7619">
                  <a:moveTo>
                    <a:pt x="170179" y="5207"/>
                  </a:moveTo>
                  <a:lnTo>
                    <a:pt x="106679" y="5207"/>
                  </a:lnTo>
                  <a:lnTo>
                    <a:pt x="106679" y="7620"/>
                  </a:lnTo>
                  <a:lnTo>
                    <a:pt x="166370" y="7620"/>
                  </a:lnTo>
                  <a:lnTo>
                    <a:pt x="166370" y="6350"/>
                  </a:lnTo>
                  <a:lnTo>
                    <a:pt x="170179" y="6350"/>
                  </a:lnTo>
                  <a:lnTo>
                    <a:pt x="170179" y="5207"/>
                  </a:lnTo>
                  <a:close/>
                </a:path>
                <a:path w="186690" h="7619">
                  <a:moveTo>
                    <a:pt x="173989" y="3937"/>
                  </a:moveTo>
                  <a:lnTo>
                    <a:pt x="106679" y="3937"/>
                  </a:lnTo>
                  <a:lnTo>
                    <a:pt x="106679" y="5079"/>
                  </a:lnTo>
                  <a:lnTo>
                    <a:pt x="170179" y="5079"/>
                  </a:lnTo>
                  <a:lnTo>
                    <a:pt x="170179" y="5207"/>
                  </a:lnTo>
                  <a:lnTo>
                    <a:pt x="173989" y="5207"/>
                  </a:lnTo>
                  <a:lnTo>
                    <a:pt x="173989" y="3937"/>
                  </a:lnTo>
                  <a:close/>
                </a:path>
                <a:path w="186690" h="7619">
                  <a:moveTo>
                    <a:pt x="179069" y="2666"/>
                  </a:moveTo>
                  <a:lnTo>
                    <a:pt x="105409" y="2666"/>
                  </a:lnTo>
                  <a:lnTo>
                    <a:pt x="105409" y="3937"/>
                  </a:lnTo>
                  <a:lnTo>
                    <a:pt x="179069" y="3937"/>
                  </a:lnTo>
                  <a:lnTo>
                    <a:pt x="179069" y="2666"/>
                  </a:lnTo>
                  <a:close/>
                </a:path>
                <a:path w="186690" h="7619">
                  <a:moveTo>
                    <a:pt x="186689" y="0"/>
                  </a:moveTo>
                  <a:lnTo>
                    <a:pt x="105409" y="0"/>
                  </a:lnTo>
                  <a:lnTo>
                    <a:pt x="105409" y="2539"/>
                  </a:lnTo>
                  <a:lnTo>
                    <a:pt x="179069" y="2539"/>
                  </a:lnTo>
                  <a:lnTo>
                    <a:pt x="182879" y="2666"/>
                  </a:lnTo>
                  <a:lnTo>
                    <a:pt x="182879" y="1397"/>
                  </a:lnTo>
                  <a:lnTo>
                    <a:pt x="186689" y="1397"/>
                  </a:lnTo>
                  <a:lnTo>
                    <a:pt x="186689" y="0"/>
                  </a:lnTo>
                  <a:close/>
                </a:path>
                <a:path w="186690" h="7619">
                  <a:moveTo>
                    <a:pt x="85090" y="5079"/>
                  </a:moveTo>
                  <a:lnTo>
                    <a:pt x="82550" y="5079"/>
                  </a:lnTo>
                  <a:lnTo>
                    <a:pt x="82550" y="5207"/>
                  </a:lnTo>
                  <a:lnTo>
                    <a:pt x="0" y="5207"/>
                  </a:lnTo>
                  <a:lnTo>
                    <a:pt x="0" y="7620"/>
                  </a:lnTo>
                  <a:lnTo>
                    <a:pt x="86359" y="7620"/>
                  </a:lnTo>
                  <a:lnTo>
                    <a:pt x="86359" y="6350"/>
                  </a:lnTo>
                  <a:lnTo>
                    <a:pt x="85090" y="6350"/>
                  </a:lnTo>
                  <a:lnTo>
                    <a:pt x="85090" y="5079"/>
                  </a:lnTo>
                  <a:close/>
                </a:path>
                <a:path w="186690" h="7619">
                  <a:moveTo>
                    <a:pt x="81279" y="2539"/>
                  </a:moveTo>
                  <a:lnTo>
                    <a:pt x="80009" y="2539"/>
                  </a:lnTo>
                  <a:lnTo>
                    <a:pt x="0" y="2666"/>
                  </a:lnTo>
                  <a:lnTo>
                    <a:pt x="0" y="5079"/>
                  </a:lnTo>
                  <a:lnTo>
                    <a:pt x="82550" y="5079"/>
                  </a:lnTo>
                  <a:lnTo>
                    <a:pt x="82550" y="3937"/>
                  </a:lnTo>
                  <a:lnTo>
                    <a:pt x="81279" y="3937"/>
                  </a:lnTo>
                  <a:lnTo>
                    <a:pt x="81279" y="2539"/>
                  </a:lnTo>
                  <a:close/>
                </a:path>
                <a:path w="186690" h="7619">
                  <a:moveTo>
                    <a:pt x="78740" y="0"/>
                  </a:moveTo>
                  <a:lnTo>
                    <a:pt x="0" y="0"/>
                  </a:lnTo>
                  <a:lnTo>
                    <a:pt x="0" y="2539"/>
                  </a:lnTo>
                  <a:lnTo>
                    <a:pt x="80009" y="2539"/>
                  </a:lnTo>
                  <a:lnTo>
                    <a:pt x="80009" y="1397"/>
                  </a:lnTo>
                  <a:lnTo>
                    <a:pt x="78740" y="1397"/>
                  </a:lnTo>
                  <a:lnTo>
                    <a:pt x="78740" y="0"/>
                  </a:lnTo>
                  <a:close/>
                </a:path>
              </a:pathLst>
            </a:custGeom>
            <a:solidFill>
              <a:srgbClr val="252325"/>
            </a:solidFill>
          </p:spPr>
          <p:txBody>
            <a:bodyPr wrap="square" lIns="0" tIns="0" rIns="0" bIns="0" rtlCol="0"/>
            <a:lstStyle/>
            <a:p/>
          </p:txBody>
        </p:sp>
        <p:sp>
          <p:nvSpPr>
            <p:cNvPr id="2357" name="object 2357"/>
            <p:cNvSpPr/>
            <p:nvPr/>
          </p:nvSpPr>
          <p:spPr>
            <a:xfrm>
              <a:off x="7227570" y="1257299"/>
              <a:ext cx="162560" cy="7620"/>
            </a:xfrm>
            <a:custGeom>
              <a:avLst/>
              <a:gdLst/>
              <a:ahLst/>
              <a:cxnLst/>
              <a:rect l="l" t="t" r="r" b="b"/>
              <a:pathLst>
                <a:path w="162559" h="7619">
                  <a:moveTo>
                    <a:pt x="100330" y="6350"/>
                  </a:moveTo>
                  <a:lnTo>
                    <a:pt x="97790" y="6350"/>
                  </a:lnTo>
                  <a:lnTo>
                    <a:pt x="97790" y="5080"/>
                  </a:lnTo>
                  <a:lnTo>
                    <a:pt x="95250" y="5080"/>
                  </a:lnTo>
                  <a:lnTo>
                    <a:pt x="95250" y="3810"/>
                  </a:lnTo>
                  <a:lnTo>
                    <a:pt x="91440" y="3810"/>
                  </a:lnTo>
                  <a:lnTo>
                    <a:pt x="91440" y="2540"/>
                  </a:lnTo>
                  <a:lnTo>
                    <a:pt x="88900" y="2540"/>
                  </a:lnTo>
                  <a:lnTo>
                    <a:pt x="88900" y="1270"/>
                  </a:lnTo>
                  <a:lnTo>
                    <a:pt x="87630" y="1270"/>
                  </a:lnTo>
                  <a:lnTo>
                    <a:pt x="87630" y="0"/>
                  </a:lnTo>
                  <a:lnTo>
                    <a:pt x="0" y="0"/>
                  </a:lnTo>
                  <a:lnTo>
                    <a:pt x="0" y="1270"/>
                  </a:lnTo>
                  <a:lnTo>
                    <a:pt x="0" y="2540"/>
                  </a:lnTo>
                  <a:lnTo>
                    <a:pt x="0" y="3810"/>
                  </a:lnTo>
                  <a:lnTo>
                    <a:pt x="0" y="5080"/>
                  </a:lnTo>
                  <a:lnTo>
                    <a:pt x="0" y="6350"/>
                  </a:lnTo>
                  <a:lnTo>
                    <a:pt x="0" y="7620"/>
                  </a:lnTo>
                  <a:lnTo>
                    <a:pt x="100330" y="7620"/>
                  </a:lnTo>
                  <a:lnTo>
                    <a:pt x="100330" y="6350"/>
                  </a:lnTo>
                  <a:close/>
                </a:path>
                <a:path w="162559" h="7619">
                  <a:moveTo>
                    <a:pt x="162560" y="0"/>
                  </a:moveTo>
                  <a:lnTo>
                    <a:pt x="106680" y="0"/>
                  </a:lnTo>
                  <a:lnTo>
                    <a:pt x="106680" y="1270"/>
                  </a:lnTo>
                  <a:lnTo>
                    <a:pt x="106680" y="2540"/>
                  </a:lnTo>
                  <a:lnTo>
                    <a:pt x="106680" y="3810"/>
                  </a:lnTo>
                  <a:lnTo>
                    <a:pt x="106680" y="5080"/>
                  </a:lnTo>
                  <a:lnTo>
                    <a:pt x="106680" y="6350"/>
                  </a:lnTo>
                  <a:lnTo>
                    <a:pt x="106680" y="7620"/>
                  </a:lnTo>
                  <a:lnTo>
                    <a:pt x="142240" y="7620"/>
                  </a:lnTo>
                  <a:lnTo>
                    <a:pt x="142240" y="6350"/>
                  </a:lnTo>
                  <a:lnTo>
                    <a:pt x="146050" y="6350"/>
                  </a:lnTo>
                  <a:lnTo>
                    <a:pt x="146050" y="5080"/>
                  </a:lnTo>
                  <a:lnTo>
                    <a:pt x="151130" y="5080"/>
                  </a:lnTo>
                  <a:lnTo>
                    <a:pt x="151130" y="3810"/>
                  </a:lnTo>
                  <a:lnTo>
                    <a:pt x="154940" y="3810"/>
                  </a:lnTo>
                  <a:lnTo>
                    <a:pt x="154940" y="2540"/>
                  </a:lnTo>
                  <a:lnTo>
                    <a:pt x="158750" y="2540"/>
                  </a:lnTo>
                  <a:lnTo>
                    <a:pt x="158750" y="1270"/>
                  </a:lnTo>
                  <a:lnTo>
                    <a:pt x="162560" y="1270"/>
                  </a:lnTo>
                  <a:lnTo>
                    <a:pt x="162560" y="0"/>
                  </a:lnTo>
                  <a:close/>
                </a:path>
              </a:pathLst>
            </a:custGeom>
            <a:solidFill>
              <a:srgbClr val="272227"/>
            </a:solidFill>
          </p:spPr>
          <p:txBody>
            <a:bodyPr wrap="square" lIns="0" tIns="0" rIns="0" bIns="0" rtlCol="0"/>
            <a:lstStyle/>
            <a:p/>
          </p:txBody>
        </p:sp>
        <p:sp>
          <p:nvSpPr>
            <p:cNvPr id="2358" name="object 2358"/>
            <p:cNvSpPr/>
            <p:nvPr/>
          </p:nvSpPr>
          <p:spPr>
            <a:xfrm>
              <a:off x="7227570" y="1264919"/>
              <a:ext cx="142240" cy="6350"/>
            </a:xfrm>
            <a:custGeom>
              <a:avLst/>
              <a:gdLst/>
              <a:ahLst/>
              <a:cxnLst/>
              <a:rect l="l" t="t" r="r" b="b"/>
              <a:pathLst>
                <a:path w="142240" h="6350">
                  <a:moveTo>
                    <a:pt x="138430" y="127"/>
                  </a:moveTo>
                  <a:lnTo>
                    <a:pt x="107950" y="127"/>
                  </a:lnTo>
                  <a:lnTo>
                    <a:pt x="107950" y="1397"/>
                  </a:lnTo>
                  <a:lnTo>
                    <a:pt x="107950" y="2540"/>
                  </a:lnTo>
                  <a:lnTo>
                    <a:pt x="106680" y="2540"/>
                  </a:lnTo>
                  <a:lnTo>
                    <a:pt x="106680" y="1397"/>
                  </a:lnTo>
                  <a:lnTo>
                    <a:pt x="107950" y="1397"/>
                  </a:lnTo>
                  <a:lnTo>
                    <a:pt x="107950" y="127"/>
                  </a:lnTo>
                  <a:lnTo>
                    <a:pt x="106680" y="127"/>
                  </a:lnTo>
                  <a:lnTo>
                    <a:pt x="106680" y="1270"/>
                  </a:lnTo>
                  <a:lnTo>
                    <a:pt x="104140" y="1270"/>
                  </a:lnTo>
                  <a:lnTo>
                    <a:pt x="104140" y="0"/>
                  </a:lnTo>
                  <a:lnTo>
                    <a:pt x="0" y="0"/>
                  </a:lnTo>
                  <a:lnTo>
                    <a:pt x="0" y="1270"/>
                  </a:lnTo>
                  <a:lnTo>
                    <a:pt x="0" y="2540"/>
                  </a:lnTo>
                  <a:lnTo>
                    <a:pt x="0" y="3810"/>
                  </a:lnTo>
                  <a:lnTo>
                    <a:pt x="0" y="6350"/>
                  </a:lnTo>
                  <a:lnTo>
                    <a:pt x="109220" y="6350"/>
                  </a:lnTo>
                  <a:lnTo>
                    <a:pt x="109220" y="3810"/>
                  </a:lnTo>
                  <a:lnTo>
                    <a:pt x="110490" y="3810"/>
                  </a:lnTo>
                  <a:lnTo>
                    <a:pt x="110490" y="5207"/>
                  </a:lnTo>
                  <a:lnTo>
                    <a:pt x="114300" y="5207"/>
                  </a:lnTo>
                  <a:lnTo>
                    <a:pt x="114300" y="6350"/>
                  </a:lnTo>
                  <a:lnTo>
                    <a:pt x="123190" y="6350"/>
                  </a:lnTo>
                  <a:lnTo>
                    <a:pt x="123190" y="5207"/>
                  </a:lnTo>
                  <a:lnTo>
                    <a:pt x="126987" y="5207"/>
                  </a:lnTo>
                  <a:lnTo>
                    <a:pt x="126987" y="3810"/>
                  </a:lnTo>
                  <a:lnTo>
                    <a:pt x="130810" y="3810"/>
                  </a:lnTo>
                  <a:lnTo>
                    <a:pt x="130810" y="2540"/>
                  </a:lnTo>
                  <a:lnTo>
                    <a:pt x="134620" y="2540"/>
                  </a:lnTo>
                  <a:lnTo>
                    <a:pt x="134620" y="1397"/>
                  </a:lnTo>
                  <a:lnTo>
                    <a:pt x="138430" y="1397"/>
                  </a:lnTo>
                  <a:lnTo>
                    <a:pt x="138430" y="127"/>
                  </a:lnTo>
                  <a:close/>
                </a:path>
                <a:path w="142240" h="6350">
                  <a:moveTo>
                    <a:pt x="142240" y="0"/>
                  </a:moveTo>
                  <a:lnTo>
                    <a:pt x="138430" y="0"/>
                  </a:lnTo>
                  <a:lnTo>
                    <a:pt x="138430" y="127"/>
                  </a:lnTo>
                  <a:lnTo>
                    <a:pt x="142240" y="127"/>
                  </a:lnTo>
                  <a:lnTo>
                    <a:pt x="142240" y="0"/>
                  </a:lnTo>
                  <a:close/>
                </a:path>
              </a:pathLst>
            </a:custGeom>
            <a:solidFill>
              <a:srgbClr val="282228"/>
            </a:solidFill>
          </p:spPr>
          <p:txBody>
            <a:bodyPr wrap="square" lIns="0" tIns="0" rIns="0" bIns="0" rtlCol="0"/>
            <a:lstStyle/>
            <a:p/>
          </p:txBody>
        </p:sp>
        <p:sp>
          <p:nvSpPr>
            <p:cNvPr id="2359" name="object 2359"/>
            <p:cNvSpPr/>
            <p:nvPr/>
          </p:nvSpPr>
          <p:spPr>
            <a:xfrm>
              <a:off x="7227570" y="1271269"/>
              <a:ext cx="128270" cy="7620"/>
            </a:xfrm>
            <a:custGeom>
              <a:avLst/>
              <a:gdLst/>
              <a:ahLst/>
              <a:cxnLst/>
              <a:rect l="l" t="t" r="r" b="b"/>
              <a:pathLst>
                <a:path w="128270" h="7619">
                  <a:moveTo>
                    <a:pt x="116840" y="0"/>
                  </a:moveTo>
                  <a:lnTo>
                    <a:pt x="114300" y="0"/>
                  </a:lnTo>
                  <a:lnTo>
                    <a:pt x="114300" y="127"/>
                  </a:lnTo>
                  <a:lnTo>
                    <a:pt x="116840" y="127"/>
                  </a:lnTo>
                  <a:lnTo>
                    <a:pt x="116840" y="0"/>
                  </a:lnTo>
                  <a:close/>
                </a:path>
                <a:path w="128270" h="7619">
                  <a:moveTo>
                    <a:pt x="123190" y="0"/>
                  </a:moveTo>
                  <a:lnTo>
                    <a:pt x="119380" y="0"/>
                  </a:lnTo>
                  <a:lnTo>
                    <a:pt x="119380" y="127"/>
                  </a:lnTo>
                  <a:lnTo>
                    <a:pt x="123190" y="127"/>
                  </a:lnTo>
                  <a:lnTo>
                    <a:pt x="123190" y="0"/>
                  </a:lnTo>
                  <a:close/>
                </a:path>
                <a:path w="128270" h="7619">
                  <a:moveTo>
                    <a:pt x="124460" y="3810"/>
                  </a:moveTo>
                  <a:lnTo>
                    <a:pt x="123190" y="3810"/>
                  </a:lnTo>
                  <a:lnTo>
                    <a:pt x="123190" y="2540"/>
                  </a:lnTo>
                  <a:lnTo>
                    <a:pt x="120650" y="2540"/>
                  </a:lnTo>
                  <a:lnTo>
                    <a:pt x="120650" y="1397"/>
                  </a:lnTo>
                  <a:lnTo>
                    <a:pt x="119380" y="1397"/>
                  </a:lnTo>
                  <a:lnTo>
                    <a:pt x="119380" y="127"/>
                  </a:lnTo>
                  <a:lnTo>
                    <a:pt x="116840" y="127"/>
                  </a:lnTo>
                  <a:lnTo>
                    <a:pt x="116840" y="1397"/>
                  </a:lnTo>
                  <a:lnTo>
                    <a:pt x="113030" y="1397"/>
                  </a:lnTo>
                  <a:lnTo>
                    <a:pt x="113030" y="2540"/>
                  </a:lnTo>
                  <a:lnTo>
                    <a:pt x="109220" y="2540"/>
                  </a:lnTo>
                  <a:lnTo>
                    <a:pt x="109220" y="127"/>
                  </a:lnTo>
                  <a:lnTo>
                    <a:pt x="0" y="127"/>
                  </a:lnTo>
                  <a:lnTo>
                    <a:pt x="0" y="2540"/>
                  </a:lnTo>
                  <a:lnTo>
                    <a:pt x="0" y="3810"/>
                  </a:lnTo>
                  <a:lnTo>
                    <a:pt x="0" y="5080"/>
                  </a:lnTo>
                  <a:lnTo>
                    <a:pt x="124460" y="5080"/>
                  </a:lnTo>
                  <a:lnTo>
                    <a:pt x="124460" y="3810"/>
                  </a:lnTo>
                  <a:close/>
                </a:path>
                <a:path w="128270" h="7619">
                  <a:moveTo>
                    <a:pt x="128270" y="6350"/>
                  </a:moveTo>
                  <a:lnTo>
                    <a:pt x="127000" y="6350"/>
                  </a:lnTo>
                  <a:lnTo>
                    <a:pt x="127000" y="5207"/>
                  </a:lnTo>
                  <a:lnTo>
                    <a:pt x="1270" y="5207"/>
                  </a:lnTo>
                  <a:lnTo>
                    <a:pt x="1270" y="6350"/>
                  </a:lnTo>
                  <a:lnTo>
                    <a:pt x="1270" y="7620"/>
                  </a:lnTo>
                  <a:lnTo>
                    <a:pt x="128270" y="7620"/>
                  </a:lnTo>
                  <a:lnTo>
                    <a:pt x="128270" y="6350"/>
                  </a:lnTo>
                  <a:close/>
                </a:path>
              </a:pathLst>
            </a:custGeom>
            <a:solidFill>
              <a:srgbClr val="2A212A"/>
            </a:solidFill>
          </p:spPr>
          <p:txBody>
            <a:bodyPr wrap="square" lIns="0" tIns="0" rIns="0" bIns="0" rtlCol="0"/>
            <a:lstStyle/>
            <a:p/>
          </p:txBody>
        </p:sp>
        <p:sp>
          <p:nvSpPr>
            <p:cNvPr id="2360" name="object 2360"/>
            <p:cNvSpPr/>
            <p:nvPr/>
          </p:nvSpPr>
          <p:spPr>
            <a:xfrm>
              <a:off x="7228840" y="1278889"/>
              <a:ext cx="138430" cy="7620"/>
            </a:xfrm>
            <a:custGeom>
              <a:avLst/>
              <a:gdLst/>
              <a:ahLst/>
              <a:cxnLst/>
              <a:rect l="l" t="t" r="r" b="b"/>
              <a:pathLst>
                <a:path w="138429" h="7619">
                  <a:moveTo>
                    <a:pt x="138430" y="6350"/>
                  </a:moveTo>
                  <a:lnTo>
                    <a:pt x="137160" y="6350"/>
                  </a:lnTo>
                  <a:lnTo>
                    <a:pt x="137160" y="5080"/>
                  </a:lnTo>
                  <a:lnTo>
                    <a:pt x="134620" y="5080"/>
                  </a:lnTo>
                  <a:lnTo>
                    <a:pt x="134620" y="3810"/>
                  </a:lnTo>
                  <a:lnTo>
                    <a:pt x="133350" y="3810"/>
                  </a:lnTo>
                  <a:lnTo>
                    <a:pt x="133350" y="2540"/>
                  </a:lnTo>
                  <a:lnTo>
                    <a:pt x="132080" y="2540"/>
                  </a:lnTo>
                  <a:lnTo>
                    <a:pt x="132080" y="1270"/>
                  </a:lnTo>
                  <a:lnTo>
                    <a:pt x="129540" y="1270"/>
                  </a:lnTo>
                  <a:lnTo>
                    <a:pt x="129540" y="0"/>
                  </a:lnTo>
                  <a:lnTo>
                    <a:pt x="0" y="0"/>
                  </a:lnTo>
                  <a:lnTo>
                    <a:pt x="0" y="1270"/>
                  </a:lnTo>
                  <a:lnTo>
                    <a:pt x="0" y="2540"/>
                  </a:lnTo>
                  <a:lnTo>
                    <a:pt x="0" y="3810"/>
                  </a:lnTo>
                  <a:lnTo>
                    <a:pt x="0" y="5080"/>
                  </a:lnTo>
                  <a:lnTo>
                    <a:pt x="0" y="6350"/>
                  </a:lnTo>
                  <a:lnTo>
                    <a:pt x="0" y="7620"/>
                  </a:lnTo>
                  <a:lnTo>
                    <a:pt x="138430" y="7620"/>
                  </a:lnTo>
                  <a:lnTo>
                    <a:pt x="138430" y="6350"/>
                  </a:lnTo>
                  <a:close/>
                </a:path>
              </a:pathLst>
            </a:custGeom>
            <a:solidFill>
              <a:srgbClr val="2B212B"/>
            </a:solidFill>
          </p:spPr>
          <p:txBody>
            <a:bodyPr wrap="square" lIns="0" tIns="0" rIns="0" bIns="0" rtlCol="0"/>
            <a:lstStyle/>
            <a:p/>
          </p:txBody>
        </p:sp>
        <p:sp>
          <p:nvSpPr>
            <p:cNvPr id="2361" name="object 2361"/>
            <p:cNvSpPr/>
            <p:nvPr/>
          </p:nvSpPr>
          <p:spPr>
            <a:xfrm>
              <a:off x="7228840" y="1286509"/>
              <a:ext cx="143510" cy="6350"/>
            </a:xfrm>
            <a:custGeom>
              <a:avLst/>
              <a:gdLst/>
              <a:ahLst/>
              <a:cxnLst/>
              <a:rect l="l" t="t" r="r" b="b"/>
              <a:pathLst>
                <a:path w="143509" h="6350">
                  <a:moveTo>
                    <a:pt x="143510" y="5080"/>
                  </a:moveTo>
                  <a:lnTo>
                    <a:pt x="142240" y="5080"/>
                  </a:lnTo>
                  <a:lnTo>
                    <a:pt x="142240" y="3810"/>
                  </a:lnTo>
                  <a:lnTo>
                    <a:pt x="140970" y="3810"/>
                  </a:lnTo>
                  <a:lnTo>
                    <a:pt x="140970" y="1270"/>
                  </a:lnTo>
                  <a:lnTo>
                    <a:pt x="139700" y="1270"/>
                  </a:lnTo>
                  <a:lnTo>
                    <a:pt x="139700" y="0"/>
                  </a:lnTo>
                  <a:lnTo>
                    <a:pt x="0" y="0"/>
                  </a:lnTo>
                  <a:lnTo>
                    <a:pt x="0" y="1270"/>
                  </a:lnTo>
                  <a:lnTo>
                    <a:pt x="0" y="3810"/>
                  </a:lnTo>
                  <a:lnTo>
                    <a:pt x="0" y="5080"/>
                  </a:lnTo>
                  <a:lnTo>
                    <a:pt x="0" y="6350"/>
                  </a:lnTo>
                  <a:lnTo>
                    <a:pt x="143510" y="6350"/>
                  </a:lnTo>
                  <a:lnTo>
                    <a:pt x="143510" y="5080"/>
                  </a:lnTo>
                  <a:close/>
                </a:path>
              </a:pathLst>
            </a:custGeom>
            <a:solidFill>
              <a:srgbClr val="2D202D"/>
            </a:solidFill>
          </p:spPr>
          <p:txBody>
            <a:bodyPr wrap="square" lIns="0" tIns="0" rIns="0" bIns="0" rtlCol="0"/>
            <a:lstStyle/>
            <a:p/>
          </p:txBody>
        </p:sp>
        <p:sp>
          <p:nvSpPr>
            <p:cNvPr id="2362" name="object 2362"/>
            <p:cNvSpPr/>
            <p:nvPr/>
          </p:nvSpPr>
          <p:spPr>
            <a:xfrm>
              <a:off x="7228840" y="1292859"/>
              <a:ext cx="151130" cy="7620"/>
            </a:xfrm>
            <a:custGeom>
              <a:avLst/>
              <a:gdLst/>
              <a:ahLst/>
              <a:cxnLst/>
              <a:rect l="l" t="t" r="r" b="b"/>
              <a:pathLst>
                <a:path w="151129" h="7619">
                  <a:moveTo>
                    <a:pt x="151130" y="5080"/>
                  </a:moveTo>
                  <a:lnTo>
                    <a:pt x="149860" y="5080"/>
                  </a:lnTo>
                  <a:lnTo>
                    <a:pt x="149860" y="3810"/>
                  </a:lnTo>
                  <a:lnTo>
                    <a:pt x="148590" y="3810"/>
                  </a:lnTo>
                  <a:lnTo>
                    <a:pt x="148590" y="2540"/>
                  </a:lnTo>
                  <a:lnTo>
                    <a:pt x="146050" y="2540"/>
                  </a:lnTo>
                  <a:lnTo>
                    <a:pt x="146050" y="1270"/>
                  </a:lnTo>
                  <a:lnTo>
                    <a:pt x="144780" y="1270"/>
                  </a:lnTo>
                  <a:lnTo>
                    <a:pt x="144780" y="0"/>
                  </a:lnTo>
                  <a:lnTo>
                    <a:pt x="0" y="0"/>
                  </a:lnTo>
                  <a:lnTo>
                    <a:pt x="0" y="7620"/>
                  </a:lnTo>
                  <a:lnTo>
                    <a:pt x="151130" y="7620"/>
                  </a:lnTo>
                  <a:lnTo>
                    <a:pt x="151130" y="5080"/>
                  </a:lnTo>
                  <a:close/>
                </a:path>
              </a:pathLst>
            </a:custGeom>
            <a:solidFill>
              <a:srgbClr val="2E202E"/>
            </a:solidFill>
          </p:spPr>
          <p:txBody>
            <a:bodyPr wrap="square" lIns="0" tIns="0" rIns="0" bIns="0" rtlCol="0"/>
            <a:lstStyle/>
            <a:p/>
          </p:txBody>
        </p:sp>
        <p:sp>
          <p:nvSpPr>
            <p:cNvPr id="2363" name="object 2363"/>
            <p:cNvSpPr/>
            <p:nvPr/>
          </p:nvSpPr>
          <p:spPr>
            <a:xfrm>
              <a:off x="7228840" y="1300479"/>
              <a:ext cx="156210" cy="7620"/>
            </a:xfrm>
            <a:custGeom>
              <a:avLst/>
              <a:gdLst/>
              <a:ahLst/>
              <a:cxnLst/>
              <a:rect l="l" t="t" r="r" b="b"/>
              <a:pathLst>
                <a:path w="156209" h="7619">
                  <a:moveTo>
                    <a:pt x="156210" y="5080"/>
                  </a:moveTo>
                  <a:lnTo>
                    <a:pt x="154940" y="5080"/>
                  </a:lnTo>
                  <a:lnTo>
                    <a:pt x="154940" y="2540"/>
                  </a:lnTo>
                  <a:lnTo>
                    <a:pt x="153670" y="2540"/>
                  </a:lnTo>
                  <a:lnTo>
                    <a:pt x="153670" y="1270"/>
                  </a:lnTo>
                  <a:lnTo>
                    <a:pt x="152400" y="1270"/>
                  </a:lnTo>
                  <a:lnTo>
                    <a:pt x="152400" y="0"/>
                  </a:lnTo>
                  <a:lnTo>
                    <a:pt x="0" y="0"/>
                  </a:lnTo>
                  <a:lnTo>
                    <a:pt x="0" y="1270"/>
                  </a:lnTo>
                  <a:lnTo>
                    <a:pt x="0" y="2540"/>
                  </a:lnTo>
                  <a:lnTo>
                    <a:pt x="1270" y="2540"/>
                  </a:lnTo>
                  <a:lnTo>
                    <a:pt x="1270" y="5080"/>
                  </a:lnTo>
                  <a:lnTo>
                    <a:pt x="1270" y="7620"/>
                  </a:lnTo>
                  <a:lnTo>
                    <a:pt x="156210" y="7620"/>
                  </a:lnTo>
                  <a:lnTo>
                    <a:pt x="156210" y="5080"/>
                  </a:lnTo>
                  <a:close/>
                </a:path>
              </a:pathLst>
            </a:custGeom>
            <a:solidFill>
              <a:srgbClr val="2F1F2F"/>
            </a:solidFill>
          </p:spPr>
          <p:txBody>
            <a:bodyPr wrap="square" lIns="0" tIns="0" rIns="0" bIns="0" rtlCol="0"/>
            <a:lstStyle/>
            <a:p/>
          </p:txBody>
        </p:sp>
        <p:sp>
          <p:nvSpPr>
            <p:cNvPr id="2364" name="object 2364"/>
            <p:cNvSpPr/>
            <p:nvPr/>
          </p:nvSpPr>
          <p:spPr>
            <a:xfrm>
              <a:off x="7230110" y="1308099"/>
              <a:ext cx="160020" cy="6350"/>
            </a:xfrm>
            <a:custGeom>
              <a:avLst/>
              <a:gdLst/>
              <a:ahLst/>
              <a:cxnLst/>
              <a:rect l="l" t="t" r="r" b="b"/>
              <a:pathLst>
                <a:path w="160020" h="6350">
                  <a:moveTo>
                    <a:pt x="160020" y="5080"/>
                  </a:moveTo>
                  <a:lnTo>
                    <a:pt x="158750" y="5080"/>
                  </a:lnTo>
                  <a:lnTo>
                    <a:pt x="158750" y="2540"/>
                  </a:lnTo>
                  <a:lnTo>
                    <a:pt x="157467" y="2540"/>
                  </a:lnTo>
                  <a:lnTo>
                    <a:pt x="157467" y="1270"/>
                  </a:lnTo>
                  <a:lnTo>
                    <a:pt x="156197" y="1270"/>
                  </a:lnTo>
                  <a:lnTo>
                    <a:pt x="156197" y="0"/>
                  </a:lnTo>
                  <a:lnTo>
                    <a:pt x="0" y="0"/>
                  </a:lnTo>
                  <a:lnTo>
                    <a:pt x="0" y="1270"/>
                  </a:lnTo>
                  <a:lnTo>
                    <a:pt x="0" y="2540"/>
                  </a:lnTo>
                  <a:lnTo>
                    <a:pt x="0" y="5080"/>
                  </a:lnTo>
                  <a:lnTo>
                    <a:pt x="0" y="6350"/>
                  </a:lnTo>
                  <a:lnTo>
                    <a:pt x="160020" y="6350"/>
                  </a:lnTo>
                  <a:lnTo>
                    <a:pt x="160020" y="5080"/>
                  </a:lnTo>
                  <a:close/>
                </a:path>
              </a:pathLst>
            </a:custGeom>
            <a:solidFill>
              <a:srgbClr val="311E31"/>
            </a:solidFill>
          </p:spPr>
          <p:txBody>
            <a:bodyPr wrap="square" lIns="0" tIns="0" rIns="0" bIns="0" rtlCol="0"/>
            <a:lstStyle/>
            <a:p/>
          </p:txBody>
        </p:sp>
        <p:sp>
          <p:nvSpPr>
            <p:cNvPr id="2365" name="object 2365"/>
            <p:cNvSpPr/>
            <p:nvPr/>
          </p:nvSpPr>
          <p:spPr>
            <a:xfrm>
              <a:off x="7230110" y="1314449"/>
              <a:ext cx="165100" cy="7620"/>
            </a:xfrm>
            <a:custGeom>
              <a:avLst/>
              <a:gdLst/>
              <a:ahLst/>
              <a:cxnLst/>
              <a:rect l="l" t="t" r="r" b="b"/>
              <a:pathLst>
                <a:path w="165100" h="7619">
                  <a:moveTo>
                    <a:pt x="165100" y="6350"/>
                  </a:moveTo>
                  <a:lnTo>
                    <a:pt x="163817" y="6350"/>
                  </a:lnTo>
                  <a:lnTo>
                    <a:pt x="163817" y="3810"/>
                  </a:lnTo>
                  <a:lnTo>
                    <a:pt x="162560" y="3810"/>
                  </a:lnTo>
                  <a:lnTo>
                    <a:pt x="162560" y="2540"/>
                  </a:lnTo>
                  <a:lnTo>
                    <a:pt x="162547" y="1270"/>
                  </a:lnTo>
                  <a:lnTo>
                    <a:pt x="161290" y="1270"/>
                  </a:lnTo>
                  <a:lnTo>
                    <a:pt x="161290" y="0"/>
                  </a:lnTo>
                  <a:lnTo>
                    <a:pt x="0" y="0"/>
                  </a:lnTo>
                  <a:lnTo>
                    <a:pt x="0" y="1270"/>
                  </a:lnTo>
                  <a:lnTo>
                    <a:pt x="0" y="2540"/>
                  </a:lnTo>
                  <a:lnTo>
                    <a:pt x="1270" y="2540"/>
                  </a:lnTo>
                  <a:lnTo>
                    <a:pt x="1270" y="3810"/>
                  </a:lnTo>
                  <a:lnTo>
                    <a:pt x="1270" y="6350"/>
                  </a:lnTo>
                  <a:lnTo>
                    <a:pt x="1270" y="7620"/>
                  </a:lnTo>
                  <a:lnTo>
                    <a:pt x="165100" y="7620"/>
                  </a:lnTo>
                  <a:lnTo>
                    <a:pt x="165100" y="6350"/>
                  </a:lnTo>
                  <a:close/>
                </a:path>
              </a:pathLst>
            </a:custGeom>
            <a:solidFill>
              <a:srgbClr val="331E33"/>
            </a:solidFill>
          </p:spPr>
          <p:txBody>
            <a:bodyPr wrap="square" lIns="0" tIns="0" rIns="0" bIns="0" rtlCol="0"/>
            <a:lstStyle/>
            <a:p/>
          </p:txBody>
        </p:sp>
        <p:sp>
          <p:nvSpPr>
            <p:cNvPr id="2366" name="object 2366"/>
            <p:cNvSpPr/>
            <p:nvPr/>
          </p:nvSpPr>
          <p:spPr>
            <a:xfrm>
              <a:off x="7231380" y="1322069"/>
              <a:ext cx="165100" cy="7620"/>
            </a:xfrm>
            <a:custGeom>
              <a:avLst/>
              <a:gdLst/>
              <a:ahLst/>
              <a:cxnLst/>
              <a:rect l="l" t="t" r="r" b="b"/>
              <a:pathLst>
                <a:path w="165100" h="7619">
                  <a:moveTo>
                    <a:pt x="165100" y="2540"/>
                  </a:moveTo>
                  <a:lnTo>
                    <a:pt x="163830" y="2540"/>
                  </a:lnTo>
                  <a:lnTo>
                    <a:pt x="163830" y="0"/>
                  </a:lnTo>
                  <a:lnTo>
                    <a:pt x="0" y="0"/>
                  </a:lnTo>
                  <a:lnTo>
                    <a:pt x="0" y="2540"/>
                  </a:lnTo>
                  <a:lnTo>
                    <a:pt x="0" y="3810"/>
                  </a:lnTo>
                  <a:lnTo>
                    <a:pt x="1270" y="3810"/>
                  </a:lnTo>
                  <a:lnTo>
                    <a:pt x="1270" y="7620"/>
                  </a:lnTo>
                  <a:lnTo>
                    <a:pt x="165100" y="7620"/>
                  </a:lnTo>
                  <a:lnTo>
                    <a:pt x="165100" y="3810"/>
                  </a:lnTo>
                  <a:lnTo>
                    <a:pt x="165100" y="2540"/>
                  </a:lnTo>
                  <a:close/>
                </a:path>
              </a:pathLst>
            </a:custGeom>
            <a:solidFill>
              <a:srgbClr val="341D34"/>
            </a:solidFill>
          </p:spPr>
          <p:txBody>
            <a:bodyPr wrap="square" lIns="0" tIns="0" rIns="0" bIns="0" rtlCol="0"/>
            <a:lstStyle/>
            <a:p/>
          </p:txBody>
        </p:sp>
        <p:sp>
          <p:nvSpPr>
            <p:cNvPr id="2367" name="object 2367"/>
            <p:cNvSpPr/>
            <p:nvPr/>
          </p:nvSpPr>
          <p:spPr>
            <a:xfrm>
              <a:off x="7232650" y="1329689"/>
              <a:ext cx="167640" cy="7620"/>
            </a:xfrm>
            <a:custGeom>
              <a:avLst/>
              <a:gdLst/>
              <a:ahLst/>
              <a:cxnLst/>
              <a:rect l="l" t="t" r="r" b="b"/>
              <a:pathLst>
                <a:path w="167640" h="7619">
                  <a:moveTo>
                    <a:pt x="167640" y="6350"/>
                  </a:moveTo>
                  <a:lnTo>
                    <a:pt x="166370" y="6350"/>
                  </a:lnTo>
                  <a:lnTo>
                    <a:pt x="166370" y="3810"/>
                  </a:lnTo>
                  <a:lnTo>
                    <a:pt x="165100" y="3810"/>
                  </a:lnTo>
                  <a:lnTo>
                    <a:pt x="165100" y="2540"/>
                  </a:lnTo>
                  <a:lnTo>
                    <a:pt x="165100" y="0"/>
                  </a:lnTo>
                  <a:lnTo>
                    <a:pt x="0" y="0"/>
                  </a:lnTo>
                  <a:lnTo>
                    <a:pt x="0" y="2540"/>
                  </a:lnTo>
                  <a:lnTo>
                    <a:pt x="1270" y="2540"/>
                  </a:lnTo>
                  <a:lnTo>
                    <a:pt x="1270" y="3810"/>
                  </a:lnTo>
                  <a:lnTo>
                    <a:pt x="1270" y="6350"/>
                  </a:lnTo>
                  <a:lnTo>
                    <a:pt x="1270" y="7620"/>
                  </a:lnTo>
                  <a:lnTo>
                    <a:pt x="167640" y="7620"/>
                  </a:lnTo>
                  <a:lnTo>
                    <a:pt x="167640" y="6350"/>
                  </a:lnTo>
                  <a:close/>
                </a:path>
              </a:pathLst>
            </a:custGeom>
            <a:solidFill>
              <a:srgbClr val="351D35"/>
            </a:solidFill>
          </p:spPr>
          <p:txBody>
            <a:bodyPr wrap="square" lIns="0" tIns="0" rIns="0" bIns="0" rtlCol="0"/>
            <a:lstStyle/>
            <a:p/>
          </p:txBody>
        </p:sp>
        <p:sp>
          <p:nvSpPr>
            <p:cNvPr id="2368" name="object 2368"/>
            <p:cNvSpPr/>
            <p:nvPr/>
          </p:nvSpPr>
          <p:spPr>
            <a:xfrm>
              <a:off x="7233920" y="1337309"/>
              <a:ext cx="168910" cy="6350"/>
            </a:xfrm>
            <a:custGeom>
              <a:avLst/>
              <a:gdLst/>
              <a:ahLst/>
              <a:cxnLst/>
              <a:rect l="l" t="t" r="r" b="b"/>
              <a:pathLst>
                <a:path w="168909" h="6350">
                  <a:moveTo>
                    <a:pt x="167640" y="1270"/>
                  </a:moveTo>
                  <a:lnTo>
                    <a:pt x="166370" y="1270"/>
                  </a:lnTo>
                  <a:lnTo>
                    <a:pt x="166370" y="0"/>
                  </a:lnTo>
                  <a:lnTo>
                    <a:pt x="0" y="0"/>
                  </a:lnTo>
                  <a:lnTo>
                    <a:pt x="0" y="1270"/>
                  </a:lnTo>
                  <a:lnTo>
                    <a:pt x="0" y="3810"/>
                  </a:lnTo>
                  <a:lnTo>
                    <a:pt x="1270" y="3810"/>
                  </a:lnTo>
                  <a:lnTo>
                    <a:pt x="1270" y="5080"/>
                  </a:lnTo>
                  <a:lnTo>
                    <a:pt x="167640" y="5080"/>
                  </a:lnTo>
                  <a:lnTo>
                    <a:pt x="167640" y="3810"/>
                  </a:lnTo>
                  <a:lnTo>
                    <a:pt x="167640" y="1270"/>
                  </a:lnTo>
                  <a:close/>
                </a:path>
                <a:path w="168909" h="6350">
                  <a:moveTo>
                    <a:pt x="168910" y="5092"/>
                  </a:moveTo>
                  <a:lnTo>
                    <a:pt x="1270" y="5092"/>
                  </a:lnTo>
                  <a:lnTo>
                    <a:pt x="1270" y="6350"/>
                  </a:lnTo>
                  <a:lnTo>
                    <a:pt x="168910" y="6350"/>
                  </a:lnTo>
                  <a:lnTo>
                    <a:pt x="168910" y="5092"/>
                  </a:lnTo>
                  <a:close/>
                </a:path>
              </a:pathLst>
            </a:custGeom>
            <a:solidFill>
              <a:srgbClr val="371C37"/>
            </a:solidFill>
          </p:spPr>
          <p:txBody>
            <a:bodyPr wrap="square" lIns="0" tIns="0" rIns="0" bIns="0" rtlCol="0"/>
            <a:lstStyle/>
            <a:p/>
          </p:txBody>
        </p:sp>
        <p:sp>
          <p:nvSpPr>
            <p:cNvPr id="2369" name="object 2369"/>
            <p:cNvSpPr/>
            <p:nvPr/>
          </p:nvSpPr>
          <p:spPr>
            <a:xfrm>
              <a:off x="7235190" y="1343659"/>
              <a:ext cx="168910" cy="7620"/>
            </a:xfrm>
            <a:custGeom>
              <a:avLst/>
              <a:gdLst/>
              <a:ahLst/>
              <a:cxnLst/>
              <a:rect l="l" t="t" r="r" b="b"/>
              <a:pathLst>
                <a:path w="168909" h="7619">
                  <a:moveTo>
                    <a:pt x="168910" y="3810"/>
                  </a:moveTo>
                  <a:lnTo>
                    <a:pt x="167640" y="3810"/>
                  </a:lnTo>
                  <a:lnTo>
                    <a:pt x="167640" y="0"/>
                  </a:lnTo>
                  <a:lnTo>
                    <a:pt x="0" y="0"/>
                  </a:lnTo>
                  <a:lnTo>
                    <a:pt x="0" y="3810"/>
                  </a:lnTo>
                  <a:lnTo>
                    <a:pt x="0" y="6350"/>
                  </a:lnTo>
                  <a:lnTo>
                    <a:pt x="1270" y="6350"/>
                  </a:lnTo>
                  <a:lnTo>
                    <a:pt x="1270" y="7620"/>
                  </a:lnTo>
                  <a:lnTo>
                    <a:pt x="168910" y="7620"/>
                  </a:lnTo>
                  <a:lnTo>
                    <a:pt x="168910" y="6350"/>
                  </a:lnTo>
                  <a:lnTo>
                    <a:pt x="168910" y="3810"/>
                  </a:lnTo>
                  <a:close/>
                </a:path>
              </a:pathLst>
            </a:custGeom>
            <a:solidFill>
              <a:srgbClr val="381C38"/>
            </a:solidFill>
          </p:spPr>
          <p:txBody>
            <a:bodyPr wrap="square" lIns="0" tIns="0" rIns="0" bIns="0" rtlCol="0"/>
            <a:lstStyle/>
            <a:p/>
          </p:txBody>
        </p:sp>
        <p:sp>
          <p:nvSpPr>
            <p:cNvPr id="2370" name="object 2370"/>
            <p:cNvSpPr/>
            <p:nvPr/>
          </p:nvSpPr>
          <p:spPr>
            <a:xfrm>
              <a:off x="7236460" y="1351279"/>
              <a:ext cx="170180" cy="7620"/>
            </a:xfrm>
            <a:custGeom>
              <a:avLst/>
              <a:gdLst/>
              <a:ahLst/>
              <a:cxnLst/>
              <a:rect l="l" t="t" r="r" b="b"/>
              <a:pathLst>
                <a:path w="170179" h="7619">
                  <a:moveTo>
                    <a:pt x="170167" y="3810"/>
                  </a:moveTo>
                  <a:lnTo>
                    <a:pt x="168897" y="3810"/>
                  </a:lnTo>
                  <a:lnTo>
                    <a:pt x="168897" y="1270"/>
                  </a:lnTo>
                  <a:lnTo>
                    <a:pt x="167640" y="1270"/>
                  </a:lnTo>
                  <a:lnTo>
                    <a:pt x="167640" y="0"/>
                  </a:lnTo>
                  <a:lnTo>
                    <a:pt x="0" y="0"/>
                  </a:lnTo>
                  <a:lnTo>
                    <a:pt x="0" y="1270"/>
                  </a:lnTo>
                  <a:lnTo>
                    <a:pt x="0" y="3810"/>
                  </a:lnTo>
                  <a:lnTo>
                    <a:pt x="1270" y="3810"/>
                  </a:lnTo>
                  <a:lnTo>
                    <a:pt x="1270" y="7620"/>
                  </a:lnTo>
                  <a:lnTo>
                    <a:pt x="170167" y="7620"/>
                  </a:lnTo>
                  <a:lnTo>
                    <a:pt x="170167" y="3810"/>
                  </a:lnTo>
                  <a:close/>
                </a:path>
              </a:pathLst>
            </a:custGeom>
            <a:solidFill>
              <a:srgbClr val="391B39"/>
            </a:solidFill>
          </p:spPr>
          <p:txBody>
            <a:bodyPr wrap="square" lIns="0" tIns="0" rIns="0" bIns="0" rtlCol="0"/>
            <a:lstStyle/>
            <a:p/>
          </p:txBody>
        </p:sp>
        <p:sp>
          <p:nvSpPr>
            <p:cNvPr id="2371" name="object 2371"/>
            <p:cNvSpPr/>
            <p:nvPr/>
          </p:nvSpPr>
          <p:spPr>
            <a:xfrm>
              <a:off x="7237730" y="1358899"/>
              <a:ext cx="171450" cy="6350"/>
            </a:xfrm>
            <a:custGeom>
              <a:avLst/>
              <a:gdLst/>
              <a:ahLst/>
              <a:cxnLst/>
              <a:rect l="l" t="t" r="r" b="b"/>
              <a:pathLst>
                <a:path w="171450" h="6350">
                  <a:moveTo>
                    <a:pt x="170180" y="0"/>
                  </a:moveTo>
                  <a:lnTo>
                    <a:pt x="0" y="0"/>
                  </a:lnTo>
                  <a:lnTo>
                    <a:pt x="0" y="2540"/>
                  </a:lnTo>
                  <a:lnTo>
                    <a:pt x="1270" y="2540"/>
                  </a:lnTo>
                  <a:lnTo>
                    <a:pt x="1270" y="5080"/>
                  </a:lnTo>
                  <a:lnTo>
                    <a:pt x="170180" y="5080"/>
                  </a:lnTo>
                  <a:lnTo>
                    <a:pt x="170180" y="2540"/>
                  </a:lnTo>
                  <a:lnTo>
                    <a:pt x="170180" y="0"/>
                  </a:lnTo>
                  <a:close/>
                </a:path>
                <a:path w="171450" h="6350">
                  <a:moveTo>
                    <a:pt x="171450" y="5092"/>
                  </a:moveTo>
                  <a:lnTo>
                    <a:pt x="1270" y="5092"/>
                  </a:lnTo>
                  <a:lnTo>
                    <a:pt x="1270" y="6350"/>
                  </a:lnTo>
                  <a:lnTo>
                    <a:pt x="171450" y="6350"/>
                  </a:lnTo>
                  <a:lnTo>
                    <a:pt x="171450" y="5092"/>
                  </a:lnTo>
                  <a:close/>
                </a:path>
              </a:pathLst>
            </a:custGeom>
            <a:solidFill>
              <a:srgbClr val="3B1A3B"/>
            </a:solidFill>
          </p:spPr>
          <p:txBody>
            <a:bodyPr wrap="square" lIns="0" tIns="0" rIns="0" bIns="0" rtlCol="0"/>
            <a:lstStyle/>
            <a:p/>
          </p:txBody>
        </p:sp>
        <p:sp>
          <p:nvSpPr>
            <p:cNvPr id="2372" name="object 2372"/>
            <p:cNvSpPr/>
            <p:nvPr/>
          </p:nvSpPr>
          <p:spPr>
            <a:xfrm>
              <a:off x="7239000" y="1365249"/>
              <a:ext cx="171450" cy="7620"/>
            </a:xfrm>
            <a:custGeom>
              <a:avLst/>
              <a:gdLst/>
              <a:ahLst/>
              <a:cxnLst/>
              <a:rect l="l" t="t" r="r" b="b"/>
              <a:pathLst>
                <a:path w="171450" h="7619">
                  <a:moveTo>
                    <a:pt x="171450" y="3810"/>
                  </a:moveTo>
                  <a:lnTo>
                    <a:pt x="170180" y="3810"/>
                  </a:lnTo>
                  <a:lnTo>
                    <a:pt x="170180" y="1270"/>
                  </a:lnTo>
                  <a:lnTo>
                    <a:pt x="170180" y="0"/>
                  </a:lnTo>
                  <a:lnTo>
                    <a:pt x="0" y="0"/>
                  </a:lnTo>
                  <a:lnTo>
                    <a:pt x="0" y="1270"/>
                  </a:lnTo>
                  <a:lnTo>
                    <a:pt x="1270" y="1270"/>
                  </a:lnTo>
                  <a:lnTo>
                    <a:pt x="1270" y="3810"/>
                  </a:lnTo>
                  <a:lnTo>
                    <a:pt x="1270" y="6350"/>
                  </a:lnTo>
                  <a:lnTo>
                    <a:pt x="2540" y="6350"/>
                  </a:lnTo>
                  <a:lnTo>
                    <a:pt x="2540" y="7620"/>
                  </a:lnTo>
                  <a:lnTo>
                    <a:pt x="171450" y="7620"/>
                  </a:lnTo>
                  <a:lnTo>
                    <a:pt x="171450" y="6350"/>
                  </a:lnTo>
                  <a:lnTo>
                    <a:pt x="171450" y="3810"/>
                  </a:lnTo>
                  <a:close/>
                </a:path>
              </a:pathLst>
            </a:custGeom>
            <a:solidFill>
              <a:srgbClr val="3C1A3C"/>
            </a:solidFill>
          </p:spPr>
          <p:txBody>
            <a:bodyPr wrap="square" lIns="0" tIns="0" rIns="0" bIns="0" rtlCol="0"/>
            <a:lstStyle/>
            <a:p/>
          </p:txBody>
        </p:sp>
        <p:sp>
          <p:nvSpPr>
            <p:cNvPr id="2373" name="object 2373"/>
            <p:cNvSpPr/>
            <p:nvPr/>
          </p:nvSpPr>
          <p:spPr>
            <a:xfrm>
              <a:off x="7241540" y="1372869"/>
              <a:ext cx="170180" cy="7620"/>
            </a:xfrm>
            <a:custGeom>
              <a:avLst/>
              <a:gdLst/>
              <a:ahLst/>
              <a:cxnLst/>
              <a:rect l="l" t="t" r="r" b="b"/>
              <a:pathLst>
                <a:path w="170179" h="7619">
                  <a:moveTo>
                    <a:pt x="170180" y="5080"/>
                  </a:moveTo>
                  <a:lnTo>
                    <a:pt x="168910" y="5080"/>
                  </a:lnTo>
                  <a:lnTo>
                    <a:pt x="168910" y="3810"/>
                  </a:lnTo>
                  <a:lnTo>
                    <a:pt x="168910" y="1270"/>
                  </a:lnTo>
                  <a:lnTo>
                    <a:pt x="168910" y="0"/>
                  </a:lnTo>
                  <a:lnTo>
                    <a:pt x="0" y="0"/>
                  </a:lnTo>
                  <a:lnTo>
                    <a:pt x="0" y="1270"/>
                  </a:lnTo>
                  <a:lnTo>
                    <a:pt x="1270" y="1270"/>
                  </a:lnTo>
                  <a:lnTo>
                    <a:pt x="1270" y="3810"/>
                  </a:lnTo>
                  <a:lnTo>
                    <a:pt x="2540" y="3810"/>
                  </a:lnTo>
                  <a:lnTo>
                    <a:pt x="2540" y="5080"/>
                  </a:lnTo>
                  <a:lnTo>
                    <a:pt x="2540" y="7620"/>
                  </a:lnTo>
                  <a:lnTo>
                    <a:pt x="170180" y="7620"/>
                  </a:lnTo>
                  <a:lnTo>
                    <a:pt x="170180" y="5080"/>
                  </a:lnTo>
                  <a:close/>
                </a:path>
              </a:pathLst>
            </a:custGeom>
            <a:solidFill>
              <a:srgbClr val="3E193E"/>
            </a:solidFill>
          </p:spPr>
          <p:txBody>
            <a:bodyPr wrap="square" lIns="0" tIns="0" rIns="0" bIns="0" rtlCol="0"/>
            <a:lstStyle/>
            <a:p/>
          </p:txBody>
        </p:sp>
        <p:sp>
          <p:nvSpPr>
            <p:cNvPr id="2374" name="object 2374"/>
            <p:cNvSpPr/>
            <p:nvPr/>
          </p:nvSpPr>
          <p:spPr>
            <a:xfrm>
              <a:off x="7245350" y="1380489"/>
              <a:ext cx="166370" cy="6350"/>
            </a:xfrm>
            <a:custGeom>
              <a:avLst/>
              <a:gdLst/>
              <a:ahLst/>
              <a:cxnLst/>
              <a:rect l="l" t="t" r="r" b="b"/>
              <a:pathLst>
                <a:path w="166370" h="6350">
                  <a:moveTo>
                    <a:pt x="166370" y="0"/>
                  </a:moveTo>
                  <a:lnTo>
                    <a:pt x="0" y="0"/>
                  </a:lnTo>
                  <a:lnTo>
                    <a:pt x="0" y="5080"/>
                  </a:lnTo>
                  <a:lnTo>
                    <a:pt x="1270" y="5080"/>
                  </a:lnTo>
                  <a:lnTo>
                    <a:pt x="1270" y="6350"/>
                  </a:lnTo>
                  <a:lnTo>
                    <a:pt x="166370" y="6350"/>
                  </a:lnTo>
                  <a:lnTo>
                    <a:pt x="166370" y="5080"/>
                  </a:lnTo>
                  <a:lnTo>
                    <a:pt x="166370" y="0"/>
                  </a:lnTo>
                  <a:close/>
                </a:path>
              </a:pathLst>
            </a:custGeom>
            <a:solidFill>
              <a:srgbClr val="3F193F"/>
            </a:solidFill>
          </p:spPr>
          <p:txBody>
            <a:bodyPr wrap="square" lIns="0" tIns="0" rIns="0" bIns="0" rtlCol="0"/>
            <a:lstStyle/>
            <a:p/>
          </p:txBody>
        </p:sp>
        <p:sp>
          <p:nvSpPr>
            <p:cNvPr id="2375" name="object 2375"/>
            <p:cNvSpPr/>
            <p:nvPr/>
          </p:nvSpPr>
          <p:spPr>
            <a:xfrm>
              <a:off x="7246620" y="1386839"/>
              <a:ext cx="167640" cy="7620"/>
            </a:xfrm>
            <a:custGeom>
              <a:avLst/>
              <a:gdLst/>
              <a:ahLst/>
              <a:cxnLst/>
              <a:rect l="l" t="t" r="r" b="b"/>
              <a:pathLst>
                <a:path w="167640" h="7619">
                  <a:moveTo>
                    <a:pt x="167640" y="5080"/>
                  </a:moveTo>
                  <a:lnTo>
                    <a:pt x="166370" y="5080"/>
                  </a:lnTo>
                  <a:lnTo>
                    <a:pt x="166370" y="2540"/>
                  </a:lnTo>
                  <a:lnTo>
                    <a:pt x="166370" y="0"/>
                  </a:lnTo>
                  <a:lnTo>
                    <a:pt x="0" y="0"/>
                  </a:lnTo>
                  <a:lnTo>
                    <a:pt x="0" y="2540"/>
                  </a:lnTo>
                  <a:lnTo>
                    <a:pt x="1270" y="2540"/>
                  </a:lnTo>
                  <a:lnTo>
                    <a:pt x="1270" y="5080"/>
                  </a:lnTo>
                  <a:lnTo>
                    <a:pt x="1270" y="7620"/>
                  </a:lnTo>
                  <a:lnTo>
                    <a:pt x="167640" y="7620"/>
                  </a:lnTo>
                  <a:lnTo>
                    <a:pt x="167640" y="5080"/>
                  </a:lnTo>
                  <a:close/>
                </a:path>
              </a:pathLst>
            </a:custGeom>
            <a:solidFill>
              <a:srgbClr val="411841"/>
            </a:solidFill>
          </p:spPr>
          <p:txBody>
            <a:bodyPr wrap="square" lIns="0" tIns="0" rIns="0" bIns="0" rtlCol="0"/>
            <a:lstStyle/>
            <a:p/>
          </p:txBody>
        </p:sp>
        <p:sp>
          <p:nvSpPr>
            <p:cNvPr id="2376" name="object 2376"/>
            <p:cNvSpPr/>
            <p:nvPr/>
          </p:nvSpPr>
          <p:spPr>
            <a:xfrm>
              <a:off x="7249160" y="1394459"/>
              <a:ext cx="166370" cy="7620"/>
            </a:xfrm>
            <a:custGeom>
              <a:avLst/>
              <a:gdLst/>
              <a:ahLst/>
              <a:cxnLst/>
              <a:rect l="l" t="t" r="r" b="b"/>
              <a:pathLst>
                <a:path w="166370" h="7619">
                  <a:moveTo>
                    <a:pt x="166370" y="6350"/>
                  </a:moveTo>
                  <a:lnTo>
                    <a:pt x="165100" y="6350"/>
                  </a:lnTo>
                  <a:lnTo>
                    <a:pt x="165100" y="3810"/>
                  </a:lnTo>
                  <a:lnTo>
                    <a:pt x="165100" y="0"/>
                  </a:lnTo>
                  <a:lnTo>
                    <a:pt x="0" y="0"/>
                  </a:lnTo>
                  <a:lnTo>
                    <a:pt x="0" y="3810"/>
                  </a:lnTo>
                  <a:lnTo>
                    <a:pt x="1270" y="3810"/>
                  </a:lnTo>
                  <a:lnTo>
                    <a:pt x="1270" y="6350"/>
                  </a:lnTo>
                  <a:lnTo>
                    <a:pt x="2540" y="6350"/>
                  </a:lnTo>
                  <a:lnTo>
                    <a:pt x="2540" y="7620"/>
                  </a:lnTo>
                  <a:lnTo>
                    <a:pt x="166370" y="7620"/>
                  </a:lnTo>
                  <a:lnTo>
                    <a:pt x="166370" y="6350"/>
                  </a:lnTo>
                  <a:close/>
                </a:path>
              </a:pathLst>
            </a:custGeom>
            <a:solidFill>
              <a:srgbClr val="421842"/>
            </a:solidFill>
          </p:spPr>
          <p:txBody>
            <a:bodyPr wrap="square" lIns="0" tIns="0" rIns="0" bIns="0" rtlCol="0"/>
            <a:lstStyle/>
            <a:p/>
          </p:txBody>
        </p:sp>
        <p:sp>
          <p:nvSpPr>
            <p:cNvPr id="2377" name="object 2377"/>
            <p:cNvSpPr/>
            <p:nvPr/>
          </p:nvSpPr>
          <p:spPr>
            <a:xfrm>
              <a:off x="7251700" y="1402079"/>
              <a:ext cx="163830" cy="6350"/>
            </a:xfrm>
            <a:custGeom>
              <a:avLst/>
              <a:gdLst/>
              <a:ahLst/>
              <a:cxnLst/>
              <a:rect l="l" t="t" r="r" b="b"/>
              <a:pathLst>
                <a:path w="163829" h="6350">
                  <a:moveTo>
                    <a:pt x="163830" y="0"/>
                  </a:moveTo>
                  <a:lnTo>
                    <a:pt x="0" y="0"/>
                  </a:lnTo>
                  <a:lnTo>
                    <a:pt x="0" y="1270"/>
                  </a:lnTo>
                  <a:lnTo>
                    <a:pt x="1270" y="1270"/>
                  </a:lnTo>
                  <a:lnTo>
                    <a:pt x="1270" y="3810"/>
                  </a:lnTo>
                  <a:lnTo>
                    <a:pt x="2540" y="3810"/>
                  </a:lnTo>
                  <a:lnTo>
                    <a:pt x="2540" y="6350"/>
                  </a:lnTo>
                  <a:lnTo>
                    <a:pt x="163830" y="6350"/>
                  </a:lnTo>
                  <a:lnTo>
                    <a:pt x="163830" y="3810"/>
                  </a:lnTo>
                  <a:lnTo>
                    <a:pt x="163830" y="1270"/>
                  </a:lnTo>
                  <a:lnTo>
                    <a:pt x="163830" y="0"/>
                  </a:lnTo>
                  <a:close/>
                </a:path>
              </a:pathLst>
            </a:custGeom>
            <a:solidFill>
              <a:srgbClr val="441744"/>
            </a:solidFill>
          </p:spPr>
          <p:txBody>
            <a:bodyPr wrap="square" lIns="0" tIns="0" rIns="0" bIns="0" rtlCol="0"/>
            <a:lstStyle/>
            <a:p/>
          </p:txBody>
        </p:sp>
        <p:sp>
          <p:nvSpPr>
            <p:cNvPr id="2378" name="object 2378"/>
            <p:cNvSpPr/>
            <p:nvPr/>
          </p:nvSpPr>
          <p:spPr>
            <a:xfrm>
              <a:off x="7255510" y="1408429"/>
              <a:ext cx="161290" cy="7620"/>
            </a:xfrm>
            <a:custGeom>
              <a:avLst/>
              <a:gdLst/>
              <a:ahLst/>
              <a:cxnLst/>
              <a:rect l="l" t="t" r="r" b="b"/>
              <a:pathLst>
                <a:path w="161290" h="7619">
                  <a:moveTo>
                    <a:pt x="161290" y="6477"/>
                  </a:moveTo>
                  <a:lnTo>
                    <a:pt x="3810" y="6477"/>
                  </a:lnTo>
                  <a:lnTo>
                    <a:pt x="3810" y="7620"/>
                  </a:lnTo>
                  <a:lnTo>
                    <a:pt x="161290" y="7620"/>
                  </a:lnTo>
                  <a:lnTo>
                    <a:pt x="161290" y="6477"/>
                  </a:lnTo>
                  <a:close/>
                </a:path>
                <a:path w="161290" h="7619">
                  <a:moveTo>
                    <a:pt x="161290" y="5080"/>
                  </a:moveTo>
                  <a:lnTo>
                    <a:pt x="160020" y="5080"/>
                  </a:lnTo>
                  <a:lnTo>
                    <a:pt x="160020" y="3810"/>
                  </a:lnTo>
                  <a:lnTo>
                    <a:pt x="160020" y="1270"/>
                  </a:lnTo>
                  <a:lnTo>
                    <a:pt x="160020" y="0"/>
                  </a:lnTo>
                  <a:lnTo>
                    <a:pt x="0" y="0"/>
                  </a:lnTo>
                  <a:lnTo>
                    <a:pt x="0" y="1270"/>
                  </a:lnTo>
                  <a:lnTo>
                    <a:pt x="1270" y="1270"/>
                  </a:lnTo>
                  <a:lnTo>
                    <a:pt x="1270" y="3810"/>
                  </a:lnTo>
                  <a:lnTo>
                    <a:pt x="2540" y="3810"/>
                  </a:lnTo>
                  <a:lnTo>
                    <a:pt x="2540" y="5080"/>
                  </a:lnTo>
                  <a:lnTo>
                    <a:pt x="2540" y="6350"/>
                  </a:lnTo>
                  <a:lnTo>
                    <a:pt x="161290" y="6350"/>
                  </a:lnTo>
                  <a:lnTo>
                    <a:pt x="161290" y="5080"/>
                  </a:lnTo>
                  <a:close/>
                </a:path>
              </a:pathLst>
            </a:custGeom>
            <a:solidFill>
              <a:srgbClr val="451645"/>
            </a:solidFill>
          </p:spPr>
          <p:txBody>
            <a:bodyPr wrap="square" lIns="0" tIns="0" rIns="0" bIns="0" rtlCol="0"/>
            <a:lstStyle/>
            <a:p/>
          </p:txBody>
        </p:sp>
        <p:sp>
          <p:nvSpPr>
            <p:cNvPr id="2379" name="object 2379"/>
            <p:cNvSpPr/>
            <p:nvPr/>
          </p:nvSpPr>
          <p:spPr>
            <a:xfrm>
              <a:off x="7259320" y="1416049"/>
              <a:ext cx="157480" cy="7620"/>
            </a:xfrm>
            <a:custGeom>
              <a:avLst/>
              <a:gdLst/>
              <a:ahLst/>
              <a:cxnLst/>
              <a:rect l="l" t="t" r="r" b="b"/>
              <a:pathLst>
                <a:path w="157479" h="7619">
                  <a:moveTo>
                    <a:pt x="157480" y="0"/>
                  </a:moveTo>
                  <a:lnTo>
                    <a:pt x="0" y="0"/>
                  </a:lnTo>
                  <a:lnTo>
                    <a:pt x="0" y="1270"/>
                  </a:lnTo>
                  <a:lnTo>
                    <a:pt x="1270" y="1270"/>
                  </a:lnTo>
                  <a:lnTo>
                    <a:pt x="1270" y="3810"/>
                  </a:lnTo>
                  <a:lnTo>
                    <a:pt x="2540" y="3810"/>
                  </a:lnTo>
                  <a:lnTo>
                    <a:pt x="2540" y="5080"/>
                  </a:lnTo>
                  <a:lnTo>
                    <a:pt x="3810" y="5080"/>
                  </a:lnTo>
                  <a:lnTo>
                    <a:pt x="3810" y="6350"/>
                  </a:lnTo>
                  <a:lnTo>
                    <a:pt x="5080" y="6350"/>
                  </a:lnTo>
                  <a:lnTo>
                    <a:pt x="5080" y="7620"/>
                  </a:lnTo>
                  <a:lnTo>
                    <a:pt x="157480" y="7620"/>
                  </a:lnTo>
                  <a:lnTo>
                    <a:pt x="157480" y="6350"/>
                  </a:lnTo>
                  <a:lnTo>
                    <a:pt x="157480" y="5080"/>
                  </a:lnTo>
                  <a:lnTo>
                    <a:pt x="157480" y="3810"/>
                  </a:lnTo>
                  <a:lnTo>
                    <a:pt x="157480" y="1270"/>
                  </a:lnTo>
                  <a:lnTo>
                    <a:pt x="157480" y="0"/>
                  </a:lnTo>
                  <a:close/>
                </a:path>
              </a:pathLst>
            </a:custGeom>
            <a:solidFill>
              <a:srgbClr val="461646"/>
            </a:solidFill>
          </p:spPr>
          <p:txBody>
            <a:bodyPr wrap="square" lIns="0" tIns="0" rIns="0" bIns="0" rtlCol="0"/>
            <a:lstStyle/>
            <a:p/>
          </p:txBody>
        </p:sp>
        <p:sp>
          <p:nvSpPr>
            <p:cNvPr id="2380" name="object 2380"/>
            <p:cNvSpPr/>
            <p:nvPr/>
          </p:nvSpPr>
          <p:spPr>
            <a:xfrm>
              <a:off x="7264400" y="1423669"/>
              <a:ext cx="153670" cy="6350"/>
            </a:xfrm>
            <a:custGeom>
              <a:avLst/>
              <a:gdLst/>
              <a:ahLst/>
              <a:cxnLst/>
              <a:rect l="l" t="t" r="r" b="b"/>
              <a:pathLst>
                <a:path w="153670" h="6350">
                  <a:moveTo>
                    <a:pt x="153670" y="2540"/>
                  </a:moveTo>
                  <a:lnTo>
                    <a:pt x="152400" y="2540"/>
                  </a:lnTo>
                  <a:lnTo>
                    <a:pt x="152400" y="1270"/>
                  </a:lnTo>
                  <a:lnTo>
                    <a:pt x="152400"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153670" y="6350"/>
                  </a:lnTo>
                  <a:lnTo>
                    <a:pt x="153670" y="5080"/>
                  </a:lnTo>
                  <a:lnTo>
                    <a:pt x="153670" y="3810"/>
                  </a:lnTo>
                  <a:lnTo>
                    <a:pt x="153670" y="2540"/>
                  </a:lnTo>
                  <a:close/>
                </a:path>
              </a:pathLst>
            </a:custGeom>
            <a:solidFill>
              <a:srgbClr val="481548"/>
            </a:solidFill>
          </p:spPr>
          <p:txBody>
            <a:bodyPr wrap="square" lIns="0" tIns="0" rIns="0" bIns="0" rtlCol="0"/>
            <a:lstStyle/>
            <a:p/>
          </p:txBody>
        </p:sp>
        <p:sp>
          <p:nvSpPr>
            <p:cNvPr id="2381" name="object 2381"/>
            <p:cNvSpPr/>
            <p:nvPr/>
          </p:nvSpPr>
          <p:spPr>
            <a:xfrm>
              <a:off x="7270750" y="1430019"/>
              <a:ext cx="147320" cy="7620"/>
            </a:xfrm>
            <a:custGeom>
              <a:avLst/>
              <a:gdLst/>
              <a:ahLst/>
              <a:cxnLst/>
              <a:rect l="l" t="t" r="r" b="b"/>
              <a:pathLst>
                <a:path w="147320" h="7619">
                  <a:moveTo>
                    <a:pt x="147320" y="6477"/>
                  </a:moveTo>
                  <a:lnTo>
                    <a:pt x="8890" y="6477"/>
                  </a:lnTo>
                  <a:lnTo>
                    <a:pt x="8890" y="7620"/>
                  </a:lnTo>
                  <a:lnTo>
                    <a:pt x="147320" y="7620"/>
                  </a:lnTo>
                  <a:lnTo>
                    <a:pt x="147320" y="6477"/>
                  </a:lnTo>
                  <a:close/>
                </a:path>
                <a:path w="147320" h="7619">
                  <a:moveTo>
                    <a:pt x="147320" y="0"/>
                  </a:moveTo>
                  <a:lnTo>
                    <a:pt x="1270" y="0"/>
                  </a:lnTo>
                  <a:lnTo>
                    <a:pt x="0" y="0"/>
                  </a:lnTo>
                  <a:lnTo>
                    <a:pt x="0" y="127"/>
                  </a:lnTo>
                  <a:lnTo>
                    <a:pt x="1270" y="127"/>
                  </a:lnTo>
                  <a:lnTo>
                    <a:pt x="1270" y="1270"/>
                  </a:lnTo>
                  <a:lnTo>
                    <a:pt x="2540" y="1270"/>
                  </a:lnTo>
                  <a:lnTo>
                    <a:pt x="2540" y="2540"/>
                  </a:lnTo>
                  <a:lnTo>
                    <a:pt x="3810" y="2540"/>
                  </a:lnTo>
                  <a:lnTo>
                    <a:pt x="3810" y="3810"/>
                  </a:lnTo>
                  <a:lnTo>
                    <a:pt x="5080" y="3810"/>
                  </a:lnTo>
                  <a:lnTo>
                    <a:pt x="5080" y="5080"/>
                  </a:lnTo>
                  <a:lnTo>
                    <a:pt x="7620" y="5080"/>
                  </a:lnTo>
                  <a:lnTo>
                    <a:pt x="7620" y="6350"/>
                  </a:lnTo>
                  <a:lnTo>
                    <a:pt x="147320" y="6350"/>
                  </a:lnTo>
                  <a:lnTo>
                    <a:pt x="147320" y="5080"/>
                  </a:lnTo>
                  <a:lnTo>
                    <a:pt x="147307" y="3810"/>
                  </a:lnTo>
                  <a:lnTo>
                    <a:pt x="147307" y="2540"/>
                  </a:lnTo>
                  <a:lnTo>
                    <a:pt x="147320" y="1270"/>
                  </a:lnTo>
                  <a:lnTo>
                    <a:pt x="147320" y="0"/>
                  </a:lnTo>
                  <a:close/>
                </a:path>
              </a:pathLst>
            </a:custGeom>
            <a:solidFill>
              <a:srgbClr val="491549"/>
            </a:solidFill>
          </p:spPr>
          <p:txBody>
            <a:bodyPr wrap="square" lIns="0" tIns="0" rIns="0" bIns="0" rtlCol="0"/>
            <a:lstStyle/>
            <a:p/>
          </p:txBody>
        </p:sp>
        <p:sp>
          <p:nvSpPr>
            <p:cNvPr id="2382" name="object 2382"/>
            <p:cNvSpPr/>
            <p:nvPr/>
          </p:nvSpPr>
          <p:spPr>
            <a:xfrm>
              <a:off x="7280910" y="1437639"/>
              <a:ext cx="138430" cy="7620"/>
            </a:xfrm>
            <a:custGeom>
              <a:avLst/>
              <a:gdLst/>
              <a:ahLst/>
              <a:cxnLst/>
              <a:rect l="l" t="t" r="r" b="b"/>
              <a:pathLst>
                <a:path w="138429" h="7619">
                  <a:moveTo>
                    <a:pt x="138430" y="1270"/>
                  </a:moveTo>
                  <a:lnTo>
                    <a:pt x="137147" y="1270"/>
                  </a:lnTo>
                  <a:lnTo>
                    <a:pt x="137147" y="0"/>
                  </a:ln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7620" y="6350"/>
                  </a:lnTo>
                  <a:lnTo>
                    <a:pt x="7620" y="7620"/>
                  </a:lnTo>
                  <a:lnTo>
                    <a:pt x="138430" y="7620"/>
                  </a:lnTo>
                  <a:lnTo>
                    <a:pt x="138430" y="6350"/>
                  </a:lnTo>
                  <a:lnTo>
                    <a:pt x="138430" y="5080"/>
                  </a:lnTo>
                  <a:lnTo>
                    <a:pt x="138430" y="3810"/>
                  </a:lnTo>
                  <a:lnTo>
                    <a:pt x="138430" y="2540"/>
                  </a:lnTo>
                  <a:lnTo>
                    <a:pt x="138430" y="1270"/>
                  </a:lnTo>
                  <a:close/>
                </a:path>
              </a:pathLst>
            </a:custGeom>
            <a:solidFill>
              <a:srgbClr val="4B144B"/>
            </a:solidFill>
          </p:spPr>
          <p:txBody>
            <a:bodyPr wrap="square" lIns="0" tIns="0" rIns="0" bIns="0" rtlCol="0"/>
            <a:lstStyle/>
            <a:p/>
          </p:txBody>
        </p:sp>
        <p:sp>
          <p:nvSpPr>
            <p:cNvPr id="2383" name="object 2383"/>
            <p:cNvSpPr/>
            <p:nvPr/>
          </p:nvSpPr>
          <p:spPr>
            <a:xfrm>
              <a:off x="7288530" y="1445259"/>
              <a:ext cx="130810" cy="6350"/>
            </a:xfrm>
            <a:custGeom>
              <a:avLst/>
              <a:gdLst/>
              <a:ahLst/>
              <a:cxnLst/>
              <a:rect l="l" t="t" r="r" b="b"/>
              <a:pathLst>
                <a:path w="130809" h="6350">
                  <a:moveTo>
                    <a:pt x="130810" y="0"/>
                  </a:moveTo>
                  <a:lnTo>
                    <a:pt x="2540" y="0"/>
                  </a:lnTo>
                  <a:lnTo>
                    <a:pt x="0" y="0"/>
                  </a:lnTo>
                  <a:lnTo>
                    <a:pt x="0" y="127"/>
                  </a:lnTo>
                  <a:lnTo>
                    <a:pt x="2540" y="127"/>
                  </a:lnTo>
                  <a:lnTo>
                    <a:pt x="2540" y="1270"/>
                  </a:lnTo>
                  <a:lnTo>
                    <a:pt x="3810" y="1270"/>
                  </a:lnTo>
                  <a:lnTo>
                    <a:pt x="3810" y="2540"/>
                  </a:lnTo>
                  <a:lnTo>
                    <a:pt x="5080" y="2540"/>
                  </a:lnTo>
                  <a:lnTo>
                    <a:pt x="5080" y="3810"/>
                  </a:lnTo>
                  <a:lnTo>
                    <a:pt x="7620" y="3810"/>
                  </a:lnTo>
                  <a:lnTo>
                    <a:pt x="7620" y="5080"/>
                  </a:lnTo>
                  <a:lnTo>
                    <a:pt x="8890" y="5080"/>
                  </a:lnTo>
                  <a:lnTo>
                    <a:pt x="8890" y="6350"/>
                  </a:lnTo>
                  <a:lnTo>
                    <a:pt x="130810" y="6350"/>
                  </a:lnTo>
                  <a:lnTo>
                    <a:pt x="130810" y="5080"/>
                  </a:lnTo>
                  <a:lnTo>
                    <a:pt x="130810" y="3810"/>
                  </a:lnTo>
                  <a:lnTo>
                    <a:pt x="130810" y="2540"/>
                  </a:lnTo>
                  <a:lnTo>
                    <a:pt x="130810" y="1270"/>
                  </a:lnTo>
                  <a:lnTo>
                    <a:pt x="130810" y="0"/>
                  </a:lnTo>
                  <a:close/>
                </a:path>
              </a:pathLst>
            </a:custGeom>
            <a:solidFill>
              <a:srgbClr val="4C144C"/>
            </a:solidFill>
          </p:spPr>
          <p:txBody>
            <a:bodyPr wrap="square" lIns="0" tIns="0" rIns="0" bIns="0" rtlCol="0"/>
            <a:lstStyle/>
            <a:p/>
          </p:txBody>
        </p:sp>
        <p:sp>
          <p:nvSpPr>
            <p:cNvPr id="2384" name="object 2384"/>
            <p:cNvSpPr/>
            <p:nvPr/>
          </p:nvSpPr>
          <p:spPr>
            <a:xfrm>
              <a:off x="7282180" y="1451609"/>
              <a:ext cx="137160" cy="7620"/>
            </a:xfrm>
            <a:custGeom>
              <a:avLst/>
              <a:gdLst/>
              <a:ahLst/>
              <a:cxnLst/>
              <a:rect l="l" t="t" r="r" b="b"/>
              <a:pathLst>
                <a:path w="137159" h="7619">
                  <a:moveTo>
                    <a:pt x="137160" y="6477"/>
                  </a:moveTo>
                  <a:lnTo>
                    <a:pt x="29210" y="6477"/>
                  </a:lnTo>
                  <a:lnTo>
                    <a:pt x="29210" y="7620"/>
                  </a:lnTo>
                  <a:lnTo>
                    <a:pt x="137160" y="7620"/>
                  </a:lnTo>
                  <a:lnTo>
                    <a:pt x="137160" y="6477"/>
                  </a:lnTo>
                  <a:close/>
                </a:path>
                <a:path w="137159" h="7619">
                  <a:moveTo>
                    <a:pt x="137160" y="0"/>
                  </a:moveTo>
                  <a:lnTo>
                    <a:pt x="17780" y="0"/>
                  </a:lnTo>
                  <a:lnTo>
                    <a:pt x="15240" y="0"/>
                  </a:lnTo>
                  <a:lnTo>
                    <a:pt x="15240" y="127"/>
                  </a:lnTo>
                  <a:lnTo>
                    <a:pt x="17780" y="127"/>
                  </a:lnTo>
                  <a:lnTo>
                    <a:pt x="17780" y="1270"/>
                  </a:lnTo>
                  <a:lnTo>
                    <a:pt x="17780" y="2540"/>
                  </a:lnTo>
                  <a:lnTo>
                    <a:pt x="12700" y="2540"/>
                  </a:lnTo>
                  <a:lnTo>
                    <a:pt x="12700" y="3810"/>
                  </a:lnTo>
                  <a:lnTo>
                    <a:pt x="7620" y="3810"/>
                  </a:lnTo>
                  <a:lnTo>
                    <a:pt x="7620" y="5080"/>
                  </a:lnTo>
                  <a:lnTo>
                    <a:pt x="3810" y="5080"/>
                  </a:lnTo>
                  <a:lnTo>
                    <a:pt x="3810" y="6350"/>
                  </a:lnTo>
                  <a:lnTo>
                    <a:pt x="0" y="6350"/>
                  </a:lnTo>
                  <a:lnTo>
                    <a:pt x="0" y="7620"/>
                  </a:lnTo>
                  <a:lnTo>
                    <a:pt x="19050" y="7620"/>
                  </a:lnTo>
                  <a:lnTo>
                    <a:pt x="19050" y="6350"/>
                  </a:lnTo>
                  <a:lnTo>
                    <a:pt x="19050" y="5080"/>
                  </a:lnTo>
                  <a:lnTo>
                    <a:pt x="19050" y="3810"/>
                  </a:lnTo>
                  <a:lnTo>
                    <a:pt x="19050" y="2540"/>
                  </a:lnTo>
                  <a:lnTo>
                    <a:pt x="19050" y="1270"/>
                  </a:lnTo>
                  <a:lnTo>
                    <a:pt x="20320" y="1270"/>
                  </a:lnTo>
                  <a:lnTo>
                    <a:pt x="20320" y="2540"/>
                  </a:lnTo>
                  <a:lnTo>
                    <a:pt x="22860" y="2540"/>
                  </a:lnTo>
                  <a:lnTo>
                    <a:pt x="22860" y="3810"/>
                  </a:lnTo>
                  <a:lnTo>
                    <a:pt x="24130" y="3810"/>
                  </a:lnTo>
                  <a:lnTo>
                    <a:pt x="24130" y="5080"/>
                  </a:lnTo>
                  <a:lnTo>
                    <a:pt x="26670" y="5080"/>
                  </a:lnTo>
                  <a:lnTo>
                    <a:pt x="26670" y="6350"/>
                  </a:lnTo>
                  <a:lnTo>
                    <a:pt x="137160" y="6350"/>
                  </a:lnTo>
                  <a:lnTo>
                    <a:pt x="137160" y="5080"/>
                  </a:lnTo>
                  <a:lnTo>
                    <a:pt x="137160" y="3810"/>
                  </a:lnTo>
                  <a:lnTo>
                    <a:pt x="137160" y="2540"/>
                  </a:lnTo>
                  <a:lnTo>
                    <a:pt x="137160" y="1270"/>
                  </a:lnTo>
                  <a:lnTo>
                    <a:pt x="137160" y="0"/>
                  </a:lnTo>
                  <a:close/>
                </a:path>
              </a:pathLst>
            </a:custGeom>
            <a:solidFill>
              <a:srgbClr val="4E134E"/>
            </a:solidFill>
          </p:spPr>
          <p:txBody>
            <a:bodyPr wrap="square" lIns="0" tIns="0" rIns="0" bIns="0" rtlCol="0"/>
            <a:lstStyle/>
            <a:p/>
          </p:txBody>
        </p:sp>
        <p:sp>
          <p:nvSpPr>
            <p:cNvPr id="2385" name="object 2385"/>
            <p:cNvSpPr/>
            <p:nvPr/>
          </p:nvSpPr>
          <p:spPr>
            <a:xfrm>
              <a:off x="7258050" y="1459229"/>
              <a:ext cx="161290" cy="7620"/>
            </a:xfrm>
            <a:custGeom>
              <a:avLst/>
              <a:gdLst/>
              <a:ahLst/>
              <a:cxnLst/>
              <a:rect l="l" t="t" r="r" b="b"/>
              <a:pathLst>
                <a:path w="161290" h="7619">
                  <a:moveTo>
                    <a:pt x="44450" y="0"/>
                  </a:moveTo>
                  <a:lnTo>
                    <a:pt x="20320" y="0"/>
                  </a:lnTo>
                  <a:lnTo>
                    <a:pt x="20320" y="1270"/>
                  </a:lnTo>
                  <a:lnTo>
                    <a:pt x="16510" y="1270"/>
                  </a:lnTo>
                  <a:lnTo>
                    <a:pt x="16510" y="2540"/>
                  </a:lnTo>
                  <a:lnTo>
                    <a:pt x="11430" y="2540"/>
                  </a:lnTo>
                  <a:lnTo>
                    <a:pt x="11430" y="3810"/>
                  </a:lnTo>
                  <a:lnTo>
                    <a:pt x="7620" y="3810"/>
                  </a:lnTo>
                  <a:lnTo>
                    <a:pt x="7620" y="5080"/>
                  </a:lnTo>
                  <a:lnTo>
                    <a:pt x="3810" y="5080"/>
                  </a:lnTo>
                  <a:lnTo>
                    <a:pt x="3810" y="6350"/>
                  </a:lnTo>
                  <a:lnTo>
                    <a:pt x="0" y="6350"/>
                  </a:lnTo>
                  <a:lnTo>
                    <a:pt x="0" y="7620"/>
                  </a:lnTo>
                  <a:lnTo>
                    <a:pt x="44450" y="7620"/>
                  </a:lnTo>
                  <a:lnTo>
                    <a:pt x="44450" y="6350"/>
                  </a:lnTo>
                  <a:lnTo>
                    <a:pt x="44450" y="5080"/>
                  </a:lnTo>
                  <a:lnTo>
                    <a:pt x="44450" y="3810"/>
                  </a:lnTo>
                  <a:lnTo>
                    <a:pt x="44450" y="2540"/>
                  </a:lnTo>
                  <a:lnTo>
                    <a:pt x="44450" y="1270"/>
                  </a:lnTo>
                  <a:lnTo>
                    <a:pt x="44450" y="0"/>
                  </a:lnTo>
                  <a:close/>
                </a:path>
                <a:path w="161290" h="7619">
                  <a:moveTo>
                    <a:pt x="161290" y="0"/>
                  </a:moveTo>
                  <a:lnTo>
                    <a:pt x="54610" y="0"/>
                  </a:lnTo>
                  <a:lnTo>
                    <a:pt x="54610" y="1270"/>
                  </a:lnTo>
                  <a:lnTo>
                    <a:pt x="57150" y="1270"/>
                  </a:lnTo>
                  <a:lnTo>
                    <a:pt x="57150" y="2540"/>
                  </a:lnTo>
                  <a:lnTo>
                    <a:pt x="59690" y="2540"/>
                  </a:lnTo>
                  <a:lnTo>
                    <a:pt x="59690" y="3810"/>
                  </a:lnTo>
                  <a:lnTo>
                    <a:pt x="60960" y="3810"/>
                  </a:lnTo>
                  <a:lnTo>
                    <a:pt x="60960" y="5080"/>
                  </a:lnTo>
                  <a:lnTo>
                    <a:pt x="63500" y="5080"/>
                  </a:lnTo>
                  <a:lnTo>
                    <a:pt x="63500" y="6350"/>
                  </a:lnTo>
                  <a:lnTo>
                    <a:pt x="64770" y="6350"/>
                  </a:lnTo>
                  <a:lnTo>
                    <a:pt x="64770" y="7620"/>
                  </a:lnTo>
                  <a:lnTo>
                    <a:pt x="161290" y="7620"/>
                  </a:lnTo>
                  <a:lnTo>
                    <a:pt x="161290" y="1270"/>
                  </a:lnTo>
                  <a:lnTo>
                    <a:pt x="161290" y="0"/>
                  </a:lnTo>
                  <a:close/>
                </a:path>
              </a:pathLst>
            </a:custGeom>
            <a:solidFill>
              <a:srgbClr val="4F124F"/>
            </a:solidFill>
          </p:spPr>
          <p:txBody>
            <a:bodyPr wrap="square" lIns="0" tIns="0" rIns="0" bIns="0" rtlCol="0"/>
            <a:lstStyle/>
            <a:p/>
          </p:txBody>
        </p:sp>
        <p:sp>
          <p:nvSpPr>
            <p:cNvPr id="2386" name="object 2386"/>
            <p:cNvSpPr/>
            <p:nvPr/>
          </p:nvSpPr>
          <p:spPr>
            <a:xfrm>
              <a:off x="7233920" y="1466849"/>
              <a:ext cx="185420" cy="7620"/>
            </a:xfrm>
            <a:custGeom>
              <a:avLst/>
              <a:gdLst/>
              <a:ahLst/>
              <a:cxnLst/>
              <a:rect l="l" t="t" r="r" b="b"/>
              <a:pathLst>
                <a:path w="185420" h="7619">
                  <a:moveTo>
                    <a:pt x="69850" y="3810"/>
                  </a:moveTo>
                  <a:lnTo>
                    <a:pt x="68580" y="3810"/>
                  </a:lnTo>
                  <a:lnTo>
                    <a:pt x="68580" y="2540"/>
                  </a:lnTo>
                  <a:lnTo>
                    <a:pt x="68580" y="1270"/>
                  </a:lnTo>
                  <a:lnTo>
                    <a:pt x="68580" y="0"/>
                  </a:lnTo>
                  <a:lnTo>
                    <a:pt x="20320" y="0"/>
                  </a:lnTo>
                  <a:lnTo>
                    <a:pt x="20320" y="1270"/>
                  </a:lnTo>
                  <a:lnTo>
                    <a:pt x="15240" y="1270"/>
                  </a:lnTo>
                  <a:lnTo>
                    <a:pt x="15240" y="2540"/>
                  </a:lnTo>
                  <a:lnTo>
                    <a:pt x="11430" y="2540"/>
                  </a:lnTo>
                  <a:lnTo>
                    <a:pt x="11430" y="3810"/>
                  </a:lnTo>
                  <a:lnTo>
                    <a:pt x="7620" y="3810"/>
                  </a:lnTo>
                  <a:lnTo>
                    <a:pt x="7620" y="5080"/>
                  </a:lnTo>
                  <a:lnTo>
                    <a:pt x="3810" y="5080"/>
                  </a:lnTo>
                  <a:lnTo>
                    <a:pt x="3810" y="6350"/>
                  </a:lnTo>
                  <a:lnTo>
                    <a:pt x="0" y="6350"/>
                  </a:lnTo>
                  <a:lnTo>
                    <a:pt x="0" y="7620"/>
                  </a:lnTo>
                  <a:lnTo>
                    <a:pt x="69850" y="7620"/>
                  </a:lnTo>
                  <a:lnTo>
                    <a:pt x="69850" y="6350"/>
                  </a:lnTo>
                  <a:lnTo>
                    <a:pt x="69850" y="5080"/>
                  </a:lnTo>
                  <a:lnTo>
                    <a:pt x="69850" y="3937"/>
                  </a:lnTo>
                  <a:lnTo>
                    <a:pt x="69850" y="3810"/>
                  </a:lnTo>
                  <a:close/>
                </a:path>
                <a:path w="185420" h="7619">
                  <a:moveTo>
                    <a:pt x="185420" y="1270"/>
                  </a:moveTo>
                  <a:lnTo>
                    <a:pt x="185407" y="0"/>
                  </a:lnTo>
                  <a:lnTo>
                    <a:pt x="91440" y="0"/>
                  </a:lnTo>
                  <a:lnTo>
                    <a:pt x="91440" y="1270"/>
                  </a:lnTo>
                  <a:lnTo>
                    <a:pt x="92710" y="1270"/>
                  </a:lnTo>
                  <a:lnTo>
                    <a:pt x="92710" y="2540"/>
                  </a:lnTo>
                  <a:lnTo>
                    <a:pt x="95250" y="2540"/>
                  </a:lnTo>
                  <a:lnTo>
                    <a:pt x="95250" y="3810"/>
                  </a:lnTo>
                  <a:lnTo>
                    <a:pt x="96520" y="3810"/>
                  </a:lnTo>
                  <a:lnTo>
                    <a:pt x="96520" y="5080"/>
                  </a:lnTo>
                  <a:lnTo>
                    <a:pt x="97790" y="5080"/>
                  </a:lnTo>
                  <a:lnTo>
                    <a:pt x="97790" y="6350"/>
                  </a:lnTo>
                  <a:lnTo>
                    <a:pt x="99060" y="6350"/>
                  </a:lnTo>
                  <a:lnTo>
                    <a:pt x="99060" y="7620"/>
                  </a:lnTo>
                  <a:lnTo>
                    <a:pt x="185420" y="7620"/>
                  </a:lnTo>
                  <a:lnTo>
                    <a:pt x="185420" y="6350"/>
                  </a:lnTo>
                  <a:lnTo>
                    <a:pt x="185420" y="5080"/>
                  </a:lnTo>
                  <a:lnTo>
                    <a:pt x="185420" y="3810"/>
                  </a:lnTo>
                  <a:lnTo>
                    <a:pt x="185420" y="2540"/>
                  </a:lnTo>
                  <a:lnTo>
                    <a:pt x="185420" y="1270"/>
                  </a:lnTo>
                  <a:close/>
                </a:path>
              </a:pathLst>
            </a:custGeom>
            <a:solidFill>
              <a:srgbClr val="501250"/>
            </a:solidFill>
          </p:spPr>
          <p:txBody>
            <a:bodyPr wrap="square" lIns="0" tIns="0" rIns="0" bIns="0" rtlCol="0"/>
            <a:lstStyle/>
            <a:p/>
          </p:txBody>
        </p:sp>
        <p:sp>
          <p:nvSpPr>
            <p:cNvPr id="2387" name="object 2387"/>
            <p:cNvSpPr/>
            <p:nvPr/>
          </p:nvSpPr>
          <p:spPr>
            <a:xfrm>
              <a:off x="7218680" y="1474469"/>
              <a:ext cx="200660" cy="6350"/>
            </a:xfrm>
            <a:custGeom>
              <a:avLst/>
              <a:gdLst/>
              <a:ahLst/>
              <a:cxnLst/>
              <a:rect l="l" t="t" r="r" b="b"/>
              <a:pathLst>
                <a:path w="200659" h="6350">
                  <a:moveTo>
                    <a:pt x="6350" y="2539"/>
                  </a:moveTo>
                  <a:lnTo>
                    <a:pt x="2540" y="2539"/>
                  </a:lnTo>
                  <a:lnTo>
                    <a:pt x="2540" y="3809"/>
                  </a:lnTo>
                  <a:lnTo>
                    <a:pt x="85090" y="3809"/>
                  </a:lnTo>
                  <a:lnTo>
                    <a:pt x="85090" y="2666"/>
                  </a:lnTo>
                  <a:lnTo>
                    <a:pt x="6350" y="2666"/>
                  </a:lnTo>
                  <a:lnTo>
                    <a:pt x="6350" y="2539"/>
                  </a:lnTo>
                  <a:close/>
                </a:path>
                <a:path w="200659" h="6350">
                  <a:moveTo>
                    <a:pt x="15240" y="0"/>
                  </a:moveTo>
                  <a:lnTo>
                    <a:pt x="10160" y="0"/>
                  </a:lnTo>
                  <a:lnTo>
                    <a:pt x="10160" y="1396"/>
                  </a:lnTo>
                  <a:lnTo>
                    <a:pt x="6350" y="1396"/>
                  </a:lnTo>
                  <a:lnTo>
                    <a:pt x="6350" y="2539"/>
                  </a:lnTo>
                  <a:lnTo>
                    <a:pt x="85090" y="2539"/>
                  </a:lnTo>
                  <a:lnTo>
                    <a:pt x="85090" y="126"/>
                  </a:lnTo>
                  <a:lnTo>
                    <a:pt x="15240" y="126"/>
                  </a:lnTo>
                  <a:close/>
                </a:path>
                <a:path w="200659" h="6350">
                  <a:moveTo>
                    <a:pt x="200660" y="2666"/>
                  </a:moveTo>
                  <a:lnTo>
                    <a:pt x="118110" y="2666"/>
                  </a:lnTo>
                  <a:lnTo>
                    <a:pt x="118110" y="3809"/>
                  </a:lnTo>
                  <a:lnTo>
                    <a:pt x="200660" y="3809"/>
                  </a:lnTo>
                  <a:lnTo>
                    <a:pt x="200660" y="2666"/>
                  </a:lnTo>
                  <a:close/>
                </a:path>
                <a:path w="200659" h="6350">
                  <a:moveTo>
                    <a:pt x="200660" y="126"/>
                  </a:moveTo>
                  <a:lnTo>
                    <a:pt x="116840" y="126"/>
                  </a:lnTo>
                  <a:lnTo>
                    <a:pt x="116840" y="2666"/>
                  </a:lnTo>
                  <a:lnTo>
                    <a:pt x="118110" y="2666"/>
                  </a:lnTo>
                  <a:lnTo>
                    <a:pt x="118110" y="2539"/>
                  </a:lnTo>
                  <a:lnTo>
                    <a:pt x="200660" y="2539"/>
                  </a:lnTo>
                  <a:lnTo>
                    <a:pt x="200660" y="126"/>
                  </a:lnTo>
                  <a:close/>
                </a:path>
                <a:path w="200659" h="6350">
                  <a:moveTo>
                    <a:pt x="116840" y="0"/>
                  </a:moveTo>
                  <a:lnTo>
                    <a:pt x="114300" y="0"/>
                  </a:lnTo>
                  <a:lnTo>
                    <a:pt x="116840" y="126"/>
                  </a:lnTo>
                  <a:close/>
                </a:path>
                <a:path w="200659" h="6350">
                  <a:moveTo>
                    <a:pt x="85090" y="3810"/>
                  </a:moveTo>
                  <a:lnTo>
                    <a:pt x="0" y="3810"/>
                  </a:lnTo>
                  <a:lnTo>
                    <a:pt x="0" y="6350"/>
                  </a:lnTo>
                  <a:lnTo>
                    <a:pt x="85090" y="6350"/>
                  </a:lnTo>
                  <a:lnTo>
                    <a:pt x="85090" y="3810"/>
                  </a:lnTo>
                  <a:close/>
                </a:path>
                <a:path w="200659" h="6350">
                  <a:moveTo>
                    <a:pt x="200660" y="3810"/>
                  </a:moveTo>
                  <a:lnTo>
                    <a:pt x="119379" y="3810"/>
                  </a:lnTo>
                  <a:lnTo>
                    <a:pt x="119379" y="6350"/>
                  </a:lnTo>
                  <a:lnTo>
                    <a:pt x="200660" y="6350"/>
                  </a:lnTo>
                  <a:lnTo>
                    <a:pt x="200660" y="3810"/>
                  </a:lnTo>
                  <a:close/>
                </a:path>
              </a:pathLst>
            </a:custGeom>
            <a:solidFill>
              <a:srgbClr val="521152"/>
            </a:solidFill>
          </p:spPr>
          <p:txBody>
            <a:bodyPr wrap="square" lIns="0" tIns="0" rIns="0" bIns="0" rtlCol="0"/>
            <a:lstStyle/>
            <a:p/>
          </p:txBody>
        </p:sp>
        <p:sp>
          <p:nvSpPr>
            <p:cNvPr id="2388" name="object 2388"/>
            <p:cNvSpPr/>
            <p:nvPr/>
          </p:nvSpPr>
          <p:spPr>
            <a:xfrm>
              <a:off x="7218680" y="1480819"/>
              <a:ext cx="200660" cy="7620"/>
            </a:xfrm>
            <a:custGeom>
              <a:avLst/>
              <a:gdLst/>
              <a:ahLst/>
              <a:cxnLst/>
              <a:rect l="l" t="t" r="r" b="b"/>
              <a:pathLst>
                <a:path w="200659" h="7619">
                  <a:moveTo>
                    <a:pt x="86359" y="0"/>
                  </a:moveTo>
                  <a:lnTo>
                    <a:pt x="0" y="0"/>
                  </a:lnTo>
                  <a:lnTo>
                    <a:pt x="0" y="5079"/>
                  </a:lnTo>
                  <a:lnTo>
                    <a:pt x="1270" y="5079"/>
                  </a:lnTo>
                  <a:lnTo>
                    <a:pt x="1270" y="7619"/>
                  </a:lnTo>
                  <a:lnTo>
                    <a:pt x="86360" y="7619"/>
                  </a:lnTo>
                  <a:lnTo>
                    <a:pt x="86359" y="0"/>
                  </a:lnTo>
                  <a:close/>
                </a:path>
                <a:path w="200659" h="7619">
                  <a:moveTo>
                    <a:pt x="200659" y="0"/>
                  </a:moveTo>
                  <a:lnTo>
                    <a:pt x="120650" y="0"/>
                  </a:lnTo>
                  <a:lnTo>
                    <a:pt x="120650" y="3809"/>
                  </a:lnTo>
                  <a:lnTo>
                    <a:pt x="121920" y="3809"/>
                  </a:lnTo>
                  <a:lnTo>
                    <a:pt x="121920" y="7619"/>
                  </a:lnTo>
                  <a:lnTo>
                    <a:pt x="200660" y="7619"/>
                  </a:lnTo>
                  <a:lnTo>
                    <a:pt x="200659" y="0"/>
                  </a:lnTo>
                  <a:close/>
                </a:path>
              </a:pathLst>
            </a:custGeom>
            <a:solidFill>
              <a:srgbClr val="531153"/>
            </a:solidFill>
          </p:spPr>
          <p:txBody>
            <a:bodyPr wrap="square" lIns="0" tIns="0" rIns="0" bIns="0" rtlCol="0"/>
            <a:lstStyle/>
            <a:p/>
          </p:txBody>
        </p:sp>
        <p:sp>
          <p:nvSpPr>
            <p:cNvPr id="2389" name="object 2389"/>
            <p:cNvSpPr/>
            <p:nvPr/>
          </p:nvSpPr>
          <p:spPr>
            <a:xfrm>
              <a:off x="7219950" y="1488439"/>
              <a:ext cx="199390" cy="7620"/>
            </a:xfrm>
            <a:custGeom>
              <a:avLst/>
              <a:gdLst/>
              <a:ahLst/>
              <a:cxnLst/>
              <a:rect l="l" t="t" r="r" b="b"/>
              <a:pathLst>
                <a:path w="199390" h="7619">
                  <a:moveTo>
                    <a:pt x="85090" y="0"/>
                  </a:moveTo>
                  <a:lnTo>
                    <a:pt x="0" y="0"/>
                  </a:lnTo>
                  <a:lnTo>
                    <a:pt x="0" y="7620"/>
                  </a:lnTo>
                  <a:lnTo>
                    <a:pt x="86359" y="7620"/>
                  </a:lnTo>
                  <a:lnTo>
                    <a:pt x="86359" y="1270"/>
                  </a:lnTo>
                  <a:lnTo>
                    <a:pt x="85090" y="1270"/>
                  </a:lnTo>
                  <a:lnTo>
                    <a:pt x="85090" y="0"/>
                  </a:lnTo>
                  <a:close/>
                </a:path>
                <a:path w="199390" h="7619">
                  <a:moveTo>
                    <a:pt x="199389" y="0"/>
                  </a:moveTo>
                  <a:lnTo>
                    <a:pt x="121920" y="0"/>
                  </a:lnTo>
                  <a:lnTo>
                    <a:pt x="121920" y="7620"/>
                  </a:lnTo>
                  <a:lnTo>
                    <a:pt x="199390" y="7620"/>
                  </a:lnTo>
                  <a:lnTo>
                    <a:pt x="199389" y="0"/>
                  </a:lnTo>
                  <a:close/>
                </a:path>
              </a:pathLst>
            </a:custGeom>
            <a:solidFill>
              <a:srgbClr val="551055"/>
            </a:solidFill>
          </p:spPr>
          <p:txBody>
            <a:bodyPr wrap="square" lIns="0" tIns="0" rIns="0" bIns="0" rtlCol="0"/>
            <a:lstStyle/>
            <a:p/>
          </p:txBody>
        </p:sp>
        <p:sp>
          <p:nvSpPr>
            <p:cNvPr id="2390" name="object 2390"/>
            <p:cNvSpPr/>
            <p:nvPr/>
          </p:nvSpPr>
          <p:spPr>
            <a:xfrm>
              <a:off x="7219950" y="1496059"/>
              <a:ext cx="199390" cy="6350"/>
            </a:xfrm>
            <a:custGeom>
              <a:avLst/>
              <a:gdLst/>
              <a:ahLst/>
              <a:cxnLst/>
              <a:rect l="l" t="t" r="r" b="b"/>
              <a:pathLst>
                <a:path w="199390" h="6350">
                  <a:moveTo>
                    <a:pt x="86359" y="0"/>
                  </a:moveTo>
                  <a:lnTo>
                    <a:pt x="0" y="0"/>
                  </a:lnTo>
                  <a:lnTo>
                    <a:pt x="0" y="2539"/>
                  </a:lnTo>
                  <a:lnTo>
                    <a:pt x="1270" y="2539"/>
                  </a:lnTo>
                  <a:lnTo>
                    <a:pt x="1270" y="6350"/>
                  </a:lnTo>
                  <a:lnTo>
                    <a:pt x="87629" y="6350"/>
                  </a:lnTo>
                  <a:lnTo>
                    <a:pt x="87629" y="1269"/>
                  </a:lnTo>
                  <a:lnTo>
                    <a:pt x="86359" y="1269"/>
                  </a:lnTo>
                  <a:lnTo>
                    <a:pt x="86359" y="0"/>
                  </a:lnTo>
                  <a:close/>
                </a:path>
                <a:path w="199390" h="6350">
                  <a:moveTo>
                    <a:pt x="199390" y="0"/>
                  </a:moveTo>
                  <a:lnTo>
                    <a:pt x="121920" y="0"/>
                  </a:lnTo>
                  <a:lnTo>
                    <a:pt x="121920" y="6350"/>
                  </a:lnTo>
                  <a:lnTo>
                    <a:pt x="199390" y="6350"/>
                  </a:lnTo>
                  <a:lnTo>
                    <a:pt x="199390" y="0"/>
                  </a:lnTo>
                  <a:close/>
                </a:path>
              </a:pathLst>
            </a:custGeom>
            <a:solidFill>
              <a:srgbClr val="561056"/>
            </a:solidFill>
          </p:spPr>
          <p:txBody>
            <a:bodyPr wrap="square" lIns="0" tIns="0" rIns="0" bIns="0" rtlCol="0"/>
            <a:lstStyle/>
            <a:p/>
          </p:txBody>
        </p:sp>
        <p:sp>
          <p:nvSpPr>
            <p:cNvPr id="2391" name="object 2391"/>
            <p:cNvSpPr/>
            <p:nvPr/>
          </p:nvSpPr>
          <p:spPr>
            <a:xfrm>
              <a:off x="7221220" y="1502409"/>
              <a:ext cx="198120" cy="7620"/>
            </a:xfrm>
            <a:custGeom>
              <a:avLst/>
              <a:gdLst/>
              <a:ahLst/>
              <a:cxnLst/>
              <a:rect l="l" t="t" r="r" b="b"/>
              <a:pathLst>
                <a:path w="198120" h="7619">
                  <a:moveTo>
                    <a:pt x="86359" y="0"/>
                  </a:moveTo>
                  <a:lnTo>
                    <a:pt x="0" y="0"/>
                  </a:lnTo>
                  <a:lnTo>
                    <a:pt x="0" y="7619"/>
                  </a:lnTo>
                  <a:lnTo>
                    <a:pt x="87629" y="7619"/>
                  </a:lnTo>
                  <a:lnTo>
                    <a:pt x="87629" y="1269"/>
                  </a:lnTo>
                  <a:lnTo>
                    <a:pt x="86359" y="1269"/>
                  </a:lnTo>
                  <a:lnTo>
                    <a:pt x="86359" y="0"/>
                  </a:lnTo>
                  <a:close/>
                </a:path>
                <a:path w="198120" h="7619">
                  <a:moveTo>
                    <a:pt x="198120" y="0"/>
                  </a:moveTo>
                  <a:lnTo>
                    <a:pt x="120650" y="0"/>
                  </a:lnTo>
                  <a:lnTo>
                    <a:pt x="120650" y="2539"/>
                  </a:lnTo>
                  <a:lnTo>
                    <a:pt x="119379" y="2539"/>
                  </a:lnTo>
                  <a:lnTo>
                    <a:pt x="119379" y="7619"/>
                  </a:lnTo>
                  <a:lnTo>
                    <a:pt x="196850" y="7619"/>
                  </a:lnTo>
                  <a:lnTo>
                    <a:pt x="196850" y="3810"/>
                  </a:lnTo>
                  <a:lnTo>
                    <a:pt x="198120" y="3810"/>
                  </a:lnTo>
                  <a:lnTo>
                    <a:pt x="198120" y="0"/>
                  </a:lnTo>
                  <a:close/>
                </a:path>
              </a:pathLst>
            </a:custGeom>
            <a:solidFill>
              <a:srgbClr val="580F58"/>
            </a:solidFill>
          </p:spPr>
          <p:txBody>
            <a:bodyPr wrap="square" lIns="0" tIns="0" rIns="0" bIns="0" rtlCol="0"/>
            <a:lstStyle/>
            <a:p/>
          </p:txBody>
        </p:sp>
        <p:sp>
          <p:nvSpPr>
            <p:cNvPr id="2392" name="object 2392"/>
            <p:cNvSpPr/>
            <p:nvPr/>
          </p:nvSpPr>
          <p:spPr>
            <a:xfrm>
              <a:off x="7221220" y="1510029"/>
              <a:ext cx="196850" cy="7620"/>
            </a:xfrm>
            <a:custGeom>
              <a:avLst/>
              <a:gdLst/>
              <a:ahLst/>
              <a:cxnLst/>
              <a:rect l="l" t="t" r="r" b="b"/>
              <a:pathLst>
                <a:path w="196850" h="7619">
                  <a:moveTo>
                    <a:pt x="90170" y="3810"/>
                  </a:moveTo>
                  <a:lnTo>
                    <a:pt x="88900" y="3810"/>
                  </a:lnTo>
                  <a:lnTo>
                    <a:pt x="88900" y="2540"/>
                  </a:lnTo>
                  <a:lnTo>
                    <a:pt x="88900" y="0"/>
                  </a:lnTo>
                  <a:lnTo>
                    <a:pt x="0" y="0"/>
                  </a:lnTo>
                  <a:lnTo>
                    <a:pt x="0" y="2540"/>
                  </a:lnTo>
                  <a:lnTo>
                    <a:pt x="1270" y="2540"/>
                  </a:lnTo>
                  <a:lnTo>
                    <a:pt x="1270" y="3810"/>
                  </a:lnTo>
                  <a:lnTo>
                    <a:pt x="1270" y="7620"/>
                  </a:lnTo>
                  <a:lnTo>
                    <a:pt x="90170" y="7620"/>
                  </a:lnTo>
                  <a:lnTo>
                    <a:pt x="90170" y="3810"/>
                  </a:lnTo>
                  <a:close/>
                </a:path>
                <a:path w="196850" h="7619">
                  <a:moveTo>
                    <a:pt x="196850" y="0"/>
                  </a:moveTo>
                  <a:lnTo>
                    <a:pt x="119380" y="0"/>
                  </a:lnTo>
                  <a:lnTo>
                    <a:pt x="119380" y="2540"/>
                  </a:lnTo>
                  <a:lnTo>
                    <a:pt x="118110" y="2540"/>
                  </a:lnTo>
                  <a:lnTo>
                    <a:pt x="118110" y="5080"/>
                  </a:lnTo>
                  <a:lnTo>
                    <a:pt x="116840" y="5080"/>
                  </a:lnTo>
                  <a:lnTo>
                    <a:pt x="116840" y="7620"/>
                  </a:lnTo>
                  <a:lnTo>
                    <a:pt x="196850" y="7620"/>
                  </a:lnTo>
                  <a:lnTo>
                    <a:pt x="196850" y="5080"/>
                  </a:lnTo>
                  <a:lnTo>
                    <a:pt x="196850" y="2540"/>
                  </a:lnTo>
                  <a:lnTo>
                    <a:pt x="196850" y="0"/>
                  </a:lnTo>
                  <a:close/>
                </a:path>
              </a:pathLst>
            </a:custGeom>
            <a:solidFill>
              <a:srgbClr val="590E59"/>
            </a:solidFill>
          </p:spPr>
          <p:txBody>
            <a:bodyPr wrap="square" lIns="0" tIns="0" rIns="0" bIns="0" rtlCol="0"/>
            <a:lstStyle/>
            <a:p/>
          </p:txBody>
        </p:sp>
        <p:sp>
          <p:nvSpPr>
            <p:cNvPr id="2393" name="object 2393"/>
            <p:cNvSpPr/>
            <p:nvPr/>
          </p:nvSpPr>
          <p:spPr>
            <a:xfrm>
              <a:off x="7222490" y="1517649"/>
              <a:ext cx="195580" cy="6350"/>
            </a:xfrm>
            <a:custGeom>
              <a:avLst/>
              <a:gdLst/>
              <a:ahLst/>
              <a:cxnLst/>
              <a:rect l="l" t="t" r="r" b="b"/>
              <a:pathLst>
                <a:path w="195579" h="6350">
                  <a:moveTo>
                    <a:pt x="95250" y="5080"/>
                  </a:moveTo>
                  <a:lnTo>
                    <a:pt x="92710" y="5080"/>
                  </a:lnTo>
                  <a:lnTo>
                    <a:pt x="92710" y="3810"/>
                  </a:lnTo>
                  <a:lnTo>
                    <a:pt x="91440" y="3810"/>
                  </a:lnTo>
                  <a:lnTo>
                    <a:pt x="91440" y="1270"/>
                  </a:lnTo>
                  <a:lnTo>
                    <a:pt x="90170" y="1270"/>
                  </a:lnTo>
                  <a:lnTo>
                    <a:pt x="90170" y="0"/>
                  </a:lnTo>
                  <a:lnTo>
                    <a:pt x="0" y="0"/>
                  </a:lnTo>
                  <a:lnTo>
                    <a:pt x="0" y="1270"/>
                  </a:lnTo>
                  <a:lnTo>
                    <a:pt x="0" y="3810"/>
                  </a:lnTo>
                  <a:lnTo>
                    <a:pt x="0" y="5080"/>
                  </a:lnTo>
                  <a:lnTo>
                    <a:pt x="0" y="6350"/>
                  </a:lnTo>
                  <a:lnTo>
                    <a:pt x="95250" y="6350"/>
                  </a:lnTo>
                  <a:lnTo>
                    <a:pt x="95250" y="5080"/>
                  </a:lnTo>
                  <a:close/>
                </a:path>
                <a:path w="195579" h="6350">
                  <a:moveTo>
                    <a:pt x="195580" y="0"/>
                  </a:moveTo>
                  <a:lnTo>
                    <a:pt x="114300" y="0"/>
                  </a:lnTo>
                  <a:lnTo>
                    <a:pt x="114300" y="1270"/>
                  </a:lnTo>
                  <a:lnTo>
                    <a:pt x="113030" y="1270"/>
                  </a:lnTo>
                  <a:lnTo>
                    <a:pt x="113030" y="2540"/>
                  </a:lnTo>
                  <a:lnTo>
                    <a:pt x="111760" y="2540"/>
                  </a:lnTo>
                  <a:lnTo>
                    <a:pt x="111760" y="5080"/>
                  </a:lnTo>
                  <a:lnTo>
                    <a:pt x="110490" y="5080"/>
                  </a:lnTo>
                  <a:lnTo>
                    <a:pt x="110490" y="6350"/>
                  </a:lnTo>
                  <a:lnTo>
                    <a:pt x="194310" y="6350"/>
                  </a:lnTo>
                  <a:lnTo>
                    <a:pt x="194310" y="5080"/>
                  </a:lnTo>
                  <a:lnTo>
                    <a:pt x="194310" y="2540"/>
                  </a:lnTo>
                  <a:lnTo>
                    <a:pt x="194310" y="1270"/>
                  </a:lnTo>
                  <a:lnTo>
                    <a:pt x="195580" y="1270"/>
                  </a:lnTo>
                  <a:lnTo>
                    <a:pt x="195580" y="0"/>
                  </a:lnTo>
                  <a:close/>
                </a:path>
              </a:pathLst>
            </a:custGeom>
            <a:solidFill>
              <a:srgbClr val="5B0E5B"/>
            </a:solidFill>
          </p:spPr>
          <p:txBody>
            <a:bodyPr wrap="square" lIns="0" tIns="0" rIns="0" bIns="0" rtlCol="0"/>
            <a:lstStyle/>
            <a:p/>
          </p:txBody>
        </p:sp>
        <p:sp>
          <p:nvSpPr>
            <p:cNvPr id="2394" name="object 2394"/>
            <p:cNvSpPr/>
            <p:nvPr/>
          </p:nvSpPr>
          <p:spPr>
            <a:xfrm>
              <a:off x="7222490" y="1523999"/>
              <a:ext cx="194310" cy="7620"/>
            </a:xfrm>
            <a:custGeom>
              <a:avLst/>
              <a:gdLst/>
              <a:ahLst/>
              <a:cxnLst/>
              <a:rect l="l" t="t" r="r" b="b"/>
              <a:pathLst>
                <a:path w="194309" h="7619">
                  <a:moveTo>
                    <a:pt x="194310" y="0"/>
                  </a:moveTo>
                  <a:lnTo>
                    <a:pt x="107950" y="0"/>
                  </a:lnTo>
                  <a:lnTo>
                    <a:pt x="107950" y="1270"/>
                  </a:lnTo>
                  <a:lnTo>
                    <a:pt x="106680" y="1270"/>
                  </a:lnTo>
                  <a:lnTo>
                    <a:pt x="106680" y="2540"/>
                  </a:lnTo>
                  <a:lnTo>
                    <a:pt x="104140" y="2540"/>
                  </a:lnTo>
                  <a:lnTo>
                    <a:pt x="104140" y="3810"/>
                  </a:lnTo>
                  <a:lnTo>
                    <a:pt x="100317" y="3810"/>
                  </a:lnTo>
                  <a:lnTo>
                    <a:pt x="100317" y="2540"/>
                  </a:lnTo>
                  <a:lnTo>
                    <a:pt x="99060" y="2540"/>
                  </a:lnTo>
                  <a:lnTo>
                    <a:pt x="99060" y="1270"/>
                  </a:lnTo>
                  <a:lnTo>
                    <a:pt x="96520" y="1270"/>
                  </a:lnTo>
                  <a:lnTo>
                    <a:pt x="96520" y="0"/>
                  </a:lnTo>
                  <a:lnTo>
                    <a:pt x="0" y="0"/>
                  </a:lnTo>
                  <a:lnTo>
                    <a:pt x="0" y="1270"/>
                  </a:lnTo>
                  <a:lnTo>
                    <a:pt x="1270" y="1270"/>
                  </a:lnTo>
                  <a:lnTo>
                    <a:pt x="1270" y="2540"/>
                  </a:lnTo>
                  <a:lnTo>
                    <a:pt x="1270" y="3810"/>
                  </a:lnTo>
                  <a:lnTo>
                    <a:pt x="1270" y="7620"/>
                  </a:lnTo>
                  <a:lnTo>
                    <a:pt x="194310" y="7620"/>
                  </a:lnTo>
                  <a:lnTo>
                    <a:pt x="194310" y="3810"/>
                  </a:lnTo>
                  <a:lnTo>
                    <a:pt x="194310" y="2540"/>
                  </a:lnTo>
                  <a:lnTo>
                    <a:pt x="194310" y="1270"/>
                  </a:lnTo>
                  <a:lnTo>
                    <a:pt x="194310" y="0"/>
                  </a:lnTo>
                  <a:close/>
                </a:path>
              </a:pathLst>
            </a:custGeom>
            <a:solidFill>
              <a:srgbClr val="5C0D5C"/>
            </a:solidFill>
          </p:spPr>
          <p:txBody>
            <a:bodyPr wrap="square" lIns="0" tIns="0" rIns="0" bIns="0" rtlCol="0"/>
            <a:lstStyle/>
            <a:p/>
          </p:txBody>
        </p:sp>
        <p:sp>
          <p:nvSpPr>
            <p:cNvPr id="2395" name="object 2395"/>
            <p:cNvSpPr/>
            <p:nvPr/>
          </p:nvSpPr>
          <p:spPr>
            <a:xfrm>
              <a:off x="7223760" y="1531619"/>
              <a:ext cx="193040" cy="7620"/>
            </a:xfrm>
            <a:custGeom>
              <a:avLst/>
              <a:gdLst/>
              <a:ahLst/>
              <a:cxnLst/>
              <a:rect l="l" t="t" r="r" b="b"/>
              <a:pathLst>
                <a:path w="193040" h="7619">
                  <a:moveTo>
                    <a:pt x="193040" y="0"/>
                  </a:moveTo>
                  <a:lnTo>
                    <a:pt x="0" y="0"/>
                  </a:lnTo>
                  <a:lnTo>
                    <a:pt x="0" y="1270"/>
                  </a:lnTo>
                  <a:lnTo>
                    <a:pt x="0" y="3810"/>
                  </a:lnTo>
                  <a:lnTo>
                    <a:pt x="1270" y="3810"/>
                  </a:lnTo>
                  <a:lnTo>
                    <a:pt x="1270" y="7620"/>
                  </a:lnTo>
                  <a:lnTo>
                    <a:pt x="191770" y="7620"/>
                  </a:lnTo>
                  <a:lnTo>
                    <a:pt x="191770" y="3810"/>
                  </a:lnTo>
                  <a:lnTo>
                    <a:pt x="191770" y="1270"/>
                  </a:lnTo>
                  <a:lnTo>
                    <a:pt x="193040" y="1270"/>
                  </a:lnTo>
                  <a:lnTo>
                    <a:pt x="193040" y="0"/>
                  </a:lnTo>
                  <a:close/>
                </a:path>
              </a:pathLst>
            </a:custGeom>
            <a:solidFill>
              <a:srgbClr val="5D0D5D"/>
            </a:solidFill>
          </p:spPr>
          <p:txBody>
            <a:bodyPr wrap="square" lIns="0" tIns="0" rIns="0" bIns="0" rtlCol="0"/>
            <a:lstStyle/>
            <a:p/>
          </p:txBody>
        </p:sp>
        <p:sp>
          <p:nvSpPr>
            <p:cNvPr id="2396" name="object 2396"/>
            <p:cNvSpPr/>
            <p:nvPr/>
          </p:nvSpPr>
          <p:spPr>
            <a:xfrm>
              <a:off x="7225030" y="1539239"/>
              <a:ext cx="190500" cy="6350"/>
            </a:xfrm>
            <a:custGeom>
              <a:avLst/>
              <a:gdLst/>
              <a:ahLst/>
              <a:cxnLst/>
              <a:rect l="l" t="t" r="r" b="b"/>
              <a:pathLst>
                <a:path w="190500" h="6350">
                  <a:moveTo>
                    <a:pt x="190500" y="0"/>
                  </a:moveTo>
                  <a:lnTo>
                    <a:pt x="0" y="0"/>
                  </a:lnTo>
                  <a:lnTo>
                    <a:pt x="0" y="3810"/>
                  </a:lnTo>
                  <a:lnTo>
                    <a:pt x="1270" y="3810"/>
                  </a:lnTo>
                  <a:lnTo>
                    <a:pt x="1270" y="6350"/>
                  </a:lnTo>
                  <a:lnTo>
                    <a:pt x="190500" y="6350"/>
                  </a:lnTo>
                  <a:lnTo>
                    <a:pt x="190500" y="3810"/>
                  </a:lnTo>
                  <a:lnTo>
                    <a:pt x="190500" y="0"/>
                  </a:lnTo>
                  <a:close/>
                </a:path>
              </a:pathLst>
            </a:custGeom>
            <a:solidFill>
              <a:srgbClr val="5F0C5F"/>
            </a:solidFill>
          </p:spPr>
          <p:txBody>
            <a:bodyPr wrap="square" lIns="0" tIns="0" rIns="0" bIns="0" rtlCol="0"/>
            <a:lstStyle/>
            <a:p/>
          </p:txBody>
        </p:sp>
        <p:sp>
          <p:nvSpPr>
            <p:cNvPr id="2397" name="object 2397"/>
            <p:cNvSpPr/>
            <p:nvPr/>
          </p:nvSpPr>
          <p:spPr>
            <a:xfrm>
              <a:off x="7226300" y="1545589"/>
              <a:ext cx="187960" cy="7620"/>
            </a:xfrm>
            <a:custGeom>
              <a:avLst/>
              <a:gdLst/>
              <a:ahLst/>
              <a:cxnLst/>
              <a:rect l="l" t="t" r="r" b="b"/>
              <a:pathLst>
                <a:path w="187959" h="7619">
                  <a:moveTo>
                    <a:pt x="187960" y="0"/>
                  </a:moveTo>
                  <a:lnTo>
                    <a:pt x="0" y="0"/>
                  </a:lnTo>
                  <a:lnTo>
                    <a:pt x="0" y="5080"/>
                  </a:lnTo>
                  <a:lnTo>
                    <a:pt x="1270" y="5080"/>
                  </a:lnTo>
                  <a:lnTo>
                    <a:pt x="1270" y="7620"/>
                  </a:lnTo>
                  <a:lnTo>
                    <a:pt x="187960" y="7620"/>
                  </a:lnTo>
                  <a:lnTo>
                    <a:pt x="187960" y="5080"/>
                  </a:lnTo>
                  <a:lnTo>
                    <a:pt x="187960" y="0"/>
                  </a:lnTo>
                  <a:close/>
                </a:path>
              </a:pathLst>
            </a:custGeom>
            <a:solidFill>
              <a:srgbClr val="600C60"/>
            </a:solidFill>
          </p:spPr>
          <p:txBody>
            <a:bodyPr wrap="square" lIns="0" tIns="0" rIns="0" bIns="0" rtlCol="0"/>
            <a:lstStyle/>
            <a:p/>
          </p:txBody>
        </p:sp>
        <p:sp>
          <p:nvSpPr>
            <p:cNvPr id="2398" name="object 2398"/>
            <p:cNvSpPr/>
            <p:nvPr/>
          </p:nvSpPr>
          <p:spPr>
            <a:xfrm>
              <a:off x="7227570" y="1553209"/>
              <a:ext cx="186690" cy="7620"/>
            </a:xfrm>
            <a:custGeom>
              <a:avLst/>
              <a:gdLst/>
              <a:ahLst/>
              <a:cxnLst/>
              <a:rect l="l" t="t" r="r" b="b"/>
              <a:pathLst>
                <a:path w="186690" h="7619">
                  <a:moveTo>
                    <a:pt x="186690" y="0"/>
                  </a:moveTo>
                  <a:lnTo>
                    <a:pt x="0" y="0"/>
                  </a:lnTo>
                  <a:lnTo>
                    <a:pt x="0" y="2540"/>
                  </a:lnTo>
                  <a:lnTo>
                    <a:pt x="0" y="6350"/>
                  </a:lnTo>
                  <a:lnTo>
                    <a:pt x="1270" y="6350"/>
                  </a:lnTo>
                  <a:lnTo>
                    <a:pt x="1270" y="7620"/>
                  </a:lnTo>
                  <a:lnTo>
                    <a:pt x="185420" y="7620"/>
                  </a:lnTo>
                  <a:lnTo>
                    <a:pt x="185420" y="6350"/>
                  </a:lnTo>
                  <a:lnTo>
                    <a:pt x="185420" y="2540"/>
                  </a:lnTo>
                  <a:lnTo>
                    <a:pt x="186690" y="2540"/>
                  </a:lnTo>
                  <a:lnTo>
                    <a:pt x="186690" y="0"/>
                  </a:lnTo>
                  <a:close/>
                </a:path>
              </a:pathLst>
            </a:custGeom>
            <a:solidFill>
              <a:srgbClr val="620B62"/>
            </a:solidFill>
          </p:spPr>
          <p:txBody>
            <a:bodyPr wrap="square" lIns="0" tIns="0" rIns="0" bIns="0" rtlCol="0"/>
            <a:lstStyle/>
            <a:p/>
          </p:txBody>
        </p:sp>
        <p:sp>
          <p:nvSpPr>
            <p:cNvPr id="2399" name="object 2399"/>
            <p:cNvSpPr/>
            <p:nvPr/>
          </p:nvSpPr>
          <p:spPr>
            <a:xfrm>
              <a:off x="7228840" y="1560829"/>
              <a:ext cx="184150" cy="6350"/>
            </a:xfrm>
            <a:custGeom>
              <a:avLst/>
              <a:gdLst/>
              <a:ahLst/>
              <a:cxnLst/>
              <a:rect l="l" t="t" r="r" b="b"/>
              <a:pathLst>
                <a:path w="184150" h="6350">
                  <a:moveTo>
                    <a:pt x="184150" y="0"/>
                  </a:moveTo>
                  <a:lnTo>
                    <a:pt x="0" y="0"/>
                  </a:lnTo>
                  <a:lnTo>
                    <a:pt x="0" y="1270"/>
                  </a:lnTo>
                  <a:lnTo>
                    <a:pt x="0" y="6350"/>
                  </a:lnTo>
                  <a:lnTo>
                    <a:pt x="182880" y="6350"/>
                  </a:lnTo>
                  <a:lnTo>
                    <a:pt x="182880" y="1270"/>
                  </a:lnTo>
                  <a:lnTo>
                    <a:pt x="184150" y="1270"/>
                  </a:lnTo>
                  <a:lnTo>
                    <a:pt x="184150" y="0"/>
                  </a:lnTo>
                  <a:close/>
                </a:path>
              </a:pathLst>
            </a:custGeom>
            <a:solidFill>
              <a:srgbClr val="630A63"/>
            </a:solidFill>
          </p:spPr>
          <p:txBody>
            <a:bodyPr wrap="square" lIns="0" tIns="0" rIns="0" bIns="0" rtlCol="0"/>
            <a:lstStyle/>
            <a:p/>
          </p:txBody>
        </p:sp>
        <p:sp>
          <p:nvSpPr>
            <p:cNvPr id="2400" name="object 2400"/>
            <p:cNvSpPr/>
            <p:nvPr/>
          </p:nvSpPr>
          <p:spPr>
            <a:xfrm>
              <a:off x="7228840" y="1567179"/>
              <a:ext cx="182880" cy="7620"/>
            </a:xfrm>
            <a:custGeom>
              <a:avLst/>
              <a:gdLst/>
              <a:ahLst/>
              <a:cxnLst/>
              <a:rect l="l" t="t" r="r" b="b"/>
              <a:pathLst>
                <a:path w="182879" h="7619">
                  <a:moveTo>
                    <a:pt x="182880" y="0"/>
                  </a:moveTo>
                  <a:lnTo>
                    <a:pt x="0" y="0"/>
                  </a:lnTo>
                  <a:lnTo>
                    <a:pt x="0" y="1270"/>
                  </a:lnTo>
                  <a:lnTo>
                    <a:pt x="0" y="2540"/>
                  </a:lnTo>
                  <a:lnTo>
                    <a:pt x="1270" y="2540"/>
                  </a:lnTo>
                  <a:lnTo>
                    <a:pt x="1270" y="7620"/>
                  </a:lnTo>
                  <a:lnTo>
                    <a:pt x="181610" y="7620"/>
                  </a:lnTo>
                  <a:lnTo>
                    <a:pt x="181610" y="2540"/>
                  </a:lnTo>
                  <a:lnTo>
                    <a:pt x="181610" y="1270"/>
                  </a:lnTo>
                  <a:lnTo>
                    <a:pt x="182880" y="1270"/>
                  </a:lnTo>
                  <a:lnTo>
                    <a:pt x="182880" y="0"/>
                  </a:lnTo>
                  <a:close/>
                </a:path>
              </a:pathLst>
            </a:custGeom>
            <a:solidFill>
              <a:srgbClr val="660A66"/>
            </a:solidFill>
          </p:spPr>
          <p:txBody>
            <a:bodyPr wrap="square" lIns="0" tIns="0" rIns="0" bIns="0" rtlCol="0"/>
            <a:lstStyle/>
            <a:p/>
          </p:txBody>
        </p:sp>
        <p:sp>
          <p:nvSpPr>
            <p:cNvPr id="2401" name="object 2401"/>
            <p:cNvSpPr/>
            <p:nvPr/>
          </p:nvSpPr>
          <p:spPr>
            <a:xfrm>
              <a:off x="7230110" y="1574799"/>
              <a:ext cx="179070" cy="7620"/>
            </a:xfrm>
            <a:custGeom>
              <a:avLst/>
              <a:gdLst/>
              <a:ahLst/>
              <a:cxnLst/>
              <a:rect l="l" t="t" r="r" b="b"/>
              <a:pathLst>
                <a:path w="179070" h="7619">
                  <a:moveTo>
                    <a:pt x="179070" y="0"/>
                  </a:moveTo>
                  <a:lnTo>
                    <a:pt x="0" y="0"/>
                  </a:lnTo>
                  <a:lnTo>
                    <a:pt x="0" y="2540"/>
                  </a:lnTo>
                  <a:lnTo>
                    <a:pt x="1270" y="2540"/>
                  </a:lnTo>
                  <a:lnTo>
                    <a:pt x="1270" y="6350"/>
                  </a:lnTo>
                  <a:lnTo>
                    <a:pt x="1270" y="7620"/>
                  </a:lnTo>
                  <a:lnTo>
                    <a:pt x="177800" y="7620"/>
                  </a:lnTo>
                  <a:lnTo>
                    <a:pt x="177800" y="6350"/>
                  </a:lnTo>
                  <a:lnTo>
                    <a:pt x="179070" y="6350"/>
                  </a:lnTo>
                  <a:lnTo>
                    <a:pt x="179070" y="2540"/>
                  </a:lnTo>
                  <a:lnTo>
                    <a:pt x="179070" y="0"/>
                  </a:lnTo>
                  <a:close/>
                </a:path>
              </a:pathLst>
            </a:custGeom>
            <a:solidFill>
              <a:srgbClr val="660966"/>
            </a:solidFill>
          </p:spPr>
          <p:txBody>
            <a:bodyPr wrap="square" lIns="0" tIns="0" rIns="0" bIns="0" rtlCol="0"/>
            <a:lstStyle/>
            <a:p/>
          </p:txBody>
        </p:sp>
        <p:sp>
          <p:nvSpPr>
            <p:cNvPr id="2402" name="object 2402"/>
            <p:cNvSpPr/>
            <p:nvPr/>
          </p:nvSpPr>
          <p:spPr>
            <a:xfrm>
              <a:off x="7232650" y="1582419"/>
              <a:ext cx="175260" cy="6350"/>
            </a:xfrm>
            <a:custGeom>
              <a:avLst/>
              <a:gdLst/>
              <a:ahLst/>
              <a:cxnLst/>
              <a:rect l="l" t="t" r="r" b="b"/>
              <a:pathLst>
                <a:path w="175259" h="6350">
                  <a:moveTo>
                    <a:pt x="175260" y="0"/>
                  </a:moveTo>
                  <a:lnTo>
                    <a:pt x="0" y="0"/>
                  </a:lnTo>
                  <a:lnTo>
                    <a:pt x="0" y="5080"/>
                  </a:lnTo>
                  <a:lnTo>
                    <a:pt x="1270" y="5080"/>
                  </a:lnTo>
                  <a:lnTo>
                    <a:pt x="1270" y="6350"/>
                  </a:lnTo>
                  <a:lnTo>
                    <a:pt x="173990" y="6350"/>
                  </a:lnTo>
                  <a:lnTo>
                    <a:pt x="173990" y="5080"/>
                  </a:lnTo>
                  <a:lnTo>
                    <a:pt x="175260" y="5080"/>
                  </a:lnTo>
                  <a:lnTo>
                    <a:pt x="175260" y="0"/>
                  </a:lnTo>
                  <a:close/>
                </a:path>
              </a:pathLst>
            </a:custGeom>
            <a:solidFill>
              <a:srgbClr val="670967"/>
            </a:solidFill>
          </p:spPr>
          <p:txBody>
            <a:bodyPr wrap="square" lIns="0" tIns="0" rIns="0" bIns="0" rtlCol="0"/>
            <a:lstStyle/>
            <a:p/>
          </p:txBody>
        </p:sp>
        <p:sp>
          <p:nvSpPr>
            <p:cNvPr id="2403" name="object 2403"/>
            <p:cNvSpPr/>
            <p:nvPr/>
          </p:nvSpPr>
          <p:spPr>
            <a:xfrm>
              <a:off x="7233920" y="1588769"/>
              <a:ext cx="172720" cy="7620"/>
            </a:xfrm>
            <a:custGeom>
              <a:avLst/>
              <a:gdLst/>
              <a:ahLst/>
              <a:cxnLst/>
              <a:rect l="l" t="t" r="r" b="b"/>
              <a:pathLst>
                <a:path w="172720" h="7619">
                  <a:moveTo>
                    <a:pt x="172720" y="0"/>
                  </a:moveTo>
                  <a:lnTo>
                    <a:pt x="0" y="0"/>
                  </a:lnTo>
                  <a:lnTo>
                    <a:pt x="0" y="3810"/>
                  </a:lnTo>
                  <a:lnTo>
                    <a:pt x="1270" y="3810"/>
                  </a:lnTo>
                  <a:lnTo>
                    <a:pt x="1270" y="5080"/>
                  </a:lnTo>
                  <a:lnTo>
                    <a:pt x="1270" y="7620"/>
                  </a:lnTo>
                  <a:lnTo>
                    <a:pt x="171450" y="7620"/>
                  </a:lnTo>
                  <a:lnTo>
                    <a:pt x="171450" y="5080"/>
                  </a:lnTo>
                  <a:lnTo>
                    <a:pt x="172720" y="5080"/>
                  </a:lnTo>
                  <a:lnTo>
                    <a:pt x="172720" y="3810"/>
                  </a:lnTo>
                  <a:lnTo>
                    <a:pt x="172720" y="0"/>
                  </a:lnTo>
                  <a:close/>
                </a:path>
              </a:pathLst>
            </a:custGeom>
            <a:solidFill>
              <a:srgbClr val="690869"/>
            </a:solidFill>
          </p:spPr>
          <p:txBody>
            <a:bodyPr wrap="square" lIns="0" tIns="0" rIns="0" bIns="0" rtlCol="0"/>
            <a:lstStyle/>
            <a:p/>
          </p:txBody>
        </p:sp>
        <p:sp>
          <p:nvSpPr>
            <p:cNvPr id="2404" name="object 2404"/>
            <p:cNvSpPr/>
            <p:nvPr/>
          </p:nvSpPr>
          <p:spPr>
            <a:xfrm>
              <a:off x="7235190" y="1596389"/>
              <a:ext cx="170180" cy="7620"/>
            </a:xfrm>
            <a:custGeom>
              <a:avLst/>
              <a:gdLst/>
              <a:ahLst/>
              <a:cxnLst/>
              <a:rect l="l" t="t" r="r" b="b"/>
              <a:pathLst>
                <a:path w="170179" h="7619">
                  <a:moveTo>
                    <a:pt x="168910" y="2552"/>
                  </a:moveTo>
                  <a:lnTo>
                    <a:pt x="1270" y="2552"/>
                  </a:lnTo>
                  <a:lnTo>
                    <a:pt x="1270" y="7620"/>
                  </a:lnTo>
                  <a:lnTo>
                    <a:pt x="168910" y="7620"/>
                  </a:lnTo>
                  <a:lnTo>
                    <a:pt x="168910" y="2552"/>
                  </a:lnTo>
                  <a:close/>
                </a:path>
                <a:path w="170179" h="7619">
                  <a:moveTo>
                    <a:pt x="170180" y="0"/>
                  </a:moveTo>
                  <a:lnTo>
                    <a:pt x="0" y="0"/>
                  </a:lnTo>
                  <a:lnTo>
                    <a:pt x="0" y="2540"/>
                  </a:lnTo>
                  <a:lnTo>
                    <a:pt x="170180" y="2540"/>
                  </a:lnTo>
                  <a:lnTo>
                    <a:pt x="170180" y="0"/>
                  </a:lnTo>
                  <a:close/>
                </a:path>
              </a:pathLst>
            </a:custGeom>
            <a:solidFill>
              <a:srgbClr val="6A086A"/>
            </a:solidFill>
          </p:spPr>
          <p:txBody>
            <a:bodyPr wrap="square" lIns="0" tIns="0" rIns="0" bIns="0" rtlCol="0"/>
            <a:lstStyle/>
            <a:p/>
          </p:txBody>
        </p:sp>
        <p:sp>
          <p:nvSpPr>
            <p:cNvPr id="2405" name="object 2405"/>
            <p:cNvSpPr/>
            <p:nvPr/>
          </p:nvSpPr>
          <p:spPr>
            <a:xfrm>
              <a:off x="7236460" y="1604009"/>
              <a:ext cx="166370" cy="6350"/>
            </a:xfrm>
            <a:custGeom>
              <a:avLst/>
              <a:gdLst/>
              <a:ahLst/>
              <a:cxnLst/>
              <a:rect l="l" t="t" r="r" b="b"/>
              <a:pathLst>
                <a:path w="166370" h="6350">
                  <a:moveTo>
                    <a:pt x="166370" y="0"/>
                  </a:moveTo>
                  <a:lnTo>
                    <a:pt x="0" y="0"/>
                  </a:lnTo>
                  <a:lnTo>
                    <a:pt x="0" y="1270"/>
                  </a:lnTo>
                  <a:lnTo>
                    <a:pt x="1270" y="1270"/>
                  </a:lnTo>
                  <a:lnTo>
                    <a:pt x="1270" y="3810"/>
                  </a:lnTo>
                  <a:lnTo>
                    <a:pt x="1270" y="6350"/>
                  </a:lnTo>
                  <a:lnTo>
                    <a:pt x="165100" y="6350"/>
                  </a:lnTo>
                  <a:lnTo>
                    <a:pt x="165100" y="3810"/>
                  </a:lnTo>
                  <a:lnTo>
                    <a:pt x="166370" y="3810"/>
                  </a:lnTo>
                  <a:lnTo>
                    <a:pt x="166370" y="1270"/>
                  </a:lnTo>
                  <a:lnTo>
                    <a:pt x="166370" y="0"/>
                  </a:lnTo>
                  <a:close/>
                </a:path>
              </a:pathLst>
            </a:custGeom>
            <a:solidFill>
              <a:srgbClr val="6C076C"/>
            </a:solidFill>
          </p:spPr>
          <p:txBody>
            <a:bodyPr wrap="square" lIns="0" tIns="0" rIns="0" bIns="0" rtlCol="0"/>
            <a:lstStyle/>
            <a:p/>
          </p:txBody>
        </p:sp>
        <p:sp>
          <p:nvSpPr>
            <p:cNvPr id="2406" name="object 2406"/>
            <p:cNvSpPr/>
            <p:nvPr/>
          </p:nvSpPr>
          <p:spPr>
            <a:xfrm>
              <a:off x="7239000" y="1610359"/>
              <a:ext cx="162560" cy="7620"/>
            </a:xfrm>
            <a:custGeom>
              <a:avLst/>
              <a:gdLst/>
              <a:ahLst/>
              <a:cxnLst/>
              <a:rect l="l" t="t" r="r" b="b"/>
              <a:pathLst>
                <a:path w="162559" h="7619">
                  <a:moveTo>
                    <a:pt x="162560" y="0"/>
                  </a:moveTo>
                  <a:lnTo>
                    <a:pt x="0" y="0"/>
                  </a:lnTo>
                  <a:lnTo>
                    <a:pt x="0" y="1270"/>
                  </a:lnTo>
                  <a:lnTo>
                    <a:pt x="0" y="3810"/>
                  </a:lnTo>
                  <a:lnTo>
                    <a:pt x="1270" y="3810"/>
                  </a:lnTo>
                  <a:lnTo>
                    <a:pt x="1270" y="5080"/>
                  </a:lnTo>
                  <a:lnTo>
                    <a:pt x="1270" y="7620"/>
                  </a:lnTo>
                  <a:lnTo>
                    <a:pt x="160020" y="7620"/>
                  </a:lnTo>
                  <a:lnTo>
                    <a:pt x="160020" y="5080"/>
                  </a:lnTo>
                  <a:lnTo>
                    <a:pt x="161290" y="5080"/>
                  </a:lnTo>
                  <a:lnTo>
                    <a:pt x="161290" y="3810"/>
                  </a:lnTo>
                  <a:lnTo>
                    <a:pt x="161290" y="1270"/>
                  </a:lnTo>
                  <a:lnTo>
                    <a:pt x="162560" y="1270"/>
                  </a:lnTo>
                  <a:lnTo>
                    <a:pt x="162560" y="0"/>
                  </a:lnTo>
                  <a:close/>
                </a:path>
              </a:pathLst>
            </a:custGeom>
            <a:solidFill>
              <a:srgbClr val="6D066D"/>
            </a:solidFill>
          </p:spPr>
          <p:txBody>
            <a:bodyPr wrap="square" lIns="0" tIns="0" rIns="0" bIns="0" rtlCol="0"/>
            <a:lstStyle/>
            <a:p/>
          </p:txBody>
        </p:sp>
        <p:sp>
          <p:nvSpPr>
            <p:cNvPr id="2407" name="object 2407"/>
            <p:cNvSpPr/>
            <p:nvPr/>
          </p:nvSpPr>
          <p:spPr>
            <a:xfrm>
              <a:off x="7241540" y="1617992"/>
              <a:ext cx="156210" cy="7620"/>
            </a:xfrm>
            <a:custGeom>
              <a:avLst/>
              <a:gdLst/>
              <a:ahLst/>
              <a:cxnLst/>
              <a:rect l="l" t="t" r="r" b="b"/>
              <a:pathLst>
                <a:path w="156209" h="7619">
                  <a:moveTo>
                    <a:pt x="156210" y="0"/>
                  </a:moveTo>
                  <a:lnTo>
                    <a:pt x="0" y="0"/>
                  </a:lnTo>
                  <a:lnTo>
                    <a:pt x="0" y="3810"/>
                  </a:lnTo>
                  <a:lnTo>
                    <a:pt x="1270" y="3810"/>
                  </a:lnTo>
                  <a:lnTo>
                    <a:pt x="1270" y="7607"/>
                  </a:lnTo>
                  <a:lnTo>
                    <a:pt x="154940" y="7607"/>
                  </a:lnTo>
                  <a:lnTo>
                    <a:pt x="154940" y="3810"/>
                  </a:lnTo>
                  <a:lnTo>
                    <a:pt x="156210" y="3810"/>
                  </a:lnTo>
                  <a:lnTo>
                    <a:pt x="156210" y="0"/>
                  </a:lnTo>
                  <a:close/>
                </a:path>
              </a:pathLst>
            </a:custGeom>
            <a:solidFill>
              <a:srgbClr val="6F066F"/>
            </a:solidFill>
          </p:spPr>
          <p:txBody>
            <a:bodyPr wrap="square" lIns="0" tIns="0" rIns="0" bIns="0" rtlCol="0"/>
            <a:lstStyle/>
            <a:p/>
          </p:txBody>
        </p:sp>
        <p:sp>
          <p:nvSpPr>
            <p:cNvPr id="2408" name="object 2408"/>
            <p:cNvSpPr/>
            <p:nvPr/>
          </p:nvSpPr>
          <p:spPr>
            <a:xfrm>
              <a:off x="7244080" y="1625599"/>
              <a:ext cx="151130" cy="6350"/>
            </a:xfrm>
            <a:custGeom>
              <a:avLst/>
              <a:gdLst/>
              <a:ahLst/>
              <a:cxnLst/>
              <a:rect l="l" t="t" r="r" b="b"/>
              <a:pathLst>
                <a:path w="151129" h="6350">
                  <a:moveTo>
                    <a:pt x="151130" y="0"/>
                  </a:moveTo>
                  <a:lnTo>
                    <a:pt x="0" y="0"/>
                  </a:lnTo>
                  <a:lnTo>
                    <a:pt x="0" y="2540"/>
                  </a:lnTo>
                  <a:lnTo>
                    <a:pt x="0" y="3810"/>
                  </a:lnTo>
                  <a:lnTo>
                    <a:pt x="1270" y="3810"/>
                  </a:lnTo>
                  <a:lnTo>
                    <a:pt x="1270" y="6350"/>
                  </a:lnTo>
                  <a:lnTo>
                    <a:pt x="149860" y="6350"/>
                  </a:lnTo>
                  <a:lnTo>
                    <a:pt x="149860" y="3810"/>
                  </a:lnTo>
                  <a:lnTo>
                    <a:pt x="149847" y="2540"/>
                  </a:lnTo>
                  <a:lnTo>
                    <a:pt x="151130" y="2540"/>
                  </a:lnTo>
                  <a:lnTo>
                    <a:pt x="151130" y="0"/>
                  </a:lnTo>
                  <a:close/>
                </a:path>
              </a:pathLst>
            </a:custGeom>
            <a:solidFill>
              <a:srgbClr val="700570"/>
            </a:solidFill>
          </p:spPr>
          <p:txBody>
            <a:bodyPr wrap="square" lIns="0" tIns="0" rIns="0" bIns="0" rtlCol="0"/>
            <a:lstStyle/>
            <a:p/>
          </p:txBody>
        </p:sp>
        <p:sp>
          <p:nvSpPr>
            <p:cNvPr id="2409" name="object 2409"/>
            <p:cNvSpPr/>
            <p:nvPr/>
          </p:nvSpPr>
          <p:spPr>
            <a:xfrm>
              <a:off x="7245350" y="1631949"/>
              <a:ext cx="147320" cy="7620"/>
            </a:xfrm>
            <a:custGeom>
              <a:avLst/>
              <a:gdLst/>
              <a:ahLst/>
              <a:cxnLst/>
              <a:rect l="l" t="t" r="r" b="b"/>
              <a:pathLst>
                <a:path w="147320" h="7619">
                  <a:moveTo>
                    <a:pt x="147320" y="0"/>
                  </a:moveTo>
                  <a:lnTo>
                    <a:pt x="0" y="0"/>
                  </a:lnTo>
                  <a:lnTo>
                    <a:pt x="0" y="1270"/>
                  </a:lnTo>
                  <a:lnTo>
                    <a:pt x="1270" y="1270"/>
                  </a:lnTo>
                  <a:lnTo>
                    <a:pt x="1270" y="3810"/>
                  </a:lnTo>
                  <a:lnTo>
                    <a:pt x="1270" y="5080"/>
                  </a:lnTo>
                  <a:lnTo>
                    <a:pt x="2540" y="5080"/>
                  </a:lnTo>
                  <a:lnTo>
                    <a:pt x="2540" y="6350"/>
                  </a:lnTo>
                  <a:lnTo>
                    <a:pt x="2540" y="7620"/>
                  </a:lnTo>
                  <a:lnTo>
                    <a:pt x="144780" y="7620"/>
                  </a:lnTo>
                  <a:lnTo>
                    <a:pt x="144780" y="6350"/>
                  </a:lnTo>
                  <a:lnTo>
                    <a:pt x="146050" y="6350"/>
                  </a:lnTo>
                  <a:lnTo>
                    <a:pt x="146050" y="5080"/>
                  </a:lnTo>
                  <a:lnTo>
                    <a:pt x="146050" y="3810"/>
                  </a:lnTo>
                  <a:lnTo>
                    <a:pt x="147320" y="3810"/>
                  </a:lnTo>
                  <a:lnTo>
                    <a:pt x="147320" y="1270"/>
                  </a:lnTo>
                  <a:lnTo>
                    <a:pt x="147320" y="0"/>
                  </a:lnTo>
                  <a:close/>
                </a:path>
              </a:pathLst>
            </a:custGeom>
            <a:solidFill>
              <a:srgbClr val="720572"/>
            </a:solidFill>
          </p:spPr>
          <p:txBody>
            <a:bodyPr wrap="square" lIns="0" tIns="0" rIns="0" bIns="0" rtlCol="0"/>
            <a:lstStyle/>
            <a:p/>
          </p:txBody>
        </p:sp>
        <p:sp>
          <p:nvSpPr>
            <p:cNvPr id="2410" name="object 2410"/>
            <p:cNvSpPr/>
            <p:nvPr/>
          </p:nvSpPr>
          <p:spPr>
            <a:xfrm>
              <a:off x="7249160" y="1639569"/>
              <a:ext cx="140970" cy="7620"/>
            </a:xfrm>
            <a:custGeom>
              <a:avLst/>
              <a:gdLst/>
              <a:ahLst/>
              <a:cxnLst/>
              <a:rect l="l" t="t" r="r" b="b"/>
              <a:pathLst>
                <a:path w="140970" h="7619">
                  <a:moveTo>
                    <a:pt x="140970" y="0"/>
                  </a:moveTo>
                  <a:lnTo>
                    <a:pt x="0" y="0"/>
                  </a:lnTo>
                  <a:lnTo>
                    <a:pt x="0" y="1270"/>
                  </a:lnTo>
                  <a:lnTo>
                    <a:pt x="0" y="2540"/>
                  </a:lnTo>
                  <a:lnTo>
                    <a:pt x="1270" y="2540"/>
                  </a:lnTo>
                  <a:lnTo>
                    <a:pt x="1270" y="3810"/>
                  </a:lnTo>
                  <a:lnTo>
                    <a:pt x="1270" y="5080"/>
                  </a:lnTo>
                  <a:lnTo>
                    <a:pt x="2540" y="5080"/>
                  </a:lnTo>
                  <a:lnTo>
                    <a:pt x="2540" y="6350"/>
                  </a:lnTo>
                  <a:lnTo>
                    <a:pt x="2540" y="7620"/>
                  </a:lnTo>
                  <a:lnTo>
                    <a:pt x="137160" y="7620"/>
                  </a:lnTo>
                  <a:lnTo>
                    <a:pt x="137160" y="6350"/>
                  </a:lnTo>
                  <a:lnTo>
                    <a:pt x="138430" y="6350"/>
                  </a:lnTo>
                  <a:lnTo>
                    <a:pt x="138430" y="5080"/>
                  </a:lnTo>
                  <a:lnTo>
                    <a:pt x="138417" y="3810"/>
                  </a:lnTo>
                  <a:lnTo>
                    <a:pt x="139700" y="3810"/>
                  </a:lnTo>
                  <a:lnTo>
                    <a:pt x="139700" y="2540"/>
                  </a:lnTo>
                  <a:lnTo>
                    <a:pt x="139700" y="1270"/>
                  </a:lnTo>
                  <a:lnTo>
                    <a:pt x="140970" y="1270"/>
                  </a:lnTo>
                  <a:lnTo>
                    <a:pt x="140970" y="0"/>
                  </a:lnTo>
                  <a:close/>
                </a:path>
              </a:pathLst>
            </a:custGeom>
            <a:solidFill>
              <a:srgbClr val="730473"/>
            </a:solidFill>
          </p:spPr>
          <p:txBody>
            <a:bodyPr wrap="square" lIns="0" tIns="0" rIns="0" bIns="0" rtlCol="0"/>
            <a:lstStyle/>
            <a:p/>
          </p:txBody>
        </p:sp>
        <p:sp>
          <p:nvSpPr>
            <p:cNvPr id="2411" name="object 2411"/>
            <p:cNvSpPr/>
            <p:nvPr/>
          </p:nvSpPr>
          <p:spPr>
            <a:xfrm>
              <a:off x="7252970" y="1647189"/>
              <a:ext cx="133350" cy="6350"/>
            </a:xfrm>
            <a:custGeom>
              <a:avLst/>
              <a:gdLst/>
              <a:ahLst/>
              <a:cxnLst/>
              <a:rect l="l" t="t" r="r" b="b"/>
              <a:pathLst>
                <a:path w="133350" h="6350">
                  <a:moveTo>
                    <a:pt x="133350" y="0"/>
                  </a:moveTo>
                  <a:lnTo>
                    <a:pt x="0" y="0"/>
                  </a:lnTo>
                  <a:lnTo>
                    <a:pt x="0" y="1270"/>
                  </a:lnTo>
                  <a:lnTo>
                    <a:pt x="0" y="2540"/>
                  </a:lnTo>
                  <a:lnTo>
                    <a:pt x="1270" y="2540"/>
                  </a:lnTo>
                  <a:lnTo>
                    <a:pt x="1270" y="3810"/>
                  </a:lnTo>
                  <a:lnTo>
                    <a:pt x="2540" y="3810"/>
                  </a:lnTo>
                  <a:lnTo>
                    <a:pt x="2540" y="5080"/>
                  </a:lnTo>
                  <a:lnTo>
                    <a:pt x="2540" y="6350"/>
                  </a:lnTo>
                  <a:lnTo>
                    <a:pt x="129540" y="6350"/>
                  </a:lnTo>
                  <a:lnTo>
                    <a:pt x="129540" y="5080"/>
                  </a:lnTo>
                  <a:lnTo>
                    <a:pt x="130810" y="5080"/>
                  </a:lnTo>
                  <a:lnTo>
                    <a:pt x="130810" y="3810"/>
                  </a:lnTo>
                  <a:lnTo>
                    <a:pt x="132080" y="3810"/>
                  </a:lnTo>
                  <a:lnTo>
                    <a:pt x="132080" y="2540"/>
                  </a:lnTo>
                  <a:lnTo>
                    <a:pt x="132080" y="1270"/>
                  </a:lnTo>
                  <a:lnTo>
                    <a:pt x="133350" y="1270"/>
                  </a:lnTo>
                  <a:lnTo>
                    <a:pt x="133350" y="0"/>
                  </a:lnTo>
                  <a:close/>
                </a:path>
              </a:pathLst>
            </a:custGeom>
            <a:solidFill>
              <a:srgbClr val="740474"/>
            </a:solidFill>
          </p:spPr>
          <p:txBody>
            <a:bodyPr wrap="square" lIns="0" tIns="0" rIns="0" bIns="0" rtlCol="0"/>
            <a:lstStyle/>
            <a:p/>
          </p:txBody>
        </p:sp>
        <p:sp>
          <p:nvSpPr>
            <p:cNvPr id="2412" name="object 2412"/>
            <p:cNvSpPr/>
            <p:nvPr/>
          </p:nvSpPr>
          <p:spPr>
            <a:xfrm>
              <a:off x="7256780" y="1653539"/>
              <a:ext cx="124460" cy="7620"/>
            </a:xfrm>
            <a:custGeom>
              <a:avLst/>
              <a:gdLst/>
              <a:ahLst/>
              <a:cxnLst/>
              <a:rect l="l" t="t" r="r" b="b"/>
              <a:pathLst>
                <a:path w="124459" h="7619">
                  <a:moveTo>
                    <a:pt x="119380" y="6362"/>
                  </a:moveTo>
                  <a:lnTo>
                    <a:pt x="3810" y="6362"/>
                  </a:lnTo>
                  <a:lnTo>
                    <a:pt x="3810" y="7620"/>
                  </a:lnTo>
                  <a:lnTo>
                    <a:pt x="119380" y="7620"/>
                  </a:lnTo>
                  <a:lnTo>
                    <a:pt x="119380" y="6362"/>
                  </a:lnTo>
                  <a:close/>
                </a:path>
                <a:path w="124459" h="7619">
                  <a:moveTo>
                    <a:pt x="124447" y="0"/>
                  </a:moveTo>
                  <a:lnTo>
                    <a:pt x="0" y="0"/>
                  </a:lnTo>
                  <a:lnTo>
                    <a:pt x="0" y="1270"/>
                  </a:lnTo>
                  <a:lnTo>
                    <a:pt x="0" y="2540"/>
                  </a:lnTo>
                  <a:lnTo>
                    <a:pt x="1270" y="2540"/>
                  </a:lnTo>
                  <a:lnTo>
                    <a:pt x="1270" y="3810"/>
                  </a:lnTo>
                  <a:lnTo>
                    <a:pt x="2540" y="3810"/>
                  </a:lnTo>
                  <a:lnTo>
                    <a:pt x="2540" y="5080"/>
                  </a:lnTo>
                  <a:lnTo>
                    <a:pt x="2540" y="6350"/>
                  </a:lnTo>
                  <a:lnTo>
                    <a:pt x="120650" y="6350"/>
                  </a:lnTo>
                  <a:lnTo>
                    <a:pt x="120650" y="5080"/>
                  </a:lnTo>
                  <a:lnTo>
                    <a:pt x="121920" y="5080"/>
                  </a:lnTo>
                  <a:lnTo>
                    <a:pt x="121920" y="3810"/>
                  </a:lnTo>
                  <a:lnTo>
                    <a:pt x="123190" y="3810"/>
                  </a:lnTo>
                  <a:lnTo>
                    <a:pt x="123190" y="2540"/>
                  </a:lnTo>
                  <a:lnTo>
                    <a:pt x="123190" y="1270"/>
                  </a:lnTo>
                  <a:lnTo>
                    <a:pt x="124447" y="1270"/>
                  </a:lnTo>
                  <a:lnTo>
                    <a:pt x="124447" y="0"/>
                  </a:lnTo>
                  <a:close/>
                </a:path>
              </a:pathLst>
            </a:custGeom>
            <a:solidFill>
              <a:srgbClr val="760376"/>
            </a:solidFill>
          </p:spPr>
          <p:txBody>
            <a:bodyPr wrap="square" lIns="0" tIns="0" rIns="0" bIns="0" rtlCol="0"/>
            <a:lstStyle/>
            <a:p/>
          </p:txBody>
        </p:sp>
        <p:sp>
          <p:nvSpPr>
            <p:cNvPr id="2413" name="object 2413"/>
            <p:cNvSpPr/>
            <p:nvPr/>
          </p:nvSpPr>
          <p:spPr>
            <a:xfrm>
              <a:off x="7261860" y="1661159"/>
              <a:ext cx="114300" cy="8255"/>
            </a:xfrm>
            <a:custGeom>
              <a:avLst/>
              <a:gdLst/>
              <a:ahLst/>
              <a:cxnLst/>
              <a:rect l="l" t="t" r="r" b="b"/>
              <a:pathLst>
                <a:path w="114300" h="8255">
                  <a:moveTo>
                    <a:pt x="110490" y="5092"/>
                  </a:moveTo>
                  <a:lnTo>
                    <a:pt x="3810" y="5092"/>
                  </a:lnTo>
                  <a:lnTo>
                    <a:pt x="3810" y="6350"/>
                  </a:lnTo>
                  <a:lnTo>
                    <a:pt x="5080" y="6350"/>
                  </a:lnTo>
                  <a:lnTo>
                    <a:pt x="5080" y="7632"/>
                  </a:lnTo>
                  <a:lnTo>
                    <a:pt x="109220" y="7632"/>
                  </a:lnTo>
                  <a:lnTo>
                    <a:pt x="109220" y="6350"/>
                  </a:lnTo>
                  <a:lnTo>
                    <a:pt x="110490" y="6350"/>
                  </a:lnTo>
                  <a:lnTo>
                    <a:pt x="110490" y="5092"/>
                  </a:lnTo>
                  <a:close/>
                </a:path>
                <a:path w="114300" h="8255">
                  <a:moveTo>
                    <a:pt x="114300" y="0"/>
                  </a:moveTo>
                  <a:lnTo>
                    <a:pt x="0" y="0"/>
                  </a:lnTo>
                  <a:lnTo>
                    <a:pt x="0" y="1282"/>
                  </a:lnTo>
                  <a:lnTo>
                    <a:pt x="1270" y="1282"/>
                  </a:lnTo>
                  <a:lnTo>
                    <a:pt x="1270" y="2540"/>
                  </a:lnTo>
                  <a:lnTo>
                    <a:pt x="1270" y="3810"/>
                  </a:lnTo>
                  <a:lnTo>
                    <a:pt x="2540" y="3810"/>
                  </a:lnTo>
                  <a:lnTo>
                    <a:pt x="2540" y="5080"/>
                  </a:lnTo>
                  <a:lnTo>
                    <a:pt x="111760" y="5080"/>
                  </a:lnTo>
                  <a:lnTo>
                    <a:pt x="111760" y="3810"/>
                  </a:lnTo>
                  <a:lnTo>
                    <a:pt x="111760" y="2540"/>
                  </a:lnTo>
                  <a:lnTo>
                    <a:pt x="113017" y="2540"/>
                  </a:lnTo>
                  <a:lnTo>
                    <a:pt x="113017" y="1282"/>
                  </a:lnTo>
                  <a:lnTo>
                    <a:pt x="114300" y="1282"/>
                  </a:lnTo>
                  <a:lnTo>
                    <a:pt x="114300" y="0"/>
                  </a:lnTo>
                  <a:close/>
                </a:path>
              </a:pathLst>
            </a:custGeom>
            <a:solidFill>
              <a:srgbClr val="770277"/>
            </a:solidFill>
          </p:spPr>
          <p:txBody>
            <a:bodyPr wrap="square" lIns="0" tIns="0" rIns="0" bIns="0" rtlCol="0"/>
            <a:lstStyle/>
            <a:p/>
          </p:txBody>
        </p:sp>
        <p:sp>
          <p:nvSpPr>
            <p:cNvPr id="2414" name="object 2414"/>
            <p:cNvSpPr/>
            <p:nvPr/>
          </p:nvSpPr>
          <p:spPr>
            <a:xfrm>
              <a:off x="7268210" y="1668792"/>
              <a:ext cx="101600" cy="6350"/>
            </a:xfrm>
            <a:custGeom>
              <a:avLst/>
              <a:gdLst/>
              <a:ahLst/>
              <a:cxnLst/>
              <a:rect l="l" t="t" r="r" b="b"/>
              <a:pathLst>
                <a:path w="101600" h="6350">
                  <a:moveTo>
                    <a:pt x="101600" y="0"/>
                  </a:moveTo>
                  <a:lnTo>
                    <a:pt x="0" y="0"/>
                  </a:lnTo>
                  <a:lnTo>
                    <a:pt x="0" y="1257"/>
                  </a:lnTo>
                  <a:lnTo>
                    <a:pt x="1270" y="1257"/>
                  </a:lnTo>
                  <a:lnTo>
                    <a:pt x="1270" y="2527"/>
                  </a:lnTo>
                  <a:lnTo>
                    <a:pt x="2540" y="2527"/>
                  </a:lnTo>
                  <a:lnTo>
                    <a:pt x="2540" y="3810"/>
                  </a:lnTo>
                  <a:lnTo>
                    <a:pt x="3810" y="3810"/>
                  </a:lnTo>
                  <a:lnTo>
                    <a:pt x="3810" y="5067"/>
                  </a:lnTo>
                  <a:lnTo>
                    <a:pt x="6350" y="5067"/>
                  </a:lnTo>
                  <a:lnTo>
                    <a:pt x="6350" y="6350"/>
                  </a:lnTo>
                  <a:lnTo>
                    <a:pt x="96520" y="6350"/>
                  </a:lnTo>
                  <a:lnTo>
                    <a:pt x="96520" y="5067"/>
                  </a:lnTo>
                  <a:lnTo>
                    <a:pt x="97790" y="5067"/>
                  </a:lnTo>
                  <a:lnTo>
                    <a:pt x="97790" y="3810"/>
                  </a:lnTo>
                  <a:lnTo>
                    <a:pt x="99060" y="3810"/>
                  </a:lnTo>
                  <a:lnTo>
                    <a:pt x="99060" y="2527"/>
                  </a:lnTo>
                  <a:lnTo>
                    <a:pt x="100317" y="2527"/>
                  </a:lnTo>
                  <a:lnTo>
                    <a:pt x="100317" y="1257"/>
                  </a:lnTo>
                  <a:lnTo>
                    <a:pt x="101600" y="1257"/>
                  </a:lnTo>
                  <a:lnTo>
                    <a:pt x="101600" y="0"/>
                  </a:lnTo>
                  <a:close/>
                </a:path>
              </a:pathLst>
            </a:custGeom>
            <a:solidFill>
              <a:srgbClr val="790279"/>
            </a:solidFill>
          </p:spPr>
          <p:txBody>
            <a:bodyPr wrap="square" lIns="0" tIns="0" rIns="0" bIns="0" rtlCol="0"/>
            <a:lstStyle/>
            <a:p/>
          </p:txBody>
        </p:sp>
        <p:sp>
          <p:nvSpPr>
            <p:cNvPr id="2415" name="object 2415"/>
            <p:cNvSpPr/>
            <p:nvPr/>
          </p:nvSpPr>
          <p:spPr>
            <a:xfrm>
              <a:off x="7275830" y="1675129"/>
              <a:ext cx="87630" cy="7620"/>
            </a:xfrm>
            <a:custGeom>
              <a:avLst/>
              <a:gdLst/>
              <a:ahLst/>
              <a:cxnLst/>
              <a:rect l="l" t="t" r="r" b="b"/>
              <a:pathLst>
                <a:path w="87629" h="7619">
                  <a:moveTo>
                    <a:pt x="77470" y="6350"/>
                  </a:moveTo>
                  <a:lnTo>
                    <a:pt x="10160" y="6350"/>
                  </a:lnTo>
                  <a:lnTo>
                    <a:pt x="10160" y="7619"/>
                  </a:lnTo>
                  <a:lnTo>
                    <a:pt x="77470" y="7619"/>
                  </a:lnTo>
                  <a:lnTo>
                    <a:pt x="77470" y="6350"/>
                  </a:lnTo>
                  <a:close/>
                </a:path>
                <a:path w="87629" h="7619">
                  <a:moveTo>
                    <a:pt x="81279" y="5079"/>
                  </a:moveTo>
                  <a:lnTo>
                    <a:pt x="7620" y="5079"/>
                  </a:lnTo>
                  <a:lnTo>
                    <a:pt x="7620" y="6350"/>
                  </a:lnTo>
                  <a:lnTo>
                    <a:pt x="81279" y="6350"/>
                  </a:lnTo>
                  <a:lnTo>
                    <a:pt x="81279" y="5079"/>
                  </a:lnTo>
                  <a:close/>
                </a:path>
                <a:path w="87629" h="7619">
                  <a:moveTo>
                    <a:pt x="83820" y="3810"/>
                  </a:moveTo>
                  <a:lnTo>
                    <a:pt x="5079" y="3810"/>
                  </a:lnTo>
                  <a:lnTo>
                    <a:pt x="5079" y="5079"/>
                  </a:lnTo>
                  <a:lnTo>
                    <a:pt x="83820" y="5079"/>
                  </a:lnTo>
                  <a:lnTo>
                    <a:pt x="83820" y="3810"/>
                  </a:lnTo>
                  <a:close/>
                </a:path>
                <a:path w="87629" h="7619">
                  <a:moveTo>
                    <a:pt x="85090" y="2539"/>
                  </a:moveTo>
                  <a:lnTo>
                    <a:pt x="2540" y="2539"/>
                  </a:lnTo>
                  <a:lnTo>
                    <a:pt x="2540" y="3810"/>
                  </a:lnTo>
                  <a:lnTo>
                    <a:pt x="85090" y="3810"/>
                  </a:lnTo>
                  <a:lnTo>
                    <a:pt x="85090" y="2539"/>
                  </a:lnTo>
                  <a:close/>
                </a:path>
                <a:path w="87629" h="7619">
                  <a:moveTo>
                    <a:pt x="86360" y="1269"/>
                  </a:moveTo>
                  <a:lnTo>
                    <a:pt x="1270" y="1269"/>
                  </a:lnTo>
                  <a:lnTo>
                    <a:pt x="1270" y="2539"/>
                  </a:lnTo>
                  <a:lnTo>
                    <a:pt x="86360" y="2539"/>
                  </a:lnTo>
                  <a:lnTo>
                    <a:pt x="86360" y="1269"/>
                  </a:lnTo>
                  <a:close/>
                </a:path>
                <a:path w="87629" h="7619">
                  <a:moveTo>
                    <a:pt x="87629" y="0"/>
                  </a:moveTo>
                  <a:lnTo>
                    <a:pt x="0" y="0"/>
                  </a:lnTo>
                  <a:lnTo>
                    <a:pt x="0" y="1269"/>
                  </a:lnTo>
                  <a:lnTo>
                    <a:pt x="87629" y="1269"/>
                  </a:lnTo>
                  <a:lnTo>
                    <a:pt x="87629" y="0"/>
                  </a:lnTo>
                  <a:close/>
                </a:path>
              </a:pathLst>
            </a:custGeom>
            <a:solidFill>
              <a:srgbClr val="7A017A"/>
            </a:solidFill>
          </p:spPr>
          <p:txBody>
            <a:bodyPr wrap="square" lIns="0" tIns="0" rIns="0" bIns="0" rtlCol="0"/>
            <a:lstStyle/>
            <a:p/>
          </p:txBody>
        </p:sp>
        <p:sp>
          <p:nvSpPr>
            <p:cNvPr id="2416" name="object 2416"/>
            <p:cNvSpPr/>
            <p:nvPr/>
          </p:nvSpPr>
          <p:spPr>
            <a:xfrm>
              <a:off x="7287260" y="1682749"/>
              <a:ext cx="64769" cy="7620"/>
            </a:xfrm>
            <a:custGeom>
              <a:avLst/>
              <a:gdLst/>
              <a:ahLst/>
              <a:cxnLst/>
              <a:rect l="l" t="t" r="r" b="b"/>
              <a:pathLst>
                <a:path w="64770" h="7619">
                  <a:moveTo>
                    <a:pt x="34290" y="6350"/>
                  </a:moveTo>
                  <a:lnTo>
                    <a:pt x="33020" y="6350"/>
                  </a:lnTo>
                  <a:lnTo>
                    <a:pt x="33020" y="7620"/>
                  </a:lnTo>
                  <a:lnTo>
                    <a:pt x="34290" y="7620"/>
                  </a:lnTo>
                  <a:lnTo>
                    <a:pt x="34290" y="6350"/>
                  </a:lnTo>
                  <a:close/>
                </a:path>
                <a:path w="64770" h="7619">
                  <a:moveTo>
                    <a:pt x="43180" y="5080"/>
                  </a:moveTo>
                  <a:lnTo>
                    <a:pt x="21590" y="5080"/>
                  </a:lnTo>
                  <a:lnTo>
                    <a:pt x="21590" y="6350"/>
                  </a:lnTo>
                  <a:lnTo>
                    <a:pt x="43180" y="6350"/>
                  </a:lnTo>
                  <a:lnTo>
                    <a:pt x="43180" y="5080"/>
                  </a:lnTo>
                  <a:close/>
                </a:path>
                <a:path w="64770" h="7619">
                  <a:moveTo>
                    <a:pt x="57150" y="3810"/>
                  </a:moveTo>
                  <a:lnTo>
                    <a:pt x="17780" y="3810"/>
                  </a:lnTo>
                  <a:lnTo>
                    <a:pt x="17780" y="5080"/>
                  </a:lnTo>
                  <a:lnTo>
                    <a:pt x="57150" y="5080"/>
                  </a:lnTo>
                  <a:lnTo>
                    <a:pt x="57150" y="3810"/>
                  </a:lnTo>
                  <a:close/>
                </a:path>
                <a:path w="64770" h="7619">
                  <a:moveTo>
                    <a:pt x="59690" y="2540"/>
                  </a:moveTo>
                  <a:lnTo>
                    <a:pt x="10160" y="2540"/>
                  </a:lnTo>
                  <a:lnTo>
                    <a:pt x="10160" y="3810"/>
                  </a:lnTo>
                  <a:lnTo>
                    <a:pt x="59690" y="3810"/>
                  </a:lnTo>
                  <a:lnTo>
                    <a:pt x="59690" y="2540"/>
                  </a:lnTo>
                  <a:close/>
                </a:path>
                <a:path w="64770" h="7619">
                  <a:moveTo>
                    <a:pt x="62229" y="1270"/>
                  </a:moveTo>
                  <a:lnTo>
                    <a:pt x="7620" y="1270"/>
                  </a:lnTo>
                  <a:lnTo>
                    <a:pt x="7620" y="2540"/>
                  </a:lnTo>
                  <a:lnTo>
                    <a:pt x="62229" y="2540"/>
                  </a:lnTo>
                  <a:lnTo>
                    <a:pt x="62229" y="1270"/>
                  </a:lnTo>
                  <a:close/>
                </a:path>
                <a:path w="64770" h="7619">
                  <a:moveTo>
                    <a:pt x="64770" y="0"/>
                  </a:moveTo>
                  <a:lnTo>
                    <a:pt x="0" y="0"/>
                  </a:lnTo>
                  <a:lnTo>
                    <a:pt x="0" y="1270"/>
                  </a:lnTo>
                  <a:lnTo>
                    <a:pt x="64770" y="1270"/>
                  </a:lnTo>
                  <a:lnTo>
                    <a:pt x="64770" y="0"/>
                  </a:lnTo>
                  <a:close/>
                </a:path>
              </a:pathLst>
            </a:custGeom>
            <a:solidFill>
              <a:srgbClr val="7C017C"/>
            </a:solidFill>
          </p:spPr>
          <p:txBody>
            <a:bodyPr wrap="square" lIns="0" tIns="0" rIns="0" bIns="0" rtlCol="0"/>
            <a:lstStyle/>
            <a:p/>
          </p:txBody>
        </p:sp>
      </p:grpSp>
      <p:grpSp>
        <p:nvGrpSpPr>
          <p:cNvPr id="2417" name="object 2417"/>
          <p:cNvGrpSpPr/>
          <p:nvPr/>
        </p:nvGrpSpPr>
        <p:grpSpPr>
          <a:xfrm>
            <a:off x="7498080" y="839469"/>
            <a:ext cx="146050" cy="850900"/>
            <a:chOff x="7498080" y="839469"/>
            <a:chExt cx="146050" cy="850900"/>
          </a:xfrm>
        </p:grpSpPr>
        <p:sp>
          <p:nvSpPr>
            <p:cNvPr id="2418" name="object 2418"/>
            <p:cNvSpPr/>
            <p:nvPr/>
          </p:nvSpPr>
          <p:spPr>
            <a:xfrm>
              <a:off x="7598410" y="839469"/>
              <a:ext cx="7620" cy="12700"/>
            </a:xfrm>
            <a:custGeom>
              <a:avLst/>
              <a:gdLst/>
              <a:ahLst/>
              <a:cxnLst/>
              <a:rect l="l" t="t" r="r" b="b"/>
              <a:pathLst>
                <a:path w="7620" h="12700">
                  <a:moveTo>
                    <a:pt x="7620" y="0"/>
                  </a:moveTo>
                  <a:lnTo>
                    <a:pt x="6350" y="0"/>
                  </a:lnTo>
                  <a:lnTo>
                    <a:pt x="6350" y="1270"/>
                  </a:lnTo>
                  <a:lnTo>
                    <a:pt x="5080" y="1270"/>
                  </a:lnTo>
                  <a:lnTo>
                    <a:pt x="5080" y="3810"/>
                  </a:lnTo>
                  <a:lnTo>
                    <a:pt x="3810" y="3810"/>
                  </a:lnTo>
                  <a:lnTo>
                    <a:pt x="3810" y="5080"/>
                  </a:lnTo>
                  <a:lnTo>
                    <a:pt x="3810" y="6350"/>
                  </a:lnTo>
                  <a:lnTo>
                    <a:pt x="2540" y="6350"/>
                  </a:lnTo>
                  <a:lnTo>
                    <a:pt x="2540" y="7620"/>
                  </a:lnTo>
                  <a:lnTo>
                    <a:pt x="1270" y="7620"/>
                  </a:lnTo>
                  <a:lnTo>
                    <a:pt x="1270" y="10160"/>
                  </a:lnTo>
                  <a:lnTo>
                    <a:pt x="0" y="10160"/>
                  </a:lnTo>
                  <a:lnTo>
                    <a:pt x="0" y="12700"/>
                  </a:lnTo>
                  <a:lnTo>
                    <a:pt x="7620" y="12700"/>
                  </a:lnTo>
                  <a:lnTo>
                    <a:pt x="7620" y="5080"/>
                  </a:lnTo>
                  <a:lnTo>
                    <a:pt x="7620" y="0"/>
                  </a:lnTo>
                  <a:close/>
                </a:path>
              </a:pathLst>
            </a:custGeom>
            <a:solidFill>
              <a:srgbClr val="003300"/>
            </a:solidFill>
          </p:spPr>
          <p:txBody>
            <a:bodyPr wrap="square" lIns="0" tIns="0" rIns="0" bIns="0" rtlCol="0"/>
            <a:lstStyle/>
            <a:p/>
          </p:txBody>
        </p:sp>
        <p:sp>
          <p:nvSpPr>
            <p:cNvPr id="2419" name="object 2419"/>
            <p:cNvSpPr/>
            <p:nvPr/>
          </p:nvSpPr>
          <p:spPr>
            <a:xfrm>
              <a:off x="7594600" y="852169"/>
              <a:ext cx="11430" cy="6350"/>
            </a:xfrm>
            <a:custGeom>
              <a:avLst/>
              <a:gdLst/>
              <a:ahLst/>
              <a:cxnLst/>
              <a:rect l="l" t="t" r="r" b="b"/>
              <a:pathLst>
                <a:path w="11429" h="6350">
                  <a:moveTo>
                    <a:pt x="11429" y="0"/>
                  </a:moveTo>
                  <a:lnTo>
                    <a:pt x="2540" y="0"/>
                  </a:lnTo>
                  <a:lnTo>
                    <a:pt x="2540" y="1269"/>
                  </a:lnTo>
                  <a:lnTo>
                    <a:pt x="1270" y="1269"/>
                  </a:lnTo>
                  <a:lnTo>
                    <a:pt x="1270" y="3809"/>
                  </a:lnTo>
                  <a:lnTo>
                    <a:pt x="0" y="3809"/>
                  </a:lnTo>
                  <a:lnTo>
                    <a:pt x="0" y="6350"/>
                  </a:lnTo>
                  <a:lnTo>
                    <a:pt x="11429" y="6350"/>
                  </a:lnTo>
                  <a:lnTo>
                    <a:pt x="11429" y="0"/>
                  </a:lnTo>
                  <a:close/>
                </a:path>
              </a:pathLst>
            </a:custGeom>
            <a:solidFill>
              <a:srgbClr val="013301"/>
            </a:solidFill>
          </p:spPr>
          <p:txBody>
            <a:bodyPr wrap="square" lIns="0" tIns="0" rIns="0" bIns="0" rtlCol="0"/>
            <a:lstStyle/>
            <a:p/>
          </p:txBody>
        </p:sp>
        <p:sp>
          <p:nvSpPr>
            <p:cNvPr id="2420" name="object 2420"/>
            <p:cNvSpPr/>
            <p:nvPr/>
          </p:nvSpPr>
          <p:spPr>
            <a:xfrm>
              <a:off x="7589520" y="858519"/>
              <a:ext cx="16510" cy="7620"/>
            </a:xfrm>
            <a:custGeom>
              <a:avLst/>
              <a:gdLst/>
              <a:ahLst/>
              <a:cxnLst/>
              <a:rect l="l" t="t" r="r" b="b"/>
              <a:pathLst>
                <a:path w="16509" h="7619">
                  <a:moveTo>
                    <a:pt x="16509" y="0"/>
                  </a:moveTo>
                  <a:lnTo>
                    <a:pt x="3809" y="0"/>
                  </a:lnTo>
                  <a:lnTo>
                    <a:pt x="3809" y="1269"/>
                  </a:lnTo>
                  <a:lnTo>
                    <a:pt x="2539" y="1269"/>
                  </a:lnTo>
                  <a:lnTo>
                    <a:pt x="2539" y="3809"/>
                  </a:lnTo>
                  <a:lnTo>
                    <a:pt x="1270" y="3809"/>
                  </a:lnTo>
                  <a:lnTo>
                    <a:pt x="1270" y="6349"/>
                  </a:lnTo>
                  <a:lnTo>
                    <a:pt x="0" y="6349"/>
                  </a:lnTo>
                  <a:lnTo>
                    <a:pt x="0" y="7619"/>
                  </a:lnTo>
                  <a:lnTo>
                    <a:pt x="16509" y="7619"/>
                  </a:lnTo>
                  <a:lnTo>
                    <a:pt x="16509" y="0"/>
                  </a:lnTo>
                  <a:close/>
                </a:path>
              </a:pathLst>
            </a:custGeom>
            <a:solidFill>
              <a:srgbClr val="023102"/>
            </a:solidFill>
          </p:spPr>
          <p:txBody>
            <a:bodyPr wrap="square" lIns="0" tIns="0" rIns="0" bIns="0" rtlCol="0"/>
            <a:lstStyle/>
            <a:p/>
          </p:txBody>
        </p:sp>
        <p:sp>
          <p:nvSpPr>
            <p:cNvPr id="2421" name="object 2421"/>
            <p:cNvSpPr/>
            <p:nvPr/>
          </p:nvSpPr>
          <p:spPr>
            <a:xfrm>
              <a:off x="7584440" y="866139"/>
              <a:ext cx="21590" cy="7620"/>
            </a:xfrm>
            <a:custGeom>
              <a:avLst/>
              <a:gdLst/>
              <a:ahLst/>
              <a:cxnLst/>
              <a:rect l="l" t="t" r="r" b="b"/>
              <a:pathLst>
                <a:path w="21590" h="7619">
                  <a:moveTo>
                    <a:pt x="21589" y="0"/>
                  </a:moveTo>
                  <a:lnTo>
                    <a:pt x="3809" y="0"/>
                  </a:lnTo>
                  <a:lnTo>
                    <a:pt x="3809" y="2539"/>
                  </a:lnTo>
                  <a:lnTo>
                    <a:pt x="2539" y="2539"/>
                  </a:lnTo>
                  <a:lnTo>
                    <a:pt x="2539" y="5079"/>
                  </a:lnTo>
                  <a:lnTo>
                    <a:pt x="1269" y="5079"/>
                  </a:lnTo>
                  <a:lnTo>
                    <a:pt x="1269" y="6350"/>
                  </a:lnTo>
                  <a:lnTo>
                    <a:pt x="0" y="6350"/>
                  </a:lnTo>
                  <a:lnTo>
                    <a:pt x="0" y="7620"/>
                  </a:lnTo>
                  <a:lnTo>
                    <a:pt x="21589" y="7620"/>
                  </a:lnTo>
                  <a:lnTo>
                    <a:pt x="21589" y="0"/>
                  </a:lnTo>
                  <a:close/>
                </a:path>
              </a:pathLst>
            </a:custGeom>
            <a:solidFill>
              <a:srgbClr val="033103"/>
            </a:solidFill>
          </p:spPr>
          <p:txBody>
            <a:bodyPr wrap="square" lIns="0" tIns="0" rIns="0" bIns="0" rtlCol="0"/>
            <a:lstStyle/>
            <a:p/>
          </p:txBody>
        </p:sp>
        <p:sp>
          <p:nvSpPr>
            <p:cNvPr id="2422" name="object 2422"/>
            <p:cNvSpPr/>
            <p:nvPr/>
          </p:nvSpPr>
          <p:spPr>
            <a:xfrm>
              <a:off x="7581900" y="873759"/>
              <a:ext cx="24130" cy="6350"/>
            </a:xfrm>
            <a:custGeom>
              <a:avLst/>
              <a:gdLst/>
              <a:ahLst/>
              <a:cxnLst/>
              <a:rect l="l" t="t" r="r" b="b"/>
              <a:pathLst>
                <a:path w="24129" h="6350">
                  <a:moveTo>
                    <a:pt x="24129" y="0"/>
                  </a:moveTo>
                  <a:lnTo>
                    <a:pt x="2540" y="0"/>
                  </a:lnTo>
                  <a:lnTo>
                    <a:pt x="2540" y="1269"/>
                  </a:lnTo>
                  <a:lnTo>
                    <a:pt x="1270" y="1269"/>
                  </a:lnTo>
                  <a:lnTo>
                    <a:pt x="1270" y="3809"/>
                  </a:lnTo>
                  <a:lnTo>
                    <a:pt x="0" y="3809"/>
                  </a:lnTo>
                  <a:lnTo>
                    <a:pt x="0" y="6350"/>
                  </a:lnTo>
                  <a:lnTo>
                    <a:pt x="24129" y="6350"/>
                  </a:lnTo>
                  <a:lnTo>
                    <a:pt x="24129" y="0"/>
                  </a:lnTo>
                  <a:close/>
                </a:path>
              </a:pathLst>
            </a:custGeom>
            <a:solidFill>
              <a:srgbClr val="043004"/>
            </a:solidFill>
          </p:spPr>
          <p:txBody>
            <a:bodyPr wrap="square" lIns="0" tIns="0" rIns="0" bIns="0" rtlCol="0"/>
            <a:lstStyle/>
            <a:p/>
          </p:txBody>
        </p:sp>
        <p:sp>
          <p:nvSpPr>
            <p:cNvPr id="2423" name="object 2423"/>
            <p:cNvSpPr/>
            <p:nvPr/>
          </p:nvSpPr>
          <p:spPr>
            <a:xfrm>
              <a:off x="7576820" y="880109"/>
              <a:ext cx="29209" cy="7620"/>
            </a:xfrm>
            <a:custGeom>
              <a:avLst/>
              <a:gdLst/>
              <a:ahLst/>
              <a:cxnLst/>
              <a:rect l="l" t="t" r="r" b="b"/>
              <a:pathLst>
                <a:path w="29209" h="7619">
                  <a:moveTo>
                    <a:pt x="29209" y="0"/>
                  </a:moveTo>
                  <a:lnTo>
                    <a:pt x="3809" y="0"/>
                  </a:lnTo>
                  <a:lnTo>
                    <a:pt x="3809" y="1269"/>
                  </a:lnTo>
                  <a:lnTo>
                    <a:pt x="2539" y="1269"/>
                  </a:lnTo>
                  <a:lnTo>
                    <a:pt x="2539" y="3809"/>
                  </a:lnTo>
                  <a:lnTo>
                    <a:pt x="1270" y="3809"/>
                  </a:lnTo>
                  <a:lnTo>
                    <a:pt x="1270" y="6349"/>
                  </a:lnTo>
                  <a:lnTo>
                    <a:pt x="0" y="6349"/>
                  </a:lnTo>
                  <a:lnTo>
                    <a:pt x="0" y="7619"/>
                  </a:lnTo>
                  <a:lnTo>
                    <a:pt x="29209" y="7619"/>
                  </a:lnTo>
                  <a:lnTo>
                    <a:pt x="29209" y="0"/>
                  </a:lnTo>
                  <a:close/>
                </a:path>
              </a:pathLst>
            </a:custGeom>
            <a:solidFill>
              <a:srgbClr val="053005"/>
            </a:solidFill>
          </p:spPr>
          <p:txBody>
            <a:bodyPr wrap="square" lIns="0" tIns="0" rIns="0" bIns="0" rtlCol="0"/>
            <a:lstStyle/>
            <a:p/>
          </p:txBody>
        </p:sp>
        <p:sp>
          <p:nvSpPr>
            <p:cNvPr id="2424" name="object 2424"/>
            <p:cNvSpPr/>
            <p:nvPr/>
          </p:nvSpPr>
          <p:spPr>
            <a:xfrm>
              <a:off x="7571740" y="887729"/>
              <a:ext cx="34290" cy="7620"/>
            </a:xfrm>
            <a:custGeom>
              <a:avLst/>
              <a:gdLst/>
              <a:ahLst/>
              <a:cxnLst/>
              <a:rect l="l" t="t" r="r" b="b"/>
              <a:pathLst>
                <a:path w="34290" h="7619">
                  <a:moveTo>
                    <a:pt x="34289" y="0"/>
                  </a:moveTo>
                  <a:lnTo>
                    <a:pt x="3809" y="0"/>
                  </a:lnTo>
                  <a:lnTo>
                    <a:pt x="3809" y="2539"/>
                  </a:lnTo>
                  <a:lnTo>
                    <a:pt x="2539" y="2539"/>
                  </a:lnTo>
                  <a:lnTo>
                    <a:pt x="2539" y="5079"/>
                  </a:lnTo>
                  <a:lnTo>
                    <a:pt x="1269" y="5079"/>
                  </a:lnTo>
                  <a:lnTo>
                    <a:pt x="1269" y="6350"/>
                  </a:lnTo>
                  <a:lnTo>
                    <a:pt x="0" y="6350"/>
                  </a:lnTo>
                  <a:lnTo>
                    <a:pt x="0" y="7620"/>
                  </a:lnTo>
                  <a:lnTo>
                    <a:pt x="34289" y="7620"/>
                  </a:lnTo>
                  <a:lnTo>
                    <a:pt x="34289" y="0"/>
                  </a:lnTo>
                  <a:close/>
                </a:path>
              </a:pathLst>
            </a:custGeom>
            <a:solidFill>
              <a:srgbClr val="062F06"/>
            </a:solidFill>
          </p:spPr>
          <p:txBody>
            <a:bodyPr wrap="square" lIns="0" tIns="0" rIns="0" bIns="0" rtlCol="0"/>
            <a:lstStyle/>
            <a:p/>
          </p:txBody>
        </p:sp>
        <p:sp>
          <p:nvSpPr>
            <p:cNvPr id="2425" name="object 2425"/>
            <p:cNvSpPr/>
            <p:nvPr/>
          </p:nvSpPr>
          <p:spPr>
            <a:xfrm>
              <a:off x="7567930" y="895349"/>
              <a:ext cx="38100" cy="6350"/>
            </a:xfrm>
            <a:custGeom>
              <a:avLst/>
              <a:gdLst/>
              <a:ahLst/>
              <a:cxnLst/>
              <a:rect l="l" t="t" r="r" b="b"/>
              <a:pathLst>
                <a:path w="38100" h="6350">
                  <a:moveTo>
                    <a:pt x="38100" y="0"/>
                  </a:moveTo>
                  <a:lnTo>
                    <a:pt x="3810" y="0"/>
                  </a:lnTo>
                  <a:lnTo>
                    <a:pt x="3810" y="1269"/>
                  </a:lnTo>
                  <a:lnTo>
                    <a:pt x="2540" y="1269"/>
                  </a:lnTo>
                  <a:lnTo>
                    <a:pt x="2540" y="3809"/>
                  </a:lnTo>
                  <a:lnTo>
                    <a:pt x="1270" y="3809"/>
                  </a:lnTo>
                  <a:lnTo>
                    <a:pt x="1270" y="5079"/>
                  </a:lnTo>
                  <a:lnTo>
                    <a:pt x="0" y="5079"/>
                  </a:lnTo>
                  <a:lnTo>
                    <a:pt x="0" y="6350"/>
                  </a:lnTo>
                  <a:lnTo>
                    <a:pt x="38100" y="6350"/>
                  </a:lnTo>
                  <a:lnTo>
                    <a:pt x="38100" y="0"/>
                  </a:lnTo>
                  <a:close/>
                </a:path>
              </a:pathLst>
            </a:custGeom>
            <a:solidFill>
              <a:srgbClr val="072F07"/>
            </a:solidFill>
          </p:spPr>
          <p:txBody>
            <a:bodyPr wrap="square" lIns="0" tIns="0" rIns="0" bIns="0" rtlCol="0"/>
            <a:lstStyle/>
            <a:p/>
          </p:txBody>
        </p:sp>
        <p:sp>
          <p:nvSpPr>
            <p:cNvPr id="2426" name="object 2426"/>
            <p:cNvSpPr/>
            <p:nvPr/>
          </p:nvSpPr>
          <p:spPr>
            <a:xfrm>
              <a:off x="7564120" y="901699"/>
              <a:ext cx="41910" cy="7620"/>
            </a:xfrm>
            <a:custGeom>
              <a:avLst/>
              <a:gdLst/>
              <a:ahLst/>
              <a:cxnLst/>
              <a:rect l="l" t="t" r="r" b="b"/>
              <a:pathLst>
                <a:path w="41909" h="7619">
                  <a:moveTo>
                    <a:pt x="41909" y="0"/>
                  </a:moveTo>
                  <a:lnTo>
                    <a:pt x="3809" y="0"/>
                  </a:lnTo>
                  <a:lnTo>
                    <a:pt x="3809" y="1269"/>
                  </a:lnTo>
                  <a:lnTo>
                    <a:pt x="2539" y="1269"/>
                  </a:lnTo>
                  <a:lnTo>
                    <a:pt x="2539" y="3809"/>
                  </a:lnTo>
                  <a:lnTo>
                    <a:pt x="1270" y="3809"/>
                  </a:lnTo>
                  <a:lnTo>
                    <a:pt x="1270" y="5079"/>
                  </a:lnTo>
                  <a:lnTo>
                    <a:pt x="0" y="5079"/>
                  </a:lnTo>
                  <a:lnTo>
                    <a:pt x="0" y="7620"/>
                  </a:lnTo>
                  <a:lnTo>
                    <a:pt x="41909" y="7620"/>
                  </a:lnTo>
                  <a:lnTo>
                    <a:pt x="41909" y="0"/>
                  </a:lnTo>
                  <a:close/>
                </a:path>
              </a:pathLst>
            </a:custGeom>
            <a:solidFill>
              <a:srgbClr val="082F08"/>
            </a:solidFill>
          </p:spPr>
          <p:txBody>
            <a:bodyPr wrap="square" lIns="0" tIns="0" rIns="0" bIns="0" rtlCol="0"/>
            <a:lstStyle/>
            <a:p/>
          </p:txBody>
        </p:sp>
        <p:sp>
          <p:nvSpPr>
            <p:cNvPr id="2427" name="object 2427"/>
            <p:cNvSpPr/>
            <p:nvPr/>
          </p:nvSpPr>
          <p:spPr>
            <a:xfrm>
              <a:off x="7559040" y="909319"/>
              <a:ext cx="46990" cy="7620"/>
            </a:xfrm>
            <a:custGeom>
              <a:avLst/>
              <a:gdLst/>
              <a:ahLst/>
              <a:cxnLst/>
              <a:rect l="l" t="t" r="r" b="b"/>
              <a:pathLst>
                <a:path w="46990" h="7619">
                  <a:moveTo>
                    <a:pt x="46989" y="0"/>
                  </a:moveTo>
                  <a:lnTo>
                    <a:pt x="3809" y="0"/>
                  </a:lnTo>
                  <a:lnTo>
                    <a:pt x="3809" y="2539"/>
                  </a:lnTo>
                  <a:lnTo>
                    <a:pt x="2539" y="2539"/>
                  </a:lnTo>
                  <a:lnTo>
                    <a:pt x="2539" y="3809"/>
                  </a:lnTo>
                  <a:lnTo>
                    <a:pt x="1269" y="3809"/>
                  </a:lnTo>
                  <a:lnTo>
                    <a:pt x="1269" y="6349"/>
                  </a:lnTo>
                  <a:lnTo>
                    <a:pt x="0" y="6349"/>
                  </a:lnTo>
                  <a:lnTo>
                    <a:pt x="0" y="7619"/>
                  </a:lnTo>
                  <a:lnTo>
                    <a:pt x="46989" y="7619"/>
                  </a:lnTo>
                  <a:lnTo>
                    <a:pt x="46989" y="0"/>
                  </a:lnTo>
                  <a:close/>
                </a:path>
              </a:pathLst>
            </a:custGeom>
            <a:solidFill>
              <a:srgbClr val="092E09"/>
            </a:solidFill>
          </p:spPr>
          <p:txBody>
            <a:bodyPr wrap="square" lIns="0" tIns="0" rIns="0" bIns="0" rtlCol="0"/>
            <a:lstStyle/>
            <a:p/>
          </p:txBody>
        </p:sp>
        <p:sp>
          <p:nvSpPr>
            <p:cNvPr id="2428" name="object 2428"/>
            <p:cNvSpPr/>
            <p:nvPr/>
          </p:nvSpPr>
          <p:spPr>
            <a:xfrm>
              <a:off x="7555230" y="916939"/>
              <a:ext cx="50800" cy="6350"/>
            </a:xfrm>
            <a:custGeom>
              <a:avLst/>
              <a:gdLst/>
              <a:ahLst/>
              <a:cxnLst/>
              <a:rect l="l" t="t" r="r" b="b"/>
              <a:pathLst>
                <a:path w="50800" h="6350">
                  <a:moveTo>
                    <a:pt x="50800" y="0"/>
                  </a:moveTo>
                  <a:lnTo>
                    <a:pt x="3810" y="0"/>
                  </a:lnTo>
                  <a:lnTo>
                    <a:pt x="3810" y="1269"/>
                  </a:lnTo>
                  <a:lnTo>
                    <a:pt x="2540" y="1269"/>
                  </a:lnTo>
                  <a:lnTo>
                    <a:pt x="2540" y="2539"/>
                  </a:lnTo>
                  <a:lnTo>
                    <a:pt x="1270" y="2539"/>
                  </a:lnTo>
                  <a:lnTo>
                    <a:pt x="1270" y="5079"/>
                  </a:lnTo>
                  <a:lnTo>
                    <a:pt x="0" y="5079"/>
                  </a:lnTo>
                  <a:lnTo>
                    <a:pt x="0" y="6350"/>
                  </a:lnTo>
                  <a:lnTo>
                    <a:pt x="50800" y="6350"/>
                  </a:lnTo>
                  <a:lnTo>
                    <a:pt x="50800" y="0"/>
                  </a:lnTo>
                  <a:close/>
                </a:path>
              </a:pathLst>
            </a:custGeom>
            <a:solidFill>
              <a:srgbClr val="0A2E0A"/>
            </a:solidFill>
          </p:spPr>
          <p:txBody>
            <a:bodyPr wrap="square" lIns="0" tIns="0" rIns="0" bIns="0" rtlCol="0"/>
            <a:lstStyle/>
            <a:p/>
          </p:txBody>
        </p:sp>
        <p:sp>
          <p:nvSpPr>
            <p:cNvPr id="2429" name="object 2429"/>
            <p:cNvSpPr/>
            <p:nvPr/>
          </p:nvSpPr>
          <p:spPr>
            <a:xfrm>
              <a:off x="7551420" y="923289"/>
              <a:ext cx="54610" cy="7620"/>
            </a:xfrm>
            <a:custGeom>
              <a:avLst/>
              <a:gdLst/>
              <a:ahLst/>
              <a:cxnLst/>
              <a:rect l="l" t="t" r="r" b="b"/>
              <a:pathLst>
                <a:path w="54609" h="7619">
                  <a:moveTo>
                    <a:pt x="54609" y="0"/>
                  </a:moveTo>
                  <a:lnTo>
                    <a:pt x="3809" y="0"/>
                  </a:lnTo>
                  <a:lnTo>
                    <a:pt x="3809" y="1269"/>
                  </a:lnTo>
                  <a:lnTo>
                    <a:pt x="2539" y="1269"/>
                  </a:lnTo>
                  <a:lnTo>
                    <a:pt x="2539" y="2539"/>
                  </a:lnTo>
                  <a:lnTo>
                    <a:pt x="1270" y="2539"/>
                  </a:lnTo>
                  <a:lnTo>
                    <a:pt x="1270" y="5079"/>
                  </a:lnTo>
                  <a:lnTo>
                    <a:pt x="0" y="5079"/>
                  </a:lnTo>
                  <a:lnTo>
                    <a:pt x="0" y="7620"/>
                  </a:lnTo>
                  <a:lnTo>
                    <a:pt x="54609" y="7620"/>
                  </a:lnTo>
                  <a:lnTo>
                    <a:pt x="54609" y="0"/>
                  </a:lnTo>
                  <a:close/>
                </a:path>
              </a:pathLst>
            </a:custGeom>
            <a:solidFill>
              <a:srgbClr val="0B2D0B"/>
            </a:solidFill>
          </p:spPr>
          <p:txBody>
            <a:bodyPr wrap="square" lIns="0" tIns="0" rIns="0" bIns="0" rtlCol="0"/>
            <a:lstStyle/>
            <a:p/>
          </p:txBody>
        </p:sp>
        <p:sp>
          <p:nvSpPr>
            <p:cNvPr id="2430" name="object 2430"/>
            <p:cNvSpPr/>
            <p:nvPr/>
          </p:nvSpPr>
          <p:spPr>
            <a:xfrm>
              <a:off x="7546340" y="930909"/>
              <a:ext cx="59690" cy="7620"/>
            </a:xfrm>
            <a:custGeom>
              <a:avLst/>
              <a:gdLst/>
              <a:ahLst/>
              <a:cxnLst/>
              <a:rect l="l" t="t" r="r" b="b"/>
              <a:pathLst>
                <a:path w="59690" h="7619">
                  <a:moveTo>
                    <a:pt x="59689" y="0"/>
                  </a:moveTo>
                  <a:lnTo>
                    <a:pt x="3809" y="0"/>
                  </a:lnTo>
                  <a:lnTo>
                    <a:pt x="3809" y="1269"/>
                  </a:lnTo>
                  <a:lnTo>
                    <a:pt x="2539" y="1269"/>
                  </a:lnTo>
                  <a:lnTo>
                    <a:pt x="2539" y="3809"/>
                  </a:lnTo>
                  <a:lnTo>
                    <a:pt x="1269" y="3809"/>
                  </a:lnTo>
                  <a:lnTo>
                    <a:pt x="1269" y="6349"/>
                  </a:lnTo>
                  <a:lnTo>
                    <a:pt x="0" y="6349"/>
                  </a:lnTo>
                  <a:lnTo>
                    <a:pt x="0" y="7619"/>
                  </a:lnTo>
                  <a:lnTo>
                    <a:pt x="59689" y="7619"/>
                  </a:lnTo>
                  <a:lnTo>
                    <a:pt x="59689" y="0"/>
                  </a:lnTo>
                  <a:close/>
                </a:path>
              </a:pathLst>
            </a:custGeom>
            <a:solidFill>
              <a:srgbClr val="0C2D0C"/>
            </a:solidFill>
          </p:spPr>
          <p:txBody>
            <a:bodyPr wrap="square" lIns="0" tIns="0" rIns="0" bIns="0" rtlCol="0"/>
            <a:lstStyle/>
            <a:p/>
          </p:txBody>
        </p:sp>
        <p:sp>
          <p:nvSpPr>
            <p:cNvPr id="2431" name="object 2431"/>
            <p:cNvSpPr/>
            <p:nvPr/>
          </p:nvSpPr>
          <p:spPr>
            <a:xfrm>
              <a:off x="7541260" y="938529"/>
              <a:ext cx="64769" cy="7620"/>
            </a:xfrm>
            <a:custGeom>
              <a:avLst/>
              <a:gdLst/>
              <a:ahLst/>
              <a:cxnLst/>
              <a:rect l="l" t="t" r="r" b="b"/>
              <a:pathLst>
                <a:path w="64770" h="7619">
                  <a:moveTo>
                    <a:pt x="64770" y="0"/>
                  </a:moveTo>
                  <a:lnTo>
                    <a:pt x="3810" y="0"/>
                  </a:lnTo>
                  <a:lnTo>
                    <a:pt x="3810" y="2539"/>
                  </a:lnTo>
                  <a:lnTo>
                    <a:pt x="2540" y="2539"/>
                  </a:lnTo>
                  <a:lnTo>
                    <a:pt x="2540" y="5079"/>
                  </a:lnTo>
                  <a:lnTo>
                    <a:pt x="1270" y="5079"/>
                  </a:lnTo>
                  <a:lnTo>
                    <a:pt x="1270" y="6350"/>
                  </a:lnTo>
                  <a:lnTo>
                    <a:pt x="0" y="6350"/>
                  </a:lnTo>
                  <a:lnTo>
                    <a:pt x="0" y="7620"/>
                  </a:lnTo>
                  <a:lnTo>
                    <a:pt x="64770" y="7620"/>
                  </a:lnTo>
                  <a:lnTo>
                    <a:pt x="64770" y="0"/>
                  </a:lnTo>
                  <a:close/>
                </a:path>
              </a:pathLst>
            </a:custGeom>
            <a:solidFill>
              <a:srgbClr val="0E2C0E"/>
            </a:solidFill>
          </p:spPr>
          <p:txBody>
            <a:bodyPr wrap="square" lIns="0" tIns="0" rIns="0" bIns="0" rtlCol="0"/>
            <a:lstStyle/>
            <a:p/>
          </p:txBody>
        </p:sp>
        <p:sp>
          <p:nvSpPr>
            <p:cNvPr id="2432" name="object 2432"/>
            <p:cNvSpPr/>
            <p:nvPr/>
          </p:nvSpPr>
          <p:spPr>
            <a:xfrm>
              <a:off x="7537450" y="946149"/>
              <a:ext cx="68580" cy="6350"/>
            </a:xfrm>
            <a:custGeom>
              <a:avLst/>
              <a:gdLst/>
              <a:ahLst/>
              <a:cxnLst/>
              <a:rect l="l" t="t" r="r" b="b"/>
              <a:pathLst>
                <a:path w="68579" h="6350">
                  <a:moveTo>
                    <a:pt x="68579" y="0"/>
                  </a:moveTo>
                  <a:lnTo>
                    <a:pt x="3809" y="0"/>
                  </a:lnTo>
                  <a:lnTo>
                    <a:pt x="3809" y="1269"/>
                  </a:lnTo>
                  <a:lnTo>
                    <a:pt x="2540" y="1269"/>
                  </a:lnTo>
                  <a:lnTo>
                    <a:pt x="2540" y="3809"/>
                  </a:lnTo>
                  <a:lnTo>
                    <a:pt x="1270" y="3809"/>
                  </a:lnTo>
                  <a:lnTo>
                    <a:pt x="1270" y="5079"/>
                  </a:lnTo>
                  <a:lnTo>
                    <a:pt x="0" y="5079"/>
                  </a:lnTo>
                  <a:lnTo>
                    <a:pt x="0" y="6350"/>
                  </a:lnTo>
                  <a:lnTo>
                    <a:pt x="68579" y="6350"/>
                  </a:lnTo>
                  <a:lnTo>
                    <a:pt x="68579" y="0"/>
                  </a:lnTo>
                  <a:close/>
                </a:path>
              </a:pathLst>
            </a:custGeom>
            <a:solidFill>
              <a:srgbClr val="0F2C0F"/>
            </a:solidFill>
          </p:spPr>
          <p:txBody>
            <a:bodyPr wrap="square" lIns="0" tIns="0" rIns="0" bIns="0" rtlCol="0"/>
            <a:lstStyle/>
            <a:p/>
          </p:txBody>
        </p:sp>
        <p:sp>
          <p:nvSpPr>
            <p:cNvPr id="2433" name="object 2433"/>
            <p:cNvSpPr/>
            <p:nvPr/>
          </p:nvSpPr>
          <p:spPr>
            <a:xfrm>
              <a:off x="7533640" y="952499"/>
              <a:ext cx="72390" cy="7620"/>
            </a:xfrm>
            <a:custGeom>
              <a:avLst/>
              <a:gdLst/>
              <a:ahLst/>
              <a:cxnLst/>
              <a:rect l="l" t="t" r="r" b="b"/>
              <a:pathLst>
                <a:path w="72390" h="7619">
                  <a:moveTo>
                    <a:pt x="72389" y="0"/>
                  </a:moveTo>
                  <a:lnTo>
                    <a:pt x="3809" y="0"/>
                  </a:lnTo>
                  <a:lnTo>
                    <a:pt x="3809" y="1269"/>
                  </a:lnTo>
                  <a:lnTo>
                    <a:pt x="2539" y="1269"/>
                  </a:lnTo>
                  <a:lnTo>
                    <a:pt x="2539" y="3809"/>
                  </a:lnTo>
                  <a:lnTo>
                    <a:pt x="1269" y="3809"/>
                  </a:lnTo>
                  <a:lnTo>
                    <a:pt x="1269" y="5079"/>
                  </a:lnTo>
                  <a:lnTo>
                    <a:pt x="0" y="5079"/>
                  </a:lnTo>
                  <a:lnTo>
                    <a:pt x="0" y="7620"/>
                  </a:lnTo>
                  <a:lnTo>
                    <a:pt x="72389" y="7620"/>
                  </a:lnTo>
                  <a:lnTo>
                    <a:pt x="72389" y="0"/>
                  </a:lnTo>
                  <a:close/>
                </a:path>
              </a:pathLst>
            </a:custGeom>
            <a:solidFill>
              <a:srgbClr val="102C10"/>
            </a:solidFill>
          </p:spPr>
          <p:txBody>
            <a:bodyPr wrap="square" lIns="0" tIns="0" rIns="0" bIns="0" rtlCol="0"/>
            <a:lstStyle/>
            <a:p/>
          </p:txBody>
        </p:sp>
        <p:sp>
          <p:nvSpPr>
            <p:cNvPr id="2434" name="object 2434"/>
            <p:cNvSpPr/>
            <p:nvPr/>
          </p:nvSpPr>
          <p:spPr>
            <a:xfrm>
              <a:off x="7528560" y="960119"/>
              <a:ext cx="77470" cy="7620"/>
            </a:xfrm>
            <a:custGeom>
              <a:avLst/>
              <a:gdLst/>
              <a:ahLst/>
              <a:cxnLst/>
              <a:rect l="l" t="t" r="r" b="b"/>
              <a:pathLst>
                <a:path w="77470" h="7619">
                  <a:moveTo>
                    <a:pt x="77470" y="0"/>
                  </a:moveTo>
                  <a:lnTo>
                    <a:pt x="3810" y="0"/>
                  </a:lnTo>
                  <a:lnTo>
                    <a:pt x="3810" y="2539"/>
                  </a:lnTo>
                  <a:lnTo>
                    <a:pt x="2540" y="2539"/>
                  </a:lnTo>
                  <a:lnTo>
                    <a:pt x="2540" y="3809"/>
                  </a:lnTo>
                  <a:lnTo>
                    <a:pt x="1270" y="3809"/>
                  </a:lnTo>
                  <a:lnTo>
                    <a:pt x="1270" y="6349"/>
                  </a:lnTo>
                  <a:lnTo>
                    <a:pt x="0" y="6349"/>
                  </a:lnTo>
                  <a:lnTo>
                    <a:pt x="0" y="7619"/>
                  </a:lnTo>
                  <a:lnTo>
                    <a:pt x="77470" y="7619"/>
                  </a:lnTo>
                  <a:lnTo>
                    <a:pt x="77470" y="0"/>
                  </a:lnTo>
                  <a:close/>
                </a:path>
              </a:pathLst>
            </a:custGeom>
            <a:solidFill>
              <a:srgbClr val="112B11"/>
            </a:solidFill>
          </p:spPr>
          <p:txBody>
            <a:bodyPr wrap="square" lIns="0" tIns="0" rIns="0" bIns="0" rtlCol="0"/>
            <a:lstStyle/>
            <a:p/>
          </p:txBody>
        </p:sp>
        <p:sp>
          <p:nvSpPr>
            <p:cNvPr id="2435" name="object 2435"/>
            <p:cNvSpPr/>
            <p:nvPr/>
          </p:nvSpPr>
          <p:spPr>
            <a:xfrm>
              <a:off x="7524750" y="967739"/>
              <a:ext cx="81280" cy="6350"/>
            </a:xfrm>
            <a:custGeom>
              <a:avLst/>
              <a:gdLst/>
              <a:ahLst/>
              <a:cxnLst/>
              <a:rect l="l" t="t" r="r" b="b"/>
              <a:pathLst>
                <a:path w="81279" h="6350">
                  <a:moveTo>
                    <a:pt x="81279" y="0"/>
                  </a:moveTo>
                  <a:lnTo>
                    <a:pt x="3809" y="0"/>
                  </a:lnTo>
                  <a:lnTo>
                    <a:pt x="3809" y="1269"/>
                  </a:lnTo>
                  <a:lnTo>
                    <a:pt x="2540" y="1269"/>
                  </a:lnTo>
                  <a:lnTo>
                    <a:pt x="2540" y="2539"/>
                  </a:lnTo>
                  <a:lnTo>
                    <a:pt x="1270" y="2539"/>
                  </a:lnTo>
                  <a:lnTo>
                    <a:pt x="1270" y="5079"/>
                  </a:lnTo>
                  <a:lnTo>
                    <a:pt x="0" y="5079"/>
                  </a:lnTo>
                  <a:lnTo>
                    <a:pt x="0" y="6350"/>
                  </a:lnTo>
                  <a:lnTo>
                    <a:pt x="81279" y="6350"/>
                  </a:lnTo>
                  <a:lnTo>
                    <a:pt x="81279" y="0"/>
                  </a:lnTo>
                  <a:close/>
                </a:path>
              </a:pathLst>
            </a:custGeom>
            <a:solidFill>
              <a:srgbClr val="122B12"/>
            </a:solidFill>
          </p:spPr>
          <p:txBody>
            <a:bodyPr wrap="square" lIns="0" tIns="0" rIns="0" bIns="0" rtlCol="0"/>
            <a:lstStyle/>
            <a:p/>
          </p:txBody>
        </p:sp>
        <p:sp>
          <p:nvSpPr>
            <p:cNvPr id="2436" name="object 2436"/>
            <p:cNvSpPr/>
            <p:nvPr/>
          </p:nvSpPr>
          <p:spPr>
            <a:xfrm>
              <a:off x="7522210" y="974089"/>
              <a:ext cx="83820" cy="7620"/>
            </a:xfrm>
            <a:custGeom>
              <a:avLst/>
              <a:gdLst/>
              <a:ahLst/>
              <a:cxnLst/>
              <a:rect l="l" t="t" r="r" b="b"/>
              <a:pathLst>
                <a:path w="83820" h="7619">
                  <a:moveTo>
                    <a:pt x="83820" y="0"/>
                  </a:moveTo>
                  <a:lnTo>
                    <a:pt x="2540" y="0"/>
                  </a:lnTo>
                  <a:lnTo>
                    <a:pt x="2540" y="1269"/>
                  </a:lnTo>
                  <a:lnTo>
                    <a:pt x="1270" y="1269"/>
                  </a:lnTo>
                  <a:lnTo>
                    <a:pt x="1270" y="2539"/>
                  </a:lnTo>
                  <a:lnTo>
                    <a:pt x="0" y="2539"/>
                  </a:lnTo>
                  <a:lnTo>
                    <a:pt x="0" y="7620"/>
                  </a:lnTo>
                  <a:lnTo>
                    <a:pt x="83820" y="7620"/>
                  </a:lnTo>
                  <a:lnTo>
                    <a:pt x="83820" y="0"/>
                  </a:lnTo>
                  <a:close/>
                </a:path>
              </a:pathLst>
            </a:custGeom>
            <a:solidFill>
              <a:srgbClr val="132A13"/>
            </a:solidFill>
          </p:spPr>
          <p:txBody>
            <a:bodyPr wrap="square" lIns="0" tIns="0" rIns="0" bIns="0" rtlCol="0"/>
            <a:lstStyle/>
            <a:p/>
          </p:txBody>
        </p:sp>
        <p:sp>
          <p:nvSpPr>
            <p:cNvPr id="2437" name="object 2437"/>
            <p:cNvSpPr/>
            <p:nvPr/>
          </p:nvSpPr>
          <p:spPr>
            <a:xfrm>
              <a:off x="7522210" y="9817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42A14"/>
            </a:solidFill>
          </p:spPr>
          <p:txBody>
            <a:bodyPr wrap="square" lIns="0" tIns="0" rIns="0" bIns="0" rtlCol="0"/>
            <a:lstStyle/>
            <a:p/>
          </p:txBody>
        </p:sp>
        <p:sp>
          <p:nvSpPr>
            <p:cNvPr id="2438" name="object 2438"/>
            <p:cNvSpPr/>
            <p:nvPr/>
          </p:nvSpPr>
          <p:spPr>
            <a:xfrm>
              <a:off x="7522210" y="9893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152915"/>
            </a:solidFill>
          </p:spPr>
          <p:txBody>
            <a:bodyPr wrap="square" lIns="0" tIns="0" rIns="0" bIns="0" rtlCol="0"/>
            <a:lstStyle/>
            <a:p/>
          </p:txBody>
        </p:sp>
        <p:sp>
          <p:nvSpPr>
            <p:cNvPr id="2439" name="object 2439"/>
            <p:cNvSpPr/>
            <p:nvPr/>
          </p:nvSpPr>
          <p:spPr>
            <a:xfrm>
              <a:off x="7522210" y="9956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62916"/>
            </a:solidFill>
          </p:spPr>
          <p:txBody>
            <a:bodyPr wrap="square" lIns="0" tIns="0" rIns="0" bIns="0" rtlCol="0"/>
            <a:lstStyle/>
            <a:p/>
          </p:txBody>
        </p:sp>
        <p:sp>
          <p:nvSpPr>
            <p:cNvPr id="2440" name="object 2440"/>
            <p:cNvSpPr/>
            <p:nvPr/>
          </p:nvSpPr>
          <p:spPr>
            <a:xfrm>
              <a:off x="7522210" y="100329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72917"/>
            </a:solidFill>
          </p:spPr>
          <p:txBody>
            <a:bodyPr wrap="square" lIns="0" tIns="0" rIns="0" bIns="0" rtlCol="0"/>
            <a:lstStyle/>
            <a:p/>
          </p:txBody>
        </p:sp>
        <p:sp>
          <p:nvSpPr>
            <p:cNvPr id="2441" name="object 2441"/>
            <p:cNvSpPr/>
            <p:nvPr/>
          </p:nvSpPr>
          <p:spPr>
            <a:xfrm>
              <a:off x="7522210" y="101091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182818"/>
            </a:solidFill>
          </p:spPr>
          <p:txBody>
            <a:bodyPr wrap="square" lIns="0" tIns="0" rIns="0" bIns="0" rtlCol="0"/>
            <a:lstStyle/>
            <a:p/>
          </p:txBody>
        </p:sp>
        <p:sp>
          <p:nvSpPr>
            <p:cNvPr id="2442" name="object 2442"/>
            <p:cNvSpPr/>
            <p:nvPr/>
          </p:nvSpPr>
          <p:spPr>
            <a:xfrm>
              <a:off x="7522210" y="101726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92819"/>
            </a:solidFill>
          </p:spPr>
          <p:txBody>
            <a:bodyPr wrap="square" lIns="0" tIns="0" rIns="0" bIns="0" rtlCol="0"/>
            <a:lstStyle/>
            <a:p/>
          </p:txBody>
        </p:sp>
        <p:sp>
          <p:nvSpPr>
            <p:cNvPr id="2443" name="object 2443"/>
            <p:cNvSpPr/>
            <p:nvPr/>
          </p:nvSpPr>
          <p:spPr>
            <a:xfrm>
              <a:off x="7522210" y="10248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A271A"/>
            </a:solidFill>
          </p:spPr>
          <p:txBody>
            <a:bodyPr wrap="square" lIns="0" tIns="0" rIns="0" bIns="0" rtlCol="0"/>
            <a:lstStyle/>
            <a:p/>
          </p:txBody>
        </p:sp>
        <p:sp>
          <p:nvSpPr>
            <p:cNvPr id="2444" name="object 2444"/>
            <p:cNvSpPr/>
            <p:nvPr/>
          </p:nvSpPr>
          <p:spPr>
            <a:xfrm>
              <a:off x="7522210" y="10325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1C271C"/>
            </a:solidFill>
          </p:spPr>
          <p:txBody>
            <a:bodyPr wrap="square" lIns="0" tIns="0" rIns="0" bIns="0" rtlCol="0"/>
            <a:lstStyle/>
            <a:p/>
          </p:txBody>
        </p:sp>
        <p:sp>
          <p:nvSpPr>
            <p:cNvPr id="2445" name="object 2445"/>
            <p:cNvSpPr/>
            <p:nvPr/>
          </p:nvSpPr>
          <p:spPr>
            <a:xfrm>
              <a:off x="7522210" y="10401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1D261D"/>
            </a:solidFill>
          </p:spPr>
          <p:txBody>
            <a:bodyPr wrap="square" lIns="0" tIns="0" rIns="0" bIns="0" rtlCol="0"/>
            <a:lstStyle/>
            <a:p/>
          </p:txBody>
        </p:sp>
        <p:sp>
          <p:nvSpPr>
            <p:cNvPr id="2446" name="object 2446"/>
            <p:cNvSpPr/>
            <p:nvPr/>
          </p:nvSpPr>
          <p:spPr>
            <a:xfrm>
              <a:off x="7522210" y="104647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E261E"/>
            </a:solidFill>
          </p:spPr>
          <p:txBody>
            <a:bodyPr wrap="square" lIns="0" tIns="0" rIns="0" bIns="0" rtlCol="0"/>
            <a:lstStyle/>
            <a:p/>
          </p:txBody>
        </p:sp>
        <p:sp>
          <p:nvSpPr>
            <p:cNvPr id="2447" name="object 2447"/>
            <p:cNvSpPr/>
            <p:nvPr/>
          </p:nvSpPr>
          <p:spPr>
            <a:xfrm>
              <a:off x="7522210" y="105409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1F261F"/>
            </a:solidFill>
          </p:spPr>
          <p:txBody>
            <a:bodyPr wrap="square" lIns="0" tIns="0" rIns="0" bIns="0" rtlCol="0"/>
            <a:lstStyle/>
            <a:p/>
          </p:txBody>
        </p:sp>
        <p:sp>
          <p:nvSpPr>
            <p:cNvPr id="2448" name="object 2448"/>
            <p:cNvSpPr/>
            <p:nvPr/>
          </p:nvSpPr>
          <p:spPr>
            <a:xfrm>
              <a:off x="7522210" y="106171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202520"/>
            </a:solidFill>
          </p:spPr>
          <p:txBody>
            <a:bodyPr wrap="square" lIns="0" tIns="0" rIns="0" bIns="0" rtlCol="0"/>
            <a:lstStyle/>
            <a:p/>
          </p:txBody>
        </p:sp>
        <p:sp>
          <p:nvSpPr>
            <p:cNvPr id="2449" name="object 2449"/>
            <p:cNvSpPr/>
            <p:nvPr/>
          </p:nvSpPr>
          <p:spPr>
            <a:xfrm>
              <a:off x="7498080" y="1068069"/>
              <a:ext cx="143510" cy="7620"/>
            </a:xfrm>
            <a:custGeom>
              <a:avLst/>
              <a:gdLst/>
              <a:ahLst/>
              <a:cxnLst/>
              <a:rect l="l" t="t" r="r" b="b"/>
              <a:pathLst>
                <a:path w="143509" h="7619">
                  <a:moveTo>
                    <a:pt x="143497" y="3810"/>
                  </a:moveTo>
                  <a:lnTo>
                    <a:pt x="107950" y="3810"/>
                  </a:lnTo>
                  <a:lnTo>
                    <a:pt x="107950" y="2540"/>
                  </a:lnTo>
                  <a:lnTo>
                    <a:pt x="107950" y="0"/>
                  </a:lnTo>
                  <a:lnTo>
                    <a:pt x="24130" y="0"/>
                  </a:lnTo>
                  <a:lnTo>
                    <a:pt x="24130" y="2540"/>
                  </a:lnTo>
                  <a:lnTo>
                    <a:pt x="0" y="2540"/>
                  </a:lnTo>
                  <a:lnTo>
                    <a:pt x="0" y="3810"/>
                  </a:lnTo>
                  <a:lnTo>
                    <a:pt x="0" y="7620"/>
                  </a:lnTo>
                  <a:lnTo>
                    <a:pt x="143497" y="7620"/>
                  </a:lnTo>
                  <a:lnTo>
                    <a:pt x="143497" y="3810"/>
                  </a:lnTo>
                  <a:close/>
                </a:path>
              </a:pathLst>
            </a:custGeom>
            <a:solidFill>
              <a:srgbClr val="212521"/>
            </a:solidFill>
          </p:spPr>
          <p:txBody>
            <a:bodyPr wrap="square" lIns="0" tIns="0" rIns="0" bIns="0" rtlCol="0"/>
            <a:lstStyle/>
            <a:p/>
          </p:txBody>
        </p:sp>
        <p:sp>
          <p:nvSpPr>
            <p:cNvPr id="2450" name="object 2450"/>
            <p:cNvSpPr/>
            <p:nvPr/>
          </p:nvSpPr>
          <p:spPr>
            <a:xfrm>
              <a:off x="7498080" y="107568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22422"/>
            </a:solidFill>
          </p:spPr>
          <p:txBody>
            <a:bodyPr wrap="square" lIns="0" tIns="0" rIns="0" bIns="0" rtlCol="0"/>
            <a:lstStyle/>
            <a:p/>
          </p:txBody>
        </p:sp>
        <p:sp>
          <p:nvSpPr>
            <p:cNvPr id="2451" name="object 2451"/>
            <p:cNvSpPr/>
            <p:nvPr/>
          </p:nvSpPr>
          <p:spPr>
            <a:xfrm>
              <a:off x="7498080" y="108330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232423"/>
            </a:solidFill>
          </p:spPr>
          <p:txBody>
            <a:bodyPr wrap="square" lIns="0" tIns="0" rIns="0" bIns="0" rtlCol="0"/>
            <a:lstStyle/>
            <a:p/>
          </p:txBody>
        </p:sp>
        <p:sp>
          <p:nvSpPr>
            <p:cNvPr id="2452" name="object 2452"/>
            <p:cNvSpPr/>
            <p:nvPr/>
          </p:nvSpPr>
          <p:spPr>
            <a:xfrm>
              <a:off x="7498080" y="10896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42324"/>
            </a:solidFill>
          </p:spPr>
          <p:txBody>
            <a:bodyPr wrap="square" lIns="0" tIns="0" rIns="0" bIns="0" rtlCol="0"/>
            <a:lstStyle/>
            <a:p/>
          </p:txBody>
        </p:sp>
        <p:sp>
          <p:nvSpPr>
            <p:cNvPr id="2453" name="object 2453"/>
            <p:cNvSpPr/>
            <p:nvPr/>
          </p:nvSpPr>
          <p:spPr>
            <a:xfrm>
              <a:off x="7498080" y="109727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52325"/>
            </a:solidFill>
          </p:spPr>
          <p:txBody>
            <a:bodyPr wrap="square" lIns="0" tIns="0" rIns="0" bIns="0" rtlCol="0"/>
            <a:lstStyle/>
            <a:p/>
          </p:txBody>
        </p:sp>
        <p:sp>
          <p:nvSpPr>
            <p:cNvPr id="2454" name="object 2454"/>
            <p:cNvSpPr/>
            <p:nvPr/>
          </p:nvSpPr>
          <p:spPr>
            <a:xfrm>
              <a:off x="7498080" y="110489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262326"/>
            </a:solidFill>
          </p:spPr>
          <p:txBody>
            <a:bodyPr wrap="square" lIns="0" tIns="0" rIns="0" bIns="0" rtlCol="0"/>
            <a:lstStyle/>
            <a:p/>
          </p:txBody>
        </p:sp>
        <p:sp>
          <p:nvSpPr>
            <p:cNvPr id="2455" name="object 2455"/>
            <p:cNvSpPr/>
            <p:nvPr/>
          </p:nvSpPr>
          <p:spPr>
            <a:xfrm>
              <a:off x="7498080" y="11112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72227"/>
            </a:solidFill>
          </p:spPr>
          <p:txBody>
            <a:bodyPr wrap="square" lIns="0" tIns="0" rIns="0" bIns="0" rtlCol="0"/>
            <a:lstStyle/>
            <a:p/>
          </p:txBody>
        </p:sp>
        <p:sp>
          <p:nvSpPr>
            <p:cNvPr id="2456" name="object 2456"/>
            <p:cNvSpPr/>
            <p:nvPr/>
          </p:nvSpPr>
          <p:spPr>
            <a:xfrm>
              <a:off x="7498080" y="11188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82228"/>
            </a:solidFill>
          </p:spPr>
          <p:txBody>
            <a:bodyPr wrap="square" lIns="0" tIns="0" rIns="0" bIns="0" rtlCol="0"/>
            <a:lstStyle/>
            <a:p/>
          </p:txBody>
        </p:sp>
        <p:sp>
          <p:nvSpPr>
            <p:cNvPr id="2457" name="object 2457"/>
            <p:cNvSpPr/>
            <p:nvPr/>
          </p:nvSpPr>
          <p:spPr>
            <a:xfrm>
              <a:off x="7498080" y="112648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A212A"/>
            </a:solidFill>
          </p:spPr>
          <p:txBody>
            <a:bodyPr wrap="square" lIns="0" tIns="0" rIns="0" bIns="0" rtlCol="0"/>
            <a:lstStyle/>
            <a:p/>
          </p:txBody>
        </p:sp>
        <p:sp>
          <p:nvSpPr>
            <p:cNvPr id="2458" name="object 2458"/>
            <p:cNvSpPr/>
            <p:nvPr/>
          </p:nvSpPr>
          <p:spPr>
            <a:xfrm>
              <a:off x="7498080" y="113410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2B212B"/>
            </a:solidFill>
          </p:spPr>
          <p:txBody>
            <a:bodyPr wrap="square" lIns="0" tIns="0" rIns="0" bIns="0" rtlCol="0"/>
            <a:lstStyle/>
            <a:p/>
          </p:txBody>
        </p:sp>
        <p:sp>
          <p:nvSpPr>
            <p:cNvPr id="2459" name="object 2459"/>
            <p:cNvSpPr/>
            <p:nvPr/>
          </p:nvSpPr>
          <p:spPr>
            <a:xfrm>
              <a:off x="7498080" y="11404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2C202C"/>
            </a:solidFill>
          </p:spPr>
          <p:txBody>
            <a:bodyPr wrap="square" lIns="0" tIns="0" rIns="0" bIns="0" rtlCol="0"/>
            <a:lstStyle/>
            <a:p/>
          </p:txBody>
        </p:sp>
        <p:sp>
          <p:nvSpPr>
            <p:cNvPr id="2460" name="object 2460"/>
            <p:cNvSpPr/>
            <p:nvPr/>
          </p:nvSpPr>
          <p:spPr>
            <a:xfrm>
              <a:off x="7498080" y="114807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D202D"/>
            </a:solidFill>
          </p:spPr>
          <p:txBody>
            <a:bodyPr wrap="square" lIns="0" tIns="0" rIns="0" bIns="0" rtlCol="0"/>
            <a:lstStyle/>
            <a:p/>
          </p:txBody>
        </p:sp>
        <p:sp>
          <p:nvSpPr>
            <p:cNvPr id="2461" name="object 2461"/>
            <p:cNvSpPr/>
            <p:nvPr/>
          </p:nvSpPr>
          <p:spPr>
            <a:xfrm>
              <a:off x="7498080" y="115569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2E202E"/>
            </a:solidFill>
          </p:spPr>
          <p:txBody>
            <a:bodyPr wrap="square" lIns="0" tIns="0" rIns="0" bIns="0" rtlCol="0"/>
            <a:lstStyle/>
            <a:p/>
          </p:txBody>
        </p:sp>
        <p:sp>
          <p:nvSpPr>
            <p:cNvPr id="2462" name="object 2462"/>
            <p:cNvSpPr/>
            <p:nvPr/>
          </p:nvSpPr>
          <p:spPr>
            <a:xfrm>
              <a:off x="7498080" y="11620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2F1F2F"/>
            </a:solidFill>
          </p:spPr>
          <p:txBody>
            <a:bodyPr wrap="square" lIns="0" tIns="0" rIns="0" bIns="0" rtlCol="0"/>
            <a:lstStyle/>
            <a:p/>
          </p:txBody>
        </p:sp>
        <p:sp>
          <p:nvSpPr>
            <p:cNvPr id="2463" name="object 2463"/>
            <p:cNvSpPr/>
            <p:nvPr/>
          </p:nvSpPr>
          <p:spPr>
            <a:xfrm>
              <a:off x="7498080" y="11696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301F30"/>
            </a:solidFill>
          </p:spPr>
          <p:txBody>
            <a:bodyPr wrap="square" lIns="0" tIns="0" rIns="0" bIns="0" rtlCol="0"/>
            <a:lstStyle/>
            <a:p/>
          </p:txBody>
        </p:sp>
        <p:sp>
          <p:nvSpPr>
            <p:cNvPr id="2464" name="object 2464"/>
            <p:cNvSpPr/>
            <p:nvPr/>
          </p:nvSpPr>
          <p:spPr>
            <a:xfrm>
              <a:off x="7498080" y="117728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311E31"/>
            </a:solidFill>
          </p:spPr>
          <p:txBody>
            <a:bodyPr wrap="square" lIns="0" tIns="0" rIns="0" bIns="0" rtlCol="0"/>
            <a:lstStyle/>
            <a:p/>
          </p:txBody>
        </p:sp>
        <p:sp>
          <p:nvSpPr>
            <p:cNvPr id="2465" name="object 2465"/>
            <p:cNvSpPr/>
            <p:nvPr/>
          </p:nvSpPr>
          <p:spPr>
            <a:xfrm>
              <a:off x="7498080" y="118363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31E33"/>
            </a:solidFill>
          </p:spPr>
          <p:txBody>
            <a:bodyPr wrap="square" lIns="0" tIns="0" rIns="0" bIns="0" rtlCol="0"/>
            <a:lstStyle/>
            <a:p/>
          </p:txBody>
        </p:sp>
        <p:sp>
          <p:nvSpPr>
            <p:cNvPr id="2466" name="object 2466"/>
            <p:cNvSpPr/>
            <p:nvPr/>
          </p:nvSpPr>
          <p:spPr>
            <a:xfrm>
              <a:off x="7498080" y="11912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331D33"/>
            </a:solidFill>
          </p:spPr>
          <p:txBody>
            <a:bodyPr wrap="square" lIns="0" tIns="0" rIns="0" bIns="0" rtlCol="0"/>
            <a:lstStyle/>
            <a:p/>
          </p:txBody>
        </p:sp>
        <p:sp>
          <p:nvSpPr>
            <p:cNvPr id="2467" name="object 2467"/>
            <p:cNvSpPr/>
            <p:nvPr/>
          </p:nvSpPr>
          <p:spPr>
            <a:xfrm>
              <a:off x="7498080" y="119887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341D34"/>
            </a:solidFill>
          </p:spPr>
          <p:txBody>
            <a:bodyPr wrap="square" lIns="0" tIns="0" rIns="0" bIns="0" rtlCol="0"/>
            <a:lstStyle/>
            <a:p/>
          </p:txBody>
        </p:sp>
        <p:sp>
          <p:nvSpPr>
            <p:cNvPr id="2468" name="object 2468"/>
            <p:cNvSpPr/>
            <p:nvPr/>
          </p:nvSpPr>
          <p:spPr>
            <a:xfrm>
              <a:off x="7498080" y="120522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51D35"/>
            </a:solidFill>
          </p:spPr>
          <p:txBody>
            <a:bodyPr wrap="square" lIns="0" tIns="0" rIns="0" bIns="0" rtlCol="0"/>
            <a:lstStyle/>
            <a:p/>
          </p:txBody>
        </p:sp>
        <p:sp>
          <p:nvSpPr>
            <p:cNvPr id="2469" name="object 2469"/>
            <p:cNvSpPr/>
            <p:nvPr/>
          </p:nvSpPr>
          <p:spPr>
            <a:xfrm>
              <a:off x="7498080" y="121284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61C36"/>
            </a:solidFill>
          </p:spPr>
          <p:txBody>
            <a:bodyPr wrap="square" lIns="0" tIns="0" rIns="0" bIns="0" rtlCol="0"/>
            <a:lstStyle/>
            <a:p/>
          </p:txBody>
        </p:sp>
        <p:sp>
          <p:nvSpPr>
            <p:cNvPr id="2470" name="object 2470"/>
            <p:cNvSpPr/>
            <p:nvPr/>
          </p:nvSpPr>
          <p:spPr>
            <a:xfrm>
              <a:off x="7498080" y="122046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381C38"/>
            </a:solidFill>
          </p:spPr>
          <p:txBody>
            <a:bodyPr wrap="square" lIns="0" tIns="0" rIns="0" bIns="0" rtlCol="0"/>
            <a:lstStyle/>
            <a:p/>
          </p:txBody>
        </p:sp>
        <p:sp>
          <p:nvSpPr>
            <p:cNvPr id="2471" name="object 2471"/>
            <p:cNvSpPr/>
            <p:nvPr/>
          </p:nvSpPr>
          <p:spPr>
            <a:xfrm>
              <a:off x="7498080" y="122808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391B39"/>
            </a:solidFill>
          </p:spPr>
          <p:txBody>
            <a:bodyPr wrap="square" lIns="0" tIns="0" rIns="0" bIns="0" rtlCol="0"/>
            <a:lstStyle/>
            <a:p/>
          </p:txBody>
        </p:sp>
        <p:sp>
          <p:nvSpPr>
            <p:cNvPr id="2472" name="object 2472"/>
            <p:cNvSpPr/>
            <p:nvPr/>
          </p:nvSpPr>
          <p:spPr>
            <a:xfrm>
              <a:off x="7498080" y="123443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A1B3A"/>
            </a:solidFill>
          </p:spPr>
          <p:txBody>
            <a:bodyPr wrap="square" lIns="0" tIns="0" rIns="0" bIns="0" rtlCol="0"/>
            <a:lstStyle/>
            <a:p/>
          </p:txBody>
        </p:sp>
        <p:sp>
          <p:nvSpPr>
            <p:cNvPr id="2473" name="object 2473"/>
            <p:cNvSpPr/>
            <p:nvPr/>
          </p:nvSpPr>
          <p:spPr>
            <a:xfrm>
              <a:off x="7498080" y="1242059"/>
              <a:ext cx="143510" cy="7620"/>
            </a:xfrm>
            <a:custGeom>
              <a:avLst/>
              <a:gdLst/>
              <a:ahLst/>
              <a:cxnLst/>
              <a:rect l="l" t="t" r="r" b="b"/>
              <a:pathLst>
                <a:path w="143509" h="7619">
                  <a:moveTo>
                    <a:pt x="0" y="7619"/>
                  </a:moveTo>
                  <a:lnTo>
                    <a:pt x="0" y="0"/>
                  </a:lnTo>
                  <a:lnTo>
                    <a:pt x="143509" y="0"/>
                  </a:lnTo>
                  <a:lnTo>
                    <a:pt x="143509" y="7619"/>
                  </a:lnTo>
                  <a:lnTo>
                    <a:pt x="0" y="7619"/>
                  </a:lnTo>
                  <a:close/>
                </a:path>
              </a:pathLst>
            </a:custGeom>
            <a:solidFill>
              <a:srgbClr val="3B1A3B"/>
            </a:solidFill>
          </p:spPr>
          <p:txBody>
            <a:bodyPr wrap="square" lIns="0" tIns="0" rIns="0" bIns="0" rtlCol="0"/>
            <a:lstStyle/>
            <a:p/>
          </p:txBody>
        </p:sp>
        <p:sp>
          <p:nvSpPr>
            <p:cNvPr id="2474" name="object 2474"/>
            <p:cNvSpPr/>
            <p:nvPr/>
          </p:nvSpPr>
          <p:spPr>
            <a:xfrm>
              <a:off x="7498080" y="1249679"/>
              <a:ext cx="143510" cy="6350"/>
            </a:xfrm>
            <a:custGeom>
              <a:avLst/>
              <a:gdLst/>
              <a:ahLst/>
              <a:cxnLst/>
              <a:rect l="l" t="t" r="r" b="b"/>
              <a:pathLst>
                <a:path w="143509" h="6350">
                  <a:moveTo>
                    <a:pt x="0" y="6350"/>
                  </a:moveTo>
                  <a:lnTo>
                    <a:pt x="0" y="0"/>
                  </a:lnTo>
                  <a:lnTo>
                    <a:pt x="143509" y="0"/>
                  </a:lnTo>
                  <a:lnTo>
                    <a:pt x="143509" y="6350"/>
                  </a:lnTo>
                  <a:lnTo>
                    <a:pt x="0" y="6350"/>
                  </a:lnTo>
                  <a:close/>
                </a:path>
              </a:pathLst>
            </a:custGeom>
            <a:solidFill>
              <a:srgbClr val="3C1A3C"/>
            </a:solidFill>
          </p:spPr>
          <p:txBody>
            <a:bodyPr wrap="square" lIns="0" tIns="0" rIns="0" bIns="0" rtlCol="0"/>
            <a:lstStyle/>
            <a:p/>
          </p:txBody>
        </p:sp>
        <p:sp>
          <p:nvSpPr>
            <p:cNvPr id="2475" name="object 2475"/>
            <p:cNvSpPr/>
            <p:nvPr/>
          </p:nvSpPr>
          <p:spPr>
            <a:xfrm>
              <a:off x="7498080" y="1256029"/>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D1A3D"/>
            </a:solidFill>
          </p:spPr>
          <p:txBody>
            <a:bodyPr wrap="square" lIns="0" tIns="0" rIns="0" bIns="0" rtlCol="0"/>
            <a:lstStyle/>
            <a:p/>
          </p:txBody>
        </p:sp>
        <p:sp>
          <p:nvSpPr>
            <p:cNvPr id="2476" name="object 2476"/>
            <p:cNvSpPr/>
            <p:nvPr/>
          </p:nvSpPr>
          <p:spPr>
            <a:xfrm>
              <a:off x="7498080" y="1263650"/>
              <a:ext cx="143510" cy="7620"/>
            </a:xfrm>
            <a:custGeom>
              <a:avLst/>
              <a:gdLst/>
              <a:ahLst/>
              <a:cxnLst/>
              <a:rect l="l" t="t" r="r" b="b"/>
              <a:pathLst>
                <a:path w="143509" h="7619">
                  <a:moveTo>
                    <a:pt x="0" y="7620"/>
                  </a:moveTo>
                  <a:lnTo>
                    <a:pt x="0" y="0"/>
                  </a:lnTo>
                  <a:lnTo>
                    <a:pt x="143509" y="0"/>
                  </a:lnTo>
                  <a:lnTo>
                    <a:pt x="143509" y="7620"/>
                  </a:lnTo>
                  <a:lnTo>
                    <a:pt x="0" y="7620"/>
                  </a:lnTo>
                  <a:close/>
                </a:path>
              </a:pathLst>
            </a:custGeom>
            <a:solidFill>
              <a:srgbClr val="3E193E"/>
            </a:solidFill>
          </p:spPr>
          <p:txBody>
            <a:bodyPr wrap="square" lIns="0" tIns="0" rIns="0" bIns="0" rtlCol="0"/>
            <a:lstStyle/>
            <a:p/>
          </p:txBody>
        </p:sp>
        <p:sp>
          <p:nvSpPr>
            <p:cNvPr id="2477" name="object 2477"/>
            <p:cNvSpPr/>
            <p:nvPr/>
          </p:nvSpPr>
          <p:spPr>
            <a:xfrm>
              <a:off x="7498080" y="1271269"/>
              <a:ext cx="143510" cy="6350"/>
            </a:xfrm>
            <a:custGeom>
              <a:avLst/>
              <a:gdLst/>
              <a:ahLst/>
              <a:cxnLst/>
              <a:rect l="l" t="t" r="r" b="b"/>
              <a:pathLst>
                <a:path w="143509" h="6350">
                  <a:moveTo>
                    <a:pt x="107950" y="1270"/>
                  </a:moveTo>
                  <a:lnTo>
                    <a:pt x="0" y="1270"/>
                  </a:lnTo>
                  <a:lnTo>
                    <a:pt x="0" y="2540"/>
                  </a:lnTo>
                  <a:lnTo>
                    <a:pt x="24130" y="2540"/>
                  </a:lnTo>
                  <a:lnTo>
                    <a:pt x="24130" y="6350"/>
                  </a:lnTo>
                  <a:lnTo>
                    <a:pt x="107950" y="6350"/>
                  </a:lnTo>
                  <a:lnTo>
                    <a:pt x="107950" y="2540"/>
                  </a:lnTo>
                  <a:lnTo>
                    <a:pt x="107950" y="1270"/>
                  </a:lnTo>
                  <a:close/>
                </a:path>
                <a:path w="143509" h="6350">
                  <a:moveTo>
                    <a:pt x="143497" y="0"/>
                  </a:moveTo>
                  <a:lnTo>
                    <a:pt x="107950" y="0"/>
                  </a:lnTo>
                  <a:lnTo>
                    <a:pt x="107950" y="1270"/>
                  </a:lnTo>
                  <a:lnTo>
                    <a:pt x="143497" y="1270"/>
                  </a:lnTo>
                  <a:lnTo>
                    <a:pt x="143497" y="0"/>
                  </a:lnTo>
                  <a:close/>
                </a:path>
              </a:pathLst>
            </a:custGeom>
            <a:solidFill>
              <a:srgbClr val="3F193F"/>
            </a:solidFill>
          </p:spPr>
          <p:txBody>
            <a:bodyPr wrap="square" lIns="0" tIns="0" rIns="0" bIns="0" rtlCol="0"/>
            <a:lstStyle/>
            <a:p/>
          </p:txBody>
        </p:sp>
        <p:sp>
          <p:nvSpPr>
            <p:cNvPr id="2478" name="object 2478"/>
            <p:cNvSpPr/>
            <p:nvPr/>
          </p:nvSpPr>
          <p:spPr>
            <a:xfrm>
              <a:off x="7522210" y="12776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01840"/>
            </a:solidFill>
          </p:spPr>
          <p:txBody>
            <a:bodyPr wrap="square" lIns="0" tIns="0" rIns="0" bIns="0" rtlCol="0"/>
            <a:lstStyle/>
            <a:p/>
          </p:txBody>
        </p:sp>
        <p:sp>
          <p:nvSpPr>
            <p:cNvPr id="2479" name="object 2479"/>
            <p:cNvSpPr/>
            <p:nvPr/>
          </p:nvSpPr>
          <p:spPr>
            <a:xfrm>
              <a:off x="7522210" y="128523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11841"/>
            </a:solidFill>
          </p:spPr>
          <p:txBody>
            <a:bodyPr wrap="square" lIns="0" tIns="0" rIns="0" bIns="0" rtlCol="0"/>
            <a:lstStyle/>
            <a:p/>
          </p:txBody>
        </p:sp>
        <p:sp>
          <p:nvSpPr>
            <p:cNvPr id="2480" name="object 2480"/>
            <p:cNvSpPr/>
            <p:nvPr/>
          </p:nvSpPr>
          <p:spPr>
            <a:xfrm>
              <a:off x="7522210" y="129285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21742"/>
            </a:solidFill>
          </p:spPr>
          <p:txBody>
            <a:bodyPr wrap="square" lIns="0" tIns="0" rIns="0" bIns="0" rtlCol="0"/>
            <a:lstStyle/>
            <a:p/>
          </p:txBody>
        </p:sp>
        <p:sp>
          <p:nvSpPr>
            <p:cNvPr id="2481" name="object 2481"/>
            <p:cNvSpPr/>
            <p:nvPr/>
          </p:nvSpPr>
          <p:spPr>
            <a:xfrm>
              <a:off x="7522210" y="12992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31743"/>
            </a:solidFill>
          </p:spPr>
          <p:txBody>
            <a:bodyPr wrap="square" lIns="0" tIns="0" rIns="0" bIns="0" rtlCol="0"/>
            <a:lstStyle/>
            <a:p/>
          </p:txBody>
        </p:sp>
        <p:sp>
          <p:nvSpPr>
            <p:cNvPr id="2482" name="object 2482"/>
            <p:cNvSpPr/>
            <p:nvPr/>
          </p:nvSpPr>
          <p:spPr>
            <a:xfrm>
              <a:off x="7522210" y="13068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41744"/>
            </a:solidFill>
          </p:spPr>
          <p:txBody>
            <a:bodyPr wrap="square" lIns="0" tIns="0" rIns="0" bIns="0" rtlCol="0"/>
            <a:lstStyle/>
            <a:p/>
          </p:txBody>
        </p:sp>
        <p:sp>
          <p:nvSpPr>
            <p:cNvPr id="2483" name="object 2483"/>
            <p:cNvSpPr/>
            <p:nvPr/>
          </p:nvSpPr>
          <p:spPr>
            <a:xfrm>
              <a:off x="7522210" y="13144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51645"/>
            </a:solidFill>
          </p:spPr>
          <p:txBody>
            <a:bodyPr wrap="square" lIns="0" tIns="0" rIns="0" bIns="0" rtlCol="0"/>
            <a:lstStyle/>
            <a:p/>
          </p:txBody>
        </p:sp>
        <p:sp>
          <p:nvSpPr>
            <p:cNvPr id="2484" name="object 2484"/>
            <p:cNvSpPr/>
            <p:nvPr/>
          </p:nvSpPr>
          <p:spPr>
            <a:xfrm>
              <a:off x="7522210" y="132206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71647"/>
            </a:solidFill>
          </p:spPr>
          <p:txBody>
            <a:bodyPr wrap="square" lIns="0" tIns="0" rIns="0" bIns="0" rtlCol="0"/>
            <a:lstStyle/>
            <a:p/>
          </p:txBody>
        </p:sp>
        <p:sp>
          <p:nvSpPr>
            <p:cNvPr id="2485" name="object 2485"/>
            <p:cNvSpPr/>
            <p:nvPr/>
          </p:nvSpPr>
          <p:spPr>
            <a:xfrm>
              <a:off x="7522210" y="13284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81548"/>
            </a:solidFill>
          </p:spPr>
          <p:txBody>
            <a:bodyPr wrap="square" lIns="0" tIns="0" rIns="0" bIns="0" rtlCol="0"/>
            <a:lstStyle/>
            <a:p/>
          </p:txBody>
        </p:sp>
        <p:sp>
          <p:nvSpPr>
            <p:cNvPr id="2486" name="object 2486"/>
            <p:cNvSpPr/>
            <p:nvPr/>
          </p:nvSpPr>
          <p:spPr>
            <a:xfrm>
              <a:off x="7522210" y="133603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91549"/>
            </a:solidFill>
          </p:spPr>
          <p:txBody>
            <a:bodyPr wrap="square" lIns="0" tIns="0" rIns="0" bIns="0" rtlCol="0"/>
            <a:lstStyle/>
            <a:p/>
          </p:txBody>
        </p:sp>
        <p:sp>
          <p:nvSpPr>
            <p:cNvPr id="2487" name="object 2487"/>
            <p:cNvSpPr/>
            <p:nvPr/>
          </p:nvSpPr>
          <p:spPr>
            <a:xfrm>
              <a:off x="7522210" y="134365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A144A"/>
            </a:solidFill>
          </p:spPr>
          <p:txBody>
            <a:bodyPr wrap="square" lIns="0" tIns="0" rIns="0" bIns="0" rtlCol="0"/>
            <a:lstStyle/>
            <a:p/>
          </p:txBody>
        </p:sp>
        <p:sp>
          <p:nvSpPr>
            <p:cNvPr id="2488" name="object 2488"/>
            <p:cNvSpPr/>
            <p:nvPr/>
          </p:nvSpPr>
          <p:spPr>
            <a:xfrm>
              <a:off x="7522210" y="13500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B144B"/>
            </a:solidFill>
          </p:spPr>
          <p:txBody>
            <a:bodyPr wrap="square" lIns="0" tIns="0" rIns="0" bIns="0" rtlCol="0"/>
            <a:lstStyle/>
            <a:p/>
          </p:txBody>
        </p:sp>
        <p:sp>
          <p:nvSpPr>
            <p:cNvPr id="2489" name="object 2489"/>
            <p:cNvSpPr/>
            <p:nvPr/>
          </p:nvSpPr>
          <p:spPr>
            <a:xfrm>
              <a:off x="7522210" y="13576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C144C"/>
            </a:solidFill>
          </p:spPr>
          <p:txBody>
            <a:bodyPr wrap="square" lIns="0" tIns="0" rIns="0" bIns="0" rtlCol="0"/>
            <a:lstStyle/>
            <a:p/>
          </p:txBody>
        </p:sp>
        <p:sp>
          <p:nvSpPr>
            <p:cNvPr id="2490" name="object 2490"/>
            <p:cNvSpPr/>
            <p:nvPr/>
          </p:nvSpPr>
          <p:spPr>
            <a:xfrm>
              <a:off x="7522210" y="136525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D134D"/>
            </a:solidFill>
          </p:spPr>
          <p:txBody>
            <a:bodyPr wrap="square" lIns="0" tIns="0" rIns="0" bIns="0" rtlCol="0"/>
            <a:lstStyle/>
            <a:p/>
          </p:txBody>
        </p:sp>
        <p:sp>
          <p:nvSpPr>
            <p:cNvPr id="2491" name="object 2491"/>
            <p:cNvSpPr/>
            <p:nvPr/>
          </p:nvSpPr>
          <p:spPr>
            <a:xfrm>
              <a:off x="7522210" y="13716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E134E"/>
            </a:solidFill>
          </p:spPr>
          <p:txBody>
            <a:bodyPr wrap="square" lIns="0" tIns="0" rIns="0" bIns="0" rtlCol="0"/>
            <a:lstStyle/>
            <a:p/>
          </p:txBody>
        </p:sp>
        <p:sp>
          <p:nvSpPr>
            <p:cNvPr id="2492" name="object 2492"/>
            <p:cNvSpPr/>
            <p:nvPr/>
          </p:nvSpPr>
          <p:spPr>
            <a:xfrm>
              <a:off x="7522210" y="13792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F124F"/>
            </a:solidFill>
          </p:spPr>
          <p:txBody>
            <a:bodyPr wrap="square" lIns="0" tIns="0" rIns="0" bIns="0" rtlCol="0"/>
            <a:lstStyle/>
            <a:p/>
          </p:txBody>
        </p:sp>
        <p:sp>
          <p:nvSpPr>
            <p:cNvPr id="2493" name="object 2493"/>
            <p:cNvSpPr/>
            <p:nvPr/>
          </p:nvSpPr>
          <p:spPr>
            <a:xfrm>
              <a:off x="7522210" y="138683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01250"/>
            </a:solidFill>
          </p:spPr>
          <p:txBody>
            <a:bodyPr wrap="square" lIns="0" tIns="0" rIns="0" bIns="0" rtlCol="0"/>
            <a:lstStyle/>
            <a:p/>
          </p:txBody>
        </p:sp>
        <p:sp>
          <p:nvSpPr>
            <p:cNvPr id="2494" name="object 2494"/>
            <p:cNvSpPr/>
            <p:nvPr/>
          </p:nvSpPr>
          <p:spPr>
            <a:xfrm>
              <a:off x="7522210" y="13931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11151"/>
            </a:solidFill>
          </p:spPr>
          <p:txBody>
            <a:bodyPr wrap="square" lIns="0" tIns="0" rIns="0" bIns="0" rtlCol="0"/>
            <a:lstStyle/>
            <a:p/>
          </p:txBody>
        </p:sp>
        <p:sp>
          <p:nvSpPr>
            <p:cNvPr id="2495" name="object 2495"/>
            <p:cNvSpPr/>
            <p:nvPr/>
          </p:nvSpPr>
          <p:spPr>
            <a:xfrm>
              <a:off x="7522210" y="14008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21152"/>
            </a:solidFill>
          </p:spPr>
          <p:txBody>
            <a:bodyPr wrap="square" lIns="0" tIns="0" rIns="0" bIns="0" rtlCol="0"/>
            <a:lstStyle/>
            <a:p/>
          </p:txBody>
        </p:sp>
        <p:sp>
          <p:nvSpPr>
            <p:cNvPr id="2496" name="object 2496"/>
            <p:cNvSpPr/>
            <p:nvPr/>
          </p:nvSpPr>
          <p:spPr>
            <a:xfrm>
              <a:off x="7522210" y="140842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31153"/>
            </a:solidFill>
          </p:spPr>
          <p:txBody>
            <a:bodyPr wrap="square" lIns="0" tIns="0" rIns="0" bIns="0" rtlCol="0"/>
            <a:lstStyle/>
            <a:p/>
          </p:txBody>
        </p:sp>
        <p:sp>
          <p:nvSpPr>
            <p:cNvPr id="2497" name="object 2497"/>
            <p:cNvSpPr/>
            <p:nvPr/>
          </p:nvSpPr>
          <p:spPr>
            <a:xfrm>
              <a:off x="7522210" y="141605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51055"/>
            </a:solidFill>
          </p:spPr>
          <p:txBody>
            <a:bodyPr wrap="square" lIns="0" tIns="0" rIns="0" bIns="0" rtlCol="0"/>
            <a:lstStyle/>
            <a:p/>
          </p:txBody>
        </p:sp>
        <p:sp>
          <p:nvSpPr>
            <p:cNvPr id="2498" name="object 2498"/>
            <p:cNvSpPr/>
            <p:nvPr/>
          </p:nvSpPr>
          <p:spPr>
            <a:xfrm>
              <a:off x="7522210" y="14224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61056"/>
            </a:solidFill>
          </p:spPr>
          <p:txBody>
            <a:bodyPr wrap="square" lIns="0" tIns="0" rIns="0" bIns="0" rtlCol="0"/>
            <a:lstStyle/>
            <a:p/>
          </p:txBody>
        </p:sp>
        <p:sp>
          <p:nvSpPr>
            <p:cNvPr id="2499" name="object 2499"/>
            <p:cNvSpPr/>
            <p:nvPr/>
          </p:nvSpPr>
          <p:spPr>
            <a:xfrm>
              <a:off x="7522210" y="143001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70F57"/>
            </a:solidFill>
          </p:spPr>
          <p:txBody>
            <a:bodyPr wrap="square" lIns="0" tIns="0" rIns="0" bIns="0" rtlCol="0"/>
            <a:lstStyle/>
            <a:p/>
          </p:txBody>
        </p:sp>
        <p:sp>
          <p:nvSpPr>
            <p:cNvPr id="2500" name="object 2500"/>
            <p:cNvSpPr/>
            <p:nvPr/>
          </p:nvSpPr>
          <p:spPr>
            <a:xfrm>
              <a:off x="7522210" y="143763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80F58"/>
            </a:solidFill>
          </p:spPr>
          <p:txBody>
            <a:bodyPr wrap="square" lIns="0" tIns="0" rIns="0" bIns="0" rtlCol="0"/>
            <a:lstStyle/>
            <a:p/>
          </p:txBody>
        </p:sp>
        <p:sp>
          <p:nvSpPr>
            <p:cNvPr id="2501" name="object 2501"/>
            <p:cNvSpPr/>
            <p:nvPr/>
          </p:nvSpPr>
          <p:spPr>
            <a:xfrm>
              <a:off x="7522210" y="1443989"/>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90E59"/>
            </a:solidFill>
          </p:spPr>
          <p:txBody>
            <a:bodyPr wrap="square" lIns="0" tIns="0" rIns="0" bIns="0" rtlCol="0"/>
            <a:lstStyle/>
            <a:p/>
          </p:txBody>
        </p:sp>
        <p:sp>
          <p:nvSpPr>
            <p:cNvPr id="2502" name="object 2502"/>
            <p:cNvSpPr/>
            <p:nvPr/>
          </p:nvSpPr>
          <p:spPr>
            <a:xfrm>
              <a:off x="7522210" y="1451609"/>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A0E5A"/>
            </a:solidFill>
          </p:spPr>
          <p:txBody>
            <a:bodyPr wrap="square" lIns="0" tIns="0" rIns="0" bIns="0" rtlCol="0"/>
            <a:lstStyle/>
            <a:p/>
          </p:txBody>
        </p:sp>
        <p:sp>
          <p:nvSpPr>
            <p:cNvPr id="2503" name="object 2503"/>
            <p:cNvSpPr/>
            <p:nvPr/>
          </p:nvSpPr>
          <p:spPr>
            <a:xfrm>
              <a:off x="7522210" y="1459229"/>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B0E5B"/>
            </a:solidFill>
          </p:spPr>
          <p:txBody>
            <a:bodyPr wrap="square" lIns="0" tIns="0" rIns="0" bIns="0" rtlCol="0"/>
            <a:lstStyle/>
            <a:p/>
          </p:txBody>
        </p:sp>
        <p:sp>
          <p:nvSpPr>
            <p:cNvPr id="2504" name="object 2504"/>
            <p:cNvSpPr/>
            <p:nvPr/>
          </p:nvSpPr>
          <p:spPr>
            <a:xfrm>
              <a:off x="7522210" y="1465579"/>
              <a:ext cx="115570" cy="7620"/>
            </a:xfrm>
            <a:custGeom>
              <a:avLst/>
              <a:gdLst/>
              <a:ahLst/>
              <a:cxnLst/>
              <a:rect l="l" t="t" r="r" b="b"/>
              <a:pathLst>
                <a:path w="115570" h="7619">
                  <a:moveTo>
                    <a:pt x="83820" y="6350"/>
                  </a:moveTo>
                  <a:lnTo>
                    <a:pt x="0" y="6350"/>
                  </a:lnTo>
                  <a:lnTo>
                    <a:pt x="0" y="7620"/>
                  </a:lnTo>
                  <a:lnTo>
                    <a:pt x="83820" y="7620"/>
                  </a:lnTo>
                  <a:lnTo>
                    <a:pt x="83820" y="6350"/>
                  </a:lnTo>
                  <a:close/>
                </a:path>
                <a:path w="115570" h="7619">
                  <a:moveTo>
                    <a:pt x="83820" y="0"/>
                  </a:moveTo>
                  <a:lnTo>
                    <a:pt x="0" y="0"/>
                  </a:lnTo>
                  <a:lnTo>
                    <a:pt x="0" y="5080"/>
                  </a:lnTo>
                  <a:lnTo>
                    <a:pt x="83820" y="5080"/>
                  </a:lnTo>
                  <a:lnTo>
                    <a:pt x="83820" y="0"/>
                  </a:lnTo>
                  <a:close/>
                </a:path>
                <a:path w="115570" h="7619">
                  <a:moveTo>
                    <a:pt x="115570" y="6350"/>
                  </a:moveTo>
                  <a:lnTo>
                    <a:pt x="114300" y="6350"/>
                  </a:lnTo>
                  <a:lnTo>
                    <a:pt x="114300" y="5080"/>
                  </a:lnTo>
                  <a:lnTo>
                    <a:pt x="113030" y="5080"/>
                  </a:lnTo>
                  <a:lnTo>
                    <a:pt x="113030" y="6350"/>
                  </a:lnTo>
                  <a:lnTo>
                    <a:pt x="111760" y="6350"/>
                  </a:lnTo>
                  <a:lnTo>
                    <a:pt x="111760" y="7620"/>
                  </a:lnTo>
                  <a:lnTo>
                    <a:pt x="115570" y="7620"/>
                  </a:lnTo>
                  <a:lnTo>
                    <a:pt x="115570" y="6350"/>
                  </a:lnTo>
                  <a:close/>
                </a:path>
              </a:pathLst>
            </a:custGeom>
            <a:solidFill>
              <a:srgbClr val="5C0D5C"/>
            </a:solidFill>
          </p:spPr>
          <p:txBody>
            <a:bodyPr wrap="square" lIns="0" tIns="0" rIns="0" bIns="0" rtlCol="0"/>
            <a:lstStyle/>
            <a:p/>
          </p:txBody>
        </p:sp>
        <p:sp>
          <p:nvSpPr>
            <p:cNvPr id="2505" name="object 2505"/>
            <p:cNvSpPr/>
            <p:nvPr/>
          </p:nvSpPr>
          <p:spPr>
            <a:xfrm>
              <a:off x="7522210" y="1473200"/>
              <a:ext cx="115570" cy="7620"/>
            </a:xfrm>
            <a:custGeom>
              <a:avLst/>
              <a:gdLst/>
              <a:ahLst/>
              <a:cxnLst/>
              <a:rect l="l" t="t" r="r" b="b"/>
              <a:pathLst>
                <a:path w="115570" h="7619">
                  <a:moveTo>
                    <a:pt x="83820" y="5079"/>
                  </a:moveTo>
                  <a:lnTo>
                    <a:pt x="0" y="5079"/>
                  </a:lnTo>
                  <a:lnTo>
                    <a:pt x="0" y="7620"/>
                  </a:lnTo>
                  <a:lnTo>
                    <a:pt x="83820" y="7620"/>
                  </a:lnTo>
                  <a:lnTo>
                    <a:pt x="83820" y="5079"/>
                  </a:lnTo>
                  <a:close/>
                </a:path>
                <a:path w="115570" h="7619">
                  <a:moveTo>
                    <a:pt x="115570" y="5079"/>
                  </a:moveTo>
                  <a:lnTo>
                    <a:pt x="104140" y="5079"/>
                  </a:lnTo>
                  <a:lnTo>
                    <a:pt x="104140" y="7620"/>
                  </a:lnTo>
                  <a:lnTo>
                    <a:pt x="115570" y="7620"/>
                  </a:lnTo>
                  <a:lnTo>
                    <a:pt x="115570" y="5079"/>
                  </a:lnTo>
                  <a:close/>
                </a:path>
                <a:path w="115570" h="7619">
                  <a:moveTo>
                    <a:pt x="106680" y="3809"/>
                  </a:moveTo>
                  <a:lnTo>
                    <a:pt x="105410" y="3809"/>
                  </a:lnTo>
                  <a:lnTo>
                    <a:pt x="105410" y="5079"/>
                  </a:lnTo>
                  <a:lnTo>
                    <a:pt x="106680" y="5079"/>
                  </a:lnTo>
                  <a:lnTo>
                    <a:pt x="106680" y="3809"/>
                  </a:lnTo>
                  <a:close/>
                </a:path>
                <a:path w="115570" h="7619">
                  <a:moveTo>
                    <a:pt x="109220" y="1269"/>
                  </a:moveTo>
                  <a:lnTo>
                    <a:pt x="107950" y="1269"/>
                  </a:lnTo>
                  <a:lnTo>
                    <a:pt x="107950" y="3809"/>
                  </a:lnTo>
                  <a:lnTo>
                    <a:pt x="115570" y="3809"/>
                  </a:lnTo>
                  <a:lnTo>
                    <a:pt x="115570" y="2539"/>
                  </a:lnTo>
                  <a:lnTo>
                    <a:pt x="109220" y="2539"/>
                  </a:lnTo>
                  <a:lnTo>
                    <a:pt x="109220" y="1269"/>
                  </a:lnTo>
                  <a:close/>
                </a:path>
                <a:path w="115570" h="7619">
                  <a:moveTo>
                    <a:pt x="115570" y="0"/>
                  </a:moveTo>
                  <a:lnTo>
                    <a:pt x="111760" y="0"/>
                  </a:lnTo>
                  <a:lnTo>
                    <a:pt x="111760" y="1269"/>
                  </a:lnTo>
                  <a:lnTo>
                    <a:pt x="115570" y="1269"/>
                  </a:lnTo>
                  <a:lnTo>
                    <a:pt x="115570" y="0"/>
                  </a:lnTo>
                  <a:close/>
                </a:path>
                <a:path w="115570" h="7619">
                  <a:moveTo>
                    <a:pt x="83820" y="2539"/>
                  </a:moveTo>
                  <a:lnTo>
                    <a:pt x="0" y="2539"/>
                  </a:lnTo>
                  <a:lnTo>
                    <a:pt x="0" y="3809"/>
                  </a:lnTo>
                  <a:lnTo>
                    <a:pt x="83820" y="3809"/>
                  </a:lnTo>
                  <a:lnTo>
                    <a:pt x="83820" y="2539"/>
                  </a:lnTo>
                  <a:close/>
                </a:path>
                <a:path w="115570" h="7619">
                  <a:moveTo>
                    <a:pt x="83820" y="0"/>
                  </a:moveTo>
                  <a:lnTo>
                    <a:pt x="0" y="0"/>
                  </a:lnTo>
                  <a:lnTo>
                    <a:pt x="0" y="1269"/>
                  </a:lnTo>
                  <a:lnTo>
                    <a:pt x="83820" y="1269"/>
                  </a:lnTo>
                  <a:lnTo>
                    <a:pt x="83820" y="0"/>
                  </a:lnTo>
                  <a:close/>
                </a:path>
              </a:pathLst>
            </a:custGeom>
            <a:solidFill>
              <a:srgbClr val="5D0D5D"/>
            </a:solidFill>
          </p:spPr>
          <p:txBody>
            <a:bodyPr wrap="square" lIns="0" tIns="0" rIns="0" bIns="0" rtlCol="0"/>
            <a:lstStyle/>
            <a:p/>
          </p:txBody>
        </p:sp>
        <p:sp>
          <p:nvSpPr>
            <p:cNvPr id="2506" name="object 2506"/>
            <p:cNvSpPr/>
            <p:nvPr/>
          </p:nvSpPr>
          <p:spPr>
            <a:xfrm>
              <a:off x="7522210" y="1480819"/>
              <a:ext cx="115570" cy="6350"/>
            </a:xfrm>
            <a:custGeom>
              <a:avLst/>
              <a:gdLst/>
              <a:ahLst/>
              <a:cxnLst/>
              <a:rect l="l" t="t" r="r" b="b"/>
              <a:pathLst>
                <a:path w="115570" h="6350">
                  <a:moveTo>
                    <a:pt x="83820" y="3809"/>
                  </a:moveTo>
                  <a:lnTo>
                    <a:pt x="0" y="3809"/>
                  </a:lnTo>
                  <a:lnTo>
                    <a:pt x="0" y="6349"/>
                  </a:lnTo>
                  <a:lnTo>
                    <a:pt x="83820" y="6349"/>
                  </a:lnTo>
                  <a:lnTo>
                    <a:pt x="83820" y="3809"/>
                  </a:lnTo>
                  <a:close/>
                </a:path>
                <a:path w="115570" h="6350">
                  <a:moveTo>
                    <a:pt x="115570" y="3809"/>
                  </a:moveTo>
                  <a:lnTo>
                    <a:pt x="99060" y="3809"/>
                  </a:lnTo>
                  <a:lnTo>
                    <a:pt x="99060" y="6349"/>
                  </a:lnTo>
                  <a:lnTo>
                    <a:pt x="115570" y="6349"/>
                  </a:lnTo>
                  <a:lnTo>
                    <a:pt x="115570" y="3809"/>
                  </a:lnTo>
                  <a:close/>
                </a:path>
                <a:path w="115570" h="6350">
                  <a:moveTo>
                    <a:pt x="101600" y="2539"/>
                  </a:moveTo>
                  <a:lnTo>
                    <a:pt x="100330" y="2539"/>
                  </a:lnTo>
                  <a:lnTo>
                    <a:pt x="100330" y="3809"/>
                  </a:lnTo>
                  <a:lnTo>
                    <a:pt x="101600" y="3809"/>
                  </a:lnTo>
                  <a:lnTo>
                    <a:pt x="101600" y="2539"/>
                  </a:lnTo>
                  <a:close/>
                </a:path>
                <a:path w="115570" h="6350">
                  <a:moveTo>
                    <a:pt x="115570" y="0"/>
                  </a:moveTo>
                  <a:lnTo>
                    <a:pt x="102870" y="0"/>
                  </a:lnTo>
                  <a:lnTo>
                    <a:pt x="102870" y="1269"/>
                  </a:lnTo>
                  <a:lnTo>
                    <a:pt x="101600" y="1269"/>
                  </a:lnTo>
                  <a:lnTo>
                    <a:pt x="101600" y="2539"/>
                  </a:lnTo>
                  <a:lnTo>
                    <a:pt x="115570" y="2539"/>
                  </a:lnTo>
                  <a:lnTo>
                    <a:pt x="115570" y="0"/>
                  </a:lnTo>
                  <a:close/>
                </a:path>
                <a:path w="115570" h="6350">
                  <a:moveTo>
                    <a:pt x="83820" y="0"/>
                  </a:moveTo>
                  <a:lnTo>
                    <a:pt x="0" y="0"/>
                  </a:lnTo>
                  <a:lnTo>
                    <a:pt x="0" y="2539"/>
                  </a:lnTo>
                  <a:lnTo>
                    <a:pt x="83820" y="2539"/>
                  </a:lnTo>
                  <a:lnTo>
                    <a:pt x="83820" y="0"/>
                  </a:lnTo>
                  <a:close/>
                </a:path>
              </a:pathLst>
            </a:custGeom>
            <a:solidFill>
              <a:srgbClr val="5E0C5E"/>
            </a:solidFill>
          </p:spPr>
          <p:txBody>
            <a:bodyPr wrap="square" lIns="0" tIns="0" rIns="0" bIns="0" rtlCol="0"/>
            <a:lstStyle/>
            <a:p/>
          </p:txBody>
        </p:sp>
        <p:sp>
          <p:nvSpPr>
            <p:cNvPr id="2507" name="object 2507"/>
            <p:cNvSpPr/>
            <p:nvPr/>
          </p:nvSpPr>
          <p:spPr>
            <a:xfrm>
              <a:off x="7522210" y="1487169"/>
              <a:ext cx="116839" cy="7620"/>
            </a:xfrm>
            <a:custGeom>
              <a:avLst/>
              <a:gdLst/>
              <a:ahLst/>
              <a:cxnLst/>
              <a:rect l="l" t="t" r="r" b="b"/>
              <a:pathLst>
                <a:path w="116840" h="7619">
                  <a:moveTo>
                    <a:pt x="86359" y="3809"/>
                  </a:moveTo>
                  <a:lnTo>
                    <a:pt x="0" y="3809"/>
                  </a:lnTo>
                  <a:lnTo>
                    <a:pt x="0" y="7619"/>
                  </a:lnTo>
                  <a:lnTo>
                    <a:pt x="116840" y="7619"/>
                  </a:lnTo>
                  <a:lnTo>
                    <a:pt x="116840" y="6349"/>
                  </a:lnTo>
                  <a:lnTo>
                    <a:pt x="86359" y="6349"/>
                  </a:lnTo>
                  <a:lnTo>
                    <a:pt x="86359" y="3809"/>
                  </a:lnTo>
                  <a:close/>
                </a:path>
                <a:path w="116840" h="7619">
                  <a:moveTo>
                    <a:pt x="116840" y="3809"/>
                  </a:moveTo>
                  <a:lnTo>
                    <a:pt x="88900" y="3809"/>
                  </a:lnTo>
                  <a:lnTo>
                    <a:pt x="88900" y="6349"/>
                  </a:lnTo>
                  <a:lnTo>
                    <a:pt x="116840" y="6349"/>
                  </a:lnTo>
                  <a:lnTo>
                    <a:pt x="116840" y="3809"/>
                  </a:lnTo>
                  <a:close/>
                </a:path>
                <a:path w="116840" h="7619">
                  <a:moveTo>
                    <a:pt x="93980" y="2539"/>
                  </a:moveTo>
                  <a:lnTo>
                    <a:pt x="91440" y="2539"/>
                  </a:lnTo>
                  <a:lnTo>
                    <a:pt x="91440" y="3809"/>
                  </a:lnTo>
                  <a:lnTo>
                    <a:pt x="93980" y="3809"/>
                  </a:lnTo>
                  <a:lnTo>
                    <a:pt x="93980" y="2539"/>
                  </a:lnTo>
                  <a:close/>
                </a:path>
                <a:path w="116840" h="7619">
                  <a:moveTo>
                    <a:pt x="85090" y="0"/>
                  </a:moveTo>
                  <a:lnTo>
                    <a:pt x="83820" y="0"/>
                  </a:lnTo>
                  <a:lnTo>
                    <a:pt x="83820" y="1269"/>
                  </a:lnTo>
                  <a:lnTo>
                    <a:pt x="0" y="1269"/>
                  </a:lnTo>
                  <a:lnTo>
                    <a:pt x="0" y="2539"/>
                  </a:lnTo>
                  <a:lnTo>
                    <a:pt x="85090" y="2539"/>
                  </a:lnTo>
                  <a:lnTo>
                    <a:pt x="85090" y="0"/>
                  </a:lnTo>
                  <a:close/>
                </a:path>
                <a:path w="116840" h="7619">
                  <a:moveTo>
                    <a:pt x="97790" y="0"/>
                  </a:moveTo>
                  <a:lnTo>
                    <a:pt x="95250" y="0"/>
                  </a:lnTo>
                  <a:lnTo>
                    <a:pt x="95250" y="2539"/>
                  </a:lnTo>
                  <a:lnTo>
                    <a:pt x="116840" y="2539"/>
                  </a:lnTo>
                  <a:lnTo>
                    <a:pt x="116840" y="1269"/>
                  </a:lnTo>
                  <a:lnTo>
                    <a:pt x="97790" y="1269"/>
                  </a:lnTo>
                  <a:lnTo>
                    <a:pt x="97790" y="0"/>
                  </a:lnTo>
                  <a:close/>
                </a:path>
              </a:pathLst>
            </a:custGeom>
            <a:solidFill>
              <a:srgbClr val="5F0C5F"/>
            </a:solidFill>
          </p:spPr>
          <p:txBody>
            <a:bodyPr wrap="square" lIns="0" tIns="0" rIns="0" bIns="0" rtlCol="0"/>
            <a:lstStyle/>
            <a:p/>
          </p:txBody>
        </p:sp>
        <p:sp>
          <p:nvSpPr>
            <p:cNvPr id="2508" name="object 2508"/>
            <p:cNvSpPr/>
            <p:nvPr/>
          </p:nvSpPr>
          <p:spPr>
            <a:xfrm>
              <a:off x="7522210" y="1494789"/>
              <a:ext cx="116839" cy="7620"/>
            </a:xfrm>
            <a:custGeom>
              <a:avLst/>
              <a:gdLst/>
              <a:ahLst/>
              <a:cxnLst/>
              <a:rect l="l" t="t" r="r" b="b"/>
              <a:pathLst>
                <a:path w="116840" h="7619">
                  <a:moveTo>
                    <a:pt x="0" y="7620"/>
                  </a:moveTo>
                  <a:lnTo>
                    <a:pt x="0" y="0"/>
                  </a:lnTo>
                  <a:lnTo>
                    <a:pt x="116840" y="0"/>
                  </a:lnTo>
                  <a:lnTo>
                    <a:pt x="116840" y="7620"/>
                  </a:lnTo>
                  <a:lnTo>
                    <a:pt x="0" y="7620"/>
                  </a:lnTo>
                  <a:close/>
                </a:path>
              </a:pathLst>
            </a:custGeom>
            <a:solidFill>
              <a:srgbClr val="600B60"/>
            </a:solidFill>
          </p:spPr>
          <p:txBody>
            <a:bodyPr wrap="square" lIns="0" tIns="0" rIns="0" bIns="0" rtlCol="0"/>
            <a:lstStyle/>
            <a:p/>
          </p:txBody>
        </p:sp>
        <p:sp>
          <p:nvSpPr>
            <p:cNvPr id="2509" name="object 2509"/>
            <p:cNvSpPr/>
            <p:nvPr/>
          </p:nvSpPr>
          <p:spPr>
            <a:xfrm>
              <a:off x="7522210" y="1502409"/>
              <a:ext cx="116839" cy="7620"/>
            </a:xfrm>
            <a:custGeom>
              <a:avLst/>
              <a:gdLst/>
              <a:ahLst/>
              <a:cxnLst/>
              <a:rect l="l" t="t" r="r" b="b"/>
              <a:pathLst>
                <a:path w="116840" h="7619">
                  <a:moveTo>
                    <a:pt x="116840" y="0"/>
                  </a:moveTo>
                  <a:lnTo>
                    <a:pt x="0" y="0"/>
                  </a:lnTo>
                  <a:lnTo>
                    <a:pt x="0" y="3810"/>
                  </a:lnTo>
                  <a:lnTo>
                    <a:pt x="1270" y="3810"/>
                  </a:lnTo>
                  <a:lnTo>
                    <a:pt x="1270" y="7620"/>
                  </a:lnTo>
                  <a:lnTo>
                    <a:pt x="116840" y="7620"/>
                  </a:lnTo>
                  <a:lnTo>
                    <a:pt x="116840" y="3810"/>
                  </a:lnTo>
                  <a:lnTo>
                    <a:pt x="116840" y="0"/>
                  </a:lnTo>
                  <a:close/>
                </a:path>
              </a:pathLst>
            </a:custGeom>
            <a:solidFill>
              <a:srgbClr val="610B61"/>
            </a:solidFill>
          </p:spPr>
          <p:txBody>
            <a:bodyPr wrap="square" lIns="0" tIns="0" rIns="0" bIns="0" rtlCol="0"/>
            <a:lstStyle/>
            <a:p/>
          </p:txBody>
        </p:sp>
        <p:sp>
          <p:nvSpPr>
            <p:cNvPr id="2510" name="object 2510"/>
            <p:cNvSpPr/>
            <p:nvPr/>
          </p:nvSpPr>
          <p:spPr>
            <a:xfrm>
              <a:off x="7523480" y="1510029"/>
              <a:ext cx="115570" cy="6350"/>
            </a:xfrm>
            <a:custGeom>
              <a:avLst/>
              <a:gdLst/>
              <a:ahLst/>
              <a:cxnLst/>
              <a:rect l="l" t="t" r="r" b="b"/>
              <a:pathLst>
                <a:path w="115570" h="6350">
                  <a:moveTo>
                    <a:pt x="0" y="6350"/>
                  </a:moveTo>
                  <a:lnTo>
                    <a:pt x="0" y="0"/>
                  </a:lnTo>
                  <a:lnTo>
                    <a:pt x="115570" y="0"/>
                  </a:lnTo>
                  <a:lnTo>
                    <a:pt x="115570" y="6350"/>
                  </a:lnTo>
                  <a:lnTo>
                    <a:pt x="0" y="6350"/>
                  </a:lnTo>
                  <a:close/>
                </a:path>
              </a:pathLst>
            </a:custGeom>
            <a:solidFill>
              <a:srgbClr val="630B63"/>
            </a:solidFill>
          </p:spPr>
          <p:txBody>
            <a:bodyPr wrap="square" lIns="0" tIns="0" rIns="0" bIns="0" rtlCol="0"/>
            <a:lstStyle/>
            <a:p/>
          </p:txBody>
        </p:sp>
        <p:sp>
          <p:nvSpPr>
            <p:cNvPr id="2511" name="object 2511"/>
            <p:cNvSpPr/>
            <p:nvPr/>
          </p:nvSpPr>
          <p:spPr>
            <a:xfrm>
              <a:off x="7523480" y="1516379"/>
              <a:ext cx="116839" cy="7620"/>
            </a:xfrm>
            <a:custGeom>
              <a:avLst/>
              <a:gdLst/>
              <a:ahLst/>
              <a:cxnLst/>
              <a:rect l="l" t="t" r="r" b="b"/>
              <a:pathLst>
                <a:path w="116840" h="7619">
                  <a:moveTo>
                    <a:pt x="116840" y="3810"/>
                  </a:moveTo>
                  <a:lnTo>
                    <a:pt x="115570" y="3810"/>
                  </a:lnTo>
                  <a:lnTo>
                    <a:pt x="115570" y="0"/>
                  </a:lnTo>
                  <a:lnTo>
                    <a:pt x="0" y="0"/>
                  </a:lnTo>
                  <a:lnTo>
                    <a:pt x="0" y="3810"/>
                  </a:lnTo>
                  <a:lnTo>
                    <a:pt x="0" y="7620"/>
                  </a:lnTo>
                  <a:lnTo>
                    <a:pt x="116840" y="7620"/>
                  </a:lnTo>
                  <a:lnTo>
                    <a:pt x="116840" y="3810"/>
                  </a:lnTo>
                  <a:close/>
                </a:path>
              </a:pathLst>
            </a:custGeom>
            <a:solidFill>
              <a:srgbClr val="640A64"/>
            </a:solidFill>
          </p:spPr>
          <p:txBody>
            <a:bodyPr wrap="square" lIns="0" tIns="0" rIns="0" bIns="0" rtlCol="0"/>
            <a:lstStyle/>
            <a:p/>
          </p:txBody>
        </p:sp>
        <p:sp>
          <p:nvSpPr>
            <p:cNvPr id="2512" name="object 2512"/>
            <p:cNvSpPr/>
            <p:nvPr/>
          </p:nvSpPr>
          <p:spPr>
            <a:xfrm>
              <a:off x="7523480" y="1524000"/>
              <a:ext cx="116839" cy="7620"/>
            </a:xfrm>
            <a:custGeom>
              <a:avLst/>
              <a:gdLst/>
              <a:ahLst/>
              <a:cxnLst/>
              <a:rect l="l" t="t" r="r" b="b"/>
              <a:pathLst>
                <a:path w="116840" h="7619">
                  <a:moveTo>
                    <a:pt x="0" y="7620"/>
                  </a:moveTo>
                  <a:lnTo>
                    <a:pt x="0" y="0"/>
                  </a:lnTo>
                  <a:lnTo>
                    <a:pt x="116840" y="0"/>
                  </a:lnTo>
                  <a:lnTo>
                    <a:pt x="116840" y="7620"/>
                  </a:lnTo>
                  <a:lnTo>
                    <a:pt x="0" y="7620"/>
                  </a:lnTo>
                  <a:close/>
                </a:path>
              </a:pathLst>
            </a:custGeom>
            <a:solidFill>
              <a:srgbClr val="660A66"/>
            </a:solidFill>
          </p:spPr>
          <p:txBody>
            <a:bodyPr wrap="square" lIns="0" tIns="0" rIns="0" bIns="0" rtlCol="0"/>
            <a:lstStyle/>
            <a:p/>
          </p:txBody>
        </p:sp>
        <p:sp>
          <p:nvSpPr>
            <p:cNvPr id="2513" name="object 2513"/>
            <p:cNvSpPr/>
            <p:nvPr/>
          </p:nvSpPr>
          <p:spPr>
            <a:xfrm>
              <a:off x="7523480" y="1531619"/>
              <a:ext cx="116839" cy="6350"/>
            </a:xfrm>
            <a:custGeom>
              <a:avLst/>
              <a:gdLst/>
              <a:ahLst/>
              <a:cxnLst/>
              <a:rect l="l" t="t" r="r" b="b"/>
              <a:pathLst>
                <a:path w="116840" h="6350">
                  <a:moveTo>
                    <a:pt x="0" y="6350"/>
                  </a:moveTo>
                  <a:lnTo>
                    <a:pt x="0" y="0"/>
                  </a:lnTo>
                  <a:lnTo>
                    <a:pt x="116840" y="0"/>
                  </a:lnTo>
                  <a:lnTo>
                    <a:pt x="116840" y="6350"/>
                  </a:lnTo>
                  <a:lnTo>
                    <a:pt x="0" y="6350"/>
                  </a:lnTo>
                  <a:close/>
                </a:path>
              </a:pathLst>
            </a:custGeom>
            <a:solidFill>
              <a:srgbClr val="660966"/>
            </a:solidFill>
          </p:spPr>
          <p:txBody>
            <a:bodyPr wrap="square" lIns="0" tIns="0" rIns="0" bIns="0" rtlCol="0"/>
            <a:lstStyle/>
            <a:p/>
          </p:txBody>
        </p:sp>
        <p:sp>
          <p:nvSpPr>
            <p:cNvPr id="2514" name="object 2514"/>
            <p:cNvSpPr/>
            <p:nvPr/>
          </p:nvSpPr>
          <p:spPr>
            <a:xfrm>
              <a:off x="7523480" y="1537969"/>
              <a:ext cx="116839" cy="7620"/>
            </a:xfrm>
            <a:custGeom>
              <a:avLst/>
              <a:gdLst/>
              <a:ahLst/>
              <a:cxnLst/>
              <a:rect l="l" t="t" r="r" b="b"/>
              <a:pathLst>
                <a:path w="116840" h="7619">
                  <a:moveTo>
                    <a:pt x="116840" y="0"/>
                  </a:moveTo>
                  <a:lnTo>
                    <a:pt x="0" y="0"/>
                  </a:lnTo>
                  <a:lnTo>
                    <a:pt x="0" y="6350"/>
                  </a:lnTo>
                  <a:lnTo>
                    <a:pt x="1270" y="6350"/>
                  </a:lnTo>
                  <a:lnTo>
                    <a:pt x="1270" y="7620"/>
                  </a:lnTo>
                  <a:lnTo>
                    <a:pt x="116840" y="7620"/>
                  </a:lnTo>
                  <a:lnTo>
                    <a:pt x="116840" y="6350"/>
                  </a:lnTo>
                  <a:lnTo>
                    <a:pt x="116840" y="0"/>
                  </a:lnTo>
                  <a:close/>
                </a:path>
              </a:pathLst>
            </a:custGeom>
            <a:solidFill>
              <a:srgbClr val="670967"/>
            </a:solidFill>
          </p:spPr>
          <p:txBody>
            <a:bodyPr wrap="square" lIns="0" tIns="0" rIns="0" bIns="0" rtlCol="0"/>
            <a:lstStyle/>
            <a:p/>
          </p:txBody>
        </p:sp>
        <p:sp>
          <p:nvSpPr>
            <p:cNvPr id="2515" name="object 2515"/>
            <p:cNvSpPr/>
            <p:nvPr/>
          </p:nvSpPr>
          <p:spPr>
            <a:xfrm>
              <a:off x="7524750" y="1545589"/>
              <a:ext cx="115570" cy="7620"/>
            </a:xfrm>
            <a:custGeom>
              <a:avLst/>
              <a:gdLst/>
              <a:ahLst/>
              <a:cxnLst/>
              <a:rect l="l" t="t" r="r" b="b"/>
              <a:pathLst>
                <a:path w="115570" h="7619">
                  <a:moveTo>
                    <a:pt x="115570" y="0"/>
                  </a:moveTo>
                  <a:lnTo>
                    <a:pt x="0" y="0"/>
                  </a:lnTo>
                  <a:lnTo>
                    <a:pt x="0" y="7620"/>
                  </a:lnTo>
                  <a:lnTo>
                    <a:pt x="115570" y="7620"/>
                  </a:lnTo>
                  <a:lnTo>
                    <a:pt x="115570" y="0"/>
                  </a:lnTo>
                  <a:close/>
                </a:path>
              </a:pathLst>
            </a:custGeom>
            <a:solidFill>
              <a:srgbClr val="680868"/>
            </a:solidFill>
          </p:spPr>
          <p:txBody>
            <a:bodyPr wrap="square" lIns="0" tIns="0" rIns="0" bIns="0" rtlCol="0"/>
            <a:lstStyle/>
            <a:p/>
          </p:txBody>
        </p:sp>
        <p:sp>
          <p:nvSpPr>
            <p:cNvPr id="2516" name="object 2516"/>
            <p:cNvSpPr/>
            <p:nvPr/>
          </p:nvSpPr>
          <p:spPr>
            <a:xfrm>
              <a:off x="7524750" y="1553209"/>
              <a:ext cx="116839" cy="6350"/>
            </a:xfrm>
            <a:custGeom>
              <a:avLst/>
              <a:gdLst/>
              <a:ahLst/>
              <a:cxnLst/>
              <a:rect l="l" t="t" r="r" b="b"/>
              <a:pathLst>
                <a:path w="116840" h="6350">
                  <a:moveTo>
                    <a:pt x="0" y="6350"/>
                  </a:moveTo>
                  <a:lnTo>
                    <a:pt x="0" y="0"/>
                  </a:lnTo>
                  <a:lnTo>
                    <a:pt x="116840" y="0"/>
                  </a:lnTo>
                  <a:lnTo>
                    <a:pt x="116840" y="6350"/>
                  </a:lnTo>
                  <a:lnTo>
                    <a:pt x="0" y="6350"/>
                  </a:lnTo>
                  <a:close/>
                </a:path>
              </a:pathLst>
            </a:custGeom>
            <a:solidFill>
              <a:srgbClr val="690869"/>
            </a:solidFill>
          </p:spPr>
          <p:txBody>
            <a:bodyPr wrap="square" lIns="0" tIns="0" rIns="0" bIns="0" rtlCol="0"/>
            <a:lstStyle/>
            <a:p/>
          </p:txBody>
        </p:sp>
        <p:sp>
          <p:nvSpPr>
            <p:cNvPr id="2517" name="object 2517"/>
            <p:cNvSpPr/>
            <p:nvPr/>
          </p:nvSpPr>
          <p:spPr>
            <a:xfrm>
              <a:off x="7524750" y="1559559"/>
              <a:ext cx="116839" cy="7620"/>
            </a:xfrm>
            <a:custGeom>
              <a:avLst/>
              <a:gdLst/>
              <a:ahLst/>
              <a:cxnLst/>
              <a:rect l="l" t="t" r="r" b="b"/>
              <a:pathLst>
                <a:path w="116840" h="7619">
                  <a:moveTo>
                    <a:pt x="1270" y="0"/>
                  </a:moveTo>
                  <a:lnTo>
                    <a:pt x="0" y="0"/>
                  </a:lnTo>
                  <a:lnTo>
                    <a:pt x="0" y="1270"/>
                  </a:lnTo>
                  <a:lnTo>
                    <a:pt x="1270" y="1270"/>
                  </a:lnTo>
                  <a:lnTo>
                    <a:pt x="1270" y="0"/>
                  </a:lnTo>
                  <a:close/>
                </a:path>
                <a:path w="116840" h="7619">
                  <a:moveTo>
                    <a:pt x="116840" y="1270"/>
                  </a:moveTo>
                  <a:lnTo>
                    <a:pt x="1270" y="1270"/>
                  </a:lnTo>
                  <a:lnTo>
                    <a:pt x="1270" y="7620"/>
                  </a:lnTo>
                  <a:lnTo>
                    <a:pt x="116840" y="7620"/>
                  </a:lnTo>
                  <a:lnTo>
                    <a:pt x="116840" y="1270"/>
                  </a:lnTo>
                  <a:close/>
                </a:path>
              </a:pathLst>
            </a:custGeom>
            <a:solidFill>
              <a:srgbClr val="6A086A"/>
            </a:solidFill>
          </p:spPr>
          <p:txBody>
            <a:bodyPr wrap="square" lIns="0" tIns="0" rIns="0" bIns="0" rtlCol="0"/>
            <a:lstStyle/>
            <a:p/>
          </p:txBody>
        </p:sp>
        <p:sp>
          <p:nvSpPr>
            <p:cNvPr id="2518" name="object 2518"/>
            <p:cNvSpPr/>
            <p:nvPr/>
          </p:nvSpPr>
          <p:spPr>
            <a:xfrm>
              <a:off x="7526020" y="1567179"/>
              <a:ext cx="115570" cy="7620"/>
            </a:xfrm>
            <a:custGeom>
              <a:avLst/>
              <a:gdLst/>
              <a:ahLst/>
              <a:cxnLst/>
              <a:rect l="l" t="t" r="r" b="b"/>
              <a:pathLst>
                <a:path w="115570" h="7619">
                  <a:moveTo>
                    <a:pt x="115570" y="6362"/>
                  </a:moveTo>
                  <a:lnTo>
                    <a:pt x="1270" y="6362"/>
                  </a:lnTo>
                  <a:lnTo>
                    <a:pt x="1270" y="7620"/>
                  </a:lnTo>
                  <a:lnTo>
                    <a:pt x="115570" y="7620"/>
                  </a:lnTo>
                  <a:lnTo>
                    <a:pt x="115570" y="6362"/>
                  </a:lnTo>
                  <a:close/>
                </a:path>
                <a:path w="115570" h="7619">
                  <a:moveTo>
                    <a:pt x="115570" y="0"/>
                  </a:moveTo>
                  <a:lnTo>
                    <a:pt x="0" y="0"/>
                  </a:lnTo>
                  <a:lnTo>
                    <a:pt x="0" y="6350"/>
                  </a:lnTo>
                  <a:lnTo>
                    <a:pt x="115570" y="6350"/>
                  </a:lnTo>
                  <a:lnTo>
                    <a:pt x="115570" y="0"/>
                  </a:lnTo>
                  <a:close/>
                </a:path>
              </a:pathLst>
            </a:custGeom>
            <a:solidFill>
              <a:srgbClr val="6B076B"/>
            </a:solidFill>
          </p:spPr>
          <p:txBody>
            <a:bodyPr wrap="square" lIns="0" tIns="0" rIns="0" bIns="0" rtlCol="0"/>
            <a:lstStyle/>
            <a:p/>
          </p:txBody>
        </p:sp>
        <p:sp>
          <p:nvSpPr>
            <p:cNvPr id="2519" name="object 2519"/>
            <p:cNvSpPr/>
            <p:nvPr/>
          </p:nvSpPr>
          <p:spPr>
            <a:xfrm>
              <a:off x="7527290" y="1574800"/>
              <a:ext cx="114300" cy="6350"/>
            </a:xfrm>
            <a:custGeom>
              <a:avLst/>
              <a:gdLst/>
              <a:ahLst/>
              <a:cxnLst/>
              <a:rect l="l" t="t" r="r" b="b"/>
              <a:pathLst>
                <a:path w="114300" h="6350">
                  <a:moveTo>
                    <a:pt x="0" y="6350"/>
                  </a:moveTo>
                  <a:lnTo>
                    <a:pt x="0" y="0"/>
                  </a:lnTo>
                  <a:lnTo>
                    <a:pt x="114300" y="0"/>
                  </a:lnTo>
                  <a:lnTo>
                    <a:pt x="114300" y="6350"/>
                  </a:lnTo>
                  <a:lnTo>
                    <a:pt x="0" y="6350"/>
                  </a:lnTo>
                  <a:close/>
                </a:path>
              </a:pathLst>
            </a:custGeom>
            <a:solidFill>
              <a:srgbClr val="6C076C"/>
            </a:solidFill>
          </p:spPr>
          <p:txBody>
            <a:bodyPr wrap="square" lIns="0" tIns="0" rIns="0" bIns="0" rtlCol="0"/>
            <a:lstStyle/>
            <a:p/>
          </p:txBody>
        </p:sp>
        <p:sp>
          <p:nvSpPr>
            <p:cNvPr id="2520" name="object 2520"/>
            <p:cNvSpPr/>
            <p:nvPr/>
          </p:nvSpPr>
          <p:spPr>
            <a:xfrm>
              <a:off x="7527290" y="1581149"/>
              <a:ext cx="115570" cy="7620"/>
            </a:xfrm>
            <a:custGeom>
              <a:avLst/>
              <a:gdLst/>
              <a:ahLst/>
              <a:cxnLst/>
              <a:rect l="l" t="t" r="r" b="b"/>
              <a:pathLst>
                <a:path w="115570" h="7619">
                  <a:moveTo>
                    <a:pt x="115570" y="3810"/>
                  </a:moveTo>
                  <a:lnTo>
                    <a:pt x="114300" y="3810"/>
                  </a:lnTo>
                  <a:lnTo>
                    <a:pt x="114300" y="0"/>
                  </a:lnTo>
                  <a:lnTo>
                    <a:pt x="0" y="0"/>
                  </a:lnTo>
                  <a:lnTo>
                    <a:pt x="0" y="3810"/>
                  </a:lnTo>
                  <a:lnTo>
                    <a:pt x="0" y="6350"/>
                  </a:lnTo>
                  <a:lnTo>
                    <a:pt x="1270" y="6350"/>
                  </a:lnTo>
                  <a:lnTo>
                    <a:pt x="1270" y="7620"/>
                  </a:lnTo>
                  <a:lnTo>
                    <a:pt x="115570" y="7620"/>
                  </a:lnTo>
                  <a:lnTo>
                    <a:pt x="115570" y="6350"/>
                  </a:lnTo>
                  <a:lnTo>
                    <a:pt x="115570" y="3810"/>
                  </a:lnTo>
                  <a:close/>
                </a:path>
              </a:pathLst>
            </a:custGeom>
            <a:solidFill>
              <a:srgbClr val="6D066D"/>
            </a:solidFill>
          </p:spPr>
          <p:txBody>
            <a:bodyPr wrap="square" lIns="0" tIns="0" rIns="0" bIns="0" rtlCol="0"/>
            <a:lstStyle/>
            <a:p/>
          </p:txBody>
        </p:sp>
        <p:sp>
          <p:nvSpPr>
            <p:cNvPr id="2521" name="object 2521"/>
            <p:cNvSpPr/>
            <p:nvPr/>
          </p:nvSpPr>
          <p:spPr>
            <a:xfrm>
              <a:off x="7528560" y="1588769"/>
              <a:ext cx="114300" cy="7620"/>
            </a:xfrm>
            <a:custGeom>
              <a:avLst/>
              <a:gdLst/>
              <a:ahLst/>
              <a:cxnLst/>
              <a:rect l="l" t="t" r="r" b="b"/>
              <a:pathLst>
                <a:path w="114300" h="7619">
                  <a:moveTo>
                    <a:pt x="0" y="7619"/>
                  </a:moveTo>
                  <a:lnTo>
                    <a:pt x="0" y="0"/>
                  </a:lnTo>
                  <a:lnTo>
                    <a:pt x="114300" y="0"/>
                  </a:lnTo>
                  <a:lnTo>
                    <a:pt x="114300" y="7619"/>
                  </a:lnTo>
                  <a:lnTo>
                    <a:pt x="0" y="7619"/>
                  </a:lnTo>
                  <a:close/>
                </a:path>
              </a:pathLst>
            </a:custGeom>
            <a:solidFill>
              <a:srgbClr val="6E066E"/>
            </a:solidFill>
          </p:spPr>
          <p:txBody>
            <a:bodyPr wrap="square" lIns="0" tIns="0" rIns="0" bIns="0" rtlCol="0"/>
            <a:lstStyle/>
            <a:p/>
          </p:txBody>
        </p:sp>
        <p:sp>
          <p:nvSpPr>
            <p:cNvPr id="2522" name="object 2522"/>
            <p:cNvSpPr/>
            <p:nvPr/>
          </p:nvSpPr>
          <p:spPr>
            <a:xfrm>
              <a:off x="7528560" y="1596389"/>
              <a:ext cx="114300" cy="7620"/>
            </a:xfrm>
            <a:custGeom>
              <a:avLst/>
              <a:gdLst/>
              <a:ahLst/>
              <a:cxnLst/>
              <a:rect l="l" t="t" r="r" b="b"/>
              <a:pathLst>
                <a:path w="114300" h="7619">
                  <a:moveTo>
                    <a:pt x="114300" y="2552"/>
                  </a:moveTo>
                  <a:lnTo>
                    <a:pt x="1270" y="2552"/>
                  </a:lnTo>
                  <a:lnTo>
                    <a:pt x="1270" y="7620"/>
                  </a:lnTo>
                  <a:lnTo>
                    <a:pt x="114300" y="7620"/>
                  </a:lnTo>
                  <a:lnTo>
                    <a:pt x="114300" y="2552"/>
                  </a:lnTo>
                  <a:close/>
                </a:path>
                <a:path w="114300" h="7619">
                  <a:moveTo>
                    <a:pt x="114300" y="0"/>
                  </a:moveTo>
                  <a:lnTo>
                    <a:pt x="0" y="0"/>
                  </a:lnTo>
                  <a:lnTo>
                    <a:pt x="0" y="2540"/>
                  </a:lnTo>
                  <a:lnTo>
                    <a:pt x="114300" y="2540"/>
                  </a:lnTo>
                  <a:lnTo>
                    <a:pt x="114300" y="0"/>
                  </a:lnTo>
                  <a:close/>
                </a:path>
              </a:pathLst>
            </a:custGeom>
            <a:solidFill>
              <a:srgbClr val="6F056F"/>
            </a:solidFill>
          </p:spPr>
          <p:txBody>
            <a:bodyPr wrap="square" lIns="0" tIns="0" rIns="0" bIns="0" rtlCol="0"/>
            <a:lstStyle/>
            <a:p/>
          </p:txBody>
        </p:sp>
        <p:sp>
          <p:nvSpPr>
            <p:cNvPr id="2523" name="object 2523"/>
            <p:cNvSpPr/>
            <p:nvPr/>
          </p:nvSpPr>
          <p:spPr>
            <a:xfrm>
              <a:off x="7529830" y="1604009"/>
              <a:ext cx="113030" cy="6350"/>
            </a:xfrm>
            <a:custGeom>
              <a:avLst/>
              <a:gdLst/>
              <a:ahLst/>
              <a:cxnLst/>
              <a:rect l="l" t="t" r="r" b="b"/>
              <a:pathLst>
                <a:path w="113029" h="6350">
                  <a:moveTo>
                    <a:pt x="113030" y="0"/>
                  </a:moveTo>
                  <a:lnTo>
                    <a:pt x="0" y="0"/>
                  </a:lnTo>
                  <a:lnTo>
                    <a:pt x="0" y="3810"/>
                  </a:lnTo>
                  <a:lnTo>
                    <a:pt x="1270" y="3810"/>
                  </a:lnTo>
                  <a:lnTo>
                    <a:pt x="1270" y="6350"/>
                  </a:lnTo>
                  <a:lnTo>
                    <a:pt x="113030" y="6350"/>
                  </a:lnTo>
                  <a:lnTo>
                    <a:pt x="113030" y="3810"/>
                  </a:lnTo>
                  <a:lnTo>
                    <a:pt x="113030" y="0"/>
                  </a:lnTo>
                  <a:close/>
                </a:path>
              </a:pathLst>
            </a:custGeom>
            <a:solidFill>
              <a:srgbClr val="710571"/>
            </a:solidFill>
          </p:spPr>
          <p:txBody>
            <a:bodyPr wrap="square" lIns="0" tIns="0" rIns="0" bIns="0" rtlCol="0"/>
            <a:lstStyle/>
            <a:p/>
          </p:txBody>
        </p:sp>
        <p:sp>
          <p:nvSpPr>
            <p:cNvPr id="2524" name="object 2524"/>
            <p:cNvSpPr/>
            <p:nvPr/>
          </p:nvSpPr>
          <p:spPr>
            <a:xfrm>
              <a:off x="7531100" y="1610359"/>
              <a:ext cx="111760" cy="7620"/>
            </a:xfrm>
            <a:custGeom>
              <a:avLst/>
              <a:gdLst/>
              <a:ahLst/>
              <a:cxnLst/>
              <a:rect l="l" t="t" r="r" b="b"/>
              <a:pathLst>
                <a:path w="111759" h="7619">
                  <a:moveTo>
                    <a:pt x="111760" y="0"/>
                  </a:moveTo>
                  <a:lnTo>
                    <a:pt x="0" y="0"/>
                  </a:lnTo>
                  <a:lnTo>
                    <a:pt x="0" y="2540"/>
                  </a:lnTo>
                  <a:lnTo>
                    <a:pt x="1270" y="2540"/>
                  </a:lnTo>
                  <a:lnTo>
                    <a:pt x="1270" y="7620"/>
                  </a:lnTo>
                  <a:lnTo>
                    <a:pt x="111760" y="7620"/>
                  </a:lnTo>
                  <a:lnTo>
                    <a:pt x="111760" y="2540"/>
                  </a:lnTo>
                  <a:lnTo>
                    <a:pt x="111760" y="0"/>
                  </a:lnTo>
                  <a:close/>
                </a:path>
              </a:pathLst>
            </a:custGeom>
            <a:solidFill>
              <a:srgbClr val="720572"/>
            </a:solidFill>
          </p:spPr>
          <p:txBody>
            <a:bodyPr wrap="square" lIns="0" tIns="0" rIns="0" bIns="0" rtlCol="0"/>
            <a:lstStyle/>
            <a:p/>
          </p:txBody>
        </p:sp>
        <p:sp>
          <p:nvSpPr>
            <p:cNvPr id="2525" name="object 2525"/>
            <p:cNvSpPr/>
            <p:nvPr/>
          </p:nvSpPr>
          <p:spPr>
            <a:xfrm>
              <a:off x="7532370" y="1617979"/>
              <a:ext cx="111760" cy="7620"/>
            </a:xfrm>
            <a:custGeom>
              <a:avLst/>
              <a:gdLst/>
              <a:ahLst/>
              <a:cxnLst/>
              <a:rect l="l" t="t" r="r" b="b"/>
              <a:pathLst>
                <a:path w="111759" h="7619">
                  <a:moveTo>
                    <a:pt x="111760" y="0"/>
                  </a:moveTo>
                  <a:lnTo>
                    <a:pt x="0" y="0"/>
                  </a:lnTo>
                  <a:lnTo>
                    <a:pt x="0" y="3810"/>
                  </a:lnTo>
                  <a:lnTo>
                    <a:pt x="1270" y="3810"/>
                  </a:lnTo>
                  <a:lnTo>
                    <a:pt x="1270" y="7620"/>
                  </a:lnTo>
                  <a:lnTo>
                    <a:pt x="111760" y="7620"/>
                  </a:lnTo>
                  <a:lnTo>
                    <a:pt x="111760" y="3810"/>
                  </a:lnTo>
                  <a:lnTo>
                    <a:pt x="111760" y="0"/>
                  </a:lnTo>
                  <a:close/>
                </a:path>
              </a:pathLst>
            </a:custGeom>
            <a:solidFill>
              <a:srgbClr val="730473"/>
            </a:solidFill>
          </p:spPr>
          <p:txBody>
            <a:bodyPr wrap="square" lIns="0" tIns="0" rIns="0" bIns="0" rtlCol="0"/>
            <a:lstStyle/>
            <a:p/>
          </p:txBody>
        </p:sp>
        <p:sp>
          <p:nvSpPr>
            <p:cNvPr id="2526" name="object 2526"/>
            <p:cNvSpPr/>
            <p:nvPr/>
          </p:nvSpPr>
          <p:spPr>
            <a:xfrm>
              <a:off x="7533640" y="1625599"/>
              <a:ext cx="110489" cy="6350"/>
            </a:xfrm>
            <a:custGeom>
              <a:avLst/>
              <a:gdLst/>
              <a:ahLst/>
              <a:cxnLst/>
              <a:rect l="l" t="t" r="r" b="b"/>
              <a:pathLst>
                <a:path w="110490" h="6350">
                  <a:moveTo>
                    <a:pt x="110490" y="5092"/>
                  </a:moveTo>
                  <a:lnTo>
                    <a:pt x="2540" y="5092"/>
                  </a:lnTo>
                  <a:lnTo>
                    <a:pt x="2540" y="6350"/>
                  </a:lnTo>
                  <a:lnTo>
                    <a:pt x="110490" y="6350"/>
                  </a:lnTo>
                  <a:lnTo>
                    <a:pt x="110490" y="5092"/>
                  </a:lnTo>
                  <a:close/>
                </a:path>
                <a:path w="110490" h="6350">
                  <a:moveTo>
                    <a:pt x="110490" y="0"/>
                  </a:moveTo>
                  <a:lnTo>
                    <a:pt x="0" y="0"/>
                  </a:lnTo>
                  <a:lnTo>
                    <a:pt x="0" y="2540"/>
                  </a:lnTo>
                  <a:lnTo>
                    <a:pt x="1270" y="2540"/>
                  </a:lnTo>
                  <a:lnTo>
                    <a:pt x="1270" y="5080"/>
                  </a:lnTo>
                  <a:lnTo>
                    <a:pt x="110490" y="5080"/>
                  </a:lnTo>
                  <a:lnTo>
                    <a:pt x="110490" y="2540"/>
                  </a:lnTo>
                  <a:lnTo>
                    <a:pt x="110490" y="0"/>
                  </a:lnTo>
                  <a:close/>
                </a:path>
              </a:pathLst>
            </a:custGeom>
            <a:solidFill>
              <a:srgbClr val="740474"/>
            </a:solidFill>
          </p:spPr>
          <p:txBody>
            <a:bodyPr wrap="square" lIns="0" tIns="0" rIns="0" bIns="0" rtlCol="0"/>
            <a:lstStyle/>
            <a:p/>
          </p:txBody>
        </p:sp>
        <p:sp>
          <p:nvSpPr>
            <p:cNvPr id="2527" name="object 2527"/>
            <p:cNvSpPr/>
            <p:nvPr/>
          </p:nvSpPr>
          <p:spPr>
            <a:xfrm>
              <a:off x="7536180" y="1631949"/>
              <a:ext cx="107950" cy="7620"/>
            </a:xfrm>
            <a:custGeom>
              <a:avLst/>
              <a:gdLst/>
              <a:ahLst/>
              <a:cxnLst/>
              <a:rect l="l" t="t" r="r" b="b"/>
              <a:pathLst>
                <a:path w="107950" h="7619">
                  <a:moveTo>
                    <a:pt x="107950" y="5092"/>
                  </a:moveTo>
                  <a:lnTo>
                    <a:pt x="2540" y="5092"/>
                  </a:lnTo>
                  <a:lnTo>
                    <a:pt x="2540" y="7620"/>
                  </a:lnTo>
                  <a:lnTo>
                    <a:pt x="107950" y="7620"/>
                  </a:lnTo>
                  <a:lnTo>
                    <a:pt x="107950" y="5092"/>
                  </a:lnTo>
                  <a:close/>
                </a:path>
                <a:path w="107950" h="7619">
                  <a:moveTo>
                    <a:pt x="107950" y="0"/>
                  </a:moveTo>
                  <a:lnTo>
                    <a:pt x="0" y="0"/>
                  </a:lnTo>
                  <a:lnTo>
                    <a:pt x="0" y="1270"/>
                  </a:lnTo>
                  <a:lnTo>
                    <a:pt x="1270" y="1270"/>
                  </a:lnTo>
                  <a:lnTo>
                    <a:pt x="1270" y="5080"/>
                  </a:lnTo>
                  <a:lnTo>
                    <a:pt x="107950" y="5080"/>
                  </a:lnTo>
                  <a:lnTo>
                    <a:pt x="107950" y="1270"/>
                  </a:lnTo>
                  <a:lnTo>
                    <a:pt x="107950" y="0"/>
                  </a:lnTo>
                  <a:close/>
                </a:path>
              </a:pathLst>
            </a:custGeom>
            <a:solidFill>
              <a:srgbClr val="750375"/>
            </a:solidFill>
          </p:spPr>
          <p:txBody>
            <a:bodyPr wrap="square" lIns="0" tIns="0" rIns="0" bIns="0" rtlCol="0"/>
            <a:lstStyle/>
            <a:p/>
          </p:txBody>
        </p:sp>
        <p:sp>
          <p:nvSpPr>
            <p:cNvPr id="2528" name="object 2528"/>
            <p:cNvSpPr/>
            <p:nvPr/>
          </p:nvSpPr>
          <p:spPr>
            <a:xfrm>
              <a:off x="7538720" y="1639569"/>
              <a:ext cx="105410" cy="7620"/>
            </a:xfrm>
            <a:custGeom>
              <a:avLst/>
              <a:gdLst/>
              <a:ahLst/>
              <a:cxnLst/>
              <a:rect l="l" t="t" r="r" b="b"/>
              <a:pathLst>
                <a:path w="105409" h="7619">
                  <a:moveTo>
                    <a:pt x="105410" y="0"/>
                  </a:moveTo>
                  <a:lnTo>
                    <a:pt x="0" y="0"/>
                  </a:lnTo>
                  <a:lnTo>
                    <a:pt x="0" y="2540"/>
                  </a:lnTo>
                  <a:lnTo>
                    <a:pt x="1270" y="2540"/>
                  </a:lnTo>
                  <a:lnTo>
                    <a:pt x="1270" y="6350"/>
                  </a:lnTo>
                  <a:lnTo>
                    <a:pt x="2540" y="6350"/>
                  </a:lnTo>
                  <a:lnTo>
                    <a:pt x="2540" y="7620"/>
                  </a:lnTo>
                  <a:lnTo>
                    <a:pt x="105410" y="7620"/>
                  </a:lnTo>
                  <a:lnTo>
                    <a:pt x="105410" y="6350"/>
                  </a:lnTo>
                  <a:lnTo>
                    <a:pt x="105410" y="2540"/>
                  </a:lnTo>
                  <a:lnTo>
                    <a:pt x="105410" y="0"/>
                  </a:lnTo>
                  <a:close/>
                </a:path>
              </a:pathLst>
            </a:custGeom>
            <a:solidFill>
              <a:srgbClr val="760376"/>
            </a:solidFill>
          </p:spPr>
          <p:txBody>
            <a:bodyPr wrap="square" lIns="0" tIns="0" rIns="0" bIns="0" rtlCol="0"/>
            <a:lstStyle/>
            <a:p/>
          </p:txBody>
        </p:sp>
        <p:sp>
          <p:nvSpPr>
            <p:cNvPr id="2529" name="object 2529"/>
            <p:cNvSpPr/>
            <p:nvPr/>
          </p:nvSpPr>
          <p:spPr>
            <a:xfrm>
              <a:off x="7541260" y="1647189"/>
              <a:ext cx="102870" cy="6350"/>
            </a:xfrm>
            <a:custGeom>
              <a:avLst/>
              <a:gdLst/>
              <a:ahLst/>
              <a:cxnLst/>
              <a:rect l="l" t="t" r="r" b="b"/>
              <a:pathLst>
                <a:path w="102870" h="6350">
                  <a:moveTo>
                    <a:pt x="102870" y="0"/>
                  </a:moveTo>
                  <a:lnTo>
                    <a:pt x="0" y="0"/>
                  </a:lnTo>
                  <a:lnTo>
                    <a:pt x="0" y="2540"/>
                  </a:lnTo>
                  <a:lnTo>
                    <a:pt x="1270" y="2540"/>
                  </a:lnTo>
                  <a:lnTo>
                    <a:pt x="1270" y="6350"/>
                  </a:lnTo>
                  <a:lnTo>
                    <a:pt x="102870" y="6350"/>
                  </a:lnTo>
                  <a:lnTo>
                    <a:pt x="102870" y="2540"/>
                  </a:lnTo>
                  <a:lnTo>
                    <a:pt x="102870" y="0"/>
                  </a:lnTo>
                  <a:close/>
                </a:path>
              </a:pathLst>
            </a:custGeom>
            <a:solidFill>
              <a:srgbClr val="770277"/>
            </a:solidFill>
          </p:spPr>
          <p:txBody>
            <a:bodyPr wrap="square" lIns="0" tIns="0" rIns="0" bIns="0" rtlCol="0"/>
            <a:lstStyle/>
            <a:p/>
          </p:txBody>
        </p:sp>
        <p:sp>
          <p:nvSpPr>
            <p:cNvPr id="2530" name="object 2530"/>
            <p:cNvSpPr/>
            <p:nvPr/>
          </p:nvSpPr>
          <p:spPr>
            <a:xfrm>
              <a:off x="7543800" y="1653539"/>
              <a:ext cx="100330" cy="7620"/>
            </a:xfrm>
            <a:custGeom>
              <a:avLst/>
              <a:gdLst/>
              <a:ahLst/>
              <a:cxnLst/>
              <a:rect l="l" t="t" r="r" b="b"/>
              <a:pathLst>
                <a:path w="100329" h="7619">
                  <a:moveTo>
                    <a:pt x="100330" y="0"/>
                  </a:moveTo>
                  <a:lnTo>
                    <a:pt x="0" y="0"/>
                  </a:lnTo>
                  <a:lnTo>
                    <a:pt x="0" y="3810"/>
                  </a:lnTo>
                  <a:lnTo>
                    <a:pt x="1270" y="3810"/>
                  </a:lnTo>
                  <a:lnTo>
                    <a:pt x="1270" y="6350"/>
                  </a:lnTo>
                  <a:lnTo>
                    <a:pt x="2540" y="6350"/>
                  </a:lnTo>
                  <a:lnTo>
                    <a:pt x="2540" y="7620"/>
                  </a:lnTo>
                  <a:lnTo>
                    <a:pt x="100330" y="7620"/>
                  </a:lnTo>
                  <a:lnTo>
                    <a:pt x="100330" y="6350"/>
                  </a:lnTo>
                  <a:lnTo>
                    <a:pt x="100330" y="3810"/>
                  </a:lnTo>
                  <a:lnTo>
                    <a:pt x="100330" y="0"/>
                  </a:lnTo>
                  <a:close/>
                </a:path>
              </a:pathLst>
            </a:custGeom>
            <a:solidFill>
              <a:srgbClr val="780278"/>
            </a:solidFill>
          </p:spPr>
          <p:txBody>
            <a:bodyPr wrap="square" lIns="0" tIns="0" rIns="0" bIns="0" rtlCol="0"/>
            <a:lstStyle/>
            <a:p/>
          </p:txBody>
        </p:sp>
        <p:sp>
          <p:nvSpPr>
            <p:cNvPr id="2531" name="object 2531"/>
            <p:cNvSpPr/>
            <p:nvPr/>
          </p:nvSpPr>
          <p:spPr>
            <a:xfrm>
              <a:off x="7546340" y="1661159"/>
              <a:ext cx="97790" cy="7620"/>
            </a:xfrm>
            <a:custGeom>
              <a:avLst/>
              <a:gdLst/>
              <a:ahLst/>
              <a:cxnLst/>
              <a:rect l="l" t="t" r="r" b="b"/>
              <a:pathLst>
                <a:path w="97790" h="7619">
                  <a:moveTo>
                    <a:pt x="97790" y="0"/>
                  </a:moveTo>
                  <a:lnTo>
                    <a:pt x="0" y="0"/>
                  </a:lnTo>
                  <a:lnTo>
                    <a:pt x="0" y="1270"/>
                  </a:lnTo>
                  <a:lnTo>
                    <a:pt x="1270" y="1270"/>
                  </a:lnTo>
                  <a:lnTo>
                    <a:pt x="1270" y="3810"/>
                  </a:lnTo>
                  <a:lnTo>
                    <a:pt x="2540" y="3810"/>
                  </a:lnTo>
                  <a:lnTo>
                    <a:pt x="2540" y="6350"/>
                  </a:lnTo>
                  <a:lnTo>
                    <a:pt x="3810" y="6350"/>
                  </a:lnTo>
                  <a:lnTo>
                    <a:pt x="3810" y="7620"/>
                  </a:lnTo>
                  <a:lnTo>
                    <a:pt x="97790" y="7620"/>
                  </a:lnTo>
                  <a:lnTo>
                    <a:pt x="97790" y="6350"/>
                  </a:lnTo>
                  <a:lnTo>
                    <a:pt x="97790" y="3810"/>
                  </a:lnTo>
                  <a:lnTo>
                    <a:pt x="97790" y="1270"/>
                  </a:lnTo>
                  <a:lnTo>
                    <a:pt x="97790" y="0"/>
                  </a:lnTo>
                  <a:close/>
                </a:path>
              </a:pathLst>
            </a:custGeom>
            <a:solidFill>
              <a:srgbClr val="790279"/>
            </a:solidFill>
          </p:spPr>
          <p:txBody>
            <a:bodyPr wrap="square" lIns="0" tIns="0" rIns="0" bIns="0" rtlCol="0"/>
            <a:lstStyle/>
            <a:p/>
          </p:txBody>
        </p:sp>
        <p:sp>
          <p:nvSpPr>
            <p:cNvPr id="2532" name="object 2532"/>
            <p:cNvSpPr/>
            <p:nvPr/>
          </p:nvSpPr>
          <p:spPr>
            <a:xfrm>
              <a:off x="7551420" y="1668779"/>
              <a:ext cx="90170" cy="6350"/>
            </a:xfrm>
            <a:custGeom>
              <a:avLst/>
              <a:gdLst/>
              <a:ahLst/>
              <a:cxnLst/>
              <a:rect l="l" t="t" r="r" b="b"/>
              <a:pathLst>
                <a:path w="90170" h="6350">
                  <a:moveTo>
                    <a:pt x="90170" y="0"/>
                  </a:moveTo>
                  <a:lnTo>
                    <a:pt x="0" y="0"/>
                  </a:lnTo>
                  <a:lnTo>
                    <a:pt x="0" y="1270"/>
                  </a:lnTo>
                  <a:lnTo>
                    <a:pt x="0" y="2540"/>
                  </a:lnTo>
                  <a:lnTo>
                    <a:pt x="1270" y="2540"/>
                  </a:lnTo>
                  <a:lnTo>
                    <a:pt x="1270" y="3810"/>
                  </a:lnTo>
                  <a:lnTo>
                    <a:pt x="2540" y="3810"/>
                  </a:lnTo>
                  <a:lnTo>
                    <a:pt x="2540" y="5080"/>
                  </a:lnTo>
                  <a:lnTo>
                    <a:pt x="3810" y="5080"/>
                  </a:lnTo>
                  <a:lnTo>
                    <a:pt x="3810" y="6350"/>
                  </a:lnTo>
                  <a:lnTo>
                    <a:pt x="82550" y="6350"/>
                  </a:lnTo>
                  <a:lnTo>
                    <a:pt x="82550" y="5080"/>
                  </a:lnTo>
                  <a:lnTo>
                    <a:pt x="83807" y="5080"/>
                  </a:lnTo>
                  <a:lnTo>
                    <a:pt x="83807" y="3810"/>
                  </a:lnTo>
                  <a:lnTo>
                    <a:pt x="86360" y="3810"/>
                  </a:lnTo>
                  <a:lnTo>
                    <a:pt x="86360" y="2540"/>
                  </a:lnTo>
                  <a:lnTo>
                    <a:pt x="87630" y="2540"/>
                  </a:lnTo>
                  <a:lnTo>
                    <a:pt x="87630" y="1270"/>
                  </a:lnTo>
                  <a:lnTo>
                    <a:pt x="90170" y="1270"/>
                  </a:lnTo>
                  <a:lnTo>
                    <a:pt x="90170" y="0"/>
                  </a:lnTo>
                  <a:close/>
                </a:path>
              </a:pathLst>
            </a:custGeom>
            <a:solidFill>
              <a:srgbClr val="7A017A"/>
            </a:solidFill>
          </p:spPr>
          <p:txBody>
            <a:bodyPr wrap="square" lIns="0" tIns="0" rIns="0" bIns="0" rtlCol="0"/>
            <a:lstStyle/>
            <a:p/>
          </p:txBody>
        </p:sp>
        <p:sp>
          <p:nvSpPr>
            <p:cNvPr id="2533" name="object 2533"/>
            <p:cNvSpPr/>
            <p:nvPr/>
          </p:nvSpPr>
          <p:spPr>
            <a:xfrm>
              <a:off x="7556500" y="1675130"/>
              <a:ext cx="74930" cy="7620"/>
            </a:xfrm>
            <a:custGeom>
              <a:avLst/>
              <a:gdLst/>
              <a:ahLst/>
              <a:cxnLst/>
              <a:rect l="l" t="t" r="r" b="b"/>
              <a:pathLst>
                <a:path w="74929" h="7619">
                  <a:moveTo>
                    <a:pt x="62229" y="6350"/>
                  </a:moveTo>
                  <a:lnTo>
                    <a:pt x="7620" y="6350"/>
                  </a:lnTo>
                  <a:lnTo>
                    <a:pt x="7620" y="7620"/>
                  </a:lnTo>
                  <a:lnTo>
                    <a:pt x="62229" y="7620"/>
                  </a:lnTo>
                  <a:lnTo>
                    <a:pt x="62229" y="6350"/>
                  </a:lnTo>
                  <a:close/>
                </a:path>
                <a:path w="74929" h="7619">
                  <a:moveTo>
                    <a:pt x="64769" y="5080"/>
                  </a:moveTo>
                  <a:lnTo>
                    <a:pt x="3809" y="5080"/>
                  </a:lnTo>
                  <a:lnTo>
                    <a:pt x="3809" y="6350"/>
                  </a:lnTo>
                  <a:lnTo>
                    <a:pt x="64769" y="6350"/>
                  </a:lnTo>
                  <a:lnTo>
                    <a:pt x="64769" y="5080"/>
                  </a:lnTo>
                  <a:close/>
                </a:path>
                <a:path w="74929" h="7619">
                  <a:moveTo>
                    <a:pt x="67310" y="3810"/>
                  </a:moveTo>
                  <a:lnTo>
                    <a:pt x="2540" y="3810"/>
                  </a:lnTo>
                  <a:lnTo>
                    <a:pt x="2540" y="5080"/>
                  </a:lnTo>
                  <a:lnTo>
                    <a:pt x="67310" y="5080"/>
                  </a:lnTo>
                  <a:lnTo>
                    <a:pt x="67310" y="3810"/>
                  </a:lnTo>
                  <a:close/>
                </a:path>
                <a:path w="74929" h="7619">
                  <a:moveTo>
                    <a:pt x="72390" y="1270"/>
                  </a:moveTo>
                  <a:lnTo>
                    <a:pt x="1270" y="1270"/>
                  </a:lnTo>
                  <a:lnTo>
                    <a:pt x="1270" y="3810"/>
                  </a:lnTo>
                  <a:lnTo>
                    <a:pt x="69850" y="3810"/>
                  </a:lnTo>
                  <a:lnTo>
                    <a:pt x="69850" y="2540"/>
                  </a:lnTo>
                  <a:lnTo>
                    <a:pt x="72390" y="2540"/>
                  </a:lnTo>
                  <a:lnTo>
                    <a:pt x="72390" y="1270"/>
                  </a:lnTo>
                  <a:close/>
                </a:path>
                <a:path w="74929" h="7619">
                  <a:moveTo>
                    <a:pt x="74929" y="0"/>
                  </a:moveTo>
                  <a:lnTo>
                    <a:pt x="0" y="0"/>
                  </a:lnTo>
                  <a:lnTo>
                    <a:pt x="0" y="1270"/>
                  </a:lnTo>
                  <a:lnTo>
                    <a:pt x="74929" y="1270"/>
                  </a:lnTo>
                  <a:lnTo>
                    <a:pt x="74929" y="0"/>
                  </a:lnTo>
                  <a:close/>
                </a:path>
              </a:pathLst>
            </a:custGeom>
            <a:solidFill>
              <a:srgbClr val="7B017B"/>
            </a:solidFill>
          </p:spPr>
          <p:txBody>
            <a:bodyPr wrap="square" lIns="0" tIns="0" rIns="0" bIns="0" rtlCol="0"/>
            <a:lstStyle/>
            <a:p/>
          </p:txBody>
        </p:sp>
        <p:sp>
          <p:nvSpPr>
            <p:cNvPr id="2534" name="object 2534"/>
            <p:cNvSpPr/>
            <p:nvPr/>
          </p:nvSpPr>
          <p:spPr>
            <a:xfrm>
              <a:off x="7565390" y="1682750"/>
              <a:ext cx="49530" cy="7620"/>
            </a:xfrm>
            <a:custGeom>
              <a:avLst/>
              <a:gdLst/>
              <a:ahLst/>
              <a:cxnLst/>
              <a:rect l="l" t="t" r="r" b="b"/>
              <a:pathLst>
                <a:path w="49529" h="7619">
                  <a:moveTo>
                    <a:pt x="30479" y="6350"/>
                  </a:moveTo>
                  <a:lnTo>
                    <a:pt x="17779" y="6350"/>
                  </a:lnTo>
                  <a:lnTo>
                    <a:pt x="17779" y="7620"/>
                  </a:lnTo>
                  <a:lnTo>
                    <a:pt x="30479" y="7620"/>
                  </a:lnTo>
                  <a:lnTo>
                    <a:pt x="30479" y="6350"/>
                  </a:lnTo>
                  <a:close/>
                </a:path>
                <a:path w="49529" h="7619">
                  <a:moveTo>
                    <a:pt x="36829" y="5079"/>
                  </a:moveTo>
                  <a:lnTo>
                    <a:pt x="11429" y="5079"/>
                  </a:lnTo>
                  <a:lnTo>
                    <a:pt x="11429" y="6350"/>
                  </a:lnTo>
                  <a:lnTo>
                    <a:pt x="36829" y="6350"/>
                  </a:lnTo>
                  <a:lnTo>
                    <a:pt x="36829" y="5079"/>
                  </a:lnTo>
                  <a:close/>
                </a:path>
                <a:path w="49529" h="7619">
                  <a:moveTo>
                    <a:pt x="40639" y="3810"/>
                  </a:moveTo>
                  <a:lnTo>
                    <a:pt x="10159" y="3810"/>
                  </a:lnTo>
                  <a:lnTo>
                    <a:pt x="10159" y="5079"/>
                  </a:lnTo>
                  <a:lnTo>
                    <a:pt x="40639" y="5079"/>
                  </a:lnTo>
                  <a:lnTo>
                    <a:pt x="40639" y="3810"/>
                  </a:lnTo>
                  <a:close/>
                </a:path>
                <a:path w="49529" h="7619">
                  <a:moveTo>
                    <a:pt x="43179" y="2539"/>
                  </a:moveTo>
                  <a:lnTo>
                    <a:pt x="6350" y="2539"/>
                  </a:lnTo>
                  <a:lnTo>
                    <a:pt x="6350" y="3810"/>
                  </a:lnTo>
                  <a:lnTo>
                    <a:pt x="43179" y="3810"/>
                  </a:lnTo>
                  <a:lnTo>
                    <a:pt x="43179" y="2539"/>
                  </a:lnTo>
                  <a:close/>
                </a:path>
                <a:path w="49529" h="7619">
                  <a:moveTo>
                    <a:pt x="46989" y="1270"/>
                  </a:moveTo>
                  <a:lnTo>
                    <a:pt x="3809" y="1270"/>
                  </a:lnTo>
                  <a:lnTo>
                    <a:pt x="3809" y="2539"/>
                  </a:lnTo>
                  <a:lnTo>
                    <a:pt x="46989" y="2539"/>
                  </a:lnTo>
                  <a:lnTo>
                    <a:pt x="46989" y="1270"/>
                  </a:lnTo>
                  <a:close/>
                </a:path>
                <a:path w="49529" h="7619">
                  <a:moveTo>
                    <a:pt x="49529" y="0"/>
                  </a:moveTo>
                  <a:lnTo>
                    <a:pt x="0" y="0"/>
                  </a:lnTo>
                  <a:lnTo>
                    <a:pt x="0" y="1270"/>
                  </a:lnTo>
                  <a:lnTo>
                    <a:pt x="49529" y="1270"/>
                  </a:lnTo>
                  <a:lnTo>
                    <a:pt x="49529" y="0"/>
                  </a:lnTo>
                  <a:close/>
                </a:path>
              </a:pathLst>
            </a:custGeom>
            <a:solidFill>
              <a:srgbClr val="7C007C"/>
            </a:solidFill>
          </p:spPr>
          <p:txBody>
            <a:bodyPr wrap="square" lIns="0" tIns="0" rIns="0" bIns="0" rtlCol="0"/>
            <a:lstStyle/>
            <a:p/>
          </p:txBody>
        </p:sp>
      </p:grpSp>
      <p:grpSp>
        <p:nvGrpSpPr>
          <p:cNvPr id="2535" name="object 2535"/>
          <p:cNvGrpSpPr/>
          <p:nvPr/>
        </p:nvGrpSpPr>
        <p:grpSpPr>
          <a:xfrm>
            <a:off x="7710169" y="1056639"/>
            <a:ext cx="214629" cy="633730"/>
            <a:chOff x="7710169" y="1056639"/>
            <a:chExt cx="214629" cy="633730"/>
          </a:xfrm>
        </p:grpSpPr>
        <p:sp>
          <p:nvSpPr>
            <p:cNvPr id="2536" name="object 2536"/>
            <p:cNvSpPr/>
            <p:nvPr/>
          </p:nvSpPr>
          <p:spPr>
            <a:xfrm>
              <a:off x="7781290" y="1056639"/>
              <a:ext cx="72390" cy="13970"/>
            </a:xfrm>
            <a:custGeom>
              <a:avLst/>
              <a:gdLst/>
              <a:ahLst/>
              <a:cxnLst/>
              <a:rect l="l" t="t" r="r" b="b"/>
              <a:pathLst>
                <a:path w="72390" h="13969">
                  <a:moveTo>
                    <a:pt x="72390" y="12700"/>
                  </a:moveTo>
                  <a:lnTo>
                    <a:pt x="71120" y="12700"/>
                  </a:lnTo>
                  <a:lnTo>
                    <a:pt x="71120" y="11430"/>
                  </a:lnTo>
                  <a:lnTo>
                    <a:pt x="69837" y="11430"/>
                  </a:lnTo>
                  <a:lnTo>
                    <a:pt x="69837" y="10160"/>
                  </a:lnTo>
                  <a:lnTo>
                    <a:pt x="66040" y="10160"/>
                  </a:lnTo>
                  <a:lnTo>
                    <a:pt x="66040" y="8890"/>
                  </a:lnTo>
                  <a:lnTo>
                    <a:pt x="63500" y="8890"/>
                  </a:lnTo>
                  <a:lnTo>
                    <a:pt x="63500" y="7620"/>
                  </a:lnTo>
                  <a:lnTo>
                    <a:pt x="62217" y="7620"/>
                  </a:lnTo>
                  <a:lnTo>
                    <a:pt x="62217" y="6350"/>
                  </a:lnTo>
                  <a:lnTo>
                    <a:pt x="58420" y="6350"/>
                  </a:lnTo>
                  <a:lnTo>
                    <a:pt x="58420" y="5080"/>
                  </a:lnTo>
                  <a:lnTo>
                    <a:pt x="55880" y="5080"/>
                  </a:lnTo>
                  <a:lnTo>
                    <a:pt x="55880" y="3810"/>
                  </a:lnTo>
                  <a:lnTo>
                    <a:pt x="53340" y="3810"/>
                  </a:lnTo>
                  <a:lnTo>
                    <a:pt x="53340" y="2540"/>
                  </a:lnTo>
                  <a:lnTo>
                    <a:pt x="44437" y="2540"/>
                  </a:lnTo>
                  <a:lnTo>
                    <a:pt x="44437" y="1270"/>
                  </a:lnTo>
                  <a:lnTo>
                    <a:pt x="34290" y="1270"/>
                  </a:lnTo>
                  <a:lnTo>
                    <a:pt x="34290" y="0"/>
                  </a:lnTo>
                  <a:lnTo>
                    <a:pt x="33020" y="0"/>
                  </a:lnTo>
                  <a:lnTo>
                    <a:pt x="33020" y="1270"/>
                  </a:lnTo>
                  <a:lnTo>
                    <a:pt x="21590" y="1270"/>
                  </a:lnTo>
                  <a:lnTo>
                    <a:pt x="21590" y="2540"/>
                  </a:lnTo>
                  <a:lnTo>
                    <a:pt x="16510" y="2540"/>
                  </a:lnTo>
                  <a:lnTo>
                    <a:pt x="16510" y="3810"/>
                  </a:lnTo>
                  <a:lnTo>
                    <a:pt x="12700" y="3810"/>
                  </a:lnTo>
                  <a:lnTo>
                    <a:pt x="12700" y="5080"/>
                  </a:lnTo>
                  <a:lnTo>
                    <a:pt x="10160" y="5080"/>
                  </a:lnTo>
                  <a:lnTo>
                    <a:pt x="10160" y="6350"/>
                  </a:lnTo>
                  <a:lnTo>
                    <a:pt x="7620" y="6350"/>
                  </a:lnTo>
                  <a:lnTo>
                    <a:pt x="762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72390" y="13970"/>
                  </a:lnTo>
                  <a:lnTo>
                    <a:pt x="72390" y="12700"/>
                  </a:lnTo>
                  <a:close/>
                </a:path>
              </a:pathLst>
            </a:custGeom>
            <a:solidFill>
              <a:srgbClr val="003300"/>
            </a:solidFill>
          </p:spPr>
          <p:txBody>
            <a:bodyPr wrap="square" lIns="0" tIns="0" rIns="0" bIns="0" rtlCol="0"/>
            <a:lstStyle/>
            <a:p/>
          </p:txBody>
        </p:sp>
        <p:sp>
          <p:nvSpPr>
            <p:cNvPr id="2537" name="object 2537"/>
            <p:cNvSpPr/>
            <p:nvPr/>
          </p:nvSpPr>
          <p:spPr>
            <a:xfrm>
              <a:off x="7774939"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89" y="3810"/>
                  </a:moveTo>
                  <a:lnTo>
                    <a:pt x="1269" y="3810"/>
                  </a:lnTo>
                  <a:lnTo>
                    <a:pt x="1269" y="5079"/>
                  </a:lnTo>
                  <a:lnTo>
                    <a:pt x="85089" y="5079"/>
                  </a:lnTo>
                  <a:lnTo>
                    <a:pt x="85089" y="3810"/>
                  </a:lnTo>
                  <a:close/>
                </a:path>
                <a:path w="86359" h="6350">
                  <a:moveTo>
                    <a:pt x="83819" y="2539"/>
                  </a:moveTo>
                  <a:lnTo>
                    <a:pt x="2539" y="2539"/>
                  </a:lnTo>
                  <a:lnTo>
                    <a:pt x="2539" y="3810"/>
                  </a:lnTo>
                  <a:lnTo>
                    <a:pt x="83819" y="3810"/>
                  </a:lnTo>
                  <a:lnTo>
                    <a:pt x="83819"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13101"/>
            </a:solidFill>
          </p:spPr>
          <p:txBody>
            <a:bodyPr wrap="square" lIns="0" tIns="0" rIns="0" bIns="0" rtlCol="0"/>
            <a:lstStyle/>
            <a:p/>
          </p:txBody>
        </p:sp>
        <p:sp>
          <p:nvSpPr>
            <p:cNvPr id="2538" name="object 2538"/>
            <p:cNvSpPr/>
            <p:nvPr/>
          </p:nvSpPr>
          <p:spPr>
            <a:xfrm>
              <a:off x="7767320" y="1076959"/>
              <a:ext cx="102870" cy="7620"/>
            </a:xfrm>
            <a:custGeom>
              <a:avLst/>
              <a:gdLst/>
              <a:ahLst/>
              <a:cxnLst/>
              <a:rect l="l" t="t" r="r" b="b"/>
              <a:pathLst>
                <a:path w="102870" h="7619">
                  <a:moveTo>
                    <a:pt x="102870" y="6350"/>
                  </a:moveTo>
                  <a:lnTo>
                    <a:pt x="101600" y="6350"/>
                  </a:lnTo>
                  <a:lnTo>
                    <a:pt x="101600" y="5080"/>
                  </a:lnTo>
                  <a:lnTo>
                    <a:pt x="100330" y="5080"/>
                  </a:lnTo>
                  <a:lnTo>
                    <a:pt x="100330" y="3810"/>
                  </a:lnTo>
                  <a:lnTo>
                    <a:pt x="99060" y="3810"/>
                  </a:lnTo>
                  <a:lnTo>
                    <a:pt x="99060" y="2540"/>
                  </a:lnTo>
                  <a:lnTo>
                    <a:pt x="97790" y="2540"/>
                  </a:lnTo>
                  <a:lnTo>
                    <a:pt x="9779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2870" y="7620"/>
                  </a:lnTo>
                  <a:lnTo>
                    <a:pt x="102870" y="6350"/>
                  </a:lnTo>
                  <a:close/>
                </a:path>
              </a:pathLst>
            </a:custGeom>
            <a:solidFill>
              <a:srgbClr val="033103"/>
            </a:solidFill>
          </p:spPr>
          <p:txBody>
            <a:bodyPr wrap="square" lIns="0" tIns="0" rIns="0" bIns="0" rtlCol="0"/>
            <a:lstStyle/>
            <a:p/>
          </p:txBody>
        </p:sp>
        <p:sp>
          <p:nvSpPr>
            <p:cNvPr id="2539" name="object 2539"/>
            <p:cNvSpPr/>
            <p:nvPr/>
          </p:nvSpPr>
          <p:spPr>
            <a:xfrm>
              <a:off x="7762240" y="1084579"/>
              <a:ext cx="113030" cy="7620"/>
            </a:xfrm>
            <a:custGeom>
              <a:avLst/>
              <a:gdLst/>
              <a:ahLst/>
              <a:cxnLst/>
              <a:rect l="l" t="t" r="r" b="b"/>
              <a:pathLst>
                <a:path w="113029" h="7619">
                  <a:moveTo>
                    <a:pt x="111760" y="3810"/>
                  </a:moveTo>
                  <a:lnTo>
                    <a:pt x="110490" y="3810"/>
                  </a:lnTo>
                  <a:lnTo>
                    <a:pt x="110490" y="2540"/>
                  </a:lnTo>
                  <a:lnTo>
                    <a:pt x="109220" y="2540"/>
                  </a:lnTo>
                  <a:lnTo>
                    <a:pt x="109220" y="1270"/>
                  </a:lnTo>
                  <a:lnTo>
                    <a:pt x="107950" y="1270"/>
                  </a:lnTo>
                  <a:lnTo>
                    <a:pt x="107950" y="0"/>
                  </a:lnTo>
                  <a:lnTo>
                    <a:pt x="3810" y="0"/>
                  </a:lnTo>
                  <a:lnTo>
                    <a:pt x="3810" y="1270"/>
                  </a:lnTo>
                  <a:lnTo>
                    <a:pt x="2540" y="1270"/>
                  </a:lnTo>
                  <a:lnTo>
                    <a:pt x="2540" y="2540"/>
                  </a:lnTo>
                  <a:lnTo>
                    <a:pt x="2540" y="3810"/>
                  </a:lnTo>
                  <a:lnTo>
                    <a:pt x="1270" y="3810"/>
                  </a:lnTo>
                  <a:lnTo>
                    <a:pt x="1270" y="6350"/>
                  </a:lnTo>
                  <a:lnTo>
                    <a:pt x="111760" y="6350"/>
                  </a:lnTo>
                  <a:lnTo>
                    <a:pt x="111760" y="3810"/>
                  </a:lnTo>
                  <a:close/>
                </a:path>
                <a:path w="113029" h="7619">
                  <a:moveTo>
                    <a:pt x="113030" y="6362"/>
                  </a:moveTo>
                  <a:lnTo>
                    <a:pt x="0" y="6362"/>
                  </a:lnTo>
                  <a:lnTo>
                    <a:pt x="0" y="7620"/>
                  </a:lnTo>
                  <a:lnTo>
                    <a:pt x="113030" y="7620"/>
                  </a:lnTo>
                  <a:lnTo>
                    <a:pt x="113030" y="6362"/>
                  </a:lnTo>
                  <a:close/>
                </a:path>
              </a:pathLst>
            </a:custGeom>
            <a:solidFill>
              <a:srgbClr val="043004"/>
            </a:solidFill>
          </p:spPr>
          <p:txBody>
            <a:bodyPr wrap="square" lIns="0" tIns="0" rIns="0" bIns="0" rtlCol="0"/>
            <a:lstStyle/>
            <a:p/>
          </p:txBody>
        </p:sp>
        <p:sp>
          <p:nvSpPr>
            <p:cNvPr id="2540" name="object 2540"/>
            <p:cNvSpPr/>
            <p:nvPr/>
          </p:nvSpPr>
          <p:spPr>
            <a:xfrm>
              <a:off x="7759700" y="1092199"/>
              <a:ext cx="118110" cy="6350"/>
            </a:xfrm>
            <a:custGeom>
              <a:avLst/>
              <a:gdLst/>
              <a:ahLst/>
              <a:cxnLst/>
              <a:rect l="l" t="t" r="r" b="b"/>
              <a:pathLst>
                <a:path w="118109" h="6350">
                  <a:moveTo>
                    <a:pt x="118110" y="3810"/>
                  </a:moveTo>
                  <a:lnTo>
                    <a:pt x="116840" y="3810"/>
                  </a:lnTo>
                  <a:lnTo>
                    <a:pt x="116840" y="1270"/>
                  </a:lnTo>
                  <a:lnTo>
                    <a:pt x="115570" y="1270"/>
                  </a:lnTo>
                  <a:lnTo>
                    <a:pt x="115570" y="0"/>
                  </a:lnTo>
                  <a:lnTo>
                    <a:pt x="2540" y="0"/>
                  </a:lnTo>
                  <a:lnTo>
                    <a:pt x="2540" y="1270"/>
                  </a:lnTo>
                  <a:lnTo>
                    <a:pt x="1270" y="1270"/>
                  </a:lnTo>
                  <a:lnTo>
                    <a:pt x="1270" y="3810"/>
                  </a:lnTo>
                  <a:lnTo>
                    <a:pt x="0" y="3810"/>
                  </a:lnTo>
                  <a:lnTo>
                    <a:pt x="0" y="6350"/>
                  </a:lnTo>
                  <a:lnTo>
                    <a:pt x="118110" y="6350"/>
                  </a:lnTo>
                  <a:lnTo>
                    <a:pt x="118110" y="3810"/>
                  </a:lnTo>
                  <a:close/>
                </a:path>
              </a:pathLst>
            </a:custGeom>
            <a:solidFill>
              <a:srgbClr val="063006"/>
            </a:solidFill>
          </p:spPr>
          <p:txBody>
            <a:bodyPr wrap="square" lIns="0" tIns="0" rIns="0" bIns="0" rtlCol="0"/>
            <a:lstStyle/>
            <a:p/>
          </p:txBody>
        </p:sp>
        <p:sp>
          <p:nvSpPr>
            <p:cNvPr id="2541" name="object 2541"/>
            <p:cNvSpPr/>
            <p:nvPr/>
          </p:nvSpPr>
          <p:spPr>
            <a:xfrm>
              <a:off x="775462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1270"/>
                  </a:lnTo>
                  <a:lnTo>
                    <a:pt x="124460" y="0"/>
                  </a:lnTo>
                  <a:lnTo>
                    <a:pt x="3810" y="0"/>
                  </a:lnTo>
                  <a:lnTo>
                    <a:pt x="3810" y="1270"/>
                  </a:lnTo>
                  <a:lnTo>
                    <a:pt x="2540" y="1270"/>
                  </a:lnTo>
                  <a:lnTo>
                    <a:pt x="2540" y="2540"/>
                  </a:lnTo>
                  <a:lnTo>
                    <a:pt x="2540" y="3810"/>
                  </a:lnTo>
                  <a:lnTo>
                    <a:pt x="1270" y="3810"/>
                  </a:lnTo>
                  <a:lnTo>
                    <a:pt x="1270" y="5080"/>
                  </a:lnTo>
                  <a:lnTo>
                    <a:pt x="0" y="5080"/>
                  </a:lnTo>
                  <a:lnTo>
                    <a:pt x="0" y="6350"/>
                  </a:lnTo>
                  <a:lnTo>
                    <a:pt x="0" y="7620"/>
                  </a:lnTo>
                  <a:lnTo>
                    <a:pt x="128270" y="7620"/>
                  </a:lnTo>
                  <a:lnTo>
                    <a:pt x="128270" y="6350"/>
                  </a:lnTo>
                  <a:close/>
                </a:path>
              </a:pathLst>
            </a:custGeom>
            <a:solidFill>
              <a:srgbClr val="072F07"/>
            </a:solidFill>
          </p:spPr>
          <p:txBody>
            <a:bodyPr wrap="square" lIns="0" tIns="0" rIns="0" bIns="0" rtlCol="0"/>
            <a:lstStyle/>
            <a:p/>
          </p:txBody>
        </p:sp>
        <p:sp>
          <p:nvSpPr>
            <p:cNvPr id="2542" name="object 2542"/>
            <p:cNvSpPr/>
            <p:nvPr/>
          </p:nvSpPr>
          <p:spPr>
            <a:xfrm>
              <a:off x="7750810" y="1106169"/>
              <a:ext cx="135890" cy="7620"/>
            </a:xfrm>
            <a:custGeom>
              <a:avLst/>
              <a:gdLst/>
              <a:ahLst/>
              <a:cxnLst/>
              <a:rect l="l" t="t" r="r" b="b"/>
              <a:pathLst>
                <a:path w="135890" h="7619">
                  <a:moveTo>
                    <a:pt x="135890" y="6350"/>
                  </a:moveTo>
                  <a:lnTo>
                    <a:pt x="134620" y="6350"/>
                  </a:lnTo>
                  <a:lnTo>
                    <a:pt x="134620" y="5080"/>
                  </a:lnTo>
                  <a:lnTo>
                    <a:pt x="134620" y="3810"/>
                  </a:lnTo>
                  <a:lnTo>
                    <a:pt x="133350" y="3810"/>
                  </a:lnTo>
                  <a:lnTo>
                    <a:pt x="133350" y="2540"/>
                  </a:lnTo>
                  <a:lnTo>
                    <a:pt x="133350" y="1270"/>
                  </a:lnTo>
                  <a:lnTo>
                    <a:pt x="132080" y="1270"/>
                  </a:lnTo>
                  <a:lnTo>
                    <a:pt x="132080" y="0"/>
                  </a:lnTo>
                  <a:lnTo>
                    <a:pt x="2540" y="0"/>
                  </a:lnTo>
                  <a:lnTo>
                    <a:pt x="2540" y="1270"/>
                  </a:lnTo>
                  <a:lnTo>
                    <a:pt x="2540" y="2540"/>
                  </a:lnTo>
                  <a:lnTo>
                    <a:pt x="1270" y="2540"/>
                  </a:lnTo>
                  <a:lnTo>
                    <a:pt x="1270" y="3810"/>
                  </a:lnTo>
                  <a:lnTo>
                    <a:pt x="1270" y="5080"/>
                  </a:lnTo>
                  <a:lnTo>
                    <a:pt x="0" y="5080"/>
                  </a:lnTo>
                  <a:lnTo>
                    <a:pt x="0" y="6350"/>
                  </a:lnTo>
                  <a:lnTo>
                    <a:pt x="0" y="7620"/>
                  </a:lnTo>
                  <a:lnTo>
                    <a:pt x="135890" y="7620"/>
                  </a:lnTo>
                  <a:lnTo>
                    <a:pt x="135890" y="6350"/>
                  </a:lnTo>
                  <a:close/>
                </a:path>
              </a:pathLst>
            </a:custGeom>
            <a:solidFill>
              <a:srgbClr val="092E09"/>
            </a:solidFill>
          </p:spPr>
          <p:txBody>
            <a:bodyPr wrap="square" lIns="0" tIns="0" rIns="0" bIns="0" rtlCol="0"/>
            <a:lstStyle/>
            <a:p/>
          </p:txBody>
        </p:sp>
        <p:sp>
          <p:nvSpPr>
            <p:cNvPr id="2543" name="object 2543"/>
            <p:cNvSpPr/>
            <p:nvPr/>
          </p:nvSpPr>
          <p:spPr>
            <a:xfrm>
              <a:off x="7748270" y="1113789"/>
              <a:ext cx="140970" cy="6350"/>
            </a:xfrm>
            <a:custGeom>
              <a:avLst/>
              <a:gdLst/>
              <a:ahLst/>
              <a:cxnLst/>
              <a:rect l="l" t="t" r="r" b="b"/>
              <a:pathLst>
                <a:path w="140970" h="6350">
                  <a:moveTo>
                    <a:pt x="140970" y="5080"/>
                  </a:moveTo>
                  <a:lnTo>
                    <a:pt x="139700" y="5080"/>
                  </a:lnTo>
                  <a:lnTo>
                    <a:pt x="139700" y="3810"/>
                  </a:lnTo>
                  <a:lnTo>
                    <a:pt x="139700" y="2540"/>
                  </a:lnTo>
                  <a:lnTo>
                    <a:pt x="138430" y="2540"/>
                  </a:lnTo>
                  <a:lnTo>
                    <a:pt x="138430" y="0"/>
                  </a:lnTo>
                  <a:lnTo>
                    <a:pt x="1270" y="0"/>
                  </a:lnTo>
                  <a:lnTo>
                    <a:pt x="1270" y="2540"/>
                  </a:lnTo>
                  <a:lnTo>
                    <a:pt x="1270" y="3810"/>
                  </a:lnTo>
                  <a:lnTo>
                    <a:pt x="0" y="3810"/>
                  </a:lnTo>
                  <a:lnTo>
                    <a:pt x="0" y="5080"/>
                  </a:lnTo>
                  <a:lnTo>
                    <a:pt x="0" y="6350"/>
                  </a:lnTo>
                  <a:lnTo>
                    <a:pt x="140970" y="6350"/>
                  </a:lnTo>
                  <a:lnTo>
                    <a:pt x="140970" y="5080"/>
                  </a:lnTo>
                  <a:close/>
                </a:path>
              </a:pathLst>
            </a:custGeom>
            <a:solidFill>
              <a:srgbClr val="0A2E0A"/>
            </a:solidFill>
          </p:spPr>
          <p:txBody>
            <a:bodyPr wrap="square" lIns="0" tIns="0" rIns="0" bIns="0" rtlCol="0"/>
            <a:lstStyle/>
            <a:p/>
          </p:txBody>
        </p:sp>
        <p:sp>
          <p:nvSpPr>
            <p:cNvPr id="2544" name="object 2544"/>
            <p:cNvSpPr/>
            <p:nvPr/>
          </p:nvSpPr>
          <p:spPr>
            <a:xfrm>
              <a:off x="7745730" y="1120139"/>
              <a:ext cx="146050" cy="7620"/>
            </a:xfrm>
            <a:custGeom>
              <a:avLst/>
              <a:gdLst/>
              <a:ahLst/>
              <a:cxnLst/>
              <a:rect l="l" t="t" r="r" b="b"/>
              <a:pathLst>
                <a:path w="146050" h="7619">
                  <a:moveTo>
                    <a:pt x="146050" y="5080"/>
                  </a:moveTo>
                  <a:lnTo>
                    <a:pt x="144780" y="5080"/>
                  </a:lnTo>
                  <a:lnTo>
                    <a:pt x="144780" y="3810"/>
                  </a:lnTo>
                  <a:lnTo>
                    <a:pt x="144780" y="2540"/>
                  </a:lnTo>
                  <a:lnTo>
                    <a:pt x="143510" y="2540"/>
                  </a:lnTo>
                  <a:lnTo>
                    <a:pt x="143510" y="1270"/>
                  </a:lnTo>
                  <a:lnTo>
                    <a:pt x="143510" y="0"/>
                  </a:lnTo>
                  <a:lnTo>
                    <a:pt x="2540" y="0"/>
                  </a:lnTo>
                  <a:lnTo>
                    <a:pt x="2540" y="1270"/>
                  </a:lnTo>
                  <a:lnTo>
                    <a:pt x="1270" y="1270"/>
                  </a:lnTo>
                  <a:lnTo>
                    <a:pt x="1270" y="2540"/>
                  </a:lnTo>
                  <a:lnTo>
                    <a:pt x="1270" y="3810"/>
                  </a:lnTo>
                  <a:lnTo>
                    <a:pt x="0" y="3810"/>
                  </a:lnTo>
                  <a:lnTo>
                    <a:pt x="0" y="5080"/>
                  </a:lnTo>
                  <a:lnTo>
                    <a:pt x="0" y="7620"/>
                  </a:lnTo>
                  <a:lnTo>
                    <a:pt x="146050" y="7620"/>
                  </a:lnTo>
                  <a:lnTo>
                    <a:pt x="146050" y="5080"/>
                  </a:lnTo>
                  <a:close/>
                </a:path>
              </a:pathLst>
            </a:custGeom>
            <a:solidFill>
              <a:srgbClr val="0B2D0B"/>
            </a:solidFill>
          </p:spPr>
          <p:txBody>
            <a:bodyPr wrap="square" lIns="0" tIns="0" rIns="0" bIns="0" rtlCol="0"/>
            <a:lstStyle/>
            <a:p/>
          </p:txBody>
        </p:sp>
        <p:sp>
          <p:nvSpPr>
            <p:cNvPr id="2545" name="object 2545"/>
            <p:cNvSpPr/>
            <p:nvPr/>
          </p:nvSpPr>
          <p:spPr>
            <a:xfrm>
              <a:off x="7741920" y="1127759"/>
              <a:ext cx="153670" cy="7620"/>
            </a:xfrm>
            <a:custGeom>
              <a:avLst/>
              <a:gdLst/>
              <a:ahLst/>
              <a:cxnLst/>
              <a:rect l="l" t="t" r="r" b="b"/>
              <a:pathLst>
                <a:path w="153670" h="7619">
                  <a:moveTo>
                    <a:pt x="153670" y="6350"/>
                  </a:moveTo>
                  <a:lnTo>
                    <a:pt x="152400" y="6350"/>
                  </a:lnTo>
                  <a:lnTo>
                    <a:pt x="152400" y="5080"/>
                  </a:lnTo>
                  <a:lnTo>
                    <a:pt x="152400" y="2540"/>
                  </a:lnTo>
                  <a:lnTo>
                    <a:pt x="151130" y="2540"/>
                  </a:lnTo>
                  <a:lnTo>
                    <a:pt x="151130" y="0"/>
                  </a:lnTo>
                  <a:lnTo>
                    <a:pt x="2540" y="0"/>
                  </a:lnTo>
                  <a:lnTo>
                    <a:pt x="2540" y="2540"/>
                  </a:lnTo>
                  <a:lnTo>
                    <a:pt x="1270" y="2540"/>
                  </a:lnTo>
                  <a:lnTo>
                    <a:pt x="1270" y="5080"/>
                  </a:lnTo>
                  <a:lnTo>
                    <a:pt x="0" y="5080"/>
                  </a:lnTo>
                  <a:lnTo>
                    <a:pt x="0" y="6350"/>
                  </a:lnTo>
                  <a:lnTo>
                    <a:pt x="0" y="7620"/>
                  </a:lnTo>
                  <a:lnTo>
                    <a:pt x="153670" y="7620"/>
                  </a:lnTo>
                  <a:lnTo>
                    <a:pt x="153670" y="6350"/>
                  </a:lnTo>
                  <a:close/>
                </a:path>
              </a:pathLst>
            </a:custGeom>
            <a:solidFill>
              <a:srgbClr val="0D2D0D"/>
            </a:solidFill>
          </p:spPr>
          <p:txBody>
            <a:bodyPr wrap="square" lIns="0" tIns="0" rIns="0" bIns="0" rtlCol="0"/>
            <a:lstStyle/>
            <a:p/>
          </p:txBody>
        </p:sp>
        <p:sp>
          <p:nvSpPr>
            <p:cNvPr id="2546" name="object 2546"/>
            <p:cNvSpPr/>
            <p:nvPr/>
          </p:nvSpPr>
          <p:spPr>
            <a:xfrm>
              <a:off x="7739380" y="1135379"/>
              <a:ext cx="158750" cy="6350"/>
            </a:xfrm>
            <a:custGeom>
              <a:avLst/>
              <a:gdLst/>
              <a:ahLst/>
              <a:cxnLst/>
              <a:rect l="l" t="t" r="r" b="b"/>
              <a:pathLst>
                <a:path w="158750" h="6350">
                  <a:moveTo>
                    <a:pt x="158750" y="5080"/>
                  </a:moveTo>
                  <a:lnTo>
                    <a:pt x="157480" y="5080"/>
                  </a:lnTo>
                  <a:lnTo>
                    <a:pt x="157480" y="2540"/>
                  </a:lnTo>
                  <a:lnTo>
                    <a:pt x="156210" y="2540"/>
                  </a:lnTo>
                  <a:lnTo>
                    <a:pt x="156210" y="1270"/>
                  </a:lnTo>
                  <a:lnTo>
                    <a:pt x="156210" y="0"/>
                  </a:lnTo>
                  <a:lnTo>
                    <a:pt x="2540" y="0"/>
                  </a:lnTo>
                  <a:lnTo>
                    <a:pt x="2540" y="1270"/>
                  </a:lnTo>
                  <a:lnTo>
                    <a:pt x="1270" y="1270"/>
                  </a:lnTo>
                  <a:lnTo>
                    <a:pt x="1270" y="2540"/>
                  </a:lnTo>
                  <a:lnTo>
                    <a:pt x="1270" y="5080"/>
                  </a:lnTo>
                  <a:lnTo>
                    <a:pt x="0" y="5080"/>
                  </a:lnTo>
                  <a:lnTo>
                    <a:pt x="0" y="6350"/>
                  </a:lnTo>
                  <a:lnTo>
                    <a:pt x="158750" y="6350"/>
                  </a:lnTo>
                  <a:lnTo>
                    <a:pt x="158750" y="5080"/>
                  </a:lnTo>
                  <a:close/>
                </a:path>
              </a:pathLst>
            </a:custGeom>
            <a:solidFill>
              <a:srgbClr val="0E2C0E"/>
            </a:solidFill>
          </p:spPr>
          <p:txBody>
            <a:bodyPr wrap="square" lIns="0" tIns="0" rIns="0" bIns="0" rtlCol="0"/>
            <a:lstStyle/>
            <a:p/>
          </p:txBody>
        </p:sp>
        <p:sp>
          <p:nvSpPr>
            <p:cNvPr id="2547" name="object 2547"/>
            <p:cNvSpPr/>
            <p:nvPr/>
          </p:nvSpPr>
          <p:spPr>
            <a:xfrm>
              <a:off x="7736840" y="1141729"/>
              <a:ext cx="163830" cy="7620"/>
            </a:xfrm>
            <a:custGeom>
              <a:avLst/>
              <a:gdLst/>
              <a:ahLst/>
              <a:cxnLst/>
              <a:rect l="l" t="t" r="r" b="b"/>
              <a:pathLst>
                <a:path w="163829" h="7619">
                  <a:moveTo>
                    <a:pt x="162560" y="2540"/>
                  </a:moveTo>
                  <a:lnTo>
                    <a:pt x="161290" y="2540"/>
                  </a:lnTo>
                  <a:lnTo>
                    <a:pt x="161290" y="0"/>
                  </a:lnTo>
                  <a:lnTo>
                    <a:pt x="2540" y="0"/>
                  </a:lnTo>
                  <a:lnTo>
                    <a:pt x="2540" y="2540"/>
                  </a:lnTo>
                  <a:lnTo>
                    <a:pt x="1270" y="2540"/>
                  </a:lnTo>
                  <a:lnTo>
                    <a:pt x="1270" y="6350"/>
                  </a:lnTo>
                  <a:lnTo>
                    <a:pt x="162560" y="6350"/>
                  </a:lnTo>
                  <a:lnTo>
                    <a:pt x="162560" y="2540"/>
                  </a:lnTo>
                  <a:close/>
                </a:path>
                <a:path w="163829" h="7619">
                  <a:moveTo>
                    <a:pt x="163830" y="6362"/>
                  </a:moveTo>
                  <a:lnTo>
                    <a:pt x="0" y="6362"/>
                  </a:lnTo>
                  <a:lnTo>
                    <a:pt x="0" y="7620"/>
                  </a:lnTo>
                  <a:lnTo>
                    <a:pt x="163830" y="7620"/>
                  </a:lnTo>
                  <a:lnTo>
                    <a:pt x="163830" y="6362"/>
                  </a:lnTo>
                  <a:close/>
                </a:path>
              </a:pathLst>
            </a:custGeom>
            <a:solidFill>
              <a:srgbClr val="102C10"/>
            </a:solidFill>
          </p:spPr>
          <p:txBody>
            <a:bodyPr wrap="square" lIns="0" tIns="0" rIns="0" bIns="0" rtlCol="0"/>
            <a:lstStyle/>
            <a:p/>
          </p:txBody>
        </p:sp>
        <p:sp>
          <p:nvSpPr>
            <p:cNvPr id="2548" name="object 2548"/>
            <p:cNvSpPr/>
            <p:nvPr/>
          </p:nvSpPr>
          <p:spPr>
            <a:xfrm>
              <a:off x="7735570" y="1149349"/>
              <a:ext cx="166370" cy="7620"/>
            </a:xfrm>
            <a:custGeom>
              <a:avLst/>
              <a:gdLst/>
              <a:ahLst/>
              <a:cxnLst/>
              <a:rect l="l" t="t" r="r" b="b"/>
              <a:pathLst>
                <a:path w="166370" h="7619">
                  <a:moveTo>
                    <a:pt x="166370" y="3810"/>
                  </a:moveTo>
                  <a:lnTo>
                    <a:pt x="165100" y="3810"/>
                  </a:lnTo>
                  <a:lnTo>
                    <a:pt x="165100" y="0"/>
                  </a:lnTo>
                  <a:lnTo>
                    <a:pt x="1270" y="0"/>
                  </a:lnTo>
                  <a:lnTo>
                    <a:pt x="1270" y="3810"/>
                  </a:lnTo>
                  <a:lnTo>
                    <a:pt x="0" y="3810"/>
                  </a:lnTo>
                  <a:lnTo>
                    <a:pt x="0" y="7620"/>
                  </a:lnTo>
                  <a:lnTo>
                    <a:pt x="166370" y="7620"/>
                  </a:lnTo>
                  <a:lnTo>
                    <a:pt x="166370" y="3810"/>
                  </a:lnTo>
                  <a:close/>
                </a:path>
              </a:pathLst>
            </a:custGeom>
            <a:solidFill>
              <a:srgbClr val="112B11"/>
            </a:solidFill>
          </p:spPr>
          <p:txBody>
            <a:bodyPr wrap="square" lIns="0" tIns="0" rIns="0" bIns="0" rtlCol="0"/>
            <a:lstStyle/>
            <a:p/>
          </p:txBody>
        </p:sp>
        <p:sp>
          <p:nvSpPr>
            <p:cNvPr id="2549" name="object 2549"/>
            <p:cNvSpPr/>
            <p:nvPr/>
          </p:nvSpPr>
          <p:spPr>
            <a:xfrm>
              <a:off x="7733030" y="1156969"/>
              <a:ext cx="170180" cy="6350"/>
            </a:xfrm>
            <a:custGeom>
              <a:avLst/>
              <a:gdLst/>
              <a:ahLst/>
              <a:cxnLst/>
              <a:rect l="l" t="t" r="r" b="b"/>
              <a:pathLst>
                <a:path w="170179" h="6350">
                  <a:moveTo>
                    <a:pt x="170180" y="1270"/>
                  </a:moveTo>
                  <a:lnTo>
                    <a:pt x="168910" y="1270"/>
                  </a:lnTo>
                  <a:lnTo>
                    <a:pt x="168910" y="0"/>
                  </a:lnTo>
                  <a:lnTo>
                    <a:pt x="2540" y="0"/>
                  </a:lnTo>
                  <a:lnTo>
                    <a:pt x="2540" y="1270"/>
                  </a:lnTo>
                  <a:lnTo>
                    <a:pt x="1270" y="1270"/>
                  </a:lnTo>
                  <a:lnTo>
                    <a:pt x="1270" y="5080"/>
                  </a:lnTo>
                  <a:lnTo>
                    <a:pt x="0" y="5080"/>
                  </a:lnTo>
                  <a:lnTo>
                    <a:pt x="0" y="6350"/>
                  </a:lnTo>
                  <a:lnTo>
                    <a:pt x="170180" y="6350"/>
                  </a:lnTo>
                  <a:lnTo>
                    <a:pt x="170180" y="5080"/>
                  </a:lnTo>
                  <a:lnTo>
                    <a:pt x="170180" y="1270"/>
                  </a:lnTo>
                  <a:close/>
                </a:path>
              </a:pathLst>
            </a:custGeom>
            <a:solidFill>
              <a:srgbClr val="132A13"/>
            </a:solidFill>
          </p:spPr>
          <p:txBody>
            <a:bodyPr wrap="square" lIns="0" tIns="0" rIns="0" bIns="0" rtlCol="0"/>
            <a:lstStyle/>
            <a:p/>
          </p:txBody>
        </p:sp>
        <p:sp>
          <p:nvSpPr>
            <p:cNvPr id="2550" name="object 2550"/>
            <p:cNvSpPr/>
            <p:nvPr/>
          </p:nvSpPr>
          <p:spPr>
            <a:xfrm>
              <a:off x="7731760" y="1163319"/>
              <a:ext cx="173990" cy="7620"/>
            </a:xfrm>
            <a:custGeom>
              <a:avLst/>
              <a:gdLst/>
              <a:ahLst/>
              <a:cxnLst/>
              <a:rect l="l" t="t" r="r" b="b"/>
              <a:pathLst>
                <a:path w="173990" h="7619">
                  <a:moveTo>
                    <a:pt x="173990" y="6350"/>
                  </a:moveTo>
                  <a:lnTo>
                    <a:pt x="172720" y="6350"/>
                  </a:lnTo>
                  <a:lnTo>
                    <a:pt x="172720" y="3810"/>
                  </a:lnTo>
                  <a:lnTo>
                    <a:pt x="172720" y="1270"/>
                  </a:lnTo>
                  <a:lnTo>
                    <a:pt x="171450" y="1270"/>
                  </a:lnTo>
                  <a:lnTo>
                    <a:pt x="171450" y="0"/>
                  </a:lnTo>
                  <a:lnTo>
                    <a:pt x="1270" y="0"/>
                  </a:lnTo>
                  <a:lnTo>
                    <a:pt x="1270" y="1270"/>
                  </a:lnTo>
                  <a:lnTo>
                    <a:pt x="1270" y="3810"/>
                  </a:lnTo>
                  <a:lnTo>
                    <a:pt x="0" y="3810"/>
                  </a:lnTo>
                  <a:lnTo>
                    <a:pt x="0" y="6350"/>
                  </a:lnTo>
                  <a:lnTo>
                    <a:pt x="0" y="7620"/>
                  </a:lnTo>
                  <a:lnTo>
                    <a:pt x="173990" y="7620"/>
                  </a:lnTo>
                  <a:lnTo>
                    <a:pt x="173990" y="6350"/>
                  </a:lnTo>
                  <a:close/>
                </a:path>
              </a:pathLst>
            </a:custGeom>
            <a:solidFill>
              <a:srgbClr val="142A14"/>
            </a:solidFill>
          </p:spPr>
          <p:txBody>
            <a:bodyPr wrap="square" lIns="0" tIns="0" rIns="0" bIns="0" rtlCol="0"/>
            <a:lstStyle/>
            <a:p/>
          </p:txBody>
        </p:sp>
        <p:sp>
          <p:nvSpPr>
            <p:cNvPr id="2551" name="object 2551"/>
            <p:cNvSpPr/>
            <p:nvPr/>
          </p:nvSpPr>
          <p:spPr>
            <a:xfrm>
              <a:off x="7730490" y="1170939"/>
              <a:ext cx="176530" cy="7620"/>
            </a:xfrm>
            <a:custGeom>
              <a:avLst/>
              <a:gdLst/>
              <a:ahLst/>
              <a:cxnLst/>
              <a:rect l="l" t="t" r="r" b="b"/>
              <a:pathLst>
                <a:path w="176529" h="7619">
                  <a:moveTo>
                    <a:pt x="176530" y="3810"/>
                  </a:moveTo>
                  <a:lnTo>
                    <a:pt x="175260" y="3810"/>
                  </a:lnTo>
                  <a:lnTo>
                    <a:pt x="175260" y="1270"/>
                  </a:lnTo>
                  <a:lnTo>
                    <a:pt x="175260" y="0"/>
                  </a:lnTo>
                  <a:lnTo>
                    <a:pt x="1270" y="0"/>
                  </a:lnTo>
                  <a:lnTo>
                    <a:pt x="1270" y="1270"/>
                  </a:lnTo>
                  <a:lnTo>
                    <a:pt x="0" y="1270"/>
                  </a:lnTo>
                  <a:lnTo>
                    <a:pt x="0" y="3810"/>
                  </a:lnTo>
                  <a:lnTo>
                    <a:pt x="0" y="7620"/>
                  </a:lnTo>
                  <a:lnTo>
                    <a:pt x="176530" y="7620"/>
                  </a:lnTo>
                  <a:lnTo>
                    <a:pt x="176530" y="3810"/>
                  </a:lnTo>
                  <a:close/>
                </a:path>
              </a:pathLst>
            </a:custGeom>
            <a:solidFill>
              <a:srgbClr val="162916"/>
            </a:solidFill>
          </p:spPr>
          <p:txBody>
            <a:bodyPr wrap="square" lIns="0" tIns="0" rIns="0" bIns="0" rtlCol="0"/>
            <a:lstStyle/>
            <a:p/>
          </p:txBody>
        </p:sp>
        <p:sp>
          <p:nvSpPr>
            <p:cNvPr id="2552" name="object 2552"/>
            <p:cNvSpPr/>
            <p:nvPr/>
          </p:nvSpPr>
          <p:spPr>
            <a:xfrm>
              <a:off x="7727950" y="1178559"/>
              <a:ext cx="180340" cy="6350"/>
            </a:xfrm>
            <a:custGeom>
              <a:avLst/>
              <a:gdLst/>
              <a:ahLst/>
              <a:cxnLst/>
              <a:rect l="l" t="t" r="r" b="b"/>
              <a:pathLst>
                <a:path w="180340" h="6350">
                  <a:moveTo>
                    <a:pt x="180340" y="1270"/>
                  </a:moveTo>
                  <a:lnTo>
                    <a:pt x="179070" y="1270"/>
                  </a:lnTo>
                  <a:lnTo>
                    <a:pt x="179070" y="0"/>
                  </a:lnTo>
                  <a:lnTo>
                    <a:pt x="1270" y="0"/>
                  </a:lnTo>
                  <a:lnTo>
                    <a:pt x="1270" y="1270"/>
                  </a:lnTo>
                  <a:lnTo>
                    <a:pt x="1270" y="5080"/>
                  </a:lnTo>
                  <a:lnTo>
                    <a:pt x="0" y="5080"/>
                  </a:lnTo>
                  <a:lnTo>
                    <a:pt x="0" y="6350"/>
                  </a:lnTo>
                  <a:lnTo>
                    <a:pt x="180340" y="6350"/>
                  </a:lnTo>
                  <a:lnTo>
                    <a:pt x="180340" y="5080"/>
                  </a:lnTo>
                  <a:lnTo>
                    <a:pt x="180340" y="1270"/>
                  </a:lnTo>
                  <a:close/>
                </a:path>
              </a:pathLst>
            </a:custGeom>
            <a:solidFill>
              <a:srgbClr val="172917"/>
            </a:solidFill>
          </p:spPr>
          <p:txBody>
            <a:bodyPr wrap="square" lIns="0" tIns="0" rIns="0" bIns="0" rtlCol="0"/>
            <a:lstStyle/>
            <a:p/>
          </p:txBody>
        </p:sp>
        <p:sp>
          <p:nvSpPr>
            <p:cNvPr id="2553" name="object 2553"/>
            <p:cNvSpPr/>
            <p:nvPr/>
          </p:nvSpPr>
          <p:spPr>
            <a:xfrm>
              <a:off x="7726680" y="1184909"/>
              <a:ext cx="184150" cy="7620"/>
            </a:xfrm>
            <a:custGeom>
              <a:avLst/>
              <a:gdLst/>
              <a:ahLst/>
              <a:cxnLst/>
              <a:rect l="l" t="t" r="r" b="b"/>
              <a:pathLst>
                <a:path w="184150" h="7619">
                  <a:moveTo>
                    <a:pt x="184150" y="5080"/>
                  </a:moveTo>
                  <a:lnTo>
                    <a:pt x="182880" y="5080"/>
                  </a:lnTo>
                  <a:lnTo>
                    <a:pt x="182880" y="0"/>
                  </a:lnTo>
                  <a:lnTo>
                    <a:pt x="1270" y="0"/>
                  </a:lnTo>
                  <a:lnTo>
                    <a:pt x="1270" y="5080"/>
                  </a:lnTo>
                  <a:lnTo>
                    <a:pt x="0" y="5080"/>
                  </a:lnTo>
                  <a:lnTo>
                    <a:pt x="0" y="7620"/>
                  </a:lnTo>
                  <a:lnTo>
                    <a:pt x="184150" y="7620"/>
                  </a:lnTo>
                  <a:lnTo>
                    <a:pt x="184150" y="5080"/>
                  </a:lnTo>
                  <a:close/>
                </a:path>
              </a:pathLst>
            </a:custGeom>
            <a:solidFill>
              <a:srgbClr val="182818"/>
            </a:solidFill>
          </p:spPr>
          <p:txBody>
            <a:bodyPr wrap="square" lIns="0" tIns="0" rIns="0" bIns="0" rtlCol="0"/>
            <a:lstStyle/>
            <a:p/>
          </p:txBody>
        </p:sp>
        <p:sp>
          <p:nvSpPr>
            <p:cNvPr id="2554" name="object 2554"/>
            <p:cNvSpPr/>
            <p:nvPr/>
          </p:nvSpPr>
          <p:spPr>
            <a:xfrm>
              <a:off x="7725410" y="1192529"/>
              <a:ext cx="186690" cy="7620"/>
            </a:xfrm>
            <a:custGeom>
              <a:avLst/>
              <a:gdLst/>
              <a:ahLst/>
              <a:cxnLst/>
              <a:rect l="l" t="t" r="r" b="b"/>
              <a:pathLst>
                <a:path w="186690" h="7619">
                  <a:moveTo>
                    <a:pt x="186690" y="5080"/>
                  </a:moveTo>
                  <a:lnTo>
                    <a:pt x="185420" y="5080"/>
                  </a:lnTo>
                  <a:lnTo>
                    <a:pt x="185420" y="3810"/>
                  </a:lnTo>
                  <a:lnTo>
                    <a:pt x="185420" y="0"/>
                  </a:lnTo>
                  <a:lnTo>
                    <a:pt x="1270" y="0"/>
                  </a:lnTo>
                  <a:lnTo>
                    <a:pt x="1270" y="3810"/>
                  </a:lnTo>
                  <a:lnTo>
                    <a:pt x="0" y="3810"/>
                  </a:lnTo>
                  <a:lnTo>
                    <a:pt x="0" y="5080"/>
                  </a:lnTo>
                  <a:lnTo>
                    <a:pt x="0" y="7620"/>
                  </a:lnTo>
                  <a:lnTo>
                    <a:pt x="186690" y="7620"/>
                  </a:lnTo>
                  <a:lnTo>
                    <a:pt x="186690" y="5080"/>
                  </a:lnTo>
                  <a:close/>
                </a:path>
              </a:pathLst>
            </a:custGeom>
            <a:solidFill>
              <a:srgbClr val="1A281A"/>
            </a:solidFill>
          </p:spPr>
          <p:txBody>
            <a:bodyPr wrap="square" lIns="0" tIns="0" rIns="0" bIns="0" rtlCol="0"/>
            <a:lstStyle/>
            <a:p/>
          </p:txBody>
        </p:sp>
        <p:sp>
          <p:nvSpPr>
            <p:cNvPr id="2555" name="object 2555"/>
            <p:cNvSpPr/>
            <p:nvPr/>
          </p:nvSpPr>
          <p:spPr>
            <a:xfrm>
              <a:off x="7724140" y="1200149"/>
              <a:ext cx="187960" cy="6350"/>
            </a:xfrm>
            <a:custGeom>
              <a:avLst/>
              <a:gdLst/>
              <a:ahLst/>
              <a:cxnLst/>
              <a:rect l="l" t="t" r="r" b="b"/>
              <a:pathLst>
                <a:path w="187959" h="6350">
                  <a:moveTo>
                    <a:pt x="187960" y="2552"/>
                  </a:moveTo>
                  <a:lnTo>
                    <a:pt x="0" y="2552"/>
                  </a:lnTo>
                  <a:lnTo>
                    <a:pt x="0" y="6350"/>
                  </a:lnTo>
                  <a:lnTo>
                    <a:pt x="187960" y="6350"/>
                  </a:lnTo>
                  <a:lnTo>
                    <a:pt x="187960" y="2552"/>
                  </a:lnTo>
                  <a:close/>
                </a:path>
                <a:path w="187959" h="6350">
                  <a:moveTo>
                    <a:pt x="187960" y="0"/>
                  </a:moveTo>
                  <a:lnTo>
                    <a:pt x="1270" y="0"/>
                  </a:lnTo>
                  <a:lnTo>
                    <a:pt x="1270" y="2540"/>
                  </a:lnTo>
                  <a:lnTo>
                    <a:pt x="187960" y="2540"/>
                  </a:lnTo>
                  <a:lnTo>
                    <a:pt x="187960" y="0"/>
                  </a:lnTo>
                  <a:close/>
                </a:path>
              </a:pathLst>
            </a:custGeom>
            <a:solidFill>
              <a:srgbClr val="1B271B"/>
            </a:solidFill>
          </p:spPr>
          <p:txBody>
            <a:bodyPr wrap="square" lIns="0" tIns="0" rIns="0" bIns="0" rtlCol="0"/>
            <a:lstStyle/>
            <a:p/>
          </p:txBody>
        </p:sp>
        <p:sp>
          <p:nvSpPr>
            <p:cNvPr id="2556" name="object 2556"/>
            <p:cNvSpPr/>
            <p:nvPr/>
          </p:nvSpPr>
          <p:spPr>
            <a:xfrm>
              <a:off x="7722870" y="1206499"/>
              <a:ext cx="190500" cy="7620"/>
            </a:xfrm>
            <a:custGeom>
              <a:avLst/>
              <a:gdLst/>
              <a:ahLst/>
              <a:cxnLst/>
              <a:rect l="l" t="t" r="r" b="b"/>
              <a:pathLst>
                <a:path w="190500" h="7619">
                  <a:moveTo>
                    <a:pt x="190500" y="1270"/>
                  </a:moveTo>
                  <a:lnTo>
                    <a:pt x="189230" y="1270"/>
                  </a:lnTo>
                  <a:lnTo>
                    <a:pt x="189230" y="0"/>
                  </a:lnTo>
                  <a:lnTo>
                    <a:pt x="1270" y="0"/>
                  </a:lnTo>
                  <a:lnTo>
                    <a:pt x="1270" y="1270"/>
                  </a:lnTo>
                  <a:lnTo>
                    <a:pt x="1270" y="3810"/>
                  </a:lnTo>
                  <a:lnTo>
                    <a:pt x="0" y="3810"/>
                  </a:lnTo>
                  <a:lnTo>
                    <a:pt x="0" y="7620"/>
                  </a:lnTo>
                  <a:lnTo>
                    <a:pt x="190500" y="7620"/>
                  </a:lnTo>
                  <a:lnTo>
                    <a:pt x="190500" y="3810"/>
                  </a:lnTo>
                  <a:lnTo>
                    <a:pt x="190500" y="1270"/>
                  </a:lnTo>
                  <a:close/>
                </a:path>
              </a:pathLst>
            </a:custGeom>
            <a:solidFill>
              <a:srgbClr val="1D261D"/>
            </a:solidFill>
          </p:spPr>
          <p:txBody>
            <a:bodyPr wrap="square" lIns="0" tIns="0" rIns="0" bIns="0" rtlCol="0"/>
            <a:lstStyle/>
            <a:p/>
          </p:txBody>
        </p:sp>
        <p:sp>
          <p:nvSpPr>
            <p:cNvPr id="2557" name="object 2557"/>
            <p:cNvSpPr/>
            <p:nvPr/>
          </p:nvSpPr>
          <p:spPr>
            <a:xfrm>
              <a:off x="7721600" y="1214119"/>
              <a:ext cx="193040" cy="7620"/>
            </a:xfrm>
            <a:custGeom>
              <a:avLst/>
              <a:gdLst/>
              <a:ahLst/>
              <a:cxnLst/>
              <a:rect l="l" t="t" r="r" b="b"/>
              <a:pathLst>
                <a:path w="193040" h="7619">
                  <a:moveTo>
                    <a:pt x="193040" y="1270"/>
                  </a:moveTo>
                  <a:lnTo>
                    <a:pt x="191770" y="1270"/>
                  </a:lnTo>
                  <a:lnTo>
                    <a:pt x="191770" y="0"/>
                  </a:lnTo>
                  <a:lnTo>
                    <a:pt x="1270" y="0"/>
                  </a:lnTo>
                  <a:lnTo>
                    <a:pt x="1270" y="1270"/>
                  </a:lnTo>
                  <a:lnTo>
                    <a:pt x="1270" y="2540"/>
                  </a:lnTo>
                  <a:lnTo>
                    <a:pt x="0" y="2540"/>
                  </a:lnTo>
                  <a:lnTo>
                    <a:pt x="0" y="7620"/>
                  </a:lnTo>
                  <a:lnTo>
                    <a:pt x="193040" y="7620"/>
                  </a:lnTo>
                  <a:lnTo>
                    <a:pt x="193040" y="2540"/>
                  </a:lnTo>
                  <a:lnTo>
                    <a:pt x="193040" y="1270"/>
                  </a:lnTo>
                  <a:close/>
                </a:path>
              </a:pathLst>
            </a:custGeom>
            <a:solidFill>
              <a:srgbClr val="1E261E"/>
            </a:solidFill>
          </p:spPr>
          <p:txBody>
            <a:bodyPr wrap="square" lIns="0" tIns="0" rIns="0" bIns="0" rtlCol="0"/>
            <a:lstStyle/>
            <a:p/>
          </p:txBody>
        </p:sp>
        <p:sp>
          <p:nvSpPr>
            <p:cNvPr id="2558" name="object 2558"/>
            <p:cNvSpPr/>
            <p:nvPr/>
          </p:nvSpPr>
          <p:spPr>
            <a:xfrm>
              <a:off x="7720330" y="1221739"/>
              <a:ext cx="195580" cy="6350"/>
            </a:xfrm>
            <a:custGeom>
              <a:avLst/>
              <a:gdLst/>
              <a:ahLst/>
              <a:cxnLst/>
              <a:rect l="l" t="t" r="r" b="b"/>
              <a:pathLst>
                <a:path w="195579" h="6350">
                  <a:moveTo>
                    <a:pt x="195580" y="0"/>
                  </a:moveTo>
                  <a:lnTo>
                    <a:pt x="1270" y="0"/>
                  </a:lnTo>
                  <a:lnTo>
                    <a:pt x="1270" y="2540"/>
                  </a:lnTo>
                  <a:lnTo>
                    <a:pt x="0" y="2540"/>
                  </a:lnTo>
                  <a:lnTo>
                    <a:pt x="0" y="6350"/>
                  </a:lnTo>
                  <a:lnTo>
                    <a:pt x="195580" y="6350"/>
                  </a:lnTo>
                  <a:lnTo>
                    <a:pt x="195580" y="2540"/>
                  </a:lnTo>
                  <a:lnTo>
                    <a:pt x="195580" y="0"/>
                  </a:lnTo>
                  <a:close/>
                </a:path>
              </a:pathLst>
            </a:custGeom>
            <a:solidFill>
              <a:srgbClr val="202520"/>
            </a:solidFill>
          </p:spPr>
          <p:txBody>
            <a:bodyPr wrap="square" lIns="0" tIns="0" rIns="0" bIns="0" rtlCol="0"/>
            <a:lstStyle/>
            <a:p/>
          </p:txBody>
        </p:sp>
        <p:sp>
          <p:nvSpPr>
            <p:cNvPr id="2559" name="object 2559"/>
            <p:cNvSpPr/>
            <p:nvPr/>
          </p:nvSpPr>
          <p:spPr>
            <a:xfrm>
              <a:off x="771906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67" y="5080"/>
                  </a:lnTo>
                  <a:lnTo>
                    <a:pt x="93967" y="3810"/>
                  </a:lnTo>
                  <a:lnTo>
                    <a:pt x="95250" y="3810"/>
                  </a:lnTo>
                  <a:lnTo>
                    <a:pt x="95250" y="2540"/>
                  </a:lnTo>
                  <a:lnTo>
                    <a:pt x="99060" y="2540"/>
                  </a:lnTo>
                  <a:lnTo>
                    <a:pt x="99060" y="1270"/>
                  </a:lnTo>
                  <a:lnTo>
                    <a:pt x="100330" y="1270"/>
                  </a:lnTo>
                  <a:lnTo>
                    <a:pt x="10033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212521"/>
            </a:solidFill>
          </p:spPr>
          <p:txBody>
            <a:bodyPr wrap="square" lIns="0" tIns="0" rIns="0" bIns="0" rtlCol="0"/>
            <a:lstStyle/>
            <a:p/>
          </p:txBody>
        </p:sp>
        <p:sp>
          <p:nvSpPr>
            <p:cNvPr id="2560" name="object 2560"/>
            <p:cNvSpPr/>
            <p:nvPr/>
          </p:nvSpPr>
          <p:spPr>
            <a:xfrm>
              <a:off x="7719060" y="1235709"/>
              <a:ext cx="199390" cy="7620"/>
            </a:xfrm>
            <a:custGeom>
              <a:avLst/>
              <a:gdLst/>
              <a:ahLst/>
              <a:cxnLst/>
              <a:rect l="l" t="t" r="r" b="b"/>
              <a:pathLst>
                <a:path w="199390" h="7619">
                  <a:moveTo>
                    <a:pt x="91440" y="0"/>
                  </a:moveTo>
                  <a:lnTo>
                    <a:pt x="0" y="0"/>
                  </a:lnTo>
                  <a:lnTo>
                    <a:pt x="0" y="1270"/>
                  </a:lnTo>
                  <a:lnTo>
                    <a:pt x="0" y="2540"/>
                  </a:lnTo>
                  <a:lnTo>
                    <a:pt x="0" y="5080"/>
                  </a:lnTo>
                  <a:lnTo>
                    <a:pt x="0" y="7620"/>
                  </a:lnTo>
                  <a:lnTo>
                    <a:pt x="87617" y="7620"/>
                  </a:lnTo>
                  <a:lnTo>
                    <a:pt x="87617" y="5080"/>
                  </a:lnTo>
                  <a:lnTo>
                    <a:pt x="88900" y="5080"/>
                  </a:lnTo>
                  <a:lnTo>
                    <a:pt x="88900" y="2540"/>
                  </a:lnTo>
                  <a:lnTo>
                    <a:pt x="90170" y="2540"/>
                  </a:lnTo>
                  <a:lnTo>
                    <a:pt x="90170" y="1270"/>
                  </a:lnTo>
                  <a:lnTo>
                    <a:pt x="91440" y="1270"/>
                  </a:lnTo>
                  <a:lnTo>
                    <a:pt x="91440" y="0"/>
                  </a:lnTo>
                  <a:close/>
                </a:path>
                <a:path w="199390" h="7619">
                  <a:moveTo>
                    <a:pt x="199390" y="5080"/>
                  </a:moveTo>
                  <a:lnTo>
                    <a:pt x="198120" y="5080"/>
                  </a:lnTo>
                  <a:lnTo>
                    <a:pt x="198120" y="2540"/>
                  </a:lnTo>
                  <a:lnTo>
                    <a:pt x="198120" y="1270"/>
                  </a:lnTo>
                  <a:lnTo>
                    <a:pt x="198120" y="0"/>
                  </a:lnTo>
                  <a:lnTo>
                    <a:pt x="107950" y="0"/>
                  </a:lnTo>
                  <a:lnTo>
                    <a:pt x="107950" y="1270"/>
                  </a:lnTo>
                  <a:lnTo>
                    <a:pt x="109220" y="1270"/>
                  </a:lnTo>
                  <a:lnTo>
                    <a:pt x="109220" y="2540"/>
                  </a:lnTo>
                  <a:lnTo>
                    <a:pt x="110490" y="2540"/>
                  </a:lnTo>
                  <a:lnTo>
                    <a:pt x="110490" y="5080"/>
                  </a:lnTo>
                  <a:lnTo>
                    <a:pt x="111760" y="5080"/>
                  </a:lnTo>
                  <a:lnTo>
                    <a:pt x="111760" y="7620"/>
                  </a:lnTo>
                  <a:lnTo>
                    <a:pt x="199390" y="7620"/>
                  </a:lnTo>
                  <a:lnTo>
                    <a:pt x="199390" y="5080"/>
                  </a:lnTo>
                  <a:close/>
                </a:path>
              </a:pathLst>
            </a:custGeom>
            <a:solidFill>
              <a:srgbClr val="222422"/>
            </a:solidFill>
          </p:spPr>
          <p:txBody>
            <a:bodyPr wrap="square" lIns="0" tIns="0" rIns="0" bIns="0" rtlCol="0"/>
            <a:lstStyle/>
            <a:p/>
          </p:txBody>
        </p:sp>
        <p:sp>
          <p:nvSpPr>
            <p:cNvPr id="2561" name="object 2561"/>
            <p:cNvSpPr/>
            <p:nvPr/>
          </p:nvSpPr>
          <p:spPr>
            <a:xfrm>
              <a:off x="7717789" y="1243329"/>
              <a:ext cx="200660" cy="6350"/>
            </a:xfrm>
            <a:custGeom>
              <a:avLst/>
              <a:gdLst/>
              <a:ahLst/>
              <a:cxnLst/>
              <a:rect l="l" t="t" r="r" b="b"/>
              <a:pathLst>
                <a:path w="200659" h="6350">
                  <a:moveTo>
                    <a:pt x="87629" y="0"/>
                  </a:moveTo>
                  <a:lnTo>
                    <a:pt x="0" y="0"/>
                  </a:lnTo>
                  <a:lnTo>
                    <a:pt x="0" y="6350"/>
                  </a:lnTo>
                  <a:lnTo>
                    <a:pt x="86359" y="6350"/>
                  </a:lnTo>
                  <a:lnTo>
                    <a:pt x="86359" y="5080"/>
                  </a:lnTo>
                  <a:lnTo>
                    <a:pt x="87629" y="5080"/>
                  </a:lnTo>
                  <a:lnTo>
                    <a:pt x="87629" y="0"/>
                  </a:lnTo>
                  <a:close/>
                </a:path>
                <a:path w="200659" h="6350">
                  <a:moveTo>
                    <a:pt x="200659" y="0"/>
                  </a:moveTo>
                  <a:lnTo>
                    <a:pt x="114300" y="0"/>
                  </a:lnTo>
                  <a:lnTo>
                    <a:pt x="114300" y="5080"/>
                  </a:lnTo>
                  <a:lnTo>
                    <a:pt x="115569" y="5080"/>
                  </a:lnTo>
                  <a:lnTo>
                    <a:pt x="115569" y="6350"/>
                  </a:lnTo>
                  <a:lnTo>
                    <a:pt x="200659" y="6350"/>
                  </a:lnTo>
                  <a:lnTo>
                    <a:pt x="200659" y="0"/>
                  </a:lnTo>
                  <a:close/>
                </a:path>
              </a:pathLst>
            </a:custGeom>
            <a:solidFill>
              <a:srgbClr val="242424"/>
            </a:solidFill>
          </p:spPr>
          <p:txBody>
            <a:bodyPr wrap="square" lIns="0" tIns="0" rIns="0" bIns="0" rtlCol="0"/>
            <a:lstStyle/>
            <a:p/>
          </p:txBody>
        </p:sp>
        <p:sp>
          <p:nvSpPr>
            <p:cNvPr id="2562" name="object 2562"/>
            <p:cNvSpPr/>
            <p:nvPr/>
          </p:nvSpPr>
          <p:spPr>
            <a:xfrm>
              <a:off x="7716519" y="1249679"/>
              <a:ext cx="201930" cy="7620"/>
            </a:xfrm>
            <a:custGeom>
              <a:avLst/>
              <a:gdLst/>
              <a:ahLst/>
              <a:cxnLst/>
              <a:rect l="l" t="t" r="r" b="b"/>
              <a:pathLst>
                <a:path w="201929" h="7619">
                  <a:moveTo>
                    <a:pt x="87629" y="0"/>
                  </a:moveTo>
                  <a:lnTo>
                    <a:pt x="1270" y="0"/>
                  </a:lnTo>
                  <a:lnTo>
                    <a:pt x="1270" y="2540"/>
                  </a:lnTo>
                  <a:lnTo>
                    <a:pt x="0" y="2540"/>
                  </a:lnTo>
                  <a:lnTo>
                    <a:pt x="0" y="7620"/>
                  </a:lnTo>
                  <a:lnTo>
                    <a:pt x="85090" y="7620"/>
                  </a:lnTo>
                  <a:lnTo>
                    <a:pt x="85090" y="6350"/>
                  </a:lnTo>
                  <a:lnTo>
                    <a:pt x="86359" y="6350"/>
                  </a:lnTo>
                  <a:lnTo>
                    <a:pt x="86360" y="1270"/>
                  </a:lnTo>
                  <a:lnTo>
                    <a:pt x="87629" y="1270"/>
                  </a:lnTo>
                  <a:lnTo>
                    <a:pt x="87629" y="0"/>
                  </a:lnTo>
                  <a:close/>
                </a:path>
                <a:path w="201929" h="7619">
                  <a:moveTo>
                    <a:pt x="201929" y="0"/>
                  </a:moveTo>
                  <a:lnTo>
                    <a:pt x="116839" y="0"/>
                  </a:lnTo>
                  <a:lnTo>
                    <a:pt x="116839" y="3810"/>
                  </a:lnTo>
                  <a:lnTo>
                    <a:pt x="118109" y="3810"/>
                  </a:lnTo>
                  <a:lnTo>
                    <a:pt x="118109" y="7620"/>
                  </a:lnTo>
                  <a:lnTo>
                    <a:pt x="201929" y="7620"/>
                  </a:lnTo>
                  <a:lnTo>
                    <a:pt x="201929" y="0"/>
                  </a:lnTo>
                  <a:close/>
                </a:path>
              </a:pathLst>
            </a:custGeom>
            <a:solidFill>
              <a:srgbClr val="252325"/>
            </a:solidFill>
          </p:spPr>
          <p:txBody>
            <a:bodyPr wrap="square" lIns="0" tIns="0" rIns="0" bIns="0" rtlCol="0"/>
            <a:lstStyle/>
            <a:p/>
          </p:txBody>
        </p:sp>
        <p:sp>
          <p:nvSpPr>
            <p:cNvPr id="2563" name="object 2563"/>
            <p:cNvSpPr/>
            <p:nvPr/>
          </p:nvSpPr>
          <p:spPr>
            <a:xfrm>
              <a:off x="7715249" y="1257299"/>
              <a:ext cx="204470" cy="7620"/>
            </a:xfrm>
            <a:custGeom>
              <a:avLst/>
              <a:gdLst/>
              <a:ahLst/>
              <a:cxnLst/>
              <a:rect l="l" t="t" r="r" b="b"/>
              <a:pathLst>
                <a:path w="204470" h="7619">
                  <a:moveTo>
                    <a:pt x="86360" y="0"/>
                  </a:moveTo>
                  <a:lnTo>
                    <a:pt x="1270" y="0"/>
                  </a:lnTo>
                  <a:lnTo>
                    <a:pt x="1270" y="5079"/>
                  </a:lnTo>
                  <a:lnTo>
                    <a:pt x="0" y="5079"/>
                  </a:lnTo>
                  <a:lnTo>
                    <a:pt x="0" y="7620"/>
                  </a:lnTo>
                  <a:lnTo>
                    <a:pt x="83820" y="7620"/>
                  </a:lnTo>
                  <a:lnTo>
                    <a:pt x="83820" y="6350"/>
                  </a:lnTo>
                  <a:lnTo>
                    <a:pt x="85090" y="6350"/>
                  </a:lnTo>
                  <a:lnTo>
                    <a:pt x="85090" y="3810"/>
                  </a:lnTo>
                  <a:lnTo>
                    <a:pt x="86360" y="3810"/>
                  </a:lnTo>
                  <a:lnTo>
                    <a:pt x="86360" y="0"/>
                  </a:lnTo>
                  <a:close/>
                </a:path>
                <a:path w="204470" h="7619">
                  <a:moveTo>
                    <a:pt x="204470" y="0"/>
                  </a:moveTo>
                  <a:lnTo>
                    <a:pt x="119379" y="0"/>
                  </a:lnTo>
                  <a:lnTo>
                    <a:pt x="119379" y="1270"/>
                  </a:lnTo>
                  <a:lnTo>
                    <a:pt x="120650" y="1270"/>
                  </a:lnTo>
                  <a:lnTo>
                    <a:pt x="120650" y="6350"/>
                  </a:lnTo>
                  <a:lnTo>
                    <a:pt x="121920" y="6350"/>
                  </a:lnTo>
                  <a:lnTo>
                    <a:pt x="121920" y="7620"/>
                  </a:lnTo>
                  <a:lnTo>
                    <a:pt x="204470" y="7620"/>
                  </a:lnTo>
                  <a:lnTo>
                    <a:pt x="204470" y="0"/>
                  </a:lnTo>
                  <a:close/>
                </a:path>
              </a:pathLst>
            </a:custGeom>
            <a:solidFill>
              <a:srgbClr val="272227"/>
            </a:solidFill>
          </p:spPr>
          <p:txBody>
            <a:bodyPr wrap="square" lIns="0" tIns="0" rIns="0" bIns="0" rtlCol="0"/>
            <a:lstStyle/>
            <a:p/>
          </p:txBody>
        </p:sp>
        <p:sp>
          <p:nvSpPr>
            <p:cNvPr id="2564" name="object 2564"/>
            <p:cNvSpPr/>
            <p:nvPr/>
          </p:nvSpPr>
          <p:spPr>
            <a:xfrm>
              <a:off x="7715249" y="1264919"/>
              <a:ext cx="205740" cy="6350"/>
            </a:xfrm>
            <a:custGeom>
              <a:avLst/>
              <a:gdLst/>
              <a:ahLst/>
              <a:cxnLst/>
              <a:rect l="l" t="t" r="r" b="b"/>
              <a:pathLst>
                <a:path w="205740" h="6350">
                  <a:moveTo>
                    <a:pt x="83820" y="0"/>
                  </a:moveTo>
                  <a:lnTo>
                    <a:pt x="0" y="0"/>
                  </a:lnTo>
                  <a:lnTo>
                    <a:pt x="0" y="6350"/>
                  </a:lnTo>
                  <a:lnTo>
                    <a:pt x="83820" y="6350"/>
                  </a:lnTo>
                  <a:lnTo>
                    <a:pt x="83820" y="0"/>
                  </a:lnTo>
                  <a:close/>
                </a:path>
                <a:path w="205740" h="6350">
                  <a:moveTo>
                    <a:pt x="204470" y="0"/>
                  </a:moveTo>
                  <a:lnTo>
                    <a:pt x="121920" y="0"/>
                  </a:lnTo>
                  <a:lnTo>
                    <a:pt x="121920" y="5079"/>
                  </a:lnTo>
                  <a:lnTo>
                    <a:pt x="123190" y="5079"/>
                  </a:lnTo>
                  <a:lnTo>
                    <a:pt x="123190" y="6350"/>
                  </a:lnTo>
                  <a:lnTo>
                    <a:pt x="205740" y="6350"/>
                  </a:lnTo>
                  <a:lnTo>
                    <a:pt x="205740" y="3809"/>
                  </a:lnTo>
                  <a:lnTo>
                    <a:pt x="204470" y="3809"/>
                  </a:lnTo>
                  <a:lnTo>
                    <a:pt x="204470" y="0"/>
                  </a:lnTo>
                  <a:close/>
                </a:path>
              </a:pathLst>
            </a:custGeom>
            <a:solidFill>
              <a:srgbClr val="282228"/>
            </a:solidFill>
          </p:spPr>
          <p:txBody>
            <a:bodyPr wrap="square" lIns="0" tIns="0" rIns="0" bIns="0" rtlCol="0"/>
            <a:lstStyle/>
            <a:p/>
          </p:txBody>
        </p:sp>
        <p:sp>
          <p:nvSpPr>
            <p:cNvPr id="2565" name="object 2565"/>
            <p:cNvSpPr/>
            <p:nvPr/>
          </p:nvSpPr>
          <p:spPr>
            <a:xfrm>
              <a:off x="7713979" y="1271269"/>
              <a:ext cx="207010" cy="7620"/>
            </a:xfrm>
            <a:custGeom>
              <a:avLst/>
              <a:gdLst/>
              <a:ahLst/>
              <a:cxnLst/>
              <a:rect l="l" t="t" r="r" b="b"/>
              <a:pathLst>
                <a:path w="207009" h="7619">
                  <a:moveTo>
                    <a:pt x="85090" y="0"/>
                  </a:moveTo>
                  <a:lnTo>
                    <a:pt x="1270" y="0"/>
                  </a:lnTo>
                  <a:lnTo>
                    <a:pt x="1270" y="1269"/>
                  </a:lnTo>
                  <a:lnTo>
                    <a:pt x="85090" y="1269"/>
                  </a:lnTo>
                  <a:lnTo>
                    <a:pt x="85090" y="0"/>
                  </a:lnTo>
                  <a:close/>
                </a:path>
                <a:path w="207009" h="7619">
                  <a:moveTo>
                    <a:pt x="207010" y="0"/>
                  </a:moveTo>
                  <a:lnTo>
                    <a:pt x="124460" y="0"/>
                  </a:lnTo>
                  <a:lnTo>
                    <a:pt x="124460" y="1269"/>
                  </a:lnTo>
                  <a:lnTo>
                    <a:pt x="207010" y="1269"/>
                  </a:lnTo>
                  <a:lnTo>
                    <a:pt x="207010" y="0"/>
                  </a:lnTo>
                  <a:close/>
                </a:path>
                <a:path w="207009" h="7619">
                  <a:moveTo>
                    <a:pt x="83820" y="1270"/>
                  </a:moveTo>
                  <a:lnTo>
                    <a:pt x="0" y="1270"/>
                  </a:lnTo>
                  <a:lnTo>
                    <a:pt x="0" y="7619"/>
                  </a:lnTo>
                  <a:lnTo>
                    <a:pt x="82550" y="7619"/>
                  </a:lnTo>
                  <a:lnTo>
                    <a:pt x="82550" y="6350"/>
                  </a:lnTo>
                  <a:lnTo>
                    <a:pt x="83820" y="6350"/>
                  </a:lnTo>
                  <a:lnTo>
                    <a:pt x="83820" y="1270"/>
                  </a:lnTo>
                  <a:close/>
                </a:path>
                <a:path w="207009" h="7619">
                  <a:moveTo>
                    <a:pt x="207010" y="1270"/>
                  </a:moveTo>
                  <a:lnTo>
                    <a:pt x="124460" y="1270"/>
                  </a:lnTo>
                  <a:lnTo>
                    <a:pt x="124460" y="7619"/>
                  </a:lnTo>
                  <a:lnTo>
                    <a:pt x="207010" y="7619"/>
                  </a:lnTo>
                  <a:lnTo>
                    <a:pt x="207010" y="1270"/>
                  </a:lnTo>
                  <a:close/>
                </a:path>
              </a:pathLst>
            </a:custGeom>
            <a:solidFill>
              <a:srgbClr val="2A212A"/>
            </a:solidFill>
          </p:spPr>
          <p:txBody>
            <a:bodyPr wrap="square" lIns="0" tIns="0" rIns="0" bIns="0" rtlCol="0"/>
            <a:lstStyle/>
            <a:p/>
          </p:txBody>
        </p:sp>
        <p:sp>
          <p:nvSpPr>
            <p:cNvPr id="2566" name="object 2566"/>
            <p:cNvSpPr/>
            <p:nvPr/>
          </p:nvSpPr>
          <p:spPr>
            <a:xfrm>
              <a:off x="7713979" y="1278889"/>
              <a:ext cx="208279" cy="7620"/>
            </a:xfrm>
            <a:custGeom>
              <a:avLst/>
              <a:gdLst/>
              <a:ahLst/>
              <a:cxnLst/>
              <a:rect l="l" t="t" r="r" b="b"/>
              <a:pathLst>
                <a:path w="208279" h="7619">
                  <a:moveTo>
                    <a:pt x="82550" y="0"/>
                  </a:moveTo>
                  <a:lnTo>
                    <a:pt x="0" y="0"/>
                  </a:lnTo>
                  <a:lnTo>
                    <a:pt x="0" y="6350"/>
                  </a:lnTo>
                  <a:lnTo>
                    <a:pt x="82550" y="6350"/>
                  </a:lnTo>
                  <a:lnTo>
                    <a:pt x="82550" y="0"/>
                  </a:lnTo>
                  <a:close/>
                </a:path>
                <a:path w="208279" h="7619">
                  <a:moveTo>
                    <a:pt x="207010" y="0"/>
                  </a:moveTo>
                  <a:lnTo>
                    <a:pt x="124460" y="0"/>
                  </a:lnTo>
                  <a:lnTo>
                    <a:pt x="124460" y="3810"/>
                  </a:lnTo>
                  <a:lnTo>
                    <a:pt x="125729" y="3810"/>
                  </a:lnTo>
                  <a:lnTo>
                    <a:pt x="125729" y="6350"/>
                  </a:lnTo>
                  <a:lnTo>
                    <a:pt x="207009" y="6350"/>
                  </a:lnTo>
                  <a:lnTo>
                    <a:pt x="207010" y="0"/>
                  </a:lnTo>
                  <a:close/>
                </a:path>
                <a:path w="208279" h="7619">
                  <a:moveTo>
                    <a:pt x="82550" y="6350"/>
                  </a:moveTo>
                  <a:lnTo>
                    <a:pt x="0" y="6350"/>
                  </a:lnTo>
                  <a:lnTo>
                    <a:pt x="0" y="7620"/>
                  </a:lnTo>
                  <a:lnTo>
                    <a:pt x="82550" y="7620"/>
                  </a:lnTo>
                  <a:lnTo>
                    <a:pt x="82550" y="6350"/>
                  </a:lnTo>
                  <a:close/>
                </a:path>
                <a:path w="208279" h="7619">
                  <a:moveTo>
                    <a:pt x="208279" y="6350"/>
                  </a:moveTo>
                  <a:lnTo>
                    <a:pt x="125729" y="6350"/>
                  </a:lnTo>
                  <a:lnTo>
                    <a:pt x="125729" y="7620"/>
                  </a:lnTo>
                  <a:lnTo>
                    <a:pt x="208279" y="7620"/>
                  </a:lnTo>
                  <a:lnTo>
                    <a:pt x="208279" y="6350"/>
                  </a:lnTo>
                  <a:close/>
                </a:path>
              </a:pathLst>
            </a:custGeom>
            <a:solidFill>
              <a:srgbClr val="2B212B"/>
            </a:solidFill>
          </p:spPr>
          <p:txBody>
            <a:bodyPr wrap="square" lIns="0" tIns="0" rIns="0" bIns="0" rtlCol="0"/>
            <a:lstStyle/>
            <a:p/>
          </p:txBody>
        </p:sp>
        <p:sp>
          <p:nvSpPr>
            <p:cNvPr id="2567" name="object 2567"/>
            <p:cNvSpPr/>
            <p:nvPr/>
          </p:nvSpPr>
          <p:spPr>
            <a:xfrm>
              <a:off x="7713979" y="1286509"/>
              <a:ext cx="208279" cy="6350"/>
            </a:xfrm>
            <a:custGeom>
              <a:avLst/>
              <a:gdLst/>
              <a:ahLst/>
              <a:cxnLst/>
              <a:rect l="l" t="t" r="r" b="b"/>
              <a:pathLst>
                <a:path w="208279" h="6350">
                  <a:moveTo>
                    <a:pt x="82550" y="0"/>
                  </a:moveTo>
                  <a:lnTo>
                    <a:pt x="0" y="0"/>
                  </a:lnTo>
                  <a:lnTo>
                    <a:pt x="0" y="6350"/>
                  </a:lnTo>
                  <a:lnTo>
                    <a:pt x="82550" y="6350"/>
                  </a:lnTo>
                  <a:lnTo>
                    <a:pt x="82550" y="0"/>
                  </a:lnTo>
                  <a:close/>
                </a:path>
                <a:path w="208279" h="6350">
                  <a:moveTo>
                    <a:pt x="208279" y="0"/>
                  </a:moveTo>
                  <a:lnTo>
                    <a:pt x="125729" y="0"/>
                  </a:lnTo>
                  <a:lnTo>
                    <a:pt x="125729" y="3810"/>
                  </a:lnTo>
                  <a:lnTo>
                    <a:pt x="127000" y="3810"/>
                  </a:lnTo>
                  <a:lnTo>
                    <a:pt x="127000" y="6350"/>
                  </a:lnTo>
                  <a:lnTo>
                    <a:pt x="208279" y="6350"/>
                  </a:lnTo>
                  <a:lnTo>
                    <a:pt x="208279" y="0"/>
                  </a:lnTo>
                  <a:close/>
                </a:path>
              </a:pathLst>
            </a:custGeom>
            <a:solidFill>
              <a:srgbClr val="2D202D"/>
            </a:solidFill>
          </p:spPr>
          <p:txBody>
            <a:bodyPr wrap="square" lIns="0" tIns="0" rIns="0" bIns="0" rtlCol="0"/>
            <a:lstStyle/>
            <a:p/>
          </p:txBody>
        </p:sp>
        <p:sp>
          <p:nvSpPr>
            <p:cNvPr id="2568" name="object 2568"/>
            <p:cNvSpPr/>
            <p:nvPr/>
          </p:nvSpPr>
          <p:spPr>
            <a:xfrm>
              <a:off x="7712709" y="1292859"/>
              <a:ext cx="209550" cy="7620"/>
            </a:xfrm>
            <a:custGeom>
              <a:avLst/>
              <a:gdLst/>
              <a:ahLst/>
              <a:cxnLst/>
              <a:rect l="l" t="t" r="r" b="b"/>
              <a:pathLst>
                <a:path w="209550" h="7619">
                  <a:moveTo>
                    <a:pt x="83820" y="0"/>
                  </a:moveTo>
                  <a:lnTo>
                    <a:pt x="0" y="0"/>
                  </a:lnTo>
                  <a:lnTo>
                    <a:pt x="0" y="7619"/>
                  </a:lnTo>
                  <a:lnTo>
                    <a:pt x="82550" y="7619"/>
                  </a:lnTo>
                  <a:lnTo>
                    <a:pt x="82550" y="5079"/>
                  </a:lnTo>
                  <a:lnTo>
                    <a:pt x="83820" y="5079"/>
                  </a:lnTo>
                  <a:lnTo>
                    <a:pt x="83820" y="0"/>
                  </a:lnTo>
                  <a:close/>
                </a:path>
                <a:path w="209550" h="7619">
                  <a:moveTo>
                    <a:pt x="209550" y="0"/>
                  </a:moveTo>
                  <a:lnTo>
                    <a:pt x="128270" y="0"/>
                  </a:lnTo>
                  <a:lnTo>
                    <a:pt x="128270" y="7619"/>
                  </a:lnTo>
                  <a:lnTo>
                    <a:pt x="209550" y="7619"/>
                  </a:lnTo>
                  <a:lnTo>
                    <a:pt x="209550" y="0"/>
                  </a:lnTo>
                  <a:close/>
                </a:path>
              </a:pathLst>
            </a:custGeom>
            <a:solidFill>
              <a:srgbClr val="2E202E"/>
            </a:solidFill>
          </p:spPr>
          <p:txBody>
            <a:bodyPr wrap="square" lIns="0" tIns="0" rIns="0" bIns="0" rtlCol="0"/>
            <a:lstStyle/>
            <a:p/>
          </p:txBody>
        </p:sp>
        <p:sp>
          <p:nvSpPr>
            <p:cNvPr id="2569" name="object 2569"/>
            <p:cNvSpPr/>
            <p:nvPr/>
          </p:nvSpPr>
          <p:spPr>
            <a:xfrm>
              <a:off x="7712710" y="1300479"/>
              <a:ext cx="209550" cy="7620"/>
            </a:xfrm>
            <a:custGeom>
              <a:avLst/>
              <a:gdLst/>
              <a:ahLst/>
              <a:cxnLst/>
              <a:rect l="l" t="t" r="r" b="b"/>
              <a:pathLst>
                <a:path w="209550" h="7619">
                  <a:moveTo>
                    <a:pt x="209550" y="0"/>
                  </a:moveTo>
                  <a:lnTo>
                    <a:pt x="128270" y="0"/>
                  </a:lnTo>
                  <a:lnTo>
                    <a:pt x="128270" y="1270"/>
                  </a:lnTo>
                  <a:lnTo>
                    <a:pt x="82550" y="1270"/>
                  </a:lnTo>
                  <a:lnTo>
                    <a:pt x="82550" y="0"/>
                  </a:lnTo>
                  <a:lnTo>
                    <a:pt x="0" y="0"/>
                  </a:lnTo>
                  <a:lnTo>
                    <a:pt x="0" y="1270"/>
                  </a:lnTo>
                  <a:lnTo>
                    <a:pt x="0" y="7620"/>
                  </a:lnTo>
                  <a:lnTo>
                    <a:pt x="209550" y="7620"/>
                  </a:lnTo>
                  <a:lnTo>
                    <a:pt x="209550" y="1270"/>
                  </a:lnTo>
                  <a:lnTo>
                    <a:pt x="209550" y="0"/>
                  </a:lnTo>
                  <a:close/>
                </a:path>
              </a:pathLst>
            </a:custGeom>
            <a:solidFill>
              <a:srgbClr val="2F1F2F"/>
            </a:solidFill>
          </p:spPr>
          <p:txBody>
            <a:bodyPr wrap="square" lIns="0" tIns="0" rIns="0" bIns="0" rtlCol="0"/>
            <a:lstStyle/>
            <a:p/>
          </p:txBody>
        </p:sp>
        <p:sp>
          <p:nvSpPr>
            <p:cNvPr id="2570" name="object 2570"/>
            <p:cNvSpPr/>
            <p:nvPr/>
          </p:nvSpPr>
          <p:spPr>
            <a:xfrm>
              <a:off x="7712710" y="1308099"/>
              <a:ext cx="210820" cy="6350"/>
            </a:xfrm>
            <a:custGeom>
              <a:avLst/>
              <a:gdLst/>
              <a:ahLst/>
              <a:cxnLst/>
              <a:rect l="l" t="t" r="r" b="b"/>
              <a:pathLst>
                <a:path w="210820" h="6350">
                  <a:moveTo>
                    <a:pt x="210820" y="1270"/>
                  </a:moveTo>
                  <a:lnTo>
                    <a:pt x="209550" y="1270"/>
                  </a:lnTo>
                  <a:lnTo>
                    <a:pt x="209550" y="0"/>
                  </a:lnTo>
                  <a:lnTo>
                    <a:pt x="0" y="0"/>
                  </a:lnTo>
                  <a:lnTo>
                    <a:pt x="0" y="1270"/>
                  </a:lnTo>
                  <a:lnTo>
                    <a:pt x="0" y="6350"/>
                  </a:lnTo>
                  <a:lnTo>
                    <a:pt x="210820" y="6350"/>
                  </a:lnTo>
                  <a:lnTo>
                    <a:pt x="210820" y="1270"/>
                  </a:lnTo>
                  <a:close/>
                </a:path>
              </a:pathLst>
            </a:custGeom>
            <a:solidFill>
              <a:srgbClr val="311E31"/>
            </a:solidFill>
          </p:spPr>
          <p:txBody>
            <a:bodyPr wrap="square" lIns="0" tIns="0" rIns="0" bIns="0" rtlCol="0"/>
            <a:lstStyle/>
            <a:p/>
          </p:txBody>
        </p:sp>
        <p:sp>
          <p:nvSpPr>
            <p:cNvPr id="2571" name="object 2571"/>
            <p:cNvSpPr/>
            <p:nvPr/>
          </p:nvSpPr>
          <p:spPr>
            <a:xfrm>
              <a:off x="7711440" y="1314449"/>
              <a:ext cx="212090" cy="7620"/>
            </a:xfrm>
            <a:custGeom>
              <a:avLst/>
              <a:gdLst/>
              <a:ahLst/>
              <a:cxnLst/>
              <a:rect l="l" t="t" r="r" b="b"/>
              <a:pathLst>
                <a:path w="212090" h="7619">
                  <a:moveTo>
                    <a:pt x="212090" y="0"/>
                  </a:moveTo>
                  <a:lnTo>
                    <a:pt x="1270" y="0"/>
                  </a:lnTo>
                  <a:lnTo>
                    <a:pt x="1270" y="1270"/>
                  </a:lnTo>
                  <a:lnTo>
                    <a:pt x="0" y="1270"/>
                  </a:lnTo>
                  <a:lnTo>
                    <a:pt x="0" y="7620"/>
                  </a:lnTo>
                  <a:lnTo>
                    <a:pt x="212090" y="7620"/>
                  </a:lnTo>
                  <a:lnTo>
                    <a:pt x="212090" y="1270"/>
                  </a:lnTo>
                  <a:lnTo>
                    <a:pt x="212090" y="0"/>
                  </a:lnTo>
                  <a:close/>
                </a:path>
              </a:pathLst>
            </a:custGeom>
            <a:solidFill>
              <a:srgbClr val="331E33"/>
            </a:solidFill>
          </p:spPr>
          <p:txBody>
            <a:bodyPr wrap="square" lIns="0" tIns="0" rIns="0" bIns="0" rtlCol="0"/>
            <a:lstStyle/>
            <a:p/>
          </p:txBody>
        </p:sp>
        <p:sp>
          <p:nvSpPr>
            <p:cNvPr id="2572" name="object 2572"/>
            <p:cNvSpPr/>
            <p:nvPr/>
          </p:nvSpPr>
          <p:spPr>
            <a:xfrm>
              <a:off x="7711439" y="1322069"/>
              <a:ext cx="212090" cy="7620"/>
            </a:xfrm>
            <a:custGeom>
              <a:avLst/>
              <a:gdLst/>
              <a:ahLst/>
              <a:cxnLst/>
              <a:rect l="l" t="t" r="r" b="b"/>
              <a:pathLst>
                <a:path w="212090" h="7619">
                  <a:moveTo>
                    <a:pt x="0" y="7619"/>
                  </a:moveTo>
                  <a:lnTo>
                    <a:pt x="0" y="0"/>
                  </a:lnTo>
                  <a:lnTo>
                    <a:pt x="212089" y="0"/>
                  </a:lnTo>
                  <a:lnTo>
                    <a:pt x="212089" y="7619"/>
                  </a:lnTo>
                  <a:lnTo>
                    <a:pt x="0" y="7619"/>
                  </a:lnTo>
                  <a:close/>
                </a:path>
              </a:pathLst>
            </a:custGeom>
            <a:solidFill>
              <a:srgbClr val="341D34"/>
            </a:solidFill>
          </p:spPr>
          <p:txBody>
            <a:bodyPr wrap="square" lIns="0" tIns="0" rIns="0" bIns="0" rtlCol="0"/>
            <a:lstStyle/>
            <a:p/>
          </p:txBody>
        </p:sp>
        <p:sp>
          <p:nvSpPr>
            <p:cNvPr id="2573" name="object 2573"/>
            <p:cNvSpPr/>
            <p:nvPr/>
          </p:nvSpPr>
          <p:spPr>
            <a:xfrm>
              <a:off x="7710170" y="1329689"/>
              <a:ext cx="214629" cy="7620"/>
            </a:xfrm>
            <a:custGeom>
              <a:avLst/>
              <a:gdLst/>
              <a:ahLst/>
              <a:cxnLst/>
              <a:rect l="l" t="t" r="r" b="b"/>
              <a:pathLst>
                <a:path w="214629" h="7619">
                  <a:moveTo>
                    <a:pt x="214630" y="5080"/>
                  </a:moveTo>
                  <a:lnTo>
                    <a:pt x="213360" y="5080"/>
                  </a:lnTo>
                  <a:lnTo>
                    <a:pt x="213360" y="1270"/>
                  </a:lnTo>
                  <a:lnTo>
                    <a:pt x="213360" y="0"/>
                  </a:lnTo>
                  <a:lnTo>
                    <a:pt x="1270" y="0"/>
                  </a:lnTo>
                  <a:lnTo>
                    <a:pt x="1270" y="1270"/>
                  </a:lnTo>
                  <a:lnTo>
                    <a:pt x="0" y="1270"/>
                  </a:lnTo>
                  <a:lnTo>
                    <a:pt x="0" y="5080"/>
                  </a:lnTo>
                  <a:lnTo>
                    <a:pt x="0" y="7620"/>
                  </a:lnTo>
                  <a:lnTo>
                    <a:pt x="214630" y="7620"/>
                  </a:lnTo>
                  <a:lnTo>
                    <a:pt x="214630" y="5080"/>
                  </a:lnTo>
                  <a:close/>
                </a:path>
              </a:pathLst>
            </a:custGeom>
            <a:solidFill>
              <a:srgbClr val="351D35"/>
            </a:solidFill>
          </p:spPr>
          <p:txBody>
            <a:bodyPr wrap="square" lIns="0" tIns="0" rIns="0" bIns="0" rtlCol="0"/>
            <a:lstStyle/>
            <a:p/>
          </p:txBody>
        </p:sp>
        <p:sp>
          <p:nvSpPr>
            <p:cNvPr id="2574" name="object 2574"/>
            <p:cNvSpPr/>
            <p:nvPr/>
          </p:nvSpPr>
          <p:spPr>
            <a:xfrm>
              <a:off x="7710169"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71C37"/>
            </a:solidFill>
          </p:spPr>
          <p:txBody>
            <a:bodyPr wrap="square" lIns="0" tIns="0" rIns="0" bIns="0" rtlCol="0"/>
            <a:lstStyle/>
            <a:p/>
          </p:txBody>
        </p:sp>
        <p:sp>
          <p:nvSpPr>
            <p:cNvPr id="2575" name="object 2575"/>
            <p:cNvSpPr/>
            <p:nvPr/>
          </p:nvSpPr>
          <p:spPr>
            <a:xfrm>
              <a:off x="7710169"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81C38"/>
            </a:solidFill>
          </p:spPr>
          <p:txBody>
            <a:bodyPr wrap="square" lIns="0" tIns="0" rIns="0" bIns="0" rtlCol="0"/>
            <a:lstStyle/>
            <a:p/>
          </p:txBody>
        </p:sp>
        <p:sp>
          <p:nvSpPr>
            <p:cNvPr id="2576" name="object 2576"/>
            <p:cNvSpPr/>
            <p:nvPr/>
          </p:nvSpPr>
          <p:spPr>
            <a:xfrm>
              <a:off x="7710169"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91B39"/>
            </a:solidFill>
          </p:spPr>
          <p:txBody>
            <a:bodyPr wrap="square" lIns="0" tIns="0" rIns="0" bIns="0" rtlCol="0"/>
            <a:lstStyle/>
            <a:p/>
          </p:txBody>
        </p:sp>
        <p:sp>
          <p:nvSpPr>
            <p:cNvPr id="2577" name="object 2577"/>
            <p:cNvSpPr/>
            <p:nvPr/>
          </p:nvSpPr>
          <p:spPr>
            <a:xfrm>
              <a:off x="7710169"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B1A3B"/>
            </a:solidFill>
          </p:spPr>
          <p:txBody>
            <a:bodyPr wrap="square" lIns="0" tIns="0" rIns="0" bIns="0" rtlCol="0"/>
            <a:lstStyle/>
            <a:p/>
          </p:txBody>
        </p:sp>
        <p:sp>
          <p:nvSpPr>
            <p:cNvPr id="2578" name="object 2578"/>
            <p:cNvSpPr/>
            <p:nvPr/>
          </p:nvSpPr>
          <p:spPr>
            <a:xfrm>
              <a:off x="7710169"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C1A3C"/>
            </a:solidFill>
          </p:spPr>
          <p:txBody>
            <a:bodyPr wrap="square" lIns="0" tIns="0" rIns="0" bIns="0" rtlCol="0"/>
            <a:lstStyle/>
            <a:p/>
          </p:txBody>
        </p:sp>
        <p:sp>
          <p:nvSpPr>
            <p:cNvPr id="2579" name="object 2579"/>
            <p:cNvSpPr/>
            <p:nvPr/>
          </p:nvSpPr>
          <p:spPr>
            <a:xfrm>
              <a:off x="7710169"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E193E"/>
            </a:solidFill>
          </p:spPr>
          <p:txBody>
            <a:bodyPr wrap="square" lIns="0" tIns="0" rIns="0" bIns="0" rtlCol="0"/>
            <a:lstStyle/>
            <a:p/>
          </p:txBody>
        </p:sp>
        <p:sp>
          <p:nvSpPr>
            <p:cNvPr id="2580" name="object 2580"/>
            <p:cNvSpPr/>
            <p:nvPr/>
          </p:nvSpPr>
          <p:spPr>
            <a:xfrm>
              <a:off x="7710169"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F193F"/>
            </a:solidFill>
          </p:spPr>
          <p:txBody>
            <a:bodyPr wrap="square" lIns="0" tIns="0" rIns="0" bIns="0" rtlCol="0"/>
            <a:lstStyle/>
            <a:p/>
          </p:txBody>
        </p:sp>
        <p:sp>
          <p:nvSpPr>
            <p:cNvPr id="2581" name="object 2581"/>
            <p:cNvSpPr/>
            <p:nvPr/>
          </p:nvSpPr>
          <p:spPr>
            <a:xfrm>
              <a:off x="7710169"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11841"/>
            </a:solidFill>
          </p:spPr>
          <p:txBody>
            <a:bodyPr wrap="square" lIns="0" tIns="0" rIns="0" bIns="0" rtlCol="0"/>
            <a:lstStyle/>
            <a:p/>
          </p:txBody>
        </p:sp>
        <p:sp>
          <p:nvSpPr>
            <p:cNvPr id="2582" name="object 2582"/>
            <p:cNvSpPr/>
            <p:nvPr/>
          </p:nvSpPr>
          <p:spPr>
            <a:xfrm>
              <a:off x="7710169"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421842"/>
            </a:solidFill>
          </p:spPr>
          <p:txBody>
            <a:bodyPr wrap="square" lIns="0" tIns="0" rIns="0" bIns="0" rtlCol="0"/>
            <a:lstStyle/>
            <a:p/>
          </p:txBody>
        </p:sp>
        <p:sp>
          <p:nvSpPr>
            <p:cNvPr id="2583" name="object 2583"/>
            <p:cNvSpPr/>
            <p:nvPr/>
          </p:nvSpPr>
          <p:spPr>
            <a:xfrm>
              <a:off x="7710169"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441744"/>
            </a:solidFill>
          </p:spPr>
          <p:txBody>
            <a:bodyPr wrap="square" lIns="0" tIns="0" rIns="0" bIns="0" rtlCol="0"/>
            <a:lstStyle/>
            <a:p/>
          </p:txBody>
        </p:sp>
        <p:sp>
          <p:nvSpPr>
            <p:cNvPr id="2584" name="object 2584"/>
            <p:cNvSpPr/>
            <p:nvPr/>
          </p:nvSpPr>
          <p:spPr>
            <a:xfrm>
              <a:off x="7710170" y="1408429"/>
              <a:ext cx="214629" cy="7620"/>
            </a:xfrm>
            <a:custGeom>
              <a:avLst/>
              <a:gdLst/>
              <a:ahLst/>
              <a:cxnLst/>
              <a:rect l="l" t="t" r="r" b="b"/>
              <a:pathLst>
                <a:path w="214629" h="7619">
                  <a:moveTo>
                    <a:pt x="214630" y="0"/>
                  </a:moveTo>
                  <a:lnTo>
                    <a:pt x="0" y="0"/>
                  </a:lnTo>
                  <a:lnTo>
                    <a:pt x="0" y="2540"/>
                  </a:lnTo>
                  <a:lnTo>
                    <a:pt x="1270" y="2540"/>
                  </a:lnTo>
                  <a:lnTo>
                    <a:pt x="1270" y="7620"/>
                  </a:lnTo>
                  <a:lnTo>
                    <a:pt x="214630" y="7620"/>
                  </a:lnTo>
                  <a:lnTo>
                    <a:pt x="214630" y="2540"/>
                  </a:lnTo>
                  <a:lnTo>
                    <a:pt x="214630" y="0"/>
                  </a:lnTo>
                  <a:close/>
                </a:path>
              </a:pathLst>
            </a:custGeom>
            <a:solidFill>
              <a:srgbClr val="451645"/>
            </a:solidFill>
          </p:spPr>
          <p:txBody>
            <a:bodyPr wrap="square" lIns="0" tIns="0" rIns="0" bIns="0" rtlCol="0"/>
            <a:lstStyle/>
            <a:p/>
          </p:txBody>
        </p:sp>
        <p:sp>
          <p:nvSpPr>
            <p:cNvPr id="2585" name="object 2585"/>
            <p:cNvSpPr/>
            <p:nvPr/>
          </p:nvSpPr>
          <p:spPr>
            <a:xfrm>
              <a:off x="7711439" y="141604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461646"/>
            </a:solidFill>
          </p:spPr>
          <p:txBody>
            <a:bodyPr wrap="square" lIns="0" tIns="0" rIns="0" bIns="0" rtlCol="0"/>
            <a:lstStyle/>
            <a:p/>
          </p:txBody>
        </p:sp>
        <p:sp>
          <p:nvSpPr>
            <p:cNvPr id="2586" name="object 2586"/>
            <p:cNvSpPr/>
            <p:nvPr/>
          </p:nvSpPr>
          <p:spPr>
            <a:xfrm>
              <a:off x="7711439" y="1423669"/>
              <a:ext cx="213360" cy="6350"/>
            </a:xfrm>
            <a:custGeom>
              <a:avLst/>
              <a:gdLst/>
              <a:ahLst/>
              <a:cxnLst/>
              <a:rect l="l" t="t" r="r" b="b"/>
              <a:pathLst>
                <a:path w="213359" h="6350">
                  <a:moveTo>
                    <a:pt x="0" y="6350"/>
                  </a:moveTo>
                  <a:lnTo>
                    <a:pt x="0" y="0"/>
                  </a:lnTo>
                  <a:lnTo>
                    <a:pt x="213359" y="0"/>
                  </a:lnTo>
                  <a:lnTo>
                    <a:pt x="213359" y="6350"/>
                  </a:lnTo>
                  <a:lnTo>
                    <a:pt x="0" y="6350"/>
                  </a:lnTo>
                  <a:close/>
                </a:path>
              </a:pathLst>
            </a:custGeom>
            <a:solidFill>
              <a:srgbClr val="481548"/>
            </a:solidFill>
          </p:spPr>
          <p:txBody>
            <a:bodyPr wrap="square" lIns="0" tIns="0" rIns="0" bIns="0" rtlCol="0"/>
            <a:lstStyle/>
            <a:p/>
          </p:txBody>
        </p:sp>
        <p:sp>
          <p:nvSpPr>
            <p:cNvPr id="2587" name="object 2587"/>
            <p:cNvSpPr/>
            <p:nvPr/>
          </p:nvSpPr>
          <p:spPr>
            <a:xfrm>
              <a:off x="7711440" y="1430019"/>
              <a:ext cx="213360" cy="7620"/>
            </a:xfrm>
            <a:custGeom>
              <a:avLst/>
              <a:gdLst/>
              <a:ahLst/>
              <a:cxnLst/>
              <a:rect l="l" t="t" r="r" b="b"/>
              <a:pathLst>
                <a:path w="213359" h="7619">
                  <a:moveTo>
                    <a:pt x="213360" y="3822"/>
                  </a:moveTo>
                  <a:lnTo>
                    <a:pt x="1270" y="3822"/>
                  </a:lnTo>
                  <a:lnTo>
                    <a:pt x="1270" y="7620"/>
                  </a:lnTo>
                  <a:lnTo>
                    <a:pt x="213360" y="7620"/>
                  </a:lnTo>
                  <a:lnTo>
                    <a:pt x="213360" y="3822"/>
                  </a:lnTo>
                  <a:close/>
                </a:path>
                <a:path w="213359" h="7619">
                  <a:moveTo>
                    <a:pt x="213360" y="0"/>
                  </a:moveTo>
                  <a:lnTo>
                    <a:pt x="0" y="0"/>
                  </a:lnTo>
                  <a:lnTo>
                    <a:pt x="0" y="3810"/>
                  </a:lnTo>
                  <a:lnTo>
                    <a:pt x="213360" y="3810"/>
                  </a:lnTo>
                  <a:lnTo>
                    <a:pt x="213360" y="0"/>
                  </a:lnTo>
                  <a:close/>
                </a:path>
              </a:pathLst>
            </a:custGeom>
            <a:solidFill>
              <a:srgbClr val="491549"/>
            </a:solidFill>
          </p:spPr>
          <p:txBody>
            <a:bodyPr wrap="square" lIns="0" tIns="0" rIns="0" bIns="0" rtlCol="0"/>
            <a:lstStyle/>
            <a:p/>
          </p:txBody>
        </p:sp>
        <p:sp>
          <p:nvSpPr>
            <p:cNvPr id="2588" name="object 2588"/>
            <p:cNvSpPr/>
            <p:nvPr/>
          </p:nvSpPr>
          <p:spPr>
            <a:xfrm>
              <a:off x="7712709" y="143763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4B144B"/>
            </a:solidFill>
          </p:spPr>
          <p:txBody>
            <a:bodyPr wrap="square" lIns="0" tIns="0" rIns="0" bIns="0" rtlCol="0"/>
            <a:lstStyle/>
            <a:p/>
          </p:txBody>
        </p:sp>
        <p:sp>
          <p:nvSpPr>
            <p:cNvPr id="2589" name="object 2589"/>
            <p:cNvSpPr/>
            <p:nvPr/>
          </p:nvSpPr>
          <p:spPr>
            <a:xfrm>
              <a:off x="7712710" y="1445259"/>
              <a:ext cx="212090" cy="6350"/>
            </a:xfrm>
            <a:custGeom>
              <a:avLst/>
              <a:gdLst/>
              <a:ahLst/>
              <a:cxnLst/>
              <a:rect l="l" t="t" r="r" b="b"/>
              <a:pathLst>
                <a:path w="212090" h="6350">
                  <a:moveTo>
                    <a:pt x="212090" y="0"/>
                  </a:moveTo>
                  <a:lnTo>
                    <a:pt x="0" y="0"/>
                  </a:lnTo>
                  <a:lnTo>
                    <a:pt x="0" y="3810"/>
                  </a:lnTo>
                  <a:lnTo>
                    <a:pt x="0" y="6350"/>
                  </a:lnTo>
                  <a:lnTo>
                    <a:pt x="82550" y="6350"/>
                  </a:lnTo>
                  <a:lnTo>
                    <a:pt x="82550" y="3810"/>
                  </a:lnTo>
                  <a:lnTo>
                    <a:pt x="212090" y="3810"/>
                  </a:lnTo>
                  <a:lnTo>
                    <a:pt x="212090" y="0"/>
                  </a:lnTo>
                  <a:close/>
                </a:path>
              </a:pathLst>
            </a:custGeom>
            <a:solidFill>
              <a:srgbClr val="4C144C"/>
            </a:solidFill>
          </p:spPr>
          <p:txBody>
            <a:bodyPr wrap="square" lIns="0" tIns="0" rIns="0" bIns="0" rtlCol="0"/>
            <a:lstStyle/>
            <a:p/>
          </p:txBody>
        </p:sp>
        <p:sp>
          <p:nvSpPr>
            <p:cNvPr id="2590" name="object 2590"/>
            <p:cNvSpPr/>
            <p:nvPr/>
          </p:nvSpPr>
          <p:spPr>
            <a:xfrm>
              <a:off x="7712709" y="1451609"/>
              <a:ext cx="83820" cy="7620"/>
            </a:xfrm>
            <a:custGeom>
              <a:avLst/>
              <a:gdLst/>
              <a:ahLst/>
              <a:cxnLst/>
              <a:rect l="l" t="t" r="r" b="b"/>
              <a:pathLst>
                <a:path w="83820" h="7619">
                  <a:moveTo>
                    <a:pt x="83820" y="0"/>
                  </a:moveTo>
                  <a:lnTo>
                    <a:pt x="0" y="0"/>
                  </a:lnTo>
                  <a:lnTo>
                    <a:pt x="0" y="5079"/>
                  </a:lnTo>
                  <a:lnTo>
                    <a:pt x="1270" y="5079"/>
                  </a:lnTo>
                  <a:lnTo>
                    <a:pt x="1270" y="7619"/>
                  </a:lnTo>
                  <a:lnTo>
                    <a:pt x="83820" y="7619"/>
                  </a:lnTo>
                  <a:lnTo>
                    <a:pt x="83820" y="0"/>
                  </a:lnTo>
                  <a:close/>
                </a:path>
              </a:pathLst>
            </a:custGeom>
            <a:solidFill>
              <a:srgbClr val="4E134E"/>
            </a:solidFill>
          </p:spPr>
          <p:txBody>
            <a:bodyPr wrap="square" lIns="0" tIns="0" rIns="0" bIns="0" rtlCol="0"/>
            <a:lstStyle/>
            <a:p/>
          </p:txBody>
        </p:sp>
        <p:sp>
          <p:nvSpPr>
            <p:cNvPr id="2591" name="object 2591"/>
            <p:cNvSpPr/>
            <p:nvPr/>
          </p:nvSpPr>
          <p:spPr>
            <a:xfrm>
              <a:off x="7713979" y="1459229"/>
              <a:ext cx="133350" cy="7620"/>
            </a:xfrm>
            <a:custGeom>
              <a:avLst/>
              <a:gdLst/>
              <a:ahLst/>
              <a:cxnLst/>
              <a:rect l="l" t="t" r="r" b="b"/>
              <a:pathLst>
                <a:path w="133350" h="7619">
                  <a:moveTo>
                    <a:pt x="82550" y="0"/>
                  </a:moveTo>
                  <a:lnTo>
                    <a:pt x="0" y="0"/>
                  </a:lnTo>
                  <a:lnTo>
                    <a:pt x="0" y="7620"/>
                  </a:lnTo>
                  <a:lnTo>
                    <a:pt x="82550" y="7620"/>
                  </a:lnTo>
                  <a:lnTo>
                    <a:pt x="82550" y="0"/>
                  </a:lnTo>
                  <a:close/>
                </a:path>
                <a:path w="133350" h="7619">
                  <a:moveTo>
                    <a:pt x="130810" y="5080"/>
                  </a:moveTo>
                  <a:lnTo>
                    <a:pt x="129540" y="5080"/>
                  </a:lnTo>
                  <a:lnTo>
                    <a:pt x="129540" y="7620"/>
                  </a:lnTo>
                  <a:lnTo>
                    <a:pt x="133350" y="7620"/>
                  </a:lnTo>
                  <a:lnTo>
                    <a:pt x="133350" y="6350"/>
                  </a:lnTo>
                  <a:lnTo>
                    <a:pt x="130810" y="6350"/>
                  </a:lnTo>
                  <a:lnTo>
                    <a:pt x="130810" y="5080"/>
                  </a:lnTo>
                  <a:close/>
                </a:path>
              </a:pathLst>
            </a:custGeom>
            <a:solidFill>
              <a:srgbClr val="4F124F"/>
            </a:solidFill>
          </p:spPr>
          <p:txBody>
            <a:bodyPr wrap="square" lIns="0" tIns="0" rIns="0" bIns="0" rtlCol="0"/>
            <a:lstStyle/>
            <a:p/>
          </p:txBody>
        </p:sp>
        <p:sp>
          <p:nvSpPr>
            <p:cNvPr id="2592" name="object 2592"/>
            <p:cNvSpPr/>
            <p:nvPr/>
          </p:nvSpPr>
          <p:spPr>
            <a:xfrm>
              <a:off x="7713979" y="1466849"/>
              <a:ext cx="157480" cy="7620"/>
            </a:xfrm>
            <a:custGeom>
              <a:avLst/>
              <a:gdLst/>
              <a:ahLst/>
              <a:cxnLst/>
              <a:rect l="l" t="t" r="r" b="b"/>
              <a:pathLst>
                <a:path w="157479" h="7619">
                  <a:moveTo>
                    <a:pt x="83820" y="0"/>
                  </a:moveTo>
                  <a:lnTo>
                    <a:pt x="0" y="0"/>
                  </a:lnTo>
                  <a:lnTo>
                    <a:pt x="0" y="7620"/>
                  </a:lnTo>
                  <a:lnTo>
                    <a:pt x="83820" y="7620"/>
                  </a:lnTo>
                  <a:lnTo>
                    <a:pt x="83820" y="0"/>
                  </a:lnTo>
                  <a:close/>
                </a:path>
                <a:path w="157479" h="7619">
                  <a:moveTo>
                    <a:pt x="157479" y="6350"/>
                  </a:moveTo>
                  <a:lnTo>
                    <a:pt x="127000" y="6350"/>
                  </a:lnTo>
                  <a:lnTo>
                    <a:pt x="127000" y="7620"/>
                  </a:lnTo>
                  <a:lnTo>
                    <a:pt x="157479" y="7620"/>
                  </a:lnTo>
                  <a:lnTo>
                    <a:pt x="157479" y="6350"/>
                  </a:lnTo>
                  <a:close/>
                </a:path>
                <a:path w="157479" h="7619">
                  <a:moveTo>
                    <a:pt x="140970" y="1270"/>
                  </a:moveTo>
                  <a:lnTo>
                    <a:pt x="128270" y="1270"/>
                  </a:lnTo>
                  <a:lnTo>
                    <a:pt x="128270" y="6350"/>
                  </a:lnTo>
                  <a:lnTo>
                    <a:pt x="153670" y="6350"/>
                  </a:lnTo>
                  <a:lnTo>
                    <a:pt x="153670" y="5079"/>
                  </a:lnTo>
                  <a:lnTo>
                    <a:pt x="149860" y="5079"/>
                  </a:lnTo>
                  <a:lnTo>
                    <a:pt x="149860" y="3810"/>
                  </a:lnTo>
                  <a:lnTo>
                    <a:pt x="146050" y="3810"/>
                  </a:lnTo>
                  <a:lnTo>
                    <a:pt x="146050" y="2539"/>
                  </a:lnTo>
                  <a:lnTo>
                    <a:pt x="140970" y="2539"/>
                  </a:lnTo>
                  <a:lnTo>
                    <a:pt x="140970" y="1270"/>
                  </a:lnTo>
                  <a:close/>
                </a:path>
                <a:path w="157479" h="7619">
                  <a:moveTo>
                    <a:pt x="137160" y="0"/>
                  </a:moveTo>
                  <a:lnTo>
                    <a:pt x="129540" y="0"/>
                  </a:lnTo>
                  <a:lnTo>
                    <a:pt x="129540" y="1270"/>
                  </a:lnTo>
                  <a:lnTo>
                    <a:pt x="137160" y="1270"/>
                  </a:lnTo>
                  <a:lnTo>
                    <a:pt x="137160" y="0"/>
                  </a:lnTo>
                  <a:close/>
                </a:path>
              </a:pathLst>
            </a:custGeom>
            <a:solidFill>
              <a:srgbClr val="501250"/>
            </a:solidFill>
          </p:spPr>
          <p:txBody>
            <a:bodyPr wrap="square" lIns="0" tIns="0" rIns="0" bIns="0" rtlCol="0"/>
            <a:lstStyle/>
            <a:p/>
          </p:txBody>
        </p:sp>
        <p:sp>
          <p:nvSpPr>
            <p:cNvPr id="2593" name="object 2593"/>
            <p:cNvSpPr/>
            <p:nvPr/>
          </p:nvSpPr>
          <p:spPr>
            <a:xfrm>
              <a:off x="7713979" y="1474469"/>
              <a:ext cx="177800" cy="6350"/>
            </a:xfrm>
            <a:custGeom>
              <a:avLst/>
              <a:gdLst/>
              <a:ahLst/>
              <a:cxnLst/>
              <a:rect l="l" t="t" r="r" b="b"/>
              <a:pathLst>
                <a:path w="177800" h="6350">
                  <a:moveTo>
                    <a:pt x="83820" y="0"/>
                  </a:moveTo>
                  <a:lnTo>
                    <a:pt x="0" y="0"/>
                  </a:lnTo>
                  <a:lnTo>
                    <a:pt x="0" y="3809"/>
                  </a:lnTo>
                  <a:lnTo>
                    <a:pt x="1270" y="3809"/>
                  </a:lnTo>
                  <a:lnTo>
                    <a:pt x="127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521152"/>
            </a:solidFill>
          </p:spPr>
          <p:txBody>
            <a:bodyPr wrap="square" lIns="0" tIns="0" rIns="0" bIns="0" rtlCol="0"/>
            <a:lstStyle/>
            <a:p/>
          </p:txBody>
        </p:sp>
        <p:sp>
          <p:nvSpPr>
            <p:cNvPr id="2594" name="object 2594"/>
            <p:cNvSpPr/>
            <p:nvPr/>
          </p:nvSpPr>
          <p:spPr>
            <a:xfrm>
              <a:off x="7715249" y="1480819"/>
              <a:ext cx="200660" cy="7620"/>
            </a:xfrm>
            <a:custGeom>
              <a:avLst/>
              <a:gdLst/>
              <a:ahLst/>
              <a:cxnLst/>
              <a:rect l="l" t="t" r="r" b="b"/>
              <a:pathLst>
                <a:path w="200659" h="7619">
                  <a:moveTo>
                    <a:pt x="83820" y="0"/>
                  </a:moveTo>
                  <a:lnTo>
                    <a:pt x="0" y="0"/>
                  </a:lnTo>
                  <a:lnTo>
                    <a:pt x="0" y="7619"/>
                  </a:lnTo>
                  <a:lnTo>
                    <a:pt x="85090" y="7619"/>
                  </a:lnTo>
                  <a:lnTo>
                    <a:pt x="85090" y="2539"/>
                  </a:lnTo>
                  <a:lnTo>
                    <a:pt x="83820" y="2539"/>
                  </a:lnTo>
                  <a:lnTo>
                    <a:pt x="83820" y="0"/>
                  </a:lnTo>
                  <a:close/>
                </a:path>
                <a:path w="200659" h="7619">
                  <a:moveTo>
                    <a:pt x="189230" y="2539"/>
                  </a:moveTo>
                  <a:lnTo>
                    <a:pt x="123190" y="2539"/>
                  </a:lnTo>
                  <a:lnTo>
                    <a:pt x="123190" y="7619"/>
                  </a:lnTo>
                  <a:lnTo>
                    <a:pt x="200660" y="7619"/>
                  </a:lnTo>
                  <a:lnTo>
                    <a:pt x="200660" y="6350"/>
                  </a:lnTo>
                  <a:lnTo>
                    <a:pt x="196850" y="6350"/>
                  </a:lnTo>
                  <a:lnTo>
                    <a:pt x="196850" y="5079"/>
                  </a:lnTo>
                  <a:lnTo>
                    <a:pt x="193040" y="5079"/>
                  </a:lnTo>
                  <a:lnTo>
                    <a:pt x="193040" y="3809"/>
                  </a:lnTo>
                  <a:lnTo>
                    <a:pt x="189230" y="3809"/>
                  </a:lnTo>
                  <a:lnTo>
                    <a:pt x="189230" y="2539"/>
                  </a:lnTo>
                  <a:close/>
                </a:path>
                <a:path w="200659" h="7619">
                  <a:moveTo>
                    <a:pt x="180339" y="0"/>
                  </a:moveTo>
                  <a:lnTo>
                    <a:pt x="124459" y="0"/>
                  </a:lnTo>
                  <a:lnTo>
                    <a:pt x="124459" y="2539"/>
                  </a:lnTo>
                  <a:lnTo>
                    <a:pt x="185419" y="2539"/>
                  </a:lnTo>
                  <a:lnTo>
                    <a:pt x="185419" y="1269"/>
                  </a:lnTo>
                  <a:lnTo>
                    <a:pt x="180339" y="1269"/>
                  </a:lnTo>
                  <a:lnTo>
                    <a:pt x="180339" y="0"/>
                  </a:lnTo>
                  <a:close/>
                </a:path>
              </a:pathLst>
            </a:custGeom>
            <a:solidFill>
              <a:srgbClr val="531153"/>
            </a:solidFill>
          </p:spPr>
          <p:txBody>
            <a:bodyPr wrap="square" lIns="0" tIns="0" rIns="0" bIns="0" rtlCol="0"/>
            <a:lstStyle/>
            <a:p/>
          </p:txBody>
        </p:sp>
        <p:sp>
          <p:nvSpPr>
            <p:cNvPr id="2595" name="object 2595"/>
            <p:cNvSpPr/>
            <p:nvPr/>
          </p:nvSpPr>
          <p:spPr>
            <a:xfrm>
              <a:off x="7715249" y="1488439"/>
              <a:ext cx="209550" cy="7620"/>
            </a:xfrm>
            <a:custGeom>
              <a:avLst/>
              <a:gdLst/>
              <a:ahLst/>
              <a:cxnLst/>
              <a:rect l="l" t="t" r="r" b="b"/>
              <a:pathLst>
                <a:path w="209550" h="7619">
                  <a:moveTo>
                    <a:pt x="86359" y="0"/>
                  </a:moveTo>
                  <a:lnTo>
                    <a:pt x="0" y="0"/>
                  </a:lnTo>
                  <a:lnTo>
                    <a:pt x="0" y="5080"/>
                  </a:lnTo>
                  <a:lnTo>
                    <a:pt x="1270" y="5080"/>
                  </a:lnTo>
                  <a:lnTo>
                    <a:pt x="1270" y="6350"/>
                  </a:lnTo>
                  <a:lnTo>
                    <a:pt x="87629" y="6350"/>
                  </a:lnTo>
                  <a:lnTo>
                    <a:pt x="87629" y="3810"/>
                  </a:lnTo>
                  <a:lnTo>
                    <a:pt x="86359" y="3810"/>
                  </a:lnTo>
                  <a:lnTo>
                    <a:pt x="86359" y="0"/>
                  </a:lnTo>
                  <a:close/>
                </a:path>
                <a:path w="209550" h="7619">
                  <a:moveTo>
                    <a:pt x="209550" y="1270"/>
                  </a:moveTo>
                  <a:lnTo>
                    <a:pt x="121920" y="1270"/>
                  </a:lnTo>
                  <a:lnTo>
                    <a:pt x="121920" y="6350"/>
                  </a:lnTo>
                  <a:lnTo>
                    <a:pt x="209550" y="6350"/>
                  </a:lnTo>
                  <a:lnTo>
                    <a:pt x="209550" y="1270"/>
                  </a:lnTo>
                  <a:close/>
                </a:path>
                <a:path w="209550" h="7619">
                  <a:moveTo>
                    <a:pt x="205740" y="0"/>
                  </a:moveTo>
                  <a:lnTo>
                    <a:pt x="123190" y="0"/>
                  </a:lnTo>
                  <a:lnTo>
                    <a:pt x="123190" y="1270"/>
                  </a:lnTo>
                  <a:lnTo>
                    <a:pt x="205740" y="1270"/>
                  </a:lnTo>
                  <a:lnTo>
                    <a:pt x="205740" y="0"/>
                  </a:lnTo>
                  <a:close/>
                </a:path>
                <a:path w="209550" h="7619">
                  <a:moveTo>
                    <a:pt x="88900" y="6350"/>
                  </a:moveTo>
                  <a:lnTo>
                    <a:pt x="1270" y="6350"/>
                  </a:lnTo>
                  <a:lnTo>
                    <a:pt x="1270" y="7620"/>
                  </a:lnTo>
                  <a:lnTo>
                    <a:pt x="88900" y="7620"/>
                  </a:lnTo>
                  <a:lnTo>
                    <a:pt x="88900" y="6350"/>
                  </a:lnTo>
                  <a:close/>
                </a:path>
                <a:path w="209550" h="7619">
                  <a:moveTo>
                    <a:pt x="209550" y="6350"/>
                  </a:moveTo>
                  <a:lnTo>
                    <a:pt x="120650" y="6350"/>
                  </a:lnTo>
                  <a:lnTo>
                    <a:pt x="120650" y="7620"/>
                  </a:lnTo>
                  <a:lnTo>
                    <a:pt x="209550" y="7620"/>
                  </a:lnTo>
                  <a:lnTo>
                    <a:pt x="209550" y="6350"/>
                  </a:lnTo>
                  <a:close/>
                </a:path>
              </a:pathLst>
            </a:custGeom>
            <a:solidFill>
              <a:srgbClr val="551055"/>
            </a:solidFill>
          </p:spPr>
          <p:txBody>
            <a:bodyPr wrap="square" lIns="0" tIns="0" rIns="0" bIns="0" rtlCol="0"/>
            <a:lstStyle/>
            <a:p/>
          </p:txBody>
        </p:sp>
        <p:sp>
          <p:nvSpPr>
            <p:cNvPr id="2596" name="object 2596"/>
            <p:cNvSpPr/>
            <p:nvPr/>
          </p:nvSpPr>
          <p:spPr>
            <a:xfrm>
              <a:off x="7716520" y="1496059"/>
              <a:ext cx="208279" cy="6350"/>
            </a:xfrm>
            <a:custGeom>
              <a:avLst/>
              <a:gdLst/>
              <a:ahLst/>
              <a:cxnLst/>
              <a:rect l="l" t="t" r="r" b="b"/>
              <a:pathLst>
                <a:path w="208279" h="6350">
                  <a:moveTo>
                    <a:pt x="88900" y="5080"/>
                  </a:moveTo>
                  <a:lnTo>
                    <a:pt x="87630" y="5080"/>
                  </a:lnTo>
                  <a:lnTo>
                    <a:pt x="87630" y="0"/>
                  </a:lnTo>
                  <a:lnTo>
                    <a:pt x="0" y="0"/>
                  </a:lnTo>
                  <a:lnTo>
                    <a:pt x="0" y="5080"/>
                  </a:lnTo>
                  <a:lnTo>
                    <a:pt x="0" y="6350"/>
                  </a:lnTo>
                  <a:lnTo>
                    <a:pt x="88900" y="6350"/>
                  </a:lnTo>
                  <a:lnTo>
                    <a:pt x="88900" y="5080"/>
                  </a:lnTo>
                  <a:close/>
                </a:path>
                <a:path w="208279" h="6350">
                  <a:moveTo>
                    <a:pt x="208280" y="0"/>
                  </a:moveTo>
                  <a:lnTo>
                    <a:pt x="119380" y="0"/>
                  </a:lnTo>
                  <a:lnTo>
                    <a:pt x="119380" y="3810"/>
                  </a:lnTo>
                  <a:lnTo>
                    <a:pt x="118110" y="3810"/>
                  </a:lnTo>
                  <a:lnTo>
                    <a:pt x="118110" y="5080"/>
                  </a:lnTo>
                  <a:lnTo>
                    <a:pt x="118110" y="6350"/>
                  </a:lnTo>
                  <a:lnTo>
                    <a:pt x="207010" y="6350"/>
                  </a:lnTo>
                  <a:lnTo>
                    <a:pt x="207010" y="5080"/>
                  </a:lnTo>
                  <a:lnTo>
                    <a:pt x="208280" y="5080"/>
                  </a:lnTo>
                  <a:lnTo>
                    <a:pt x="208280" y="3810"/>
                  </a:lnTo>
                  <a:lnTo>
                    <a:pt x="208280" y="0"/>
                  </a:lnTo>
                  <a:close/>
                </a:path>
              </a:pathLst>
            </a:custGeom>
            <a:solidFill>
              <a:srgbClr val="561056"/>
            </a:solidFill>
          </p:spPr>
          <p:txBody>
            <a:bodyPr wrap="square" lIns="0" tIns="0" rIns="0" bIns="0" rtlCol="0"/>
            <a:lstStyle/>
            <a:p/>
          </p:txBody>
        </p:sp>
        <p:sp>
          <p:nvSpPr>
            <p:cNvPr id="2597" name="object 2597"/>
            <p:cNvSpPr/>
            <p:nvPr/>
          </p:nvSpPr>
          <p:spPr>
            <a:xfrm>
              <a:off x="7716520" y="1502409"/>
              <a:ext cx="207010" cy="7620"/>
            </a:xfrm>
            <a:custGeom>
              <a:avLst/>
              <a:gdLst/>
              <a:ahLst/>
              <a:cxnLst/>
              <a:rect l="l" t="t" r="r" b="b"/>
              <a:pathLst>
                <a:path w="207009" h="7619">
                  <a:moveTo>
                    <a:pt x="91440" y="3810"/>
                  </a:moveTo>
                  <a:lnTo>
                    <a:pt x="90170" y="3810"/>
                  </a:lnTo>
                  <a:lnTo>
                    <a:pt x="90170" y="1270"/>
                  </a:lnTo>
                  <a:lnTo>
                    <a:pt x="88900" y="1270"/>
                  </a:lnTo>
                  <a:lnTo>
                    <a:pt x="88900" y="0"/>
                  </a:lnTo>
                  <a:lnTo>
                    <a:pt x="0" y="0"/>
                  </a:lnTo>
                  <a:lnTo>
                    <a:pt x="0" y="1270"/>
                  </a:lnTo>
                  <a:lnTo>
                    <a:pt x="1270" y="1270"/>
                  </a:lnTo>
                  <a:lnTo>
                    <a:pt x="1270" y="3810"/>
                  </a:lnTo>
                  <a:lnTo>
                    <a:pt x="1270" y="7620"/>
                  </a:lnTo>
                  <a:lnTo>
                    <a:pt x="91440" y="7620"/>
                  </a:lnTo>
                  <a:lnTo>
                    <a:pt x="91440" y="3810"/>
                  </a:lnTo>
                  <a:close/>
                </a:path>
                <a:path w="207009" h="7619">
                  <a:moveTo>
                    <a:pt x="207010" y="0"/>
                  </a:moveTo>
                  <a:lnTo>
                    <a:pt x="118110" y="0"/>
                  </a:lnTo>
                  <a:lnTo>
                    <a:pt x="118110" y="1270"/>
                  </a:lnTo>
                  <a:lnTo>
                    <a:pt x="116840" y="1270"/>
                  </a:lnTo>
                  <a:lnTo>
                    <a:pt x="116840" y="3810"/>
                  </a:lnTo>
                  <a:lnTo>
                    <a:pt x="115570" y="3810"/>
                  </a:lnTo>
                  <a:lnTo>
                    <a:pt x="115570" y="5080"/>
                  </a:lnTo>
                  <a:lnTo>
                    <a:pt x="115570" y="6350"/>
                  </a:lnTo>
                  <a:lnTo>
                    <a:pt x="114300" y="6350"/>
                  </a:lnTo>
                  <a:lnTo>
                    <a:pt x="114300" y="7620"/>
                  </a:lnTo>
                  <a:lnTo>
                    <a:pt x="205740" y="7620"/>
                  </a:lnTo>
                  <a:lnTo>
                    <a:pt x="205740" y="6350"/>
                  </a:lnTo>
                  <a:lnTo>
                    <a:pt x="205740" y="5080"/>
                  </a:lnTo>
                  <a:lnTo>
                    <a:pt x="207010" y="5080"/>
                  </a:lnTo>
                  <a:lnTo>
                    <a:pt x="207010" y="3810"/>
                  </a:lnTo>
                  <a:lnTo>
                    <a:pt x="207010" y="1270"/>
                  </a:lnTo>
                  <a:lnTo>
                    <a:pt x="207010" y="0"/>
                  </a:lnTo>
                  <a:close/>
                </a:path>
              </a:pathLst>
            </a:custGeom>
            <a:solidFill>
              <a:srgbClr val="580F58"/>
            </a:solidFill>
          </p:spPr>
          <p:txBody>
            <a:bodyPr wrap="square" lIns="0" tIns="0" rIns="0" bIns="0" rtlCol="0"/>
            <a:lstStyle/>
            <a:p/>
          </p:txBody>
        </p:sp>
        <p:sp>
          <p:nvSpPr>
            <p:cNvPr id="2598" name="object 2598"/>
            <p:cNvSpPr/>
            <p:nvPr/>
          </p:nvSpPr>
          <p:spPr>
            <a:xfrm>
              <a:off x="7717790" y="1510029"/>
              <a:ext cx="204470" cy="7620"/>
            </a:xfrm>
            <a:custGeom>
              <a:avLst/>
              <a:gdLst/>
              <a:ahLst/>
              <a:cxnLst/>
              <a:rect l="l" t="t" r="r" b="b"/>
              <a:pathLst>
                <a:path w="204470" h="7619">
                  <a:moveTo>
                    <a:pt x="97790" y="6350"/>
                  </a:moveTo>
                  <a:lnTo>
                    <a:pt x="95237" y="6350"/>
                  </a:lnTo>
                  <a:lnTo>
                    <a:pt x="95237" y="5080"/>
                  </a:lnTo>
                  <a:lnTo>
                    <a:pt x="93967" y="5080"/>
                  </a:lnTo>
                  <a:lnTo>
                    <a:pt x="93967" y="3810"/>
                  </a:lnTo>
                  <a:lnTo>
                    <a:pt x="92710" y="3810"/>
                  </a:lnTo>
                  <a:lnTo>
                    <a:pt x="92710" y="2540"/>
                  </a:lnTo>
                  <a:lnTo>
                    <a:pt x="92710" y="0"/>
                  </a:lnTo>
                  <a:lnTo>
                    <a:pt x="0" y="0"/>
                  </a:lnTo>
                  <a:lnTo>
                    <a:pt x="0" y="2540"/>
                  </a:lnTo>
                  <a:lnTo>
                    <a:pt x="1270" y="2540"/>
                  </a:lnTo>
                  <a:lnTo>
                    <a:pt x="1270" y="3810"/>
                  </a:lnTo>
                  <a:lnTo>
                    <a:pt x="1270" y="5080"/>
                  </a:lnTo>
                  <a:lnTo>
                    <a:pt x="1270" y="6350"/>
                  </a:lnTo>
                  <a:lnTo>
                    <a:pt x="1270" y="7620"/>
                  </a:lnTo>
                  <a:lnTo>
                    <a:pt x="97790" y="7620"/>
                  </a:lnTo>
                  <a:lnTo>
                    <a:pt x="97790" y="6350"/>
                  </a:lnTo>
                  <a:close/>
                </a:path>
                <a:path w="204470" h="7619">
                  <a:moveTo>
                    <a:pt x="204470" y="0"/>
                  </a:moveTo>
                  <a:lnTo>
                    <a:pt x="111760" y="0"/>
                  </a:lnTo>
                  <a:lnTo>
                    <a:pt x="111760" y="1270"/>
                  </a:lnTo>
                  <a:lnTo>
                    <a:pt x="110490" y="1270"/>
                  </a:lnTo>
                  <a:lnTo>
                    <a:pt x="110490" y="2540"/>
                  </a:lnTo>
                  <a:lnTo>
                    <a:pt x="109220" y="2540"/>
                  </a:lnTo>
                  <a:lnTo>
                    <a:pt x="109220" y="5080"/>
                  </a:lnTo>
                  <a:lnTo>
                    <a:pt x="106680" y="5080"/>
                  </a:lnTo>
                  <a:lnTo>
                    <a:pt x="106680" y="6350"/>
                  </a:lnTo>
                  <a:lnTo>
                    <a:pt x="104140" y="6350"/>
                  </a:lnTo>
                  <a:lnTo>
                    <a:pt x="104140" y="7620"/>
                  </a:lnTo>
                  <a:lnTo>
                    <a:pt x="203187" y="7620"/>
                  </a:lnTo>
                  <a:lnTo>
                    <a:pt x="203187" y="6350"/>
                  </a:lnTo>
                  <a:lnTo>
                    <a:pt x="203200" y="5080"/>
                  </a:lnTo>
                  <a:lnTo>
                    <a:pt x="204470" y="5080"/>
                  </a:lnTo>
                  <a:lnTo>
                    <a:pt x="204470" y="2540"/>
                  </a:lnTo>
                  <a:lnTo>
                    <a:pt x="204470" y="1270"/>
                  </a:lnTo>
                  <a:lnTo>
                    <a:pt x="204470" y="0"/>
                  </a:lnTo>
                  <a:close/>
                </a:path>
              </a:pathLst>
            </a:custGeom>
            <a:solidFill>
              <a:srgbClr val="590E59"/>
            </a:solidFill>
          </p:spPr>
          <p:txBody>
            <a:bodyPr wrap="square" lIns="0" tIns="0" rIns="0" bIns="0" rtlCol="0"/>
            <a:lstStyle/>
            <a:p/>
          </p:txBody>
        </p:sp>
        <p:sp>
          <p:nvSpPr>
            <p:cNvPr id="2599" name="object 2599"/>
            <p:cNvSpPr/>
            <p:nvPr/>
          </p:nvSpPr>
          <p:spPr>
            <a:xfrm>
              <a:off x="7719060" y="1517649"/>
              <a:ext cx="201930" cy="6350"/>
            </a:xfrm>
            <a:custGeom>
              <a:avLst/>
              <a:gdLst/>
              <a:ahLst/>
              <a:cxnLst/>
              <a:rect l="l" t="t" r="r" b="b"/>
              <a:pathLst>
                <a:path w="201929" h="6350">
                  <a:moveTo>
                    <a:pt x="200660" y="5092"/>
                  </a:moveTo>
                  <a:lnTo>
                    <a:pt x="1270" y="5092"/>
                  </a:lnTo>
                  <a:lnTo>
                    <a:pt x="1270" y="6350"/>
                  </a:lnTo>
                  <a:lnTo>
                    <a:pt x="200660" y="6350"/>
                  </a:lnTo>
                  <a:lnTo>
                    <a:pt x="200660" y="5092"/>
                  </a:lnTo>
                  <a:close/>
                </a:path>
                <a:path w="201929" h="6350">
                  <a:moveTo>
                    <a:pt x="201917" y="0"/>
                  </a:moveTo>
                  <a:lnTo>
                    <a:pt x="101600" y="0"/>
                  </a:lnTo>
                  <a:lnTo>
                    <a:pt x="101600" y="1270"/>
                  </a:lnTo>
                  <a:lnTo>
                    <a:pt x="97790" y="1270"/>
                  </a:lnTo>
                  <a:lnTo>
                    <a:pt x="97790" y="0"/>
                  </a:lnTo>
                  <a:lnTo>
                    <a:pt x="0" y="0"/>
                  </a:lnTo>
                  <a:lnTo>
                    <a:pt x="0" y="1270"/>
                  </a:lnTo>
                  <a:lnTo>
                    <a:pt x="0" y="3810"/>
                  </a:lnTo>
                  <a:lnTo>
                    <a:pt x="0" y="5080"/>
                  </a:lnTo>
                  <a:lnTo>
                    <a:pt x="200647" y="5080"/>
                  </a:lnTo>
                  <a:lnTo>
                    <a:pt x="200647" y="3810"/>
                  </a:lnTo>
                  <a:lnTo>
                    <a:pt x="201917" y="3810"/>
                  </a:lnTo>
                  <a:lnTo>
                    <a:pt x="201917" y="1270"/>
                  </a:lnTo>
                  <a:lnTo>
                    <a:pt x="201917" y="0"/>
                  </a:lnTo>
                  <a:close/>
                </a:path>
              </a:pathLst>
            </a:custGeom>
            <a:solidFill>
              <a:srgbClr val="5B0E5B"/>
            </a:solidFill>
          </p:spPr>
          <p:txBody>
            <a:bodyPr wrap="square" lIns="0" tIns="0" rIns="0" bIns="0" rtlCol="0"/>
            <a:lstStyle/>
            <a:p/>
          </p:txBody>
        </p:sp>
        <p:sp>
          <p:nvSpPr>
            <p:cNvPr id="2600" name="object 2600"/>
            <p:cNvSpPr/>
            <p:nvPr/>
          </p:nvSpPr>
          <p:spPr>
            <a:xfrm>
              <a:off x="7720330" y="1523999"/>
              <a:ext cx="199390" cy="7620"/>
            </a:xfrm>
            <a:custGeom>
              <a:avLst/>
              <a:gdLst/>
              <a:ahLst/>
              <a:cxnLst/>
              <a:rect l="l" t="t" r="r" b="b"/>
              <a:pathLst>
                <a:path w="199390" h="7619">
                  <a:moveTo>
                    <a:pt x="199390" y="0"/>
                  </a:moveTo>
                  <a:lnTo>
                    <a:pt x="0" y="0"/>
                  </a:lnTo>
                  <a:lnTo>
                    <a:pt x="0" y="3810"/>
                  </a:lnTo>
                  <a:lnTo>
                    <a:pt x="0" y="6350"/>
                  </a:lnTo>
                  <a:lnTo>
                    <a:pt x="1270" y="6350"/>
                  </a:lnTo>
                  <a:lnTo>
                    <a:pt x="1270" y="7620"/>
                  </a:lnTo>
                  <a:lnTo>
                    <a:pt x="198120" y="7620"/>
                  </a:lnTo>
                  <a:lnTo>
                    <a:pt x="198120" y="6350"/>
                  </a:lnTo>
                  <a:lnTo>
                    <a:pt x="198120" y="3810"/>
                  </a:lnTo>
                  <a:lnTo>
                    <a:pt x="199390" y="3810"/>
                  </a:lnTo>
                  <a:lnTo>
                    <a:pt x="199390" y="0"/>
                  </a:lnTo>
                  <a:close/>
                </a:path>
              </a:pathLst>
            </a:custGeom>
            <a:solidFill>
              <a:srgbClr val="5C0D5C"/>
            </a:solidFill>
          </p:spPr>
          <p:txBody>
            <a:bodyPr wrap="square" lIns="0" tIns="0" rIns="0" bIns="0" rtlCol="0"/>
            <a:lstStyle/>
            <a:p/>
          </p:txBody>
        </p:sp>
        <p:sp>
          <p:nvSpPr>
            <p:cNvPr id="2601" name="object 2601"/>
            <p:cNvSpPr/>
            <p:nvPr/>
          </p:nvSpPr>
          <p:spPr>
            <a:xfrm>
              <a:off x="7721600" y="1531619"/>
              <a:ext cx="196850" cy="7620"/>
            </a:xfrm>
            <a:custGeom>
              <a:avLst/>
              <a:gdLst/>
              <a:ahLst/>
              <a:cxnLst/>
              <a:rect l="l" t="t" r="r" b="b"/>
              <a:pathLst>
                <a:path w="196850" h="7619">
                  <a:moveTo>
                    <a:pt x="196850" y="0"/>
                  </a:moveTo>
                  <a:lnTo>
                    <a:pt x="0" y="0"/>
                  </a:lnTo>
                  <a:lnTo>
                    <a:pt x="0" y="3810"/>
                  </a:lnTo>
                  <a:lnTo>
                    <a:pt x="0" y="5080"/>
                  </a:lnTo>
                  <a:lnTo>
                    <a:pt x="1270" y="5080"/>
                  </a:lnTo>
                  <a:lnTo>
                    <a:pt x="1270" y="7620"/>
                  </a:lnTo>
                  <a:lnTo>
                    <a:pt x="195580" y="7620"/>
                  </a:lnTo>
                  <a:lnTo>
                    <a:pt x="195580" y="5080"/>
                  </a:lnTo>
                  <a:lnTo>
                    <a:pt x="195580" y="3810"/>
                  </a:lnTo>
                  <a:lnTo>
                    <a:pt x="196850" y="3810"/>
                  </a:lnTo>
                  <a:lnTo>
                    <a:pt x="196850" y="0"/>
                  </a:lnTo>
                  <a:close/>
                </a:path>
              </a:pathLst>
            </a:custGeom>
            <a:solidFill>
              <a:srgbClr val="5D0D5D"/>
            </a:solidFill>
          </p:spPr>
          <p:txBody>
            <a:bodyPr wrap="square" lIns="0" tIns="0" rIns="0" bIns="0" rtlCol="0"/>
            <a:lstStyle/>
            <a:p/>
          </p:txBody>
        </p:sp>
        <p:sp>
          <p:nvSpPr>
            <p:cNvPr id="2602" name="object 2602"/>
            <p:cNvSpPr/>
            <p:nvPr/>
          </p:nvSpPr>
          <p:spPr>
            <a:xfrm>
              <a:off x="7722870" y="1539239"/>
              <a:ext cx="194310" cy="6350"/>
            </a:xfrm>
            <a:custGeom>
              <a:avLst/>
              <a:gdLst/>
              <a:ahLst/>
              <a:cxnLst/>
              <a:rect l="l" t="t" r="r" b="b"/>
              <a:pathLst>
                <a:path w="194309" h="6350">
                  <a:moveTo>
                    <a:pt x="194310" y="0"/>
                  </a:moveTo>
                  <a:lnTo>
                    <a:pt x="0" y="0"/>
                  </a:lnTo>
                  <a:lnTo>
                    <a:pt x="0" y="2540"/>
                  </a:lnTo>
                  <a:lnTo>
                    <a:pt x="0" y="3810"/>
                  </a:lnTo>
                  <a:lnTo>
                    <a:pt x="1270" y="3810"/>
                  </a:lnTo>
                  <a:lnTo>
                    <a:pt x="1270" y="6350"/>
                  </a:lnTo>
                  <a:lnTo>
                    <a:pt x="193040" y="6350"/>
                  </a:lnTo>
                  <a:lnTo>
                    <a:pt x="193040" y="3810"/>
                  </a:lnTo>
                  <a:lnTo>
                    <a:pt x="193040" y="2540"/>
                  </a:lnTo>
                  <a:lnTo>
                    <a:pt x="194310" y="2540"/>
                  </a:lnTo>
                  <a:lnTo>
                    <a:pt x="194310" y="0"/>
                  </a:lnTo>
                  <a:close/>
                </a:path>
              </a:pathLst>
            </a:custGeom>
            <a:solidFill>
              <a:srgbClr val="5F0C5F"/>
            </a:solidFill>
          </p:spPr>
          <p:txBody>
            <a:bodyPr wrap="square" lIns="0" tIns="0" rIns="0" bIns="0" rtlCol="0"/>
            <a:lstStyle/>
            <a:p/>
          </p:txBody>
        </p:sp>
        <p:sp>
          <p:nvSpPr>
            <p:cNvPr id="2603" name="object 2603"/>
            <p:cNvSpPr/>
            <p:nvPr/>
          </p:nvSpPr>
          <p:spPr>
            <a:xfrm>
              <a:off x="7724140" y="1545589"/>
              <a:ext cx="191770" cy="7620"/>
            </a:xfrm>
            <a:custGeom>
              <a:avLst/>
              <a:gdLst/>
              <a:ahLst/>
              <a:cxnLst/>
              <a:rect l="l" t="t" r="r" b="b"/>
              <a:pathLst>
                <a:path w="191770" h="7619">
                  <a:moveTo>
                    <a:pt x="191770" y="0"/>
                  </a:moveTo>
                  <a:lnTo>
                    <a:pt x="0" y="0"/>
                  </a:lnTo>
                  <a:lnTo>
                    <a:pt x="0" y="1270"/>
                  </a:lnTo>
                  <a:lnTo>
                    <a:pt x="0" y="3810"/>
                  </a:lnTo>
                  <a:lnTo>
                    <a:pt x="1270" y="3810"/>
                  </a:lnTo>
                  <a:lnTo>
                    <a:pt x="1270" y="6350"/>
                  </a:lnTo>
                  <a:lnTo>
                    <a:pt x="1270" y="7620"/>
                  </a:lnTo>
                  <a:lnTo>
                    <a:pt x="189217" y="7620"/>
                  </a:lnTo>
                  <a:lnTo>
                    <a:pt x="189217" y="6350"/>
                  </a:lnTo>
                  <a:lnTo>
                    <a:pt x="190487" y="6350"/>
                  </a:lnTo>
                  <a:lnTo>
                    <a:pt x="190487" y="3810"/>
                  </a:lnTo>
                  <a:lnTo>
                    <a:pt x="190500" y="1270"/>
                  </a:lnTo>
                  <a:lnTo>
                    <a:pt x="191770" y="1270"/>
                  </a:lnTo>
                  <a:lnTo>
                    <a:pt x="191770" y="0"/>
                  </a:lnTo>
                  <a:close/>
                </a:path>
              </a:pathLst>
            </a:custGeom>
            <a:solidFill>
              <a:srgbClr val="600C60"/>
            </a:solidFill>
          </p:spPr>
          <p:txBody>
            <a:bodyPr wrap="square" lIns="0" tIns="0" rIns="0" bIns="0" rtlCol="0"/>
            <a:lstStyle/>
            <a:p/>
          </p:txBody>
        </p:sp>
        <p:sp>
          <p:nvSpPr>
            <p:cNvPr id="2604" name="object 2604"/>
            <p:cNvSpPr/>
            <p:nvPr/>
          </p:nvSpPr>
          <p:spPr>
            <a:xfrm>
              <a:off x="7725410" y="1553209"/>
              <a:ext cx="187960" cy="7620"/>
            </a:xfrm>
            <a:custGeom>
              <a:avLst/>
              <a:gdLst/>
              <a:ahLst/>
              <a:cxnLst/>
              <a:rect l="l" t="t" r="r" b="b"/>
              <a:pathLst>
                <a:path w="187959" h="7619">
                  <a:moveTo>
                    <a:pt x="187947" y="0"/>
                  </a:moveTo>
                  <a:lnTo>
                    <a:pt x="0" y="0"/>
                  </a:lnTo>
                  <a:lnTo>
                    <a:pt x="0" y="2540"/>
                  </a:lnTo>
                  <a:lnTo>
                    <a:pt x="1270" y="2540"/>
                  </a:lnTo>
                  <a:lnTo>
                    <a:pt x="1270" y="7620"/>
                  </a:lnTo>
                  <a:lnTo>
                    <a:pt x="186690" y="7620"/>
                  </a:lnTo>
                  <a:lnTo>
                    <a:pt x="186690" y="2540"/>
                  </a:lnTo>
                  <a:lnTo>
                    <a:pt x="187947" y="2540"/>
                  </a:lnTo>
                  <a:lnTo>
                    <a:pt x="187947" y="0"/>
                  </a:lnTo>
                  <a:close/>
                </a:path>
              </a:pathLst>
            </a:custGeom>
            <a:solidFill>
              <a:srgbClr val="620B62"/>
            </a:solidFill>
          </p:spPr>
          <p:txBody>
            <a:bodyPr wrap="square" lIns="0" tIns="0" rIns="0" bIns="0" rtlCol="0"/>
            <a:lstStyle/>
            <a:p/>
          </p:txBody>
        </p:sp>
        <p:sp>
          <p:nvSpPr>
            <p:cNvPr id="2605" name="object 2605"/>
            <p:cNvSpPr/>
            <p:nvPr/>
          </p:nvSpPr>
          <p:spPr>
            <a:xfrm>
              <a:off x="7727950" y="1560829"/>
              <a:ext cx="182880" cy="6350"/>
            </a:xfrm>
            <a:custGeom>
              <a:avLst/>
              <a:gdLst/>
              <a:ahLst/>
              <a:cxnLst/>
              <a:rect l="l" t="t" r="r" b="b"/>
              <a:pathLst>
                <a:path w="182879" h="6350">
                  <a:moveTo>
                    <a:pt x="182880" y="0"/>
                  </a:moveTo>
                  <a:lnTo>
                    <a:pt x="0" y="0"/>
                  </a:lnTo>
                  <a:lnTo>
                    <a:pt x="0" y="5080"/>
                  </a:lnTo>
                  <a:lnTo>
                    <a:pt x="0" y="6350"/>
                  </a:lnTo>
                  <a:lnTo>
                    <a:pt x="181610" y="6350"/>
                  </a:lnTo>
                  <a:lnTo>
                    <a:pt x="181610" y="5080"/>
                  </a:lnTo>
                  <a:lnTo>
                    <a:pt x="182880" y="5080"/>
                  </a:lnTo>
                  <a:lnTo>
                    <a:pt x="182880" y="0"/>
                  </a:lnTo>
                  <a:close/>
                </a:path>
              </a:pathLst>
            </a:custGeom>
            <a:solidFill>
              <a:srgbClr val="630A63"/>
            </a:solidFill>
          </p:spPr>
          <p:txBody>
            <a:bodyPr wrap="square" lIns="0" tIns="0" rIns="0" bIns="0" rtlCol="0"/>
            <a:lstStyle/>
            <a:p/>
          </p:txBody>
        </p:sp>
        <p:sp>
          <p:nvSpPr>
            <p:cNvPr id="2606" name="object 2606"/>
            <p:cNvSpPr/>
            <p:nvPr/>
          </p:nvSpPr>
          <p:spPr>
            <a:xfrm>
              <a:off x="7729220" y="1567179"/>
              <a:ext cx="180340" cy="7620"/>
            </a:xfrm>
            <a:custGeom>
              <a:avLst/>
              <a:gdLst/>
              <a:ahLst/>
              <a:cxnLst/>
              <a:rect l="l" t="t" r="r" b="b"/>
              <a:pathLst>
                <a:path w="180340" h="7619">
                  <a:moveTo>
                    <a:pt x="180340" y="0"/>
                  </a:moveTo>
                  <a:lnTo>
                    <a:pt x="0" y="0"/>
                  </a:lnTo>
                  <a:lnTo>
                    <a:pt x="0" y="3810"/>
                  </a:lnTo>
                  <a:lnTo>
                    <a:pt x="0" y="5080"/>
                  </a:lnTo>
                  <a:lnTo>
                    <a:pt x="1270" y="5080"/>
                  </a:lnTo>
                  <a:lnTo>
                    <a:pt x="1270" y="7620"/>
                  </a:lnTo>
                  <a:lnTo>
                    <a:pt x="179070" y="7620"/>
                  </a:lnTo>
                  <a:lnTo>
                    <a:pt x="179070" y="5080"/>
                  </a:lnTo>
                  <a:lnTo>
                    <a:pt x="179070" y="3810"/>
                  </a:lnTo>
                  <a:lnTo>
                    <a:pt x="180340" y="3810"/>
                  </a:lnTo>
                  <a:lnTo>
                    <a:pt x="180340" y="0"/>
                  </a:lnTo>
                  <a:close/>
                </a:path>
              </a:pathLst>
            </a:custGeom>
            <a:solidFill>
              <a:srgbClr val="660A66"/>
            </a:solidFill>
          </p:spPr>
          <p:txBody>
            <a:bodyPr wrap="square" lIns="0" tIns="0" rIns="0" bIns="0" rtlCol="0"/>
            <a:lstStyle/>
            <a:p/>
          </p:txBody>
        </p:sp>
        <p:sp>
          <p:nvSpPr>
            <p:cNvPr id="2607" name="object 2607"/>
            <p:cNvSpPr/>
            <p:nvPr/>
          </p:nvSpPr>
          <p:spPr>
            <a:xfrm>
              <a:off x="7730490" y="1574799"/>
              <a:ext cx="177800" cy="7620"/>
            </a:xfrm>
            <a:custGeom>
              <a:avLst/>
              <a:gdLst/>
              <a:ahLst/>
              <a:cxnLst/>
              <a:rect l="l" t="t" r="r" b="b"/>
              <a:pathLst>
                <a:path w="177800" h="7619">
                  <a:moveTo>
                    <a:pt x="177800" y="0"/>
                  </a:moveTo>
                  <a:lnTo>
                    <a:pt x="0" y="0"/>
                  </a:lnTo>
                  <a:lnTo>
                    <a:pt x="0" y="1270"/>
                  </a:lnTo>
                  <a:lnTo>
                    <a:pt x="0" y="2540"/>
                  </a:lnTo>
                  <a:lnTo>
                    <a:pt x="1270" y="2540"/>
                  </a:lnTo>
                  <a:lnTo>
                    <a:pt x="1270" y="6350"/>
                  </a:lnTo>
                  <a:lnTo>
                    <a:pt x="1270" y="7620"/>
                  </a:lnTo>
                  <a:lnTo>
                    <a:pt x="175260" y="7620"/>
                  </a:lnTo>
                  <a:lnTo>
                    <a:pt x="175260" y="6350"/>
                  </a:lnTo>
                  <a:lnTo>
                    <a:pt x="176517" y="6350"/>
                  </a:lnTo>
                  <a:lnTo>
                    <a:pt x="176517" y="2540"/>
                  </a:lnTo>
                  <a:lnTo>
                    <a:pt x="176530" y="1270"/>
                  </a:lnTo>
                  <a:lnTo>
                    <a:pt x="177800" y="1270"/>
                  </a:lnTo>
                  <a:lnTo>
                    <a:pt x="177800" y="0"/>
                  </a:lnTo>
                  <a:close/>
                </a:path>
              </a:pathLst>
            </a:custGeom>
            <a:solidFill>
              <a:srgbClr val="660966"/>
            </a:solidFill>
          </p:spPr>
          <p:txBody>
            <a:bodyPr wrap="square" lIns="0" tIns="0" rIns="0" bIns="0" rtlCol="0"/>
            <a:lstStyle/>
            <a:p/>
          </p:txBody>
        </p:sp>
        <p:sp>
          <p:nvSpPr>
            <p:cNvPr id="2608" name="object 2608"/>
            <p:cNvSpPr/>
            <p:nvPr/>
          </p:nvSpPr>
          <p:spPr>
            <a:xfrm>
              <a:off x="773176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1270"/>
                  </a:lnTo>
                  <a:lnTo>
                    <a:pt x="1270" y="1270"/>
                  </a:lnTo>
                  <a:lnTo>
                    <a:pt x="1270" y="3810"/>
                  </a:lnTo>
                  <a:lnTo>
                    <a:pt x="173990" y="3810"/>
                  </a:lnTo>
                  <a:lnTo>
                    <a:pt x="173990" y="1270"/>
                  </a:lnTo>
                  <a:lnTo>
                    <a:pt x="173990" y="0"/>
                  </a:lnTo>
                  <a:close/>
                </a:path>
              </a:pathLst>
            </a:custGeom>
            <a:solidFill>
              <a:srgbClr val="670967"/>
            </a:solidFill>
          </p:spPr>
          <p:txBody>
            <a:bodyPr wrap="square" lIns="0" tIns="0" rIns="0" bIns="0" rtlCol="0"/>
            <a:lstStyle/>
            <a:p/>
          </p:txBody>
        </p:sp>
        <p:sp>
          <p:nvSpPr>
            <p:cNvPr id="2609" name="object 2609"/>
            <p:cNvSpPr/>
            <p:nvPr/>
          </p:nvSpPr>
          <p:spPr>
            <a:xfrm>
              <a:off x="7734300" y="1588769"/>
              <a:ext cx="170180" cy="7620"/>
            </a:xfrm>
            <a:custGeom>
              <a:avLst/>
              <a:gdLst/>
              <a:ahLst/>
              <a:cxnLst/>
              <a:rect l="l" t="t" r="r" b="b"/>
              <a:pathLst>
                <a:path w="170179" h="7619">
                  <a:moveTo>
                    <a:pt x="170180" y="0"/>
                  </a:moveTo>
                  <a:lnTo>
                    <a:pt x="0" y="0"/>
                  </a:lnTo>
                  <a:lnTo>
                    <a:pt x="0" y="2540"/>
                  </a:lnTo>
                  <a:lnTo>
                    <a:pt x="0" y="5080"/>
                  </a:lnTo>
                  <a:lnTo>
                    <a:pt x="1270" y="5080"/>
                  </a:lnTo>
                  <a:lnTo>
                    <a:pt x="1270" y="7620"/>
                  </a:lnTo>
                  <a:lnTo>
                    <a:pt x="168910" y="7620"/>
                  </a:lnTo>
                  <a:lnTo>
                    <a:pt x="168910" y="5080"/>
                  </a:lnTo>
                  <a:lnTo>
                    <a:pt x="168910" y="2540"/>
                  </a:lnTo>
                  <a:lnTo>
                    <a:pt x="170180" y="2540"/>
                  </a:lnTo>
                  <a:lnTo>
                    <a:pt x="170180" y="0"/>
                  </a:lnTo>
                  <a:close/>
                </a:path>
              </a:pathLst>
            </a:custGeom>
            <a:solidFill>
              <a:srgbClr val="690869"/>
            </a:solidFill>
          </p:spPr>
          <p:txBody>
            <a:bodyPr wrap="square" lIns="0" tIns="0" rIns="0" bIns="0" rtlCol="0"/>
            <a:lstStyle/>
            <a:p/>
          </p:txBody>
        </p:sp>
        <p:sp>
          <p:nvSpPr>
            <p:cNvPr id="2610" name="object 2610"/>
            <p:cNvSpPr/>
            <p:nvPr/>
          </p:nvSpPr>
          <p:spPr>
            <a:xfrm>
              <a:off x="773557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6A086A"/>
            </a:solidFill>
          </p:spPr>
          <p:txBody>
            <a:bodyPr wrap="square" lIns="0" tIns="0" rIns="0" bIns="0" rtlCol="0"/>
            <a:lstStyle/>
            <a:p/>
          </p:txBody>
        </p:sp>
        <p:sp>
          <p:nvSpPr>
            <p:cNvPr id="2611" name="object 2611"/>
            <p:cNvSpPr/>
            <p:nvPr/>
          </p:nvSpPr>
          <p:spPr>
            <a:xfrm>
              <a:off x="7738110" y="1604009"/>
              <a:ext cx="162560" cy="6350"/>
            </a:xfrm>
            <a:custGeom>
              <a:avLst/>
              <a:gdLst/>
              <a:ahLst/>
              <a:cxnLst/>
              <a:rect l="l" t="t" r="r" b="b"/>
              <a:pathLst>
                <a:path w="162559" h="6350">
                  <a:moveTo>
                    <a:pt x="162547"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47" y="1270"/>
                  </a:lnTo>
                  <a:lnTo>
                    <a:pt x="162547" y="0"/>
                  </a:lnTo>
                  <a:close/>
                </a:path>
              </a:pathLst>
            </a:custGeom>
            <a:solidFill>
              <a:srgbClr val="6C076C"/>
            </a:solidFill>
          </p:spPr>
          <p:txBody>
            <a:bodyPr wrap="square" lIns="0" tIns="0" rIns="0" bIns="0" rtlCol="0"/>
            <a:lstStyle/>
            <a:p/>
          </p:txBody>
        </p:sp>
        <p:sp>
          <p:nvSpPr>
            <p:cNvPr id="2612" name="object 2612"/>
            <p:cNvSpPr/>
            <p:nvPr/>
          </p:nvSpPr>
          <p:spPr>
            <a:xfrm>
              <a:off x="7739380" y="1610359"/>
              <a:ext cx="158750" cy="7620"/>
            </a:xfrm>
            <a:custGeom>
              <a:avLst/>
              <a:gdLst/>
              <a:ahLst/>
              <a:cxnLst/>
              <a:rect l="l" t="t" r="r" b="b"/>
              <a:pathLst>
                <a:path w="158750" h="7619">
                  <a:moveTo>
                    <a:pt x="158750" y="0"/>
                  </a:moveTo>
                  <a:lnTo>
                    <a:pt x="0" y="0"/>
                  </a:lnTo>
                  <a:lnTo>
                    <a:pt x="0" y="1270"/>
                  </a:lnTo>
                  <a:lnTo>
                    <a:pt x="1270" y="1270"/>
                  </a:lnTo>
                  <a:lnTo>
                    <a:pt x="1270" y="2540"/>
                  </a:lnTo>
                  <a:lnTo>
                    <a:pt x="1270" y="5080"/>
                  </a:lnTo>
                  <a:lnTo>
                    <a:pt x="2540" y="5080"/>
                  </a:lnTo>
                  <a:lnTo>
                    <a:pt x="2540" y="7620"/>
                  </a:lnTo>
                  <a:lnTo>
                    <a:pt x="157480" y="7620"/>
                  </a:lnTo>
                  <a:lnTo>
                    <a:pt x="157480" y="5080"/>
                  </a:lnTo>
                  <a:lnTo>
                    <a:pt x="157480" y="2540"/>
                  </a:lnTo>
                  <a:lnTo>
                    <a:pt x="158750" y="2540"/>
                  </a:lnTo>
                  <a:lnTo>
                    <a:pt x="158750" y="1270"/>
                  </a:lnTo>
                  <a:lnTo>
                    <a:pt x="158750" y="0"/>
                  </a:lnTo>
                  <a:close/>
                </a:path>
              </a:pathLst>
            </a:custGeom>
            <a:solidFill>
              <a:srgbClr val="6D066D"/>
            </a:solidFill>
          </p:spPr>
          <p:txBody>
            <a:bodyPr wrap="square" lIns="0" tIns="0" rIns="0" bIns="0" rtlCol="0"/>
            <a:lstStyle/>
            <a:p/>
          </p:txBody>
        </p:sp>
        <p:sp>
          <p:nvSpPr>
            <p:cNvPr id="2613" name="object 2613"/>
            <p:cNvSpPr/>
            <p:nvPr/>
          </p:nvSpPr>
          <p:spPr>
            <a:xfrm>
              <a:off x="7743190" y="1617979"/>
              <a:ext cx="152400" cy="7620"/>
            </a:xfrm>
            <a:custGeom>
              <a:avLst/>
              <a:gdLst/>
              <a:ahLst/>
              <a:cxnLst/>
              <a:rect l="l" t="t" r="r" b="b"/>
              <a:pathLst>
                <a:path w="152400" h="7619">
                  <a:moveTo>
                    <a:pt x="152400" y="0"/>
                  </a:moveTo>
                  <a:lnTo>
                    <a:pt x="0" y="0"/>
                  </a:lnTo>
                  <a:lnTo>
                    <a:pt x="0" y="3810"/>
                  </a:lnTo>
                  <a:lnTo>
                    <a:pt x="1270" y="3810"/>
                  </a:lnTo>
                  <a:lnTo>
                    <a:pt x="1270" y="7620"/>
                  </a:lnTo>
                  <a:lnTo>
                    <a:pt x="151117" y="7620"/>
                  </a:lnTo>
                  <a:lnTo>
                    <a:pt x="151117" y="3810"/>
                  </a:lnTo>
                  <a:lnTo>
                    <a:pt x="152400" y="3810"/>
                  </a:lnTo>
                  <a:lnTo>
                    <a:pt x="152400" y="0"/>
                  </a:lnTo>
                  <a:close/>
                </a:path>
              </a:pathLst>
            </a:custGeom>
            <a:solidFill>
              <a:srgbClr val="6F066F"/>
            </a:solidFill>
          </p:spPr>
          <p:txBody>
            <a:bodyPr wrap="square" lIns="0" tIns="0" rIns="0" bIns="0" rtlCol="0"/>
            <a:lstStyle/>
            <a:p/>
          </p:txBody>
        </p:sp>
        <p:sp>
          <p:nvSpPr>
            <p:cNvPr id="2614" name="object 2614"/>
            <p:cNvSpPr/>
            <p:nvPr/>
          </p:nvSpPr>
          <p:spPr>
            <a:xfrm>
              <a:off x="7745730" y="1625599"/>
              <a:ext cx="147320" cy="6350"/>
            </a:xfrm>
            <a:custGeom>
              <a:avLst/>
              <a:gdLst/>
              <a:ahLst/>
              <a:cxnLst/>
              <a:rect l="l" t="t" r="r" b="b"/>
              <a:pathLst>
                <a:path w="147320" h="6350">
                  <a:moveTo>
                    <a:pt x="144780" y="5092"/>
                  </a:moveTo>
                  <a:lnTo>
                    <a:pt x="2540" y="5092"/>
                  </a:lnTo>
                  <a:lnTo>
                    <a:pt x="2540" y="6350"/>
                  </a:lnTo>
                  <a:lnTo>
                    <a:pt x="144780" y="6350"/>
                  </a:lnTo>
                  <a:lnTo>
                    <a:pt x="144780" y="5092"/>
                  </a:lnTo>
                  <a:close/>
                </a:path>
                <a:path w="147320" h="6350">
                  <a:moveTo>
                    <a:pt x="147320" y="0"/>
                  </a:moveTo>
                  <a:lnTo>
                    <a:pt x="0" y="0"/>
                  </a:lnTo>
                  <a:lnTo>
                    <a:pt x="0" y="2540"/>
                  </a:lnTo>
                  <a:lnTo>
                    <a:pt x="1270" y="2540"/>
                  </a:lnTo>
                  <a:lnTo>
                    <a:pt x="1270" y="5080"/>
                  </a:lnTo>
                  <a:lnTo>
                    <a:pt x="146050" y="5080"/>
                  </a:lnTo>
                  <a:lnTo>
                    <a:pt x="146050" y="2540"/>
                  </a:lnTo>
                  <a:lnTo>
                    <a:pt x="147320" y="2540"/>
                  </a:lnTo>
                  <a:lnTo>
                    <a:pt x="147320" y="0"/>
                  </a:lnTo>
                  <a:close/>
                </a:path>
              </a:pathLst>
            </a:custGeom>
            <a:solidFill>
              <a:srgbClr val="700570"/>
            </a:solidFill>
          </p:spPr>
          <p:txBody>
            <a:bodyPr wrap="square" lIns="0" tIns="0" rIns="0" bIns="0" rtlCol="0"/>
            <a:lstStyle/>
            <a:p/>
          </p:txBody>
        </p:sp>
        <p:sp>
          <p:nvSpPr>
            <p:cNvPr id="2615" name="object 2615"/>
            <p:cNvSpPr/>
            <p:nvPr/>
          </p:nvSpPr>
          <p:spPr>
            <a:xfrm>
              <a:off x="7748270" y="1631949"/>
              <a:ext cx="142240" cy="7620"/>
            </a:xfrm>
            <a:custGeom>
              <a:avLst/>
              <a:gdLst/>
              <a:ahLst/>
              <a:cxnLst/>
              <a:rect l="l" t="t" r="r" b="b"/>
              <a:pathLst>
                <a:path w="142240" h="7619">
                  <a:moveTo>
                    <a:pt x="139687" y="5092"/>
                  </a:moveTo>
                  <a:lnTo>
                    <a:pt x="2540" y="5092"/>
                  </a:lnTo>
                  <a:lnTo>
                    <a:pt x="2540" y="7620"/>
                  </a:lnTo>
                  <a:lnTo>
                    <a:pt x="139687" y="7620"/>
                  </a:lnTo>
                  <a:lnTo>
                    <a:pt x="139687" y="5092"/>
                  </a:lnTo>
                  <a:close/>
                </a:path>
                <a:path w="142240" h="7619">
                  <a:moveTo>
                    <a:pt x="142240" y="0"/>
                  </a:moveTo>
                  <a:lnTo>
                    <a:pt x="0" y="0"/>
                  </a:lnTo>
                  <a:lnTo>
                    <a:pt x="0" y="1270"/>
                  </a:lnTo>
                  <a:lnTo>
                    <a:pt x="1270" y="1270"/>
                  </a:lnTo>
                  <a:lnTo>
                    <a:pt x="1270" y="3810"/>
                  </a:lnTo>
                  <a:lnTo>
                    <a:pt x="1270" y="5080"/>
                  </a:lnTo>
                  <a:lnTo>
                    <a:pt x="139700" y="5080"/>
                  </a:lnTo>
                  <a:lnTo>
                    <a:pt x="139700" y="3810"/>
                  </a:lnTo>
                  <a:lnTo>
                    <a:pt x="140970" y="3810"/>
                  </a:lnTo>
                  <a:lnTo>
                    <a:pt x="140970" y="1270"/>
                  </a:lnTo>
                  <a:lnTo>
                    <a:pt x="142240" y="1270"/>
                  </a:lnTo>
                  <a:lnTo>
                    <a:pt x="142240" y="0"/>
                  </a:lnTo>
                  <a:close/>
                </a:path>
              </a:pathLst>
            </a:custGeom>
            <a:solidFill>
              <a:srgbClr val="720572"/>
            </a:solidFill>
          </p:spPr>
          <p:txBody>
            <a:bodyPr wrap="square" lIns="0" tIns="0" rIns="0" bIns="0" rtlCol="0"/>
            <a:lstStyle/>
            <a:p/>
          </p:txBody>
        </p:sp>
        <p:sp>
          <p:nvSpPr>
            <p:cNvPr id="2616" name="object 2616"/>
            <p:cNvSpPr/>
            <p:nvPr/>
          </p:nvSpPr>
          <p:spPr>
            <a:xfrm>
              <a:off x="7752080" y="1639569"/>
              <a:ext cx="134620" cy="7620"/>
            </a:xfrm>
            <a:custGeom>
              <a:avLst/>
              <a:gdLst/>
              <a:ahLst/>
              <a:cxnLst/>
              <a:rect l="l" t="t" r="r" b="b"/>
              <a:pathLst>
                <a:path w="134620" h="7619">
                  <a:moveTo>
                    <a:pt x="134620" y="0"/>
                  </a:moveTo>
                  <a:lnTo>
                    <a:pt x="0" y="0"/>
                  </a:lnTo>
                  <a:lnTo>
                    <a:pt x="0" y="2540"/>
                  </a:lnTo>
                  <a:lnTo>
                    <a:pt x="1270" y="2540"/>
                  </a:lnTo>
                  <a:lnTo>
                    <a:pt x="1270" y="5080"/>
                  </a:lnTo>
                  <a:lnTo>
                    <a:pt x="2540" y="5080"/>
                  </a:lnTo>
                  <a:lnTo>
                    <a:pt x="2540" y="7620"/>
                  </a:lnTo>
                  <a:lnTo>
                    <a:pt x="132080" y="7620"/>
                  </a:lnTo>
                  <a:lnTo>
                    <a:pt x="132080" y="5080"/>
                  </a:lnTo>
                  <a:lnTo>
                    <a:pt x="133350" y="5080"/>
                  </a:lnTo>
                  <a:lnTo>
                    <a:pt x="133350" y="2540"/>
                  </a:lnTo>
                  <a:lnTo>
                    <a:pt x="134620" y="2540"/>
                  </a:lnTo>
                  <a:lnTo>
                    <a:pt x="134620" y="0"/>
                  </a:lnTo>
                  <a:close/>
                </a:path>
              </a:pathLst>
            </a:custGeom>
            <a:solidFill>
              <a:srgbClr val="730473"/>
            </a:solidFill>
          </p:spPr>
          <p:txBody>
            <a:bodyPr wrap="square" lIns="0" tIns="0" rIns="0" bIns="0" rtlCol="0"/>
            <a:lstStyle/>
            <a:p/>
          </p:txBody>
        </p:sp>
        <p:sp>
          <p:nvSpPr>
            <p:cNvPr id="2617" name="object 2617"/>
            <p:cNvSpPr/>
            <p:nvPr/>
          </p:nvSpPr>
          <p:spPr>
            <a:xfrm>
              <a:off x="7755890" y="1647189"/>
              <a:ext cx="127000" cy="6350"/>
            </a:xfrm>
            <a:custGeom>
              <a:avLst/>
              <a:gdLst/>
              <a:ahLst/>
              <a:cxnLst/>
              <a:rect l="l" t="t" r="r" b="b"/>
              <a:pathLst>
                <a:path w="127000" h="6350">
                  <a:moveTo>
                    <a:pt x="125717" y="2552"/>
                  </a:moveTo>
                  <a:lnTo>
                    <a:pt x="1270" y="2552"/>
                  </a:lnTo>
                  <a:lnTo>
                    <a:pt x="1270" y="5080"/>
                  </a:lnTo>
                  <a:lnTo>
                    <a:pt x="2540" y="5080"/>
                  </a:lnTo>
                  <a:lnTo>
                    <a:pt x="2540" y="6350"/>
                  </a:lnTo>
                  <a:lnTo>
                    <a:pt x="124460" y="6350"/>
                  </a:lnTo>
                  <a:lnTo>
                    <a:pt x="124460" y="5080"/>
                  </a:lnTo>
                  <a:lnTo>
                    <a:pt x="125717" y="5080"/>
                  </a:lnTo>
                  <a:lnTo>
                    <a:pt x="125717" y="2552"/>
                  </a:lnTo>
                  <a:close/>
                </a:path>
                <a:path w="127000" h="6350">
                  <a:moveTo>
                    <a:pt x="127000" y="0"/>
                  </a:moveTo>
                  <a:lnTo>
                    <a:pt x="0" y="0"/>
                  </a:lnTo>
                  <a:lnTo>
                    <a:pt x="0" y="2540"/>
                  </a:lnTo>
                  <a:lnTo>
                    <a:pt x="127000" y="2540"/>
                  </a:lnTo>
                  <a:lnTo>
                    <a:pt x="127000" y="0"/>
                  </a:lnTo>
                  <a:close/>
                </a:path>
              </a:pathLst>
            </a:custGeom>
            <a:solidFill>
              <a:srgbClr val="740474"/>
            </a:solidFill>
          </p:spPr>
          <p:txBody>
            <a:bodyPr wrap="square" lIns="0" tIns="0" rIns="0" bIns="0" rtlCol="0"/>
            <a:lstStyle/>
            <a:p/>
          </p:txBody>
        </p:sp>
        <p:sp>
          <p:nvSpPr>
            <p:cNvPr id="2618" name="object 2618"/>
            <p:cNvSpPr/>
            <p:nvPr/>
          </p:nvSpPr>
          <p:spPr>
            <a:xfrm>
              <a:off x="7758430" y="1653539"/>
              <a:ext cx="120650" cy="7620"/>
            </a:xfrm>
            <a:custGeom>
              <a:avLst/>
              <a:gdLst/>
              <a:ahLst/>
              <a:cxnLst/>
              <a:rect l="l" t="t" r="r" b="b"/>
              <a:pathLst>
                <a:path w="120650" h="7619">
                  <a:moveTo>
                    <a:pt x="119380" y="2552"/>
                  </a:moveTo>
                  <a:lnTo>
                    <a:pt x="2540" y="2552"/>
                  </a:lnTo>
                  <a:lnTo>
                    <a:pt x="2540" y="5080"/>
                  </a:lnTo>
                  <a:lnTo>
                    <a:pt x="3810" y="5080"/>
                  </a:lnTo>
                  <a:lnTo>
                    <a:pt x="3810" y="6350"/>
                  </a:lnTo>
                  <a:lnTo>
                    <a:pt x="5080" y="6350"/>
                  </a:lnTo>
                  <a:lnTo>
                    <a:pt x="5080" y="7620"/>
                  </a:lnTo>
                  <a:lnTo>
                    <a:pt x="116827" y="7620"/>
                  </a:lnTo>
                  <a:lnTo>
                    <a:pt x="116827" y="6350"/>
                  </a:lnTo>
                  <a:lnTo>
                    <a:pt x="118110" y="6350"/>
                  </a:lnTo>
                  <a:lnTo>
                    <a:pt x="118110" y="5080"/>
                  </a:lnTo>
                  <a:lnTo>
                    <a:pt x="119380" y="5080"/>
                  </a:lnTo>
                  <a:lnTo>
                    <a:pt x="119380" y="2552"/>
                  </a:lnTo>
                  <a:close/>
                </a:path>
                <a:path w="120650" h="7619">
                  <a:moveTo>
                    <a:pt x="120650" y="0"/>
                  </a:moveTo>
                  <a:lnTo>
                    <a:pt x="0" y="0"/>
                  </a:lnTo>
                  <a:lnTo>
                    <a:pt x="0" y="1270"/>
                  </a:lnTo>
                  <a:lnTo>
                    <a:pt x="1270" y="1270"/>
                  </a:lnTo>
                  <a:lnTo>
                    <a:pt x="1270" y="2540"/>
                  </a:lnTo>
                  <a:lnTo>
                    <a:pt x="120650" y="2540"/>
                  </a:lnTo>
                  <a:lnTo>
                    <a:pt x="120650" y="1270"/>
                  </a:lnTo>
                  <a:lnTo>
                    <a:pt x="120650" y="0"/>
                  </a:lnTo>
                  <a:close/>
                </a:path>
              </a:pathLst>
            </a:custGeom>
            <a:solidFill>
              <a:srgbClr val="760376"/>
            </a:solidFill>
          </p:spPr>
          <p:txBody>
            <a:bodyPr wrap="square" lIns="0" tIns="0" rIns="0" bIns="0" rtlCol="0"/>
            <a:lstStyle/>
            <a:p/>
          </p:txBody>
        </p:sp>
        <p:sp>
          <p:nvSpPr>
            <p:cNvPr id="2619" name="object 2619"/>
            <p:cNvSpPr/>
            <p:nvPr/>
          </p:nvSpPr>
          <p:spPr>
            <a:xfrm>
              <a:off x="7763510" y="1661159"/>
              <a:ext cx="110489" cy="7620"/>
            </a:xfrm>
            <a:custGeom>
              <a:avLst/>
              <a:gdLst/>
              <a:ahLst/>
              <a:cxnLst/>
              <a:rect l="l" t="t" r="r" b="b"/>
              <a:pathLst>
                <a:path w="110490" h="7619">
                  <a:moveTo>
                    <a:pt x="11049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05410" y="7620"/>
                  </a:lnTo>
                  <a:lnTo>
                    <a:pt x="105410" y="6350"/>
                  </a:lnTo>
                  <a:lnTo>
                    <a:pt x="106680" y="6350"/>
                  </a:lnTo>
                  <a:lnTo>
                    <a:pt x="106680" y="5080"/>
                  </a:lnTo>
                  <a:lnTo>
                    <a:pt x="107950" y="5080"/>
                  </a:lnTo>
                  <a:lnTo>
                    <a:pt x="107950" y="3810"/>
                  </a:lnTo>
                  <a:lnTo>
                    <a:pt x="109220" y="3810"/>
                  </a:lnTo>
                  <a:lnTo>
                    <a:pt x="109220" y="2540"/>
                  </a:lnTo>
                  <a:lnTo>
                    <a:pt x="109220" y="1270"/>
                  </a:lnTo>
                  <a:lnTo>
                    <a:pt x="110490" y="1270"/>
                  </a:lnTo>
                  <a:lnTo>
                    <a:pt x="110490" y="0"/>
                  </a:lnTo>
                  <a:close/>
                </a:path>
              </a:pathLst>
            </a:custGeom>
            <a:solidFill>
              <a:srgbClr val="770277"/>
            </a:solidFill>
          </p:spPr>
          <p:txBody>
            <a:bodyPr wrap="square" lIns="0" tIns="0" rIns="0" bIns="0" rtlCol="0"/>
            <a:lstStyle/>
            <a:p/>
          </p:txBody>
        </p:sp>
        <p:sp>
          <p:nvSpPr>
            <p:cNvPr id="2620" name="object 2620"/>
            <p:cNvSpPr/>
            <p:nvPr/>
          </p:nvSpPr>
          <p:spPr>
            <a:xfrm>
              <a:off x="776986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3810" y="3810"/>
                  </a:lnTo>
                  <a:lnTo>
                    <a:pt x="3810" y="5080"/>
                  </a:lnTo>
                  <a:lnTo>
                    <a:pt x="5080" y="5080"/>
                  </a:lnTo>
                  <a:lnTo>
                    <a:pt x="5080" y="6350"/>
                  </a:lnTo>
                  <a:lnTo>
                    <a:pt x="91440" y="6350"/>
                  </a:lnTo>
                  <a:lnTo>
                    <a:pt x="91440" y="5080"/>
                  </a:lnTo>
                  <a:lnTo>
                    <a:pt x="92710" y="5080"/>
                  </a:lnTo>
                  <a:lnTo>
                    <a:pt x="92710" y="3810"/>
                  </a:lnTo>
                  <a:lnTo>
                    <a:pt x="93980" y="3810"/>
                  </a:lnTo>
                  <a:lnTo>
                    <a:pt x="93980" y="2540"/>
                  </a:lnTo>
                  <a:lnTo>
                    <a:pt x="96520" y="2540"/>
                  </a:lnTo>
                  <a:lnTo>
                    <a:pt x="96520" y="1270"/>
                  </a:lnTo>
                  <a:lnTo>
                    <a:pt x="97790" y="1270"/>
                  </a:lnTo>
                  <a:lnTo>
                    <a:pt x="97790" y="0"/>
                  </a:lnTo>
                  <a:close/>
                </a:path>
              </a:pathLst>
            </a:custGeom>
            <a:solidFill>
              <a:srgbClr val="790279"/>
            </a:solidFill>
          </p:spPr>
          <p:txBody>
            <a:bodyPr wrap="square" lIns="0" tIns="0" rIns="0" bIns="0" rtlCol="0"/>
            <a:lstStyle/>
            <a:p/>
          </p:txBody>
        </p:sp>
        <p:sp>
          <p:nvSpPr>
            <p:cNvPr id="2621" name="object 2621"/>
            <p:cNvSpPr/>
            <p:nvPr/>
          </p:nvSpPr>
          <p:spPr>
            <a:xfrm>
              <a:off x="7776209" y="1675129"/>
              <a:ext cx="83820" cy="7620"/>
            </a:xfrm>
            <a:custGeom>
              <a:avLst/>
              <a:gdLst/>
              <a:ahLst/>
              <a:cxnLst/>
              <a:rect l="l" t="t" r="r" b="b"/>
              <a:pathLst>
                <a:path w="83820" h="7619">
                  <a:moveTo>
                    <a:pt x="74930" y="6350"/>
                  </a:moveTo>
                  <a:lnTo>
                    <a:pt x="11430" y="6350"/>
                  </a:lnTo>
                  <a:lnTo>
                    <a:pt x="11430" y="7620"/>
                  </a:lnTo>
                  <a:lnTo>
                    <a:pt x="74930" y="7620"/>
                  </a:lnTo>
                  <a:lnTo>
                    <a:pt x="74930" y="6350"/>
                  </a:lnTo>
                  <a:close/>
                </a:path>
                <a:path w="83820" h="7619">
                  <a:moveTo>
                    <a:pt x="77470" y="5080"/>
                  </a:moveTo>
                  <a:lnTo>
                    <a:pt x="8890" y="5080"/>
                  </a:lnTo>
                  <a:lnTo>
                    <a:pt x="8890" y="6350"/>
                  </a:lnTo>
                  <a:lnTo>
                    <a:pt x="77470" y="6350"/>
                  </a:lnTo>
                  <a:lnTo>
                    <a:pt x="77470" y="5080"/>
                  </a:lnTo>
                  <a:close/>
                </a:path>
                <a:path w="83820" h="7619">
                  <a:moveTo>
                    <a:pt x="78740" y="3810"/>
                  </a:moveTo>
                  <a:lnTo>
                    <a:pt x="7620" y="3810"/>
                  </a:lnTo>
                  <a:lnTo>
                    <a:pt x="7620" y="5080"/>
                  </a:lnTo>
                  <a:lnTo>
                    <a:pt x="78740" y="5080"/>
                  </a:lnTo>
                  <a:lnTo>
                    <a:pt x="78740" y="3810"/>
                  </a:lnTo>
                  <a:close/>
                </a:path>
                <a:path w="83820" h="7619">
                  <a:moveTo>
                    <a:pt x="80010" y="2540"/>
                  </a:moveTo>
                  <a:lnTo>
                    <a:pt x="5080" y="2540"/>
                  </a:lnTo>
                  <a:lnTo>
                    <a:pt x="5080" y="3810"/>
                  </a:lnTo>
                  <a:lnTo>
                    <a:pt x="80010" y="3810"/>
                  </a:lnTo>
                  <a:lnTo>
                    <a:pt x="80010"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7A017A"/>
            </a:solidFill>
          </p:spPr>
          <p:txBody>
            <a:bodyPr wrap="square" lIns="0" tIns="0" rIns="0" bIns="0" rtlCol="0"/>
            <a:lstStyle/>
            <a:p/>
          </p:txBody>
        </p:sp>
        <p:sp>
          <p:nvSpPr>
            <p:cNvPr id="2622" name="object 2622"/>
            <p:cNvSpPr/>
            <p:nvPr/>
          </p:nvSpPr>
          <p:spPr>
            <a:xfrm>
              <a:off x="7790179" y="1682749"/>
              <a:ext cx="57150" cy="7620"/>
            </a:xfrm>
            <a:custGeom>
              <a:avLst/>
              <a:gdLst/>
              <a:ahLst/>
              <a:cxnLst/>
              <a:rect l="l" t="t" r="r" b="b"/>
              <a:pathLst>
                <a:path w="57150" h="7619">
                  <a:moveTo>
                    <a:pt x="27940" y="6350"/>
                  </a:moveTo>
                  <a:lnTo>
                    <a:pt x="26670" y="6350"/>
                  </a:lnTo>
                  <a:lnTo>
                    <a:pt x="26670" y="7620"/>
                  </a:lnTo>
                  <a:lnTo>
                    <a:pt x="27940" y="7620"/>
                  </a:lnTo>
                  <a:lnTo>
                    <a:pt x="27940" y="6350"/>
                  </a:lnTo>
                  <a:close/>
                </a:path>
                <a:path w="57150" h="7619">
                  <a:moveTo>
                    <a:pt x="38100" y="5079"/>
                  </a:moveTo>
                  <a:lnTo>
                    <a:pt x="10160" y="5079"/>
                  </a:lnTo>
                  <a:lnTo>
                    <a:pt x="10160" y="6350"/>
                  </a:lnTo>
                  <a:lnTo>
                    <a:pt x="38100" y="6350"/>
                  </a:lnTo>
                  <a:lnTo>
                    <a:pt x="38100" y="5079"/>
                  </a:lnTo>
                  <a:close/>
                </a:path>
                <a:path w="57150" h="7619">
                  <a:moveTo>
                    <a:pt x="46990" y="3810"/>
                  </a:moveTo>
                  <a:lnTo>
                    <a:pt x="7620" y="3810"/>
                  </a:lnTo>
                  <a:lnTo>
                    <a:pt x="7620" y="5079"/>
                  </a:lnTo>
                  <a:lnTo>
                    <a:pt x="46990" y="5079"/>
                  </a:lnTo>
                  <a:lnTo>
                    <a:pt x="46990" y="3810"/>
                  </a:lnTo>
                  <a:close/>
                </a:path>
                <a:path w="57150" h="7619">
                  <a:moveTo>
                    <a:pt x="52070" y="2539"/>
                  </a:moveTo>
                  <a:lnTo>
                    <a:pt x="5079" y="2539"/>
                  </a:lnTo>
                  <a:lnTo>
                    <a:pt x="5079" y="3810"/>
                  </a:lnTo>
                  <a:lnTo>
                    <a:pt x="52070" y="3810"/>
                  </a:lnTo>
                  <a:lnTo>
                    <a:pt x="52070" y="2539"/>
                  </a:lnTo>
                  <a:close/>
                </a:path>
                <a:path w="57150" h="7619">
                  <a:moveTo>
                    <a:pt x="54610" y="1270"/>
                  </a:moveTo>
                  <a:lnTo>
                    <a:pt x="1270" y="1270"/>
                  </a:lnTo>
                  <a:lnTo>
                    <a:pt x="1270" y="2539"/>
                  </a:lnTo>
                  <a:lnTo>
                    <a:pt x="54610" y="2539"/>
                  </a:lnTo>
                  <a:lnTo>
                    <a:pt x="54610" y="1270"/>
                  </a:lnTo>
                  <a:close/>
                </a:path>
                <a:path w="57150" h="7619">
                  <a:moveTo>
                    <a:pt x="57150" y="0"/>
                  </a:moveTo>
                  <a:lnTo>
                    <a:pt x="0" y="0"/>
                  </a:lnTo>
                  <a:lnTo>
                    <a:pt x="0" y="1270"/>
                  </a:lnTo>
                  <a:lnTo>
                    <a:pt x="57150" y="1270"/>
                  </a:lnTo>
                  <a:lnTo>
                    <a:pt x="57150" y="0"/>
                  </a:lnTo>
                  <a:close/>
                </a:path>
              </a:pathLst>
            </a:custGeom>
            <a:solidFill>
              <a:srgbClr val="7C017C"/>
            </a:solidFill>
          </p:spPr>
          <p:txBody>
            <a:bodyPr wrap="square" lIns="0" tIns="0" rIns="0" bIns="0" rtlCol="0"/>
            <a:lstStyle/>
            <a:p/>
          </p:txBody>
        </p:sp>
      </p:grpSp>
      <p:grpSp>
        <p:nvGrpSpPr>
          <p:cNvPr id="2623" name="object 2623"/>
          <p:cNvGrpSpPr/>
          <p:nvPr/>
        </p:nvGrpSpPr>
        <p:grpSpPr>
          <a:xfrm>
            <a:off x="8012430" y="1056639"/>
            <a:ext cx="196850" cy="621030"/>
            <a:chOff x="8012430" y="1056639"/>
            <a:chExt cx="196850" cy="621030"/>
          </a:xfrm>
        </p:grpSpPr>
        <p:sp>
          <p:nvSpPr>
            <p:cNvPr id="2624" name="object 2624"/>
            <p:cNvSpPr/>
            <p:nvPr/>
          </p:nvSpPr>
          <p:spPr>
            <a:xfrm>
              <a:off x="8012430" y="1056639"/>
              <a:ext cx="157480" cy="13970"/>
            </a:xfrm>
            <a:custGeom>
              <a:avLst/>
              <a:gdLst/>
              <a:ahLst/>
              <a:cxnLst/>
              <a:rect l="l" t="t" r="r" b="b"/>
              <a:pathLst>
                <a:path w="157479" h="13969">
                  <a:moveTo>
                    <a:pt x="78740" y="12700"/>
                  </a:moveTo>
                  <a:lnTo>
                    <a:pt x="0" y="12700"/>
                  </a:lnTo>
                  <a:lnTo>
                    <a:pt x="0" y="13970"/>
                  </a:lnTo>
                  <a:lnTo>
                    <a:pt x="78740" y="13970"/>
                  </a:lnTo>
                  <a:lnTo>
                    <a:pt x="78740" y="12700"/>
                  </a:lnTo>
                  <a:close/>
                </a:path>
                <a:path w="157479" h="13969">
                  <a:moveTo>
                    <a:pt x="157480" y="12700"/>
                  </a:moveTo>
                  <a:lnTo>
                    <a:pt x="156210" y="12700"/>
                  </a:lnTo>
                  <a:lnTo>
                    <a:pt x="156210" y="11430"/>
                  </a:lnTo>
                  <a:lnTo>
                    <a:pt x="154940" y="11430"/>
                  </a:lnTo>
                  <a:lnTo>
                    <a:pt x="154940" y="10160"/>
                  </a:lnTo>
                  <a:lnTo>
                    <a:pt x="153670" y="10160"/>
                  </a:lnTo>
                  <a:lnTo>
                    <a:pt x="153670" y="8890"/>
                  </a:lnTo>
                  <a:lnTo>
                    <a:pt x="151130" y="8890"/>
                  </a:lnTo>
                  <a:lnTo>
                    <a:pt x="151130" y="7620"/>
                  </a:lnTo>
                  <a:lnTo>
                    <a:pt x="149860" y="7620"/>
                  </a:lnTo>
                  <a:lnTo>
                    <a:pt x="149860" y="6350"/>
                  </a:lnTo>
                  <a:lnTo>
                    <a:pt x="148590" y="6350"/>
                  </a:lnTo>
                  <a:lnTo>
                    <a:pt x="148590" y="5080"/>
                  </a:lnTo>
                  <a:lnTo>
                    <a:pt x="147320" y="5080"/>
                  </a:lnTo>
                  <a:lnTo>
                    <a:pt x="147320" y="3810"/>
                  </a:lnTo>
                  <a:lnTo>
                    <a:pt x="144780" y="3810"/>
                  </a:lnTo>
                  <a:lnTo>
                    <a:pt x="144780" y="2540"/>
                  </a:lnTo>
                  <a:lnTo>
                    <a:pt x="139700" y="2540"/>
                  </a:lnTo>
                  <a:lnTo>
                    <a:pt x="139700" y="1270"/>
                  </a:lnTo>
                  <a:lnTo>
                    <a:pt x="132080" y="1270"/>
                  </a:lnTo>
                  <a:lnTo>
                    <a:pt x="132080" y="0"/>
                  </a:lnTo>
                  <a:lnTo>
                    <a:pt x="124460" y="0"/>
                  </a:lnTo>
                  <a:lnTo>
                    <a:pt x="124460" y="1270"/>
                  </a:lnTo>
                  <a:lnTo>
                    <a:pt x="119380" y="1270"/>
                  </a:lnTo>
                  <a:lnTo>
                    <a:pt x="119380" y="2540"/>
                  </a:lnTo>
                  <a:lnTo>
                    <a:pt x="115570" y="2540"/>
                  </a:lnTo>
                  <a:lnTo>
                    <a:pt x="115570" y="3810"/>
                  </a:lnTo>
                  <a:lnTo>
                    <a:pt x="114300" y="3810"/>
                  </a:lnTo>
                  <a:lnTo>
                    <a:pt x="114300" y="5080"/>
                  </a:lnTo>
                  <a:lnTo>
                    <a:pt x="111760" y="5080"/>
                  </a:lnTo>
                  <a:lnTo>
                    <a:pt x="111760" y="6350"/>
                  </a:lnTo>
                  <a:lnTo>
                    <a:pt x="110490" y="6350"/>
                  </a:lnTo>
                  <a:lnTo>
                    <a:pt x="110490" y="7620"/>
                  </a:lnTo>
                  <a:lnTo>
                    <a:pt x="107950" y="7620"/>
                  </a:lnTo>
                  <a:lnTo>
                    <a:pt x="107950" y="8890"/>
                  </a:lnTo>
                  <a:lnTo>
                    <a:pt x="106680" y="8890"/>
                  </a:lnTo>
                  <a:lnTo>
                    <a:pt x="106680" y="10160"/>
                  </a:lnTo>
                  <a:lnTo>
                    <a:pt x="105410" y="10160"/>
                  </a:lnTo>
                  <a:lnTo>
                    <a:pt x="105410" y="11430"/>
                  </a:lnTo>
                  <a:lnTo>
                    <a:pt x="104140" y="11430"/>
                  </a:lnTo>
                  <a:lnTo>
                    <a:pt x="104140" y="12700"/>
                  </a:lnTo>
                  <a:lnTo>
                    <a:pt x="102870" y="12700"/>
                  </a:lnTo>
                  <a:lnTo>
                    <a:pt x="102870" y="13970"/>
                  </a:lnTo>
                  <a:lnTo>
                    <a:pt x="157480" y="13970"/>
                  </a:lnTo>
                  <a:lnTo>
                    <a:pt x="157480" y="12700"/>
                  </a:lnTo>
                  <a:close/>
                </a:path>
              </a:pathLst>
            </a:custGeom>
            <a:solidFill>
              <a:srgbClr val="003300"/>
            </a:solidFill>
          </p:spPr>
          <p:txBody>
            <a:bodyPr wrap="square" lIns="0" tIns="0" rIns="0" bIns="0" rtlCol="0"/>
            <a:lstStyle/>
            <a:p/>
          </p:txBody>
        </p:sp>
        <p:sp>
          <p:nvSpPr>
            <p:cNvPr id="2625" name="object 2625"/>
            <p:cNvSpPr/>
            <p:nvPr/>
          </p:nvSpPr>
          <p:spPr>
            <a:xfrm>
              <a:off x="8012430" y="1070609"/>
              <a:ext cx="162560" cy="6350"/>
            </a:xfrm>
            <a:custGeom>
              <a:avLst/>
              <a:gdLst/>
              <a:ahLst/>
              <a:cxnLst/>
              <a:rect l="l" t="t" r="r" b="b"/>
              <a:pathLst>
                <a:path w="162559" h="6350">
                  <a:moveTo>
                    <a:pt x="78740" y="0"/>
                  </a:moveTo>
                  <a:lnTo>
                    <a:pt x="0" y="0"/>
                  </a:lnTo>
                  <a:lnTo>
                    <a:pt x="0" y="6350"/>
                  </a:lnTo>
                  <a:lnTo>
                    <a:pt x="78740" y="6350"/>
                  </a:lnTo>
                  <a:lnTo>
                    <a:pt x="78740" y="0"/>
                  </a:lnTo>
                  <a:close/>
                </a:path>
                <a:path w="162559" h="6350">
                  <a:moveTo>
                    <a:pt x="162560" y="5080"/>
                  </a:moveTo>
                  <a:lnTo>
                    <a:pt x="161290" y="5080"/>
                  </a:lnTo>
                  <a:lnTo>
                    <a:pt x="161290" y="2540"/>
                  </a:lnTo>
                  <a:lnTo>
                    <a:pt x="160020" y="2540"/>
                  </a:lnTo>
                  <a:lnTo>
                    <a:pt x="160020" y="1270"/>
                  </a:lnTo>
                  <a:lnTo>
                    <a:pt x="158750" y="1270"/>
                  </a:lnTo>
                  <a:lnTo>
                    <a:pt x="158750" y="0"/>
                  </a:lnTo>
                  <a:lnTo>
                    <a:pt x="101600" y="0"/>
                  </a:lnTo>
                  <a:lnTo>
                    <a:pt x="101600" y="1270"/>
                  </a:lnTo>
                  <a:lnTo>
                    <a:pt x="100330" y="1270"/>
                  </a:lnTo>
                  <a:lnTo>
                    <a:pt x="100330" y="2540"/>
                  </a:lnTo>
                  <a:lnTo>
                    <a:pt x="99060" y="2540"/>
                  </a:lnTo>
                  <a:lnTo>
                    <a:pt x="99060" y="5080"/>
                  </a:lnTo>
                  <a:lnTo>
                    <a:pt x="97790" y="5080"/>
                  </a:lnTo>
                  <a:lnTo>
                    <a:pt x="97790" y="6350"/>
                  </a:lnTo>
                  <a:lnTo>
                    <a:pt x="162560" y="6350"/>
                  </a:lnTo>
                  <a:lnTo>
                    <a:pt x="162560" y="5080"/>
                  </a:lnTo>
                  <a:close/>
                </a:path>
              </a:pathLst>
            </a:custGeom>
            <a:solidFill>
              <a:srgbClr val="013101"/>
            </a:solidFill>
          </p:spPr>
          <p:txBody>
            <a:bodyPr wrap="square" lIns="0" tIns="0" rIns="0" bIns="0" rtlCol="0"/>
            <a:lstStyle/>
            <a:p/>
          </p:txBody>
        </p:sp>
        <p:sp>
          <p:nvSpPr>
            <p:cNvPr id="2626" name="object 2626"/>
            <p:cNvSpPr/>
            <p:nvPr/>
          </p:nvSpPr>
          <p:spPr>
            <a:xfrm>
              <a:off x="8012430" y="1076959"/>
              <a:ext cx="167640" cy="7620"/>
            </a:xfrm>
            <a:custGeom>
              <a:avLst/>
              <a:gdLst/>
              <a:ahLst/>
              <a:cxnLst/>
              <a:rect l="l" t="t" r="r" b="b"/>
              <a:pathLst>
                <a:path w="167640" h="7619">
                  <a:moveTo>
                    <a:pt x="166370" y="3810"/>
                  </a:moveTo>
                  <a:lnTo>
                    <a:pt x="93979" y="3810"/>
                  </a:lnTo>
                  <a:lnTo>
                    <a:pt x="93979" y="6350"/>
                  </a:lnTo>
                  <a:lnTo>
                    <a:pt x="92710" y="6350"/>
                  </a:lnTo>
                  <a:lnTo>
                    <a:pt x="92710" y="7619"/>
                  </a:lnTo>
                  <a:lnTo>
                    <a:pt x="167640" y="7619"/>
                  </a:lnTo>
                  <a:lnTo>
                    <a:pt x="167639" y="5079"/>
                  </a:lnTo>
                  <a:lnTo>
                    <a:pt x="166370" y="5079"/>
                  </a:lnTo>
                  <a:lnTo>
                    <a:pt x="166370" y="3810"/>
                  </a:lnTo>
                  <a:close/>
                </a:path>
                <a:path w="167640" h="7619">
                  <a:moveTo>
                    <a:pt x="163829" y="0"/>
                  </a:moveTo>
                  <a:lnTo>
                    <a:pt x="96520" y="0"/>
                  </a:lnTo>
                  <a:lnTo>
                    <a:pt x="96520" y="1269"/>
                  </a:lnTo>
                  <a:lnTo>
                    <a:pt x="95250" y="1269"/>
                  </a:lnTo>
                  <a:lnTo>
                    <a:pt x="95250" y="3810"/>
                  </a:lnTo>
                  <a:lnTo>
                    <a:pt x="165100" y="3810"/>
                  </a:lnTo>
                  <a:lnTo>
                    <a:pt x="165100" y="2539"/>
                  </a:lnTo>
                  <a:lnTo>
                    <a:pt x="163829" y="2539"/>
                  </a:lnTo>
                  <a:lnTo>
                    <a:pt x="163829" y="0"/>
                  </a:lnTo>
                  <a:close/>
                </a:path>
                <a:path w="167640" h="7619">
                  <a:moveTo>
                    <a:pt x="78740" y="0"/>
                  </a:moveTo>
                  <a:lnTo>
                    <a:pt x="0" y="0"/>
                  </a:lnTo>
                  <a:lnTo>
                    <a:pt x="0" y="7619"/>
                  </a:lnTo>
                  <a:lnTo>
                    <a:pt x="78740" y="7619"/>
                  </a:lnTo>
                  <a:lnTo>
                    <a:pt x="78740" y="0"/>
                  </a:lnTo>
                  <a:close/>
                </a:path>
              </a:pathLst>
            </a:custGeom>
            <a:solidFill>
              <a:srgbClr val="033103"/>
            </a:solidFill>
          </p:spPr>
          <p:txBody>
            <a:bodyPr wrap="square" lIns="0" tIns="0" rIns="0" bIns="0" rtlCol="0"/>
            <a:lstStyle/>
            <a:p/>
          </p:txBody>
        </p:sp>
        <p:sp>
          <p:nvSpPr>
            <p:cNvPr id="2627" name="object 2627"/>
            <p:cNvSpPr/>
            <p:nvPr/>
          </p:nvSpPr>
          <p:spPr>
            <a:xfrm>
              <a:off x="8012430" y="1084579"/>
              <a:ext cx="171450" cy="7620"/>
            </a:xfrm>
            <a:custGeom>
              <a:avLst/>
              <a:gdLst/>
              <a:ahLst/>
              <a:cxnLst/>
              <a:rect l="l" t="t" r="r" b="b"/>
              <a:pathLst>
                <a:path w="171450" h="7619">
                  <a:moveTo>
                    <a:pt x="78740" y="0"/>
                  </a:moveTo>
                  <a:lnTo>
                    <a:pt x="0" y="0"/>
                  </a:lnTo>
                  <a:lnTo>
                    <a:pt x="0" y="7620"/>
                  </a:lnTo>
                  <a:lnTo>
                    <a:pt x="78740" y="7620"/>
                  </a:lnTo>
                  <a:lnTo>
                    <a:pt x="78740" y="0"/>
                  </a:lnTo>
                  <a:close/>
                </a:path>
                <a:path w="171450" h="7619">
                  <a:moveTo>
                    <a:pt x="171450" y="5080"/>
                  </a:moveTo>
                  <a:lnTo>
                    <a:pt x="170180" y="5080"/>
                  </a:lnTo>
                  <a:lnTo>
                    <a:pt x="170180" y="2540"/>
                  </a:lnTo>
                  <a:lnTo>
                    <a:pt x="168910" y="2540"/>
                  </a:lnTo>
                  <a:lnTo>
                    <a:pt x="168910" y="12"/>
                  </a:lnTo>
                  <a:lnTo>
                    <a:pt x="91440" y="12"/>
                  </a:lnTo>
                  <a:lnTo>
                    <a:pt x="91440" y="2540"/>
                  </a:lnTo>
                  <a:lnTo>
                    <a:pt x="90170" y="2540"/>
                  </a:lnTo>
                  <a:lnTo>
                    <a:pt x="90170" y="5080"/>
                  </a:lnTo>
                  <a:lnTo>
                    <a:pt x="88900" y="5080"/>
                  </a:lnTo>
                  <a:lnTo>
                    <a:pt x="88900" y="7620"/>
                  </a:lnTo>
                  <a:lnTo>
                    <a:pt x="171450" y="7620"/>
                  </a:lnTo>
                  <a:lnTo>
                    <a:pt x="171450" y="5080"/>
                  </a:lnTo>
                  <a:close/>
                </a:path>
              </a:pathLst>
            </a:custGeom>
            <a:solidFill>
              <a:srgbClr val="043004"/>
            </a:solidFill>
          </p:spPr>
          <p:txBody>
            <a:bodyPr wrap="square" lIns="0" tIns="0" rIns="0" bIns="0" rtlCol="0"/>
            <a:lstStyle/>
            <a:p/>
          </p:txBody>
        </p:sp>
        <p:sp>
          <p:nvSpPr>
            <p:cNvPr id="2628" name="object 2628"/>
            <p:cNvSpPr/>
            <p:nvPr/>
          </p:nvSpPr>
          <p:spPr>
            <a:xfrm>
              <a:off x="8012430" y="1092199"/>
              <a:ext cx="173990" cy="6350"/>
            </a:xfrm>
            <a:custGeom>
              <a:avLst/>
              <a:gdLst/>
              <a:ahLst/>
              <a:cxnLst/>
              <a:rect l="l" t="t" r="r" b="b"/>
              <a:pathLst>
                <a:path w="173990" h="6350">
                  <a:moveTo>
                    <a:pt x="78740" y="0"/>
                  </a:moveTo>
                  <a:lnTo>
                    <a:pt x="0" y="0"/>
                  </a:lnTo>
                  <a:lnTo>
                    <a:pt x="0" y="6350"/>
                  </a:lnTo>
                  <a:lnTo>
                    <a:pt x="78740" y="6350"/>
                  </a:lnTo>
                  <a:lnTo>
                    <a:pt x="78740" y="0"/>
                  </a:lnTo>
                  <a:close/>
                </a:path>
                <a:path w="173990" h="6350">
                  <a:moveTo>
                    <a:pt x="173990" y="2540"/>
                  </a:moveTo>
                  <a:lnTo>
                    <a:pt x="172720" y="2540"/>
                  </a:lnTo>
                  <a:lnTo>
                    <a:pt x="172720" y="0"/>
                  </a:lnTo>
                  <a:lnTo>
                    <a:pt x="87630" y="0"/>
                  </a:lnTo>
                  <a:lnTo>
                    <a:pt x="87630" y="2540"/>
                  </a:lnTo>
                  <a:lnTo>
                    <a:pt x="86360" y="2540"/>
                  </a:lnTo>
                  <a:lnTo>
                    <a:pt x="86360" y="3810"/>
                  </a:lnTo>
                  <a:lnTo>
                    <a:pt x="85090" y="3810"/>
                  </a:lnTo>
                  <a:lnTo>
                    <a:pt x="85090" y="6350"/>
                  </a:lnTo>
                  <a:lnTo>
                    <a:pt x="173990" y="6350"/>
                  </a:lnTo>
                  <a:lnTo>
                    <a:pt x="173990" y="3810"/>
                  </a:lnTo>
                  <a:lnTo>
                    <a:pt x="173990" y="2540"/>
                  </a:lnTo>
                  <a:close/>
                </a:path>
              </a:pathLst>
            </a:custGeom>
            <a:solidFill>
              <a:srgbClr val="063006"/>
            </a:solidFill>
          </p:spPr>
          <p:txBody>
            <a:bodyPr wrap="square" lIns="0" tIns="0" rIns="0" bIns="0" rtlCol="0"/>
            <a:lstStyle/>
            <a:p/>
          </p:txBody>
        </p:sp>
        <p:sp>
          <p:nvSpPr>
            <p:cNvPr id="2629" name="object 2629"/>
            <p:cNvSpPr/>
            <p:nvPr/>
          </p:nvSpPr>
          <p:spPr>
            <a:xfrm>
              <a:off x="8012430" y="1098549"/>
              <a:ext cx="177800" cy="7620"/>
            </a:xfrm>
            <a:custGeom>
              <a:avLst/>
              <a:gdLst/>
              <a:ahLst/>
              <a:cxnLst/>
              <a:rect l="l" t="t" r="r" b="b"/>
              <a:pathLst>
                <a:path w="177800" h="7619">
                  <a:moveTo>
                    <a:pt x="78740" y="0"/>
                  </a:moveTo>
                  <a:lnTo>
                    <a:pt x="0" y="0"/>
                  </a:lnTo>
                  <a:lnTo>
                    <a:pt x="0" y="7620"/>
                  </a:lnTo>
                  <a:lnTo>
                    <a:pt x="78740" y="7620"/>
                  </a:lnTo>
                  <a:lnTo>
                    <a:pt x="78740" y="0"/>
                  </a:lnTo>
                  <a:close/>
                </a:path>
                <a:path w="177800" h="7619">
                  <a:moveTo>
                    <a:pt x="177800" y="6350"/>
                  </a:moveTo>
                  <a:lnTo>
                    <a:pt x="176530" y="6350"/>
                  </a:lnTo>
                  <a:lnTo>
                    <a:pt x="176530" y="5080"/>
                  </a:lnTo>
                  <a:lnTo>
                    <a:pt x="176530" y="2540"/>
                  </a:lnTo>
                  <a:lnTo>
                    <a:pt x="175260" y="2540"/>
                  </a:lnTo>
                  <a:lnTo>
                    <a:pt x="175260" y="0"/>
                  </a:lnTo>
                  <a:lnTo>
                    <a:pt x="83820" y="0"/>
                  </a:lnTo>
                  <a:lnTo>
                    <a:pt x="83820" y="2540"/>
                  </a:lnTo>
                  <a:lnTo>
                    <a:pt x="82550" y="2540"/>
                  </a:lnTo>
                  <a:lnTo>
                    <a:pt x="82550" y="5080"/>
                  </a:lnTo>
                  <a:lnTo>
                    <a:pt x="81280" y="5080"/>
                  </a:lnTo>
                  <a:lnTo>
                    <a:pt x="81280" y="6350"/>
                  </a:lnTo>
                  <a:lnTo>
                    <a:pt x="80010" y="6350"/>
                  </a:lnTo>
                  <a:lnTo>
                    <a:pt x="80010" y="7620"/>
                  </a:lnTo>
                  <a:lnTo>
                    <a:pt x="177800" y="7620"/>
                  </a:lnTo>
                  <a:lnTo>
                    <a:pt x="177800" y="6350"/>
                  </a:lnTo>
                  <a:close/>
                </a:path>
              </a:pathLst>
            </a:custGeom>
            <a:solidFill>
              <a:srgbClr val="072F07"/>
            </a:solidFill>
          </p:spPr>
          <p:txBody>
            <a:bodyPr wrap="square" lIns="0" tIns="0" rIns="0" bIns="0" rtlCol="0"/>
            <a:lstStyle/>
            <a:p/>
          </p:txBody>
        </p:sp>
        <p:sp>
          <p:nvSpPr>
            <p:cNvPr id="2630" name="object 2630"/>
            <p:cNvSpPr/>
            <p:nvPr/>
          </p:nvSpPr>
          <p:spPr>
            <a:xfrm>
              <a:off x="8012430" y="1106169"/>
              <a:ext cx="179070" cy="7620"/>
            </a:xfrm>
            <a:custGeom>
              <a:avLst/>
              <a:gdLst/>
              <a:ahLst/>
              <a:cxnLst/>
              <a:rect l="l" t="t" r="r" b="b"/>
              <a:pathLst>
                <a:path w="179070" h="7619">
                  <a:moveTo>
                    <a:pt x="179070" y="1270"/>
                  </a:moveTo>
                  <a:lnTo>
                    <a:pt x="177800" y="1270"/>
                  </a:lnTo>
                  <a:lnTo>
                    <a:pt x="177800" y="0"/>
                  </a:lnTo>
                  <a:lnTo>
                    <a:pt x="0" y="0"/>
                  </a:lnTo>
                  <a:lnTo>
                    <a:pt x="0" y="1270"/>
                  </a:lnTo>
                  <a:lnTo>
                    <a:pt x="0" y="7620"/>
                  </a:lnTo>
                  <a:lnTo>
                    <a:pt x="179070" y="7620"/>
                  </a:lnTo>
                  <a:lnTo>
                    <a:pt x="179070" y="1270"/>
                  </a:lnTo>
                  <a:close/>
                </a:path>
              </a:pathLst>
            </a:custGeom>
            <a:solidFill>
              <a:srgbClr val="092E09"/>
            </a:solidFill>
          </p:spPr>
          <p:txBody>
            <a:bodyPr wrap="square" lIns="0" tIns="0" rIns="0" bIns="0" rtlCol="0"/>
            <a:lstStyle/>
            <a:p/>
          </p:txBody>
        </p:sp>
        <p:sp>
          <p:nvSpPr>
            <p:cNvPr id="2631" name="object 2631"/>
            <p:cNvSpPr/>
            <p:nvPr/>
          </p:nvSpPr>
          <p:spPr>
            <a:xfrm>
              <a:off x="8012430" y="1113789"/>
              <a:ext cx="180340" cy="6350"/>
            </a:xfrm>
            <a:custGeom>
              <a:avLst/>
              <a:gdLst/>
              <a:ahLst/>
              <a:cxnLst/>
              <a:rect l="l" t="t" r="r" b="b"/>
              <a:pathLst>
                <a:path w="180340" h="6350">
                  <a:moveTo>
                    <a:pt x="180340" y="0"/>
                  </a:moveTo>
                  <a:lnTo>
                    <a:pt x="0" y="0"/>
                  </a:lnTo>
                  <a:lnTo>
                    <a:pt x="0" y="6350"/>
                  </a:lnTo>
                  <a:lnTo>
                    <a:pt x="180340" y="6350"/>
                  </a:lnTo>
                  <a:lnTo>
                    <a:pt x="180340" y="0"/>
                  </a:lnTo>
                  <a:close/>
                </a:path>
              </a:pathLst>
            </a:custGeom>
            <a:solidFill>
              <a:srgbClr val="0A2E0A"/>
            </a:solidFill>
          </p:spPr>
          <p:txBody>
            <a:bodyPr wrap="square" lIns="0" tIns="0" rIns="0" bIns="0" rtlCol="0"/>
            <a:lstStyle/>
            <a:p/>
          </p:txBody>
        </p:sp>
        <p:sp>
          <p:nvSpPr>
            <p:cNvPr id="2632" name="object 2632"/>
            <p:cNvSpPr/>
            <p:nvPr/>
          </p:nvSpPr>
          <p:spPr>
            <a:xfrm>
              <a:off x="8012430" y="1120139"/>
              <a:ext cx="182880" cy="7620"/>
            </a:xfrm>
            <a:custGeom>
              <a:avLst/>
              <a:gdLst/>
              <a:ahLst/>
              <a:cxnLst/>
              <a:rect l="l" t="t" r="r" b="b"/>
              <a:pathLst>
                <a:path w="182879" h="7619">
                  <a:moveTo>
                    <a:pt x="182880" y="3810"/>
                  </a:moveTo>
                  <a:lnTo>
                    <a:pt x="181597" y="3810"/>
                  </a:lnTo>
                  <a:lnTo>
                    <a:pt x="181597" y="0"/>
                  </a:lnTo>
                  <a:lnTo>
                    <a:pt x="0" y="0"/>
                  </a:lnTo>
                  <a:lnTo>
                    <a:pt x="0" y="3810"/>
                  </a:lnTo>
                  <a:lnTo>
                    <a:pt x="0" y="7620"/>
                  </a:lnTo>
                  <a:lnTo>
                    <a:pt x="182880" y="7620"/>
                  </a:lnTo>
                  <a:lnTo>
                    <a:pt x="182880" y="3810"/>
                  </a:lnTo>
                  <a:close/>
                </a:path>
              </a:pathLst>
            </a:custGeom>
            <a:solidFill>
              <a:srgbClr val="0C2D0C"/>
            </a:solidFill>
          </p:spPr>
          <p:txBody>
            <a:bodyPr wrap="square" lIns="0" tIns="0" rIns="0" bIns="0" rtlCol="0"/>
            <a:lstStyle/>
            <a:p/>
          </p:txBody>
        </p:sp>
        <p:sp>
          <p:nvSpPr>
            <p:cNvPr id="2633" name="object 2633"/>
            <p:cNvSpPr/>
            <p:nvPr/>
          </p:nvSpPr>
          <p:spPr>
            <a:xfrm>
              <a:off x="8012430" y="1127759"/>
              <a:ext cx="184150" cy="7620"/>
            </a:xfrm>
            <a:custGeom>
              <a:avLst/>
              <a:gdLst/>
              <a:ahLst/>
              <a:cxnLst/>
              <a:rect l="l" t="t" r="r" b="b"/>
              <a:pathLst>
                <a:path w="184150" h="7619">
                  <a:moveTo>
                    <a:pt x="184150" y="2540"/>
                  </a:moveTo>
                  <a:lnTo>
                    <a:pt x="182880" y="2540"/>
                  </a:lnTo>
                  <a:lnTo>
                    <a:pt x="182880" y="0"/>
                  </a:lnTo>
                  <a:lnTo>
                    <a:pt x="0" y="0"/>
                  </a:lnTo>
                  <a:lnTo>
                    <a:pt x="0" y="2540"/>
                  </a:lnTo>
                  <a:lnTo>
                    <a:pt x="0" y="7620"/>
                  </a:lnTo>
                  <a:lnTo>
                    <a:pt x="184150" y="7620"/>
                  </a:lnTo>
                  <a:lnTo>
                    <a:pt x="184150" y="2540"/>
                  </a:lnTo>
                  <a:close/>
                </a:path>
              </a:pathLst>
            </a:custGeom>
            <a:solidFill>
              <a:srgbClr val="0D2D0D"/>
            </a:solidFill>
          </p:spPr>
          <p:txBody>
            <a:bodyPr wrap="square" lIns="0" tIns="0" rIns="0" bIns="0" rtlCol="0"/>
            <a:lstStyle/>
            <a:p/>
          </p:txBody>
        </p:sp>
        <p:sp>
          <p:nvSpPr>
            <p:cNvPr id="2634" name="object 2634"/>
            <p:cNvSpPr/>
            <p:nvPr/>
          </p:nvSpPr>
          <p:spPr>
            <a:xfrm>
              <a:off x="8012430" y="1135379"/>
              <a:ext cx="186690" cy="6350"/>
            </a:xfrm>
            <a:custGeom>
              <a:avLst/>
              <a:gdLst/>
              <a:ahLst/>
              <a:cxnLst/>
              <a:rect l="l" t="t" r="r" b="b"/>
              <a:pathLst>
                <a:path w="186690" h="6350">
                  <a:moveTo>
                    <a:pt x="186690" y="5080"/>
                  </a:moveTo>
                  <a:lnTo>
                    <a:pt x="185420" y="5080"/>
                  </a:lnTo>
                  <a:lnTo>
                    <a:pt x="185420" y="1270"/>
                  </a:lnTo>
                  <a:lnTo>
                    <a:pt x="184150" y="1270"/>
                  </a:lnTo>
                  <a:lnTo>
                    <a:pt x="184150" y="0"/>
                  </a:lnTo>
                  <a:lnTo>
                    <a:pt x="0" y="0"/>
                  </a:lnTo>
                  <a:lnTo>
                    <a:pt x="0" y="1270"/>
                  </a:lnTo>
                  <a:lnTo>
                    <a:pt x="0" y="5080"/>
                  </a:lnTo>
                  <a:lnTo>
                    <a:pt x="0" y="6350"/>
                  </a:lnTo>
                  <a:lnTo>
                    <a:pt x="186690" y="6350"/>
                  </a:lnTo>
                  <a:lnTo>
                    <a:pt x="186690" y="5080"/>
                  </a:lnTo>
                  <a:close/>
                </a:path>
              </a:pathLst>
            </a:custGeom>
            <a:solidFill>
              <a:srgbClr val="0F2C0F"/>
            </a:solidFill>
          </p:spPr>
          <p:txBody>
            <a:bodyPr wrap="square" lIns="0" tIns="0" rIns="0" bIns="0" rtlCol="0"/>
            <a:lstStyle/>
            <a:p/>
          </p:txBody>
        </p:sp>
        <p:sp>
          <p:nvSpPr>
            <p:cNvPr id="2635" name="object 2635"/>
            <p:cNvSpPr/>
            <p:nvPr/>
          </p:nvSpPr>
          <p:spPr>
            <a:xfrm>
              <a:off x="8012430" y="1141729"/>
              <a:ext cx="187960" cy="7620"/>
            </a:xfrm>
            <a:custGeom>
              <a:avLst/>
              <a:gdLst/>
              <a:ahLst/>
              <a:cxnLst/>
              <a:rect l="l" t="t" r="r" b="b"/>
              <a:pathLst>
                <a:path w="187959" h="7619">
                  <a:moveTo>
                    <a:pt x="187947" y="5080"/>
                  </a:moveTo>
                  <a:lnTo>
                    <a:pt x="186690" y="5080"/>
                  </a:lnTo>
                  <a:lnTo>
                    <a:pt x="186690" y="0"/>
                  </a:lnTo>
                  <a:lnTo>
                    <a:pt x="0" y="0"/>
                  </a:lnTo>
                  <a:lnTo>
                    <a:pt x="0" y="5080"/>
                  </a:lnTo>
                  <a:lnTo>
                    <a:pt x="0" y="7620"/>
                  </a:lnTo>
                  <a:lnTo>
                    <a:pt x="187947" y="7620"/>
                  </a:lnTo>
                  <a:lnTo>
                    <a:pt x="187947" y="5080"/>
                  </a:lnTo>
                  <a:close/>
                </a:path>
              </a:pathLst>
            </a:custGeom>
            <a:solidFill>
              <a:srgbClr val="102B10"/>
            </a:solidFill>
          </p:spPr>
          <p:txBody>
            <a:bodyPr wrap="square" lIns="0" tIns="0" rIns="0" bIns="0" rtlCol="0"/>
            <a:lstStyle/>
            <a:p/>
          </p:txBody>
        </p:sp>
        <p:sp>
          <p:nvSpPr>
            <p:cNvPr id="2636" name="object 2636"/>
            <p:cNvSpPr/>
            <p:nvPr/>
          </p:nvSpPr>
          <p:spPr>
            <a:xfrm>
              <a:off x="8012430" y="1149349"/>
              <a:ext cx="189230" cy="7620"/>
            </a:xfrm>
            <a:custGeom>
              <a:avLst/>
              <a:gdLst/>
              <a:ahLst/>
              <a:cxnLst/>
              <a:rect l="l" t="t" r="r" b="b"/>
              <a:pathLst>
                <a:path w="189229" h="7619">
                  <a:moveTo>
                    <a:pt x="189230" y="6350"/>
                  </a:moveTo>
                  <a:lnTo>
                    <a:pt x="187947" y="6350"/>
                  </a:lnTo>
                  <a:lnTo>
                    <a:pt x="187947" y="0"/>
                  </a:lnTo>
                  <a:lnTo>
                    <a:pt x="0" y="0"/>
                  </a:lnTo>
                  <a:lnTo>
                    <a:pt x="0" y="6350"/>
                  </a:lnTo>
                  <a:lnTo>
                    <a:pt x="0" y="7620"/>
                  </a:lnTo>
                  <a:lnTo>
                    <a:pt x="189230" y="7620"/>
                  </a:lnTo>
                  <a:lnTo>
                    <a:pt x="189230" y="6350"/>
                  </a:lnTo>
                  <a:close/>
                </a:path>
              </a:pathLst>
            </a:custGeom>
            <a:solidFill>
              <a:srgbClr val="122B12"/>
            </a:solidFill>
          </p:spPr>
          <p:txBody>
            <a:bodyPr wrap="square" lIns="0" tIns="0" rIns="0" bIns="0" rtlCol="0"/>
            <a:lstStyle/>
            <a:p/>
          </p:txBody>
        </p:sp>
        <p:sp>
          <p:nvSpPr>
            <p:cNvPr id="2637" name="object 2637"/>
            <p:cNvSpPr/>
            <p:nvPr/>
          </p:nvSpPr>
          <p:spPr>
            <a:xfrm>
              <a:off x="8012430" y="1156969"/>
              <a:ext cx="189230" cy="7620"/>
            </a:xfrm>
            <a:custGeom>
              <a:avLst/>
              <a:gdLst/>
              <a:ahLst/>
              <a:cxnLst/>
              <a:rect l="l" t="t" r="r" b="b"/>
              <a:pathLst>
                <a:path w="189229" h="7619">
                  <a:moveTo>
                    <a:pt x="0" y="7619"/>
                  </a:moveTo>
                  <a:lnTo>
                    <a:pt x="0" y="0"/>
                  </a:lnTo>
                  <a:lnTo>
                    <a:pt x="189229" y="0"/>
                  </a:lnTo>
                  <a:lnTo>
                    <a:pt x="189229" y="7619"/>
                  </a:lnTo>
                  <a:lnTo>
                    <a:pt x="0" y="7619"/>
                  </a:lnTo>
                  <a:close/>
                </a:path>
              </a:pathLst>
            </a:custGeom>
            <a:solidFill>
              <a:srgbClr val="132A13"/>
            </a:solidFill>
          </p:spPr>
          <p:txBody>
            <a:bodyPr wrap="square" lIns="0" tIns="0" rIns="0" bIns="0" rtlCol="0"/>
            <a:lstStyle/>
            <a:p/>
          </p:txBody>
        </p:sp>
        <p:sp>
          <p:nvSpPr>
            <p:cNvPr id="2638" name="object 2638"/>
            <p:cNvSpPr/>
            <p:nvPr/>
          </p:nvSpPr>
          <p:spPr>
            <a:xfrm>
              <a:off x="8012430" y="1164589"/>
              <a:ext cx="190500" cy="6350"/>
            </a:xfrm>
            <a:custGeom>
              <a:avLst/>
              <a:gdLst/>
              <a:ahLst/>
              <a:cxnLst/>
              <a:rect l="l" t="t" r="r" b="b"/>
              <a:pathLst>
                <a:path w="190500" h="6350">
                  <a:moveTo>
                    <a:pt x="190500" y="1270"/>
                  </a:moveTo>
                  <a:lnTo>
                    <a:pt x="189230" y="1270"/>
                  </a:lnTo>
                  <a:lnTo>
                    <a:pt x="189230" y="0"/>
                  </a:lnTo>
                  <a:lnTo>
                    <a:pt x="0" y="0"/>
                  </a:lnTo>
                  <a:lnTo>
                    <a:pt x="0" y="1270"/>
                  </a:lnTo>
                  <a:lnTo>
                    <a:pt x="0" y="6350"/>
                  </a:lnTo>
                  <a:lnTo>
                    <a:pt x="190500" y="6350"/>
                  </a:lnTo>
                  <a:lnTo>
                    <a:pt x="190500" y="1270"/>
                  </a:lnTo>
                  <a:close/>
                </a:path>
              </a:pathLst>
            </a:custGeom>
            <a:solidFill>
              <a:srgbClr val="152A15"/>
            </a:solidFill>
          </p:spPr>
          <p:txBody>
            <a:bodyPr wrap="square" lIns="0" tIns="0" rIns="0" bIns="0" rtlCol="0"/>
            <a:lstStyle/>
            <a:p/>
          </p:txBody>
        </p:sp>
        <p:sp>
          <p:nvSpPr>
            <p:cNvPr id="2639" name="object 2639"/>
            <p:cNvSpPr/>
            <p:nvPr/>
          </p:nvSpPr>
          <p:spPr>
            <a:xfrm>
              <a:off x="8012430" y="1170939"/>
              <a:ext cx="191770" cy="7620"/>
            </a:xfrm>
            <a:custGeom>
              <a:avLst/>
              <a:gdLst/>
              <a:ahLst/>
              <a:cxnLst/>
              <a:rect l="l" t="t" r="r" b="b"/>
              <a:pathLst>
                <a:path w="191770" h="7619">
                  <a:moveTo>
                    <a:pt x="191770" y="6350"/>
                  </a:moveTo>
                  <a:lnTo>
                    <a:pt x="190500" y="6350"/>
                  </a:lnTo>
                  <a:lnTo>
                    <a:pt x="190500" y="0"/>
                  </a:lnTo>
                  <a:lnTo>
                    <a:pt x="0" y="0"/>
                  </a:lnTo>
                  <a:lnTo>
                    <a:pt x="0" y="6350"/>
                  </a:lnTo>
                  <a:lnTo>
                    <a:pt x="0" y="7620"/>
                  </a:lnTo>
                  <a:lnTo>
                    <a:pt x="191770" y="7620"/>
                  </a:lnTo>
                  <a:lnTo>
                    <a:pt x="191770" y="6350"/>
                  </a:lnTo>
                  <a:close/>
                </a:path>
              </a:pathLst>
            </a:custGeom>
            <a:solidFill>
              <a:srgbClr val="162916"/>
            </a:solidFill>
          </p:spPr>
          <p:txBody>
            <a:bodyPr wrap="square" lIns="0" tIns="0" rIns="0" bIns="0" rtlCol="0"/>
            <a:lstStyle/>
            <a:p/>
          </p:txBody>
        </p:sp>
        <p:sp>
          <p:nvSpPr>
            <p:cNvPr id="2640" name="object 2640"/>
            <p:cNvSpPr/>
            <p:nvPr/>
          </p:nvSpPr>
          <p:spPr>
            <a:xfrm>
              <a:off x="8012430" y="1178559"/>
              <a:ext cx="191770" cy="7620"/>
            </a:xfrm>
            <a:custGeom>
              <a:avLst/>
              <a:gdLst/>
              <a:ahLst/>
              <a:cxnLst/>
              <a:rect l="l" t="t" r="r" b="b"/>
              <a:pathLst>
                <a:path w="191770" h="7619">
                  <a:moveTo>
                    <a:pt x="0" y="7619"/>
                  </a:moveTo>
                  <a:lnTo>
                    <a:pt x="0" y="0"/>
                  </a:lnTo>
                  <a:lnTo>
                    <a:pt x="191770" y="0"/>
                  </a:lnTo>
                  <a:lnTo>
                    <a:pt x="191770" y="7619"/>
                  </a:lnTo>
                  <a:lnTo>
                    <a:pt x="0" y="7619"/>
                  </a:lnTo>
                  <a:close/>
                </a:path>
              </a:pathLst>
            </a:custGeom>
            <a:solidFill>
              <a:srgbClr val="182918"/>
            </a:solidFill>
          </p:spPr>
          <p:txBody>
            <a:bodyPr wrap="square" lIns="0" tIns="0" rIns="0" bIns="0" rtlCol="0"/>
            <a:lstStyle/>
            <a:p/>
          </p:txBody>
        </p:sp>
        <p:sp>
          <p:nvSpPr>
            <p:cNvPr id="2641" name="object 2641"/>
            <p:cNvSpPr/>
            <p:nvPr/>
          </p:nvSpPr>
          <p:spPr>
            <a:xfrm>
              <a:off x="8012430" y="1186179"/>
              <a:ext cx="193040" cy="6350"/>
            </a:xfrm>
            <a:custGeom>
              <a:avLst/>
              <a:gdLst/>
              <a:ahLst/>
              <a:cxnLst/>
              <a:rect l="l" t="t" r="r" b="b"/>
              <a:pathLst>
                <a:path w="193040" h="6350">
                  <a:moveTo>
                    <a:pt x="193040" y="1270"/>
                  </a:moveTo>
                  <a:lnTo>
                    <a:pt x="191770" y="1270"/>
                  </a:lnTo>
                  <a:lnTo>
                    <a:pt x="191770" y="0"/>
                  </a:lnTo>
                  <a:lnTo>
                    <a:pt x="0" y="0"/>
                  </a:lnTo>
                  <a:lnTo>
                    <a:pt x="0" y="1270"/>
                  </a:lnTo>
                  <a:lnTo>
                    <a:pt x="0" y="6350"/>
                  </a:lnTo>
                  <a:lnTo>
                    <a:pt x="193040" y="6350"/>
                  </a:lnTo>
                  <a:lnTo>
                    <a:pt x="193040" y="1270"/>
                  </a:lnTo>
                  <a:close/>
                </a:path>
              </a:pathLst>
            </a:custGeom>
            <a:solidFill>
              <a:srgbClr val="192819"/>
            </a:solidFill>
          </p:spPr>
          <p:txBody>
            <a:bodyPr wrap="square" lIns="0" tIns="0" rIns="0" bIns="0" rtlCol="0"/>
            <a:lstStyle/>
            <a:p/>
          </p:txBody>
        </p:sp>
        <p:sp>
          <p:nvSpPr>
            <p:cNvPr id="2642" name="object 2642"/>
            <p:cNvSpPr/>
            <p:nvPr/>
          </p:nvSpPr>
          <p:spPr>
            <a:xfrm>
              <a:off x="8012430" y="1192529"/>
              <a:ext cx="194310" cy="7620"/>
            </a:xfrm>
            <a:custGeom>
              <a:avLst/>
              <a:gdLst/>
              <a:ahLst/>
              <a:cxnLst/>
              <a:rect l="l" t="t" r="r" b="b"/>
              <a:pathLst>
                <a:path w="194309" h="7619">
                  <a:moveTo>
                    <a:pt x="193040" y="0"/>
                  </a:moveTo>
                  <a:lnTo>
                    <a:pt x="0" y="0"/>
                  </a:lnTo>
                  <a:lnTo>
                    <a:pt x="0" y="6350"/>
                  </a:lnTo>
                  <a:lnTo>
                    <a:pt x="193040" y="6350"/>
                  </a:lnTo>
                  <a:lnTo>
                    <a:pt x="193040" y="0"/>
                  </a:lnTo>
                  <a:close/>
                </a:path>
                <a:path w="194309" h="7619">
                  <a:moveTo>
                    <a:pt x="194297" y="6362"/>
                  </a:moveTo>
                  <a:lnTo>
                    <a:pt x="0" y="6362"/>
                  </a:lnTo>
                  <a:lnTo>
                    <a:pt x="0" y="7620"/>
                  </a:lnTo>
                  <a:lnTo>
                    <a:pt x="194297" y="7620"/>
                  </a:lnTo>
                  <a:lnTo>
                    <a:pt x="194297" y="6362"/>
                  </a:lnTo>
                  <a:close/>
                </a:path>
              </a:pathLst>
            </a:custGeom>
            <a:solidFill>
              <a:srgbClr val="1A271A"/>
            </a:solidFill>
          </p:spPr>
          <p:txBody>
            <a:bodyPr wrap="square" lIns="0" tIns="0" rIns="0" bIns="0" rtlCol="0"/>
            <a:lstStyle/>
            <a:p/>
          </p:txBody>
        </p:sp>
        <p:sp>
          <p:nvSpPr>
            <p:cNvPr id="2643" name="object 2643"/>
            <p:cNvSpPr/>
            <p:nvPr/>
          </p:nvSpPr>
          <p:spPr>
            <a:xfrm>
              <a:off x="8012430" y="1200149"/>
              <a:ext cx="194310" cy="7620"/>
            </a:xfrm>
            <a:custGeom>
              <a:avLst/>
              <a:gdLst/>
              <a:ahLst/>
              <a:cxnLst/>
              <a:rect l="l" t="t" r="r" b="b"/>
              <a:pathLst>
                <a:path w="194309" h="7619">
                  <a:moveTo>
                    <a:pt x="0" y="7620"/>
                  </a:moveTo>
                  <a:lnTo>
                    <a:pt x="0" y="0"/>
                  </a:lnTo>
                  <a:lnTo>
                    <a:pt x="194309" y="0"/>
                  </a:lnTo>
                  <a:lnTo>
                    <a:pt x="194309" y="7620"/>
                  </a:lnTo>
                  <a:lnTo>
                    <a:pt x="0" y="7620"/>
                  </a:lnTo>
                  <a:close/>
                </a:path>
              </a:pathLst>
            </a:custGeom>
            <a:solidFill>
              <a:srgbClr val="1C271C"/>
            </a:solidFill>
          </p:spPr>
          <p:txBody>
            <a:bodyPr wrap="square" lIns="0" tIns="0" rIns="0" bIns="0" rtlCol="0"/>
            <a:lstStyle/>
            <a:p/>
          </p:txBody>
        </p:sp>
        <p:sp>
          <p:nvSpPr>
            <p:cNvPr id="2644" name="object 2644"/>
            <p:cNvSpPr/>
            <p:nvPr/>
          </p:nvSpPr>
          <p:spPr>
            <a:xfrm>
              <a:off x="8012430" y="1207769"/>
              <a:ext cx="195580" cy="6350"/>
            </a:xfrm>
            <a:custGeom>
              <a:avLst/>
              <a:gdLst/>
              <a:ahLst/>
              <a:cxnLst/>
              <a:rect l="l" t="t" r="r" b="b"/>
              <a:pathLst>
                <a:path w="195579" h="6350">
                  <a:moveTo>
                    <a:pt x="195580" y="2540"/>
                  </a:moveTo>
                  <a:lnTo>
                    <a:pt x="194297" y="2540"/>
                  </a:lnTo>
                  <a:lnTo>
                    <a:pt x="194297" y="0"/>
                  </a:lnTo>
                  <a:lnTo>
                    <a:pt x="0" y="0"/>
                  </a:lnTo>
                  <a:lnTo>
                    <a:pt x="0" y="2540"/>
                  </a:lnTo>
                  <a:lnTo>
                    <a:pt x="0" y="6350"/>
                  </a:lnTo>
                  <a:lnTo>
                    <a:pt x="195580" y="6350"/>
                  </a:lnTo>
                  <a:lnTo>
                    <a:pt x="195580" y="2540"/>
                  </a:lnTo>
                  <a:close/>
                </a:path>
              </a:pathLst>
            </a:custGeom>
            <a:solidFill>
              <a:srgbClr val="1D261D"/>
            </a:solidFill>
          </p:spPr>
          <p:txBody>
            <a:bodyPr wrap="square" lIns="0" tIns="0" rIns="0" bIns="0" rtlCol="0"/>
            <a:lstStyle/>
            <a:p/>
          </p:txBody>
        </p:sp>
        <p:sp>
          <p:nvSpPr>
            <p:cNvPr id="2645" name="object 2645"/>
            <p:cNvSpPr/>
            <p:nvPr/>
          </p:nvSpPr>
          <p:spPr>
            <a:xfrm>
              <a:off x="8012430" y="1214119"/>
              <a:ext cx="195580" cy="7620"/>
            </a:xfrm>
            <a:custGeom>
              <a:avLst/>
              <a:gdLst/>
              <a:ahLst/>
              <a:cxnLst/>
              <a:rect l="l" t="t" r="r" b="b"/>
              <a:pathLst>
                <a:path w="195579" h="7619">
                  <a:moveTo>
                    <a:pt x="0" y="7619"/>
                  </a:moveTo>
                  <a:lnTo>
                    <a:pt x="0" y="0"/>
                  </a:lnTo>
                  <a:lnTo>
                    <a:pt x="195579" y="0"/>
                  </a:lnTo>
                  <a:lnTo>
                    <a:pt x="195579" y="7619"/>
                  </a:lnTo>
                  <a:lnTo>
                    <a:pt x="0" y="7619"/>
                  </a:lnTo>
                  <a:close/>
                </a:path>
              </a:pathLst>
            </a:custGeom>
            <a:solidFill>
              <a:srgbClr val="1F261F"/>
            </a:solidFill>
          </p:spPr>
          <p:txBody>
            <a:bodyPr wrap="square" lIns="0" tIns="0" rIns="0" bIns="0" rtlCol="0"/>
            <a:lstStyle/>
            <a:p/>
          </p:txBody>
        </p:sp>
        <p:sp>
          <p:nvSpPr>
            <p:cNvPr id="2646" name="object 2646"/>
            <p:cNvSpPr/>
            <p:nvPr/>
          </p:nvSpPr>
          <p:spPr>
            <a:xfrm>
              <a:off x="8012430" y="1221739"/>
              <a:ext cx="196850" cy="7620"/>
            </a:xfrm>
            <a:custGeom>
              <a:avLst/>
              <a:gdLst/>
              <a:ahLst/>
              <a:cxnLst/>
              <a:rect l="l" t="t" r="r" b="b"/>
              <a:pathLst>
                <a:path w="196850" h="7619">
                  <a:moveTo>
                    <a:pt x="196850" y="6350"/>
                  </a:moveTo>
                  <a:lnTo>
                    <a:pt x="195580" y="6350"/>
                  </a:lnTo>
                  <a:lnTo>
                    <a:pt x="195580" y="0"/>
                  </a:lnTo>
                  <a:lnTo>
                    <a:pt x="0" y="0"/>
                  </a:lnTo>
                  <a:lnTo>
                    <a:pt x="0" y="6350"/>
                  </a:lnTo>
                  <a:lnTo>
                    <a:pt x="0" y="7620"/>
                  </a:lnTo>
                  <a:lnTo>
                    <a:pt x="196850" y="7620"/>
                  </a:lnTo>
                  <a:lnTo>
                    <a:pt x="196850" y="6350"/>
                  </a:lnTo>
                  <a:close/>
                </a:path>
              </a:pathLst>
            </a:custGeom>
            <a:solidFill>
              <a:srgbClr val="202520"/>
            </a:solidFill>
          </p:spPr>
          <p:txBody>
            <a:bodyPr wrap="square" lIns="0" tIns="0" rIns="0" bIns="0" rtlCol="0"/>
            <a:lstStyle/>
            <a:p/>
          </p:txBody>
        </p:sp>
        <p:sp>
          <p:nvSpPr>
            <p:cNvPr id="2647" name="object 2647"/>
            <p:cNvSpPr/>
            <p:nvPr/>
          </p:nvSpPr>
          <p:spPr>
            <a:xfrm>
              <a:off x="8012430" y="122935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222422"/>
            </a:solidFill>
          </p:spPr>
          <p:txBody>
            <a:bodyPr wrap="square" lIns="0" tIns="0" rIns="0" bIns="0" rtlCol="0"/>
            <a:lstStyle/>
            <a:p/>
          </p:txBody>
        </p:sp>
        <p:sp>
          <p:nvSpPr>
            <p:cNvPr id="2648" name="object 2648"/>
            <p:cNvSpPr/>
            <p:nvPr/>
          </p:nvSpPr>
          <p:spPr>
            <a:xfrm>
              <a:off x="8012430" y="1235709"/>
              <a:ext cx="196850" cy="7620"/>
            </a:xfrm>
            <a:custGeom>
              <a:avLst/>
              <a:gdLst/>
              <a:ahLst/>
              <a:cxnLst/>
              <a:rect l="l" t="t" r="r" b="b"/>
              <a:pathLst>
                <a:path w="196850" h="7619">
                  <a:moveTo>
                    <a:pt x="0" y="7619"/>
                  </a:moveTo>
                  <a:lnTo>
                    <a:pt x="0" y="0"/>
                  </a:lnTo>
                  <a:lnTo>
                    <a:pt x="196850" y="0"/>
                  </a:lnTo>
                  <a:lnTo>
                    <a:pt x="196850" y="7619"/>
                  </a:lnTo>
                  <a:lnTo>
                    <a:pt x="0" y="7619"/>
                  </a:lnTo>
                  <a:close/>
                </a:path>
              </a:pathLst>
            </a:custGeom>
            <a:solidFill>
              <a:srgbClr val="232423"/>
            </a:solidFill>
          </p:spPr>
          <p:txBody>
            <a:bodyPr wrap="square" lIns="0" tIns="0" rIns="0" bIns="0" rtlCol="0"/>
            <a:lstStyle/>
            <a:p/>
          </p:txBody>
        </p:sp>
        <p:sp>
          <p:nvSpPr>
            <p:cNvPr id="2649" name="object 2649"/>
            <p:cNvSpPr/>
            <p:nvPr/>
          </p:nvSpPr>
          <p:spPr>
            <a:xfrm>
              <a:off x="8012430" y="124332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252325"/>
            </a:solidFill>
          </p:spPr>
          <p:txBody>
            <a:bodyPr wrap="square" lIns="0" tIns="0" rIns="0" bIns="0" rtlCol="0"/>
            <a:lstStyle/>
            <a:p/>
          </p:txBody>
        </p:sp>
        <p:sp>
          <p:nvSpPr>
            <p:cNvPr id="2650" name="object 2650"/>
            <p:cNvSpPr/>
            <p:nvPr/>
          </p:nvSpPr>
          <p:spPr>
            <a:xfrm>
              <a:off x="8012430" y="1250949"/>
              <a:ext cx="196850" cy="6350"/>
            </a:xfrm>
            <a:custGeom>
              <a:avLst/>
              <a:gdLst/>
              <a:ahLst/>
              <a:cxnLst/>
              <a:rect l="l" t="t" r="r" b="b"/>
              <a:pathLst>
                <a:path w="196850" h="6350">
                  <a:moveTo>
                    <a:pt x="0" y="6350"/>
                  </a:moveTo>
                  <a:lnTo>
                    <a:pt x="0" y="0"/>
                  </a:lnTo>
                  <a:lnTo>
                    <a:pt x="196850" y="0"/>
                  </a:lnTo>
                  <a:lnTo>
                    <a:pt x="196850" y="6350"/>
                  </a:lnTo>
                  <a:lnTo>
                    <a:pt x="0" y="6350"/>
                  </a:lnTo>
                  <a:close/>
                </a:path>
              </a:pathLst>
            </a:custGeom>
            <a:solidFill>
              <a:srgbClr val="262326"/>
            </a:solidFill>
          </p:spPr>
          <p:txBody>
            <a:bodyPr wrap="square" lIns="0" tIns="0" rIns="0" bIns="0" rtlCol="0"/>
            <a:lstStyle/>
            <a:p/>
          </p:txBody>
        </p:sp>
        <p:sp>
          <p:nvSpPr>
            <p:cNvPr id="2651" name="object 2651"/>
            <p:cNvSpPr/>
            <p:nvPr/>
          </p:nvSpPr>
          <p:spPr>
            <a:xfrm>
              <a:off x="8012430" y="1257299"/>
              <a:ext cx="196850" cy="7620"/>
            </a:xfrm>
            <a:custGeom>
              <a:avLst/>
              <a:gdLst/>
              <a:ahLst/>
              <a:cxnLst/>
              <a:rect l="l" t="t" r="r" b="b"/>
              <a:pathLst>
                <a:path w="196850" h="7619">
                  <a:moveTo>
                    <a:pt x="0" y="7620"/>
                  </a:moveTo>
                  <a:lnTo>
                    <a:pt x="0" y="0"/>
                  </a:lnTo>
                  <a:lnTo>
                    <a:pt x="196850" y="0"/>
                  </a:lnTo>
                  <a:lnTo>
                    <a:pt x="196850" y="7620"/>
                  </a:lnTo>
                  <a:lnTo>
                    <a:pt x="0" y="7620"/>
                  </a:lnTo>
                  <a:close/>
                </a:path>
              </a:pathLst>
            </a:custGeom>
            <a:solidFill>
              <a:srgbClr val="282228"/>
            </a:solidFill>
          </p:spPr>
          <p:txBody>
            <a:bodyPr wrap="square" lIns="0" tIns="0" rIns="0" bIns="0" rtlCol="0"/>
            <a:lstStyle/>
            <a:p/>
          </p:txBody>
        </p:sp>
        <p:sp>
          <p:nvSpPr>
            <p:cNvPr id="2652" name="object 2652"/>
            <p:cNvSpPr/>
            <p:nvPr/>
          </p:nvSpPr>
          <p:spPr>
            <a:xfrm>
              <a:off x="8012430" y="1264919"/>
              <a:ext cx="196850" cy="7620"/>
            </a:xfrm>
            <a:custGeom>
              <a:avLst/>
              <a:gdLst/>
              <a:ahLst/>
              <a:cxnLst/>
              <a:rect l="l" t="t" r="r" b="b"/>
              <a:pathLst>
                <a:path w="196850" h="7619">
                  <a:moveTo>
                    <a:pt x="196850" y="0"/>
                  </a:moveTo>
                  <a:lnTo>
                    <a:pt x="0" y="0"/>
                  </a:lnTo>
                  <a:lnTo>
                    <a:pt x="0" y="5080"/>
                  </a:lnTo>
                  <a:lnTo>
                    <a:pt x="0" y="6350"/>
                  </a:lnTo>
                  <a:lnTo>
                    <a:pt x="0" y="7620"/>
                  </a:lnTo>
                  <a:lnTo>
                    <a:pt x="97790" y="7620"/>
                  </a:lnTo>
                  <a:lnTo>
                    <a:pt x="97790" y="6350"/>
                  </a:lnTo>
                  <a:lnTo>
                    <a:pt x="99047" y="6350"/>
                  </a:lnTo>
                  <a:lnTo>
                    <a:pt x="99047" y="5080"/>
                  </a:lnTo>
                  <a:lnTo>
                    <a:pt x="101600" y="5080"/>
                  </a:lnTo>
                  <a:lnTo>
                    <a:pt x="101600" y="6350"/>
                  </a:lnTo>
                  <a:lnTo>
                    <a:pt x="102870" y="6350"/>
                  </a:lnTo>
                  <a:lnTo>
                    <a:pt x="102870" y="7620"/>
                  </a:lnTo>
                  <a:lnTo>
                    <a:pt x="196850" y="7620"/>
                  </a:lnTo>
                  <a:lnTo>
                    <a:pt x="196850" y="6350"/>
                  </a:lnTo>
                  <a:lnTo>
                    <a:pt x="196850" y="5080"/>
                  </a:lnTo>
                  <a:lnTo>
                    <a:pt x="196850" y="0"/>
                  </a:lnTo>
                  <a:close/>
                </a:path>
              </a:pathLst>
            </a:custGeom>
            <a:solidFill>
              <a:srgbClr val="292129"/>
            </a:solidFill>
          </p:spPr>
          <p:txBody>
            <a:bodyPr wrap="square" lIns="0" tIns="0" rIns="0" bIns="0" rtlCol="0"/>
            <a:lstStyle/>
            <a:p/>
          </p:txBody>
        </p:sp>
        <p:sp>
          <p:nvSpPr>
            <p:cNvPr id="2653" name="object 2653"/>
            <p:cNvSpPr/>
            <p:nvPr/>
          </p:nvSpPr>
          <p:spPr>
            <a:xfrm>
              <a:off x="8012430" y="1272539"/>
              <a:ext cx="196850" cy="7620"/>
            </a:xfrm>
            <a:custGeom>
              <a:avLst/>
              <a:gdLst/>
              <a:ahLst/>
              <a:cxnLst/>
              <a:rect l="l" t="t" r="r" b="b"/>
              <a:pathLst>
                <a:path w="196850" h="7619">
                  <a:moveTo>
                    <a:pt x="96520" y="0"/>
                  </a:moveTo>
                  <a:lnTo>
                    <a:pt x="0" y="0"/>
                  </a:lnTo>
                  <a:lnTo>
                    <a:pt x="0" y="1270"/>
                  </a:lnTo>
                  <a:lnTo>
                    <a:pt x="0" y="2540"/>
                  </a:lnTo>
                  <a:lnTo>
                    <a:pt x="0" y="5080"/>
                  </a:lnTo>
                  <a:lnTo>
                    <a:pt x="0" y="7620"/>
                  </a:lnTo>
                  <a:lnTo>
                    <a:pt x="92697" y="7620"/>
                  </a:lnTo>
                  <a:lnTo>
                    <a:pt x="92697" y="5080"/>
                  </a:lnTo>
                  <a:lnTo>
                    <a:pt x="93980" y="5080"/>
                  </a:lnTo>
                  <a:lnTo>
                    <a:pt x="93980" y="2540"/>
                  </a:lnTo>
                  <a:lnTo>
                    <a:pt x="95250" y="2540"/>
                  </a:lnTo>
                  <a:lnTo>
                    <a:pt x="95250" y="1270"/>
                  </a:lnTo>
                  <a:lnTo>
                    <a:pt x="96520" y="1270"/>
                  </a:lnTo>
                  <a:lnTo>
                    <a:pt x="96520" y="0"/>
                  </a:lnTo>
                  <a:close/>
                </a:path>
                <a:path w="196850" h="7619">
                  <a:moveTo>
                    <a:pt x="196850" y="0"/>
                  </a:moveTo>
                  <a:lnTo>
                    <a:pt x="105410" y="0"/>
                  </a:lnTo>
                  <a:lnTo>
                    <a:pt x="105410" y="2540"/>
                  </a:lnTo>
                  <a:lnTo>
                    <a:pt x="106680" y="2540"/>
                  </a:lnTo>
                  <a:lnTo>
                    <a:pt x="106680" y="3810"/>
                  </a:lnTo>
                  <a:lnTo>
                    <a:pt x="107950" y="3810"/>
                  </a:lnTo>
                  <a:lnTo>
                    <a:pt x="107950" y="7620"/>
                  </a:lnTo>
                  <a:lnTo>
                    <a:pt x="196850" y="7620"/>
                  </a:lnTo>
                  <a:lnTo>
                    <a:pt x="196850" y="3810"/>
                  </a:lnTo>
                  <a:lnTo>
                    <a:pt x="196850" y="2540"/>
                  </a:lnTo>
                  <a:lnTo>
                    <a:pt x="196850" y="0"/>
                  </a:lnTo>
                  <a:close/>
                </a:path>
              </a:pathLst>
            </a:custGeom>
            <a:solidFill>
              <a:srgbClr val="2B212B"/>
            </a:solidFill>
          </p:spPr>
          <p:txBody>
            <a:bodyPr wrap="square" lIns="0" tIns="0" rIns="0" bIns="0" rtlCol="0"/>
            <a:lstStyle/>
            <a:p/>
          </p:txBody>
        </p:sp>
        <p:sp>
          <p:nvSpPr>
            <p:cNvPr id="2654" name="object 2654"/>
            <p:cNvSpPr/>
            <p:nvPr/>
          </p:nvSpPr>
          <p:spPr>
            <a:xfrm>
              <a:off x="8012430" y="1280159"/>
              <a:ext cx="196850" cy="6350"/>
            </a:xfrm>
            <a:custGeom>
              <a:avLst/>
              <a:gdLst/>
              <a:ahLst/>
              <a:cxnLst/>
              <a:rect l="l" t="t" r="r" b="b"/>
              <a:pathLst>
                <a:path w="196850" h="6350">
                  <a:moveTo>
                    <a:pt x="92697" y="0"/>
                  </a:moveTo>
                  <a:lnTo>
                    <a:pt x="0" y="0"/>
                  </a:lnTo>
                  <a:lnTo>
                    <a:pt x="0" y="1270"/>
                  </a:lnTo>
                  <a:lnTo>
                    <a:pt x="0" y="5080"/>
                  </a:lnTo>
                  <a:lnTo>
                    <a:pt x="0" y="6350"/>
                  </a:lnTo>
                  <a:lnTo>
                    <a:pt x="90170" y="6350"/>
                  </a:lnTo>
                  <a:lnTo>
                    <a:pt x="90170" y="5080"/>
                  </a:lnTo>
                  <a:lnTo>
                    <a:pt x="91440" y="5080"/>
                  </a:lnTo>
                  <a:lnTo>
                    <a:pt x="91440" y="1270"/>
                  </a:lnTo>
                  <a:lnTo>
                    <a:pt x="92697" y="1270"/>
                  </a:lnTo>
                  <a:lnTo>
                    <a:pt x="92697" y="0"/>
                  </a:lnTo>
                  <a:close/>
                </a:path>
                <a:path w="196850" h="6350">
                  <a:moveTo>
                    <a:pt x="196850" y="0"/>
                  </a:moveTo>
                  <a:lnTo>
                    <a:pt x="109220" y="0"/>
                  </a:lnTo>
                  <a:lnTo>
                    <a:pt x="109220" y="2540"/>
                  </a:lnTo>
                  <a:lnTo>
                    <a:pt x="110490" y="2540"/>
                  </a:lnTo>
                  <a:lnTo>
                    <a:pt x="110490" y="6350"/>
                  </a:lnTo>
                  <a:lnTo>
                    <a:pt x="196850" y="6350"/>
                  </a:lnTo>
                  <a:lnTo>
                    <a:pt x="196850" y="2540"/>
                  </a:lnTo>
                  <a:lnTo>
                    <a:pt x="196850" y="0"/>
                  </a:lnTo>
                  <a:close/>
                </a:path>
              </a:pathLst>
            </a:custGeom>
            <a:solidFill>
              <a:srgbClr val="2C202C"/>
            </a:solidFill>
          </p:spPr>
          <p:txBody>
            <a:bodyPr wrap="square" lIns="0" tIns="0" rIns="0" bIns="0" rtlCol="0"/>
            <a:lstStyle/>
            <a:p/>
          </p:txBody>
        </p:sp>
        <p:sp>
          <p:nvSpPr>
            <p:cNvPr id="2655" name="object 2655"/>
            <p:cNvSpPr/>
            <p:nvPr/>
          </p:nvSpPr>
          <p:spPr>
            <a:xfrm>
              <a:off x="8012430" y="1286509"/>
              <a:ext cx="196850" cy="7620"/>
            </a:xfrm>
            <a:custGeom>
              <a:avLst/>
              <a:gdLst/>
              <a:ahLst/>
              <a:cxnLst/>
              <a:rect l="l" t="t" r="r" b="b"/>
              <a:pathLst>
                <a:path w="196850" h="7619">
                  <a:moveTo>
                    <a:pt x="90170" y="0"/>
                  </a:moveTo>
                  <a:lnTo>
                    <a:pt x="0" y="0"/>
                  </a:lnTo>
                  <a:lnTo>
                    <a:pt x="0" y="3810"/>
                  </a:lnTo>
                  <a:lnTo>
                    <a:pt x="0" y="7620"/>
                  </a:lnTo>
                  <a:lnTo>
                    <a:pt x="88900" y="7620"/>
                  </a:lnTo>
                  <a:lnTo>
                    <a:pt x="88900" y="3810"/>
                  </a:lnTo>
                  <a:lnTo>
                    <a:pt x="90170" y="3810"/>
                  </a:lnTo>
                  <a:lnTo>
                    <a:pt x="90170" y="0"/>
                  </a:lnTo>
                  <a:close/>
                </a:path>
                <a:path w="196850" h="7619">
                  <a:moveTo>
                    <a:pt x="196850" y="0"/>
                  </a:moveTo>
                  <a:lnTo>
                    <a:pt x="110490" y="0"/>
                  </a:lnTo>
                  <a:lnTo>
                    <a:pt x="110490" y="2540"/>
                  </a:lnTo>
                  <a:lnTo>
                    <a:pt x="111760" y="2540"/>
                  </a:lnTo>
                  <a:lnTo>
                    <a:pt x="111760" y="7620"/>
                  </a:lnTo>
                  <a:lnTo>
                    <a:pt x="196850" y="7620"/>
                  </a:lnTo>
                  <a:lnTo>
                    <a:pt x="196850" y="2540"/>
                  </a:lnTo>
                  <a:lnTo>
                    <a:pt x="196850" y="0"/>
                  </a:lnTo>
                  <a:close/>
                </a:path>
              </a:pathLst>
            </a:custGeom>
            <a:solidFill>
              <a:srgbClr val="2E202E"/>
            </a:solidFill>
          </p:spPr>
          <p:txBody>
            <a:bodyPr wrap="square" lIns="0" tIns="0" rIns="0" bIns="0" rtlCol="0"/>
            <a:lstStyle/>
            <a:p/>
          </p:txBody>
        </p:sp>
        <p:sp>
          <p:nvSpPr>
            <p:cNvPr id="2656" name="object 2656"/>
            <p:cNvSpPr/>
            <p:nvPr/>
          </p:nvSpPr>
          <p:spPr>
            <a:xfrm>
              <a:off x="8012430" y="1294129"/>
              <a:ext cx="196850" cy="7620"/>
            </a:xfrm>
            <a:custGeom>
              <a:avLst/>
              <a:gdLst/>
              <a:ahLst/>
              <a:cxnLst/>
              <a:rect l="l" t="t" r="r" b="b"/>
              <a:pathLst>
                <a:path w="196850" h="7619">
                  <a:moveTo>
                    <a:pt x="87629" y="0"/>
                  </a:moveTo>
                  <a:lnTo>
                    <a:pt x="0" y="0"/>
                  </a:lnTo>
                  <a:lnTo>
                    <a:pt x="0" y="6350"/>
                  </a:lnTo>
                  <a:lnTo>
                    <a:pt x="87629" y="6350"/>
                  </a:lnTo>
                  <a:lnTo>
                    <a:pt x="87629" y="0"/>
                  </a:lnTo>
                  <a:close/>
                </a:path>
                <a:path w="196850" h="7619">
                  <a:moveTo>
                    <a:pt x="196850" y="0"/>
                  </a:moveTo>
                  <a:lnTo>
                    <a:pt x="111760" y="0"/>
                  </a:lnTo>
                  <a:lnTo>
                    <a:pt x="111760" y="3810"/>
                  </a:lnTo>
                  <a:lnTo>
                    <a:pt x="113029" y="3810"/>
                  </a:lnTo>
                  <a:lnTo>
                    <a:pt x="113029" y="6350"/>
                  </a:lnTo>
                  <a:lnTo>
                    <a:pt x="196850" y="6350"/>
                  </a:lnTo>
                  <a:lnTo>
                    <a:pt x="196850" y="0"/>
                  </a:lnTo>
                  <a:close/>
                </a:path>
                <a:path w="196850" h="7619">
                  <a:moveTo>
                    <a:pt x="86359" y="6350"/>
                  </a:moveTo>
                  <a:lnTo>
                    <a:pt x="0" y="6350"/>
                  </a:lnTo>
                  <a:lnTo>
                    <a:pt x="0" y="7620"/>
                  </a:lnTo>
                  <a:lnTo>
                    <a:pt x="86359" y="7620"/>
                  </a:lnTo>
                  <a:lnTo>
                    <a:pt x="86359" y="6350"/>
                  </a:lnTo>
                  <a:close/>
                </a:path>
                <a:path w="196850" h="7619">
                  <a:moveTo>
                    <a:pt x="196850" y="6350"/>
                  </a:moveTo>
                  <a:lnTo>
                    <a:pt x="113029" y="6350"/>
                  </a:lnTo>
                  <a:lnTo>
                    <a:pt x="113029" y="7620"/>
                  </a:lnTo>
                  <a:lnTo>
                    <a:pt x="196850" y="7620"/>
                  </a:lnTo>
                  <a:lnTo>
                    <a:pt x="196850" y="6350"/>
                  </a:lnTo>
                  <a:close/>
                </a:path>
              </a:pathLst>
            </a:custGeom>
            <a:solidFill>
              <a:srgbClr val="2F1F2F"/>
            </a:solidFill>
          </p:spPr>
          <p:txBody>
            <a:bodyPr wrap="square" lIns="0" tIns="0" rIns="0" bIns="0" rtlCol="0"/>
            <a:lstStyle/>
            <a:p/>
          </p:txBody>
        </p:sp>
        <p:sp>
          <p:nvSpPr>
            <p:cNvPr id="2657" name="object 2657"/>
            <p:cNvSpPr/>
            <p:nvPr/>
          </p:nvSpPr>
          <p:spPr>
            <a:xfrm>
              <a:off x="8012430" y="1301749"/>
              <a:ext cx="196850" cy="6350"/>
            </a:xfrm>
            <a:custGeom>
              <a:avLst/>
              <a:gdLst/>
              <a:ahLst/>
              <a:cxnLst/>
              <a:rect l="l" t="t" r="r" b="b"/>
              <a:pathLst>
                <a:path w="196850" h="6350">
                  <a:moveTo>
                    <a:pt x="86347" y="0"/>
                  </a:moveTo>
                  <a:lnTo>
                    <a:pt x="0" y="0"/>
                  </a:lnTo>
                  <a:lnTo>
                    <a:pt x="0" y="6350"/>
                  </a:lnTo>
                  <a:lnTo>
                    <a:pt x="86347" y="6350"/>
                  </a:lnTo>
                  <a:lnTo>
                    <a:pt x="86347" y="0"/>
                  </a:lnTo>
                  <a:close/>
                </a:path>
                <a:path w="196850" h="6350">
                  <a:moveTo>
                    <a:pt x="196850" y="0"/>
                  </a:moveTo>
                  <a:lnTo>
                    <a:pt x="113030" y="0"/>
                  </a:lnTo>
                  <a:lnTo>
                    <a:pt x="113030" y="6350"/>
                  </a:lnTo>
                  <a:lnTo>
                    <a:pt x="196850" y="6350"/>
                  </a:lnTo>
                  <a:lnTo>
                    <a:pt x="196850" y="0"/>
                  </a:lnTo>
                  <a:close/>
                </a:path>
              </a:pathLst>
            </a:custGeom>
            <a:solidFill>
              <a:srgbClr val="311F31"/>
            </a:solidFill>
          </p:spPr>
          <p:txBody>
            <a:bodyPr wrap="square" lIns="0" tIns="0" rIns="0" bIns="0" rtlCol="0"/>
            <a:lstStyle/>
            <a:p/>
          </p:txBody>
        </p:sp>
        <p:sp>
          <p:nvSpPr>
            <p:cNvPr id="2658" name="object 2658"/>
            <p:cNvSpPr/>
            <p:nvPr/>
          </p:nvSpPr>
          <p:spPr>
            <a:xfrm>
              <a:off x="8012430" y="1308099"/>
              <a:ext cx="196850" cy="7620"/>
            </a:xfrm>
            <a:custGeom>
              <a:avLst/>
              <a:gdLst/>
              <a:ahLst/>
              <a:cxnLst/>
              <a:rect l="l" t="t" r="r" b="b"/>
              <a:pathLst>
                <a:path w="196850" h="7619">
                  <a:moveTo>
                    <a:pt x="86359" y="0"/>
                  </a:moveTo>
                  <a:lnTo>
                    <a:pt x="0" y="0"/>
                  </a:lnTo>
                  <a:lnTo>
                    <a:pt x="0" y="7620"/>
                  </a:lnTo>
                  <a:lnTo>
                    <a:pt x="85090" y="7620"/>
                  </a:lnTo>
                  <a:lnTo>
                    <a:pt x="85090" y="3810"/>
                  </a:lnTo>
                  <a:lnTo>
                    <a:pt x="86359" y="3810"/>
                  </a:lnTo>
                  <a:lnTo>
                    <a:pt x="86359" y="0"/>
                  </a:lnTo>
                  <a:close/>
                </a:path>
                <a:path w="196850" h="7619">
                  <a:moveTo>
                    <a:pt x="196850" y="0"/>
                  </a:moveTo>
                  <a:lnTo>
                    <a:pt x="113029" y="0"/>
                  </a:lnTo>
                  <a:lnTo>
                    <a:pt x="113029" y="3810"/>
                  </a:lnTo>
                  <a:lnTo>
                    <a:pt x="114300" y="3810"/>
                  </a:lnTo>
                  <a:lnTo>
                    <a:pt x="114300" y="7620"/>
                  </a:lnTo>
                  <a:lnTo>
                    <a:pt x="196850" y="7620"/>
                  </a:lnTo>
                  <a:lnTo>
                    <a:pt x="196850" y="0"/>
                  </a:lnTo>
                  <a:close/>
                </a:path>
              </a:pathLst>
            </a:custGeom>
            <a:solidFill>
              <a:srgbClr val="331E33"/>
            </a:solidFill>
          </p:spPr>
          <p:txBody>
            <a:bodyPr wrap="square" lIns="0" tIns="0" rIns="0" bIns="0" rtlCol="0"/>
            <a:lstStyle/>
            <a:p/>
          </p:txBody>
        </p:sp>
        <p:sp>
          <p:nvSpPr>
            <p:cNvPr id="2659" name="object 2659"/>
            <p:cNvSpPr/>
            <p:nvPr/>
          </p:nvSpPr>
          <p:spPr>
            <a:xfrm>
              <a:off x="8012430" y="1315719"/>
              <a:ext cx="196850" cy="7620"/>
            </a:xfrm>
            <a:custGeom>
              <a:avLst/>
              <a:gdLst/>
              <a:ahLst/>
              <a:cxnLst/>
              <a:rect l="l" t="t" r="r" b="b"/>
              <a:pathLst>
                <a:path w="196850" h="7619">
                  <a:moveTo>
                    <a:pt x="85090" y="0"/>
                  </a:moveTo>
                  <a:lnTo>
                    <a:pt x="0" y="0"/>
                  </a:lnTo>
                  <a:lnTo>
                    <a:pt x="0" y="7619"/>
                  </a:lnTo>
                  <a:lnTo>
                    <a:pt x="83820" y="7619"/>
                  </a:lnTo>
                  <a:lnTo>
                    <a:pt x="83820" y="5079"/>
                  </a:lnTo>
                  <a:lnTo>
                    <a:pt x="85090" y="5079"/>
                  </a:lnTo>
                  <a:lnTo>
                    <a:pt x="85090" y="0"/>
                  </a:lnTo>
                  <a:close/>
                </a:path>
                <a:path w="196850" h="7619">
                  <a:moveTo>
                    <a:pt x="196850" y="0"/>
                  </a:moveTo>
                  <a:lnTo>
                    <a:pt x="114300" y="0"/>
                  </a:lnTo>
                  <a:lnTo>
                    <a:pt x="114300" y="7619"/>
                  </a:lnTo>
                  <a:lnTo>
                    <a:pt x="196850" y="7619"/>
                  </a:lnTo>
                  <a:lnTo>
                    <a:pt x="196850" y="0"/>
                  </a:lnTo>
                  <a:close/>
                </a:path>
              </a:pathLst>
            </a:custGeom>
            <a:solidFill>
              <a:srgbClr val="331D33"/>
            </a:solidFill>
          </p:spPr>
          <p:txBody>
            <a:bodyPr wrap="square" lIns="0" tIns="0" rIns="0" bIns="0" rtlCol="0"/>
            <a:lstStyle/>
            <a:p/>
          </p:txBody>
        </p:sp>
        <p:sp>
          <p:nvSpPr>
            <p:cNvPr id="2660" name="object 2660"/>
            <p:cNvSpPr/>
            <p:nvPr/>
          </p:nvSpPr>
          <p:spPr>
            <a:xfrm>
              <a:off x="8012430" y="1323339"/>
              <a:ext cx="196850" cy="6350"/>
            </a:xfrm>
            <a:custGeom>
              <a:avLst/>
              <a:gdLst/>
              <a:ahLst/>
              <a:cxnLst/>
              <a:rect l="l" t="t" r="r" b="b"/>
              <a:pathLst>
                <a:path w="196850" h="6350">
                  <a:moveTo>
                    <a:pt x="83820" y="0"/>
                  </a:moveTo>
                  <a:lnTo>
                    <a:pt x="0" y="0"/>
                  </a:lnTo>
                  <a:lnTo>
                    <a:pt x="0" y="6350"/>
                  </a:lnTo>
                  <a:lnTo>
                    <a:pt x="83820" y="6350"/>
                  </a:lnTo>
                  <a:lnTo>
                    <a:pt x="83820" y="0"/>
                  </a:lnTo>
                  <a:close/>
                </a:path>
                <a:path w="196850" h="6350">
                  <a:moveTo>
                    <a:pt x="196850" y="0"/>
                  </a:moveTo>
                  <a:lnTo>
                    <a:pt x="114300" y="0"/>
                  </a:lnTo>
                  <a:lnTo>
                    <a:pt x="114300" y="6350"/>
                  </a:lnTo>
                  <a:lnTo>
                    <a:pt x="196850" y="6350"/>
                  </a:lnTo>
                  <a:lnTo>
                    <a:pt x="196850" y="0"/>
                  </a:lnTo>
                  <a:close/>
                </a:path>
              </a:pathLst>
            </a:custGeom>
            <a:solidFill>
              <a:srgbClr val="351D35"/>
            </a:solidFill>
          </p:spPr>
          <p:txBody>
            <a:bodyPr wrap="square" lIns="0" tIns="0" rIns="0" bIns="0" rtlCol="0"/>
            <a:lstStyle/>
            <a:p/>
          </p:txBody>
        </p:sp>
        <p:sp>
          <p:nvSpPr>
            <p:cNvPr id="2661" name="object 2661"/>
            <p:cNvSpPr/>
            <p:nvPr/>
          </p:nvSpPr>
          <p:spPr>
            <a:xfrm>
              <a:off x="8012430" y="132968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361C36"/>
            </a:solidFill>
          </p:spPr>
          <p:txBody>
            <a:bodyPr wrap="square" lIns="0" tIns="0" rIns="0" bIns="0" rtlCol="0"/>
            <a:lstStyle/>
            <a:p/>
          </p:txBody>
        </p:sp>
        <p:sp>
          <p:nvSpPr>
            <p:cNvPr id="2662" name="object 2662"/>
            <p:cNvSpPr/>
            <p:nvPr/>
          </p:nvSpPr>
          <p:spPr>
            <a:xfrm>
              <a:off x="8012430" y="1337309"/>
              <a:ext cx="196850" cy="7620"/>
            </a:xfrm>
            <a:custGeom>
              <a:avLst/>
              <a:gdLst/>
              <a:ahLst/>
              <a:cxnLst/>
              <a:rect l="l" t="t" r="r" b="b"/>
              <a:pathLst>
                <a:path w="196850" h="7619">
                  <a:moveTo>
                    <a:pt x="83820" y="0"/>
                  </a:moveTo>
                  <a:lnTo>
                    <a:pt x="0" y="0"/>
                  </a:lnTo>
                  <a:lnTo>
                    <a:pt x="0" y="7620"/>
                  </a:lnTo>
                  <a:lnTo>
                    <a:pt x="83820" y="7620"/>
                  </a:lnTo>
                  <a:lnTo>
                    <a:pt x="83820" y="0"/>
                  </a:lnTo>
                  <a:close/>
                </a:path>
                <a:path w="196850" h="7619">
                  <a:moveTo>
                    <a:pt x="196850" y="0"/>
                  </a:moveTo>
                  <a:lnTo>
                    <a:pt x="114300" y="0"/>
                  </a:lnTo>
                  <a:lnTo>
                    <a:pt x="114300" y="7620"/>
                  </a:lnTo>
                  <a:lnTo>
                    <a:pt x="196850" y="7620"/>
                  </a:lnTo>
                  <a:lnTo>
                    <a:pt x="196850" y="0"/>
                  </a:lnTo>
                  <a:close/>
                </a:path>
              </a:pathLst>
            </a:custGeom>
            <a:solidFill>
              <a:srgbClr val="381C38"/>
            </a:solidFill>
          </p:spPr>
          <p:txBody>
            <a:bodyPr wrap="square" lIns="0" tIns="0" rIns="0" bIns="0" rtlCol="0"/>
            <a:lstStyle/>
            <a:p/>
          </p:txBody>
        </p:sp>
        <p:sp>
          <p:nvSpPr>
            <p:cNvPr id="2663" name="object 2663"/>
            <p:cNvSpPr/>
            <p:nvPr/>
          </p:nvSpPr>
          <p:spPr>
            <a:xfrm>
              <a:off x="8012430" y="1344929"/>
              <a:ext cx="196850" cy="6350"/>
            </a:xfrm>
            <a:custGeom>
              <a:avLst/>
              <a:gdLst/>
              <a:ahLst/>
              <a:cxnLst/>
              <a:rect l="l" t="t" r="r" b="b"/>
              <a:pathLst>
                <a:path w="196850" h="6350">
                  <a:moveTo>
                    <a:pt x="83820" y="0"/>
                  </a:moveTo>
                  <a:lnTo>
                    <a:pt x="0" y="0"/>
                  </a:lnTo>
                  <a:lnTo>
                    <a:pt x="0" y="6350"/>
                  </a:lnTo>
                  <a:lnTo>
                    <a:pt x="82550" y="6350"/>
                  </a:lnTo>
                  <a:lnTo>
                    <a:pt x="82550" y="1270"/>
                  </a:lnTo>
                  <a:lnTo>
                    <a:pt x="83820" y="1270"/>
                  </a:lnTo>
                  <a:lnTo>
                    <a:pt x="83820" y="0"/>
                  </a:lnTo>
                  <a:close/>
                </a:path>
                <a:path w="196850" h="6350">
                  <a:moveTo>
                    <a:pt x="196850" y="0"/>
                  </a:moveTo>
                  <a:lnTo>
                    <a:pt x="114300" y="0"/>
                  </a:lnTo>
                  <a:lnTo>
                    <a:pt x="114300" y="6350"/>
                  </a:lnTo>
                  <a:lnTo>
                    <a:pt x="196850" y="6350"/>
                  </a:lnTo>
                  <a:lnTo>
                    <a:pt x="196850" y="0"/>
                  </a:lnTo>
                  <a:close/>
                </a:path>
              </a:pathLst>
            </a:custGeom>
            <a:solidFill>
              <a:srgbClr val="391B39"/>
            </a:solidFill>
          </p:spPr>
          <p:txBody>
            <a:bodyPr wrap="square" lIns="0" tIns="0" rIns="0" bIns="0" rtlCol="0"/>
            <a:lstStyle/>
            <a:p/>
          </p:txBody>
        </p:sp>
        <p:sp>
          <p:nvSpPr>
            <p:cNvPr id="2664" name="object 2664"/>
            <p:cNvSpPr/>
            <p:nvPr/>
          </p:nvSpPr>
          <p:spPr>
            <a:xfrm>
              <a:off x="8012430" y="13512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B1A3B"/>
            </a:solidFill>
          </p:spPr>
          <p:txBody>
            <a:bodyPr wrap="square" lIns="0" tIns="0" rIns="0" bIns="0" rtlCol="0"/>
            <a:lstStyle/>
            <a:p/>
          </p:txBody>
        </p:sp>
        <p:sp>
          <p:nvSpPr>
            <p:cNvPr id="2665" name="object 2665"/>
            <p:cNvSpPr/>
            <p:nvPr/>
          </p:nvSpPr>
          <p:spPr>
            <a:xfrm>
              <a:off x="8012430" y="13588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C1A3C"/>
            </a:solidFill>
          </p:spPr>
          <p:txBody>
            <a:bodyPr wrap="square" lIns="0" tIns="0" rIns="0" bIns="0" rtlCol="0"/>
            <a:lstStyle/>
            <a:p/>
          </p:txBody>
        </p:sp>
        <p:sp>
          <p:nvSpPr>
            <p:cNvPr id="2666" name="object 2666"/>
            <p:cNvSpPr/>
            <p:nvPr/>
          </p:nvSpPr>
          <p:spPr>
            <a:xfrm>
              <a:off x="8012430" y="13665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3E193E"/>
            </a:solidFill>
          </p:spPr>
          <p:txBody>
            <a:bodyPr wrap="square" lIns="0" tIns="0" rIns="0" bIns="0" rtlCol="0"/>
            <a:lstStyle/>
            <a:p/>
          </p:txBody>
        </p:sp>
        <p:sp>
          <p:nvSpPr>
            <p:cNvPr id="2667" name="object 2667"/>
            <p:cNvSpPr/>
            <p:nvPr/>
          </p:nvSpPr>
          <p:spPr>
            <a:xfrm>
              <a:off x="8012430" y="137413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3F193F"/>
            </a:solidFill>
          </p:spPr>
          <p:txBody>
            <a:bodyPr wrap="square" lIns="0" tIns="0" rIns="0" bIns="0" rtlCol="0"/>
            <a:lstStyle/>
            <a:p/>
          </p:txBody>
        </p:sp>
        <p:sp>
          <p:nvSpPr>
            <p:cNvPr id="2668" name="object 2668"/>
            <p:cNvSpPr/>
            <p:nvPr/>
          </p:nvSpPr>
          <p:spPr>
            <a:xfrm>
              <a:off x="8012430" y="13804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11841"/>
            </a:solidFill>
          </p:spPr>
          <p:txBody>
            <a:bodyPr wrap="square" lIns="0" tIns="0" rIns="0" bIns="0" rtlCol="0"/>
            <a:lstStyle/>
            <a:p/>
          </p:txBody>
        </p:sp>
        <p:sp>
          <p:nvSpPr>
            <p:cNvPr id="2669" name="object 2669"/>
            <p:cNvSpPr/>
            <p:nvPr/>
          </p:nvSpPr>
          <p:spPr>
            <a:xfrm>
              <a:off x="8012430" y="13881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21842"/>
            </a:solidFill>
          </p:spPr>
          <p:txBody>
            <a:bodyPr wrap="square" lIns="0" tIns="0" rIns="0" bIns="0" rtlCol="0"/>
            <a:lstStyle/>
            <a:p/>
          </p:txBody>
        </p:sp>
        <p:sp>
          <p:nvSpPr>
            <p:cNvPr id="2670" name="object 2670"/>
            <p:cNvSpPr/>
            <p:nvPr/>
          </p:nvSpPr>
          <p:spPr>
            <a:xfrm>
              <a:off x="8012430" y="139572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41744"/>
            </a:solidFill>
          </p:spPr>
          <p:txBody>
            <a:bodyPr wrap="square" lIns="0" tIns="0" rIns="0" bIns="0" rtlCol="0"/>
            <a:lstStyle/>
            <a:p/>
          </p:txBody>
        </p:sp>
        <p:sp>
          <p:nvSpPr>
            <p:cNvPr id="2671" name="object 2671"/>
            <p:cNvSpPr/>
            <p:nvPr/>
          </p:nvSpPr>
          <p:spPr>
            <a:xfrm>
              <a:off x="8012430" y="14020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51645"/>
            </a:solidFill>
          </p:spPr>
          <p:txBody>
            <a:bodyPr wrap="square" lIns="0" tIns="0" rIns="0" bIns="0" rtlCol="0"/>
            <a:lstStyle/>
            <a:p/>
          </p:txBody>
        </p:sp>
        <p:sp>
          <p:nvSpPr>
            <p:cNvPr id="2672" name="object 2672"/>
            <p:cNvSpPr/>
            <p:nvPr/>
          </p:nvSpPr>
          <p:spPr>
            <a:xfrm>
              <a:off x="8012430" y="140969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71647"/>
            </a:solidFill>
          </p:spPr>
          <p:txBody>
            <a:bodyPr wrap="square" lIns="0" tIns="0" rIns="0" bIns="0" rtlCol="0"/>
            <a:lstStyle/>
            <a:p/>
          </p:txBody>
        </p:sp>
        <p:sp>
          <p:nvSpPr>
            <p:cNvPr id="2673" name="object 2673"/>
            <p:cNvSpPr/>
            <p:nvPr/>
          </p:nvSpPr>
          <p:spPr>
            <a:xfrm>
              <a:off x="8012430" y="141731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81548"/>
            </a:solidFill>
          </p:spPr>
          <p:txBody>
            <a:bodyPr wrap="square" lIns="0" tIns="0" rIns="0" bIns="0" rtlCol="0"/>
            <a:lstStyle/>
            <a:p/>
          </p:txBody>
        </p:sp>
        <p:sp>
          <p:nvSpPr>
            <p:cNvPr id="2674" name="object 2674"/>
            <p:cNvSpPr/>
            <p:nvPr/>
          </p:nvSpPr>
          <p:spPr>
            <a:xfrm>
              <a:off x="8012430" y="14236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A154A"/>
            </a:solidFill>
          </p:spPr>
          <p:txBody>
            <a:bodyPr wrap="square" lIns="0" tIns="0" rIns="0" bIns="0" rtlCol="0"/>
            <a:lstStyle/>
            <a:p/>
          </p:txBody>
        </p:sp>
        <p:sp>
          <p:nvSpPr>
            <p:cNvPr id="2675" name="object 2675"/>
            <p:cNvSpPr/>
            <p:nvPr/>
          </p:nvSpPr>
          <p:spPr>
            <a:xfrm>
              <a:off x="8012430" y="14312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B144B"/>
            </a:solidFill>
          </p:spPr>
          <p:txBody>
            <a:bodyPr wrap="square" lIns="0" tIns="0" rIns="0" bIns="0" rtlCol="0"/>
            <a:lstStyle/>
            <a:p/>
          </p:txBody>
        </p:sp>
        <p:sp>
          <p:nvSpPr>
            <p:cNvPr id="2676" name="object 2676"/>
            <p:cNvSpPr/>
            <p:nvPr/>
          </p:nvSpPr>
          <p:spPr>
            <a:xfrm>
              <a:off x="8012430" y="14389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4C134C"/>
            </a:solidFill>
          </p:spPr>
          <p:txBody>
            <a:bodyPr wrap="square" lIns="0" tIns="0" rIns="0" bIns="0" rtlCol="0"/>
            <a:lstStyle/>
            <a:p/>
          </p:txBody>
        </p:sp>
        <p:sp>
          <p:nvSpPr>
            <p:cNvPr id="2677" name="object 2677"/>
            <p:cNvSpPr/>
            <p:nvPr/>
          </p:nvSpPr>
          <p:spPr>
            <a:xfrm>
              <a:off x="8012430" y="14452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E134E"/>
            </a:solidFill>
          </p:spPr>
          <p:txBody>
            <a:bodyPr wrap="square" lIns="0" tIns="0" rIns="0" bIns="0" rtlCol="0"/>
            <a:lstStyle/>
            <a:p/>
          </p:txBody>
        </p:sp>
        <p:sp>
          <p:nvSpPr>
            <p:cNvPr id="2678" name="object 2678"/>
            <p:cNvSpPr/>
            <p:nvPr/>
          </p:nvSpPr>
          <p:spPr>
            <a:xfrm>
              <a:off x="8012430" y="14528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4F124F"/>
            </a:solidFill>
          </p:spPr>
          <p:txBody>
            <a:bodyPr wrap="square" lIns="0" tIns="0" rIns="0" bIns="0" rtlCol="0"/>
            <a:lstStyle/>
            <a:p/>
          </p:txBody>
        </p:sp>
        <p:sp>
          <p:nvSpPr>
            <p:cNvPr id="2679" name="object 2679"/>
            <p:cNvSpPr/>
            <p:nvPr/>
          </p:nvSpPr>
          <p:spPr>
            <a:xfrm>
              <a:off x="8012430" y="14604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11251"/>
            </a:solidFill>
          </p:spPr>
          <p:txBody>
            <a:bodyPr wrap="square" lIns="0" tIns="0" rIns="0" bIns="0" rtlCol="0"/>
            <a:lstStyle/>
            <a:p/>
          </p:txBody>
        </p:sp>
        <p:sp>
          <p:nvSpPr>
            <p:cNvPr id="2680" name="object 2680"/>
            <p:cNvSpPr/>
            <p:nvPr/>
          </p:nvSpPr>
          <p:spPr>
            <a:xfrm>
              <a:off x="8012430" y="14668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21152"/>
            </a:solidFill>
          </p:spPr>
          <p:txBody>
            <a:bodyPr wrap="square" lIns="0" tIns="0" rIns="0" bIns="0" rtlCol="0"/>
            <a:lstStyle/>
            <a:p/>
          </p:txBody>
        </p:sp>
        <p:sp>
          <p:nvSpPr>
            <p:cNvPr id="2681" name="object 2681"/>
            <p:cNvSpPr/>
            <p:nvPr/>
          </p:nvSpPr>
          <p:spPr>
            <a:xfrm>
              <a:off x="8012430" y="14744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41054"/>
            </a:solidFill>
          </p:spPr>
          <p:txBody>
            <a:bodyPr wrap="square" lIns="0" tIns="0" rIns="0" bIns="0" rtlCol="0"/>
            <a:lstStyle/>
            <a:p/>
          </p:txBody>
        </p:sp>
        <p:sp>
          <p:nvSpPr>
            <p:cNvPr id="2682" name="object 2682"/>
            <p:cNvSpPr/>
            <p:nvPr/>
          </p:nvSpPr>
          <p:spPr>
            <a:xfrm>
              <a:off x="8012430" y="148208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51055"/>
            </a:solidFill>
          </p:spPr>
          <p:txBody>
            <a:bodyPr wrap="square" lIns="0" tIns="0" rIns="0" bIns="0" rtlCol="0"/>
            <a:lstStyle/>
            <a:p/>
          </p:txBody>
        </p:sp>
        <p:sp>
          <p:nvSpPr>
            <p:cNvPr id="2683" name="object 2683"/>
            <p:cNvSpPr/>
            <p:nvPr/>
          </p:nvSpPr>
          <p:spPr>
            <a:xfrm>
              <a:off x="8012430" y="148970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70F57"/>
            </a:solidFill>
          </p:spPr>
          <p:txBody>
            <a:bodyPr wrap="square" lIns="0" tIns="0" rIns="0" bIns="0" rtlCol="0"/>
            <a:lstStyle/>
            <a:p/>
          </p:txBody>
        </p:sp>
        <p:sp>
          <p:nvSpPr>
            <p:cNvPr id="2684" name="object 2684"/>
            <p:cNvSpPr/>
            <p:nvPr/>
          </p:nvSpPr>
          <p:spPr>
            <a:xfrm>
              <a:off x="8012430" y="14960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80F58"/>
            </a:solidFill>
          </p:spPr>
          <p:txBody>
            <a:bodyPr wrap="square" lIns="0" tIns="0" rIns="0" bIns="0" rtlCol="0"/>
            <a:lstStyle/>
            <a:p/>
          </p:txBody>
        </p:sp>
        <p:sp>
          <p:nvSpPr>
            <p:cNvPr id="2685" name="object 2685"/>
            <p:cNvSpPr/>
            <p:nvPr/>
          </p:nvSpPr>
          <p:spPr>
            <a:xfrm>
              <a:off x="8012430" y="150367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A0E5A"/>
            </a:solidFill>
          </p:spPr>
          <p:txBody>
            <a:bodyPr wrap="square" lIns="0" tIns="0" rIns="0" bIns="0" rtlCol="0"/>
            <a:lstStyle/>
            <a:p/>
          </p:txBody>
        </p:sp>
        <p:sp>
          <p:nvSpPr>
            <p:cNvPr id="2686" name="object 2686"/>
            <p:cNvSpPr/>
            <p:nvPr/>
          </p:nvSpPr>
          <p:spPr>
            <a:xfrm>
              <a:off x="8012430" y="151129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5B0E5B"/>
            </a:solidFill>
          </p:spPr>
          <p:txBody>
            <a:bodyPr wrap="square" lIns="0" tIns="0" rIns="0" bIns="0" rtlCol="0"/>
            <a:lstStyle/>
            <a:p/>
          </p:txBody>
        </p:sp>
        <p:sp>
          <p:nvSpPr>
            <p:cNvPr id="2687" name="object 2687"/>
            <p:cNvSpPr/>
            <p:nvPr/>
          </p:nvSpPr>
          <p:spPr>
            <a:xfrm>
              <a:off x="8012430" y="15176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D0D5D"/>
            </a:solidFill>
          </p:spPr>
          <p:txBody>
            <a:bodyPr wrap="square" lIns="0" tIns="0" rIns="0" bIns="0" rtlCol="0"/>
            <a:lstStyle/>
            <a:p/>
          </p:txBody>
        </p:sp>
        <p:sp>
          <p:nvSpPr>
            <p:cNvPr id="2688" name="object 2688"/>
            <p:cNvSpPr/>
            <p:nvPr/>
          </p:nvSpPr>
          <p:spPr>
            <a:xfrm>
              <a:off x="8012430" y="15252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5E0C5E"/>
            </a:solidFill>
          </p:spPr>
          <p:txBody>
            <a:bodyPr wrap="square" lIns="0" tIns="0" rIns="0" bIns="0" rtlCol="0"/>
            <a:lstStyle/>
            <a:p/>
          </p:txBody>
        </p:sp>
        <p:sp>
          <p:nvSpPr>
            <p:cNvPr id="2689" name="object 2689"/>
            <p:cNvSpPr/>
            <p:nvPr/>
          </p:nvSpPr>
          <p:spPr>
            <a:xfrm>
              <a:off x="8012430" y="15328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00C60"/>
            </a:solidFill>
          </p:spPr>
          <p:txBody>
            <a:bodyPr wrap="square" lIns="0" tIns="0" rIns="0" bIns="0" rtlCol="0"/>
            <a:lstStyle/>
            <a:p/>
          </p:txBody>
        </p:sp>
        <p:sp>
          <p:nvSpPr>
            <p:cNvPr id="2690" name="object 2690"/>
            <p:cNvSpPr/>
            <p:nvPr/>
          </p:nvSpPr>
          <p:spPr>
            <a:xfrm>
              <a:off x="8012430" y="15392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10B61"/>
            </a:solidFill>
          </p:spPr>
          <p:txBody>
            <a:bodyPr wrap="square" lIns="0" tIns="0" rIns="0" bIns="0" rtlCol="0"/>
            <a:lstStyle/>
            <a:p/>
          </p:txBody>
        </p:sp>
        <p:sp>
          <p:nvSpPr>
            <p:cNvPr id="2691" name="object 2691"/>
            <p:cNvSpPr/>
            <p:nvPr/>
          </p:nvSpPr>
          <p:spPr>
            <a:xfrm>
              <a:off x="8012430" y="15468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30B63"/>
            </a:solidFill>
          </p:spPr>
          <p:txBody>
            <a:bodyPr wrap="square" lIns="0" tIns="0" rIns="0" bIns="0" rtlCol="0"/>
            <a:lstStyle/>
            <a:p/>
          </p:txBody>
        </p:sp>
        <p:sp>
          <p:nvSpPr>
            <p:cNvPr id="2692" name="object 2692"/>
            <p:cNvSpPr/>
            <p:nvPr/>
          </p:nvSpPr>
          <p:spPr>
            <a:xfrm>
              <a:off x="8012430" y="15544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40A64"/>
            </a:solidFill>
          </p:spPr>
          <p:txBody>
            <a:bodyPr wrap="square" lIns="0" tIns="0" rIns="0" bIns="0" rtlCol="0"/>
            <a:lstStyle/>
            <a:p/>
          </p:txBody>
        </p:sp>
        <p:sp>
          <p:nvSpPr>
            <p:cNvPr id="2693" name="object 2693"/>
            <p:cNvSpPr/>
            <p:nvPr/>
          </p:nvSpPr>
          <p:spPr>
            <a:xfrm>
              <a:off x="8012430" y="15608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60966"/>
            </a:solidFill>
          </p:spPr>
          <p:txBody>
            <a:bodyPr wrap="square" lIns="0" tIns="0" rIns="0" bIns="0" rtlCol="0"/>
            <a:lstStyle/>
            <a:p/>
          </p:txBody>
        </p:sp>
        <p:sp>
          <p:nvSpPr>
            <p:cNvPr id="2694" name="object 2694"/>
            <p:cNvSpPr/>
            <p:nvPr/>
          </p:nvSpPr>
          <p:spPr>
            <a:xfrm>
              <a:off x="8012430" y="15684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70967"/>
            </a:solidFill>
          </p:spPr>
          <p:txBody>
            <a:bodyPr wrap="square" lIns="0" tIns="0" rIns="0" bIns="0" rtlCol="0"/>
            <a:lstStyle/>
            <a:p/>
          </p:txBody>
        </p:sp>
        <p:sp>
          <p:nvSpPr>
            <p:cNvPr id="2695" name="object 2695"/>
            <p:cNvSpPr/>
            <p:nvPr/>
          </p:nvSpPr>
          <p:spPr>
            <a:xfrm>
              <a:off x="8012430" y="157606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80868"/>
            </a:solidFill>
          </p:spPr>
          <p:txBody>
            <a:bodyPr wrap="square" lIns="0" tIns="0" rIns="0" bIns="0" rtlCol="0"/>
            <a:lstStyle/>
            <a:p/>
          </p:txBody>
        </p:sp>
        <p:sp>
          <p:nvSpPr>
            <p:cNvPr id="2696" name="object 2696"/>
            <p:cNvSpPr/>
            <p:nvPr/>
          </p:nvSpPr>
          <p:spPr>
            <a:xfrm>
              <a:off x="8012430" y="158368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A086A"/>
            </a:solidFill>
          </p:spPr>
          <p:txBody>
            <a:bodyPr wrap="square" lIns="0" tIns="0" rIns="0" bIns="0" rtlCol="0"/>
            <a:lstStyle/>
            <a:p/>
          </p:txBody>
        </p:sp>
        <p:sp>
          <p:nvSpPr>
            <p:cNvPr id="2697" name="object 2697"/>
            <p:cNvSpPr/>
            <p:nvPr/>
          </p:nvSpPr>
          <p:spPr>
            <a:xfrm>
              <a:off x="8012430" y="15900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B076B"/>
            </a:solidFill>
          </p:spPr>
          <p:txBody>
            <a:bodyPr wrap="square" lIns="0" tIns="0" rIns="0" bIns="0" rtlCol="0"/>
            <a:lstStyle/>
            <a:p/>
          </p:txBody>
        </p:sp>
        <p:sp>
          <p:nvSpPr>
            <p:cNvPr id="2698" name="object 2698"/>
            <p:cNvSpPr/>
            <p:nvPr/>
          </p:nvSpPr>
          <p:spPr>
            <a:xfrm>
              <a:off x="8012430" y="159765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6D076D"/>
            </a:solidFill>
          </p:spPr>
          <p:txBody>
            <a:bodyPr wrap="square" lIns="0" tIns="0" rIns="0" bIns="0" rtlCol="0"/>
            <a:lstStyle/>
            <a:p/>
          </p:txBody>
        </p:sp>
        <p:sp>
          <p:nvSpPr>
            <p:cNvPr id="2699" name="object 2699"/>
            <p:cNvSpPr/>
            <p:nvPr/>
          </p:nvSpPr>
          <p:spPr>
            <a:xfrm>
              <a:off x="8012430" y="160527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6E066E"/>
            </a:solidFill>
          </p:spPr>
          <p:txBody>
            <a:bodyPr wrap="square" lIns="0" tIns="0" rIns="0" bIns="0" rtlCol="0"/>
            <a:lstStyle/>
            <a:p/>
          </p:txBody>
        </p:sp>
        <p:sp>
          <p:nvSpPr>
            <p:cNvPr id="2700" name="object 2700"/>
            <p:cNvSpPr/>
            <p:nvPr/>
          </p:nvSpPr>
          <p:spPr>
            <a:xfrm>
              <a:off x="8012430" y="16116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00570"/>
            </a:solidFill>
          </p:spPr>
          <p:txBody>
            <a:bodyPr wrap="square" lIns="0" tIns="0" rIns="0" bIns="0" rtlCol="0"/>
            <a:lstStyle/>
            <a:p/>
          </p:txBody>
        </p:sp>
        <p:sp>
          <p:nvSpPr>
            <p:cNvPr id="2701" name="object 2701"/>
            <p:cNvSpPr/>
            <p:nvPr/>
          </p:nvSpPr>
          <p:spPr>
            <a:xfrm>
              <a:off x="8012430" y="16192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10571"/>
            </a:solidFill>
          </p:spPr>
          <p:txBody>
            <a:bodyPr wrap="square" lIns="0" tIns="0" rIns="0" bIns="0" rtlCol="0"/>
            <a:lstStyle/>
            <a:p/>
          </p:txBody>
        </p:sp>
        <p:sp>
          <p:nvSpPr>
            <p:cNvPr id="2702" name="object 2702"/>
            <p:cNvSpPr/>
            <p:nvPr/>
          </p:nvSpPr>
          <p:spPr>
            <a:xfrm>
              <a:off x="8012430" y="162686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730473"/>
            </a:solidFill>
          </p:spPr>
          <p:txBody>
            <a:bodyPr wrap="square" lIns="0" tIns="0" rIns="0" bIns="0" rtlCol="0"/>
            <a:lstStyle/>
            <a:p/>
          </p:txBody>
        </p:sp>
        <p:sp>
          <p:nvSpPr>
            <p:cNvPr id="2703" name="object 2703"/>
            <p:cNvSpPr/>
            <p:nvPr/>
          </p:nvSpPr>
          <p:spPr>
            <a:xfrm>
              <a:off x="8012430" y="163321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40474"/>
            </a:solidFill>
          </p:spPr>
          <p:txBody>
            <a:bodyPr wrap="square" lIns="0" tIns="0" rIns="0" bIns="0" rtlCol="0"/>
            <a:lstStyle/>
            <a:p/>
          </p:txBody>
        </p:sp>
        <p:sp>
          <p:nvSpPr>
            <p:cNvPr id="2704" name="object 2704"/>
            <p:cNvSpPr/>
            <p:nvPr/>
          </p:nvSpPr>
          <p:spPr>
            <a:xfrm>
              <a:off x="8012430" y="164083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60376"/>
            </a:solidFill>
          </p:spPr>
          <p:txBody>
            <a:bodyPr wrap="square" lIns="0" tIns="0" rIns="0" bIns="0" rtlCol="0"/>
            <a:lstStyle/>
            <a:p/>
          </p:txBody>
        </p:sp>
        <p:sp>
          <p:nvSpPr>
            <p:cNvPr id="2705" name="object 2705"/>
            <p:cNvSpPr/>
            <p:nvPr/>
          </p:nvSpPr>
          <p:spPr>
            <a:xfrm>
              <a:off x="8012430" y="1648459"/>
              <a:ext cx="196850" cy="6350"/>
            </a:xfrm>
            <a:custGeom>
              <a:avLst/>
              <a:gdLst/>
              <a:ahLst/>
              <a:cxnLst/>
              <a:rect l="l" t="t" r="r" b="b"/>
              <a:pathLst>
                <a:path w="196850" h="6350">
                  <a:moveTo>
                    <a:pt x="82550" y="0"/>
                  </a:moveTo>
                  <a:lnTo>
                    <a:pt x="0" y="0"/>
                  </a:lnTo>
                  <a:lnTo>
                    <a:pt x="0" y="6350"/>
                  </a:lnTo>
                  <a:lnTo>
                    <a:pt x="82550" y="6350"/>
                  </a:lnTo>
                  <a:lnTo>
                    <a:pt x="82550" y="0"/>
                  </a:lnTo>
                  <a:close/>
                </a:path>
                <a:path w="196850" h="6350">
                  <a:moveTo>
                    <a:pt x="196850" y="0"/>
                  </a:moveTo>
                  <a:lnTo>
                    <a:pt x="114300" y="0"/>
                  </a:lnTo>
                  <a:lnTo>
                    <a:pt x="114300" y="6350"/>
                  </a:lnTo>
                  <a:lnTo>
                    <a:pt x="196850" y="6350"/>
                  </a:lnTo>
                  <a:lnTo>
                    <a:pt x="196850" y="0"/>
                  </a:lnTo>
                  <a:close/>
                </a:path>
              </a:pathLst>
            </a:custGeom>
            <a:solidFill>
              <a:srgbClr val="770277"/>
            </a:solidFill>
          </p:spPr>
          <p:txBody>
            <a:bodyPr wrap="square" lIns="0" tIns="0" rIns="0" bIns="0" rtlCol="0"/>
            <a:lstStyle/>
            <a:p/>
          </p:txBody>
        </p:sp>
        <p:sp>
          <p:nvSpPr>
            <p:cNvPr id="2706" name="object 2706"/>
            <p:cNvSpPr/>
            <p:nvPr/>
          </p:nvSpPr>
          <p:spPr>
            <a:xfrm>
              <a:off x="8012430" y="165480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90279"/>
            </a:solidFill>
          </p:spPr>
          <p:txBody>
            <a:bodyPr wrap="square" lIns="0" tIns="0" rIns="0" bIns="0" rtlCol="0"/>
            <a:lstStyle/>
            <a:p/>
          </p:txBody>
        </p:sp>
        <p:sp>
          <p:nvSpPr>
            <p:cNvPr id="2707" name="object 2707"/>
            <p:cNvSpPr/>
            <p:nvPr/>
          </p:nvSpPr>
          <p:spPr>
            <a:xfrm>
              <a:off x="8012430" y="166242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A017A"/>
            </a:solidFill>
          </p:spPr>
          <p:txBody>
            <a:bodyPr wrap="square" lIns="0" tIns="0" rIns="0" bIns="0" rtlCol="0"/>
            <a:lstStyle/>
            <a:p/>
          </p:txBody>
        </p:sp>
        <p:sp>
          <p:nvSpPr>
            <p:cNvPr id="2708" name="object 2708"/>
            <p:cNvSpPr/>
            <p:nvPr/>
          </p:nvSpPr>
          <p:spPr>
            <a:xfrm>
              <a:off x="8012430" y="1670049"/>
              <a:ext cx="196850" cy="7620"/>
            </a:xfrm>
            <a:custGeom>
              <a:avLst/>
              <a:gdLst/>
              <a:ahLst/>
              <a:cxnLst/>
              <a:rect l="l" t="t" r="r" b="b"/>
              <a:pathLst>
                <a:path w="196850" h="7619">
                  <a:moveTo>
                    <a:pt x="82550" y="0"/>
                  </a:moveTo>
                  <a:lnTo>
                    <a:pt x="0" y="0"/>
                  </a:lnTo>
                  <a:lnTo>
                    <a:pt x="0" y="7620"/>
                  </a:lnTo>
                  <a:lnTo>
                    <a:pt x="82550" y="7620"/>
                  </a:lnTo>
                  <a:lnTo>
                    <a:pt x="82550" y="0"/>
                  </a:lnTo>
                  <a:close/>
                </a:path>
                <a:path w="196850" h="7619">
                  <a:moveTo>
                    <a:pt x="196850" y="0"/>
                  </a:moveTo>
                  <a:lnTo>
                    <a:pt x="114300" y="0"/>
                  </a:lnTo>
                  <a:lnTo>
                    <a:pt x="114300" y="7620"/>
                  </a:lnTo>
                  <a:lnTo>
                    <a:pt x="196850" y="7620"/>
                  </a:lnTo>
                  <a:lnTo>
                    <a:pt x="196850" y="0"/>
                  </a:lnTo>
                  <a:close/>
                </a:path>
              </a:pathLst>
            </a:custGeom>
            <a:solidFill>
              <a:srgbClr val="7C017C"/>
            </a:solidFill>
          </p:spPr>
          <p:txBody>
            <a:bodyPr wrap="square" lIns="0" tIns="0" rIns="0" bIns="0" rtlCol="0"/>
            <a:lstStyle/>
            <a:p/>
          </p:txBody>
        </p:sp>
      </p:grpSp>
      <p:grpSp>
        <p:nvGrpSpPr>
          <p:cNvPr id="2709" name="object 2709"/>
          <p:cNvGrpSpPr/>
          <p:nvPr/>
        </p:nvGrpSpPr>
        <p:grpSpPr>
          <a:xfrm>
            <a:off x="8298180" y="1056639"/>
            <a:ext cx="214629" cy="633730"/>
            <a:chOff x="8298180" y="1056639"/>
            <a:chExt cx="214629" cy="633730"/>
          </a:xfrm>
        </p:grpSpPr>
        <p:sp>
          <p:nvSpPr>
            <p:cNvPr id="2710" name="object 2710"/>
            <p:cNvSpPr/>
            <p:nvPr/>
          </p:nvSpPr>
          <p:spPr>
            <a:xfrm>
              <a:off x="8369300" y="1056639"/>
              <a:ext cx="72390" cy="13970"/>
            </a:xfrm>
            <a:custGeom>
              <a:avLst/>
              <a:gdLst/>
              <a:ahLst/>
              <a:cxnLst/>
              <a:rect l="l" t="t" r="r" b="b"/>
              <a:pathLst>
                <a:path w="72390" h="13969">
                  <a:moveTo>
                    <a:pt x="72390" y="12700"/>
                  </a:moveTo>
                  <a:lnTo>
                    <a:pt x="71120" y="12700"/>
                  </a:lnTo>
                  <a:lnTo>
                    <a:pt x="71120" y="11430"/>
                  </a:lnTo>
                  <a:lnTo>
                    <a:pt x="69850" y="11430"/>
                  </a:lnTo>
                  <a:lnTo>
                    <a:pt x="69850" y="10160"/>
                  </a:lnTo>
                  <a:lnTo>
                    <a:pt x="66027" y="10160"/>
                  </a:lnTo>
                  <a:lnTo>
                    <a:pt x="66027" y="8890"/>
                  </a:lnTo>
                  <a:lnTo>
                    <a:pt x="63500" y="8890"/>
                  </a:lnTo>
                  <a:lnTo>
                    <a:pt x="63500" y="7620"/>
                  </a:lnTo>
                  <a:lnTo>
                    <a:pt x="60960" y="7620"/>
                  </a:lnTo>
                  <a:lnTo>
                    <a:pt x="60960" y="6350"/>
                  </a:lnTo>
                  <a:lnTo>
                    <a:pt x="57150" y="6350"/>
                  </a:lnTo>
                  <a:lnTo>
                    <a:pt x="57150" y="5080"/>
                  </a:lnTo>
                  <a:lnTo>
                    <a:pt x="54610" y="5080"/>
                  </a:lnTo>
                  <a:lnTo>
                    <a:pt x="54610" y="3810"/>
                  </a:lnTo>
                  <a:lnTo>
                    <a:pt x="53327" y="3810"/>
                  </a:lnTo>
                  <a:lnTo>
                    <a:pt x="53327" y="2540"/>
                  </a:lnTo>
                  <a:lnTo>
                    <a:pt x="43180" y="2540"/>
                  </a:lnTo>
                  <a:lnTo>
                    <a:pt x="43180" y="1270"/>
                  </a:lnTo>
                  <a:lnTo>
                    <a:pt x="34290" y="1270"/>
                  </a:lnTo>
                  <a:lnTo>
                    <a:pt x="34290" y="0"/>
                  </a:lnTo>
                  <a:lnTo>
                    <a:pt x="33020" y="0"/>
                  </a:lnTo>
                  <a:lnTo>
                    <a:pt x="33020" y="1270"/>
                  </a:lnTo>
                  <a:lnTo>
                    <a:pt x="21590" y="1270"/>
                  </a:lnTo>
                  <a:lnTo>
                    <a:pt x="21590" y="2540"/>
                  </a:lnTo>
                  <a:lnTo>
                    <a:pt x="16510" y="2540"/>
                  </a:lnTo>
                  <a:lnTo>
                    <a:pt x="16510" y="3810"/>
                  </a:lnTo>
                  <a:lnTo>
                    <a:pt x="12700" y="3810"/>
                  </a:lnTo>
                  <a:lnTo>
                    <a:pt x="12700" y="5080"/>
                  </a:lnTo>
                  <a:lnTo>
                    <a:pt x="10160" y="5080"/>
                  </a:lnTo>
                  <a:lnTo>
                    <a:pt x="10160" y="6350"/>
                  </a:lnTo>
                  <a:lnTo>
                    <a:pt x="7620" y="6350"/>
                  </a:lnTo>
                  <a:lnTo>
                    <a:pt x="7620" y="7620"/>
                  </a:lnTo>
                  <a:lnTo>
                    <a:pt x="6350" y="7620"/>
                  </a:lnTo>
                  <a:lnTo>
                    <a:pt x="6350" y="8890"/>
                  </a:lnTo>
                  <a:lnTo>
                    <a:pt x="5080" y="8890"/>
                  </a:lnTo>
                  <a:lnTo>
                    <a:pt x="5080" y="10160"/>
                  </a:lnTo>
                  <a:lnTo>
                    <a:pt x="2540" y="10160"/>
                  </a:lnTo>
                  <a:lnTo>
                    <a:pt x="2540" y="11430"/>
                  </a:lnTo>
                  <a:lnTo>
                    <a:pt x="1270" y="11430"/>
                  </a:lnTo>
                  <a:lnTo>
                    <a:pt x="1270" y="12700"/>
                  </a:lnTo>
                  <a:lnTo>
                    <a:pt x="0" y="12700"/>
                  </a:lnTo>
                  <a:lnTo>
                    <a:pt x="0" y="13970"/>
                  </a:lnTo>
                  <a:lnTo>
                    <a:pt x="72390" y="13970"/>
                  </a:lnTo>
                  <a:lnTo>
                    <a:pt x="72390" y="12700"/>
                  </a:lnTo>
                  <a:close/>
                </a:path>
              </a:pathLst>
            </a:custGeom>
            <a:solidFill>
              <a:srgbClr val="003300"/>
            </a:solidFill>
          </p:spPr>
          <p:txBody>
            <a:bodyPr wrap="square" lIns="0" tIns="0" rIns="0" bIns="0" rtlCol="0"/>
            <a:lstStyle/>
            <a:p/>
          </p:txBody>
        </p:sp>
        <p:sp>
          <p:nvSpPr>
            <p:cNvPr id="2711" name="object 2711"/>
            <p:cNvSpPr/>
            <p:nvPr/>
          </p:nvSpPr>
          <p:spPr>
            <a:xfrm>
              <a:off x="8362950" y="1070609"/>
              <a:ext cx="86360" cy="6350"/>
            </a:xfrm>
            <a:custGeom>
              <a:avLst/>
              <a:gdLst/>
              <a:ahLst/>
              <a:cxnLst/>
              <a:rect l="l" t="t" r="r" b="b"/>
              <a:pathLst>
                <a:path w="86359" h="6350">
                  <a:moveTo>
                    <a:pt x="86359" y="5079"/>
                  </a:moveTo>
                  <a:lnTo>
                    <a:pt x="0" y="5079"/>
                  </a:lnTo>
                  <a:lnTo>
                    <a:pt x="0" y="6350"/>
                  </a:lnTo>
                  <a:lnTo>
                    <a:pt x="86359" y="6350"/>
                  </a:lnTo>
                  <a:lnTo>
                    <a:pt x="86359" y="5079"/>
                  </a:lnTo>
                  <a:close/>
                </a:path>
                <a:path w="86359" h="6350">
                  <a:moveTo>
                    <a:pt x="85090" y="3810"/>
                  </a:moveTo>
                  <a:lnTo>
                    <a:pt x="1270" y="3810"/>
                  </a:lnTo>
                  <a:lnTo>
                    <a:pt x="1270" y="5079"/>
                  </a:lnTo>
                  <a:lnTo>
                    <a:pt x="85090" y="5079"/>
                  </a:lnTo>
                  <a:lnTo>
                    <a:pt x="85090" y="3810"/>
                  </a:lnTo>
                  <a:close/>
                </a:path>
                <a:path w="86359" h="6350">
                  <a:moveTo>
                    <a:pt x="83820" y="2539"/>
                  </a:moveTo>
                  <a:lnTo>
                    <a:pt x="2540" y="2539"/>
                  </a:lnTo>
                  <a:lnTo>
                    <a:pt x="2540" y="3810"/>
                  </a:lnTo>
                  <a:lnTo>
                    <a:pt x="83820" y="3810"/>
                  </a:lnTo>
                  <a:lnTo>
                    <a:pt x="83820" y="2539"/>
                  </a:lnTo>
                  <a:close/>
                </a:path>
                <a:path w="86359" h="6350">
                  <a:moveTo>
                    <a:pt x="82550" y="1269"/>
                  </a:moveTo>
                  <a:lnTo>
                    <a:pt x="3809" y="1269"/>
                  </a:lnTo>
                  <a:lnTo>
                    <a:pt x="3809" y="2539"/>
                  </a:lnTo>
                  <a:lnTo>
                    <a:pt x="82550" y="2539"/>
                  </a:lnTo>
                  <a:lnTo>
                    <a:pt x="82550" y="1269"/>
                  </a:lnTo>
                  <a:close/>
                </a:path>
                <a:path w="86359" h="6350">
                  <a:moveTo>
                    <a:pt x="80009" y="0"/>
                  </a:moveTo>
                  <a:lnTo>
                    <a:pt x="5079" y="0"/>
                  </a:lnTo>
                  <a:lnTo>
                    <a:pt x="5079" y="1269"/>
                  </a:lnTo>
                  <a:lnTo>
                    <a:pt x="80009" y="1269"/>
                  </a:lnTo>
                  <a:lnTo>
                    <a:pt x="80009" y="0"/>
                  </a:lnTo>
                  <a:close/>
                </a:path>
              </a:pathLst>
            </a:custGeom>
            <a:solidFill>
              <a:srgbClr val="013101"/>
            </a:solidFill>
          </p:spPr>
          <p:txBody>
            <a:bodyPr wrap="square" lIns="0" tIns="0" rIns="0" bIns="0" rtlCol="0"/>
            <a:lstStyle/>
            <a:p/>
          </p:txBody>
        </p:sp>
        <p:sp>
          <p:nvSpPr>
            <p:cNvPr id="2712" name="object 2712"/>
            <p:cNvSpPr/>
            <p:nvPr/>
          </p:nvSpPr>
          <p:spPr>
            <a:xfrm>
              <a:off x="8355330" y="1076959"/>
              <a:ext cx="101600" cy="7620"/>
            </a:xfrm>
            <a:custGeom>
              <a:avLst/>
              <a:gdLst/>
              <a:ahLst/>
              <a:cxnLst/>
              <a:rect l="l" t="t" r="r" b="b"/>
              <a:pathLst>
                <a:path w="101600" h="7619">
                  <a:moveTo>
                    <a:pt x="101600" y="6350"/>
                  </a:moveTo>
                  <a:lnTo>
                    <a:pt x="100330" y="6350"/>
                  </a:lnTo>
                  <a:lnTo>
                    <a:pt x="100330" y="5080"/>
                  </a:lnTo>
                  <a:lnTo>
                    <a:pt x="99060" y="5080"/>
                  </a:lnTo>
                  <a:lnTo>
                    <a:pt x="99060" y="3810"/>
                  </a:lnTo>
                  <a:lnTo>
                    <a:pt x="97790" y="3810"/>
                  </a:lnTo>
                  <a:lnTo>
                    <a:pt x="97790" y="2540"/>
                  </a:lnTo>
                  <a:lnTo>
                    <a:pt x="96520" y="2540"/>
                  </a:lnTo>
                  <a:lnTo>
                    <a:pt x="96520" y="1270"/>
                  </a:lnTo>
                  <a:lnTo>
                    <a:pt x="95250" y="1270"/>
                  </a:lnTo>
                  <a:lnTo>
                    <a:pt x="95250" y="0"/>
                  </a:lnTo>
                  <a:lnTo>
                    <a:pt x="6350" y="0"/>
                  </a:lnTo>
                  <a:lnTo>
                    <a:pt x="6350" y="1270"/>
                  </a:lnTo>
                  <a:lnTo>
                    <a:pt x="5080" y="1270"/>
                  </a:lnTo>
                  <a:lnTo>
                    <a:pt x="5080" y="2540"/>
                  </a:lnTo>
                  <a:lnTo>
                    <a:pt x="3810" y="2540"/>
                  </a:lnTo>
                  <a:lnTo>
                    <a:pt x="3810" y="3810"/>
                  </a:lnTo>
                  <a:lnTo>
                    <a:pt x="2540" y="3810"/>
                  </a:lnTo>
                  <a:lnTo>
                    <a:pt x="2540" y="5080"/>
                  </a:lnTo>
                  <a:lnTo>
                    <a:pt x="1270" y="5080"/>
                  </a:lnTo>
                  <a:lnTo>
                    <a:pt x="1270" y="6350"/>
                  </a:lnTo>
                  <a:lnTo>
                    <a:pt x="0" y="6350"/>
                  </a:lnTo>
                  <a:lnTo>
                    <a:pt x="0" y="7620"/>
                  </a:lnTo>
                  <a:lnTo>
                    <a:pt x="101600" y="7620"/>
                  </a:lnTo>
                  <a:lnTo>
                    <a:pt x="101600" y="6350"/>
                  </a:lnTo>
                  <a:close/>
                </a:path>
              </a:pathLst>
            </a:custGeom>
            <a:solidFill>
              <a:srgbClr val="033103"/>
            </a:solidFill>
          </p:spPr>
          <p:txBody>
            <a:bodyPr wrap="square" lIns="0" tIns="0" rIns="0" bIns="0" rtlCol="0"/>
            <a:lstStyle/>
            <a:p/>
          </p:txBody>
        </p:sp>
        <p:sp>
          <p:nvSpPr>
            <p:cNvPr id="2713" name="object 2713"/>
            <p:cNvSpPr/>
            <p:nvPr/>
          </p:nvSpPr>
          <p:spPr>
            <a:xfrm>
              <a:off x="8348980" y="1084579"/>
              <a:ext cx="113030" cy="7620"/>
            </a:xfrm>
            <a:custGeom>
              <a:avLst/>
              <a:gdLst/>
              <a:ahLst/>
              <a:cxnLst/>
              <a:rect l="l" t="t" r="r" b="b"/>
              <a:pathLst>
                <a:path w="113029" h="7619">
                  <a:moveTo>
                    <a:pt x="113030" y="6350"/>
                  </a:moveTo>
                  <a:lnTo>
                    <a:pt x="111760" y="6350"/>
                  </a:lnTo>
                  <a:lnTo>
                    <a:pt x="111760" y="5080"/>
                  </a:lnTo>
                  <a:lnTo>
                    <a:pt x="111760" y="3810"/>
                  </a:lnTo>
                  <a:lnTo>
                    <a:pt x="110490" y="3810"/>
                  </a:lnTo>
                  <a:lnTo>
                    <a:pt x="110490" y="2540"/>
                  </a:lnTo>
                  <a:lnTo>
                    <a:pt x="109220" y="2540"/>
                  </a:lnTo>
                  <a:lnTo>
                    <a:pt x="109220" y="1270"/>
                  </a:lnTo>
                  <a:lnTo>
                    <a:pt x="107950" y="1270"/>
                  </a:lnTo>
                  <a:lnTo>
                    <a:pt x="107950" y="0"/>
                  </a:lnTo>
                  <a:lnTo>
                    <a:pt x="5080" y="0"/>
                  </a:lnTo>
                  <a:lnTo>
                    <a:pt x="5080" y="1270"/>
                  </a:lnTo>
                  <a:lnTo>
                    <a:pt x="3810" y="1270"/>
                  </a:lnTo>
                  <a:lnTo>
                    <a:pt x="3810" y="2540"/>
                  </a:lnTo>
                  <a:lnTo>
                    <a:pt x="2540" y="2540"/>
                  </a:lnTo>
                  <a:lnTo>
                    <a:pt x="2540" y="3810"/>
                  </a:lnTo>
                  <a:lnTo>
                    <a:pt x="2540" y="5080"/>
                  </a:lnTo>
                  <a:lnTo>
                    <a:pt x="1270" y="5080"/>
                  </a:lnTo>
                  <a:lnTo>
                    <a:pt x="1270" y="6350"/>
                  </a:lnTo>
                  <a:lnTo>
                    <a:pt x="0" y="6350"/>
                  </a:lnTo>
                  <a:lnTo>
                    <a:pt x="0" y="7620"/>
                  </a:lnTo>
                  <a:lnTo>
                    <a:pt x="113030" y="7620"/>
                  </a:lnTo>
                  <a:lnTo>
                    <a:pt x="113030" y="6350"/>
                  </a:lnTo>
                  <a:close/>
                </a:path>
              </a:pathLst>
            </a:custGeom>
            <a:solidFill>
              <a:srgbClr val="043004"/>
            </a:solidFill>
          </p:spPr>
          <p:txBody>
            <a:bodyPr wrap="square" lIns="0" tIns="0" rIns="0" bIns="0" rtlCol="0"/>
            <a:lstStyle/>
            <a:p/>
          </p:txBody>
        </p:sp>
        <p:sp>
          <p:nvSpPr>
            <p:cNvPr id="2714" name="object 2714"/>
            <p:cNvSpPr/>
            <p:nvPr/>
          </p:nvSpPr>
          <p:spPr>
            <a:xfrm>
              <a:off x="8346440" y="1092199"/>
              <a:ext cx="119380" cy="6350"/>
            </a:xfrm>
            <a:custGeom>
              <a:avLst/>
              <a:gdLst/>
              <a:ahLst/>
              <a:cxnLst/>
              <a:rect l="l" t="t" r="r" b="b"/>
              <a:pathLst>
                <a:path w="119379" h="6350">
                  <a:moveTo>
                    <a:pt x="119380" y="5080"/>
                  </a:moveTo>
                  <a:lnTo>
                    <a:pt x="118110" y="5080"/>
                  </a:lnTo>
                  <a:lnTo>
                    <a:pt x="118110" y="3810"/>
                  </a:lnTo>
                  <a:lnTo>
                    <a:pt x="118110" y="2540"/>
                  </a:lnTo>
                  <a:lnTo>
                    <a:pt x="116840" y="2540"/>
                  </a:lnTo>
                  <a:lnTo>
                    <a:pt x="116840" y="1270"/>
                  </a:lnTo>
                  <a:lnTo>
                    <a:pt x="116840" y="0"/>
                  </a:lnTo>
                  <a:lnTo>
                    <a:pt x="2540" y="0"/>
                  </a:lnTo>
                  <a:lnTo>
                    <a:pt x="2540" y="1270"/>
                  </a:lnTo>
                  <a:lnTo>
                    <a:pt x="1270" y="1270"/>
                  </a:lnTo>
                  <a:lnTo>
                    <a:pt x="1270" y="2540"/>
                  </a:lnTo>
                  <a:lnTo>
                    <a:pt x="1270" y="3810"/>
                  </a:lnTo>
                  <a:lnTo>
                    <a:pt x="0" y="3810"/>
                  </a:lnTo>
                  <a:lnTo>
                    <a:pt x="0" y="5080"/>
                  </a:lnTo>
                  <a:lnTo>
                    <a:pt x="0" y="6350"/>
                  </a:lnTo>
                  <a:lnTo>
                    <a:pt x="119380" y="6350"/>
                  </a:lnTo>
                  <a:lnTo>
                    <a:pt x="119380" y="5080"/>
                  </a:lnTo>
                  <a:close/>
                </a:path>
              </a:pathLst>
            </a:custGeom>
            <a:solidFill>
              <a:srgbClr val="063006"/>
            </a:solidFill>
          </p:spPr>
          <p:txBody>
            <a:bodyPr wrap="square" lIns="0" tIns="0" rIns="0" bIns="0" rtlCol="0"/>
            <a:lstStyle/>
            <a:p/>
          </p:txBody>
        </p:sp>
        <p:sp>
          <p:nvSpPr>
            <p:cNvPr id="2715" name="object 2715"/>
            <p:cNvSpPr/>
            <p:nvPr/>
          </p:nvSpPr>
          <p:spPr>
            <a:xfrm>
              <a:off x="8342630" y="1098549"/>
              <a:ext cx="128270" cy="7620"/>
            </a:xfrm>
            <a:custGeom>
              <a:avLst/>
              <a:gdLst/>
              <a:ahLst/>
              <a:cxnLst/>
              <a:rect l="l" t="t" r="r" b="b"/>
              <a:pathLst>
                <a:path w="128270" h="7619">
                  <a:moveTo>
                    <a:pt x="128270" y="6350"/>
                  </a:moveTo>
                  <a:lnTo>
                    <a:pt x="127000" y="6350"/>
                  </a:lnTo>
                  <a:lnTo>
                    <a:pt x="127000" y="5080"/>
                  </a:lnTo>
                  <a:lnTo>
                    <a:pt x="127000" y="3810"/>
                  </a:lnTo>
                  <a:lnTo>
                    <a:pt x="125730" y="3810"/>
                  </a:lnTo>
                  <a:lnTo>
                    <a:pt x="125730" y="2540"/>
                  </a:lnTo>
                  <a:lnTo>
                    <a:pt x="124460" y="2540"/>
                  </a:lnTo>
                  <a:lnTo>
                    <a:pt x="124460" y="0"/>
                  </a:lnTo>
                  <a:lnTo>
                    <a:pt x="2540" y="0"/>
                  </a:lnTo>
                  <a:lnTo>
                    <a:pt x="2540" y="2540"/>
                  </a:lnTo>
                  <a:lnTo>
                    <a:pt x="1270" y="2540"/>
                  </a:lnTo>
                  <a:lnTo>
                    <a:pt x="1270" y="3810"/>
                  </a:lnTo>
                  <a:lnTo>
                    <a:pt x="1270" y="5080"/>
                  </a:lnTo>
                  <a:lnTo>
                    <a:pt x="0" y="5080"/>
                  </a:lnTo>
                  <a:lnTo>
                    <a:pt x="0" y="6350"/>
                  </a:lnTo>
                  <a:lnTo>
                    <a:pt x="0" y="7620"/>
                  </a:lnTo>
                  <a:lnTo>
                    <a:pt x="128270" y="7620"/>
                  </a:lnTo>
                  <a:lnTo>
                    <a:pt x="128270" y="6350"/>
                  </a:lnTo>
                  <a:close/>
                </a:path>
              </a:pathLst>
            </a:custGeom>
            <a:solidFill>
              <a:srgbClr val="072F07"/>
            </a:solidFill>
          </p:spPr>
          <p:txBody>
            <a:bodyPr wrap="square" lIns="0" tIns="0" rIns="0" bIns="0" rtlCol="0"/>
            <a:lstStyle/>
            <a:p/>
          </p:txBody>
        </p:sp>
        <p:sp>
          <p:nvSpPr>
            <p:cNvPr id="2716" name="object 2716"/>
            <p:cNvSpPr/>
            <p:nvPr/>
          </p:nvSpPr>
          <p:spPr>
            <a:xfrm>
              <a:off x="8337550" y="1106169"/>
              <a:ext cx="137160" cy="7620"/>
            </a:xfrm>
            <a:custGeom>
              <a:avLst/>
              <a:gdLst/>
              <a:ahLst/>
              <a:cxnLst/>
              <a:rect l="l" t="t" r="r" b="b"/>
              <a:pathLst>
                <a:path w="137159" h="7619">
                  <a:moveTo>
                    <a:pt x="134620" y="1270"/>
                  </a:moveTo>
                  <a:lnTo>
                    <a:pt x="133350" y="1270"/>
                  </a:lnTo>
                  <a:lnTo>
                    <a:pt x="133350" y="0"/>
                  </a:lnTo>
                  <a:lnTo>
                    <a:pt x="3810" y="0"/>
                  </a:lnTo>
                  <a:lnTo>
                    <a:pt x="3810" y="1270"/>
                  </a:lnTo>
                  <a:lnTo>
                    <a:pt x="2540" y="1270"/>
                  </a:lnTo>
                  <a:lnTo>
                    <a:pt x="2540" y="3810"/>
                  </a:lnTo>
                  <a:lnTo>
                    <a:pt x="134620" y="3810"/>
                  </a:lnTo>
                  <a:lnTo>
                    <a:pt x="134620" y="1270"/>
                  </a:lnTo>
                  <a:close/>
                </a:path>
                <a:path w="137159" h="7619">
                  <a:moveTo>
                    <a:pt x="137160" y="6350"/>
                  </a:moveTo>
                  <a:lnTo>
                    <a:pt x="135890" y="6350"/>
                  </a:lnTo>
                  <a:lnTo>
                    <a:pt x="135890" y="3822"/>
                  </a:lnTo>
                  <a:lnTo>
                    <a:pt x="1270" y="3822"/>
                  </a:lnTo>
                  <a:lnTo>
                    <a:pt x="1270" y="6350"/>
                  </a:lnTo>
                  <a:lnTo>
                    <a:pt x="0" y="6350"/>
                  </a:lnTo>
                  <a:lnTo>
                    <a:pt x="0" y="7620"/>
                  </a:lnTo>
                  <a:lnTo>
                    <a:pt x="137160" y="7620"/>
                  </a:lnTo>
                  <a:lnTo>
                    <a:pt x="137160" y="6350"/>
                  </a:lnTo>
                  <a:close/>
                </a:path>
              </a:pathLst>
            </a:custGeom>
            <a:solidFill>
              <a:srgbClr val="092E09"/>
            </a:solidFill>
          </p:spPr>
          <p:txBody>
            <a:bodyPr wrap="square" lIns="0" tIns="0" rIns="0" bIns="0" rtlCol="0"/>
            <a:lstStyle/>
            <a:p/>
          </p:txBody>
        </p:sp>
        <p:sp>
          <p:nvSpPr>
            <p:cNvPr id="2717" name="object 2717"/>
            <p:cNvSpPr/>
            <p:nvPr/>
          </p:nvSpPr>
          <p:spPr>
            <a:xfrm>
              <a:off x="8335010" y="1113789"/>
              <a:ext cx="142240" cy="6350"/>
            </a:xfrm>
            <a:custGeom>
              <a:avLst/>
              <a:gdLst/>
              <a:ahLst/>
              <a:cxnLst/>
              <a:rect l="l" t="t" r="r" b="b"/>
              <a:pathLst>
                <a:path w="142240" h="6350">
                  <a:moveTo>
                    <a:pt x="142240" y="5080"/>
                  </a:moveTo>
                  <a:lnTo>
                    <a:pt x="140970" y="5080"/>
                  </a:lnTo>
                  <a:lnTo>
                    <a:pt x="140970" y="3810"/>
                  </a:lnTo>
                  <a:lnTo>
                    <a:pt x="140970" y="2540"/>
                  </a:lnTo>
                  <a:lnTo>
                    <a:pt x="139700" y="2540"/>
                  </a:lnTo>
                  <a:lnTo>
                    <a:pt x="139700" y="1270"/>
                  </a:lnTo>
                  <a:lnTo>
                    <a:pt x="139700" y="0"/>
                  </a:lnTo>
                  <a:lnTo>
                    <a:pt x="2540" y="0"/>
                  </a:lnTo>
                  <a:lnTo>
                    <a:pt x="2540" y="1270"/>
                  </a:lnTo>
                  <a:lnTo>
                    <a:pt x="1270" y="1270"/>
                  </a:lnTo>
                  <a:lnTo>
                    <a:pt x="1270" y="2540"/>
                  </a:lnTo>
                  <a:lnTo>
                    <a:pt x="1270" y="3810"/>
                  </a:lnTo>
                  <a:lnTo>
                    <a:pt x="0" y="3810"/>
                  </a:lnTo>
                  <a:lnTo>
                    <a:pt x="0" y="5080"/>
                  </a:lnTo>
                  <a:lnTo>
                    <a:pt x="0" y="6350"/>
                  </a:lnTo>
                  <a:lnTo>
                    <a:pt x="142240" y="6350"/>
                  </a:lnTo>
                  <a:lnTo>
                    <a:pt x="142240" y="5080"/>
                  </a:lnTo>
                  <a:close/>
                </a:path>
              </a:pathLst>
            </a:custGeom>
            <a:solidFill>
              <a:srgbClr val="0A2E0A"/>
            </a:solidFill>
          </p:spPr>
          <p:txBody>
            <a:bodyPr wrap="square" lIns="0" tIns="0" rIns="0" bIns="0" rtlCol="0"/>
            <a:lstStyle/>
            <a:p/>
          </p:txBody>
        </p:sp>
        <p:sp>
          <p:nvSpPr>
            <p:cNvPr id="2718" name="object 2718"/>
            <p:cNvSpPr/>
            <p:nvPr/>
          </p:nvSpPr>
          <p:spPr>
            <a:xfrm>
              <a:off x="8332470" y="1120139"/>
              <a:ext cx="147320" cy="7620"/>
            </a:xfrm>
            <a:custGeom>
              <a:avLst/>
              <a:gdLst/>
              <a:ahLst/>
              <a:cxnLst/>
              <a:rect l="l" t="t" r="r" b="b"/>
              <a:pathLst>
                <a:path w="147320" h="7619">
                  <a:moveTo>
                    <a:pt x="147320" y="5080"/>
                  </a:moveTo>
                  <a:lnTo>
                    <a:pt x="146050" y="5080"/>
                  </a:lnTo>
                  <a:lnTo>
                    <a:pt x="146050" y="3810"/>
                  </a:lnTo>
                  <a:lnTo>
                    <a:pt x="146050" y="2540"/>
                  </a:lnTo>
                  <a:lnTo>
                    <a:pt x="144780" y="2540"/>
                  </a:lnTo>
                  <a:lnTo>
                    <a:pt x="144780" y="1270"/>
                  </a:lnTo>
                  <a:lnTo>
                    <a:pt x="144780" y="0"/>
                  </a:lnTo>
                  <a:lnTo>
                    <a:pt x="2540" y="0"/>
                  </a:lnTo>
                  <a:lnTo>
                    <a:pt x="2540" y="1270"/>
                  </a:lnTo>
                  <a:lnTo>
                    <a:pt x="1270" y="1270"/>
                  </a:lnTo>
                  <a:lnTo>
                    <a:pt x="1270" y="2540"/>
                  </a:lnTo>
                  <a:lnTo>
                    <a:pt x="1270" y="3810"/>
                  </a:lnTo>
                  <a:lnTo>
                    <a:pt x="0" y="3810"/>
                  </a:lnTo>
                  <a:lnTo>
                    <a:pt x="0" y="5080"/>
                  </a:lnTo>
                  <a:lnTo>
                    <a:pt x="0" y="7620"/>
                  </a:lnTo>
                  <a:lnTo>
                    <a:pt x="147320" y="7620"/>
                  </a:lnTo>
                  <a:lnTo>
                    <a:pt x="147320" y="5080"/>
                  </a:lnTo>
                  <a:close/>
                </a:path>
              </a:pathLst>
            </a:custGeom>
            <a:solidFill>
              <a:srgbClr val="0B2D0B"/>
            </a:solidFill>
          </p:spPr>
          <p:txBody>
            <a:bodyPr wrap="square" lIns="0" tIns="0" rIns="0" bIns="0" rtlCol="0"/>
            <a:lstStyle/>
            <a:p/>
          </p:txBody>
        </p:sp>
        <p:sp>
          <p:nvSpPr>
            <p:cNvPr id="2719" name="object 2719"/>
            <p:cNvSpPr/>
            <p:nvPr/>
          </p:nvSpPr>
          <p:spPr>
            <a:xfrm>
              <a:off x="8328660" y="1127759"/>
              <a:ext cx="154940" cy="7620"/>
            </a:xfrm>
            <a:custGeom>
              <a:avLst/>
              <a:gdLst/>
              <a:ahLst/>
              <a:cxnLst/>
              <a:rect l="l" t="t" r="r" b="b"/>
              <a:pathLst>
                <a:path w="154940" h="7619">
                  <a:moveTo>
                    <a:pt x="154940" y="6350"/>
                  </a:moveTo>
                  <a:lnTo>
                    <a:pt x="153670" y="6350"/>
                  </a:lnTo>
                  <a:lnTo>
                    <a:pt x="153670" y="5080"/>
                  </a:lnTo>
                  <a:lnTo>
                    <a:pt x="153670" y="2540"/>
                  </a:lnTo>
                  <a:lnTo>
                    <a:pt x="152400" y="2540"/>
                  </a:lnTo>
                  <a:lnTo>
                    <a:pt x="152400" y="0"/>
                  </a:lnTo>
                  <a:lnTo>
                    <a:pt x="2540" y="0"/>
                  </a:lnTo>
                  <a:lnTo>
                    <a:pt x="2540" y="2540"/>
                  </a:lnTo>
                  <a:lnTo>
                    <a:pt x="1270" y="2540"/>
                  </a:lnTo>
                  <a:lnTo>
                    <a:pt x="1270" y="5080"/>
                  </a:lnTo>
                  <a:lnTo>
                    <a:pt x="0" y="5080"/>
                  </a:lnTo>
                  <a:lnTo>
                    <a:pt x="0" y="6350"/>
                  </a:lnTo>
                  <a:lnTo>
                    <a:pt x="0" y="7620"/>
                  </a:lnTo>
                  <a:lnTo>
                    <a:pt x="154940" y="7620"/>
                  </a:lnTo>
                  <a:lnTo>
                    <a:pt x="154940" y="6350"/>
                  </a:lnTo>
                  <a:close/>
                </a:path>
              </a:pathLst>
            </a:custGeom>
            <a:solidFill>
              <a:srgbClr val="0D2D0D"/>
            </a:solidFill>
          </p:spPr>
          <p:txBody>
            <a:bodyPr wrap="square" lIns="0" tIns="0" rIns="0" bIns="0" rtlCol="0"/>
            <a:lstStyle/>
            <a:p/>
          </p:txBody>
        </p:sp>
        <p:sp>
          <p:nvSpPr>
            <p:cNvPr id="2720" name="object 2720"/>
            <p:cNvSpPr/>
            <p:nvPr/>
          </p:nvSpPr>
          <p:spPr>
            <a:xfrm>
              <a:off x="8327390" y="1135379"/>
              <a:ext cx="157480" cy="6350"/>
            </a:xfrm>
            <a:custGeom>
              <a:avLst/>
              <a:gdLst/>
              <a:ahLst/>
              <a:cxnLst/>
              <a:rect l="l" t="t" r="r" b="b"/>
              <a:pathLst>
                <a:path w="157479" h="6350">
                  <a:moveTo>
                    <a:pt x="157480" y="3810"/>
                  </a:moveTo>
                  <a:lnTo>
                    <a:pt x="156210" y="3810"/>
                  </a:lnTo>
                  <a:lnTo>
                    <a:pt x="156210" y="2540"/>
                  </a:lnTo>
                  <a:lnTo>
                    <a:pt x="156210" y="0"/>
                  </a:lnTo>
                  <a:lnTo>
                    <a:pt x="1270" y="0"/>
                  </a:lnTo>
                  <a:lnTo>
                    <a:pt x="1270" y="2540"/>
                  </a:lnTo>
                  <a:lnTo>
                    <a:pt x="0" y="2540"/>
                  </a:lnTo>
                  <a:lnTo>
                    <a:pt x="0" y="3810"/>
                  </a:lnTo>
                  <a:lnTo>
                    <a:pt x="0" y="6350"/>
                  </a:lnTo>
                  <a:lnTo>
                    <a:pt x="157480" y="6350"/>
                  </a:lnTo>
                  <a:lnTo>
                    <a:pt x="157480" y="3810"/>
                  </a:lnTo>
                  <a:close/>
                </a:path>
              </a:pathLst>
            </a:custGeom>
            <a:solidFill>
              <a:srgbClr val="0E2C0E"/>
            </a:solidFill>
          </p:spPr>
          <p:txBody>
            <a:bodyPr wrap="square" lIns="0" tIns="0" rIns="0" bIns="0" rtlCol="0"/>
            <a:lstStyle/>
            <a:p/>
          </p:txBody>
        </p:sp>
        <p:sp>
          <p:nvSpPr>
            <p:cNvPr id="2721" name="object 2721"/>
            <p:cNvSpPr/>
            <p:nvPr/>
          </p:nvSpPr>
          <p:spPr>
            <a:xfrm>
              <a:off x="8324850" y="1141729"/>
              <a:ext cx="162560" cy="7620"/>
            </a:xfrm>
            <a:custGeom>
              <a:avLst/>
              <a:gdLst/>
              <a:ahLst/>
              <a:cxnLst/>
              <a:rect l="l" t="t" r="r" b="b"/>
              <a:pathLst>
                <a:path w="162559" h="7619">
                  <a:moveTo>
                    <a:pt x="161290" y="2540"/>
                  </a:moveTo>
                  <a:lnTo>
                    <a:pt x="160020" y="2540"/>
                  </a:lnTo>
                  <a:lnTo>
                    <a:pt x="160020" y="1270"/>
                  </a:lnTo>
                  <a:lnTo>
                    <a:pt x="160020" y="0"/>
                  </a:lnTo>
                  <a:lnTo>
                    <a:pt x="2540" y="0"/>
                  </a:lnTo>
                  <a:lnTo>
                    <a:pt x="2540" y="1270"/>
                  </a:lnTo>
                  <a:lnTo>
                    <a:pt x="1270" y="1270"/>
                  </a:lnTo>
                  <a:lnTo>
                    <a:pt x="1270" y="2540"/>
                  </a:lnTo>
                  <a:lnTo>
                    <a:pt x="1270" y="6350"/>
                  </a:lnTo>
                  <a:lnTo>
                    <a:pt x="161290" y="6350"/>
                  </a:lnTo>
                  <a:lnTo>
                    <a:pt x="161290" y="2540"/>
                  </a:lnTo>
                  <a:close/>
                </a:path>
                <a:path w="162559" h="7619">
                  <a:moveTo>
                    <a:pt x="162560" y="6362"/>
                  </a:moveTo>
                  <a:lnTo>
                    <a:pt x="0" y="6362"/>
                  </a:lnTo>
                  <a:lnTo>
                    <a:pt x="0" y="7620"/>
                  </a:lnTo>
                  <a:lnTo>
                    <a:pt x="162560" y="7620"/>
                  </a:lnTo>
                  <a:lnTo>
                    <a:pt x="162560" y="6362"/>
                  </a:lnTo>
                  <a:close/>
                </a:path>
              </a:pathLst>
            </a:custGeom>
            <a:solidFill>
              <a:srgbClr val="102C10"/>
            </a:solidFill>
          </p:spPr>
          <p:txBody>
            <a:bodyPr wrap="square" lIns="0" tIns="0" rIns="0" bIns="0" rtlCol="0"/>
            <a:lstStyle/>
            <a:p/>
          </p:txBody>
        </p:sp>
        <p:sp>
          <p:nvSpPr>
            <p:cNvPr id="2722" name="object 2722"/>
            <p:cNvSpPr/>
            <p:nvPr/>
          </p:nvSpPr>
          <p:spPr>
            <a:xfrm>
              <a:off x="8323580" y="1149349"/>
              <a:ext cx="165100" cy="7620"/>
            </a:xfrm>
            <a:custGeom>
              <a:avLst/>
              <a:gdLst/>
              <a:ahLst/>
              <a:cxnLst/>
              <a:rect l="l" t="t" r="r" b="b"/>
              <a:pathLst>
                <a:path w="165100" h="7619">
                  <a:moveTo>
                    <a:pt x="165100" y="3810"/>
                  </a:moveTo>
                  <a:lnTo>
                    <a:pt x="163830" y="3810"/>
                  </a:lnTo>
                  <a:lnTo>
                    <a:pt x="163830" y="0"/>
                  </a:lnTo>
                  <a:lnTo>
                    <a:pt x="1270" y="0"/>
                  </a:lnTo>
                  <a:lnTo>
                    <a:pt x="1270" y="3810"/>
                  </a:lnTo>
                  <a:lnTo>
                    <a:pt x="0" y="3810"/>
                  </a:lnTo>
                  <a:lnTo>
                    <a:pt x="0" y="7620"/>
                  </a:lnTo>
                  <a:lnTo>
                    <a:pt x="165100" y="7620"/>
                  </a:lnTo>
                  <a:lnTo>
                    <a:pt x="165100" y="3810"/>
                  </a:lnTo>
                  <a:close/>
                </a:path>
              </a:pathLst>
            </a:custGeom>
            <a:solidFill>
              <a:srgbClr val="112B11"/>
            </a:solidFill>
          </p:spPr>
          <p:txBody>
            <a:bodyPr wrap="square" lIns="0" tIns="0" rIns="0" bIns="0" rtlCol="0"/>
            <a:lstStyle/>
            <a:p/>
          </p:txBody>
        </p:sp>
        <p:sp>
          <p:nvSpPr>
            <p:cNvPr id="2723" name="object 2723"/>
            <p:cNvSpPr/>
            <p:nvPr/>
          </p:nvSpPr>
          <p:spPr>
            <a:xfrm>
              <a:off x="8321040" y="1156969"/>
              <a:ext cx="168910" cy="6350"/>
            </a:xfrm>
            <a:custGeom>
              <a:avLst/>
              <a:gdLst/>
              <a:ahLst/>
              <a:cxnLst/>
              <a:rect l="l" t="t" r="r" b="b"/>
              <a:pathLst>
                <a:path w="168909" h="6350">
                  <a:moveTo>
                    <a:pt x="168910" y="1270"/>
                  </a:moveTo>
                  <a:lnTo>
                    <a:pt x="167640" y="1270"/>
                  </a:lnTo>
                  <a:lnTo>
                    <a:pt x="167640" y="0"/>
                  </a:lnTo>
                  <a:lnTo>
                    <a:pt x="2540" y="0"/>
                  </a:lnTo>
                  <a:lnTo>
                    <a:pt x="2540" y="1270"/>
                  </a:lnTo>
                  <a:lnTo>
                    <a:pt x="1270" y="1270"/>
                  </a:lnTo>
                  <a:lnTo>
                    <a:pt x="1270" y="5080"/>
                  </a:lnTo>
                  <a:lnTo>
                    <a:pt x="0" y="5080"/>
                  </a:lnTo>
                  <a:lnTo>
                    <a:pt x="0" y="6350"/>
                  </a:lnTo>
                  <a:lnTo>
                    <a:pt x="168910" y="6350"/>
                  </a:lnTo>
                  <a:lnTo>
                    <a:pt x="168910" y="5080"/>
                  </a:lnTo>
                  <a:lnTo>
                    <a:pt x="168910" y="1270"/>
                  </a:lnTo>
                  <a:close/>
                </a:path>
              </a:pathLst>
            </a:custGeom>
            <a:solidFill>
              <a:srgbClr val="132A13"/>
            </a:solidFill>
          </p:spPr>
          <p:txBody>
            <a:bodyPr wrap="square" lIns="0" tIns="0" rIns="0" bIns="0" rtlCol="0"/>
            <a:lstStyle/>
            <a:p/>
          </p:txBody>
        </p:sp>
        <p:sp>
          <p:nvSpPr>
            <p:cNvPr id="2724" name="object 2724"/>
            <p:cNvSpPr/>
            <p:nvPr/>
          </p:nvSpPr>
          <p:spPr>
            <a:xfrm>
              <a:off x="8319770" y="1163319"/>
              <a:ext cx="172720" cy="7620"/>
            </a:xfrm>
            <a:custGeom>
              <a:avLst/>
              <a:gdLst/>
              <a:ahLst/>
              <a:cxnLst/>
              <a:rect l="l" t="t" r="r" b="b"/>
              <a:pathLst>
                <a:path w="172720" h="7619">
                  <a:moveTo>
                    <a:pt x="172720" y="6350"/>
                  </a:moveTo>
                  <a:lnTo>
                    <a:pt x="171450" y="6350"/>
                  </a:lnTo>
                  <a:lnTo>
                    <a:pt x="171450" y="3810"/>
                  </a:lnTo>
                  <a:lnTo>
                    <a:pt x="171450" y="1270"/>
                  </a:lnTo>
                  <a:lnTo>
                    <a:pt x="170180" y="1270"/>
                  </a:lnTo>
                  <a:lnTo>
                    <a:pt x="170180" y="0"/>
                  </a:lnTo>
                  <a:lnTo>
                    <a:pt x="1270" y="0"/>
                  </a:lnTo>
                  <a:lnTo>
                    <a:pt x="1270" y="1270"/>
                  </a:lnTo>
                  <a:lnTo>
                    <a:pt x="1270" y="3810"/>
                  </a:lnTo>
                  <a:lnTo>
                    <a:pt x="0" y="3810"/>
                  </a:lnTo>
                  <a:lnTo>
                    <a:pt x="0" y="6350"/>
                  </a:lnTo>
                  <a:lnTo>
                    <a:pt x="0" y="7620"/>
                  </a:lnTo>
                  <a:lnTo>
                    <a:pt x="172720" y="7620"/>
                  </a:lnTo>
                  <a:lnTo>
                    <a:pt x="172720" y="6350"/>
                  </a:lnTo>
                  <a:close/>
                </a:path>
              </a:pathLst>
            </a:custGeom>
            <a:solidFill>
              <a:srgbClr val="142A14"/>
            </a:solidFill>
          </p:spPr>
          <p:txBody>
            <a:bodyPr wrap="square" lIns="0" tIns="0" rIns="0" bIns="0" rtlCol="0"/>
            <a:lstStyle/>
            <a:p/>
          </p:txBody>
        </p:sp>
        <p:sp>
          <p:nvSpPr>
            <p:cNvPr id="2725" name="object 2725"/>
            <p:cNvSpPr/>
            <p:nvPr/>
          </p:nvSpPr>
          <p:spPr>
            <a:xfrm>
              <a:off x="8317230" y="1170939"/>
              <a:ext cx="176530" cy="7620"/>
            </a:xfrm>
            <a:custGeom>
              <a:avLst/>
              <a:gdLst/>
              <a:ahLst/>
              <a:cxnLst/>
              <a:rect l="l" t="t" r="r" b="b"/>
              <a:pathLst>
                <a:path w="176529" h="7619">
                  <a:moveTo>
                    <a:pt x="176530" y="3810"/>
                  </a:moveTo>
                  <a:lnTo>
                    <a:pt x="175260" y="3810"/>
                  </a:lnTo>
                  <a:lnTo>
                    <a:pt x="175260" y="0"/>
                  </a:lnTo>
                  <a:lnTo>
                    <a:pt x="1270" y="0"/>
                  </a:lnTo>
                  <a:lnTo>
                    <a:pt x="1270" y="3810"/>
                  </a:lnTo>
                  <a:lnTo>
                    <a:pt x="1270" y="5080"/>
                  </a:lnTo>
                  <a:lnTo>
                    <a:pt x="0" y="5080"/>
                  </a:lnTo>
                  <a:lnTo>
                    <a:pt x="0" y="7620"/>
                  </a:lnTo>
                  <a:lnTo>
                    <a:pt x="176530" y="7620"/>
                  </a:lnTo>
                  <a:lnTo>
                    <a:pt x="176530" y="5080"/>
                  </a:lnTo>
                  <a:lnTo>
                    <a:pt x="176530" y="3810"/>
                  </a:lnTo>
                  <a:close/>
                </a:path>
              </a:pathLst>
            </a:custGeom>
            <a:solidFill>
              <a:srgbClr val="162916"/>
            </a:solidFill>
          </p:spPr>
          <p:txBody>
            <a:bodyPr wrap="square" lIns="0" tIns="0" rIns="0" bIns="0" rtlCol="0"/>
            <a:lstStyle/>
            <a:p/>
          </p:txBody>
        </p:sp>
        <p:sp>
          <p:nvSpPr>
            <p:cNvPr id="2726" name="object 2726"/>
            <p:cNvSpPr/>
            <p:nvPr/>
          </p:nvSpPr>
          <p:spPr>
            <a:xfrm>
              <a:off x="8315960" y="1178559"/>
              <a:ext cx="179070" cy="6350"/>
            </a:xfrm>
            <a:custGeom>
              <a:avLst/>
              <a:gdLst/>
              <a:ahLst/>
              <a:cxnLst/>
              <a:rect l="l" t="t" r="r" b="b"/>
              <a:pathLst>
                <a:path w="179070" h="6350">
                  <a:moveTo>
                    <a:pt x="179070" y="1270"/>
                  </a:moveTo>
                  <a:lnTo>
                    <a:pt x="177800" y="1270"/>
                  </a:lnTo>
                  <a:lnTo>
                    <a:pt x="177800" y="0"/>
                  </a:lnTo>
                  <a:lnTo>
                    <a:pt x="1270" y="0"/>
                  </a:lnTo>
                  <a:lnTo>
                    <a:pt x="1270" y="1270"/>
                  </a:lnTo>
                  <a:lnTo>
                    <a:pt x="1270" y="2540"/>
                  </a:lnTo>
                  <a:lnTo>
                    <a:pt x="0" y="2540"/>
                  </a:lnTo>
                  <a:lnTo>
                    <a:pt x="0" y="6350"/>
                  </a:lnTo>
                  <a:lnTo>
                    <a:pt x="179070" y="6350"/>
                  </a:lnTo>
                  <a:lnTo>
                    <a:pt x="179070" y="2540"/>
                  </a:lnTo>
                  <a:lnTo>
                    <a:pt x="179070" y="1270"/>
                  </a:lnTo>
                  <a:close/>
                </a:path>
              </a:pathLst>
            </a:custGeom>
            <a:solidFill>
              <a:srgbClr val="172917"/>
            </a:solidFill>
          </p:spPr>
          <p:txBody>
            <a:bodyPr wrap="square" lIns="0" tIns="0" rIns="0" bIns="0" rtlCol="0"/>
            <a:lstStyle/>
            <a:p/>
          </p:txBody>
        </p:sp>
        <p:sp>
          <p:nvSpPr>
            <p:cNvPr id="2727" name="object 2727"/>
            <p:cNvSpPr/>
            <p:nvPr/>
          </p:nvSpPr>
          <p:spPr>
            <a:xfrm>
              <a:off x="8313420" y="1184909"/>
              <a:ext cx="184150" cy="7620"/>
            </a:xfrm>
            <a:custGeom>
              <a:avLst/>
              <a:gdLst/>
              <a:ahLst/>
              <a:cxnLst/>
              <a:rect l="l" t="t" r="r" b="b"/>
              <a:pathLst>
                <a:path w="184150" h="7619">
                  <a:moveTo>
                    <a:pt x="184150" y="5080"/>
                  </a:moveTo>
                  <a:lnTo>
                    <a:pt x="182880" y="5080"/>
                  </a:lnTo>
                  <a:lnTo>
                    <a:pt x="182880" y="1270"/>
                  </a:lnTo>
                  <a:lnTo>
                    <a:pt x="182880" y="0"/>
                  </a:lnTo>
                  <a:lnTo>
                    <a:pt x="2540" y="0"/>
                  </a:lnTo>
                  <a:lnTo>
                    <a:pt x="2540" y="1270"/>
                  </a:lnTo>
                  <a:lnTo>
                    <a:pt x="1270" y="1270"/>
                  </a:lnTo>
                  <a:lnTo>
                    <a:pt x="1270" y="5080"/>
                  </a:lnTo>
                  <a:lnTo>
                    <a:pt x="1270" y="6350"/>
                  </a:lnTo>
                  <a:lnTo>
                    <a:pt x="0" y="6350"/>
                  </a:lnTo>
                  <a:lnTo>
                    <a:pt x="0" y="7620"/>
                  </a:lnTo>
                  <a:lnTo>
                    <a:pt x="184150" y="7620"/>
                  </a:lnTo>
                  <a:lnTo>
                    <a:pt x="184150" y="6350"/>
                  </a:lnTo>
                  <a:lnTo>
                    <a:pt x="184150" y="5080"/>
                  </a:lnTo>
                  <a:close/>
                </a:path>
              </a:pathLst>
            </a:custGeom>
            <a:solidFill>
              <a:srgbClr val="182818"/>
            </a:solidFill>
          </p:spPr>
          <p:txBody>
            <a:bodyPr wrap="square" lIns="0" tIns="0" rIns="0" bIns="0" rtlCol="0"/>
            <a:lstStyle/>
            <a:p/>
          </p:txBody>
        </p:sp>
        <p:sp>
          <p:nvSpPr>
            <p:cNvPr id="2728" name="object 2728"/>
            <p:cNvSpPr/>
            <p:nvPr/>
          </p:nvSpPr>
          <p:spPr>
            <a:xfrm>
              <a:off x="8312150" y="1192529"/>
              <a:ext cx="186690" cy="7620"/>
            </a:xfrm>
            <a:custGeom>
              <a:avLst/>
              <a:gdLst/>
              <a:ahLst/>
              <a:cxnLst/>
              <a:rect l="l" t="t" r="r" b="b"/>
              <a:pathLst>
                <a:path w="186690" h="7619">
                  <a:moveTo>
                    <a:pt x="186690" y="3810"/>
                  </a:moveTo>
                  <a:lnTo>
                    <a:pt x="185420" y="3810"/>
                  </a:lnTo>
                  <a:lnTo>
                    <a:pt x="185420" y="0"/>
                  </a:lnTo>
                  <a:lnTo>
                    <a:pt x="1270" y="0"/>
                  </a:lnTo>
                  <a:lnTo>
                    <a:pt x="1270" y="3810"/>
                  </a:lnTo>
                  <a:lnTo>
                    <a:pt x="0" y="3810"/>
                  </a:lnTo>
                  <a:lnTo>
                    <a:pt x="0" y="7620"/>
                  </a:lnTo>
                  <a:lnTo>
                    <a:pt x="186690" y="7620"/>
                  </a:lnTo>
                  <a:lnTo>
                    <a:pt x="186690" y="3810"/>
                  </a:lnTo>
                  <a:close/>
                </a:path>
              </a:pathLst>
            </a:custGeom>
            <a:solidFill>
              <a:srgbClr val="1A281A"/>
            </a:solidFill>
          </p:spPr>
          <p:txBody>
            <a:bodyPr wrap="square" lIns="0" tIns="0" rIns="0" bIns="0" rtlCol="0"/>
            <a:lstStyle/>
            <a:p/>
          </p:txBody>
        </p:sp>
        <p:sp>
          <p:nvSpPr>
            <p:cNvPr id="2729" name="object 2729"/>
            <p:cNvSpPr/>
            <p:nvPr/>
          </p:nvSpPr>
          <p:spPr>
            <a:xfrm>
              <a:off x="8310880" y="1200149"/>
              <a:ext cx="189230" cy="6350"/>
            </a:xfrm>
            <a:custGeom>
              <a:avLst/>
              <a:gdLst/>
              <a:ahLst/>
              <a:cxnLst/>
              <a:rect l="l" t="t" r="r" b="b"/>
              <a:pathLst>
                <a:path w="189229" h="6350">
                  <a:moveTo>
                    <a:pt x="189230" y="2540"/>
                  </a:moveTo>
                  <a:lnTo>
                    <a:pt x="187960" y="2540"/>
                  </a:lnTo>
                  <a:lnTo>
                    <a:pt x="187960" y="0"/>
                  </a:lnTo>
                  <a:lnTo>
                    <a:pt x="1270" y="0"/>
                  </a:lnTo>
                  <a:lnTo>
                    <a:pt x="1270" y="2540"/>
                  </a:lnTo>
                  <a:lnTo>
                    <a:pt x="0" y="2540"/>
                  </a:lnTo>
                  <a:lnTo>
                    <a:pt x="0" y="6350"/>
                  </a:lnTo>
                  <a:lnTo>
                    <a:pt x="189230" y="6350"/>
                  </a:lnTo>
                  <a:lnTo>
                    <a:pt x="189230" y="2540"/>
                  </a:lnTo>
                  <a:close/>
                </a:path>
              </a:pathLst>
            </a:custGeom>
            <a:solidFill>
              <a:srgbClr val="1B271B"/>
            </a:solidFill>
          </p:spPr>
          <p:txBody>
            <a:bodyPr wrap="square" lIns="0" tIns="0" rIns="0" bIns="0" rtlCol="0"/>
            <a:lstStyle/>
            <a:p/>
          </p:txBody>
        </p:sp>
        <p:sp>
          <p:nvSpPr>
            <p:cNvPr id="2730" name="object 2730"/>
            <p:cNvSpPr/>
            <p:nvPr/>
          </p:nvSpPr>
          <p:spPr>
            <a:xfrm>
              <a:off x="8309610" y="1206499"/>
              <a:ext cx="191770" cy="7620"/>
            </a:xfrm>
            <a:custGeom>
              <a:avLst/>
              <a:gdLst/>
              <a:ahLst/>
              <a:cxnLst/>
              <a:rect l="l" t="t" r="r" b="b"/>
              <a:pathLst>
                <a:path w="191770" h="7619">
                  <a:moveTo>
                    <a:pt x="191770" y="2540"/>
                  </a:moveTo>
                  <a:lnTo>
                    <a:pt x="190500" y="2540"/>
                  </a:lnTo>
                  <a:lnTo>
                    <a:pt x="190500" y="0"/>
                  </a:lnTo>
                  <a:lnTo>
                    <a:pt x="1270" y="0"/>
                  </a:lnTo>
                  <a:lnTo>
                    <a:pt x="1270" y="2540"/>
                  </a:lnTo>
                  <a:lnTo>
                    <a:pt x="1270" y="3810"/>
                  </a:lnTo>
                  <a:lnTo>
                    <a:pt x="0" y="3810"/>
                  </a:lnTo>
                  <a:lnTo>
                    <a:pt x="0" y="7620"/>
                  </a:lnTo>
                  <a:lnTo>
                    <a:pt x="191770" y="7620"/>
                  </a:lnTo>
                  <a:lnTo>
                    <a:pt x="191770" y="3810"/>
                  </a:lnTo>
                  <a:lnTo>
                    <a:pt x="191770" y="2540"/>
                  </a:lnTo>
                  <a:close/>
                </a:path>
              </a:pathLst>
            </a:custGeom>
            <a:solidFill>
              <a:srgbClr val="1D261D"/>
            </a:solidFill>
          </p:spPr>
          <p:txBody>
            <a:bodyPr wrap="square" lIns="0" tIns="0" rIns="0" bIns="0" rtlCol="0"/>
            <a:lstStyle/>
            <a:p/>
          </p:txBody>
        </p:sp>
        <p:sp>
          <p:nvSpPr>
            <p:cNvPr id="2731" name="object 2731"/>
            <p:cNvSpPr/>
            <p:nvPr/>
          </p:nvSpPr>
          <p:spPr>
            <a:xfrm>
              <a:off x="8308340" y="1214119"/>
              <a:ext cx="194310" cy="7620"/>
            </a:xfrm>
            <a:custGeom>
              <a:avLst/>
              <a:gdLst/>
              <a:ahLst/>
              <a:cxnLst/>
              <a:rect l="l" t="t" r="r" b="b"/>
              <a:pathLst>
                <a:path w="194309" h="7619">
                  <a:moveTo>
                    <a:pt x="194310" y="2540"/>
                  </a:moveTo>
                  <a:lnTo>
                    <a:pt x="193040" y="2540"/>
                  </a:lnTo>
                  <a:lnTo>
                    <a:pt x="193040" y="0"/>
                  </a:lnTo>
                  <a:lnTo>
                    <a:pt x="1270" y="0"/>
                  </a:lnTo>
                  <a:lnTo>
                    <a:pt x="1270" y="2540"/>
                  </a:lnTo>
                  <a:lnTo>
                    <a:pt x="0" y="2540"/>
                  </a:lnTo>
                  <a:lnTo>
                    <a:pt x="0" y="7620"/>
                  </a:lnTo>
                  <a:lnTo>
                    <a:pt x="194310" y="7620"/>
                  </a:lnTo>
                  <a:lnTo>
                    <a:pt x="194310" y="2540"/>
                  </a:lnTo>
                  <a:close/>
                </a:path>
              </a:pathLst>
            </a:custGeom>
            <a:solidFill>
              <a:srgbClr val="1E261E"/>
            </a:solidFill>
          </p:spPr>
          <p:txBody>
            <a:bodyPr wrap="square" lIns="0" tIns="0" rIns="0" bIns="0" rtlCol="0"/>
            <a:lstStyle/>
            <a:p/>
          </p:txBody>
        </p:sp>
        <p:sp>
          <p:nvSpPr>
            <p:cNvPr id="2732" name="object 2732"/>
            <p:cNvSpPr/>
            <p:nvPr/>
          </p:nvSpPr>
          <p:spPr>
            <a:xfrm>
              <a:off x="8307070" y="1221739"/>
              <a:ext cx="196850" cy="6350"/>
            </a:xfrm>
            <a:custGeom>
              <a:avLst/>
              <a:gdLst/>
              <a:ahLst/>
              <a:cxnLst/>
              <a:rect l="l" t="t" r="r" b="b"/>
              <a:pathLst>
                <a:path w="196850" h="6350">
                  <a:moveTo>
                    <a:pt x="196850" y="5080"/>
                  </a:moveTo>
                  <a:lnTo>
                    <a:pt x="195580" y="5080"/>
                  </a:lnTo>
                  <a:lnTo>
                    <a:pt x="195580" y="2540"/>
                  </a:lnTo>
                  <a:lnTo>
                    <a:pt x="195580" y="0"/>
                  </a:lnTo>
                  <a:lnTo>
                    <a:pt x="1270" y="0"/>
                  </a:lnTo>
                  <a:lnTo>
                    <a:pt x="1270" y="2540"/>
                  </a:lnTo>
                  <a:lnTo>
                    <a:pt x="0" y="2540"/>
                  </a:lnTo>
                  <a:lnTo>
                    <a:pt x="0" y="5080"/>
                  </a:lnTo>
                  <a:lnTo>
                    <a:pt x="0" y="6350"/>
                  </a:lnTo>
                  <a:lnTo>
                    <a:pt x="196850" y="6350"/>
                  </a:lnTo>
                  <a:lnTo>
                    <a:pt x="196850" y="5080"/>
                  </a:lnTo>
                  <a:close/>
                </a:path>
              </a:pathLst>
            </a:custGeom>
            <a:solidFill>
              <a:srgbClr val="202520"/>
            </a:solidFill>
          </p:spPr>
          <p:txBody>
            <a:bodyPr wrap="square" lIns="0" tIns="0" rIns="0" bIns="0" rtlCol="0"/>
            <a:lstStyle/>
            <a:p/>
          </p:txBody>
        </p:sp>
        <p:sp>
          <p:nvSpPr>
            <p:cNvPr id="2733" name="object 2733"/>
            <p:cNvSpPr/>
            <p:nvPr/>
          </p:nvSpPr>
          <p:spPr>
            <a:xfrm>
              <a:off x="8305800" y="1228089"/>
              <a:ext cx="198120" cy="7620"/>
            </a:xfrm>
            <a:custGeom>
              <a:avLst/>
              <a:gdLst/>
              <a:ahLst/>
              <a:cxnLst/>
              <a:rect l="l" t="t" r="r" b="b"/>
              <a:pathLst>
                <a:path w="198120" h="7619">
                  <a:moveTo>
                    <a:pt x="198120" y="0"/>
                  </a:moveTo>
                  <a:lnTo>
                    <a:pt x="1270" y="0"/>
                  </a:lnTo>
                  <a:lnTo>
                    <a:pt x="1270" y="1270"/>
                  </a:lnTo>
                  <a:lnTo>
                    <a:pt x="1270" y="2540"/>
                  </a:lnTo>
                  <a:lnTo>
                    <a:pt x="1270" y="3810"/>
                  </a:lnTo>
                  <a:lnTo>
                    <a:pt x="1270" y="5080"/>
                  </a:lnTo>
                  <a:lnTo>
                    <a:pt x="1270" y="6350"/>
                  </a:lnTo>
                  <a:lnTo>
                    <a:pt x="0" y="6350"/>
                  </a:lnTo>
                  <a:lnTo>
                    <a:pt x="0" y="7620"/>
                  </a:lnTo>
                  <a:lnTo>
                    <a:pt x="91440" y="7620"/>
                  </a:lnTo>
                  <a:lnTo>
                    <a:pt x="91440" y="6350"/>
                  </a:lnTo>
                  <a:lnTo>
                    <a:pt x="92710" y="6350"/>
                  </a:lnTo>
                  <a:lnTo>
                    <a:pt x="92710" y="5080"/>
                  </a:lnTo>
                  <a:lnTo>
                    <a:pt x="93980" y="5080"/>
                  </a:lnTo>
                  <a:lnTo>
                    <a:pt x="93980" y="3810"/>
                  </a:lnTo>
                  <a:lnTo>
                    <a:pt x="95250" y="3810"/>
                  </a:lnTo>
                  <a:lnTo>
                    <a:pt x="95250" y="2540"/>
                  </a:lnTo>
                  <a:lnTo>
                    <a:pt x="99060" y="2540"/>
                  </a:lnTo>
                  <a:lnTo>
                    <a:pt x="99060" y="1270"/>
                  </a:lnTo>
                  <a:lnTo>
                    <a:pt x="101600" y="1270"/>
                  </a:lnTo>
                  <a:lnTo>
                    <a:pt x="101600" y="2540"/>
                  </a:lnTo>
                  <a:lnTo>
                    <a:pt x="102870" y="2540"/>
                  </a:lnTo>
                  <a:lnTo>
                    <a:pt x="102870" y="3810"/>
                  </a:lnTo>
                  <a:lnTo>
                    <a:pt x="105410" y="3810"/>
                  </a:lnTo>
                  <a:lnTo>
                    <a:pt x="105410" y="5080"/>
                  </a:lnTo>
                  <a:lnTo>
                    <a:pt x="106680" y="5080"/>
                  </a:lnTo>
                  <a:lnTo>
                    <a:pt x="106680" y="6350"/>
                  </a:lnTo>
                  <a:lnTo>
                    <a:pt x="107950" y="6350"/>
                  </a:lnTo>
                  <a:lnTo>
                    <a:pt x="107950" y="7620"/>
                  </a:lnTo>
                  <a:lnTo>
                    <a:pt x="198120" y="7620"/>
                  </a:lnTo>
                  <a:lnTo>
                    <a:pt x="198120" y="6350"/>
                  </a:lnTo>
                  <a:lnTo>
                    <a:pt x="198120" y="5080"/>
                  </a:lnTo>
                  <a:lnTo>
                    <a:pt x="198120" y="3810"/>
                  </a:lnTo>
                  <a:lnTo>
                    <a:pt x="198120" y="2540"/>
                  </a:lnTo>
                  <a:lnTo>
                    <a:pt x="198120" y="1270"/>
                  </a:lnTo>
                  <a:lnTo>
                    <a:pt x="198120" y="0"/>
                  </a:lnTo>
                  <a:close/>
                </a:path>
              </a:pathLst>
            </a:custGeom>
            <a:solidFill>
              <a:srgbClr val="212521"/>
            </a:solidFill>
          </p:spPr>
          <p:txBody>
            <a:bodyPr wrap="square" lIns="0" tIns="0" rIns="0" bIns="0" rtlCol="0"/>
            <a:lstStyle/>
            <a:p/>
          </p:txBody>
        </p:sp>
        <p:sp>
          <p:nvSpPr>
            <p:cNvPr id="2734" name="object 2734"/>
            <p:cNvSpPr/>
            <p:nvPr/>
          </p:nvSpPr>
          <p:spPr>
            <a:xfrm>
              <a:off x="8305800" y="1235709"/>
              <a:ext cx="199390" cy="7620"/>
            </a:xfrm>
            <a:custGeom>
              <a:avLst/>
              <a:gdLst/>
              <a:ahLst/>
              <a:cxnLst/>
              <a:rect l="l" t="t" r="r" b="b"/>
              <a:pathLst>
                <a:path w="199390" h="7619">
                  <a:moveTo>
                    <a:pt x="91440" y="0"/>
                  </a:moveTo>
                  <a:lnTo>
                    <a:pt x="0" y="0"/>
                  </a:lnTo>
                  <a:lnTo>
                    <a:pt x="0" y="2540"/>
                  </a:lnTo>
                  <a:lnTo>
                    <a:pt x="0" y="5080"/>
                  </a:lnTo>
                  <a:lnTo>
                    <a:pt x="0" y="7620"/>
                  </a:lnTo>
                  <a:lnTo>
                    <a:pt x="88900" y="7620"/>
                  </a:lnTo>
                  <a:lnTo>
                    <a:pt x="88900" y="5080"/>
                  </a:lnTo>
                  <a:lnTo>
                    <a:pt x="90170" y="5080"/>
                  </a:lnTo>
                  <a:lnTo>
                    <a:pt x="90170" y="2540"/>
                  </a:lnTo>
                  <a:lnTo>
                    <a:pt x="91440" y="2540"/>
                  </a:lnTo>
                  <a:lnTo>
                    <a:pt x="91440" y="0"/>
                  </a:lnTo>
                  <a:close/>
                </a:path>
                <a:path w="199390" h="7619">
                  <a:moveTo>
                    <a:pt x="199390" y="0"/>
                  </a:moveTo>
                  <a:lnTo>
                    <a:pt x="109220" y="0"/>
                  </a:lnTo>
                  <a:lnTo>
                    <a:pt x="109220" y="1270"/>
                  </a:lnTo>
                  <a:lnTo>
                    <a:pt x="110490" y="1270"/>
                  </a:lnTo>
                  <a:lnTo>
                    <a:pt x="110490" y="5080"/>
                  </a:lnTo>
                  <a:lnTo>
                    <a:pt x="111760" y="5080"/>
                  </a:lnTo>
                  <a:lnTo>
                    <a:pt x="111760" y="7620"/>
                  </a:lnTo>
                  <a:lnTo>
                    <a:pt x="199377" y="7620"/>
                  </a:lnTo>
                  <a:lnTo>
                    <a:pt x="199377" y="5080"/>
                  </a:lnTo>
                  <a:lnTo>
                    <a:pt x="199390" y="1270"/>
                  </a:lnTo>
                  <a:lnTo>
                    <a:pt x="199390" y="0"/>
                  </a:lnTo>
                  <a:close/>
                </a:path>
              </a:pathLst>
            </a:custGeom>
            <a:solidFill>
              <a:srgbClr val="222422"/>
            </a:solidFill>
          </p:spPr>
          <p:txBody>
            <a:bodyPr wrap="square" lIns="0" tIns="0" rIns="0" bIns="0" rtlCol="0"/>
            <a:lstStyle/>
            <a:p/>
          </p:txBody>
        </p:sp>
        <p:sp>
          <p:nvSpPr>
            <p:cNvPr id="2735" name="object 2735"/>
            <p:cNvSpPr/>
            <p:nvPr/>
          </p:nvSpPr>
          <p:spPr>
            <a:xfrm>
              <a:off x="8304530" y="1243329"/>
              <a:ext cx="201930" cy="6350"/>
            </a:xfrm>
            <a:custGeom>
              <a:avLst/>
              <a:gdLst/>
              <a:ahLst/>
              <a:cxnLst/>
              <a:rect l="l" t="t" r="r" b="b"/>
              <a:pathLst>
                <a:path w="201929" h="6350">
                  <a:moveTo>
                    <a:pt x="88900" y="0"/>
                  </a:moveTo>
                  <a:lnTo>
                    <a:pt x="0" y="0"/>
                  </a:lnTo>
                  <a:lnTo>
                    <a:pt x="0" y="6350"/>
                  </a:lnTo>
                  <a:lnTo>
                    <a:pt x="86359" y="6350"/>
                  </a:lnTo>
                  <a:lnTo>
                    <a:pt x="86359" y="5080"/>
                  </a:lnTo>
                  <a:lnTo>
                    <a:pt x="87629" y="5080"/>
                  </a:lnTo>
                  <a:lnTo>
                    <a:pt x="87629" y="2540"/>
                  </a:lnTo>
                  <a:lnTo>
                    <a:pt x="88900" y="2540"/>
                  </a:lnTo>
                  <a:lnTo>
                    <a:pt x="88900" y="0"/>
                  </a:lnTo>
                  <a:close/>
                </a:path>
                <a:path w="201929" h="6350">
                  <a:moveTo>
                    <a:pt x="200659" y="0"/>
                  </a:moveTo>
                  <a:lnTo>
                    <a:pt x="114300" y="0"/>
                  </a:lnTo>
                  <a:lnTo>
                    <a:pt x="114300" y="3810"/>
                  </a:lnTo>
                  <a:lnTo>
                    <a:pt x="115570" y="3810"/>
                  </a:lnTo>
                  <a:lnTo>
                    <a:pt x="115570" y="6350"/>
                  </a:lnTo>
                  <a:lnTo>
                    <a:pt x="201929" y="6350"/>
                  </a:lnTo>
                  <a:lnTo>
                    <a:pt x="201929" y="2540"/>
                  </a:lnTo>
                  <a:lnTo>
                    <a:pt x="200659" y="2540"/>
                  </a:lnTo>
                  <a:lnTo>
                    <a:pt x="200659" y="0"/>
                  </a:lnTo>
                  <a:close/>
                </a:path>
              </a:pathLst>
            </a:custGeom>
            <a:solidFill>
              <a:srgbClr val="242424"/>
            </a:solidFill>
          </p:spPr>
          <p:txBody>
            <a:bodyPr wrap="square" lIns="0" tIns="0" rIns="0" bIns="0" rtlCol="0"/>
            <a:lstStyle/>
            <a:p/>
          </p:txBody>
        </p:sp>
        <p:sp>
          <p:nvSpPr>
            <p:cNvPr id="2736" name="object 2736"/>
            <p:cNvSpPr/>
            <p:nvPr/>
          </p:nvSpPr>
          <p:spPr>
            <a:xfrm>
              <a:off x="8303260" y="1249679"/>
              <a:ext cx="204470" cy="7620"/>
            </a:xfrm>
            <a:custGeom>
              <a:avLst/>
              <a:gdLst/>
              <a:ahLst/>
              <a:cxnLst/>
              <a:rect l="l" t="t" r="r" b="b"/>
              <a:pathLst>
                <a:path w="204470" h="7619">
                  <a:moveTo>
                    <a:pt x="86359" y="5080"/>
                  </a:moveTo>
                  <a:lnTo>
                    <a:pt x="0" y="5080"/>
                  </a:lnTo>
                  <a:lnTo>
                    <a:pt x="0" y="7620"/>
                  </a:lnTo>
                  <a:lnTo>
                    <a:pt x="86359" y="7620"/>
                  </a:lnTo>
                  <a:lnTo>
                    <a:pt x="86359" y="5080"/>
                  </a:lnTo>
                  <a:close/>
                </a:path>
                <a:path w="204470" h="7619">
                  <a:moveTo>
                    <a:pt x="87629" y="0"/>
                  </a:moveTo>
                  <a:lnTo>
                    <a:pt x="1270" y="0"/>
                  </a:lnTo>
                  <a:lnTo>
                    <a:pt x="1270" y="5080"/>
                  </a:lnTo>
                  <a:lnTo>
                    <a:pt x="87629" y="5080"/>
                  </a:lnTo>
                  <a:lnTo>
                    <a:pt x="87629" y="0"/>
                  </a:lnTo>
                  <a:close/>
                </a:path>
                <a:path w="204470" h="7619">
                  <a:moveTo>
                    <a:pt x="118110" y="112"/>
                  </a:moveTo>
                  <a:lnTo>
                    <a:pt x="118110" y="3810"/>
                  </a:lnTo>
                  <a:lnTo>
                    <a:pt x="119380" y="3810"/>
                  </a:lnTo>
                  <a:lnTo>
                    <a:pt x="119380" y="7620"/>
                  </a:lnTo>
                  <a:lnTo>
                    <a:pt x="203200" y="7620"/>
                  </a:lnTo>
                  <a:lnTo>
                    <a:pt x="118110" y="112"/>
                  </a:lnTo>
                  <a:close/>
                </a:path>
                <a:path w="204470" h="7619">
                  <a:moveTo>
                    <a:pt x="203200" y="7507"/>
                  </a:moveTo>
                  <a:lnTo>
                    <a:pt x="204470" y="7620"/>
                  </a:lnTo>
                  <a:lnTo>
                    <a:pt x="203200" y="7507"/>
                  </a:lnTo>
                  <a:close/>
                </a:path>
                <a:path w="204470" h="7619">
                  <a:moveTo>
                    <a:pt x="203200" y="0"/>
                  </a:moveTo>
                  <a:lnTo>
                    <a:pt x="118110" y="0"/>
                  </a:lnTo>
                  <a:lnTo>
                    <a:pt x="203200" y="7507"/>
                  </a:lnTo>
                  <a:lnTo>
                    <a:pt x="203200" y="0"/>
                  </a:lnTo>
                  <a:close/>
                </a:path>
                <a:path w="204470" h="7619">
                  <a:moveTo>
                    <a:pt x="118110" y="0"/>
                  </a:moveTo>
                  <a:lnTo>
                    <a:pt x="116840" y="0"/>
                  </a:lnTo>
                  <a:lnTo>
                    <a:pt x="118110" y="112"/>
                  </a:lnTo>
                  <a:close/>
                </a:path>
              </a:pathLst>
            </a:custGeom>
            <a:solidFill>
              <a:srgbClr val="252325"/>
            </a:solidFill>
          </p:spPr>
          <p:txBody>
            <a:bodyPr wrap="square" lIns="0" tIns="0" rIns="0" bIns="0" rtlCol="0"/>
            <a:lstStyle/>
            <a:p/>
          </p:txBody>
        </p:sp>
        <p:sp>
          <p:nvSpPr>
            <p:cNvPr id="2737" name="object 2737"/>
            <p:cNvSpPr/>
            <p:nvPr/>
          </p:nvSpPr>
          <p:spPr>
            <a:xfrm>
              <a:off x="8303260" y="1257299"/>
              <a:ext cx="204470" cy="7620"/>
            </a:xfrm>
            <a:custGeom>
              <a:avLst/>
              <a:gdLst/>
              <a:ahLst/>
              <a:cxnLst/>
              <a:rect l="l" t="t" r="r" b="b"/>
              <a:pathLst>
                <a:path w="204470" h="7619">
                  <a:moveTo>
                    <a:pt x="86359" y="0"/>
                  </a:moveTo>
                  <a:lnTo>
                    <a:pt x="0" y="0"/>
                  </a:lnTo>
                  <a:lnTo>
                    <a:pt x="0" y="7620"/>
                  </a:lnTo>
                  <a:lnTo>
                    <a:pt x="83820" y="7620"/>
                  </a:lnTo>
                  <a:lnTo>
                    <a:pt x="83820" y="5079"/>
                  </a:lnTo>
                  <a:lnTo>
                    <a:pt x="85090" y="5079"/>
                  </a:lnTo>
                  <a:lnTo>
                    <a:pt x="85090" y="1270"/>
                  </a:lnTo>
                  <a:lnTo>
                    <a:pt x="86359" y="1270"/>
                  </a:lnTo>
                  <a:lnTo>
                    <a:pt x="86359" y="0"/>
                  </a:lnTo>
                  <a:close/>
                </a:path>
                <a:path w="204470" h="7619">
                  <a:moveTo>
                    <a:pt x="204470" y="0"/>
                  </a:moveTo>
                  <a:lnTo>
                    <a:pt x="119380" y="0"/>
                  </a:lnTo>
                  <a:lnTo>
                    <a:pt x="119380" y="1270"/>
                  </a:lnTo>
                  <a:lnTo>
                    <a:pt x="120650" y="1270"/>
                  </a:lnTo>
                  <a:lnTo>
                    <a:pt x="120650" y="6350"/>
                  </a:lnTo>
                  <a:lnTo>
                    <a:pt x="121920" y="6350"/>
                  </a:lnTo>
                  <a:lnTo>
                    <a:pt x="121920" y="7620"/>
                  </a:lnTo>
                  <a:lnTo>
                    <a:pt x="204470" y="7620"/>
                  </a:lnTo>
                  <a:lnTo>
                    <a:pt x="204470" y="0"/>
                  </a:lnTo>
                  <a:close/>
                </a:path>
              </a:pathLst>
            </a:custGeom>
            <a:solidFill>
              <a:srgbClr val="272227"/>
            </a:solidFill>
          </p:spPr>
          <p:txBody>
            <a:bodyPr wrap="square" lIns="0" tIns="0" rIns="0" bIns="0" rtlCol="0"/>
            <a:lstStyle/>
            <a:p/>
          </p:txBody>
        </p:sp>
        <p:sp>
          <p:nvSpPr>
            <p:cNvPr id="2738" name="object 2738"/>
            <p:cNvSpPr/>
            <p:nvPr/>
          </p:nvSpPr>
          <p:spPr>
            <a:xfrm>
              <a:off x="8301990" y="1264919"/>
              <a:ext cx="207010" cy="6350"/>
            </a:xfrm>
            <a:custGeom>
              <a:avLst/>
              <a:gdLst/>
              <a:ahLst/>
              <a:cxnLst/>
              <a:rect l="l" t="t" r="r" b="b"/>
              <a:pathLst>
                <a:path w="207009" h="6350">
                  <a:moveTo>
                    <a:pt x="85089" y="0"/>
                  </a:moveTo>
                  <a:lnTo>
                    <a:pt x="1269" y="0"/>
                  </a:lnTo>
                  <a:lnTo>
                    <a:pt x="1269" y="5079"/>
                  </a:lnTo>
                  <a:lnTo>
                    <a:pt x="0" y="5079"/>
                  </a:lnTo>
                  <a:lnTo>
                    <a:pt x="0" y="6350"/>
                  </a:lnTo>
                  <a:lnTo>
                    <a:pt x="83819" y="6350"/>
                  </a:lnTo>
                  <a:lnTo>
                    <a:pt x="83819" y="2539"/>
                  </a:lnTo>
                  <a:lnTo>
                    <a:pt x="85089" y="2539"/>
                  </a:lnTo>
                  <a:lnTo>
                    <a:pt x="85089" y="0"/>
                  </a:lnTo>
                  <a:close/>
                </a:path>
                <a:path w="207009" h="6350">
                  <a:moveTo>
                    <a:pt x="205739" y="0"/>
                  </a:moveTo>
                  <a:lnTo>
                    <a:pt x="123189" y="0"/>
                  </a:lnTo>
                  <a:lnTo>
                    <a:pt x="123189" y="6350"/>
                  </a:lnTo>
                  <a:lnTo>
                    <a:pt x="207009" y="6350"/>
                  </a:lnTo>
                  <a:lnTo>
                    <a:pt x="207009" y="3809"/>
                  </a:lnTo>
                  <a:lnTo>
                    <a:pt x="205739" y="3809"/>
                  </a:lnTo>
                  <a:lnTo>
                    <a:pt x="205739" y="0"/>
                  </a:lnTo>
                  <a:close/>
                </a:path>
              </a:pathLst>
            </a:custGeom>
            <a:solidFill>
              <a:srgbClr val="282228"/>
            </a:solidFill>
          </p:spPr>
          <p:txBody>
            <a:bodyPr wrap="square" lIns="0" tIns="0" rIns="0" bIns="0" rtlCol="0"/>
            <a:lstStyle/>
            <a:p/>
          </p:txBody>
        </p:sp>
        <p:sp>
          <p:nvSpPr>
            <p:cNvPr id="2739" name="object 2739"/>
            <p:cNvSpPr/>
            <p:nvPr/>
          </p:nvSpPr>
          <p:spPr>
            <a:xfrm>
              <a:off x="8301990" y="1271269"/>
              <a:ext cx="207010" cy="7620"/>
            </a:xfrm>
            <a:custGeom>
              <a:avLst/>
              <a:gdLst/>
              <a:ahLst/>
              <a:cxnLst/>
              <a:rect l="l" t="t" r="r" b="b"/>
              <a:pathLst>
                <a:path w="207009" h="7619">
                  <a:moveTo>
                    <a:pt x="83819" y="0"/>
                  </a:moveTo>
                  <a:lnTo>
                    <a:pt x="0" y="0"/>
                  </a:lnTo>
                  <a:lnTo>
                    <a:pt x="0" y="7619"/>
                  </a:lnTo>
                  <a:lnTo>
                    <a:pt x="82550" y="7619"/>
                  </a:lnTo>
                  <a:lnTo>
                    <a:pt x="82550" y="6350"/>
                  </a:lnTo>
                  <a:lnTo>
                    <a:pt x="83820" y="6350"/>
                  </a:lnTo>
                  <a:lnTo>
                    <a:pt x="83819" y="0"/>
                  </a:lnTo>
                  <a:close/>
                </a:path>
                <a:path w="207009" h="7619">
                  <a:moveTo>
                    <a:pt x="207009" y="0"/>
                  </a:moveTo>
                  <a:lnTo>
                    <a:pt x="123189" y="0"/>
                  </a:lnTo>
                  <a:lnTo>
                    <a:pt x="123189" y="5079"/>
                  </a:lnTo>
                  <a:lnTo>
                    <a:pt x="124459" y="5079"/>
                  </a:lnTo>
                  <a:lnTo>
                    <a:pt x="124459" y="7619"/>
                  </a:lnTo>
                  <a:lnTo>
                    <a:pt x="207009" y="7619"/>
                  </a:lnTo>
                  <a:lnTo>
                    <a:pt x="207009" y="0"/>
                  </a:lnTo>
                  <a:close/>
                </a:path>
              </a:pathLst>
            </a:custGeom>
            <a:solidFill>
              <a:srgbClr val="2A212A"/>
            </a:solidFill>
          </p:spPr>
          <p:txBody>
            <a:bodyPr wrap="square" lIns="0" tIns="0" rIns="0" bIns="0" rtlCol="0"/>
            <a:lstStyle/>
            <a:p/>
          </p:txBody>
        </p:sp>
        <p:sp>
          <p:nvSpPr>
            <p:cNvPr id="2740" name="object 2740"/>
            <p:cNvSpPr/>
            <p:nvPr/>
          </p:nvSpPr>
          <p:spPr>
            <a:xfrm>
              <a:off x="8300720" y="1278889"/>
              <a:ext cx="209550" cy="7620"/>
            </a:xfrm>
            <a:custGeom>
              <a:avLst/>
              <a:gdLst/>
              <a:ahLst/>
              <a:cxnLst/>
              <a:rect l="l" t="t" r="r" b="b"/>
              <a:pathLst>
                <a:path w="209550" h="7619">
                  <a:moveTo>
                    <a:pt x="83820" y="0"/>
                  </a:moveTo>
                  <a:lnTo>
                    <a:pt x="1270" y="0"/>
                  </a:lnTo>
                  <a:lnTo>
                    <a:pt x="1270" y="6350"/>
                  </a:lnTo>
                  <a:lnTo>
                    <a:pt x="0" y="6350"/>
                  </a:lnTo>
                  <a:lnTo>
                    <a:pt x="0" y="7620"/>
                  </a:lnTo>
                  <a:lnTo>
                    <a:pt x="82550" y="7620"/>
                  </a:lnTo>
                  <a:lnTo>
                    <a:pt x="82550" y="3810"/>
                  </a:lnTo>
                  <a:lnTo>
                    <a:pt x="83820" y="3810"/>
                  </a:lnTo>
                  <a:lnTo>
                    <a:pt x="83820" y="0"/>
                  </a:lnTo>
                  <a:close/>
                </a:path>
                <a:path w="209550" h="7619">
                  <a:moveTo>
                    <a:pt x="208279" y="0"/>
                  </a:moveTo>
                  <a:lnTo>
                    <a:pt x="125729" y="0"/>
                  </a:lnTo>
                  <a:lnTo>
                    <a:pt x="125729" y="3810"/>
                  </a:lnTo>
                  <a:lnTo>
                    <a:pt x="127000" y="3810"/>
                  </a:lnTo>
                  <a:lnTo>
                    <a:pt x="127000" y="7620"/>
                  </a:lnTo>
                  <a:lnTo>
                    <a:pt x="209550" y="7620"/>
                  </a:lnTo>
                  <a:lnTo>
                    <a:pt x="209550" y="6350"/>
                  </a:lnTo>
                  <a:lnTo>
                    <a:pt x="208279" y="6350"/>
                  </a:lnTo>
                  <a:lnTo>
                    <a:pt x="208279" y="0"/>
                  </a:lnTo>
                  <a:close/>
                </a:path>
              </a:pathLst>
            </a:custGeom>
            <a:solidFill>
              <a:srgbClr val="2B212B"/>
            </a:solidFill>
          </p:spPr>
          <p:txBody>
            <a:bodyPr wrap="square" lIns="0" tIns="0" rIns="0" bIns="0" rtlCol="0"/>
            <a:lstStyle/>
            <a:p/>
          </p:txBody>
        </p:sp>
        <p:sp>
          <p:nvSpPr>
            <p:cNvPr id="2741" name="object 2741"/>
            <p:cNvSpPr/>
            <p:nvPr/>
          </p:nvSpPr>
          <p:spPr>
            <a:xfrm>
              <a:off x="8300720" y="1286509"/>
              <a:ext cx="209550" cy="6350"/>
            </a:xfrm>
            <a:custGeom>
              <a:avLst/>
              <a:gdLst/>
              <a:ahLst/>
              <a:cxnLst/>
              <a:rect l="l" t="t" r="r" b="b"/>
              <a:pathLst>
                <a:path w="209550" h="6350">
                  <a:moveTo>
                    <a:pt x="82550" y="0"/>
                  </a:moveTo>
                  <a:lnTo>
                    <a:pt x="0" y="0"/>
                  </a:lnTo>
                  <a:lnTo>
                    <a:pt x="0" y="6350"/>
                  </a:lnTo>
                  <a:lnTo>
                    <a:pt x="82550" y="6350"/>
                  </a:lnTo>
                  <a:lnTo>
                    <a:pt x="82550" y="0"/>
                  </a:lnTo>
                  <a:close/>
                </a:path>
                <a:path w="209550" h="6350">
                  <a:moveTo>
                    <a:pt x="209550" y="0"/>
                  </a:moveTo>
                  <a:lnTo>
                    <a:pt x="127000" y="0"/>
                  </a:lnTo>
                  <a:lnTo>
                    <a:pt x="127000" y="6350"/>
                  </a:lnTo>
                  <a:lnTo>
                    <a:pt x="209550" y="6350"/>
                  </a:lnTo>
                  <a:lnTo>
                    <a:pt x="209550" y="0"/>
                  </a:lnTo>
                  <a:close/>
                </a:path>
              </a:pathLst>
            </a:custGeom>
            <a:solidFill>
              <a:srgbClr val="2D202D"/>
            </a:solidFill>
          </p:spPr>
          <p:txBody>
            <a:bodyPr wrap="square" lIns="0" tIns="0" rIns="0" bIns="0" rtlCol="0"/>
            <a:lstStyle/>
            <a:p/>
          </p:txBody>
        </p:sp>
        <p:sp>
          <p:nvSpPr>
            <p:cNvPr id="2742" name="object 2742"/>
            <p:cNvSpPr/>
            <p:nvPr/>
          </p:nvSpPr>
          <p:spPr>
            <a:xfrm>
              <a:off x="8300720" y="1292859"/>
              <a:ext cx="209550" cy="7620"/>
            </a:xfrm>
            <a:custGeom>
              <a:avLst/>
              <a:gdLst/>
              <a:ahLst/>
              <a:cxnLst/>
              <a:rect l="l" t="t" r="r" b="b"/>
              <a:pathLst>
                <a:path w="209550" h="7619">
                  <a:moveTo>
                    <a:pt x="82550" y="0"/>
                  </a:moveTo>
                  <a:lnTo>
                    <a:pt x="0" y="0"/>
                  </a:lnTo>
                  <a:lnTo>
                    <a:pt x="0" y="7620"/>
                  </a:lnTo>
                  <a:lnTo>
                    <a:pt x="82550" y="7620"/>
                  </a:lnTo>
                  <a:lnTo>
                    <a:pt x="82550" y="0"/>
                  </a:lnTo>
                  <a:close/>
                </a:path>
                <a:path w="209550" h="7619">
                  <a:moveTo>
                    <a:pt x="209550" y="0"/>
                  </a:moveTo>
                  <a:lnTo>
                    <a:pt x="127000" y="0"/>
                  </a:lnTo>
                  <a:lnTo>
                    <a:pt x="127000" y="7620"/>
                  </a:lnTo>
                  <a:lnTo>
                    <a:pt x="209550" y="7620"/>
                  </a:lnTo>
                  <a:lnTo>
                    <a:pt x="209550" y="0"/>
                  </a:lnTo>
                  <a:close/>
                </a:path>
              </a:pathLst>
            </a:custGeom>
            <a:solidFill>
              <a:srgbClr val="2E202E"/>
            </a:solidFill>
          </p:spPr>
          <p:txBody>
            <a:bodyPr wrap="square" lIns="0" tIns="0" rIns="0" bIns="0" rtlCol="0"/>
            <a:lstStyle/>
            <a:p/>
          </p:txBody>
        </p:sp>
        <p:sp>
          <p:nvSpPr>
            <p:cNvPr id="2743" name="object 2743"/>
            <p:cNvSpPr/>
            <p:nvPr/>
          </p:nvSpPr>
          <p:spPr>
            <a:xfrm>
              <a:off x="8299450" y="1300479"/>
              <a:ext cx="210820" cy="7620"/>
            </a:xfrm>
            <a:custGeom>
              <a:avLst/>
              <a:gdLst/>
              <a:ahLst/>
              <a:cxnLst/>
              <a:rect l="l" t="t" r="r" b="b"/>
              <a:pathLst>
                <a:path w="210820" h="7619">
                  <a:moveTo>
                    <a:pt x="210820" y="0"/>
                  </a:moveTo>
                  <a:lnTo>
                    <a:pt x="128270" y="0"/>
                  </a:lnTo>
                  <a:lnTo>
                    <a:pt x="128270" y="1270"/>
                  </a:lnTo>
                  <a:lnTo>
                    <a:pt x="83820" y="1270"/>
                  </a:lnTo>
                  <a:lnTo>
                    <a:pt x="83820" y="0"/>
                  </a:lnTo>
                  <a:lnTo>
                    <a:pt x="0" y="0"/>
                  </a:lnTo>
                  <a:lnTo>
                    <a:pt x="0" y="1270"/>
                  </a:lnTo>
                  <a:lnTo>
                    <a:pt x="0" y="7620"/>
                  </a:lnTo>
                  <a:lnTo>
                    <a:pt x="210820" y="7620"/>
                  </a:lnTo>
                  <a:lnTo>
                    <a:pt x="210820" y="1270"/>
                  </a:lnTo>
                  <a:lnTo>
                    <a:pt x="210820" y="0"/>
                  </a:lnTo>
                  <a:close/>
                </a:path>
              </a:pathLst>
            </a:custGeom>
            <a:solidFill>
              <a:srgbClr val="2F1F2F"/>
            </a:solidFill>
          </p:spPr>
          <p:txBody>
            <a:bodyPr wrap="square" lIns="0" tIns="0" rIns="0" bIns="0" rtlCol="0"/>
            <a:lstStyle/>
            <a:p/>
          </p:txBody>
        </p:sp>
        <p:sp>
          <p:nvSpPr>
            <p:cNvPr id="2744" name="object 2744"/>
            <p:cNvSpPr/>
            <p:nvPr/>
          </p:nvSpPr>
          <p:spPr>
            <a:xfrm>
              <a:off x="8299450" y="1308099"/>
              <a:ext cx="212090" cy="6350"/>
            </a:xfrm>
            <a:custGeom>
              <a:avLst/>
              <a:gdLst/>
              <a:ahLst/>
              <a:cxnLst/>
              <a:rect l="l" t="t" r="r" b="b"/>
              <a:pathLst>
                <a:path w="212090" h="6350">
                  <a:moveTo>
                    <a:pt x="212090" y="1270"/>
                  </a:moveTo>
                  <a:lnTo>
                    <a:pt x="210820" y="1270"/>
                  </a:lnTo>
                  <a:lnTo>
                    <a:pt x="210820" y="0"/>
                  </a:lnTo>
                  <a:lnTo>
                    <a:pt x="0" y="0"/>
                  </a:lnTo>
                  <a:lnTo>
                    <a:pt x="0" y="1270"/>
                  </a:lnTo>
                  <a:lnTo>
                    <a:pt x="0" y="6350"/>
                  </a:lnTo>
                  <a:lnTo>
                    <a:pt x="212090" y="6350"/>
                  </a:lnTo>
                  <a:lnTo>
                    <a:pt x="212090" y="1270"/>
                  </a:lnTo>
                  <a:close/>
                </a:path>
              </a:pathLst>
            </a:custGeom>
            <a:solidFill>
              <a:srgbClr val="311E31"/>
            </a:solidFill>
          </p:spPr>
          <p:txBody>
            <a:bodyPr wrap="square" lIns="0" tIns="0" rIns="0" bIns="0" rtlCol="0"/>
            <a:lstStyle/>
            <a:p/>
          </p:txBody>
        </p:sp>
        <p:sp>
          <p:nvSpPr>
            <p:cNvPr id="2745" name="object 2745"/>
            <p:cNvSpPr/>
            <p:nvPr/>
          </p:nvSpPr>
          <p:spPr>
            <a:xfrm>
              <a:off x="8299450" y="1314449"/>
              <a:ext cx="212090" cy="7620"/>
            </a:xfrm>
            <a:custGeom>
              <a:avLst/>
              <a:gdLst/>
              <a:ahLst/>
              <a:cxnLst/>
              <a:rect l="l" t="t" r="r" b="b"/>
              <a:pathLst>
                <a:path w="212090" h="7619">
                  <a:moveTo>
                    <a:pt x="0" y="7620"/>
                  </a:moveTo>
                  <a:lnTo>
                    <a:pt x="0" y="0"/>
                  </a:lnTo>
                  <a:lnTo>
                    <a:pt x="212090" y="0"/>
                  </a:lnTo>
                  <a:lnTo>
                    <a:pt x="212090" y="7620"/>
                  </a:lnTo>
                  <a:lnTo>
                    <a:pt x="0" y="7620"/>
                  </a:lnTo>
                  <a:close/>
                </a:path>
              </a:pathLst>
            </a:custGeom>
            <a:solidFill>
              <a:srgbClr val="331E33"/>
            </a:solidFill>
          </p:spPr>
          <p:txBody>
            <a:bodyPr wrap="square" lIns="0" tIns="0" rIns="0" bIns="0" rtlCol="0"/>
            <a:lstStyle/>
            <a:p/>
          </p:txBody>
        </p:sp>
        <p:sp>
          <p:nvSpPr>
            <p:cNvPr id="2746" name="object 2746"/>
            <p:cNvSpPr/>
            <p:nvPr/>
          </p:nvSpPr>
          <p:spPr>
            <a:xfrm>
              <a:off x="8298180" y="1322069"/>
              <a:ext cx="213360" cy="7620"/>
            </a:xfrm>
            <a:custGeom>
              <a:avLst/>
              <a:gdLst/>
              <a:ahLst/>
              <a:cxnLst/>
              <a:rect l="l" t="t" r="r" b="b"/>
              <a:pathLst>
                <a:path w="213359" h="7619">
                  <a:moveTo>
                    <a:pt x="213347" y="1282"/>
                  </a:moveTo>
                  <a:lnTo>
                    <a:pt x="0" y="1282"/>
                  </a:lnTo>
                  <a:lnTo>
                    <a:pt x="0" y="7620"/>
                  </a:lnTo>
                  <a:lnTo>
                    <a:pt x="213347" y="7620"/>
                  </a:lnTo>
                  <a:lnTo>
                    <a:pt x="213347" y="1282"/>
                  </a:lnTo>
                  <a:close/>
                </a:path>
                <a:path w="213359" h="7619">
                  <a:moveTo>
                    <a:pt x="213360" y="0"/>
                  </a:moveTo>
                  <a:lnTo>
                    <a:pt x="1270" y="0"/>
                  </a:lnTo>
                  <a:lnTo>
                    <a:pt x="1270" y="1270"/>
                  </a:lnTo>
                  <a:lnTo>
                    <a:pt x="213360" y="1270"/>
                  </a:lnTo>
                  <a:lnTo>
                    <a:pt x="213360" y="0"/>
                  </a:lnTo>
                  <a:close/>
                </a:path>
              </a:pathLst>
            </a:custGeom>
            <a:solidFill>
              <a:srgbClr val="341D34"/>
            </a:solidFill>
          </p:spPr>
          <p:txBody>
            <a:bodyPr wrap="square" lIns="0" tIns="0" rIns="0" bIns="0" rtlCol="0"/>
            <a:lstStyle/>
            <a:p/>
          </p:txBody>
        </p:sp>
        <p:sp>
          <p:nvSpPr>
            <p:cNvPr id="2747" name="object 2747"/>
            <p:cNvSpPr/>
            <p:nvPr/>
          </p:nvSpPr>
          <p:spPr>
            <a:xfrm>
              <a:off x="8298180" y="1329689"/>
              <a:ext cx="214629" cy="7620"/>
            </a:xfrm>
            <a:custGeom>
              <a:avLst/>
              <a:gdLst/>
              <a:ahLst/>
              <a:cxnLst/>
              <a:rect l="l" t="t" r="r" b="b"/>
              <a:pathLst>
                <a:path w="214629" h="7619">
                  <a:moveTo>
                    <a:pt x="214630" y="5080"/>
                  </a:moveTo>
                  <a:lnTo>
                    <a:pt x="213347" y="5080"/>
                  </a:lnTo>
                  <a:lnTo>
                    <a:pt x="213347" y="0"/>
                  </a:lnTo>
                  <a:lnTo>
                    <a:pt x="0" y="0"/>
                  </a:lnTo>
                  <a:lnTo>
                    <a:pt x="0" y="5080"/>
                  </a:lnTo>
                  <a:lnTo>
                    <a:pt x="0" y="7620"/>
                  </a:lnTo>
                  <a:lnTo>
                    <a:pt x="214630" y="7620"/>
                  </a:lnTo>
                  <a:lnTo>
                    <a:pt x="214630" y="5080"/>
                  </a:lnTo>
                  <a:close/>
                </a:path>
              </a:pathLst>
            </a:custGeom>
            <a:solidFill>
              <a:srgbClr val="351D35"/>
            </a:solidFill>
          </p:spPr>
          <p:txBody>
            <a:bodyPr wrap="square" lIns="0" tIns="0" rIns="0" bIns="0" rtlCol="0"/>
            <a:lstStyle/>
            <a:p/>
          </p:txBody>
        </p:sp>
        <p:sp>
          <p:nvSpPr>
            <p:cNvPr id="2748" name="object 2748"/>
            <p:cNvSpPr/>
            <p:nvPr/>
          </p:nvSpPr>
          <p:spPr>
            <a:xfrm>
              <a:off x="8298180" y="133730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71C37"/>
            </a:solidFill>
          </p:spPr>
          <p:txBody>
            <a:bodyPr wrap="square" lIns="0" tIns="0" rIns="0" bIns="0" rtlCol="0"/>
            <a:lstStyle/>
            <a:p/>
          </p:txBody>
        </p:sp>
        <p:sp>
          <p:nvSpPr>
            <p:cNvPr id="2749" name="object 2749"/>
            <p:cNvSpPr/>
            <p:nvPr/>
          </p:nvSpPr>
          <p:spPr>
            <a:xfrm>
              <a:off x="8298180" y="13436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81C38"/>
            </a:solidFill>
          </p:spPr>
          <p:txBody>
            <a:bodyPr wrap="square" lIns="0" tIns="0" rIns="0" bIns="0" rtlCol="0"/>
            <a:lstStyle/>
            <a:p/>
          </p:txBody>
        </p:sp>
        <p:sp>
          <p:nvSpPr>
            <p:cNvPr id="2750" name="object 2750"/>
            <p:cNvSpPr/>
            <p:nvPr/>
          </p:nvSpPr>
          <p:spPr>
            <a:xfrm>
              <a:off x="8298180" y="135127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91B39"/>
            </a:solidFill>
          </p:spPr>
          <p:txBody>
            <a:bodyPr wrap="square" lIns="0" tIns="0" rIns="0" bIns="0" rtlCol="0"/>
            <a:lstStyle/>
            <a:p/>
          </p:txBody>
        </p:sp>
        <p:sp>
          <p:nvSpPr>
            <p:cNvPr id="2751" name="object 2751"/>
            <p:cNvSpPr/>
            <p:nvPr/>
          </p:nvSpPr>
          <p:spPr>
            <a:xfrm>
              <a:off x="8298180" y="135889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B1A3B"/>
            </a:solidFill>
          </p:spPr>
          <p:txBody>
            <a:bodyPr wrap="square" lIns="0" tIns="0" rIns="0" bIns="0" rtlCol="0"/>
            <a:lstStyle/>
            <a:p/>
          </p:txBody>
        </p:sp>
        <p:sp>
          <p:nvSpPr>
            <p:cNvPr id="2752" name="object 2752"/>
            <p:cNvSpPr/>
            <p:nvPr/>
          </p:nvSpPr>
          <p:spPr>
            <a:xfrm>
              <a:off x="8298180" y="13652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3C1A3C"/>
            </a:solidFill>
          </p:spPr>
          <p:txBody>
            <a:bodyPr wrap="square" lIns="0" tIns="0" rIns="0" bIns="0" rtlCol="0"/>
            <a:lstStyle/>
            <a:p/>
          </p:txBody>
        </p:sp>
        <p:sp>
          <p:nvSpPr>
            <p:cNvPr id="2753" name="object 2753"/>
            <p:cNvSpPr/>
            <p:nvPr/>
          </p:nvSpPr>
          <p:spPr>
            <a:xfrm>
              <a:off x="8298180" y="137286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3E193E"/>
            </a:solidFill>
          </p:spPr>
          <p:txBody>
            <a:bodyPr wrap="square" lIns="0" tIns="0" rIns="0" bIns="0" rtlCol="0"/>
            <a:lstStyle/>
            <a:p/>
          </p:txBody>
        </p:sp>
        <p:sp>
          <p:nvSpPr>
            <p:cNvPr id="2754" name="object 2754"/>
            <p:cNvSpPr/>
            <p:nvPr/>
          </p:nvSpPr>
          <p:spPr>
            <a:xfrm>
              <a:off x="8298180" y="138048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3F193F"/>
            </a:solidFill>
          </p:spPr>
          <p:txBody>
            <a:bodyPr wrap="square" lIns="0" tIns="0" rIns="0" bIns="0" rtlCol="0"/>
            <a:lstStyle/>
            <a:p/>
          </p:txBody>
        </p:sp>
        <p:sp>
          <p:nvSpPr>
            <p:cNvPr id="2755" name="object 2755"/>
            <p:cNvSpPr/>
            <p:nvPr/>
          </p:nvSpPr>
          <p:spPr>
            <a:xfrm>
              <a:off x="8298180" y="138683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11841"/>
            </a:solidFill>
          </p:spPr>
          <p:txBody>
            <a:bodyPr wrap="square" lIns="0" tIns="0" rIns="0" bIns="0" rtlCol="0"/>
            <a:lstStyle/>
            <a:p/>
          </p:txBody>
        </p:sp>
        <p:sp>
          <p:nvSpPr>
            <p:cNvPr id="2756" name="object 2756"/>
            <p:cNvSpPr/>
            <p:nvPr/>
          </p:nvSpPr>
          <p:spPr>
            <a:xfrm>
              <a:off x="8298180" y="1394459"/>
              <a:ext cx="214629" cy="7620"/>
            </a:xfrm>
            <a:custGeom>
              <a:avLst/>
              <a:gdLst/>
              <a:ahLst/>
              <a:cxnLst/>
              <a:rect l="l" t="t" r="r" b="b"/>
              <a:pathLst>
                <a:path w="214629" h="7619">
                  <a:moveTo>
                    <a:pt x="0" y="7619"/>
                  </a:moveTo>
                  <a:lnTo>
                    <a:pt x="0" y="0"/>
                  </a:lnTo>
                  <a:lnTo>
                    <a:pt x="214629" y="0"/>
                  </a:lnTo>
                  <a:lnTo>
                    <a:pt x="214629" y="7619"/>
                  </a:lnTo>
                  <a:lnTo>
                    <a:pt x="0" y="7619"/>
                  </a:lnTo>
                  <a:close/>
                </a:path>
              </a:pathLst>
            </a:custGeom>
            <a:solidFill>
              <a:srgbClr val="421842"/>
            </a:solidFill>
          </p:spPr>
          <p:txBody>
            <a:bodyPr wrap="square" lIns="0" tIns="0" rIns="0" bIns="0" rtlCol="0"/>
            <a:lstStyle/>
            <a:p/>
          </p:txBody>
        </p:sp>
        <p:sp>
          <p:nvSpPr>
            <p:cNvPr id="2757" name="object 2757"/>
            <p:cNvSpPr/>
            <p:nvPr/>
          </p:nvSpPr>
          <p:spPr>
            <a:xfrm>
              <a:off x="8298180" y="140207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441744"/>
            </a:solidFill>
          </p:spPr>
          <p:txBody>
            <a:bodyPr wrap="square" lIns="0" tIns="0" rIns="0" bIns="0" rtlCol="0"/>
            <a:lstStyle/>
            <a:p/>
          </p:txBody>
        </p:sp>
        <p:sp>
          <p:nvSpPr>
            <p:cNvPr id="2758" name="object 2758"/>
            <p:cNvSpPr/>
            <p:nvPr/>
          </p:nvSpPr>
          <p:spPr>
            <a:xfrm>
              <a:off x="8298180" y="140842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51645"/>
            </a:solidFill>
          </p:spPr>
          <p:txBody>
            <a:bodyPr wrap="square" lIns="0" tIns="0" rIns="0" bIns="0" rtlCol="0"/>
            <a:lstStyle/>
            <a:p/>
          </p:txBody>
        </p:sp>
        <p:sp>
          <p:nvSpPr>
            <p:cNvPr id="2759" name="object 2759"/>
            <p:cNvSpPr/>
            <p:nvPr/>
          </p:nvSpPr>
          <p:spPr>
            <a:xfrm>
              <a:off x="8298180" y="1416049"/>
              <a:ext cx="214629" cy="7620"/>
            </a:xfrm>
            <a:custGeom>
              <a:avLst/>
              <a:gdLst/>
              <a:ahLst/>
              <a:cxnLst/>
              <a:rect l="l" t="t" r="r" b="b"/>
              <a:pathLst>
                <a:path w="214629" h="7619">
                  <a:moveTo>
                    <a:pt x="0" y="7620"/>
                  </a:moveTo>
                  <a:lnTo>
                    <a:pt x="0" y="0"/>
                  </a:lnTo>
                  <a:lnTo>
                    <a:pt x="214629" y="0"/>
                  </a:lnTo>
                  <a:lnTo>
                    <a:pt x="214629" y="7620"/>
                  </a:lnTo>
                  <a:lnTo>
                    <a:pt x="0" y="7620"/>
                  </a:lnTo>
                  <a:close/>
                </a:path>
              </a:pathLst>
            </a:custGeom>
            <a:solidFill>
              <a:srgbClr val="461646"/>
            </a:solidFill>
          </p:spPr>
          <p:txBody>
            <a:bodyPr wrap="square" lIns="0" tIns="0" rIns="0" bIns="0" rtlCol="0"/>
            <a:lstStyle/>
            <a:p/>
          </p:txBody>
        </p:sp>
        <p:sp>
          <p:nvSpPr>
            <p:cNvPr id="2760" name="object 2760"/>
            <p:cNvSpPr/>
            <p:nvPr/>
          </p:nvSpPr>
          <p:spPr>
            <a:xfrm>
              <a:off x="8298180" y="1423669"/>
              <a:ext cx="214629" cy="6350"/>
            </a:xfrm>
            <a:custGeom>
              <a:avLst/>
              <a:gdLst/>
              <a:ahLst/>
              <a:cxnLst/>
              <a:rect l="l" t="t" r="r" b="b"/>
              <a:pathLst>
                <a:path w="214629" h="6350">
                  <a:moveTo>
                    <a:pt x="0" y="6350"/>
                  </a:moveTo>
                  <a:lnTo>
                    <a:pt x="0" y="0"/>
                  </a:lnTo>
                  <a:lnTo>
                    <a:pt x="214629" y="0"/>
                  </a:lnTo>
                  <a:lnTo>
                    <a:pt x="214629" y="6350"/>
                  </a:lnTo>
                  <a:lnTo>
                    <a:pt x="0" y="6350"/>
                  </a:lnTo>
                  <a:close/>
                </a:path>
              </a:pathLst>
            </a:custGeom>
            <a:solidFill>
              <a:srgbClr val="481548"/>
            </a:solidFill>
          </p:spPr>
          <p:txBody>
            <a:bodyPr wrap="square" lIns="0" tIns="0" rIns="0" bIns="0" rtlCol="0"/>
            <a:lstStyle/>
            <a:p/>
          </p:txBody>
        </p:sp>
        <p:sp>
          <p:nvSpPr>
            <p:cNvPr id="2761" name="object 2761"/>
            <p:cNvSpPr/>
            <p:nvPr/>
          </p:nvSpPr>
          <p:spPr>
            <a:xfrm>
              <a:off x="8298180" y="1430019"/>
              <a:ext cx="214629" cy="7620"/>
            </a:xfrm>
            <a:custGeom>
              <a:avLst/>
              <a:gdLst/>
              <a:ahLst/>
              <a:cxnLst/>
              <a:rect l="l" t="t" r="r" b="b"/>
              <a:pathLst>
                <a:path w="214629" h="7619">
                  <a:moveTo>
                    <a:pt x="214630" y="3822"/>
                  </a:moveTo>
                  <a:lnTo>
                    <a:pt x="1270" y="3822"/>
                  </a:lnTo>
                  <a:lnTo>
                    <a:pt x="1270" y="7620"/>
                  </a:lnTo>
                  <a:lnTo>
                    <a:pt x="214630" y="7620"/>
                  </a:lnTo>
                  <a:lnTo>
                    <a:pt x="214630" y="3822"/>
                  </a:lnTo>
                  <a:close/>
                </a:path>
                <a:path w="214629" h="7619">
                  <a:moveTo>
                    <a:pt x="214630" y="0"/>
                  </a:moveTo>
                  <a:lnTo>
                    <a:pt x="0" y="0"/>
                  </a:lnTo>
                  <a:lnTo>
                    <a:pt x="0" y="3810"/>
                  </a:lnTo>
                  <a:lnTo>
                    <a:pt x="214630" y="3810"/>
                  </a:lnTo>
                  <a:lnTo>
                    <a:pt x="214630" y="0"/>
                  </a:lnTo>
                  <a:close/>
                </a:path>
              </a:pathLst>
            </a:custGeom>
            <a:solidFill>
              <a:srgbClr val="491549"/>
            </a:solidFill>
          </p:spPr>
          <p:txBody>
            <a:bodyPr wrap="square" lIns="0" tIns="0" rIns="0" bIns="0" rtlCol="0"/>
            <a:lstStyle/>
            <a:p/>
          </p:txBody>
        </p:sp>
        <p:sp>
          <p:nvSpPr>
            <p:cNvPr id="2762" name="object 2762"/>
            <p:cNvSpPr/>
            <p:nvPr/>
          </p:nvSpPr>
          <p:spPr>
            <a:xfrm>
              <a:off x="8299450" y="1437639"/>
              <a:ext cx="213360" cy="7620"/>
            </a:xfrm>
            <a:custGeom>
              <a:avLst/>
              <a:gdLst/>
              <a:ahLst/>
              <a:cxnLst/>
              <a:rect l="l" t="t" r="r" b="b"/>
              <a:pathLst>
                <a:path w="213359" h="7619">
                  <a:moveTo>
                    <a:pt x="0" y="7620"/>
                  </a:moveTo>
                  <a:lnTo>
                    <a:pt x="0" y="0"/>
                  </a:lnTo>
                  <a:lnTo>
                    <a:pt x="213359" y="0"/>
                  </a:lnTo>
                  <a:lnTo>
                    <a:pt x="213359" y="7620"/>
                  </a:lnTo>
                  <a:lnTo>
                    <a:pt x="0" y="7620"/>
                  </a:lnTo>
                  <a:close/>
                </a:path>
              </a:pathLst>
            </a:custGeom>
            <a:solidFill>
              <a:srgbClr val="4B144B"/>
            </a:solidFill>
          </p:spPr>
          <p:txBody>
            <a:bodyPr wrap="square" lIns="0" tIns="0" rIns="0" bIns="0" rtlCol="0"/>
            <a:lstStyle/>
            <a:p/>
          </p:txBody>
        </p:sp>
        <p:sp>
          <p:nvSpPr>
            <p:cNvPr id="2763" name="object 2763"/>
            <p:cNvSpPr/>
            <p:nvPr/>
          </p:nvSpPr>
          <p:spPr>
            <a:xfrm>
              <a:off x="8299450" y="1445259"/>
              <a:ext cx="213360" cy="6350"/>
            </a:xfrm>
            <a:custGeom>
              <a:avLst/>
              <a:gdLst/>
              <a:ahLst/>
              <a:cxnLst/>
              <a:rect l="l" t="t" r="r" b="b"/>
              <a:pathLst>
                <a:path w="213359" h="6350">
                  <a:moveTo>
                    <a:pt x="213360" y="0"/>
                  </a:moveTo>
                  <a:lnTo>
                    <a:pt x="0" y="0"/>
                  </a:lnTo>
                  <a:lnTo>
                    <a:pt x="0" y="3810"/>
                  </a:lnTo>
                  <a:lnTo>
                    <a:pt x="0" y="6350"/>
                  </a:lnTo>
                  <a:lnTo>
                    <a:pt x="83820" y="6350"/>
                  </a:lnTo>
                  <a:lnTo>
                    <a:pt x="83820" y="3810"/>
                  </a:lnTo>
                  <a:lnTo>
                    <a:pt x="213360" y="3810"/>
                  </a:lnTo>
                  <a:lnTo>
                    <a:pt x="213360" y="0"/>
                  </a:lnTo>
                  <a:close/>
                </a:path>
              </a:pathLst>
            </a:custGeom>
            <a:solidFill>
              <a:srgbClr val="4C144C"/>
            </a:solidFill>
          </p:spPr>
          <p:txBody>
            <a:bodyPr wrap="square" lIns="0" tIns="0" rIns="0" bIns="0" rtlCol="0"/>
            <a:lstStyle/>
            <a:p/>
          </p:txBody>
        </p:sp>
        <p:sp>
          <p:nvSpPr>
            <p:cNvPr id="2764" name="object 2764"/>
            <p:cNvSpPr/>
            <p:nvPr/>
          </p:nvSpPr>
          <p:spPr>
            <a:xfrm>
              <a:off x="8299450" y="1451609"/>
              <a:ext cx="83820" cy="7620"/>
            </a:xfrm>
            <a:custGeom>
              <a:avLst/>
              <a:gdLst/>
              <a:ahLst/>
              <a:cxnLst/>
              <a:rect l="l" t="t" r="r" b="b"/>
              <a:pathLst>
                <a:path w="83820" h="7619">
                  <a:moveTo>
                    <a:pt x="83820" y="0"/>
                  </a:moveTo>
                  <a:lnTo>
                    <a:pt x="0" y="0"/>
                  </a:lnTo>
                  <a:lnTo>
                    <a:pt x="0" y="5079"/>
                  </a:lnTo>
                  <a:lnTo>
                    <a:pt x="83820" y="5079"/>
                  </a:lnTo>
                  <a:lnTo>
                    <a:pt x="83820" y="0"/>
                  </a:lnTo>
                  <a:close/>
                </a:path>
                <a:path w="83820" h="7619">
                  <a:moveTo>
                    <a:pt x="83820" y="5080"/>
                  </a:moveTo>
                  <a:lnTo>
                    <a:pt x="1270" y="5080"/>
                  </a:lnTo>
                  <a:lnTo>
                    <a:pt x="1270" y="7619"/>
                  </a:lnTo>
                  <a:lnTo>
                    <a:pt x="83820" y="7619"/>
                  </a:lnTo>
                  <a:lnTo>
                    <a:pt x="83820" y="5080"/>
                  </a:lnTo>
                  <a:close/>
                </a:path>
              </a:pathLst>
            </a:custGeom>
            <a:solidFill>
              <a:srgbClr val="4E134E"/>
            </a:solidFill>
          </p:spPr>
          <p:txBody>
            <a:bodyPr wrap="square" lIns="0" tIns="0" rIns="0" bIns="0" rtlCol="0"/>
            <a:lstStyle/>
            <a:p/>
          </p:txBody>
        </p:sp>
        <p:sp>
          <p:nvSpPr>
            <p:cNvPr id="2765" name="object 2765"/>
            <p:cNvSpPr/>
            <p:nvPr/>
          </p:nvSpPr>
          <p:spPr>
            <a:xfrm>
              <a:off x="8300720" y="1459229"/>
              <a:ext cx="134620" cy="7620"/>
            </a:xfrm>
            <a:custGeom>
              <a:avLst/>
              <a:gdLst/>
              <a:ahLst/>
              <a:cxnLst/>
              <a:rect l="l" t="t" r="r" b="b"/>
              <a:pathLst>
                <a:path w="134620" h="7619">
                  <a:moveTo>
                    <a:pt x="82550" y="0"/>
                  </a:moveTo>
                  <a:lnTo>
                    <a:pt x="0" y="0"/>
                  </a:lnTo>
                  <a:lnTo>
                    <a:pt x="0" y="7620"/>
                  </a:lnTo>
                  <a:lnTo>
                    <a:pt x="83820" y="7620"/>
                  </a:lnTo>
                  <a:lnTo>
                    <a:pt x="83820" y="2540"/>
                  </a:lnTo>
                  <a:lnTo>
                    <a:pt x="82550" y="2540"/>
                  </a:lnTo>
                  <a:lnTo>
                    <a:pt x="82550" y="0"/>
                  </a:lnTo>
                  <a:close/>
                </a:path>
                <a:path w="134620" h="7619">
                  <a:moveTo>
                    <a:pt x="132079" y="5079"/>
                  </a:moveTo>
                  <a:lnTo>
                    <a:pt x="130809" y="5079"/>
                  </a:lnTo>
                  <a:lnTo>
                    <a:pt x="130809" y="7620"/>
                  </a:lnTo>
                  <a:lnTo>
                    <a:pt x="134619" y="7620"/>
                  </a:lnTo>
                  <a:lnTo>
                    <a:pt x="134619" y="6350"/>
                  </a:lnTo>
                  <a:lnTo>
                    <a:pt x="132079" y="6350"/>
                  </a:lnTo>
                  <a:lnTo>
                    <a:pt x="132079" y="5079"/>
                  </a:lnTo>
                  <a:close/>
                </a:path>
              </a:pathLst>
            </a:custGeom>
            <a:solidFill>
              <a:srgbClr val="4F124F"/>
            </a:solidFill>
          </p:spPr>
          <p:txBody>
            <a:bodyPr wrap="square" lIns="0" tIns="0" rIns="0" bIns="0" rtlCol="0"/>
            <a:lstStyle/>
            <a:p/>
          </p:txBody>
        </p:sp>
        <p:sp>
          <p:nvSpPr>
            <p:cNvPr id="2766" name="object 2766"/>
            <p:cNvSpPr/>
            <p:nvPr/>
          </p:nvSpPr>
          <p:spPr>
            <a:xfrm>
              <a:off x="8300720" y="1466849"/>
              <a:ext cx="158750" cy="7620"/>
            </a:xfrm>
            <a:custGeom>
              <a:avLst/>
              <a:gdLst/>
              <a:ahLst/>
              <a:cxnLst/>
              <a:rect l="l" t="t" r="r" b="b"/>
              <a:pathLst>
                <a:path w="158750" h="7619">
                  <a:moveTo>
                    <a:pt x="83820" y="0"/>
                  </a:moveTo>
                  <a:lnTo>
                    <a:pt x="0" y="0"/>
                  </a:lnTo>
                  <a:lnTo>
                    <a:pt x="0" y="6350"/>
                  </a:lnTo>
                  <a:lnTo>
                    <a:pt x="1270" y="6350"/>
                  </a:lnTo>
                  <a:lnTo>
                    <a:pt x="1270" y="7620"/>
                  </a:lnTo>
                  <a:lnTo>
                    <a:pt x="85090" y="7620"/>
                  </a:lnTo>
                  <a:lnTo>
                    <a:pt x="85090" y="5079"/>
                  </a:lnTo>
                  <a:lnTo>
                    <a:pt x="83820" y="5079"/>
                  </a:lnTo>
                  <a:lnTo>
                    <a:pt x="83820" y="0"/>
                  </a:lnTo>
                  <a:close/>
                </a:path>
                <a:path w="158750" h="7619">
                  <a:moveTo>
                    <a:pt x="158750" y="6350"/>
                  </a:moveTo>
                  <a:lnTo>
                    <a:pt x="128270" y="6350"/>
                  </a:lnTo>
                  <a:lnTo>
                    <a:pt x="128270" y="7620"/>
                  </a:lnTo>
                  <a:lnTo>
                    <a:pt x="158750" y="7620"/>
                  </a:lnTo>
                  <a:lnTo>
                    <a:pt x="158750" y="6350"/>
                  </a:lnTo>
                  <a:close/>
                </a:path>
                <a:path w="158750" h="7619">
                  <a:moveTo>
                    <a:pt x="142239" y="1270"/>
                  </a:moveTo>
                  <a:lnTo>
                    <a:pt x="129539" y="1270"/>
                  </a:lnTo>
                  <a:lnTo>
                    <a:pt x="129539" y="6350"/>
                  </a:lnTo>
                  <a:lnTo>
                    <a:pt x="154939" y="6350"/>
                  </a:lnTo>
                  <a:lnTo>
                    <a:pt x="154939" y="5079"/>
                  </a:lnTo>
                  <a:lnTo>
                    <a:pt x="151129" y="5079"/>
                  </a:lnTo>
                  <a:lnTo>
                    <a:pt x="151129" y="3810"/>
                  </a:lnTo>
                  <a:lnTo>
                    <a:pt x="147319" y="3810"/>
                  </a:lnTo>
                  <a:lnTo>
                    <a:pt x="147319" y="2539"/>
                  </a:lnTo>
                  <a:lnTo>
                    <a:pt x="142239" y="2539"/>
                  </a:lnTo>
                  <a:lnTo>
                    <a:pt x="142239" y="1270"/>
                  </a:lnTo>
                  <a:close/>
                </a:path>
                <a:path w="158750" h="7619">
                  <a:moveTo>
                    <a:pt x="138429" y="0"/>
                  </a:moveTo>
                  <a:lnTo>
                    <a:pt x="130809" y="0"/>
                  </a:lnTo>
                  <a:lnTo>
                    <a:pt x="130809" y="1270"/>
                  </a:lnTo>
                  <a:lnTo>
                    <a:pt x="138429" y="1270"/>
                  </a:lnTo>
                  <a:lnTo>
                    <a:pt x="138429" y="0"/>
                  </a:lnTo>
                  <a:close/>
                </a:path>
              </a:pathLst>
            </a:custGeom>
            <a:solidFill>
              <a:srgbClr val="501250"/>
            </a:solidFill>
          </p:spPr>
          <p:txBody>
            <a:bodyPr wrap="square" lIns="0" tIns="0" rIns="0" bIns="0" rtlCol="0"/>
            <a:lstStyle/>
            <a:p/>
          </p:txBody>
        </p:sp>
        <p:sp>
          <p:nvSpPr>
            <p:cNvPr id="2767" name="object 2767"/>
            <p:cNvSpPr/>
            <p:nvPr/>
          </p:nvSpPr>
          <p:spPr>
            <a:xfrm>
              <a:off x="8301990" y="1474469"/>
              <a:ext cx="177800" cy="6350"/>
            </a:xfrm>
            <a:custGeom>
              <a:avLst/>
              <a:gdLst/>
              <a:ahLst/>
              <a:cxnLst/>
              <a:rect l="l" t="t" r="r" b="b"/>
              <a:pathLst>
                <a:path w="177800" h="6350">
                  <a:moveTo>
                    <a:pt x="83820" y="0"/>
                  </a:moveTo>
                  <a:lnTo>
                    <a:pt x="0" y="0"/>
                  </a:lnTo>
                  <a:lnTo>
                    <a:pt x="0" y="6350"/>
                  </a:lnTo>
                  <a:lnTo>
                    <a:pt x="85090" y="6350"/>
                  </a:lnTo>
                  <a:lnTo>
                    <a:pt x="85090" y="2539"/>
                  </a:lnTo>
                  <a:lnTo>
                    <a:pt x="83820" y="2539"/>
                  </a:lnTo>
                  <a:lnTo>
                    <a:pt x="83820" y="0"/>
                  </a:lnTo>
                  <a:close/>
                </a:path>
                <a:path w="177800" h="6350">
                  <a:moveTo>
                    <a:pt x="173989" y="3809"/>
                  </a:moveTo>
                  <a:lnTo>
                    <a:pt x="125729" y="3809"/>
                  </a:lnTo>
                  <a:lnTo>
                    <a:pt x="125729" y="6350"/>
                  </a:lnTo>
                  <a:lnTo>
                    <a:pt x="177800" y="6350"/>
                  </a:lnTo>
                  <a:lnTo>
                    <a:pt x="177800" y="5079"/>
                  </a:lnTo>
                  <a:lnTo>
                    <a:pt x="173989" y="5079"/>
                  </a:lnTo>
                  <a:lnTo>
                    <a:pt x="173989" y="3809"/>
                  </a:lnTo>
                  <a:close/>
                </a:path>
                <a:path w="177800" h="6350">
                  <a:moveTo>
                    <a:pt x="161290" y="0"/>
                  </a:moveTo>
                  <a:lnTo>
                    <a:pt x="127000" y="0"/>
                  </a:lnTo>
                  <a:lnTo>
                    <a:pt x="127000" y="3809"/>
                  </a:lnTo>
                  <a:lnTo>
                    <a:pt x="170179" y="3809"/>
                  </a:lnTo>
                  <a:lnTo>
                    <a:pt x="170179" y="2539"/>
                  </a:lnTo>
                  <a:lnTo>
                    <a:pt x="166370" y="2539"/>
                  </a:lnTo>
                  <a:lnTo>
                    <a:pt x="166370" y="1269"/>
                  </a:lnTo>
                  <a:lnTo>
                    <a:pt x="161290" y="1269"/>
                  </a:lnTo>
                  <a:lnTo>
                    <a:pt x="161290" y="0"/>
                  </a:lnTo>
                  <a:close/>
                </a:path>
              </a:pathLst>
            </a:custGeom>
            <a:solidFill>
              <a:srgbClr val="521152"/>
            </a:solidFill>
          </p:spPr>
          <p:txBody>
            <a:bodyPr wrap="square" lIns="0" tIns="0" rIns="0" bIns="0" rtlCol="0"/>
            <a:lstStyle/>
            <a:p/>
          </p:txBody>
        </p:sp>
        <p:sp>
          <p:nvSpPr>
            <p:cNvPr id="2768" name="object 2768"/>
            <p:cNvSpPr/>
            <p:nvPr/>
          </p:nvSpPr>
          <p:spPr>
            <a:xfrm>
              <a:off x="8301990" y="1480819"/>
              <a:ext cx="201930" cy="7620"/>
            </a:xfrm>
            <a:custGeom>
              <a:avLst/>
              <a:gdLst/>
              <a:ahLst/>
              <a:cxnLst/>
              <a:rect l="l" t="t" r="r" b="b"/>
              <a:pathLst>
                <a:path w="201929" h="7619">
                  <a:moveTo>
                    <a:pt x="86359" y="2539"/>
                  </a:moveTo>
                  <a:lnTo>
                    <a:pt x="1269" y="2539"/>
                  </a:lnTo>
                  <a:lnTo>
                    <a:pt x="1269" y="7619"/>
                  </a:lnTo>
                  <a:lnTo>
                    <a:pt x="86359" y="7619"/>
                  </a:lnTo>
                  <a:lnTo>
                    <a:pt x="86359" y="2539"/>
                  </a:lnTo>
                  <a:close/>
                </a:path>
                <a:path w="201929" h="7619">
                  <a:moveTo>
                    <a:pt x="85090" y="0"/>
                  </a:moveTo>
                  <a:lnTo>
                    <a:pt x="0" y="0"/>
                  </a:lnTo>
                  <a:lnTo>
                    <a:pt x="0" y="2539"/>
                  </a:lnTo>
                  <a:lnTo>
                    <a:pt x="85090" y="2539"/>
                  </a:lnTo>
                  <a:lnTo>
                    <a:pt x="85090" y="0"/>
                  </a:lnTo>
                  <a:close/>
                </a:path>
                <a:path w="201929" h="7619">
                  <a:moveTo>
                    <a:pt x="201929" y="6350"/>
                  </a:moveTo>
                  <a:lnTo>
                    <a:pt x="123189" y="6350"/>
                  </a:lnTo>
                  <a:lnTo>
                    <a:pt x="123189" y="7619"/>
                  </a:lnTo>
                  <a:lnTo>
                    <a:pt x="201929" y="7619"/>
                  </a:lnTo>
                  <a:lnTo>
                    <a:pt x="201929" y="6350"/>
                  </a:lnTo>
                  <a:close/>
                </a:path>
                <a:path w="201929" h="7619">
                  <a:moveTo>
                    <a:pt x="186689" y="1269"/>
                  </a:moveTo>
                  <a:lnTo>
                    <a:pt x="124459" y="1269"/>
                  </a:lnTo>
                  <a:lnTo>
                    <a:pt x="124459" y="6350"/>
                  </a:lnTo>
                  <a:lnTo>
                    <a:pt x="198119" y="6350"/>
                  </a:lnTo>
                  <a:lnTo>
                    <a:pt x="198119" y="5079"/>
                  </a:lnTo>
                  <a:lnTo>
                    <a:pt x="194309" y="5079"/>
                  </a:lnTo>
                  <a:lnTo>
                    <a:pt x="194309" y="3809"/>
                  </a:lnTo>
                  <a:lnTo>
                    <a:pt x="190500" y="3809"/>
                  </a:lnTo>
                  <a:lnTo>
                    <a:pt x="190500" y="2539"/>
                  </a:lnTo>
                  <a:lnTo>
                    <a:pt x="186689" y="2539"/>
                  </a:lnTo>
                  <a:lnTo>
                    <a:pt x="186689" y="1269"/>
                  </a:lnTo>
                  <a:close/>
                </a:path>
                <a:path w="201929" h="7619">
                  <a:moveTo>
                    <a:pt x="181609" y="0"/>
                  </a:moveTo>
                  <a:lnTo>
                    <a:pt x="125729" y="0"/>
                  </a:lnTo>
                  <a:lnTo>
                    <a:pt x="125729" y="1269"/>
                  </a:lnTo>
                  <a:lnTo>
                    <a:pt x="181609" y="1269"/>
                  </a:lnTo>
                  <a:lnTo>
                    <a:pt x="181609" y="0"/>
                  </a:lnTo>
                  <a:close/>
                </a:path>
              </a:pathLst>
            </a:custGeom>
            <a:solidFill>
              <a:srgbClr val="531153"/>
            </a:solidFill>
          </p:spPr>
          <p:txBody>
            <a:bodyPr wrap="square" lIns="0" tIns="0" rIns="0" bIns="0" rtlCol="0"/>
            <a:lstStyle/>
            <a:p/>
          </p:txBody>
        </p:sp>
        <p:sp>
          <p:nvSpPr>
            <p:cNvPr id="2769" name="object 2769"/>
            <p:cNvSpPr/>
            <p:nvPr/>
          </p:nvSpPr>
          <p:spPr>
            <a:xfrm>
              <a:off x="8303260" y="1488439"/>
              <a:ext cx="209550" cy="7620"/>
            </a:xfrm>
            <a:custGeom>
              <a:avLst/>
              <a:gdLst/>
              <a:ahLst/>
              <a:cxnLst/>
              <a:rect l="l" t="t" r="r" b="b"/>
              <a:pathLst>
                <a:path w="209550" h="7619">
                  <a:moveTo>
                    <a:pt x="87617" y="6350"/>
                  </a:moveTo>
                  <a:lnTo>
                    <a:pt x="86360" y="6350"/>
                  </a:lnTo>
                  <a:lnTo>
                    <a:pt x="86360" y="5080"/>
                  </a:lnTo>
                  <a:lnTo>
                    <a:pt x="86347" y="3810"/>
                  </a:lnTo>
                  <a:lnTo>
                    <a:pt x="85090" y="3810"/>
                  </a:lnTo>
                  <a:lnTo>
                    <a:pt x="85090" y="0"/>
                  </a:lnTo>
                  <a:lnTo>
                    <a:pt x="0" y="0"/>
                  </a:lnTo>
                  <a:lnTo>
                    <a:pt x="0" y="3810"/>
                  </a:lnTo>
                  <a:lnTo>
                    <a:pt x="0" y="5080"/>
                  </a:lnTo>
                  <a:lnTo>
                    <a:pt x="1270" y="5080"/>
                  </a:lnTo>
                  <a:lnTo>
                    <a:pt x="1270" y="6350"/>
                  </a:lnTo>
                  <a:lnTo>
                    <a:pt x="1270" y="7620"/>
                  </a:lnTo>
                  <a:lnTo>
                    <a:pt x="87617" y="7620"/>
                  </a:lnTo>
                  <a:lnTo>
                    <a:pt x="87617" y="6350"/>
                  </a:lnTo>
                  <a:close/>
                </a:path>
                <a:path w="209550" h="7619">
                  <a:moveTo>
                    <a:pt x="209550" y="1270"/>
                  </a:moveTo>
                  <a:lnTo>
                    <a:pt x="205740" y="1270"/>
                  </a:lnTo>
                  <a:lnTo>
                    <a:pt x="205740" y="0"/>
                  </a:lnTo>
                  <a:lnTo>
                    <a:pt x="121920" y="0"/>
                  </a:lnTo>
                  <a:lnTo>
                    <a:pt x="121920" y="1270"/>
                  </a:lnTo>
                  <a:lnTo>
                    <a:pt x="121920" y="2540"/>
                  </a:lnTo>
                  <a:lnTo>
                    <a:pt x="120650" y="2540"/>
                  </a:lnTo>
                  <a:lnTo>
                    <a:pt x="120650" y="6350"/>
                  </a:lnTo>
                  <a:lnTo>
                    <a:pt x="119380" y="6350"/>
                  </a:lnTo>
                  <a:lnTo>
                    <a:pt x="119380" y="7620"/>
                  </a:lnTo>
                  <a:lnTo>
                    <a:pt x="209550" y="7620"/>
                  </a:lnTo>
                  <a:lnTo>
                    <a:pt x="209550" y="6350"/>
                  </a:lnTo>
                  <a:lnTo>
                    <a:pt x="209550" y="2540"/>
                  </a:lnTo>
                  <a:lnTo>
                    <a:pt x="209550" y="1270"/>
                  </a:lnTo>
                  <a:close/>
                </a:path>
              </a:pathLst>
            </a:custGeom>
            <a:solidFill>
              <a:srgbClr val="551055"/>
            </a:solidFill>
          </p:spPr>
          <p:txBody>
            <a:bodyPr wrap="square" lIns="0" tIns="0" rIns="0" bIns="0" rtlCol="0"/>
            <a:lstStyle/>
            <a:p/>
          </p:txBody>
        </p:sp>
        <p:sp>
          <p:nvSpPr>
            <p:cNvPr id="2770" name="object 2770"/>
            <p:cNvSpPr/>
            <p:nvPr/>
          </p:nvSpPr>
          <p:spPr>
            <a:xfrm>
              <a:off x="8304530" y="1496059"/>
              <a:ext cx="208279" cy="6350"/>
            </a:xfrm>
            <a:custGeom>
              <a:avLst/>
              <a:gdLst/>
              <a:ahLst/>
              <a:cxnLst/>
              <a:rect l="l" t="t" r="r" b="b"/>
              <a:pathLst>
                <a:path w="208279" h="6350">
                  <a:moveTo>
                    <a:pt x="88900" y="5080"/>
                  </a:moveTo>
                  <a:lnTo>
                    <a:pt x="87630" y="5080"/>
                  </a:lnTo>
                  <a:lnTo>
                    <a:pt x="87630" y="2540"/>
                  </a:lnTo>
                  <a:lnTo>
                    <a:pt x="86347" y="2540"/>
                  </a:lnTo>
                  <a:lnTo>
                    <a:pt x="86347" y="0"/>
                  </a:lnTo>
                  <a:lnTo>
                    <a:pt x="0" y="0"/>
                  </a:lnTo>
                  <a:lnTo>
                    <a:pt x="0" y="2540"/>
                  </a:lnTo>
                  <a:lnTo>
                    <a:pt x="0" y="5080"/>
                  </a:lnTo>
                  <a:lnTo>
                    <a:pt x="0" y="6350"/>
                  </a:lnTo>
                  <a:lnTo>
                    <a:pt x="88900" y="6350"/>
                  </a:lnTo>
                  <a:lnTo>
                    <a:pt x="88900" y="5080"/>
                  </a:lnTo>
                  <a:close/>
                </a:path>
                <a:path w="208279" h="6350">
                  <a:moveTo>
                    <a:pt x="208280" y="0"/>
                  </a:moveTo>
                  <a:lnTo>
                    <a:pt x="118110" y="0"/>
                  </a:lnTo>
                  <a:lnTo>
                    <a:pt x="118110" y="3810"/>
                  </a:lnTo>
                  <a:lnTo>
                    <a:pt x="116840" y="3810"/>
                  </a:lnTo>
                  <a:lnTo>
                    <a:pt x="116840" y="5080"/>
                  </a:lnTo>
                  <a:lnTo>
                    <a:pt x="116840" y="6350"/>
                  </a:lnTo>
                  <a:lnTo>
                    <a:pt x="207010" y="6350"/>
                  </a:lnTo>
                  <a:lnTo>
                    <a:pt x="207010" y="5080"/>
                  </a:lnTo>
                  <a:lnTo>
                    <a:pt x="208280" y="5080"/>
                  </a:lnTo>
                  <a:lnTo>
                    <a:pt x="208280" y="3810"/>
                  </a:lnTo>
                  <a:lnTo>
                    <a:pt x="208280" y="0"/>
                  </a:lnTo>
                  <a:close/>
                </a:path>
              </a:pathLst>
            </a:custGeom>
            <a:solidFill>
              <a:srgbClr val="561056"/>
            </a:solidFill>
          </p:spPr>
          <p:txBody>
            <a:bodyPr wrap="square" lIns="0" tIns="0" rIns="0" bIns="0" rtlCol="0"/>
            <a:lstStyle/>
            <a:p/>
          </p:txBody>
        </p:sp>
        <p:sp>
          <p:nvSpPr>
            <p:cNvPr id="2771" name="object 2771"/>
            <p:cNvSpPr/>
            <p:nvPr/>
          </p:nvSpPr>
          <p:spPr>
            <a:xfrm>
              <a:off x="8304530" y="1502409"/>
              <a:ext cx="207010" cy="7620"/>
            </a:xfrm>
            <a:custGeom>
              <a:avLst/>
              <a:gdLst/>
              <a:ahLst/>
              <a:cxnLst/>
              <a:rect l="l" t="t" r="r" b="b"/>
              <a:pathLst>
                <a:path w="207009" h="7619">
                  <a:moveTo>
                    <a:pt x="91440" y="6350"/>
                  </a:moveTo>
                  <a:lnTo>
                    <a:pt x="90170" y="6350"/>
                  </a:lnTo>
                  <a:lnTo>
                    <a:pt x="90170" y="3810"/>
                  </a:lnTo>
                  <a:lnTo>
                    <a:pt x="88900" y="3810"/>
                  </a:lnTo>
                  <a:lnTo>
                    <a:pt x="88900" y="1270"/>
                  </a:lnTo>
                  <a:lnTo>
                    <a:pt x="88900" y="0"/>
                  </a:lnTo>
                  <a:lnTo>
                    <a:pt x="0" y="0"/>
                  </a:lnTo>
                  <a:lnTo>
                    <a:pt x="0" y="1270"/>
                  </a:lnTo>
                  <a:lnTo>
                    <a:pt x="1270" y="1270"/>
                  </a:lnTo>
                  <a:lnTo>
                    <a:pt x="1270" y="3810"/>
                  </a:lnTo>
                  <a:lnTo>
                    <a:pt x="1270" y="6350"/>
                  </a:lnTo>
                  <a:lnTo>
                    <a:pt x="1270" y="7620"/>
                  </a:lnTo>
                  <a:lnTo>
                    <a:pt x="91440" y="7620"/>
                  </a:lnTo>
                  <a:lnTo>
                    <a:pt x="91440" y="6350"/>
                  </a:lnTo>
                  <a:close/>
                </a:path>
                <a:path w="207009" h="7619">
                  <a:moveTo>
                    <a:pt x="207010" y="1282"/>
                  </a:moveTo>
                  <a:lnTo>
                    <a:pt x="115570" y="1282"/>
                  </a:lnTo>
                  <a:lnTo>
                    <a:pt x="115570" y="5080"/>
                  </a:lnTo>
                  <a:lnTo>
                    <a:pt x="114300" y="5080"/>
                  </a:lnTo>
                  <a:lnTo>
                    <a:pt x="114300" y="6350"/>
                  </a:lnTo>
                  <a:lnTo>
                    <a:pt x="113030" y="6350"/>
                  </a:lnTo>
                  <a:lnTo>
                    <a:pt x="113030" y="7620"/>
                  </a:lnTo>
                  <a:lnTo>
                    <a:pt x="205740" y="7620"/>
                  </a:lnTo>
                  <a:lnTo>
                    <a:pt x="205740" y="6350"/>
                  </a:lnTo>
                  <a:lnTo>
                    <a:pt x="205740" y="5080"/>
                  </a:lnTo>
                  <a:lnTo>
                    <a:pt x="207010" y="5080"/>
                  </a:lnTo>
                  <a:lnTo>
                    <a:pt x="207010" y="1282"/>
                  </a:lnTo>
                  <a:close/>
                </a:path>
                <a:path w="207009" h="7619">
                  <a:moveTo>
                    <a:pt x="207010" y="0"/>
                  </a:moveTo>
                  <a:lnTo>
                    <a:pt x="116840" y="0"/>
                  </a:lnTo>
                  <a:lnTo>
                    <a:pt x="116840" y="1270"/>
                  </a:lnTo>
                  <a:lnTo>
                    <a:pt x="207010" y="1270"/>
                  </a:lnTo>
                  <a:lnTo>
                    <a:pt x="207010" y="0"/>
                  </a:lnTo>
                  <a:close/>
                </a:path>
              </a:pathLst>
            </a:custGeom>
            <a:solidFill>
              <a:srgbClr val="580F58"/>
            </a:solidFill>
          </p:spPr>
          <p:txBody>
            <a:bodyPr wrap="square" lIns="0" tIns="0" rIns="0" bIns="0" rtlCol="0"/>
            <a:lstStyle/>
            <a:p/>
          </p:txBody>
        </p:sp>
        <p:sp>
          <p:nvSpPr>
            <p:cNvPr id="2772" name="object 2772"/>
            <p:cNvSpPr/>
            <p:nvPr/>
          </p:nvSpPr>
          <p:spPr>
            <a:xfrm>
              <a:off x="8305800" y="1510029"/>
              <a:ext cx="204470" cy="7620"/>
            </a:xfrm>
            <a:custGeom>
              <a:avLst/>
              <a:gdLst/>
              <a:ahLst/>
              <a:cxnLst/>
              <a:rect l="l" t="t" r="r" b="b"/>
              <a:pathLst>
                <a:path w="204470" h="7619">
                  <a:moveTo>
                    <a:pt x="96520" y="6350"/>
                  </a:moveTo>
                  <a:lnTo>
                    <a:pt x="95250" y="6350"/>
                  </a:lnTo>
                  <a:lnTo>
                    <a:pt x="95250" y="5080"/>
                  </a:lnTo>
                  <a:lnTo>
                    <a:pt x="93980" y="5080"/>
                  </a:lnTo>
                  <a:lnTo>
                    <a:pt x="93980" y="3810"/>
                  </a:lnTo>
                  <a:lnTo>
                    <a:pt x="92710" y="3810"/>
                  </a:lnTo>
                  <a:lnTo>
                    <a:pt x="92710" y="2540"/>
                  </a:lnTo>
                  <a:lnTo>
                    <a:pt x="92710" y="1270"/>
                  </a:lnTo>
                  <a:lnTo>
                    <a:pt x="91440" y="1270"/>
                  </a:lnTo>
                  <a:lnTo>
                    <a:pt x="91440" y="0"/>
                  </a:lnTo>
                  <a:lnTo>
                    <a:pt x="0" y="0"/>
                  </a:lnTo>
                  <a:lnTo>
                    <a:pt x="0" y="1270"/>
                  </a:lnTo>
                  <a:lnTo>
                    <a:pt x="0" y="2540"/>
                  </a:lnTo>
                  <a:lnTo>
                    <a:pt x="1270" y="2540"/>
                  </a:lnTo>
                  <a:lnTo>
                    <a:pt x="1270" y="3810"/>
                  </a:lnTo>
                  <a:lnTo>
                    <a:pt x="1270" y="5080"/>
                  </a:lnTo>
                  <a:lnTo>
                    <a:pt x="1270" y="6350"/>
                  </a:lnTo>
                  <a:lnTo>
                    <a:pt x="1270" y="7620"/>
                  </a:lnTo>
                  <a:lnTo>
                    <a:pt x="96520" y="7620"/>
                  </a:lnTo>
                  <a:lnTo>
                    <a:pt x="96520" y="6350"/>
                  </a:lnTo>
                  <a:close/>
                </a:path>
                <a:path w="204470" h="7619">
                  <a:moveTo>
                    <a:pt x="204470" y="0"/>
                  </a:moveTo>
                  <a:lnTo>
                    <a:pt x="111760" y="0"/>
                  </a:lnTo>
                  <a:lnTo>
                    <a:pt x="111760" y="1270"/>
                  </a:lnTo>
                  <a:lnTo>
                    <a:pt x="110490" y="1270"/>
                  </a:lnTo>
                  <a:lnTo>
                    <a:pt x="110490" y="2540"/>
                  </a:lnTo>
                  <a:lnTo>
                    <a:pt x="107950" y="2540"/>
                  </a:lnTo>
                  <a:lnTo>
                    <a:pt x="107950" y="5080"/>
                  </a:lnTo>
                  <a:lnTo>
                    <a:pt x="105410" y="5080"/>
                  </a:lnTo>
                  <a:lnTo>
                    <a:pt x="105410" y="6350"/>
                  </a:lnTo>
                  <a:lnTo>
                    <a:pt x="102870" y="6350"/>
                  </a:lnTo>
                  <a:lnTo>
                    <a:pt x="102870" y="7620"/>
                  </a:lnTo>
                  <a:lnTo>
                    <a:pt x="203200" y="7620"/>
                  </a:lnTo>
                  <a:lnTo>
                    <a:pt x="203200" y="6350"/>
                  </a:lnTo>
                  <a:lnTo>
                    <a:pt x="203200" y="5080"/>
                  </a:lnTo>
                  <a:lnTo>
                    <a:pt x="204470" y="5080"/>
                  </a:lnTo>
                  <a:lnTo>
                    <a:pt x="204470" y="2540"/>
                  </a:lnTo>
                  <a:lnTo>
                    <a:pt x="204470" y="1270"/>
                  </a:lnTo>
                  <a:lnTo>
                    <a:pt x="204470" y="0"/>
                  </a:lnTo>
                  <a:close/>
                </a:path>
              </a:pathLst>
            </a:custGeom>
            <a:solidFill>
              <a:srgbClr val="590E59"/>
            </a:solidFill>
          </p:spPr>
          <p:txBody>
            <a:bodyPr wrap="square" lIns="0" tIns="0" rIns="0" bIns="0" rtlCol="0"/>
            <a:lstStyle/>
            <a:p/>
          </p:txBody>
        </p:sp>
        <p:sp>
          <p:nvSpPr>
            <p:cNvPr id="2773" name="object 2773"/>
            <p:cNvSpPr/>
            <p:nvPr/>
          </p:nvSpPr>
          <p:spPr>
            <a:xfrm>
              <a:off x="8307070" y="1517649"/>
              <a:ext cx="201930" cy="6350"/>
            </a:xfrm>
            <a:custGeom>
              <a:avLst/>
              <a:gdLst/>
              <a:ahLst/>
              <a:cxnLst/>
              <a:rect l="l" t="t" r="r" b="b"/>
              <a:pathLst>
                <a:path w="201929" h="6350">
                  <a:moveTo>
                    <a:pt x="201930" y="0"/>
                  </a:moveTo>
                  <a:lnTo>
                    <a:pt x="100330" y="0"/>
                  </a:lnTo>
                  <a:lnTo>
                    <a:pt x="100330" y="1270"/>
                  </a:lnTo>
                  <a:lnTo>
                    <a:pt x="97790" y="1270"/>
                  </a:lnTo>
                  <a:lnTo>
                    <a:pt x="97790" y="0"/>
                  </a:lnTo>
                  <a:lnTo>
                    <a:pt x="0" y="0"/>
                  </a:lnTo>
                  <a:lnTo>
                    <a:pt x="0" y="1270"/>
                  </a:lnTo>
                  <a:lnTo>
                    <a:pt x="0" y="3810"/>
                  </a:lnTo>
                  <a:lnTo>
                    <a:pt x="0" y="5080"/>
                  </a:lnTo>
                  <a:lnTo>
                    <a:pt x="1270" y="5080"/>
                  </a:lnTo>
                  <a:lnTo>
                    <a:pt x="1270" y="6350"/>
                  </a:lnTo>
                  <a:lnTo>
                    <a:pt x="200660" y="6350"/>
                  </a:lnTo>
                  <a:lnTo>
                    <a:pt x="200660" y="5080"/>
                  </a:lnTo>
                  <a:lnTo>
                    <a:pt x="200660" y="3810"/>
                  </a:lnTo>
                  <a:lnTo>
                    <a:pt x="201930" y="3810"/>
                  </a:lnTo>
                  <a:lnTo>
                    <a:pt x="201930" y="1270"/>
                  </a:lnTo>
                  <a:lnTo>
                    <a:pt x="201930" y="0"/>
                  </a:lnTo>
                  <a:close/>
                </a:path>
              </a:pathLst>
            </a:custGeom>
            <a:solidFill>
              <a:srgbClr val="5B0E5B"/>
            </a:solidFill>
          </p:spPr>
          <p:txBody>
            <a:bodyPr wrap="square" lIns="0" tIns="0" rIns="0" bIns="0" rtlCol="0"/>
            <a:lstStyle/>
            <a:p/>
          </p:txBody>
        </p:sp>
        <p:sp>
          <p:nvSpPr>
            <p:cNvPr id="2774" name="object 2774"/>
            <p:cNvSpPr/>
            <p:nvPr/>
          </p:nvSpPr>
          <p:spPr>
            <a:xfrm>
              <a:off x="8308340" y="1523999"/>
              <a:ext cx="199390" cy="7620"/>
            </a:xfrm>
            <a:custGeom>
              <a:avLst/>
              <a:gdLst/>
              <a:ahLst/>
              <a:cxnLst/>
              <a:rect l="l" t="t" r="r" b="b"/>
              <a:pathLst>
                <a:path w="199390" h="7619">
                  <a:moveTo>
                    <a:pt x="199390" y="0"/>
                  </a:moveTo>
                  <a:lnTo>
                    <a:pt x="0" y="0"/>
                  </a:lnTo>
                  <a:lnTo>
                    <a:pt x="0" y="2540"/>
                  </a:lnTo>
                  <a:lnTo>
                    <a:pt x="0" y="6350"/>
                  </a:lnTo>
                  <a:lnTo>
                    <a:pt x="1270" y="6350"/>
                  </a:lnTo>
                  <a:lnTo>
                    <a:pt x="1270" y="7620"/>
                  </a:lnTo>
                  <a:lnTo>
                    <a:pt x="198120" y="7620"/>
                  </a:lnTo>
                  <a:lnTo>
                    <a:pt x="198120" y="6350"/>
                  </a:lnTo>
                  <a:lnTo>
                    <a:pt x="198120" y="2540"/>
                  </a:lnTo>
                  <a:lnTo>
                    <a:pt x="199390" y="2540"/>
                  </a:lnTo>
                  <a:lnTo>
                    <a:pt x="199390" y="0"/>
                  </a:lnTo>
                  <a:close/>
                </a:path>
              </a:pathLst>
            </a:custGeom>
            <a:solidFill>
              <a:srgbClr val="5C0D5C"/>
            </a:solidFill>
          </p:spPr>
          <p:txBody>
            <a:bodyPr wrap="square" lIns="0" tIns="0" rIns="0" bIns="0" rtlCol="0"/>
            <a:lstStyle/>
            <a:p/>
          </p:txBody>
        </p:sp>
        <p:sp>
          <p:nvSpPr>
            <p:cNvPr id="2775" name="object 2775"/>
            <p:cNvSpPr/>
            <p:nvPr/>
          </p:nvSpPr>
          <p:spPr>
            <a:xfrm>
              <a:off x="8309610" y="1531619"/>
              <a:ext cx="195580" cy="7620"/>
            </a:xfrm>
            <a:custGeom>
              <a:avLst/>
              <a:gdLst/>
              <a:ahLst/>
              <a:cxnLst/>
              <a:rect l="l" t="t" r="r" b="b"/>
              <a:pathLst>
                <a:path w="195579" h="7619">
                  <a:moveTo>
                    <a:pt x="195567" y="0"/>
                  </a:moveTo>
                  <a:lnTo>
                    <a:pt x="0" y="0"/>
                  </a:lnTo>
                  <a:lnTo>
                    <a:pt x="0" y="5080"/>
                  </a:lnTo>
                  <a:lnTo>
                    <a:pt x="1270" y="5080"/>
                  </a:lnTo>
                  <a:lnTo>
                    <a:pt x="1270" y="7620"/>
                  </a:lnTo>
                  <a:lnTo>
                    <a:pt x="194310" y="7620"/>
                  </a:lnTo>
                  <a:lnTo>
                    <a:pt x="194310" y="5080"/>
                  </a:lnTo>
                  <a:lnTo>
                    <a:pt x="195567" y="5080"/>
                  </a:lnTo>
                  <a:lnTo>
                    <a:pt x="195567" y="0"/>
                  </a:lnTo>
                  <a:close/>
                </a:path>
              </a:pathLst>
            </a:custGeom>
            <a:solidFill>
              <a:srgbClr val="5D0D5D"/>
            </a:solidFill>
          </p:spPr>
          <p:txBody>
            <a:bodyPr wrap="square" lIns="0" tIns="0" rIns="0" bIns="0" rtlCol="0"/>
            <a:lstStyle/>
            <a:p/>
          </p:txBody>
        </p:sp>
        <p:sp>
          <p:nvSpPr>
            <p:cNvPr id="2776" name="object 2776"/>
            <p:cNvSpPr/>
            <p:nvPr/>
          </p:nvSpPr>
          <p:spPr>
            <a:xfrm>
              <a:off x="8310880" y="1539239"/>
              <a:ext cx="193040" cy="6350"/>
            </a:xfrm>
            <a:custGeom>
              <a:avLst/>
              <a:gdLst/>
              <a:ahLst/>
              <a:cxnLst/>
              <a:rect l="l" t="t" r="r" b="b"/>
              <a:pathLst>
                <a:path w="193040" h="6350">
                  <a:moveTo>
                    <a:pt x="193040" y="0"/>
                  </a:moveTo>
                  <a:lnTo>
                    <a:pt x="0" y="0"/>
                  </a:lnTo>
                  <a:lnTo>
                    <a:pt x="0" y="2540"/>
                  </a:lnTo>
                  <a:lnTo>
                    <a:pt x="0" y="3810"/>
                  </a:lnTo>
                  <a:lnTo>
                    <a:pt x="1270" y="3810"/>
                  </a:lnTo>
                  <a:lnTo>
                    <a:pt x="1270" y="6350"/>
                  </a:lnTo>
                  <a:lnTo>
                    <a:pt x="191770" y="6350"/>
                  </a:lnTo>
                  <a:lnTo>
                    <a:pt x="191770" y="3810"/>
                  </a:lnTo>
                  <a:lnTo>
                    <a:pt x="191770" y="2540"/>
                  </a:lnTo>
                  <a:lnTo>
                    <a:pt x="193040" y="2540"/>
                  </a:lnTo>
                  <a:lnTo>
                    <a:pt x="193040" y="0"/>
                  </a:lnTo>
                  <a:close/>
                </a:path>
              </a:pathLst>
            </a:custGeom>
            <a:solidFill>
              <a:srgbClr val="5F0C5F"/>
            </a:solidFill>
          </p:spPr>
          <p:txBody>
            <a:bodyPr wrap="square" lIns="0" tIns="0" rIns="0" bIns="0" rtlCol="0"/>
            <a:lstStyle/>
            <a:p/>
          </p:txBody>
        </p:sp>
        <p:sp>
          <p:nvSpPr>
            <p:cNvPr id="2777" name="object 2777"/>
            <p:cNvSpPr/>
            <p:nvPr/>
          </p:nvSpPr>
          <p:spPr>
            <a:xfrm>
              <a:off x="8312150" y="1545589"/>
              <a:ext cx="190500" cy="7620"/>
            </a:xfrm>
            <a:custGeom>
              <a:avLst/>
              <a:gdLst/>
              <a:ahLst/>
              <a:cxnLst/>
              <a:rect l="l" t="t" r="r" b="b"/>
              <a:pathLst>
                <a:path w="190500" h="7619">
                  <a:moveTo>
                    <a:pt x="190500" y="0"/>
                  </a:moveTo>
                  <a:lnTo>
                    <a:pt x="0" y="0"/>
                  </a:lnTo>
                  <a:lnTo>
                    <a:pt x="0" y="2540"/>
                  </a:lnTo>
                  <a:lnTo>
                    <a:pt x="0" y="5080"/>
                  </a:lnTo>
                  <a:lnTo>
                    <a:pt x="1270" y="5080"/>
                  </a:lnTo>
                  <a:lnTo>
                    <a:pt x="1270" y="7620"/>
                  </a:lnTo>
                  <a:lnTo>
                    <a:pt x="189230" y="7620"/>
                  </a:lnTo>
                  <a:lnTo>
                    <a:pt x="189230" y="5080"/>
                  </a:lnTo>
                  <a:lnTo>
                    <a:pt x="189230" y="2540"/>
                  </a:lnTo>
                  <a:lnTo>
                    <a:pt x="190500" y="2540"/>
                  </a:lnTo>
                  <a:lnTo>
                    <a:pt x="190500" y="0"/>
                  </a:lnTo>
                  <a:close/>
                </a:path>
              </a:pathLst>
            </a:custGeom>
            <a:solidFill>
              <a:srgbClr val="600C60"/>
            </a:solidFill>
          </p:spPr>
          <p:txBody>
            <a:bodyPr wrap="square" lIns="0" tIns="0" rIns="0" bIns="0" rtlCol="0"/>
            <a:lstStyle/>
            <a:p/>
          </p:txBody>
        </p:sp>
        <p:sp>
          <p:nvSpPr>
            <p:cNvPr id="2778" name="object 2778"/>
            <p:cNvSpPr/>
            <p:nvPr/>
          </p:nvSpPr>
          <p:spPr>
            <a:xfrm>
              <a:off x="8313420" y="1553209"/>
              <a:ext cx="186690" cy="7620"/>
            </a:xfrm>
            <a:custGeom>
              <a:avLst/>
              <a:gdLst/>
              <a:ahLst/>
              <a:cxnLst/>
              <a:rect l="l" t="t" r="r" b="b"/>
              <a:pathLst>
                <a:path w="186690" h="7619">
                  <a:moveTo>
                    <a:pt x="186690" y="0"/>
                  </a:moveTo>
                  <a:lnTo>
                    <a:pt x="0" y="0"/>
                  </a:lnTo>
                  <a:lnTo>
                    <a:pt x="0" y="6350"/>
                  </a:lnTo>
                  <a:lnTo>
                    <a:pt x="1270" y="6350"/>
                  </a:lnTo>
                  <a:lnTo>
                    <a:pt x="1270" y="7620"/>
                  </a:lnTo>
                  <a:lnTo>
                    <a:pt x="185420" y="7620"/>
                  </a:lnTo>
                  <a:lnTo>
                    <a:pt x="185420" y="6350"/>
                  </a:lnTo>
                  <a:lnTo>
                    <a:pt x="186690" y="6350"/>
                  </a:lnTo>
                  <a:lnTo>
                    <a:pt x="186690" y="0"/>
                  </a:lnTo>
                  <a:close/>
                </a:path>
              </a:pathLst>
            </a:custGeom>
            <a:solidFill>
              <a:srgbClr val="620B62"/>
            </a:solidFill>
          </p:spPr>
          <p:txBody>
            <a:bodyPr wrap="square" lIns="0" tIns="0" rIns="0" bIns="0" rtlCol="0"/>
            <a:lstStyle/>
            <a:p/>
          </p:txBody>
        </p:sp>
        <p:sp>
          <p:nvSpPr>
            <p:cNvPr id="2779" name="object 2779"/>
            <p:cNvSpPr/>
            <p:nvPr/>
          </p:nvSpPr>
          <p:spPr>
            <a:xfrm>
              <a:off x="8314690" y="1560829"/>
              <a:ext cx="184150" cy="6350"/>
            </a:xfrm>
            <a:custGeom>
              <a:avLst/>
              <a:gdLst/>
              <a:ahLst/>
              <a:cxnLst/>
              <a:rect l="l" t="t" r="r" b="b"/>
              <a:pathLst>
                <a:path w="184150" h="6350">
                  <a:moveTo>
                    <a:pt x="184150" y="0"/>
                  </a:moveTo>
                  <a:lnTo>
                    <a:pt x="0" y="0"/>
                  </a:lnTo>
                  <a:lnTo>
                    <a:pt x="0" y="3810"/>
                  </a:lnTo>
                  <a:lnTo>
                    <a:pt x="0" y="6350"/>
                  </a:lnTo>
                  <a:lnTo>
                    <a:pt x="182880" y="6350"/>
                  </a:lnTo>
                  <a:lnTo>
                    <a:pt x="182880" y="3810"/>
                  </a:lnTo>
                  <a:lnTo>
                    <a:pt x="184150" y="3810"/>
                  </a:lnTo>
                  <a:lnTo>
                    <a:pt x="184150" y="0"/>
                  </a:lnTo>
                  <a:close/>
                </a:path>
              </a:pathLst>
            </a:custGeom>
            <a:solidFill>
              <a:srgbClr val="630A63"/>
            </a:solidFill>
          </p:spPr>
          <p:txBody>
            <a:bodyPr wrap="square" lIns="0" tIns="0" rIns="0" bIns="0" rtlCol="0"/>
            <a:lstStyle/>
            <a:p/>
          </p:txBody>
        </p:sp>
        <p:sp>
          <p:nvSpPr>
            <p:cNvPr id="2780" name="object 2780"/>
            <p:cNvSpPr/>
            <p:nvPr/>
          </p:nvSpPr>
          <p:spPr>
            <a:xfrm>
              <a:off x="8315960" y="1567179"/>
              <a:ext cx="181610" cy="7620"/>
            </a:xfrm>
            <a:custGeom>
              <a:avLst/>
              <a:gdLst/>
              <a:ahLst/>
              <a:cxnLst/>
              <a:rect l="l" t="t" r="r" b="b"/>
              <a:pathLst>
                <a:path w="181609" h="7619">
                  <a:moveTo>
                    <a:pt x="181610" y="0"/>
                  </a:moveTo>
                  <a:lnTo>
                    <a:pt x="0" y="0"/>
                  </a:lnTo>
                  <a:lnTo>
                    <a:pt x="0" y="3810"/>
                  </a:lnTo>
                  <a:lnTo>
                    <a:pt x="0" y="5080"/>
                  </a:lnTo>
                  <a:lnTo>
                    <a:pt x="1270" y="5080"/>
                  </a:lnTo>
                  <a:lnTo>
                    <a:pt x="1270" y="7620"/>
                  </a:lnTo>
                  <a:lnTo>
                    <a:pt x="180340" y="7620"/>
                  </a:lnTo>
                  <a:lnTo>
                    <a:pt x="180340" y="5080"/>
                  </a:lnTo>
                  <a:lnTo>
                    <a:pt x="180340" y="3810"/>
                  </a:lnTo>
                  <a:lnTo>
                    <a:pt x="181610" y="3810"/>
                  </a:lnTo>
                  <a:lnTo>
                    <a:pt x="181610" y="0"/>
                  </a:lnTo>
                  <a:close/>
                </a:path>
              </a:pathLst>
            </a:custGeom>
            <a:solidFill>
              <a:srgbClr val="660A66"/>
            </a:solidFill>
          </p:spPr>
          <p:txBody>
            <a:bodyPr wrap="square" lIns="0" tIns="0" rIns="0" bIns="0" rtlCol="0"/>
            <a:lstStyle/>
            <a:p/>
          </p:txBody>
        </p:sp>
        <p:sp>
          <p:nvSpPr>
            <p:cNvPr id="2781" name="object 2781"/>
            <p:cNvSpPr/>
            <p:nvPr/>
          </p:nvSpPr>
          <p:spPr>
            <a:xfrm>
              <a:off x="8317230" y="1574799"/>
              <a:ext cx="179070" cy="7620"/>
            </a:xfrm>
            <a:custGeom>
              <a:avLst/>
              <a:gdLst/>
              <a:ahLst/>
              <a:cxnLst/>
              <a:rect l="l" t="t" r="r" b="b"/>
              <a:pathLst>
                <a:path w="179070" h="7619">
                  <a:moveTo>
                    <a:pt x="179070" y="0"/>
                  </a:moveTo>
                  <a:lnTo>
                    <a:pt x="0" y="0"/>
                  </a:lnTo>
                  <a:lnTo>
                    <a:pt x="0" y="1270"/>
                  </a:lnTo>
                  <a:lnTo>
                    <a:pt x="0" y="2540"/>
                  </a:lnTo>
                  <a:lnTo>
                    <a:pt x="1270" y="2540"/>
                  </a:lnTo>
                  <a:lnTo>
                    <a:pt x="1270" y="6350"/>
                  </a:lnTo>
                  <a:lnTo>
                    <a:pt x="1270" y="7620"/>
                  </a:lnTo>
                  <a:lnTo>
                    <a:pt x="176530" y="7620"/>
                  </a:lnTo>
                  <a:lnTo>
                    <a:pt x="176530" y="6350"/>
                  </a:lnTo>
                  <a:lnTo>
                    <a:pt x="177800" y="6350"/>
                  </a:lnTo>
                  <a:lnTo>
                    <a:pt x="177800" y="2540"/>
                  </a:lnTo>
                  <a:lnTo>
                    <a:pt x="177800" y="1270"/>
                  </a:lnTo>
                  <a:lnTo>
                    <a:pt x="179070" y="1270"/>
                  </a:lnTo>
                  <a:lnTo>
                    <a:pt x="179070" y="0"/>
                  </a:lnTo>
                  <a:close/>
                </a:path>
              </a:pathLst>
            </a:custGeom>
            <a:solidFill>
              <a:srgbClr val="660966"/>
            </a:solidFill>
          </p:spPr>
          <p:txBody>
            <a:bodyPr wrap="square" lIns="0" tIns="0" rIns="0" bIns="0" rtlCol="0"/>
            <a:lstStyle/>
            <a:p/>
          </p:txBody>
        </p:sp>
        <p:sp>
          <p:nvSpPr>
            <p:cNvPr id="2782" name="object 2782"/>
            <p:cNvSpPr/>
            <p:nvPr/>
          </p:nvSpPr>
          <p:spPr>
            <a:xfrm>
              <a:off x="8319770" y="1582419"/>
              <a:ext cx="173990" cy="6350"/>
            </a:xfrm>
            <a:custGeom>
              <a:avLst/>
              <a:gdLst/>
              <a:ahLst/>
              <a:cxnLst/>
              <a:rect l="l" t="t" r="r" b="b"/>
              <a:pathLst>
                <a:path w="173990" h="6350">
                  <a:moveTo>
                    <a:pt x="172720" y="3822"/>
                  </a:moveTo>
                  <a:lnTo>
                    <a:pt x="1270" y="3822"/>
                  </a:lnTo>
                  <a:lnTo>
                    <a:pt x="1270" y="6350"/>
                  </a:lnTo>
                  <a:lnTo>
                    <a:pt x="172720" y="6350"/>
                  </a:lnTo>
                  <a:lnTo>
                    <a:pt x="172720" y="3822"/>
                  </a:lnTo>
                  <a:close/>
                </a:path>
                <a:path w="173990" h="6350">
                  <a:moveTo>
                    <a:pt x="173990" y="0"/>
                  </a:moveTo>
                  <a:lnTo>
                    <a:pt x="0" y="0"/>
                  </a:lnTo>
                  <a:lnTo>
                    <a:pt x="0" y="3810"/>
                  </a:lnTo>
                  <a:lnTo>
                    <a:pt x="173990" y="3810"/>
                  </a:lnTo>
                  <a:lnTo>
                    <a:pt x="173990" y="0"/>
                  </a:lnTo>
                  <a:close/>
                </a:path>
              </a:pathLst>
            </a:custGeom>
            <a:solidFill>
              <a:srgbClr val="670967"/>
            </a:solidFill>
          </p:spPr>
          <p:txBody>
            <a:bodyPr wrap="square" lIns="0" tIns="0" rIns="0" bIns="0" rtlCol="0"/>
            <a:lstStyle/>
            <a:p/>
          </p:txBody>
        </p:sp>
        <p:sp>
          <p:nvSpPr>
            <p:cNvPr id="2783" name="object 2783"/>
            <p:cNvSpPr/>
            <p:nvPr/>
          </p:nvSpPr>
          <p:spPr>
            <a:xfrm>
              <a:off x="8321040" y="1588769"/>
              <a:ext cx="171450" cy="7620"/>
            </a:xfrm>
            <a:custGeom>
              <a:avLst/>
              <a:gdLst/>
              <a:ahLst/>
              <a:cxnLst/>
              <a:rect l="l" t="t" r="r" b="b"/>
              <a:pathLst>
                <a:path w="171450" h="7619">
                  <a:moveTo>
                    <a:pt x="171450" y="0"/>
                  </a:moveTo>
                  <a:lnTo>
                    <a:pt x="0" y="0"/>
                  </a:lnTo>
                  <a:lnTo>
                    <a:pt x="0" y="2540"/>
                  </a:lnTo>
                  <a:lnTo>
                    <a:pt x="1270" y="2540"/>
                  </a:lnTo>
                  <a:lnTo>
                    <a:pt x="1270" y="6350"/>
                  </a:lnTo>
                  <a:lnTo>
                    <a:pt x="2540" y="6350"/>
                  </a:lnTo>
                  <a:lnTo>
                    <a:pt x="2540" y="7620"/>
                  </a:lnTo>
                  <a:lnTo>
                    <a:pt x="170180" y="7620"/>
                  </a:lnTo>
                  <a:lnTo>
                    <a:pt x="170180" y="6350"/>
                  </a:lnTo>
                  <a:lnTo>
                    <a:pt x="170167" y="2540"/>
                  </a:lnTo>
                  <a:lnTo>
                    <a:pt x="171450" y="2540"/>
                  </a:lnTo>
                  <a:lnTo>
                    <a:pt x="171450" y="0"/>
                  </a:lnTo>
                  <a:close/>
                </a:path>
              </a:pathLst>
            </a:custGeom>
            <a:solidFill>
              <a:srgbClr val="690869"/>
            </a:solidFill>
          </p:spPr>
          <p:txBody>
            <a:bodyPr wrap="square" lIns="0" tIns="0" rIns="0" bIns="0" rtlCol="0"/>
            <a:lstStyle/>
            <a:p/>
          </p:txBody>
        </p:sp>
        <p:sp>
          <p:nvSpPr>
            <p:cNvPr id="2784" name="object 2784"/>
            <p:cNvSpPr/>
            <p:nvPr/>
          </p:nvSpPr>
          <p:spPr>
            <a:xfrm>
              <a:off x="8323580" y="1596389"/>
              <a:ext cx="166370" cy="7620"/>
            </a:xfrm>
            <a:custGeom>
              <a:avLst/>
              <a:gdLst/>
              <a:ahLst/>
              <a:cxnLst/>
              <a:rect l="l" t="t" r="r" b="b"/>
              <a:pathLst>
                <a:path w="166370" h="7619">
                  <a:moveTo>
                    <a:pt x="166370" y="0"/>
                  </a:moveTo>
                  <a:lnTo>
                    <a:pt x="0" y="0"/>
                  </a:lnTo>
                  <a:lnTo>
                    <a:pt x="0" y="2540"/>
                  </a:lnTo>
                  <a:lnTo>
                    <a:pt x="1270" y="2540"/>
                  </a:lnTo>
                  <a:lnTo>
                    <a:pt x="1270" y="3810"/>
                  </a:lnTo>
                  <a:lnTo>
                    <a:pt x="1270" y="7620"/>
                  </a:lnTo>
                  <a:lnTo>
                    <a:pt x="165100" y="7620"/>
                  </a:lnTo>
                  <a:lnTo>
                    <a:pt x="165100" y="3810"/>
                  </a:lnTo>
                  <a:lnTo>
                    <a:pt x="166370" y="3810"/>
                  </a:lnTo>
                  <a:lnTo>
                    <a:pt x="166370" y="2540"/>
                  </a:lnTo>
                  <a:lnTo>
                    <a:pt x="166370" y="0"/>
                  </a:lnTo>
                  <a:close/>
                </a:path>
              </a:pathLst>
            </a:custGeom>
            <a:solidFill>
              <a:srgbClr val="6A086A"/>
            </a:solidFill>
          </p:spPr>
          <p:txBody>
            <a:bodyPr wrap="square" lIns="0" tIns="0" rIns="0" bIns="0" rtlCol="0"/>
            <a:lstStyle/>
            <a:p/>
          </p:txBody>
        </p:sp>
        <p:sp>
          <p:nvSpPr>
            <p:cNvPr id="2785" name="object 2785"/>
            <p:cNvSpPr/>
            <p:nvPr/>
          </p:nvSpPr>
          <p:spPr>
            <a:xfrm>
              <a:off x="8326120" y="1604009"/>
              <a:ext cx="162560" cy="6350"/>
            </a:xfrm>
            <a:custGeom>
              <a:avLst/>
              <a:gdLst/>
              <a:ahLst/>
              <a:cxnLst/>
              <a:rect l="l" t="t" r="r" b="b"/>
              <a:pathLst>
                <a:path w="162559" h="6350">
                  <a:moveTo>
                    <a:pt x="162560" y="0"/>
                  </a:moveTo>
                  <a:lnTo>
                    <a:pt x="0" y="0"/>
                  </a:lnTo>
                  <a:lnTo>
                    <a:pt x="0" y="1270"/>
                  </a:lnTo>
                  <a:lnTo>
                    <a:pt x="0" y="3810"/>
                  </a:lnTo>
                  <a:lnTo>
                    <a:pt x="1270" y="3810"/>
                  </a:lnTo>
                  <a:lnTo>
                    <a:pt x="1270" y="5080"/>
                  </a:lnTo>
                  <a:lnTo>
                    <a:pt x="1270" y="6350"/>
                  </a:lnTo>
                  <a:lnTo>
                    <a:pt x="160020" y="6350"/>
                  </a:lnTo>
                  <a:lnTo>
                    <a:pt x="160020" y="5080"/>
                  </a:lnTo>
                  <a:lnTo>
                    <a:pt x="161290" y="5080"/>
                  </a:lnTo>
                  <a:lnTo>
                    <a:pt x="161290" y="3810"/>
                  </a:lnTo>
                  <a:lnTo>
                    <a:pt x="161290" y="1270"/>
                  </a:lnTo>
                  <a:lnTo>
                    <a:pt x="162560" y="1270"/>
                  </a:lnTo>
                  <a:lnTo>
                    <a:pt x="162560" y="0"/>
                  </a:lnTo>
                  <a:close/>
                </a:path>
              </a:pathLst>
            </a:custGeom>
            <a:solidFill>
              <a:srgbClr val="6C076C"/>
            </a:solidFill>
          </p:spPr>
          <p:txBody>
            <a:bodyPr wrap="square" lIns="0" tIns="0" rIns="0" bIns="0" rtlCol="0"/>
            <a:lstStyle/>
            <a:p/>
          </p:txBody>
        </p:sp>
        <p:sp>
          <p:nvSpPr>
            <p:cNvPr id="2786" name="object 2786"/>
            <p:cNvSpPr/>
            <p:nvPr/>
          </p:nvSpPr>
          <p:spPr>
            <a:xfrm>
              <a:off x="8327390" y="1610359"/>
              <a:ext cx="158750" cy="7620"/>
            </a:xfrm>
            <a:custGeom>
              <a:avLst/>
              <a:gdLst/>
              <a:ahLst/>
              <a:cxnLst/>
              <a:rect l="l" t="t" r="r" b="b"/>
              <a:pathLst>
                <a:path w="158750" h="7619">
                  <a:moveTo>
                    <a:pt x="158750" y="0"/>
                  </a:moveTo>
                  <a:lnTo>
                    <a:pt x="0" y="0"/>
                  </a:lnTo>
                  <a:lnTo>
                    <a:pt x="0" y="1270"/>
                  </a:lnTo>
                  <a:lnTo>
                    <a:pt x="1270" y="1270"/>
                  </a:lnTo>
                  <a:lnTo>
                    <a:pt x="1270" y="5080"/>
                  </a:lnTo>
                  <a:lnTo>
                    <a:pt x="2540" y="5080"/>
                  </a:lnTo>
                  <a:lnTo>
                    <a:pt x="2540" y="7620"/>
                  </a:lnTo>
                  <a:lnTo>
                    <a:pt x="156210" y="7620"/>
                  </a:lnTo>
                  <a:lnTo>
                    <a:pt x="156210" y="5080"/>
                  </a:lnTo>
                  <a:lnTo>
                    <a:pt x="157467" y="5080"/>
                  </a:lnTo>
                  <a:lnTo>
                    <a:pt x="157467" y="1270"/>
                  </a:lnTo>
                  <a:lnTo>
                    <a:pt x="158750" y="1270"/>
                  </a:lnTo>
                  <a:lnTo>
                    <a:pt x="158750" y="0"/>
                  </a:lnTo>
                  <a:close/>
                </a:path>
              </a:pathLst>
            </a:custGeom>
            <a:solidFill>
              <a:srgbClr val="6D066D"/>
            </a:solidFill>
          </p:spPr>
          <p:txBody>
            <a:bodyPr wrap="square" lIns="0" tIns="0" rIns="0" bIns="0" rtlCol="0"/>
            <a:lstStyle/>
            <a:p/>
          </p:txBody>
        </p:sp>
        <p:sp>
          <p:nvSpPr>
            <p:cNvPr id="2787" name="object 2787"/>
            <p:cNvSpPr/>
            <p:nvPr/>
          </p:nvSpPr>
          <p:spPr>
            <a:xfrm>
              <a:off x="8331200" y="1617979"/>
              <a:ext cx="152400" cy="7620"/>
            </a:xfrm>
            <a:custGeom>
              <a:avLst/>
              <a:gdLst/>
              <a:ahLst/>
              <a:cxnLst/>
              <a:rect l="l" t="t" r="r" b="b"/>
              <a:pathLst>
                <a:path w="152400" h="7619">
                  <a:moveTo>
                    <a:pt x="152400" y="0"/>
                  </a:moveTo>
                  <a:lnTo>
                    <a:pt x="0" y="0"/>
                  </a:lnTo>
                  <a:lnTo>
                    <a:pt x="0" y="1270"/>
                  </a:lnTo>
                  <a:lnTo>
                    <a:pt x="0" y="3810"/>
                  </a:lnTo>
                  <a:lnTo>
                    <a:pt x="1270" y="3810"/>
                  </a:lnTo>
                  <a:lnTo>
                    <a:pt x="1270" y="7620"/>
                  </a:lnTo>
                  <a:lnTo>
                    <a:pt x="149860" y="7620"/>
                  </a:lnTo>
                  <a:lnTo>
                    <a:pt x="149860" y="3810"/>
                  </a:lnTo>
                  <a:lnTo>
                    <a:pt x="151130" y="3810"/>
                  </a:lnTo>
                  <a:lnTo>
                    <a:pt x="151130" y="1270"/>
                  </a:lnTo>
                  <a:lnTo>
                    <a:pt x="152400" y="1270"/>
                  </a:lnTo>
                  <a:lnTo>
                    <a:pt x="152400" y="0"/>
                  </a:lnTo>
                  <a:close/>
                </a:path>
              </a:pathLst>
            </a:custGeom>
            <a:solidFill>
              <a:srgbClr val="6F066F"/>
            </a:solidFill>
          </p:spPr>
          <p:txBody>
            <a:bodyPr wrap="square" lIns="0" tIns="0" rIns="0" bIns="0" rtlCol="0"/>
            <a:lstStyle/>
            <a:p/>
          </p:txBody>
        </p:sp>
        <p:sp>
          <p:nvSpPr>
            <p:cNvPr id="2788" name="object 2788"/>
            <p:cNvSpPr/>
            <p:nvPr/>
          </p:nvSpPr>
          <p:spPr>
            <a:xfrm>
              <a:off x="8333740" y="1625599"/>
              <a:ext cx="146050" cy="6350"/>
            </a:xfrm>
            <a:custGeom>
              <a:avLst/>
              <a:gdLst/>
              <a:ahLst/>
              <a:cxnLst/>
              <a:rect l="l" t="t" r="r" b="b"/>
              <a:pathLst>
                <a:path w="146050" h="6350">
                  <a:moveTo>
                    <a:pt x="146050" y="0"/>
                  </a:moveTo>
                  <a:lnTo>
                    <a:pt x="0" y="0"/>
                  </a:lnTo>
                  <a:lnTo>
                    <a:pt x="0" y="3810"/>
                  </a:lnTo>
                  <a:lnTo>
                    <a:pt x="1270" y="3810"/>
                  </a:lnTo>
                  <a:lnTo>
                    <a:pt x="1270" y="6350"/>
                  </a:lnTo>
                  <a:lnTo>
                    <a:pt x="144767" y="6350"/>
                  </a:lnTo>
                  <a:lnTo>
                    <a:pt x="144767" y="3810"/>
                  </a:lnTo>
                  <a:lnTo>
                    <a:pt x="146050" y="3810"/>
                  </a:lnTo>
                  <a:lnTo>
                    <a:pt x="146050" y="0"/>
                  </a:lnTo>
                  <a:close/>
                </a:path>
              </a:pathLst>
            </a:custGeom>
            <a:solidFill>
              <a:srgbClr val="700570"/>
            </a:solidFill>
          </p:spPr>
          <p:txBody>
            <a:bodyPr wrap="square" lIns="0" tIns="0" rIns="0" bIns="0" rtlCol="0"/>
            <a:lstStyle/>
            <a:p/>
          </p:txBody>
        </p:sp>
        <p:sp>
          <p:nvSpPr>
            <p:cNvPr id="2789" name="object 2789"/>
            <p:cNvSpPr/>
            <p:nvPr/>
          </p:nvSpPr>
          <p:spPr>
            <a:xfrm>
              <a:off x="8335010" y="1631949"/>
              <a:ext cx="142240" cy="7620"/>
            </a:xfrm>
            <a:custGeom>
              <a:avLst/>
              <a:gdLst/>
              <a:ahLst/>
              <a:cxnLst/>
              <a:rect l="l" t="t" r="r" b="b"/>
              <a:pathLst>
                <a:path w="142240" h="7619">
                  <a:moveTo>
                    <a:pt x="142240" y="0"/>
                  </a:moveTo>
                  <a:lnTo>
                    <a:pt x="0" y="0"/>
                  </a:lnTo>
                  <a:lnTo>
                    <a:pt x="0" y="1270"/>
                  </a:lnTo>
                  <a:lnTo>
                    <a:pt x="1270" y="1270"/>
                  </a:lnTo>
                  <a:lnTo>
                    <a:pt x="1270" y="3810"/>
                  </a:lnTo>
                  <a:lnTo>
                    <a:pt x="1270" y="5080"/>
                  </a:lnTo>
                  <a:lnTo>
                    <a:pt x="2540" y="5080"/>
                  </a:lnTo>
                  <a:lnTo>
                    <a:pt x="2540" y="6350"/>
                  </a:lnTo>
                  <a:lnTo>
                    <a:pt x="2540" y="7620"/>
                  </a:lnTo>
                  <a:lnTo>
                    <a:pt x="139700" y="7620"/>
                  </a:lnTo>
                  <a:lnTo>
                    <a:pt x="139700" y="6350"/>
                  </a:lnTo>
                  <a:lnTo>
                    <a:pt x="140970" y="6350"/>
                  </a:lnTo>
                  <a:lnTo>
                    <a:pt x="140970" y="5080"/>
                  </a:lnTo>
                  <a:lnTo>
                    <a:pt x="140970" y="3810"/>
                  </a:lnTo>
                  <a:lnTo>
                    <a:pt x="142240" y="3810"/>
                  </a:lnTo>
                  <a:lnTo>
                    <a:pt x="142240" y="1270"/>
                  </a:lnTo>
                  <a:lnTo>
                    <a:pt x="142240" y="0"/>
                  </a:lnTo>
                  <a:close/>
                </a:path>
              </a:pathLst>
            </a:custGeom>
            <a:solidFill>
              <a:srgbClr val="720572"/>
            </a:solidFill>
          </p:spPr>
          <p:txBody>
            <a:bodyPr wrap="square" lIns="0" tIns="0" rIns="0" bIns="0" rtlCol="0"/>
            <a:lstStyle/>
            <a:p/>
          </p:txBody>
        </p:sp>
        <p:sp>
          <p:nvSpPr>
            <p:cNvPr id="2790" name="object 2790"/>
            <p:cNvSpPr/>
            <p:nvPr/>
          </p:nvSpPr>
          <p:spPr>
            <a:xfrm>
              <a:off x="8338820" y="1639569"/>
              <a:ext cx="135890" cy="7620"/>
            </a:xfrm>
            <a:custGeom>
              <a:avLst/>
              <a:gdLst/>
              <a:ahLst/>
              <a:cxnLst/>
              <a:rect l="l" t="t" r="r" b="b"/>
              <a:pathLst>
                <a:path w="135890" h="7619">
                  <a:moveTo>
                    <a:pt x="135890" y="0"/>
                  </a:moveTo>
                  <a:lnTo>
                    <a:pt x="0" y="0"/>
                  </a:lnTo>
                  <a:lnTo>
                    <a:pt x="0" y="1270"/>
                  </a:lnTo>
                  <a:lnTo>
                    <a:pt x="0" y="2540"/>
                  </a:lnTo>
                  <a:lnTo>
                    <a:pt x="1270" y="2540"/>
                  </a:lnTo>
                  <a:lnTo>
                    <a:pt x="1270" y="3810"/>
                  </a:lnTo>
                  <a:lnTo>
                    <a:pt x="1270" y="5080"/>
                  </a:lnTo>
                  <a:lnTo>
                    <a:pt x="2540" y="5080"/>
                  </a:lnTo>
                  <a:lnTo>
                    <a:pt x="2540" y="7620"/>
                  </a:lnTo>
                  <a:lnTo>
                    <a:pt x="132080" y="7620"/>
                  </a:lnTo>
                  <a:lnTo>
                    <a:pt x="132080" y="5080"/>
                  </a:lnTo>
                  <a:lnTo>
                    <a:pt x="133350" y="5080"/>
                  </a:lnTo>
                  <a:lnTo>
                    <a:pt x="133350" y="3810"/>
                  </a:lnTo>
                  <a:lnTo>
                    <a:pt x="134620" y="3810"/>
                  </a:lnTo>
                  <a:lnTo>
                    <a:pt x="134620" y="2540"/>
                  </a:lnTo>
                  <a:lnTo>
                    <a:pt x="134620" y="1270"/>
                  </a:lnTo>
                  <a:lnTo>
                    <a:pt x="135890" y="1270"/>
                  </a:lnTo>
                  <a:lnTo>
                    <a:pt x="135890" y="0"/>
                  </a:lnTo>
                  <a:close/>
                </a:path>
              </a:pathLst>
            </a:custGeom>
            <a:solidFill>
              <a:srgbClr val="730473"/>
            </a:solidFill>
          </p:spPr>
          <p:txBody>
            <a:bodyPr wrap="square" lIns="0" tIns="0" rIns="0" bIns="0" rtlCol="0"/>
            <a:lstStyle/>
            <a:p/>
          </p:txBody>
        </p:sp>
        <p:sp>
          <p:nvSpPr>
            <p:cNvPr id="2791" name="object 2791"/>
            <p:cNvSpPr/>
            <p:nvPr/>
          </p:nvSpPr>
          <p:spPr>
            <a:xfrm>
              <a:off x="8342630" y="1647189"/>
              <a:ext cx="127000" cy="6350"/>
            </a:xfrm>
            <a:custGeom>
              <a:avLst/>
              <a:gdLst/>
              <a:ahLst/>
              <a:cxnLst/>
              <a:rect l="l" t="t" r="r" b="b"/>
              <a:pathLst>
                <a:path w="127000" h="6350">
                  <a:moveTo>
                    <a:pt x="125730" y="2552"/>
                  </a:moveTo>
                  <a:lnTo>
                    <a:pt x="1270" y="2552"/>
                  </a:lnTo>
                  <a:lnTo>
                    <a:pt x="1270" y="5080"/>
                  </a:lnTo>
                  <a:lnTo>
                    <a:pt x="2540" y="5080"/>
                  </a:lnTo>
                  <a:lnTo>
                    <a:pt x="2540" y="6350"/>
                  </a:lnTo>
                  <a:lnTo>
                    <a:pt x="124460" y="6350"/>
                  </a:lnTo>
                  <a:lnTo>
                    <a:pt x="124460" y="5080"/>
                  </a:lnTo>
                  <a:lnTo>
                    <a:pt x="125730" y="5080"/>
                  </a:lnTo>
                  <a:lnTo>
                    <a:pt x="125730" y="2552"/>
                  </a:lnTo>
                  <a:close/>
                </a:path>
                <a:path w="127000" h="6350">
                  <a:moveTo>
                    <a:pt x="127000" y="0"/>
                  </a:moveTo>
                  <a:lnTo>
                    <a:pt x="0" y="0"/>
                  </a:lnTo>
                  <a:lnTo>
                    <a:pt x="0" y="2540"/>
                  </a:lnTo>
                  <a:lnTo>
                    <a:pt x="127000" y="2540"/>
                  </a:lnTo>
                  <a:lnTo>
                    <a:pt x="127000" y="0"/>
                  </a:lnTo>
                  <a:close/>
                </a:path>
              </a:pathLst>
            </a:custGeom>
            <a:solidFill>
              <a:srgbClr val="740474"/>
            </a:solidFill>
          </p:spPr>
          <p:txBody>
            <a:bodyPr wrap="square" lIns="0" tIns="0" rIns="0" bIns="0" rtlCol="0"/>
            <a:lstStyle/>
            <a:p/>
          </p:txBody>
        </p:sp>
        <p:sp>
          <p:nvSpPr>
            <p:cNvPr id="2792" name="object 2792"/>
            <p:cNvSpPr/>
            <p:nvPr/>
          </p:nvSpPr>
          <p:spPr>
            <a:xfrm>
              <a:off x="8345170" y="1653539"/>
              <a:ext cx="120650" cy="7620"/>
            </a:xfrm>
            <a:custGeom>
              <a:avLst/>
              <a:gdLst/>
              <a:ahLst/>
              <a:cxnLst/>
              <a:rect l="l" t="t" r="r" b="b"/>
              <a:pathLst>
                <a:path w="120650" h="7619">
                  <a:moveTo>
                    <a:pt x="120650" y="0"/>
                  </a:moveTo>
                  <a:lnTo>
                    <a:pt x="0" y="0"/>
                  </a:lnTo>
                  <a:lnTo>
                    <a:pt x="0" y="1270"/>
                  </a:lnTo>
                  <a:lnTo>
                    <a:pt x="1270" y="1270"/>
                  </a:lnTo>
                  <a:lnTo>
                    <a:pt x="1270" y="2540"/>
                  </a:lnTo>
                  <a:lnTo>
                    <a:pt x="2540" y="2540"/>
                  </a:lnTo>
                  <a:lnTo>
                    <a:pt x="2540" y="3810"/>
                  </a:lnTo>
                  <a:lnTo>
                    <a:pt x="3810" y="3810"/>
                  </a:lnTo>
                  <a:lnTo>
                    <a:pt x="3810" y="5080"/>
                  </a:lnTo>
                  <a:lnTo>
                    <a:pt x="3810" y="6350"/>
                  </a:lnTo>
                  <a:lnTo>
                    <a:pt x="5080" y="6350"/>
                  </a:lnTo>
                  <a:lnTo>
                    <a:pt x="5080" y="7620"/>
                  </a:lnTo>
                  <a:lnTo>
                    <a:pt x="116840" y="7620"/>
                  </a:lnTo>
                  <a:lnTo>
                    <a:pt x="116840" y="6350"/>
                  </a:lnTo>
                  <a:lnTo>
                    <a:pt x="118110" y="6350"/>
                  </a:lnTo>
                  <a:lnTo>
                    <a:pt x="118110" y="5080"/>
                  </a:lnTo>
                  <a:lnTo>
                    <a:pt x="119380" y="5080"/>
                  </a:lnTo>
                  <a:lnTo>
                    <a:pt x="119380" y="3810"/>
                  </a:lnTo>
                  <a:lnTo>
                    <a:pt x="119380" y="2540"/>
                  </a:lnTo>
                  <a:lnTo>
                    <a:pt x="120650" y="2540"/>
                  </a:lnTo>
                  <a:lnTo>
                    <a:pt x="120650" y="1270"/>
                  </a:lnTo>
                  <a:lnTo>
                    <a:pt x="120650" y="0"/>
                  </a:lnTo>
                  <a:close/>
                </a:path>
              </a:pathLst>
            </a:custGeom>
            <a:solidFill>
              <a:srgbClr val="760376"/>
            </a:solidFill>
          </p:spPr>
          <p:txBody>
            <a:bodyPr wrap="square" lIns="0" tIns="0" rIns="0" bIns="0" rtlCol="0"/>
            <a:lstStyle/>
            <a:p/>
          </p:txBody>
        </p:sp>
        <p:sp>
          <p:nvSpPr>
            <p:cNvPr id="2793" name="object 2793"/>
            <p:cNvSpPr/>
            <p:nvPr/>
          </p:nvSpPr>
          <p:spPr>
            <a:xfrm>
              <a:off x="8351520" y="1661159"/>
              <a:ext cx="109220" cy="7620"/>
            </a:xfrm>
            <a:custGeom>
              <a:avLst/>
              <a:gdLst/>
              <a:ahLst/>
              <a:cxnLst/>
              <a:rect l="l" t="t" r="r" b="b"/>
              <a:pathLst>
                <a:path w="109220" h="7619">
                  <a:moveTo>
                    <a:pt x="109220" y="0"/>
                  </a:moveTo>
                  <a:lnTo>
                    <a:pt x="0" y="0"/>
                  </a:lnTo>
                  <a:lnTo>
                    <a:pt x="0" y="1270"/>
                  </a:lnTo>
                  <a:lnTo>
                    <a:pt x="1270" y="1270"/>
                  </a:lnTo>
                  <a:lnTo>
                    <a:pt x="1270" y="2540"/>
                  </a:lnTo>
                  <a:lnTo>
                    <a:pt x="2540" y="2540"/>
                  </a:lnTo>
                  <a:lnTo>
                    <a:pt x="2540" y="3810"/>
                  </a:lnTo>
                  <a:lnTo>
                    <a:pt x="2540" y="5080"/>
                  </a:lnTo>
                  <a:lnTo>
                    <a:pt x="3810" y="5080"/>
                  </a:lnTo>
                  <a:lnTo>
                    <a:pt x="3810" y="6350"/>
                  </a:lnTo>
                  <a:lnTo>
                    <a:pt x="5080" y="6350"/>
                  </a:lnTo>
                  <a:lnTo>
                    <a:pt x="5080" y="7620"/>
                  </a:lnTo>
                  <a:lnTo>
                    <a:pt x="104140" y="7620"/>
                  </a:lnTo>
                  <a:lnTo>
                    <a:pt x="104140" y="6350"/>
                  </a:lnTo>
                  <a:lnTo>
                    <a:pt x="105410" y="6350"/>
                  </a:lnTo>
                  <a:lnTo>
                    <a:pt x="105410" y="5080"/>
                  </a:lnTo>
                  <a:lnTo>
                    <a:pt x="106680" y="5080"/>
                  </a:lnTo>
                  <a:lnTo>
                    <a:pt x="106680" y="3810"/>
                  </a:lnTo>
                  <a:lnTo>
                    <a:pt x="107937" y="3810"/>
                  </a:lnTo>
                  <a:lnTo>
                    <a:pt x="107937" y="2540"/>
                  </a:lnTo>
                  <a:lnTo>
                    <a:pt x="107950" y="1270"/>
                  </a:lnTo>
                  <a:lnTo>
                    <a:pt x="109220" y="1270"/>
                  </a:lnTo>
                  <a:lnTo>
                    <a:pt x="109220" y="0"/>
                  </a:lnTo>
                  <a:close/>
                </a:path>
              </a:pathLst>
            </a:custGeom>
            <a:solidFill>
              <a:srgbClr val="770277"/>
            </a:solidFill>
          </p:spPr>
          <p:txBody>
            <a:bodyPr wrap="square" lIns="0" tIns="0" rIns="0" bIns="0" rtlCol="0"/>
            <a:lstStyle/>
            <a:p/>
          </p:txBody>
        </p:sp>
        <p:sp>
          <p:nvSpPr>
            <p:cNvPr id="2794" name="object 2794"/>
            <p:cNvSpPr/>
            <p:nvPr/>
          </p:nvSpPr>
          <p:spPr>
            <a:xfrm>
              <a:off x="8356600" y="1668779"/>
              <a:ext cx="97790" cy="6350"/>
            </a:xfrm>
            <a:custGeom>
              <a:avLst/>
              <a:gdLst/>
              <a:ahLst/>
              <a:cxnLst/>
              <a:rect l="l" t="t" r="r" b="b"/>
              <a:pathLst>
                <a:path w="97790" h="6350">
                  <a:moveTo>
                    <a:pt x="97790" y="0"/>
                  </a:moveTo>
                  <a:lnTo>
                    <a:pt x="0" y="0"/>
                  </a:lnTo>
                  <a:lnTo>
                    <a:pt x="0" y="1270"/>
                  </a:lnTo>
                  <a:lnTo>
                    <a:pt x="1270" y="1270"/>
                  </a:lnTo>
                  <a:lnTo>
                    <a:pt x="1270" y="2540"/>
                  </a:lnTo>
                  <a:lnTo>
                    <a:pt x="2540" y="2540"/>
                  </a:lnTo>
                  <a:lnTo>
                    <a:pt x="2540" y="3810"/>
                  </a:lnTo>
                  <a:lnTo>
                    <a:pt x="5080" y="3810"/>
                  </a:lnTo>
                  <a:lnTo>
                    <a:pt x="5080" y="5080"/>
                  </a:lnTo>
                  <a:lnTo>
                    <a:pt x="6350" y="5080"/>
                  </a:lnTo>
                  <a:lnTo>
                    <a:pt x="6350" y="6350"/>
                  </a:lnTo>
                  <a:lnTo>
                    <a:pt x="92710" y="6350"/>
                  </a:lnTo>
                  <a:lnTo>
                    <a:pt x="92710" y="5080"/>
                  </a:lnTo>
                  <a:lnTo>
                    <a:pt x="93980" y="5080"/>
                  </a:lnTo>
                  <a:lnTo>
                    <a:pt x="93980" y="3810"/>
                  </a:lnTo>
                  <a:lnTo>
                    <a:pt x="95250" y="3810"/>
                  </a:lnTo>
                  <a:lnTo>
                    <a:pt x="95250" y="2540"/>
                  </a:lnTo>
                  <a:lnTo>
                    <a:pt x="96520" y="2540"/>
                  </a:lnTo>
                  <a:lnTo>
                    <a:pt x="96520" y="1270"/>
                  </a:lnTo>
                  <a:lnTo>
                    <a:pt x="97790" y="1270"/>
                  </a:lnTo>
                  <a:lnTo>
                    <a:pt x="97790" y="0"/>
                  </a:lnTo>
                  <a:close/>
                </a:path>
              </a:pathLst>
            </a:custGeom>
            <a:solidFill>
              <a:srgbClr val="790279"/>
            </a:solidFill>
          </p:spPr>
          <p:txBody>
            <a:bodyPr wrap="square" lIns="0" tIns="0" rIns="0" bIns="0" rtlCol="0"/>
            <a:lstStyle/>
            <a:p/>
          </p:txBody>
        </p:sp>
        <p:sp>
          <p:nvSpPr>
            <p:cNvPr id="2795" name="object 2795"/>
            <p:cNvSpPr/>
            <p:nvPr/>
          </p:nvSpPr>
          <p:spPr>
            <a:xfrm>
              <a:off x="8364220" y="1675129"/>
              <a:ext cx="83820" cy="7620"/>
            </a:xfrm>
            <a:custGeom>
              <a:avLst/>
              <a:gdLst/>
              <a:ahLst/>
              <a:cxnLst/>
              <a:rect l="l" t="t" r="r" b="b"/>
              <a:pathLst>
                <a:path w="83820" h="7619">
                  <a:moveTo>
                    <a:pt x="73659" y="6350"/>
                  </a:moveTo>
                  <a:lnTo>
                    <a:pt x="11429" y="6350"/>
                  </a:lnTo>
                  <a:lnTo>
                    <a:pt x="11429" y="7620"/>
                  </a:lnTo>
                  <a:lnTo>
                    <a:pt x="73659" y="7620"/>
                  </a:lnTo>
                  <a:lnTo>
                    <a:pt x="73659" y="6350"/>
                  </a:lnTo>
                  <a:close/>
                </a:path>
                <a:path w="83820" h="7619">
                  <a:moveTo>
                    <a:pt x="76200" y="5080"/>
                  </a:moveTo>
                  <a:lnTo>
                    <a:pt x="7620" y="5080"/>
                  </a:lnTo>
                  <a:lnTo>
                    <a:pt x="7620" y="6350"/>
                  </a:lnTo>
                  <a:lnTo>
                    <a:pt x="76200" y="6350"/>
                  </a:lnTo>
                  <a:lnTo>
                    <a:pt x="76200" y="5080"/>
                  </a:lnTo>
                  <a:close/>
                </a:path>
                <a:path w="83820" h="7619">
                  <a:moveTo>
                    <a:pt x="78740" y="3810"/>
                  </a:moveTo>
                  <a:lnTo>
                    <a:pt x="6350" y="3810"/>
                  </a:lnTo>
                  <a:lnTo>
                    <a:pt x="6350" y="5080"/>
                  </a:lnTo>
                  <a:lnTo>
                    <a:pt x="78740" y="5080"/>
                  </a:lnTo>
                  <a:lnTo>
                    <a:pt x="78740" y="3810"/>
                  </a:lnTo>
                  <a:close/>
                </a:path>
                <a:path w="83820" h="7619">
                  <a:moveTo>
                    <a:pt x="80009" y="2540"/>
                  </a:moveTo>
                  <a:lnTo>
                    <a:pt x="3809" y="2540"/>
                  </a:lnTo>
                  <a:lnTo>
                    <a:pt x="3809" y="3810"/>
                  </a:lnTo>
                  <a:lnTo>
                    <a:pt x="80009" y="3810"/>
                  </a:lnTo>
                  <a:lnTo>
                    <a:pt x="80009" y="2540"/>
                  </a:lnTo>
                  <a:close/>
                </a:path>
                <a:path w="83820" h="7619">
                  <a:moveTo>
                    <a:pt x="82550" y="1270"/>
                  </a:moveTo>
                  <a:lnTo>
                    <a:pt x="1270" y="1270"/>
                  </a:lnTo>
                  <a:lnTo>
                    <a:pt x="1270" y="2540"/>
                  </a:lnTo>
                  <a:lnTo>
                    <a:pt x="82550" y="2540"/>
                  </a:lnTo>
                  <a:lnTo>
                    <a:pt x="82550" y="1270"/>
                  </a:lnTo>
                  <a:close/>
                </a:path>
                <a:path w="83820" h="7619">
                  <a:moveTo>
                    <a:pt x="83820" y="0"/>
                  </a:moveTo>
                  <a:lnTo>
                    <a:pt x="0" y="0"/>
                  </a:lnTo>
                  <a:lnTo>
                    <a:pt x="0" y="1270"/>
                  </a:lnTo>
                  <a:lnTo>
                    <a:pt x="83820" y="1270"/>
                  </a:lnTo>
                  <a:lnTo>
                    <a:pt x="83820" y="0"/>
                  </a:lnTo>
                  <a:close/>
                </a:path>
              </a:pathLst>
            </a:custGeom>
            <a:solidFill>
              <a:srgbClr val="7A017A"/>
            </a:solidFill>
          </p:spPr>
          <p:txBody>
            <a:bodyPr wrap="square" lIns="0" tIns="0" rIns="0" bIns="0" rtlCol="0"/>
            <a:lstStyle/>
            <a:p/>
          </p:txBody>
        </p:sp>
        <p:sp>
          <p:nvSpPr>
            <p:cNvPr id="2796" name="object 2796"/>
            <p:cNvSpPr/>
            <p:nvPr/>
          </p:nvSpPr>
          <p:spPr>
            <a:xfrm>
              <a:off x="8378190" y="1682749"/>
              <a:ext cx="55880" cy="7620"/>
            </a:xfrm>
            <a:custGeom>
              <a:avLst/>
              <a:gdLst/>
              <a:ahLst/>
              <a:cxnLst/>
              <a:rect l="l" t="t" r="r" b="b"/>
              <a:pathLst>
                <a:path w="55879" h="7619">
                  <a:moveTo>
                    <a:pt x="26670" y="6350"/>
                  </a:moveTo>
                  <a:lnTo>
                    <a:pt x="25400" y="6350"/>
                  </a:lnTo>
                  <a:lnTo>
                    <a:pt x="25400" y="7620"/>
                  </a:lnTo>
                  <a:lnTo>
                    <a:pt x="26670" y="7620"/>
                  </a:lnTo>
                  <a:lnTo>
                    <a:pt x="26670" y="6350"/>
                  </a:lnTo>
                  <a:close/>
                </a:path>
                <a:path w="55879" h="7619">
                  <a:moveTo>
                    <a:pt x="36829" y="5079"/>
                  </a:moveTo>
                  <a:lnTo>
                    <a:pt x="8889" y="5079"/>
                  </a:lnTo>
                  <a:lnTo>
                    <a:pt x="8889" y="6350"/>
                  </a:lnTo>
                  <a:lnTo>
                    <a:pt x="36829" y="6350"/>
                  </a:lnTo>
                  <a:lnTo>
                    <a:pt x="36829" y="5079"/>
                  </a:lnTo>
                  <a:close/>
                </a:path>
                <a:path w="55879" h="7619">
                  <a:moveTo>
                    <a:pt x="46989" y="3810"/>
                  </a:moveTo>
                  <a:lnTo>
                    <a:pt x="7619" y="3810"/>
                  </a:lnTo>
                  <a:lnTo>
                    <a:pt x="7619" y="5079"/>
                  </a:lnTo>
                  <a:lnTo>
                    <a:pt x="46989" y="5079"/>
                  </a:lnTo>
                  <a:lnTo>
                    <a:pt x="46989" y="3810"/>
                  </a:lnTo>
                  <a:close/>
                </a:path>
                <a:path w="55879" h="7619">
                  <a:moveTo>
                    <a:pt x="50800" y="2539"/>
                  </a:moveTo>
                  <a:lnTo>
                    <a:pt x="5079" y="2539"/>
                  </a:lnTo>
                  <a:lnTo>
                    <a:pt x="5079" y="3810"/>
                  </a:lnTo>
                  <a:lnTo>
                    <a:pt x="50800" y="3810"/>
                  </a:lnTo>
                  <a:lnTo>
                    <a:pt x="50800" y="2539"/>
                  </a:lnTo>
                  <a:close/>
                </a:path>
                <a:path w="55879" h="7619">
                  <a:moveTo>
                    <a:pt x="53339" y="1270"/>
                  </a:moveTo>
                  <a:lnTo>
                    <a:pt x="1269" y="1270"/>
                  </a:lnTo>
                  <a:lnTo>
                    <a:pt x="1269" y="2539"/>
                  </a:lnTo>
                  <a:lnTo>
                    <a:pt x="53339" y="2539"/>
                  </a:lnTo>
                  <a:lnTo>
                    <a:pt x="53339" y="1270"/>
                  </a:lnTo>
                  <a:close/>
                </a:path>
                <a:path w="55879" h="7619">
                  <a:moveTo>
                    <a:pt x="55879" y="0"/>
                  </a:moveTo>
                  <a:lnTo>
                    <a:pt x="0" y="0"/>
                  </a:lnTo>
                  <a:lnTo>
                    <a:pt x="0" y="1270"/>
                  </a:lnTo>
                  <a:lnTo>
                    <a:pt x="55879" y="1270"/>
                  </a:lnTo>
                  <a:lnTo>
                    <a:pt x="55879" y="0"/>
                  </a:lnTo>
                  <a:close/>
                </a:path>
              </a:pathLst>
            </a:custGeom>
            <a:solidFill>
              <a:srgbClr val="7C017C"/>
            </a:solidFill>
          </p:spPr>
          <p:txBody>
            <a:bodyPr wrap="square" lIns="0" tIns="0" rIns="0" bIns="0" rtlCol="0"/>
            <a:lstStyle/>
            <a:p/>
          </p:txBody>
        </p:sp>
      </p:grpSp>
      <p:grpSp>
        <p:nvGrpSpPr>
          <p:cNvPr id="2797" name="object 2797"/>
          <p:cNvGrpSpPr/>
          <p:nvPr/>
        </p:nvGrpSpPr>
        <p:grpSpPr>
          <a:xfrm>
            <a:off x="8600440" y="1057910"/>
            <a:ext cx="153670" cy="619760"/>
            <a:chOff x="8600440" y="1057910"/>
            <a:chExt cx="153670" cy="619760"/>
          </a:xfrm>
        </p:grpSpPr>
        <p:sp>
          <p:nvSpPr>
            <p:cNvPr id="2798" name="object 2798"/>
            <p:cNvSpPr/>
            <p:nvPr/>
          </p:nvSpPr>
          <p:spPr>
            <a:xfrm>
              <a:off x="8691880" y="1057909"/>
              <a:ext cx="40640" cy="12700"/>
            </a:xfrm>
            <a:custGeom>
              <a:avLst/>
              <a:gdLst/>
              <a:ahLst/>
              <a:cxnLst/>
              <a:rect l="l" t="t" r="r" b="b"/>
              <a:pathLst>
                <a:path w="40640" h="12700">
                  <a:moveTo>
                    <a:pt x="29210" y="1270"/>
                  </a:moveTo>
                  <a:lnTo>
                    <a:pt x="25400" y="1270"/>
                  </a:lnTo>
                  <a:lnTo>
                    <a:pt x="25400" y="0"/>
                  </a:lnTo>
                  <a:lnTo>
                    <a:pt x="22860" y="0"/>
                  </a:lnTo>
                  <a:lnTo>
                    <a:pt x="22860" y="1270"/>
                  </a:lnTo>
                  <a:lnTo>
                    <a:pt x="15240" y="1270"/>
                  </a:lnTo>
                  <a:lnTo>
                    <a:pt x="15240" y="0"/>
                  </a:lnTo>
                  <a:lnTo>
                    <a:pt x="11430" y="0"/>
                  </a:lnTo>
                  <a:lnTo>
                    <a:pt x="11430" y="1270"/>
                  </a:lnTo>
                  <a:lnTo>
                    <a:pt x="8890" y="1270"/>
                  </a:lnTo>
                  <a:lnTo>
                    <a:pt x="8890" y="3810"/>
                  </a:lnTo>
                  <a:lnTo>
                    <a:pt x="29210" y="3810"/>
                  </a:lnTo>
                  <a:lnTo>
                    <a:pt x="29210" y="1270"/>
                  </a:lnTo>
                  <a:close/>
                </a:path>
                <a:path w="40640" h="12700">
                  <a:moveTo>
                    <a:pt x="31750" y="3810"/>
                  </a:moveTo>
                  <a:lnTo>
                    <a:pt x="30480" y="3810"/>
                  </a:lnTo>
                  <a:lnTo>
                    <a:pt x="30480" y="5080"/>
                  </a:lnTo>
                  <a:lnTo>
                    <a:pt x="7620" y="5080"/>
                  </a:lnTo>
                  <a:lnTo>
                    <a:pt x="7620" y="3810"/>
                  </a:lnTo>
                  <a:lnTo>
                    <a:pt x="5080" y="3810"/>
                  </a:lnTo>
                  <a:lnTo>
                    <a:pt x="5080" y="5080"/>
                  </a:lnTo>
                  <a:lnTo>
                    <a:pt x="5080" y="6350"/>
                  </a:lnTo>
                  <a:lnTo>
                    <a:pt x="31750" y="6350"/>
                  </a:lnTo>
                  <a:lnTo>
                    <a:pt x="31750" y="5080"/>
                  </a:lnTo>
                  <a:lnTo>
                    <a:pt x="31750" y="3810"/>
                  </a:lnTo>
                  <a:close/>
                </a:path>
                <a:path w="40640" h="12700">
                  <a:moveTo>
                    <a:pt x="36830" y="7620"/>
                  </a:moveTo>
                  <a:lnTo>
                    <a:pt x="35560" y="7620"/>
                  </a:lnTo>
                  <a:lnTo>
                    <a:pt x="35560" y="6350"/>
                  </a:lnTo>
                  <a:lnTo>
                    <a:pt x="34290" y="6350"/>
                  </a:lnTo>
                  <a:lnTo>
                    <a:pt x="34290" y="7620"/>
                  </a:lnTo>
                  <a:lnTo>
                    <a:pt x="3810" y="7620"/>
                  </a:lnTo>
                  <a:lnTo>
                    <a:pt x="3810" y="6350"/>
                  </a:lnTo>
                  <a:lnTo>
                    <a:pt x="2540" y="6350"/>
                  </a:lnTo>
                  <a:lnTo>
                    <a:pt x="2540" y="7620"/>
                  </a:lnTo>
                  <a:lnTo>
                    <a:pt x="1270" y="7620"/>
                  </a:lnTo>
                  <a:lnTo>
                    <a:pt x="1270" y="10160"/>
                  </a:lnTo>
                  <a:lnTo>
                    <a:pt x="36830" y="10160"/>
                  </a:lnTo>
                  <a:lnTo>
                    <a:pt x="36830" y="7620"/>
                  </a:lnTo>
                  <a:close/>
                </a:path>
                <a:path w="40640" h="12700">
                  <a:moveTo>
                    <a:pt x="40640" y="10160"/>
                  </a:moveTo>
                  <a:lnTo>
                    <a:pt x="39370" y="10160"/>
                  </a:lnTo>
                  <a:lnTo>
                    <a:pt x="39370" y="11430"/>
                  </a:lnTo>
                  <a:lnTo>
                    <a:pt x="0" y="11430"/>
                  </a:lnTo>
                  <a:lnTo>
                    <a:pt x="0" y="12700"/>
                  </a:lnTo>
                  <a:lnTo>
                    <a:pt x="40640" y="12700"/>
                  </a:lnTo>
                  <a:lnTo>
                    <a:pt x="40640" y="10160"/>
                  </a:lnTo>
                  <a:close/>
                </a:path>
              </a:pathLst>
            </a:custGeom>
            <a:solidFill>
              <a:srgbClr val="003300"/>
            </a:solidFill>
          </p:spPr>
          <p:txBody>
            <a:bodyPr wrap="square" lIns="0" tIns="0" rIns="0" bIns="0" rtlCol="0"/>
            <a:lstStyle/>
            <a:p/>
          </p:txBody>
        </p:sp>
        <p:sp>
          <p:nvSpPr>
            <p:cNvPr id="2799" name="object 2799"/>
            <p:cNvSpPr/>
            <p:nvPr/>
          </p:nvSpPr>
          <p:spPr>
            <a:xfrm>
              <a:off x="8600440" y="1070610"/>
              <a:ext cx="137160" cy="6350"/>
            </a:xfrm>
            <a:custGeom>
              <a:avLst/>
              <a:gdLst/>
              <a:ahLst/>
              <a:cxnLst/>
              <a:rect l="l" t="t" r="r" b="b"/>
              <a:pathLst>
                <a:path w="137159" h="6350">
                  <a:moveTo>
                    <a:pt x="78740" y="5080"/>
                  </a:moveTo>
                  <a:lnTo>
                    <a:pt x="0" y="5080"/>
                  </a:lnTo>
                  <a:lnTo>
                    <a:pt x="0" y="6350"/>
                  </a:lnTo>
                  <a:lnTo>
                    <a:pt x="78740" y="6350"/>
                  </a:lnTo>
                  <a:lnTo>
                    <a:pt x="78740" y="5080"/>
                  </a:lnTo>
                  <a:close/>
                </a:path>
                <a:path w="137159" h="6350">
                  <a:moveTo>
                    <a:pt x="137159" y="3810"/>
                  </a:moveTo>
                  <a:lnTo>
                    <a:pt x="135889" y="3810"/>
                  </a:lnTo>
                  <a:lnTo>
                    <a:pt x="135889" y="5080"/>
                  </a:lnTo>
                  <a:lnTo>
                    <a:pt x="87629" y="5080"/>
                  </a:lnTo>
                  <a:lnTo>
                    <a:pt x="87629" y="6350"/>
                  </a:lnTo>
                  <a:lnTo>
                    <a:pt x="137159" y="6350"/>
                  </a:lnTo>
                  <a:lnTo>
                    <a:pt x="137159" y="3810"/>
                  </a:lnTo>
                  <a:close/>
                </a:path>
                <a:path w="137159" h="6350">
                  <a:moveTo>
                    <a:pt x="134620" y="1270"/>
                  </a:moveTo>
                  <a:lnTo>
                    <a:pt x="88900" y="1270"/>
                  </a:lnTo>
                  <a:lnTo>
                    <a:pt x="88900" y="3810"/>
                  </a:lnTo>
                  <a:lnTo>
                    <a:pt x="134620" y="3810"/>
                  </a:lnTo>
                  <a:lnTo>
                    <a:pt x="134620" y="1270"/>
                  </a:lnTo>
                  <a:close/>
                </a:path>
                <a:path w="137159" h="6350">
                  <a:moveTo>
                    <a:pt x="133349" y="0"/>
                  </a:moveTo>
                  <a:lnTo>
                    <a:pt x="90169" y="0"/>
                  </a:lnTo>
                  <a:lnTo>
                    <a:pt x="90169" y="1270"/>
                  </a:lnTo>
                  <a:lnTo>
                    <a:pt x="133349" y="1270"/>
                  </a:lnTo>
                  <a:lnTo>
                    <a:pt x="133349" y="0"/>
                  </a:lnTo>
                  <a:close/>
                </a:path>
                <a:path w="137159" h="6350">
                  <a:moveTo>
                    <a:pt x="78740" y="0"/>
                  </a:moveTo>
                  <a:lnTo>
                    <a:pt x="0" y="0"/>
                  </a:lnTo>
                  <a:lnTo>
                    <a:pt x="0" y="3810"/>
                  </a:lnTo>
                  <a:lnTo>
                    <a:pt x="78740" y="3810"/>
                  </a:lnTo>
                  <a:lnTo>
                    <a:pt x="78740" y="0"/>
                  </a:lnTo>
                  <a:close/>
                </a:path>
              </a:pathLst>
            </a:custGeom>
            <a:solidFill>
              <a:srgbClr val="013101"/>
            </a:solidFill>
          </p:spPr>
          <p:txBody>
            <a:bodyPr wrap="square" lIns="0" tIns="0" rIns="0" bIns="0" rtlCol="0"/>
            <a:lstStyle/>
            <a:p/>
          </p:txBody>
        </p:sp>
        <p:sp>
          <p:nvSpPr>
            <p:cNvPr id="2800" name="object 2800"/>
            <p:cNvSpPr/>
            <p:nvPr/>
          </p:nvSpPr>
          <p:spPr>
            <a:xfrm>
              <a:off x="8600440" y="1076960"/>
              <a:ext cx="143510" cy="7620"/>
            </a:xfrm>
            <a:custGeom>
              <a:avLst/>
              <a:gdLst/>
              <a:ahLst/>
              <a:cxnLst/>
              <a:rect l="l" t="t" r="r" b="b"/>
              <a:pathLst>
                <a:path w="143509" h="7619">
                  <a:moveTo>
                    <a:pt x="77470" y="5079"/>
                  </a:moveTo>
                  <a:lnTo>
                    <a:pt x="0" y="5079"/>
                  </a:lnTo>
                  <a:lnTo>
                    <a:pt x="0" y="7619"/>
                  </a:lnTo>
                  <a:lnTo>
                    <a:pt x="77470" y="7619"/>
                  </a:lnTo>
                  <a:lnTo>
                    <a:pt x="77470" y="5079"/>
                  </a:lnTo>
                  <a:close/>
                </a:path>
                <a:path w="143509" h="7619">
                  <a:moveTo>
                    <a:pt x="143509" y="3809"/>
                  </a:moveTo>
                  <a:lnTo>
                    <a:pt x="142239" y="3809"/>
                  </a:lnTo>
                  <a:lnTo>
                    <a:pt x="142239" y="5079"/>
                  </a:lnTo>
                  <a:lnTo>
                    <a:pt x="83819" y="5079"/>
                  </a:lnTo>
                  <a:lnTo>
                    <a:pt x="83819" y="6349"/>
                  </a:lnTo>
                  <a:lnTo>
                    <a:pt x="82550" y="6349"/>
                  </a:lnTo>
                  <a:lnTo>
                    <a:pt x="82550" y="7619"/>
                  </a:lnTo>
                  <a:lnTo>
                    <a:pt x="143509" y="7619"/>
                  </a:lnTo>
                  <a:lnTo>
                    <a:pt x="143509" y="3809"/>
                  </a:lnTo>
                  <a:close/>
                </a:path>
                <a:path w="143509" h="7619">
                  <a:moveTo>
                    <a:pt x="86359" y="0"/>
                  </a:moveTo>
                  <a:lnTo>
                    <a:pt x="85089" y="0"/>
                  </a:lnTo>
                  <a:lnTo>
                    <a:pt x="85089" y="3809"/>
                  </a:lnTo>
                  <a:lnTo>
                    <a:pt x="140969" y="3809"/>
                  </a:lnTo>
                  <a:lnTo>
                    <a:pt x="140969" y="1269"/>
                  </a:lnTo>
                  <a:lnTo>
                    <a:pt x="86359" y="1269"/>
                  </a:lnTo>
                  <a:lnTo>
                    <a:pt x="86359" y="0"/>
                  </a:lnTo>
                  <a:close/>
                </a:path>
                <a:path w="143509" h="7619">
                  <a:moveTo>
                    <a:pt x="139699" y="0"/>
                  </a:moveTo>
                  <a:lnTo>
                    <a:pt x="138429" y="0"/>
                  </a:lnTo>
                  <a:lnTo>
                    <a:pt x="138429" y="1269"/>
                  </a:lnTo>
                  <a:lnTo>
                    <a:pt x="139699" y="1269"/>
                  </a:lnTo>
                  <a:lnTo>
                    <a:pt x="139699" y="0"/>
                  </a:lnTo>
                  <a:close/>
                </a:path>
                <a:path w="143509" h="7619">
                  <a:moveTo>
                    <a:pt x="78740" y="1269"/>
                  </a:moveTo>
                  <a:lnTo>
                    <a:pt x="0" y="1269"/>
                  </a:lnTo>
                  <a:lnTo>
                    <a:pt x="0" y="3809"/>
                  </a:lnTo>
                  <a:lnTo>
                    <a:pt x="78740" y="3809"/>
                  </a:lnTo>
                  <a:lnTo>
                    <a:pt x="78740" y="1269"/>
                  </a:lnTo>
                  <a:close/>
                </a:path>
              </a:pathLst>
            </a:custGeom>
            <a:solidFill>
              <a:srgbClr val="033103"/>
            </a:solidFill>
          </p:spPr>
          <p:txBody>
            <a:bodyPr wrap="square" lIns="0" tIns="0" rIns="0" bIns="0" rtlCol="0"/>
            <a:lstStyle/>
            <a:p/>
          </p:txBody>
        </p:sp>
        <p:sp>
          <p:nvSpPr>
            <p:cNvPr id="2801" name="object 2801"/>
            <p:cNvSpPr/>
            <p:nvPr/>
          </p:nvSpPr>
          <p:spPr>
            <a:xfrm>
              <a:off x="8600440" y="1084580"/>
              <a:ext cx="148590" cy="7620"/>
            </a:xfrm>
            <a:custGeom>
              <a:avLst/>
              <a:gdLst/>
              <a:ahLst/>
              <a:cxnLst/>
              <a:rect l="l" t="t" r="r" b="b"/>
              <a:pathLst>
                <a:path w="148590" h="7619">
                  <a:moveTo>
                    <a:pt x="77470" y="0"/>
                  </a:moveTo>
                  <a:lnTo>
                    <a:pt x="0" y="0"/>
                  </a:lnTo>
                  <a:lnTo>
                    <a:pt x="0" y="7620"/>
                  </a:lnTo>
                  <a:lnTo>
                    <a:pt x="77470" y="7620"/>
                  </a:lnTo>
                  <a:lnTo>
                    <a:pt x="77470" y="0"/>
                  </a:lnTo>
                  <a:close/>
                </a:path>
                <a:path w="148590" h="7619">
                  <a:moveTo>
                    <a:pt x="148589" y="6350"/>
                  </a:moveTo>
                  <a:lnTo>
                    <a:pt x="80009" y="6350"/>
                  </a:lnTo>
                  <a:lnTo>
                    <a:pt x="80009" y="7620"/>
                  </a:lnTo>
                  <a:lnTo>
                    <a:pt x="148589" y="7620"/>
                  </a:lnTo>
                  <a:lnTo>
                    <a:pt x="148589" y="6350"/>
                  </a:lnTo>
                  <a:close/>
                </a:path>
                <a:path w="148590" h="7619">
                  <a:moveTo>
                    <a:pt x="146050" y="2539"/>
                  </a:moveTo>
                  <a:lnTo>
                    <a:pt x="81279" y="2539"/>
                  </a:lnTo>
                  <a:lnTo>
                    <a:pt x="81279" y="6350"/>
                  </a:lnTo>
                  <a:lnTo>
                    <a:pt x="147320" y="6350"/>
                  </a:lnTo>
                  <a:lnTo>
                    <a:pt x="147320" y="5079"/>
                  </a:lnTo>
                  <a:lnTo>
                    <a:pt x="146050" y="5079"/>
                  </a:lnTo>
                  <a:lnTo>
                    <a:pt x="146050" y="2539"/>
                  </a:lnTo>
                  <a:close/>
                </a:path>
                <a:path w="148590" h="7619">
                  <a:moveTo>
                    <a:pt x="144779" y="0"/>
                  </a:moveTo>
                  <a:lnTo>
                    <a:pt x="82550" y="0"/>
                  </a:lnTo>
                  <a:lnTo>
                    <a:pt x="82550" y="2539"/>
                  </a:lnTo>
                  <a:lnTo>
                    <a:pt x="144779" y="2539"/>
                  </a:lnTo>
                  <a:lnTo>
                    <a:pt x="144779" y="0"/>
                  </a:lnTo>
                  <a:close/>
                </a:path>
              </a:pathLst>
            </a:custGeom>
            <a:solidFill>
              <a:srgbClr val="043004"/>
            </a:solidFill>
          </p:spPr>
          <p:txBody>
            <a:bodyPr wrap="square" lIns="0" tIns="0" rIns="0" bIns="0" rtlCol="0"/>
            <a:lstStyle/>
            <a:p/>
          </p:txBody>
        </p:sp>
        <p:sp>
          <p:nvSpPr>
            <p:cNvPr id="2802" name="object 2802"/>
            <p:cNvSpPr/>
            <p:nvPr/>
          </p:nvSpPr>
          <p:spPr>
            <a:xfrm>
              <a:off x="8600440" y="1092200"/>
              <a:ext cx="152400" cy="6350"/>
            </a:xfrm>
            <a:custGeom>
              <a:avLst/>
              <a:gdLst/>
              <a:ahLst/>
              <a:cxnLst/>
              <a:rect l="l" t="t" r="r" b="b"/>
              <a:pathLst>
                <a:path w="152400" h="6350">
                  <a:moveTo>
                    <a:pt x="77470" y="2539"/>
                  </a:moveTo>
                  <a:lnTo>
                    <a:pt x="0" y="2539"/>
                  </a:lnTo>
                  <a:lnTo>
                    <a:pt x="0" y="6350"/>
                  </a:lnTo>
                  <a:lnTo>
                    <a:pt x="77470" y="6350"/>
                  </a:lnTo>
                  <a:lnTo>
                    <a:pt x="77470" y="2539"/>
                  </a:lnTo>
                  <a:close/>
                </a:path>
                <a:path w="152400" h="6350">
                  <a:moveTo>
                    <a:pt x="151129" y="1269"/>
                  </a:moveTo>
                  <a:lnTo>
                    <a:pt x="149859" y="1269"/>
                  </a:lnTo>
                  <a:lnTo>
                    <a:pt x="149859" y="2539"/>
                  </a:lnTo>
                  <a:lnTo>
                    <a:pt x="80009" y="2539"/>
                  </a:lnTo>
                  <a:lnTo>
                    <a:pt x="80009" y="3809"/>
                  </a:lnTo>
                  <a:lnTo>
                    <a:pt x="78739" y="3809"/>
                  </a:lnTo>
                  <a:lnTo>
                    <a:pt x="78739" y="6350"/>
                  </a:lnTo>
                  <a:lnTo>
                    <a:pt x="152399" y="6350"/>
                  </a:lnTo>
                  <a:lnTo>
                    <a:pt x="152399" y="5079"/>
                  </a:lnTo>
                  <a:lnTo>
                    <a:pt x="151129" y="5079"/>
                  </a:lnTo>
                  <a:lnTo>
                    <a:pt x="151129" y="1269"/>
                  </a:lnTo>
                  <a:close/>
                </a:path>
                <a:path w="152400" h="6350">
                  <a:moveTo>
                    <a:pt x="148589" y="0"/>
                  </a:moveTo>
                  <a:lnTo>
                    <a:pt x="80009" y="0"/>
                  </a:lnTo>
                  <a:lnTo>
                    <a:pt x="80009" y="1269"/>
                  </a:lnTo>
                  <a:lnTo>
                    <a:pt x="148589" y="1269"/>
                  </a:lnTo>
                  <a:lnTo>
                    <a:pt x="148589" y="0"/>
                  </a:lnTo>
                  <a:close/>
                </a:path>
                <a:path w="152400" h="6350">
                  <a:moveTo>
                    <a:pt x="77470" y="0"/>
                  </a:moveTo>
                  <a:lnTo>
                    <a:pt x="0" y="0"/>
                  </a:lnTo>
                  <a:lnTo>
                    <a:pt x="0" y="1269"/>
                  </a:lnTo>
                  <a:lnTo>
                    <a:pt x="77470" y="1269"/>
                  </a:lnTo>
                  <a:lnTo>
                    <a:pt x="77470" y="0"/>
                  </a:lnTo>
                  <a:close/>
                </a:path>
              </a:pathLst>
            </a:custGeom>
            <a:solidFill>
              <a:srgbClr val="063006"/>
            </a:solidFill>
          </p:spPr>
          <p:txBody>
            <a:bodyPr wrap="square" lIns="0" tIns="0" rIns="0" bIns="0" rtlCol="0"/>
            <a:lstStyle/>
            <a:p/>
          </p:txBody>
        </p:sp>
        <p:sp>
          <p:nvSpPr>
            <p:cNvPr id="2803" name="object 2803"/>
            <p:cNvSpPr/>
            <p:nvPr/>
          </p:nvSpPr>
          <p:spPr>
            <a:xfrm>
              <a:off x="8600440" y="1098549"/>
              <a:ext cx="153670" cy="7620"/>
            </a:xfrm>
            <a:custGeom>
              <a:avLst/>
              <a:gdLst/>
              <a:ahLst/>
              <a:cxnLst/>
              <a:rect l="l" t="t" r="r" b="b"/>
              <a:pathLst>
                <a:path w="153670" h="7619">
                  <a:moveTo>
                    <a:pt x="153670" y="1270"/>
                  </a:moveTo>
                  <a:lnTo>
                    <a:pt x="152387" y="1270"/>
                  </a:lnTo>
                  <a:lnTo>
                    <a:pt x="152387" y="0"/>
                  </a:lnTo>
                  <a:lnTo>
                    <a:pt x="78740" y="0"/>
                  </a:lnTo>
                  <a:lnTo>
                    <a:pt x="78740" y="1270"/>
                  </a:lnTo>
                  <a:lnTo>
                    <a:pt x="77470" y="1270"/>
                  </a:lnTo>
                  <a:lnTo>
                    <a:pt x="77470" y="5080"/>
                  </a:lnTo>
                  <a:lnTo>
                    <a:pt x="76200" y="5080"/>
                  </a:lnTo>
                  <a:lnTo>
                    <a:pt x="76200" y="1270"/>
                  </a:lnTo>
                  <a:lnTo>
                    <a:pt x="77470" y="1270"/>
                  </a:lnTo>
                  <a:lnTo>
                    <a:pt x="77470" y="0"/>
                  </a:lnTo>
                  <a:lnTo>
                    <a:pt x="0" y="0"/>
                  </a:lnTo>
                  <a:lnTo>
                    <a:pt x="0" y="1270"/>
                  </a:lnTo>
                  <a:lnTo>
                    <a:pt x="0" y="5080"/>
                  </a:lnTo>
                  <a:lnTo>
                    <a:pt x="0" y="7620"/>
                  </a:lnTo>
                  <a:lnTo>
                    <a:pt x="152400" y="7620"/>
                  </a:lnTo>
                  <a:lnTo>
                    <a:pt x="152400" y="5080"/>
                  </a:lnTo>
                  <a:lnTo>
                    <a:pt x="153670" y="5080"/>
                  </a:lnTo>
                  <a:lnTo>
                    <a:pt x="153670" y="1270"/>
                  </a:lnTo>
                  <a:close/>
                </a:path>
              </a:pathLst>
            </a:custGeom>
            <a:solidFill>
              <a:srgbClr val="072F07"/>
            </a:solidFill>
          </p:spPr>
          <p:txBody>
            <a:bodyPr wrap="square" lIns="0" tIns="0" rIns="0" bIns="0" rtlCol="0"/>
            <a:lstStyle/>
            <a:p/>
          </p:txBody>
        </p:sp>
        <p:sp>
          <p:nvSpPr>
            <p:cNvPr id="2804" name="object 2804"/>
            <p:cNvSpPr/>
            <p:nvPr/>
          </p:nvSpPr>
          <p:spPr>
            <a:xfrm>
              <a:off x="8600440" y="1106170"/>
              <a:ext cx="152400" cy="7620"/>
            </a:xfrm>
            <a:custGeom>
              <a:avLst/>
              <a:gdLst/>
              <a:ahLst/>
              <a:cxnLst/>
              <a:rect l="l" t="t" r="r" b="b"/>
              <a:pathLst>
                <a:path w="152400" h="7619">
                  <a:moveTo>
                    <a:pt x="0" y="7619"/>
                  </a:moveTo>
                  <a:lnTo>
                    <a:pt x="0" y="0"/>
                  </a:lnTo>
                  <a:lnTo>
                    <a:pt x="152400" y="0"/>
                  </a:lnTo>
                  <a:lnTo>
                    <a:pt x="152400" y="7619"/>
                  </a:lnTo>
                  <a:lnTo>
                    <a:pt x="0" y="7619"/>
                  </a:lnTo>
                  <a:close/>
                </a:path>
              </a:pathLst>
            </a:custGeom>
            <a:solidFill>
              <a:srgbClr val="092E09"/>
            </a:solidFill>
          </p:spPr>
          <p:txBody>
            <a:bodyPr wrap="square" lIns="0" tIns="0" rIns="0" bIns="0" rtlCol="0"/>
            <a:lstStyle/>
            <a:p/>
          </p:txBody>
        </p:sp>
        <p:sp>
          <p:nvSpPr>
            <p:cNvPr id="2805" name="object 2805"/>
            <p:cNvSpPr/>
            <p:nvPr/>
          </p:nvSpPr>
          <p:spPr>
            <a:xfrm>
              <a:off x="8600440" y="1113789"/>
              <a:ext cx="152400" cy="6350"/>
            </a:xfrm>
            <a:custGeom>
              <a:avLst/>
              <a:gdLst/>
              <a:ahLst/>
              <a:cxnLst/>
              <a:rect l="l" t="t" r="r" b="b"/>
              <a:pathLst>
                <a:path w="152400" h="6350">
                  <a:moveTo>
                    <a:pt x="152400" y="0"/>
                  </a:moveTo>
                  <a:lnTo>
                    <a:pt x="0" y="0"/>
                  </a:lnTo>
                  <a:lnTo>
                    <a:pt x="0" y="1270"/>
                  </a:lnTo>
                  <a:lnTo>
                    <a:pt x="0" y="6350"/>
                  </a:lnTo>
                  <a:lnTo>
                    <a:pt x="151130" y="6350"/>
                  </a:lnTo>
                  <a:lnTo>
                    <a:pt x="151130" y="1270"/>
                  </a:lnTo>
                  <a:lnTo>
                    <a:pt x="152400" y="1270"/>
                  </a:lnTo>
                  <a:lnTo>
                    <a:pt x="152400" y="0"/>
                  </a:lnTo>
                  <a:close/>
                </a:path>
              </a:pathLst>
            </a:custGeom>
            <a:solidFill>
              <a:srgbClr val="0A2E0A"/>
            </a:solidFill>
          </p:spPr>
          <p:txBody>
            <a:bodyPr wrap="square" lIns="0" tIns="0" rIns="0" bIns="0" rtlCol="0"/>
            <a:lstStyle/>
            <a:p/>
          </p:txBody>
        </p:sp>
        <p:sp>
          <p:nvSpPr>
            <p:cNvPr id="2806" name="object 2806"/>
            <p:cNvSpPr/>
            <p:nvPr/>
          </p:nvSpPr>
          <p:spPr>
            <a:xfrm>
              <a:off x="8600440" y="1120139"/>
              <a:ext cx="151130" cy="7620"/>
            </a:xfrm>
            <a:custGeom>
              <a:avLst/>
              <a:gdLst/>
              <a:ahLst/>
              <a:cxnLst/>
              <a:rect l="l" t="t" r="r" b="b"/>
              <a:pathLst>
                <a:path w="151129" h="7619">
                  <a:moveTo>
                    <a:pt x="151130" y="0"/>
                  </a:moveTo>
                  <a:lnTo>
                    <a:pt x="0" y="0"/>
                  </a:lnTo>
                  <a:lnTo>
                    <a:pt x="0" y="5080"/>
                  </a:lnTo>
                  <a:lnTo>
                    <a:pt x="0" y="7620"/>
                  </a:lnTo>
                  <a:lnTo>
                    <a:pt x="149860" y="7620"/>
                  </a:lnTo>
                  <a:lnTo>
                    <a:pt x="149860" y="5080"/>
                  </a:lnTo>
                  <a:lnTo>
                    <a:pt x="151130" y="5080"/>
                  </a:lnTo>
                  <a:lnTo>
                    <a:pt x="151130" y="0"/>
                  </a:lnTo>
                  <a:close/>
                </a:path>
              </a:pathLst>
            </a:custGeom>
            <a:solidFill>
              <a:srgbClr val="0C2D0C"/>
            </a:solidFill>
          </p:spPr>
          <p:txBody>
            <a:bodyPr wrap="square" lIns="0" tIns="0" rIns="0" bIns="0" rtlCol="0"/>
            <a:lstStyle/>
            <a:p/>
          </p:txBody>
        </p:sp>
        <p:sp>
          <p:nvSpPr>
            <p:cNvPr id="2807" name="object 2807"/>
            <p:cNvSpPr/>
            <p:nvPr/>
          </p:nvSpPr>
          <p:spPr>
            <a:xfrm>
              <a:off x="8600440" y="1127759"/>
              <a:ext cx="149860" cy="7620"/>
            </a:xfrm>
            <a:custGeom>
              <a:avLst/>
              <a:gdLst/>
              <a:ahLst/>
              <a:cxnLst/>
              <a:rect l="l" t="t" r="r" b="b"/>
              <a:pathLst>
                <a:path w="149859" h="7619">
                  <a:moveTo>
                    <a:pt x="149860" y="0"/>
                  </a:moveTo>
                  <a:lnTo>
                    <a:pt x="0" y="0"/>
                  </a:lnTo>
                  <a:lnTo>
                    <a:pt x="0" y="6350"/>
                  </a:lnTo>
                  <a:lnTo>
                    <a:pt x="0" y="7620"/>
                  </a:lnTo>
                  <a:lnTo>
                    <a:pt x="148590" y="7620"/>
                  </a:lnTo>
                  <a:lnTo>
                    <a:pt x="148590" y="6350"/>
                  </a:lnTo>
                  <a:lnTo>
                    <a:pt x="149860" y="6350"/>
                  </a:lnTo>
                  <a:lnTo>
                    <a:pt x="149860" y="0"/>
                  </a:lnTo>
                  <a:close/>
                </a:path>
              </a:pathLst>
            </a:custGeom>
            <a:solidFill>
              <a:srgbClr val="0D2D0D"/>
            </a:solidFill>
          </p:spPr>
          <p:txBody>
            <a:bodyPr wrap="square" lIns="0" tIns="0" rIns="0" bIns="0" rtlCol="0"/>
            <a:lstStyle/>
            <a:p/>
          </p:txBody>
        </p:sp>
        <p:sp>
          <p:nvSpPr>
            <p:cNvPr id="2808" name="object 2808"/>
            <p:cNvSpPr/>
            <p:nvPr/>
          </p:nvSpPr>
          <p:spPr>
            <a:xfrm>
              <a:off x="8600440" y="1135380"/>
              <a:ext cx="148590" cy="6350"/>
            </a:xfrm>
            <a:custGeom>
              <a:avLst/>
              <a:gdLst/>
              <a:ahLst/>
              <a:cxnLst/>
              <a:rect l="l" t="t" r="r" b="b"/>
              <a:pathLst>
                <a:path w="148590" h="6350">
                  <a:moveTo>
                    <a:pt x="0" y="6350"/>
                  </a:moveTo>
                  <a:lnTo>
                    <a:pt x="0" y="0"/>
                  </a:lnTo>
                  <a:lnTo>
                    <a:pt x="148590" y="0"/>
                  </a:lnTo>
                  <a:lnTo>
                    <a:pt x="148590" y="6350"/>
                  </a:lnTo>
                  <a:lnTo>
                    <a:pt x="0" y="6350"/>
                  </a:lnTo>
                  <a:close/>
                </a:path>
              </a:pathLst>
            </a:custGeom>
            <a:solidFill>
              <a:srgbClr val="0F2C0F"/>
            </a:solidFill>
          </p:spPr>
          <p:txBody>
            <a:bodyPr wrap="square" lIns="0" tIns="0" rIns="0" bIns="0" rtlCol="0"/>
            <a:lstStyle/>
            <a:p/>
          </p:txBody>
        </p:sp>
        <p:sp>
          <p:nvSpPr>
            <p:cNvPr id="2809" name="object 2809"/>
            <p:cNvSpPr/>
            <p:nvPr/>
          </p:nvSpPr>
          <p:spPr>
            <a:xfrm>
              <a:off x="8600440" y="1141729"/>
              <a:ext cx="148590" cy="7620"/>
            </a:xfrm>
            <a:custGeom>
              <a:avLst/>
              <a:gdLst/>
              <a:ahLst/>
              <a:cxnLst/>
              <a:rect l="l" t="t" r="r" b="b"/>
              <a:pathLst>
                <a:path w="148590" h="7619">
                  <a:moveTo>
                    <a:pt x="148590" y="0"/>
                  </a:moveTo>
                  <a:lnTo>
                    <a:pt x="0" y="0"/>
                  </a:lnTo>
                  <a:lnTo>
                    <a:pt x="0" y="2540"/>
                  </a:lnTo>
                  <a:lnTo>
                    <a:pt x="0" y="7620"/>
                  </a:lnTo>
                  <a:lnTo>
                    <a:pt x="147320" y="7620"/>
                  </a:lnTo>
                  <a:lnTo>
                    <a:pt x="147320" y="2540"/>
                  </a:lnTo>
                  <a:lnTo>
                    <a:pt x="148590" y="2540"/>
                  </a:lnTo>
                  <a:lnTo>
                    <a:pt x="148590" y="0"/>
                  </a:lnTo>
                  <a:close/>
                </a:path>
              </a:pathLst>
            </a:custGeom>
            <a:solidFill>
              <a:srgbClr val="102B10"/>
            </a:solidFill>
          </p:spPr>
          <p:txBody>
            <a:bodyPr wrap="square" lIns="0" tIns="0" rIns="0" bIns="0" rtlCol="0"/>
            <a:lstStyle/>
            <a:p/>
          </p:txBody>
        </p:sp>
        <p:sp>
          <p:nvSpPr>
            <p:cNvPr id="2810" name="object 2810"/>
            <p:cNvSpPr/>
            <p:nvPr/>
          </p:nvSpPr>
          <p:spPr>
            <a:xfrm>
              <a:off x="8600440" y="1149349"/>
              <a:ext cx="147320" cy="7620"/>
            </a:xfrm>
            <a:custGeom>
              <a:avLst/>
              <a:gdLst/>
              <a:ahLst/>
              <a:cxnLst/>
              <a:rect l="l" t="t" r="r" b="b"/>
              <a:pathLst>
                <a:path w="147320" h="7619">
                  <a:moveTo>
                    <a:pt x="147320" y="0"/>
                  </a:moveTo>
                  <a:lnTo>
                    <a:pt x="0" y="0"/>
                  </a:lnTo>
                  <a:lnTo>
                    <a:pt x="0" y="5080"/>
                  </a:lnTo>
                  <a:lnTo>
                    <a:pt x="0" y="7620"/>
                  </a:lnTo>
                  <a:lnTo>
                    <a:pt x="146050" y="7620"/>
                  </a:lnTo>
                  <a:lnTo>
                    <a:pt x="146050" y="5080"/>
                  </a:lnTo>
                  <a:lnTo>
                    <a:pt x="147320" y="5080"/>
                  </a:lnTo>
                  <a:lnTo>
                    <a:pt x="147320" y="0"/>
                  </a:lnTo>
                  <a:close/>
                </a:path>
              </a:pathLst>
            </a:custGeom>
            <a:solidFill>
              <a:srgbClr val="122B12"/>
            </a:solidFill>
          </p:spPr>
          <p:txBody>
            <a:bodyPr wrap="square" lIns="0" tIns="0" rIns="0" bIns="0" rtlCol="0"/>
            <a:lstStyle/>
            <a:p/>
          </p:txBody>
        </p:sp>
        <p:sp>
          <p:nvSpPr>
            <p:cNvPr id="2811" name="object 2811"/>
            <p:cNvSpPr/>
            <p:nvPr/>
          </p:nvSpPr>
          <p:spPr>
            <a:xfrm>
              <a:off x="8600440" y="1156969"/>
              <a:ext cx="146050" cy="7620"/>
            </a:xfrm>
            <a:custGeom>
              <a:avLst/>
              <a:gdLst/>
              <a:ahLst/>
              <a:cxnLst/>
              <a:rect l="l" t="t" r="r" b="b"/>
              <a:pathLst>
                <a:path w="146050" h="7619">
                  <a:moveTo>
                    <a:pt x="146050" y="0"/>
                  </a:moveTo>
                  <a:lnTo>
                    <a:pt x="0" y="0"/>
                  </a:lnTo>
                  <a:lnTo>
                    <a:pt x="0" y="6350"/>
                  </a:lnTo>
                  <a:lnTo>
                    <a:pt x="0" y="7620"/>
                  </a:lnTo>
                  <a:lnTo>
                    <a:pt x="144780" y="7620"/>
                  </a:lnTo>
                  <a:lnTo>
                    <a:pt x="144780" y="6350"/>
                  </a:lnTo>
                  <a:lnTo>
                    <a:pt x="146050" y="6350"/>
                  </a:lnTo>
                  <a:lnTo>
                    <a:pt x="146050" y="0"/>
                  </a:lnTo>
                  <a:close/>
                </a:path>
              </a:pathLst>
            </a:custGeom>
            <a:solidFill>
              <a:srgbClr val="132A13"/>
            </a:solidFill>
          </p:spPr>
          <p:txBody>
            <a:bodyPr wrap="square" lIns="0" tIns="0" rIns="0" bIns="0" rtlCol="0"/>
            <a:lstStyle/>
            <a:p/>
          </p:txBody>
        </p:sp>
        <p:sp>
          <p:nvSpPr>
            <p:cNvPr id="2812" name="object 2812"/>
            <p:cNvSpPr/>
            <p:nvPr/>
          </p:nvSpPr>
          <p:spPr>
            <a:xfrm>
              <a:off x="8600440" y="1164590"/>
              <a:ext cx="144780" cy="6350"/>
            </a:xfrm>
            <a:custGeom>
              <a:avLst/>
              <a:gdLst/>
              <a:ahLst/>
              <a:cxnLst/>
              <a:rect l="l" t="t" r="r" b="b"/>
              <a:pathLst>
                <a:path w="144779" h="6350">
                  <a:moveTo>
                    <a:pt x="0" y="6350"/>
                  </a:moveTo>
                  <a:lnTo>
                    <a:pt x="0" y="0"/>
                  </a:lnTo>
                  <a:lnTo>
                    <a:pt x="144779" y="0"/>
                  </a:lnTo>
                  <a:lnTo>
                    <a:pt x="144779" y="6350"/>
                  </a:lnTo>
                  <a:lnTo>
                    <a:pt x="0" y="6350"/>
                  </a:lnTo>
                  <a:close/>
                </a:path>
              </a:pathLst>
            </a:custGeom>
            <a:solidFill>
              <a:srgbClr val="152A15"/>
            </a:solidFill>
          </p:spPr>
          <p:txBody>
            <a:bodyPr wrap="square" lIns="0" tIns="0" rIns="0" bIns="0" rtlCol="0"/>
            <a:lstStyle/>
            <a:p/>
          </p:txBody>
        </p:sp>
        <p:sp>
          <p:nvSpPr>
            <p:cNvPr id="2813" name="object 2813"/>
            <p:cNvSpPr/>
            <p:nvPr/>
          </p:nvSpPr>
          <p:spPr>
            <a:xfrm>
              <a:off x="8600440" y="1170939"/>
              <a:ext cx="144780" cy="7620"/>
            </a:xfrm>
            <a:custGeom>
              <a:avLst/>
              <a:gdLst/>
              <a:ahLst/>
              <a:cxnLst/>
              <a:rect l="l" t="t" r="r" b="b"/>
              <a:pathLst>
                <a:path w="144779" h="7619">
                  <a:moveTo>
                    <a:pt x="144780" y="0"/>
                  </a:moveTo>
                  <a:lnTo>
                    <a:pt x="0" y="0"/>
                  </a:lnTo>
                  <a:lnTo>
                    <a:pt x="0" y="2540"/>
                  </a:lnTo>
                  <a:lnTo>
                    <a:pt x="0" y="7620"/>
                  </a:lnTo>
                  <a:lnTo>
                    <a:pt x="143510" y="7620"/>
                  </a:lnTo>
                  <a:lnTo>
                    <a:pt x="143510" y="2540"/>
                  </a:lnTo>
                  <a:lnTo>
                    <a:pt x="144780" y="2540"/>
                  </a:lnTo>
                  <a:lnTo>
                    <a:pt x="144780" y="0"/>
                  </a:lnTo>
                  <a:close/>
                </a:path>
              </a:pathLst>
            </a:custGeom>
            <a:solidFill>
              <a:srgbClr val="162916"/>
            </a:solidFill>
          </p:spPr>
          <p:txBody>
            <a:bodyPr wrap="square" lIns="0" tIns="0" rIns="0" bIns="0" rtlCol="0"/>
            <a:lstStyle/>
            <a:p/>
          </p:txBody>
        </p:sp>
        <p:sp>
          <p:nvSpPr>
            <p:cNvPr id="2814" name="object 2814"/>
            <p:cNvSpPr/>
            <p:nvPr/>
          </p:nvSpPr>
          <p:spPr>
            <a:xfrm>
              <a:off x="8600440" y="1178559"/>
              <a:ext cx="143510" cy="7620"/>
            </a:xfrm>
            <a:custGeom>
              <a:avLst/>
              <a:gdLst/>
              <a:ahLst/>
              <a:cxnLst/>
              <a:rect l="l" t="t" r="r" b="b"/>
              <a:pathLst>
                <a:path w="143509" h="7619">
                  <a:moveTo>
                    <a:pt x="143510" y="0"/>
                  </a:moveTo>
                  <a:lnTo>
                    <a:pt x="0" y="0"/>
                  </a:lnTo>
                  <a:lnTo>
                    <a:pt x="0" y="5080"/>
                  </a:lnTo>
                  <a:lnTo>
                    <a:pt x="0" y="7620"/>
                  </a:lnTo>
                  <a:lnTo>
                    <a:pt x="142240" y="7620"/>
                  </a:lnTo>
                  <a:lnTo>
                    <a:pt x="142240" y="5080"/>
                  </a:lnTo>
                  <a:lnTo>
                    <a:pt x="143510" y="5080"/>
                  </a:lnTo>
                  <a:lnTo>
                    <a:pt x="143510" y="0"/>
                  </a:lnTo>
                  <a:close/>
                </a:path>
              </a:pathLst>
            </a:custGeom>
            <a:solidFill>
              <a:srgbClr val="182918"/>
            </a:solidFill>
          </p:spPr>
          <p:txBody>
            <a:bodyPr wrap="square" lIns="0" tIns="0" rIns="0" bIns="0" rtlCol="0"/>
            <a:lstStyle/>
            <a:p/>
          </p:txBody>
        </p:sp>
        <p:sp>
          <p:nvSpPr>
            <p:cNvPr id="2815" name="object 2815"/>
            <p:cNvSpPr/>
            <p:nvPr/>
          </p:nvSpPr>
          <p:spPr>
            <a:xfrm>
              <a:off x="8600440" y="1186180"/>
              <a:ext cx="142240" cy="6350"/>
            </a:xfrm>
            <a:custGeom>
              <a:avLst/>
              <a:gdLst/>
              <a:ahLst/>
              <a:cxnLst/>
              <a:rect l="l" t="t" r="r" b="b"/>
              <a:pathLst>
                <a:path w="142240" h="6350">
                  <a:moveTo>
                    <a:pt x="0" y="6350"/>
                  </a:moveTo>
                  <a:lnTo>
                    <a:pt x="0" y="0"/>
                  </a:lnTo>
                  <a:lnTo>
                    <a:pt x="142240" y="0"/>
                  </a:lnTo>
                  <a:lnTo>
                    <a:pt x="142240" y="6350"/>
                  </a:lnTo>
                  <a:lnTo>
                    <a:pt x="0" y="6350"/>
                  </a:lnTo>
                  <a:close/>
                </a:path>
              </a:pathLst>
            </a:custGeom>
            <a:solidFill>
              <a:srgbClr val="192819"/>
            </a:solidFill>
          </p:spPr>
          <p:txBody>
            <a:bodyPr wrap="square" lIns="0" tIns="0" rIns="0" bIns="0" rtlCol="0"/>
            <a:lstStyle/>
            <a:p/>
          </p:txBody>
        </p:sp>
        <p:sp>
          <p:nvSpPr>
            <p:cNvPr id="2816" name="object 2816"/>
            <p:cNvSpPr/>
            <p:nvPr/>
          </p:nvSpPr>
          <p:spPr>
            <a:xfrm>
              <a:off x="8600440" y="1192530"/>
              <a:ext cx="140970" cy="7620"/>
            </a:xfrm>
            <a:custGeom>
              <a:avLst/>
              <a:gdLst/>
              <a:ahLst/>
              <a:cxnLst/>
              <a:rect l="l" t="t" r="r" b="b"/>
              <a:pathLst>
                <a:path w="140970" h="7619">
                  <a:moveTo>
                    <a:pt x="140970" y="0"/>
                  </a:moveTo>
                  <a:lnTo>
                    <a:pt x="0" y="0"/>
                  </a:lnTo>
                  <a:lnTo>
                    <a:pt x="0" y="7620"/>
                  </a:lnTo>
                  <a:lnTo>
                    <a:pt x="140970" y="7620"/>
                  </a:lnTo>
                  <a:lnTo>
                    <a:pt x="140970" y="0"/>
                  </a:lnTo>
                  <a:close/>
                </a:path>
              </a:pathLst>
            </a:custGeom>
            <a:solidFill>
              <a:srgbClr val="1A271A"/>
            </a:solidFill>
          </p:spPr>
          <p:txBody>
            <a:bodyPr wrap="square" lIns="0" tIns="0" rIns="0" bIns="0" rtlCol="0"/>
            <a:lstStyle/>
            <a:p/>
          </p:txBody>
        </p:sp>
        <p:sp>
          <p:nvSpPr>
            <p:cNvPr id="2817" name="object 2817"/>
            <p:cNvSpPr/>
            <p:nvPr/>
          </p:nvSpPr>
          <p:spPr>
            <a:xfrm>
              <a:off x="8600440" y="1200149"/>
              <a:ext cx="140970" cy="7620"/>
            </a:xfrm>
            <a:custGeom>
              <a:avLst/>
              <a:gdLst/>
              <a:ahLst/>
              <a:cxnLst/>
              <a:rect l="l" t="t" r="r" b="b"/>
              <a:pathLst>
                <a:path w="140970" h="7619">
                  <a:moveTo>
                    <a:pt x="140970" y="0"/>
                  </a:moveTo>
                  <a:lnTo>
                    <a:pt x="0" y="0"/>
                  </a:lnTo>
                  <a:lnTo>
                    <a:pt x="0" y="2540"/>
                  </a:lnTo>
                  <a:lnTo>
                    <a:pt x="0" y="7620"/>
                  </a:lnTo>
                  <a:lnTo>
                    <a:pt x="139700" y="7620"/>
                  </a:lnTo>
                  <a:lnTo>
                    <a:pt x="139700" y="2540"/>
                  </a:lnTo>
                  <a:lnTo>
                    <a:pt x="140970" y="2540"/>
                  </a:lnTo>
                  <a:lnTo>
                    <a:pt x="140970" y="0"/>
                  </a:lnTo>
                  <a:close/>
                </a:path>
              </a:pathLst>
            </a:custGeom>
            <a:solidFill>
              <a:srgbClr val="1C271C"/>
            </a:solidFill>
          </p:spPr>
          <p:txBody>
            <a:bodyPr wrap="square" lIns="0" tIns="0" rIns="0" bIns="0" rtlCol="0"/>
            <a:lstStyle/>
            <a:p/>
          </p:txBody>
        </p:sp>
        <p:sp>
          <p:nvSpPr>
            <p:cNvPr id="2818" name="object 2818"/>
            <p:cNvSpPr/>
            <p:nvPr/>
          </p:nvSpPr>
          <p:spPr>
            <a:xfrm>
              <a:off x="8600440" y="1207769"/>
              <a:ext cx="139700" cy="6350"/>
            </a:xfrm>
            <a:custGeom>
              <a:avLst/>
              <a:gdLst/>
              <a:ahLst/>
              <a:cxnLst/>
              <a:rect l="l" t="t" r="r" b="b"/>
              <a:pathLst>
                <a:path w="139700" h="6350">
                  <a:moveTo>
                    <a:pt x="139700" y="0"/>
                  </a:moveTo>
                  <a:lnTo>
                    <a:pt x="0" y="0"/>
                  </a:lnTo>
                  <a:lnTo>
                    <a:pt x="0" y="3810"/>
                  </a:lnTo>
                  <a:lnTo>
                    <a:pt x="0" y="6350"/>
                  </a:lnTo>
                  <a:lnTo>
                    <a:pt x="138430" y="6350"/>
                  </a:lnTo>
                  <a:lnTo>
                    <a:pt x="138430" y="3810"/>
                  </a:lnTo>
                  <a:lnTo>
                    <a:pt x="139700" y="3810"/>
                  </a:lnTo>
                  <a:lnTo>
                    <a:pt x="139700" y="0"/>
                  </a:lnTo>
                  <a:close/>
                </a:path>
              </a:pathLst>
            </a:custGeom>
            <a:solidFill>
              <a:srgbClr val="1D261D"/>
            </a:solidFill>
          </p:spPr>
          <p:txBody>
            <a:bodyPr wrap="square" lIns="0" tIns="0" rIns="0" bIns="0" rtlCol="0"/>
            <a:lstStyle/>
            <a:p/>
          </p:txBody>
        </p:sp>
        <p:sp>
          <p:nvSpPr>
            <p:cNvPr id="2819" name="object 2819"/>
            <p:cNvSpPr/>
            <p:nvPr/>
          </p:nvSpPr>
          <p:spPr>
            <a:xfrm>
              <a:off x="8600440" y="1214119"/>
              <a:ext cx="138430" cy="7620"/>
            </a:xfrm>
            <a:custGeom>
              <a:avLst/>
              <a:gdLst/>
              <a:ahLst/>
              <a:cxnLst/>
              <a:rect l="l" t="t" r="r" b="b"/>
              <a:pathLst>
                <a:path w="138429" h="7619">
                  <a:moveTo>
                    <a:pt x="138430" y="0"/>
                  </a:moveTo>
                  <a:lnTo>
                    <a:pt x="0" y="0"/>
                  </a:lnTo>
                  <a:lnTo>
                    <a:pt x="0" y="6350"/>
                  </a:lnTo>
                  <a:lnTo>
                    <a:pt x="137160" y="6350"/>
                  </a:lnTo>
                  <a:lnTo>
                    <a:pt x="137160" y="7620"/>
                  </a:lnTo>
                  <a:lnTo>
                    <a:pt x="138430" y="7620"/>
                  </a:lnTo>
                  <a:lnTo>
                    <a:pt x="138430" y="6350"/>
                  </a:lnTo>
                  <a:lnTo>
                    <a:pt x="138430" y="0"/>
                  </a:lnTo>
                  <a:close/>
                </a:path>
              </a:pathLst>
            </a:custGeom>
            <a:solidFill>
              <a:srgbClr val="1F261F"/>
            </a:solidFill>
          </p:spPr>
          <p:txBody>
            <a:bodyPr wrap="square" lIns="0" tIns="0" rIns="0" bIns="0" rtlCol="0"/>
            <a:lstStyle/>
            <a:p/>
          </p:txBody>
        </p:sp>
        <p:sp>
          <p:nvSpPr>
            <p:cNvPr id="2820" name="object 2820"/>
            <p:cNvSpPr/>
            <p:nvPr/>
          </p:nvSpPr>
          <p:spPr>
            <a:xfrm>
              <a:off x="8600440" y="1221740"/>
              <a:ext cx="137160" cy="7620"/>
            </a:xfrm>
            <a:custGeom>
              <a:avLst/>
              <a:gdLst/>
              <a:ahLst/>
              <a:cxnLst/>
              <a:rect l="l" t="t" r="r" b="b"/>
              <a:pathLst>
                <a:path w="137159" h="7619">
                  <a:moveTo>
                    <a:pt x="137159" y="0"/>
                  </a:moveTo>
                  <a:lnTo>
                    <a:pt x="0" y="0"/>
                  </a:lnTo>
                  <a:lnTo>
                    <a:pt x="0" y="7620"/>
                  </a:lnTo>
                  <a:lnTo>
                    <a:pt x="137159" y="7620"/>
                  </a:lnTo>
                  <a:lnTo>
                    <a:pt x="137159" y="0"/>
                  </a:lnTo>
                  <a:close/>
                </a:path>
              </a:pathLst>
            </a:custGeom>
            <a:solidFill>
              <a:srgbClr val="202520"/>
            </a:solidFill>
          </p:spPr>
          <p:txBody>
            <a:bodyPr wrap="square" lIns="0" tIns="0" rIns="0" bIns="0" rtlCol="0"/>
            <a:lstStyle/>
            <a:p/>
          </p:txBody>
        </p:sp>
        <p:sp>
          <p:nvSpPr>
            <p:cNvPr id="2821" name="object 2821"/>
            <p:cNvSpPr/>
            <p:nvPr/>
          </p:nvSpPr>
          <p:spPr>
            <a:xfrm>
              <a:off x="8600440" y="1229359"/>
              <a:ext cx="137160" cy="6350"/>
            </a:xfrm>
            <a:custGeom>
              <a:avLst/>
              <a:gdLst/>
              <a:ahLst/>
              <a:cxnLst/>
              <a:rect l="l" t="t" r="r" b="b"/>
              <a:pathLst>
                <a:path w="137159" h="6350">
                  <a:moveTo>
                    <a:pt x="135890" y="1282"/>
                  </a:moveTo>
                  <a:lnTo>
                    <a:pt x="0" y="1282"/>
                  </a:lnTo>
                  <a:lnTo>
                    <a:pt x="0" y="6350"/>
                  </a:lnTo>
                  <a:lnTo>
                    <a:pt x="135890" y="6350"/>
                  </a:lnTo>
                  <a:lnTo>
                    <a:pt x="135890" y="1282"/>
                  </a:lnTo>
                  <a:close/>
                </a:path>
                <a:path w="137159" h="6350">
                  <a:moveTo>
                    <a:pt x="137160" y="0"/>
                  </a:moveTo>
                  <a:lnTo>
                    <a:pt x="0" y="0"/>
                  </a:lnTo>
                  <a:lnTo>
                    <a:pt x="0" y="1270"/>
                  </a:lnTo>
                  <a:lnTo>
                    <a:pt x="137160" y="1270"/>
                  </a:lnTo>
                  <a:lnTo>
                    <a:pt x="137160" y="0"/>
                  </a:lnTo>
                  <a:close/>
                </a:path>
              </a:pathLst>
            </a:custGeom>
            <a:solidFill>
              <a:srgbClr val="222422"/>
            </a:solidFill>
          </p:spPr>
          <p:txBody>
            <a:bodyPr wrap="square" lIns="0" tIns="0" rIns="0" bIns="0" rtlCol="0"/>
            <a:lstStyle/>
            <a:p/>
          </p:txBody>
        </p:sp>
        <p:sp>
          <p:nvSpPr>
            <p:cNvPr id="2822" name="object 2822"/>
            <p:cNvSpPr/>
            <p:nvPr/>
          </p:nvSpPr>
          <p:spPr>
            <a:xfrm>
              <a:off x="8600440" y="1235709"/>
              <a:ext cx="135890" cy="7620"/>
            </a:xfrm>
            <a:custGeom>
              <a:avLst/>
              <a:gdLst/>
              <a:ahLst/>
              <a:cxnLst/>
              <a:rect l="l" t="t" r="r" b="b"/>
              <a:pathLst>
                <a:path w="135890" h="7619">
                  <a:moveTo>
                    <a:pt x="135890" y="0"/>
                  </a:moveTo>
                  <a:lnTo>
                    <a:pt x="0" y="0"/>
                  </a:lnTo>
                  <a:lnTo>
                    <a:pt x="0" y="3810"/>
                  </a:lnTo>
                  <a:lnTo>
                    <a:pt x="0" y="7620"/>
                  </a:lnTo>
                  <a:lnTo>
                    <a:pt x="134620" y="7620"/>
                  </a:lnTo>
                  <a:lnTo>
                    <a:pt x="134620" y="3810"/>
                  </a:lnTo>
                  <a:lnTo>
                    <a:pt x="135890" y="3810"/>
                  </a:lnTo>
                  <a:lnTo>
                    <a:pt x="135890" y="0"/>
                  </a:lnTo>
                  <a:close/>
                </a:path>
              </a:pathLst>
            </a:custGeom>
            <a:solidFill>
              <a:srgbClr val="232423"/>
            </a:solidFill>
          </p:spPr>
          <p:txBody>
            <a:bodyPr wrap="square" lIns="0" tIns="0" rIns="0" bIns="0" rtlCol="0"/>
            <a:lstStyle/>
            <a:p/>
          </p:txBody>
        </p:sp>
        <p:sp>
          <p:nvSpPr>
            <p:cNvPr id="2823" name="object 2823"/>
            <p:cNvSpPr/>
            <p:nvPr/>
          </p:nvSpPr>
          <p:spPr>
            <a:xfrm>
              <a:off x="8600440" y="1243329"/>
              <a:ext cx="134620" cy="7620"/>
            </a:xfrm>
            <a:custGeom>
              <a:avLst/>
              <a:gdLst/>
              <a:ahLst/>
              <a:cxnLst/>
              <a:rect l="l" t="t" r="r" b="b"/>
              <a:pathLst>
                <a:path w="134620" h="7619">
                  <a:moveTo>
                    <a:pt x="134620" y="0"/>
                  </a:moveTo>
                  <a:lnTo>
                    <a:pt x="0" y="0"/>
                  </a:lnTo>
                  <a:lnTo>
                    <a:pt x="0" y="6350"/>
                  </a:lnTo>
                  <a:lnTo>
                    <a:pt x="0" y="7620"/>
                  </a:lnTo>
                  <a:lnTo>
                    <a:pt x="133350" y="7620"/>
                  </a:lnTo>
                  <a:lnTo>
                    <a:pt x="133350" y="6350"/>
                  </a:lnTo>
                  <a:lnTo>
                    <a:pt x="134620" y="6350"/>
                  </a:lnTo>
                  <a:lnTo>
                    <a:pt x="134620" y="0"/>
                  </a:lnTo>
                  <a:close/>
                </a:path>
              </a:pathLst>
            </a:custGeom>
            <a:solidFill>
              <a:srgbClr val="252325"/>
            </a:solidFill>
          </p:spPr>
          <p:txBody>
            <a:bodyPr wrap="square" lIns="0" tIns="0" rIns="0" bIns="0" rtlCol="0"/>
            <a:lstStyle/>
            <a:p/>
          </p:txBody>
        </p:sp>
        <p:sp>
          <p:nvSpPr>
            <p:cNvPr id="2824" name="object 2824"/>
            <p:cNvSpPr/>
            <p:nvPr/>
          </p:nvSpPr>
          <p:spPr>
            <a:xfrm>
              <a:off x="8600440" y="1250950"/>
              <a:ext cx="133350" cy="6350"/>
            </a:xfrm>
            <a:custGeom>
              <a:avLst/>
              <a:gdLst/>
              <a:ahLst/>
              <a:cxnLst/>
              <a:rect l="l" t="t" r="r" b="b"/>
              <a:pathLst>
                <a:path w="133350" h="6350">
                  <a:moveTo>
                    <a:pt x="0" y="6350"/>
                  </a:moveTo>
                  <a:lnTo>
                    <a:pt x="0" y="0"/>
                  </a:lnTo>
                  <a:lnTo>
                    <a:pt x="133350" y="0"/>
                  </a:lnTo>
                  <a:lnTo>
                    <a:pt x="133350" y="6350"/>
                  </a:lnTo>
                  <a:lnTo>
                    <a:pt x="0" y="6350"/>
                  </a:lnTo>
                  <a:close/>
                </a:path>
              </a:pathLst>
            </a:custGeom>
            <a:solidFill>
              <a:srgbClr val="262326"/>
            </a:solidFill>
          </p:spPr>
          <p:txBody>
            <a:bodyPr wrap="square" lIns="0" tIns="0" rIns="0" bIns="0" rtlCol="0"/>
            <a:lstStyle/>
            <a:p/>
          </p:txBody>
        </p:sp>
        <p:sp>
          <p:nvSpPr>
            <p:cNvPr id="2825" name="object 2825"/>
            <p:cNvSpPr/>
            <p:nvPr/>
          </p:nvSpPr>
          <p:spPr>
            <a:xfrm>
              <a:off x="8600440" y="1257299"/>
              <a:ext cx="133350" cy="7620"/>
            </a:xfrm>
            <a:custGeom>
              <a:avLst/>
              <a:gdLst/>
              <a:ahLst/>
              <a:cxnLst/>
              <a:rect l="l" t="t" r="r" b="b"/>
              <a:pathLst>
                <a:path w="133350" h="7619">
                  <a:moveTo>
                    <a:pt x="133350" y="0"/>
                  </a:moveTo>
                  <a:lnTo>
                    <a:pt x="0" y="0"/>
                  </a:lnTo>
                  <a:lnTo>
                    <a:pt x="0" y="2540"/>
                  </a:lnTo>
                  <a:lnTo>
                    <a:pt x="0" y="7620"/>
                  </a:lnTo>
                  <a:lnTo>
                    <a:pt x="132080" y="7620"/>
                  </a:lnTo>
                  <a:lnTo>
                    <a:pt x="132080" y="2540"/>
                  </a:lnTo>
                  <a:lnTo>
                    <a:pt x="133350" y="2540"/>
                  </a:lnTo>
                  <a:lnTo>
                    <a:pt x="133350" y="0"/>
                  </a:lnTo>
                  <a:close/>
                </a:path>
              </a:pathLst>
            </a:custGeom>
            <a:solidFill>
              <a:srgbClr val="282228"/>
            </a:solidFill>
          </p:spPr>
          <p:txBody>
            <a:bodyPr wrap="square" lIns="0" tIns="0" rIns="0" bIns="0" rtlCol="0"/>
            <a:lstStyle/>
            <a:p/>
          </p:txBody>
        </p:sp>
        <p:sp>
          <p:nvSpPr>
            <p:cNvPr id="2826" name="object 2826"/>
            <p:cNvSpPr/>
            <p:nvPr/>
          </p:nvSpPr>
          <p:spPr>
            <a:xfrm>
              <a:off x="8600440" y="1264919"/>
              <a:ext cx="132080" cy="7620"/>
            </a:xfrm>
            <a:custGeom>
              <a:avLst/>
              <a:gdLst/>
              <a:ahLst/>
              <a:cxnLst/>
              <a:rect l="l" t="t" r="r" b="b"/>
              <a:pathLst>
                <a:path w="132079" h="7619">
                  <a:moveTo>
                    <a:pt x="132080" y="0"/>
                  </a:moveTo>
                  <a:lnTo>
                    <a:pt x="0" y="0"/>
                  </a:lnTo>
                  <a:lnTo>
                    <a:pt x="0" y="3810"/>
                  </a:lnTo>
                  <a:lnTo>
                    <a:pt x="0" y="6350"/>
                  </a:lnTo>
                  <a:lnTo>
                    <a:pt x="0" y="7620"/>
                  </a:lnTo>
                  <a:lnTo>
                    <a:pt x="100330" y="7620"/>
                  </a:lnTo>
                  <a:lnTo>
                    <a:pt x="100330" y="6350"/>
                  </a:lnTo>
                  <a:lnTo>
                    <a:pt x="102870" y="6350"/>
                  </a:lnTo>
                  <a:lnTo>
                    <a:pt x="102870" y="3810"/>
                  </a:lnTo>
                  <a:lnTo>
                    <a:pt x="105410" y="3810"/>
                  </a:lnTo>
                  <a:lnTo>
                    <a:pt x="105410" y="6350"/>
                  </a:lnTo>
                  <a:lnTo>
                    <a:pt x="106680" y="6350"/>
                  </a:lnTo>
                  <a:lnTo>
                    <a:pt x="106680" y="7620"/>
                  </a:lnTo>
                  <a:lnTo>
                    <a:pt x="130810" y="7620"/>
                  </a:lnTo>
                  <a:lnTo>
                    <a:pt x="130810" y="6350"/>
                  </a:lnTo>
                  <a:lnTo>
                    <a:pt x="130810" y="3810"/>
                  </a:lnTo>
                  <a:lnTo>
                    <a:pt x="132080" y="3810"/>
                  </a:lnTo>
                  <a:lnTo>
                    <a:pt x="132080" y="0"/>
                  </a:lnTo>
                  <a:close/>
                </a:path>
              </a:pathLst>
            </a:custGeom>
            <a:solidFill>
              <a:srgbClr val="292129"/>
            </a:solidFill>
          </p:spPr>
          <p:txBody>
            <a:bodyPr wrap="square" lIns="0" tIns="0" rIns="0" bIns="0" rtlCol="0"/>
            <a:lstStyle/>
            <a:p/>
          </p:txBody>
        </p:sp>
        <p:sp>
          <p:nvSpPr>
            <p:cNvPr id="2827" name="object 2827"/>
            <p:cNvSpPr/>
            <p:nvPr/>
          </p:nvSpPr>
          <p:spPr>
            <a:xfrm>
              <a:off x="8600440" y="1272539"/>
              <a:ext cx="130810" cy="7620"/>
            </a:xfrm>
            <a:custGeom>
              <a:avLst/>
              <a:gdLst/>
              <a:ahLst/>
              <a:cxnLst/>
              <a:rect l="l" t="t" r="r" b="b"/>
              <a:pathLst>
                <a:path w="130809" h="7619">
                  <a:moveTo>
                    <a:pt x="100330" y="0"/>
                  </a:moveTo>
                  <a:lnTo>
                    <a:pt x="0" y="0"/>
                  </a:lnTo>
                  <a:lnTo>
                    <a:pt x="0" y="1270"/>
                  </a:lnTo>
                  <a:lnTo>
                    <a:pt x="0" y="2540"/>
                  </a:lnTo>
                  <a:lnTo>
                    <a:pt x="0" y="5080"/>
                  </a:lnTo>
                  <a:lnTo>
                    <a:pt x="0" y="6350"/>
                  </a:lnTo>
                  <a:lnTo>
                    <a:pt x="0" y="7620"/>
                  </a:lnTo>
                  <a:lnTo>
                    <a:pt x="95250" y="7620"/>
                  </a:lnTo>
                  <a:lnTo>
                    <a:pt x="95250" y="6350"/>
                  </a:lnTo>
                  <a:lnTo>
                    <a:pt x="96520" y="6350"/>
                  </a:lnTo>
                  <a:lnTo>
                    <a:pt x="96520" y="5080"/>
                  </a:lnTo>
                  <a:lnTo>
                    <a:pt x="97790" y="5080"/>
                  </a:lnTo>
                  <a:lnTo>
                    <a:pt x="97790" y="2540"/>
                  </a:lnTo>
                  <a:lnTo>
                    <a:pt x="99060" y="2540"/>
                  </a:lnTo>
                  <a:lnTo>
                    <a:pt x="99060" y="1270"/>
                  </a:lnTo>
                  <a:lnTo>
                    <a:pt x="100330" y="1270"/>
                  </a:lnTo>
                  <a:lnTo>
                    <a:pt x="100330" y="0"/>
                  </a:lnTo>
                  <a:close/>
                </a:path>
                <a:path w="130809" h="7619">
                  <a:moveTo>
                    <a:pt x="130810" y="0"/>
                  </a:moveTo>
                  <a:lnTo>
                    <a:pt x="109220" y="0"/>
                  </a:lnTo>
                  <a:lnTo>
                    <a:pt x="109220" y="1270"/>
                  </a:lnTo>
                  <a:lnTo>
                    <a:pt x="110490" y="1270"/>
                  </a:lnTo>
                  <a:lnTo>
                    <a:pt x="110490" y="2540"/>
                  </a:lnTo>
                  <a:lnTo>
                    <a:pt x="111760" y="2540"/>
                  </a:lnTo>
                  <a:lnTo>
                    <a:pt x="111760" y="3810"/>
                  </a:lnTo>
                  <a:lnTo>
                    <a:pt x="113030" y="3810"/>
                  </a:lnTo>
                  <a:lnTo>
                    <a:pt x="113030" y="5080"/>
                  </a:lnTo>
                  <a:lnTo>
                    <a:pt x="114300" y="5080"/>
                  </a:lnTo>
                  <a:lnTo>
                    <a:pt x="114300" y="6350"/>
                  </a:lnTo>
                  <a:lnTo>
                    <a:pt x="114300" y="7620"/>
                  </a:lnTo>
                  <a:lnTo>
                    <a:pt x="129540" y="7620"/>
                  </a:lnTo>
                  <a:lnTo>
                    <a:pt x="129540" y="6350"/>
                  </a:lnTo>
                  <a:lnTo>
                    <a:pt x="130810" y="6350"/>
                  </a:lnTo>
                  <a:lnTo>
                    <a:pt x="130810" y="5080"/>
                  </a:lnTo>
                  <a:lnTo>
                    <a:pt x="130810" y="3810"/>
                  </a:lnTo>
                  <a:lnTo>
                    <a:pt x="130810" y="2540"/>
                  </a:lnTo>
                  <a:lnTo>
                    <a:pt x="130810" y="1270"/>
                  </a:lnTo>
                  <a:lnTo>
                    <a:pt x="130810" y="0"/>
                  </a:lnTo>
                  <a:close/>
                </a:path>
              </a:pathLst>
            </a:custGeom>
            <a:solidFill>
              <a:srgbClr val="2B212B"/>
            </a:solidFill>
          </p:spPr>
          <p:txBody>
            <a:bodyPr wrap="square" lIns="0" tIns="0" rIns="0" bIns="0" rtlCol="0"/>
            <a:lstStyle/>
            <a:p/>
          </p:txBody>
        </p:sp>
        <p:sp>
          <p:nvSpPr>
            <p:cNvPr id="2828" name="object 2828"/>
            <p:cNvSpPr/>
            <p:nvPr/>
          </p:nvSpPr>
          <p:spPr>
            <a:xfrm>
              <a:off x="8600440" y="1280159"/>
              <a:ext cx="129539" cy="6350"/>
            </a:xfrm>
            <a:custGeom>
              <a:avLst/>
              <a:gdLst/>
              <a:ahLst/>
              <a:cxnLst/>
              <a:rect l="l" t="t" r="r" b="b"/>
              <a:pathLst>
                <a:path w="129540" h="6350">
                  <a:moveTo>
                    <a:pt x="95250" y="0"/>
                  </a:moveTo>
                  <a:lnTo>
                    <a:pt x="0" y="0"/>
                  </a:lnTo>
                  <a:lnTo>
                    <a:pt x="0" y="3810"/>
                  </a:lnTo>
                  <a:lnTo>
                    <a:pt x="0" y="6350"/>
                  </a:lnTo>
                  <a:lnTo>
                    <a:pt x="93980" y="6350"/>
                  </a:lnTo>
                  <a:lnTo>
                    <a:pt x="93980" y="3810"/>
                  </a:lnTo>
                  <a:lnTo>
                    <a:pt x="95250" y="3810"/>
                  </a:lnTo>
                  <a:lnTo>
                    <a:pt x="95250" y="0"/>
                  </a:lnTo>
                  <a:close/>
                </a:path>
                <a:path w="129540" h="6350">
                  <a:moveTo>
                    <a:pt x="129540" y="0"/>
                  </a:moveTo>
                  <a:lnTo>
                    <a:pt x="115570" y="0"/>
                  </a:lnTo>
                  <a:lnTo>
                    <a:pt x="115570" y="1270"/>
                  </a:lnTo>
                  <a:lnTo>
                    <a:pt x="116840" y="1270"/>
                  </a:lnTo>
                  <a:lnTo>
                    <a:pt x="116840" y="2540"/>
                  </a:lnTo>
                  <a:lnTo>
                    <a:pt x="118110" y="2540"/>
                  </a:lnTo>
                  <a:lnTo>
                    <a:pt x="118110" y="3810"/>
                  </a:lnTo>
                  <a:lnTo>
                    <a:pt x="119380" y="3810"/>
                  </a:lnTo>
                  <a:lnTo>
                    <a:pt x="119380" y="5080"/>
                  </a:lnTo>
                  <a:lnTo>
                    <a:pt x="120650" y="5080"/>
                  </a:lnTo>
                  <a:lnTo>
                    <a:pt x="120650" y="6350"/>
                  </a:lnTo>
                  <a:lnTo>
                    <a:pt x="129540" y="6350"/>
                  </a:lnTo>
                  <a:lnTo>
                    <a:pt x="129540" y="5080"/>
                  </a:lnTo>
                  <a:lnTo>
                    <a:pt x="129540" y="3810"/>
                  </a:lnTo>
                  <a:lnTo>
                    <a:pt x="129540" y="2540"/>
                  </a:lnTo>
                  <a:lnTo>
                    <a:pt x="129540" y="1270"/>
                  </a:lnTo>
                  <a:lnTo>
                    <a:pt x="129540" y="0"/>
                  </a:lnTo>
                  <a:close/>
                </a:path>
              </a:pathLst>
            </a:custGeom>
            <a:solidFill>
              <a:srgbClr val="2C202C"/>
            </a:solidFill>
          </p:spPr>
          <p:txBody>
            <a:bodyPr wrap="square" lIns="0" tIns="0" rIns="0" bIns="0" rtlCol="0"/>
            <a:lstStyle/>
            <a:p/>
          </p:txBody>
        </p:sp>
        <p:sp>
          <p:nvSpPr>
            <p:cNvPr id="2829" name="object 2829"/>
            <p:cNvSpPr/>
            <p:nvPr/>
          </p:nvSpPr>
          <p:spPr>
            <a:xfrm>
              <a:off x="8600440" y="1286509"/>
              <a:ext cx="129539" cy="7620"/>
            </a:xfrm>
            <a:custGeom>
              <a:avLst/>
              <a:gdLst/>
              <a:ahLst/>
              <a:cxnLst/>
              <a:rect l="l" t="t" r="r" b="b"/>
              <a:pathLst>
                <a:path w="129540" h="7619">
                  <a:moveTo>
                    <a:pt x="93980" y="0"/>
                  </a:moveTo>
                  <a:lnTo>
                    <a:pt x="0" y="0"/>
                  </a:lnTo>
                  <a:lnTo>
                    <a:pt x="0" y="2540"/>
                  </a:lnTo>
                  <a:lnTo>
                    <a:pt x="0" y="7620"/>
                  </a:lnTo>
                  <a:lnTo>
                    <a:pt x="92710" y="7620"/>
                  </a:lnTo>
                  <a:lnTo>
                    <a:pt x="92710" y="2540"/>
                  </a:lnTo>
                  <a:lnTo>
                    <a:pt x="93980" y="2540"/>
                  </a:lnTo>
                  <a:lnTo>
                    <a:pt x="93980" y="0"/>
                  </a:lnTo>
                  <a:close/>
                </a:path>
                <a:path w="129540" h="7619">
                  <a:moveTo>
                    <a:pt x="129540" y="0"/>
                  </a:moveTo>
                  <a:lnTo>
                    <a:pt x="121920" y="0"/>
                  </a:lnTo>
                  <a:lnTo>
                    <a:pt x="121920" y="2540"/>
                  </a:lnTo>
                  <a:lnTo>
                    <a:pt x="123190" y="2540"/>
                  </a:lnTo>
                  <a:lnTo>
                    <a:pt x="123190" y="3810"/>
                  </a:lnTo>
                  <a:lnTo>
                    <a:pt x="124460" y="3810"/>
                  </a:lnTo>
                  <a:lnTo>
                    <a:pt x="124460" y="5080"/>
                  </a:lnTo>
                  <a:lnTo>
                    <a:pt x="125730" y="5080"/>
                  </a:lnTo>
                  <a:lnTo>
                    <a:pt x="125730" y="6350"/>
                  </a:lnTo>
                  <a:lnTo>
                    <a:pt x="127000" y="6350"/>
                  </a:lnTo>
                  <a:lnTo>
                    <a:pt x="127000" y="7620"/>
                  </a:lnTo>
                  <a:lnTo>
                    <a:pt x="128270" y="7620"/>
                  </a:lnTo>
                  <a:lnTo>
                    <a:pt x="128270" y="6350"/>
                  </a:lnTo>
                  <a:lnTo>
                    <a:pt x="128270" y="5080"/>
                  </a:lnTo>
                  <a:lnTo>
                    <a:pt x="128270" y="3810"/>
                  </a:lnTo>
                  <a:lnTo>
                    <a:pt x="128270" y="2540"/>
                  </a:lnTo>
                  <a:lnTo>
                    <a:pt x="129540" y="2540"/>
                  </a:lnTo>
                  <a:lnTo>
                    <a:pt x="129540" y="0"/>
                  </a:lnTo>
                  <a:close/>
                </a:path>
              </a:pathLst>
            </a:custGeom>
            <a:solidFill>
              <a:srgbClr val="2E202E"/>
            </a:solidFill>
          </p:spPr>
          <p:txBody>
            <a:bodyPr wrap="square" lIns="0" tIns="0" rIns="0" bIns="0" rtlCol="0"/>
            <a:lstStyle/>
            <a:p/>
          </p:txBody>
        </p:sp>
        <p:sp>
          <p:nvSpPr>
            <p:cNvPr id="2830" name="object 2830"/>
            <p:cNvSpPr/>
            <p:nvPr/>
          </p:nvSpPr>
          <p:spPr>
            <a:xfrm>
              <a:off x="8600440" y="1294129"/>
              <a:ext cx="92710" cy="7620"/>
            </a:xfrm>
            <a:custGeom>
              <a:avLst/>
              <a:gdLst/>
              <a:ahLst/>
              <a:cxnLst/>
              <a:rect l="l" t="t" r="r" b="b"/>
              <a:pathLst>
                <a:path w="92709" h="7619">
                  <a:moveTo>
                    <a:pt x="92710" y="0"/>
                  </a:moveTo>
                  <a:lnTo>
                    <a:pt x="0" y="0"/>
                  </a:lnTo>
                  <a:lnTo>
                    <a:pt x="0" y="1270"/>
                  </a:lnTo>
                  <a:lnTo>
                    <a:pt x="0" y="7620"/>
                  </a:lnTo>
                  <a:lnTo>
                    <a:pt x="91440" y="7620"/>
                  </a:lnTo>
                  <a:lnTo>
                    <a:pt x="91440" y="1270"/>
                  </a:lnTo>
                  <a:lnTo>
                    <a:pt x="92710" y="1270"/>
                  </a:lnTo>
                  <a:lnTo>
                    <a:pt x="92710" y="0"/>
                  </a:lnTo>
                  <a:close/>
                </a:path>
              </a:pathLst>
            </a:custGeom>
            <a:solidFill>
              <a:srgbClr val="2F1F2F"/>
            </a:solidFill>
          </p:spPr>
          <p:txBody>
            <a:bodyPr wrap="square" lIns="0" tIns="0" rIns="0" bIns="0" rtlCol="0"/>
            <a:lstStyle/>
            <a:p/>
          </p:txBody>
        </p:sp>
        <p:sp>
          <p:nvSpPr>
            <p:cNvPr id="2831" name="object 2831"/>
            <p:cNvSpPr/>
            <p:nvPr/>
          </p:nvSpPr>
          <p:spPr>
            <a:xfrm>
              <a:off x="8600440" y="1301750"/>
              <a:ext cx="90170" cy="6350"/>
            </a:xfrm>
            <a:custGeom>
              <a:avLst/>
              <a:gdLst/>
              <a:ahLst/>
              <a:cxnLst/>
              <a:rect l="l" t="t" r="r" b="b"/>
              <a:pathLst>
                <a:path w="90170" h="6350">
                  <a:moveTo>
                    <a:pt x="90170" y="0"/>
                  </a:moveTo>
                  <a:lnTo>
                    <a:pt x="0" y="0"/>
                  </a:lnTo>
                  <a:lnTo>
                    <a:pt x="0" y="6350"/>
                  </a:lnTo>
                  <a:lnTo>
                    <a:pt x="90170" y="6350"/>
                  </a:lnTo>
                  <a:lnTo>
                    <a:pt x="90170" y="0"/>
                  </a:lnTo>
                  <a:close/>
                </a:path>
              </a:pathLst>
            </a:custGeom>
            <a:solidFill>
              <a:srgbClr val="311F31"/>
            </a:solidFill>
          </p:spPr>
          <p:txBody>
            <a:bodyPr wrap="square" lIns="0" tIns="0" rIns="0" bIns="0" rtlCol="0"/>
            <a:lstStyle/>
            <a:p/>
          </p:txBody>
        </p:sp>
        <p:sp>
          <p:nvSpPr>
            <p:cNvPr id="2832" name="object 2832"/>
            <p:cNvSpPr/>
            <p:nvPr/>
          </p:nvSpPr>
          <p:spPr>
            <a:xfrm>
              <a:off x="8600440" y="1308099"/>
              <a:ext cx="90170" cy="7620"/>
            </a:xfrm>
            <a:custGeom>
              <a:avLst/>
              <a:gdLst/>
              <a:ahLst/>
              <a:cxnLst/>
              <a:rect l="l" t="t" r="r" b="b"/>
              <a:pathLst>
                <a:path w="90170" h="7619">
                  <a:moveTo>
                    <a:pt x="90170" y="0"/>
                  </a:moveTo>
                  <a:lnTo>
                    <a:pt x="0" y="0"/>
                  </a:lnTo>
                  <a:lnTo>
                    <a:pt x="0" y="3810"/>
                  </a:lnTo>
                  <a:lnTo>
                    <a:pt x="0" y="7620"/>
                  </a:lnTo>
                  <a:lnTo>
                    <a:pt x="88900" y="7620"/>
                  </a:lnTo>
                  <a:lnTo>
                    <a:pt x="88900" y="3810"/>
                  </a:lnTo>
                  <a:lnTo>
                    <a:pt x="90170" y="3810"/>
                  </a:lnTo>
                  <a:lnTo>
                    <a:pt x="90170" y="0"/>
                  </a:lnTo>
                  <a:close/>
                </a:path>
              </a:pathLst>
            </a:custGeom>
            <a:solidFill>
              <a:srgbClr val="331E33"/>
            </a:solidFill>
          </p:spPr>
          <p:txBody>
            <a:bodyPr wrap="square" lIns="0" tIns="0" rIns="0" bIns="0" rtlCol="0"/>
            <a:lstStyle/>
            <a:p/>
          </p:txBody>
        </p:sp>
        <p:sp>
          <p:nvSpPr>
            <p:cNvPr id="2833" name="object 2833"/>
            <p:cNvSpPr/>
            <p:nvPr/>
          </p:nvSpPr>
          <p:spPr>
            <a:xfrm>
              <a:off x="8600440" y="1315720"/>
              <a:ext cx="88900" cy="7620"/>
            </a:xfrm>
            <a:custGeom>
              <a:avLst/>
              <a:gdLst/>
              <a:ahLst/>
              <a:cxnLst/>
              <a:rect l="l" t="t" r="r" b="b"/>
              <a:pathLst>
                <a:path w="88900" h="7619">
                  <a:moveTo>
                    <a:pt x="0" y="7619"/>
                  </a:moveTo>
                  <a:lnTo>
                    <a:pt x="0" y="0"/>
                  </a:lnTo>
                  <a:lnTo>
                    <a:pt x="88900" y="0"/>
                  </a:lnTo>
                  <a:lnTo>
                    <a:pt x="88900" y="7619"/>
                  </a:lnTo>
                  <a:lnTo>
                    <a:pt x="0" y="7619"/>
                  </a:lnTo>
                  <a:close/>
                </a:path>
              </a:pathLst>
            </a:custGeom>
            <a:solidFill>
              <a:srgbClr val="331D33"/>
            </a:solidFill>
          </p:spPr>
          <p:txBody>
            <a:bodyPr wrap="square" lIns="0" tIns="0" rIns="0" bIns="0" rtlCol="0"/>
            <a:lstStyle/>
            <a:p/>
          </p:txBody>
        </p:sp>
        <p:sp>
          <p:nvSpPr>
            <p:cNvPr id="2834" name="object 2834"/>
            <p:cNvSpPr/>
            <p:nvPr/>
          </p:nvSpPr>
          <p:spPr>
            <a:xfrm>
              <a:off x="8600440" y="1323340"/>
              <a:ext cx="88900" cy="6350"/>
            </a:xfrm>
            <a:custGeom>
              <a:avLst/>
              <a:gdLst/>
              <a:ahLst/>
              <a:cxnLst/>
              <a:rect l="l" t="t" r="r" b="b"/>
              <a:pathLst>
                <a:path w="88900" h="6350">
                  <a:moveTo>
                    <a:pt x="88900" y="0"/>
                  </a:moveTo>
                  <a:lnTo>
                    <a:pt x="0" y="0"/>
                  </a:lnTo>
                  <a:lnTo>
                    <a:pt x="0" y="6350"/>
                  </a:lnTo>
                  <a:lnTo>
                    <a:pt x="87629" y="6350"/>
                  </a:lnTo>
                  <a:lnTo>
                    <a:pt x="87629" y="1270"/>
                  </a:lnTo>
                  <a:lnTo>
                    <a:pt x="88900" y="1270"/>
                  </a:lnTo>
                  <a:lnTo>
                    <a:pt x="88900" y="0"/>
                  </a:lnTo>
                  <a:close/>
                </a:path>
              </a:pathLst>
            </a:custGeom>
            <a:solidFill>
              <a:srgbClr val="351D35"/>
            </a:solidFill>
          </p:spPr>
          <p:txBody>
            <a:bodyPr wrap="square" lIns="0" tIns="0" rIns="0" bIns="0" rtlCol="0"/>
            <a:lstStyle/>
            <a:p/>
          </p:txBody>
        </p:sp>
        <p:sp>
          <p:nvSpPr>
            <p:cNvPr id="2835" name="object 2835"/>
            <p:cNvSpPr/>
            <p:nvPr/>
          </p:nvSpPr>
          <p:spPr>
            <a:xfrm>
              <a:off x="8600440" y="1329690"/>
              <a:ext cx="87630" cy="7620"/>
            </a:xfrm>
            <a:custGeom>
              <a:avLst/>
              <a:gdLst/>
              <a:ahLst/>
              <a:cxnLst/>
              <a:rect l="l" t="t" r="r" b="b"/>
              <a:pathLst>
                <a:path w="87629" h="7619">
                  <a:moveTo>
                    <a:pt x="87629" y="0"/>
                  </a:moveTo>
                  <a:lnTo>
                    <a:pt x="0" y="0"/>
                  </a:lnTo>
                  <a:lnTo>
                    <a:pt x="0" y="7620"/>
                  </a:lnTo>
                  <a:lnTo>
                    <a:pt x="86359" y="7620"/>
                  </a:lnTo>
                  <a:lnTo>
                    <a:pt x="86359" y="3810"/>
                  </a:lnTo>
                  <a:lnTo>
                    <a:pt x="87629" y="3810"/>
                  </a:lnTo>
                  <a:lnTo>
                    <a:pt x="87629" y="0"/>
                  </a:lnTo>
                  <a:close/>
                </a:path>
              </a:pathLst>
            </a:custGeom>
            <a:solidFill>
              <a:srgbClr val="361C36"/>
            </a:solidFill>
          </p:spPr>
          <p:txBody>
            <a:bodyPr wrap="square" lIns="0" tIns="0" rIns="0" bIns="0" rtlCol="0"/>
            <a:lstStyle/>
            <a:p/>
          </p:txBody>
        </p:sp>
        <p:sp>
          <p:nvSpPr>
            <p:cNvPr id="2836" name="object 2836"/>
            <p:cNvSpPr/>
            <p:nvPr/>
          </p:nvSpPr>
          <p:spPr>
            <a:xfrm>
              <a:off x="8600440" y="1337310"/>
              <a:ext cx="86360" cy="7620"/>
            </a:xfrm>
            <a:custGeom>
              <a:avLst/>
              <a:gdLst/>
              <a:ahLst/>
              <a:cxnLst/>
              <a:rect l="l" t="t" r="r" b="b"/>
              <a:pathLst>
                <a:path w="86359" h="7619">
                  <a:moveTo>
                    <a:pt x="0" y="7619"/>
                  </a:moveTo>
                  <a:lnTo>
                    <a:pt x="0" y="0"/>
                  </a:lnTo>
                  <a:lnTo>
                    <a:pt x="86359" y="0"/>
                  </a:lnTo>
                  <a:lnTo>
                    <a:pt x="86359" y="7619"/>
                  </a:lnTo>
                  <a:lnTo>
                    <a:pt x="0" y="7619"/>
                  </a:lnTo>
                  <a:close/>
                </a:path>
              </a:pathLst>
            </a:custGeom>
            <a:solidFill>
              <a:srgbClr val="381C38"/>
            </a:solidFill>
          </p:spPr>
          <p:txBody>
            <a:bodyPr wrap="square" lIns="0" tIns="0" rIns="0" bIns="0" rtlCol="0"/>
            <a:lstStyle/>
            <a:p/>
          </p:txBody>
        </p:sp>
        <p:sp>
          <p:nvSpPr>
            <p:cNvPr id="2837" name="object 2837"/>
            <p:cNvSpPr/>
            <p:nvPr/>
          </p:nvSpPr>
          <p:spPr>
            <a:xfrm>
              <a:off x="8600440" y="1344930"/>
              <a:ext cx="86360" cy="6350"/>
            </a:xfrm>
            <a:custGeom>
              <a:avLst/>
              <a:gdLst/>
              <a:ahLst/>
              <a:cxnLst/>
              <a:rect l="l" t="t" r="r" b="b"/>
              <a:pathLst>
                <a:path w="86359" h="6350">
                  <a:moveTo>
                    <a:pt x="86359" y="0"/>
                  </a:moveTo>
                  <a:lnTo>
                    <a:pt x="0" y="0"/>
                  </a:lnTo>
                  <a:lnTo>
                    <a:pt x="0" y="6350"/>
                  </a:lnTo>
                  <a:lnTo>
                    <a:pt x="85090" y="6350"/>
                  </a:lnTo>
                  <a:lnTo>
                    <a:pt x="85090" y="2540"/>
                  </a:lnTo>
                  <a:lnTo>
                    <a:pt x="86359" y="2540"/>
                  </a:lnTo>
                  <a:lnTo>
                    <a:pt x="86359" y="0"/>
                  </a:lnTo>
                  <a:close/>
                </a:path>
              </a:pathLst>
            </a:custGeom>
            <a:solidFill>
              <a:srgbClr val="391B39"/>
            </a:solidFill>
          </p:spPr>
          <p:txBody>
            <a:bodyPr wrap="square" lIns="0" tIns="0" rIns="0" bIns="0" rtlCol="0"/>
            <a:lstStyle/>
            <a:p/>
          </p:txBody>
        </p:sp>
        <p:sp>
          <p:nvSpPr>
            <p:cNvPr id="2838" name="object 2838"/>
            <p:cNvSpPr/>
            <p:nvPr/>
          </p:nvSpPr>
          <p:spPr>
            <a:xfrm>
              <a:off x="8600440" y="135128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3B1A3B"/>
            </a:solidFill>
          </p:spPr>
          <p:txBody>
            <a:bodyPr wrap="square" lIns="0" tIns="0" rIns="0" bIns="0" rtlCol="0"/>
            <a:lstStyle/>
            <a:p/>
          </p:txBody>
        </p:sp>
        <p:sp>
          <p:nvSpPr>
            <p:cNvPr id="2839" name="object 2839"/>
            <p:cNvSpPr/>
            <p:nvPr/>
          </p:nvSpPr>
          <p:spPr>
            <a:xfrm>
              <a:off x="8600440" y="135890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3C1A3C"/>
            </a:solidFill>
          </p:spPr>
          <p:txBody>
            <a:bodyPr wrap="square" lIns="0" tIns="0" rIns="0" bIns="0" rtlCol="0"/>
            <a:lstStyle/>
            <a:p/>
          </p:txBody>
        </p:sp>
        <p:sp>
          <p:nvSpPr>
            <p:cNvPr id="2840" name="object 2840"/>
            <p:cNvSpPr/>
            <p:nvPr/>
          </p:nvSpPr>
          <p:spPr>
            <a:xfrm>
              <a:off x="8600440" y="1366520"/>
              <a:ext cx="85090" cy="7620"/>
            </a:xfrm>
            <a:custGeom>
              <a:avLst/>
              <a:gdLst/>
              <a:ahLst/>
              <a:cxnLst/>
              <a:rect l="l" t="t" r="r" b="b"/>
              <a:pathLst>
                <a:path w="85090" h="7619">
                  <a:moveTo>
                    <a:pt x="0" y="7619"/>
                  </a:moveTo>
                  <a:lnTo>
                    <a:pt x="0" y="0"/>
                  </a:lnTo>
                  <a:lnTo>
                    <a:pt x="85090" y="0"/>
                  </a:lnTo>
                  <a:lnTo>
                    <a:pt x="85090" y="7619"/>
                  </a:lnTo>
                  <a:lnTo>
                    <a:pt x="0" y="7619"/>
                  </a:lnTo>
                  <a:close/>
                </a:path>
              </a:pathLst>
            </a:custGeom>
            <a:solidFill>
              <a:srgbClr val="3E193E"/>
            </a:solidFill>
          </p:spPr>
          <p:txBody>
            <a:bodyPr wrap="square" lIns="0" tIns="0" rIns="0" bIns="0" rtlCol="0"/>
            <a:lstStyle/>
            <a:p/>
          </p:txBody>
        </p:sp>
        <p:sp>
          <p:nvSpPr>
            <p:cNvPr id="2841" name="object 2841"/>
            <p:cNvSpPr/>
            <p:nvPr/>
          </p:nvSpPr>
          <p:spPr>
            <a:xfrm>
              <a:off x="8600440" y="1374140"/>
              <a:ext cx="85090" cy="6350"/>
            </a:xfrm>
            <a:custGeom>
              <a:avLst/>
              <a:gdLst/>
              <a:ahLst/>
              <a:cxnLst/>
              <a:rect l="l" t="t" r="r" b="b"/>
              <a:pathLst>
                <a:path w="85090" h="6350">
                  <a:moveTo>
                    <a:pt x="0" y="6350"/>
                  </a:moveTo>
                  <a:lnTo>
                    <a:pt x="0" y="0"/>
                  </a:lnTo>
                  <a:lnTo>
                    <a:pt x="85090" y="0"/>
                  </a:lnTo>
                  <a:lnTo>
                    <a:pt x="85090" y="6350"/>
                  </a:lnTo>
                  <a:lnTo>
                    <a:pt x="0" y="6350"/>
                  </a:lnTo>
                  <a:close/>
                </a:path>
              </a:pathLst>
            </a:custGeom>
            <a:solidFill>
              <a:srgbClr val="3F193F"/>
            </a:solidFill>
          </p:spPr>
          <p:txBody>
            <a:bodyPr wrap="square" lIns="0" tIns="0" rIns="0" bIns="0" rtlCol="0"/>
            <a:lstStyle/>
            <a:p/>
          </p:txBody>
        </p:sp>
        <p:sp>
          <p:nvSpPr>
            <p:cNvPr id="2842" name="object 2842"/>
            <p:cNvSpPr/>
            <p:nvPr/>
          </p:nvSpPr>
          <p:spPr>
            <a:xfrm>
              <a:off x="8600440" y="1380490"/>
              <a:ext cx="85090" cy="7620"/>
            </a:xfrm>
            <a:custGeom>
              <a:avLst/>
              <a:gdLst/>
              <a:ahLst/>
              <a:cxnLst/>
              <a:rect l="l" t="t" r="r" b="b"/>
              <a:pathLst>
                <a:path w="85090" h="7619">
                  <a:moveTo>
                    <a:pt x="0" y="7620"/>
                  </a:moveTo>
                  <a:lnTo>
                    <a:pt x="0" y="0"/>
                  </a:lnTo>
                  <a:lnTo>
                    <a:pt x="85090" y="0"/>
                  </a:lnTo>
                  <a:lnTo>
                    <a:pt x="85090" y="7620"/>
                  </a:lnTo>
                  <a:lnTo>
                    <a:pt x="0" y="7620"/>
                  </a:lnTo>
                  <a:close/>
                </a:path>
              </a:pathLst>
            </a:custGeom>
            <a:solidFill>
              <a:srgbClr val="411841"/>
            </a:solidFill>
          </p:spPr>
          <p:txBody>
            <a:bodyPr wrap="square" lIns="0" tIns="0" rIns="0" bIns="0" rtlCol="0"/>
            <a:lstStyle/>
            <a:p/>
          </p:txBody>
        </p:sp>
        <p:sp>
          <p:nvSpPr>
            <p:cNvPr id="2843" name="object 2843"/>
            <p:cNvSpPr/>
            <p:nvPr/>
          </p:nvSpPr>
          <p:spPr>
            <a:xfrm>
              <a:off x="8600440" y="1388110"/>
              <a:ext cx="85090" cy="7620"/>
            </a:xfrm>
            <a:custGeom>
              <a:avLst/>
              <a:gdLst/>
              <a:ahLst/>
              <a:cxnLst/>
              <a:rect l="l" t="t" r="r" b="b"/>
              <a:pathLst>
                <a:path w="85090" h="7619">
                  <a:moveTo>
                    <a:pt x="85090" y="0"/>
                  </a:moveTo>
                  <a:lnTo>
                    <a:pt x="0" y="0"/>
                  </a:lnTo>
                  <a:lnTo>
                    <a:pt x="0" y="5079"/>
                  </a:lnTo>
                  <a:lnTo>
                    <a:pt x="85090" y="5079"/>
                  </a:lnTo>
                  <a:lnTo>
                    <a:pt x="85090" y="0"/>
                  </a:lnTo>
                  <a:close/>
                </a:path>
                <a:path w="85090" h="7619">
                  <a:moveTo>
                    <a:pt x="83820" y="5080"/>
                  </a:moveTo>
                  <a:lnTo>
                    <a:pt x="0" y="5080"/>
                  </a:lnTo>
                  <a:lnTo>
                    <a:pt x="0" y="7619"/>
                  </a:lnTo>
                  <a:lnTo>
                    <a:pt x="83820" y="7619"/>
                  </a:lnTo>
                  <a:lnTo>
                    <a:pt x="83820" y="5080"/>
                  </a:lnTo>
                  <a:close/>
                </a:path>
              </a:pathLst>
            </a:custGeom>
            <a:solidFill>
              <a:srgbClr val="421842"/>
            </a:solidFill>
          </p:spPr>
          <p:txBody>
            <a:bodyPr wrap="square" lIns="0" tIns="0" rIns="0" bIns="0" rtlCol="0"/>
            <a:lstStyle/>
            <a:p/>
          </p:txBody>
        </p:sp>
        <p:sp>
          <p:nvSpPr>
            <p:cNvPr id="2844" name="object 2844"/>
            <p:cNvSpPr/>
            <p:nvPr/>
          </p:nvSpPr>
          <p:spPr>
            <a:xfrm>
              <a:off x="8600440" y="139573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41744"/>
            </a:solidFill>
          </p:spPr>
          <p:txBody>
            <a:bodyPr wrap="square" lIns="0" tIns="0" rIns="0" bIns="0" rtlCol="0"/>
            <a:lstStyle/>
            <a:p/>
          </p:txBody>
        </p:sp>
        <p:sp>
          <p:nvSpPr>
            <p:cNvPr id="2845" name="object 2845"/>
            <p:cNvSpPr/>
            <p:nvPr/>
          </p:nvSpPr>
          <p:spPr>
            <a:xfrm>
              <a:off x="8600440" y="14020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51645"/>
            </a:solidFill>
          </p:spPr>
          <p:txBody>
            <a:bodyPr wrap="square" lIns="0" tIns="0" rIns="0" bIns="0" rtlCol="0"/>
            <a:lstStyle/>
            <a:p/>
          </p:txBody>
        </p:sp>
        <p:sp>
          <p:nvSpPr>
            <p:cNvPr id="2846" name="object 2846"/>
            <p:cNvSpPr/>
            <p:nvPr/>
          </p:nvSpPr>
          <p:spPr>
            <a:xfrm>
              <a:off x="8600440" y="140970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71647"/>
            </a:solidFill>
          </p:spPr>
          <p:txBody>
            <a:bodyPr wrap="square" lIns="0" tIns="0" rIns="0" bIns="0" rtlCol="0"/>
            <a:lstStyle/>
            <a:p/>
          </p:txBody>
        </p:sp>
        <p:sp>
          <p:nvSpPr>
            <p:cNvPr id="2847" name="object 2847"/>
            <p:cNvSpPr/>
            <p:nvPr/>
          </p:nvSpPr>
          <p:spPr>
            <a:xfrm>
              <a:off x="8600440" y="141732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81548"/>
            </a:solidFill>
          </p:spPr>
          <p:txBody>
            <a:bodyPr wrap="square" lIns="0" tIns="0" rIns="0" bIns="0" rtlCol="0"/>
            <a:lstStyle/>
            <a:p/>
          </p:txBody>
        </p:sp>
        <p:sp>
          <p:nvSpPr>
            <p:cNvPr id="2848" name="object 2848"/>
            <p:cNvSpPr/>
            <p:nvPr/>
          </p:nvSpPr>
          <p:spPr>
            <a:xfrm>
              <a:off x="8600440" y="14236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A154A"/>
            </a:solidFill>
          </p:spPr>
          <p:txBody>
            <a:bodyPr wrap="square" lIns="0" tIns="0" rIns="0" bIns="0" rtlCol="0"/>
            <a:lstStyle/>
            <a:p/>
          </p:txBody>
        </p:sp>
        <p:sp>
          <p:nvSpPr>
            <p:cNvPr id="2849" name="object 2849"/>
            <p:cNvSpPr/>
            <p:nvPr/>
          </p:nvSpPr>
          <p:spPr>
            <a:xfrm>
              <a:off x="8600440" y="14312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B144B"/>
            </a:solidFill>
          </p:spPr>
          <p:txBody>
            <a:bodyPr wrap="square" lIns="0" tIns="0" rIns="0" bIns="0" rtlCol="0"/>
            <a:lstStyle/>
            <a:p/>
          </p:txBody>
        </p:sp>
        <p:sp>
          <p:nvSpPr>
            <p:cNvPr id="2850" name="object 2850"/>
            <p:cNvSpPr/>
            <p:nvPr/>
          </p:nvSpPr>
          <p:spPr>
            <a:xfrm>
              <a:off x="8600440" y="14389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4C134C"/>
            </a:solidFill>
          </p:spPr>
          <p:txBody>
            <a:bodyPr wrap="square" lIns="0" tIns="0" rIns="0" bIns="0" rtlCol="0"/>
            <a:lstStyle/>
            <a:p/>
          </p:txBody>
        </p:sp>
        <p:sp>
          <p:nvSpPr>
            <p:cNvPr id="2851" name="object 2851"/>
            <p:cNvSpPr/>
            <p:nvPr/>
          </p:nvSpPr>
          <p:spPr>
            <a:xfrm>
              <a:off x="8600440" y="14452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4E134E"/>
            </a:solidFill>
          </p:spPr>
          <p:txBody>
            <a:bodyPr wrap="square" lIns="0" tIns="0" rIns="0" bIns="0" rtlCol="0"/>
            <a:lstStyle/>
            <a:p/>
          </p:txBody>
        </p:sp>
        <p:sp>
          <p:nvSpPr>
            <p:cNvPr id="2852" name="object 2852"/>
            <p:cNvSpPr/>
            <p:nvPr/>
          </p:nvSpPr>
          <p:spPr>
            <a:xfrm>
              <a:off x="8600440" y="14528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4F124F"/>
            </a:solidFill>
          </p:spPr>
          <p:txBody>
            <a:bodyPr wrap="square" lIns="0" tIns="0" rIns="0" bIns="0" rtlCol="0"/>
            <a:lstStyle/>
            <a:p/>
          </p:txBody>
        </p:sp>
        <p:sp>
          <p:nvSpPr>
            <p:cNvPr id="2853" name="object 2853"/>
            <p:cNvSpPr/>
            <p:nvPr/>
          </p:nvSpPr>
          <p:spPr>
            <a:xfrm>
              <a:off x="8600440" y="14605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11251"/>
            </a:solidFill>
          </p:spPr>
          <p:txBody>
            <a:bodyPr wrap="square" lIns="0" tIns="0" rIns="0" bIns="0" rtlCol="0"/>
            <a:lstStyle/>
            <a:p/>
          </p:txBody>
        </p:sp>
        <p:sp>
          <p:nvSpPr>
            <p:cNvPr id="2854" name="object 2854"/>
            <p:cNvSpPr/>
            <p:nvPr/>
          </p:nvSpPr>
          <p:spPr>
            <a:xfrm>
              <a:off x="8600440" y="14668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21152"/>
            </a:solidFill>
          </p:spPr>
          <p:txBody>
            <a:bodyPr wrap="square" lIns="0" tIns="0" rIns="0" bIns="0" rtlCol="0"/>
            <a:lstStyle/>
            <a:p/>
          </p:txBody>
        </p:sp>
        <p:sp>
          <p:nvSpPr>
            <p:cNvPr id="2855" name="object 2855"/>
            <p:cNvSpPr/>
            <p:nvPr/>
          </p:nvSpPr>
          <p:spPr>
            <a:xfrm>
              <a:off x="8600440" y="14744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41054"/>
            </a:solidFill>
          </p:spPr>
          <p:txBody>
            <a:bodyPr wrap="square" lIns="0" tIns="0" rIns="0" bIns="0" rtlCol="0"/>
            <a:lstStyle/>
            <a:p/>
          </p:txBody>
        </p:sp>
        <p:sp>
          <p:nvSpPr>
            <p:cNvPr id="2856" name="object 2856"/>
            <p:cNvSpPr/>
            <p:nvPr/>
          </p:nvSpPr>
          <p:spPr>
            <a:xfrm>
              <a:off x="8600440" y="148209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51055"/>
            </a:solidFill>
          </p:spPr>
          <p:txBody>
            <a:bodyPr wrap="square" lIns="0" tIns="0" rIns="0" bIns="0" rtlCol="0"/>
            <a:lstStyle/>
            <a:p/>
          </p:txBody>
        </p:sp>
        <p:sp>
          <p:nvSpPr>
            <p:cNvPr id="2857" name="object 2857"/>
            <p:cNvSpPr/>
            <p:nvPr/>
          </p:nvSpPr>
          <p:spPr>
            <a:xfrm>
              <a:off x="8600440" y="148971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70F57"/>
            </a:solidFill>
          </p:spPr>
          <p:txBody>
            <a:bodyPr wrap="square" lIns="0" tIns="0" rIns="0" bIns="0" rtlCol="0"/>
            <a:lstStyle/>
            <a:p/>
          </p:txBody>
        </p:sp>
        <p:sp>
          <p:nvSpPr>
            <p:cNvPr id="2858" name="object 2858"/>
            <p:cNvSpPr/>
            <p:nvPr/>
          </p:nvSpPr>
          <p:spPr>
            <a:xfrm>
              <a:off x="8600440" y="14960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80F58"/>
            </a:solidFill>
          </p:spPr>
          <p:txBody>
            <a:bodyPr wrap="square" lIns="0" tIns="0" rIns="0" bIns="0" rtlCol="0"/>
            <a:lstStyle/>
            <a:p/>
          </p:txBody>
        </p:sp>
        <p:sp>
          <p:nvSpPr>
            <p:cNvPr id="2859" name="object 2859"/>
            <p:cNvSpPr/>
            <p:nvPr/>
          </p:nvSpPr>
          <p:spPr>
            <a:xfrm>
              <a:off x="8600440" y="150368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A0E5A"/>
            </a:solidFill>
          </p:spPr>
          <p:txBody>
            <a:bodyPr wrap="square" lIns="0" tIns="0" rIns="0" bIns="0" rtlCol="0"/>
            <a:lstStyle/>
            <a:p/>
          </p:txBody>
        </p:sp>
        <p:sp>
          <p:nvSpPr>
            <p:cNvPr id="2860" name="object 2860"/>
            <p:cNvSpPr/>
            <p:nvPr/>
          </p:nvSpPr>
          <p:spPr>
            <a:xfrm>
              <a:off x="8600440" y="151130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5B0E5B"/>
            </a:solidFill>
          </p:spPr>
          <p:txBody>
            <a:bodyPr wrap="square" lIns="0" tIns="0" rIns="0" bIns="0" rtlCol="0"/>
            <a:lstStyle/>
            <a:p/>
          </p:txBody>
        </p:sp>
        <p:sp>
          <p:nvSpPr>
            <p:cNvPr id="2861" name="object 2861"/>
            <p:cNvSpPr/>
            <p:nvPr/>
          </p:nvSpPr>
          <p:spPr>
            <a:xfrm>
              <a:off x="8600440" y="15176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5D0D5D"/>
            </a:solidFill>
          </p:spPr>
          <p:txBody>
            <a:bodyPr wrap="square" lIns="0" tIns="0" rIns="0" bIns="0" rtlCol="0"/>
            <a:lstStyle/>
            <a:p/>
          </p:txBody>
        </p:sp>
        <p:sp>
          <p:nvSpPr>
            <p:cNvPr id="2862" name="object 2862"/>
            <p:cNvSpPr/>
            <p:nvPr/>
          </p:nvSpPr>
          <p:spPr>
            <a:xfrm>
              <a:off x="8600440" y="15252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5E0C5E"/>
            </a:solidFill>
          </p:spPr>
          <p:txBody>
            <a:bodyPr wrap="square" lIns="0" tIns="0" rIns="0" bIns="0" rtlCol="0"/>
            <a:lstStyle/>
            <a:p/>
          </p:txBody>
        </p:sp>
        <p:sp>
          <p:nvSpPr>
            <p:cNvPr id="2863" name="object 2863"/>
            <p:cNvSpPr/>
            <p:nvPr/>
          </p:nvSpPr>
          <p:spPr>
            <a:xfrm>
              <a:off x="8600440" y="15328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600C60"/>
            </a:solidFill>
          </p:spPr>
          <p:txBody>
            <a:bodyPr wrap="square" lIns="0" tIns="0" rIns="0" bIns="0" rtlCol="0"/>
            <a:lstStyle/>
            <a:p/>
          </p:txBody>
        </p:sp>
        <p:sp>
          <p:nvSpPr>
            <p:cNvPr id="2864" name="object 2864"/>
            <p:cNvSpPr/>
            <p:nvPr/>
          </p:nvSpPr>
          <p:spPr>
            <a:xfrm>
              <a:off x="8600440" y="15392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10B61"/>
            </a:solidFill>
          </p:spPr>
          <p:txBody>
            <a:bodyPr wrap="square" lIns="0" tIns="0" rIns="0" bIns="0" rtlCol="0"/>
            <a:lstStyle/>
            <a:p/>
          </p:txBody>
        </p:sp>
        <p:sp>
          <p:nvSpPr>
            <p:cNvPr id="2865" name="object 2865"/>
            <p:cNvSpPr/>
            <p:nvPr/>
          </p:nvSpPr>
          <p:spPr>
            <a:xfrm>
              <a:off x="8600440" y="15468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630B63"/>
            </a:solidFill>
          </p:spPr>
          <p:txBody>
            <a:bodyPr wrap="square" lIns="0" tIns="0" rIns="0" bIns="0" rtlCol="0"/>
            <a:lstStyle/>
            <a:p/>
          </p:txBody>
        </p:sp>
        <p:sp>
          <p:nvSpPr>
            <p:cNvPr id="2866" name="object 2866"/>
            <p:cNvSpPr/>
            <p:nvPr/>
          </p:nvSpPr>
          <p:spPr>
            <a:xfrm>
              <a:off x="8600440" y="15544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640A64"/>
            </a:solidFill>
          </p:spPr>
          <p:txBody>
            <a:bodyPr wrap="square" lIns="0" tIns="0" rIns="0" bIns="0" rtlCol="0"/>
            <a:lstStyle/>
            <a:p/>
          </p:txBody>
        </p:sp>
        <p:sp>
          <p:nvSpPr>
            <p:cNvPr id="2867" name="object 2867"/>
            <p:cNvSpPr/>
            <p:nvPr/>
          </p:nvSpPr>
          <p:spPr>
            <a:xfrm>
              <a:off x="8600440" y="15608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60966"/>
            </a:solidFill>
          </p:spPr>
          <p:txBody>
            <a:bodyPr wrap="square" lIns="0" tIns="0" rIns="0" bIns="0" rtlCol="0"/>
            <a:lstStyle/>
            <a:p/>
          </p:txBody>
        </p:sp>
        <p:sp>
          <p:nvSpPr>
            <p:cNvPr id="2868" name="object 2868"/>
            <p:cNvSpPr/>
            <p:nvPr/>
          </p:nvSpPr>
          <p:spPr>
            <a:xfrm>
              <a:off x="8600440" y="15684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70967"/>
            </a:solidFill>
          </p:spPr>
          <p:txBody>
            <a:bodyPr wrap="square" lIns="0" tIns="0" rIns="0" bIns="0" rtlCol="0"/>
            <a:lstStyle/>
            <a:p/>
          </p:txBody>
        </p:sp>
        <p:sp>
          <p:nvSpPr>
            <p:cNvPr id="2869" name="object 2869"/>
            <p:cNvSpPr/>
            <p:nvPr/>
          </p:nvSpPr>
          <p:spPr>
            <a:xfrm>
              <a:off x="8600440" y="157607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680868"/>
            </a:solidFill>
          </p:spPr>
          <p:txBody>
            <a:bodyPr wrap="square" lIns="0" tIns="0" rIns="0" bIns="0" rtlCol="0"/>
            <a:lstStyle/>
            <a:p/>
          </p:txBody>
        </p:sp>
        <p:sp>
          <p:nvSpPr>
            <p:cNvPr id="2870" name="object 2870"/>
            <p:cNvSpPr/>
            <p:nvPr/>
          </p:nvSpPr>
          <p:spPr>
            <a:xfrm>
              <a:off x="8600440" y="158369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6A086A"/>
            </a:solidFill>
          </p:spPr>
          <p:txBody>
            <a:bodyPr wrap="square" lIns="0" tIns="0" rIns="0" bIns="0" rtlCol="0"/>
            <a:lstStyle/>
            <a:p/>
          </p:txBody>
        </p:sp>
        <p:sp>
          <p:nvSpPr>
            <p:cNvPr id="2871" name="object 2871"/>
            <p:cNvSpPr/>
            <p:nvPr/>
          </p:nvSpPr>
          <p:spPr>
            <a:xfrm>
              <a:off x="8600440" y="15900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6B076B"/>
            </a:solidFill>
          </p:spPr>
          <p:txBody>
            <a:bodyPr wrap="square" lIns="0" tIns="0" rIns="0" bIns="0" rtlCol="0"/>
            <a:lstStyle/>
            <a:p/>
          </p:txBody>
        </p:sp>
        <p:sp>
          <p:nvSpPr>
            <p:cNvPr id="2872" name="object 2872"/>
            <p:cNvSpPr/>
            <p:nvPr/>
          </p:nvSpPr>
          <p:spPr>
            <a:xfrm>
              <a:off x="8600440" y="159766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6D076D"/>
            </a:solidFill>
          </p:spPr>
          <p:txBody>
            <a:bodyPr wrap="square" lIns="0" tIns="0" rIns="0" bIns="0" rtlCol="0"/>
            <a:lstStyle/>
            <a:p/>
          </p:txBody>
        </p:sp>
        <p:sp>
          <p:nvSpPr>
            <p:cNvPr id="2873" name="object 2873"/>
            <p:cNvSpPr/>
            <p:nvPr/>
          </p:nvSpPr>
          <p:spPr>
            <a:xfrm>
              <a:off x="8600440" y="160528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6E066E"/>
            </a:solidFill>
          </p:spPr>
          <p:txBody>
            <a:bodyPr wrap="square" lIns="0" tIns="0" rIns="0" bIns="0" rtlCol="0"/>
            <a:lstStyle/>
            <a:p/>
          </p:txBody>
        </p:sp>
        <p:sp>
          <p:nvSpPr>
            <p:cNvPr id="2874" name="object 2874"/>
            <p:cNvSpPr/>
            <p:nvPr/>
          </p:nvSpPr>
          <p:spPr>
            <a:xfrm>
              <a:off x="8600440" y="16116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00570"/>
            </a:solidFill>
          </p:spPr>
          <p:txBody>
            <a:bodyPr wrap="square" lIns="0" tIns="0" rIns="0" bIns="0" rtlCol="0"/>
            <a:lstStyle/>
            <a:p/>
          </p:txBody>
        </p:sp>
        <p:sp>
          <p:nvSpPr>
            <p:cNvPr id="2875" name="object 2875"/>
            <p:cNvSpPr/>
            <p:nvPr/>
          </p:nvSpPr>
          <p:spPr>
            <a:xfrm>
              <a:off x="8600440" y="16192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10571"/>
            </a:solidFill>
          </p:spPr>
          <p:txBody>
            <a:bodyPr wrap="square" lIns="0" tIns="0" rIns="0" bIns="0" rtlCol="0"/>
            <a:lstStyle/>
            <a:p/>
          </p:txBody>
        </p:sp>
        <p:sp>
          <p:nvSpPr>
            <p:cNvPr id="2876" name="object 2876"/>
            <p:cNvSpPr/>
            <p:nvPr/>
          </p:nvSpPr>
          <p:spPr>
            <a:xfrm>
              <a:off x="8600440" y="162687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730473"/>
            </a:solidFill>
          </p:spPr>
          <p:txBody>
            <a:bodyPr wrap="square" lIns="0" tIns="0" rIns="0" bIns="0" rtlCol="0"/>
            <a:lstStyle/>
            <a:p/>
          </p:txBody>
        </p:sp>
        <p:sp>
          <p:nvSpPr>
            <p:cNvPr id="2877" name="object 2877"/>
            <p:cNvSpPr/>
            <p:nvPr/>
          </p:nvSpPr>
          <p:spPr>
            <a:xfrm>
              <a:off x="8600440" y="163322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740474"/>
            </a:solidFill>
          </p:spPr>
          <p:txBody>
            <a:bodyPr wrap="square" lIns="0" tIns="0" rIns="0" bIns="0" rtlCol="0"/>
            <a:lstStyle/>
            <a:p/>
          </p:txBody>
        </p:sp>
        <p:sp>
          <p:nvSpPr>
            <p:cNvPr id="2878" name="object 2878"/>
            <p:cNvSpPr/>
            <p:nvPr/>
          </p:nvSpPr>
          <p:spPr>
            <a:xfrm>
              <a:off x="8600440" y="164084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60376"/>
            </a:solidFill>
          </p:spPr>
          <p:txBody>
            <a:bodyPr wrap="square" lIns="0" tIns="0" rIns="0" bIns="0" rtlCol="0"/>
            <a:lstStyle/>
            <a:p/>
          </p:txBody>
        </p:sp>
        <p:sp>
          <p:nvSpPr>
            <p:cNvPr id="2879" name="object 2879"/>
            <p:cNvSpPr/>
            <p:nvPr/>
          </p:nvSpPr>
          <p:spPr>
            <a:xfrm>
              <a:off x="8600440" y="1648460"/>
              <a:ext cx="83820" cy="6350"/>
            </a:xfrm>
            <a:custGeom>
              <a:avLst/>
              <a:gdLst/>
              <a:ahLst/>
              <a:cxnLst/>
              <a:rect l="l" t="t" r="r" b="b"/>
              <a:pathLst>
                <a:path w="83820" h="6350">
                  <a:moveTo>
                    <a:pt x="0" y="6350"/>
                  </a:moveTo>
                  <a:lnTo>
                    <a:pt x="0" y="0"/>
                  </a:lnTo>
                  <a:lnTo>
                    <a:pt x="83820" y="0"/>
                  </a:lnTo>
                  <a:lnTo>
                    <a:pt x="83820" y="6350"/>
                  </a:lnTo>
                  <a:lnTo>
                    <a:pt x="0" y="6350"/>
                  </a:lnTo>
                  <a:close/>
                </a:path>
              </a:pathLst>
            </a:custGeom>
            <a:solidFill>
              <a:srgbClr val="770277"/>
            </a:solidFill>
          </p:spPr>
          <p:txBody>
            <a:bodyPr wrap="square" lIns="0" tIns="0" rIns="0" bIns="0" rtlCol="0"/>
            <a:lstStyle/>
            <a:p/>
          </p:txBody>
        </p:sp>
        <p:sp>
          <p:nvSpPr>
            <p:cNvPr id="2880" name="object 2880"/>
            <p:cNvSpPr/>
            <p:nvPr/>
          </p:nvSpPr>
          <p:spPr>
            <a:xfrm>
              <a:off x="8600440" y="1654810"/>
              <a:ext cx="83820" cy="7620"/>
            </a:xfrm>
            <a:custGeom>
              <a:avLst/>
              <a:gdLst/>
              <a:ahLst/>
              <a:cxnLst/>
              <a:rect l="l" t="t" r="r" b="b"/>
              <a:pathLst>
                <a:path w="83820" h="7619">
                  <a:moveTo>
                    <a:pt x="0" y="7619"/>
                  </a:moveTo>
                  <a:lnTo>
                    <a:pt x="0" y="0"/>
                  </a:lnTo>
                  <a:lnTo>
                    <a:pt x="83820" y="0"/>
                  </a:lnTo>
                  <a:lnTo>
                    <a:pt x="83820" y="7619"/>
                  </a:lnTo>
                  <a:lnTo>
                    <a:pt x="0" y="7619"/>
                  </a:lnTo>
                  <a:close/>
                </a:path>
              </a:pathLst>
            </a:custGeom>
            <a:solidFill>
              <a:srgbClr val="790279"/>
            </a:solidFill>
          </p:spPr>
          <p:txBody>
            <a:bodyPr wrap="square" lIns="0" tIns="0" rIns="0" bIns="0" rtlCol="0"/>
            <a:lstStyle/>
            <a:p/>
          </p:txBody>
        </p:sp>
        <p:sp>
          <p:nvSpPr>
            <p:cNvPr id="2881" name="object 2881"/>
            <p:cNvSpPr/>
            <p:nvPr/>
          </p:nvSpPr>
          <p:spPr>
            <a:xfrm>
              <a:off x="8600440" y="166243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A017A"/>
            </a:solidFill>
          </p:spPr>
          <p:txBody>
            <a:bodyPr wrap="square" lIns="0" tIns="0" rIns="0" bIns="0" rtlCol="0"/>
            <a:lstStyle/>
            <a:p/>
          </p:txBody>
        </p:sp>
        <p:sp>
          <p:nvSpPr>
            <p:cNvPr id="2882" name="object 2882"/>
            <p:cNvSpPr/>
            <p:nvPr/>
          </p:nvSpPr>
          <p:spPr>
            <a:xfrm>
              <a:off x="8600440" y="1670050"/>
              <a:ext cx="83820" cy="7620"/>
            </a:xfrm>
            <a:custGeom>
              <a:avLst/>
              <a:gdLst/>
              <a:ahLst/>
              <a:cxnLst/>
              <a:rect l="l" t="t" r="r" b="b"/>
              <a:pathLst>
                <a:path w="83820" h="7619">
                  <a:moveTo>
                    <a:pt x="0" y="7620"/>
                  </a:moveTo>
                  <a:lnTo>
                    <a:pt x="0" y="0"/>
                  </a:lnTo>
                  <a:lnTo>
                    <a:pt x="83820" y="0"/>
                  </a:lnTo>
                  <a:lnTo>
                    <a:pt x="83820" y="7620"/>
                  </a:lnTo>
                  <a:lnTo>
                    <a:pt x="0" y="7620"/>
                  </a:lnTo>
                  <a:close/>
                </a:path>
              </a:pathLst>
            </a:custGeom>
            <a:solidFill>
              <a:srgbClr val="7C017C"/>
            </a:solidFill>
          </p:spPr>
          <p:txBody>
            <a:bodyPr wrap="square" lIns="0" tIns="0" rIns="0" bIns="0" rtlCol="0"/>
            <a:lstStyle/>
            <a:p/>
          </p:txBody>
        </p:sp>
      </p:grpSp>
      <p:sp>
        <p:nvSpPr>
          <p:cNvPr id="2883" name="object 2883"/>
          <p:cNvSpPr txBox="1"/>
          <p:nvPr/>
        </p:nvSpPr>
        <p:spPr>
          <a:xfrm>
            <a:off x="915669" y="2014220"/>
            <a:ext cx="7452995" cy="1855470"/>
          </a:xfrm>
          <a:prstGeom prst="rect">
            <a:avLst/>
          </a:prstGeom>
        </p:spPr>
        <p:txBody>
          <a:bodyPr vert="horz" wrap="square" lIns="0" tIns="12700" rIns="0" bIns="0" rtlCol="0">
            <a:spAutoFit/>
          </a:bodyPr>
          <a:lstStyle/>
          <a:p>
            <a:pPr marL="12700" marR="5080">
              <a:lnSpc>
                <a:spcPct val="100000"/>
              </a:lnSpc>
              <a:spcBef>
                <a:spcPts val="100"/>
              </a:spcBef>
              <a:buFont typeface="Tahoma" panose="020B0604030504040204"/>
              <a:buChar char="•"/>
              <a:tabLst>
                <a:tab pos="203200" algn="l"/>
              </a:tabLst>
            </a:pPr>
            <a:r>
              <a:rPr sz="2000" b="1" u="sng" spc="-5" dirty="0">
                <a:solidFill>
                  <a:srgbClr val="FF0000"/>
                </a:solidFill>
                <a:uFill>
                  <a:solidFill>
                    <a:srgbClr val="FF0000"/>
                  </a:solidFill>
                </a:uFill>
                <a:latin typeface="Tahoma" panose="020B0604030504040204"/>
                <a:cs typeface="Tahoma" panose="020B0604030504040204"/>
              </a:rPr>
              <a:t>Give </a:t>
            </a:r>
            <a:r>
              <a:rPr sz="2000" b="1" u="sng" dirty="0">
                <a:solidFill>
                  <a:srgbClr val="FF0000"/>
                </a:solidFill>
                <a:uFill>
                  <a:solidFill>
                    <a:srgbClr val="FF0000"/>
                  </a:solidFill>
                </a:uFill>
                <a:latin typeface="Tahoma" panose="020B0604030504040204"/>
                <a:cs typeface="Tahoma" panose="020B0604030504040204"/>
              </a:rPr>
              <a:t>feedback</a:t>
            </a:r>
            <a:r>
              <a:rPr sz="2000" b="1" dirty="0">
                <a:latin typeface="Tahoma" panose="020B0604030504040204"/>
                <a:cs typeface="Tahoma" panose="020B0604030504040204"/>
              </a:rPr>
              <a:t>. </a:t>
            </a:r>
            <a:r>
              <a:rPr sz="2000" b="1" spc="-5" dirty="0">
                <a:latin typeface="Tahoma" panose="020B0604030504040204"/>
                <a:cs typeface="Tahoma" panose="020B0604030504040204"/>
              </a:rPr>
              <a:t>Sit up straight and look directly </a:t>
            </a:r>
            <a:r>
              <a:rPr sz="2000" b="1" dirty="0">
                <a:latin typeface="Tahoma" panose="020B0604030504040204"/>
                <a:cs typeface="Tahoma" panose="020B0604030504040204"/>
              </a:rPr>
              <a:t>at </a:t>
            </a:r>
            <a:r>
              <a:rPr sz="2000" b="1" spc="-5" dirty="0">
                <a:latin typeface="Tahoma" panose="020B0604030504040204"/>
                <a:cs typeface="Tahoma" panose="020B0604030504040204"/>
              </a:rPr>
              <a:t>the  speaker. </a:t>
            </a:r>
            <a:r>
              <a:rPr sz="2000" b="1" dirty="0">
                <a:latin typeface="Tahoma" panose="020B0604030504040204"/>
                <a:cs typeface="Tahoma" panose="020B0604030504040204"/>
              </a:rPr>
              <a:t>Now </a:t>
            </a:r>
            <a:r>
              <a:rPr sz="2000" b="1" spc="-5" dirty="0">
                <a:latin typeface="Tahoma" panose="020B0604030504040204"/>
                <a:cs typeface="Tahoma" panose="020B0604030504040204"/>
              </a:rPr>
              <a:t>and then, </a:t>
            </a:r>
            <a:r>
              <a:rPr sz="2000" b="1" dirty="0">
                <a:latin typeface="Tahoma" panose="020B0604030504040204"/>
                <a:cs typeface="Tahoma" panose="020B0604030504040204"/>
              </a:rPr>
              <a:t>nod </a:t>
            </a:r>
            <a:r>
              <a:rPr sz="2000" b="1" spc="-5" dirty="0">
                <a:latin typeface="Tahoma" panose="020B0604030504040204"/>
                <a:cs typeface="Tahoma" panose="020B0604030504040204"/>
              </a:rPr>
              <a:t>to </a:t>
            </a:r>
            <a:r>
              <a:rPr sz="2000" b="1" dirty="0">
                <a:latin typeface="Tahoma" panose="020B0604030504040204"/>
                <a:cs typeface="Tahoma" panose="020B0604030504040204"/>
              </a:rPr>
              <a:t>show </a:t>
            </a:r>
            <a:r>
              <a:rPr sz="2000" b="1" spc="-5" dirty="0">
                <a:latin typeface="Tahoma" panose="020B0604030504040204"/>
                <a:cs typeface="Tahoma" panose="020B0604030504040204"/>
              </a:rPr>
              <a:t>that you understand.  </a:t>
            </a:r>
            <a:r>
              <a:rPr sz="2000" b="1" dirty="0">
                <a:latin typeface="Tahoma" panose="020B0604030504040204"/>
                <a:cs typeface="Tahoma" panose="020B0604030504040204"/>
              </a:rPr>
              <a:t>At </a:t>
            </a:r>
            <a:r>
              <a:rPr sz="2000" b="1" spc="-5" dirty="0">
                <a:latin typeface="Tahoma" panose="020B0604030504040204"/>
                <a:cs typeface="Tahoma" panose="020B0604030504040204"/>
              </a:rPr>
              <a:t>appropriate points you </a:t>
            </a:r>
            <a:r>
              <a:rPr sz="2000" b="1" dirty="0">
                <a:latin typeface="Tahoma" panose="020B0604030504040204"/>
                <a:cs typeface="Tahoma" panose="020B0604030504040204"/>
              </a:rPr>
              <a:t>may </a:t>
            </a:r>
            <a:r>
              <a:rPr sz="2000" b="1" spc="-5" dirty="0">
                <a:latin typeface="Tahoma" panose="020B0604030504040204"/>
                <a:cs typeface="Tahoma" panose="020B0604030504040204"/>
              </a:rPr>
              <a:t>also smile, frown, laugh, or  </a:t>
            </a:r>
            <a:r>
              <a:rPr sz="2000" b="1" dirty="0">
                <a:latin typeface="Tahoma" panose="020B0604030504040204"/>
                <a:cs typeface="Tahoma" panose="020B0604030504040204"/>
              </a:rPr>
              <a:t>be </a:t>
            </a:r>
            <a:r>
              <a:rPr sz="2000" b="1" spc="-5" dirty="0">
                <a:latin typeface="Tahoma" panose="020B0604030504040204"/>
                <a:cs typeface="Tahoma" panose="020B0604030504040204"/>
              </a:rPr>
              <a:t>silent. </a:t>
            </a:r>
            <a:r>
              <a:rPr sz="2000" b="1" dirty="0">
                <a:latin typeface="Tahoma" panose="020B0604030504040204"/>
                <a:cs typeface="Tahoma" panose="020B0604030504040204"/>
              </a:rPr>
              <a:t>These </a:t>
            </a:r>
            <a:r>
              <a:rPr sz="2000" b="1" spc="-5" dirty="0">
                <a:latin typeface="Tahoma" panose="020B0604030504040204"/>
                <a:cs typeface="Tahoma" panose="020B0604030504040204"/>
              </a:rPr>
              <a:t>are all ways </a:t>
            </a:r>
            <a:r>
              <a:rPr sz="2000" b="1" spc="-10" dirty="0">
                <a:latin typeface="Tahoma" panose="020B0604030504040204"/>
                <a:cs typeface="Tahoma" panose="020B0604030504040204"/>
              </a:rPr>
              <a:t>to </a:t>
            </a:r>
            <a:r>
              <a:rPr sz="2000" b="1" spc="-5" dirty="0">
                <a:latin typeface="Tahoma" panose="020B0604030504040204"/>
                <a:cs typeface="Tahoma" panose="020B0604030504040204"/>
              </a:rPr>
              <a:t>let the </a:t>
            </a:r>
            <a:r>
              <a:rPr sz="2000" b="1" dirty="0">
                <a:latin typeface="Tahoma" panose="020B0604030504040204"/>
                <a:cs typeface="Tahoma" panose="020B0604030504040204"/>
              </a:rPr>
              <a:t>speaker know </a:t>
            </a:r>
            <a:r>
              <a:rPr sz="2000" b="1" spc="-5" dirty="0">
                <a:latin typeface="Tahoma" panose="020B0604030504040204"/>
                <a:cs typeface="Tahoma" panose="020B0604030504040204"/>
              </a:rPr>
              <a:t>that  you are really listening. Remember, you listen </a:t>
            </a:r>
            <a:r>
              <a:rPr sz="2000" b="1" dirty="0">
                <a:latin typeface="Tahoma" panose="020B0604030504040204"/>
                <a:cs typeface="Tahoma" panose="020B0604030504040204"/>
              </a:rPr>
              <a:t>with </a:t>
            </a:r>
            <a:r>
              <a:rPr sz="2000" b="1" spc="-5" dirty="0">
                <a:latin typeface="Tahoma" panose="020B0604030504040204"/>
                <a:cs typeface="Tahoma" panose="020B0604030504040204"/>
              </a:rPr>
              <a:t>your  </a:t>
            </a:r>
            <a:r>
              <a:rPr sz="2000" b="1" dirty="0">
                <a:latin typeface="Tahoma" panose="020B0604030504040204"/>
                <a:cs typeface="Tahoma" panose="020B0604030504040204"/>
              </a:rPr>
              <a:t>face as well </a:t>
            </a:r>
            <a:r>
              <a:rPr sz="2000" b="1" spc="-5" dirty="0">
                <a:latin typeface="Tahoma" panose="020B0604030504040204"/>
                <a:cs typeface="Tahoma" panose="020B0604030504040204"/>
              </a:rPr>
              <a:t>as your</a:t>
            </a:r>
            <a:r>
              <a:rPr sz="2000" b="1" dirty="0">
                <a:latin typeface="Tahoma" panose="020B0604030504040204"/>
                <a:cs typeface="Tahoma" panose="020B0604030504040204"/>
              </a:rPr>
              <a:t> </a:t>
            </a:r>
            <a:r>
              <a:rPr sz="2000" b="1" spc="-5" dirty="0">
                <a:latin typeface="Tahoma" panose="020B0604030504040204"/>
                <a:cs typeface="Tahoma" panose="020B0604030504040204"/>
              </a:rPr>
              <a:t>ears!</a:t>
            </a:r>
            <a:endParaRPr sz="2000">
              <a:latin typeface="Tahoma" panose="020B0604030504040204"/>
              <a:cs typeface="Tahoma" panose="020B0604030504040204"/>
            </a:endParaRPr>
          </a:p>
        </p:txBody>
      </p:sp>
      <p:sp>
        <p:nvSpPr>
          <p:cNvPr id="2884" name="object 2884"/>
          <p:cNvSpPr/>
          <p:nvPr/>
        </p:nvSpPr>
        <p:spPr>
          <a:xfrm>
            <a:off x="2438400" y="4038600"/>
            <a:ext cx="4119879" cy="2386330"/>
          </a:xfrm>
          <a:prstGeom prst="rect">
            <a:avLst/>
          </a:prstGeom>
          <a:blipFill>
            <a:blip r:embed="rId23" cstate="print"/>
            <a:stretch>
              <a:fillRect/>
            </a:stretch>
          </a:blipFill>
        </p:spPr>
        <p:txBody>
          <a:bodyPr wrap="square" lIns="0" tIns="0" rIns="0" bIns="0" rtlCol="0"/>
          <a:lstStyle/>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883">
                                            <p:txEl>
                                              <p:pRg st="0" end="0"/>
                                            </p:txEl>
                                          </p:spTgt>
                                        </p:tgtEl>
                                        <p:attrNameLst>
                                          <p:attrName>style.visibility</p:attrName>
                                        </p:attrNameLst>
                                      </p:cBhvr>
                                      <p:to>
                                        <p:strVal val="visible"/>
                                      </p:to>
                                    </p:set>
                                    <p:anim calcmode="lin" valueType="num">
                                      <p:cBhvr additive="base">
                                        <p:cTn id="7" dur="500" fill="hold"/>
                                        <p:tgtEl>
                                          <p:spTgt spid="288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88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6" presetClass="entr" presetSubtype="16" fill="hold" grpId="0" nodeType="clickEffect">
                                  <p:stCondLst>
                                    <p:cond delay="0"/>
                                  </p:stCondLst>
                                  <p:childTnLst>
                                    <p:set>
                                      <p:cBhvr>
                                        <p:cTn id="12" dur="1" fill="hold">
                                          <p:stCondLst>
                                            <p:cond delay="0"/>
                                          </p:stCondLst>
                                        </p:cTn>
                                        <p:tgtEl>
                                          <p:spTgt spid="2884"/>
                                        </p:tgtEl>
                                        <p:attrNameLst>
                                          <p:attrName>style.visibility</p:attrName>
                                        </p:attrNameLst>
                                      </p:cBhvr>
                                      <p:to>
                                        <p:strVal val="visible"/>
                                      </p:to>
                                    </p:set>
                                    <p:animEffect transition="in" filter="circle(in)">
                                      <p:cBhvr>
                                        <p:cTn id="13" dur="2000"/>
                                        <p:tgtEl>
                                          <p:spTgt spid="28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84" grpId="0" animBg="1"/>
      <p:bldP spid="2884" grpId="1" animBg="1"/>
    </p:bldLst>
  </p:timing>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127000" y="990600"/>
            <a:ext cx="1145540" cy="1051560"/>
            <a:chOff x="127000" y="990600"/>
            <a:chExt cx="1145540" cy="1051560"/>
          </a:xfrm>
        </p:grpSpPr>
        <p:sp>
          <p:nvSpPr>
            <p:cNvPr id="3" name="object 3"/>
            <p:cNvSpPr/>
            <p:nvPr/>
          </p:nvSpPr>
          <p:spPr>
            <a:xfrm>
              <a:off x="417830" y="1098549"/>
              <a:ext cx="438150" cy="474980"/>
            </a:xfrm>
            <a:custGeom>
              <a:avLst/>
              <a:gdLst/>
              <a:ahLst/>
              <a:cxnLst/>
              <a:rect l="l" t="t" r="r" b="b"/>
              <a:pathLst>
                <a:path w="438150" h="474980">
                  <a:moveTo>
                    <a:pt x="438150" y="0"/>
                  </a:moveTo>
                  <a:lnTo>
                    <a:pt x="0" y="0"/>
                  </a:lnTo>
                  <a:lnTo>
                    <a:pt x="0" y="422910"/>
                  </a:lnTo>
                  <a:lnTo>
                    <a:pt x="0" y="474980"/>
                  </a:lnTo>
                  <a:lnTo>
                    <a:pt x="438150" y="474980"/>
                  </a:lnTo>
                  <a:lnTo>
                    <a:pt x="438150" y="422910"/>
                  </a:lnTo>
                  <a:lnTo>
                    <a:pt x="438150" y="0"/>
                  </a:lnTo>
                  <a:close/>
                </a:path>
              </a:pathLst>
            </a:custGeom>
            <a:solidFill>
              <a:srgbClr val="FFCE00"/>
            </a:solidFill>
          </p:spPr>
          <p:txBody>
            <a:bodyPr wrap="square" lIns="0" tIns="0" rIns="0" bIns="0" rtlCol="0"/>
            <a:lstStyle/>
            <a:p/>
          </p:txBody>
        </p:sp>
        <p:sp>
          <p:nvSpPr>
            <p:cNvPr id="4" name="object 4"/>
            <p:cNvSpPr/>
            <p:nvPr/>
          </p:nvSpPr>
          <p:spPr>
            <a:xfrm>
              <a:off x="11150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DF9"/>
            </a:solidFill>
          </p:spPr>
          <p:txBody>
            <a:bodyPr wrap="square" lIns="0" tIns="0" rIns="0" bIns="0" rtlCol="0"/>
            <a:lstStyle/>
            <a:p/>
          </p:txBody>
        </p:sp>
        <p:sp>
          <p:nvSpPr>
            <p:cNvPr id="5" name="object 5"/>
            <p:cNvSpPr/>
            <p:nvPr/>
          </p:nvSpPr>
          <p:spPr>
            <a:xfrm>
              <a:off x="11074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CF3"/>
            </a:solidFill>
          </p:spPr>
          <p:txBody>
            <a:bodyPr wrap="square" lIns="0" tIns="0" rIns="0" bIns="0" rtlCol="0"/>
            <a:lstStyle/>
            <a:p/>
          </p:txBody>
        </p:sp>
        <p:sp>
          <p:nvSpPr>
            <p:cNvPr id="6" name="object 6"/>
            <p:cNvSpPr/>
            <p:nvPr/>
          </p:nvSpPr>
          <p:spPr>
            <a:xfrm>
              <a:off x="1101089"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BEE"/>
            </a:solidFill>
          </p:spPr>
          <p:txBody>
            <a:bodyPr wrap="square" lIns="0" tIns="0" rIns="0" bIns="0" rtlCol="0"/>
            <a:lstStyle/>
            <a:p/>
          </p:txBody>
        </p:sp>
        <p:sp>
          <p:nvSpPr>
            <p:cNvPr id="7" name="object 7"/>
            <p:cNvSpPr/>
            <p:nvPr/>
          </p:nvSpPr>
          <p:spPr>
            <a:xfrm>
              <a:off x="10934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AE8"/>
            </a:solidFill>
          </p:spPr>
          <p:txBody>
            <a:bodyPr wrap="square" lIns="0" tIns="0" rIns="0" bIns="0" rtlCol="0"/>
            <a:lstStyle/>
            <a:p/>
          </p:txBody>
        </p:sp>
        <p:sp>
          <p:nvSpPr>
            <p:cNvPr id="8" name="object 8"/>
            <p:cNvSpPr/>
            <p:nvPr/>
          </p:nvSpPr>
          <p:spPr>
            <a:xfrm>
              <a:off x="10858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9E3"/>
            </a:solidFill>
          </p:spPr>
          <p:txBody>
            <a:bodyPr wrap="square" lIns="0" tIns="0" rIns="0" bIns="0" rtlCol="0"/>
            <a:lstStyle/>
            <a:p/>
          </p:txBody>
        </p:sp>
        <p:sp>
          <p:nvSpPr>
            <p:cNvPr id="9" name="object 9"/>
            <p:cNvSpPr/>
            <p:nvPr/>
          </p:nvSpPr>
          <p:spPr>
            <a:xfrm>
              <a:off x="107823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8DD"/>
            </a:solidFill>
          </p:spPr>
          <p:txBody>
            <a:bodyPr wrap="square" lIns="0" tIns="0" rIns="0" bIns="0" rtlCol="0"/>
            <a:lstStyle/>
            <a:p/>
          </p:txBody>
        </p:sp>
        <p:sp>
          <p:nvSpPr>
            <p:cNvPr id="10" name="object 10"/>
            <p:cNvSpPr/>
            <p:nvPr/>
          </p:nvSpPr>
          <p:spPr>
            <a:xfrm>
              <a:off x="10706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7D8"/>
            </a:solidFill>
          </p:spPr>
          <p:txBody>
            <a:bodyPr wrap="square" lIns="0" tIns="0" rIns="0" bIns="0" rtlCol="0"/>
            <a:lstStyle/>
            <a:p/>
          </p:txBody>
        </p:sp>
        <p:sp>
          <p:nvSpPr>
            <p:cNvPr id="11" name="object 11"/>
            <p:cNvSpPr/>
            <p:nvPr/>
          </p:nvSpPr>
          <p:spPr>
            <a:xfrm>
              <a:off x="106426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6D2"/>
            </a:solidFill>
          </p:spPr>
          <p:txBody>
            <a:bodyPr wrap="square" lIns="0" tIns="0" rIns="0" bIns="0" rtlCol="0"/>
            <a:lstStyle/>
            <a:p/>
          </p:txBody>
        </p:sp>
        <p:sp>
          <p:nvSpPr>
            <p:cNvPr id="12" name="object 12"/>
            <p:cNvSpPr/>
            <p:nvPr/>
          </p:nvSpPr>
          <p:spPr>
            <a:xfrm>
              <a:off x="10566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5CD"/>
            </a:solidFill>
          </p:spPr>
          <p:txBody>
            <a:bodyPr wrap="square" lIns="0" tIns="0" rIns="0" bIns="0" rtlCol="0"/>
            <a:lstStyle/>
            <a:p/>
          </p:txBody>
        </p:sp>
        <p:sp>
          <p:nvSpPr>
            <p:cNvPr id="13" name="object 13"/>
            <p:cNvSpPr/>
            <p:nvPr/>
          </p:nvSpPr>
          <p:spPr>
            <a:xfrm>
              <a:off x="104901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4C7"/>
            </a:solidFill>
          </p:spPr>
          <p:txBody>
            <a:bodyPr wrap="square" lIns="0" tIns="0" rIns="0" bIns="0" rtlCol="0"/>
            <a:lstStyle/>
            <a:p/>
          </p:txBody>
        </p:sp>
        <p:sp>
          <p:nvSpPr>
            <p:cNvPr id="14" name="object 14"/>
            <p:cNvSpPr/>
            <p:nvPr/>
          </p:nvSpPr>
          <p:spPr>
            <a:xfrm>
              <a:off x="104140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3C2"/>
            </a:solidFill>
          </p:spPr>
          <p:txBody>
            <a:bodyPr wrap="square" lIns="0" tIns="0" rIns="0" bIns="0" rtlCol="0"/>
            <a:lstStyle/>
            <a:p/>
          </p:txBody>
        </p:sp>
        <p:sp>
          <p:nvSpPr>
            <p:cNvPr id="15" name="object 15"/>
            <p:cNvSpPr/>
            <p:nvPr/>
          </p:nvSpPr>
          <p:spPr>
            <a:xfrm>
              <a:off x="10337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F2BC"/>
            </a:solidFill>
          </p:spPr>
          <p:txBody>
            <a:bodyPr wrap="square" lIns="0" tIns="0" rIns="0" bIns="0" rtlCol="0"/>
            <a:lstStyle/>
            <a:p/>
          </p:txBody>
        </p:sp>
        <p:sp>
          <p:nvSpPr>
            <p:cNvPr id="16" name="object 16"/>
            <p:cNvSpPr/>
            <p:nvPr/>
          </p:nvSpPr>
          <p:spPr>
            <a:xfrm>
              <a:off x="102743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F1B7"/>
            </a:solidFill>
          </p:spPr>
          <p:txBody>
            <a:bodyPr wrap="square" lIns="0" tIns="0" rIns="0" bIns="0" rtlCol="0"/>
            <a:lstStyle/>
            <a:p/>
          </p:txBody>
        </p:sp>
        <p:sp>
          <p:nvSpPr>
            <p:cNvPr id="17" name="object 17"/>
            <p:cNvSpPr/>
            <p:nvPr/>
          </p:nvSpPr>
          <p:spPr>
            <a:xfrm>
              <a:off x="101981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F0B1"/>
            </a:solidFill>
          </p:spPr>
          <p:txBody>
            <a:bodyPr wrap="square" lIns="0" tIns="0" rIns="0" bIns="0" rtlCol="0"/>
            <a:lstStyle/>
            <a:p/>
          </p:txBody>
        </p:sp>
        <p:sp>
          <p:nvSpPr>
            <p:cNvPr id="18" name="object 18"/>
            <p:cNvSpPr/>
            <p:nvPr/>
          </p:nvSpPr>
          <p:spPr>
            <a:xfrm>
              <a:off x="101218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FAC"/>
            </a:solidFill>
          </p:spPr>
          <p:txBody>
            <a:bodyPr wrap="square" lIns="0" tIns="0" rIns="0" bIns="0" rtlCol="0"/>
            <a:lstStyle/>
            <a:p/>
          </p:txBody>
        </p:sp>
        <p:sp>
          <p:nvSpPr>
            <p:cNvPr id="19" name="object 19"/>
            <p:cNvSpPr/>
            <p:nvPr/>
          </p:nvSpPr>
          <p:spPr>
            <a:xfrm>
              <a:off x="1004569"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EA6"/>
            </a:solidFill>
          </p:spPr>
          <p:txBody>
            <a:bodyPr wrap="square" lIns="0" tIns="0" rIns="0" bIns="0" rtlCol="0"/>
            <a:lstStyle/>
            <a:p/>
          </p:txBody>
        </p:sp>
        <p:sp>
          <p:nvSpPr>
            <p:cNvPr id="20" name="object 20"/>
            <p:cNvSpPr/>
            <p:nvPr/>
          </p:nvSpPr>
          <p:spPr>
            <a:xfrm>
              <a:off x="99695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DA1"/>
            </a:solidFill>
          </p:spPr>
          <p:txBody>
            <a:bodyPr wrap="square" lIns="0" tIns="0" rIns="0" bIns="0" rtlCol="0"/>
            <a:lstStyle/>
            <a:p/>
          </p:txBody>
        </p:sp>
        <p:sp>
          <p:nvSpPr>
            <p:cNvPr id="21" name="object 21"/>
            <p:cNvSpPr/>
            <p:nvPr/>
          </p:nvSpPr>
          <p:spPr>
            <a:xfrm>
              <a:off x="990600" y="1098550"/>
              <a:ext cx="6350" cy="474980"/>
            </a:xfrm>
            <a:custGeom>
              <a:avLst/>
              <a:gdLst/>
              <a:ahLst/>
              <a:cxnLst/>
              <a:rect l="l" t="t" r="r" b="b"/>
              <a:pathLst>
                <a:path w="6350" h="474980">
                  <a:moveTo>
                    <a:pt x="6350" y="0"/>
                  </a:moveTo>
                  <a:lnTo>
                    <a:pt x="0" y="0"/>
                  </a:lnTo>
                  <a:lnTo>
                    <a:pt x="0" y="474979"/>
                  </a:lnTo>
                  <a:lnTo>
                    <a:pt x="6350" y="474979"/>
                  </a:lnTo>
                  <a:lnTo>
                    <a:pt x="6350" y="0"/>
                  </a:lnTo>
                  <a:close/>
                </a:path>
              </a:pathLst>
            </a:custGeom>
            <a:solidFill>
              <a:srgbClr val="FFEC9B"/>
            </a:solidFill>
          </p:spPr>
          <p:txBody>
            <a:bodyPr wrap="square" lIns="0" tIns="0" rIns="0" bIns="0" rtlCol="0"/>
            <a:lstStyle/>
            <a:p/>
          </p:txBody>
        </p:sp>
        <p:sp>
          <p:nvSpPr>
            <p:cNvPr id="22" name="object 22"/>
            <p:cNvSpPr/>
            <p:nvPr/>
          </p:nvSpPr>
          <p:spPr>
            <a:xfrm>
              <a:off x="982980"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B96"/>
            </a:solidFill>
          </p:spPr>
          <p:txBody>
            <a:bodyPr wrap="square" lIns="0" tIns="0" rIns="0" bIns="0" rtlCol="0"/>
            <a:lstStyle/>
            <a:p/>
          </p:txBody>
        </p:sp>
        <p:sp>
          <p:nvSpPr>
            <p:cNvPr id="23" name="object 23"/>
            <p:cNvSpPr/>
            <p:nvPr/>
          </p:nvSpPr>
          <p:spPr>
            <a:xfrm>
              <a:off x="975360" y="1098550"/>
              <a:ext cx="7620" cy="474980"/>
            </a:xfrm>
            <a:custGeom>
              <a:avLst/>
              <a:gdLst/>
              <a:ahLst/>
              <a:cxnLst/>
              <a:rect l="l" t="t" r="r" b="b"/>
              <a:pathLst>
                <a:path w="7619" h="474980">
                  <a:moveTo>
                    <a:pt x="7620" y="0"/>
                  </a:moveTo>
                  <a:lnTo>
                    <a:pt x="0" y="0"/>
                  </a:lnTo>
                  <a:lnTo>
                    <a:pt x="0" y="474979"/>
                  </a:lnTo>
                  <a:lnTo>
                    <a:pt x="7620" y="474979"/>
                  </a:lnTo>
                  <a:lnTo>
                    <a:pt x="7620" y="0"/>
                  </a:lnTo>
                  <a:close/>
                </a:path>
              </a:pathLst>
            </a:custGeom>
            <a:solidFill>
              <a:srgbClr val="FFEA90"/>
            </a:solidFill>
          </p:spPr>
          <p:txBody>
            <a:bodyPr wrap="square" lIns="0" tIns="0" rIns="0" bIns="0" rtlCol="0"/>
            <a:lstStyle/>
            <a:p/>
          </p:txBody>
        </p:sp>
        <p:sp>
          <p:nvSpPr>
            <p:cNvPr id="24" name="object 24"/>
            <p:cNvSpPr/>
            <p:nvPr/>
          </p:nvSpPr>
          <p:spPr>
            <a:xfrm>
              <a:off x="967739" y="1098550"/>
              <a:ext cx="7620" cy="474980"/>
            </a:xfrm>
            <a:custGeom>
              <a:avLst/>
              <a:gdLst/>
              <a:ahLst/>
              <a:cxnLst/>
              <a:rect l="l" t="t" r="r" b="b"/>
              <a:pathLst>
                <a:path w="7619" h="474980">
                  <a:moveTo>
                    <a:pt x="7619" y="0"/>
                  </a:moveTo>
                  <a:lnTo>
                    <a:pt x="0" y="0"/>
                  </a:lnTo>
                  <a:lnTo>
                    <a:pt x="0" y="474979"/>
                  </a:lnTo>
                  <a:lnTo>
                    <a:pt x="7619" y="474979"/>
                  </a:lnTo>
                  <a:lnTo>
                    <a:pt x="7619" y="0"/>
                  </a:lnTo>
                  <a:close/>
                </a:path>
              </a:pathLst>
            </a:custGeom>
            <a:solidFill>
              <a:srgbClr val="FFE98B"/>
            </a:solidFill>
          </p:spPr>
          <p:txBody>
            <a:bodyPr wrap="square" lIns="0" tIns="0" rIns="0" bIns="0" rtlCol="0"/>
            <a:lstStyle/>
            <a:p/>
          </p:txBody>
        </p:sp>
        <p:sp>
          <p:nvSpPr>
            <p:cNvPr id="25" name="object 25"/>
            <p:cNvSpPr/>
            <p:nvPr/>
          </p:nvSpPr>
          <p:spPr>
            <a:xfrm>
              <a:off x="961390" y="1098549"/>
              <a:ext cx="6350" cy="474980"/>
            </a:xfrm>
            <a:custGeom>
              <a:avLst/>
              <a:gdLst/>
              <a:ahLst/>
              <a:cxnLst/>
              <a:rect l="l" t="t" r="r" b="b"/>
              <a:pathLst>
                <a:path w="6350" h="474980">
                  <a:moveTo>
                    <a:pt x="6350" y="0"/>
                  </a:moveTo>
                  <a:lnTo>
                    <a:pt x="0" y="0"/>
                  </a:lnTo>
                  <a:lnTo>
                    <a:pt x="0" y="422910"/>
                  </a:lnTo>
                  <a:lnTo>
                    <a:pt x="0" y="474980"/>
                  </a:lnTo>
                  <a:lnTo>
                    <a:pt x="6350" y="474980"/>
                  </a:lnTo>
                  <a:lnTo>
                    <a:pt x="6350" y="422910"/>
                  </a:lnTo>
                  <a:lnTo>
                    <a:pt x="6350" y="0"/>
                  </a:lnTo>
                  <a:close/>
                </a:path>
              </a:pathLst>
            </a:custGeom>
            <a:solidFill>
              <a:srgbClr val="FFE885"/>
            </a:solidFill>
          </p:spPr>
          <p:txBody>
            <a:bodyPr wrap="square" lIns="0" tIns="0" rIns="0" bIns="0" rtlCol="0"/>
            <a:lstStyle/>
            <a:p/>
          </p:txBody>
        </p:sp>
        <p:sp>
          <p:nvSpPr>
            <p:cNvPr id="26" name="object 26"/>
            <p:cNvSpPr/>
            <p:nvPr/>
          </p:nvSpPr>
          <p:spPr>
            <a:xfrm>
              <a:off x="9537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67F"/>
            </a:solidFill>
          </p:spPr>
          <p:txBody>
            <a:bodyPr wrap="square" lIns="0" tIns="0" rIns="0" bIns="0" rtlCol="0"/>
            <a:lstStyle/>
            <a:p/>
          </p:txBody>
        </p:sp>
        <p:sp>
          <p:nvSpPr>
            <p:cNvPr id="27" name="object 27"/>
            <p:cNvSpPr/>
            <p:nvPr/>
          </p:nvSpPr>
          <p:spPr>
            <a:xfrm>
              <a:off x="9461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57A"/>
            </a:solidFill>
          </p:spPr>
          <p:txBody>
            <a:bodyPr wrap="square" lIns="0" tIns="0" rIns="0" bIns="0" rtlCol="0"/>
            <a:lstStyle/>
            <a:p/>
          </p:txBody>
        </p:sp>
        <p:sp>
          <p:nvSpPr>
            <p:cNvPr id="28" name="object 28"/>
            <p:cNvSpPr/>
            <p:nvPr/>
          </p:nvSpPr>
          <p:spPr>
            <a:xfrm>
              <a:off x="93853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474"/>
            </a:solidFill>
          </p:spPr>
          <p:txBody>
            <a:bodyPr wrap="square" lIns="0" tIns="0" rIns="0" bIns="0" rtlCol="0"/>
            <a:lstStyle/>
            <a:p/>
          </p:txBody>
        </p:sp>
        <p:sp>
          <p:nvSpPr>
            <p:cNvPr id="29" name="object 29"/>
            <p:cNvSpPr/>
            <p:nvPr/>
          </p:nvSpPr>
          <p:spPr>
            <a:xfrm>
              <a:off x="9309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36F"/>
            </a:solidFill>
          </p:spPr>
          <p:txBody>
            <a:bodyPr wrap="square" lIns="0" tIns="0" rIns="0" bIns="0" rtlCol="0"/>
            <a:lstStyle/>
            <a:p/>
          </p:txBody>
        </p:sp>
        <p:sp>
          <p:nvSpPr>
            <p:cNvPr id="30" name="object 30"/>
            <p:cNvSpPr/>
            <p:nvPr/>
          </p:nvSpPr>
          <p:spPr>
            <a:xfrm>
              <a:off x="924559"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E269"/>
            </a:solidFill>
          </p:spPr>
          <p:txBody>
            <a:bodyPr wrap="square" lIns="0" tIns="0" rIns="0" bIns="0" rtlCol="0"/>
            <a:lstStyle/>
            <a:p/>
          </p:txBody>
        </p:sp>
        <p:sp>
          <p:nvSpPr>
            <p:cNvPr id="31" name="object 31"/>
            <p:cNvSpPr/>
            <p:nvPr/>
          </p:nvSpPr>
          <p:spPr>
            <a:xfrm>
              <a:off x="9169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E164"/>
            </a:solidFill>
          </p:spPr>
          <p:txBody>
            <a:bodyPr wrap="square" lIns="0" tIns="0" rIns="0" bIns="0" rtlCol="0"/>
            <a:lstStyle/>
            <a:p/>
          </p:txBody>
        </p:sp>
        <p:sp>
          <p:nvSpPr>
            <p:cNvPr id="32" name="object 32"/>
            <p:cNvSpPr/>
            <p:nvPr/>
          </p:nvSpPr>
          <p:spPr>
            <a:xfrm>
              <a:off x="90931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E05E"/>
            </a:solidFill>
          </p:spPr>
          <p:txBody>
            <a:bodyPr wrap="square" lIns="0" tIns="0" rIns="0" bIns="0" rtlCol="0"/>
            <a:lstStyle/>
            <a:p/>
          </p:txBody>
        </p:sp>
        <p:sp>
          <p:nvSpPr>
            <p:cNvPr id="33" name="object 33"/>
            <p:cNvSpPr/>
            <p:nvPr/>
          </p:nvSpPr>
          <p:spPr>
            <a:xfrm>
              <a:off x="90170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F59"/>
            </a:solidFill>
          </p:spPr>
          <p:txBody>
            <a:bodyPr wrap="square" lIns="0" tIns="0" rIns="0" bIns="0" rtlCol="0"/>
            <a:lstStyle/>
            <a:p/>
          </p:txBody>
        </p:sp>
        <p:sp>
          <p:nvSpPr>
            <p:cNvPr id="34" name="object 34"/>
            <p:cNvSpPr/>
            <p:nvPr/>
          </p:nvSpPr>
          <p:spPr>
            <a:xfrm>
              <a:off x="8940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E53"/>
            </a:solidFill>
          </p:spPr>
          <p:txBody>
            <a:bodyPr wrap="square" lIns="0" tIns="0" rIns="0" bIns="0" rtlCol="0"/>
            <a:lstStyle/>
            <a:p/>
          </p:txBody>
        </p:sp>
        <p:sp>
          <p:nvSpPr>
            <p:cNvPr id="35" name="object 35"/>
            <p:cNvSpPr/>
            <p:nvPr/>
          </p:nvSpPr>
          <p:spPr>
            <a:xfrm>
              <a:off x="88773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D4E"/>
            </a:solidFill>
          </p:spPr>
          <p:txBody>
            <a:bodyPr wrap="square" lIns="0" tIns="0" rIns="0" bIns="0" rtlCol="0"/>
            <a:lstStyle/>
            <a:p/>
          </p:txBody>
        </p:sp>
        <p:sp>
          <p:nvSpPr>
            <p:cNvPr id="36" name="object 36"/>
            <p:cNvSpPr/>
            <p:nvPr/>
          </p:nvSpPr>
          <p:spPr>
            <a:xfrm>
              <a:off x="88010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C48"/>
            </a:solidFill>
          </p:spPr>
          <p:txBody>
            <a:bodyPr wrap="square" lIns="0" tIns="0" rIns="0" bIns="0" rtlCol="0"/>
            <a:lstStyle/>
            <a:p/>
          </p:txBody>
        </p:sp>
        <p:sp>
          <p:nvSpPr>
            <p:cNvPr id="37" name="object 37"/>
            <p:cNvSpPr/>
            <p:nvPr/>
          </p:nvSpPr>
          <p:spPr>
            <a:xfrm>
              <a:off x="87249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B43"/>
            </a:solidFill>
          </p:spPr>
          <p:txBody>
            <a:bodyPr wrap="square" lIns="0" tIns="0" rIns="0" bIns="0" rtlCol="0"/>
            <a:lstStyle/>
            <a:p/>
          </p:txBody>
        </p:sp>
        <p:sp>
          <p:nvSpPr>
            <p:cNvPr id="38" name="object 38"/>
            <p:cNvSpPr/>
            <p:nvPr/>
          </p:nvSpPr>
          <p:spPr>
            <a:xfrm>
              <a:off x="8648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A3D"/>
            </a:solidFill>
          </p:spPr>
          <p:txBody>
            <a:bodyPr wrap="square" lIns="0" tIns="0" rIns="0" bIns="0" rtlCol="0"/>
            <a:lstStyle/>
            <a:p/>
          </p:txBody>
        </p:sp>
        <p:sp>
          <p:nvSpPr>
            <p:cNvPr id="39" name="object 39"/>
            <p:cNvSpPr/>
            <p:nvPr/>
          </p:nvSpPr>
          <p:spPr>
            <a:xfrm>
              <a:off x="8572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938"/>
            </a:solidFill>
          </p:spPr>
          <p:txBody>
            <a:bodyPr wrap="square" lIns="0" tIns="0" rIns="0" bIns="0" rtlCol="0"/>
            <a:lstStyle/>
            <a:p/>
          </p:txBody>
        </p:sp>
        <p:sp>
          <p:nvSpPr>
            <p:cNvPr id="40" name="object 40"/>
            <p:cNvSpPr/>
            <p:nvPr/>
          </p:nvSpPr>
          <p:spPr>
            <a:xfrm>
              <a:off x="85090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833"/>
            </a:solidFill>
          </p:spPr>
          <p:txBody>
            <a:bodyPr wrap="square" lIns="0" tIns="0" rIns="0" bIns="0" rtlCol="0"/>
            <a:lstStyle/>
            <a:p/>
          </p:txBody>
        </p:sp>
        <p:sp>
          <p:nvSpPr>
            <p:cNvPr id="41" name="object 41"/>
            <p:cNvSpPr/>
            <p:nvPr/>
          </p:nvSpPr>
          <p:spPr>
            <a:xfrm>
              <a:off x="84328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72D"/>
            </a:solidFill>
          </p:spPr>
          <p:txBody>
            <a:bodyPr wrap="square" lIns="0" tIns="0" rIns="0" bIns="0" rtlCol="0"/>
            <a:lstStyle/>
            <a:p/>
          </p:txBody>
        </p:sp>
        <p:sp>
          <p:nvSpPr>
            <p:cNvPr id="42" name="object 42"/>
            <p:cNvSpPr/>
            <p:nvPr/>
          </p:nvSpPr>
          <p:spPr>
            <a:xfrm>
              <a:off x="83565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627"/>
            </a:solidFill>
          </p:spPr>
          <p:txBody>
            <a:bodyPr wrap="square" lIns="0" tIns="0" rIns="0" bIns="0" rtlCol="0"/>
            <a:lstStyle/>
            <a:p/>
          </p:txBody>
        </p:sp>
        <p:sp>
          <p:nvSpPr>
            <p:cNvPr id="43" name="object 43"/>
            <p:cNvSpPr/>
            <p:nvPr/>
          </p:nvSpPr>
          <p:spPr>
            <a:xfrm>
              <a:off x="82804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522"/>
            </a:solidFill>
          </p:spPr>
          <p:txBody>
            <a:bodyPr wrap="square" lIns="0" tIns="0" rIns="0" bIns="0" rtlCol="0"/>
            <a:lstStyle/>
            <a:p/>
          </p:txBody>
        </p:sp>
        <p:sp>
          <p:nvSpPr>
            <p:cNvPr id="44" name="object 44"/>
            <p:cNvSpPr/>
            <p:nvPr/>
          </p:nvSpPr>
          <p:spPr>
            <a:xfrm>
              <a:off x="821690" y="1098550"/>
              <a:ext cx="6350" cy="422909"/>
            </a:xfrm>
            <a:custGeom>
              <a:avLst/>
              <a:gdLst/>
              <a:ahLst/>
              <a:cxnLst/>
              <a:rect l="l" t="t" r="r" b="b"/>
              <a:pathLst>
                <a:path w="6350" h="422909">
                  <a:moveTo>
                    <a:pt x="0" y="422910"/>
                  </a:moveTo>
                  <a:lnTo>
                    <a:pt x="6350" y="422910"/>
                  </a:lnTo>
                  <a:lnTo>
                    <a:pt x="6350" y="0"/>
                  </a:lnTo>
                  <a:lnTo>
                    <a:pt x="0" y="0"/>
                  </a:lnTo>
                  <a:lnTo>
                    <a:pt x="0" y="422910"/>
                  </a:lnTo>
                  <a:close/>
                </a:path>
              </a:pathLst>
            </a:custGeom>
            <a:solidFill>
              <a:srgbClr val="FFD41C"/>
            </a:solidFill>
          </p:spPr>
          <p:txBody>
            <a:bodyPr wrap="square" lIns="0" tIns="0" rIns="0" bIns="0" rtlCol="0"/>
            <a:lstStyle/>
            <a:p/>
          </p:txBody>
        </p:sp>
        <p:sp>
          <p:nvSpPr>
            <p:cNvPr id="45" name="object 45"/>
            <p:cNvSpPr/>
            <p:nvPr/>
          </p:nvSpPr>
          <p:spPr>
            <a:xfrm>
              <a:off x="814069" y="1098550"/>
              <a:ext cx="7620" cy="422909"/>
            </a:xfrm>
            <a:custGeom>
              <a:avLst/>
              <a:gdLst/>
              <a:ahLst/>
              <a:cxnLst/>
              <a:rect l="l" t="t" r="r" b="b"/>
              <a:pathLst>
                <a:path w="7619" h="422909">
                  <a:moveTo>
                    <a:pt x="0" y="422910"/>
                  </a:moveTo>
                  <a:lnTo>
                    <a:pt x="7620" y="422910"/>
                  </a:lnTo>
                  <a:lnTo>
                    <a:pt x="7620" y="0"/>
                  </a:lnTo>
                  <a:lnTo>
                    <a:pt x="0" y="0"/>
                  </a:lnTo>
                  <a:lnTo>
                    <a:pt x="0" y="422910"/>
                  </a:lnTo>
                  <a:close/>
                </a:path>
              </a:pathLst>
            </a:custGeom>
            <a:solidFill>
              <a:srgbClr val="FFD317"/>
            </a:solidFill>
          </p:spPr>
          <p:txBody>
            <a:bodyPr wrap="square" lIns="0" tIns="0" rIns="0" bIns="0" rtlCol="0"/>
            <a:lstStyle/>
            <a:p/>
          </p:txBody>
        </p:sp>
        <p:sp>
          <p:nvSpPr>
            <p:cNvPr id="46" name="object 46"/>
            <p:cNvSpPr/>
            <p:nvPr/>
          </p:nvSpPr>
          <p:spPr>
            <a:xfrm>
              <a:off x="806450" y="1098550"/>
              <a:ext cx="7620" cy="422909"/>
            </a:xfrm>
            <a:custGeom>
              <a:avLst/>
              <a:gdLst/>
              <a:ahLst/>
              <a:cxnLst/>
              <a:rect l="l" t="t" r="r" b="b"/>
              <a:pathLst>
                <a:path w="7619" h="422909">
                  <a:moveTo>
                    <a:pt x="0" y="422910"/>
                  </a:moveTo>
                  <a:lnTo>
                    <a:pt x="7619" y="422910"/>
                  </a:lnTo>
                  <a:lnTo>
                    <a:pt x="7619" y="0"/>
                  </a:lnTo>
                  <a:lnTo>
                    <a:pt x="0" y="0"/>
                  </a:lnTo>
                  <a:lnTo>
                    <a:pt x="0" y="422910"/>
                  </a:lnTo>
                  <a:close/>
                </a:path>
              </a:pathLst>
            </a:custGeom>
            <a:solidFill>
              <a:srgbClr val="FFD211"/>
            </a:solidFill>
          </p:spPr>
          <p:txBody>
            <a:bodyPr wrap="square" lIns="0" tIns="0" rIns="0" bIns="0" rtlCol="0"/>
            <a:lstStyle/>
            <a:p/>
          </p:txBody>
        </p:sp>
        <p:sp>
          <p:nvSpPr>
            <p:cNvPr id="47" name="object 47"/>
            <p:cNvSpPr/>
            <p:nvPr/>
          </p:nvSpPr>
          <p:spPr>
            <a:xfrm>
              <a:off x="798830" y="1098550"/>
              <a:ext cx="7620" cy="422909"/>
            </a:xfrm>
            <a:custGeom>
              <a:avLst/>
              <a:gdLst/>
              <a:ahLst/>
              <a:cxnLst/>
              <a:rect l="l" t="t" r="r" b="b"/>
              <a:pathLst>
                <a:path w="7620" h="422909">
                  <a:moveTo>
                    <a:pt x="0" y="422910"/>
                  </a:moveTo>
                  <a:lnTo>
                    <a:pt x="7620" y="422910"/>
                  </a:lnTo>
                  <a:lnTo>
                    <a:pt x="7620" y="0"/>
                  </a:lnTo>
                  <a:lnTo>
                    <a:pt x="0" y="0"/>
                  </a:lnTo>
                  <a:lnTo>
                    <a:pt x="0" y="422910"/>
                  </a:lnTo>
                  <a:close/>
                </a:path>
              </a:pathLst>
            </a:custGeom>
            <a:solidFill>
              <a:srgbClr val="FFD10C"/>
            </a:solidFill>
          </p:spPr>
          <p:txBody>
            <a:bodyPr wrap="square" lIns="0" tIns="0" rIns="0" bIns="0" rtlCol="0"/>
            <a:lstStyle/>
            <a:p/>
          </p:txBody>
        </p:sp>
        <p:sp>
          <p:nvSpPr>
            <p:cNvPr id="48" name="object 48"/>
            <p:cNvSpPr/>
            <p:nvPr/>
          </p:nvSpPr>
          <p:spPr>
            <a:xfrm>
              <a:off x="541019" y="1521459"/>
              <a:ext cx="422909" cy="473709"/>
            </a:xfrm>
            <a:custGeom>
              <a:avLst/>
              <a:gdLst/>
              <a:ahLst/>
              <a:cxnLst/>
              <a:rect l="l" t="t" r="r" b="b"/>
              <a:pathLst>
                <a:path w="422909" h="473710">
                  <a:moveTo>
                    <a:pt x="422910" y="0"/>
                  </a:moveTo>
                  <a:lnTo>
                    <a:pt x="0" y="0"/>
                  </a:lnTo>
                  <a:lnTo>
                    <a:pt x="0" y="473710"/>
                  </a:lnTo>
                  <a:lnTo>
                    <a:pt x="422910" y="473710"/>
                  </a:lnTo>
                  <a:close/>
                </a:path>
              </a:pathLst>
            </a:custGeom>
            <a:solidFill>
              <a:srgbClr val="3333CC"/>
            </a:solidFill>
          </p:spPr>
          <p:txBody>
            <a:bodyPr wrap="square" lIns="0" tIns="0" rIns="0" bIns="0" rtlCol="0"/>
            <a:lstStyle/>
            <a:p/>
          </p:txBody>
        </p:sp>
        <p:sp>
          <p:nvSpPr>
            <p:cNvPr id="49" name="object 49"/>
            <p:cNvSpPr/>
            <p:nvPr/>
          </p:nvSpPr>
          <p:spPr>
            <a:xfrm>
              <a:off x="12661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FBFBFF"/>
            </a:solidFill>
          </p:spPr>
          <p:txBody>
            <a:bodyPr wrap="square" lIns="0" tIns="0" rIns="0" bIns="0" rtlCol="0"/>
            <a:lstStyle/>
            <a:p/>
          </p:txBody>
        </p:sp>
        <p:sp>
          <p:nvSpPr>
            <p:cNvPr id="50" name="object 50"/>
            <p:cNvSpPr/>
            <p:nvPr/>
          </p:nvSpPr>
          <p:spPr>
            <a:xfrm>
              <a:off x="12585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F7F7FD"/>
            </a:solidFill>
          </p:spPr>
          <p:txBody>
            <a:bodyPr wrap="square" lIns="0" tIns="0" rIns="0" bIns="0" rtlCol="0"/>
            <a:lstStyle/>
            <a:p/>
          </p:txBody>
        </p:sp>
        <p:sp>
          <p:nvSpPr>
            <p:cNvPr id="51" name="object 51"/>
            <p:cNvSpPr/>
            <p:nvPr/>
          </p:nvSpPr>
          <p:spPr>
            <a:xfrm>
              <a:off x="12509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F3F3FC"/>
            </a:solidFill>
          </p:spPr>
          <p:txBody>
            <a:bodyPr wrap="square" lIns="0" tIns="0" rIns="0" bIns="0" rtlCol="0"/>
            <a:lstStyle/>
            <a:p/>
          </p:txBody>
        </p:sp>
        <p:sp>
          <p:nvSpPr>
            <p:cNvPr id="52" name="object 52"/>
            <p:cNvSpPr/>
            <p:nvPr/>
          </p:nvSpPr>
          <p:spPr>
            <a:xfrm>
              <a:off x="1243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FEFFB"/>
            </a:solidFill>
          </p:spPr>
          <p:txBody>
            <a:bodyPr wrap="square" lIns="0" tIns="0" rIns="0" bIns="0" rtlCol="0"/>
            <a:lstStyle/>
            <a:p/>
          </p:txBody>
        </p:sp>
        <p:sp>
          <p:nvSpPr>
            <p:cNvPr id="53" name="object 53"/>
            <p:cNvSpPr/>
            <p:nvPr/>
          </p:nvSpPr>
          <p:spPr>
            <a:xfrm>
              <a:off x="12369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EBEBFA"/>
            </a:solidFill>
          </p:spPr>
          <p:txBody>
            <a:bodyPr wrap="square" lIns="0" tIns="0" rIns="0" bIns="0" rtlCol="0"/>
            <a:lstStyle/>
            <a:p/>
          </p:txBody>
        </p:sp>
        <p:sp>
          <p:nvSpPr>
            <p:cNvPr id="54" name="object 54"/>
            <p:cNvSpPr/>
            <p:nvPr/>
          </p:nvSpPr>
          <p:spPr>
            <a:xfrm>
              <a:off x="12293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E7E7F9"/>
            </a:solidFill>
          </p:spPr>
          <p:txBody>
            <a:bodyPr wrap="square" lIns="0" tIns="0" rIns="0" bIns="0" rtlCol="0"/>
            <a:lstStyle/>
            <a:p/>
          </p:txBody>
        </p:sp>
        <p:sp>
          <p:nvSpPr>
            <p:cNvPr id="55" name="object 55"/>
            <p:cNvSpPr/>
            <p:nvPr/>
          </p:nvSpPr>
          <p:spPr>
            <a:xfrm>
              <a:off x="12217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E3E3F8"/>
            </a:solidFill>
          </p:spPr>
          <p:txBody>
            <a:bodyPr wrap="square" lIns="0" tIns="0" rIns="0" bIns="0" rtlCol="0"/>
            <a:lstStyle/>
            <a:p/>
          </p:txBody>
        </p:sp>
        <p:sp>
          <p:nvSpPr>
            <p:cNvPr id="56" name="object 56"/>
            <p:cNvSpPr/>
            <p:nvPr/>
          </p:nvSpPr>
          <p:spPr>
            <a:xfrm>
              <a:off x="121538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DFDFF7"/>
            </a:solidFill>
          </p:spPr>
          <p:txBody>
            <a:bodyPr wrap="square" lIns="0" tIns="0" rIns="0" bIns="0" rtlCol="0"/>
            <a:lstStyle/>
            <a:p/>
          </p:txBody>
        </p:sp>
        <p:sp>
          <p:nvSpPr>
            <p:cNvPr id="57" name="object 57"/>
            <p:cNvSpPr/>
            <p:nvPr/>
          </p:nvSpPr>
          <p:spPr>
            <a:xfrm>
              <a:off x="120776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DBDBF6"/>
            </a:solidFill>
          </p:spPr>
          <p:txBody>
            <a:bodyPr wrap="square" lIns="0" tIns="0" rIns="0" bIns="0" rtlCol="0"/>
            <a:lstStyle/>
            <a:p/>
          </p:txBody>
        </p:sp>
        <p:sp>
          <p:nvSpPr>
            <p:cNvPr id="58" name="object 58"/>
            <p:cNvSpPr/>
            <p:nvPr/>
          </p:nvSpPr>
          <p:spPr>
            <a:xfrm>
              <a:off x="12001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7D7F5"/>
            </a:solidFill>
          </p:spPr>
          <p:txBody>
            <a:bodyPr wrap="square" lIns="0" tIns="0" rIns="0" bIns="0" rtlCol="0"/>
            <a:lstStyle/>
            <a:p/>
          </p:txBody>
        </p:sp>
        <p:sp>
          <p:nvSpPr>
            <p:cNvPr id="59" name="object 59"/>
            <p:cNvSpPr/>
            <p:nvPr/>
          </p:nvSpPr>
          <p:spPr>
            <a:xfrm>
              <a:off x="1192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D3D3F4"/>
            </a:solidFill>
          </p:spPr>
          <p:txBody>
            <a:bodyPr wrap="square" lIns="0" tIns="0" rIns="0" bIns="0" rtlCol="0"/>
            <a:lstStyle/>
            <a:p/>
          </p:txBody>
        </p:sp>
        <p:sp>
          <p:nvSpPr>
            <p:cNvPr id="60" name="object 60"/>
            <p:cNvSpPr/>
            <p:nvPr/>
          </p:nvSpPr>
          <p:spPr>
            <a:xfrm>
              <a:off x="11861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FCFF3"/>
            </a:solidFill>
          </p:spPr>
          <p:txBody>
            <a:bodyPr wrap="square" lIns="0" tIns="0" rIns="0" bIns="0" rtlCol="0"/>
            <a:lstStyle/>
            <a:p/>
          </p:txBody>
        </p:sp>
        <p:sp>
          <p:nvSpPr>
            <p:cNvPr id="61" name="object 61"/>
            <p:cNvSpPr/>
            <p:nvPr/>
          </p:nvSpPr>
          <p:spPr>
            <a:xfrm>
              <a:off x="11785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CCCF2"/>
            </a:solidFill>
          </p:spPr>
          <p:txBody>
            <a:bodyPr wrap="square" lIns="0" tIns="0" rIns="0" bIns="0" rtlCol="0"/>
            <a:lstStyle/>
            <a:p/>
          </p:txBody>
        </p:sp>
        <p:sp>
          <p:nvSpPr>
            <p:cNvPr id="62" name="object 62"/>
            <p:cNvSpPr/>
            <p:nvPr/>
          </p:nvSpPr>
          <p:spPr>
            <a:xfrm>
              <a:off x="11709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C8C8F1"/>
            </a:solidFill>
          </p:spPr>
          <p:txBody>
            <a:bodyPr wrap="square" lIns="0" tIns="0" rIns="0" bIns="0" rtlCol="0"/>
            <a:lstStyle/>
            <a:p/>
          </p:txBody>
        </p:sp>
        <p:sp>
          <p:nvSpPr>
            <p:cNvPr id="63" name="object 63"/>
            <p:cNvSpPr/>
            <p:nvPr/>
          </p:nvSpPr>
          <p:spPr>
            <a:xfrm>
              <a:off x="1163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C4C4F0"/>
            </a:solidFill>
          </p:spPr>
          <p:txBody>
            <a:bodyPr wrap="square" lIns="0" tIns="0" rIns="0" bIns="0" rtlCol="0"/>
            <a:lstStyle/>
            <a:p/>
          </p:txBody>
        </p:sp>
        <p:sp>
          <p:nvSpPr>
            <p:cNvPr id="64" name="object 64"/>
            <p:cNvSpPr/>
            <p:nvPr/>
          </p:nvSpPr>
          <p:spPr>
            <a:xfrm>
              <a:off x="11569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C0C0EF"/>
            </a:solidFill>
          </p:spPr>
          <p:txBody>
            <a:bodyPr wrap="square" lIns="0" tIns="0" rIns="0" bIns="0" rtlCol="0"/>
            <a:lstStyle/>
            <a:p/>
          </p:txBody>
        </p:sp>
        <p:sp>
          <p:nvSpPr>
            <p:cNvPr id="65" name="object 65"/>
            <p:cNvSpPr/>
            <p:nvPr/>
          </p:nvSpPr>
          <p:spPr>
            <a:xfrm>
              <a:off x="11493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CBCEE"/>
            </a:solidFill>
          </p:spPr>
          <p:txBody>
            <a:bodyPr wrap="square" lIns="0" tIns="0" rIns="0" bIns="0" rtlCol="0"/>
            <a:lstStyle/>
            <a:p/>
          </p:txBody>
        </p:sp>
        <p:sp>
          <p:nvSpPr>
            <p:cNvPr id="66" name="object 66"/>
            <p:cNvSpPr/>
            <p:nvPr/>
          </p:nvSpPr>
          <p:spPr>
            <a:xfrm>
              <a:off x="11417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B8B8ED"/>
            </a:solidFill>
          </p:spPr>
          <p:txBody>
            <a:bodyPr wrap="square" lIns="0" tIns="0" rIns="0" bIns="0" rtlCol="0"/>
            <a:lstStyle/>
            <a:p/>
          </p:txBody>
        </p:sp>
        <p:sp>
          <p:nvSpPr>
            <p:cNvPr id="67" name="object 67"/>
            <p:cNvSpPr/>
            <p:nvPr/>
          </p:nvSpPr>
          <p:spPr>
            <a:xfrm>
              <a:off x="11341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B4B4EC"/>
            </a:solidFill>
          </p:spPr>
          <p:txBody>
            <a:bodyPr wrap="square" lIns="0" tIns="0" rIns="0" bIns="0" rtlCol="0"/>
            <a:lstStyle/>
            <a:p/>
          </p:txBody>
        </p:sp>
        <p:sp>
          <p:nvSpPr>
            <p:cNvPr id="68" name="object 68"/>
            <p:cNvSpPr/>
            <p:nvPr/>
          </p:nvSpPr>
          <p:spPr>
            <a:xfrm>
              <a:off x="11277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B0B0EB"/>
            </a:solidFill>
          </p:spPr>
          <p:txBody>
            <a:bodyPr wrap="square" lIns="0" tIns="0" rIns="0" bIns="0" rtlCol="0"/>
            <a:lstStyle/>
            <a:p/>
          </p:txBody>
        </p:sp>
        <p:sp>
          <p:nvSpPr>
            <p:cNvPr id="69" name="object 69"/>
            <p:cNvSpPr/>
            <p:nvPr/>
          </p:nvSpPr>
          <p:spPr>
            <a:xfrm>
              <a:off x="11201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CACEA"/>
            </a:solidFill>
          </p:spPr>
          <p:txBody>
            <a:bodyPr wrap="square" lIns="0" tIns="0" rIns="0" bIns="0" rtlCol="0"/>
            <a:lstStyle/>
            <a:p/>
          </p:txBody>
        </p:sp>
        <p:sp>
          <p:nvSpPr>
            <p:cNvPr id="70" name="object 70"/>
            <p:cNvSpPr/>
            <p:nvPr/>
          </p:nvSpPr>
          <p:spPr>
            <a:xfrm>
              <a:off x="11125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A8A8E9"/>
            </a:solidFill>
          </p:spPr>
          <p:txBody>
            <a:bodyPr wrap="square" lIns="0" tIns="0" rIns="0" bIns="0" rtlCol="0"/>
            <a:lstStyle/>
            <a:p/>
          </p:txBody>
        </p:sp>
        <p:sp>
          <p:nvSpPr>
            <p:cNvPr id="71" name="object 71"/>
            <p:cNvSpPr/>
            <p:nvPr/>
          </p:nvSpPr>
          <p:spPr>
            <a:xfrm>
              <a:off x="11061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A4A4E8"/>
            </a:solidFill>
          </p:spPr>
          <p:txBody>
            <a:bodyPr wrap="square" lIns="0" tIns="0" rIns="0" bIns="0" rtlCol="0"/>
            <a:lstStyle/>
            <a:p/>
          </p:txBody>
        </p:sp>
        <p:sp>
          <p:nvSpPr>
            <p:cNvPr id="72" name="object 72"/>
            <p:cNvSpPr/>
            <p:nvPr/>
          </p:nvSpPr>
          <p:spPr>
            <a:xfrm>
              <a:off x="10985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A0A0E7"/>
            </a:solidFill>
          </p:spPr>
          <p:txBody>
            <a:bodyPr wrap="square" lIns="0" tIns="0" rIns="0" bIns="0" rtlCol="0"/>
            <a:lstStyle/>
            <a:p/>
          </p:txBody>
        </p:sp>
        <p:sp>
          <p:nvSpPr>
            <p:cNvPr id="73" name="object 73"/>
            <p:cNvSpPr/>
            <p:nvPr/>
          </p:nvSpPr>
          <p:spPr>
            <a:xfrm>
              <a:off x="10909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C9CE6"/>
            </a:solidFill>
          </p:spPr>
          <p:txBody>
            <a:bodyPr wrap="square" lIns="0" tIns="0" rIns="0" bIns="0" rtlCol="0"/>
            <a:lstStyle/>
            <a:p/>
          </p:txBody>
        </p:sp>
        <p:sp>
          <p:nvSpPr>
            <p:cNvPr id="74" name="object 74"/>
            <p:cNvSpPr/>
            <p:nvPr/>
          </p:nvSpPr>
          <p:spPr>
            <a:xfrm>
              <a:off x="108458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9898E5"/>
            </a:solidFill>
          </p:spPr>
          <p:txBody>
            <a:bodyPr wrap="square" lIns="0" tIns="0" rIns="0" bIns="0" rtlCol="0"/>
            <a:lstStyle/>
            <a:p/>
          </p:txBody>
        </p:sp>
        <p:sp>
          <p:nvSpPr>
            <p:cNvPr id="75" name="object 75"/>
            <p:cNvSpPr/>
            <p:nvPr/>
          </p:nvSpPr>
          <p:spPr>
            <a:xfrm>
              <a:off x="107696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9595E4"/>
            </a:solidFill>
          </p:spPr>
          <p:txBody>
            <a:bodyPr wrap="square" lIns="0" tIns="0" rIns="0" bIns="0" rtlCol="0"/>
            <a:lstStyle/>
            <a:p/>
          </p:txBody>
        </p:sp>
        <p:sp>
          <p:nvSpPr>
            <p:cNvPr id="76" name="object 76"/>
            <p:cNvSpPr/>
            <p:nvPr/>
          </p:nvSpPr>
          <p:spPr>
            <a:xfrm>
              <a:off x="10693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9191E3"/>
            </a:solidFill>
          </p:spPr>
          <p:txBody>
            <a:bodyPr wrap="square" lIns="0" tIns="0" rIns="0" bIns="0" rtlCol="0"/>
            <a:lstStyle/>
            <a:p/>
          </p:txBody>
        </p:sp>
        <p:sp>
          <p:nvSpPr>
            <p:cNvPr id="77" name="object 77"/>
            <p:cNvSpPr/>
            <p:nvPr/>
          </p:nvSpPr>
          <p:spPr>
            <a:xfrm>
              <a:off x="10617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8D8DE2"/>
            </a:solidFill>
          </p:spPr>
          <p:txBody>
            <a:bodyPr wrap="square" lIns="0" tIns="0" rIns="0" bIns="0" rtlCol="0"/>
            <a:lstStyle/>
            <a:p/>
          </p:txBody>
        </p:sp>
        <p:sp>
          <p:nvSpPr>
            <p:cNvPr id="78" name="object 78"/>
            <p:cNvSpPr/>
            <p:nvPr/>
          </p:nvSpPr>
          <p:spPr>
            <a:xfrm>
              <a:off x="105536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8989E1"/>
            </a:solidFill>
          </p:spPr>
          <p:txBody>
            <a:bodyPr wrap="square" lIns="0" tIns="0" rIns="0" bIns="0" rtlCol="0"/>
            <a:lstStyle/>
            <a:p/>
          </p:txBody>
        </p:sp>
        <p:sp>
          <p:nvSpPr>
            <p:cNvPr id="79" name="object 79"/>
            <p:cNvSpPr/>
            <p:nvPr/>
          </p:nvSpPr>
          <p:spPr>
            <a:xfrm>
              <a:off x="104775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585E0"/>
            </a:solidFill>
          </p:spPr>
          <p:txBody>
            <a:bodyPr wrap="square" lIns="0" tIns="0" rIns="0" bIns="0" rtlCol="0"/>
            <a:lstStyle/>
            <a:p/>
          </p:txBody>
        </p:sp>
        <p:sp>
          <p:nvSpPr>
            <p:cNvPr id="80" name="object 80"/>
            <p:cNvSpPr/>
            <p:nvPr/>
          </p:nvSpPr>
          <p:spPr>
            <a:xfrm>
              <a:off x="10401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8181DF"/>
            </a:solidFill>
          </p:spPr>
          <p:txBody>
            <a:bodyPr wrap="square" lIns="0" tIns="0" rIns="0" bIns="0" rtlCol="0"/>
            <a:lstStyle/>
            <a:p/>
          </p:txBody>
        </p:sp>
        <p:sp>
          <p:nvSpPr>
            <p:cNvPr id="81" name="object 81"/>
            <p:cNvSpPr/>
            <p:nvPr/>
          </p:nvSpPr>
          <p:spPr>
            <a:xfrm>
              <a:off x="10325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D7DDE"/>
            </a:solidFill>
          </p:spPr>
          <p:txBody>
            <a:bodyPr wrap="square" lIns="0" tIns="0" rIns="0" bIns="0" rtlCol="0"/>
            <a:lstStyle/>
            <a:p/>
          </p:txBody>
        </p:sp>
        <p:sp>
          <p:nvSpPr>
            <p:cNvPr id="82" name="object 82"/>
            <p:cNvSpPr/>
            <p:nvPr/>
          </p:nvSpPr>
          <p:spPr>
            <a:xfrm>
              <a:off x="102616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7979DD"/>
            </a:solidFill>
          </p:spPr>
          <p:txBody>
            <a:bodyPr wrap="square" lIns="0" tIns="0" rIns="0" bIns="0" rtlCol="0"/>
            <a:lstStyle/>
            <a:p/>
          </p:txBody>
        </p:sp>
        <p:sp>
          <p:nvSpPr>
            <p:cNvPr id="83" name="object 83"/>
            <p:cNvSpPr/>
            <p:nvPr/>
          </p:nvSpPr>
          <p:spPr>
            <a:xfrm>
              <a:off x="101853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7575DC"/>
            </a:solidFill>
          </p:spPr>
          <p:txBody>
            <a:bodyPr wrap="square" lIns="0" tIns="0" rIns="0" bIns="0" rtlCol="0"/>
            <a:lstStyle/>
            <a:p/>
          </p:txBody>
        </p:sp>
        <p:sp>
          <p:nvSpPr>
            <p:cNvPr id="84" name="object 84"/>
            <p:cNvSpPr/>
            <p:nvPr/>
          </p:nvSpPr>
          <p:spPr>
            <a:xfrm>
              <a:off x="10109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7171DB"/>
            </a:solidFill>
          </p:spPr>
          <p:txBody>
            <a:bodyPr wrap="square" lIns="0" tIns="0" rIns="0" bIns="0" rtlCol="0"/>
            <a:lstStyle/>
            <a:p/>
          </p:txBody>
        </p:sp>
        <p:sp>
          <p:nvSpPr>
            <p:cNvPr id="85" name="object 85"/>
            <p:cNvSpPr/>
            <p:nvPr/>
          </p:nvSpPr>
          <p:spPr>
            <a:xfrm>
              <a:off x="10033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D6DDA"/>
            </a:solidFill>
          </p:spPr>
          <p:txBody>
            <a:bodyPr wrap="square" lIns="0" tIns="0" rIns="0" bIns="0" rtlCol="0"/>
            <a:lstStyle/>
            <a:p/>
          </p:txBody>
        </p:sp>
        <p:sp>
          <p:nvSpPr>
            <p:cNvPr id="86" name="object 86"/>
            <p:cNvSpPr/>
            <p:nvPr/>
          </p:nvSpPr>
          <p:spPr>
            <a:xfrm>
              <a:off x="9969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6969D9"/>
            </a:solidFill>
          </p:spPr>
          <p:txBody>
            <a:bodyPr wrap="square" lIns="0" tIns="0" rIns="0" bIns="0" rtlCol="0"/>
            <a:lstStyle/>
            <a:p/>
          </p:txBody>
        </p:sp>
        <p:sp>
          <p:nvSpPr>
            <p:cNvPr id="87" name="object 87"/>
            <p:cNvSpPr/>
            <p:nvPr/>
          </p:nvSpPr>
          <p:spPr>
            <a:xfrm>
              <a:off x="9893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6666D8"/>
            </a:solidFill>
          </p:spPr>
          <p:txBody>
            <a:bodyPr wrap="square" lIns="0" tIns="0" rIns="0" bIns="0" rtlCol="0"/>
            <a:lstStyle/>
            <a:p/>
          </p:txBody>
        </p:sp>
        <p:sp>
          <p:nvSpPr>
            <p:cNvPr id="88" name="object 88"/>
            <p:cNvSpPr/>
            <p:nvPr/>
          </p:nvSpPr>
          <p:spPr>
            <a:xfrm>
              <a:off x="981710"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6262D7"/>
            </a:solidFill>
          </p:spPr>
          <p:txBody>
            <a:bodyPr wrap="square" lIns="0" tIns="0" rIns="0" bIns="0" rtlCol="0"/>
            <a:lstStyle/>
            <a:p/>
          </p:txBody>
        </p:sp>
        <p:sp>
          <p:nvSpPr>
            <p:cNvPr id="89" name="object 89"/>
            <p:cNvSpPr/>
            <p:nvPr/>
          </p:nvSpPr>
          <p:spPr>
            <a:xfrm>
              <a:off x="974089"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E5ED6"/>
            </a:solidFill>
          </p:spPr>
          <p:txBody>
            <a:bodyPr wrap="square" lIns="0" tIns="0" rIns="0" bIns="0" rtlCol="0"/>
            <a:lstStyle/>
            <a:p/>
          </p:txBody>
        </p:sp>
        <p:sp>
          <p:nvSpPr>
            <p:cNvPr id="90" name="object 90"/>
            <p:cNvSpPr/>
            <p:nvPr/>
          </p:nvSpPr>
          <p:spPr>
            <a:xfrm>
              <a:off x="967739"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5A5AD5"/>
            </a:solidFill>
          </p:spPr>
          <p:txBody>
            <a:bodyPr wrap="square" lIns="0" tIns="0" rIns="0" bIns="0" rtlCol="0"/>
            <a:lstStyle/>
            <a:p/>
          </p:txBody>
        </p:sp>
        <p:sp>
          <p:nvSpPr>
            <p:cNvPr id="91" name="object 91"/>
            <p:cNvSpPr/>
            <p:nvPr/>
          </p:nvSpPr>
          <p:spPr>
            <a:xfrm>
              <a:off x="9601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5656D4"/>
            </a:solidFill>
          </p:spPr>
          <p:txBody>
            <a:bodyPr wrap="square" lIns="0" tIns="0" rIns="0" bIns="0" rtlCol="0"/>
            <a:lstStyle/>
            <a:p/>
          </p:txBody>
        </p:sp>
        <p:sp>
          <p:nvSpPr>
            <p:cNvPr id="92" name="object 92"/>
            <p:cNvSpPr/>
            <p:nvPr/>
          </p:nvSpPr>
          <p:spPr>
            <a:xfrm>
              <a:off x="95250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5252D3"/>
            </a:solidFill>
          </p:spPr>
          <p:txBody>
            <a:bodyPr wrap="square" lIns="0" tIns="0" rIns="0" bIns="0" rtlCol="0"/>
            <a:lstStyle/>
            <a:p/>
          </p:txBody>
        </p:sp>
        <p:sp>
          <p:nvSpPr>
            <p:cNvPr id="93" name="object 93"/>
            <p:cNvSpPr/>
            <p:nvPr/>
          </p:nvSpPr>
          <p:spPr>
            <a:xfrm>
              <a:off x="94615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4E4ED2"/>
            </a:solidFill>
          </p:spPr>
          <p:txBody>
            <a:bodyPr wrap="square" lIns="0" tIns="0" rIns="0" bIns="0" rtlCol="0"/>
            <a:lstStyle/>
            <a:p/>
          </p:txBody>
        </p:sp>
        <p:sp>
          <p:nvSpPr>
            <p:cNvPr id="94" name="object 94"/>
            <p:cNvSpPr/>
            <p:nvPr/>
          </p:nvSpPr>
          <p:spPr>
            <a:xfrm>
              <a:off x="93853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A4AD1"/>
            </a:solidFill>
          </p:spPr>
          <p:txBody>
            <a:bodyPr wrap="square" lIns="0" tIns="0" rIns="0" bIns="0" rtlCol="0"/>
            <a:lstStyle/>
            <a:p/>
          </p:txBody>
        </p:sp>
        <p:sp>
          <p:nvSpPr>
            <p:cNvPr id="95" name="object 95"/>
            <p:cNvSpPr/>
            <p:nvPr/>
          </p:nvSpPr>
          <p:spPr>
            <a:xfrm>
              <a:off x="93090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4646D0"/>
            </a:solidFill>
          </p:spPr>
          <p:txBody>
            <a:bodyPr wrap="square" lIns="0" tIns="0" rIns="0" bIns="0" rtlCol="0"/>
            <a:lstStyle/>
            <a:p/>
          </p:txBody>
        </p:sp>
        <p:sp>
          <p:nvSpPr>
            <p:cNvPr id="96" name="object 96"/>
            <p:cNvSpPr/>
            <p:nvPr/>
          </p:nvSpPr>
          <p:spPr>
            <a:xfrm>
              <a:off x="923290" y="1520190"/>
              <a:ext cx="7620" cy="476250"/>
            </a:xfrm>
            <a:custGeom>
              <a:avLst/>
              <a:gdLst/>
              <a:ahLst/>
              <a:cxnLst/>
              <a:rect l="l" t="t" r="r" b="b"/>
              <a:pathLst>
                <a:path w="7619" h="476250">
                  <a:moveTo>
                    <a:pt x="7619" y="0"/>
                  </a:moveTo>
                  <a:lnTo>
                    <a:pt x="0" y="0"/>
                  </a:lnTo>
                  <a:lnTo>
                    <a:pt x="0" y="476250"/>
                  </a:lnTo>
                  <a:lnTo>
                    <a:pt x="7619" y="476250"/>
                  </a:lnTo>
                  <a:lnTo>
                    <a:pt x="7619" y="0"/>
                  </a:lnTo>
                  <a:close/>
                </a:path>
              </a:pathLst>
            </a:custGeom>
            <a:solidFill>
              <a:srgbClr val="4242CF"/>
            </a:solidFill>
          </p:spPr>
          <p:txBody>
            <a:bodyPr wrap="square" lIns="0" tIns="0" rIns="0" bIns="0" rtlCol="0"/>
            <a:lstStyle/>
            <a:p/>
          </p:txBody>
        </p:sp>
        <p:sp>
          <p:nvSpPr>
            <p:cNvPr id="97" name="object 97"/>
            <p:cNvSpPr/>
            <p:nvPr/>
          </p:nvSpPr>
          <p:spPr>
            <a:xfrm>
              <a:off x="916940" y="1520190"/>
              <a:ext cx="6350" cy="476250"/>
            </a:xfrm>
            <a:custGeom>
              <a:avLst/>
              <a:gdLst/>
              <a:ahLst/>
              <a:cxnLst/>
              <a:rect l="l" t="t" r="r" b="b"/>
              <a:pathLst>
                <a:path w="6350" h="476250">
                  <a:moveTo>
                    <a:pt x="6350" y="0"/>
                  </a:moveTo>
                  <a:lnTo>
                    <a:pt x="0" y="0"/>
                  </a:lnTo>
                  <a:lnTo>
                    <a:pt x="0" y="476250"/>
                  </a:lnTo>
                  <a:lnTo>
                    <a:pt x="6350" y="476250"/>
                  </a:lnTo>
                  <a:lnTo>
                    <a:pt x="6350" y="0"/>
                  </a:lnTo>
                  <a:close/>
                </a:path>
              </a:pathLst>
            </a:custGeom>
            <a:solidFill>
              <a:srgbClr val="3E3ECE"/>
            </a:solidFill>
          </p:spPr>
          <p:txBody>
            <a:bodyPr wrap="square" lIns="0" tIns="0" rIns="0" bIns="0" rtlCol="0"/>
            <a:lstStyle/>
            <a:p/>
          </p:txBody>
        </p:sp>
        <p:sp>
          <p:nvSpPr>
            <p:cNvPr id="98" name="object 98"/>
            <p:cNvSpPr/>
            <p:nvPr/>
          </p:nvSpPr>
          <p:spPr>
            <a:xfrm>
              <a:off x="909319" y="1520190"/>
              <a:ext cx="7620" cy="476250"/>
            </a:xfrm>
            <a:custGeom>
              <a:avLst/>
              <a:gdLst/>
              <a:ahLst/>
              <a:cxnLst/>
              <a:rect l="l" t="t" r="r" b="b"/>
              <a:pathLst>
                <a:path w="7619" h="476250">
                  <a:moveTo>
                    <a:pt x="7620" y="0"/>
                  </a:moveTo>
                  <a:lnTo>
                    <a:pt x="0" y="0"/>
                  </a:lnTo>
                  <a:lnTo>
                    <a:pt x="0" y="476250"/>
                  </a:lnTo>
                  <a:lnTo>
                    <a:pt x="7620" y="476250"/>
                  </a:lnTo>
                  <a:lnTo>
                    <a:pt x="7620" y="0"/>
                  </a:lnTo>
                  <a:close/>
                </a:path>
              </a:pathLst>
            </a:custGeom>
            <a:solidFill>
              <a:srgbClr val="3A3ACD"/>
            </a:solidFill>
          </p:spPr>
          <p:txBody>
            <a:bodyPr wrap="square" lIns="0" tIns="0" rIns="0" bIns="0" rtlCol="0"/>
            <a:lstStyle/>
            <a:p/>
          </p:txBody>
        </p:sp>
        <p:sp>
          <p:nvSpPr>
            <p:cNvPr id="99" name="object 99"/>
            <p:cNvSpPr/>
            <p:nvPr/>
          </p:nvSpPr>
          <p:spPr>
            <a:xfrm>
              <a:off x="443229" y="1447800"/>
              <a:ext cx="245110" cy="245110"/>
            </a:xfrm>
            <a:prstGeom prst="rect">
              <a:avLst/>
            </a:prstGeom>
            <a:blipFill>
              <a:blip r:embed="rId1" cstate="print"/>
              <a:stretch>
                <a:fillRect/>
              </a:stretch>
            </a:blipFill>
          </p:spPr>
          <p:txBody>
            <a:bodyPr wrap="square" lIns="0" tIns="0" rIns="0" bIns="0" rtlCol="0"/>
            <a:lstStyle/>
            <a:p/>
          </p:txBody>
        </p:sp>
        <p:sp>
          <p:nvSpPr>
            <p:cNvPr id="100" name="object 100"/>
            <p:cNvSpPr/>
            <p:nvPr/>
          </p:nvSpPr>
          <p:spPr>
            <a:xfrm>
              <a:off x="431800" y="1447800"/>
              <a:ext cx="256540" cy="256540"/>
            </a:xfrm>
            <a:custGeom>
              <a:avLst/>
              <a:gdLst/>
              <a:ahLst/>
              <a:cxnLst/>
              <a:rect l="l" t="t" r="r" b="b"/>
              <a:pathLst>
                <a:path w="256540" h="256539">
                  <a:moveTo>
                    <a:pt x="11429" y="0"/>
                  </a:moveTo>
                  <a:lnTo>
                    <a:pt x="0" y="0"/>
                  </a:lnTo>
                  <a:lnTo>
                    <a:pt x="256539" y="256539"/>
                  </a:lnTo>
                  <a:lnTo>
                    <a:pt x="256539" y="245110"/>
                  </a:lnTo>
                  <a:lnTo>
                    <a:pt x="11429" y="0"/>
                  </a:lnTo>
                  <a:close/>
                </a:path>
              </a:pathLst>
            </a:custGeom>
            <a:solidFill>
              <a:srgbClr val="FF3E3E"/>
            </a:solidFill>
          </p:spPr>
          <p:txBody>
            <a:bodyPr wrap="square" lIns="0" tIns="0" rIns="0" bIns="0" rtlCol="0"/>
            <a:lstStyle/>
            <a:p/>
          </p:txBody>
        </p:sp>
        <p:sp>
          <p:nvSpPr>
            <p:cNvPr id="101" name="object 101"/>
            <p:cNvSpPr/>
            <p:nvPr/>
          </p:nvSpPr>
          <p:spPr>
            <a:xfrm>
              <a:off x="421640" y="1447800"/>
              <a:ext cx="266700" cy="266700"/>
            </a:xfrm>
            <a:custGeom>
              <a:avLst/>
              <a:gdLst/>
              <a:ahLst/>
              <a:cxnLst/>
              <a:rect l="l" t="t" r="r" b="b"/>
              <a:pathLst>
                <a:path w="266700" h="266700">
                  <a:moveTo>
                    <a:pt x="10160" y="0"/>
                  </a:moveTo>
                  <a:lnTo>
                    <a:pt x="0" y="0"/>
                  </a:lnTo>
                  <a:lnTo>
                    <a:pt x="266700" y="266700"/>
                  </a:lnTo>
                  <a:lnTo>
                    <a:pt x="266700" y="256539"/>
                  </a:lnTo>
                  <a:lnTo>
                    <a:pt x="10160" y="0"/>
                  </a:lnTo>
                  <a:close/>
                </a:path>
              </a:pathLst>
            </a:custGeom>
            <a:solidFill>
              <a:srgbClr val="FF4040"/>
            </a:solidFill>
          </p:spPr>
          <p:txBody>
            <a:bodyPr wrap="square" lIns="0" tIns="0" rIns="0" bIns="0" rtlCol="0"/>
            <a:lstStyle/>
            <a:p/>
          </p:txBody>
        </p:sp>
        <p:sp>
          <p:nvSpPr>
            <p:cNvPr id="102" name="object 102"/>
            <p:cNvSpPr/>
            <p:nvPr/>
          </p:nvSpPr>
          <p:spPr>
            <a:xfrm>
              <a:off x="411849" y="1447800"/>
              <a:ext cx="276860" cy="276225"/>
            </a:xfrm>
            <a:custGeom>
              <a:avLst/>
              <a:gdLst/>
              <a:ahLst/>
              <a:cxnLst/>
              <a:rect l="l" t="t" r="r" b="b"/>
              <a:pathLst>
                <a:path w="276859" h="276225">
                  <a:moveTo>
                    <a:pt x="9790" y="0"/>
                  </a:moveTo>
                  <a:lnTo>
                    <a:pt x="0" y="0"/>
                  </a:lnTo>
                  <a:lnTo>
                    <a:pt x="276490" y="275779"/>
                  </a:lnTo>
                  <a:lnTo>
                    <a:pt x="276490" y="266700"/>
                  </a:lnTo>
                  <a:lnTo>
                    <a:pt x="9790" y="0"/>
                  </a:lnTo>
                  <a:close/>
                </a:path>
              </a:pathLst>
            </a:custGeom>
            <a:solidFill>
              <a:srgbClr val="FF4343"/>
            </a:solidFill>
          </p:spPr>
          <p:txBody>
            <a:bodyPr wrap="square" lIns="0" tIns="0" rIns="0" bIns="0" rtlCol="0"/>
            <a:lstStyle/>
            <a:p/>
          </p:txBody>
        </p:sp>
        <p:sp>
          <p:nvSpPr>
            <p:cNvPr id="103" name="object 103"/>
            <p:cNvSpPr/>
            <p:nvPr/>
          </p:nvSpPr>
          <p:spPr>
            <a:xfrm>
              <a:off x="401320" y="1447800"/>
              <a:ext cx="287020" cy="287020"/>
            </a:xfrm>
            <a:custGeom>
              <a:avLst/>
              <a:gdLst/>
              <a:ahLst/>
              <a:cxnLst/>
              <a:rect l="l" t="t" r="r" b="b"/>
              <a:pathLst>
                <a:path w="287020" h="287019">
                  <a:moveTo>
                    <a:pt x="10529" y="0"/>
                  </a:moveTo>
                  <a:lnTo>
                    <a:pt x="0" y="0"/>
                  </a:lnTo>
                  <a:lnTo>
                    <a:pt x="287020" y="287019"/>
                  </a:lnTo>
                  <a:lnTo>
                    <a:pt x="287020" y="275779"/>
                  </a:lnTo>
                  <a:lnTo>
                    <a:pt x="10529" y="0"/>
                  </a:lnTo>
                  <a:close/>
                </a:path>
              </a:pathLst>
            </a:custGeom>
            <a:solidFill>
              <a:srgbClr val="FF4545"/>
            </a:solidFill>
          </p:spPr>
          <p:txBody>
            <a:bodyPr wrap="square" lIns="0" tIns="0" rIns="0" bIns="0" rtlCol="0"/>
            <a:lstStyle/>
            <a:p/>
          </p:txBody>
        </p:sp>
        <p:sp>
          <p:nvSpPr>
            <p:cNvPr id="104" name="object 104"/>
            <p:cNvSpPr/>
            <p:nvPr/>
          </p:nvSpPr>
          <p:spPr>
            <a:xfrm>
              <a:off x="391159" y="1447800"/>
              <a:ext cx="297180" cy="297180"/>
            </a:xfrm>
            <a:custGeom>
              <a:avLst/>
              <a:gdLst/>
              <a:ahLst/>
              <a:cxnLst/>
              <a:rect l="l" t="t" r="r" b="b"/>
              <a:pathLst>
                <a:path w="297180" h="297180">
                  <a:moveTo>
                    <a:pt x="10159" y="0"/>
                  </a:moveTo>
                  <a:lnTo>
                    <a:pt x="0" y="0"/>
                  </a:lnTo>
                  <a:lnTo>
                    <a:pt x="297180" y="297180"/>
                  </a:lnTo>
                  <a:lnTo>
                    <a:pt x="297180" y="287019"/>
                  </a:lnTo>
                  <a:lnTo>
                    <a:pt x="10159" y="0"/>
                  </a:lnTo>
                  <a:close/>
                </a:path>
              </a:pathLst>
            </a:custGeom>
            <a:solidFill>
              <a:srgbClr val="FF4848"/>
            </a:solidFill>
          </p:spPr>
          <p:txBody>
            <a:bodyPr wrap="square" lIns="0" tIns="0" rIns="0" bIns="0" rtlCol="0"/>
            <a:lstStyle/>
            <a:p/>
          </p:txBody>
        </p:sp>
        <p:sp>
          <p:nvSpPr>
            <p:cNvPr id="105" name="object 105"/>
            <p:cNvSpPr/>
            <p:nvPr/>
          </p:nvSpPr>
          <p:spPr>
            <a:xfrm>
              <a:off x="381000" y="1447800"/>
              <a:ext cx="307340" cy="307340"/>
            </a:xfrm>
            <a:custGeom>
              <a:avLst/>
              <a:gdLst/>
              <a:ahLst/>
              <a:cxnLst/>
              <a:rect l="l" t="t" r="r" b="b"/>
              <a:pathLst>
                <a:path w="307340" h="307339">
                  <a:moveTo>
                    <a:pt x="10159" y="0"/>
                  </a:moveTo>
                  <a:lnTo>
                    <a:pt x="0" y="0"/>
                  </a:lnTo>
                  <a:lnTo>
                    <a:pt x="307339" y="307339"/>
                  </a:lnTo>
                  <a:lnTo>
                    <a:pt x="307339" y="297180"/>
                  </a:lnTo>
                  <a:lnTo>
                    <a:pt x="10159" y="0"/>
                  </a:lnTo>
                  <a:close/>
                </a:path>
              </a:pathLst>
            </a:custGeom>
            <a:solidFill>
              <a:srgbClr val="FF4B4B"/>
            </a:solidFill>
          </p:spPr>
          <p:txBody>
            <a:bodyPr wrap="square" lIns="0" tIns="0" rIns="0" bIns="0" rtlCol="0"/>
            <a:lstStyle/>
            <a:p/>
          </p:txBody>
        </p:sp>
        <p:sp>
          <p:nvSpPr>
            <p:cNvPr id="106" name="object 106"/>
            <p:cNvSpPr/>
            <p:nvPr/>
          </p:nvSpPr>
          <p:spPr>
            <a:xfrm>
              <a:off x="370840" y="1447800"/>
              <a:ext cx="317500" cy="317500"/>
            </a:xfrm>
            <a:custGeom>
              <a:avLst/>
              <a:gdLst/>
              <a:ahLst/>
              <a:cxnLst/>
              <a:rect l="l" t="t" r="r" b="b"/>
              <a:pathLst>
                <a:path w="317500" h="317500">
                  <a:moveTo>
                    <a:pt x="10160" y="0"/>
                  </a:moveTo>
                  <a:lnTo>
                    <a:pt x="0" y="0"/>
                  </a:lnTo>
                  <a:lnTo>
                    <a:pt x="317500" y="317500"/>
                  </a:lnTo>
                  <a:lnTo>
                    <a:pt x="317500" y="307339"/>
                  </a:lnTo>
                  <a:lnTo>
                    <a:pt x="10160" y="0"/>
                  </a:lnTo>
                  <a:close/>
                </a:path>
              </a:pathLst>
            </a:custGeom>
            <a:solidFill>
              <a:srgbClr val="FF4D4D"/>
            </a:solidFill>
          </p:spPr>
          <p:txBody>
            <a:bodyPr wrap="square" lIns="0" tIns="0" rIns="0" bIns="0" rtlCol="0"/>
            <a:lstStyle/>
            <a:p/>
          </p:txBody>
        </p:sp>
        <p:sp>
          <p:nvSpPr>
            <p:cNvPr id="107" name="object 107"/>
            <p:cNvSpPr/>
            <p:nvPr/>
          </p:nvSpPr>
          <p:spPr>
            <a:xfrm>
              <a:off x="360679" y="1447800"/>
              <a:ext cx="327660" cy="327660"/>
            </a:xfrm>
            <a:custGeom>
              <a:avLst/>
              <a:gdLst/>
              <a:ahLst/>
              <a:cxnLst/>
              <a:rect l="l" t="t" r="r" b="b"/>
              <a:pathLst>
                <a:path w="327659" h="327660">
                  <a:moveTo>
                    <a:pt x="10159" y="0"/>
                  </a:moveTo>
                  <a:lnTo>
                    <a:pt x="0" y="0"/>
                  </a:lnTo>
                  <a:lnTo>
                    <a:pt x="327659" y="327660"/>
                  </a:lnTo>
                  <a:lnTo>
                    <a:pt x="327659" y="317500"/>
                  </a:lnTo>
                  <a:lnTo>
                    <a:pt x="10159" y="0"/>
                  </a:lnTo>
                  <a:close/>
                </a:path>
              </a:pathLst>
            </a:custGeom>
            <a:solidFill>
              <a:srgbClr val="FF5050"/>
            </a:solidFill>
          </p:spPr>
          <p:txBody>
            <a:bodyPr wrap="square" lIns="0" tIns="0" rIns="0" bIns="0" rtlCol="0"/>
            <a:lstStyle/>
            <a:p/>
          </p:txBody>
        </p:sp>
        <p:sp>
          <p:nvSpPr>
            <p:cNvPr id="108" name="object 108"/>
            <p:cNvSpPr/>
            <p:nvPr/>
          </p:nvSpPr>
          <p:spPr>
            <a:xfrm>
              <a:off x="350520" y="1447800"/>
              <a:ext cx="337820" cy="337820"/>
            </a:xfrm>
            <a:custGeom>
              <a:avLst/>
              <a:gdLst/>
              <a:ahLst/>
              <a:cxnLst/>
              <a:rect l="l" t="t" r="r" b="b"/>
              <a:pathLst>
                <a:path w="337820" h="337819">
                  <a:moveTo>
                    <a:pt x="10160" y="0"/>
                  </a:moveTo>
                  <a:lnTo>
                    <a:pt x="0" y="0"/>
                  </a:lnTo>
                  <a:lnTo>
                    <a:pt x="337820" y="337819"/>
                  </a:lnTo>
                  <a:lnTo>
                    <a:pt x="337820" y="327660"/>
                  </a:lnTo>
                  <a:lnTo>
                    <a:pt x="10160" y="0"/>
                  </a:lnTo>
                  <a:close/>
                </a:path>
              </a:pathLst>
            </a:custGeom>
            <a:solidFill>
              <a:srgbClr val="FF5353"/>
            </a:solidFill>
          </p:spPr>
          <p:txBody>
            <a:bodyPr wrap="square" lIns="0" tIns="0" rIns="0" bIns="0" rtlCol="0"/>
            <a:lstStyle/>
            <a:p/>
          </p:txBody>
        </p:sp>
        <p:sp>
          <p:nvSpPr>
            <p:cNvPr id="109" name="object 109"/>
            <p:cNvSpPr/>
            <p:nvPr/>
          </p:nvSpPr>
          <p:spPr>
            <a:xfrm>
              <a:off x="340359" y="1447800"/>
              <a:ext cx="347980" cy="347980"/>
            </a:xfrm>
            <a:custGeom>
              <a:avLst/>
              <a:gdLst/>
              <a:ahLst/>
              <a:cxnLst/>
              <a:rect l="l" t="t" r="r" b="b"/>
              <a:pathLst>
                <a:path w="347980" h="347980">
                  <a:moveTo>
                    <a:pt x="10159" y="0"/>
                  </a:moveTo>
                  <a:lnTo>
                    <a:pt x="0" y="0"/>
                  </a:lnTo>
                  <a:lnTo>
                    <a:pt x="347980" y="347980"/>
                  </a:lnTo>
                  <a:lnTo>
                    <a:pt x="347979" y="337819"/>
                  </a:lnTo>
                  <a:lnTo>
                    <a:pt x="10159" y="0"/>
                  </a:lnTo>
                  <a:close/>
                </a:path>
              </a:pathLst>
            </a:custGeom>
            <a:solidFill>
              <a:srgbClr val="FF5555"/>
            </a:solidFill>
          </p:spPr>
          <p:txBody>
            <a:bodyPr wrap="square" lIns="0" tIns="0" rIns="0" bIns="0" rtlCol="0"/>
            <a:lstStyle/>
            <a:p/>
          </p:txBody>
        </p:sp>
        <p:sp>
          <p:nvSpPr>
            <p:cNvPr id="110" name="object 110"/>
            <p:cNvSpPr/>
            <p:nvPr/>
          </p:nvSpPr>
          <p:spPr>
            <a:xfrm>
              <a:off x="330200" y="1447800"/>
              <a:ext cx="358140" cy="358140"/>
            </a:xfrm>
            <a:custGeom>
              <a:avLst/>
              <a:gdLst/>
              <a:ahLst/>
              <a:cxnLst/>
              <a:rect l="l" t="t" r="r" b="b"/>
              <a:pathLst>
                <a:path w="358140" h="358139">
                  <a:moveTo>
                    <a:pt x="10159" y="0"/>
                  </a:moveTo>
                  <a:lnTo>
                    <a:pt x="0" y="0"/>
                  </a:lnTo>
                  <a:lnTo>
                    <a:pt x="358139" y="358139"/>
                  </a:lnTo>
                  <a:lnTo>
                    <a:pt x="358139" y="347980"/>
                  </a:lnTo>
                  <a:lnTo>
                    <a:pt x="10159" y="0"/>
                  </a:lnTo>
                  <a:close/>
                </a:path>
              </a:pathLst>
            </a:custGeom>
            <a:solidFill>
              <a:srgbClr val="FF5858"/>
            </a:solidFill>
          </p:spPr>
          <p:txBody>
            <a:bodyPr wrap="square" lIns="0" tIns="0" rIns="0" bIns="0" rtlCol="0"/>
            <a:lstStyle/>
            <a:p/>
          </p:txBody>
        </p:sp>
        <p:sp>
          <p:nvSpPr>
            <p:cNvPr id="111" name="object 111"/>
            <p:cNvSpPr/>
            <p:nvPr/>
          </p:nvSpPr>
          <p:spPr>
            <a:xfrm>
              <a:off x="318770" y="1447800"/>
              <a:ext cx="369570" cy="369570"/>
            </a:xfrm>
            <a:custGeom>
              <a:avLst/>
              <a:gdLst/>
              <a:ahLst/>
              <a:cxnLst/>
              <a:rect l="l" t="t" r="r" b="b"/>
              <a:pathLst>
                <a:path w="369570" h="369569">
                  <a:moveTo>
                    <a:pt x="11429" y="0"/>
                  </a:moveTo>
                  <a:lnTo>
                    <a:pt x="0" y="0"/>
                  </a:lnTo>
                  <a:lnTo>
                    <a:pt x="369569" y="369569"/>
                  </a:lnTo>
                  <a:lnTo>
                    <a:pt x="369569" y="358139"/>
                  </a:lnTo>
                  <a:lnTo>
                    <a:pt x="11429" y="0"/>
                  </a:lnTo>
                  <a:close/>
                </a:path>
              </a:pathLst>
            </a:custGeom>
            <a:solidFill>
              <a:srgbClr val="FF5B5B"/>
            </a:solidFill>
          </p:spPr>
          <p:txBody>
            <a:bodyPr wrap="square" lIns="0" tIns="0" rIns="0" bIns="0" rtlCol="0"/>
            <a:lstStyle/>
            <a:p/>
          </p:txBody>
        </p:sp>
        <p:sp>
          <p:nvSpPr>
            <p:cNvPr id="112" name="object 112"/>
            <p:cNvSpPr/>
            <p:nvPr/>
          </p:nvSpPr>
          <p:spPr>
            <a:xfrm>
              <a:off x="308610" y="1447800"/>
              <a:ext cx="379730" cy="379730"/>
            </a:xfrm>
            <a:custGeom>
              <a:avLst/>
              <a:gdLst/>
              <a:ahLst/>
              <a:cxnLst/>
              <a:rect l="l" t="t" r="r" b="b"/>
              <a:pathLst>
                <a:path w="379730" h="379730">
                  <a:moveTo>
                    <a:pt x="10160" y="0"/>
                  </a:moveTo>
                  <a:lnTo>
                    <a:pt x="0" y="0"/>
                  </a:lnTo>
                  <a:lnTo>
                    <a:pt x="379730" y="379730"/>
                  </a:lnTo>
                  <a:lnTo>
                    <a:pt x="379730" y="369570"/>
                  </a:lnTo>
                  <a:lnTo>
                    <a:pt x="10160" y="0"/>
                  </a:lnTo>
                  <a:close/>
                </a:path>
              </a:pathLst>
            </a:custGeom>
            <a:solidFill>
              <a:srgbClr val="FF5D5D"/>
            </a:solidFill>
          </p:spPr>
          <p:txBody>
            <a:bodyPr wrap="square" lIns="0" tIns="0" rIns="0" bIns="0" rtlCol="0"/>
            <a:lstStyle/>
            <a:p/>
          </p:txBody>
        </p:sp>
        <p:sp>
          <p:nvSpPr>
            <p:cNvPr id="113" name="object 113"/>
            <p:cNvSpPr/>
            <p:nvPr/>
          </p:nvSpPr>
          <p:spPr>
            <a:xfrm>
              <a:off x="299494" y="1447800"/>
              <a:ext cx="389255" cy="389890"/>
            </a:xfrm>
            <a:custGeom>
              <a:avLst/>
              <a:gdLst/>
              <a:ahLst/>
              <a:cxnLst/>
              <a:rect l="l" t="t" r="r" b="b"/>
              <a:pathLst>
                <a:path w="389255" h="389889">
                  <a:moveTo>
                    <a:pt x="9115" y="0"/>
                  </a:moveTo>
                  <a:lnTo>
                    <a:pt x="0" y="0"/>
                  </a:lnTo>
                  <a:lnTo>
                    <a:pt x="388845" y="389847"/>
                  </a:lnTo>
                  <a:lnTo>
                    <a:pt x="388845" y="379730"/>
                  </a:lnTo>
                  <a:lnTo>
                    <a:pt x="9115" y="0"/>
                  </a:lnTo>
                  <a:close/>
                </a:path>
              </a:pathLst>
            </a:custGeom>
            <a:solidFill>
              <a:srgbClr val="FF6060"/>
            </a:solidFill>
          </p:spPr>
          <p:txBody>
            <a:bodyPr wrap="square" lIns="0" tIns="0" rIns="0" bIns="0" rtlCol="0"/>
            <a:lstStyle/>
            <a:p/>
          </p:txBody>
        </p:sp>
        <p:sp>
          <p:nvSpPr>
            <p:cNvPr id="114" name="object 114"/>
            <p:cNvSpPr/>
            <p:nvPr/>
          </p:nvSpPr>
          <p:spPr>
            <a:xfrm>
              <a:off x="288289" y="1447800"/>
              <a:ext cx="400050" cy="400050"/>
            </a:xfrm>
            <a:custGeom>
              <a:avLst/>
              <a:gdLst/>
              <a:ahLst/>
              <a:cxnLst/>
              <a:rect l="l" t="t" r="r" b="b"/>
              <a:pathLst>
                <a:path w="400050" h="400050">
                  <a:moveTo>
                    <a:pt x="11204" y="0"/>
                  </a:moveTo>
                  <a:lnTo>
                    <a:pt x="0" y="0"/>
                  </a:lnTo>
                  <a:lnTo>
                    <a:pt x="400050" y="400050"/>
                  </a:lnTo>
                  <a:lnTo>
                    <a:pt x="400050" y="389847"/>
                  </a:lnTo>
                  <a:lnTo>
                    <a:pt x="11204" y="0"/>
                  </a:lnTo>
                  <a:close/>
                </a:path>
              </a:pathLst>
            </a:custGeom>
            <a:solidFill>
              <a:srgbClr val="FF6262"/>
            </a:solidFill>
          </p:spPr>
          <p:txBody>
            <a:bodyPr wrap="square" lIns="0" tIns="0" rIns="0" bIns="0" rtlCol="0"/>
            <a:lstStyle/>
            <a:p/>
          </p:txBody>
        </p:sp>
        <p:sp>
          <p:nvSpPr>
            <p:cNvPr id="115" name="object 115"/>
            <p:cNvSpPr/>
            <p:nvPr/>
          </p:nvSpPr>
          <p:spPr>
            <a:xfrm>
              <a:off x="278129" y="1447800"/>
              <a:ext cx="410209" cy="410209"/>
            </a:xfrm>
            <a:custGeom>
              <a:avLst/>
              <a:gdLst/>
              <a:ahLst/>
              <a:cxnLst/>
              <a:rect l="l" t="t" r="r" b="b"/>
              <a:pathLst>
                <a:path w="410209" h="410210">
                  <a:moveTo>
                    <a:pt x="10159" y="0"/>
                  </a:moveTo>
                  <a:lnTo>
                    <a:pt x="0" y="0"/>
                  </a:lnTo>
                  <a:lnTo>
                    <a:pt x="410210" y="410210"/>
                  </a:lnTo>
                  <a:lnTo>
                    <a:pt x="410210" y="400050"/>
                  </a:lnTo>
                  <a:lnTo>
                    <a:pt x="10159" y="0"/>
                  </a:lnTo>
                  <a:close/>
                </a:path>
              </a:pathLst>
            </a:custGeom>
            <a:solidFill>
              <a:srgbClr val="FF6666"/>
            </a:solidFill>
          </p:spPr>
          <p:txBody>
            <a:bodyPr wrap="square" lIns="0" tIns="0" rIns="0" bIns="0" rtlCol="0"/>
            <a:lstStyle/>
            <a:p/>
          </p:txBody>
        </p:sp>
        <p:sp>
          <p:nvSpPr>
            <p:cNvPr id="116" name="object 116"/>
            <p:cNvSpPr/>
            <p:nvPr/>
          </p:nvSpPr>
          <p:spPr>
            <a:xfrm>
              <a:off x="267970" y="1447800"/>
              <a:ext cx="420370" cy="420370"/>
            </a:xfrm>
            <a:custGeom>
              <a:avLst/>
              <a:gdLst/>
              <a:ahLst/>
              <a:cxnLst/>
              <a:rect l="l" t="t" r="r" b="b"/>
              <a:pathLst>
                <a:path w="420370" h="420369">
                  <a:moveTo>
                    <a:pt x="10159" y="0"/>
                  </a:moveTo>
                  <a:lnTo>
                    <a:pt x="0" y="0"/>
                  </a:lnTo>
                  <a:lnTo>
                    <a:pt x="420369" y="420369"/>
                  </a:lnTo>
                  <a:lnTo>
                    <a:pt x="420369" y="410210"/>
                  </a:lnTo>
                  <a:lnTo>
                    <a:pt x="10159" y="0"/>
                  </a:lnTo>
                  <a:close/>
                </a:path>
              </a:pathLst>
            </a:custGeom>
            <a:solidFill>
              <a:srgbClr val="FF6868"/>
            </a:solidFill>
          </p:spPr>
          <p:txBody>
            <a:bodyPr wrap="square" lIns="0" tIns="0" rIns="0" bIns="0" rtlCol="0"/>
            <a:lstStyle/>
            <a:p/>
          </p:txBody>
        </p:sp>
        <p:sp>
          <p:nvSpPr>
            <p:cNvPr id="117" name="object 117"/>
            <p:cNvSpPr/>
            <p:nvPr/>
          </p:nvSpPr>
          <p:spPr>
            <a:xfrm>
              <a:off x="257810" y="1447800"/>
              <a:ext cx="430530" cy="422909"/>
            </a:xfrm>
            <a:custGeom>
              <a:avLst/>
              <a:gdLst/>
              <a:ahLst/>
              <a:cxnLst/>
              <a:rect l="l" t="t" r="r" b="b"/>
              <a:pathLst>
                <a:path w="430530" h="422910">
                  <a:moveTo>
                    <a:pt x="10160" y="0"/>
                  </a:moveTo>
                  <a:lnTo>
                    <a:pt x="0" y="0"/>
                  </a:lnTo>
                  <a:lnTo>
                    <a:pt x="422909" y="422910"/>
                  </a:lnTo>
                  <a:lnTo>
                    <a:pt x="430529" y="422910"/>
                  </a:lnTo>
                  <a:lnTo>
                    <a:pt x="430530" y="420369"/>
                  </a:lnTo>
                  <a:lnTo>
                    <a:pt x="10160" y="0"/>
                  </a:lnTo>
                  <a:close/>
                </a:path>
              </a:pathLst>
            </a:custGeom>
            <a:solidFill>
              <a:srgbClr val="FF6A6A"/>
            </a:solidFill>
          </p:spPr>
          <p:txBody>
            <a:bodyPr wrap="square" lIns="0" tIns="0" rIns="0" bIns="0" rtlCol="0"/>
            <a:lstStyle/>
            <a:p/>
          </p:txBody>
        </p:sp>
        <p:sp>
          <p:nvSpPr>
            <p:cNvPr id="118" name="object 118"/>
            <p:cNvSpPr/>
            <p:nvPr/>
          </p:nvSpPr>
          <p:spPr>
            <a:xfrm>
              <a:off x="247650"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6D6D"/>
            </a:solidFill>
          </p:spPr>
          <p:txBody>
            <a:bodyPr wrap="square" lIns="0" tIns="0" rIns="0" bIns="0" rtlCol="0"/>
            <a:lstStyle/>
            <a:p/>
          </p:txBody>
        </p:sp>
        <p:sp>
          <p:nvSpPr>
            <p:cNvPr id="119" name="object 119"/>
            <p:cNvSpPr/>
            <p:nvPr/>
          </p:nvSpPr>
          <p:spPr>
            <a:xfrm>
              <a:off x="237489"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7070"/>
            </a:solidFill>
          </p:spPr>
          <p:txBody>
            <a:bodyPr wrap="square" lIns="0" tIns="0" rIns="0" bIns="0" rtlCol="0"/>
            <a:lstStyle/>
            <a:p/>
          </p:txBody>
        </p:sp>
        <p:sp>
          <p:nvSpPr>
            <p:cNvPr id="120" name="object 120"/>
            <p:cNvSpPr/>
            <p:nvPr/>
          </p:nvSpPr>
          <p:spPr>
            <a:xfrm>
              <a:off x="227330" y="1447800"/>
              <a:ext cx="433070" cy="422909"/>
            </a:xfrm>
            <a:custGeom>
              <a:avLst/>
              <a:gdLst/>
              <a:ahLst/>
              <a:cxnLst/>
              <a:rect l="l" t="t" r="r" b="b"/>
              <a:pathLst>
                <a:path w="433070" h="422910">
                  <a:moveTo>
                    <a:pt x="10159" y="0"/>
                  </a:moveTo>
                  <a:lnTo>
                    <a:pt x="0" y="0"/>
                  </a:lnTo>
                  <a:lnTo>
                    <a:pt x="422910" y="422910"/>
                  </a:lnTo>
                  <a:lnTo>
                    <a:pt x="433070" y="422910"/>
                  </a:lnTo>
                  <a:lnTo>
                    <a:pt x="10159" y="0"/>
                  </a:lnTo>
                  <a:close/>
                </a:path>
              </a:pathLst>
            </a:custGeom>
            <a:solidFill>
              <a:srgbClr val="FF7272"/>
            </a:solidFill>
          </p:spPr>
          <p:txBody>
            <a:bodyPr wrap="square" lIns="0" tIns="0" rIns="0" bIns="0" rtlCol="0"/>
            <a:lstStyle/>
            <a:p/>
          </p:txBody>
        </p:sp>
        <p:sp>
          <p:nvSpPr>
            <p:cNvPr id="121" name="object 121"/>
            <p:cNvSpPr/>
            <p:nvPr/>
          </p:nvSpPr>
          <p:spPr>
            <a:xfrm>
              <a:off x="21716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7575"/>
            </a:solidFill>
          </p:spPr>
          <p:txBody>
            <a:bodyPr wrap="square" lIns="0" tIns="0" rIns="0" bIns="0" rtlCol="0"/>
            <a:lstStyle/>
            <a:p/>
          </p:txBody>
        </p:sp>
        <p:sp>
          <p:nvSpPr>
            <p:cNvPr id="122" name="object 122"/>
            <p:cNvSpPr/>
            <p:nvPr/>
          </p:nvSpPr>
          <p:spPr>
            <a:xfrm>
              <a:off x="20701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7777"/>
            </a:solidFill>
          </p:spPr>
          <p:txBody>
            <a:bodyPr wrap="square" lIns="0" tIns="0" rIns="0" bIns="0" rtlCol="0"/>
            <a:lstStyle/>
            <a:p/>
          </p:txBody>
        </p:sp>
        <p:sp>
          <p:nvSpPr>
            <p:cNvPr id="123" name="object 123"/>
            <p:cNvSpPr/>
            <p:nvPr/>
          </p:nvSpPr>
          <p:spPr>
            <a:xfrm>
              <a:off x="195580" y="1447800"/>
              <a:ext cx="434340" cy="422909"/>
            </a:xfrm>
            <a:custGeom>
              <a:avLst/>
              <a:gdLst/>
              <a:ahLst/>
              <a:cxnLst/>
              <a:rect l="l" t="t" r="r" b="b"/>
              <a:pathLst>
                <a:path w="434340" h="422910">
                  <a:moveTo>
                    <a:pt x="11429" y="0"/>
                  </a:moveTo>
                  <a:lnTo>
                    <a:pt x="0" y="0"/>
                  </a:lnTo>
                  <a:lnTo>
                    <a:pt x="422909" y="422910"/>
                  </a:lnTo>
                  <a:lnTo>
                    <a:pt x="434339" y="422910"/>
                  </a:lnTo>
                  <a:lnTo>
                    <a:pt x="11429" y="0"/>
                  </a:lnTo>
                  <a:close/>
                </a:path>
              </a:pathLst>
            </a:custGeom>
            <a:solidFill>
              <a:srgbClr val="FF7A7A"/>
            </a:solidFill>
          </p:spPr>
          <p:txBody>
            <a:bodyPr wrap="square" lIns="0" tIns="0" rIns="0" bIns="0" rtlCol="0"/>
            <a:lstStyle/>
            <a:p/>
          </p:txBody>
        </p:sp>
        <p:sp>
          <p:nvSpPr>
            <p:cNvPr id="124" name="object 124"/>
            <p:cNvSpPr/>
            <p:nvPr/>
          </p:nvSpPr>
          <p:spPr>
            <a:xfrm>
              <a:off x="185498" y="1447800"/>
              <a:ext cx="433070" cy="422909"/>
            </a:xfrm>
            <a:custGeom>
              <a:avLst/>
              <a:gdLst/>
              <a:ahLst/>
              <a:cxnLst/>
              <a:rect l="l" t="t" r="r" b="b"/>
              <a:pathLst>
                <a:path w="433070" h="422910">
                  <a:moveTo>
                    <a:pt x="10081" y="0"/>
                  </a:moveTo>
                  <a:lnTo>
                    <a:pt x="0" y="0"/>
                  </a:lnTo>
                  <a:lnTo>
                    <a:pt x="423999" y="422910"/>
                  </a:lnTo>
                  <a:lnTo>
                    <a:pt x="432991" y="422910"/>
                  </a:lnTo>
                  <a:lnTo>
                    <a:pt x="10081" y="0"/>
                  </a:lnTo>
                  <a:close/>
                </a:path>
              </a:pathLst>
            </a:custGeom>
            <a:solidFill>
              <a:srgbClr val="FF7D7D"/>
            </a:solidFill>
          </p:spPr>
          <p:txBody>
            <a:bodyPr wrap="square" lIns="0" tIns="0" rIns="0" bIns="0" rtlCol="0"/>
            <a:lstStyle/>
            <a:p/>
          </p:txBody>
        </p:sp>
        <p:sp>
          <p:nvSpPr>
            <p:cNvPr id="125" name="object 125"/>
            <p:cNvSpPr/>
            <p:nvPr/>
          </p:nvSpPr>
          <p:spPr>
            <a:xfrm>
              <a:off x="175259" y="1447800"/>
              <a:ext cx="434340" cy="422909"/>
            </a:xfrm>
            <a:custGeom>
              <a:avLst/>
              <a:gdLst/>
              <a:ahLst/>
              <a:cxnLst/>
              <a:rect l="l" t="t" r="r" b="b"/>
              <a:pathLst>
                <a:path w="434340" h="422910">
                  <a:moveTo>
                    <a:pt x="10238" y="0"/>
                  </a:moveTo>
                  <a:lnTo>
                    <a:pt x="0" y="0"/>
                  </a:lnTo>
                  <a:lnTo>
                    <a:pt x="422909" y="422910"/>
                  </a:lnTo>
                  <a:lnTo>
                    <a:pt x="434238" y="422910"/>
                  </a:lnTo>
                  <a:lnTo>
                    <a:pt x="10238" y="0"/>
                  </a:lnTo>
                  <a:close/>
                </a:path>
              </a:pathLst>
            </a:custGeom>
            <a:solidFill>
              <a:srgbClr val="FF7F7F"/>
            </a:solidFill>
          </p:spPr>
          <p:txBody>
            <a:bodyPr wrap="square" lIns="0" tIns="0" rIns="0" bIns="0" rtlCol="0"/>
            <a:lstStyle/>
            <a:p/>
          </p:txBody>
        </p:sp>
        <p:sp>
          <p:nvSpPr>
            <p:cNvPr id="126" name="object 126"/>
            <p:cNvSpPr/>
            <p:nvPr/>
          </p:nvSpPr>
          <p:spPr>
            <a:xfrm>
              <a:off x="165100" y="1447800"/>
              <a:ext cx="433070" cy="422909"/>
            </a:xfrm>
            <a:custGeom>
              <a:avLst/>
              <a:gdLst/>
              <a:ahLst/>
              <a:cxnLst/>
              <a:rect l="l" t="t" r="r" b="b"/>
              <a:pathLst>
                <a:path w="433070" h="422910">
                  <a:moveTo>
                    <a:pt x="10159" y="0"/>
                  </a:moveTo>
                  <a:lnTo>
                    <a:pt x="0" y="0"/>
                  </a:lnTo>
                  <a:lnTo>
                    <a:pt x="422910" y="422910"/>
                  </a:lnTo>
                  <a:lnTo>
                    <a:pt x="433069" y="422910"/>
                  </a:lnTo>
                  <a:lnTo>
                    <a:pt x="10159" y="0"/>
                  </a:lnTo>
                  <a:close/>
                </a:path>
              </a:pathLst>
            </a:custGeom>
            <a:solidFill>
              <a:srgbClr val="FF8282"/>
            </a:solidFill>
          </p:spPr>
          <p:txBody>
            <a:bodyPr wrap="square" lIns="0" tIns="0" rIns="0" bIns="0" rtlCol="0"/>
            <a:lstStyle/>
            <a:p/>
          </p:txBody>
        </p:sp>
        <p:sp>
          <p:nvSpPr>
            <p:cNvPr id="127" name="object 127"/>
            <p:cNvSpPr/>
            <p:nvPr/>
          </p:nvSpPr>
          <p:spPr>
            <a:xfrm>
              <a:off x="154940" y="1447800"/>
              <a:ext cx="433070" cy="422909"/>
            </a:xfrm>
            <a:custGeom>
              <a:avLst/>
              <a:gdLst/>
              <a:ahLst/>
              <a:cxnLst/>
              <a:rect l="l" t="t" r="r" b="b"/>
              <a:pathLst>
                <a:path w="433070" h="422910">
                  <a:moveTo>
                    <a:pt x="10160" y="0"/>
                  </a:moveTo>
                  <a:lnTo>
                    <a:pt x="0" y="0"/>
                  </a:lnTo>
                  <a:lnTo>
                    <a:pt x="422909" y="422910"/>
                  </a:lnTo>
                  <a:lnTo>
                    <a:pt x="433070" y="422910"/>
                  </a:lnTo>
                  <a:lnTo>
                    <a:pt x="10160" y="0"/>
                  </a:lnTo>
                  <a:close/>
                </a:path>
              </a:pathLst>
            </a:custGeom>
            <a:solidFill>
              <a:srgbClr val="FF8585"/>
            </a:solidFill>
          </p:spPr>
          <p:txBody>
            <a:bodyPr wrap="square" lIns="0" tIns="0" rIns="0" bIns="0" rtlCol="0"/>
            <a:lstStyle/>
            <a:p/>
          </p:txBody>
        </p:sp>
        <p:sp>
          <p:nvSpPr>
            <p:cNvPr id="128" name="object 128"/>
            <p:cNvSpPr/>
            <p:nvPr/>
          </p:nvSpPr>
          <p:spPr>
            <a:xfrm>
              <a:off x="144779" y="1447800"/>
              <a:ext cx="433070" cy="422909"/>
            </a:xfrm>
            <a:custGeom>
              <a:avLst/>
              <a:gdLst/>
              <a:ahLst/>
              <a:cxnLst/>
              <a:rect l="l" t="t" r="r" b="b"/>
              <a:pathLst>
                <a:path w="433070" h="422910">
                  <a:moveTo>
                    <a:pt x="10159" y="0"/>
                  </a:moveTo>
                  <a:lnTo>
                    <a:pt x="0" y="0"/>
                  </a:lnTo>
                  <a:lnTo>
                    <a:pt x="422909" y="422910"/>
                  </a:lnTo>
                  <a:lnTo>
                    <a:pt x="433069" y="422910"/>
                  </a:lnTo>
                  <a:lnTo>
                    <a:pt x="10159" y="0"/>
                  </a:lnTo>
                  <a:close/>
                </a:path>
              </a:pathLst>
            </a:custGeom>
            <a:solidFill>
              <a:srgbClr val="FF8787"/>
            </a:solidFill>
          </p:spPr>
          <p:txBody>
            <a:bodyPr wrap="square" lIns="0" tIns="0" rIns="0" bIns="0" rtlCol="0"/>
            <a:lstStyle/>
            <a:p/>
          </p:txBody>
        </p:sp>
        <p:sp>
          <p:nvSpPr>
            <p:cNvPr id="129" name="object 129"/>
            <p:cNvSpPr/>
            <p:nvPr/>
          </p:nvSpPr>
          <p:spPr>
            <a:xfrm>
              <a:off x="134620" y="1447800"/>
              <a:ext cx="433070" cy="422909"/>
            </a:xfrm>
            <a:custGeom>
              <a:avLst/>
              <a:gdLst/>
              <a:ahLst/>
              <a:cxnLst/>
              <a:rect l="l" t="t" r="r" b="b"/>
              <a:pathLst>
                <a:path w="433070" h="422910">
                  <a:moveTo>
                    <a:pt x="10160" y="0"/>
                  </a:moveTo>
                  <a:lnTo>
                    <a:pt x="0" y="0"/>
                  </a:lnTo>
                  <a:lnTo>
                    <a:pt x="422910" y="422910"/>
                  </a:lnTo>
                  <a:lnTo>
                    <a:pt x="433070" y="422910"/>
                  </a:lnTo>
                  <a:lnTo>
                    <a:pt x="10160" y="0"/>
                  </a:lnTo>
                  <a:close/>
                </a:path>
              </a:pathLst>
            </a:custGeom>
            <a:solidFill>
              <a:srgbClr val="FF8A8A"/>
            </a:solidFill>
          </p:spPr>
          <p:txBody>
            <a:bodyPr wrap="square" lIns="0" tIns="0" rIns="0" bIns="0" rtlCol="0"/>
            <a:lstStyle/>
            <a:p/>
          </p:txBody>
        </p:sp>
        <p:sp>
          <p:nvSpPr>
            <p:cNvPr id="130" name="object 130"/>
            <p:cNvSpPr/>
            <p:nvPr/>
          </p:nvSpPr>
          <p:spPr>
            <a:xfrm>
              <a:off x="127000" y="1447800"/>
              <a:ext cx="430530" cy="422909"/>
            </a:xfrm>
            <a:custGeom>
              <a:avLst/>
              <a:gdLst/>
              <a:ahLst/>
              <a:cxnLst/>
              <a:rect l="l" t="t" r="r" b="b"/>
              <a:pathLst>
                <a:path w="430530" h="422910">
                  <a:moveTo>
                    <a:pt x="7619" y="0"/>
                  </a:moveTo>
                  <a:lnTo>
                    <a:pt x="0" y="0"/>
                  </a:lnTo>
                  <a:lnTo>
                    <a:pt x="0" y="2539"/>
                  </a:lnTo>
                  <a:lnTo>
                    <a:pt x="420370" y="422910"/>
                  </a:lnTo>
                  <a:lnTo>
                    <a:pt x="430530" y="422910"/>
                  </a:lnTo>
                  <a:lnTo>
                    <a:pt x="7619" y="0"/>
                  </a:lnTo>
                  <a:close/>
                </a:path>
              </a:pathLst>
            </a:custGeom>
            <a:solidFill>
              <a:srgbClr val="FF8C8C"/>
            </a:solidFill>
          </p:spPr>
          <p:txBody>
            <a:bodyPr wrap="square" lIns="0" tIns="0" rIns="0" bIns="0" rtlCol="0"/>
            <a:lstStyle/>
            <a:p/>
          </p:txBody>
        </p:sp>
        <p:sp>
          <p:nvSpPr>
            <p:cNvPr id="131" name="object 131"/>
            <p:cNvSpPr/>
            <p:nvPr/>
          </p:nvSpPr>
          <p:spPr>
            <a:xfrm>
              <a:off x="127000" y="1450340"/>
              <a:ext cx="420370" cy="420370"/>
            </a:xfrm>
            <a:custGeom>
              <a:avLst/>
              <a:gdLst/>
              <a:ahLst/>
              <a:cxnLst/>
              <a:rect l="l" t="t" r="r" b="b"/>
              <a:pathLst>
                <a:path w="420370" h="420369">
                  <a:moveTo>
                    <a:pt x="0" y="0"/>
                  </a:moveTo>
                  <a:lnTo>
                    <a:pt x="0" y="10160"/>
                  </a:lnTo>
                  <a:lnTo>
                    <a:pt x="410210" y="420370"/>
                  </a:lnTo>
                  <a:lnTo>
                    <a:pt x="420369" y="420370"/>
                  </a:lnTo>
                  <a:lnTo>
                    <a:pt x="0" y="0"/>
                  </a:lnTo>
                  <a:close/>
                </a:path>
              </a:pathLst>
            </a:custGeom>
            <a:solidFill>
              <a:srgbClr val="FF8F8F"/>
            </a:solidFill>
          </p:spPr>
          <p:txBody>
            <a:bodyPr wrap="square" lIns="0" tIns="0" rIns="0" bIns="0" rtlCol="0"/>
            <a:lstStyle/>
            <a:p/>
          </p:txBody>
        </p:sp>
        <p:sp>
          <p:nvSpPr>
            <p:cNvPr id="132" name="object 132"/>
            <p:cNvSpPr/>
            <p:nvPr/>
          </p:nvSpPr>
          <p:spPr>
            <a:xfrm>
              <a:off x="127000" y="1460500"/>
              <a:ext cx="410209" cy="410209"/>
            </a:xfrm>
            <a:custGeom>
              <a:avLst/>
              <a:gdLst/>
              <a:ahLst/>
              <a:cxnLst/>
              <a:rect l="l" t="t" r="r" b="b"/>
              <a:pathLst>
                <a:path w="410209" h="410210">
                  <a:moveTo>
                    <a:pt x="0" y="0"/>
                  </a:moveTo>
                  <a:lnTo>
                    <a:pt x="0" y="10160"/>
                  </a:lnTo>
                  <a:lnTo>
                    <a:pt x="400049" y="410210"/>
                  </a:lnTo>
                  <a:lnTo>
                    <a:pt x="410210" y="410210"/>
                  </a:lnTo>
                  <a:lnTo>
                    <a:pt x="0" y="0"/>
                  </a:lnTo>
                  <a:close/>
                </a:path>
              </a:pathLst>
            </a:custGeom>
            <a:solidFill>
              <a:srgbClr val="FF9292"/>
            </a:solidFill>
          </p:spPr>
          <p:txBody>
            <a:bodyPr wrap="square" lIns="0" tIns="0" rIns="0" bIns="0" rtlCol="0"/>
            <a:lstStyle/>
            <a:p/>
          </p:txBody>
        </p:sp>
        <p:sp>
          <p:nvSpPr>
            <p:cNvPr id="133" name="object 133"/>
            <p:cNvSpPr/>
            <p:nvPr/>
          </p:nvSpPr>
          <p:spPr>
            <a:xfrm>
              <a:off x="127000" y="1470659"/>
              <a:ext cx="400050" cy="400050"/>
            </a:xfrm>
            <a:custGeom>
              <a:avLst/>
              <a:gdLst/>
              <a:ahLst/>
              <a:cxnLst/>
              <a:rect l="l" t="t" r="r" b="b"/>
              <a:pathLst>
                <a:path w="400049" h="400050">
                  <a:moveTo>
                    <a:pt x="0" y="0"/>
                  </a:moveTo>
                  <a:lnTo>
                    <a:pt x="0" y="10160"/>
                  </a:lnTo>
                  <a:lnTo>
                    <a:pt x="389890" y="400050"/>
                  </a:lnTo>
                  <a:lnTo>
                    <a:pt x="400049" y="400050"/>
                  </a:lnTo>
                  <a:lnTo>
                    <a:pt x="0" y="0"/>
                  </a:lnTo>
                  <a:close/>
                </a:path>
              </a:pathLst>
            </a:custGeom>
            <a:solidFill>
              <a:srgbClr val="FF9494"/>
            </a:solidFill>
          </p:spPr>
          <p:txBody>
            <a:bodyPr wrap="square" lIns="0" tIns="0" rIns="0" bIns="0" rtlCol="0"/>
            <a:lstStyle/>
            <a:p/>
          </p:txBody>
        </p:sp>
        <p:sp>
          <p:nvSpPr>
            <p:cNvPr id="134" name="object 134"/>
            <p:cNvSpPr/>
            <p:nvPr/>
          </p:nvSpPr>
          <p:spPr>
            <a:xfrm>
              <a:off x="127000" y="1480819"/>
              <a:ext cx="389890" cy="389890"/>
            </a:xfrm>
            <a:custGeom>
              <a:avLst/>
              <a:gdLst/>
              <a:ahLst/>
              <a:cxnLst/>
              <a:rect l="l" t="t" r="r" b="b"/>
              <a:pathLst>
                <a:path w="389890" h="389889">
                  <a:moveTo>
                    <a:pt x="0" y="0"/>
                  </a:moveTo>
                  <a:lnTo>
                    <a:pt x="0" y="10160"/>
                  </a:lnTo>
                  <a:lnTo>
                    <a:pt x="379730" y="389890"/>
                  </a:lnTo>
                  <a:lnTo>
                    <a:pt x="389890" y="389890"/>
                  </a:lnTo>
                  <a:lnTo>
                    <a:pt x="0" y="0"/>
                  </a:lnTo>
                  <a:close/>
                </a:path>
              </a:pathLst>
            </a:custGeom>
            <a:solidFill>
              <a:srgbClr val="FF9797"/>
            </a:solidFill>
          </p:spPr>
          <p:txBody>
            <a:bodyPr wrap="square" lIns="0" tIns="0" rIns="0" bIns="0" rtlCol="0"/>
            <a:lstStyle/>
            <a:p/>
          </p:txBody>
        </p:sp>
        <p:sp>
          <p:nvSpPr>
            <p:cNvPr id="135" name="object 135"/>
            <p:cNvSpPr/>
            <p:nvPr/>
          </p:nvSpPr>
          <p:spPr>
            <a:xfrm>
              <a:off x="127000" y="1490980"/>
              <a:ext cx="379730" cy="379730"/>
            </a:xfrm>
            <a:custGeom>
              <a:avLst/>
              <a:gdLst/>
              <a:ahLst/>
              <a:cxnLst/>
              <a:rect l="l" t="t" r="r" b="b"/>
              <a:pathLst>
                <a:path w="379730" h="379730">
                  <a:moveTo>
                    <a:pt x="0" y="0"/>
                  </a:moveTo>
                  <a:lnTo>
                    <a:pt x="0" y="11429"/>
                  </a:lnTo>
                  <a:lnTo>
                    <a:pt x="368300" y="379729"/>
                  </a:lnTo>
                  <a:lnTo>
                    <a:pt x="379730" y="379729"/>
                  </a:lnTo>
                  <a:lnTo>
                    <a:pt x="0" y="0"/>
                  </a:lnTo>
                  <a:close/>
                </a:path>
              </a:pathLst>
            </a:custGeom>
            <a:solidFill>
              <a:srgbClr val="FF9A9A"/>
            </a:solidFill>
          </p:spPr>
          <p:txBody>
            <a:bodyPr wrap="square" lIns="0" tIns="0" rIns="0" bIns="0" rtlCol="0"/>
            <a:lstStyle/>
            <a:p/>
          </p:txBody>
        </p:sp>
        <p:sp>
          <p:nvSpPr>
            <p:cNvPr id="136" name="object 136"/>
            <p:cNvSpPr/>
            <p:nvPr/>
          </p:nvSpPr>
          <p:spPr>
            <a:xfrm>
              <a:off x="127000" y="1502409"/>
              <a:ext cx="368300" cy="368300"/>
            </a:xfrm>
            <a:custGeom>
              <a:avLst/>
              <a:gdLst/>
              <a:ahLst/>
              <a:cxnLst/>
              <a:rect l="l" t="t" r="r" b="b"/>
              <a:pathLst>
                <a:path w="368299" h="368300">
                  <a:moveTo>
                    <a:pt x="0" y="0"/>
                  </a:moveTo>
                  <a:lnTo>
                    <a:pt x="0" y="8975"/>
                  </a:lnTo>
                  <a:lnTo>
                    <a:pt x="358401" y="368300"/>
                  </a:lnTo>
                  <a:lnTo>
                    <a:pt x="368300" y="368300"/>
                  </a:lnTo>
                  <a:lnTo>
                    <a:pt x="0" y="0"/>
                  </a:lnTo>
                  <a:close/>
                </a:path>
              </a:pathLst>
            </a:custGeom>
            <a:solidFill>
              <a:srgbClr val="FF9C9C"/>
            </a:solidFill>
          </p:spPr>
          <p:txBody>
            <a:bodyPr wrap="square" lIns="0" tIns="0" rIns="0" bIns="0" rtlCol="0"/>
            <a:lstStyle/>
            <a:p/>
          </p:txBody>
        </p:sp>
        <p:sp>
          <p:nvSpPr>
            <p:cNvPr id="137" name="object 137"/>
            <p:cNvSpPr/>
            <p:nvPr/>
          </p:nvSpPr>
          <p:spPr>
            <a:xfrm>
              <a:off x="127000" y="1511385"/>
              <a:ext cx="358775" cy="359410"/>
            </a:xfrm>
            <a:custGeom>
              <a:avLst/>
              <a:gdLst/>
              <a:ahLst/>
              <a:cxnLst/>
              <a:rect l="l" t="t" r="r" b="b"/>
              <a:pathLst>
                <a:path w="358774" h="359410">
                  <a:moveTo>
                    <a:pt x="0" y="0"/>
                  </a:moveTo>
                  <a:lnTo>
                    <a:pt x="0" y="11344"/>
                  </a:lnTo>
                  <a:lnTo>
                    <a:pt x="347980" y="359324"/>
                  </a:lnTo>
                  <a:lnTo>
                    <a:pt x="358401" y="359324"/>
                  </a:lnTo>
                  <a:lnTo>
                    <a:pt x="0" y="0"/>
                  </a:lnTo>
                  <a:close/>
                </a:path>
              </a:pathLst>
            </a:custGeom>
            <a:solidFill>
              <a:srgbClr val="FF9F9F"/>
            </a:solidFill>
          </p:spPr>
          <p:txBody>
            <a:bodyPr wrap="square" lIns="0" tIns="0" rIns="0" bIns="0" rtlCol="0"/>
            <a:lstStyle/>
            <a:p/>
          </p:txBody>
        </p:sp>
        <p:sp>
          <p:nvSpPr>
            <p:cNvPr id="138" name="object 138"/>
            <p:cNvSpPr/>
            <p:nvPr/>
          </p:nvSpPr>
          <p:spPr>
            <a:xfrm>
              <a:off x="127000" y="1522730"/>
              <a:ext cx="347980" cy="347980"/>
            </a:xfrm>
            <a:custGeom>
              <a:avLst/>
              <a:gdLst/>
              <a:ahLst/>
              <a:cxnLst/>
              <a:rect l="l" t="t" r="r" b="b"/>
              <a:pathLst>
                <a:path w="347980" h="347980">
                  <a:moveTo>
                    <a:pt x="0" y="0"/>
                  </a:moveTo>
                  <a:lnTo>
                    <a:pt x="0" y="10160"/>
                  </a:lnTo>
                  <a:lnTo>
                    <a:pt x="337819" y="347980"/>
                  </a:lnTo>
                  <a:lnTo>
                    <a:pt x="347980" y="347980"/>
                  </a:lnTo>
                  <a:lnTo>
                    <a:pt x="0" y="0"/>
                  </a:lnTo>
                  <a:close/>
                </a:path>
              </a:pathLst>
            </a:custGeom>
            <a:solidFill>
              <a:srgbClr val="FFA1A1"/>
            </a:solidFill>
          </p:spPr>
          <p:txBody>
            <a:bodyPr wrap="square" lIns="0" tIns="0" rIns="0" bIns="0" rtlCol="0"/>
            <a:lstStyle/>
            <a:p/>
          </p:txBody>
        </p:sp>
        <p:sp>
          <p:nvSpPr>
            <p:cNvPr id="139" name="object 139"/>
            <p:cNvSpPr/>
            <p:nvPr/>
          </p:nvSpPr>
          <p:spPr>
            <a:xfrm>
              <a:off x="127000" y="1532890"/>
              <a:ext cx="337820" cy="337820"/>
            </a:xfrm>
            <a:custGeom>
              <a:avLst/>
              <a:gdLst/>
              <a:ahLst/>
              <a:cxnLst/>
              <a:rect l="l" t="t" r="r" b="b"/>
              <a:pathLst>
                <a:path w="337820" h="337819">
                  <a:moveTo>
                    <a:pt x="0" y="0"/>
                  </a:moveTo>
                  <a:lnTo>
                    <a:pt x="0" y="10160"/>
                  </a:lnTo>
                  <a:lnTo>
                    <a:pt x="327660" y="337820"/>
                  </a:lnTo>
                  <a:lnTo>
                    <a:pt x="337819" y="337820"/>
                  </a:lnTo>
                  <a:lnTo>
                    <a:pt x="0" y="0"/>
                  </a:lnTo>
                  <a:close/>
                </a:path>
              </a:pathLst>
            </a:custGeom>
            <a:solidFill>
              <a:srgbClr val="FFA4A4"/>
            </a:solidFill>
          </p:spPr>
          <p:txBody>
            <a:bodyPr wrap="square" lIns="0" tIns="0" rIns="0" bIns="0" rtlCol="0"/>
            <a:lstStyle/>
            <a:p/>
          </p:txBody>
        </p:sp>
        <p:sp>
          <p:nvSpPr>
            <p:cNvPr id="140" name="object 140"/>
            <p:cNvSpPr/>
            <p:nvPr/>
          </p:nvSpPr>
          <p:spPr>
            <a:xfrm>
              <a:off x="127000" y="1543050"/>
              <a:ext cx="327660" cy="327660"/>
            </a:xfrm>
            <a:custGeom>
              <a:avLst/>
              <a:gdLst/>
              <a:ahLst/>
              <a:cxnLst/>
              <a:rect l="l" t="t" r="r" b="b"/>
              <a:pathLst>
                <a:path w="327660" h="327660">
                  <a:moveTo>
                    <a:pt x="0" y="0"/>
                  </a:moveTo>
                  <a:lnTo>
                    <a:pt x="0" y="10160"/>
                  </a:lnTo>
                  <a:lnTo>
                    <a:pt x="317500" y="327660"/>
                  </a:lnTo>
                  <a:lnTo>
                    <a:pt x="327660" y="327660"/>
                  </a:lnTo>
                  <a:lnTo>
                    <a:pt x="0" y="0"/>
                  </a:lnTo>
                  <a:close/>
                </a:path>
              </a:pathLst>
            </a:custGeom>
            <a:solidFill>
              <a:srgbClr val="FFA7A7"/>
            </a:solidFill>
          </p:spPr>
          <p:txBody>
            <a:bodyPr wrap="square" lIns="0" tIns="0" rIns="0" bIns="0" rtlCol="0"/>
            <a:lstStyle/>
            <a:p/>
          </p:txBody>
        </p:sp>
        <p:sp>
          <p:nvSpPr>
            <p:cNvPr id="141" name="object 141"/>
            <p:cNvSpPr/>
            <p:nvPr/>
          </p:nvSpPr>
          <p:spPr>
            <a:xfrm>
              <a:off x="127000" y="1553209"/>
              <a:ext cx="317500" cy="317500"/>
            </a:xfrm>
            <a:custGeom>
              <a:avLst/>
              <a:gdLst/>
              <a:ahLst/>
              <a:cxnLst/>
              <a:rect l="l" t="t" r="r" b="b"/>
              <a:pathLst>
                <a:path w="317499" h="317500">
                  <a:moveTo>
                    <a:pt x="0" y="0"/>
                  </a:moveTo>
                  <a:lnTo>
                    <a:pt x="0" y="10160"/>
                  </a:lnTo>
                  <a:lnTo>
                    <a:pt x="307340" y="317500"/>
                  </a:lnTo>
                  <a:lnTo>
                    <a:pt x="317500" y="317500"/>
                  </a:lnTo>
                  <a:lnTo>
                    <a:pt x="0" y="0"/>
                  </a:lnTo>
                  <a:close/>
                </a:path>
              </a:pathLst>
            </a:custGeom>
            <a:solidFill>
              <a:srgbClr val="FFA9A9"/>
            </a:solidFill>
          </p:spPr>
          <p:txBody>
            <a:bodyPr wrap="square" lIns="0" tIns="0" rIns="0" bIns="0" rtlCol="0"/>
            <a:lstStyle/>
            <a:p/>
          </p:txBody>
        </p:sp>
        <p:sp>
          <p:nvSpPr>
            <p:cNvPr id="142" name="object 142"/>
            <p:cNvSpPr/>
            <p:nvPr/>
          </p:nvSpPr>
          <p:spPr>
            <a:xfrm>
              <a:off x="127000" y="1563369"/>
              <a:ext cx="307340" cy="307340"/>
            </a:xfrm>
            <a:custGeom>
              <a:avLst/>
              <a:gdLst/>
              <a:ahLst/>
              <a:cxnLst/>
              <a:rect l="l" t="t" r="r" b="b"/>
              <a:pathLst>
                <a:path w="307340" h="307339">
                  <a:moveTo>
                    <a:pt x="0" y="0"/>
                  </a:moveTo>
                  <a:lnTo>
                    <a:pt x="0" y="10159"/>
                  </a:lnTo>
                  <a:lnTo>
                    <a:pt x="297180" y="307339"/>
                  </a:lnTo>
                  <a:lnTo>
                    <a:pt x="307340" y="307339"/>
                  </a:lnTo>
                  <a:lnTo>
                    <a:pt x="0" y="0"/>
                  </a:lnTo>
                  <a:close/>
                </a:path>
              </a:pathLst>
            </a:custGeom>
            <a:solidFill>
              <a:srgbClr val="FFACAC"/>
            </a:solidFill>
          </p:spPr>
          <p:txBody>
            <a:bodyPr wrap="square" lIns="0" tIns="0" rIns="0" bIns="0" rtlCol="0"/>
            <a:lstStyle/>
            <a:p/>
          </p:txBody>
        </p:sp>
        <p:sp>
          <p:nvSpPr>
            <p:cNvPr id="143" name="object 143"/>
            <p:cNvSpPr/>
            <p:nvPr/>
          </p:nvSpPr>
          <p:spPr>
            <a:xfrm>
              <a:off x="127000" y="1573530"/>
              <a:ext cx="297180" cy="297180"/>
            </a:xfrm>
            <a:custGeom>
              <a:avLst/>
              <a:gdLst/>
              <a:ahLst/>
              <a:cxnLst/>
              <a:rect l="l" t="t" r="r" b="b"/>
              <a:pathLst>
                <a:path w="297180" h="297180">
                  <a:moveTo>
                    <a:pt x="0" y="0"/>
                  </a:moveTo>
                  <a:lnTo>
                    <a:pt x="0" y="10160"/>
                  </a:lnTo>
                  <a:lnTo>
                    <a:pt x="287019" y="297180"/>
                  </a:lnTo>
                  <a:lnTo>
                    <a:pt x="297180" y="297180"/>
                  </a:lnTo>
                  <a:lnTo>
                    <a:pt x="0" y="0"/>
                  </a:lnTo>
                  <a:close/>
                </a:path>
              </a:pathLst>
            </a:custGeom>
            <a:solidFill>
              <a:srgbClr val="FFAFAF"/>
            </a:solidFill>
          </p:spPr>
          <p:txBody>
            <a:bodyPr wrap="square" lIns="0" tIns="0" rIns="0" bIns="0" rtlCol="0"/>
            <a:lstStyle/>
            <a:p/>
          </p:txBody>
        </p:sp>
        <p:sp>
          <p:nvSpPr>
            <p:cNvPr id="144" name="object 144"/>
            <p:cNvSpPr/>
            <p:nvPr/>
          </p:nvSpPr>
          <p:spPr>
            <a:xfrm>
              <a:off x="127000" y="1583690"/>
              <a:ext cx="287020" cy="287020"/>
            </a:xfrm>
            <a:custGeom>
              <a:avLst/>
              <a:gdLst/>
              <a:ahLst/>
              <a:cxnLst/>
              <a:rect l="l" t="t" r="r" b="b"/>
              <a:pathLst>
                <a:path w="287020" h="287019">
                  <a:moveTo>
                    <a:pt x="0" y="0"/>
                  </a:moveTo>
                  <a:lnTo>
                    <a:pt x="0" y="10160"/>
                  </a:lnTo>
                  <a:lnTo>
                    <a:pt x="276860" y="287020"/>
                  </a:lnTo>
                  <a:lnTo>
                    <a:pt x="287019" y="287020"/>
                  </a:lnTo>
                  <a:lnTo>
                    <a:pt x="0" y="0"/>
                  </a:lnTo>
                  <a:close/>
                </a:path>
              </a:pathLst>
            </a:custGeom>
            <a:solidFill>
              <a:srgbClr val="FFB1B1"/>
            </a:solidFill>
          </p:spPr>
          <p:txBody>
            <a:bodyPr wrap="square" lIns="0" tIns="0" rIns="0" bIns="0" rtlCol="0"/>
            <a:lstStyle/>
            <a:p/>
          </p:txBody>
        </p:sp>
        <p:sp>
          <p:nvSpPr>
            <p:cNvPr id="145" name="object 145"/>
            <p:cNvSpPr/>
            <p:nvPr/>
          </p:nvSpPr>
          <p:spPr>
            <a:xfrm>
              <a:off x="127000" y="1593850"/>
              <a:ext cx="276860" cy="276860"/>
            </a:xfrm>
            <a:custGeom>
              <a:avLst/>
              <a:gdLst/>
              <a:ahLst/>
              <a:cxnLst/>
              <a:rect l="l" t="t" r="r" b="b"/>
              <a:pathLst>
                <a:path w="276860" h="276860">
                  <a:moveTo>
                    <a:pt x="0" y="0"/>
                  </a:moveTo>
                  <a:lnTo>
                    <a:pt x="0" y="10160"/>
                  </a:lnTo>
                  <a:lnTo>
                    <a:pt x="266700" y="276860"/>
                  </a:lnTo>
                  <a:lnTo>
                    <a:pt x="276860" y="276860"/>
                  </a:lnTo>
                  <a:lnTo>
                    <a:pt x="0" y="0"/>
                  </a:lnTo>
                  <a:close/>
                </a:path>
              </a:pathLst>
            </a:custGeom>
            <a:solidFill>
              <a:srgbClr val="FFB4B4"/>
            </a:solidFill>
          </p:spPr>
          <p:txBody>
            <a:bodyPr wrap="square" lIns="0" tIns="0" rIns="0" bIns="0" rtlCol="0"/>
            <a:lstStyle/>
            <a:p/>
          </p:txBody>
        </p:sp>
        <p:sp>
          <p:nvSpPr>
            <p:cNvPr id="146" name="object 146"/>
            <p:cNvSpPr/>
            <p:nvPr/>
          </p:nvSpPr>
          <p:spPr>
            <a:xfrm>
              <a:off x="127000" y="1604009"/>
              <a:ext cx="266700" cy="266700"/>
            </a:xfrm>
            <a:custGeom>
              <a:avLst/>
              <a:gdLst/>
              <a:ahLst/>
              <a:cxnLst/>
              <a:rect l="l" t="t" r="r" b="b"/>
              <a:pathLst>
                <a:path w="266700" h="266700">
                  <a:moveTo>
                    <a:pt x="0" y="0"/>
                  </a:moveTo>
                  <a:lnTo>
                    <a:pt x="0" y="11211"/>
                  </a:lnTo>
                  <a:lnTo>
                    <a:pt x="256147" y="266700"/>
                  </a:lnTo>
                  <a:lnTo>
                    <a:pt x="266700" y="266700"/>
                  </a:lnTo>
                  <a:lnTo>
                    <a:pt x="0" y="0"/>
                  </a:lnTo>
                  <a:close/>
                </a:path>
              </a:pathLst>
            </a:custGeom>
            <a:solidFill>
              <a:srgbClr val="FFB7B7"/>
            </a:solidFill>
          </p:spPr>
          <p:txBody>
            <a:bodyPr wrap="square" lIns="0" tIns="0" rIns="0" bIns="0" rtlCol="0"/>
            <a:lstStyle/>
            <a:p/>
          </p:txBody>
        </p:sp>
        <p:sp>
          <p:nvSpPr>
            <p:cNvPr id="147" name="object 147"/>
            <p:cNvSpPr/>
            <p:nvPr/>
          </p:nvSpPr>
          <p:spPr>
            <a:xfrm>
              <a:off x="127000" y="1615221"/>
              <a:ext cx="256540" cy="255904"/>
            </a:xfrm>
            <a:custGeom>
              <a:avLst/>
              <a:gdLst/>
              <a:ahLst/>
              <a:cxnLst/>
              <a:rect l="l" t="t" r="r" b="b"/>
              <a:pathLst>
                <a:path w="256540" h="255905">
                  <a:moveTo>
                    <a:pt x="0" y="0"/>
                  </a:moveTo>
                  <a:lnTo>
                    <a:pt x="0" y="10146"/>
                  </a:lnTo>
                  <a:lnTo>
                    <a:pt x="245974" y="255488"/>
                  </a:lnTo>
                  <a:lnTo>
                    <a:pt x="256147" y="255488"/>
                  </a:lnTo>
                  <a:lnTo>
                    <a:pt x="0" y="0"/>
                  </a:lnTo>
                  <a:close/>
                </a:path>
              </a:pathLst>
            </a:custGeom>
            <a:solidFill>
              <a:srgbClr val="FFB9B9"/>
            </a:solidFill>
          </p:spPr>
          <p:txBody>
            <a:bodyPr wrap="square" lIns="0" tIns="0" rIns="0" bIns="0" rtlCol="0"/>
            <a:lstStyle/>
            <a:p/>
          </p:txBody>
        </p:sp>
        <p:sp>
          <p:nvSpPr>
            <p:cNvPr id="148" name="object 148"/>
            <p:cNvSpPr/>
            <p:nvPr/>
          </p:nvSpPr>
          <p:spPr>
            <a:xfrm>
              <a:off x="127000" y="1625368"/>
              <a:ext cx="245974" cy="245341"/>
            </a:xfrm>
            <a:prstGeom prst="rect">
              <a:avLst/>
            </a:prstGeom>
            <a:blipFill>
              <a:blip r:embed="rId2" cstate="print"/>
              <a:stretch>
                <a:fillRect/>
              </a:stretch>
            </a:blipFill>
          </p:spPr>
          <p:txBody>
            <a:bodyPr wrap="square" lIns="0" tIns="0" rIns="0" bIns="0" rtlCol="0"/>
            <a:lstStyle/>
            <a:p/>
          </p:txBody>
        </p:sp>
        <p:sp>
          <p:nvSpPr>
            <p:cNvPr id="149" name="object 149"/>
            <p:cNvSpPr/>
            <p:nvPr/>
          </p:nvSpPr>
          <p:spPr>
            <a:xfrm>
              <a:off x="762000" y="990600"/>
              <a:ext cx="31750" cy="1051560"/>
            </a:xfrm>
            <a:custGeom>
              <a:avLst/>
              <a:gdLst/>
              <a:ahLst/>
              <a:cxnLst/>
              <a:rect l="l" t="t" r="r" b="b"/>
              <a:pathLst>
                <a:path w="31750" h="1051560">
                  <a:moveTo>
                    <a:pt x="31750" y="0"/>
                  </a:moveTo>
                  <a:lnTo>
                    <a:pt x="0" y="0"/>
                  </a:lnTo>
                  <a:lnTo>
                    <a:pt x="0" y="1051560"/>
                  </a:lnTo>
                  <a:lnTo>
                    <a:pt x="31750" y="1051560"/>
                  </a:lnTo>
                  <a:close/>
                </a:path>
              </a:pathLst>
            </a:custGeom>
            <a:solidFill>
              <a:srgbClr val="1B1B1B"/>
            </a:solidFill>
          </p:spPr>
          <p:txBody>
            <a:bodyPr wrap="square" lIns="0" tIns="0" rIns="0" bIns="0" rtlCol="0"/>
            <a:lstStyle/>
            <a:p/>
          </p:txBody>
        </p:sp>
      </p:grpSp>
      <p:grpSp>
        <p:nvGrpSpPr>
          <p:cNvPr id="150" name="object 150"/>
          <p:cNvGrpSpPr/>
          <p:nvPr/>
        </p:nvGrpSpPr>
        <p:grpSpPr>
          <a:xfrm>
            <a:off x="7691119" y="1780539"/>
            <a:ext cx="869950" cy="34290"/>
            <a:chOff x="7691119" y="1780539"/>
            <a:chExt cx="869950" cy="34290"/>
          </a:xfrm>
        </p:grpSpPr>
        <p:sp>
          <p:nvSpPr>
            <p:cNvPr id="151" name="object 151"/>
            <p:cNvSpPr/>
            <p:nvPr/>
          </p:nvSpPr>
          <p:spPr>
            <a:xfrm>
              <a:off x="8524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CFCFC"/>
            </a:solidFill>
          </p:spPr>
          <p:txBody>
            <a:bodyPr wrap="square" lIns="0" tIns="0" rIns="0" bIns="0" rtlCol="0"/>
            <a:lstStyle/>
            <a:p/>
          </p:txBody>
        </p:sp>
        <p:sp>
          <p:nvSpPr>
            <p:cNvPr id="152" name="object 152"/>
            <p:cNvSpPr/>
            <p:nvPr/>
          </p:nvSpPr>
          <p:spPr>
            <a:xfrm>
              <a:off x="8488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BFBFB"/>
            </a:solidFill>
          </p:spPr>
          <p:txBody>
            <a:bodyPr wrap="square" lIns="0" tIns="0" rIns="0" bIns="0" rtlCol="0"/>
            <a:lstStyle/>
            <a:p/>
          </p:txBody>
        </p:sp>
        <p:sp>
          <p:nvSpPr>
            <p:cNvPr id="153" name="object 153"/>
            <p:cNvSpPr/>
            <p:nvPr/>
          </p:nvSpPr>
          <p:spPr>
            <a:xfrm>
              <a:off x="8451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AFAFA"/>
            </a:solidFill>
          </p:spPr>
          <p:txBody>
            <a:bodyPr wrap="square" lIns="0" tIns="0" rIns="0" bIns="0" rtlCol="0"/>
            <a:lstStyle/>
            <a:p/>
          </p:txBody>
        </p:sp>
        <p:sp>
          <p:nvSpPr>
            <p:cNvPr id="154" name="object 154"/>
            <p:cNvSpPr/>
            <p:nvPr/>
          </p:nvSpPr>
          <p:spPr>
            <a:xfrm>
              <a:off x="8416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9F9F9"/>
            </a:solidFill>
          </p:spPr>
          <p:txBody>
            <a:bodyPr wrap="square" lIns="0" tIns="0" rIns="0" bIns="0" rtlCol="0"/>
            <a:lstStyle/>
            <a:p/>
          </p:txBody>
        </p:sp>
        <p:sp>
          <p:nvSpPr>
            <p:cNvPr id="155" name="object 155"/>
            <p:cNvSpPr/>
            <p:nvPr/>
          </p:nvSpPr>
          <p:spPr>
            <a:xfrm>
              <a:off x="8379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8F8F8"/>
            </a:solidFill>
          </p:spPr>
          <p:txBody>
            <a:bodyPr wrap="square" lIns="0" tIns="0" rIns="0" bIns="0" rtlCol="0"/>
            <a:lstStyle/>
            <a:p/>
          </p:txBody>
        </p:sp>
        <p:sp>
          <p:nvSpPr>
            <p:cNvPr id="156" name="object 156"/>
            <p:cNvSpPr/>
            <p:nvPr/>
          </p:nvSpPr>
          <p:spPr>
            <a:xfrm>
              <a:off x="8342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7F7F7"/>
            </a:solidFill>
          </p:spPr>
          <p:txBody>
            <a:bodyPr wrap="square" lIns="0" tIns="0" rIns="0" bIns="0" rtlCol="0"/>
            <a:lstStyle/>
            <a:p/>
          </p:txBody>
        </p:sp>
        <p:sp>
          <p:nvSpPr>
            <p:cNvPr id="157" name="object 157"/>
            <p:cNvSpPr/>
            <p:nvPr/>
          </p:nvSpPr>
          <p:spPr>
            <a:xfrm>
              <a:off x="8307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6F6F6"/>
            </a:solidFill>
          </p:spPr>
          <p:txBody>
            <a:bodyPr wrap="square" lIns="0" tIns="0" rIns="0" bIns="0" rtlCol="0"/>
            <a:lstStyle/>
            <a:p/>
          </p:txBody>
        </p:sp>
        <p:sp>
          <p:nvSpPr>
            <p:cNvPr id="158" name="object 158"/>
            <p:cNvSpPr/>
            <p:nvPr/>
          </p:nvSpPr>
          <p:spPr>
            <a:xfrm>
              <a:off x="8270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5F5F5"/>
            </a:solidFill>
          </p:spPr>
          <p:txBody>
            <a:bodyPr wrap="square" lIns="0" tIns="0" rIns="0" bIns="0" rtlCol="0"/>
            <a:lstStyle/>
            <a:p/>
          </p:txBody>
        </p:sp>
        <p:sp>
          <p:nvSpPr>
            <p:cNvPr id="159" name="object 159"/>
            <p:cNvSpPr/>
            <p:nvPr/>
          </p:nvSpPr>
          <p:spPr>
            <a:xfrm>
              <a:off x="8234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F4F4F4"/>
            </a:solidFill>
          </p:spPr>
          <p:txBody>
            <a:bodyPr wrap="square" lIns="0" tIns="0" rIns="0" bIns="0" rtlCol="0"/>
            <a:lstStyle/>
            <a:p/>
          </p:txBody>
        </p:sp>
        <p:sp>
          <p:nvSpPr>
            <p:cNvPr id="160" name="object 160"/>
            <p:cNvSpPr/>
            <p:nvPr/>
          </p:nvSpPr>
          <p:spPr>
            <a:xfrm>
              <a:off x="8197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3F3F3"/>
            </a:solidFill>
          </p:spPr>
          <p:txBody>
            <a:bodyPr wrap="square" lIns="0" tIns="0" rIns="0" bIns="0" rtlCol="0"/>
            <a:lstStyle/>
            <a:p/>
          </p:txBody>
        </p:sp>
        <p:sp>
          <p:nvSpPr>
            <p:cNvPr id="161" name="object 161"/>
            <p:cNvSpPr/>
            <p:nvPr/>
          </p:nvSpPr>
          <p:spPr>
            <a:xfrm>
              <a:off x="8162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F2F2F2"/>
            </a:solidFill>
          </p:spPr>
          <p:txBody>
            <a:bodyPr wrap="square" lIns="0" tIns="0" rIns="0" bIns="0" rtlCol="0"/>
            <a:lstStyle/>
            <a:p/>
          </p:txBody>
        </p:sp>
        <p:sp>
          <p:nvSpPr>
            <p:cNvPr id="162" name="object 162"/>
            <p:cNvSpPr/>
            <p:nvPr/>
          </p:nvSpPr>
          <p:spPr>
            <a:xfrm>
              <a:off x="8125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F1F1F1"/>
            </a:solidFill>
          </p:spPr>
          <p:txBody>
            <a:bodyPr wrap="square" lIns="0" tIns="0" rIns="0" bIns="0" rtlCol="0"/>
            <a:lstStyle/>
            <a:p/>
          </p:txBody>
        </p:sp>
        <p:sp>
          <p:nvSpPr>
            <p:cNvPr id="163" name="object 163"/>
            <p:cNvSpPr/>
            <p:nvPr/>
          </p:nvSpPr>
          <p:spPr>
            <a:xfrm>
              <a:off x="808862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F0F0F0"/>
            </a:solidFill>
          </p:spPr>
          <p:txBody>
            <a:bodyPr wrap="square" lIns="0" tIns="0" rIns="0" bIns="0" rtlCol="0"/>
            <a:lstStyle/>
            <a:p/>
          </p:txBody>
        </p:sp>
        <p:sp>
          <p:nvSpPr>
            <p:cNvPr id="164" name="object 164"/>
            <p:cNvSpPr/>
            <p:nvPr/>
          </p:nvSpPr>
          <p:spPr>
            <a:xfrm>
              <a:off x="80530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FEFEF"/>
            </a:solidFill>
          </p:spPr>
          <p:txBody>
            <a:bodyPr wrap="square" lIns="0" tIns="0" rIns="0" bIns="0" rtlCol="0"/>
            <a:lstStyle/>
            <a:p/>
          </p:txBody>
        </p:sp>
        <p:sp>
          <p:nvSpPr>
            <p:cNvPr id="165" name="object 165"/>
            <p:cNvSpPr/>
            <p:nvPr/>
          </p:nvSpPr>
          <p:spPr>
            <a:xfrm>
              <a:off x="80162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EEEEE"/>
            </a:solidFill>
          </p:spPr>
          <p:txBody>
            <a:bodyPr wrap="square" lIns="0" tIns="0" rIns="0" bIns="0" rtlCol="0"/>
            <a:lstStyle/>
            <a:p/>
          </p:txBody>
        </p:sp>
        <p:sp>
          <p:nvSpPr>
            <p:cNvPr id="166" name="object 166"/>
            <p:cNvSpPr/>
            <p:nvPr/>
          </p:nvSpPr>
          <p:spPr>
            <a:xfrm>
              <a:off x="798067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DEDED"/>
            </a:solidFill>
          </p:spPr>
          <p:txBody>
            <a:bodyPr wrap="square" lIns="0" tIns="0" rIns="0" bIns="0" rtlCol="0"/>
            <a:lstStyle/>
            <a:p/>
          </p:txBody>
        </p:sp>
        <p:sp>
          <p:nvSpPr>
            <p:cNvPr id="167" name="object 167"/>
            <p:cNvSpPr/>
            <p:nvPr/>
          </p:nvSpPr>
          <p:spPr>
            <a:xfrm>
              <a:off x="79438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CECEC"/>
            </a:solidFill>
          </p:spPr>
          <p:txBody>
            <a:bodyPr wrap="square" lIns="0" tIns="0" rIns="0" bIns="0" rtlCol="0"/>
            <a:lstStyle/>
            <a:p/>
          </p:txBody>
        </p:sp>
        <p:sp>
          <p:nvSpPr>
            <p:cNvPr id="168" name="object 168"/>
            <p:cNvSpPr/>
            <p:nvPr/>
          </p:nvSpPr>
          <p:spPr>
            <a:xfrm>
              <a:off x="790828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BEBEB"/>
            </a:solidFill>
          </p:spPr>
          <p:txBody>
            <a:bodyPr wrap="square" lIns="0" tIns="0" rIns="0" bIns="0" rtlCol="0"/>
            <a:lstStyle/>
            <a:p/>
          </p:txBody>
        </p:sp>
        <p:sp>
          <p:nvSpPr>
            <p:cNvPr id="169" name="object 169"/>
            <p:cNvSpPr/>
            <p:nvPr/>
          </p:nvSpPr>
          <p:spPr>
            <a:xfrm>
              <a:off x="7871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AEAEA"/>
            </a:solidFill>
          </p:spPr>
          <p:txBody>
            <a:bodyPr wrap="square" lIns="0" tIns="0" rIns="0" bIns="0" rtlCol="0"/>
            <a:lstStyle/>
            <a:p/>
          </p:txBody>
        </p:sp>
        <p:sp>
          <p:nvSpPr>
            <p:cNvPr id="170" name="object 170"/>
            <p:cNvSpPr/>
            <p:nvPr/>
          </p:nvSpPr>
          <p:spPr>
            <a:xfrm>
              <a:off x="783589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9E9E9"/>
            </a:solidFill>
          </p:spPr>
          <p:txBody>
            <a:bodyPr wrap="square" lIns="0" tIns="0" rIns="0" bIns="0" rtlCol="0"/>
            <a:lstStyle/>
            <a:p/>
          </p:txBody>
        </p:sp>
        <p:sp>
          <p:nvSpPr>
            <p:cNvPr id="171" name="object 171"/>
            <p:cNvSpPr/>
            <p:nvPr/>
          </p:nvSpPr>
          <p:spPr>
            <a:xfrm>
              <a:off x="7799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8E8E8"/>
            </a:solidFill>
          </p:spPr>
          <p:txBody>
            <a:bodyPr wrap="square" lIns="0" tIns="0" rIns="0" bIns="0" rtlCol="0"/>
            <a:lstStyle/>
            <a:p/>
          </p:txBody>
        </p:sp>
        <p:sp>
          <p:nvSpPr>
            <p:cNvPr id="172" name="object 172"/>
            <p:cNvSpPr/>
            <p:nvPr/>
          </p:nvSpPr>
          <p:spPr>
            <a:xfrm>
              <a:off x="7763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7E7E7"/>
            </a:solidFill>
          </p:spPr>
          <p:txBody>
            <a:bodyPr wrap="square" lIns="0" tIns="0" rIns="0" bIns="0" rtlCol="0"/>
            <a:lstStyle/>
            <a:p/>
          </p:txBody>
        </p:sp>
        <p:sp>
          <p:nvSpPr>
            <p:cNvPr id="173" name="object 173"/>
            <p:cNvSpPr/>
            <p:nvPr/>
          </p:nvSpPr>
          <p:spPr>
            <a:xfrm>
              <a:off x="7726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6E6E6"/>
            </a:solidFill>
          </p:spPr>
          <p:txBody>
            <a:bodyPr wrap="square" lIns="0" tIns="0" rIns="0" bIns="0" rtlCol="0"/>
            <a:lstStyle/>
            <a:p/>
          </p:txBody>
        </p:sp>
        <p:sp>
          <p:nvSpPr>
            <p:cNvPr id="174" name="object 174"/>
            <p:cNvSpPr/>
            <p:nvPr/>
          </p:nvSpPr>
          <p:spPr>
            <a:xfrm>
              <a:off x="7691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5E5E5"/>
            </a:solidFill>
          </p:spPr>
          <p:txBody>
            <a:bodyPr wrap="square" lIns="0" tIns="0" rIns="0" bIns="0" rtlCol="0"/>
            <a:lstStyle/>
            <a:p/>
          </p:txBody>
        </p:sp>
      </p:grpSp>
      <p:grpSp>
        <p:nvGrpSpPr>
          <p:cNvPr id="175" name="object 175"/>
          <p:cNvGrpSpPr/>
          <p:nvPr/>
        </p:nvGrpSpPr>
        <p:grpSpPr>
          <a:xfrm>
            <a:off x="441959" y="1780539"/>
            <a:ext cx="7249159" cy="34290"/>
            <a:chOff x="441959" y="1780539"/>
            <a:chExt cx="7249159" cy="34290"/>
          </a:xfrm>
        </p:grpSpPr>
        <p:sp>
          <p:nvSpPr>
            <p:cNvPr id="176" name="object 176"/>
            <p:cNvSpPr/>
            <p:nvPr/>
          </p:nvSpPr>
          <p:spPr>
            <a:xfrm>
              <a:off x="7654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4E4E4"/>
            </a:solidFill>
          </p:spPr>
          <p:txBody>
            <a:bodyPr wrap="square" lIns="0" tIns="0" rIns="0" bIns="0" rtlCol="0"/>
            <a:lstStyle/>
            <a:p/>
          </p:txBody>
        </p:sp>
        <p:sp>
          <p:nvSpPr>
            <p:cNvPr id="177" name="object 177"/>
            <p:cNvSpPr/>
            <p:nvPr/>
          </p:nvSpPr>
          <p:spPr>
            <a:xfrm>
              <a:off x="761745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E3E3E3"/>
            </a:solidFill>
          </p:spPr>
          <p:txBody>
            <a:bodyPr wrap="square" lIns="0" tIns="0" rIns="0" bIns="0" rtlCol="0"/>
            <a:lstStyle/>
            <a:p/>
          </p:txBody>
        </p:sp>
        <p:sp>
          <p:nvSpPr>
            <p:cNvPr id="178" name="object 178"/>
            <p:cNvSpPr/>
            <p:nvPr/>
          </p:nvSpPr>
          <p:spPr>
            <a:xfrm>
              <a:off x="75819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E2E2E2"/>
            </a:solidFill>
          </p:spPr>
          <p:txBody>
            <a:bodyPr wrap="square" lIns="0" tIns="0" rIns="0" bIns="0" rtlCol="0"/>
            <a:lstStyle/>
            <a:p/>
          </p:txBody>
        </p:sp>
        <p:sp>
          <p:nvSpPr>
            <p:cNvPr id="179" name="object 179"/>
            <p:cNvSpPr/>
            <p:nvPr/>
          </p:nvSpPr>
          <p:spPr>
            <a:xfrm>
              <a:off x="75450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E1E1E1"/>
            </a:solidFill>
          </p:spPr>
          <p:txBody>
            <a:bodyPr wrap="square" lIns="0" tIns="0" rIns="0" bIns="0" rtlCol="0"/>
            <a:lstStyle/>
            <a:p/>
          </p:txBody>
        </p:sp>
        <p:sp>
          <p:nvSpPr>
            <p:cNvPr id="180" name="object 180"/>
            <p:cNvSpPr/>
            <p:nvPr/>
          </p:nvSpPr>
          <p:spPr>
            <a:xfrm>
              <a:off x="75095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E0E0E0"/>
            </a:solidFill>
          </p:spPr>
          <p:txBody>
            <a:bodyPr wrap="square" lIns="0" tIns="0" rIns="0" bIns="0" rtlCol="0"/>
            <a:lstStyle/>
            <a:p/>
          </p:txBody>
        </p:sp>
        <p:sp>
          <p:nvSpPr>
            <p:cNvPr id="181" name="object 181"/>
            <p:cNvSpPr/>
            <p:nvPr/>
          </p:nvSpPr>
          <p:spPr>
            <a:xfrm>
              <a:off x="74726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FDFDF"/>
            </a:solidFill>
          </p:spPr>
          <p:txBody>
            <a:bodyPr wrap="square" lIns="0" tIns="0" rIns="0" bIns="0" rtlCol="0"/>
            <a:lstStyle/>
            <a:p/>
          </p:txBody>
        </p:sp>
        <p:sp>
          <p:nvSpPr>
            <p:cNvPr id="182" name="object 182"/>
            <p:cNvSpPr/>
            <p:nvPr/>
          </p:nvSpPr>
          <p:spPr>
            <a:xfrm>
              <a:off x="74371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EDEDE"/>
            </a:solidFill>
          </p:spPr>
          <p:txBody>
            <a:bodyPr wrap="square" lIns="0" tIns="0" rIns="0" bIns="0" rtlCol="0"/>
            <a:lstStyle/>
            <a:p/>
          </p:txBody>
        </p:sp>
        <p:sp>
          <p:nvSpPr>
            <p:cNvPr id="183" name="object 183"/>
            <p:cNvSpPr/>
            <p:nvPr/>
          </p:nvSpPr>
          <p:spPr>
            <a:xfrm>
              <a:off x="7400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DDDDD"/>
            </a:solidFill>
          </p:spPr>
          <p:txBody>
            <a:bodyPr wrap="square" lIns="0" tIns="0" rIns="0" bIns="0" rtlCol="0"/>
            <a:lstStyle/>
            <a:p/>
          </p:txBody>
        </p:sp>
        <p:sp>
          <p:nvSpPr>
            <p:cNvPr id="184" name="object 184"/>
            <p:cNvSpPr/>
            <p:nvPr/>
          </p:nvSpPr>
          <p:spPr>
            <a:xfrm>
              <a:off x="7364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CDCDC"/>
            </a:solidFill>
          </p:spPr>
          <p:txBody>
            <a:bodyPr wrap="square" lIns="0" tIns="0" rIns="0" bIns="0" rtlCol="0"/>
            <a:lstStyle/>
            <a:p/>
          </p:txBody>
        </p:sp>
        <p:sp>
          <p:nvSpPr>
            <p:cNvPr id="185" name="object 185"/>
            <p:cNvSpPr/>
            <p:nvPr/>
          </p:nvSpPr>
          <p:spPr>
            <a:xfrm>
              <a:off x="7327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BDBDB"/>
            </a:solidFill>
          </p:spPr>
          <p:txBody>
            <a:bodyPr wrap="square" lIns="0" tIns="0" rIns="0" bIns="0" rtlCol="0"/>
            <a:lstStyle/>
            <a:p/>
          </p:txBody>
        </p:sp>
        <p:sp>
          <p:nvSpPr>
            <p:cNvPr id="186" name="object 186"/>
            <p:cNvSpPr/>
            <p:nvPr/>
          </p:nvSpPr>
          <p:spPr>
            <a:xfrm>
              <a:off x="7292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ADADA"/>
            </a:solidFill>
          </p:spPr>
          <p:txBody>
            <a:bodyPr wrap="square" lIns="0" tIns="0" rIns="0" bIns="0" rtlCol="0"/>
            <a:lstStyle/>
            <a:p/>
          </p:txBody>
        </p:sp>
        <p:sp>
          <p:nvSpPr>
            <p:cNvPr id="187" name="object 187"/>
            <p:cNvSpPr/>
            <p:nvPr/>
          </p:nvSpPr>
          <p:spPr>
            <a:xfrm>
              <a:off x="7255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9D9D9"/>
            </a:solidFill>
          </p:spPr>
          <p:txBody>
            <a:bodyPr wrap="square" lIns="0" tIns="0" rIns="0" bIns="0" rtlCol="0"/>
            <a:lstStyle/>
            <a:p/>
          </p:txBody>
        </p:sp>
        <p:sp>
          <p:nvSpPr>
            <p:cNvPr id="188" name="object 188"/>
            <p:cNvSpPr/>
            <p:nvPr/>
          </p:nvSpPr>
          <p:spPr>
            <a:xfrm>
              <a:off x="7219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8D8D8"/>
            </a:solidFill>
          </p:spPr>
          <p:txBody>
            <a:bodyPr wrap="square" lIns="0" tIns="0" rIns="0" bIns="0" rtlCol="0"/>
            <a:lstStyle/>
            <a:p/>
          </p:txBody>
        </p:sp>
        <p:sp>
          <p:nvSpPr>
            <p:cNvPr id="189" name="object 189"/>
            <p:cNvSpPr/>
            <p:nvPr/>
          </p:nvSpPr>
          <p:spPr>
            <a:xfrm>
              <a:off x="7183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7D7D7"/>
            </a:solidFill>
          </p:spPr>
          <p:txBody>
            <a:bodyPr wrap="square" lIns="0" tIns="0" rIns="0" bIns="0" rtlCol="0"/>
            <a:lstStyle/>
            <a:p/>
          </p:txBody>
        </p:sp>
        <p:sp>
          <p:nvSpPr>
            <p:cNvPr id="190" name="object 190"/>
            <p:cNvSpPr/>
            <p:nvPr/>
          </p:nvSpPr>
          <p:spPr>
            <a:xfrm>
              <a:off x="714629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6D6D6"/>
            </a:solidFill>
          </p:spPr>
          <p:txBody>
            <a:bodyPr wrap="square" lIns="0" tIns="0" rIns="0" bIns="0" rtlCol="0"/>
            <a:lstStyle/>
            <a:p/>
          </p:txBody>
        </p:sp>
        <p:sp>
          <p:nvSpPr>
            <p:cNvPr id="191" name="object 191"/>
            <p:cNvSpPr/>
            <p:nvPr/>
          </p:nvSpPr>
          <p:spPr>
            <a:xfrm>
              <a:off x="71107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D5D5D5"/>
            </a:solidFill>
          </p:spPr>
          <p:txBody>
            <a:bodyPr wrap="square" lIns="0" tIns="0" rIns="0" bIns="0" rtlCol="0"/>
            <a:lstStyle/>
            <a:p/>
          </p:txBody>
        </p:sp>
        <p:sp>
          <p:nvSpPr>
            <p:cNvPr id="192" name="object 192"/>
            <p:cNvSpPr/>
            <p:nvPr/>
          </p:nvSpPr>
          <p:spPr>
            <a:xfrm>
              <a:off x="70739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4D4D4"/>
            </a:solidFill>
          </p:spPr>
          <p:txBody>
            <a:bodyPr wrap="square" lIns="0" tIns="0" rIns="0" bIns="0" rtlCol="0"/>
            <a:lstStyle/>
            <a:p/>
          </p:txBody>
        </p:sp>
        <p:sp>
          <p:nvSpPr>
            <p:cNvPr id="193" name="object 193"/>
            <p:cNvSpPr/>
            <p:nvPr/>
          </p:nvSpPr>
          <p:spPr>
            <a:xfrm>
              <a:off x="703834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3D3D3"/>
            </a:solidFill>
          </p:spPr>
          <p:txBody>
            <a:bodyPr wrap="square" lIns="0" tIns="0" rIns="0" bIns="0" rtlCol="0"/>
            <a:lstStyle/>
            <a:p/>
          </p:txBody>
        </p:sp>
        <p:sp>
          <p:nvSpPr>
            <p:cNvPr id="194" name="object 194"/>
            <p:cNvSpPr/>
            <p:nvPr/>
          </p:nvSpPr>
          <p:spPr>
            <a:xfrm>
              <a:off x="700150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D2D2D2"/>
            </a:solidFill>
          </p:spPr>
          <p:txBody>
            <a:bodyPr wrap="square" lIns="0" tIns="0" rIns="0" bIns="0" rtlCol="0"/>
            <a:lstStyle/>
            <a:p/>
          </p:txBody>
        </p:sp>
        <p:sp>
          <p:nvSpPr>
            <p:cNvPr id="195" name="object 195"/>
            <p:cNvSpPr/>
            <p:nvPr/>
          </p:nvSpPr>
          <p:spPr>
            <a:xfrm>
              <a:off x="696595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D1D1D1"/>
            </a:solidFill>
          </p:spPr>
          <p:txBody>
            <a:bodyPr wrap="square" lIns="0" tIns="0" rIns="0" bIns="0" rtlCol="0"/>
            <a:lstStyle/>
            <a:p/>
          </p:txBody>
        </p:sp>
        <p:sp>
          <p:nvSpPr>
            <p:cNvPr id="196" name="object 196"/>
            <p:cNvSpPr/>
            <p:nvPr/>
          </p:nvSpPr>
          <p:spPr>
            <a:xfrm>
              <a:off x="6929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D0D0D0"/>
            </a:solidFill>
          </p:spPr>
          <p:txBody>
            <a:bodyPr wrap="square" lIns="0" tIns="0" rIns="0" bIns="0" rtlCol="0"/>
            <a:lstStyle/>
            <a:p/>
          </p:txBody>
        </p:sp>
        <p:sp>
          <p:nvSpPr>
            <p:cNvPr id="197" name="object 197"/>
            <p:cNvSpPr/>
            <p:nvPr/>
          </p:nvSpPr>
          <p:spPr>
            <a:xfrm>
              <a:off x="6893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FCFCF"/>
            </a:solidFill>
          </p:spPr>
          <p:txBody>
            <a:bodyPr wrap="square" lIns="0" tIns="0" rIns="0" bIns="0" rtlCol="0"/>
            <a:lstStyle/>
            <a:p/>
          </p:txBody>
        </p:sp>
        <p:sp>
          <p:nvSpPr>
            <p:cNvPr id="198" name="object 198"/>
            <p:cNvSpPr/>
            <p:nvPr/>
          </p:nvSpPr>
          <p:spPr>
            <a:xfrm>
              <a:off x="6856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ECECE"/>
            </a:solidFill>
          </p:spPr>
          <p:txBody>
            <a:bodyPr wrap="square" lIns="0" tIns="0" rIns="0" bIns="0" rtlCol="0"/>
            <a:lstStyle/>
            <a:p/>
          </p:txBody>
        </p:sp>
        <p:sp>
          <p:nvSpPr>
            <p:cNvPr id="199" name="object 199"/>
            <p:cNvSpPr/>
            <p:nvPr/>
          </p:nvSpPr>
          <p:spPr>
            <a:xfrm>
              <a:off x="6821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DCDCD"/>
            </a:solidFill>
          </p:spPr>
          <p:txBody>
            <a:bodyPr wrap="square" lIns="0" tIns="0" rIns="0" bIns="0" rtlCol="0"/>
            <a:lstStyle/>
            <a:p/>
          </p:txBody>
        </p:sp>
        <p:sp>
          <p:nvSpPr>
            <p:cNvPr id="200" name="object 200"/>
            <p:cNvSpPr/>
            <p:nvPr/>
          </p:nvSpPr>
          <p:spPr>
            <a:xfrm>
              <a:off x="674878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CCCCCC"/>
            </a:solidFill>
          </p:spPr>
          <p:txBody>
            <a:bodyPr wrap="square" lIns="0" tIns="0" rIns="0" bIns="0" rtlCol="0"/>
            <a:lstStyle/>
            <a:p/>
          </p:txBody>
        </p:sp>
        <p:sp>
          <p:nvSpPr>
            <p:cNvPr id="201" name="object 201"/>
            <p:cNvSpPr/>
            <p:nvPr/>
          </p:nvSpPr>
          <p:spPr>
            <a:xfrm>
              <a:off x="6711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ACACA"/>
            </a:solidFill>
          </p:spPr>
          <p:txBody>
            <a:bodyPr wrap="square" lIns="0" tIns="0" rIns="0" bIns="0" rtlCol="0"/>
            <a:lstStyle/>
            <a:p/>
          </p:txBody>
        </p:sp>
        <p:sp>
          <p:nvSpPr>
            <p:cNvPr id="202" name="object 202"/>
            <p:cNvSpPr/>
            <p:nvPr/>
          </p:nvSpPr>
          <p:spPr>
            <a:xfrm>
              <a:off x="66751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9C9C9"/>
            </a:solidFill>
          </p:spPr>
          <p:txBody>
            <a:bodyPr wrap="square" lIns="0" tIns="0" rIns="0" bIns="0" rtlCol="0"/>
            <a:lstStyle/>
            <a:p/>
          </p:txBody>
        </p:sp>
        <p:sp>
          <p:nvSpPr>
            <p:cNvPr id="203" name="object 203"/>
            <p:cNvSpPr/>
            <p:nvPr/>
          </p:nvSpPr>
          <p:spPr>
            <a:xfrm>
              <a:off x="66395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8C8C8"/>
            </a:solidFill>
          </p:spPr>
          <p:txBody>
            <a:bodyPr wrap="square" lIns="0" tIns="0" rIns="0" bIns="0" rtlCol="0"/>
            <a:lstStyle/>
            <a:p/>
          </p:txBody>
        </p:sp>
        <p:sp>
          <p:nvSpPr>
            <p:cNvPr id="204" name="object 204"/>
            <p:cNvSpPr/>
            <p:nvPr/>
          </p:nvSpPr>
          <p:spPr>
            <a:xfrm>
              <a:off x="660273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7C7C7"/>
            </a:solidFill>
          </p:spPr>
          <p:txBody>
            <a:bodyPr wrap="square" lIns="0" tIns="0" rIns="0" bIns="0" rtlCol="0"/>
            <a:lstStyle/>
            <a:p/>
          </p:txBody>
        </p:sp>
        <p:sp>
          <p:nvSpPr>
            <p:cNvPr id="205" name="object 205"/>
            <p:cNvSpPr/>
            <p:nvPr/>
          </p:nvSpPr>
          <p:spPr>
            <a:xfrm>
              <a:off x="656716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C6C6C6"/>
            </a:solidFill>
          </p:spPr>
          <p:txBody>
            <a:bodyPr wrap="square" lIns="0" tIns="0" rIns="0" bIns="0" rtlCol="0"/>
            <a:lstStyle/>
            <a:p/>
          </p:txBody>
        </p:sp>
        <p:sp>
          <p:nvSpPr>
            <p:cNvPr id="206" name="object 206"/>
            <p:cNvSpPr/>
            <p:nvPr/>
          </p:nvSpPr>
          <p:spPr>
            <a:xfrm>
              <a:off x="653033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5C5C5"/>
            </a:solidFill>
          </p:spPr>
          <p:txBody>
            <a:bodyPr wrap="square" lIns="0" tIns="0" rIns="0" bIns="0" rtlCol="0"/>
            <a:lstStyle/>
            <a:p/>
          </p:txBody>
        </p:sp>
        <p:sp>
          <p:nvSpPr>
            <p:cNvPr id="207" name="object 207"/>
            <p:cNvSpPr/>
            <p:nvPr/>
          </p:nvSpPr>
          <p:spPr>
            <a:xfrm>
              <a:off x="649478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C4C4C4"/>
            </a:solidFill>
          </p:spPr>
          <p:txBody>
            <a:bodyPr wrap="square" lIns="0" tIns="0" rIns="0" bIns="0" rtlCol="0"/>
            <a:lstStyle/>
            <a:p/>
          </p:txBody>
        </p:sp>
        <p:sp>
          <p:nvSpPr>
            <p:cNvPr id="208" name="object 208"/>
            <p:cNvSpPr/>
            <p:nvPr/>
          </p:nvSpPr>
          <p:spPr>
            <a:xfrm>
              <a:off x="64579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3C3C3"/>
            </a:solidFill>
          </p:spPr>
          <p:txBody>
            <a:bodyPr wrap="square" lIns="0" tIns="0" rIns="0" bIns="0" rtlCol="0"/>
            <a:lstStyle/>
            <a:p/>
          </p:txBody>
        </p:sp>
        <p:sp>
          <p:nvSpPr>
            <p:cNvPr id="209" name="object 209"/>
            <p:cNvSpPr/>
            <p:nvPr/>
          </p:nvSpPr>
          <p:spPr>
            <a:xfrm>
              <a:off x="64223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2C2C2"/>
            </a:solidFill>
          </p:spPr>
          <p:txBody>
            <a:bodyPr wrap="square" lIns="0" tIns="0" rIns="0" bIns="0" rtlCol="0"/>
            <a:lstStyle/>
            <a:p/>
          </p:txBody>
        </p:sp>
        <p:sp>
          <p:nvSpPr>
            <p:cNvPr id="210" name="object 210"/>
            <p:cNvSpPr/>
            <p:nvPr/>
          </p:nvSpPr>
          <p:spPr>
            <a:xfrm>
              <a:off x="63855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C1C1C1"/>
            </a:solidFill>
          </p:spPr>
          <p:txBody>
            <a:bodyPr wrap="square" lIns="0" tIns="0" rIns="0" bIns="0" rtlCol="0"/>
            <a:lstStyle/>
            <a:p/>
          </p:txBody>
        </p:sp>
        <p:sp>
          <p:nvSpPr>
            <p:cNvPr id="211" name="object 211"/>
            <p:cNvSpPr/>
            <p:nvPr/>
          </p:nvSpPr>
          <p:spPr>
            <a:xfrm>
              <a:off x="63500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C0C0C0"/>
            </a:solidFill>
          </p:spPr>
          <p:txBody>
            <a:bodyPr wrap="square" lIns="0" tIns="0" rIns="0" bIns="0" rtlCol="0"/>
            <a:lstStyle/>
            <a:p/>
          </p:txBody>
        </p:sp>
        <p:sp>
          <p:nvSpPr>
            <p:cNvPr id="212" name="object 212"/>
            <p:cNvSpPr/>
            <p:nvPr/>
          </p:nvSpPr>
          <p:spPr>
            <a:xfrm>
              <a:off x="63131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FBFBF"/>
            </a:solidFill>
          </p:spPr>
          <p:txBody>
            <a:bodyPr wrap="square" lIns="0" tIns="0" rIns="0" bIns="0" rtlCol="0"/>
            <a:lstStyle/>
            <a:p/>
          </p:txBody>
        </p:sp>
        <p:sp>
          <p:nvSpPr>
            <p:cNvPr id="213" name="object 213"/>
            <p:cNvSpPr/>
            <p:nvPr/>
          </p:nvSpPr>
          <p:spPr>
            <a:xfrm>
              <a:off x="62776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EBEBE"/>
            </a:solidFill>
          </p:spPr>
          <p:txBody>
            <a:bodyPr wrap="square" lIns="0" tIns="0" rIns="0" bIns="0" rtlCol="0"/>
            <a:lstStyle/>
            <a:p/>
          </p:txBody>
        </p:sp>
        <p:sp>
          <p:nvSpPr>
            <p:cNvPr id="214" name="object 214"/>
            <p:cNvSpPr/>
            <p:nvPr/>
          </p:nvSpPr>
          <p:spPr>
            <a:xfrm>
              <a:off x="6240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DBDBD"/>
            </a:solidFill>
          </p:spPr>
          <p:txBody>
            <a:bodyPr wrap="square" lIns="0" tIns="0" rIns="0" bIns="0" rtlCol="0"/>
            <a:lstStyle/>
            <a:p/>
          </p:txBody>
        </p:sp>
        <p:sp>
          <p:nvSpPr>
            <p:cNvPr id="215" name="object 215"/>
            <p:cNvSpPr/>
            <p:nvPr/>
          </p:nvSpPr>
          <p:spPr>
            <a:xfrm>
              <a:off x="6205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CBCBC"/>
            </a:solidFill>
          </p:spPr>
          <p:txBody>
            <a:bodyPr wrap="square" lIns="0" tIns="0" rIns="0" bIns="0" rtlCol="0"/>
            <a:lstStyle/>
            <a:p/>
          </p:txBody>
        </p:sp>
        <p:sp>
          <p:nvSpPr>
            <p:cNvPr id="216" name="object 216"/>
            <p:cNvSpPr/>
            <p:nvPr/>
          </p:nvSpPr>
          <p:spPr>
            <a:xfrm>
              <a:off x="6168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BBBBB"/>
            </a:solidFill>
          </p:spPr>
          <p:txBody>
            <a:bodyPr wrap="square" lIns="0" tIns="0" rIns="0" bIns="0" rtlCol="0"/>
            <a:lstStyle/>
            <a:p/>
          </p:txBody>
        </p:sp>
        <p:sp>
          <p:nvSpPr>
            <p:cNvPr id="217" name="object 217"/>
            <p:cNvSpPr/>
            <p:nvPr/>
          </p:nvSpPr>
          <p:spPr>
            <a:xfrm>
              <a:off x="6132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ABABA"/>
            </a:solidFill>
          </p:spPr>
          <p:txBody>
            <a:bodyPr wrap="square" lIns="0" tIns="0" rIns="0" bIns="0" rtlCol="0"/>
            <a:lstStyle/>
            <a:p/>
          </p:txBody>
        </p:sp>
        <p:sp>
          <p:nvSpPr>
            <p:cNvPr id="218" name="object 218"/>
            <p:cNvSpPr/>
            <p:nvPr/>
          </p:nvSpPr>
          <p:spPr>
            <a:xfrm>
              <a:off x="6096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9B9B9"/>
            </a:solidFill>
          </p:spPr>
          <p:txBody>
            <a:bodyPr wrap="square" lIns="0" tIns="0" rIns="0" bIns="0" rtlCol="0"/>
            <a:lstStyle/>
            <a:p/>
          </p:txBody>
        </p:sp>
        <p:sp>
          <p:nvSpPr>
            <p:cNvPr id="219" name="object 219"/>
            <p:cNvSpPr/>
            <p:nvPr/>
          </p:nvSpPr>
          <p:spPr>
            <a:xfrm>
              <a:off x="6060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8B8B8"/>
            </a:solidFill>
          </p:spPr>
          <p:txBody>
            <a:bodyPr wrap="square" lIns="0" tIns="0" rIns="0" bIns="0" rtlCol="0"/>
            <a:lstStyle/>
            <a:p/>
          </p:txBody>
        </p:sp>
        <p:sp>
          <p:nvSpPr>
            <p:cNvPr id="220" name="object 220"/>
            <p:cNvSpPr/>
            <p:nvPr/>
          </p:nvSpPr>
          <p:spPr>
            <a:xfrm>
              <a:off x="6023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7B7B7"/>
            </a:solidFill>
          </p:spPr>
          <p:txBody>
            <a:bodyPr wrap="square" lIns="0" tIns="0" rIns="0" bIns="0" rtlCol="0"/>
            <a:lstStyle/>
            <a:p/>
          </p:txBody>
        </p:sp>
        <p:sp>
          <p:nvSpPr>
            <p:cNvPr id="221" name="object 221"/>
            <p:cNvSpPr/>
            <p:nvPr/>
          </p:nvSpPr>
          <p:spPr>
            <a:xfrm>
              <a:off x="5986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6B6B6"/>
            </a:solidFill>
          </p:spPr>
          <p:txBody>
            <a:bodyPr wrap="square" lIns="0" tIns="0" rIns="0" bIns="0" rtlCol="0"/>
            <a:lstStyle/>
            <a:p/>
          </p:txBody>
        </p:sp>
        <p:sp>
          <p:nvSpPr>
            <p:cNvPr id="222" name="object 222"/>
            <p:cNvSpPr/>
            <p:nvPr/>
          </p:nvSpPr>
          <p:spPr>
            <a:xfrm>
              <a:off x="5951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B5B5B5"/>
            </a:solidFill>
          </p:spPr>
          <p:txBody>
            <a:bodyPr wrap="square" lIns="0" tIns="0" rIns="0" bIns="0" rtlCol="0"/>
            <a:lstStyle/>
            <a:p/>
          </p:txBody>
        </p:sp>
        <p:sp>
          <p:nvSpPr>
            <p:cNvPr id="223" name="object 223"/>
            <p:cNvSpPr/>
            <p:nvPr/>
          </p:nvSpPr>
          <p:spPr>
            <a:xfrm>
              <a:off x="5914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B4B4B4"/>
            </a:solidFill>
          </p:spPr>
          <p:txBody>
            <a:bodyPr wrap="square" lIns="0" tIns="0" rIns="0" bIns="0" rtlCol="0"/>
            <a:lstStyle/>
            <a:p/>
          </p:txBody>
        </p:sp>
        <p:sp>
          <p:nvSpPr>
            <p:cNvPr id="224" name="object 224"/>
            <p:cNvSpPr/>
            <p:nvPr/>
          </p:nvSpPr>
          <p:spPr>
            <a:xfrm>
              <a:off x="5878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3B3B3"/>
            </a:solidFill>
          </p:spPr>
          <p:txBody>
            <a:bodyPr wrap="square" lIns="0" tIns="0" rIns="0" bIns="0" rtlCol="0"/>
            <a:lstStyle/>
            <a:p/>
          </p:txBody>
        </p:sp>
        <p:sp>
          <p:nvSpPr>
            <p:cNvPr id="225" name="object 225"/>
            <p:cNvSpPr/>
            <p:nvPr/>
          </p:nvSpPr>
          <p:spPr>
            <a:xfrm>
              <a:off x="58420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2B2B2"/>
            </a:solidFill>
          </p:spPr>
          <p:txBody>
            <a:bodyPr wrap="square" lIns="0" tIns="0" rIns="0" bIns="0" rtlCol="0"/>
            <a:lstStyle/>
            <a:p/>
          </p:txBody>
        </p:sp>
        <p:sp>
          <p:nvSpPr>
            <p:cNvPr id="226" name="object 226"/>
            <p:cNvSpPr/>
            <p:nvPr/>
          </p:nvSpPr>
          <p:spPr>
            <a:xfrm>
              <a:off x="58064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B1B1B1"/>
            </a:solidFill>
          </p:spPr>
          <p:txBody>
            <a:bodyPr wrap="square" lIns="0" tIns="0" rIns="0" bIns="0" rtlCol="0"/>
            <a:lstStyle/>
            <a:p/>
          </p:txBody>
        </p:sp>
        <p:sp>
          <p:nvSpPr>
            <p:cNvPr id="227" name="object 227"/>
            <p:cNvSpPr/>
            <p:nvPr/>
          </p:nvSpPr>
          <p:spPr>
            <a:xfrm>
              <a:off x="5769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B0B0B0"/>
            </a:solidFill>
          </p:spPr>
          <p:txBody>
            <a:bodyPr wrap="square" lIns="0" tIns="0" rIns="0" bIns="0" rtlCol="0"/>
            <a:lstStyle/>
            <a:p/>
          </p:txBody>
        </p:sp>
        <p:sp>
          <p:nvSpPr>
            <p:cNvPr id="228" name="object 228"/>
            <p:cNvSpPr/>
            <p:nvPr/>
          </p:nvSpPr>
          <p:spPr>
            <a:xfrm>
              <a:off x="57327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FAFAF"/>
            </a:solidFill>
          </p:spPr>
          <p:txBody>
            <a:bodyPr wrap="square" lIns="0" tIns="0" rIns="0" bIns="0" rtlCol="0"/>
            <a:lstStyle/>
            <a:p/>
          </p:txBody>
        </p:sp>
        <p:sp>
          <p:nvSpPr>
            <p:cNvPr id="229" name="object 229"/>
            <p:cNvSpPr/>
            <p:nvPr/>
          </p:nvSpPr>
          <p:spPr>
            <a:xfrm>
              <a:off x="56972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EAEAE"/>
            </a:solidFill>
          </p:spPr>
          <p:txBody>
            <a:bodyPr wrap="square" lIns="0" tIns="0" rIns="0" bIns="0" rtlCol="0"/>
            <a:lstStyle/>
            <a:p/>
          </p:txBody>
        </p:sp>
        <p:sp>
          <p:nvSpPr>
            <p:cNvPr id="230" name="object 230"/>
            <p:cNvSpPr/>
            <p:nvPr/>
          </p:nvSpPr>
          <p:spPr>
            <a:xfrm>
              <a:off x="56603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DADAD"/>
            </a:solidFill>
          </p:spPr>
          <p:txBody>
            <a:bodyPr wrap="square" lIns="0" tIns="0" rIns="0" bIns="0" rtlCol="0"/>
            <a:lstStyle/>
            <a:p/>
          </p:txBody>
        </p:sp>
        <p:sp>
          <p:nvSpPr>
            <p:cNvPr id="231" name="object 231"/>
            <p:cNvSpPr/>
            <p:nvPr/>
          </p:nvSpPr>
          <p:spPr>
            <a:xfrm>
              <a:off x="56248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CACAC"/>
            </a:solidFill>
          </p:spPr>
          <p:txBody>
            <a:bodyPr wrap="square" lIns="0" tIns="0" rIns="0" bIns="0" rtlCol="0"/>
            <a:lstStyle/>
            <a:p/>
          </p:txBody>
        </p:sp>
        <p:sp>
          <p:nvSpPr>
            <p:cNvPr id="232" name="object 232"/>
            <p:cNvSpPr/>
            <p:nvPr/>
          </p:nvSpPr>
          <p:spPr>
            <a:xfrm>
              <a:off x="5589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BABAB"/>
            </a:solidFill>
          </p:spPr>
          <p:txBody>
            <a:bodyPr wrap="square" lIns="0" tIns="0" rIns="0" bIns="0" rtlCol="0"/>
            <a:lstStyle/>
            <a:p/>
          </p:txBody>
        </p:sp>
        <p:sp>
          <p:nvSpPr>
            <p:cNvPr id="233" name="object 233"/>
            <p:cNvSpPr/>
            <p:nvPr/>
          </p:nvSpPr>
          <p:spPr>
            <a:xfrm>
              <a:off x="5552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AAAAA"/>
            </a:solidFill>
          </p:spPr>
          <p:txBody>
            <a:bodyPr wrap="square" lIns="0" tIns="0" rIns="0" bIns="0" rtlCol="0"/>
            <a:lstStyle/>
            <a:p/>
          </p:txBody>
        </p:sp>
        <p:sp>
          <p:nvSpPr>
            <p:cNvPr id="234" name="object 234"/>
            <p:cNvSpPr/>
            <p:nvPr/>
          </p:nvSpPr>
          <p:spPr>
            <a:xfrm>
              <a:off x="5515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9A9A9"/>
            </a:solidFill>
          </p:spPr>
          <p:txBody>
            <a:bodyPr wrap="square" lIns="0" tIns="0" rIns="0" bIns="0" rtlCol="0"/>
            <a:lstStyle/>
            <a:p/>
          </p:txBody>
        </p:sp>
        <p:sp>
          <p:nvSpPr>
            <p:cNvPr id="235" name="object 235"/>
            <p:cNvSpPr/>
            <p:nvPr/>
          </p:nvSpPr>
          <p:spPr>
            <a:xfrm>
              <a:off x="5480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8A8A8"/>
            </a:solidFill>
          </p:spPr>
          <p:txBody>
            <a:bodyPr wrap="square" lIns="0" tIns="0" rIns="0" bIns="0" rtlCol="0"/>
            <a:lstStyle/>
            <a:p/>
          </p:txBody>
        </p:sp>
        <p:sp>
          <p:nvSpPr>
            <p:cNvPr id="236" name="object 236"/>
            <p:cNvSpPr/>
            <p:nvPr/>
          </p:nvSpPr>
          <p:spPr>
            <a:xfrm>
              <a:off x="5443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7A7A7"/>
            </a:solidFill>
          </p:spPr>
          <p:txBody>
            <a:bodyPr wrap="square" lIns="0" tIns="0" rIns="0" bIns="0" rtlCol="0"/>
            <a:lstStyle/>
            <a:p/>
          </p:txBody>
        </p:sp>
        <p:sp>
          <p:nvSpPr>
            <p:cNvPr id="237" name="object 237"/>
            <p:cNvSpPr/>
            <p:nvPr/>
          </p:nvSpPr>
          <p:spPr>
            <a:xfrm>
              <a:off x="5407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6A6A6"/>
            </a:solidFill>
          </p:spPr>
          <p:txBody>
            <a:bodyPr wrap="square" lIns="0" tIns="0" rIns="0" bIns="0" rtlCol="0"/>
            <a:lstStyle/>
            <a:p/>
          </p:txBody>
        </p:sp>
        <p:sp>
          <p:nvSpPr>
            <p:cNvPr id="238" name="object 238"/>
            <p:cNvSpPr/>
            <p:nvPr/>
          </p:nvSpPr>
          <p:spPr>
            <a:xfrm>
              <a:off x="5370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5A5A5"/>
            </a:solidFill>
          </p:spPr>
          <p:txBody>
            <a:bodyPr wrap="square" lIns="0" tIns="0" rIns="0" bIns="0" rtlCol="0"/>
            <a:lstStyle/>
            <a:p/>
          </p:txBody>
        </p:sp>
        <p:sp>
          <p:nvSpPr>
            <p:cNvPr id="239" name="object 239"/>
            <p:cNvSpPr/>
            <p:nvPr/>
          </p:nvSpPr>
          <p:spPr>
            <a:xfrm>
              <a:off x="5335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A4A4A4"/>
            </a:solidFill>
          </p:spPr>
          <p:txBody>
            <a:bodyPr wrap="square" lIns="0" tIns="0" rIns="0" bIns="0" rtlCol="0"/>
            <a:lstStyle/>
            <a:p/>
          </p:txBody>
        </p:sp>
        <p:sp>
          <p:nvSpPr>
            <p:cNvPr id="240" name="object 240"/>
            <p:cNvSpPr/>
            <p:nvPr/>
          </p:nvSpPr>
          <p:spPr>
            <a:xfrm>
              <a:off x="5298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A3A3A3"/>
            </a:solidFill>
          </p:spPr>
          <p:txBody>
            <a:bodyPr wrap="square" lIns="0" tIns="0" rIns="0" bIns="0" rtlCol="0"/>
            <a:lstStyle/>
            <a:p/>
          </p:txBody>
        </p:sp>
        <p:sp>
          <p:nvSpPr>
            <p:cNvPr id="241" name="object 241"/>
            <p:cNvSpPr/>
            <p:nvPr/>
          </p:nvSpPr>
          <p:spPr>
            <a:xfrm>
              <a:off x="52616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2A2A2"/>
            </a:solidFill>
          </p:spPr>
          <p:txBody>
            <a:bodyPr wrap="square" lIns="0" tIns="0" rIns="0" bIns="0" rtlCol="0"/>
            <a:lstStyle/>
            <a:p/>
          </p:txBody>
        </p:sp>
        <p:sp>
          <p:nvSpPr>
            <p:cNvPr id="242" name="object 242"/>
            <p:cNvSpPr/>
            <p:nvPr/>
          </p:nvSpPr>
          <p:spPr>
            <a:xfrm>
              <a:off x="52260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A1A1A1"/>
            </a:solidFill>
          </p:spPr>
          <p:txBody>
            <a:bodyPr wrap="square" lIns="0" tIns="0" rIns="0" bIns="0" rtlCol="0"/>
            <a:lstStyle/>
            <a:p/>
          </p:txBody>
        </p:sp>
        <p:sp>
          <p:nvSpPr>
            <p:cNvPr id="243" name="object 243"/>
            <p:cNvSpPr/>
            <p:nvPr/>
          </p:nvSpPr>
          <p:spPr>
            <a:xfrm>
              <a:off x="51892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A0A0A0"/>
            </a:solidFill>
          </p:spPr>
          <p:txBody>
            <a:bodyPr wrap="square" lIns="0" tIns="0" rIns="0" bIns="0" rtlCol="0"/>
            <a:lstStyle/>
            <a:p/>
          </p:txBody>
        </p:sp>
        <p:sp>
          <p:nvSpPr>
            <p:cNvPr id="244" name="object 244"/>
            <p:cNvSpPr/>
            <p:nvPr/>
          </p:nvSpPr>
          <p:spPr>
            <a:xfrm>
              <a:off x="51536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F9F9F"/>
            </a:solidFill>
          </p:spPr>
          <p:txBody>
            <a:bodyPr wrap="square" lIns="0" tIns="0" rIns="0" bIns="0" rtlCol="0"/>
            <a:lstStyle/>
            <a:p/>
          </p:txBody>
        </p:sp>
        <p:sp>
          <p:nvSpPr>
            <p:cNvPr id="245" name="object 245"/>
            <p:cNvSpPr/>
            <p:nvPr/>
          </p:nvSpPr>
          <p:spPr>
            <a:xfrm>
              <a:off x="51168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E9E9E"/>
            </a:solidFill>
          </p:spPr>
          <p:txBody>
            <a:bodyPr wrap="square" lIns="0" tIns="0" rIns="0" bIns="0" rtlCol="0"/>
            <a:lstStyle/>
            <a:p/>
          </p:txBody>
        </p:sp>
        <p:sp>
          <p:nvSpPr>
            <p:cNvPr id="246" name="object 246"/>
            <p:cNvSpPr/>
            <p:nvPr/>
          </p:nvSpPr>
          <p:spPr>
            <a:xfrm>
              <a:off x="50812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9D9D9D"/>
            </a:solidFill>
          </p:spPr>
          <p:txBody>
            <a:bodyPr wrap="square" lIns="0" tIns="0" rIns="0" bIns="0" rtlCol="0"/>
            <a:lstStyle/>
            <a:p/>
          </p:txBody>
        </p:sp>
        <p:sp>
          <p:nvSpPr>
            <p:cNvPr id="247" name="object 247"/>
            <p:cNvSpPr/>
            <p:nvPr/>
          </p:nvSpPr>
          <p:spPr>
            <a:xfrm>
              <a:off x="5044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C9C9C"/>
            </a:solidFill>
          </p:spPr>
          <p:txBody>
            <a:bodyPr wrap="square" lIns="0" tIns="0" rIns="0" bIns="0" rtlCol="0"/>
            <a:lstStyle/>
            <a:p/>
          </p:txBody>
        </p:sp>
        <p:sp>
          <p:nvSpPr>
            <p:cNvPr id="248" name="object 248"/>
            <p:cNvSpPr/>
            <p:nvPr/>
          </p:nvSpPr>
          <p:spPr>
            <a:xfrm>
              <a:off x="5008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B9B9B"/>
            </a:solidFill>
          </p:spPr>
          <p:txBody>
            <a:bodyPr wrap="square" lIns="0" tIns="0" rIns="0" bIns="0" rtlCol="0"/>
            <a:lstStyle/>
            <a:p/>
          </p:txBody>
        </p:sp>
        <p:sp>
          <p:nvSpPr>
            <p:cNvPr id="249" name="object 249"/>
            <p:cNvSpPr/>
            <p:nvPr/>
          </p:nvSpPr>
          <p:spPr>
            <a:xfrm>
              <a:off x="4972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A9A9A"/>
            </a:solidFill>
          </p:spPr>
          <p:txBody>
            <a:bodyPr wrap="square" lIns="0" tIns="0" rIns="0" bIns="0" rtlCol="0"/>
            <a:lstStyle/>
            <a:p/>
          </p:txBody>
        </p:sp>
        <p:sp>
          <p:nvSpPr>
            <p:cNvPr id="250" name="object 250"/>
            <p:cNvSpPr/>
            <p:nvPr/>
          </p:nvSpPr>
          <p:spPr>
            <a:xfrm>
              <a:off x="4936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99999"/>
            </a:solidFill>
          </p:spPr>
          <p:txBody>
            <a:bodyPr wrap="square" lIns="0" tIns="0" rIns="0" bIns="0" rtlCol="0"/>
            <a:lstStyle/>
            <a:p/>
          </p:txBody>
        </p:sp>
        <p:sp>
          <p:nvSpPr>
            <p:cNvPr id="251" name="object 251"/>
            <p:cNvSpPr/>
            <p:nvPr/>
          </p:nvSpPr>
          <p:spPr>
            <a:xfrm>
              <a:off x="4899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89898"/>
            </a:solidFill>
          </p:spPr>
          <p:txBody>
            <a:bodyPr wrap="square" lIns="0" tIns="0" rIns="0" bIns="0" rtlCol="0"/>
            <a:lstStyle/>
            <a:p/>
          </p:txBody>
        </p:sp>
        <p:sp>
          <p:nvSpPr>
            <p:cNvPr id="252" name="object 252"/>
            <p:cNvSpPr/>
            <p:nvPr/>
          </p:nvSpPr>
          <p:spPr>
            <a:xfrm>
              <a:off x="4864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79797"/>
            </a:solidFill>
          </p:spPr>
          <p:txBody>
            <a:bodyPr wrap="square" lIns="0" tIns="0" rIns="0" bIns="0" rtlCol="0"/>
            <a:lstStyle/>
            <a:p/>
          </p:txBody>
        </p:sp>
        <p:sp>
          <p:nvSpPr>
            <p:cNvPr id="253" name="object 253"/>
            <p:cNvSpPr/>
            <p:nvPr/>
          </p:nvSpPr>
          <p:spPr>
            <a:xfrm>
              <a:off x="4827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69696"/>
            </a:solidFill>
          </p:spPr>
          <p:txBody>
            <a:bodyPr wrap="square" lIns="0" tIns="0" rIns="0" bIns="0" rtlCol="0"/>
            <a:lstStyle/>
            <a:p/>
          </p:txBody>
        </p:sp>
        <p:sp>
          <p:nvSpPr>
            <p:cNvPr id="254" name="object 254"/>
            <p:cNvSpPr/>
            <p:nvPr/>
          </p:nvSpPr>
          <p:spPr>
            <a:xfrm>
              <a:off x="47904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959595"/>
            </a:solidFill>
          </p:spPr>
          <p:txBody>
            <a:bodyPr wrap="square" lIns="0" tIns="0" rIns="0" bIns="0" rtlCol="0"/>
            <a:lstStyle/>
            <a:p/>
          </p:txBody>
        </p:sp>
        <p:sp>
          <p:nvSpPr>
            <p:cNvPr id="255" name="object 255"/>
            <p:cNvSpPr/>
            <p:nvPr/>
          </p:nvSpPr>
          <p:spPr>
            <a:xfrm>
              <a:off x="47548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49494"/>
            </a:solidFill>
          </p:spPr>
          <p:txBody>
            <a:bodyPr wrap="square" lIns="0" tIns="0" rIns="0" bIns="0" rtlCol="0"/>
            <a:lstStyle/>
            <a:p/>
          </p:txBody>
        </p:sp>
        <p:sp>
          <p:nvSpPr>
            <p:cNvPr id="256" name="object 256"/>
            <p:cNvSpPr/>
            <p:nvPr/>
          </p:nvSpPr>
          <p:spPr>
            <a:xfrm>
              <a:off x="471805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39393"/>
            </a:solidFill>
          </p:spPr>
          <p:txBody>
            <a:bodyPr wrap="square" lIns="0" tIns="0" rIns="0" bIns="0" rtlCol="0"/>
            <a:lstStyle/>
            <a:p/>
          </p:txBody>
        </p:sp>
        <p:sp>
          <p:nvSpPr>
            <p:cNvPr id="257" name="object 257"/>
            <p:cNvSpPr/>
            <p:nvPr/>
          </p:nvSpPr>
          <p:spPr>
            <a:xfrm>
              <a:off x="46824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29292"/>
            </a:solidFill>
          </p:spPr>
          <p:txBody>
            <a:bodyPr wrap="square" lIns="0" tIns="0" rIns="0" bIns="0" rtlCol="0"/>
            <a:lstStyle/>
            <a:p/>
          </p:txBody>
        </p:sp>
        <p:sp>
          <p:nvSpPr>
            <p:cNvPr id="258" name="object 258"/>
            <p:cNvSpPr/>
            <p:nvPr/>
          </p:nvSpPr>
          <p:spPr>
            <a:xfrm>
              <a:off x="464565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919191"/>
            </a:solidFill>
          </p:spPr>
          <p:txBody>
            <a:bodyPr wrap="square" lIns="0" tIns="0" rIns="0" bIns="0" rtlCol="0"/>
            <a:lstStyle/>
            <a:p/>
          </p:txBody>
        </p:sp>
        <p:sp>
          <p:nvSpPr>
            <p:cNvPr id="259" name="object 259"/>
            <p:cNvSpPr/>
            <p:nvPr/>
          </p:nvSpPr>
          <p:spPr>
            <a:xfrm>
              <a:off x="461010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909090"/>
            </a:solidFill>
          </p:spPr>
          <p:txBody>
            <a:bodyPr wrap="square" lIns="0" tIns="0" rIns="0" bIns="0" rtlCol="0"/>
            <a:lstStyle/>
            <a:p/>
          </p:txBody>
        </p:sp>
        <p:sp>
          <p:nvSpPr>
            <p:cNvPr id="260" name="object 260"/>
            <p:cNvSpPr/>
            <p:nvPr/>
          </p:nvSpPr>
          <p:spPr>
            <a:xfrm>
              <a:off x="45732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F8F8F"/>
            </a:solidFill>
          </p:spPr>
          <p:txBody>
            <a:bodyPr wrap="square" lIns="0" tIns="0" rIns="0" bIns="0" rtlCol="0"/>
            <a:lstStyle/>
            <a:p/>
          </p:txBody>
        </p:sp>
        <p:sp>
          <p:nvSpPr>
            <p:cNvPr id="261" name="object 261"/>
            <p:cNvSpPr/>
            <p:nvPr/>
          </p:nvSpPr>
          <p:spPr>
            <a:xfrm>
              <a:off x="453770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E8E8E"/>
            </a:solidFill>
          </p:spPr>
          <p:txBody>
            <a:bodyPr wrap="square" lIns="0" tIns="0" rIns="0" bIns="0" rtlCol="0"/>
            <a:lstStyle/>
            <a:p/>
          </p:txBody>
        </p:sp>
        <p:sp>
          <p:nvSpPr>
            <p:cNvPr id="262" name="object 262"/>
            <p:cNvSpPr/>
            <p:nvPr/>
          </p:nvSpPr>
          <p:spPr>
            <a:xfrm>
              <a:off x="4500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D8D8D"/>
            </a:solidFill>
          </p:spPr>
          <p:txBody>
            <a:bodyPr wrap="square" lIns="0" tIns="0" rIns="0" bIns="0" rtlCol="0"/>
            <a:lstStyle/>
            <a:p/>
          </p:txBody>
        </p:sp>
        <p:sp>
          <p:nvSpPr>
            <p:cNvPr id="263" name="object 263"/>
            <p:cNvSpPr/>
            <p:nvPr/>
          </p:nvSpPr>
          <p:spPr>
            <a:xfrm>
              <a:off x="4465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C8C8C"/>
            </a:solidFill>
          </p:spPr>
          <p:txBody>
            <a:bodyPr wrap="square" lIns="0" tIns="0" rIns="0" bIns="0" rtlCol="0"/>
            <a:lstStyle/>
            <a:p/>
          </p:txBody>
        </p:sp>
        <p:sp>
          <p:nvSpPr>
            <p:cNvPr id="264" name="object 264"/>
            <p:cNvSpPr/>
            <p:nvPr/>
          </p:nvSpPr>
          <p:spPr>
            <a:xfrm>
              <a:off x="4428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B8B8B"/>
            </a:solidFill>
          </p:spPr>
          <p:txBody>
            <a:bodyPr wrap="square" lIns="0" tIns="0" rIns="0" bIns="0" rtlCol="0"/>
            <a:lstStyle/>
            <a:p/>
          </p:txBody>
        </p:sp>
        <p:sp>
          <p:nvSpPr>
            <p:cNvPr id="265" name="object 265"/>
            <p:cNvSpPr/>
            <p:nvPr/>
          </p:nvSpPr>
          <p:spPr>
            <a:xfrm>
              <a:off x="4392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A8A8A"/>
            </a:solidFill>
          </p:spPr>
          <p:txBody>
            <a:bodyPr wrap="square" lIns="0" tIns="0" rIns="0" bIns="0" rtlCol="0"/>
            <a:lstStyle/>
            <a:p/>
          </p:txBody>
        </p:sp>
        <p:sp>
          <p:nvSpPr>
            <p:cNvPr id="266" name="object 266"/>
            <p:cNvSpPr/>
            <p:nvPr/>
          </p:nvSpPr>
          <p:spPr>
            <a:xfrm>
              <a:off x="4356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98989"/>
            </a:solidFill>
          </p:spPr>
          <p:txBody>
            <a:bodyPr wrap="square" lIns="0" tIns="0" rIns="0" bIns="0" rtlCol="0"/>
            <a:lstStyle/>
            <a:p/>
          </p:txBody>
        </p:sp>
        <p:sp>
          <p:nvSpPr>
            <p:cNvPr id="267" name="object 267"/>
            <p:cNvSpPr/>
            <p:nvPr/>
          </p:nvSpPr>
          <p:spPr>
            <a:xfrm>
              <a:off x="4320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88888"/>
            </a:solidFill>
          </p:spPr>
          <p:txBody>
            <a:bodyPr wrap="square" lIns="0" tIns="0" rIns="0" bIns="0" rtlCol="0"/>
            <a:lstStyle/>
            <a:p/>
          </p:txBody>
        </p:sp>
        <p:sp>
          <p:nvSpPr>
            <p:cNvPr id="268" name="object 268"/>
            <p:cNvSpPr/>
            <p:nvPr/>
          </p:nvSpPr>
          <p:spPr>
            <a:xfrm>
              <a:off x="4283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78787"/>
            </a:solidFill>
          </p:spPr>
          <p:txBody>
            <a:bodyPr wrap="square" lIns="0" tIns="0" rIns="0" bIns="0" rtlCol="0"/>
            <a:lstStyle/>
            <a:p/>
          </p:txBody>
        </p:sp>
        <p:sp>
          <p:nvSpPr>
            <p:cNvPr id="269" name="object 269"/>
            <p:cNvSpPr/>
            <p:nvPr/>
          </p:nvSpPr>
          <p:spPr>
            <a:xfrm>
              <a:off x="4246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68686"/>
            </a:solidFill>
          </p:spPr>
          <p:txBody>
            <a:bodyPr wrap="square" lIns="0" tIns="0" rIns="0" bIns="0" rtlCol="0"/>
            <a:lstStyle/>
            <a:p/>
          </p:txBody>
        </p:sp>
        <p:sp>
          <p:nvSpPr>
            <p:cNvPr id="270" name="object 270"/>
            <p:cNvSpPr/>
            <p:nvPr/>
          </p:nvSpPr>
          <p:spPr>
            <a:xfrm>
              <a:off x="4211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858585"/>
            </a:solidFill>
          </p:spPr>
          <p:txBody>
            <a:bodyPr wrap="square" lIns="0" tIns="0" rIns="0" bIns="0" rtlCol="0"/>
            <a:lstStyle/>
            <a:p/>
          </p:txBody>
        </p:sp>
        <p:sp>
          <p:nvSpPr>
            <p:cNvPr id="271" name="object 271"/>
            <p:cNvSpPr/>
            <p:nvPr/>
          </p:nvSpPr>
          <p:spPr>
            <a:xfrm>
              <a:off x="4174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848484"/>
            </a:solidFill>
          </p:spPr>
          <p:txBody>
            <a:bodyPr wrap="square" lIns="0" tIns="0" rIns="0" bIns="0" rtlCol="0"/>
            <a:lstStyle/>
            <a:p/>
          </p:txBody>
        </p:sp>
        <p:sp>
          <p:nvSpPr>
            <p:cNvPr id="272" name="object 272"/>
            <p:cNvSpPr/>
            <p:nvPr/>
          </p:nvSpPr>
          <p:spPr>
            <a:xfrm>
              <a:off x="4138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38383"/>
            </a:solidFill>
          </p:spPr>
          <p:txBody>
            <a:bodyPr wrap="square" lIns="0" tIns="0" rIns="0" bIns="0" rtlCol="0"/>
            <a:lstStyle/>
            <a:p/>
          </p:txBody>
        </p:sp>
        <p:sp>
          <p:nvSpPr>
            <p:cNvPr id="273" name="object 273"/>
            <p:cNvSpPr/>
            <p:nvPr/>
          </p:nvSpPr>
          <p:spPr>
            <a:xfrm>
              <a:off x="410210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28282"/>
            </a:solidFill>
          </p:spPr>
          <p:txBody>
            <a:bodyPr wrap="square" lIns="0" tIns="0" rIns="0" bIns="0" rtlCol="0"/>
            <a:lstStyle/>
            <a:p/>
          </p:txBody>
        </p:sp>
        <p:sp>
          <p:nvSpPr>
            <p:cNvPr id="274" name="object 274"/>
            <p:cNvSpPr/>
            <p:nvPr/>
          </p:nvSpPr>
          <p:spPr>
            <a:xfrm>
              <a:off x="40665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818181"/>
            </a:solidFill>
          </p:spPr>
          <p:txBody>
            <a:bodyPr wrap="square" lIns="0" tIns="0" rIns="0" bIns="0" rtlCol="0"/>
            <a:lstStyle/>
            <a:p/>
          </p:txBody>
        </p:sp>
        <p:sp>
          <p:nvSpPr>
            <p:cNvPr id="275" name="object 275"/>
            <p:cNvSpPr/>
            <p:nvPr/>
          </p:nvSpPr>
          <p:spPr>
            <a:xfrm>
              <a:off x="4029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808080"/>
            </a:solidFill>
          </p:spPr>
          <p:txBody>
            <a:bodyPr wrap="square" lIns="0" tIns="0" rIns="0" bIns="0" rtlCol="0"/>
            <a:lstStyle/>
            <a:p/>
          </p:txBody>
        </p:sp>
        <p:sp>
          <p:nvSpPr>
            <p:cNvPr id="276" name="object 276"/>
            <p:cNvSpPr/>
            <p:nvPr/>
          </p:nvSpPr>
          <p:spPr>
            <a:xfrm>
              <a:off x="399288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F7F7F"/>
            </a:solidFill>
          </p:spPr>
          <p:txBody>
            <a:bodyPr wrap="square" lIns="0" tIns="0" rIns="0" bIns="0" rtlCol="0"/>
            <a:lstStyle/>
            <a:p/>
          </p:txBody>
        </p:sp>
        <p:sp>
          <p:nvSpPr>
            <p:cNvPr id="277" name="object 277"/>
            <p:cNvSpPr/>
            <p:nvPr/>
          </p:nvSpPr>
          <p:spPr>
            <a:xfrm>
              <a:off x="395731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E7E7E"/>
            </a:solidFill>
          </p:spPr>
          <p:txBody>
            <a:bodyPr wrap="square" lIns="0" tIns="0" rIns="0" bIns="0" rtlCol="0"/>
            <a:lstStyle/>
            <a:p/>
          </p:txBody>
        </p:sp>
        <p:sp>
          <p:nvSpPr>
            <p:cNvPr id="278" name="object 278"/>
            <p:cNvSpPr/>
            <p:nvPr/>
          </p:nvSpPr>
          <p:spPr>
            <a:xfrm>
              <a:off x="392048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D7D7D"/>
            </a:solidFill>
          </p:spPr>
          <p:txBody>
            <a:bodyPr wrap="square" lIns="0" tIns="0" rIns="0" bIns="0" rtlCol="0"/>
            <a:lstStyle/>
            <a:p/>
          </p:txBody>
        </p:sp>
        <p:sp>
          <p:nvSpPr>
            <p:cNvPr id="279" name="object 279"/>
            <p:cNvSpPr/>
            <p:nvPr/>
          </p:nvSpPr>
          <p:spPr>
            <a:xfrm>
              <a:off x="388493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C7C7C"/>
            </a:solidFill>
          </p:spPr>
          <p:txBody>
            <a:bodyPr wrap="square" lIns="0" tIns="0" rIns="0" bIns="0" rtlCol="0"/>
            <a:lstStyle/>
            <a:p/>
          </p:txBody>
        </p:sp>
        <p:sp>
          <p:nvSpPr>
            <p:cNvPr id="280" name="object 280"/>
            <p:cNvSpPr/>
            <p:nvPr/>
          </p:nvSpPr>
          <p:spPr>
            <a:xfrm>
              <a:off x="384936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B7B7B"/>
            </a:solidFill>
          </p:spPr>
          <p:txBody>
            <a:bodyPr wrap="square" lIns="0" tIns="0" rIns="0" bIns="0" rtlCol="0"/>
            <a:lstStyle/>
            <a:p/>
          </p:txBody>
        </p:sp>
        <p:sp>
          <p:nvSpPr>
            <p:cNvPr id="281" name="object 281"/>
            <p:cNvSpPr/>
            <p:nvPr/>
          </p:nvSpPr>
          <p:spPr>
            <a:xfrm>
              <a:off x="3812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A7A7A"/>
            </a:solidFill>
          </p:spPr>
          <p:txBody>
            <a:bodyPr wrap="square" lIns="0" tIns="0" rIns="0" bIns="0" rtlCol="0"/>
            <a:lstStyle/>
            <a:p/>
          </p:txBody>
        </p:sp>
        <p:sp>
          <p:nvSpPr>
            <p:cNvPr id="282" name="object 282"/>
            <p:cNvSpPr/>
            <p:nvPr/>
          </p:nvSpPr>
          <p:spPr>
            <a:xfrm>
              <a:off x="3775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97979"/>
            </a:solidFill>
          </p:spPr>
          <p:txBody>
            <a:bodyPr wrap="square" lIns="0" tIns="0" rIns="0" bIns="0" rtlCol="0"/>
            <a:lstStyle/>
            <a:p/>
          </p:txBody>
        </p:sp>
        <p:sp>
          <p:nvSpPr>
            <p:cNvPr id="283" name="object 283"/>
            <p:cNvSpPr/>
            <p:nvPr/>
          </p:nvSpPr>
          <p:spPr>
            <a:xfrm>
              <a:off x="374015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87878"/>
            </a:solidFill>
          </p:spPr>
          <p:txBody>
            <a:bodyPr wrap="square" lIns="0" tIns="0" rIns="0" bIns="0" rtlCol="0"/>
            <a:lstStyle/>
            <a:p/>
          </p:txBody>
        </p:sp>
        <p:sp>
          <p:nvSpPr>
            <p:cNvPr id="284" name="object 284"/>
            <p:cNvSpPr/>
            <p:nvPr/>
          </p:nvSpPr>
          <p:spPr>
            <a:xfrm>
              <a:off x="37033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77777"/>
            </a:solidFill>
          </p:spPr>
          <p:txBody>
            <a:bodyPr wrap="square" lIns="0" tIns="0" rIns="0" bIns="0" rtlCol="0"/>
            <a:lstStyle/>
            <a:p/>
          </p:txBody>
        </p:sp>
        <p:sp>
          <p:nvSpPr>
            <p:cNvPr id="285" name="object 285"/>
            <p:cNvSpPr/>
            <p:nvPr/>
          </p:nvSpPr>
          <p:spPr>
            <a:xfrm>
              <a:off x="3667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67676"/>
            </a:solidFill>
          </p:spPr>
          <p:txBody>
            <a:bodyPr wrap="square" lIns="0" tIns="0" rIns="0" bIns="0" rtlCol="0"/>
            <a:lstStyle/>
            <a:p/>
          </p:txBody>
        </p:sp>
        <p:sp>
          <p:nvSpPr>
            <p:cNvPr id="286" name="object 286"/>
            <p:cNvSpPr/>
            <p:nvPr/>
          </p:nvSpPr>
          <p:spPr>
            <a:xfrm>
              <a:off x="3630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57575"/>
            </a:solidFill>
          </p:spPr>
          <p:txBody>
            <a:bodyPr wrap="square" lIns="0" tIns="0" rIns="0" bIns="0" rtlCol="0"/>
            <a:lstStyle/>
            <a:p/>
          </p:txBody>
        </p:sp>
        <p:sp>
          <p:nvSpPr>
            <p:cNvPr id="287" name="object 287"/>
            <p:cNvSpPr/>
            <p:nvPr/>
          </p:nvSpPr>
          <p:spPr>
            <a:xfrm>
              <a:off x="3595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747474"/>
            </a:solidFill>
          </p:spPr>
          <p:txBody>
            <a:bodyPr wrap="square" lIns="0" tIns="0" rIns="0" bIns="0" rtlCol="0"/>
            <a:lstStyle/>
            <a:p/>
          </p:txBody>
        </p:sp>
        <p:sp>
          <p:nvSpPr>
            <p:cNvPr id="288" name="object 288"/>
            <p:cNvSpPr/>
            <p:nvPr/>
          </p:nvSpPr>
          <p:spPr>
            <a:xfrm>
              <a:off x="3558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737373"/>
            </a:solidFill>
          </p:spPr>
          <p:txBody>
            <a:bodyPr wrap="square" lIns="0" tIns="0" rIns="0" bIns="0" rtlCol="0"/>
            <a:lstStyle/>
            <a:p/>
          </p:txBody>
        </p:sp>
        <p:sp>
          <p:nvSpPr>
            <p:cNvPr id="289" name="object 289"/>
            <p:cNvSpPr/>
            <p:nvPr/>
          </p:nvSpPr>
          <p:spPr>
            <a:xfrm>
              <a:off x="352170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27272"/>
            </a:solidFill>
          </p:spPr>
          <p:txBody>
            <a:bodyPr wrap="square" lIns="0" tIns="0" rIns="0" bIns="0" rtlCol="0"/>
            <a:lstStyle/>
            <a:p/>
          </p:txBody>
        </p:sp>
        <p:sp>
          <p:nvSpPr>
            <p:cNvPr id="290" name="object 290"/>
            <p:cNvSpPr/>
            <p:nvPr/>
          </p:nvSpPr>
          <p:spPr>
            <a:xfrm>
              <a:off x="34861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717171"/>
            </a:solidFill>
          </p:spPr>
          <p:txBody>
            <a:bodyPr wrap="square" lIns="0" tIns="0" rIns="0" bIns="0" rtlCol="0"/>
            <a:lstStyle/>
            <a:p/>
          </p:txBody>
        </p:sp>
        <p:sp>
          <p:nvSpPr>
            <p:cNvPr id="291" name="object 291"/>
            <p:cNvSpPr/>
            <p:nvPr/>
          </p:nvSpPr>
          <p:spPr>
            <a:xfrm>
              <a:off x="3449320"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707070"/>
            </a:solidFill>
          </p:spPr>
          <p:txBody>
            <a:bodyPr wrap="square" lIns="0" tIns="0" rIns="0" bIns="0" rtlCol="0"/>
            <a:lstStyle/>
            <a:p/>
          </p:txBody>
        </p:sp>
        <p:sp>
          <p:nvSpPr>
            <p:cNvPr id="292" name="object 292"/>
            <p:cNvSpPr/>
            <p:nvPr/>
          </p:nvSpPr>
          <p:spPr>
            <a:xfrm>
              <a:off x="341375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F6F6F"/>
            </a:solidFill>
          </p:spPr>
          <p:txBody>
            <a:bodyPr wrap="square" lIns="0" tIns="0" rIns="0" bIns="0" rtlCol="0"/>
            <a:lstStyle/>
            <a:p/>
          </p:txBody>
        </p:sp>
        <p:sp>
          <p:nvSpPr>
            <p:cNvPr id="293" name="object 293"/>
            <p:cNvSpPr/>
            <p:nvPr/>
          </p:nvSpPr>
          <p:spPr>
            <a:xfrm>
              <a:off x="3376930"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E6E6E"/>
            </a:solidFill>
          </p:spPr>
          <p:txBody>
            <a:bodyPr wrap="square" lIns="0" tIns="0" rIns="0" bIns="0" rtlCol="0"/>
            <a:lstStyle/>
            <a:p/>
          </p:txBody>
        </p:sp>
        <p:sp>
          <p:nvSpPr>
            <p:cNvPr id="294" name="object 294"/>
            <p:cNvSpPr/>
            <p:nvPr/>
          </p:nvSpPr>
          <p:spPr>
            <a:xfrm>
              <a:off x="334137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D6D6D"/>
            </a:solidFill>
          </p:spPr>
          <p:txBody>
            <a:bodyPr wrap="square" lIns="0" tIns="0" rIns="0" bIns="0" rtlCol="0"/>
            <a:lstStyle/>
            <a:p/>
          </p:txBody>
        </p:sp>
        <p:sp>
          <p:nvSpPr>
            <p:cNvPr id="295" name="object 295"/>
            <p:cNvSpPr/>
            <p:nvPr/>
          </p:nvSpPr>
          <p:spPr>
            <a:xfrm>
              <a:off x="3304539" y="1780539"/>
              <a:ext cx="36830" cy="34290"/>
            </a:xfrm>
            <a:custGeom>
              <a:avLst/>
              <a:gdLst/>
              <a:ahLst/>
              <a:cxnLst/>
              <a:rect l="l" t="t" r="r" b="b"/>
              <a:pathLst>
                <a:path w="36829" h="34289">
                  <a:moveTo>
                    <a:pt x="36830" y="0"/>
                  </a:moveTo>
                  <a:lnTo>
                    <a:pt x="0" y="0"/>
                  </a:lnTo>
                  <a:lnTo>
                    <a:pt x="0" y="34289"/>
                  </a:lnTo>
                  <a:lnTo>
                    <a:pt x="36830" y="34289"/>
                  </a:lnTo>
                  <a:lnTo>
                    <a:pt x="36830" y="0"/>
                  </a:lnTo>
                  <a:close/>
                </a:path>
              </a:pathLst>
            </a:custGeom>
            <a:solidFill>
              <a:srgbClr val="6C6C6C"/>
            </a:solidFill>
          </p:spPr>
          <p:txBody>
            <a:bodyPr wrap="square" lIns="0" tIns="0" rIns="0" bIns="0" rtlCol="0"/>
            <a:lstStyle/>
            <a:p/>
          </p:txBody>
        </p:sp>
        <p:sp>
          <p:nvSpPr>
            <p:cNvPr id="296" name="object 296"/>
            <p:cNvSpPr/>
            <p:nvPr/>
          </p:nvSpPr>
          <p:spPr>
            <a:xfrm>
              <a:off x="326898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B6B6B"/>
            </a:solidFill>
          </p:spPr>
          <p:txBody>
            <a:bodyPr wrap="square" lIns="0" tIns="0" rIns="0" bIns="0" rtlCol="0"/>
            <a:lstStyle/>
            <a:p/>
          </p:txBody>
        </p:sp>
        <p:sp>
          <p:nvSpPr>
            <p:cNvPr id="297" name="object 297"/>
            <p:cNvSpPr/>
            <p:nvPr/>
          </p:nvSpPr>
          <p:spPr>
            <a:xfrm>
              <a:off x="323214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6A6A6A"/>
            </a:solidFill>
          </p:spPr>
          <p:txBody>
            <a:bodyPr wrap="square" lIns="0" tIns="0" rIns="0" bIns="0" rtlCol="0"/>
            <a:lstStyle/>
            <a:p/>
          </p:txBody>
        </p:sp>
        <p:sp>
          <p:nvSpPr>
            <p:cNvPr id="298" name="object 298"/>
            <p:cNvSpPr/>
            <p:nvPr/>
          </p:nvSpPr>
          <p:spPr>
            <a:xfrm>
              <a:off x="3196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96969"/>
            </a:solidFill>
          </p:spPr>
          <p:txBody>
            <a:bodyPr wrap="square" lIns="0" tIns="0" rIns="0" bIns="0" rtlCol="0"/>
            <a:lstStyle/>
            <a:p/>
          </p:txBody>
        </p:sp>
        <p:sp>
          <p:nvSpPr>
            <p:cNvPr id="299" name="object 299"/>
            <p:cNvSpPr/>
            <p:nvPr/>
          </p:nvSpPr>
          <p:spPr>
            <a:xfrm>
              <a:off x="3159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86868"/>
            </a:solidFill>
          </p:spPr>
          <p:txBody>
            <a:bodyPr wrap="square" lIns="0" tIns="0" rIns="0" bIns="0" rtlCol="0"/>
            <a:lstStyle/>
            <a:p/>
          </p:txBody>
        </p:sp>
        <p:sp>
          <p:nvSpPr>
            <p:cNvPr id="300" name="object 300"/>
            <p:cNvSpPr/>
            <p:nvPr/>
          </p:nvSpPr>
          <p:spPr>
            <a:xfrm>
              <a:off x="3124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76767"/>
            </a:solidFill>
          </p:spPr>
          <p:txBody>
            <a:bodyPr wrap="square" lIns="0" tIns="0" rIns="0" bIns="0" rtlCol="0"/>
            <a:lstStyle/>
            <a:p/>
          </p:txBody>
        </p:sp>
        <p:sp>
          <p:nvSpPr>
            <p:cNvPr id="301" name="object 301"/>
            <p:cNvSpPr/>
            <p:nvPr/>
          </p:nvSpPr>
          <p:spPr>
            <a:xfrm>
              <a:off x="3050540" y="1780539"/>
              <a:ext cx="73660" cy="34290"/>
            </a:xfrm>
            <a:custGeom>
              <a:avLst/>
              <a:gdLst/>
              <a:ahLst/>
              <a:cxnLst/>
              <a:rect l="l" t="t" r="r" b="b"/>
              <a:pathLst>
                <a:path w="73660" h="34289">
                  <a:moveTo>
                    <a:pt x="73660" y="0"/>
                  </a:moveTo>
                  <a:lnTo>
                    <a:pt x="36830" y="0"/>
                  </a:lnTo>
                  <a:lnTo>
                    <a:pt x="0" y="0"/>
                  </a:lnTo>
                  <a:lnTo>
                    <a:pt x="0" y="34290"/>
                  </a:lnTo>
                  <a:lnTo>
                    <a:pt x="36830" y="34290"/>
                  </a:lnTo>
                  <a:lnTo>
                    <a:pt x="73660" y="34290"/>
                  </a:lnTo>
                  <a:lnTo>
                    <a:pt x="73660" y="0"/>
                  </a:lnTo>
                  <a:close/>
                </a:path>
              </a:pathLst>
            </a:custGeom>
            <a:solidFill>
              <a:srgbClr val="666666"/>
            </a:solidFill>
          </p:spPr>
          <p:txBody>
            <a:bodyPr wrap="square" lIns="0" tIns="0" rIns="0" bIns="0" rtlCol="0"/>
            <a:lstStyle/>
            <a:p/>
          </p:txBody>
        </p:sp>
        <p:sp>
          <p:nvSpPr>
            <p:cNvPr id="302" name="object 302"/>
            <p:cNvSpPr/>
            <p:nvPr/>
          </p:nvSpPr>
          <p:spPr>
            <a:xfrm>
              <a:off x="301498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646464"/>
            </a:solidFill>
          </p:spPr>
          <p:txBody>
            <a:bodyPr wrap="square" lIns="0" tIns="0" rIns="0" bIns="0" rtlCol="0"/>
            <a:lstStyle/>
            <a:p/>
          </p:txBody>
        </p:sp>
        <p:sp>
          <p:nvSpPr>
            <p:cNvPr id="303" name="object 303"/>
            <p:cNvSpPr/>
            <p:nvPr/>
          </p:nvSpPr>
          <p:spPr>
            <a:xfrm>
              <a:off x="29781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636363"/>
            </a:solidFill>
          </p:spPr>
          <p:txBody>
            <a:bodyPr wrap="square" lIns="0" tIns="0" rIns="0" bIns="0" rtlCol="0"/>
            <a:lstStyle/>
            <a:p/>
          </p:txBody>
        </p:sp>
        <p:sp>
          <p:nvSpPr>
            <p:cNvPr id="304" name="object 304"/>
            <p:cNvSpPr/>
            <p:nvPr/>
          </p:nvSpPr>
          <p:spPr>
            <a:xfrm>
              <a:off x="294258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26262"/>
            </a:solidFill>
          </p:spPr>
          <p:txBody>
            <a:bodyPr wrap="square" lIns="0" tIns="0" rIns="0" bIns="0" rtlCol="0"/>
            <a:lstStyle/>
            <a:p/>
          </p:txBody>
        </p:sp>
        <p:sp>
          <p:nvSpPr>
            <p:cNvPr id="305" name="object 305"/>
            <p:cNvSpPr/>
            <p:nvPr/>
          </p:nvSpPr>
          <p:spPr>
            <a:xfrm>
              <a:off x="290575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616161"/>
            </a:solidFill>
          </p:spPr>
          <p:txBody>
            <a:bodyPr wrap="square" lIns="0" tIns="0" rIns="0" bIns="0" rtlCol="0"/>
            <a:lstStyle/>
            <a:p/>
          </p:txBody>
        </p:sp>
        <p:sp>
          <p:nvSpPr>
            <p:cNvPr id="306" name="object 306"/>
            <p:cNvSpPr/>
            <p:nvPr/>
          </p:nvSpPr>
          <p:spPr>
            <a:xfrm>
              <a:off x="287019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606060"/>
            </a:solidFill>
          </p:spPr>
          <p:txBody>
            <a:bodyPr wrap="square" lIns="0" tIns="0" rIns="0" bIns="0" rtlCol="0"/>
            <a:lstStyle/>
            <a:p/>
          </p:txBody>
        </p:sp>
        <p:sp>
          <p:nvSpPr>
            <p:cNvPr id="307" name="object 307"/>
            <p:cNvSpPr/>
            <p:nvPr/>
          </p:nvSpPr>
          <p:spPr>
            <a:xfrm>
              <a:off x="2833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F5F5F"/>
            </a:solidFill>
          </p:spPr>
          <p:txBody>
            <a:bodyPr wrap="square" lIns="0" tIns="0" rIns="0" bIns="0" rtlCol="0"/>
            <a:lstStyle/>
            <a:p/>
          </p:txBody>
        </p:sp>
        <p:sp>
          <p:nvSpPr>
            <p:cNvPr id="308" name="object 308"/>
            <p:cNvSpPr/>
            <p:nvPr/>
          </p:nvSpPr>
          <p:spPr>
            <a:xfrm>
              <a:off x="2797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E5E5E"/>
            </a:solidFill>
          </p:spPr>
          <p:txBody>
            <a:bodyPr wrap="square" lIns="0" tIns="0" rIns="0" bIns="0" rtlCol="0"/>
            <a:lstStyle/>
            <a:p/>
          </p:txBody>
        </p:sp>
        <p:sp>
          <p:nvSpPr>
            <p:cNvPr id="309" name="object 309"/>
            <p:cNvSpPr/>
            <p:nvPr/>
          </p:nvSpPr>
          <p:spPr>
            <a:xfrm>
              <a:off x="2760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D5D5D"/>
            </a:solidFill>
          </p:spPr>
          <p:txBody>
            <a:bodyPr wrap="square" lIns="0" tIns="0" rIns="0" bIns="0" rtlCol="0"/>
            <a:lstStyle/>
            <a:p/>
          </p:txBody>
        </p:sp>
        <p:sp>
          <p:nvSpPr>
            <p:cNvPr id="310" name="object 310"/>
            <p:cNvSpPr/>
            <p:nvPr/>
          </p:nvSpPr>
          <p:spPr>
            <a:xfrm>
              <a:off x="2725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C5C5C"/>
            </a:solidFill>
          </p:spPr>
          <p:txBody>
            <a:bodyPr wrap="square" lIns="0" tIns="0" rIns="0" bIns="0" rtlCol="0"/>
            <a:lstStyle/>
            <a:p/>
          </p:txBody>
        </p:sp>
        <p:sp>
          <p:nvSpPr>
            <p:cNvPr id="311" name="object 311"/>
            <p:cNvSpPr/>
            <p:nvPr/>
          </p:nvSpPr>
          <p:spPr>
            <a:xfrm>
              <a:off x="2688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B5B5B"/>
            </a:solidFill>
          </p:spPr>
          <p:txBody>
            <a:bodyPr wrap="square" lIns="0" tIns="0" rIns="0" bIns="0" rtlCol="0"/>
            <a:lstStyle/>
            <a:p/>
          </p:txBody>
        </p:sp>
        <p:sp>
          <p:nvSpPr>
            <p:cNvPr id="312" name="object 312"/>
            <p:cNvSpPr/>
            <p:nvPr/>
          </p:nvSpPr>
          <p:spPr>
            <a:xfrm>
              <a:off x="2653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A5A5A"/>
            </a:solidFill>
          </p:spPr>
          <p:txBody>
            <a:bodyPr wrap="square" lIns="0" tIns="0" rIns="0" bIns="0" rtlCol="0"/>
            <a:lstStyle/>
            <a:p/>
          </p:txBody>
        </p:sp>
        <p:sp>
          <p:nvSpPr>
            <p:cNvPr id="313" name="object 313"/>
            <p:cNvSpPr/>
            <p:nvPr/>
          </p:nvSpPr>
          <p:spPr>
            <a:xfrm>
              <a:off x="2616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95959"/>
            </a:solidFill>
          </p:spPr>
          <p:txBody>
            <a:bodyPr wrap="square" lIns="0" tIns="0" rIns="0" bIns="0" rtlCol="0"/>
            <a:lstStyle/>
            <a:p/>
          </p:txBody>
        </p:sp>
        <p:sp>
          <p:nvSpPr>
            <p:cNvPr id="314" name="object 314"/>
            <p:cNvSpPr/>
            <p:nvPr/>
          </p:nvSpPr>
          <p:spPr>
            <a:xfrm>
              <a:off x="2579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85858"/>
            </a:solidFill>
          </p:spPr>
          <p:txBody>
            <a:bodyPr wrap="square" lIns="0" tIns="0" rIns="0" bIns="0" rtlCol="0"/>
            <a:lstStyle/>
            <a:p/>
          </p:txBody>
        </p:sp>
        <p:sp>
          <p:nvSpPr>
            <p:cNvPr id="315" name="object 315"/>
            <p:cNvSpPr/>
            <p:nvPr/>
          </p:nvSpPr>
          <p:spPr>
            <a:xfrm>
              <a:off x="2543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75757"/>
            </a:solidFill>
          </p:spPr>
          <p:txBody>
            <a:bodyPr wrap="square" lIns="0" tIns="0" rIns="0" bIns="0" rtlCol="0"/>
            <a:lstStyle/>
            <a:p/>
          </p:txBody>
        </p:sp>
        <p:sp>
          <p:nvSpPr>
            <p:cNvPr id="316" name="object 316"/>
            <p:cNvSpPr/>
            <p:nvPr/>
          </p:nvSpPr>
          <p:spPr>
            <a:xfrm>
              <a:off x="2506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65656"/>
            </a:solidFill>
          </p:spPr>
          <p:txBody>
            <a:bodyPr wrap="square" lIns="0" tIns="0" rIns="0" bIns="0" rtlCol="0"/>
            <a:lstStyle/>
            <a:p/>
          </p:txBody>
        </p:sp>
        <p:sp>
          <p:nvSpPr>
            <p:cNvPr id="317" name="object 317"/>
            <p:cNvSpPr/>
            <p:nvPr/>
          </p:nvSpPr>
          <p:spPr>
            <a:xfrm>
              <a:off x="2471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555555"/>
            </a:solidFill>
          </p:spPr>
          <p:txBody>
            <a:bodyPr wrap="square" lIns="0" tIns="0" rIns="0" bIns="0" rtlCol="0"/>
            <a:lstStyle/>
            <a:p/>
          </p:txBody>
        </p:sp>
        <p:sp>
          <p:nvSpPr>
            <p:cNvPr id="318" name="object 318"/>
            <p:cNvSpPr/>
            <p:nvPr/>
          </p:nvSpPr>
          <p:spPr>
            <a:xfrm>
              <a:off x="243458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45454"/>
            </a:solidFill>
          </p:spPr>
          <p:txBody>
            <a:bodyPr wrap="square" lIns="0" tIns="0" rIns="0" bIns="0" rtlCol="0"/>
            <a:lstStyle/>
            <a:p/>
          </p:txBody>
        </p:sp>
        <p:sp>
          <p:nvSpPr>
            <p:cNvPr id="319" name="object 319"/>
            <p:cNvSpPr/>
            <p:nvPr/>
          </p:nvSpPr>
          <p:spPr>
            <a:xfrm>
              <a:off x="2399030"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35353"/>
            </a:solidFill>
          </p:spPr>
          <p:txBody>
            <a:bodyPr wrap="square" lIns="0" tIns="0" rIns="0" bIns="0" rtlCol="0"/>
            <a:lstStyle/>
            <a:p/>
          </p:txBody>
        </p:sp>
        <p:sp>
          <p:nvSpPr>
            <p:cNvPr id="320" name="object 320"/>
            <p:cNvSpPr/>
            <p:nvPr/>
          </p:nvSpPr>
          <p:spPr>
            <a:xfrm>
              <a:off x="2362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25252"/>
            </a:solidFill>
          </p:spPr>
          <p:txBody>
            <a:bodyPr wrap="square" lIns="0" tIns="0" rIns="0" bIns="0" rtlCol="0"/>
            <a:lstStyle/>
            <a:p/>
          </p:txBody>
        </p:sp>
        <p:sp>
          <p:nvSpPr>
            <p:cNvPr id="321" name="object 321"/>
            <p:cNvSpPr/>
            <p:nvPr/>
          </p:nvSpPr>
          <p:spPr>
            <a:xfrm>
              <a:off x="232537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515151"/>
            </a:solidFill>
          </p:spPr>
          <p:txBody>
            <a:bodyPr wrap="square" lIns="0" tIns="0" rIns="0" bIns="0" rtlCol="0"/>
            <a:lstStyle/>
            <a:p/>
          </p:txBody>
        </p:sp>
        <p:sp>
          <p:nvSpPr>
            <p:cNvPr id="322" name="object 322"/>
            <p:cNvSpPr/>
            <p:nvPr/>
          </p:nvSpPr>
          <p:spPr>
            <a:xfrm>
              <a:off x="228980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505050"/>
            </a:solidFill>
          </p:spPr>
          <p:txBody>
            <a:bodyPr wrap="square" lIns="0" tIns="0" rIns="0" bIns="0" rtlCol="0"/>
            <a:lstStyle/>
            <a:p/>
          </p:txBody>
        </p:sp>
        <p:sp>
          <p:nvSpPr>
            <p:cNvPr id="323" name="object 323"/>
            <p:cNvSpPr/>
            <p:nvPr/>
          </p:nvSpPr>
          <p:spPr>
            <a:xfrm>
              <a:off x="225298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F4F4F"/>
            </a:solidFill>
          </p:spPr>
          <p:txBody>
            <a:bodyPr wrap="square" lIns="0" tIns="0" rIns="0" bIns="0" rtlCol="0"/>
            <a:lstStyle/>
            <a:p/>
          </p:txBody>
        </p:sp>
        <p:sp>
          <p:nvSpPr>
            <p:cNvPr id="324" name="object 324"/>
            <p:cNvSpPr/>
            <p:nvPr/>
          </p:nvSpPr>
          <p:spPr>
            <a:xfrm>
              <a:off x="221742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E4E4E"/>
            </a:solidFill>
          </p:spPr>
          <p:txBody>
            <a:bodyPr wrap="square" lIns="0" tIns="0" rIns="0" bIns="0" rtlCol="0"/>
            <a:lstStyle/>
            <a:p/>
          </p:txBody>
        </p:sp>
        <p:sp>
          <p:nvSpPr>
            <p:cNvPr id="325" name="object 325"/>
            <p:cNvSpPr/>
            <p:nvPr/>
          </p:nvSpPr>
          <p:spPr>
            <a:xfrm>
              <a:off x="2181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D4D4D"/>
            </a:solidFill>
          </p:spPr>
          <p:txBody>
            <a:bodyPr wrap="square" lIns="0" tIns="0" rIns="0" bIns="0" rtlCol="0"/>
            <a:lstStyle/>
            <a:p/>
          </p:txBody>
        </p:sp>
        <p:sp>
          <p:nvSpPr>
            <p:cNvPr id="326" name="object 326"/>
            <p:cNvSpPr/>
            <p:nvPr/>
          </p:nvSpPr>
          <p:spPr>
            <a:xfrm>
              <a:off x="214503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C4C4C"/>
            </a:solidFill>
          </p:spPr>
          <p:txBody>
            <a:bodyPr wrap="square" lIns="0" tIns="0" rIns="0" bIns="0" rtlCol="0"/>
            <a:lstStyle/>
            <a:p/>
          </p:txBody>
        </p:sp>
        <p:sp>
          <p:nvSpPr>
            <p:cNvPr id="327" name="object 327"/>
            <p:cNvSpPr/>
            <p:nvPr/>
          </p:nvSpPr>
          <p:spPr>
            <a:xfrm>
              <a:off x="2108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B4B4B"/>
            </a:solidFill>
          </p:spPr>
          <p:txBody>
            <a:bodyPr wrap="square" lIns="0" tIns="0" rIns="0" bIns="0" rtlCol="0"/>
            <a:lstStyle/>
            <a:p/>
          </p:txBody>
        </p:sp>
        <p:sp>
          <p:nvSpPr>
            <p:cNvPr id="328" name="object 328"/>
            <p:cNvSpPr/>
            <p:nvPr/>
          </p:nvSpPr>
          <p:spPr>
            <a:xfrm>
              <a:off x="207263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A4A4A"/>
            </a:solidFill>
          </p:spPr>
          <p:txBody>
            <a:bodyPr wrap="square" lIns="0" tIns="0" rIns="0" bIns="0" rtlCol="0"/>
            <a:lstStyle/>
            <a:p/>
          </p:txBody>
        </p:sp>
        <p:sp>
          <p:nvSpPr>
            <p:cNvPr id="329" name="object 329"/>
            <p:cNvSpPr/>
            <p:nvPr/>
          </p:nvSpPr>
          <p:spPr>
            <a:xfrm>
              <a:off x="2035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94949"/>
            </a:solidFill>
          </p:spPr>
          <p:txBody>
            <a:bodyPr wrap="square" lIns="0" tIns="0" rIns="0" bIns="0" rtlCol="0"/>
            <a:lstStyle/>
            <a:p/>
          </p:txBody>
        </p:sp>
        <p:sp>
          <p:nvSpPr>
            <p:cNvPr id="330" name="object 330"/>
            <p:cNvSpPr/>
            <p:nvPr/>
          </p:nvSpPr>
          <p:spPr>
            <a:xfrm>
              <a:off x="2000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84848"/>
            </a:solidFill>
          </p:spPr>
          <p:txBody>
            <a:bodyPr wrap="square" lIns="0" tIns="0" rIns="0" bIns="0" rtlCol="0"/>
            <a:lstStyle/>
            <a:p/>
          </p:txBody>
        </p:sp>
        <p:sp>
          <p:nvSpPr>
            <p:cNvPr id="331" name="object 331"/>
            <p:cNvSpPr/>
            <p:nvPr/>
          </p:nvSpPr>
          <p:spPr>
            <a:xfrm>
              <a:off x="1963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74747"/>
            </a:solidFill>
          </p:spPr>
          <p:txBody>
            <a:bodyPr wrap="square" lIns="0" tIns="0" rIns="0" bIns="0" rtlCol="0"/>
            <a:lstStyle/>
            <a:p/>
          </p:txBody>
        </p:sp>
        <p:sp>
          <p:nvSpPr>
            <p:cNvPr id="332" name="object 332"/>
            <p:cNvSpPr/>
            <p:nvPr/>
          </p:nvSpPr>
          <p:spPr>
            <a:xfrm>
              <a:off x="1927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464646"/>
            </a:solidFill>
          </p:spPr>
          <p:txBody>
            <a:bodyPr wrap="square" lIns="0" tIns="0" rIns="0" bIns="0" rtlCol="0"/>
            <a:lstStyle/>
            <a:p/>
          </p:txBody>
        </p:sp>
        <p:sp>
          <p:nvSpPr>
            <p:cNvPr id="333" name="object 333"/>
            <p:cNvSpPr/>
            <p:nvPr/>
          </p:nvSpPr>
          <p:spPr>
            <a:xfrm>
              <a:off x="1891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54545"/>
            </a:solidFill>
          </p:spPr>
          <p:txBody>
            <a:bodyPr wrap="square" lIns="0" tIns="0" rIns="0" bIns="0" rtlCol="0"/>
            <a:lstStyle/>
            <a:p/>
          </p:txBody>
        </p:sp>
        <p:sp>
          <p:nvSpPr>
            <p:cNvPr id="334" name="object 334"/>
            <p:cNvSpPr/>
            <p:nvPr/>
          </p:nvSpPr>
          <p:spPr>
            <a:xfrm>
              <a:off x="185419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44444"/>
            </a:solidFill>
          </p:spPr>
          <p:txBody>
            <a:bodyPr wrap="square" lIns="0" tIns="0" rIns="0" bIns="0" rtlCol="0"/>
            <a:lstStyle/>
            <a:p/>
          </p:txBody>
        </p:sp>
        <p:sp>
          <p:nvSpPr>
            <p:cNvPr id="335" name="object 335"/>
            <p:cNvSpPr/>
            <p:nvPr/>
          </p:nvSpPr>
          <p:spPr>
            <a:xfrm>
              <a:off x="181864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34343"/>
            </a:solidFill>
          </p:spPr>
          <p:txBody>
            <a:bodyPr wrap="square" lIns="0" tIns="0" rIns="0" bIns="0" rtlCol="0"/>
            <a:lstStyle/>
            <a:p/>
          </p:txBody>
        </p:sp>
        <p:sp>
          <p:nvSpPr>
            <p:cNvPr id="336" name="object 336"/>
            <p:cNvSpPr/>
            <p:nvPr/>
          </p:nvSpPr>
          <p:spPr>
            <a:xfrm>
              <a:off x="178180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424242"/>
            </a:solidFill>
          </p:spPr>
          <p:txBody>
            <a:bodyPr wrap="square" lIns="0" tIns="0" rIns="0" bIns="0" rtlCol="0"/>
            <a:lstStyle/>
            <a:p/>
          </p:txBody>
        </p:sp>
        <p:sp>
          <p:nvSpPr>
            <p:cNvPr id="337" name="object 337"/>
            <p:cNvSpPr/>
            <p:nvPr/>
          </p:nvSpPr>
          <p:spPr>
            <a:xfrm>
              <a:off x="1746249"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414141"/>
            </a:solidFill>
          </p:spPr>
          <p:txBody>
            <a:bodyPr wrap="square" lIns="0" tIns="0" rIns="0" bIns="0" rtlCol="0"/>
            <a:lstStyle/>
            <a:p/>
          </p:txBody>
        </p:sp>
        <p:sp>
          <p:nvSpPr>
            <p:cNvPr id="338" name="object 338"/>
            <p:cNvSpPr/>
            <p:nvPr/>
          </p:nvSpPr>
          <p:spPr>
            <a:xfrm>
              <a:off x="1709420"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404040"/>
            </a:solidFill>
          </p:spPr>
          <p:txBody>
            <a:bodyPr wrap="square" lIns="0" tIns="0" rIns="0" bIns="0" rtlCol="0"/>
            <a:lstStyle/>
            <a:p/>
          </p:txBody>
        </p:sp>
        <p:sp>
          <p:nvSpPr>
            <p:cNvPr id="339" name="object 339"/>
            <p:cNvSpPr/>
            <p:nvPr/>
          </p:nvSpPr>
          <p:spPr>
            <a:xfrm>
              <a:off x="1673859" y="1780539"/>
              <a:ext cx="35560" cy="34290"/>
            </a:xfrm>
            <a:custGeom>
              <a:avLst/>
              <a:gdLst/>
              <a:ahLst/>
              <a:cxnLst/>
              <a:rect l="l" t="t" r="r" b="b"/>
              <a:pathLst>
                <a:path w="35560" h="34289">
                  <a:moveTo>
                    <a:pt x="35559" y="0"/>
                  </a:moveTo>
                  <a:lnTo>
                    <a:pt x="0" y="0"/>
                  </a:lnTo>
                  <a:lnTo>
                    <a:pt x="0" y="34289"/>
                  </a:lnTo>
                  <a:lnTo>
                    <a:pt x="35559" y="34289"/>
                  </a:lnTo>
                  <a:lnTo>
                    <a:pt x="35559" y="0"/>
                  </a:lnTo>
                  <a:close/>
                </a:path>
              </a:pathLst>
            </a:custGeom>
            <a:solidFill>
              <a:srgbClr val="3F3F3F"/>
            </a:solidFill>
          </p:spPr>
          <p:txBody>
            <a:bodyPr wrap="square" lIns="0" tIns="0" rIns="0" bIns="0" rtlCol="0"/>
            <a:lstStyle/>
            <a:p/>
          </p:txBody>
        </p:sp>
        <p:sp>
          <p:nvSpPr>
            <p:cNvPr id="340" name="object 340"/>
            <p:cNvSpPr/>
            <p:nvPr/>
          </p:nvSpPr>
          <p:spPr>
            <a:xfrm>
              <a:off x="163702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E3E3E"/>
            </a:solidFill>
          </p:spPr>
          <p:txBody>
            <a:bodyPr wrap="square" lIns="0" tIns="0" rIns="0" bIns="0" rtlCol="0"/>
            <a:lstStyle/>
            <a:p/>
          </p:txBody>
        </p:sp>
        <p:sp>
          <p:nvSpPr>
            <p:cNvPr id="341" name="object 341"/>
            <p:cNvSpPr/>
            <p:nvPr/>
          </p:nvSpPr>
          <p:spPr>
            <a:xfrm>
              <a:off x="1601470" y="1780539"/>
              <a:ext cx="35560" cy="34290"/>
            </a:xfrm>
            <a:custGeom>
              <a:avLst/>
              <a:gdLst/>
              <a:ahLst/>
              <a:cxnLst/>
              <a:rect l="l" t="t" r="r" b="b"/>
              <a:pathLst>
                <a:path w="35560" h="34289">
                  <a:moveTo>
                    <a:pt x="35560" y="0"/>
                  </a:moveTo>
                  <a:lnTo>
                    <a:pt x="0" y="0"/>
                  </a:lnTo>
                  <a:lnTo>
                    <a:pt x="0" y="34289"/>
                  </a:lnTo>
                  <a:lnTo>
                    <a:pt x="35560" y="34289"/>
                  </a:lnTo>
                  <a:lnTo>
                    <a:pt x="35560" y="0"/>
                  </a:lnTo>
                  <a:close/>
                </a:path>
              </a:pathLst>
            </a:custGeom>
            <a:solidFill>
              <a:srgbClr val="3D3D3D"/>
            </a:solidFill>
          </p:spPr>
          <p:txBody>
            <a:bodyPr wrap="square" lIns="0" tIns="0" rIns="0" bIns="0" rtlCol="0"/>
            <a:lstStyle/>
            <a:p/>
          </p:txBody>
        </p:sp>
        <p:sp>
          <p:nvSpPr>
            <p:cNvPr id="342" name="object 342"/>
            <p:cNvSpPr/>
            <p:nvPr/>
          </p:nvSpPr>
          <p:spPr>
            <a:xfrm>
              <a:off x="1564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C3C3C"/>
            </a:solidFill>
          </p:spPr>
          <p:txBody>
            <a:bodyPr wrap="square" lIns="0" tIns="0" rIns="0" bIns="0" rtlCol="0"/>
            <a:lstStyle/>
            <a:p/>
          </p:txBody>
        </p:sp>
        <p:sp>
          <p:nvSpPr>
            <p:cNvPr id="343" name="object 343"/>
            <p:cNvSpPr/>
            <p:nvPr/>
          </p:nvSpPr>
          <p:spPr>
            <a:xfrm>
              <a:off x="1529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B3B3B"/>
            </a:solidFill>
          </p:spPr>
          <p:txBody>
            <a:bodyPr wrap="square" lIns="0" tIns="0" rIns="0" bIns="0" rtlCol="0"/>
            <a:lstStyle/>
            <a:p/>
          </p:txBody>
        </p:sp>
        <p:sp>
          <p:nvSpPr>
            <p:cNvPr id="344" name="object 344"/>
            <p:cNvSpPr/>
            <p:nvPr/>
          </p:nvSpPr>
          <p:spPr>
            <a:xfrm>
              <a:off x="149224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A3A3A"/>
            </a:solidFill>
          </p:spPr>
          <p:txBody>
            <a:bodyPr wrap="square" lIns="0" tIns="0" rIns="0" bIns="0" rtlCol="0"/>
            <a:lstStyle/>
            <a:p/>
          </p:txBody>
        </p:sp>
        <p:sp>
          <p:nvSpPr>
            <p:cNvPr id="345" name="object 345"/>
            <p:cNvSpPr/>
            <p:nvPr/>
          </p:nvSpPr>
          <p:spPr>
            <a:xfrm>
              <a:off x="145669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93939"/>
            </a:solidFill>
          </p:spPr>
          <p:txBody>
            <a:bodyPr wrap="square" lIns="0" tIns="0" rIns="0" bIns="0" rtlCol="0"/>
            <a:lstStyle/>
            <a:p/>
          </p:txBody>
        </p:sp>
        <p:sp>
          <p:nvSpPr>
            <p:cNvPr id="346" name="object 346"/>
            <p:cNvSpPr/>
            <p:nvPr/>
          </p:nvSpPr>
          <p:spPr>
            <a:xfrm>
              <a:off x="1419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83838"/>
            </a:solidFill>
          </p:spPr>
          <p:txBody>
            <a:bodyPr wrap="square" lIns="0" tIns="0" rIns="0" bIns="0" rtlCol="0"/>
            <a:lstStyle/>
            <a:p/>
          </p:txBody>
        </p:sp>
        <p:sp>
          <p:nvSpPr>
            <p:cNvPr id="347" name="object 347"/>
            <p:cNvSpPr/>
            <p:nvPr/>
          </p:nvSpPr>
          <p:spPr>
            <a:xfrm>
              <a:off x="138302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73737"/>
            </a:solidFill>
          </p:spPr>
          <p:txBody>
            <a:bodyPr wrap="square" lIns="0" tIns="0" rIns="0" bIns="0" rtlCol="0"/>
            <a:lstStyle/>
            <a:p/>
          </p:txBody>
        </p:sp>
        <p:sp>
          <p:nvSpPr>
            <p:cNvPr id="348" name="object 348"/>
            <p:cNvSpPr/>
            <p:nvPr/>
          </p:nvSpPr>
          <p:spPr>
            <a:xfrm>
              <a:off x="1347470"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363636"/>
            </a:solidFill>
          </p:spPr>
          <p:txBody>
            <a:bodyPr wrap="square" lIns="0" tIns="0" rIns="0" bIns="0" rtlCol="0"/>
            <a:lstStyle/>
            <a:p/>
          </p:txBody>
        </p:sp>
        <p:sp>
          <p:nvSpPr>
            <p:cNvPr id="349" name="object 349"/>
            <p:cNvSpPr/>
            <p:nvPr/>
          </p:nvSpPr>
          <p:spPr>
            <a:xfrm>
              <a:off x="131064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353535"/>
            </a:solidFill>
          </p:spPr>
          <p:txBody>
            <a:bodyPr wrap="square" lIns="0" tIns="0" rIns="0" bIns="0" rtlCol="0"/>
            <a:lstStyle/>
            <a:p/>
          </p:txBody>
        </p:sp>
        <p:sp>
          <p:nvSpPr>
            <p:cNvPr id="350" name="object 350"/>
            <p:cNvSpPr/>
            <p:nvPr/>
          </p:nvSpPr>
          <p:spPr>
            <a:xfrm>
              <a:off x="127507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43434"/>
            </a:solidFill>
          </p:spPr>
          <p:txBody>
            <a:bodyPr wrap="square" lIns="0" tIns="0" rIns="0" bIns="0" rtlCol="0"/>
            <a:lstStyle/>
            <a:p/>
          </p:txBody>
        </p:sp>
        <p:sp>
          <p:nvSpPr>
            <p:cNvPr id="351" name="object 351"/>
            <p:cNvSpPr/>
            <p:nvPr/>
          </p:nvSpPr>
          <p:spPr>
            <a:xfrm>
              <a:off x="1202690" y="1780539"/>
              <a:ext cx="72390" cy="34290"/>
            </a:xfrm>
            <a:custGeom>
              <a:avLst/>
              <a:gdLst/>
              <a:ahLst/>
              <a:cxnLst/>
              <a:rect l="l" t="t" r="r" b="b"/>
              <a:pathLst>
                <a:path w="72390" h="34289">
                  <a:moveTo>
                    <a:pt x="72390" y="0"/>
                  </a:moveTo>
                  <a:lnTo>
                    <a:pt x="35560" y="0"/>
                  </a:lnTo>
                  <a:lnTo>
                    <a:pt x="0" y="0"/>
                  </a:lnTo>
                  <a:lnTo>
                    <a:pt x="0" y="34290"/>
                  </a:lnTo>
                  <a:lnTo>
                    <a:pt x="35560" y="34290"/>
                  </a:lnTo>
                  <a:lnTo>
                    <a:pt x="72390" y="34290"/>
                  </a:lnTo>
                  <a:lnTo>
                    <a:pt x="72390" y="0"/>
                  </a:lnTo>
                  <a:close/>
                </a:path>
              </a:pathLst>
            </a:custGeom>
            <a:solidFill>
              <a:srgbClr val="333333"/>
            </a:solidFill>
          </p:spPr>
          <p:txBody>
            <a:bodyPr wrap="square" lIns="0" tIns="0" rIns="0" bIns="0" rtlCol="0"/>
            <a:lstStyle/>
            <a:p/>
          </p:txBody>
        </p:sp>
        <p:sp>
          <p:nvSpPr>
            <p:cNvPr id="352" name="object 352"/>
            <p:cNvSpPr/>
            <p:nvPr/>
          </p:nvSpPr>
          <p:spPr>
            <a:xfrm>
              <a:off x="1165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313131"/>
            </a:solidFill>
          </p:spPr>
          <p:txBody>
            <a:bodyPr wrap="square" lIns="0" tIns="0" rIns="0" bIns="0" rtlCol="0"/>
            <a:lstStyle/>
            <a:p/>
          </p:txBody>
        </p:sp>
        <p:sp>
          <p:nvSpPr>
            <p:cNvPr id="353" name="object 353"/>
            <p:cNvSpPr/>
            <p:nvPr/>
          </p:nvSpPr>
          <p:spPr>
            <a:xfrm>
              <a:off x="1130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303030"/>
            </a:solidFill>
          </p:spPr>
          <p:txBody>
            <a:bodyPr wrap="square" lIns="0" tIns="0" rIns="0" bIns="0" rtlCol="0"/>
            <a:lstStyle/>
            <a:p/>
          </p:txBody>
        </p:sp>
        <p:sp>
          <p:nvSpPr>
            <p:cNvPr id="354" name="object 354"/>
            <p:cNvSpPr/>
            <p:nvPr/>
          </p:nvSpPr>
          <p:spPr>
            <a:xfrm>
              <a:off x="1093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F2F2F"/>
            </a:solidFill>
          </p:spPr>
          <p:txBody>
            <a:bodyPr wrap="square" lIns="0" tIns="0" rIns="0" bIns="0" rtlCol="0"/>
            <a:lstStyle/>
            <a:p/>
          </p:txBody>
        </p:sp>
        <p:sp>
          <p:nvSpPr>
            <p:cNvPr id="355" name="object 355"/>
            <p:cNvSpPr/>
            <p:nvPr/>
          </p:nvSpPr>
          <p:spPr>
            <a:xfrm>
              <a:off x="1057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E2E2E"/>
            </a:solidFill>
          </p:spPr>
          <p:txBody>
            <a:bodyPr wrap="square" lIns="0" tIns="0" rIns="0" bIns="0" rtlCol="0"/>
            <a:lstStyle/>
            <a:p/>
          </p:txBody>
        </p:sp>
        <p:sp>
          <p:nvSpPr>
            <p:cNvPr id="356" name="object 356"/>
            <p:cNvSpPr/>
            <p:nvPr/>
          </p:nvSpPr>
          <p:spPr>
            <a:xfrm>
              <a:off x="1021079"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D2D2D"/>
            </a:solidFill>
          </p:spPr>
          <p:txBody>
            <a:bodyPr wrap="square" lIns="0" tIns="0" rIns="0" bIns="0" rtlCol="0"/>
            <a:lstStyle/>
            <a:p/>
          </p:txBody>
        </p:sp>
        <p:sp>
          <p:nvSpPr>
            <p:cNvPr id="357" name="object 357"/>
            <p:cNvSpPr/>
            <p:nvPr/>
          </p:nvSpPr>
          <p:spPr>
            <a:xfrm>
              <a:off x="98551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C2C2C"/>
            </a:solidFill>
          </p:spPr>
          <p:txBody>
            <a:bodyPr wrap="square" lIns="0" tIns="0" rIns="0" bIns="0" rtlCol="0"/>
            <a:lstStyle/>
            <a:p/>
          </p:txBody>
        </p:sp>
        <p:sp>
          <p:nvSpPr>
            <p:cNvPr id="358" name="object 358"/>
            <p:cNvSpPr/>
            <p:nvPr/>
          </p:nvSpPr>
          <p:spPr>
            <a:xfrm>
              <a:off x="948690" y="1780539"/>
              <a:ext cx="36830" cy="34290"/>
            </a:xfrm>
            <a:custGeom>
              <a:avLst/>
              <a:gdLst/>
              <a:ahLst/>
              <a:cxnLst/>
              <a:rect l="l" t="t" r="r" b="b"/>
              <a:pathLst>
                <a:path w="36830" h="34289">
                  <a:moveTo>
                    <a:pt x="36829" y="0"/>
                  </a:moveTo>
                  <a:lnTo>
                    <a:pt x="0" y="0"/>
                  </a:lnTo>
                  <a:lnTo>
                    <a:pt x="0" y="34289"/>
                  </a:lnTo>
                  <a:lnTo>
                    <a:pt x="36829" y="34289"/>
                  </a:lnTo>
                  <a:lnTo>
                    <a:pt x="36829" y="0"/>
                  </a:lnTo>
                  <a:close/>
                </a:path>
              </a:pathLst>
            </a:custGeom>
            <a:solidFill>
              <a:srgbClr val="2B2B2B"/>
            </a:solidFill>
          </p:spPr>
          <p:txBody>
            <a:bodyPr wrap="square" lIns="0" tIns="0" rIns="0" bIns="0" rtlCol="0"/>
            <a:lstStyle/>
            <a:p/>
          </p:txBody>
        </p:sp>
        <p:sp>
          <p:nvSpPr>
            <p:cNvPr id="359" name="object 359"/>
            <p:cNvSpPr/>
            <p:nvPr/>
          </p:nvSpPr>
          <p:spPr>
            <a:xfrm>
              <a:off x="91185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A2A2A"/>
            </a:solidFill>
          </p:spPr>
          <p:txBody>
            <a:bodyPr wrap="square" lIns="0" tIns="0" rIns="0" bIns="0" rtlCol="0"/>
            <a:lstStyle/>
            <a:p/>
          </p:txBody>
        </p:sp>
        <p:sp>
          <p:nvSpPr>
            <p:cNvPr id="360" name="object 360"/>
            <p:cNvSpPr/>
            <p:nvPr/>
          </p:nvSpPr>
          <p:spPr>
            <a:xfrm>
              <a:off x="876300"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92929"/>
            </a:solidFill>
          </p:spPr>
          <p:txBody>
            <a:bodyPr wrap="square" lIns="0" tIns="0" rIns="0" bIns="0" rtlCol="0"/>
            <a:lstStyle/>
            <a:p/>
          </p:txBody>
        </p:sp>
        <p:sp>
          <p:nvSpPr>
            <p:cNvPr id="361" name="object 361"/>
            <p:cNvSpPr/>
            <p:nvPr/>
          </p:nvSpPr>
          <p:spPr>
            <a:xfrm>
              <a:off x="839469" y="1780539"/>
              <a:ext cx="36830" cy="34290"/>
            </a:xfrm>
            <a:custGeom>
              <a:avLst/>
              <a:gdLst/>
              <a:ahLst/>
              <a:cxnLst/>
              <a:rect l="l" t="t" r="r" b="b"/>
              <a:pathLst>
                <a:path w="36830" h="34289">
                  <a:moveTo>
                    <a:pt x="36830" y="0"/>
                  </a:moveTo>
                  <a:lnTo>
                    <a:pt x="0" y="0"/>
                  </a:lnTo>
                  <a:lnTo>
                    <a:pt x="0" y="34289"/>
                  </a:lnTo>
                  <a:lnTo>
                    <a:pt x="36830" y="34289"/>
                  </a:lnTo>
                  <a:lnTo>
                    <a:pt x="36830" y="0"/>
                  </a:lnTo>
                  <a:close/>
                </a:path>
              </a:pathLst>
            </a:custGeom>
            <a:solidFill>
              <a:srgbClr val="282828"/>
            </a:solidFill>
          </p:spPr>
          <p:txBody>
            <a:bodyPr wrap="square" lIns="0" tIns="0" rIns="0" bIns="0" rtlCol="0"/>
            <a:lstStyle/>
            <a:p/>
          </p:txBody>
        </p:sp>
        <p:sp>
          <p:nvSpPr>
            <p:cNvPr id="362" name="object 362"/>
            <p:cNvSpPr/>
            <p:nvPr/>
          </p:nvSpPr>
          <p:spPr>
            <a:xfrm>
              <a:off x="80390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72727"/>
            </a:solidFill>
          </p:spPr>
          <p:txBody>
            <a:bodyPr wrap="square" lIns="0" tIns="0" rIns="0" bIns="0" rtlCol="0"/>
            <a:lstStyle/>
            <a:p/>
          </p:txBody>
        </p:sp>
        <p:sp>
          <p:nvSpPr>
            <p:cNvPr id="363" name="object 363"/>
            <p:cNvSpPr/>
            <p:nvPr/>
          </p:nvSpPr>
          <p:spPr>
            <a:xfrm>
              <a:off x="76707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62626"/>
            </a:solidFill>
          </p:spPr>
          <p:txBody>
            <a:bodyPr wrap="square" lIns="0" tIns="0" rIns="0" bIns="0" rtlCol="0"/>
            <a:lstStyle/>
            <a:p/>
          </p:txBody>
        </p:sp>
        <p:sp>
          <p:nvSpPr>
            <p:cNvPr id="364" name="object 364"/>
            <p:cNvSpPr/>
            <p:nvPr/>
          </p:nvSpPr>
          <p:spPr>
            <a:xfrm>
              <a:off x="73151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252525"/>
            </a:solidFill>
          </p:spPr>
          <p:txBody>
            <a:bodyPr wrap="square" lIns="0" tIns="0" rIns="0" bIns="0" rtlCol="0"/>
            <a:lstStyle/>
            <a:p/>
          </p:txBody>
        </p:sp>
        <p:sp>
          <p:nvSpPr>
            <p:cNvPr id="365" name="object 365"/>
            <p:cNvSpPr/>
            <p:nvPr/>
          </p:nvSpPr>
          <p:spPr>
            <a:xfrm>
              <a:off x="69468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42424"/>
            </a:solidFill>
          </p:spPr>
          <p:txBody>
            <a:bodyPr wrap="square" lIns="0" tIns="0" rIns="0" bIns="0" rtlCol="0"/>
            <a:lstStyle/>
            <a:p/>
          </p:txBody>
        </p:sp>
        <p:sp>
          <p:nvSpPr>
            <p:cNvPr id="366" name="object 366"/>
            <p:cNvSpPr/>
            <p:nvPr/>
          </p:nvSpPr>
          <p:spPr>
            <a:xfrm>
              <a:off x="65912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32323"/>
            </a:solidFill>
          </p:spPr>
          <p:txBody>
            <a:bodyPr wrap="square" lIns="0" tIns="0" rIns="0" bIns="0" rtlCol="0"/>
            <a:lstStyle/>
            <a:p/>
          </p:txBody>
        </p:sp>
        <p:sp>
          <p:nvSpPr>
            <p:cNvPr id="367" name="object 367"/>
            <p:cNvSpPr/>
            <p:nvPr/>
          </p:nvSpPr>
          <p:spPr>
            <a:xfrm>
              <a:off x="62229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22222"/>
            </a:solidFill>
          </p:spPr>
          <p:txBody>
            <a:bodyPr wrap="square" lIns="0" tIns="0" rIns="0" bIns="0" rtlCol="0"/>
            <a:lstStyle/>
            <a:p/>
          </p:txBody>
        </p:sp>
        <p:sp>
          <p:nvSpPr>
            <p:cNvPr id="368" name="object 368"/>
            <p:cNvSpPr/>
            <p:nvPr/>
          </p:nvSpPr>
          <p:spPr>
            <a:xfrm>
              <a:off x="58546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212121"/>
            </a:solidFill>
          </p:spPr>
          <p:txBody>
            <a:bodyPr wrap="square" lIns="0" tIns="0" rIns="0" bIns="0" rtlCol="0"/>
            <a:lstStyle/>
            <a:p/>
          </p:txBody>
        </p:sp>
        <p:sp>
          <p:nvSpPr>
            <p:cNvPr id="369" name="object 369"/>
            <p:cNvSpPr/>
            <p:nvPr/>
          </p:nvSpPr>
          <p:spPr>
            <a:xfrm>
              <a:off x="54990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202020"/>
            </a:solidFill>
          </p:spPr>
          <p:txBody>
            <a:bodyPr wrap="square" lIns="0" tIns="0" rIns="0" bIns="0" rtlCol="0"/>
            <a:lstStyle/>
            <a:p/>
          </p:txBody>
        </p:sp>
        <p:sp>
          <p:nvSpPr>
            <p:cNvPr id="370" name="object 370"/>
            <p:cNvSpPr/>
            <p:nvPr/>
          </p:nvSpPr>
          <p:spPr>
            <a:xfrm>
              <a:off x="514349" y="1780539"/>
              <a:ext cx="35560" cy="34290"/>
            </a:xfrm>
            <a:custGeom>
              <a:avLst/>
              <a:gdLst/>
              <a:ahLst/>
              <a:cxnLst/>
              <a:rect l="l" t="t" r="r" b="b"/>
              <a:pathLst>
                <a:path w="35559" h="34289">
                  <a:moveTo>
                    <a:pt x="35559" y="0"/>
                  </a:moveTo>
                  <a:lnTo>
                    <a:pt x="0" y="0"/>
                  </a:lnTo>
                  <a:lnTo>
                    <a:pt x="0" y="34289"/>
                  </a:lnTo>
                  <a:lnTo>
                    <a:pt x="35559" y="34289"/>
                  </a:lnTo>
                  <a:lnTo>
                    <a:pt x="35559" y="0"/>
                  </a:lnTo>
                  <a:close/>
                </a:path>
              </a:pathLst>
            </a:custGeom>
            <a:solidFill>
              <a:srgbClr val="1F1F1F"/>
            </a:solidFill>
          </p:spPr>
          <p:txBody>
            <a:bodyPr wrap="square" lIns="0" tIns="0" rIns="0" bIns="0" rtlCol="0"/>
            <a:lstStyle/>
            <a:p/>
          </p:txBody>
        </p:sp>
        <p:sp>
          <p:nvSpPr>
            <p:cNvPr id="371" name="object 371"/>
            <p:cNvSpPr/>
            <p:nvPr/>
          </p:nvSpPr>
          <p:spPr>
            <a:xfrm>
              <a:off x="477519" y="1780539"/>
              <a:ext cx="36830" cy="34290"/>
            </a:xfrm>
            <a:custGeom>
              <a:avLst/>
              <a:gdLst/>
              <a:ahLst/>
              <a:cxnLst/>
              <a:rect l="l" t="t" r="r" b="b"/>
              <a:pathLst>
                <a:path w="36829" h="34289">
                  <a:moveTo>
                    <a:pt x="36829" y="0"/>
                  </a:moveTo>
                  <a:lnTo>
                    <a:pt x="0" y="0"/>
                  </a:lnTo>
                  <a:lnTo>
                    <a:pt x="0" y="34289"/>
                  </a:lnTo>
                  <a:lnTo>
                    <a:pt x="36829" y="34289"/>
                  </a:lnTo>
                  <a:lnTo>
                    <a:pt x="36829" y="0"/>
                  </a:lnTo>
                  <a:close/>
                </a:path>
              </a:pathLst>
            </a:custGeom>
            <a:solidFill>
              <a:srgbClr val="1E1E1E"/>
            </a:solidFill>
          </p:spPr>
          <p:txBody>
            <a:bodyPr wrap="square" lIns="0" tIns="0" rIns="0" bIns="0" rtlCol="0"/>
            <a:lstStyle/>
            <a:p/>
          </p:txBody>
        </p:sp>
        <p:sp>
          <p:nvSpPr>
            <p:cNvPr id="372" name="object 372"/>
            <p:cNvSpPr/>
            <p:nvPr/>
          </p:nvSpPr>
          <p:spPr>
            <a:xfrm>
              <a:off x="441959" y="1780539"/>
              <a:ext cx="35560" cy="34290"/>
            </a:xfrm>
            <a:custGeom>
              <a:avLst/>
              <a:gdLst/>
              <a:ahLst/>
              <a:cxnLst/>
              <a:rect l="l" t="t" r="r" b="b"/>
              <a:pathLst>
                <a:path w="35559" h="34289">
                  <a:moveTo>
                    <a:pt x="35560" y="0"/>
                  </a:moveTo>
                  <a:lnTo>
                    <a:pt x="0" y="0"/>
                  </a:lnTo>
                  <a:lnTo>
                    <a:pt x="0" y="34289"/>
                  </a:lnTo>
                  <a:lnTo>
                    <a:pt x="35560" y="34289"/>
                  </a:lnTo>
                  <a:lnTo>
                    <a:pt x="35560" y="0"/>
                  </a:lnTo>
                  <a:close/>
                </a:path>
              </a:pathLst>
            </a:custGeom>
            <a:solidFill>
              <a:srgbClr val="1D1D1D"/>
            </a:solidFill>
          </p:spPr>
          <p:txBody>
            <a:bodyPr wrap="square" lIns="0" tIns="0" rIns="0" bIns="0" rtlCol="0"/>
            <a:lstStyle/>
            <a:p/>
          </p:txBody>
        </p:sp>
      </p:grpSp>
      <p:sp>
        <p:nvSpPr>
          <p:cNvPr id="373" name="object 373"/>
          <p:cNvSpPr/>
          <p:nvPr/>
        </p:nvSpPr>
        <p:spPr>
          <a:xfrm>
            <a:off x="1612900" y="2246629"/>
            <a:ext cx="900430" cy="1447800"/>
          </a:xfrm>
          <a:prstGeom prst="rect">
            <a:avLst/>
          </a:prstGeom>
          <a:blipFill>
            <a:blip r:embed="rId3" cstate="print"/>
            <a:stretch>
              <a:fillRect/>
            </a:stretch>
          </a:blipFill>
        </p:spPr>
        <p:txBody>
          <a:bodyPr wrap="square" lIns="0" tIns="0" rIns="0" bIns="0" rtlCol="0"/>
          <a:lstStyle/>
          <a:p/>
        </p:txBody>
      </p:sp>
      <p:sp>
        <p:nvSpPr>
          <p:cNvPr id="374" name="object 374"/>
          <p:cNvSpPr/>
          <p:nvPr/>
        </p:nvSpPr>
        <p:spPr>
          <a:xfrm>
            <a:off x="2884170" y="2246629"/>
            <a:ext cx="915669" cy="1447800"/>
          </a:xfrm>
          <a:prstGeom prst="rect">
            <a:avLst/>
          </a:prstGeom>
          <a:blipFill>
            <a:blip r:embed="rId4" cstate="print"/>
            <a:stretch>
              <a:fillRect/>
            </a:stretch>
          </a:blipFill>
        </p:spPr>
        <p:txBody>
          <a:bodyPr wrap="square" lIns="0" tIns="0" rIns="0" bIns="0" rtlCol="0"/>
          <a:lstStyle/>
          <a:p/>
        </p:txBody>
      </p:sp>
      <p:sp>
        <p:nvSpPr>
          <p:cNvPr id="375" name="object 375"/>
          <p:cNvSpPr/>
          <p:nvPr/>
        </p:nvSpPr>
        <p:spPr>
          <a:xfrm>
            <a:off x="4150359" y="2247900"/>
            <a:ext cx="1055369" cy="1447800"/>
          </a:xfrm>
          <a:prstGeom prst="rect">
            <a:avLst/>
          </a:prstGeom>
          <a:blipFill>
            <a:blip r:embed="rId5" cstate="print"/>
            <a:stretch>
              <a:fillRect/>
            </a:stretch>
          </a:blipFill>
        </p:spPr>
        <p:txBody>
          <a:bodyPr wrap="square" lIns="0" tIns="0" rIns="0" bIns="0" rtlCol="0"/>
          <a:lstStyle/>
          <a:p/>
        </p:txBody>
      </p:sp>
      <p:sp>
        <p:nvSpPr>
          <p:cNvPr id="376" name="object 376"/>
          <p:cNvSpPr/>
          <p:nvPr/>
        </p:nvSpPr>
        <p:spPr>
          <a:xfrm>
            <a:off x="5541009" y="2246629"/>
            <a:ext cx="915669" cy="1447800"/>
          </a:xfrm>
          <a:prstGeom prst="rect">
            <a:avLst/>
          </a:prstGeom>
          <a:blipFill>
            <a:blip r:embed="rId6" cstate="print"/>
            <a:stretch>
              <a:fillRect/>
            </a:stretch>
          </a:blipFill>
        </p:spPr>
        <p:txBody>
          <a:bodyPr wrap="square" lIns="0" tIns="0" rIns="0" bIns="0" rtlCol="0"/>
          <a:lstStyle/>
          <a:p/>
        </p:txBody>
      </p:sp>
      <p:sp>
        <p:nvSpPr>
          <p:cNvPr id="377" name="object 377"/>
          <p:cNvSpPr/>
          <p:nvPr/>
        </p:nvSpPr>
        <p:spPr>
          <a:xfrm>
            <a:off x="6910069" y="2246629"/>
            <a:ext cx="1027429" cy="1447800"/>
          </a:xfrm>
          <a:prstGeom prst="rect">
            <a:avLst/>
          </a:prstGeom>
          <a:blipFill>
            <a:blip r:embed="rId7" cstate="print"/>
            <a:stretch>
              <a:fillRect/>
            </a:stretch>
          </a:blipFill>
        </p:spPr>
        <p:txBody>
          <a:bodyPr wrap="square" lIns="0" tIns="0" rIns="0" bIns="0" rtlCol="0"/>
          <a:lstStyle/>
          <a:p/>
        </p:txBody>
      </p:sp>
      <p:grpSp>
        <p:nvGrpSpPr>
          <p:cNvPr id="378" name="object 378"/>
          <p:cNvGrpSpPr/>
          <p:nvPr/>
        </p:nvGrpSpPr>
        <p:grpSpPr>
          <a:xfrm>
            <a:off x="1600200" y="2209800"/>
            <a:ext cx="900430" cy="1447800"/>
            <a:chOff x="1600200" y="2209800"/>
            <a:chExt cx="900430" cy="1447800"/>
          </a:xfrm>
        </p:grpSpPr>
        <p:sp>
          <p:nvSpPr>
            <p:cNvPr id="379" name="object 379"/>
            <p:cNvSpPr/>
            <p:nvPr/>
          </p:nvSpPr>
          <p:spPr>
            <a:xfrm>
              <a:off x="1600187" y="2209799"/>
              <a:ext cx="901065" cy="102870"/>
            </a:xfrm>
            <a:custGeom>
              <a:avLst/>
              <a:gdLst/>
              <a:ahLst/>
              <a:cxnLst/>
              <a:rect l="l" t="t" r="r" b="b"/>
              <a:pathLst>
                <a:path w="901064" h="102869">
                  <a:moveTo>
                    <a:pt x="900442" y="0"/>
                  </a:moveTo>
                  <a:lnTo>
                    <a:pt x="12" y="0"/>
                  </a:lnTo>
                  <a:lnTo>
                    <a:pt x="0" y="50800"/>
                  </a:lnTo>
                  <a:lnTo>
                    <a:pt x="0" y="102870"/>
                  </a:lnTo>
                  <a:lnTo>
                    <a:pt x="900442" y="102870"/>
                  </a:lnTo>
                  <a:lnTo>
                    <a:pt x="900442" y="50800"/>
                  </a:lnTo>
                  <a:lnTo>
                    <a:pt x="900442" y="0"/>
                  </a:lnTo>
                  <a:close/>
                </a:path>
              </a:pathLst>
            </a:custGeom>
            <a:solidFill>
              <a:srgbClr val="001600"/>
            </a:solidFill>
          </p:spPr>
          <p:txBody>
            <a:bodyPr wrap="square" lIns="0" tIns="0" rIns="0" bIns="0" rtlCol="0"/>
            <a:lstStyle/>
            <a:p/>
          </p:txBody>
        </p:sp>
        <p:sp>
          <p:nvSpPr>
            <p:cNvPr id="380" name="object 380"/>
            <p:cNvSpPr/>
            <p:nvPr/>
          </p:nvSpPr>
          <p:spPr>
            <a:xfrm>
              <a:off x="1600200" y="2312670"/>
              <a:ext cx="900430" cy="52069"/>
            </a:xfrm>
            <a:custGeom>
              <a:avLst/>
              <a:gdLst/>
              <a:ahLst/>
              <a:cxnLst/>
              <a:rect l="l" t="t" r="r" b="b"/>
              <a:pathLst>
                <a:path w="900430" h="52069">
                  <a:moveTo>
                    <a:pt x="0" y="52069"/>
                  </a:moveTo>
                  <a:lnTo>
                    <a:pt x="0" y="0"/>
                  </a:lnTo>
                  <a:lnTo>
                    <a:pt x="900430" y="0"/>
                  </a:lnTo>
                  <a:lnTo>
                    <a:pt x="900430" y="52069"/>
                  </a:lnTo>
                  <a:lnTo>
                    <a:pt x="0" y="52069"/>
                  </a:lnTo>
                  <a:close/>
                </a:path>
              </a:pathLst>
            </a:custGeom>
            <a:solidFill>
              <a:srgbClr val="001700"/>
            </a:solidFill>
          </p:spPr>
          <p:txBody>
            <a:bodyPr wrap="square" lIns="0" tIns="0" rIns="0" bIns="0" rtlCol="0"/>
            <a:lstStyle/>
            <a:p/>
          </p:txBody>
        </p:sp>
        <p:sp>
          <p:nvSpPr>
            <p:cNvPr id="381" name="object 381"/>
            <p:cNvSpPr/>
            <p:nvPr/>
          </p:nvSpPr>
          <p:spPr>
            <a:xfrm>
              <a:off x="1600200" y="2364739"/>
              <a:ext cx="900430" cy="50800"/>
            </a:xfrm>
            <a:custGeom>
              <a:avLst/>
              <a:gdLst/>
              <a:ahLst/>
              <a:cxnLst/>
              <a:rect l="l" t="t" r="r" b="b"/>
              <a:pathLst>
                <a:path w="900430" h="50800">
                  <a:moveTo>
                    <a:pt x="0" y="50800"/>
                  </a:moveTo>
                  <a:lnTo>
                    <a:pt x="0" y="0"/>
                  </a:lnTo>
                  <a:lnTo>
                    <a:pt x="900430" y="0"/>
                  </a:lnTo>
                  <a:lnTo>
                    <a:pt x="900430" y="50800"/>
                  </a:lnTo>
                  <a:lnTo>
                    <a:pt x="0" y="50800"/>
                  </a:lnTo>
                  <a:close/>
                </a:path>
              </a:pathLst>
            </a:custGeom>
            <a:solidFill>
              <a:srgbClr val="001800"/>
            </a:solidFill>
          </p:spPr>
          <p:txBody>
            <a:bodyPr wrap="square" lIns="0" tIns="0" rIns="0" bIns="0" rtlCol="0"/>
            <a:lstStyle/>
            <a:p/>
          </p:txBody>
        </p:sp>
        <p:sp>
          <p:nvSpPr>
            <p:cNvPr id="382" name="object 382"/>
            <p:cNvSpPr/>
            <p:nvPr/>
          </p:nvSpPr>
          <p:spPr>
            <a:xfrm>
              <a:off x="1600200" y="2415540"/>
              <a:ext cx="900430" cy="52069"/>
            </a:xfrm>
            <a:custGeom>
              <a:avLst/>
              <a:gdLst/>
              <a:ahLst/>
              <a:cxnLst/>
              <a:rect l="l" t="t" r="r" b="b"/>
              <a:pathLst>
                <a:path w="900430" h="52069">
                  <a:moveTo>
                    <a:pt x="0" y="52070"/>
                  </a:moveTo>
                  <a:lnTo>
                    <a:pt x="0" y="0"/>
                  </a:lnTo>
                  <a:lnTo>
                    <a:pt x="900430" y="0"/>
                  </a:lnTo>
                  <a:lnTo>
                    <a:pt x="900430" y="52070"/>
                  </a:lnTo>
                  <a:lnTo>
                    <a:pt x="0" y="52070"/>
                  </a:lnTo>
                  <a:close/>
                </a:path>
              </a:pathLst>
            </a:custGeom>
            <a:solidFill>
              <a:srgbClr val="001900"/>
            </a:solidFill>
          </p:spPr>
          <p:txBody>
            <a:bodyPr wrap="square" lIns="0" tIns="0" rIns="0" bIns="0" rtlCol="0"/>
            <a:lstStyle/>
            <a:p/>
          </p:txBody>
        </p:sp>
        <p:sp>
          <p:nvSpPr>
            <p:cNvPr id="383" name="object 383"/>
            <p:cNvSpPr/>
            <p:nvPr/>
          </p:nvSpPr>
          <p:spPr>
            <a:xfrm>
              <a:off x="1600200" y="2467609"/>
              <a:ext cx="900430" cy="52069"/>
            </a:xfrm>
            <a:custGeom>
              <a:avLst/>
              <a:gdLst/>
              <a:ahLst/>
              <a:cxnLst/>
              <a:rect l="l" t="t" r="r" b="b"/>
              <a:pathLst>
                <a:path w="900430" h="52069">
                  <a:moveTo>
                    <a:pt x="0" y="52069"/>
                  </a:moveTo>
                  <a:lnTo>
                    <a:pt x="0" y="0"/>
                  </a:lnTo>
                  <a:lnTo>
                    <a:pt x="900430" y="0"/>
                  </a:lnTo>
                  <a:lnTo>
                    <a:pt x="900430" y="52069"/>
                  </a:lnTo>
                  <a:lnTo>
                    <a:pt x="0" y="52069"/>
                  </a:lnTo>
                  <a:close/>
                </a:path>
              </a:pathLst>
            </a:custGeom>
            <a:solidFill>
              <a:srgbClr val="001A00"/>
            </a:solidFill>
          </p:spPr>
          <p:txBody>
            <a:bodyPr wrap="square" lIns="0" tIns="0" rIns="0" bIns="0" rtlCol="0"/>
            <a:lstStyle/>
            <a:p/>
          </p:txBody>
        </p:sp>
        <p:sp>
          <p:nvSpPr>
            <p:cNvPr id="384" name="object 384"/>
            <p:cNvSpPr/>
            <p:nvPr/>
          </p:nvSpPr>
          <p:spPr>
            <a:xfrm>
              <a:off x="1600200" y="2519679"/>
              <a:ext cx="900430" cy="52069"/>
            </a:xfrm>
            <a:custGeom>
              <a:avLst/>
              <a:gdLst/>
              <a:ahLst/>
              <a:cxnLst/>
              <a:rect l="l" t="t" r="r" b="b"/>
              <a:pathLst>
                <a:path w="900430" h="52069">
                  <a:moveTo>
                    <a:pt x="0" y="52070"/>
                  </a:moveTo>
                  <a:lnTo>
                    <a:pt x="0" y="0"/>
                  </a:lnTo>
                  <a:lnTo>
                    <a:pt x="900430" y="0"/>
                  </a:lnTo>
                  <a:lnTo>
                    <a:pt x="900430" y="52070"/>
                  </a:lnTo>
                  <a:lnTo>
                    <a:pt x="0" y="52070"/>
                  </a:lnTo>
                  <a:close/>
                </a:path>
              </a:pathLst>
            </a:custGeom>
            <a:solidFill>
              <a:srgbClr val="001B00"/>
            </a:solidFill>
          </p:spPr>
          <p:txBody>
            <a:bodyPr wrap="square" lIns="0" tIns="0" rIns="0" bIns="0" rtlCol="0"/>
            <a:lstStyle/>
            <a:p/>
          </p:txBody>
        </p:sp>
        <p:sp>
          <p:nvSpPr>
            <p:cNvPr id="385" name="object 385"/>
            <p:cNvSpPr/>
            <p:nvPr/>
          </p:nvSpPr>
          <p:spPr>
            <a:xfrm>
              <a:off x="1600200" y="2571750"/>
              <a:ext cx="900430" cy="50800"/>
            </a:xfrm>
            <a:custGeom>
              <a:avLst/>
              <a:gdLst/>
              <a:ahLst/>
              <a:cxnLst/>
              <a:rect l="l" t="t" r="r" b="b"/>
              <a:pathLst>
                <a:path w="900430" h="50800">
                  <a:moveTo>
                    <a:pt x="0" y="50800"/>
                  </a:moveTo>
                  <a:lnTo>
                    <a:pt x="0" y="0"/>
                  </a:lnTo>
                  <a:lnTo>
                    <a:pt x="900430" y="0"/>
                  </a:lnTo>
                  <a:lnTo>
                    <a:pt x="900430" y="50800"/>
                  </a:lnTo>
                  <a:lnTo>
                    <a:pt x="0" y="50800"/>
                  </a:lnTo>
                  <a:close/>
                </a:path>
              </a:pathLst>
            </a:custGeom>
            <a:solidFill>
              <a:srgbClr val="001C00"/>
            </a:solidFill>
          </p:spPr>
          <p:txBody>
            <a:bodyPr wrap="square" lIns="0" tIns="0" rIns="0" bIns="0" rtlCol="0"/>
            <a:lstStyle/>
            <a:p/>
          </p:txBody>
        </p:sp>
        <p:sp>
          <p:nvSpPr>
            <p:cNvPr id="386" name="object 386"/>
            <p:cNvSpPr/>
            <p:nvPr/>
          </p:nvSpPr>
          <p:spPr>
            <a:xfrm>
              <a:off x="1600200" y="2622549"/>
              <a:ext cx="900430" cy="52069"/>
            </a:xfrm>
            <a:custGeom>
              <a:avLst/>
              <a:gdLst/>
              <a:ahLst/>
              <a:cxnLst/>
              <a:rect l="l" t="t" r="r" b="b"/>
              <a:pathLst>
                <a:path w="900430" h="52069">
                  <a:moveTo>
                    <a:pt x="900430" y="0"/>
                  </a:moveTo>
                  <a:lnTo>
                    <a:pt x="0" y="0"/>
                  </a:lnTo>
                  <a:lnTo>
                    <a:pt x="0" y="3810"/>
                  </a:lnTo>
                  <a:lnTo>
                    <a:pt x="0" y="5080"/>
                  </a:lnTo>
                  <a:lnTo>
                    <a:pt x="280670" y="5080"/>
                  </a:lnTo>
                  <a:lnTo>
                    <a:pt x="280670" y="52070"/>
                  </a:lnTo>
                  <a:lnTo>
                    <a:pt x="619760" y="52070"/>
                  </a:lnTo>
                  <a:lnTo>
                    <a:pt x="619760" y="5080"/>
                  </a:lnTo>
                  <a:lnTo>
                    <a:pt x="619760" y="3810"/>
                  </a:lnTo>
                  <a:lnTo>
                    <a:pt x="900430" y="3810"/>
                  </a:lnTo>
                  <a:lnTo>
                    <a:pt x="900430" y="0"/>
                  </a:lnTo>
                  <a:close/>
                </a:path>
              </a:pathLst>
            </a:custGeom>
            <a:solidFill>
              <a:srgbClr val="001D00"/>
            </a:solidFill>
          </p:spPr>
          <p:txBody>
            <a:bodyPr wrap="square" lIns="0" tIns="0" rIns="0" bIns="0" rtlCol="0"/>
            <a:lstStyle/>
            <a:p/>
          </p:txBody>
        </p:sp>
        <p:sp>
          <p:nvSpPr>
            <p:cNvPr id="387" name="object 387"/>
            <p:cNvSpPr/>
            <p:nvPr/>
          </p:nvSpPr>
          <p:spPr>
            <a:xfrm>
              <a:off x="1880870" y="2674619"/>
              <a:ext cx="339090" cy="52069"/>
            </a:xfrm>
            <a:custGeom>
              <a:avLst/>
              <a:gdLst/>
              <a:ahLst/>
              <a:cxnLst/>
              <a:rect l="l" t="t" r="r" b="b"/>
              <a:pathLst>
                <a:path w="339089" h="52069">
                  <a:moveTo>
                    <a:pt x="0" y="52069"/>
                  </a:moveTo>
                  <a:lnTo>
                    <a:pt x="0" y="0"/>
                  </a:lnTo>
                  <a:lnTo>
                    <a:pt x="339090" y="0"/>
                  </a:lnTo>
                  <a:lnTo>
                    <a:pt x="339090" y="52069"/>
                  </a:lnTo>
                  <a:lnTo>
                    <a:pt x="0" y="52069"/>
                  </a:lnTo>
                  <a:close/>
                </a:path>
              </a:pathLst>
            </a:custGeom>
            <a:solidFill>
              <a:srgbClr val="001E00"/>
            </a:solidFill>
          </p:spPr>
          <p:txBody>
            <a:bodyPr wrap="square" lIns="0" tIns="0" rIns="0" bIns="0" rtlCol="0"/>
            <a:lstStyle/>
            <a:p/>
          </p:txBody>
        </p:sp>
        <p:sp>
          <p:nvSpPr>
            <p:cNvPr id="388" name="object 388"/>
            <p:cNvSpPr/>
            <p:nvPr/>
          </p:nvSpPr>
          <p:spPr>
            <a:xfrm>
              <a:off x="1880870" y="2726690"/>
              <a:ext cx="339090" cy="50800"/>
            </a:xfrm>
            <a:custGeom>
              <a:avLst/>
              <a:gdLst/>
              <a:ahLst/>
              <a:cxnLst/>
              <a:rect l="l" t="t" r="r" b="b"/>
              <a:pathLst>
                <a:path w="339089" h="50800">
                  <a:moveTo>
                    <a:pt x="0" y="50800"/>
                  </a:moveTo>
                  <a:lnTo>
                    <a:pt x="0" y="0"/>
                  </a:lnTo>
                  <a:lnTo>
                    <a:pt x="339090" y="0"/>
                  </a:lnTo>
                  <a:lnTo>
                    <a:pt x="339090" y="50800"/>
                  </a:lnTo>
                  <a:lnTo>
                    <a:pt x="0" y="50800"/>
                  </a:lnTo>
                  <a:close/>
                </a:path>
              </a:pathLst>
            </a:custGeom>
            <a:solidFill>
              <a:srgbClr val="001F00"/>
            </a:solidFill>
          </p:spPr>
          <p:txBody>
            <a:bodyPr wrap="square" lIns="0" tIns="0" rIns="0" bIns="0" rtlCol="0"/>
            <a:lstStyle/>
            <a:p/>
          </p:txBody>
        </p:sp>
        <p:sp>
          <p:nvSpPr>
            <p:cNvPr id="389" name="object 389"/>
            <p:cNvSpPr/>
            <p:nvPr/>
          </p:nvSpPr>
          <p:spPr>
            <a:xfrm>
              <a:off x="1880870" y="2777490"/>
              <a:ext cx="339090" cy="52069"/>
            </a:xfrm>
            <a:custGeom>
              <a:avLst/>
              <a:gdLst/>
              <a:ahLst/>
              <a:cxnLst/>
              <a:rect l="l" t="t" r="r" b="b"/>
              <a:pathLst>
                <a:path w="339089" h="52069">
                  <a:moveTo>
                    <a:pt x="0" y="52070"/>
                  </a:moveTo>
                  <a:lnTo>
                    <a:pt x="0" y="0"/>
                  </a:lnTo>
                  <a:lnTo>
                    <a:pt x="339090" y="0"/>
                  </a:lnTo>
                  <a:lnTo>
                    <a:pt x="339090" y="52070"/>
                  </a:lnTo>
                  <a:lnTo>
                    <a:pt x="0" y="52070"/>
                  </a:lnTo>
                  <a:close/>
                </a:path>
              </a:pathLst>
            </a:custGeom>
            <a:solidFill>
              <a:srgbClr val="002000"/>
            </a:solidFill>
          </p:spPr>
          <p:txBody>
            <a:bodyPr wrap="square" lIns="0" tIns="0" rIns="0" bIns="0" rtlCol="0"/>
            <a:lstStyle/>
            <a:p/>
          </p:txBody>
        </p:sp>
        <p:sp>
          <p:nvSpPr>
            <p:cNvPr id="390" name="object 390"/>
            <p:cNvSpPr/>
            <p:nvPr/>
          </p:nvSpPr>
          <p:spPr>
            <a:xfrm>
              <a:off x="1880870" y="2829559"/>
              <a:ext cx="339090" cy="52069"/>
            </a:xfrm>
            <a:custGeom>
              <a:avLst/>
              <a:gdLst/>
              <a:ahLst/>
              <a:cxnLst/>
              <a:rect l="l" t="t" r="r" b="b"/>
              <a:pathLst>
                <a:path w="339089" h="52069">
                  <a:moveTo>
                    <a:pt x="0" y="52069"/>
                  </a:moveTo>
                  <a:lnTo>
                    <a:pt x="0" y="0"/>
                  </a:lnTo>
                  <a:lnTo>
                    <a:pt x="339090" y="0"/>
                  </a:lnTo>
                  <a:lnTo>
                    <a:pt x="339090" y="52069"/>
                  </a:lnTo>
                  <a:lnTo>
                    <a:pt x="0" y="52069"/>
                  </a:lnTo>
                  <a:close/>
                </a:path>
              </a:pathLst>
            </a:custGeom>
            <a:solidFill>
              <a:srgbClr val="002100"/>
            </a:solidFill>
          </p:spPr>
          <p:txBody>
            <a:bodyPr wrap="square" lIns="0" tIns="0" rIns="0" bIns="0" rtlCol="0"/>
            <a:lstStyle/>
            <a:p/>
          </p:txBody>
        </p:sp>
        <p:sp>
          <p:nvSpPr>
            <p:cNvPr id="391" name="object 391"/>
            <p:cNvSpPr/>
            <p:nvPr/>
          </p:nvSpPr>
          <p:spPr>
            <a:xfrm>
              <a:off x="1880870" y="2881630"/>
              <a:ext cx="339090" cy="52069"/>
            </a:xfrm>
            <a:custGeom>
              <a:avLst/>
              <a:gdLst/>
              <a:ahLst/>
              <a:cxnLst/>
              <a:rect l="l" t="t" r="r" b="b"/>
              <a:pathLst>
                <a:path w="339089" h="52069">
                  <a:moveTo>
                    <a:pt x="0" y="52070"/>
                  </a:moveTo>
                  <a:lnTo>
                    <a:pt x="0" y="0"/>
                  </a:lnTo>
                  <a:lnTo>
                    <a:pt x="339090" y="0"/>
                  </a:lnTo>
                  <a:lnTo>
                    <a:pt x="339090" y="52070"/>
                  </a:lnTo>
                  <a:lnTo>
                    <a:pt x="0" y="52070"/>
                  </a:lnTo>
                  <a:close/>
                </a:path>
              </a:pathLst>
            </a:custGeom>
            <a:solidFill>
              <a:srgbClr val="002200"/>
            </a:solidFill>
          </p:spPr>
          <p:txBody>
            <a:bodyPr wrap="square" lIns="0" tIns="0" rIns="0" bIns="0" rtlCol="0"/>
            <a:lstStyle/>
            <a:p/>
          </p:txBody>
        </p:sp>
        <p:sp>
          <p:nvSpPr>
            <p:cNvPr id="392" name="object 392"/>
            <p:cNvSpPr/>
            <p:nvPr/>
          </p:nvSpPr>
          <p:spPr>
            <a:xfrm>
              <a:off x="1880870" y="2933700"/>
              <a:ext cx="339090" cy="50800"/>
            </a:xfrm>
            <a:custGeom>
              <a:avLst/>
              <a:gdLst/>
              <a:ahLst/>
              <a:cxnLst/>
              <a:rect l="l" t="t" r="r" b="b"/>
              <a:pathLst>
                <a:path w="339089" h="50800">
                  <a:moveTo>
                    <a:pt x="0" y="50800"/>
                  </a:moveTo>
                  <a:lnTo>
                    <a:pt x="0" y="0"/>
                  </a:lnTo>
                  <a:lnTo>
                    <a:pt x="339090" y="0"/>
                  </a:lnTo>
                  <a:lnTo>
                    <a:pt x="339090" y="50800"/>
                  </a:lnTo>
                  <a:lnTo>
                    <a:pt x="0" y="50800"/>
                  </a:lnTo>
                  <a:close/>
                </a:path>
              </a:pathLst>
            </a:custGeom>
            <a:solidFill>
              <a:srgbClr val="002300"/>
            </a:solidFill>
          </p:spPr>
          <p:txBody>
            <a:bodyPr wrap="square" lIns="0" tIns="0" rIns="0" bIns="0" rtlCol="0"/>
            <a:lstStyle/>
            <a:p/>
          </p:txBody>
        </p:sp>
        <p:sp>
          <p:nvSpPr>
            <p:cNvPr id="393" name="object 393"/>
            <p:cNvSpPr/>
            <p:nvPr/>
          </p:nvSpPr>
          <p:spPr>
            <a:xfrm>
              <a:off x="1880870" y="2984500"/>
              <a:ext cx="339090" cy="52069"/>
            </a:xfrm>
            <a:custGeom>
              <a:avLst/>
              <a:gdLst/>
              <a:ahLst/>
              <a:cxnLst/>
              <a:rect l="l" t="t" r="r" b="b"/>
              <a:pathLst>
                <a:path w="339089" h="52069">
                  <a:moveTo>
                    <a:pt x="0" y="52070"/>
                  </a:moveTo>
                  <a:lnTo>
                    <a:pt x="0" y="0"/>
                  </a:lnTo>
                  <a:lnTo>
                    <a:pt x="339090" y="0"/>
                  </a:lnTo>
                  <a:lnTo>
                    <a:pt x="339090" y="52070"/>
                  </a:lnTo>
                  <a:lnTo>
                    <a:pt x="0" y="52070"/>
                  </a:lnTo>
                  <a:close/>
                </a:path>
              </a:pathLst>
            </a:custGeom>
            <a:solidFill>
              <a:srgbClr val="002400"/>
            </a:solidFill>
          </p:spPr>
          <p:txBody>
            <a:bodyPr wrap="square" lIns="0" tIns="0" rIns="0" bIns="0" rtlCol="0"/>
            <a:lstStyle/>
            <a:p/>
          </p:txBody>
        </p:sp>
        <p:sp>
          <p:nvSpPr>
            <p:cNvPr id="394" name="object 394"/>
            <p:cNvSpPr/>
            <p:nvPr/>
          </p:nvSpPr>
          <p:spPr>
            <a:xfrm>
              <a:off x="1880870" y="3036569"/>
              <a:ext cx="339090" cy="52069"/>
            </a:xfrm>
            <a:custGeom>
              <a:avLst/>
              <a:gdLst/>
              <a:ahLst/>
              <a:cxnLst/>
              <a:rect l="l" t="t" r="r" b="b"/>
              <a:pathLst>
                <a:path w="339089" h="52069">
                  <a:moveTo>
                    <a:pt x="0" y="52069"/>
                  </a:moveTo>
                  <a:lnTo>
                    <a:pt x="0" y="0"/>
                  </a:lnTo>
                  <a:lnTo>
                    <a:pt x="339090" y="0"/>
                  </a:lnTo>
                  <a:lnTo>
                    <a:pt x="339090" y="52069"/>
                  </a:lnTo>
                  <a:lnTo>
                    <a:pt x="0" y="52069"/>
                  </a:lnTo>
                  <a:close/>
                </a:path>
              </a:pathLst>
            </a:custGeom>
            <a:solidFill>
              <a:srgbClr val="002500"/>
            </a:solidFill>
          </p:spPr>
          <p:txBody>
            <a:bodyPr wrap="square" lIns="0" tIns="0" rIns="0" bIns="0" rtlCol="0"/>
            <a:lstStyle/>
            <a:p/>
          </p:txBody>
        </p:sp>
        <p:sp>
          <p:nvSpPr>
            <p:cNvPr id="395" name="object 395"/>
            <p:cNvSpPr/>
            <p:nvPr/>
          </p:nvSpPr>
          <p:spPr>
            <a:xfrm>
              <a:off x="1880870" y="3088639"/>
              <a:ext cx="339090" cy="52069"/>
            </a:xfrm>
            <a:custGeom>
              <a:avLst/>
              <a:gdLst/>
              <a:ahLst/>
              <a:cxnLst/>
              <a:rect l="l" t="t" r="r" b="b"/>
              <a:pathLst>
                <a:path w="339089" h="52069">
                  <a:moveTo>
                    <a:pt x="0" y="52070"/>
                  </a:moveTo>
                  <a:lnTo>
                    <a:pt x="0" y="0"/>
                  </a:lnTo>
                  <a:lnTo>
                    <a:pt x="339090" y="0"/>
                  </a:lnTo>
                  <a:lnTo>
                    <a:pt x="339090" y="52070"/>
                  </a:lnTo>
                  <a:lnTo>
                    <a:pt x="0" y="52070"/>
                  </a:lnTo>
                  <a:close/>
                </a:path>
              </a:pathLst>
            </a:custGeom>
            <a:solidFill>
              <a:srgbClr val="002600"/>
            </a:solidFill>
          </p:spPr>
          <p:txBody>
            <a:bodyPr wrap="square" lIns="0" tIns="0" rIns="0" bIns="0" rtlCol="0"/>
            <a:lstStyle/>
            <a:p/>
          </p:txBody>
        </p:sp>
        <p:sp>
          <p:nvSpPr>
            <p:cNvPr id="396" name="object 396"/>
            <p:cNvSpPr/>
            <p:nvPr/>
          </p:nvSpPr>
          <p:spPr>
            <a:xfrm>
              <a:off x="1880870" y="3140710"/>
              <a:ext cx="339090" cy="50800"/>
            </a:xfrm>
            <a:custGeom>
              <a:avLst/>
              <a:gdLst/>
              <a:ahLst/>
              <a:cxnLst/>
              <a:rect l="l" t="t" r="r" b="b"/>
              <a:pathLst>
                <a:path w="339089" h="50800">
                  <a:moveTo>
                    <a:pt x="0" y="50800"/>
                  </a:moveTo>
                  <a:lnTo>
                    <a:pt x="0" y="0"/>
                  </a:lnTo>
                  <a:lnTo>
                    <a:pt x="339090" y="0"/>
                  </a:lnTo>
                  <a:lnTo>
                    <a:pt x="339090" y="50800"/>
                  </a:lnTo>
                  <a:lnTo>
                    <a:pt x="0" y="50800"/>
                  </a:lnTo>
                  <a:close/>
                </a:path>
              </a:pathLst>
            </a:custGeom>
            <a:solidFill>
              <a:srgbClr val="002700"/>
            </a:solidFill>
          </p:spPr>
          <p:txBody>
            <a:bodyPr wrap="square" lIns="0" tIns="0" rIns="0" bIns="0" rtlCol="0"/>
            <a:lstStyle/>
            <a:p/>
          </p:txBody>
        </p:sp>
        <p:sp>
          <p:nvSpPr>
            <p:cNvPr id="397" name="object 397"/>
            <p:cNvSpPr/>
            <p:nvPr/>
          </p:nvSpPr>
          <p:spPr>
            <a:xfrm>
              <a:off x="1880870" y="3191510"/>
              <a:ext cx="339090" cy="52069"/>
            </a:xfrm>
            <a:custGeom>
              <a:avLst/>
              <a:gdLst/>
              <a:ahLst/>
              <a:cxnLst/>
              <a:rect l="l" t="t" r="r" b="b"/>
              <a:pathLst>
                <a:path w="339089" h="52069">
                  <a:moveTo>
                    <a:pt x="0" y="52069"/>
                  </a:moveTo>
                  <a:lnTo>
                    <a:pt x="0" y="0"/>
                  </a:lnTo>
                  <a:lnTo>
                    <a:pt x="339090" y="0"/>
                  </a:lnTo>
                  <a:lnTo>
                    <a:pt x="339089" y="52069"/>
                  </a:lnTo>
                  <a:lnTo>
                    <a:pt x="0" y="52069"/>
                  </a:lnTo>
                  <a:close/>
                </a:path>
              </a:pathLst>
            </a:custGeom>
            <a:solidFill>
              <a:srgbClr val="002800"/>
            </a:solidFill>
          </p:spPr>
          <p:txBody>
            <a:bodyPr wrap="square" lIns="0" tIns="0" rIns="0" bIns="0" rtlCol="0"/>
            <a:lstStyle/>
            <a:p/>
          </p:txBody>
        </p:sp>
        <p:sp>
          <p:nvSpPr>
            <p:cNvPr id="398" name="object 398"/>
            <p:cNvSpPr/>
            <p:nvPr/>
          </p:nvSpPr>
          <p:spPr>
            <a:xfrm>
              <a:off x="1880870" y="3243580"/>
              <a:ext cx="339090" cy="52069"/>
            </a:xfrm>
            <a:custGeom>
              <a:avLst/>
              <a:gdLst/>
              <a:ahLst/>
              <a:cxnLst/>
              <a:rect l="l" t="t" r="r" b="b"/>
              <a:pathLst>
                <a:path w="339089" h="52070">
                  <a:moveTo>
                    <a:pt x="0" y="52070"/>
                  </a:moveTo>
                  <a:lnTo>
                    <a:pt x="0" y="0"/>
                  </a:lnTo>
                  <a:lnTo>
                    <a:pt x="339090" y="0"/>
                  </a:lnTo>
                  <a:lnTo>
                    <a:pt x="339089" y="52070"/>
                  </a:lnTo>
                  <a:lnTo>
                    <a:pt x="0" y="52070"/>
                  </a:lnTo>
                  <a:close/>
                </a:path>
              </a:pathLst>
            </a:custGeom>
            <a:solidFill>
              <a:srgbClr val="002900"/>
            </a:solidFill>
          </p:spPr>
          <p:txBody>
            <a:bodyPr wrap="square" lIns="0" tIns="0" rIns="0" bIns="0" rtlCol="0"/>
            <a:lstStyle/>
            <a:p/>
          </p:txBody>
        </p:sp>
        <p:sp>
          <p:nvSpPr>
            <p:cNvPr id="399" name="object 399"/>
            <p:cNvSpPr/>
            <p:nvPr/>
          </p:nvSpPr>
          <p:spPr>
            <a:xfrm>
              <a:off x="1880870" y="3295650"/>
              <a:ext cx="339090" cy="52069"/>
            </a:xfrm>
            <a:custGeom>
              <a:avLst/>
              <a:gdLst/>
              <a:ahLst/>
              <a:cxnLst/>
              <a:rect l="l" t="t" r="r" b="b"/>
              <a:pathLst>
                <a:path w="339089" h="52070">
                  <a:moveTo>
                    <a:pt x="0" y="52070"/>
                  </a:moveTo>
                  <a:lnTo>
                    <a:pt x="0" y="0"/>
                  </a:lnTo>
                  <a:lnTo>
                    <a:pt x="339090" y="0"/>
                  </a:lnTo>
                  <a:lnTo>
                    <a:pt x="339089" y="52070"/>
                  </a:lnTo>
                  <a:lnTo>
                    <a:pt x="0" y="52070"/>
                  </a:lnTo>
                  <a:close/>
                </a:path>
              </a:pathLst>
            </a:custGeom>
            <a:solidFill>
              <a:srgbClr val="002A00"/>
            </a:solidFill>
          </p:spPr>
          <p:txBody>
            <a:bodyPr wrap="square" lIns="0" tIns="0" rIns="0" bIns="0" rtlCol="0"/>
            <a:lstStyle/>
            <a:p/>
          </p:txBody>
        </p:sp>
        <p:sp>
          <p:nvSpPr>
            <p:cNvPr id="400" name="object 400"/>
            <p:cNvSpPr/>
            <p:nvPr/>
          </p:nvSpPr>
          <p:spPr>
            <a:xfrm>
              <a:off x="1880870" y="3347719"/>
              <a:ext cx="339090" cy="50800"/>
            </a:xfrm>
            <a:custGeom>
              <a:avLst/>
              <a:gdLst/>
              <a:ahLst/>
              <a:cxnLst/>
              <a:rect l="l" t="t" r="r" b="b"/>
              <a:pathLst>
                <a:path w="339089" h="50800">
                  <a:moveTo>
                    <a:pt x="0" y="50800"/>
                  </a:moveTo>
                  <a:lnTo>
                    <a:pt x="0" y="0"/>
                  </a:lnTo>
                  <a:lnTo>
                    <a:pt x="339090" y="0"/>
                  </a:lnTo>
                  <a:lnTo>
                    <a:pt x="339089" y="50800"/>
                  </a:lnTo>
                  <a:lnTo>
                    <a:pt x="0" y="50800"/>
                  </a:lnTo>
                  <a:close/>
                </a:path>
              </a:pathLst>
            </a:custGeom>
            <a:solidFill>
              <a:srgbClr val="002B00"/>
            </a:solidFill>
          </p:spPr>
          <p:txBody>
            <a:bodyPr wrap="square" lIns="0" tIns="0" rIns="0" bIns="0" rtlCol="0"/>
            <a:lstStyle/>
            <a:p/>
          </p:txBody>
        </p:sp>
        <p:sp>
          <p:nvSpPr>
            <p:cNvPr id="401" name="object 401"/>
            <p:cNvSpPr/>
            <p:nvPr/>
          </p:nvSpPr>
          <p:spPr>
            <a:xfrm>
              <a:off x="1880870" y="3398519"/>
              <a:ext cx="339090" cy="52069"/>
            </a:xfrm>
            <a:custGeom>
              <a:avLst/>
              <a:gdLst/>
              <a:ahLst/>
              <a:cxnLst/>
              <a:rect l="l" t="t" r="r" b="b"/>
              <a:pathLst>
                <a:path w="339089" h="52070">
                  <a:moveTo>
                    <a:pt x="0" y="52069"/>
                  </a:moveTo>
                  <a:lnTo>
                    <a:pt x="0" y="0"/>
                  </a:lnTo>
                  <a:lnTo>
                    <a:pt x="339089" y="0"/>
                  </a:lnTo>
                  <a:lnTo>
                    <a:pt x="339089" y="52069"/>
                  </a:lnTo>
                  <a:lnTo>
                    <a:pt x="0" y="52069"/>
                  </a:lnTo>
                  <a:close/>
                </a:path>
              </a:pathLst>
            </a:custGeom>
            <a:solidFill>
              <a:srgbClr val="002C00"/>
            </a:solidFill>
          </p:spPr>
          <p:txBody>
            <a:bodyPr wrap="square" lIns="0" tIns="0" rIns="0" bIns="0" rtlCol="0"/>
            <a:lstStyle/>
            <a:p/>
          </p:txBody>
        </p:sp>
        <p:sp>
          <p:nvSpPr>
            <p:cNvPr id="402" name="object 402"/>
            <p:cNvSpPr/>
            <p:nvPr/>
          </p:nvSpPr>
          <p:spPr>
            <a:xfrm>
              <a:off x="1880870" y="3450589"/>
              <a:ext cx="339090" cy="52069"/>
            </a:xfrm>
            <a:custGeom>
              <a:avLst/>
              <a:gdLst/>
              <a:ahLst/>
              <a:cxnLst/>
              <a:rect l="l" t="t" r="r" b="b"/>
              <a:pathLst>
                <a:path w="339089" h="52070">
                  <a:moveTo>
                    <a:pt x="0" y="52070"/>
                  </a:moveTo>
                  <a:lnTo>
                    <a:pt x="0" y="0"/>
                  </a:lnTo>
                  <a:lnTo>
                    <a:pt x="339089" y="0"/>
                  </a:lnTo>
                  <a:lnTo>
                    <a:pt x="339089" y="52070"/>
                  </a:lnTo>
                  <a:lnTo>
                    <a:pt x="0" y="52070"/>
                  </a:lnTo>
                  <a:close/>
                </a:path>
              </a:pathLst>
            </a:custGeom>
            <a:solidFill>
              <a:srgbClr val="002D00"/>
            </a:solidFill>
          </p:spPr>
          <p:txBody>
            <a:bodyPr wrap="square" lIns="0" tIns="0" rIns="0" bIns="0" rtlCol="0"/>
            <a:lstStyle/>
            <a:p/>
          </p:txBody>
        </p:sp>
        <p:sp>
          <p:nvSpPr>
            <p:cNvPr id="403" name="object 403"/>
            <p:cNvSpPr/>
            <p:nvPr/>
          </p:nvSpPr>
          <p:spPr>
            <a:xfrm>
              <a:off x="1880870" y="3502660"/>
              <a:ext cx="339090" cy="52069"/>
            </a:xfrm>
            <a:custGeom>
              <a:avLst/>
              <a:gdLst/>
              <a:ahLst/>
              <a:cxnLst/>
              <a:rect l="l" t="t" r="r" b="b"/>
              <a:pathLst>
                <a:path w="339089" h="52070">
                  <a:moveTo>
                    <a:pt x="0" y="52069"/>
                  </a:moveTo>
                  <a:lnTo>
                    <a:pt x="0" y="0"/>
                  </a:lnTo>
                  <a:lnTo>
                    <a:pt x="339089" y="0"/>
                  </a:lnTo>
                  <a:lnTo>
                    <a:pt x="339089" y="52069"/>
                  </a:lnTo>
                  <a:lnTo>
                    <a:pt x="0" y="52069"/>
                  </a:lnTo>
                  <a:close/>
                </a:path>
              </a:pathLst>
            </a:custGeom>
            <a:solidFill>
              <a:srgbClr val="002E00"/>
            </a:solidFill>
          </p:spPr>
          <p:txBody>
            <a:bodyPr wrap="square" lIns="0" tIns="0" rIns="0" bIns="0" rtlCol="0"/>
            <a:lstStyle/>
            <a:p/>
          </p:txBody>
        </p:sp>
        <p:sp>
          <p:nvSpPr>
            <p:cNvPr id="404" name="object 404"/>
            <p:cNvSpPr/>
            <p:nvPr/>
          </p:nvSpPr>
          <p:spPr>
            <a:xfrm>
              <a:off x="1880870" y="3554730"/>
              <a:ext cx="339090" cy="50800"/>
            </a:xfrm>
            <a:custGeom>
              <a:avLst/>
              <a:gdLst/>
              <a:ahLst/>
              <a:cxnLst/>
              <a:rect l="l" t="t" r="r" b="b"/>
              <a:pathLst>
                <a:path w="339089" h="50800">
                  <a:moveTo>
                    <a:pt x="0" y="50800"/>
                  </a:moveTo>
                  <a:lnTo>
                    <a:pt x="0" y="0"/>
                  </a:lnTo>
                  <a:lnTo>
                    <a:pt x="339089" y="0"/>
                  </a:lnTo>
                  <a:lnTo>
                    <a:pt x="339089" y="50800"/>
                  </a:lnTo>
                  <a:lnTo>
                    <a:pt x="0" y="50800"/>
                  </a:lnTo>
                  <a:close/>
                </a:path>
              </a:pathLst>
            </a:custGeom>
            <a:solidFill>
              <a:srgbClr val="002F00"/>
            </a:solidFill>
          </p:spPr>
          <p:txBody>
            <a:bodyPr wrap="square" lIns="0" tIns="0" rIns="0" bIns="0" rtlCol="0"/>
            <a:lstStyle/>
            <a:p/>
          </p:txBody>
        </p:sp>
        <p:sp>
          <p:nvSpPr>
            <p:cNvPr id="405" name="object 405"/>
            <p:cNvSpPr/>
            <p:nvPr/>
          </p:nvSpPr>
          <p:spPr>
            <a:xfrm>
              <a:off x="1880870" y="3605530"/>
              <a:ext cx="339090" cy="52069"/>
            </a:xfrm>
            <a:custGeom>
              <a:avLst/>
              <a:gdLst/>
              <a:ahLst/>
              <a:cxnLst/>
              <a:rect l="l" t="t" r="r" b="b"/>
              <a:pathLst>
                <a:path w="339089" h="52070">
                  <a:moveTo>
                    <a:pt x="0" y="52070"/>
                  </a:moveTo>
                  <a:lnTo>
                    <a:pt x="0" y="0"/>
                  </a:lnTo>
                  <a:lnTo>
                    <a:pt x="339089" y="0"/>
                  </a:lnTo>
                  <a:lnTo>
                    <a:pt x="339089" y="52070"/>
                  </a:lnTo>
                  <a:lnTo>
                    <a:pt x="0" y="52070"/>
                  </a:lnTo>
                  <a:close/>
                </a:path>
              </a:pathLst>
            </a:custGeom>
            <a:solidFill>
              <a:srgbClr val="003000"/>
            </a:solidFill>
          </p:spPr>
          <p:txBody>
            <a:bodyPr wrap="square" lIns="0" tIns="0" rIns="0" bIns="0" rtlCol="0"/>
            <a:lstStyle/>
            <a:p/>
          </p:txBody>
        </p:sp>
      </p:grpSp>
      <p:sp>
        <p:nvSpPr>
          <p:cNvPr id="406" name="object 406"/>
          <p:cNvSpPr/>
          <p:nvPr/>
        </p:nvSpPr>
        <p:spPr>
          <a:xfrm>
            <a:off x="2871470" y="2209800"/>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600"/>
          </a:solidFill>
        </p:spPr>
        <p:txBody>
          <a:bodyPr wrap="square" lIns="0" tIns="0" rIns="0" bIns="0" rtlCol="0"/>
          <a:lstStyle/>
          <a:p/>
        </p:txBody>
      </p:sp>
      <p:sp>
        <p:nvSpPr>
          <p:cNvPr id="407" name="object 407"/>
          <p:cNvSpPr/>
          <p:nvPr/>
        </p:nvSpPr>
        <p:spPr>
          <a:xfrm>
            <a:off x="3448050" y="2209800"/>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600"/>
          </a:solidFill>
        </p:spPr>
        <p:txBody>
          <a:bodyPr wrap="square" lIns="0" tIns="0" rIns="0" bIns="0" rtlCol="0"/>
          <a:lstStyle/>
          <a:p/>
        </p:txBody>
      </p:sp>
      <p:sp>
        <p:nvSpPr>
          <p:cNvPr id="408" name="object 408"/>
          <p:cNvSpPr/>
          <p:nvPr/>
        </p:nvSpPr>
        <p:spPr>
          <a:xfrm>
            <a:off x="2871470" y="2260600"/>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600"/>
          </a:solidFill>
        </p:spPr>
        <p:txBody>
          <a:bodyPr wrap="square" lIns="0" tIns="0" rIns="0" bIns="0" rtlCol="0"/>
          <a:lstStyle/>
          <a:p/>
        </p:txBody>
      </p:sp>
      <p:sp>
        <p:nvSpPr>
          <p:cNvPr id="409" name="object 409"/>
          <p:cNvSpPr/>
          <p:nvPr/>
        </p:nvSpPr>
        <p:spPr>
          <a:xfrm>
            <a:off x="3448050" y="2260600"/>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600"/>
          </a:solidFill>
        </p:spPr>
        <p:txBody>
          <a:bodyPr wrap="square" lIns="0" tIns="0" rIns="0" bIns="0" rtlCol="0"/>
          <a:lstStyle/>
          <a:p/>
        </p:txBody>
      </p:sp>
      <p:sp>
        <p:nvSpPr>
          <p:cNvPr id="410" name="object 410"/>
          <p:cNvSpPr/>
          <p:nvPr/>
        </p:nvSpPr>
        <p:spPr>
          <a:xfrm>
            <a:off x="2871470" y="2312670"/>
            <a:ext cx="339090" cy="52069"/>
          </a:xfrm>
          <a:custGeom>
            <a:avLst/>
            <a:gdLst/>
            <a:ahLst/>
            <a:cxnLst/>
            <a:rect l="l" t="t" r="r" b="b"/>
            <a:pathLst>
              <a:path w="339089" h="52069">
                <a:moveTo>
                  <a:pt x="339089" y="0"/>
                </a:moveTo>
                <a:lnTo>
                  <a:pt x="0" y="0"/>
                </a:lnTo>
                <a:lnTo>
                  <a:pt x="0" y="52069"/>
                </a:lnTo>
                <a:lnTo>
                  <a:pt x="339089" y="52069"/>
                </a:lnTo>
                <a:lnTo>
                  <a:pt x="339089" y="0"/>
                </a:lnTo>
                <a:close/>
              </a:path>
            </a:pathLst>
          </a:custGeom>
          <a:solidFill>
            <a:srgbClr val="001700"/>
          </a:solidFill>
        </p:spPr>
        <p:txBody>
          <a:bodyPr wrap="square" lIns="0" tIns="0" rIns="0" bIns="0" rtlCol="0"/>
          <a:lstStyle/>
          <a:p/>
        </p:txBody>
      </p:sp>
      <p:sp>
        <p:nvSpPr>
          <p:cNvPr id="411" name="object 411"/>
          <p:cNvSpPr/>
          <p:nvPr/>
        </p:nvSpPr>
        <p:spPr>
          <a:xfrm>
            <a:off x="3448050" y="2312670"/>
            <a:ext cx="339090" cy="52069"/>
          </a:xfrm>
          <a:custGeom>
            <a:avLst/>
            <a:gdLst/>
            <a:ahLst/>
            <a:cxnLst/>
            <a:rect l="l" t="t" r="r" b="b"/>
            <a:pathLst>
              <a:path w="339089" h="52069">
                <a:moveTo>
                  <a:pt x="339089" y="0"/>
                </a:moveTo>
                <a:lnTo>
                  <a:pt x="0" y="0"/>
                </a:lnTo>
                <a:lnTo>
                  <a:pt x="0" y="52069"/>
                </a:lnTo>
                <a:lnTo>
                  <a:pt x="339089" y="52069"/>
                </a:lnTo>
                <a:lnTo>
                  <a:pt x="339089" y="0"/>
                </a:lnTo>
                <a:close/>
              </a:path>
            </a:pathLst>
          </a:custGeom>
          <a:solidFill>
            <a:srgbClr val="001700"/>
          </a:solidFill>
        </p:spPr>
        <p:txBody>
          <a:bodyPr wrap="square" lIns="0" tIns="0" rIns="0" bIns="0" rtlCol="0"/>
          <a:lstStyle/>
          <a:p/>
        </p:txBody>
      </p:sp>
      <p:sp>
        <p:nvSpPr>
          <p:cNvPr id="412" name="object 412"/>
          <p:cNvSpPr/>
          <p:nvPr/>
        </p:nvSpPr>
        <p:spPr>
          <a:xfrm>
            <a:off x="2871470" y="2364739"/>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800"/>
          </a:solidFill>
        </p:spPr>
        <p:txBody>
          <a:bodyPr wrap="square" lIns="0" tIns="0" rIns="0" bIns="0" rtlCol="0"/>
          <a:lstStyle/>
          <a:p/>
        </p:txBody>
      </p:sp>
      <p:sp>
        <p:nvSpPr>
          <p:cNvPr id="413" name="object 413"/>
          <p:cNvSpPr/>
          <p:nvPr/>
        </p:nvSpPr>
        <p:spPr>
          <a:xfrm>
            <a:off x="3448050" y="2364739"/>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800"/>
          </a:solidFill>
        </p:spPr>
        <p:txBody>
          <a:bodyPr wrap="square" lIns="0" tIns="0" rIns="0" bIns="0" rtlCol="0"/>
          <a:lstStyle/>
          <a:p/>
        </p:txBody>
      </p:sp>
      <p:sp>
        <p:nvSpPr>
          <p:cNvPr id="414" name="object 414"/>
          <p:cNvSpPr/>
          <p:nvPr/>
        </p:nvSpPr>
        <p:spPr>
          <a:xfrm>
            <a:off x="2871470" y="2415539"/>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900"/>
          </a:solidFill>
        </p:spPr>
        <p:txBody>
          <a:bodyPr wrap="square" lIns="0" tIns="0" rIns="0" bIns="0" rtlCol="0"/>
          <a:lstStyle/>
          <a:p/>
        </p:txBody>
      </p:sp>
      <p:sp>
        <p:nvSpPr>
          <p:cNvPr id="415" name="object 415"/>
          <p:cNvSpPr/>
          <p:nvPr/>
        </p:nvSpPr>
        <p:spPr>
          <a:xfrm>
            <a:off x="3448050" y="2415539"/>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900"/>
          </a:solidFill>
        </p:spPr>
        <p:txBody>
          <a:bodyPr wrap="square" lIns="0" tIns="0" rIns="0" bIns="0" rtlCol="0"/>
          <a:lstStyle/>
          <a:p/>
        </p:txBody>
      </p:sp>
      <p:sp>
        <p:nvSpPr>
          <p:cNvPr id="416" name="object 416"/>
          <p:cNvSpPr/>
          <p:nvPr/>
        </p:nvSpPr>
        <p:spPr>
          <a:xfrm>
            <a:off x="2871470" y="2467610"/>
            <a:ext cx="339090" cy="52069"/>
          </a:xfrm>
          <a:custGeom>
            <a:avLst/>
            <a:gdLst/>
            <a:ahLst/>
            <a:cxnLst/>
            <a:rect l="l" t="t" r="r" b="b"/>
            <a:pathLst>
              <a:path w="339089" h="52069">
                <a:moveTo>
                  <a:pt x="339089" y="0"/>
                </a:moveTo>
                <a:lnTo>
                  <a:pt x="0" y="0"/>
                </a:lnTo>
                <a:lnTo>
                  <a:pt x="0" y="52069"/>
                </a:lnTo>
                <a:lnTo>
                  <a:pt x="339089" y="52069"/>
                </a:lnTo>
                <a:lnTo>
                  <a:pt x="339089" y="0"/>
                </a:lnTo>
                <a:close/>
              </a:path>
            </a:pathLst>
          </a:custGeom>
          <a:solidFill>
            <a:srgbClr val="001A00"/>
          </a:solidFill>
        </p:spPr>
        <p:txBody>
          <a:bodyPr wrap="square" lIns="0" tIns="0" rIns="0" bIns="0" rtlCol="0"/>
          <a:lstStyle/>
          <a:p/>
        </p:txBody>
      </p:sp>
      <p:sp>
        <p:nvSpPr>
          <p:cNvPr id="417" name="object 417"/>
          <p:cNvSpPr/>
          <p:nvPr/>
        </p:nvSpPr>
        <p:spPr>
          <a:xfrm>
            <a:off x="3448050" y="2467610"/>
            <a:ext cx="339090" cy="52069"/>
          </a:xfrm>
          <a:custGeom>
            <a:avLst/>
            <a:gdLst/>
            <a:ahLst/>
            <a:cxnLst/>
            <a:rect l="l" t="t" r="r" b="b"/>
            <a:pathLst>
              <a:path w="339089" h="52069">
                <a:moveTo>
                  <a:pt x="339089" y="0"/>
                </a:moveTo>
                <a:lnTo>
                  <a:pt x="0" y="0"/>
                </a:lnTo>
                <a:lnTo>
                  <a:pt x="0" y="52069"/>
                </a:lnTo>
                <a:lnTo>
                  <a:pt x="339089" y="52069"/>
                </a:lnTo>
                <a:lnTo>
                  <a:pt x="339089" y="0"/>
                </a:lnTo>
                <a:close/>
              </a:path>
            </a:pathLst>
          </a:custGeom>
          <a:solidFill>
            <a:srgbClr val="001A00"/>
          </a:solidFill>
        </p:spPr>
        <p:txBody>
          <a:bodyPr wrap="square" lIns="0" tIns="0" rIns="0" bIns="0" rtlCol="0"/>
          <a:lstStyle/>
          <a:p/>
        </p:txBody>
      </p:sp>
      <p:sp>
        <p:nvSpPr>
          <p:cNvPr id="418" name="object 418"/>
          <p:cNvSpPr/>
          <p:nvPr/>
        </p:nvSpPr>
        <p:spPr>
          <a:xfrm>
            <a:off x="2871470" y="2519679"/>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B00"/>
          </a:solidFill>
        </p:spPr>
        <p:txBody>
          <a:bodyPr wrap="square" lIns="0" tIns="0" rIns="0" bIns="0" rtlCol="0"/>
          <a:lstStyle/>
          <a:p/>
        </p:txBody>
      </p:sp>
      <p:sp>
        <p:nvSpPr>
          <p:cNvPr id="419" name="object 419"/>
          <p:cNvSpPr/>
          <p:nvPr/>
        </p:nvSpPr>
        <p:spPr>
          <a:xfrm>
            <a:off x="3448050" y="2519679"/>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B00"/>
          </a:solidFill>
        </p:spPr>
        <p:txBody>
          <a:bodyPr wrap="square" lIns="0" tIns="0" rIns="0" bIns="0" rtlCol="0"/>
          <a:lstStyle/>
          <a:p/>
        </p:txBody>
      </p:sp>
      <p:sp>
        <p:nvSpPr>
          <p:cNvPr id="420" name="object 420"/>
          <p:cNvSpPr/>
          <p:nvPr/>
        </p:nvSpPr>
        <p:spPr>
          <a:xfrm>
            <a:off x="2871470" y="2571750"/>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C00"/>
          </a:solidFill>
        </p:spPr>
        <p:txBody>
          <a:bodyPr wrap="square" lIns="0" tIns="0" rIns="0" bIns="0" rtlCol="0"/>
          <a:lstStyle/>
          <a:p/>
        </p:txBody>
      </p:sp>
      <p:sp>
        <p:nvSpPr>
          <p:cNvPr id="421" name="object 421"/>
          <p:cNvSpPr/>
          <p:nvPr/>
        </p:nvSpPr>
        <p:spPr>
          <a:xfrm>
            <a:off x="3448050" y="2571750"/>
            <a:ext cx="339090" cy="50800"/>
          </a:xfrm>
          <a:custGeom>
            <a:avLst/>
            <a:gdLst/>
            <a:ahLst/>
            <a:cxnLst/>
            <a:rect l="l" t="t" r="r" b="b"/>
            <a:pathLst>
              <a:path w="339089" h="50800">
                <a:moveTo>
                  <a:pt x="339089" y="0"/>
                </a:moveTo>
                <a:lnTo>
                  <a:pt x="0" y="0"/>
                </a:lnTo>
                <a:lnTo>
                  <a:pt x="0" y="50800"/>
                </a:lnTo>
                <a:lnTo>
                  <a:pt x="339089" y="50800"/>
                </a:lnTo>
                <a:lnTo>
                  <a:pt x="339089" y="0"/>
                </a:lnTo>
                <a:close/>
              </a:path>
            </a:pathLst>
          </a:custGeom>
          <a:solidFill>
            <a:srgbClr val="001C00"/>
          </a:solidFill>
        </p:spPr>
        <p:txBody>
          <a:bodyPr wrap="square" lIns="0" tIns="0" rIns="0" bIns="0" rtlCol="0"/>
          <a:lstStyle/>
          <a:p/>
        </p:txBody>
      </p:sp>
      <p:sp>
        <p:nvSpPr>
          <p:cNvPr id="422" name="object 422"/>
          <p:cNvSpPr/>
          <p:nvPr/>
        </p:nvSpPr>
        <p:spPr>
          <a:xfrm>
            <a:off x="2871470" y="2622550"/>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D00"/>
          </a:solidFill>
        </p:spPr>
        <p:txBody>
          <a:bodyPr wrap="square" lIns="0" tIns="0" rIns="0" bIns="0" rtlCol="0"/>
          <a:lstStyle/>
          <a:p/>
        </p:txBody>
      </p:sp>
      <p:grpSp>
        <p:nvGrpSpPr>
          <p:cNvPr id="423" name="object 423"/>
          <p:cNvGrpSpPr/>
          <p:nvPr/>
        </p:nvGrpSpPr>
        <p:grpSpPr>
          <a:xfrm>
            <a:off x="2871470" y="2622550"/>
            <a:ext cx="915669" cy="1035050"/>
            <a:chOff x="2871470" y="2622550"/>
            <a:chExt cx="915669" cy="1035050"/>
          </a:xfrm>
        </p:grpSpPr>
        <p:sp>
          <p:nvSpPr>
            <p:cNvPr id="424" name="object 424"/>
            <p:cNvSpPr/>
            <p:nvPr/>
          </p:nvSpPr>
          <p:spPr>
            <a:xfrm>
              <a:off x="3448050" y="2622550"/>
              <a:ext cx="339090" cy="52069"/>
            </a:xfrm>
            <a:custGeom>
              <a:avLst/>
              <a:gdLst/>
              <a:ahLst/>
              <a:cxnLst/>
              <a:rect l="l" t="t" r="r" b="b"/>
              <a:pathLst>
                <a:path w="339089" h="52069">
                  <a:moveTo>
                    <a:pt x="339089" y="0"/>
                  </a:moveTo>
                  <a:lnTo>
                    <a:pt x="0" y="0"/>
                  </a:lnTo>
                  <a:lnTo>
                    <a:pt x="0" y="52070"/>
                  </a:lnTo>
                  <a:lnTo>
                    <a:pt x="339089" y="52070"/>
                  </a:lnTo>
                  <a:lnTo>
                    <a:pt x="339089" y="0"/>
                  </a:lnTo>
                  <a:close/>
                </a:path>
              </a:pathLst>
            </a:custGeom>
            <a:solidFill>
              <a:srgbClr val="001D00"/>
            </a:solidFill>
          </p:spPr>
          <p:txBody>
            <a:bodyPr wrap="square" lIns="0" tIns="0" rIns="0" bIns="0" rtlCol="0"/>
            <a:lstStyle/>
            <a:p/>
          </p:txBody>
        </p:sp>
        <p:sp>
          <p:nvSpPr>
            <p:cNvPr id="425" name="object 425"/>
            <p:cNvSpPr/>
            <p:nvPr/>
          </p:nvSpPr>
          <p:spPr>
            <a:xfrm>
              <a:off x="2871470" y="2674619"/>
              <a:ext cx="915669" cy="52069"/>
            </a:xfrm>
            <a:custGeom>
              <a:avLst/>
              <a:gdLst/>
              <a:ahLst/>
              <a:cxnLst/>
              <a:rect l="l" t="t" r="r" b="b"/>
              <a:pathLst>
                <a:path w="915670" h="52069">
                  <a:moveTo>
                    <a:pt x="915670" y="0"/>
                  </a:moveTo>
                  <a:lnTo>
                    <a:pt x="576580" y="0"/>
                  </a:lnTo>
                  <a:lnTo>
                    <a:pt x="576580" y="15240"/>
                  </a:lnTo>
                  <a:lnTo>
                    <a:pt x="339077" y="15240"/>
                  </a:lnTo>
                  <a:lnTo>
                    <a:pt x="339077" y="0"/>
                  </a:lnTo>
                  <a:lnTo>
                    <a:pt x="0" y="0"/>
                  </a:lnTo>
                  <a:lnTo>
                    <a:pt x="0" y="15240"/>
                  </a:lnTo>
                  <a:lnTo>
                    <a:pt x="0" y="52070"/>
                  </a:lnTo>
                  <a:lnTo>
                    <a:pt x="915670" y="52070"/>
                  </a:lnTo>
                  <a:lnTo>
                    <a:pt x="915670" y="15240"/>
                  </a:lnTo>
                  <a:lnTo>
                    <a:pt x="915670" y="0"/>
                  </a:lnTo>
                  <a:close/>
                </a:path>
              </a:pathLst>
            </a:custGeom>
            <a:solidFill>
              <a:srgbClr val="001E00"/>
            </a:solidFill>
          </p:spPr>
          <p:txBody>
            <a:bodyPr wrap="square" lIns="0" tIns="0" rIns="0" bIns="0" rtlCol="0"/>
            <a:lstStyle/>
            <a:p/>
          </p:txBody>
        </p:sp>
        <p:sp>
          <p:nvSpPr>
            <p:cNvPr id="426" name="object 426"/>
            <p:cNvSpPr/>
            <p:nvPr/>
          </p:nvSpPr>
          <p:spPr>
            <a:xfrm>
              <a:off x="2871470" y="2726689"/>
              <a:ext cx="915669" cy="50800"/>
            </a:xfrm>
            <a:custGeom>
              <a:avLst/>
              <a:gdLst/>
              <a:ahLst/>
              <a:cxnLst/>
              <a:rect l="l" t="t" r="r" b="b"/>
              <a:pathLst>
                <a:path w="915670" h="50800">
                  <a:moveTo>
                    <a:pt x="0" y="50800"/>
                  </a:moveTo>
                  <a:lnTo>
                    <a:pt x="0" y="0"/>
                  </a:lnTo>
                  <a:lnTo>
                    <a:pt x="915669" y="0"/>
                  </a:lnTo>
                  <a:lnTo>
                    <a:pt x="915669" y="50800"/>
                  </a:lnTo>
                  <a:lnTo>
                    <a:pt x="0" y="50800"/>
                  </a:lnTo>
                  <a:close/>
                </a:path>
              </a:pathLst>
            </a:custGeom>
            <a:solidFill>
              <a:srgbClr val="001F00"/>
            </a:solidFill>
          </p:spPr>
          <p:txBody>
            <a:bodyPr wrap="square" lIns="0" tIns="0" rIns="0" bIns="0" rtlCol="0"/>
            <a:lstStyle/>
            <a:p/>
          </p:txBody>
        </p:sp>
        <p:sp>
          <p:nvSpPr>
            <p:cNvPr id="427" name="object 427"/>
            <p:cNvSpPr/>
            <p:nvPr/>
          </p:nvSpPr>
          <p:spPr>
            <a:xfrm>
              <a:off x="2871470" y="2777489"/>
              <a:ext cx="915669" cy="52069"/>
            </a:xfrm>
            <a:custGeom>
              <a:avLst/>
              <a:gdLst/>
              <a:ahLst/>
              <a:cxnLst/>
              <a:rect l="l" t="t" r="r" b="b"/>
              <a:pathLst>
                <a:path w="915670" h="52069">
                  <a:moveTo>
                    <a:pt x="0" y="52070"/>
                  </a:moveTo>
                  <a:lnTo>
                    <a:pt x="0" y="0"/>
                  </a:lnTo>
                  <a:lnTo>
                    <a:pt x="915669" y="0"/>
                  </a:lnTo>
                  <a:lnTo>
                    <a:pt x="915669" y="52070"/>
                  </a:lnTo>
                  <a:lnTo>
                    <a:pt x="0" y="52070"/>
                  </a:lnTo>
                  <a:close/>
                </a:path>
              </a:pathLst>
            </a:custGeom>
            <a:solidFill>
              <a:srgbClr val="002000"/>
            </a:solidFill>
          </p:spPr>
          <p:txBody>
            <a:bodyPr wrap="square" lIns="0" tIns="0" rIns="0" bIns="0" rtlCol="0"/>
            <a:lstStyle/>
            <a:p/>
          </p:txBody>
        </p:sp>
        <p:sp>
          <p:nvSpPr>
            <p:cNvPr id="428" name="object 428"/>
            <p:cNvSpPr/>
            <p:nvPr/>
          </p:nvSpPr>
          <p:spPr>
            <a:xfrm>
              <a:off x="2871470" y="2829559"/>
              <a:ext cx="915669" cy="52069"/>
            </a:xfrm>
            <a:custGeom>
              <a:avLst/>
              <a:gdLst/>
              <a:ahLst/>
              <a:cxnLst/>
              <a:rect l="l" t="t" r="r" b="b"/>
              <a:pathLst>
                <a:path w="915670" h="52069">
                  <a:moveTo>
                    <a:pt x="0" y="52069"/>
                  </a:moveTo>
                  <a:lnTo>
                    <a:pt x="0" y="0"/>
                  </a:lnTo>
                  <a:lnTo>
                    <a:pt x="915669" y="0"/>
                  </a:lnTo>
                  <a:lnTo>
                    <a:pt x="915669" y="52069"/>
                  </a:lnTo>
                  <a:lnTo>
                    <a:pt x="0" y="52069"/>
                  </a:lnTo>
                  <a:close/>
                </a:path>
              </a:pathLst>
            </a:custGeom>
            <a:solidFill>
              <a:srgbClr val="002100"/>
            </a:solidFill>
          </p:spPr>
          <p:txBody>
            <a:bodyPr wrap="square" lIns="0" tIns="0" rIns="0" bIns="0" rtlCol="0"/>
            <a:lstStyle/>
            <a:p/>
          </p:txBody>
        </p:sp>
        <p:sp>
          <p:nvSpPr>
            <p:cNvPr id="429" name="object 429"/>
            <p:cNvSpPr/>
            <p:nvPr/>
          </p:nvSpPr>
          <p:spPr>
            <a:xfrm>
              <a:off x="2871470" y="2881629"/>
              <a:ext cx="915669" cy="52069"/>
            </a:xfrm>
            <a:custGeom>
              <a:avLst/>
              <a:gdLst/>
              <a:ahLst/>
              <a:cxnLst/>
              <a:rect l="l" t="t" r="r" b="b"/>
              <a:pathLst>
                <a:path w="915670" h="52069">
                  <a:moveTo>
                    <a:pt x="0" y="52070"/>
                  </a:moveTo>
                  <a:lnTo>
                    <a:pt x="0" y="0"/>
                  </a:lnTo>
                  <a:lnTo>
                    <a:pt x="915669" y="0"/>
                  </a:lnTo>
                  <a:lnTo>
                    <a:pt x="915669" y="52070"/>
                  </a:lnTo>
                  <a:lnTo>
                    <a:pt x="0" y="52070"/>
                  </a:lnTo>
                  <a:close/>
                </a:path>
              </a:pathLst>
            </a:custGeom>
            <a:solidFill>
              <a:srgbClr val="002200"/>
            </a:solidFill>
          </p:spPr>
          <p:txBody>
            <a:bodyPr wrap="square" lIns="0" tIns="0" rIns="0" bIns="0" rtlCol="0"/>
            <a:lstStyle/>
            <a:p/>
          </p:txBody>
        </p:sp>
        <p:sp>
          <p:nvSpPr>
            <p:cNvPr id="430" name="object 430"/>
            <p:cNvSpPr/>
            <p:nvPr/>
          </p:nvSpPr>
          <p:spPr>
            <a:xfrm>
              <a:off x="2871470" y="2933700"/>
              <a:ext cx="915669" cy="50800"/>
            </a:xfrm>
            <a:custGeom>
              <a:avLst/>
              <a:gdLst/>
              <a:ahLst/>
              <a:cxnLst/>
              <a:rect l="l" t="t" r="r" b="b"/>
              <a:pathLst>
                <a:path w="915670" h="50800">
                  <a:moveTo>
                    <a:pt x="0" y="50800"/>
                  </a:moveTo>
                  <a:lnTo>
                    <a:pt x="0" y="0"/>
                  </a:lnTo>
                  <a:lnTo>
                    <a:pt x="915669" y="0"/>
                  </a:lnTo>
                  <a:lnTo>
                    <a:pt x="915669" y="50800"/>
                  </a:lnTo>
                  <a:lnTo>
                    <a:pt x="0" y="50800"/>
                  </a:lnTo>
                  <a:close/>
                </a:path>
              </a:pathLst>
            </a:custGeom>
            <a:solidFill>
              <a:srgbClr val="002300"/>
            </a:solidFill>
          </p:spPr>
          <p:txBody>
            <a:bodyPr wrap="square" lIns="0" tIns="0" rIns="0" bIns="0" rtlCol="0"/>
            <a:lstStyle/>
            <a:p/>
          </p:txBody>
        </p:sp>
        <p:sp>
          <p:nvSpPr>
            <p:cNvPr id="431" name="object 431"/>
            <p:cNvSpPr/>
            <p:nvPr/>
          </p:nvSpPr>
          <p:spPr>
            <a:xfrm>
              <a:off x="2871470" y="2984500"/>
              <a:ext cx="915669" cy="52069"/>
            </a:xfrm>
            <a:custGeom>
              <a:avLst/>
              <a:gdLst/>
              <a:ahLst/>
              <a:cxnLst/>
              <a:rect l="l" t="t" r="r" b="b"/>
              <a:pathLst>
                <a:path w="915670" h="52069">
                  <a:moveTo>
                    <a:pt x="0" y="52070"/>
                  </a:moveTo>
                  <a:lnTo>
                    <a:pt x="0" y="0"/>
                  </a:lnTo>
                  <a:lnTo>
                    <a:pt x="915669" y="0"/>
                  </a:lnTo>
                  <a:lnTo>
                    <a:pt x="915669" y="52070"/>
                  </a:lnTo>
                  <a:lnTo>
                    <a:pt x="0" y="52070"/>
                  </a:lnTo>
                  <a:close/>
                </a:path>
              </a:pathLst>
            </a:custGeom>
            <a:solidFill>
              <a:srgbClr val="002400"/>
            </a:solidFill>
          </p:spPr>
          <p:txBody>
            <a:bodyPr wrap="square" lIns="0" tIns="0" rIns="0" bIns="0" rtlCol="0"/>
            <a:lstStyle/>
            <a:p/>
          </p:txBody>
        </p:sp>
        <p:sp>
          <p:nvSpPr>
            <p:cNvPr id="432" name="object 432"/>
            <p:cNvSpPr/>
            <p:nvPr/>
          </p:nvSpPr>
          <p:spPr>
            <a:xfrm>
              <a:off x="2871470" y="3036569"/>
              <a:ext cx="915669" cy="52069"/>
            </a:xfrm>
            <a:custGeom>
              <a:avLst/>
              <a:gdLst/>
              <a:ahLst/>
              <a:cxnLst/>
              <a:rect l="l" t="t" r="r" b="b"/>
              <a:pathLst>
                <a:path w="915670" h="52069">
                  <a:moveTo>
                    <a:pt x="0" y="52069"/>
                  </a:moveTo>
                  <a:lnTo>
                    <a:pt x="0" y="0"/>
                  </a:lnTo>
                  <a:lnTo>
                    <a:pt x="915669" y="0"/>
                  </a:lnTo>
                  <a:lnTo>
                    <a:pt x="915669" y="52069"/>
                  </a:lnTo>
                  <a:lnTo>
                    <a:pt x="0" y="52069"/>
                  </a:lnTo>
                  <a:close/>
                </a:path>
              </a:pathLst>
            </a:custGeom>
            <a:solidFill>
              <a:srgbClr val="002500"/>
            </a:solidFill>
          </p:spPr>
          <p:txBody>
            <a:bodyPr wrap="square" lIns="0" tIns="0" rIns="0" bIns="0" rtlCol="0"/>
            <a:lstStyle/>
            <a:p/>
          </p:txBody>
        </p:sp>
        <p:sp>
          <p:nvSpPr>
            <p:cNvPr id="433" name="object 433"/>
            <p:cNvSpPr/>
            <p:nvPr/>
          </p:nvSpPr>
          <p:spPr>
            <a:xfrm>
              <a:off x="2871470" y="3088639"/>
              <a:ext cx="915669" cy="52069"/>
            </a:xfrm>
            <a:custGeom>
              <a:avLst/>
              <a:gdLst/>
              <a:ahLst/>
              <a:cxnLst/>
              <a:rect l="l" t="t" r="r" b="b"/>
              <a:pathLst>
                <a:path w="915670" h="52069">
                  <a:moveTo>
                    <a:pt x="915670" y="0"/>
                  </a:moveTo>
                  <a:lnTo>
                    <a:pt x="0" y="0"/>
                  </a:lnTo>
                  <a:lnTo>
                    <a:pt x="0" y="15240"/>
                  </a:lnTo>
                  <a:lnTo>
                    <a:pt x="0" y="52070"/>
                  </a:lnTo>
                  <a:lnTo>
                    <a:pt x="339077" y="52070"/>
                  </a:lnTo>
                  <a:lnTo>
                    <a:pt x="339077" y="15240"/>
                  </a:lnTo>
                  <a:lnTo>
                    <a:pt x="576580" y="15240"/>
                  </a:lnTo>
                  <a:lnTo>
                    <a:pt x="576580" y="52070"/>
                  </a:lnTo>
                  <a:lnTo>
                    <a:pt x="915670" y="52070"/>
                  </a:lnTo>
                  <a:lnTo>
                    <a:pt x="915670" y="15240"/>
                  </a:lnTo>
                  <a:lnTo>
                    <a:pt x="915670" y="0"/>
                  </a:lnTo>
                  <a:close/>
                </a:path>
              </a:pathLst>
            </a:custGeom>
            <a:solidFill>
              <a:srgbClr val="002600"/>
            </a:solidFill>
          </p:spPr>
          <p:txBody>
            <a:bodyPr wrap="square" lIns="0" tIns="0" rIns="0" bIns="0" rtlCol="0"/>
            <a:lstStyle/>
            <a:p/>
          </p:txBody>
        </p:sp>
        <p:sp>
          <p:nvSpPr>
            <p:cNvPr id="434" name="object 434"/>
            <p:cNvSpPr/>
            <p:nvPr/>
          </p:nvSpPr>
          <p:spPr>
            <a:xfrm>
              <a:off x="2871470" y="3140709"/>
              <a:ext cx="915669" cy="50800"/>
            </a:xfrm>
            <a:custGeom>
              <a:avLst/>
              <a:gdLst/>
              <a:ahLst/>
              <a:cxnLst/>
              <a:rect l="l" t="t" r="r" b="b"/>
              <a:pathLst>
                <a:path w="915670" h="50800">
                  <a:moveTo>
                    <a:pt x="339077" y="0"/>
                  </a:moveTo>
                  <a:lnTo>
                    <a:pt x="0" y="0"/>
                  </a:lnTo>
                  <a:lnTo>
                    <a:pt x="0" y="50800"/>
                  </a:lnTo>
                  <a:lnTo>
                    <a:pt x="339077" y="50800"/>
                  </a:lnTo>
                  <a:lnTo>
                    <a:pt x="339077" y="0"/>
                  </a:lnTo>
                  <a:close/>
                </a:path>
                <a:path w="915670" h="50800">
                  <a:moveTo>
                    <a:pt x="915670" y="0"/>
                  </a:moveTo>
                  <a:lnTo>
                    <a:pt x="576580" y="0"/>
                  </a:lnTo>
                  <a:lnTo>
                    <a:pt x="576580" y="50800"/>
                  </a:lnTo>
                  <a:lnTo>
                    <a:pt x="915670" y="50800"/>
                  </a:lnTo>
                  <a:lnTo>
                    <a:pt x="915670" y="0"/>
                  </a:lnTo>
                  <a:close/>
                </a:path>
              </a:pathLst>
            </a:custGeom>
            <a:solidFill>
              <a:srgbClr val="002700"/>
            </a:solidFill>
          </p:spPr>
          <p:txBody>
            <a:bodyPr wrap="square" lIns="0" tIns="0" rIns="0" bIns="0" rtlCol="0"/>
            <a:lstStyle/>
            <a:p/>
          </p:txBody>
        </p:sp>
        <p:sp>
          <p:nvSpPr>
            <p:cNvPr id="435" name="object 435"/>
            <p:cNvSpPr/>
            <p:nvPr/>
          </p:nvSpPr>
          <p:spPr>
            <a:xfrm>
              <a:off x="2871470" y="3191509"/>
              <a:ext cx="915669" cy="52069"/>
            </a:xfrm>
            <a:custGeom>
              <a:avLst/>
              <a:gdLst/>
              <a:ahLst/>
              <a:cxnLst/>
              <a:rect l="l" t="t" r="r" b="b"/>
              <a:pathLst>
                <a:path w="915670" h="52069">
                  <a:moveTo>
                    <a:pt x="339077" y="0"/>
                  </a:moveTo>
                  <a:lnTo>
                    <a:pt x="0" y="0"/>
                  </a:lnTo>
                  <a:lnTo>
                    <a:pt x="0" y="52070"/>
                  </a:lnTo>
                  <a:lnTo>
                    <a:pt x="339077" y="52070"/>
                  </a:lnTo>
                  <a:lnTo>
                    <a:pt x="339077" y="0"/>
                  </a:lnTo>
                  <a:close/>
                </a:path>
                <a:path w="915670" h="52069">
                  <a:moveTo>
                    <a:pt x="915670" y="0"/>
                  </a:moveTo>
                  <a:lnTo>
                    <a:pt x="576580" y="0"/>
                  </a:lnTo>
                  <a:lnTo>
                    <a:pt x="576580" y="52070"/>
                  </a:lnTo>
                  <a:lnTo>
                    <a:pt x="915670" y="52070"/>
                  </a:lnTo>
                  <a:lnTo>
                    <a:pt x="915670" y="0"/>
                  </a:lnTo>
                  <a:close/>
                </a:path>
              </a:pathLst>
            </a:custGeom>
            <a:solidFill>
              <a:srgbClr val="002800"/>
            </a:solidFill>
          </p:spPr>
          <p:txBody>
            <a:bodyPr wrap="square" lIns="0" tIns="0" rIns="0" bIns="0" rtlCol="0"/>
            <a:lstStyle/>
            <a:p/>
          </p:txBody>
        </p:sp>
        <p:sp>
          <p:nvSpPr>
            <p:cNvPr id="436" name="object 436"/>
            <p:cNvSpPr/>
            <p:nvPr/>
          </p:nvSpPr>
          <p:spPr>
            <a:xfrm>
              <a:off x="2871470" y="324357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2900"/>
            </a:solidFill>
          </p:spPr>
          <p:txBody>
            <a:bodyPr wrap="square" lIns="0" tIns="0" rIns="0" bIns="0" rtlCol="0"/>
            <a:lstStyle/>
            <a:p/>
          </p:txBody>
        </p:sp>
        <p:sp>
          <p:nvSpPr>
            <p:cNvPr id="437" name="object 437"/>
            <p:cNvSpPr/>
            <p:nvPr/>
          </p:nvSpPr>
          <p:spPr>
            <a:xfrm>
              <a:off x="2871470" y="329564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2A00"/>
            </a:solidFill>
          </p:spPr>
          <p:txBody>
            <a:bodyPr wrap="square" lIns="0" tIns="0" rIns="0" bIns="0" rtlCol="0"/>
            <a:lstStyle/>
            <a:p/>
          </p:txBody>
        </p:sp>
        <p:sp>
          <p:nvSpPr>
            <p:cNvPr id="438" name="object 438"/>
            <p:cNvSpPr/>
            <p:nvPr/>
          </p:nvSpPr>
          <p:spPr>
            <a:xfrm>
              <a:off x="2871470" y="3347719"/>
              <a:ext cx="915669" cy="50800"/>
            </a:xfrm>
            <a:custGeom>
              <a:avLst/>
              <a:gdLst/>
              <a:ahLst/>
              <a:cxnLst/>
              <a:rect l="l" t="t" r="r" b="b"/>
              <a:pathLst>
                <a:path w="915670" h="50800">
                  <a:moveTo>
                    <a:pt x="339077" y="0"/>
                  </a:moveTo>
                  <a:lnTo>
                    <a:pt x="0" y="0"/>
                  </a:lnTo>
                  <a:lnTo>
                    <a:pt x="0" y="50800"/>
                  </a:lnTo>
                  <a:lnTo>
                    <a:pt x="339077" y="50800"/>
                  </a:lnTo>
                  <a:lnTo>
                    <a:pt x="339077" y="0"/>
                  </a:lnTo>
                  <a:close/>
                </a:path>
                <a:path w="915670" h="50800">
                  <a:moveTo>
                    <a:pt x="915670" y="0"/>
                  </a:moveTo>
                  <a:lnTo>
                    <a:pt x="576580" y="0"/>
                  </a:lnTo>
                  <a:lnTo>
                    <a:pt x="576580" y="50800"/>
                  </a:lnTo>
                  <a:lnTo>
                    <a:pt x="915670" y="50800"/>
                  </a:lnTo>
                  <a:lnTo>
                    <a:pt x="915670" y="0"/>
                  </a:lnTo>
                  <a:close/>
                </a:path>
              </a:pathLst>
            </a:custGeom>
            <a:solidFill>
              <a:srgbClr val="002B00"/>
            </a:solidFill>
          </p:spPr>
          <p:txBody>
            <a:bodyPr wrap="square" lIns="0" tIns="0" rIns="0" bIns="0" rtlCol="0"/>
            <a:lstStyle/>
            <a:p/>
          </p:txBody>
        </p:sp>
        <p:sp>
          <p:nvSpPr>
            <p:cNvPr id="439" name="object 439"/>
            <p:cNvSpPr/>
            <p:nvPr/>
          </p:nvSpPr>
          <p:spPr>
            <a:xfrm>
              <a:off x="2871470" y="339851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2C00"/>
            </a:solidFill>
          </p:spPr>
          <p:txBody>
            <a:bodyPr wrap="square" lIns="0" tIns="0" rIns="0" bIns="0" rtlCol="0"/>
            <a:lstStyle/>
            <a:p/>
          </p:txBody>
        </p:sp>
        <p:sp>
          <p:nvSpPr>
            <p:cNvPr id="440" name="object 440"/>
            <p:cNvSpPr/>
            <p:nvPr/>
          </p:nvSpPr>
          <p:spPr>
            <a:xfrm>
              <a:off x="2871470" y="345058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2D00"/>
            </a:solidFill>
          </p:spPr>
          <p:txBody>
            <a:bodyPr wrap="square" lIns="0" tIns="0" rIns="0" bIns="0" rtlCol="0"/>
            <a:lstStyle/>
            <a:p/>
          </p:txBody>
        </p:sp>
        <p:sp>
          <p:nvSpPr>
            <p:cNvPr id="441" name="object 441"/>
            <p:cNvSpPr/>
            <p:nvPr/>
          </p:nvSpPr>
          <p:spPr>
            <a:xfrm>
              <a:off x="2871470" y="350265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2E00"/>
            </a:solidFill>
          </p:spPr>
          <p:txBody>
            <a:bodyPr wrap="square" lIns="0" tIns="0" rIns="0" bIns="0" rtlCol="0"/>
            <a:lstStyle/>
            <a:p/>
          </p:txBody>
        </p:sp>
        <p:sp>
          <p:nvSpPr>
            <p:cNvPr id="442" name="object 442"/>
            <p:cNvSpPr/>
            <p:nvPr/>
          </p:nvSpPr>
          <p:spPr>
            <a:xfrm>
              <a:off x="2871470" y="3554729"/>
              <a:ext cx="915669" cy="50800"/>
            </a:xfrm>
            <a:custGeom>
              <a:avLst/>
              <a:gdLst/>
              <a:ahLst/>
              <a:cxnLst/>
              <a:rect l="l" t="t" r="r" b="b"/>
              <a:pathLst>
                <a:path w="915670" h="50800">
                  <a:moveTo>
                    <a:pt x="339077" y="0"/>
                  </a:moveTo>
                  <a:lnTo>
                    <a:pt x="0" y="0"/>
                  </a:lnTo>
                  <a:lnTo>
                    <a:pt x="0" y="50800"/>
                  </a:lnTo>
                  <a:lnTo>
                    <a:pt x="339077" y="50800"/>
                  </a:lnTo>
                  <a:lnTo>
                    <a:pt x="339077" y="0"/>
                  </a:lnTo>
                  <a:close/>
                </a:path>
                <a:path w="915670" h="50800">
                  <a:moveTo>
                    <a:pt x="915670" y="0"/>
                  </a:moveTo>
                  <a:lnTo>
                    <a:pt x="576580" y="0"/>
                  </a:lnTo>
                  <a:lnTo>
                    <a:pt x="576580" y="50800"/>
                  </a:lnTo>
                  <a:lnTo>
                    <a:pt x="915670" y="50800"/>
                  </a:lnTo>
                  <a:lnTo>
                    <a:pt x="915670" y="0"/>
                  </a:lnTo>
                  <a:close/>
                </a:path>
              </a:pathLst>
            </a:custGeom>
            <a:solidFill>
              <a:srgbClr val="002F00"/>
            </a:solidFill>
          </p:spPr>
          <p:txBody>
            <a:bodyPr wrap="square" lIns="0" tIns="0" rIns="0" bIns="0" rtlCol="0"/>
            <a:lstStyle/>
            <a:p/>
          </p:txBody>
        </p:sp>
        <p:sp>
          <p:nvSpPr>
            <p:cNvPr id="443" name="object 443"/>
            <p:cNvSpPr/>
            <p:nvPr/>
          </p:nvSpPr>
          <p:spPr>
            <a:xfrm>
              <a:off x="2871470" y="3605529"/>
              <a:ext cx="915669" cy="52069"/>
            </a:xfrm>
            <a:custGeom>
              <a:avLst/>
              <a:gdLst/>
              <a:ahLst/>
              <a:cxnLst/>
              <a:rect l="l" t="t" r="r" b="b"/>
              <a:pathLst>
                <a:path w="915670" h="52070">
                  <a:moveTo>
                    <a:pt x="339077" y="0"/>
                  </a:moveTo>
                  <a:lnTo>
                    <a:pt x="0" y="0"/>
                  </a:lnTo>
                  <a:lnTo>
                    <a:pt x="0" y="52070"/>
                  </a:lnTo>
                  <a:lnTo>
                    <a:pt x="339077" y="52070"/>
                  </a:lnTo>
                  <a:lnTo>
                    <a:pt x="339077" y="0"/>
                  </a:lnTo>
                  <a:close/>
                </a:path>
                <a:path w="915670" h="52070">
                  <a:moveTo>
                    <a:pt x="915670" y="0"/>
                  </a:moveTo>
                  <a:lnTo>
                    <a:pt x="576580" y="0"/>
                  </a:lnTo>
                  <a:lnTo>
                    <a:pt x="576580" y="52070"/>
                  </a:lnTo>
                  <a:lnTo>
                    <a:pt x="915670" y="52070"/>
                  </a:lnTo>
                  <a:lnTo>
                    <a:pt x="915670" y="0"/>
                  </a:lnTo>
                  <a:close/>
                </a:path>
              </a:pathLst>
            </a:custGeom>
            <a:solidFill>
              <a:srgbClr val="003000"/>
            </a:solidFill>
          </p:spPr>
          <p:txBody>
            <a:bodyPr wrap="square" lIns="0" tIns="0" rIns="0" bIns="0" rtlCol="0"/>
            <a:lstStyle/>
            <a:p/>
          </p:txBody>
        </p:sp>
      </p:grpSp>
      <p:grpSp>
        <p:nvGrpSpPr>
          <p:cNvPr id="444" name="object 444"/>
          <p:cNvGrpSpPr/>
          <p:nvPr/>
        </p:nvGrpSpPr>
        <p:grpSpPr>
          <a:xfrm>
            <a:off x="4137659" y="2209800"/>
            <a:ext cx="1056640" cy="1449070"/>
            <a:chOff x="4137659" y="2209800"/>
            <a:chExt cx="1056640" cy="1449070"/>
          </a:xfrm>
        </p:grpSpPr>
        <p:sp>
          <p:nvSpPr>
            <p:cNvPr id="445" name="object 445"/>
            <p:cNvSpPr/>
            <p:nvPr/>
          </p:nvSpPr>
          <p:spPr>
            <a:xfrm>
              <a:off x="4466590" y="2209799"/>
              <a:ext cx="398780" cy="102870"/>
            </a:xfrm>
            <a:custGeom>
              <a:avLst/>
              <a:gdLst/>
              <a:ahLst/>
              <a:cxnLst/>
              <a:rect l="l" t="t" r="r" b="b"/>
              <a:pathLst>
                <a:path w="398779" h="102869">
                  <a:moveTo>
                    <a:pt x="374650" y="3810"/>
                  </a:moveTo>
                  <a:lnTo>
                    <a:pt x="373367" y="3810"/>
                  </a:lnTo>
                  <a:lnTo>
                    <a:pt x="373367" y="0"/>
                  </a:lnTo>
                  <a:lnTo>
                    <a:pt x="25400" y="0"/>
                  </a:lnTo>
                  <a:lnTo>
                    <a:pt x="25400" y="3810"/>
                  </a:lnTo>
                  <a:lnTo>
                    <a:pt x="24130" y="3810"/>
                  </a:lnTo>
                  <a:lnTo>
                    <a:pt x="24130" y="8890"/>
                  </a:lnTo>
                  <a:lnTo>
                    <a:pt x="374650" y="8890"/>
                  </a:lnTo>
                  <a:lnTo>
                    <a:pt x="374650" y="3810"/>
                  </a:lnTo>
                  <a:close/>
                </a:path>
                <a:path w="398779" h="102869">
                  <a:moveTo>
                    <a:pt x="378460" y="19050"/>
                  </a:moveTo>
                  <a:lnTo>
                    <a:pt x="377190" y="19050"/>
                  </a:lnTo>
                  <a:lnTo>
                    <a:pt x="377190" y="13970"/>
                  </a:lnTo>
                  <a:lnTo>
                    <a:pt x="375920" y="13970"/>
                  </a:lnTo>
                  <a:lnTo>
                    <a:pt x="375920" y="8902"/>
                  </a:lnTo>
                  <a:lnTo>
                    <a:pt x="22860" y="8902"/>
                  </a:lnTo>
                  <a:lnTo>
                    <a:pt x="22860" y="13970"/>
                  </a:lnTo>
                  <a:lnTo>
                    <a:pt x="21590" y="13970"/>
                  </a:lnTo>
                  <a:lnTo>
                    <a:pt x="21590" y="19050"/>
                  </a:lnTo>
                  <a:lnTo>
                    <a:pt x="20320" y="19050"/>
                  </a:lnTo>
                  <a:lnTo>
                    <a:pt x="20320" y="24130"/>
                  </a:lnTo>
                  <a:lnTo>
                    <a:pt x="378460" y="24130"/>
                  </a:lnTo>
                  <a:lnTo>
                    <a:pt x="378460" y="19050"/>
                  </a:lnTo>
                  <a:close/>
                </a:path>
                <a:path w="398779" h="102869">
                  <a:moveTo>
                    <a:pt x="381000" y="29210"/>
                  </a:moveTo>
                  <a:lnTo>
                    <a:pt x="379717" y="29210"/>
                  </a:lnTo>
                  <a:lnTo>
                    <a:pt x="379717" y="24142"/>
                  </a:lnTo>
                  <a:lnTo>
                    <a:pt x="19050" y="24142"/>
                  </a:lnTo>
                  <a:lnTo>
                    <a:pt x="19050" y="29210"/>
                  </a:lnTo>
                  <a:lnTo>
                    <a:pt x="17780" y="29210"/>
                  </a:lnTo>
                  <a:lnTo>
                    <a:pt x="17780" y="34290"/>
                  </a:lnTo>
                  <a:lnTo>
                    <a:pt x="381000" y="34290"/>
                  </a:lnTo>
                  <a:lnTo>
                    <a:pt x="381000" y="29210"/>
                  </a:lnTo>
                  <a:close/>
                </a:path>
                <a:path w="398779" h="102869">
                  <a:moveTo>
                    <a:pt x="384810" y="44450"/>
                  </a:moveTo>
                  <a:lnTo>
                    <a:pt x="383540" y="44450"/>
                  </a:lnTo>
                  <a:lnTo>
                    <a:pt x="383540" y="39370"/>
                  </a:lnTo>
                  <a:lnTo>
                    <a:pt x="382270" y="39370"/>
                  </a:lnTo>
                  <a:lnTo>
                    <a:pt x="382270" y="34302"/>
                  </a:lnTo>
                  <a:lnTo>
                    <a:pt x="16510" y="34302"/>
                  </a:lnTo>
                  <a:lnTo>
                    <a:pt x="16510" y="39370"/>
                  </a:lnTo>
                  <a:lnTo>
                    <a:pt x="15240" y="39370"/>
                  </a:lnTo>
                  <a:lnTo>
                    <a:pt x="15240" y="44450"/>
                  </a:lnTo>
                  <a:lnTo>
                    <a:pt x="13970" y="44450"/>
                  </a:lnTo>
                  <a:lnTo>
                    <a:pt x="13970" y="49530"/>
                  </a:lnTo>
                  <a:lnTo>
                    <a:pt x="384810" y="49530"/>
                  </a:lnTo>
                  <a:lnTo>
                    <a:pt x="384810" y="44450"/>
                  </a:lnTo>
                  <a:close/>
                </a:path>
                <a:path w="398779" h="102869">
                  <a:moveTo>
                    <a:pt x="388620" y="59690"/>
                  </a:moveTo>
                  <a:lnTo>
                    <a:pt x="387350" y="59690"/>
                  </a:lnTo>
                  <a:lnTo>
                    <a:pt x="387350" y="54610"/>
                  </a:lnTo>
                  <a:lnTo>
                    <a:pt x="386067" y="54610"/>
                  </a:lnTo>
                  <a:lnTo>
                    <a:pt x="386067" y="50800"/>
                  </a:lnTo>
                  <a:lnTo>
                    <a:pt x="386067" y="49542"/>
                  </a:lnTo>
                  <a:lnTo>
                    <a:pt x="12700" y="49542"/>
                  </a:lnTo>
                  <a:lnTo>
                    <a:pt x="12700" y="50800"/>
                  </a:lnTo>
                  <a:lnTo>
                    <a:pt x="12700" y="54610"/>
                  </a:lnTo>
                  <a:lnTo>
                    <a:pt x="11430" y="54610"/>
                  </a:lnTo>
                  <a:lnTo>
                    <a:pt x="11430" y="59690"/>
                  </a:lnTo>
                  <a:lnTo>
                    <a:pt x="10160" y="59690"/>
                  </a:lnTo>
                  <a:lnTo>
                    <a:pt x="10160" y="66040"/>
                  </a:lnTo>
                  <a:lnTo>
                    <a:pt x="388620" y="66040"/>
                  </a:lnTo>
                  <a:lnTo>
                    <a:pt x="388620" y="59690"/>
                  </a:lnTo>
                  <a:close/>
                </a:path>
                <a:path w="398779" h="102869">
                  <a:moveTo>
                    <a:pt x="392417" y="76200"/>
                  </a:moveTo>
                  <a:lnTo>
                    <a:pt x="391160" y="76200"/>
                  </a:lnTo>
                  <a:lnTo>
                    <a:pt x="391160" y="71120"/>
                  </a:lnTo>
                  <a:lnTo>
                    <a:pt x="389890" y="71120"/>
                  </a:lnTo>
                  <a:lnTo>
                    <a:pt x="389890" y="66052"/>
                  </a:lnTo>
                  <a:lnTo>
                    <a:pt x="8890" y="66052"/>
                  </a:lnTo>
                  <a:lnTo>
                    <a:pt x="8890" y="71120"/>
                  </a:lnTo>
                  <a:lnTo>
                    <a:pt x="7620" y="71120"/>
                  </a:lnTo>
                  <a:lnTo>
                    <a:pt x="7620" y="76200"/>
                  </a:lnTo>
                  <a:lnTo>
                    <a:pt x="6350" y="76200"/>
                  </a:lnTo>
                  <a:lnTo>
                    <a:pt x="6350" y="81280"/>
                  </a:lnTo>
                  <a:lnTo>
                    <a:pt x="392417" y="81280"/>
                  </a:lnTo>
                  <a:lnTo>
                    <a:pt x="392417" y="76200"/>
                  </a:lnTo>
                  <a:close/>
                </a:path>
                <a:path w="398779" h="102869">
                  <a:moveTo>
                    <a:pt x="394970" y="86360"/>
                  </a:moveTo>
                  <a:lnTo>
                    <a:pt x="393700" y="86360"/>
                  </a:lnTo>
                  <a:lnTo>
                    <a:pt x="393700" y="81292"/>
                  </a:lnTo>
                  <a:lnTo>
                    <a:pt x="5080" y="81292"/>
                  </a:lnTo>
                  <a:lnTo>
                    <a:pt x="5080" y="86360"/>
                  </a:lnTo>
                  <a:lnTo>
                    <a:pt x="3810" y="86360"/>
                  </a:lnTo>
                  <a:lnTo>
                    <a:pt x="3810" y="91440"/>
                  </a:lnTo>
                  <a:lnTo>
                    <a:pt x="394970" y="91440"/>
                  </a:lnTo>
                  <a:lnTo>
                    <a:pt x="394970" y="86360"/>
                  </a:lnTo>
                  <a:close/>
                </a:path>
                <a:path w="398779" h="102869">
                  <a:moveTo>
                    <a:pt x="398767" y="101600"/>
                  </a:moveTo>
                  <a:lnTo>
                    <a:pt x="397510" y="101600"/>
                  </a:lnTo>
                  <a:lnTo>
                    <a:pt x="397510" y="96520"/>
                  </a:lnTo>
                  <a:lnTo>
                    <a:pt x="396240" y="96520"/>
                  </a:lnTo>
                  <a:lnTo>
                    <a:pt x="396240" y="91452"/>
                  </a:lnTo>
                  <a:lnTo>
                    <a:pt x="2540" y="91452"/>
                  </a:lnTo>
                  <a:lnTo>
                    <a:pt x="2540" y="96520"/>
                  </a:lnTo>
                  <a:lnTo>
                    <a:pt x="1270" y="96520"/>
                  </a:lnTo>
                  <a:lnTo>
                    <a:pt x="1270" y="101600"/>
                  </a:lnTo>
                  <a:lnTo>
                    <a:pt x="0" y="101600"/>
                  </a:lnTo>
                  <a:lnTo>
                    <a:pt x="0" y="102870"/>
                  </a:lnTo>
                  <a:lnTo>
                    <a:pt x="398767" y="102870"/>
                  </a:lnTo>
                  <a:lnTo>
                    <a:pt x="398767" y="101600"/>
                  </a:lnTo>
                  <a:close/>
                </a:path>
              </a:pathLst>
            </a:custGeom>
            <a:solidFill>
              <a:srgbClr val="001600"/>
            </a:solidFill>
          </p:spPr>
          <p:txBody>
            <a:bodyPr wrap="square" lIns="0" tIns="0" rIns="0" bIns="0" rtlCol="0"/>
            <a:lstStyle/>
            <a:p/>
          </p:txBody>
        </p:sp>
        <p:sp>
          <p:nvSpPr>
            <p:cNvPr id="446" name="object 446"/>
            <p:cNvSpPr/>
            <p:nvPr/>
          </p:nvSpPr>
          <p:spPr>
            <a:xfrm>
              <a:off x="4453890" y="2312669"/>
              <a:ext cx="424180" cy="52069"/>
            </a:xfrm>
            <a:custGeom>
              <a:avLst/>
              <a:gdLst/>
              <a:ahLst/>
              <a:cxnLst/>
              <a:rect l="l" t="t" r="r" b="b"/>
              <a:pathLst>
                <a:path w="424179" h="52069">
                  <a:moveTo>
                    <a:pt x="411467" y="0"/>
                  </a:moveTo>
                  <a:lnTo>
                    <a:pt x="12700" y="0"/>
                  </a:lnTo>
                  <a:lnTo>
                    <a:pt x="12700" y="3810"/>
                  </a:lnTo>
                  <a:lnTo>
                    <a:pt x="411467" y="3810"/>
                  </a:lnTo>
                  <a:lnTo>
                    <a:pt x="411467" y="0"/>
                  </a:lnTo>
                  <a:close/>
                </a:path>
                <a:path w="424179" h="52069">
                  <a:moveTo>
                    <a:pt x="415290" y="13970"/>
                  </a:moveTo>
                  <a:lnTo>
                    <a:pt x="414020" y="13970"/>
                  </a:lnTo>
                  <a:lnTo>
                    <a:pt x="414020" y="8890"/>
                  </a:lnTo>
                  <a:lnTo>
                    <a:pt x="412750" y="8890"/>
                  </a:lnTo>
                  <a:lnTo>
                    <a:pt x="412750" y="3822"/>
                  </a:lnTo>
                  <a:lnTo>
                    <a:pt x="11430" y="3822"/>
                  </a:lnTo>
                  <a:lnTo>
                    <a:pt x="11430" y="8890"/>
                  </a:lnTo>
                  <a:lnTo>
                    <a:pt x="10160" y="8890"/>
                  </a:lnTo>
                  <a:lnTo>
                    <a:pt x="10160" y="13970"/>
                  </a:lnTo>
                  <a:lnTo>
                    <a:pt x="8890" y="13970"/>
                  </a:lnTo>
                  <a:lnTo>
                    <a:pt x="8890" y="20320"/>
                  </a:lnTo>
                  <a:lnTo>
                    <a:pt x="415290" y="20320"/>
                  </a:lnTo>
                  <a:lnTo>
                    <a:pt x="415290" y="13970"/>
                  </a:lnTo>
                  <a:close/>
                </a:path>
                <a:path w="424179" h="52069">
                  <a:moveTo>
                    <a:pt x="419100" y="30480"/>
                  </a:moveTo>
                  <a:lnTo>
                    <a:pt x="417817" y="30480"/>
                  </a:lnTo>
                  <a:lnTo>
                    <a:pt x="417817" y="25400"/>
                  </a:lnTo>
                  <a:lnTo>
                    <a:pt x="416560" y="25400"/>
                  </a:lnTo>
                  <a:lnTo>
                    <a:pt x="416560" y="20332"/>
                  </a:lnTo>
                  <a:lnTo>
                    <a:pt x="7620" y="20332"/>
                  </a:lnTo>
                  <a:lnTo>
                    <a:pt x="7620" y="25400"/>
                  </a:lnTo>
                  <a:lnTo>
                    <a:pt x="6350" y="25400"/>
                  </a:lnTo>
                  <a:lnTo>
                    <a:pt x="6350" y="30480"/>
                  </a:lnTo>
                  <a:lnTo>
                    <a:pt x="5080" y="30480"/>
                  </a:lnTo>
                  <a:lnTo>
                    <a:pt x="5080" y="35560"/>
                  </a:lnTo>
                  <a:lnTo>
                    <a:pt x="419100" y="35560"/>
                  </a:lnTo>
                  <a:lnTo>
                    <a:pt x="419100" y="30480"/>
                  </a:lnTo>
                  <a:close/>
                </a:path>
                <a:path w="424179" h="52069">
                  <a:moveTo>
                    <a:pt x="421640" y="40640"/>
                  </a:moveTo>
                  <a:lnTo>
                    <a:pt x="420370" y="40640"/>
                  </a:lnTo>
                  <a:lnTo>
                    <a:pt x="420370" y="35572"/>
                  </a:lnTo>
                  <a:lnTo>
                    <a:pt x="3810" y="35572"/>
                  </a:lnTo>
                  <a:lnTo>
                    <a:pt x="3810" y="40640"/>
                  </a:lnTo>
                  <a:lnTo>
                    <a:pt x="2540" y="40640"/>
                  </a:lnTo>
                  <a:lnTo>
                    <a:pt x="2540" y="45720"/>
                  </a:lnTo>
                  <a:lnTo>
                    <a:pt x="421640" y="45720"/>
                  </a:lnTo>
                  <a:lnTo>
                    <a:pt x="421640" y="40640"/>
                  </a:lnTo>
                  <a:close/>
                </a:path>
                <a:path w="424179" h="52069">
                  <a:moveTo>
                    <a:pt x="424167" y="50800"/>
                  </a:moveTo>
                  <a:lnTo>
                    <a:pt x="422910" y="50800"/>
                  </a:lnTo>
                  <a:lnTo>
                    <a:pt x="422910" y="45732"/>
                  </a:lnTo>
                  <a:lnTo>
                    <a:pt x="1270" y="45732"/>
                  </a:lnTo>
                  <a:lnTo>
                    <a:pt x="1270" y="50800"/>
                  </a:lnTo>
                  <a:lnTo>
                    <a:pt x="0" y="50800"/>
                  </a:lnTo>
                  <a:lnTo>
                    <a:pt x="0" y="52070"/>
                  </a:lnTo>
                  <a:lnTo>
                    <a:pt x="424167" y="52070"/>
                  </a:lnTo>
                  <a:lnTo>
                    <a:pt x="424167" y="50800"/>
                  </a:lnTo>
                  <a:close/>
                </a:path>
              </a:pathLst>
            </a:custGeom>
            <a:solidFill>
              <a:srgbClr val="001700"/>
            </a:solidFill>
          </p:spPr>
          <p:txBody>
            <a:bodyPr wrap="square" lIns="0" tIns="0" rIns="0" bIns="0" rtlCol="0"/>
            <a:lstStyle/>
            <a:p/>
          </p:txBody>
        </p:sp>
        <p:sp>
          <p:nvSpPr>
            <p:cNvPr id="447" name="object 447"/>
            <p:cNvSpPr/>
            <p:nvPr/>
          </p:nvSpPr>
          <p:spPr>
            <a:xfrm>
              <a:off x="4441190" y="2364739"/>
              <a:ext cx="449580" cy="52069"/>
            </a:xfrm>
            <a:custGeom>
              <a:avLst/>
              <a:gdLst/>
              <a:ahLst/>
              <a:cxnLst/>
              <a:rect l="l" t="t" r="r" b="b"/>
              <a:pathLst>
                <a:path w="449579" h="52069">
                  <a:moveTo>
                    <a:pt x="438150" y="3810"/>
                  </a:moveTo>
                  <a:lnTo>
                    <a:pt x="436867" y="3810"/>
                  </a:lnTo>
                  <a:lnTo>
                    <a:pt x="436867" y="0"/>
                  </a:lnTo>
                  <a:lnTo>
                    <a:pt x="12700" y="0"/>
                  </a:lnTo>
                  <a:lnTo>
                    <a:pt x="12700" y="3810"/>
                  </a:lnTo>
                  <a:lnTo>
                    <a:pt x="11430" y="3810"/>
                  </a:lnTo>
                  <a:lnTo>
                    <a:pt x="11430" y="8890"/>
                  </a:lnTo>
                  <a:lnTo>
                    <a:pt x="438150" y="8890"/>
                  </a:lnTo>
                  <a:lnTo>
                    <a:pt x="438150" y="3810"/>
                  </a:lnTo>
                  <a:close/>
                </a:path>
                <a:path w="449579" h="52069">
                  <a:moveTo>
                    <a:pt x="440690" y="13970"/>
                  </a:moveTo>
                  <a:lnTo>
                    <a:pt x="439420" y="13970"/>
                  </a:lnTo>
                  <a:lnTo>
                    <a:pt x="439420" y="8902"/>
                  </a:lnTo>
                  <a:lnTo>
                    <a:pt x="10160" y="8902"/>
                  </a:lnTo>
                  <a:lnTo>
                    <a:pt x="10160" y="13970"/>
                  </a:lnTo>
                  <a:lnTo>
                    <a:pt x="8890" y="13970"/>
                  </a:lnTo>
                  <a:lnTo>
                    <a:pt x="8890" y="19050"/>
                  </a:lnTo>
                  <a:lnTo>
                    <a:pt x="440690" y="19050"/>
                  </a:lnTo>
                  <a:lnTo>
                    <a:pt x="440690" y="13970"/>
                  </a:lnTo>
                  <a:close/>
                </a:path>
                <a:path w="449579" h="52069">
                  <a:moveTo>
                    <a:pt x="445770" y="35560"/>
                  </a:moveTo>
                  <a:lnTo>
                    <a:pt x="444500" y="35560"/>
                  </a:lnTo>
                  <a:lnTo>
                    <a:pt x="444500" y="30480"/>
                  </a:lnTo>
                  <a:lnTo>
                    <a:pt x="443217" y="30480"/>
                  </a:lnTo>
                  <a:lnTo>
                    <a:pt x="443217" y="24130"/>
                  </a:lnTo>
                  <a:lnTo>
                    <a:pt x="441960" y="24130"/>
                  </a:lnTo>
                  <a:lnTo>
                    <a:pt x="441960" y="19062"/>
                  </a:lnTo>
                  <a:lnTo>
                    <a:pt x="7620" y="19062"/>
                  </a:lnTo>
                  <a:lnTo>
                    <a:pt x="7620" y="24130"/>
                  </a:lnTo>
                  <a:lnTo>
                    <a:pt x="6350" y="24130"/>
                  </a:lnTo>
                  <a:lnTo>
                    <a:pt x="6350" y="30480"/>
                  </a:lnTo>
                  <a:lnTo>
                    <a:pt x="5080" y="30480"/>
                  </a:lnTo>
                  <a:lnTo>
                    <a:pt x="5080" y="35560"/>
                  </a:lnTo>
                  <a:lnTo>
                    <a:pt x="3810" y="35560"/>
                  </a:lnTo>
                  <a:lnTo>
                    <a:pt x="3810" y="40640"/>
                  </a:lnTo>
                  <a:lnTo>
                    <a:pt x="445770" y="40640"/>
                  </a:lnTo>
                  <a:lnTo>
                    <a:pt x="445770" y="35560"/>
                  </a:lnTo>
                  <a:close/>
                </a:path>
                <a:path w="449579" h="52069">
                  <a:moveTo>
                    <a:pt x="448310" y="45720"/>
                  </a:moveTo>
                  <a:lnTo>
                    <a:pt x="447040" y="45720"/>
                  </a:lnTo>
                  <a:lnTo>
                    <a:pt x="447040" y="40652"/>
                  </a:lnTo>
                  <a:lnTo>
                    <a:pt x="2540" y="40652"/>
                  </a:lnTo>
                  <a:lnTo>
                    <a:pt x="2540" y="45720"/>
                  </a:lnTo>
                  <a:lnTo>
                    <a:pt x="1270" y="45720"/>
                  </a:lnTo>
                  <a:lnTo>
                    <a:pt x="1270" y="50800"/>
                  </a:lnTo>
                  <a:lnTo>
                    <a:pt x="448310" y="50800"/>
                  </a:lnTo>
                  <a:lnTo>
                    <a:pt x="448310" y="45720"/>
                  </a:lnTo>
                  <a:close/>
                </a:path>
                <a:path w="449579" h="52069">
                  <a:moveTo>
                    <a:pt x="449567" y="50812"/>
                  </a:moveTo>
                  <a:lnTo>
                    <a:pt x="0" y="50812"/>
                  </a:lnTo>
                  <a:lnTo>
                    <a:pt x="0" y="52070"/>
                  </a:lnTo>
                  <a:lnTo>
                    <a:pt x="449567" y="52070"/>
                  </a:lnTo>
                  <a:lnTo>
                    <a:pt x="449567" y="50812"/>
                  </a:lnTo>
                  <a:close/>
                </a:path>
              </a:pathLst>
            </a:custGeom>
            <a:solidFill>
              <a:srgbClr val="001800"/>
            </a:solidFill>
          </p:spPr>
          <p:txBody>
            <a:bodyPr wrap="square" lIns="0" tIns="0" rIns="0" bIns="0" rtlCol="0"/>
            <a:lstStyle/>
            <a:p/>
          </p:txBody>
        </p:sp>
        <p:sp>
          <p:nvSpPr>
            <p:cNvPr id="448" name="object 448"/>
            <p:cNvSpPr/>
            <p:nvPr/>
          </p:nvSpPr>
          <p:spPr>
            <a:xfrm>
              <a:off x="4429760" y="2416809"/>
              <a:ext cx="472440" cy="50800"/>
            </a:xfrm>
            <a:custGeom>
              <a:avLst/>
              <a:gdLst/>
              <a:ahLst/>
              <a:cxnLst/>
              <a:rect l="l" t="t" r="r" b="b"/>
              <a:pathLst>
                <a:path w="472439" h="50800">
                  <a:moveTo>
                    <a:pt x="463550" y="8890"/>
                  </a:moveTo>
                  <a:lnTo>
                    <a:pt x="462280" y="8890"/>
                  </a:lnTo>
                  <a:lnTo>
                    <a:pt x="462280" y="3810"/>
                  </a:lnTo>
                  <a:lnTo>
                    <a:pt x="460997" y="3810"/>
                  </a:lnTo>
                  <a:lnTo>
                    <a:pt x="460997" y="0"/>
                  </a:lnTo>
                  <a:lnTo>
                    <a:pt x="11430" y="0"/>
                  </a:lnTo>
                  <a:lnTo>
                    <a:pt x="11430" y="3810"/>
                  </a:lnTo>
                  <a:lnTo>
                    <a:pt x="10160" y="3810"/>
                  </a:lnTo>
                  <a:lnTo>
                    <a:pt x="10160" y="8890"/>
                  </a:lnTo>
                  <a:lnTo>
                    <a:pt x="8890" y="8890"/>
                  </a:lnTo>
                  <a:lnTo>
                    <a:pt x="8890" y="13970"/>
                  </a:lnTo>
                  <a:lnTo>
                    <a:pt x="463550" y="13970"/>
                  </a:lnTo>
                  <a:lnTo>
                    <a:pt x="463550" y="8890"/>
                  </a:lnTo>
                  <a:close/>
                </a:path>
                <a:path w="472439" h="50800">
                  <a:moveTo>
                    <a:pt x="466090" y="19050"/>
                  </a:moveTo>
                  <a:lnTo>
                    <a:pt x="464820" y="19050"/>
                  </a:lnTo>
                  <a:lnTo>
                    <a:pt x="464820" y="13982"/>
                  </a:lnTo>
                  <a:lnTo>
                    <a:pt x="7620" y="13982"/>
                  </a:lnTo>
                  <a:lnTo>
                    <a:pt x="7620" y="19050"/>
                  </a:lnTo>
                  <a:lnTo>
                    <a:pt x="6350" y="19050"/>
                  </a:lnTo>
                  <a:lnTo>
                    <a:pt x="6350" y="24130"/>
                  </a:lnTo>
                  <a:lnTo>
                    <a:pt x="466090" y="24130"/>
                  </a:lnTo>
                  <a:lnTo>
                    <a:pt x="466090" y="19050"/>
                  </a:lnTo>
                  <a:close/>
                </a:path>
                <a:path w="472439" h="50800">
                  <a:moveTo>
                    <a:pt x="471170" y="40640"/>
                  </a:moveTo>
                  <a:lnTo>
                    <a:pt x="469900" y="40640"/>
                  </a:lnTo>
                  <a:lnTo>
                    <a:pt x="469900" y="35560"/>
                  </a:lnTo>
                  <a:lnTo>
                    <a:pt x="469900" y="34290"/>
                  </a:lnTo>
                  <a:lnTo>
                    <a:pt x="468630" y="34290"/>
                  </a:lnTo>
                  <a:lnTo>
                    <a:pt x="468630" y="29210"/>
                  </a:lnTo>
                  <a:lnTo>
                    <a:pt x="467347" y="29210"/>
                  </a:lnTo>
                  <a:lnTo>
                    <a:pt x="467347" y="24142"/>
                  </a:lnTo>
                  <a:lnTo>
                    <a:pt x="5080" y="24142"/>
                  </a:lnTo>
                  <a:lnTo>
                    <a:pt x="5080" y="29210"/>
                  </a:lnTo>
                  <a:lnTo>
                    <a:pt x="3810" y="29210"/>
                  </a:lnTo>
                  <a:lnTo>
                    <a:pt x="3810" y="34290"/>
                  </a:lnTo>
                  <a:lnTo>
                    <a:pt x="3810" y="35560"/>
                  </a:lnTo>
                  <a:lnTo>
                    <a:pt x="2540" y="35560"/>
                  </a:lnTo>
                  <a:lnTo>
                    <a:pt x="2540" y="40640"/>
                  </a:lnTo>
                  <a:lnTo>
                    <a:pt x="1270" y="40640"/>
                  </a:lnTo>
                  <a:lnTo>
                    <a:pt x="1270" y="45720"/>
                  </a:lnTo>
                  <a:lnTo>
                    <a:pt x="471170" y="45720"/>
                  </a:lnTo>
                  <a:lnTo>
                    <a:pt x="471170" y="40640"/>
                  </a:lnTo>
                  <a:close/>
                </a:path>
                <a:path w="472439" h="50800">
                  <a:moveTo>
                    <a:pt x="472440" y="45732"/>
                  </a:moveTo>
                  <a:lnTo>
                    <a:pt x="0" y="45732"/>
                  </a:lnTo>
                  <a:lnTo>
                    <a:pt x="0" y="50800"/>
                  </a:lnTo>
                  <a:lnTo>
                    <a:pt x="472440" y="50800"/>
                  </a:lnTo>
                  <a:lnTo>
                    <a:pt x="472440" y="45732"/>
                  </a:lnTo>
                  <a:close/>
                </a:path>
              </a:pathLst>
            </a:custGeom>
            <a:solidFill>
              <a:srgbClr val="001900"/>
            </a:solidFill>
          </p:spPr>
          <p:txBody>
            <a:bodyPr wrap="square" lIns="0" tIns="0" rIns="0" bIns="0" rtlCol="0"/>
            <a:lstStyle/>
            <a:p/>
          </p:txBody>
        </p:sp>
        <p:sp>
          <p:nvSpPr>
            <p:cNvPr id="449" name="object 449"/>
            <p:cNvSpPr/>
            <p:nvPr/>
          </p:nvSpPr>
          <p:spPr>
            <a:xfrm>
              <a:off x="4417060" y="2467609"/>
              <a:ext cx="497840" cy="52069"/>
            </a:xfrm>
            <a:custGeom>
              <a:avLst/>
              <a:gdLst/>
              <a:ahLst/>
              <a:cxnLst/>
              <a:rect l="l" t="t" r="r" b="b"/>
              <a:pathLst>
                <a:path w="497839" h="52069">
                  <a:moveTo>
                    <a:pt x="486397" y="0"/>
                  </a:moveTo>
                  <a:lnTo>
                    <a:pt x="11430" y="0"/>
                  </a:lnTo>
                  <a:lnTo>
                    <a:pt x="11430" y="5080"/>
                  </a:lnTo>
                  <a:lnTo>
                    <a:pt x="486397" y="5080"/>
                  </a:lnTo>
                  <a:lnTo>
                    <a:pt x="486397" y="0"/>
                  </a:lnTo>
                  <a:close/>
                </a:path>
                <a:path w="497839" h="52069">
                  <a:moveTo>
                    <a:pt x="490220" y="15240"/>
                  </a:moveTo>
                  <a:lnTo>
                    <a:pt x="488950" y="15240"/>
                  </a:lnTo>
                  <a:lnTo>
                    <a:pt x="488950" y="10160"/>
                  </a:lnTo>
                  <a:lnTo>
                    <a:pt x="487680" y="10160"/>
                  </a:lnTo>
                  <a:lnTo>
                    <a:pt x="487680" y="5092"/>
                  </a:lnTo>
                  <a:lnTo>
                    <a:pt x="10160" y="5092"/>
                  </a:lnTo>
                  <a:lnTo>
                    <a:pt x="10160" y="10160"/>
                  </a:lnTo>
                  <a:lnTo>
                    <a:pt x="8890" y="10160"/>
                  </a:lnTo>
                  <a:lnTo>
                    <a:pt x="8890" y="15240"/>
                  </a:lnTo>
                  <a:lnTo>
                    <a:pt x="7620" y="15240"/>
                  </a:lnTo>
                  <a:lnTo>
                    <a:pt x="7620" y="20320"/>
                  </a:lnTo>
                  <a:lnTo>
                    <a:pt x="490220" y="20320"/>
                  </a:lnTo>
                  <a:lnTo>
                    <a:pt x="490220" y="15240"/>
                  </a:lnTo>
                  <a:close/>
                </a:path>
                <a:path w="497839" h="52069">
                  <a:moveTo>
                    <a:pt x="492747" y="25400"/>
                  </a:moveTo>
                  <a:lnTo>
                    <a:pt x="491490" y="25400"/>
                  </a:lnTo>
                  <a:lnTo>
                    <a:pt x="491490" y="20332"/>
                  </a:lnTo>
                  <a:lnTo>
                    <a:pt x="6350" y="20332"/>
                  </a:lnTo>
                  <a:lnTo>
                    <a:pt x="6350" y="25400"/>
                  </a:lnTo>
                  <a:lnTo>
                    <a:pt x="5080" y="25400"/>
                  </a:lnTo>
                  <a:lnTo>
                    <a:pt x="5080" y="30480"/>
                  </a:lnTo>
                  <a:lnTo>
                    <a:pt x="492747" y="30480"/>
                  </a:lnTo>
                  <a:lnTo>
                    <a:pt x="492747" y="25400"/>
                  </a:lnTo>
                  <a:close/>
                </a:path>
                <a:path w="497839" h="52069">
                  <a:moveTo>
                    <a:pt x="497840" y="46990"/>
                  </a:moveTo>
                  <a:lnTo>
                    <a:pt x="496570" y="46990"/>
                  </a:lnTo>
                  <a:lnTo>
                    <a:pt x="496570" y="40640"/>
                  </a:lnTo>
                  <a:lnTo>
                    <a:pt x="495300" y="40640"/>
                  </a:lnTo>
                  <a:lnTo>
                    <a:pt x="495300" y="35560"/>
                  </a:lnTo>
                  <a:lnTo>
                    <a:pt x="494030" y="35560"/>
                  </a:lnTo>
                  <a:lnTo>
                    <a:pt x="494030" y="30492"/>
                  </a:lnTo>
                  <a:lnTo>
                    <a:pt x="3810" y="30492"/>
                  </a:lnTo>
                  <a:lnTo>
                    <a:pt x="3810" y="35560"/>
                  </a:lnTo>
                  <a:lnTo>
                    <a:pt x="2540" y="35560"/>
                  </a:lnTo>
                  <a:lnTo>
                    <a:pt x="2540" y="40640"/>
                  </a:lnTo>
                  <a:lnTo>
                    <a:pt x="1270" y="40640"/>
                  </a:lnTo>
                  <a:lnTo>
                    <a:pt x="1270" y="46990"/>
                  </a:lnTo>
                  <a:lnTo>
                    <a:pt x="0" y="46990"/>
                  </a:lnTo>
                  <a:lnTo>
                    <a:pt x="0" y="52070"/>
                  </a:lnTo>
                  <a:lnTo>
                    <a:pt x="497840" y="52070"/>
                  </a:lnTo>
                  <a:lnTo>
                    <a:pt x="497840" y="46990"/>
                  </a:lnTo>
                  <a:close/>
                </a:path>
              </a:pathLst>
            </a:custGeom>
            <a:solidFill>
              <a:srgbClr val="001A00"/>
            </a:solidFill>
          </p:spPr>
          <p:txBody>
            <a:bodyPr wrap="square" lIns="0" tIns="0" rIns="0" bIns="0" rtlCol="0"/>
            <a:lstStyle/>
            <a:p/>
          </p:txBody>
        </p:sp>
        <p:sp>
          <p:nvSpPr>
            <p:cNvPr id="450" name="object 450"/>
            <p:cNvSpPr/>
            <p:nvPr/>
          </p:nvSpPr>
          <p:spPr>
            <a:xfrm>
              <a:off x="4403090" y="2519692"/>
              <a:ext cx="525780" cy="52069"/>
            </a:xfrm>
            <a:custGeom>
              <a:avLst/>
              <a:gdLst/>
              <a:ahLst/>
              <a:cxnLst/>
              <a:rect l="l" t="t" r="r" b="b"/>
              <a:pathLst>
                <a:path w="525779" h="52069">
                  <a:moveTo>
                    <a:pt x="514350" y="5067"/>
                  </a:moveTo>
                  <a:lnTo>
                    <a:pt x="513067" y="5067"/>
                  </a:lnTo>
                  <a:lnTo>
                    <a:pt x="513067" y="0"/>
                  </a:lnTo>
                  <a:lnTo>
                    <a:pt x="12700" y="0"/>
                  </a:lnTo>
                  <a:lnTo>
                    <a:pt x="12700" y="5067"/>
                  </a:lnTo>
                  <a:lnTo>
                    <a:pt x="11430" y="5067"/>
                  </a:lnTo>
                  <a:lnTo>
                    <a:pt x="11430" y="10147"/>
                  </a:lnTo>
                  <a:lnTo>
                    <a:pt x="514350" y="10147"/>
                  </a:lnTo>
                  <a:lnTo>
                    <a:pt x="514350" y="5067"/>
                  </a:lnTo>
                  <a:close/>
                </a:path>
                <a:path w="525779" h="52069">
                  <a:moveTo>
                    <a:pt x="518160" y="20307"/>
                  </a:moveTo>
                  <a:lnTo>
                    <a:pt x="516890" y="20307"/>
                  </a:lnTo>
                  <a:lnTo>
                    <a:pt x="516890" y="15227"/>
                  </a:lnTo>
                  <a:lnTo>
                    <a:pt x="515620" y="15227"/>
                  </a:lnTo>
                  <a:lnTo>
                    <a:pt x="515620" y="10160"/>
                  </a:lnTo>
                  <a:lnTo>
                    <a:pt x="10160" y="10160"/>
                  </a:lnTo>
                  <a:lnTo>
                    <a:pt x="10160" y="15227"/>
                  </a:lnTo>
                  <a:lnTo>
                    <a:pt x="8890" y="15227"/>
                  </a:lnTo>
                  <a:lnTo>
                    <a:pt x="8890" y="20307"/>
                  </a:lnTo>
                  <a:lnTo>
                    <a:pt x="7620" y="20307"/>
                  </a:lnTo>
                  <a:lnTo>
                    <a:pt x="7620" y="25387"/>
                  </a:lnTo>
                  <a:lnTo>
                    <a:pt x="518160" y="25387"/>
                  </a:lnTo>
                  <a:lnTo>
                    <a:pt x="518160" y="20307"/>
                  </a:lnTo>
                  <a:close/>
                </a:path>
                <a:path w="525779" h="52069">
                  <a:moveTo>
                    <a:pt x="520700" y="30467"/>
                  </a:moveTo>
                  <a:lnTo>
                    <a:pt x="519417" y="30467"/>
                  </a:lnTo>
                  <a:lnTo>
                    <a:pt x="519417" y="25400"/>
                  </a:lnTo>
                  <a:lnTo>
                    <a:pt x="6350" y="25400"/>
                  </a:lnTo>
                  <a:lnTo>
                    <a:pt x="6350" y="30467"/>
                  </a:lnTo>
                  <a:lnTo>
                    <a:pt x="5080" y="30467"/>
                  </a:lnTo>
                  <a:lnTo>
                    <a:pt x="5080" y="35547"/>
                  </a:lnTo>
                  <a:lnTo>
                    <a:pt x="520700" y="35547"/>
                  </a:lnTo>
                  <a:lnTo>
                    <a:pt x="520700" y="30467"/>
                  </a:lnTo>
                  <a:close/>
                </a:path>
                <a:path w="525779" h="52069">
                  <a:moveTo>
                    <a:pt x="525767" y="50787"/>
                  </a:moveTo>
                  <a:lnTo>
                    <a:pt x="524510" y="50787"/>
                  </a:lnTo>
                  <a:lnTo>
                    <a:pt x="524510" y="45707"/>
                  </a:lnTo>
                  <a:lnTo>
                    <a:pt x="523240" y="45707"/>
                  </a:lnTo>
                  <a:lnTo>
                    <a:pt x="523240" y="40627"/>
                  </a:lnTo>
                  <a:lnTo>
                    <a:pt x="521970" y="40627"/>
                  </a:lnTo>
                  <a:lnTo>
                    <a:pt x="521970" y="35560"/>
                  </a:lnTo>
                  <a:lnTo>
                    <a:pt x="3810" y="35560"/>
                  </a:lnTo>
                  <a:lnTo>
                    <a:pt x="3810" y="40627"/>
                  </a:lnTo>
                  <a:lnTo>
                    <a:pt x="2540" y="40627"/>
                  </a:lnTo>
                  <a:lnTo>
                    <a:pt x="2540" y="45707"/>
                  </a:lnTo>
                  <a:lnTo>
                    <a:pt x="1270" y="45707"/>
                  </a:lnTo>
                  <a:lnTo>
                    <a:pt x="1270" y="50787"/>
                  </a:lnTo>
                  <a:lnTo>
                    <a:pt x="0" y="50787"/>
                  </a:lnTo>
                  <a:lnTo>
                    <a:pt x="0" y="52057"/>
                  </a:lnTo>
                  <a:lnTo>
                    <a:pt x="525767" y="52057"/>
                  </a:lnTo>
                  <a:lnTo>
                    <a:pt x="525767" y="50787"/>
                  </a:lnTo>
                  <a:close/>
                </a:path>
              </a:pathLst>
            </a:custGeom>
            <a:solidFill>
              <a:srgbClr val="001B00"/>
            </a:solidFill>
          </p:spPr>
          <p:txBody>
            <a:bodyPr wrap="square" lIns="0" tIns="0" rIns="0" bIns="0" rtlCol="0"/>
            <a:lstStyle/>
            <a:p/>
          </p:txBody>
        </p:sp>
        <p:sp>
          <p:nvSpPr>
            <p:cNvPr id="451" name="object 451"/>
            <p:cNvSpPr/>
            <p:nvPr/>
          </p:nvSpPr>
          <p:spPr>
            <a:xfrm>
              <a:off x="4390390" y="2571749"/>
              <a:ext cx="551180" cy="52069"/>
            </a:xfrm>
            <a:custGeom>
              <a:avLst/>
              <a:gdLst/>
              <a:ahLst/>
              <a:cxnLst/>
              <a:rect l="l" t="t" r="r" b="b"/>
              <a:pathLst>
                <a:path w="551179" h="52069">
                  <a:moveTo>
                    <a:pt x="538467" y="0"/>
                  </a:moveTo>
                  <a:lnTo>
                    <a:pt x="12700" y="0"/>
                  </a:lnTo>
                  <a:lnTo>
                    <a:pt x="12700" y="5080"/>
                  </a:lnTo>
                  <a:lnTo>
                    <a:pt x="538467" y="5080"/>
                  </a:lnTo>
                  <a:lnTo>
                    <a:pt x="538467" y="0"/>
                  </a:lnTo>
                  <a:close/>
                </a:path>
                <a:path w="551179" h="52069">
                  <a:moveTo>
                    <a:pt x="541020" y="10160"/>
                  </a:moveTo>
                  <a:lnTo>
                    <a:pt x="539750" y="10160"/>
                  </a:lnTo>
                  <a:lnTo>
                    <a:pt x="539750" y="5092"/>
                  </a:lnTo>
                  <a:lnTo>
                    <a:pt x="11430" y="5092"/>
                  </a:lnTo>
                  <a:lnTo>
                    <a:pt x="11430" y="10160"/>
                  </a:lnTo>
                  <a:lnTo>
                    <a:pt x="10160" y="10160"/>
                  </a:lnTo>
                  <a:lnTo>
                    <a:pt x="10160" y="15240"/>
                  </a:lnTo>
                  <a:lnTo>
                    <a:pt x="541020" y="15240"/>
                  </a:lnTo>
                  <a:lnTo>
                    <a:pt x="541020" y="10160"/>
                  </a:lnTo>
                  <a:close/>
                </a:path>
                <a:path w="551179" h="52069">
                  <a:moveTo>
                    <a:pt x="544817" y="25400"/>
                  </a:moveTo>
                  <a:lnTo>
                    <a:pt x="543560" y="25400"/>
                  </a:lnTo>
                  <a:lnTo>
                    <a:pt x="543560" y="20320"/>
                  </a:lnTo>
                  <a:lnTo>
                    <a:pt x="542290" y="20320"/>
                  </a:lnTo>
                  <a:lnTo>
                    <a:pt x="542290" y="15252"/>
                  </a:lnTo>
                  <a:lnTo>
                    <a:pt x="8890" y="15252"/>
                  </a:lnTo>
                  <a:lnTo>
                    <a:pt x="8890" y="20320"/>
                  </a:lnTo>
                  <a:lnTo>
                    <a:pt x="7620" y="20320"/>
                  </a:lnTo>
                  <a:lnTo>
                    <a:pt x="7620" y="25400"/>
                  </a:lnTo>
                  <a:lnTo>
                    <a:pt x="6350" y="25400"/>
                  </a:lnTo>
                  <a:lnTo>
                    <a:pt x="6350" y="30480"/>
                  </a:lnTo>
                  <a:lnTo>
                    <a:pt x="544817" y="30480"/>
                  </a:lnTo>
                  <a:lnTo>
                    <a:pt x="544817" y="25400"/>
                  </a:lnTo>
                  <a:close/>
                </a:path>
                <a:path w="551179" h="52069">
                  <a:moveTo>
                    <a:pt x="551180" y="50800"/>
                  </a:moveTo>
                  <a:lnTo>
                    <a:pt x="549910" y="50800"/>
                  </a:lnTo>
                  <a:lnTo>
                    <a:pt x="549910" y="48260"/>
                  </a:lnTo>
                  <a:lnTo>
                    <a:pt x="549910" y="45720"/>
                  </a:lnTo>
                  <a:lnTo>
                    <a:pt x="548640" y="45720"/>
                  </a:lnTo>
                  <a:lnTo>
                    <a:pt x="548640" y="40640"/>
                  </a:lnTo>
                  <a:lnTo>
                    <a:pt x="547370" y="40640"/>
                  </a:lnTo>
                  <a:lnTo>
                    <a:pt x="547370" y="38100"/>
                  </a:lnTo>
                  <a:lnTo>
                    <a:pt x="547370" y="35560"/>
                  </a:lnTo>
                  <a:lnTo>
                    <a:pt x="546100" y="35560"/>
                  </a:lnTo>
                  <a:lnTo>
                    <a:pt x="546100" y="30492"/>
                  </a:lnTo>
                  <a:lnTo>
                    <a:pt x="5080" y="30492"/>
                  </a:lnTo>
                  <a:lnTo>
                    <a:pt x="5080" y="35560"/>
                  </a:lnTo>
                  <a:lnTo>
                    <a:pt x="3810" y="35560"/>
                  </a:lnTo>
                  <a:lnTo>
                    <a:pt x="3810" y="38100"/>
                  </a:lnTo>
                  <a:lnTo>
                    <a:pt x="3810" y="40640"/>
                  </a:lnTo>
                  <a:lnTo>
                    <a:pt x="2540" y="40640"/>
                  </a:lnTo>
                  <a:lnTo>
                    <a:pt x="2540" y="45720"/>
                  </a:lnTo>
                  <a:lnTo>
                    <a:pt x="1270" y="45720"/>
                  </a:lnTo>
                  <a:lnTo>
                    <a:pt x="1270" y="48260"/>
                  </a:lnTo>
                  <a:lnTo>
                    <a:pt x="1270" y="50800"/>
                  </a:lnTo>
                  <a:lnTo>
                    <a:pt x="0" y="50800"/>
                  </a:lnTo>
                  <a:lnTo>
                    <a:pt x="0" y="52070"/>
                  </a:lnTo>
                  <a:lnTo>
                    <a:pt x="270510" y="52070"/>
                  </a:lnTo>
                  <a:lnTo>
                    <a:pt x="270510" y="50800"/>
                  </a:lnTo>
                  <a:lnTo>
                    <a:pt x="270510" y="48260"/>
                  </a:lnTo>
                  <a:lnTo>
                    <a:pt x="271780" y="48260"/>
                  </a:lnTo>
                  <a:lnTo>
                    <a:pt x="271780" y="45720"/>
                  </a:lnTo>
                  <a:lnTo>
                    <a:pt x="271767" y="40640"/>
                  </a:lnTo>
                  <a:lnTo>
                    <a:pt x="271780" y="38100"/>
                  </a:lnTo>
                  <a:lnTo>
                    <a:pt x="273050" y="38100"/>
                  </a:lnTo>
                  <a:lnTo>
                    <a:pt x="273050" y="40640"/>
                  </a:lnTo>
                  <a:lnTo>
                    <a:pt x="273050" y="45720"/>
                  </a:lnTo>
                  <a:lnTo>
                    <a:pt x="273050" y="48260"/>
                  </a:lnTo>
                  <a:lnTo>
                    <a:pt x="274320" y="48260"/>
                  </a:lnTo>
                  <a:lnTo>
                    <a:pt x="274320" y="50800"/>
                  </a:lnTo>
                  <a:lnTo>
                    <a:pt x="274320" y="52070"/>
                  </a:lnTo>
                  <a:lnTo>
                    <a:pt x="551180" y="52070"/>
                  </a:lnTo>
                  <a:lnTo>
                    <a:pt x="551180" y="50800"/>
                  </a:lnTo>
                  <a:close/>
                </a:path>
              </a:pathLst>
            </a:custGeom>
            <a:solidFill>
              <a:srgbClr val="001C00"/>
            </a:solidFill>
          </p:spPr>
          <p:txBody>
            <a:bodyPr wrap="square" lIns="0" tIns="0" rIns="0" bIns="0" rtlCol="0"/>
            <a:lstStyle/>
            <a:p/>
          </p:txBody>
        </p:sp>
        <p:sp>
          <p:nvSpPr>
            <p:cNvPr id="452" name="object 452"/>
            <p:cNvSpPr/>
            <p:nvPr/>
          </p:nvSpPr>
          <p:spPr>
            <a:xfrm>
              <a:off x="4378960" y="2623819"/>
              <a:ext cx="574040" cy="50800"/>
            </a:xfrm>
            <a:custGeom>
              <a:avLst/>
              <a:gdLst/>
              <a:ahLst/>
              <a:cxnLst/>
              <a:rect l="l" t="t" r="r" b="b"/>
              <a:pathLst>
                <a:path w="574039" h="50800">
                  <a:moveTo>
                    <a:pt x="281940" y="0"/>
                  </a:moveTo>
                  <a:lnTo>
                    <a:pt x="11430" y="0"/>
                  </a:lnTo>
                  <a:lnTo>
                    <a:pt x="11430" y="3810"/>
                  </a:lnTo>
                  <a:lnTo>
                    <a:pt x="10160" y="3810"/>
                  </a:lnTo>
                  <a:lnTo>
                    <a:pt x="10160" y="6350"/>
                  </a:lnTo>
                  <a:lnTo>
                    <a:pt x="10160" y="10160"/>
                  </a:lnTo>
                  <a:lnTo>
                    <a:pt x="8890" y="10160"/>
                  </a:lnTo>
                  <a:lnTo>
                    <a:pt x="8890" y="15240"/>
                  </a:lnTo>
                  <a:lnTo>
                    <a:pt x="7620" y="15240"/>
                  </a:lnTo>
                  <a:lnTo>
                    <a:pt x="7620" y="16510"/>
                  </a:lnTo>
                  <a:lnTo>
                    <a:pt x="7620" y="20320"/>
                  </a:lnTo>
                  <a:lnTo>
                    <a:pt x="6350" y="20320"/>
                  </a:lnTo>
                  <a:lnTo>
                    <a:pt x="6350" y="25400"/>
                  </a:lnTo>
                  <a:lnTo>
                    <a:pt x="5080" y="25400"/>
                  </a:lnTo>
                  <a:lnTo>
                    <a:pt x="5080" y="26670"/>
                  </a:lnTo>
                  <a:lnTo>
                    <a:pt x="5080" y="30480"/>
                  </a:lnTo>
                  <a:lnTo>
                    <a:pt x="3810" y="30480"/>
                  </a:lnTo>
                  <a:lnTo>
                    <a:pt x="3810" y="35560"/>
                  </a:lnTo>
                  <a:lnTo>
                    <a:pt x="2540" y="35560"/>
                  </a:lnTo>
                  <a:lnTo>
                    <a:pt x="2540" y="36830"/>
                  </a:lnTo>
                  <a:lnTo>
                    <a:pt x="2540" y="40640"/>
                  </a:lnTo>
                  <a:lnTo>
                    <a:pt x="1270" y="40640"/>
                  </a:lnTo>
                  <a:lnTo>
                    <a:pt x="1270" y="45720"/>
                  </a:lnTo>
                  <a:lnTo>
                    <a:pt x="0" y="45720"/>
                  </a:lnTo>
                  <a:lnTo>
                    <a:pt x="0" y="46990"/>
                  </a:lnTo>
                  <a:lnTo>
                    <a:pt x="0" y="50800"/>
                  </a:lnTo>
                  <a:lnTo>
                    <a:pt x="275590" y="50800"/>
                  </a:lnTo>
                  <a:lnTo>
                    <a:pt x="275590" y="46990"/>
                  </a:lnTo>
                  <a:lnTo>
                    <a:pt x="276860" y="46990"/>
                  </a:lnTo>
                  <a:lnTo>
                    <a:pt x="276860" y="45720"/>
                  </a:lnTo>
                  <a:lnTo>
                    <a:pt x="276860" y="40640"/>
                  </a:lnTo>
                  <a:lnTo>
                    <a:pt x="276860" y="36830"/>
                  </a:lnTo>
                  <a:lnTo>
                    <a:pt x="278130" y="36830"/>
                  </a:lnTo>
                  <a:lnTo>
                    <a:pt x="278130" y="35560"/>
                  </a:lnTo>
                  <a:lnTo>
                    <a:pt x="278130" y="30480"/>
                  </a:lnTo>
                  <a:lnTo>
                    <a:pt x="278130" y="26670"/>
                  </a:lnTo>
                  <a:lnTo>
                    <a:pt x="279400" y="26670"/>
                  </a:lnTo>
                  <a:lnTo>
                    <a:pt x="279400" y="25400"/>
                  </a:lnTo>
                  <a:lnTo>
                    <a:pt x="279400" y="20320"/>
                  </a:lnTo>
                  <a:lnTo>
                    <a:pt x="279387" y="16510"/>
                  </a:lnTo>
                  <a:lnTo>
                    <a:pt x="280670" y="16510"/>
                  </a:lnTo>
                  <a:lnTo>
                    <a:pt x="280670" y="15240"/>
                  </a:lnTo>
                  <a:lnTo>
                    <a:pt x="280670" y="10160"/>
                  </a:lnTo>
                  <a:lnTo>
                    <a:pt x="280670" y="6350"/>
                  </a:lnTo>
                  <a:lnTo>
                    <a:pt x="281940" y="6350"/>
                  </a:lnTo>
                  <a:lnTo>
                    <a:pt x="281940" y="3810"/>
                  </a:lnTo>
                  <a:lnTo>
                    <a:pt x="281940" y="0"/>
                  </a:lnTo>
                  <a:close/>
                </a:path>
                <a:path w="574039" h="50800">
                  <a:moveTo>
                    <a:pt x="566420" y="15240"/>
                  </a:moveTo>
                  <a:lnTo>
                    <a:pt x="565137" y="15240"/>
                  </a:lnTo>
                  <a:lnTo>
                    <a:pt x="565137" y="10160"/>
                  </a:lnTo>
                  <a:lnTo>
                    <a:pt x="563880" y="10160"/>
                  </a:lnTo>
                  <a:lnTo>
                    <a:pt x="563880" y="6350"/>
                  </a:lnTo>
                  <a:lnTo>
                    <a:pt x="563880" y="3810"/>
                  </a:lnTo>
                  <a:lnTo>
                    <a:pt x="562610" y="3810"/>
                  </a:lnTo>
                  <a:lnTo>
                    <a:pt x="562610" y="0"/>
                  </a:lnTo>
                  <a:lnTo>
                    <a:pt x="285750" y="0"/>
                  </a:lnTo>
                  <a:lnTo>
                    <a:pt x="285750" y="3810"/>
                  </a:lnTo>
                  <a:lnTo>
                    <a:pt x="285750" y="6350"/>
                  </a:lnTo>
                  <a:lnTo>
                    <a:pt x="287020" y="6350"/>
                  </a:lnTo>
                  <a:lnTo>
                    <a:pt x="287020" y="10160"/>
                  </a:lnTo>
                  <a:lnTo>
                    <a:pt x="287020" y="15240"/>
                  </a:lnTo>
                  <a:lnTo>
                    <a:pt x="287020" y="16510"/>
                  </a:lnTo>
                  <a:lnTo>
                    <a:pt x="288290" y="16510"/>
                  </a:lnTo>
                  <a:lnTo>
                    <a:pt x="288290" y="20320"/>
                  </a:lnTo>
                  <a:lnTo>
                    <a:pt x="566420" y="20320"/>
                  </a:lnTo>
                  <a:lnTo>
                    <a:pt x="566420" y="16510"/>
                  </a:lnTo>
                  <a:lnTo>
                    <a:pt x="566420" y="15240"/>
                  </a:lnTo>
                  <a:close/>
                </a:path>
                <a:path w="574039" h="50800">
                  <a:moveTo>
                    <a:pt x="574040" y="45720"/>
                  </a:moveTo>
                  <a:lnTo>
                    <a:pt x="572770" y="45720"/>
                  </a:lnTo>
                  <a:lnTo>
                    <a:pt x="572770" y="40640"/>
                  </a:lnTo>
                  <a:lnTo>
                    <a:pt x="571500" y="40640"/>
                  </a:lnTo>
                  <a:lnTo>
                    <a:pt x="571500" y="35560"/>
                  </a:lnTo>
                  <a:lnTo>
                    <a:pt x="570230" y="35560"/>
                  </a:lnTo>
                  <a:lnTo>
                    <a:pt x="570230" y="30480"/>
                  </a:lnTo>
                  <a:lnTo>
                    <a:pt x="568960" y="30480"/>
                  </a:lnTo>
                  <a:lnTo>
                    <a:pt x="568960" y="25400"/>
                  </a:lnTo>
                  <a:lnTo>
                    <a:pt x="567690" y="25400"/>
                  </a:lnTo>
                  <a:lnTo>
                    <a:pt x="567690" y="20332"/>
                  </a:lnTo>
                  <a:lnTo>
                    <a:pt x="288290" y="20332"/>
                  </a:lnTo>
                  <a:lnTo>
                    <a:pt x="288290" y="25400"/>
                  </a:lnTo>
                  <a:lnTo>
                    <a:pt x="289560" y="25400"/>
                  </a:lnTo>
                  <a:lnTo>
                    <a:pt x="289560" y="30480"/>
                  </a:lnTo>
                  <a:lnTo>
                    <a:pt x="289560" y="35560"/>
                  </a:lnTo>
                  <a:lnTo>
                    <a:pt x="290830" y="35560"/>
                  </a:lnTo>
                  <a:lnTo>
                    <a:pt x="290830" y="40640"/>
                  </a:lnTo>
                  <a:lnTo>
                    <a:pt x="290830" y="45720"/>
                  </a:lnTo>
                  <a:lnTo>
                    <a:pt x="292100" y="45720"/>
                  </a:lnTo>
                  <a:lnTo>
                    <a:pt x="292100" y="50800"/>
                  </a:lnTo>
                  <a:lnTo>
                    <a:pt x="574040" y="50800"/>
                  </a:lnTo>
                  <a:lnTo>
                    <a:pt x="574040" y="45720"/>
                  </a:lnTo>
                  <a:close/>
                </a:path>
              </a:pathLst>
            </a:custGeom>
            <a:solidFill>
              <a:srgbClr val="001D00"/>
            </a:solidFill>
          </p:spPr>
          <p:txBody>
            <a:bodyPr wrap="square" lIns="0" tIns="0" rIns="0" bIns="0" rtlCol="0"/>
            <a:lstStyle/>
            <a:p/>
          </p:txBody>
        </p:sp>
        <p:sp>
          <p:nvSpPr>
            <p:cNvPr id="453" name="object 453"/>
            <p:cNvSpPr/>
            <p:nvPr/>
          </p:nvSpPr>
          <p:spPr>
            <a:xfrm>
              <a:off x="4366259" y="2674619"/>
              <a:ext cx="599440" cy="52069"/>
            </a:xfrm>
            <a:custGeom>
              <a:avLst/>
              <a:gdLst/>
              <a:ahLst/>
              <a:cxnLst/>
              <a:rect l="l" t="t" r="r" b="b"/>
              <a:pathLst>
                <a:path w="599439" h="52069">
                  <a:moveTo>
                    <a:pt x="288289" y="0"/>
                  </a:moveTo>
                  <a:lnTo>
                    <a:pt x="11429" y="0"/>
                  </a:lnTo>
                  <a:lnTo>
                    <a:pt x="11429" y="5079"/>
                  </a:lnTo>
                  <a:lnTo>
                    <a:pt x="10160" y="5079"/>
                  </a:lnTo>
                  <a:lnTo>
                    <a:pt x="10160" y="10159"/>
                  </a:lnTo>
                  <a:lnTo>
                    <a:pt x="8889" y="10159"/>
                  </a:lnTo>
                  <a:lnTo>
                    <a:pt x="8889" y="15239"/>
                  </a:lnTo>
                  <a:lnTo>
                    <a:pt x="7619" y="15239"/>
                  </a:lnTo>
                  <a:lnTo>
                    <a:pt x="7619" y="16509"/>
                  </a:lnTo>
                  <a:lnTo>
                    <a:pt x="287019" y="16509"/>
                  </a:lnTo>
                  <a:lnTo>
                    <a:pt x="287020" y="6350"/>
                  </a:lnTo>
                  <a:lnTo>
                    <a:pt x="288289" y="6350"/>
                  </a:lnTo>
                  <a:lnTo>
                    <a:pt x="288289" y="0"/>
                  </a:lnTo>
                  <a:close/>
                </a:path>
                <a:path w="599439" h="52069">
                  <a:moveTo>
                    <a:pt x="588010" y="0"/>
                  </a:moveTo>
                  <a:lnTo>
                    <a:pt x="304800" y="0"/>
                  </a:lnTo>
                  <a:lnTo>
                    <a:pt x="304800" y="3809"/>
                  </a:lnTo>
                  <a:lnTo>
                    <a:pt x="306069" y="3809"/>
                  </a:lnTo>
                  <a:lnTo>
                    <a:pt x="306069" y="13969"/>
                  </a:lnTo>
                  <a:lnTo>
                    <a:pt x="307339" y="13969"/>
                  </a:lnTo>
                  <a:lnTo>
                    <a:pt x="307339" y="16509"/>
                  </a:lnTo>
                  <a:lnTo>
                    <a:pt x="591819" y="16509"/>
                  </a:lnTo>
                  <a:lnTo>
                    <a:pt x="591819" y="15239"/>
                  </a:lnTo>
                  <a:lnTo>
                    <a:pt x="590550" y="15239"/>
                  </a:lnTo>
                  <a:lnTo>
                    <a:pt x="590549" y="10159"/>
                  </a:lnTo>
                  <a:lnTo>
                    <a:pt x="589279" y="10159"/>
                  </a:lnTo>
                  <a:lnTo>
                    <a:pt x="589279" y="5079"/>
                  </a:lnTo>
                  <a:lnTo>
                    <a:pt x="588009" y="5079"/>
                  </a:lnTo>
                  <a:lnTo>
                    <a:pt x="588010" y="0"/>
                  </a:lnTo>
                  <a:close/>
                </a:path>
                <a:path w="599439" h="52069">
                  <a:moveTo>
                    <a:pt x="285749" y="16510"/>
                  </a:moveTo>
                  <a:lnTo>
                    <a:pt x="7619" y="16510"/>
                  </a:lnTo>
                  <a:lnTo>
                    <a:pt x="7619" y="21589"/>
                  </a:lnTo>
                  <a:lnTo>
                    <a:pt x="6350" y="21589"/>
                  </a:lnTo>
                  <a:lnTo>
                    <a:pt x="6350" y="26669"/>
                  </a:lnTo>
                  <a:lnTo>
                    <a:pt x="284479" y="26669"/>
                  </a:lnTo>
                  <a:lnTo>
                    <a:pt x="284479" y="25400"/>
                  </a:lnTo>
                  <a:lnTo>
                    <a:pt x="285750" y="25400"/>
                  </a:lnTo>
                  <a:lnTo>
                    <a:pt x="285749" y="16510"/>
                  </a:lnTo>
                  <a:close/>
                </a:path>
                <a:path w="599439" h="52069">
                  <a:moveTo>
                    <a:pt x="591819" y="16510"/>
                  </a:moveTo>
                  <a:lnTo>
                    <a:pt x="307339" y="16510"/>
                  </a:lnTo>
                  <a:lnTo>
                    <a:pt x="307339" y="24129"/>
                  </a:lnTo>
                  <a:lnTo>
                    <a:pt x="308610" y="24129"/>
                  </a:lnTo>
                  <a:lnTo>
                    <a:pt x="308610" y="26669"/>
                  </a:lnTo>
                  <a:lnTo>
                    <a:pt x="593089" y="26669"/>
                  </a:lnTo>
                  <a:lnTo>
                    <a:pt x="593089" y="21589"/>
                  </a:lnTo>
                  <a:lnTo>
                    <a:pt x="591819" y="21589"/>
                  </a:lnTo>
                  <a:lnTo>
                    <a:pt x="591819" y="16510"/>
                  </a:lnTo>
                  <a:close/>
                </a:path>
                <a:path w="599439" h="52069">
                  <a:moveTo>
                    <a:pt x="284479" y="26670"/>
                  </a:moveTo>
                  <a:lnTo>
                    <a:pt x="5079" y="26670"/>
                  </a:lnTo>
                  <a:lnTo>
                    <a:pt x="5079" y="31750"/>
                  </a:lnTo>
                  <a:lnTo>
                    <a:pt x="3810" y="31750"/>
                  </a:lnTo>
                  <a:lnTo>
                    <a:pt x="3810" y="36829"/>
                  </a:lnTo>
                  <a:lnTo>
                    <a:pt x="2539" y="36829"/>
                  </a:lnTo>
                  <a:lnTo>
                    <a:pt x="2539" y="41909"/>
                  </a:lnTo>
                  <a:lnTo>
                    <a:pt x="1269" y="41909"/>
                  </a:lnTo>
                  <a:lnTo>
                    <a:pt x="1269" y="46989"/>
                  </a:lnTo>
                  <a:lnTo>
                    <a:pt x="0" y="46989"/>
                  </a:lnTo>
                  <a:lnTo>
                    <a:pt x="0" y="52069"/>
                  </a:lnTo>
                  <a:lnTo>
                    <a:pt x="281939" y="52069"/>
                  </a:lnTo>
                  <a:lnTo>
                    <a:pt x="281939" y="45719"/>
                  </a:lnTo>
                  <a:lnTo>
                    <a:pt x="283209" y="45719"/>
                  </a:lnTo>
                  <a:lnTo>
                    <a:pt x="283210" y="35559"/>
                  </a:lnTo>
                  <a:lnTo>
                    <a:pt x="284480" y="35559"/>
                  </a:lnTo>
                  <a:lnTo>
                    <a:pt x="284479" y="26670"/>
                  </a:lnTo>
                  <a:close/>
                </a:path>
                <a:path w="599439" h="52069">
                  <a:moveTo>
                    <a:pt x="594360" y="26670"/>
                  </a:moveTo>
                  <a:lnTo>
                    <a:pt x="308610" y="26670"/>
                  </a:lnTo>
                  <a:lnTo>
                    <a:pt x="308610" y="34289"/>
                  </a:lnTo>
                  <a:lnTo>
                    <a:pt x="309879" y="34289"/>
                  </a:lnTo>
                  <a:lnTo>
                    <a:pt x="309879" y="43179"/>
                  </a:lnTo>
                  <a:lnTo>
                    <a:pt x="311150" y="43179"/>
                  </a:lnTo>
                  <a:lnTo>
                    <a:pt x="311150" y="52069"/>
                  </a:lnTo>
                  <a:lnTo>
                    <a:pt x="599439" y="52069"/>
                  </a:lnTo>
                  <a:lnTo>
                    <a:pt x="599439" y="46989"/>
                  </a:lnTo>
                  <a:lnTo>
                    <a:pt x="598170" y="46989"/>
                  </a:lnTo>
                  <a:lnTo>
                    <a:pt x="598169" y="41909"/>
                  </a:lnTo>
                  <a:lnTo>
                    <a:pt x="596900" y="41909"/>
                  </a:lnTo>
                  <a:lnTo>
                    <a:pt x="596900" y="36829"/>
                  </a:lnTo>
                  <a:lnTo>
                    <a:pt x="595629" y="36829"/>
                  </a:lnTo>
                  <a:lnTo>
                    <a:pt x="595630" y="31750"/>
                  </a:lnTo>
                  <a:lnTo>
                    <a:pt x="594360" y="31750"/>
                  </a:lnTo>
                  <a:lnTo>
                    <a:pt x="594360" y="26670"/>
                  </a:lnTo>
                  <a:close/>
                </a:path>
              </a:pathLst>
            </a:custGeom>
            <a:solidFill>
              <a:srgbClr val="001E00"/>
            </a:solidFill>
          </p:spPr>
          <p:txBody>
            <a:bodyPr wrap="square" lIns="0" tIns="0" rIns="0" bIns="0" rtlCol="0"/>
            <a:lstStyle/>
            <a:p/>
          </p:txBody>
        </p:sp>
        <p:sp>
          <p:nvSpPr>
            <p:cNvPr id="454" name="object 454"/>
            <p:cNvSpPr/>
            <p:nvPr/>
          </p:nvSpPr>
          <p:spPr>
            <a:xfrm>
              <a:off x="4353560" y="2726689"/>
              <a:ext cx="624840" cy="52069"/>
            </a:xfrm>
            <a:custGeom>
              <a:avLst/>
              <a:gdLst/>
              <a:ahLst/>
              <a:cxnLst/>
              <a:rect l="l" t="t" r="r" b="b"/>
              <a:pathLst>
                <a:path w="624839" h="52069">
                  <a:moveTo>
                    <a:pt x="294640" y="0"/>
                  </a:moveTo>
                  <a:lnTo>
                    <a:pt x="11430" y="0"/>
                  </a:lnTo>
                  <a:lnTo>
                    <a:pt x="11430" y="3810"/>
                  </a:lnTo>
                  <a:lnTo>
                    <a:pt x="11430" y="5080"/>
                  </a:lnTo>
                  <a:lnTo>
                    <a:pt x="10160" y="5080"/>
                  </a:lnTo>
                  <a:lnTo>
                    <a:pt x="10160" y="10160"/>
                  </a:lnTo>
                  <a:lnTo>
                    <a:pt x="8890" y="10160"/>
                  </a:lnTo>
                  <a:lnTo>
                    <a:pt x="8890" y="13970"/>
                  </a:lnTo>
                  <a:lnTo>
                    <a:pt x="8890" y="15240"/>
                  </a:lnTo>
                  <a:lnTo>
                    <a:pt x="7620" y="15240"/>
                  </a:lnTo>
                  <a:lnTo>
                    <a:pt x="7620" y="20320"/>
                  </a:lnTo>
                  <a:lnTo>
                    <a:pt x="6350" y="20320"/>
                  </a:lnTo>
                  <a:lnTo>
                    <a:pt x="6350" y="24130"/>
                  </a:lnTo>
                  <a:lnTo>
                    <a:pt x="6350" y="25400"/>
                  </a:lnTo>
                  <a:lnTo>
                    <a:pt x="5080" y="25400"/>
                  </a:lnTo>
                  <a:lnTo>
                    <a:pt x="5080" y="31750"/>
                  </a:lnTo>
                  <a:lnTo>
                    <a:pt x="3810" y="31750"/>
                  </a:lnTo>
                  <a:lnTo>
                    <a:pt x="3810" y="34290"/>
                  </a:lnTo>
                  <a:lnTo>
                    <a:pt x="3810" y="36830"/>
                  </a:lnTo>
                  <a:lnTo>
                    <a:pt x="2540" y="36830"/>
                  </a:lnTo>
                  <a:lnTo>
                    <a:pt x="2540" y="41910"/>
                  </a:lnTo>
                  <a:lnTo>
                    <a:pt x="1270" y="41910"/>
                  </a:lnTo>
                  <a:lnTo>
                    <a:pt x="1270" y="44450"/>
                  </a:lnTo>
                  <a:lnTo>
                    <a:pt x="1270" y="46990"/>
                  </a:lnTo>
                  <a:lnTo>
                    <a:pt x="0" y="46990"/>
                  </a:lnTo>
                  <a:lnTo>
                    <a:pt x="0" y="52070"/>
                  </a:lnTo>
                  <a:lnTo>
                    <a:pt x="288290" y="52070"/>
                  </a:lnTo>
                  <a:lnTo>
                    <a:pt x="288290" y="46990"/>
                  </a:lnTo>
                  <a:lnTo>
                    <a:pt x="288290" y="44450"/>
                  </a:lnTo>
                  <a:lnTo>
                    <a:pt x="289547" y="44450"/>
                  </a:lnTo>
                  <a:lnTo>
                    <a:pt x="289547" y="41910"/>
                  </a:lnTo>
                  <a:lnTo>
                    <a:pt x="289560" y="36830"/>
                  </a:lnTo>
                  <a:lnTo>
                    <a:pt x="289560" y="34290"/>
                  </a:lnTo>
                  <a:lnTo>
                    <a:pt x="290830" y="34290"/>
                  </a:lnTo>
                  <a:lnTo>
                    <a:pt x="290830" y="31750"/>
                  </a:lnTo>
                  <a:lnTo>
                    <a:pt x="290830" y="25400"/>
                  </a:lnTo>
                  <a:lnTo>
                    <a:pt x="290830" y="24130"/>
                  </a:lnTo>
                  <a:lnTo>
                    <a:pt x="292100" y="24130"/>
                  </a:lnTo>
                  <a:lnTo>
                    <a:pt x="292100" y="20320"/>
                  </a:lnTo>
                  <a:lnTo>
                    <a:pt x="292087" y="15240"/>
                  </a:lnTo>
                  <a:lnTo>
                    <a:pt x="292100" y="13970"/>
                  </a:lnTo>
                  <a:lnTo>
                    <a:pt x="293370" y="13970"/>
                  </a:lnTo>
                  <a:lnTo>
                    <a:pt x="293370" y="10160"/>
                  </a:lnTo>
                  <a:lnTo>
                    <a:pt x="293370" y="5080"/>
                  </a:lnTo>
                  <a:lnTo>
                    <a:pt x="293370" y="3810"/>
                  </a:lnTo>
                  <a:lnTo>
                    <a:pt x="294640" y="3810"/>
                  </a:lnTo>
                  <a:lnTo>
                    <a:pt x="294640" y="0"/>
                  </a:lnTo>
                  <a:close/>
                </a:path>
                <a:path w="624839" h="52069">
                  <a:moveTo>
                    <a:pt x="615950" y="11430"/>
                  </a:moveTo>
                  <a:lnTo>
                    <a:pt x="615937" y="10160"/>
                  </a:lnTo>
                  <a:lnTo>
                    <a:pt x="614680" y="10160"/>
                  </a:lnTo>
                  <a:lnTo>
                    <a:pt x="614680" y="5080"/>
                  </a:lnTo>
                  <a:lnTo>
                    <a:pt x="613397" y="5080"/>
                  </a:lnTo>
                  <a:lnTo>
                    <a:pt x="613397" y="1270"/>
                  </a:lnTo>
                  <a:lnTo>
                    <a:pt x="613410" y="0"/>
                  </a:lnTo>
                  <a:lnTo>
                    <a:pt x="323850" y="0"/>
                  </a:lnTo>
                  <a:lnTo>
                    <a:pt x="323850" y="1270"/>
                  </a:lnTo>
                  <a:lnTo>
                    <a:pt x="325120" y="1270"/>
                  </a:lnTo>
                  <a:lnTo>
                    <a:pt x="325120" y="5080"/>
                  </a:lnTo>
                  <a:lnTo>
                    <a:pt x="325120" y="10160"/>
                  </a:lnTo>
                  <a:lnTo>
                    <a:pt x="325120" y="11430"/>
                  </a:lnTo>
                  <a:lnTo>
                    <a:pt x="326390" y="11430"/>
                  </a:lnTo>
                  <a:lnTo>
                    <a:pt x="326390" y="15240"/>
                  </a:lnTo>
                  <a:lnTo>
                    <a:pt x="615950" y="15240"/>
                  </a:lnTo>
                  <a:lnTo>
                    <a:pt x="615950" y="11430"/>
                  </a:lnTo>
                  <a:close/>
                </a:path>
                <a:path w="624839" h="52069">
                  <a:moveTo>
                    <a:pt x="624840" y="46990"/>
                  </a:moveTo>
                  <a:lnTo>
                    <a:pt x="623570" y="46990"/>
                  </a:lnTo>
                  <a:lnTo>
                    <a:pt x="623570" y="41910"/>
                  </a:lnTo>
                  <a:lnTo>
                    <a:pt x="622300" y="41910"/>
                  </a:lnTo>
                  <a:lnTo>
                    <a:pt x="622300" y="40640"/>
                  </a:lnTo>
                  <a:lnTo>
                    <a:pt x="622300" y="36830"/>
                  </a:lnTo>
                  <a:lnTo>
                    <a:pt x="621030" y="36830"/>
                  </a:lnTo>
                  <a:lnTo>
                    <a:pt x="621030" y="34290"/>
                  </a:lnTo>
                  <a:lnTo>
                    <a:pt x="621030" y="31750"/>
                  </a:lnTo>
                  <a:lnTo>
                    <a:pt x="619747" y="31750"/>
                  </a:lnTo>
                  <a:lnTo>
                    <a:pt x="619747" y="30480"/>
                  </a:lnTo>
                  <a:lnTo>
                    <a:pt x="619760" y="25400"/>
                  </a:lnTo>
                  <a:lnTo>
                    <a:pt x="618490" y="25400"/>
                  </a:lnTo>
                  <a:lnTo>
                    <a:pt x="618490" y="20320"/>
                  </a:lnTo>
                  <a:lnTo>
                    <a:pt x="617220" y="20320"/>
                  </a:lnTo>
                  <a:lnTo>
                    <a:pt x="617220" y="15252"/>
                  </a:lnTo>
                  <a:lnTo>
                    <a:pt x="326390" y="15252"/>
                  </a:lnTo>
                  <a:lnTo>
                    <a:pt x="326390" y="20320"/>
                  </a:lnTo>
                  <a:lnTo>
                    <a:pt x="327660" y="20320"/>
                  </a:lnTo>
                  <a:lnTo>
                    <a:pt x="327660" y="25400"/>
                  </a:lnTo>
                  <a:lnTo>
                    <a:pt x="327660" y="30480"/>
                  </a:lnTo>
                  <a:lnTo>
                    <a:pt x="328930" y="30480"/>
                  </a:lnTo>
                  <a:lnTo>
                    <a:pt x="328930" y="31750"/>
                  </a:lnTo>
                  <a:lnTo>
                    <a:pt x="328930" y="34290"/>
                  </a:lnTo>
                  <a:lnTo>
                    <a:pt x="328930" y="36830"/>
                  </a:lnTo>
                  <a:lnTo>
                    <a:pt x="328930" y="40640"/>
                  </a:lnTo>
                  <a:lnTo>
                    <a:pt x="330200" y="40640"/>
                  </a:lnTo>
                  <a:lnTo>
                    <a:pt x="330200" y="41910"/>
                  </a:lnTo>
                  <a:lnTo>
                    <a:pt x="330200" y="46990"/>
                  </a:lnTo>
                  <a:lnTo>
                    <a:pt x="330200" y="50800"/>
                  </a:lnTo>
                  <a:lnTo>
                    <a:pt x="331470" y="50800"/>
                  </a:lnTo>
                  <a:lnTo>
                    <a:pt x="331470" y="52070"/>
                  </a:lnTo>
                  <a:lnTo>
                    <a:pt x="624840" y="52070"/>
                  </a:lnTo>
                  <a:lnTo>
                    <a:pt x="624840" y="50800"/>
                  </a:lnTo>
                  <a:lnTo>
                    <a:pt x="624840" y="46990"/>
                  </a:lnTo>
                  <a:close/>
                </a:path>
              </a:pathLst>
            </a:custGeom>
            <a:solidFill>
              <a:srgbClr val="001F00"/>
            </a:solidFill>
          </p:spPr>
          <p:txBody>
            <a:bodyPr wrap="square" lIns="0" tIns="0" rIns="0" bIns="0" rtlCol="0"/>
            <a:lstStyle/>
            <a:p/>
          </p:txBody>
        </p:sp>
        <p:sp>
          <p:nvSpPr>
            <p:cNvPr id="455" name="object 455"/>
            <p:cNvSpPr/>
            <p:nvPr/>
          </p:nvSpPr>
          <p:spPr>
            <a:xfrm>
              <a:off x="4340859" y="2778759"/>
              <a:ext cx="650240" cy="52069"/>
            </a:xfrm>
            <a:custGeom>
              <a:avLst/>
              <a:gdLst/>
              <a:ahLst/>
              <a:cxnLst/>
              <a:rect l="l" t="t" r="r" b="b"/>
              <a:pathLst>
                <a:path w="650239" h="52069">
                  <a:moveTo>
                    <a:pt x="300989" y="0"/>
                  </a:moveTo>
                  <a:lnTo>
                    <a:pt x="11429" y="0"/>
                  </a:lnTo>
                  <a:lnTo>
                    <a:pt x="11429" y="5079"/>
                  </a:lnTo>
                  <a:lnTo>
                    <a:pt x="10160" y="5079"/>
                  </a:lnTo>
                  <a:lnTo>
                    <a:pt x="10160" y="7619"/>
                  </a:lnTo>
                  <a:lnTo>
                    <a:pt x="299720" y="7619"/>
                  </a:lnTo>
                  <a:lnTo>
                    <a:pt x="299719" y="2539"/>
                  </a:lnTo>
                  <a:lnTo>
                    <a:pt x="300989" y="2539"/>
                  </a:lnTo>
                  <a:lnTo>
                    <a:pt x="300989" y="0"/>
                  </a:lnTo>
                  <a:close/>
                </a:path>
                <a:path w="650239" h="52069">
                  <a:moveTo>
                    <a:pt x="638809" y="0"/>
                  </a:moveTo>
                  <a:lnTo>
                    <a:pt x="344169" y="0"/>
                  </a:lnTo>
                  <a:lnTo>
                    <a:pt x="344169" y="7619"/>
                  </a:lnTo>
                  <a:lnTo>
                    <a:pt x="640079" y="7619"/>
                  </a:lnTo>
                  <a:lnTo>
                    <a:pt x="640079" y="5079"/>
                  </a:lnTo>
                  <a:lnTo>
                    <a:pt x="638809" y="5079"/>
                  </a:lnTo>
                  <a:lnTo>
                    <a:pt x="638809" y="0"/>
                  </a:lnTo>
                  <a:close/>
                </a:path>
                <a:path w="650239" h="52069">
                  <a:moveTo>
                    <a:pt x="299720" y="7620"/>
                  </a:moveTo>
                  <a:lnTo>
                    <a:pt x="10160" y="7620"/>
                  </a:lnTo>
                  <a:lnTo>
                    <a:pt x="10160" y="10160"/>
                  </a:lnTo>
                  <a:lnTo>
                    <a:pt x="8889" y="10160"/>
                  </a:lnTo>
                  <a:lnTo>
                    <a:pt x="8889" y="15239"/>
                  </a:lnTo>
                  <a:lnTo>
                    <a:pt x="7619" y="15239"/>
                  </a:lnTo>
                  <a:lnTo>
                    <a:pt x="7619" y="20319"/>
                  </a:lnTo>
                  <a:lnTo>
                    <a:pt x="6350" y="20319"/>
                  </a:lnTo>
                  <a:lnTo>
                    <a:pt x="6350" y="25400"/>
                  </a:lnTo>
                  <a:lnTo>
                    <a:pt x="5079" y="25400"/>
                  </a:lnTo>
                  <a:lnTo>
                    <a:pt x="5079" y="30479"/>
                  </a:lnTo>
                  <a:lnTo>
                    <a:pt x="3810" y="30479"/>
                  </a:lnTo>
                  <a:lnTo>
                    <a:pt x="3810" y="36829"/>
                  </a:lnTo>
                  <a:lnTo>
                    <a:pt x="295910" y="36829"/>
                  </a:lnTo>
                  <a:lnTo>
                    <a:pt x="295910" y="31750"/>
                  </a:lnTo>
                  <a:lnTo>
                    <a:pt x="297180" y="31750"/>
                  </a:lnTo>
                  <a:lnTo>
                    <a:pt x="297179" y="21589"/>
                  </a:lnTo>
                  <a:lnTo>
                    <a:pt x="298450" y="21589"/>
                  </a:lnTo>
                  <a:lnTo>
                    <a:pt x="298450" y="11429"/>
                  </a:lnTo>
                  <a:lnTo>
                    <a:pt x="299719" y="11429"/>
                  </a:lnTo>
                  <a:lnTo>
                    <a:pt x="299720" y="7620"/>
                  </a:lnTo>
                  <a:close/>
                </a:path>
                <a:path w="650239" h="52069">
                  <a:moveTo>
                    <a:pt x="640079" y="7620"/>
                  </a:moveTo>
                  <a:lnTo>
                    <a:pt x="345439" y="7620"/>
                  </a:lnTo>
                  <a:lnTo>
                    <a:pt x="345439" y="17779"/>
                  </a:lnTo>
                  <a:lnTo>
                    <a:pt x="346710" y="17779"/>
                  </a:lnTo>
                  <a:lnTo>
                    <a:pt x="346710" y="27939"/>
                  </a:lnTo>
                  <a:lnTo>
                    <a:pt x="347979" y="27939"/>
                  </a:lnTo>
                  <a:lnTo>
                    <a:pt x="347979" y="36829"/>
                  </a:lnTo>
                  <a:lnTo>
                    <a:pt x="646429" y="36829"/>
                  </a:lnTo>
                  <a:lnTo>
                    <a:pt x="646429" y="30479"/>
                  </a:lnTo>
                  <a:lnTo>
                    <a:pt x="645159" y="30479"/>
                  </a:lnTo>
                  <a:lnTo>
                    <a:pt x="645160" y="25400"/>
                  </a:lnTo>
                  <a:lnTo>
                    <a:pt x="643889" y="25400"/>
                  </a:lnTo>
                  <a:lnTo>
                    <a:pt x="643889" y="20319"/>
                  </a:lnTo>
                  <a:lnTo>
                    <a:pt x="642620" y="20319"/>
                  </a:lnTo>
                  <a:lnTo>
                    <a:pt x="642619" y="15239"/>
                  </a:lnTo>
                  <a:lnTo>
                    <a:pt x="641350" y="15239"/>
                  </a:lnTo>
                  <a:lnTo>
                    <a:pt x="641350" y="10160"/>
                  </a:lnTo>
                  <a:lnTo>
                    <a:pt x="640079" y="10160"/>
                  </a:lnTo>
                  <a:lnTo>
                    <a:pt x="640079" y="7620"/>
                  </a:lnTo>
                  <a:close/>
                </a:path>
                <a:path w="650239" h="52069">
                  <a:moveTo>
                    <a:pt x="294639" y="41910"/>
                  </a:moveTo>
                  <a:lnTo>
                    <a:pt x="1269" y="41910"/>
                  </a:lnTo>
                  <a:lnTo>
                    <a:pt x="1269" y="46989"/>
                  </a:lnTo>
                  <a:lnTo>
                    <a:pt x="0" y="46989"/>
                  </a:lnTo>
                  <a:lnTo>
                    <a:pt x="0" y="52069"/>
                  </a:lnTo>
                  <a:lnTo>
                    <a:pt x="294639" y="52069"/>
                  </a:lnTo>
                  <a:lnTo>
                    <a:pt x="294639" y="41910"/>
                  </a:lnTo>
                  <a:close/>
                </a:path>
                <a:path w="650239" h="52069">
                  <a:moveTo>
                    <a:pt x="295910" y="36830"/>
                  </a:moveTo>
                  <a:lnTo>
                    <a:pt x="2539" y="36830"/>
                  </a:lnTo>
                  <a:lnTo>
                    <a:pt x="2539" y="41910"/>
                  </a:lnTo>
                  <a:lnTo>
                    <a:pt x="295910" y="41910"/>
                  </a:lnTo>
                  <a:lnTo>
                    <a:pt x="295910" y="36830"/>
                  </a:lnTo>
                  <a:close/>
                </a:path>
                <a:path w="650239" h="52069">
                  <a:moveTo>
                    <a:pt x="650239" y="46989"/>
                  </a:moveTo>
                  <a:lnTo>
                    <a:pt x="350519" y="46989"/>
                  </a:lnTo>
                  <a:lnTo>
                    <a:pt x="350519" y="52069"/>
                  </a:lnTo>
                  <a:lnTo>
                    <a:pt x="650239" y="52069"/>
                  </a:lnTo>
                  <a:lnTo>
                    <a:pt x="650239" y="46989"/>
                  </a:lnTo>
                  <a:close/>
                </a:path>
                <a:path w="650239" h="52069">
                  <a:moveTo>
                    <a:pt x="647700" y="36830"/>
                  </a:moveTo>
                  <a:lnTo>
                    <a:pt x="349250" y="36830"/>
                  </a:lnTo>
                  <a:lnTo>
                    <a:pt x="349250" y="46989"/>
                  </a:lnTo>
                  <a:lnTo>
                    <a:pt x="648970" y="46989"/>
                  </a:lnTo>
                  <a:lnTo>
                    <a:pt x="648970" y="41910"/>
                  </a:lnTo>
                  <a:lnTo>
                    <a:pt x="647700" y="41910"/>
                  </a:lnTo>
                  <a:lnTo>
                    <a:pt x="647700" y="36830"/>
                  </a:lnTo>
                  <a:close/>
                </a:path>
              </a:pathLst>
            </a:custGeom>
            <a:solidFill>
              <a:srgbClr val="002000"/>
            </a:solidFill>
          </p:spPr>
          <p:txBody>
            <a:bodyPr wrap="square" lIns="0" tIns="0" rIns="0" bIns="0" rtlCol="0"/>
            <a:lstStyle/>
            <a:p/>
          </p:txBody>
        </p:sp>
        <p:sp>
          <p:nvSpPr>
            <p:cNvPr id="456" name="object 456"/>
            <p:cNvSpPr/>
            <p:nvPr/>
          </p:nvSpPr>
          <p:spPr>
            <a:xfrm>
              <a:off x="4328160" y="2830829"/>
              <a:ext cx="675640" cy="50800"/>
            </a:xfrm>
            <a:custGeom>
              <a:avLst/>
              <a:gdLst/>
              <a:ahLst/>
              <a:cxnLst/>
              <a:rect l="l" t="t" r="r" b="b"/>
              <a:pathLst>
                <a:path w="675639" h="50800">
                  <a:moveTo>
                    <a:pt x="302260" y="35572"/>
                  </a:moveTo>
                  <a:lnTo>
                    <a:pt x="2540" y="35572"/>
                  </a:lnTo>
                  <a:lnTo>
                    <a:pt x="2540" y="40640"/>
                  </a:lnTo>
                  <a:lnTo>
                    <a:pt x="1270" y="40640"/>
                  </a:lnTo>
                  <a:lnTo>
                    <a:pt x="1270" y="44450"/>
                  </a:lnTo>
                  <a:lnTo>
                    <a:pt x="1270" y="46990"/>
                  </a:lnTo>
                  <a:lnTo>
                    <a:pt x="0" y="46990"/>
                  </a:lnTo>
                  <a:lnTo>
                    <a:pt x="0" y="49530"/>
                  </a:lnTo>
                  <a:lnTo>
                    <a:pt x="0" y="50800"/>
                  </a:lnTo>
                  <a:lnTo>
                    <a:pt x="299720" y="50800"/>
                  </a:lnTo>
                  <a:lnTo>
                    <a:pt x="299720" y="49530"/>
                  </a:lnTo>
                  <a:lnTo>
                    <a:pt x="300990" y="49530"/>
                  </a:lnTo>
                  <a:lnTo>
                    <a:pt x="300990" y="46990"/>
                  </a:lnTo>
                  <a:lnTo>
                    <a:pt x="300990" y="44450"/>
                  </a:lnTo>
                  <a:lnTo>
                    <a:pt x="300990" y="40640"/>
                  </a:lnTo>
                  <a:lnTo>
                    <a:pt x="302260" y="40640"/>
                  </a:lnTo>
                  <a:lnTo>
                    <a:pt x="302260" y="35572"/>
                  </a:lnTo>
                  <a:close/>
                </a:path>
                <a:path w="675639" h="50800">
                  <a:moveTo>
                    <a:pt x="303530" y="25412"/>
                  </a:moveTo>
                  <a:lnTo>
                    <a:pt x="5080" y="25412"/>
                  </a:lnTo>
                  <a:lnTo>
                    <a:pt x="5080" y="30480"/>
                  </a:lnTo>
                  <a:lnTo>
                    <a:pt x="3810" y="30480"/>
                  </a:lnTo>
                  <a:lnTo>
                    <a:pt x="3810" y="35560"/>
                  </a:lnTo>
                  <a:lnTo>
                    <a:pt x="302260" y="35560"/>
                  </a:lnTo>
                  <a:lnTo>
                    <a:pt x="302260" y="30480"/>
                  </a:lnTo>
                  <a:lnTo>
                    <a:pt x="303530" y="30480"/>
                  </a:lnTo>
                  <a:lnTo>
                    <a:pt x="303530" y="25412"/>
                  </a:lnTo>
                  <a:close/>
                </a:path>
                <a:path w="675639" h="50800">
                  <a:moveTo>
                    <a:pt x="306070" y="0"/>
                  </a:moveTo>
                  <a:lnTo>
                    <a:pt x="11430" y="0"/>
                  </a:lnTo>
                  <a:lnTo>
                    <a:pt x="11430" y="5080"/>
                  </a:lnTo>
                  <a:lnTo>
                    <a:pt x="10160" y="5080"/>
                  </a:lnTo>
                  <a:lnTo>
                    <a:pt x="10160" y="10160"/>
                  </a:lnTo>
                  <a:lnTo>
                    <a:pt x="8890" y="10160"/>
                  </a:lnTo>
                  <a:lnTo>
                    <a:pt x="8890" y="15240"/>
                  </a:lnTo>
                  <a:lnTo>
                    <a:pt x="7620" y="15240"/>
                  </a:lnTo>
                  <a:lnTo>
                    <a:pt x="7620" y="20320"/>
                  </a:lnTo>
                  <a:lnTo>
                    <a:pt x="6350" y="20320"/>
                  </a:lnTo>
                  <a:lnTo>
                    <a:pt x="6350" y="25400"/>
                  </a:lnTo>
                  <a:lnTo>
                    <a:pt x="303530" y="25400"/>
                  </a:lnTo>
                  <a:lnTo>
                    <a:pt x="303530" y="20320"/>
                  </a:lnTo>
                  <a:lnTo>
                    <a:pt x="304787" y="20320"/>
                  </a:lnTo>
                  <a:lnTo>
                    <a:pt x="304787" y="15240"/>
                  </a:lnTo>
                  <a:lnTo>
                    <a:pt x="304800" y="10160"/>
                  </a:lnTo>
                  <a:lnTo>
                    <a:pt x="306070" y="10160"/>
                  </a:lnTo>
                  <a:lnTo>
                    <a:pt x="306070" y="5080"/>
                  </a:lnTo>
                  <a:lnTo>
                    <a:pt x="306070" y="0"/>
                  </a:lnTo>
                  <a:close/>
                </a:path>
                <a:path w="675639" h="50800">
                  <a:moveTo>
                    <a:pt x="665480" y="5080"/>
                  </a:moveTo>
                  <a:lnTo>
                    <a:pt x="664197" y="5080"/>
                  </a:lnTo>
                  <a:lnTo>
                    <a:pt x="664197" y="12"/>
                  </a:lnTo>
                  <a:lnTo>
                    <a:pt x="363220" y="12"/>
                  </a:lnTo>
                  <a:lnTo>
                    <a:pt x="363220" y="5080"/>
                  </a:lnTo>
                  <a:lnTo>
                    <a:pt x="364490" y="5080"/>
                  </a:lnTo>
                  <a:lnTo>
                    <a:pt x="364490" y="10160"/>
                  </a:lnTo>
                  <a:lnTo>
                    <a:pt x="665480" y="10160"/>
                  </a:lnTo>
                  <a:lnTo>
                    <a:pt x="665480" y="5080"/>
                  </a:lnTo>
                  <a:close/>
                </a:path>
                <a:path w="675639" h="50800">
                  <a:moveTo>
                    <a:pt x="675640" y="46990"/>
                  </a:moveTo>
                  <a:lnTo>
                    <a:pt x="674370" y="46990"/>
                  </a:lnTo>
                  <a:lnTo>
                    <a:pt x="674370" y="44450"/>
                  </a:lnTo>
                  <a:lnTo>
                    <a:pt x="674370" y="40640"/>
                  </a:lnTo>
                  <a:lnTo>
                    <a:pt x="673100" y="40640"/>
                  </a:lnTo>
                  <a:lnTo>
                    <a:pt x="673100" y="35560"/>
                  </a:lnTo>
                  <a:lnTo>
                    <a:pt x="671830" y="35560"/>
                  </a:lnTo>
                  <a:lnTo>
                    <a:pt x="671830" y="34290"/>
                  </a:lnTo>
                  <a:lnTo>
                    <a:pt x="671830" y="30480"/>
                  </a:lnTo>
                  <a:lnTo>
                    <a:pt x="670547" y="30480"/>
                  </a:lnTo>
                  <a:lnTo>
                    <a:pt x="670547" y="25400"/>
                  </a:lnTo>
                  <a:lnTo>
                    <a:pt x="669290" y="25400"/>
                  </a:lnTo>
                  <a:lnTo>
                    <a:pt x="669290" y="24130"/>
                  </a:lnTo>
                  <a:lnTo>
                    <a:pt x="669290" y="20320"/>
                  </a:lnTo>
                  <a:lnTo>
                    <a:pt x="668020" y="20320"/>
                  </a:lnTo>
                  <a:lnTo>
                    <a:pt x="668020" y="15240"/>
                  </a:lnTo>
                  <a:lnTo>
                    <a:pt x="666750" y="15240"/>
                  </a:lnTo>
                  <a:lnTo>
                    <a:pt x="666750" y="10172"/>
                  </a:lnTo>
                  <a:lnTo>
                    <a:pt x="364490" y="10172"/>
                  </a:lnTo>
                  <a:lnTo>
                    <a:pt x="364490" y="15240"/>
                  </a:lnTo>
                  <a:lnTo>
                    <a:pt x="365760" y="15240"/>
                  </a:lnTo>
                  <a:lnTo>
                    <a:pt x="365760" y="20320"/>
                  </a:lnTo>
                  <a:lnTo>
                    <a:pt x="365760" y="24130"/>
                  </a:lnTo>
                  <a:lnTo>
                    <a:pt x="367030" y="24130"/>
                  </a:lnTo>
                  <a:lnTo>
                    <a:pt x="367030" y="25400"/>
                  </a:lnTo>
                  <a:lnTo>
                    <a:pt x="367030" y="30480"/>
                  </a:lnTo>
                  <a:lnTo>
                    <a:pt x="367030" y="34290"/>
                  </a:lnTo>
                  <a:lnTo>
                    <a:pt x="368300" y="34290"/>
                  </a:lnTo>
                  <a:lnTo>
                    <a:pt x="368300" y="35560"/>
                  </a:lnTo>
                  <a:lnTo>
                    <a:pt x="368300" y="40640"/>
                  </a:lnTo>
                  <a:lnTo>
                    <a:pt x="368300" y="44450"/>
                  </a:lnTo>
                  <a:lnTo>
                    <a:pt x="369570" y="44450"/>
                  </a:lnTo>
                  <a:lnTo>
                    <a:pt x="369570" y="46990"/>
                  </a:lnTo>
                  <a:lnTo>
                    <a:pt x="369570" y="50800"/>
                  </a:lnTo>
                  <a:lnTo>
                    <a:pt x="675640" y="50800"/>
                  </a:lnTo>
                  <a:lnTo>
                    <a:pt x="675640" y="46990"/>
                  </a:lnTo>
                  <a:close/>
                </a:path>
              </a:pathLst>
            </a:custGeom>
            <a:solidFill>
              <a:srgbClr val="002100"/>
            </a:solidFill>
          </p:spPr>
          <p:txBody>
            <a:bodyPr wrap="square" lIns="0" tIns="0" rIns="0" bIns="0" rtlCol="0"/>
            <a:lstStyle/>
            <a:p/>
          </p:txBody>
        </p:sp>
        <p:sp>
          <p:nvSpPr>
            <p:cNvPr id="457" name="object 457"/>
            <p:cNvSpPr/>
            <p:nvPr/>
          </p:nvSpPr>
          <p:spPr>
            <a:xfrm>
              <a:off x="4315460" y="2881629"/>
              <a:ext cx="701040" cy="52069"/>
            </a:xfrm>
            <a:custGeom>
              <a:avLst/>
              <a:gdLst/>
              <a:ahLst/>
              <a:cxnLst/>
              <a:rect l="l" t="t" r="r" b="b"/>
              <a:pathLst>
                <a:path w="701039" h="52069">
                  <a:moveTo>
                    <a:pt x="312420" y="0"/>
                  </a:moveTo>
                  <a:lnTo>
                    <a:pt x="12700" y="0"/>
                  </a:lnTo>
                  <a:lnTo>
                    <a:pt x="12700" y="1270"/>
                  </a:lnTo>
                  <a:lnTo>
                    <a:pt x="11430" y="1270"/>
                  </a:lnTo>
                  <a:lnTo>
                    <a:pt x="11430" y="6350"/>
                  </a:lnTo>
                  <a:lnTo>
                    <a:pt x="10160" y="6350"/>
                  </a:lnTo>
                  <a:lnTo>
                    <a:pt x="10160" y="8890"/>
                  </a:lnTo>
                  <a:lnTo>
                    <a:pt x="10160" y="11430"/>
                  </a:lnTo>
                  <a:lnTo>
                    <a:pt x="8890" y="11430"/>
                  </a:lnTo>
                  <a:lnTo>
                    <a:pt x="8890" y="16510"/>
                  </a:lnTo>
                  <a:lnTo>
                    <a:pt x="7620" y="16510"/>
                  </a:lnTo>
                  <a:lnTo>
                    <a:pt x="7620" y="19050"/>
                  </a:lnTo>
                  <a:lnTo>
                    <a:pt x="7620" y="21590"/>
                  </a:lnTo>
                  <a:lnTo>
                    <a:pt x="6350" y="21590"/>
                  </a:lnTo>
                  <a:lnTo>
                    <a:pt x="6350" y="26670"/>
                  </a:lnTo>
                  <a:lnTo>
                    <a:pt x="5080" y="26670"/>
                  </a:lnTo>
                  <a:lnTo>
                    <a:pt x="5080" y="29210"/>
                  </a:lnTo>
                  <a:lnTo>
                    <a:pt x="5080" y="31750"/>
                  </a:lnTo>
                  <a:lnTo>
                    <a:pt x="3810" y="31750"/>
                  </a:lnTo>
                  <a:lnTo>
                    <a:pt x="3810" y="36830"/>
                  </a:lnTo>
                  <a:lnTo>
                    <a:pt x="2540" y="36830"/>
                  </a:lnTo>
                  <a:lnTo>
                    <a:pt x="2540" y="39370"/>
                  </a:lnTo>
                  <a:lnTo>
                    <a:pt x="2540" y="41910"/>
                  </a:lnTo>
                  <a:lnTo>
                    <a:pt x="1270" y="41910"/>
                  </a:lnTo>
                  <a:lnTo>
                    <a:pt x="1270" y="46990"/>
                  </a:lnTo>
                  <a:lnTo>
                    <a:pt x="0" y="46990"/>
                  </a:lnTo>
                  <a:lnTo>
                    <a:pt x="0" y="49530"/>
                  </a:lnTo>
                  <a:lnTo>
                    <a:pt x="0" y="52070"/>
                  </a:lnTo>
                  <a:lnTo>
                    <a:pt x="306070" y="52070"/>
                  </a:lnTo>
                  <a:lnTo>
                    <a:pt x="306070" y="49530"/>
                  </a:lnTo>
                  <a:lnTo>
                    <a:pt x="307340" y="49530"/>
                  </a:lnTo>
                  <a:lnTo>
                    <a:pt x="307340" y="46990"/>
                  </a:lnTo>
                  <a:lnTo>
                    <a:pt x="307340" y="41910"/>
                  </a:lnTo>
                  <a:lnTo>
                    <a:pt x="307340" y="39370"/>
                  </a:lnTo>
                  <a:lnTo>
                    <a:pt x="308610" y="39370"/>
                  </a:lnTo>
                  <a:lnTo>
                    <a:pt x="308610" y="36830"/>
                  </a:lnTo>
                  <a:lnTo>
                    <a:pt x="308597" y="31750"/>
                  </a:lnTo>
                  <a:lnTo>
                    <a:pt x="308597" y="29210"/>
                  </a:lnTo>
                  <a:lnTo>
                    <a:pt x="309880" y="29210"/>
                  </a:lnTo>
                  <a:lnTo>
                    <a:pt x="309880" y="26670"/>
                  </a:lnTo>
                  <a:lnTo>
                    <a:pt x="309880" y="21590"/>
                  </a:lnTo>
                  <a:lnTo>
                    <a:pt x="309880" y="19050"/>
                  </a:lnTo>
                  <a:lnTo>
                    <a:pt x="311137" y="19050"/>
                  </a:lnTo>
                  <a:lnTo>
                    <a:pt x="311137" y="16510"/>
                  </a:lnTo>
                  <a:lnTo>
                    <a:pt x="311137" y="11430"/>
                  </a:lnTo>
                  <a:lnTo>
                    <a:pt x="311150" y="8890"/>
                  </a:lnTo>
                  <a:lnTo>
                    <a:pt x="312420" y="8890"/>
                  </a:lnTo>
                  <a:lnTo>
                    <a:pt x="312420" y="6350"/>
                  </a:lnTo>
                  <a:lnTo>
                    <a:pt x="312420" y="1270"/>
                  </a:lnTo>
                  <a:lnTo>
                    <a:pt x="312420" y="0"/>
                  </a:lnTo>
                  <a:close/>
                </a:path>
                <a:path w="701039" h="52069">
                  <a:moveTo>
                    <a:pt x="701040" y="46990"/>
                  </a:moveTo>
                  <a:lnTo>
                    <a:pt x="699770" y="46990"/>
                  </a:lnTo>
                  <a:lnTo>
                    <a:pt x="699770" y="41910"/>
                  </a:lnTo>
                  <a:lnTo>
                    <a:pt x="698500" y="41910"/>
                  </a:lnTo>
                  <a:lnTo>
                    <a:pt x="698500" y="36830"/>
                  </a:lnTo>
                  <a:lnTo>
                    <a:pt x="697230" y="36830"/>
                  </a:lnTo>
                  <a:lnTo>
                    <a:pt x="697230" y="33020"/>
                  </a:lnTo>
                  <a:lnTo>
                    <a:pt x="697230" y="31750"/>
                  </a:lnTo>
                  <a:lnTo>
                    <a:pt x="695947" y="31750"/>
                  </a:lnTo>
                  <a:lnTo>
                    <a:pt x="695947" y="26670"/>
                  </a:lnTo>
                  <a:lnTo>
                    <a:pt x="694690" y="26670"/>
                  </a:lnTo>
                  <a:lnTo>
                    <a:pt x="694690" y="22860"/>
                  </a:lnTo>
                  <a:lnTo>
                    <a:pt x="694690" y="21590"/>
                  </a:lnTo>
                  <a:lnTo>
                    <a:pt x="693420" y="21590"/>
                  </a:lnTo>
                  <a:lnTo>
                    <a:pt x="693420" y="19050"/>
                  </a:lnTo>
                  <a:lnTo>
                    <a:pt x="693420" y="16510"/>
                  </a:lnTo>
                  <a:lnTo>
                    <a:pt x="692150" y="16510"/>
                  </a:lnTo>
                  <a:lnTo>
                    <a:pt x="692150" y="12700"/>
                  </a:lnTo>
                  <a:lnTo>
                    <a:pt x="692150" y="11430"/>
                  </a:lnTo>
                  <a:lnTo>
                    <a:pt x="690880" y="11430"/>
                  </a:lnTo>
                  <a:lnTo>
                    <a:pt x="690880" y="6350"/>
                  </a:lnTo>
                  <a:lnTo>
                    <a:pt x="689610" y="6350"/>
                  </a:lnTo>
                  <a:lnTo>
                    <a:pt x="689610" y="2540"/>
                  </a:lnTo>
                  <a:lnTo>
                    <a:pt x="689597" y="1270"/>
                  </a:lnTo>
                  <a:lnTo>
                    <a:pt x="688340" y="1270"/>
                  </a:lnTo>
                  <a:lnTo>
                    <a:pt x="688340" y="0"/>
                  </a:lnTo>
                  <a:lnTo>
                    <a:pt x="382270" y="0"/>
                  </a:lnTo>
                  <a:lnTo>
                    <a:pt x="382270" y="1270"/>
                  </a:lnTo>
                  <a:lnTo>
                    <a:pt x="382270" y="2540"/>
                  </a:lnTo>
                  <a:lnTo>
                    <a:pt x="383540" y="2540"/>
                  </a:lnTo>
                  <a:lnTo>
                    <a:pt x="383540" y="6350"/>
                  </a:lnTo>
                  <a:lnTo>
                    <a:pt x="383540" y="11430"/>
                  </a:lnTo>
                  <a:lnTo>
                    <a:pt x="383540" y="12700"/>
                  </a:lnTo>
                  <a:lnTo>
                    <a:pt x="384810" y="12700"/>
                  </a:lnTo>
                  <a:lnTo>
                    <a:pt x="384810" y="16510"/>
                  </a:lnTo>
                  <a:lnTo>
                    <a:pt x="384810" y="19050"/>
                  </a:lnTo>
                  <a:lnTo>
                    <a:pt x="384810" y="21590"/>
                  </a:lnTo>
                  <a:lnTo>
                    <a:pt x="384810" y="22860"/>
                  </a:lnTo>
                  <a:lnTo>
                    <a:pt x="386080" y="22860"/>
                  </a:lnTo>
                  <a:lnTo>
                    <a:pt x="386080" y="26670"/>
                  </a:lnTo>
                  <a:lnTo>
                    <a:pt x="386080" y="31750"/>
                  </a:lnTo>
                  <a:lnTo>
                    <a:pt x="386080" y="33020"/>
                  </a:lnTo>
                  <a:lnTo>
                    <a:pt x="387350" y="33020"/>
                  </a:lnTo>
                  <a:lnTo>
                    <a:pt x="387350" y="36830"/>
                  </a:lnTo>
                  <a:lnTo>
                    <a:pt x="387350" y="41910"/>
                  </a:lnTo>
                  <a:lnTo>
                    <a:pt x="388620" y="41910"/>
                  </a:lnTo>
                  <a:lnTo>
                    <a:pt x="388620" y="46990"/>
                  </a:lnTo>
                  <a:lnTo>
                    <a:pt x="388620" y="52070"/>
                  </a:lnTo>
                  <a:lnTo>
                    <a:pt x="701040" y="52070"/>
                  </a:lnTo>
                  <a:lnTo>
                    <a:pt x="701040" y="46990"/>
                  </a:lnTo>
                  <a:close/>
                </a:path>
              </a:pathLst>
            </a:custGeom>
            <a:solidFill>
              <a:srgbClr val="002200"/>
            </a:solidFill>
          </p:spPr>
          <p:txBody>
            <a:bodyPr wrap="square" lIns="0" tIns="0" rIns="0" bIns="0" rtlCol="0"/>
            <a:lstStyle/>
            <a:p/>
          </p:txBody>
        </p:sp>
        <p:sp>
          <p:nvSpPr>
            <p:cNvPr id="458" name="object 458"/>
            <p:cNvSpPr/>
            <p:nvPr/>
          </p:nvSpPr>
          <p:spPr>
            <a:xfrm>
              <a:off x="4302760" y="2933699"/>
              <a:ext cx="726440" cy="52069"/>
            </a:xfrm>
            <a:custGeom>
              <a:avLst/>
              <a:gdLst/>
              <a:ahLst/>
              <a:cxnLst/>
              <a:rect l="l" t="t" r="r" b="b"/>
              <a:pathLst>
                <a:path w="726439" h="52069">
                  <a:moveTo>
                    <a:pt x="312420" y="49542"/>
                  </a:moveTo>
                  <a:lnTo>
                    <a:pt x="0" y="49542"/>
                  </a:lnTo>
                  <a:lnTo>
                    <a:pt x="0" y="52070"/>
                  </a:lnTo>
                  <a:lnTo>
                    <a:pt x="312420" y="52070"/>
                  </a:lnTo>
                  <a:lnTo>
                    <a:pt x="312420" y="49542"/>
                  </a:lnTo>
                  <a:close/>
                </a:path>
                <a:path w="726439" h="52069">
                  <a:moveTo>
                    <a:pt x="318770" y="0"/>
                  </a:moveTo>
                  <a:lnTo>
                    <a:pt x="12700" y="0"/>
                  </a:lnTo>
                  <a:lnTo>
                    <a:pt x="12700" y="1270"/>
                  </a:lnTo>
                  <a:lnTo>
                    <a:pt x="11430" y="1270"/>
                  </a:lnTo>
                  <a:lnTo>
                    <a:pt x="11430" y="6350"/>
                  </a:lnTo>
                  <a:lnTo>
                    <a:pt x="10160" y="6350"/>
                  </a:lnTo>
                  <a:lnTo>
                    <a:pt x="10160" y="7620"/>
                  </a:lnTo>
                  <a:lnTo>
                    <a:pt x="10160" y="11430"/>
                  </a:lnTo>
                  <a:lnTo>
                    <a:pt x="8890" y="11430"/>
                  </a:lnTo>
                  <a:lnTo>
                    <a:pt x="8890" y="16510"/>
                  </a:lnTo>
                  <a:lnTo>
                    <a:pt x="7620" y="16510"/>
                  </a:lnTo>
                  <a:lnTo>
                    <a:pt x="7620" y="17780"/>
                  </a:lnTo>
                  <a:lnTo>
                    <a:pt x="7620" y="21590"/>
                  </a:lnTo>
                  <a:lnTo>
                    <a:pt x="6350" y="21590"/>
                  </a:lnTo>
                  <a:lnTo>
                    <a:pt x="6350" y="26670"/>
                  </a:lnTo>
                  <a:lnTo>
                    <a:pt x="5080" y="26670"/>
                  </a:lnTo>
                  <a:lnTo>
                    <a:pt x="5080" y="27940"/>
                  </a:lnTo>
                  <a:lnTo>
                    <a:pt x="5080" y="31750"/>
                  </a:lnTo>
                  <a:lnTo>
                    <a:pt x="3810" y="31750"/>
                  </a:lnTo>
                  <a:lnTo>
                    <a:pt x="3810" y="36830"/>
                  </a:lnTo>
                  <a:lnTo>
                    <a:pt x="2540" y="36830"/>
                  </a:lnTo>
                  <a:lnTo>
                    <a:pt x="2540" y="41910"/>
                  </a:lnTo>
                  <a:lnTo>
                    <a:pt x="1270" y="41910"/>
                  </a:lnTo>
                  <a:lnTo>
                    <a:pt x="1270" y="46990"/>
                  </a:lnTo>
                  <a:lnTo>
                    <a:pt x="0" y="46990"/>
                  </a:lnTo>
                  <a:lnTo>
                    <a:pt x="0" y="49530"/>
                  </a:lnTo>
                  <a:lnTo>
                    <a:pt x="312420" y="49530"/>
                  </a:lnTo>
                  <a:lnTo>
                    <a:pt x="312420" y="46990"/>
                  </a:lnTo>
                  <a:lnTo>
                    <a:pt x="313690" y="46990"/>
                  </a:lnTo>
                  <a:lnTo>
                    <a:pt x="313690" y="41910"/>
                  </a:lnTo>
                  <a:lnTo>
                    <a:pt x="313690" y="36830"/>
                  </a:lnTo>
                  <a:lnTo>
                    <a:pt x="314960" y="36830"/>
                  </a:lnTo>
                  <a:lnTo>
                    <a:pt x="314960" y="31750"/>
                  </a:lnTo>
                  <a:lnTo>
                    <a:pt x="314947" y="27940"/>
                  </a:lnTo>
                  <a:lnTo>
                    <a:pt x="316230" y="27940"/>
                  </a:lnTo>
                  <a:lnTo>
                    <a:pt x="316230" y="26670"/>
                  </a:lnTo>
                  <a:lnTo>
                    <a:pt x="316230" y="21590"/>
                  </a:lnTo>
                  <a:lnTo>
                    <a:pt x="316230" y="17780"/>
                  </a:lnTo>
                  <a:lnTo>
                    <a:pt x="317487" y="17780"/>
                  </a:lnTo>
                  <a:lnTo>
                    <a:pt x="317487" y="16510"/>
                  </a:lnTo>
                  <a:lnTo>
                    <a:pt x="317500" y="11430"/>
                  </a:lnTo>
                  <a:lnTo>
                    <a:pt x="317500" y="7620"/>
                  </a:lnTo>
                  <a:lnTo>
                    <a:pt x="318770" y="7620"/>
                  </a:lnTo>
                  <a:lnTo>
                    <a:pt x="318770" y="6350"/>
                  </a:lnTo>
                  <a:lnTo>
                    <a:pt x="318770" y="1270"/>
                  </a:lnTo>
                  <a:lnTo>
                    <a:pt x="318770" y="0"/>
                  </a:lnTo>
                  <a:close/>
                </a:path>
                <a:path w="726439" h="52069">
                  <a:moveTo>
                    <a:pt x="726440" y="49542"/>
                  </a:moveTo>
                  <a:lnTo>
                    <a:pt x="408940" y="49542"/>
                  </a:lnTo>
                  <a:lnTo>
                    <a:pt x="408940" y="52070"/>
                  </a:lnTo>
                  <a:lnTo>
                    <a:pt x="726440" y="52070"/>
                  </a:lnTo>
                  <a:lnTo>
                    <a:pt x="726440" y="49542"/>
                  </a:lnTo>
                  <a:close/>
                </a:path>
                <a:path w="726439" h="52069">
                  <a:moveTo>
                    <a:pt x="726440" y="46990"/>
                  </a:moveTo>
                  <a:lnTo>
                    <a:pt x="725170" y="46990"/>
                  </a:lnTo>
                  <a:lnTo>
                    <a:pt x="725170" y="41910"/>
                  </a:lnTo>
                  <a:lnTo>
                    <a:pt x="723887" y="41910"/>
                  </a:lnTo>
                  <a:lnTo>
                    <a:pt x="723887" y="39370"/>
                  </a:lnTo>
                  <a:lnTo>
                    <a:pt x="723900" y="36830"/>
                  </a:lnTo>
                  <a:lnTo>
                    <a:pt x="722630" y="36830"/>
                  </a:lnTo>
                  <a:lnTo>
                    <a:pt x="722630" y="31750"/>
                  </a:lnTo>
                  <a:lnTo>
                    <a:pt x="721360" y="31750"/>
                  </a:lnTo>
                  <a:lnTo>
                    <a:pt x="721360" y="29210"/>
                  </a:lnTo>
                  <a:lnTo>
                    <a:pt x="721347" y="26670"/>
                  </a:lnTo>
                  <a:lnTo>
                    <a:pt x="720090" y="26670"/>
                  </a:lnTo>
                  <a:lnTo>
                    <a:pt x="720090" y="21590"/>
                  </a:lnTo>
                  <a:lnTo>
                    <a:pt x="718820" y="21590"/>
                  </a:lnTo>
                  <a:lnTo>
                    <a:pt x="718820" y="19050"/>
                  </a:lnTo>
                  <a:lnTo>
                    <a:pt x="718820" y="16510"/>
                  </a:lnTo>
                  <a:lnTo>
                    <a:pt x="717550" y="16510"/>
                  </a:lnTo>
                  <a:lnTo>
                    <a:pt x="717550" y="11430"/>
                  </a:lnTo>
                  <a:lnTo>
                    <a:pt x="716280" y="11430"/>
                  </a:lnTo>
                  <a:lnTo>
                    <a:pt x="716280" y="10160"/>
                  </a:lnTo>
                  <a:lnTo>
                    <a:pt x="716280" y="6350"/>
                  </a:lnTo>
                  <a:lnTo>
                    <a:pt x="715010" y="6350"/>
                  </a:lnTo>
                  <a:lnTo>
                    <a:pt x="715010" y="0"/>
                  </a:lnTo>
                  <a:lnTo>
                    <a:pt x="402590" y="0"/>
                  </a:lnTo>
                  <a:lnTo>
                    <a:pt x="402590" y="6350"/>
                  </a:lnTo>
                  <a:lnTo>
                    <a:pt x="402590" y="10160"/>
                  </a:lnTo>
                  <a:lnTo>
                    <a:pt x="403860" y="10160"/>
                  </a:lnTo>
                  <a:lnTo>
                    <a:pt x="403860" y="11430"/>
                  </a:lnTo>
                  <a:lnTo>
                    <a:pt x="403860" y="16510"/>
                  </a:lnTo>
                  <a:lnTo>
                    <a:pt x="403860" y="19050"/>
                  </a:lnTo>
                  <a:lnTo>
                    <a:pt x="405130" y="19050"/>
                  </a:lnTo>
                  <a:lnTo>
                    <a:pt x="405130" y="21590"/>
                  </a:lnTo>
                  <a:lnTo>
                    <a:pt x="405130" y="26670"/>
                  </a:lnTo>
                  <a:lnTo>
                    <a:pt x="405130" y="29210"/>
                  </a:lnTo>
                  <a:lnTo>
                    <a:pt x="406400" y="29210"/>
                  </a:lnTo>
                  <a:lnTo>
                    <a:pt x="406400" y="31750"/>
                  </a:lnTo>
                  <a:lnTo>
                    <a:pt x="406400" y="36830"/>
                  </a:lnTo>
                  <a:lnTo>
                    <a:pt x="406400" y="39370"/>
                  </a:lnTo>
                  <a:lnTo>
                    <a:pt x="407670" y="39370"/>
                  </a:lnTo>
                  <a:lnTo>
                    <a:pt x="407670" y="41910"/>
                  </a:lnTo>
                  <a:lnTo>
                    <a:pt x="407670" y="46990"/>
                  </a:lnTo>
                  <a:lnTo>
                    <a:pt x="407670" y="49530"/>
                  </a:lnTo>
                  <a:lnTo>
                    <a:pt x="726440" y="49530"/>
                  </a:lnTo>
                  <a:lnTo>
                    <a:pt x="726440" y="46990"/>
                  </a:lnTo>
                  <a:close/>
                </a:path>
              </a:pathLst>
            </a:custGeom>
            <a:solidFill>
              <a:srgbClr val="002300"/>
            </a:solidFill>
          </p:spPr>
          <p:txBody>
            <a:bodyPr wrap="square" lIns="0" tIns="0" rIns="0" bIns="0" rtlCol="0"/>
            <a:lstStyle/>
            <a:p/>
          </p:txBody>
        </p:sp>
        <p:sp>
          <p:nvSpPr>
            <p:cNvPr id="459" name="object 459"/>
            <p:cNvSpPr/>
            <p:nvPr/>
          </p:nvSpPr>
          <p:spPr>
            <a:xfrm>
              <a:off x="4290060" y="2985769"/>
              <a:ext cx="751840" cy="52069"/>
            </a:xfrm>
            <a:custGeom>
              <a:avLst/>
              <a:gdLst/>
              <a:ahLst/>
              <a:cxnLst/>
              <a:rect l="l" t="t" r="r" b="b"/>
              <a:pathLst>
                <a:path w="751839" h="52069">
                  <a:moveTo>
                    <a:pt x="325120" y="0"/>
                  </a:moveTo>
                  <a:lnTo>
                    <a:pt x="11430" y="0"/>
                  </a:lnTo>
                  <a:lnTo>
                    <a:pt x="11430" y="5080"/>
                  </a:lnTo>
                  <a:lnTo>
                    <a:pt x="10160" y="5080"/>
                  </a:lnTo>
                  <a:lnTo>
                    <a:pt x="10160" y="11430"/>
                  </a:lnTo>
                  <a:lnTo>
                    <a:pt x="8890" y="11430"/>
                  </a:lnTo>
                  <a:lnTo>
                    <a:pt x="8890" y="15240"/>
                  </a:lnTo>
                  <a:lnTo>
                    <a:pt x="8890" y="16510"/>
                  </a:lnTo>
                  <a:lnTo>
                    <a:pt x="7620" y="16510"/>
                  </a:lnTo>
                  <a:lnTo>
                    <a:pt x="7620" y="21590"/>
                  </a:lnTo>
                  <a:lnTo>
                    <a:pt x="6350" y="21590"/>
                  </a:lnTo>
                  <a:lnTo>
                    <a:pt x="6350" y="25400"/>
                  </a:lnTo>
                  <a:lnTo>
                    <a:pt x="6350" y="26670"/>
                  </a:lnTo>
                  <a:lnTo>
                    <a:pt x="5080" y="26670"/>
                  </a:lnTo>
                  <a:lnTo>
                    <a:pt x="5080" y="31750"/>
                  </a:lnTo>
                  <a:lnTo>
                    <a:pt x="3810" y="31750"/>
                  </a:lnTo>
                  <a:lnTo>
                    <a:pt x="3810" y="35560"/>
                  </a:lnTo>
                  <a:lnTo>
                    <a:pt x="3810" y="36830"/>
                  </a:lnTo>
                  <a:lnTo>
                    <a:pt x="2540" y="36830"/>
                  </a:lnTo>
                  <a:lnTo>
                    <a:pt x="2540" y="41910"/>
                  </a:lnTo>
                  <a:lnTo>
                    <a:pt x="1270" y="41910"/>
                  </a:lnTo>
                  <a:lnTo>
                    <a:pt x="1270" y="45720"/>
                  </a:lnTo>
                  <a:lnTo>
                    <a:pt x="1270" y="46990"/>
                  </a:lnTo>
                  <a:lnTo>
                    <a:pt x="0" y="46990"/>
                  </a:lnTo>
                  <a:lnTo>
                    <a:pt x="0" y="52070"/>
                  </a:lnTo>
                  <a:lnTo>
                    <a:pt x="318770" y="52070"/>
                  </a:lnTo>
                  <a:lnTo>
                    <a:pt x="318770" y="46990"/>
                  </a:lnTo>
                  <a:lnTo>
                    <a:pt x="318770" y="45720"/>
                  </a:lnTo>
                  <a:lnTo>
                    <a:pt x="320040" y="45720"/>
                  </a:lnTo>
                  <a:lnTo>
                    <a:pt x="320040" y="41910"/>
                  </a:lnTo>
                  <a:lnTo>
                    <a:pt x="320040" y="36830"/>
                  </a:lnTo>
                  <a:lnTo>
                    <a:pt x="320040" y="35560"/>
                  </a:lnTo>
                  <a:lnTo>
                    <a:pt x="321310" y="35560"/>
                  </a:lnTo>
                  <a:lnTo>
                    <a:pt x="321310" y="31750"/>
                  </a:lnTo>
                  <a:lnTo>
                    <a:pt x="321297" y="26670"/>
                  </a:lnTo>
                  <a:lnTo>
                    <a:pt x="321310" y="25400"/>
                  </a:lnTo>
                  <a:lnTo>
                    <a:pt x="322580" y="25400"/>
                  </a:lnTo>
                  <a:lnTo>
                    <a:pt x="322580" y="21590"/>
                  </a:lnTo>
                  <a:lnTo>
                    <a:pt x="322580" y="16510"/>
                  </a:lnTo>
                  <a:lnTo>
                    <a:pt x="322580" y="15240"/>
                  </a:lnTo>
                  <a:lnTo>
                    <a:pt x="323850" y="15240"/>
                  </a:lnTo>
                  <a:lnTo>
                    <a:pt x="323850" y="11430"/>
                  </a:lnTo>
                  <a:lnTo>
                    <a:pt x="323850" y="5080"/>
                  </a:lnTo>
                  <a:lnTo>
                    <a:pt x="325120" y="5080"/>
                  </a:lnTo>
                  <a:lnTo>
                    <a:pt x="325120" y="0"/>
                  </a:lnTo>
                  <a:close/>
                </a:path>
                <a:path w="751839" h="52069">
                  <a:moveTo>
                    <a:pt x="751840" y="46990"/>
                  </a:moveTo>
                  <a:lnTo>
                    <a:pt x="750570" y="46990"/>
                  </a:lnTo>
                  <a:lnTo>
                    <a:pt x="750570" y="45720"/>
                  </a:lnTo>
                  <a:lnTo>
                    <a:pt x="750570" y="41910"/>
                  </a:lnTo>
                  <a:lnTo>
                    <a:pt x="749287" y="41910"/>
                  </a:lnTo>
                  <a:lnTo>
                    <a:pt x="749287" y="36830"/>
                  </a:lnTo>
                  <a:lnTo>
                    <a:pt x="748030" y="36830"/>
                  </a:lnTo>
                  <a:lnTo>
                    <a:pt x="748030" y="35560"/>
                  </a:lnTo>
                  <a:lnTo>
                    <a:pt x="748030" y="31750"/>
                  </a:lnTo>
                  <a:lnTo>
                    <a:pt x="746760" y="31750"/>
                  </a:lnTo>
                  <a:lnTo>
                    <a:pt x="746760" y="26670"/>
                  </a:lnTo>
                  <a:lnTo>
                    <a:pt x="745490" y="26670"/>
                  </a:lnTo>
                  <a:lnTo>
                    <a:pt x="745490" y="21590"/>
                  </a:lnTo>
                  <a:lnTo>
                    <a:pt x="744220" y="21590"/>
                  </a:lnTo>
                  <a:lnTo>
                    <a:pt x="744220" y="16510"/>
                  </a:lnTo>
                  <a:lnTo>
                    <a:pt x="742950" y="16510"/>
                  </a:lnTo>
                  <a:lnTo>
                    <a:pt x="742950" y="11430"/>
                  </a:lnTo>
                  <a:lnTo>
                    <a:pt x="741680" y="11430"/>
                  </a:lnTo>
                  <a:lnTo>
                    <a:pt x="741680" y="6350"/>
                  </a:lnTo>
                  <a:lnTo>
                    <a:pt x="741680" y="5080"/>
                  </a:lnTo>
                  <a:lnTo>
                    <a:pt x="740410" y="5080"/>
                  </a:lnTo>
                  <a:lnTo>
                    <a:pt x="740410" y="0"/>
                  </a:lnTo>
                  <a:lnTo>
                    <a:pt x="421640" y="0"/>
                  </a:lnTo>
                  <a:lnTo>
                    <a:pt x="421640" y="5080"/>
                  </a:lnTo>
                  <a:lnTo>
                    <a:pt x="421640" y="6350"/>
                  </a:lnTo>
                  <a:lnTo>
                    <a:pt x="422910" y="6350"/>
                  </a:lnTo>
                  <a:lnTo>
                    <a:pt x="422910" y="11430"/>
                  </a:lnTo>
                  <a:lnTo>
                    <a:pt x="422910" y="16510"/>
                  </a:lnTo>
                  <a:lnTo>
                    <a:pt x="424180" y="16510"/>
                  </a:lnTo>
                  <a:lnTo>
                    <a:pt x="424180" y="21590"/>
                  </a:lnTo>
                  <a:lnTo>
                    <a:pt x="424180" y="26670"/>
                  </a:lnTo>
                  <a:lnTo>
                    <a:pt x="425450" y="26670"/>
                  </a:lnTo>
                  <a:lnTo>
                    <a:pt x="425450" y="31750"/>
                  </a:lnTo>
                  <a:lnTo>
                    <a:pt x="425450" y="35560"/>
                  </a:lnTo>
                  <a:lnTo>
                    <a:pt x="426720" y="35560"/>
                  </a:lnTo>
                  <a:lnTo>
                    <a:pt x="426720" y="36830"/>
                  </a:lnTo>
                  <a:lnTo>
                    <a:pt x="426720" y="41910"/>
                  </a:lnTo>
                  <a:lnTo>
                    <a:pt x="426720" y="45720"/>
                  </a:lnTo>
                  <a:lnTo>
                    <a:pt x="427990" y="45720"/>
                  </a:lnTo>
                  <a:lnTo>
                    <a:pt x="427990" y="46990"/>
                  </a:lnTo>
                  <a:lnTo>
                    <a:pt x="427990" y="52070"/>
                  </a:lnTo>
                  <a:lnTo>
                    <a:pt x="751840" y="52070"/>
                  </a:lnTo>
                  <a:lnTo>
                    <a:pt x="751840" y="46990"/>
                  </a:lnTo>
                  <a:close/>
                </a:path>
              </a:pathLst>
            </a:custGeom>
            <a:solidFill>
              <a:srgbClr val="002400"/>
            </a:solidFill>
          </p:spPr>
          <p:txBody>
            <a:bodyPr wrap="square" lIns="0" tIns="0" rIns="0" bIns="0" rtlCol="0"/>
            <a:lstStyle/>
            <a:p/>
          </p:txBody>
        </p:sp>
        <p:sp>
          <p:nvSpPr>
            <p:cNvPr id="460" name="object 460"/>
            <p:cNvSpPr/>
            <p:nvPr/>
          </p:nvSpPr>
          <p:spPr>
            <a:xfrm>
              <a:off x="4277360" y="3037839"/>
              <a:ext cx="777240" cy="50800"/>
            </a:xfrm>
            <a:custGeom>
              <a:avLst/>
              <a:gdLst/>
              <a:ahLst/>
              <a:cxnLst/>
              <a:rect l="l" t="t" r="r" b="b"/>
              <a:pathLst>
                <a:path w="777239" h="50800">
                  <a:moveTo>
                    <a:pt x="769620" y="15240"/>
                  </a:moveTo>
                  <a:lnTo>
                    <a:pt x="768350" y="15240"/>
                  </a:lnTo>
                  <a:lnTo>
                    <a:pt x="768350" y="13970"/>
                  </a:lnTo>
                  <a:lnTo>
                    <a:pt x="768350" y="10160"/>
                  </a:lnTo>
                  <a:lnTo>
                    <a:pt x="767080" y="10160"/>
                  </a:lnTo>
                  <a:lnTo>
                    <a:pt x="767080" y="5080"/>
                  </a:lnTo>
                  <a:lnTo>
                    <a:pt x="765810" y="5080"/>
                  </a:lnTo>
                  <a:lnTo>
                    <a:pt x="765810" y="3810"/>
                  </a:lnTo>
                  <a:lnTo>
                    <a:pt x="765810" y="0"/>
                  </a:lnTo>
                  <a:lnTo>
                    <a:pt x="440690" y="0"/>
                  </a:lnTo>
                  <a:lnTo>
                    <a:pt x="440690" y="3810"/>
                  </a:lnTo>
                  <a:lnTo>
                    <a:pt x="441960" y="3810"/>
                  </a:lnTo>
                  <a:lnTo>
                    <a:pt x="441960" y="5080"/>
                  </a:lnTo>
                  <a:lnTo>
                    <a:pt x="441960" y="10160"/>
                  </a:lnTo>
                  <a:lnTo>
                    <a:pt x="441960" y="13970"/>
                  </a:lnTo>
                  <a:lnTo>
                    <a:pt x="443230" y="13970"/>
                  </a:lnTo>
                  <a:lnTo>
                    <a:pt x="443230" y="15240"/>
                  </a:lnTo>
                  <a:lnTo>
                    <a:pt x="443230" y="19050"/>
                  </a:lnTo>
                  <a:lnTo>
                    <a:pt x="328930" y="19050"/>
                  </a:lnTo>
                  <a:lnTo>
                    <a:pt x="328930" y="15240"/>
                  </a:lnTo>
                  <a:lnTo>
                    <a:pt x="328930" y="13970"/>
                  </a:lnTo>
                  <a:lnTo>
                    <a:pt x="330200" y="13970"/>
                  </a:lnTo>
                  <a:lnTo>
                    <a:pt x="330200" y="10160"/>
                  </a:lnTo>
                  <a:lnTo>
                    <a:pt x="330200" y="5080"/>
                  </a:lnTo>
                  <a:lnTo>
                    <a:pt x="330200" y="3810"/>
                  </a:lnTo>
                  <a:lnTo>
                    <a:pt x="331470" y="3810"/>
                  </a:lnTo>
                  <a:lnTo>
                    <a:pt x="331470" y="0"/>
                  </a:lnTo>
                  <a:lnTo>
                    <a:pt x="11430" y="0"/>
                  </a:lnTo>
                  <a:lnTo>
                    <a:pt x="11430" y="3810"/>
                  </a:lnTo>
                  <a:lnTo>
                    <a:pt x="11430" y="5080"/>
                  </a:lnTo>
                  <a:lnTo>
                    <a:pt x="10160" y="5080"/>
                  </a:lnTo>
                  <a:lnTo>
                    <a:pt x="10160" y="10160"/>
                  </a:lnTo>
                  <a:lnTo>
                    <a:pt x="8890" y="10160"/>
                  </a:lnTo>
                  <a:lnTo>
                    <a:pt x="8890" y="13970"/>
                  </a:lnTo>
                  <a:lnTo>
                    <a:pt x="8890" y="15240"/>
                  </a:lnTo>
                  <a:lnTo>
                    <a:pt x="7620" y="15240"/>
                  </a:lnTo>
                  <a:lnTo>
                    <a:pt x="7620" y="19050"/>
                  </a:lnTo>
                  <a:lnTo>
                    <a:pt x="7620" y="21590"/>
                  </a:lnTo>
                  <a:lnTo>
                    <a:pt x="769620" y="21590"/>
                  </a:lnTo>
                  <a:lnTo>
                    <a:pt x="769620" y="19050"/>
                  </a:lnTo>
                  <a:lnTo>
                    <a:pt x="769620" y="15240"/>
                  </a:lnTo>
                  <a:close/>
                </a:path>
                <a:path w="777239" h="50800">
                  <a:moveTo>
                    <a:pt x="772147" y="26670"/>
                  </a:moveTo>
                  <a:lnTo>
                    <a:pt x="770890" y="26670"/>
                  </a:lnTo>
                  <a:lnTo>
                    <a:pt x="770890" y="21602"/>
                  </a:lnTo>
                  <a:lnTo>
                    <a:pt x="6350" y="21602"/>
                  </a:lnTo>
                  <a:lnTo>
                    <a:pt x="6350" y="26670"/>
                  </a:lnTo>
                  <a:lnTo>
                    <a:pt x="5080" y="26670"/>
                  </a:lnTo>
                  <a:lnTo>
                    <a:pt x="5080" y="31750"/>
                  </a:lnTo>
                  <a:lnTo>
                    <a:pt x="772147" y="31750"/>
                  </a:lnTo>
                  <a:lnTo>
                    <a:pt x="772147" y="26670"/>
                  </a:lnTo>
                  <a:close/>
                </a:path>
                <a:path w="777239" h="50800">
                  <a:moveTo>
                    <a:pt x="775970" y="41910"/>
                  </a:moveTo>
                  <a:lnTo>
                    <a:pt x="774700" y="41910"/>
                  </a:lnTo>
                  <a:lnTo>
                    <a:pt x="774700" y="36830"/>
                  </a:lnTo>
                  <a:lnTo>
                    <a:pt x="773430" y="36830"/>
                  </a:lnTo>
                  <a:lnTo>
                    <a:pt x="773430" y="31762"/>
                  </a:lnTo>
                  <a:lnTo>
                    <a:pt x="3810" y="31762"/>
                  </a:lnTo>
                  <a:lnTo>
                    <a:pt x="3810" y="36830"/>
                  </a:lnTo>
                  <a:lnTo>
                    <a:pt x="2540" y="36830"/>
                  </a:lnTo>
                  <a:lnTo>
                    <a:pt x="2540" y="41910"/>
                  </a:lnTo>
                  <a:lnTo>
                    <a:pt x="1270" y="41910"/>
                  </a:lnTo>
                  <a:lnTo>
                    <a:pt x="1270" y="46990"/>
                  </a:lnTo>
                  <a:lnTo>
                    <a:pt x="775970" y="46990"/>
                  </a:lnTo>
                  <a:lnTo>
                    <a:pt x="775970" y="41910"/>
                  </a:lnTo>
                  <a:close/>
                </a:path>
                <a:path w="777239" h="50800">
                  <a:moveTo>
                    <a:pt x="777240" y="47002"/>
                  </a:moveTo>
                  <a:lnTo>
                    <a:pt x="0" y="47002"/>
                  </a:lnTo>
                  <a:lnTo>
                    <a:pt x="0" y="50800"/>
                  </a:lnTo>
                  <a:lnTo>
                    <a:pt x="777240" y="50800"/>
                  </a:lnTo>
                  <a:lnTo>
                    <a:pt x="777240" y="47002"/>
                  </a:lnTo>
                  <a:close/>
                </a:path>
              </a:pathLst>
            </a:custGeom>
            <a:solidFill>
              <a:srgbClr val="002500"/>
            </a:solidFill>
          </p:spPr>
          <p:txBody>
            <a:bodyPr wrap="square" lIns="0" tIns="0" rIns="0" bIns="0" rtlCol="0"/>
            <a:lstStyle/>
            <a:p/>
          </p:txBody>
        </p:sp>
        <p:sp>
          <p:nvSpPr>
            <p:cNvPr id="461" name="object 461"/>
            <p:cNvSpPr/>
            <p:nvPr/>
          </p:nvSpPr>
          <p:spPr>
            <a:xfrm>
              <a:off x="4264660" y="3088639"/>
              <a:ext cx="802640" cy="52069"/>
            </a:xfrm>
            <a:custGeom>
              <a:avLst/>
              <a:gdLst/>
              <a:ahLst/>
              <a:cxnLst/>
              <a:rect l="l" t="t" r="r" b="b"/>
              <a:pathLst>
                <a:path w="802639" h="52069">
                  <a:moveTo>
                    <a:pt x="791197" y="1270"/>
                  </a:moveTo>
                  <a:lnTo>
                    <a:pt x="789940" y="1270"/>
                  </a:lnTo>
                  <a:lnTo>
                    <a:pt x="789940" y="0"/>
                  </a:lnTo>
                  <a:lnTo>
                    <a:pt x="12700" y="0"/>
                  </a:lnTo>
                  <a:lnTo>
                    <a:pt x="12700" y="1270"/>
                  </a:lnTo>
                  <a:lnTo>
                    <a:pt x="11430" y="1270"/>
                  </a:lnTo>
                  <a:lnTo>
                    <a:pt x="11430" y="6350"/>
                  </a:lnTo>
                  <a:lnTo>
                    <a:pt x="791197" y="6350"/>
                  </a:lnTo>
                  <a:lnTo>
                    <a:pt x="791197" y="1270"/>
                  </a:lnTo>
                  <a:close/>
                </a:path>
                <a:path w="802639" h="52069">
                  <a:moveTo>
                    <a:pt x="796290" y="21590"/>
                  </a:moveTo>
                  <a:lnTo>
                    <a:pt x="795020" y="21590"/>
                  </a:lnTo>
                  <a:lnTo>
                    <a:pt x="795020" y="16510"/>
                  </a:lnTo>
                  <a:lnTo>
                    <a:pt x="793750" y="16510"/>
                  </a:lnTo>
                  <a:lnTo>
                    <a:pt x="793750" y="11430"/>
                  </a:lnTo>
                  <a:lnTo>
                    <a:pt x="792480" y="11430"/>
                  </a:lnTo>
                  <a:lnTo>
                    <a:pt x="792480" y="6362"/>
                  </a:lnTo>
                  <a:lnTo>
                    <a:pt x="10160" y="6362"/>
                  </a:lnTo>
                  <a:lnTo>
                    <a:pt x="10160" y="11430"/>
                  </a:lnTo>
                  <a:lnTo>
                    <a:pt x="8890" y="11430"/>
                  </a:lnTo>
                  <a:lnTo>
                    <a:pt x="8890" y="16510"/>
                  </a:lnTo>
                  <a:lnTo>
                    <a:pt x="7620" y="16510"/>
                  </a:lnTo>
                  <a:lnTo>
                    <a:pt x="7620" y="21590"/>
                  </a:lnTo>
                  <a:lnTo>
                    <a:pt x="6350" y="21590"/>
                  </a:lnTo>
                  <a:lnTo>
                    <a:pt x="6350" y="27940"/>
                  </a:lnTo>
                  <a:lnTo>
                    <a:pt x="796290" y="27940"/>
                  </a:lnTo>
                  <a:lnTo>
                    <a:pt x="796290" y="21590"/>
                  </a:lnTo>
                  <a:close/>
                </a:path>
                <a:path w="802639" h="52069">
                  <a:moveTo>
                    <a:pt x="798830" y="33020"/>
                  </a:moveTo>
                  <a:lnTo>
                    <a:pt x="797547" y="33020"/>
                  </a:lnTo>
                  <a:lnTo>
                    <a:pt x="797547" y="27952"/>
                  </a:lnTo>
                  <a:lnTo>
                    <a:pt x="5080" y="27952"/>
                  </a:lnTo>
                  <a:lnTo>
                    <a:pt x="5080" y="33020"/>
                  </a:lnTo>
                  <a:lnTo>
                    <a:pt x="3810" y="33020"/>
                  </a:lnTo>
                  <a:lnTo>
                    <a:pt x="3810" y="38100"/>
                  </a:lnTo>
                  <a:lnTo>
                    <a:pt x="798830" y="38100"/>
                  </a:lnTo>
                  <a:lnTo>
                    <a:pt x="798830" y="33020"/>
                  </a:lnTo>
                  <a:close/>
                </a:path>
                <a:path w="802639" h="52069">
                  <a:moveTo>
                    <a:pt x="802640" y="48260"/>
                  </a:moveTo>
                  <a:lnTo>
                    <a:pt x="801370" y="48260"/>
                  </a:lnTo>
                  <a:lnTo>
                    <a:pt x="801370" y="43180"/>
                  </a:lnTo>
                  <a:lnTo>
                    <a:pt x="800100" y="43180"/>
                  </a:lnTo>
                  <a:lnTo>
                    <a:pt x="800100" y="38112"/>
                  </a:lnTo>
                  <a:lnTo>
                    <a:pt x="2540" y="38112"/>
                  </a:lnTo>
                  <a:lnTo>
                    <a:pt x="2540" y="43180"/>
                  </a:lnTo>
                  <a:lnTo>
                    <a:pt x="1270" y="43180"/>
                  </a:lnTo>
                  <a:lnTo>
                    <a:pt x="1270" y="48260"/>
                  </a:lnTo>
                  <a:lnTo>
                    <a:pt x="0" y="48260"/>
                  </a:lnTo>
                  <a:lnTo>
                    <a:pt x="0" y="52070"/>
                  </a:lnTo>
                  <a:lnTo>
                    <a:pt x="802640" y="52070"/>
                  </a:lnTo>
                  <a:lnTo>
                    <a:pt x="802640" y="48260"/>
                  </a:lnTo>
                  <a:close/>
                </a:path>
              </a:pathLst>
            </a:custGeom>
            <a:solidFill>
              <a:srgbClr val="002600"/>
            </a:solidFill>
          </p:spPr>
          <p:txBody>
            <a:bodyPr wrap="square" lIns="0" tIns="0" rIns="0" bIns="0" rtlCol="0"/>
            <a:lstStyle/>
            <a:p/>
          </p:txBody>
        </p:sp>
        <p:sp>
          <p:nvSpPr>
            <p:cNvPr id="462" name="object 462"/>
            <p:cNvSpPr/>
            <p:nvPr/>
          </p:nvSpPr>
          <p:spPr>
            <a:xfrm>
              <a:off x="4251960" y="3140709"/>
              <a:ext cx="828040" cy="52069"/>
            </a:xfrm>
            <a:custGeom>
              <a:avLst/>
              <a:gdLst/>
              <a:ahLst/>
              <a:cxnLst/>
              <a:rect l="l" t="t" r="r" b="b"/>
              <a:pathLst>
                <a:path w="828039" h="52069">
                  <a:moveTo>
                    <a:pt x="815340" y="0"/>
                  </a:moveTo>
                  <a:lnTo>
                    <a:pt x="12700" y="0"/>
                  </a:lnTo>
                  <a:lnTo>
                    <a:pt x="12700" y="1270"/>
                  </a:lnTo>
                  <a:lnTo>
                    <a:pt x="815340" y="1270"/>
                  </a:lnTo>
                  <a:lnTo>
                    <a:pt x="815340" y="0"/>
                  </a:lnTo>
                  <a:close/>
                </a:path>
                <a:path w="828039" h="52069">
                  <a:moveTo>
                    <a:pt x="817880" y="6350"/>
                  </a:moveTo>
                  <a:lnTo>
                    <a:pt x="816597" y="6350"/>
                  </a:lnTo>
                  <a:lnTo>
                    <a:pt x="816597" y="1282"/>
                  </a:lnTo>
                  <a:lnTo>
                    <a:pt x="11430" y="1282"/>
                  </a:lnTo>
                  <a:lnTo>
                    <a:pt x="11430" y="6350"/>
                  </a:lnTo>
                  <a:lnTo>
                    <a:pt x="10160" y="6350"/>
                  </a:lnTo>
                  <a:lnTo>
                    <a:pt x="10160" y="11430"/>
                  </a:lnTo>
                  <a:lnTo>
                    <a:pt x="817880" y="11430"/>
                  </a:lnTo>
                  <a:lnTo>
                    <a:pt x="817880" y="6350"/>
                  </a:lnTo>
                  <a:close/>
                </a:path>
                <a:path w="828039" h="52069">
                  <a:moveTo>
                    <a:pt x="821690" y="21590"/>
                  </a:moveTo>
                  <a:lnTo>
                    <a:pt x="820420" y="21590"/>
                  </a:lnTo>
                  <a:lnTo>
                    <a:pt x="820420" y="16510"/>
                  </a:lnTo>
                  <a:lnTo>
                    <a:pt x="819150" y="16510"/>
                  </a:lnTo>
                  <a:lnTo>
                    <a:pt x="819150" y="11442"/>
                  </a:lnTo>
                  <a:lnTo>
                    <a:pt x="8890" y="11442"/>
                  </a:lnTo>
                  <a:lnTo>
                    <a:pt x="8890" y="16510"/>
                  </a:lnTo>
                  <a:lnTo>
                    <a:pt x="7620" y="16510"/>
                  </a:lnTo>
                  <a:lnTo>
                    <a:pt x="7620" y="21590"/>
                  </a:lnTo>
                  <a:lnTo>
                    <a:pt x="6350" y="21590"/>
                  </a:lnTo>
                  <a:lnTo>
                    <a:pt x="6350" y="26670"/>
                  </a:lnTo>
                  <a:lnTo>
                    <a:pt x="821690" y="26670"/>
                  </a:lnTo>
                  <a:lnTo>
                    <a:pt x="821690" y="21590"/>
                  </a:lnTo>
                  <a:close/>
                </a:path>
                <a:path w="828039" h="52069">
                  <a:moveTo>
                    <a:pt x="825500" y="38100"/>
                  </a:moveTo>
                  <a:lnTo>
                    <a:pt x="824230" y="38100"/>
                  </a:lnTo>
                  <a:lnTo>
                    <a:pt x="824230" y="31750"/>
                  </a:lnTo>
                  <a:lnTo>
                    <a:pt x="822960" y="31750"/>
                  </a:lnTo>
                  <a:lnTo>
                    <a:pt x="822960" y="26682"/>
                  </a:lnTo>
                  <a:lnTo>
                    <a:pt x="5080" y="26682"/>
                  </a:lnTo>
                  <a:lnTo>
                    <a:pt x="5080" y="31750"/>
                  </a:lnTo>
                  <a:lnTo>
                    <a:pt x="3810" y="31750"/>
                  </a:lnTo>
                  <a:lnTo>
                    <a:pt x="3810" y="38100"/>
                  </a:lnTo>
                  <a:lnTo>
                    <a:pt x="2540" y="38100"/>
                  </a:lnTo>
                  <a:lnTo>
                    <a:pt x="2540" y="43180"/>
                  </a:lnTo>
                  <a:lnTo>
                    <a:pt x="825500" y="43180"/>
                  </a:lnTo>
                  <a:lnTo>
                    <a:pt x="825500" y="38100"/>
                  </a:lnTo>
                  <a:close/>
                </a:path>
                <a:path w="828039" h="52069">
                  <a:moveTo>
                    <a:pt x="828040" y="48260"/>
                  </a:moveTo>
                  <a:lnTo>
                    <a:pt x="826770" y="48260"/>
                  </a:lnTo>
                  <a:lnTo>
                    <a:pt x="826770" y="43192"/>
                  </a:lnTo>
                  <a:lnTo>
                    <a:pt x="1270" y="43192"/>
                  </a:lnTo>
                  <a:lnTo>
                    <a:pt x="1270" y="48260"/>
                  </a:lnTo>
                  <a:lnTo>
                    <a:pt x="0" y="48260"/>
                  </a:lnTo>
                  <a:lnTo>
                    <a:pt x="0" y="52070"/>
                  </a:lnTo>
                  <a:lnTo>
                    <a:pt x="828040" y="52070"/>
                  </a:lnTo>
                  <a:lnTo>
                    <a:pt x="828040" y="48260"/>
                  </a:lnTo>
                  <a:close/>
                </a:path>
              </a:pathLst>
            </a:custGeom>
            <a:solidFill>
              <a:srgbClr val="002700"/>
            </a:solidFill>
          </p:spPr>
          <p:txBody>
            <a:bodyPr wrap="square" lIns="0" tIns="0" rIns="0" bIns="0" rtlCol="0"/>
            <a:lstStyle/>
            <a:p/>
          </p:txBody>
        </p:sp>
        <p:sp>
          <p:nvSpPr>
            <p:cNvPr id="463" name="object 463"/>
            <p:cNvSpPr/>
            <p:nvPr/>
          </p:nvSpPr>
          <p:spPr>
            <a:xfrm>
              <a:off x="4239260" y="3192779"/>
              <a:ext cx="853440" cy="52069"/>
            </a:xfrm>
            <a:custGeom>
              <a:avLst/>
              <a:gdLst/>
              <a:ahLst/>
              <a:cxnLst/>
              <a:rect l="l" t="t" r="r" b="b"/>
              <a:pathLst>
                <a:path w="853439" h="52069">
                  <a:moveTo>
                    <a:pt x="842010" y="1270"/>
                  </a:moveTo>
                  <a:lnTo>
                    <a:pt x="840740" y="1270"/>
                  </a:lnTo>
                  <a:lnTo>
                    <a:pt x="840740" y="0"/>
                  </a:lnTo>
                  <a:lnTo>
                    <a:pt x="12700" y="0"/>
                  </a:lnTo>
                  <a:lnTo>
                    <a:pt x="12700" y="1270"/>
                  </a:lnTo>
                  <a:lnTo>
                    <a:pt x="11430" y="1270"/>
                  </a:lnTo>
                  <a:lnTo>
                    <a:pt x="11430" y="6350"/>
                  </a:lnTo>
                  <a:lnTo>
                    <a:pt x="842010" y="6350"/>
                  </a:lnTo>
                  <a:lnTo>
                    <a:pt x="842010" y="1270"/>
                  </a:lnTo>
                  <a:close/>
                </a:path>
                <a:path w="853439" h="52069">
                  <a:moveTo>
                    <a:pt x="844550" y="11430"/>
                  </a:moveTo>
                  <a:lnTo>
                    <a:pt x="843280" y="11430"/>
                  </a:lnTo>
                  <a:lnTo>
                    <a:pt x="843280" y="6362"/>
                  </a:lnTo>
                  <a:lnTo>
                    <a:pt x="10160" y="6362"/>
                  </a:lnTo>
                  <a:lnTo>
                    <a:pt x="10160" y="11430"/>
                  </a:lnTo>
                  <a:lnTo>
                    <a:pt x="8890" y="11430"/>
                  </a:lnTo>
                  <a:lnTo>
                    <a:pt x="8890" y="16510"/>
                  </a:lnTo>
                  <a:lnTo>
                    <a:pt x="844550" y="16510"/>
                  </a:lnTo>
                  <a:lnTo>
                    <a:pt x="844550" y="11430"/>
                  </a:lnTo>
                  <a:close/>
                </a:path>
                <a:path w="853439" h="52069">
                  <a:moveTo>
                    <a:pt x="848360" y="26670"/>
                  </a:moveTo>
                  <a:lnTo>
                    <a:pt x="847090" y="26670"/>
                  </a:lnTo>
                  <a:lnTo>
                    <a:pt x="847090" y="21590"/>
                  </a:lnTo>
                  <a:lnTo>
                    <a:pt x="845820" y="21590"/>
                  </a:lnTo>
                  <a:lnTo>
                    <a:pt x="845820" y="16522"/>
                  </a:lnTo>
                  <a:lnTo>
                    <a:pt x="7620" y="16522"/>
                  </a:lnTo>
                  <a:lnTo>
                    <a:pt x="7620" y="21590"/>
                  </a:lnTo>
                  <a:lnTo>
                    <a:pt x="6350" y="21590"/>
                  </a:lnTo>
                  <a:lnTo>
                    <a:pt x="6350" y="26670"/>
                  </a:lnTo>
                  <a:lnTo>
                    <a:pt x="5080" y="26670"/>
                  </a:lnTo>
                  <a:lnTo>
                    <a:pt x="5080" y="31750"/>
                  </a:lnTo>
                  <a:lnTo>
                    <a:pt x="848360" y="31750"/>
                  </a:lnTo>
                  <a:lnTo>
                    <a:pt x="848360" y="26670"/>
                  </a:lnTo>
                  <a:close/>
                </a:path>
                <a:path w="853439" h="52069">
                  <a:moveTo>
                    <a:pt x="852170" y="41910"/>
                  </a:moveTo>
                  <a:lnTo>
                    <a:pt x="850900" y="41910"/>
                  </a:lnTo>
                  <a:lnTo>
                    <a:pt x="850900" y="36830"/>
                  </a:lnTo>
                  <a:lnTo>
                    <a:pt x="849630" y="36830"/>
                  </a:lnTo>
                  <a:lnTo>
                    <a:pt x="849630" y="31762"/>
                  </a:lnTo>
                  <a:lnTo>
                    <a:pt x="3810" y="31762"/>
                  </a:lnTo>
                  <a:lnTo>
                    <a:pt x="3810" y="36830"/>
                  </a:lnTo>
                  <a:lnTo>
                    <a:pt x="2540" y="36830"/>
                  </a:lnTo>
                  <a:lnTo>
                    <a:pt x="2540" y="41910"/>
                  </a:lnTo>
                  <a:lnTo>
                    <a:pt x="1270" y="41910"/>
                  </a:lnTo>
                  <a:lnTo>
                    <a:pt x="1270" y="48260"/>
                  </a:lnTo>
                  <a:lnTo>
                    <a:pt x="852170" y="48260"/>
                  </a:lnTo>
                  <a:lnTo>
                    <a:pt x="852170" y="41910"/>
                  </a:lnTo>
                  <a:close/>
                </a:path>
                <a:path w="853439" h="52069">
                  <a:moveTo>
                    <a:pt x="853440" y="48272"/>
                  </a:moveTo>
                  <a:lnTo>
                    <a:pt x="0" y="48272"/>
                  </a:lnTo>
                  <a:lnTo>
                    <a:pt x="0" y="52070"/>
                  </a:lnTo>
                  <a:lnTo>
                    <a:pt x="853440" y="52070"/>
                  </a:lnTo>
                  <a:lnTo>
                    <a:pt x="853440" y="48272"/>
                  </a:lnTo>
                  <a:close/>
                </a:path>
              </a:pathLst>
            </a:custGeom>
            <a:solidFill>
              <a:srgbClr val="002800"/>
            </a:solidFill>
          </p:spPr>
          <p:txBody>
            <a:bodyPr wrap="square" lIns="0" tIns="0" rIns="0" bIns="0" rtlCol="0"/>
            <a:lstStyle/>
            <a:p/>
          </p:txBody>
        </p:sp>
        <p:sp>
          <p:nvSpPr>
            <p:cNvPr id="464" name="object 464"/>
            <p:cNvSpPr/>
            <p:nvPr/>
          </p:nvSpPr>
          <p:spPr>
            <a:xfrm>
              <a:off x="4226560" y="3244849"/>
              <a:ext cx="878840" cy="50800"/>
            </a:xfrm>
            <a:custGeom>
              <a:avLst/>
              <a:gdLst/>
              <a:ahLst/>
              <a:cxnLst/>
              <a:rect l="l" t="t" r="r" b="b"/>
              <a:pathLst>
                <a:path w="878839" h="50800">
                  <a:moveTo>
                    <a:pt x="868680" y="6350"/>
                  </a:moveTo>
                  <a:lnTo>
                    <a:pt x="867410" y="6350"/>
                  </a:lnTo>
                  <a:lnTo>
                    <a:pt x="867410" y="1270"/>
                  </a:lnTo>
                  <a:lnTo>
                    <a:pt x="866140" y="1270"/>
                  </a:lnTo>
                  <a:lnTo>
                    <a:pt x="866140" y="0"/>
                  </a:lnTo>
                  <a:lnTo>
                    <a:pt x="12700" y="0"/>
                  </a:lnTo>
                  <a:lnTo>
                    <a:pt x="12700" y="1270"/>
                  </a:lnTo>
                  <a:lnTo>
                    <a:pt x="11430" y="1270"/>
                  </a:lnTo>
                  <a:lnTo>
                    <a:pt x="11430" y="6350"/>
                  </a:lnTo>
                  <a:lnTo>
                    <a:pt x="10160" y="6350"/>
                  </a:lnTo>
                  <a:lnTo>
                    <a:pt x="10160" y="11430"/>
                  </a:lnTo>
                  <a:lnTo>
                    <a:pt x="868680" y="11430"/>
                  </a:lnTo>
                  <a:lnTo>
                    <a:pt x="868680" y="6350"/>
                  </a:lnTo>
                  <a:close/>
                </a:path>
                <a:path w="878839" h="50800">
                  <a:moveTo>
                    <a:pt x="871220" y="16510"/>
                  </a:moveTo>
                  <a:lnTo>
                    <a:pt x="869950" y="16510"/>
                  </a:lnTo>
                  <a:lnTo>
                    <a:pt x="869950" y="11442"/>
                  </a:lnTo>
                  <a:lnTo>
                    <a:pt x="8890" y="11442"/>
                  </a:lnTo>
                  <a:lnTo>
                    <a:pt x="8890" y="16510"/>
                  </a:lnTo>
                  <a:lnTo>
                    <a:pt x="7620" y="16510"/>
                  </a:lnTo>
                  <a:lnTo>
                    <a:pt x="7620" y="21590"/>
                  </a:lnTo>
                  <a:lnTo>
                    <a:pt x="871220" y="21590"/>
                  </a:lnTo>
                  <a:lnTo>
                    <a:pt x="871220" y="16510"/>
                  </a:lnTo>
                  <a:close/>
                </a:path>
                <a:path w="878839" h="50800">
                  <a:moveTo>
                    <a:pt x="875030" y="31750"/>
                  </a:moveTo>
                  <a:lnTo>
                    <a:pt x="873760" y="31750"/>
                  </a:lnTo>
                  <a:lnTo>
                    <a:pt x="873760" y="26670"/>
                  </a:lnTo>
                  <a:lnTo>
                    <a:pt x="872490" y="26670"/>
                  </a:lnTo>
                  <a:lnTo>
                    <a:pt x="872490" y="21602"/>
                  </a:lnTo>
                  <a:lnTo>
                    <a:pt x="6350" y="21602"/>
                  </a:lnTo>
                  <a:lnTo>
                    <a:pt x="6350" y="26670"/>
                  </a:lnTo>
                  <a:lnTo>
                    <a:pt x="5080" y="26670"/>
                  </a:lnTo>
                  <a:lnTo>
                    <a:pt x="5080" y="31750"/>
                  </a:lnTo>
                  <a:lnTo>
                    <a:pt x="3810" y="31750"/>
                  </a:lnTo>
                  <a:lnTo>
                    <a:pt x="3810" y="36830"/>
                  </a:lnTo>
                  <a:lnTo>
                    <a:pt x="875030" y="36830"/>
                  </a:lnTo>
                  <a:lnTo>
                    <a:pt x="875030" y="31750"/>
                  </a:lnTo>
                  <a:close/>
                </a:path>
                <a:path w="878839" h="50800">
                  <a:moveTo>
                    <a:pt x="878840" y="46990"/>
                  </a:moveTo>
                  <a:lnTo>
                    <a:pt x="877570" y="46990"/>
                  </a:lnTo>
                  <a:lnTo>
                    <a:pt x="877570" y="41910"/>
                  </a:lnTo>
                  <a:lnTo>
                    <a:pt x="876300" y="41910"/>
                  </a:lnTo>
                  <a:lnTo>
                    <a:pt x="876300" y="36842"/>
                  </a:lnTo>
                  <a:lnTo>
                    <a:pt x="2540" y="36842"/>
                  </a:lnTo>
                  <a:lnTo>
                    <a:pt x="2540" y="41910"/>
                  </a:lnTo>
                  <a:lnTo>
                    <a:pt x="1270" y="41910"/>
                  </a:lnTo>
                  <a:lnTo>
                    <a:pt x="1270" y="46990"/>
                  </a:lnTo>
                  <a:lnTo>
                    <a:pt x="0" y="46990"/>
                  </a:lnTo>
                  <a:lnTo>
                    <a:pt x="0" y="50800"/>
                  </a:lnTo>
                  <a:lnTo>
                    <a:pt x="878840" y="50800"/>
                  </a:lnTo>
                  <a:lnTo>
                    <a:pt x="878840" y="46990"/>
                  </a:lnTo>
                  <a:close/>
                </a:path>
              </a:pathLst>
            </a:custGeom>
            <a:solidFill>
              <a:srgbClr val="002900"/>
            </a:solidFill>
          </p:spPr>
          <p:txBody>
            <a:bodyPr wrap="square" lIns="0" tIns="0" rIns="0" bIns="0" rtlCol="0"/>
            <a:lstStyle/>
            <a:p/>
          </p:txBody>
        </p:sp>
        <p:sp>
          <p:nvSpPr>
            <p:cNvPr id="465" name="object 465"/>
            <p:cNvSpPr/>
            <p:nvPr/>
          </p:nvSpPr>
          <p:spPr>
            <a:xfrm>
              <a:off x="4213860" y="3295649"/>
              <a:ext cx="904240" cy="52069"/>
            </a:xfrm>
            <a:custGeom>
              <a:avLst/>
              <a:gdLst/>
              <a:ahLst/>
              <a:cxnLst/>
              <a:rect l="l" t="t" r="r" b="b"/>
              <a:pathLst>
                <a:path w="904239" h="52070">
                  <a:moveTo>
                    <a:pt x="891540" y="0"/>
                  </a:moveTo>
                  <a:lnTo>
                    <a:pt x="12700" y="0"/>
                  </a:lnTo>
                  <a:lnTo>
                    <a:pt x="12700" y="2540"/>
                  </a:lnTo>
                  <a:lnTo>
                    <a:pt x="891540" y="2540"/>
                  </a:lnTo>
                  <a:lnTo>
                    <a:pt x="891540" y="0"/>
                  </a:lnTo>
                  <a:close/>
                </a:path>
                <a:path w="904239" h="52070">
                  <a:moveTo>
                    <a:pt x="895350" y="12700"/>
                  </a:moveTo>
                  <a:lnTo>
                    <a:pt x="894080" y="12700"/>
                  </a:lnTo>
                  <a:lnTo>
                    <a:pt x="894080" y="7620"/>
                  </a:lnTo>
                  <a:lnTo>
                    <a:pt x="892810" y="7620"/>
                  </a:lnTo>
                  <a:lnTo>
                    <a:pt x="892810" y="2552"/>
                  </a:lnTo>
                  <a:lnTo>
                    <a:pt x="11430" y="2552"/>
                  </a:lnTo>
                  <a:lnTo>
                    <a:pt x="11430" y="7620"/>
                  </a:lnTo>
                  <a:lnTo>
                    <a:pt x="10160" y="7620"/>
                  </a:lnTo>
                  <a:lnTo>
                    <a:pt x="10160" y="12700"/>
                  </a:lnTo>
                  <a:lnTo>
                    <a:pt x="8890" y="12700"/>
                  </a:lnTo>
                  <a:lnTo>
                    <a:pt x="8890" y="17780"/>
                  </a:lnTo>
                  <a:lnTo>
                    <a:pt x="895350" y="17780"/>
                  </a:lnTo>
                  <a:lnTo>
                    <a:pt x="895350" y="12700"/>
                  </a:lnTo>
                  <a:close/>
                </a:path>
                <a:path w="904239" h="52070">
                  <a:moveTo>
                    <a:pt x="897890" y="22860"/>
                  </a:moveTo>
                  <a:lnTo>
                    <a:pt x="896620" y="22860"/>
                  </a:lnTo>
                  <a:lnTo>
                    <a:pt x="896620" y="17792"/>
                  </a:lnTo>
                  <a:lnTo>
                    <a:pt x="7620" y="17792"/>
                  </a:lnTo>
                  <a:lnTo>
                    <a:pt x="7620" y="22860"/>
                  </a:lnTo>
                  <a:lnTo>
                    <a:pt x="6350" y="22860"/>
                  </a:lnTo>
                  <a:lnTo>
                    <a:pt x="6350" y="27940"/>
                  </a:lnTo>
                  <a:lnTo>
                    <a:pt x="897890" y="27940"/>
                  </a:lnTo>
                  <a:lnTo>
                    <a:pt x="897890" y="22860"/>
                  </a:lnTo>
                  <a:close/>
                </a:path>
                <a:path w="904239" h="52070">
                  <a:moveTo>
                    <a:pt x="901700" y="38100"/>
                  </a:moveTo>
                  <a:lnTo>
                    <a:pt x="900430" y="38100"/>
                  </a:lnTo>
                  <a:lnTo>
                    <a:pt x="900430" y="33020"/>
                  </a:lnTo>
                  <a:lnTo>
                    <a:pt x="899160" y="33020"/>
                  </a:lnTo>
                  <a:lnTo>
                    <a:pt x="899160" y="27952"/>
                  </a:lnTo>
                  <a:lnTo>
                    <a:pt x="5080" y="27952"/>
                  </a:lnTo>
                  <a:lnTo>
                    <a:pt x="5080" y="33020"/>
                  </a:lnTo>
                  <a:lnTo>
                    <a:pt x="3810" y="33020"/>
                  </a:lnTo>
                  <a:lnTo>
                    <a:pt x="3810" y="38100"/>
                  </a:lnTo>
                  <a:lnTo>
                    <a:pt x="2540" y="38100"/>
                  </a:lnTo>
                  <a:lnTo>
                    <a:pt x="2540" y="43180"/>
                  </a:lnTo>
                  <a:lnTo>
                    <a:pt x="901700" y="43180"/>
                  </a:lnTo>
                  <a:lnTo>
                    <a:pt x="901700" y="38100"/>
                  </a:lnTo>
                  <a:close/>
                </a:path>
                <a:path w="904239" h="52070">
                  <a:moveTo>
                    <a:pt x="904240" y="48260"/>
                  </a:moveTo>
                  <a:lnTo>
                    <a:pt x="902970" y="48260"/>
                  </a:lnTo>
                  <a:lnTo>
                    <a:pt x="902970" y="43192"/>
                  </a:lnTo>
                  <a:lnTo>
                    <a:pt x="1270" y="43192"/>
                  </a:lnTo>
                  <a:lnTo>
                    <a:pt x="1270" y="48260"/>
                  </a:lnTo>
                  <a:lnTo>
                    <a:pt x="0" y="48260"/>
                  </a:lnTo>
                  <a:lnTo>
                    <a:pt x="0" y="52070"/>
                  </a:lnTo>
                  <a:lnTo>
                    <a:pt x="904240" y="52070"/>
                  </a:lnTo>
                  <a:lnTo>
                    <a:pt x="904240" y="48260"/>
                  </a:lnTo>
                  <a:close/>
                </a:path>
              </a:pathLst>
            </a:custGeom>
            <a:solidFill>
              <a:srgbClr val="002A00"/>
            </a:solidFill>
          </p:spPr>
          <p:txBody>
            <a:bodyPr wrap="square" lIns="0" tIns="0" rIns="0" bIns="0" rtlCol="0"/>
            <a:lstStyle/>
            <a:p/>
          </p:txBody>
        </p:sp>
        <p:sp>
          <p:nvSpPr>
            <p:cNvPr id="466" name="object 466"/>
            <p:cNvSpPr/>
            <p:nvPr/>
          </p:nvSpPr>
          <p:spPr>
            <a:xfrm>
              <a:off x="4201160" y="3347719"/>
              <a:ext cx="929640" cy="52069"/>
            </a:xfrm>
            <a:custGeom>
              <a:avLst/>
              <a:gdLst/>
              <a:ahLst/>
              <a:cxnLst/>
              <a:rect l="l" t="t" r="r" b="b"/>
              <a:pathLst>
                <a:path w="929639" h="52070">
                  <a:moveTo>
                    <a:pt x="916940" y="0"/>
                  </a:moveTo>
                  <a:lnTo>
                    <a:pt x="12700" y="0"/>
                  </a:lnTo>
                  <a:lnTo>
                    <a:pt x="12700" y="1270"/>
                  </a:lnTo>
                  <a:lnTo>
                    <a:pt x="916940" y="1270"/>
                  </a:lnTo>
                  <a:lnTo>
                    <a:pt x="916940" y="0"/>
                  </a:lnTo>
                  <a:close/>
                </a:path>
                <a:path w="929639" h="52070">
                  <a:moveTo>
                    <a:pt x="922020" y="17780"/>
                  </a:moveTo>
                  <a:lnTo>
                    <a:pt x="920750" y="17780"/>
                  </a:lnTo>
                  <a:lnTo>
                    <a:pt x="920750" y="12700"/>
                  </a:lnTo>
                  <a:lnTo>
                    <a:pt x="919480" y="12700"/>
                  </a:lnTo>
                  <a:lnTo>
                    <a:pt x="919480" y="6350"/>
                  </a:lnTo>
                  <a:lnTo>
                    <a:pt x="918210" y="6350"/>
                  </a:lnTo>
                  <a:lnTo>
                    <a:pt x="918210" y="1282"/>
                  </a:lnTo>
                  <a:lnTo>
                    <a:pt x="11430" y="1282"/>
                  </a:lnTo>
                  <a:lnTo>
                    <a:pt x="11430" y="6350"/>
                  </a:lnTo>
                  <a:lnTo>
                    <a:pt x="10160" y="6350"/>
                  </a:lnTo>
                  <a:lnTo>
                    <a:pt x="10160" y="12700"/>
                  </a:lnTo>
                  <a:lnTo>
                    <a:pt x="8890" y="12700"/>
                  </a:lnTo>
                  <a:lnTo>
                    <a:pt x="8890" y="17780"/>
                  </a:lnTo>
                  <a:lnTo>
                    <a:pt x="7620" y="17780"/>
                  </a:lnTo>
                  <a:lnTo>
                    <a:pt x="7620" y="22860"/>
                  </a:lnTo>
                  <a:lnTo>
                    <a:pt x="922020" y="22860"/>
                  </a:lnTo>
                  <a:lnTo>
                    <a:pt x="922020" y="17780"/>
                  </a:lnTo>
                  <a:close/>
                </a:path>
                <a:path w="929639" h="52070">
                  <a:moveTo>
                    <a:pt x="924560" y="27940"/>
                  </a:moveTo>
                  <a:lnTo>
                    <a:pt x="923290" y="27940"/>
                  </a:lnTo>
                  <a:lnTo>
                    <a:pt x="923290" y="22872"/>
                  </a:lnTo>
                  <a:lnTo>
                    <a:pt x="6350" y="22872"/>
                  </a:lnTo>
                  <a:lnTo>
                    <a:pt x="6350" y="27940"/>
                  </a:lnTo>
                  <a:lnTo>
                    <a:pt x="5080" y="27940"/>
                  </a:lnTo>
                  <a:lnTo>
                    <a:pt x="5080" y="33020"/>
                  </a:lnTo>
                  <a:lnTo>
                    <a:pt x="924560" y="33020"/>
                  </a:lnTo>
                  <a:lnTo>
                    <a:pt x="924560" y="27940"/>
                  </a:lnTo>
                  <a:close/>
                </a:path>
                <a:path w="929639" h="52070">
                  <a:moveTo>
                    <a:pt x="928370" y="43180"/>
                  </a:moveTo>
                  <a:lnTo>
                    <a:pt x="927100" y="43180"/>
                  </a:lnTo>
                  <a:lnTo>
                    <a:pt x="927100" y="38100"/>
                  </a:lnTo>
                  <a:lnTo>
                    <a:pt x="925830" y="38100"/>
                  </a:lnTo>
                  <a:lnTo>
                    <a:pt x="925830" y="33032"/>
                  </a:lnTo>
                  <a:lnTo>
                    <a:pt x="3810" y="33032"/>
                  </a:lnTo>
                  <a:lnTo>
                    <a:pt x="3810" y="38100"/>
                  </a:lnTo>
                  <a:lnTo>
                    <a:pt x="2540" y="38100"/>
                  </a:lnTo>
                  <a:lnTo>
                    <a:pt x="2540" y="43180"/>
                  </a:lnTo>
                  <a:lnTo>
                    <a:pt x="1270" y="43180"/>
                  </a:lnTo>
                  <a:lnTo>
                    <a:pt x="1270" y="48260"/>
                  </a:lnTo>
                  <a:lnTo>
                    <a:pt x="928370" y="48260"/>
                  </a:lnTo>
                  <a:lnTo>
                    <a:pt x="928370" y="43180"/>
                  </a:lnTo>
                  <a:close/>
                </a:path>
                <a:path w="929639" h="52070">
                  <a:moveTo>
                    <a:pt x="929640" y="48272"/>
                  </a:moveTo>
                  <a:lnTo>
                    <a:pt x="0" y="48272"/>
                  </a:lnTo>
                  <a:lnTo>
                    <a:pt x="0" y="52070"/>
                  </a:lnTo>
                  <a:lnTo>
                    <a:pt x="929640" y="52070"/>
                  </a:lnTo>
                  <a:lnTo>
                    <a:pt x="929640" y="48272"/>
                  </a:lnTo>
                  <a:close/>
                </a:path>
              </a:pathLst>
            </a:custGeom>
            <a:solidFill>
              <a:srgbClr val="002B00"/>
            </a:solidFill>
          </p:spPr>
          <p:txBody>
            <a:bodyPr wrap="square" lIns="0" tIns="0" rIns="0" bIns="0" rtlCol="0"/>
            <a:lstStyle/>
            <a:p/>
          </p:txBody>
        </p:sp>
        <p:sp>
          <p:nvSpPr>
            <p:cNvPr id="467" name="object 467"/>
            <p:cNvSpPr/>
            <p:nvPr/>
          </p:nvSpPr>
          <p:spPr>
            <a:xfrm>
              <a:off x="4188460" y="3399789"/>
              <a:ext cx="955040" cy="52069"/>
            </a:xfrm>
            <a:custGeom>
              <a:avLst/>
              <a:gdLst/>
              <a:ahLst/>
              <a:cxnLst/>
              <a:rect l="l" t="t" r="r" b="b"/>
              <a:pathLst>
                <a:path w="955039" h="52070">
                  <a:moveTo>
                    <a:pt x="337820" y="49657"/>
                  </a:moveTo>
                  <a:lnTo>
                    <a:pt x="0" y="49657"/>
                  </a:lnTo>
                  <a:lnTo>
                    <a:pt x="0" y="52070"/>
                  </a:lnTo>
                  <a:lnTo>
                    <a:pt x="337820" y="52070"/>
                  </a:lnTo>
                  <a:lnTo>
                    <a:pt x="337820" y="49657"/>
                  </a:lnTo>
                  <a:close/>
                </a:path>
                <a:path w="955039" h="52070">
                  <a:moveTo>
                    <a:pt x="943610" y="1270"/>
                  </a:moveTo>
                  <a:lnTo>
                    <a:pt x="942340" y="1270"/>
                  </a:lnTo>
                  <a:lnTo>
                    <a:pt x="942340" y="0"/>
                  </a:lnTo>
                  <a:lnTo>
                    <a:pt x="12700" y="0"/>
                  </a:lnTo>
                  <a:lnTo>
                    <a:pt x="12700" y="1270"/>
                  </a:lnTo>
                  <a:lnTo>
                    <a:pt x="11430" y="1270"/>
                  </a:lnTo>
                  <a:lnTo>
                    <a:pt x="11430" y="6350"/>
                  </a:lnTo>
                  <a:lnTo>
                    <a:pt x="943610" y="6350"/>
                  </a:lnTo>
                  <a:lnTo>
                    <a:pt x="943610" y="1270"/>
                  </a:lnTo>
                  <a:close/>
                </a:path>
                <a:path w="955039" h="52070">
                  <a:moveTo>
                    <a:pt x="947420" y="16510"/>
                  </a:moveTo>
                  <a:lnTo>
                    <a:pt x="946150" y="16510"/>
                  </a:lnTo>
                  <a:lnTo>
                    <a:pt x="946150" y="11430"/>
                  </a:lnTo>
                  <a:lnTo>
                    <a:pt x="944880" y="11430"/>
                  </a:lnTo>
                  <a:lnTo>
                    <a:pt x="944880" y="6477"/>
                  </a:lnTo>
                  <a:lnTo>
                    <a:pt x="10160" y="6477"/>
                  </a:lnTo>
                  <a:lnTo>
                    <a:pt x="10160" y="11430"/>
                  </a:lnTo>
                  <a:lnTo>
                    <a:pt x="8890" y="11430"/>
                  </a:lnTo>
                  <a:lnTo>
                    <a:pt x="8890" y="16510"/>
                  </a:lnTo>
                  <a:lnTo>
                    <a:pt x="8890" y="17780"/>
                  </a:lnTo>
                  <a:lnTo>
                    <a:pt x="7620" y="17780"/>
                  </a:lnTo>
                  <a:lnTo>
                    <a:pt x="7620" y="22860"/>
                  </a:lnTo>
                  <a:lnTo>
                    <a:pt x="947420" y="22860"/>
                  </a:lnTo>
                  <a:lnTo>
                    <a:pt x="947420" y="17780"/>
                  </a:lnTo>
                  <a:lnTo>
                    <a:pt x="947420" y="16510"/>
                  </a:lnTo>
                  <a:close/>
                </a:path>
                <a:path w="955039" h="52070">
                  <a:moveTo>
                    <a:pt x="953770" y="43180"/>
                  </a:moveTo>
                  <a:lnTo>
                    <a:pt x="952500" y="43180"/>
                  </a:lnTo>
                  <a:lnTo>
                    <a:pt x="952500" y="41910"/>
                  </a:lnTo>
                  <a:lnTo>
                    <a:pt x="952500" y="38100"/>
                  </a:lnTo>
                  <a:lnTo>
                    <a:pt x="951230" y="38100"/>
                  </a:lnTo>
                  <a:lnTo>
                    <a:pt x="951230" y="35560"/>
                  </a:lnTo>
                  <a:lnTo>
                    <a:pt x="951230" y="33020"/>
                  </a:lnTo>
                  <a:lnTo>
                    <a:pt x="949960" y="33020"/>
                  </a:lnTo>
                  <a:lnTo>
                    <a:pt x="949960" y="31750"/>
                  </a:lnTo>
                  <a:lnTo>
                    <a:pt x="949960" y="27940"/>
                  </a:lnTo>
                  <a:lnTo>
                    <a:pt x="948690" y="27940"/>
                  </a:lnTo>
                  <a:lnTo>
                    <a:pt x="948690" y="22987"/>
                  </a:lnTo>
                  <a:lnTo>
                    <a:pt x="6350" y="22987"/>
                  </a:lnTo>
                  <a:lnTo>
                    <a:pt x="6350" y="27940"/>
                  </a:lnTo>
                  <a:lnTo>
                    <a:pt x="5080" y="27940"/>
                  </a:lnTo>
                  <a:lnTo>
                    <a:pt x="5080" y="31750"/>
                  </a:lnTo>
                  <a:lnTo>
                    <a:pt x="5080" y="33020"/>
                  </a:lnTo>
                  <a:lnTo>
                    <a:pt x="3810" y="33020"/>
                  </a:lnTo>
                  <a:lnTo>
                    <a:pt x="3810" y="35560"/>
                  </a:lnTo>
                  <a:lnTo>
                    <a:pt x="3810" y="38100"/>
                  </a:lnTo>
                  <a:lnTo>
                    <a:pt x="2540" y="38100"/>
                  </a:lnTo>
                  <a:lnTo>
                    <a:pt x="2540" y="41910"/>
                  </a:lnTo>
                  <a:lnTo>
                    <a:pt x="2540" y="43180"/>
                  </a:lnTo>
                  <a:lnTo>
                    <a:pt x="1270" y="43180"/>
                  </a:lnTo>
                  <a:lnTo>
                    <a:pt x="1270" y="48260"/>
                  </a:lnTo>
                  <a:lnTo>
                    <a:pt x="0" y="48260"/>
                  </a:lnTo>
                  <a:lnTo>
                    <a:pt x="0" y="49530"/>
                  </a:lnTo>
                  <a:lnTo>
                    <a:pt x="339090" y="49530"/>
                  </a:lnTo>
                  <a:lnTo>
                    <a:pt x="339090" y="48260"/>
                  </a:lnTo>
                  <a:lnTo>
                    <a:pt x="339090" y="43180"/>
                  </a:lnTo>
                  <a:lnTo>
                    <a:pt x="339090" y="41910"/>
                  </a:lnTo>
                  <a:lnTo>
                    <a:pt x="340360" y="41910"/>
                  </a:lnTo>
                  <a:lnTo>
                    <a:pt x="340360" y="38100"/>
                  </a:lnTo>
                  <a:lnTo>
                    <a:pt x="340360" y="35560"/>
                  </a:lnTo>
                  <a:lnTo>
                    <a:pt x="341630" y="35560"/>
                  </a:lnTo>
                  <a:lnTo>
                    <a:pt x="341630" y="33020"/>
                  </a:lnTo>
                  <a:lnTo>
                    <a:pt x="341630" y="31750"/>
                  </a:lnTo>
                  <a:lnTo>
                    <a:pt x="605790" y="31750"/>
                  </a:lnTo>
                  <a:lnTo>
                    <a:pt x="605790" y="33020"/>
                  </a:lnTo>
                  <a:lnTo>
                    <a:pt x="605790" y="35560"/>
                  </a:lnTo>
                  <a:lnTo>
                    <a:pt x="607060" y="35560"/>
                  </a:lnTo>
                  <a:lnTo>
                    <a:pt x="607060" y="38100"/>
                  </a:lnTo>
                  <a:lnTo>
                    <a:pt x="607060" y="41910"/>
                  </a:lnTo>
                  <a:lnTo>
                    <a:pt x="608330" y="41910"/>
                  </a:lnTo>
                  <a:lnTo>
                    <a:pt x="608330" y="43180"/>
                  </a:lnTo>
                  <a:lnTo>
                    <a:pt x="608330" y="48260"/>
                  </a:lnTo>
                  <a:lnTo>
                    <a:pt x="953770" y="48260"/>
                  </a:lnTo>
                  <a:lnTo>
                    <a:pt x="953770" y="43180"/>
                  </a:lnTo>
                  <a:close/>
                </a:path>
                <a:path w="955039" h="52070">
                  <a:moveTo>
                    <a:pt x="955040" y="49657"/>
                  </a:moveTo>
                  <a:lnTo>
                    <a:pt x="609600" y="49657"/>
                  </a:lnTo>
                  <a:lnTo>
                    <a:pt x="609600" y="52070"/>
                  </a:lnTo>
                  <a:lnTo>
                    <a:pt x="955040" y="52070"/>
                  </a:lnTo>
                  <a:lnTo>
                    <a:pt x="955040" y="49657"/>
                  </a:lnTo>
                  <a:close/>
                </a:path>
                <a:path w="955039" h="52070">
                  <a:moveTo>
                    <a:pt x="955040" y="48387"/>
                  </a:moveTo>
                  <a:lnTo>
                    <a:pt x="609600" y="48387"/>
                  </a:lnTo>
                  <a:lnTo>
                    <a:pt x="609600" y="49530"/>
                  </a:lnTo>
                  <a:lnTo>
                    <a:pt x="955040" y="49530"/>
                  </a:lnTo>
                  <a:lnTo>
                    <a:pt x="955040" y="48387"/>
                  </a:lnTo>
                  <a:close/>
                </a:path>
              </a:pathLst>
            </a:custGeom>
            <a:solidFill>
              <a:srgbClr val="002C00"/>
            </a:solidFill>
          </p:spPr>
          <p:txBody>
            <a:bodyPr wrap="square" lIns="0" tIns="0" rIns="0" bIns="0" rtlCol="0"/>
            <a:lstStyle/>
            <a:p/>
          </p:txBody>
        </p:sp>
        <p:sp>
          <p:nvSpPr>
            <p:cNvPr id="468" name="object 468"/>
            <p:cNvSpPr/>
            <p:nvPr/>
          </p:nvSpPr>
          <p:spPr>
            <a:xfrm>
              <a:off x="4175760" y="3451859"/>
              <a:ext cx="980440" cy="50800"/>
            </a:xfrm>
            <a:custGeom>
              <a:avLst/>
              <a:gdLst/>
              <a:ahLst/>
              <a:cxnLst/>
              <a:rect l="l" t="t" r="r" b="b"/>
              <a:pathLst>
                <a:path w="980439" h="50800">
                  <a:moveTo>
                    <a:pt x="350520" y="0"/>
                  </a:moveTo>
                  <a:lnTo>
                    <a:pt x="12700" y="0"/>
                  </a:lnTo>
                  <a:lnTo>
                    <a:pt x="12700" y="1270"/>
                  </a:lnTo>
                  <a:lnTo>
                    <a:pt x="11430" y="1270"/>
                  </a:lnTo>
                  <a:lnTo>
                    <a:pt x="11430" y="3810"/>
                  </a:lnTo>
                  <a:lnTo>
                    <a:pt x="11430" y="6350"/>
                  </a:lnTo>
                  <a:lnTo>
                    <a:pt x="10160" y="6350"/>
                  </a:lnTo>
                  <a:lnTo>
                    <a:pt x="10160" y="10160"/>
                  </a:lnTo>
                  <a:lnTo>
                    <a:pt x="10160" y="11430"/>
                  </a:lnTo>
                  <a:lnTo>
                    <a:pt x="8890" y="11430"/>
                  </a:lnTo>
                  <a:lnTo>
                    <a:pt x="8890" y="16510"/>
                  </a:lnTo>
                  <a:lnTo>
                    <a:pt x="7620" y="16510"/>
                  </a:lnTo>
                  <a:lnTo>
                    <a:pt x="7620" y="21590"/>
                  </a:lnTo>
                  <a:lnTo>
                    <a:pt x="6350" y="21590"/>
                  </a:lnTo>
                  <a:lnTo>
                    <a:pt x="6350" y="22860"/>
                  </a:lnTo>
                  <a:lnTo>
                    <a:pt x="6350" y="24130"/>
                  </a:lnTo>
                  <a:lnTo>
                    <a:pt x="6350" y="27940"/>
                  </a:lnTo>
                  <a:lnTo>
                    <a:pt x="5080" y="27940"/>
                  </a:lnTo>
                  <a:lnTo>
                    <a:pt x="5080" y="29210"/>
                  </a:lnTo>
                  <a:lnTo>
                    <a:pt x="5080" y="30480"/>
                  </a:lnTo>
                  <a:lnTo>
                    <a:pt x="5080" y="33020"/>
                  </a:lnTo>
                  <a:lnTo>
                    <a:pt x="3810" y="33020"/>
                  </a:lnTo>
                  <a:lnTo>
                    <a:pt x="3810" y="36830"/>
                  </a:lnTo>
                  <a:lnTo>
                    <a:pt x="3810" y="38100"/>
                  </a:lnTo>
                  <a:lnTo>
                    <a:pt x="2540" y="38100"/>
                  </a:lnTo>
                  <a:lnTo>
                    <a:pt x="2540" y="43180"/>
                  </a:lnTo>
                  <a:lnTo>
                    <a:pt x="1270" y="43180"/>
                  </a:lnTo>
                  <a:lnTo>
                    <a:pt x="1270" y="48260"/>
                  </a:lnTo>
                  <a:lnTo>
                    <a:pt x="0" y="48260"/>
                  </a:lnTo>
                  <a:lnTo>
                    <a:pt x="0" y="49530"/>
                  </a:lnTo>
                  <a:lnTo>
                    <a:pt x="0" y="50800"/>
                  </a:lnTo>
                  <a:lnTo>
                    <a:pt x="340360" y="50800"/>
                  </a:lnTo>
                  <a:lnTo>
                    <a:pt x="340360" y="49530"/>
                  </a:lnTo>
                  <a:lnTo>
                    <a:pt x="341630" y="49530"/>
                  </a:lnTo>
                  <a:lnTo>
                    <a:pt x="341630" y="48260"/>
                  </a:lnTo>
                  <a:lnTo>
                    <a:pt x="341630" y="43180"/>
                  </a:lnTo>
                  <a:lnTo>
                    <a:pt x="342900" y="43180"/>
                  </a:lnTo>
                  <a:lnTo>
                    <a:pt x="342900" y="38100"/>
                  </a:lnTo>
                  <a:lnTo>
                    <a:pt x="342900" y="36830"/>
                  </a:lnTo>
                  <a:lnTo>
                    <a:pt x="344170" y="36830"/>
                  </a:lnTo>
                  <a:lnTo>
                    <a:pt x="344170" y="33020"/>
                  </a:lnTo>
                  <a:lnTo>
                    <a:pt x="344170" y="30480"/>
                  </a:lnTo>
                  <a:lnTo>
                    <a:pt x="345440" y="30480"/>
                  </a:lnTo>
                  <a:lnTo>
                    <a:pt x="345440" y="29210"/>
                  </a:lnTo>
                  <a:lnTo>
                    <a:pt x="345440" y="27940"/>
                  </a:lnTo>
                  <a:lnTo>
                    <a:pt x="345440" y="24130"/>
                  </a:lnTo>
                  <a:lnTo>
                    <a:pt x="346710" y="24130"/>
                  </a:lnTo>
                  <a:lnTo>
                    <a:pt x="346710" y="22860"/>
                  </a:lnTo>
                  <a:lnTo>
                    <a:pt x="346710" y="21590"/>
                  </a:lnTo>
                  <a:lnTo>
                    <a:pt x="346697" y="16510"/>
                  </a:lnTo>
                  <a:lnTo>
                    <a:pt x="347980" y="16510"/>
                  </a:lnTo>
                  <a:lnTo>
                    <a:pt x="347980" y="11430"/>
                  </a:lnTo>
                  <a:lnTo>
                    <a:pt x="347980" y="10160"/>
                  </a:lnTo>
                  <a:lnTo>
                    <a:pt x="349250" y="10160"/>
                  </a:lnTo>
                  <a:lnTo>
                    <a:pt x="349250" y="6350"/>
                  </a:lnTo>
                  <a:lnTo>
                    <a:pt x="349250" y="3810"/>
                  </a:lnTo>
                  <a:lnTo>
                    <a:pt x="350520" y="3810"/>
                  </a:lnTo>
                  <a:lnTo>
                    <a:pt x="350520" y="1270"/>
                  </a:lnTo>
                  <a:lnTo>
                    <a:pt x="350520" y="0"/>
                  </a:lnTo>
                  <a:close/>
                </a:path>
                <a:path w="980439" h="50800">
                  <a:moveTo>
                    <a:pt x="975347" y="27940"/>
                  </a:moveTo>
                  <a:lnTo>
                    <a:pt x="974090" y="27940"/>
                  </a:lnTo>
                  <a:lnTo>
                    <a:pt x="974090" y="22860"/>
                  </a:lnTo>
                  <a:lnTo>
                    <a:pt x="974090" y="21590"/>
                  </a:lnTo>
                  <a:lnTo>
                    <a:pt x="972820" y="21590"/>
                  </a:lnTo>
                  <a:lnTo>
                    <a:pt x="972820" y="16510"/>
                  </a:lnTo>
                  <a:lnTo>
                    <a:pt x="971550" y="16510"/>
                  </a:lnTo>
                  <a:lnTo>
                    <a:pt x="971550" y="15240"/>
                  </a:lnTo>
                  <a:lnTo>
                    <a:pt x="971550" y="11430"/>
                  </a:lnTo>
                  <a:lnTo>
                    <a:pt x="970280" y="11430"/>
                  </a:lnTo>
                  <a:lnTo>
                    <a:pt x="970280" y="10160"/>
                  </a:lnTo>
                  <a:lnTo>
                    <a:pt x="970280" y="8890"/>
                  </a:lnTo>
                  <a:lnTo>
                    <a:pt x="970280" y="6350"/>
                  </a:lnTo>
                  <a:lnTo>
                    <a:pt x="968997" y="6350"/>
                  </a:lnTo>
                  <a:lnTo>
                    <a:pt x="968997" y="2540"/>
                  </a:lnTo>
                  <a:lnTo>
                    <a:pt x="969010" y="1270"/>
                  </a:lnTo>
                  <a:lnTo>
                    <a:pt x="967740" y="1270"/>
                  </a:lnTo>
                  <a:lnTo>
                    <a:pt x="967740" y="0"/>
                  </a:lnTo>
                  <a:lnTo>
                    <a:pt x="622300" y="0"/>
                  </a:lnTo>
                  <a:lnTo>
                    <a:pt x="622300" y="1270"/>
                  </a:lnTo>
                  <a:lnTo>
                    <a:pt x="622300" y="2540"/>
                  </a:lnTo>
                  <a:lnTo>
                    <a:pt x="623570" y="2540"/>
                  </a:lnTo>
                  <a:lnTo>
                    <a:pt x="623570" y="6350"/>
                  </a:lnTo>
                  <a:lnTo>
                    <a:pt x="623570" y="8890"/>
                  </a:lnTo>
                  <a:lnTo>
                    <a:pt x="624840" y="8890"/>
                  </a:lnTo>
                  <a:lnTo>
                    <a:pt x="624840" y="10160"/>
                  </a:lnTo>
                  <a:lnTo>
                    <a:pt x="624840" y="11430"/>
                  </a:lnTo>
                  <a:lnTo>
                    <a:pt x="624840" y="15240"/>
                  </a:lnTo>
                  <a:lnTo>
                    <a:pt x="626110" y="15240"/>
                  </a:lnTo>
                  <a:lnTo>
                    <a:pt x="626110" y="16510"/>
                  </a:lnTo>
                  <a:lnTo>
                    <a:pt x="626110" y="21590"/>
                  </a:lnTo>
                  <a:lnTo>
                    <a:pt x="626110" y="22860"/>
                  </a:lnTo>
                  <a:lnTo>
                    <a:pt x="627380" y="22860"/>
                  </a:lnTo>
                  <a:lnTo>
                    <a:pt x="627380" y="27940"/>
                  </a:lnTo>
                  <a:lnTo>
                    <a:pt x="627380" y="29210"/>
                  </a:lnTo>
                  <a:lnTo>
                    <a:pt x="975347" y="29210"/>
                  </a:lnTo>
                  <a:lnTo>
                    <a:pt x="975347" y="27940"/>
                  </a:lnTo>
                  <a:close/>
                </a:path>
                <a:path w="980439" h="50800">
                  <a:moveTo>
                    <a:pt x="977900" y="41910"/>
                  </a:moveTo>
                  <a:lnTo>
                    <a:pt x="977887" y="38100"/>
                  </a:lnTo>
                  <a:lnTo>
                    <a:pt x="976630" y="38100"/>
                  </a:lnTo>
                  <a:lnTo>
                    <a:pt x="976630" y="35560"/>
                  </a:lnTo>
                  <a:lnTo>
                    <a:pt x="976630" y="33020"/>
                  </a:lnTo>
                  <a:lnTo>
                    <a:pt x="975360" y="33020"/>
                  </a:lnTo>
                  <a:lnTo>
                    <a:pt x="975360" y="29337"/>
                  </a:lnTo>
                  <a:lnTo>
                    <a:pt x="628650" y="29337"/>
                  </a:lnTo>
                  <a:lnTo>
                    <a:pt x="628650" y="33020"/>
                  </a:lnTo>
                  <a:lnTo>
                    <a:pt x="628650" y="35560"/>
                  </a:lnTo>
                  <a:lnTo>
                    <a:pt x="629920" y="35560"/>
                  </a:lnTo>
                  <a:lnTo>
                    <a:pt x="629920" y="38100"/>
                  </a:lnTo>
                  <a:lnTo>
                    <a:pt x="629920" y="41910"/>
                  </a:lnTo>
                  <a:lnTo>
                    <a:pt x="631190" y="41910"/>
                  </a:lnTo>
                  <a:lnTo>
                    <a:pt x="631190" y="43180"/>
                  </a:lnTo>
                  <a:lnTo>
                    <a:pt x="977900" y="43180"/>
                  </a:lnTo>
                  <a:lnTo>
                    <a:pt x="977900" y="41910"/>
                  </a:lnTo>
                  <a:close/>
                </a:path>
                <a:path w="980439" h="50800">
                  <a:moveTo>
                    <a:pt x="980440" y="48260"/>
                  </a:moveTo>
                  <a:lnTo>
                    <a:pt x="979170" y="48260"/>
                  </a:lnTo>
                  <a:lnTo>
                    <a:pt x="979170" y="43192"/>
                  </a:lnTo>
                  <a:lnTo>
                    <a:pt x="631190" y="43192"/>
                  </a:lnTo>
                  <a:lnTo>
                    <a:pt x="631190" y="48260"/>
                  </a:lnTo>
                  <a:lnTo>
                    <a:pt x="632460" y="48260"/>
                  </a:lnTo>
                  <a:lnTo>
                    <a:pt x="632460" y="50800"/>
                  </a:lnTo>
                  <a:lnTo>
                    <a:pt x="980440" y="50800"/>
                  </a:lnTo>
                  <a:lnTo>
                    <a:pt x="980440" y="48260"/>
                  </a:lnTo>
                  <a:close/>
                </a:path>
              </a:pathLst>
            </a:custGeom>
            <a:solidFill>
              <a:srgbClr val="002D00"/>
            </a:solidFill>
          </p:spPr>
          <p:txBody>
            <a:bodyPr wrap="square" lIns="0" tIns="0" rIns="0" bIns="0" rtlCol="0"/>
            <a:lstStyle/>
            <a:p/>
          </p:txBody>
        </p:sp>
        <p:sp>
          <p:nvSpPr>
            <p:cNvPr id="469" name="object 469"/>
            <p:cNvSpPr/>
            <p:nvPr/>
          </p:nvSpPr>
          <p:spPr>
            <a:xfrm>
              <a:off x="4163060" y="3502659"/>
              <a:ext cx="1005840" cy="52069"/>
            </a:xfrm>
            <a:custGeom>
              <a:avLst/>
              <a:gdLst/>
              <a:ahLst/>
              <a:cxnLst/>
              <a:rect l="l" t="t" r="r" b="b"/>
              <a:pathLst>
                <a:path w="1005839" h="52070">
                  <a:moveTo>
                    <a:pt x="346710" y="33032"/>
                  </a:moveTo>
                  <a:lnTo>
                    <a:pt x="3810" y="33032"/>
                  </a:lnTo>
                  <a:lnTo>
                    <a:pt x="3810" y="39370"/>
                  </a:lnTo>
                  <a:lnTo>
                    <a:pt x="2540" y="39370"/>
                  </a:lnTo>
                  <a:lnTo>
                    <a:pt x="2540" y="44450"/>
                  </a:lnTo>
                  <a:lnTo>
                    <a:pt x="1270" y="44450"/>
                  </a:lnTo>
                  <a:lnTo>
                    <a:pt x="1270" y="45720"/>
                  </a:lnTo>
                  <a:lnTo>
                    <a:pt x="1270" y="49530"/>
                  </a:lnTo>
                  <a:lnTo>
                    <a:pt x="0" y="49530"/>
                  </a:lnTo>
                  <a:lnTo>
                    <a:pt x="0" y="52070"/>
                  </a:lnTo>
                  <a:lnTo>
                    <a:pt x="344170" y="52070"/>
                  </a:lnTo>
                  <a:lnTo>
                    <a:pt x="344170" y="49530"/>
                  </a:lnTo>
                  <a:lnTo>
                    <a:pt x="344170" y="45720"/>
                  </a:lnTo>
                  <a:lnTo>
                    <a:pt x="345440" y="45720"/>
                  </a:lnTo>
                  <a:lnTo>
                    <a:pt x="345440" y="44450"/>
                  </a:lnTo>
                  <a:lnTo>
                    <a:pt x="345440" y="39370"/>
                  </a:lnTo>
                  <a:lnTo>
                    <a:pt x="346710" y="39370"/>
                  </a:lnTo>
                  <a:lnTo>
                    <a:pt x="346710" y="33032"/>
                  </a:lnTo>
                  <a:close/>
                </a:path>
                <a:path w="1005839" h="52070">
                  <a:moveTo>
                    <a:pt x="351790" y="7632"/>
                  </a:moveTo>
                  <a:lnTo>
                    <a:pt x="10160" y="7632"/>
                  </a:lnTo>
                  <a:lnTo>
                    <a:pt x="10160" y="12700"/>
                  </a:lnTo>
                  <a:lnTo>
                    <a:pt x="8890" y="12700"/>
                  </a:lnTo>
                  <a:lnTo>
                    <a:pt x="8890" y="17780"/>
                  </a:lnTo>
                  <a:lnTo>
                    <a:pt x="7620" y="17780"/>
                  </a:lnTo>
                  <a:lnTo>
                    <a:pt x="7620" y="19050"/>
                  </a:lnTo>
                  <a:lnTo>
                    <a:pt x="7620" y="22860"/>
                  </a:lnTo>
                  <a:lnTo>
                    <a:pt x="6350" y="22860"/>
                  </a:lnTo>
                  <a:lnTo>
                    <a:pt x="6350" y="25400"/>
                  </a:lnTo>
                  <a:lnTo>
                    <a:pt x="6350" y="27940"/>
                  </a:lnTo>
                  <a:lnTo>
                    <a:pt x="5080" y="27940"/>
                  </a:lnTo>
                  <a:lnTo>
                    <a:pt x="5080" y="33020"/>
                  </a:lnTo>
                  <a:lnTo>
                    <a:pt x="347980" y="33020"/>
                  </a:lnTo>
                  <a:lnTo>
                    <a:pt x="347980" y="27940"/>
                  </a:lnTo>
                  <a:lnTo>
                    <a:pt x="347980" y="25400"/>
                  </a:lnTo>
                  <a:lnTo>
                    <a:pt x="349250" y="25400"/>
                  </a:lnTo>
                  <a:lnTo>
                    <a:pt x="349250" y="22860"/>
                  </a:lnTo>
                  <a:lnTo>
                    <a:pt x="349237" y="19050"/>
                  </a:lnTo>
                  <a:lnTo>
                    <a:pt x="350520" y="19050"/>
                  </a:lnTo>
                  <a:lnTo>
                    <a:pt x="350520" y="17780"/>
                  </a:lnTo>
                  <a:lnTo>
                    <a:pt x="350520" y="12700"/>
                  </a:lnTo>
                  <a:lnTo>
                    <a:pt x="351790" y="12700"/>
                  </a:lnTo>
                  <a:lnTo>
                    <a:pt x="351790" y="7632"/>
                  </a:lnTo>
                  <a:close/>
                </a:path>
                <a:path w="1005839" h="52070">
                  <a:moveTo>
                    <a:pt x="353060" y="0"/>
                  </a:moveTo>
                  <a:lnTo>
                    <a:pt x="12700" y="0"/>
                  </a:lnTo>
                  <a:lnTo>
                    <a:pt x="12700" y="2540"/>
                  </a:lnTo>
                  <a:lnTo>
                    <a:pt x="11430" y="2540"/>
                  </a:lnTo>
                  <a:lnTo>
                    <a:pt x="11430" y="6350"/>
                  </a:lnTo>
                  <a:lnTo>
                    <a:pt x="11430" y="7620"/>
                  </a:lnTo>
                  <a:lnTo>
                    <a:pt x="351790" y="7620"/>
                  </a:lnTo>
                  <a:lnTo>
                    <a:pt x="351790" y="6350"/>
                  </a:lnTo>
                  <a:lnTo>
                    <a:pt x="353047" y="6350"/>
                  </a:lnTo>
                  <a:lnTo>
                    <a:pt x="353047" y="2540"/>
                  </a:lnTo>
                  <a:lnTo>
                    <a:pt x="353060" y="0"/>
                  </a:lnTo>
                  <a:close/>
                </a:path>
                <a:path w="1005839" h="52070">
                  <a:moveTo>
                    <a:pt x="1005840" y="49530"/>
                  </a:moveTo>
                  <a:lnTo>
                    <a:pt x="1004570" y="49530"/>
                  </a:lnTo>
                  <a:lnTo>
                    <a:pt x="1004570" y="44450"/>
                  </a:lnTo>
                  <a:lnTo>
                    <a:pt x="1003300" y="44450"/>
                  </a:lnTo>
                  <a:lnTo>
                    <a:pt x="1003300" y="43180"/>
                  </a:lnTo>
                  <a:lnTo>
                    <a:pt x="1003300" y="39370"/>
                  </a:lnTo>
                  <a:lnTo>
                    <a:pt x="1002030" y="39370"/>
                  </a:lnTo>
                  <a:lnTo>
                    <a:pt x="1002030" y="35560"/>
                  </a:lnTo>
                  <a:lnTo>
                    <a:pt x="1002030" y="33020"/>
                  </a:lnTo>
                  <a:lnTo>
                    <a:pt x="1000760" y="33020"/>
                  </a:lnTo>
                  <a:lnTo>
                    <a:pt x="1000760" y="29210"/>
                  </a:lnTo>
                  <a:lnTo>
                    <a:pt x="1000760" y="27940"/>
                  </a:lnTo>
                  <a:lnTo>
                    <a:pt x="999490" y="27940"/>
                  </a:lnTo>
                  <a:lnTo>
                    <a:pt x="999490" y="22860"/>
                  </a:lnTo>
                  <a:lnTo>
                    <a:pt x="998220" y="22860"/>
                  </a:lnTo>
                  <a:lnTo>
                    <a:pt x="998220" y="17780"/>
                  </a:lnTo>
                  <a:lnTo>
                    <a:pt x="996937" y="17780"/>
                  </a:lnTo>
                  <a:lnTo>
                    <a:pt x="996937" y="16510"/>
                  </a:lnTo>
                  <a:lnTo>
                    <a:pt x="996950" y="12700"/>
                  </a:lnTo>
                  <a:lnTo>
                    <a:pt x="995680" y="12700"/>
                  </a:lnTo>
                  <a:lnTo>
                    <a:pt x="995680" y="10160"/>
                  </a:lnTo>
                  <a:lnTo>
                    <a:pt x="995680" y="7620"/>
                  </a:lnTo>
                  <a:lnTo>
                    <a:pt x="994397" y="7620"/>
                  </a:lnTo>
                  <a:lnTo>
                    <a:pt x="994397" y="3810"/>
                  </a:lnTo>
                  <a:lnTo>
                    <a:pt x="994410" y="2540"/>
                  </a:lnTo>
                  <a:lnTo>
                    <a:pt x="993140" y="2540"/>
                  </a:lnTo>
                  <a:lnTo>
                    <a:pt x="993140" y="0"/>
                  </a:lnTo>
                  <a:lnTo>
                    <a:pt x="645160" y="0"/>
                  </a:lnTo>
                  <a:lnTo>
                    <a:pt x="645160" y="2540"/>
                  </a:lnTo>
                  <a:lnTo>
                    <a:pt x="645160" y="3810"/>
                  </a:lnTo>
                  <a:lnTo>
                    <a:pt x="646430" y="3810"/>
                  </a:lnTo>
                  <a:lnTo>
                    <a:pt x="646430" y="7620"/>
                  </a:lnTo>
                  <a:lnTo>
                    <a:pt x="646430" y="10160"/>
                  </a:lnTo>
                  <a:lnTo>
                    <a:pt x="647700" y="10160"/>
                  </a:lnTo>
                  <a:lnTo>
                    <a:pt x="647700" y="12700"/>
                  </a:lnTo>
                  <a:lnTo>
                    <a:pt x="647700" y="16510"/>
                  </a:lnTo>
                  <a:lnTo>
                    <a:pt x="648970" y="16510"/>
                  </a:lnTo>
                  <a:lnTo>
                    <a:pt x="648970" y="17780"/>
                  </a:lnTo>
                  <a:lnTo>
                    <a:pt x="648970" y="22860"/>
                  </a:lnTo>
                  <a:lnTo>
                    <a:pt x="650240" y="22860"/>
                  </a:lnTo>
                  <a:lnTo>
                    <a:pt x="650240" y="27940"/>
                  </a:lnTo>
                  <a:lnTo>
                    <a:pt x="650240" y="29210"/>
                  </a:lnTo>
                  <a:lnTo>
                    <a:pt x="651510" y="29210"/>
                  </a:lnTo>
                  <a:lnTo>
                    <a:pt x="651510" y="33020"/>
                  </a:lnTo>
                  <a:lnTo>
                    <a:pt x="651510" y="35560"/>
                  </a:lnTo>
                  <a:lnTo>
                    <a:pt x="652780" y="35560"/>
                  </a:lnTo>
                  <a:lnTo>
                    <a:pt x="652780" y="39370"/>
                  </a:lnTo>
                  <a:lnTo>
                    <a:pt x="652780" y="43180"/>
                  </a:lnTo>
                  <a:lnTo>
                    <a:pt x="654050" y="43180"/>
                  </a:lnTo>
                  <a:lnTo>
                    <a:pt x="654050" y="44450"/>
                  </a:lnTo>
                  <a:lnTo>
                    <a:pt x="654050" y="49530"/>
                  </a:lnTo>
                  <a:lnTo>
                    <a:pt x="655320" y="49530"/>
                  </a:lnTo>
                  <a:lnTo>
                    <a:pt x="655320" y="52070"/>
                  </a:lnTo>
                  <a:lnTo>
                    <a:pt x="1005840" y="52070"/>
                  </a:lnTo>
                  <a:lnTo>
                    <a:pt x="1005840" y="49530"/>
                  </a:lnTo>
                  <a:close/>
                </a:path>
              </a:pathLst>
            </a:custGeom>
            <a:solidFill>
              <a:srgbClr val="002E00"/>
            </a:solidFill>
          </p:spPr>
          <p:txBody>
            <a:bodyPr wrap="square" lIns="0" tIns="0" rIns="0" bIns="0" rtlCol="0"/>
            <a:lstStyle/>
            <a:p/>
          </p:txBody>
        </p:sp>
        <p:sp>
          <p:nvSpPr>
            <p:cNvPr id="470" name="object 470"/>
            <p:cNvSpPr/>
            <p:nvPr/>
          </p:nvSpPr>
          <p:spPr>
            <a:xfrm>
              <a:off x="4150359" y="3554730"/>
              <a:ext cx="1031240" cy="52069"/>
            </a:xfrm>
            <a:custGeom>
              <a:avLst/>
              <a:gdLst/>
              <a:ahLst/>
              <a:cxnLst/>
              <a:rect l="l" t="t" r="r" b="b"/>
              <a:pathLst>
                <a:path w="1031239" h="52070">
                  <a:moveTo>
                    <a:pt x="354330" y="7620"/>
                  </a:moveTo>
                  <a:lnTo>
                    <a:pt x="10160" y="7620"/>
                  </a:lnTo>
                  <a:lnTo>
                    <a:pt x="10160" y="12700"/>
                  </a:lnTo>
                  <a:lnTo>
                    <a:pt x="8889" y="12700"/>
                  </a:lnTo>
                  <a:lnTo>
                    <a:pt x="8889" y="17780"/>
                  </a:lnTo>
                  <a:lnTo>
                    <a:pt x="7619" y="17780"/>
                  </a:lnTo>
                  <a:lnTo>
                    <a:pt x="7619" y="22860"/>
                  </a:lnTo>
                  <a:lnTo>
                    <a:pt x="6350" y="22860"/>
                  </a:lnTo>
                  <a:lnTo>
                    <a:pt x="6350" y="27940"/>
                  </a:lnTo>
                  <a:lnTo>
                    <a:pt x="5079" y="27940"/>
                  </a:lnTo>
                  <a:lnTo>
                    <a:pt x="5079" y="33020"/>
                  </a:lnTo>
                  <a:lnTo>
                    <a:pt x="3810" y="33020"/>
                  </a:lnTo>
                  <a:lnTo>
                    <a:pt x="3810" y="38100"/>
                  </a:lnTo>
                  <a:lnTo>
                    <a:pt x="349250" y="38100"/>
                  </a:lnTo>
                  <a:lnTo>
                    <a:pt x="349250" y="34290"/>
                  </a:lnTo>
                  <a:lnTo>
                    <a:pt x="350520" y="34290"/>
                  </a:lnTo>
                  <a:lnTo>
                    <a:pt x="350520" y="26670"/>
                  </a:lnTo>
                  <a:lnTo>
                    <a:pt x="351789" y="26670"/>
                  </a:lnTo>
                  <a:lnTo>
                    <a:pt x="351789" y="20320"/>
                  </a:lnTo>
                  <a:lnTo>
                    <a:pt x="353059" y="20320"/>
                  </a:lnTo>
                  <a:lnTo>
                    <a:pt x="353060" y="13970"/>
                  </a:lnTo>
                  <a:lnTo>
                    <a:pt x="354329" y="13970"/>
                  </a:lnTo>
                  <a:lnTo>
                    <a:pt x="354330" y="7620"/>
                  </a:lnTo>
                  <a:close/>
                </a:path>
                <a:path w="1031239" h="52070">
                  <a:moveTo>
                    <a:pt x="355600" y="0"/>
                  </a:moveTo>
                  <a:lnTo>
                    <a:pt x="12700" y="0"/>
                  </a:lnTo>
                  <a:lnTo>
                    <a:pt x="12700" y="2540"/>
                  </a:lnTo>
                  <a:lnTo>
                    <a:pt x="11429" y="2540"/>
                  </a:lnTo>
                  <a:lnTo>
                    <a:pt x="11429" y="7620"/>
                  </a:lnTo>
                  <a:lnTo>
                    <a:pt x="355600" y="7620"/>
                  </a:lnTo>
                  <a:lnTo>
                    <a:pt x="355600" y="0"/>
                  </a:lnTo>
                  <a:close/>
                </a:path>
                <a:path w="1031239" h="52070">
                  <a:moveTo>
                    <a:pt x="1024889" y="22860"/>
                  </a:moveTo>
                  <a:lnTo>
                    <a:pt x="673100" y="22860"/>
                  </a:lnTo>
                  <a:lnTo>
                    <a:pt x="673100" y="29210"/>
                  </a:lnTo>
                  <a:lnTo>
                    <a:pt x="674369" y="29210"/>
                  </a:lnTo>
                  <a:lnTo>
                    <a:pt x="674369" y="35560"/>
                  </a:lnTo>
                  <a:lnTo>
                    <a:pt x="675639" y="35560"/>
                  </a:lnTo>
                  <a:lnTo>
                    <a:pt x="675639" y="38100"/>
                  </a:lnTo>
                  <a:lnTo>
                    <a:pt x="1027429" y="38100"/>
                  </a:lnTo>
                  <a:lnTo>
                    <a:pt x="1027429" y="33020"/>
                  </a:lnTo>
                  <a:lnTo>
                    <a:pt x="1026159" y="33020"/>
                  </a:lnTo>
                  <a:lnTo>
                    <a:pt x="1026160" y="27940"/>
                  </a:lnTo>
                  <a:lnTo>
                    <a:pt x="1024889" y="27940"/>
                  </a:lnTo>
                  <a:lnTo>
                    <a:pt x="1024889" y="22860"/>
                  </a:lnTo>
                  <a:close/>
                </a:path>
                <a:path w="1031239" h="52070">
                  <a:moveTo>
                    <a:pt x="1018539" y="0"/>
                  </a:moveTo>
                  <a:lnTo>
                    <a:pt x="668019" y="0"/>
                  </a:lnTo>
                  <a:lnTo>
                    <a:pt x="668019" y="3810"/>
                  </a:lnTo>
                  <a:lnTo>
                    <a:pt x="669289" y="3810"/>
                  </a:lnTo>
                  <a:lnTo>
                    <a:pt x="669289" y="10160"/>
                  </a:lnTo>
                  <a:lnTo>
                    <a:pt x="670560" y="10160"/>
                  </a:lnTo>
                  <a:lnTo>
                    <a:pt x="670560" y="16510"/>
                  </a:lnTo>
                  <a:lnTo>
                    <a:pt x="671829" y="16510"/>
                  </a:lnTo>
                  <a:lnTo>
                    <a:pt x="671829" y="22860"/>
                  </a:lnTo>
                  <a:lnTo>
                    <a:pt x="1023619" y="22860"/>
                  </a:lnTo>
                  <a:lnTo>
                    <a:pt x="1023619" y="17780"/>
                  </a:lnTo>
                  <a:lnTo>
                    <a:pt x="1022350" y="17780"/>
                  </a:lnTo>
                  <a:lnTo>
                    <a:pt x="1022350" y="12700"/>
                  </a:lnTo>
                  <a:lnTo>
                    <a:pt x="1021080" y="12700"/>
                  </a:lnTo>
                  <a:lnTo>
                    <a:pt x="1021079" y="7620"/>
                  </a:lnTo>
                  <a:lnTo>
                    <a:pt x="1019810" y="7620"/>
                  </a:lnTo>
                  <a:lnTo>
                    <a:pt x="1019809" y="2540"/>
                  </a:lnTo>
                  <a:lnTo>
                    <a:pt x="1018539" y="2540"/>
                  </a:lnTo>
                  <a:lnTo>
                    <a:pt x="1018539" y="0"/>
                  </a:lnTo>
                  <a:close/>
                </a:path>
                <a:path w="1031239" h="52070">
                  <a:moveTo>
                    <a:pt x="349250" y="38100"/>
                  </a:moveTo>
                  <a:lnTo>
                    <a:pt x="2539" y="38100"/>
                  </a:lnTo>
                  <a:lnTo>
                    <a:pt x="2539" y="44450"/>
                  </a:lnTo>
                  <a:lnTo>
                    <a:pt x="347979" y="44450"/>
                  </a:lnTo>
                  <a:lnTo>
                    <a:pt x="347979" y="40640"/>
                  </a:lnTo>
                  <a:lnTo>
                    <a:pt x="349250" y="40640"/>
                  </a:lnTo>
                  <a:lnTo>
                    <a:pt x="349250" y="38100"/>
                  </a:lnTo>
                  <a:close/>
                </a:path>
                <a:path w="1031239" h="52070">
                  <a:moveTo>
                    <a:pt x="1028700" y="38100"/>
                  </a:moveTo>
                  <a:lnTo>
                    <a:pt x="675639" y="38100"/>
                  </a:lnTo>
                  <a:lnTo>
                    <a:pt x="675639" y="41910"/>
                  </a:lnTo>
                  <a:lnTo>
                    <a:pt x="676910" y="41910"/>
                  </a:lnTo>
                  <a:lnTo>
                    <a:pt x="676910" y="44450"/>
                  </a:lnTo>
                  <a:lnTo>
                    <a:pt x="1028700" y="44450"/>
                  </a:lnTo>
                  <a:lnTo>
                    <a:pt x="1028700" y="38100"/>
                  </a:lnTo>
                  <a:close/>
                </a:path>
                <a:path w="1031239" h="52070">
                  <a:moveTo>
                    <a:pt x="347979" y="44450"/>
                  </a:moveTo>
                  <a:lnTo>
                    <a:pt x="1269" y="44450"/>
                  </a:lnTo>
                  <a:lnTo>
                    <a:pt x="1269" y="49530"/>
                  </a:lnTo>
                  <a:lnTo>
                    <a:pt x="0" y="49530"/>
                  </a:lnTo>
                  <a:lnTo>
                    <a:pt x="0" y="52070"/>
                  </a:lnTo>
                  <a:lnTo>
                    <a:pt x="346710" y="52070"/>
                  </a:lnTo>
                  <a:lnTo>
                    <a:pt x="346709" y="46990"/>
                  </a:lnTo>
                  <a:lnTo>
                    <a:pt x="347979" y="46990"/>
                  </a:lnTo>
                  <a:lnTo>
                    <a:pt x="347979" y="44450"/>
                  </a:lnTo>
                  <a:close/>
                </a:path>
                <a:path w="1031239" h="52070">
                  <a:moveTo>
                    <a:pt x="1029970" y="44450"/>
                  </a:moveTo>
                  <a:lnTo>
                    <a:pt x="676910" y="44450"/>
                  </a:lnTo>
                  <a:lnTo>
                    <a:pt x="676910" y="48260"/>
                  </a:lnTo>
                  <a:lnTo>
                    <a:pt x="678179" y="48260"/>
                  </a:lnTo>
                  <a:lnTo>
                    <a:pt x="678179" y="52070"/>
                  </a:lnTo>
                  <a:lnTo>
                    <a:pt x="1031239" y="52070"/>
                  </a:lnTo>
                  <a:lnTo>
                    <a:pt x="1031239" y="49530"/>
                  </a:lnTo>
                  <a:lnTo>
                    <a:pt x="1029969" y="49530"/>
                  </a:lnTo>
                  <a:lnTo>
                    <a:pt x="1029970" y="44450"/>
                  </a:lnTo>
                  <a:close/>
                </a:path>
              </a:pathLst>
            </a:custGeom>
            <a:solidFill>
              <a:srgbClr val="002F00"/>
            </a:solidFill>
          </p:spPr>
          <p:txBody>
            <a:bodyPr wrap="square" lIns="0" tIns="0" rIns="0" bIns="0" rtlCol="0"/>
            <a:lstStyle/>
            <a:p/>
          </p:txBody>
        </p:sp>
        <p:sp>
          <p:nvSpPr>
            <p:cNvPr id="471" name="object 471"/>
            <p:cNvSpPr/>
            <p:nvPr/>
          </p:nvSpPr>
          <p:spPr>
            <a:xfrm>
              <a:off x="4137660" y="3606799"/>
              <a:ext cx="1056640" cy="52069"/>
            </a:xfrm>
            <a:custGeom>
              <a:avLst/>
              <a:gdLst/>
              <a:ahLst/>
              <a:cxnLst/>
              <a:rect l="l" t="t" r="r" b="b"/>
              <a:pathLst>
                <a:path w="1056639" h="52070">
                  <a:moveTo>
                    <a:pt x="359410" y="0"/>
                  </a:moveTo>
                  <a:lnTo>
                    <a:pt x="12700" y="0"/>
                  </a:lnTo>
                  <a:lnTo>
                    <a:pt x="12700" y="1270"/>
                  </a:lnTo>
                  <a:lnTo>
                    <a:pt x="12700" y="2540"/>
                  </a:lnTo>
                  <a:lnTo>
                    <a:pt x="11430" y="2540"/>
                  </a:lnTo>
                  <a:lnTo>
                    <a:pt x="11430" y="7620"/>
                  </a:lnTo>
                  <a:lnTo>
                    <a:pt x="10160" y="7620"/>
                  </a:lnTo>
                  <a:lnTo>
                    <a:pt x="10160" y="12700"/>
                  </a:lnTo>
                  <a:lnTo>
                    <a:pt x="8890" y="12700"/>
                  </a:lnTo>
                  <a:lnTo>
                    <a:pt x="8890" y="15240"/>
                  </a:lnTo>
                  <a:lnTo>
                    <a:pt x="8890" y="17780"/>
                  </a:lnTo>
                  <a:lnTo>
                    <a:pt x="7620" y="17780"/>
                  </a:lnTo>
                  <a:lnTo>
                    <a:pt x="7620" y="21590"/>
                  </a:lnTo>
                  <a:lnTo>
                    <a:pt x="7620" y="22860"/>
                  </a:lnTo>
                  <a:lnTo>
                    <a:pt x="6350" y="22860"/>
                  </a:lnTo>
                  <a:lnTo>
                    <a:pt x="6350" y="27940"/>
                  </a:lnTo>
                  <a:lnTo>
                    <a:pt x="5080" y="27940"/>
                  </a:lnTo>
                  <a:lnTo>
                    <a:pt x="5080" y="33020"/>
                  </a:lnTo>
                  <a:lnTo>
                    <a:pt x="3810" y="33020"/>
                  </a:lnTo>
                  <a:lnTo>
                    <a:pt x="3810" y="34290"/>
                  </a:lnTo>
                  <a:lnTo>
                    <a:pt x="3810" y="38100"/>
                  </a:lnTo>
                  <a:lnTo>
                    <a:pt x="2540" y="38100"/>
                  </a:lnTo>
                  <a:lnTo>
                    <a:pt x="2540" y="41910"/>
                  </a:lnTo>
                  <a:lnTo>
                    <a:pt x="2540" y="43180"/>
                  </a:lnTo>
                  <a:lnTo>
                    <a:pt x="1270" y="43180"/>
                  </a:lnTo>
                  <a:lnTo>
                    <a:pt x="1270" y="48260"/>
                  </a:lnTo>
                  <a:lnTo>
                    <a:pt x="0" y="48260"/>
                  </a:lnTo>
                  <a:lnTo>
                    <a:pt x="0" y="52070"/>
                  </a:lnTo>
                  <a:lnTo>
                    <a:pt x="349250" y="52070"/>
                  </a:lnTo>
                  <a:lnTo>
                    <a:pt x="349250" y="48260"/>
                  </a:lnTo>
                  <a:lnTo>
                    <a:pt x="350520" y="48260"/>
                  </a:lnTo>
                  <a:lnTo>
                    <a:pt x="350520" y="43180"/>
                  </a:lnTo>
                  <a:lnTo>
                    <a:pt x="350520" y="41910"/>
                  </a:lnTo>
                  <a:lnTo>
                    <a:pt x="351790" y="41910"/>
                  </a:lnTo>
                  <a:lnTo>
                    <a:pt x="351790" y="38100"/>
                  </a:lnTo>
                  <a:lnTo>
                    <a:pt x="351790" y="34290"/>
                  </a:lnTo>
                  <a:lnTo>
                    <a:pt x="353060" y="34290"/>
                  </a:lnTo>
                  <a:lnTo>
                    <a:pt x="353060" y="33020"/>
                  </a:lnTo>
                  <a:lnTo>
                    <a:pt x="353047" y="27940"/>
                  </a:lnTo>
                  <a:lnTo>
                    <a:pt x="354330" y="27940"/>
                  </a:lnTo>
                  <a:lnTo>
                    <a:pt x="354330" y="22860"/>
                  </a:lnTo>
                  <a:lnTo>
                    <a:pt x="354330" y="21590"/>
                  </a:lnTo>
                  <a:lnTo>
                    <a:pt x="355587" y="21590"/>
                  </a:lnTo>
                  <a:lnTo>
                    <a:pt x="355587" y="17780"/>
                  </a:lnTo>
                  <a:lnTo>
                    <a:pt x="355600" y="15240"/>
                  </a:lnTo>
                  <a:lnTo>
                    <a:pt x="356870" y="15240"/>
                  </a:lnTo>
                  <a:lnTo>
                    <a:pt x="356870" y="12700"/>
                  </a:lnTo>
                  <a:lnTo>
                    <a:pt x="356870" y="7620"/>
                  </a:lnTo>
                  <a:lnTo>
                    <a:pt x="358140" y="7620"/>
                  </a:lnTo>
                  <a:lnTo>
                    <a:pt x="358140" y="2540"/>
                  </a:lnTo>
                  <a:lnTo>
                    <a:pt x="358140" y="1270"/>
                  </a:lnTo>
                  <a:lnTo>
                    <a:pt x="359410" y="1270"/>
                  </a:lnTo>
                  <a:lnTo>
                    <a:pt x="359410" y="0"/>
                  </a:lnTo>
                  <a:close/>
                </a:path>
                <a:path w="1056639" h="52070">
                  <a:moveTo>
                    <a:pt x="1049020" y="17780"/>
                  </a:moveTo>
                  <a:lnTo>
                    <a:pt x="1047750" y="17780"/>
                  </a:lnTo>
                  <a:lnTo>
                    <a:pt x="1047750" y="16510"/>
                  </a:lnTo>
                  <a:lnTo>
                    <a:pt x="1047737" y="15240"/>
                  </a:lnTo>
                  <a:lnTo>
                    <a:pt x="1047737" y="12700"/>
                  </a:lnTo>
                  <a:lnTo>
                    <a:pt x="1046480" y="12700"/>
                  </a:lnTo>
                  <a:lnTo>
                    <a:pt x="1046480" y="8890"/>
                  </a:lnTo>
                  <a:lnTo>
                    <a:pt x="1046480" y="7620"/>
                  </a:lnTo>
                  <a:lnTo>
                    <a:pt x="1045210" y="7620"/>
                  </a:lnTo>
                  <a:lnTo>
                    <a:pt x="1045210" y="2540"/>
                  </a:lnTo>
                  <a:lnTo>
                    <a:pt x="1043940" y="2540"/>
                  </a:lnTo>
                  <a:lnTo>
                    <a:pt x="1043940" y="0"/>
                  </a:lnTo>
                  <a:lnTo>
                    <a:pt x="690880" y="0"/>
                  </a:lnTo>
                  <a:lnTo>
                    <a:pt x="690880" y="2540"/>
                  </a:lnTo>
                  <a:lnTo>
                    <a:pt x="692150" y="2540"/>
                  </a:lnTo>
                  <a:lnTo>
                    <a:pt x="692150" y="7620"/>
                  </a:lnTo>
                  <a:lnTo>
                    <a:pt x="692150" y="8890"/>
                  </a:lnTo>
                  <a:lnTo>
                    <a:pt x="693420" y="8890"/>
                  </a:lnTo>
                  <a:lnTo>
                    <a:pt x="693420" y="12700"/>
                  </a:lnTo>
                  <a:lnTo>
                    <a:pt x="693420" y="15240"/>
                  </a:lnTo>
                  <a:lnTo>
                    <a:pt x="693420" y="16510"/>
                  </a:lnTo>
                  <a:lnTo>
                    <a:pt x="694690" y="16510"/>
                  </a:lnTo>
                  <a:lnTo>
                    <a:pt x="694690" y="17780"/>
                  </a:lnTo>
                  <a:lnTo>
                    <a:pt x="694690" y="21590"/>
                  </a:lnTo>
                  <a:lnTo>
                    <a:pt x="1049020" y="21590"/>
                  </a:lnTo>
                  <a:lnTo>
                    <a:pt x="1049020" y="17780"/>
                  </a:lnTo>
                  <a:close/>
                </a:path>
                <a:path w="1056639" h="52070">
                  <a:moveTo>
                    <a:pt x="1056640" y="48260"/>
                  </a:moveTo>
                  <a:lnTo>
                    <a:pt x="1055370" y="48260"/>
                  </a:lnTo>
                  <a:lnTo>
                    <a:pt x="1055370" y="43180"/>
                  </a:lnTo>
                  <a:lnTo>
                    <a:pt x="1054087" y="43180"/>
                  </a:lnTo>
                  <a:lnTo>
                    <a:pt x="1054087" y="41910"/>
                  </a:lnTo>
                  <a:lnTo>
                    <a:pt x="1054100" y="38100"/>
                  </a:lnTo>
                  <a:lnTo>
                    <a:pt x="1052830" y="38100"/>
                  </a:lnTo>
                  <a:lnTo>
                    <a:pt x="1052830" y="35560"/>
                  </a:lnTo>
                  <a:lnTo>
                    <a:pt x="1052830" y="34290"/>
                  </a:lnTo>
                  <a:lnTo>
                    <a:pt x="1052830" y="33020"/>
                  </a:lnTo>
                  <a:lnTo>
                    <a:pt x="1051547" y="33020"/>
                  </a:lnTo>
                  <a:lnTo>
                    <a:pt x="1051547" y="29210"/>
                  </a:lnTo>
                  <a:lnTo>
                    <a:pt x="1051560" y="27940"/>
                  </a:lnTo>
                  <a:lnTo>
                    <a:pt x="1050290" y="27940"/>
                  </a:lnTo>
                  <a:lnTo>
                    <a:pt x="1050290" y="22860"/>
                  </a:lnTo>
                  <a:lnTo>
                    <a:pt x="1049020" y="22860"/>
                  </a:lnTo>
                  <a:lnTo>
                    <a:pt x="1049020" y="21602"/>
                  </a:lnTo>
                  <a:lnTo>
                    <a:pt x="694690" y="21602"/>
                  </a:lnTo>
                  <a:lnTo>
                    <a:pt x="694690" y="22860"/>
                  </a:lnTo>
                  <a:lnTo>
                    <a:pt x="695960" y="22860"/>
                  </a:lnTo>
                  <a:lnTo>
                    <a:pt x="695960" y="27940"/>
                  </a:lnTo>
                  <a:lnTo>
                    <a:pt x="695960" y="29210"/>
                  </a:lnTo>
                  <a:lnTo>
                    <a:pt x="697230" y="29210"/>
                  </a:lnTo>
                  <a:lnTo>
                    <a:pt x="697230" y="33020"/>
                  </a:lnTo>
                  <a:lnTo>
                    <a:pt x="697230" y="34290"/>
                  </a:lnTo>
                  <a:lnTo>
                    <a:pt x="697230" y="35560"/>
                  </a:lnTo>
                  <a:lnTo>
                    <a:pt x="698500" y="35560"/>
                  </a:lnTo>
                  <a:lnTo>
                    <a:pt x="698500" y="38100"/>
                  </a:lnTo>
                  <a:lnTo>
                    <a:pt x="698500" y="41910"/>
                  </a:lnTo>
                  <a:lnTo>
                    <a:pt x="699770" y="41910"/>
                  </a:lnTo>
                  <a:lnTo>
                    <a:pt x="699770" y="43180"/>
                  </a:lnTo>
                  <a:lnTo>
                    <a:pt x="699770" y="48260"/>
                  </a:lnTo>
                  <a:lnTo>
                    <a:pt x="701040" y="48260"/>
                  </a:lnTo>
                  <a:lnTo>
                    <a:pt x="701040" y="52070"/>
                  </a:lnTo>
                  <a:lnTo>
                    <a:pt x="1056640" y="52070"/>
                  </a:lnTo>
                  <a:lnTo>
                    <a:pt x="1056640" y="48260"/>
                  </a:lnTo>
                  <a:close/>
                </a:path>
              </a:pathLst>
            </a:custGeom>
            <a:solidFill>
              <a:srgbClr val="003000"/>
            </a:solidFill>
          </p:spPr>
          <p:txBody>
            <a:bodyPr wrap="square" lIns="0" tIns="0" rIns="0" bIns="0" rtlCol="0"/>
            <a:lstStyle/>
            <a:p/>
          </p:txBody>
        </p:sp>
      </p:grpSp>
      <p:sp>
        <p:nvSpPr>
          <p:cNvPr id="472" name="object 472"/>
          <p:cNvSpPr/>
          <p:nvPr/>
        </p:nvSpPr>
        <p:spPr>
          <a:xfrm>
            <a:off x="5528310" y="2209799"/>
            <a:ext cx="309880" cy="5080"/>
          </a:xfrm>
          <a:custGeom>
            <a:avLst/>
            <a:gdLst/>
            <a:ahLst/>
            <a:cxnLst/>
            <a:rect l="l" t="t" r="r" b="b"/>
            <a:pathLst>
              <a:path w="309879" h="5080">
                <a:moveTo>
                  <a:pt x="309880" y="2540"/>
                </a:moveTo>
                <a:lnTo>
                  <a:pt x="308610" y="2540"/>
                </a:lnTo>
                <a:lnTo>
                  <a:pt x="308610" y="0"/>
                </a:lnTo>
                <a:lnTo>
                  <a:pt x="0" y="0"/>
                </a:lnTo>
                <a:lnTo>
                  <a:pt x="0" y="2540"/>
                </a:lnTo>
                <a:lnTo>
                  <a:pt x="0" y="5080"/>
                </a:lnTo>
                <a:lnTo>
                  <a:pt x="309880" y="5080"/>
                </a:lnTo>
                <a:lnTo>
                  <a:pt x="309880" y="2540"/>
                </a:lnTo>
                <a:close/>
              </a:path>
            </a:pathLst>
          </a:custGeom>
          <a:solidFill>
            <a:srgbClr val="001600"/>
          </a:solidFill>
        </p:spPr>
        <p:txBody>
          <a:bodyPr wrap="square" lIns="0" tIns="0" rIns="0" bIns="0" rtlCol="0"/>
          <a:lstStyle/>
          <a:p/>
        </p:txBody>
      </p:sp>
      <p:sp>
        <p:nvSpPr>
          <p:cNvPr id="473" name="object 473"/>
          <p:cNvSpPr/>
          <p:nvPr/>
        </p:nvSpPr>
        <p:spPr>
          <a:xfrm>
            <a:off x="6122670" y="2209800"/>
            <a:ext cx="322580" cy="5080"/>
          </a:xfrm>
          <a:custGeom>
            <a:avLst/>
            <a:gdLst/>
            <a:ahLst/>
            <a:cxnLst/>
            <a:rect l="l" t="t" r="r" b="b"/>
            <a:pathLst>
              <a:path w="322579" h="5080">
                <a:moveTo>
                  <a:pt x="322579" y="0"/>
                </a:moveTo>
                <a:lnTo>
                  <a:pt x="0" y="0"/>
                </a:lnTo>
                <a:lnTo>
                  <a:pt x="0" y="5079"/>
                </a:lnTo>
                <a:lnTo>
                  <a:pt x="322579" y="5079"/>
                </a:lnTo>
                <a:lnTo>
                  <a:pt x="322579" y="0"/>
                </a:lnTo>
                <a:close/>
              </a:path>
            </a:pathLst>
          </a:custGeom>
          <a:solidFill>
            <a:srgbClr val="001600"/>
          </a:solidFill>
        </p:spPr>
        <p:txBody>
          <a:bodyPr wrap="square" lIns="0" tIns="0" rIns="0" bIns="0" rtlCol="0"/>
          <a:lstStyle/>
          <a:p/>
        </p:txBody>
      </p:sp>
      <p:sp>
        <p:nvSpPr>
          <p:cNvPr id="474" name="object 474"/>
          <p:cNvSpPr/>
          <p:nvPr/>
        </p:nvSpPr>
        <p:spPr>
          <a:xfrm>
            <a:off x="5528310" y="2214879"/>
            <a:ext cx="321310" cy="25400"/>
          </a:xfrm>
          <a:custGeom>
            <a:avLst/>
            <a:gdLst/>
            <a:ahLst/>
            <a:cxnLst/>
            <a:rect l="l" t="t" r="r" b="b"/>
            <a:pathLst>
              <a:path w="321310" h="25400">
                <a:moveTo>
                  <a:pt x="321310" y="22860"/>
                </a:moveTo>
                <a:lnTo>
                  <a:pt x="320040" y="22860"/>
                </a:lnTo>
                <a:lnTo>
                  <a:pt x="320040" y="20320"/>
                </a:lnTo>
                <a:lnTo>
                  <a:pt x="318770" y="20320"/>
                </a:lnTo>
                <a:lnTo>
                  <a:pt x="318770" y="16510"/>
                </a:lnTo>
                <a:lnTo>
                  <a:pt x="317500" y="16510"/>
                </a:lnTo>
                <a:lnTo>
                  <a:pt x="317500" y="13970"/>
                </a:lnTo>
                <a:lnTo>
                  <a:pt x="316230" y="13970"/>
                </a:lnTo>
                <a:lnTo>
                  <a:pt x="316230" y="11430"/>
                </a:lnTo>
                <a:lnTo>
                  <a:pt x="314960" y="11430"/>
                </a:lnTo>
                <a:lnTo>
                  <a:pt x="314960" y="8890"/>
                </a:lnTo>
                <a:lnTo>
                  <a:pt x="313690" y="8890"/>
                </a:lnTo>
                <a:lnTo>
                  <a:pt x="313690" y="5080"/>
                </a:lnTo>
                <a:lnTo>
                  <a:pt x="312420" y="5080"/>
                </a:lnTo>
                <a:lnTo>
                  <a:pt x="312420" y="2540"/>
                </a:lnTo>
                <a:lnTo>
                  <a:pt x="311150" y="2540"/>
                </a:lnTo>
                <a:lnTo>
                  <a:pt x="311150" y="0"/>
                </a:lnTo>
                <a:lnTo>
                  <a:pt x="0" y="0"/>
                </a:lnTo>
                <a:lnTo>
                  <a:pt x="0" y="2540"/>
                </a:lnTo>
                <a:lnTo>
                  <a:pt x="0" y="5080"/>
                </a:lnTo>
                <a:lnTo>
                  <a:pt x="0" y="25400"/>
                </a:lnTo>
                <a:lnTo>
                  <a:pt x="321310" y="25400"/>
                </a:lnTo>
                <a:lnTo>
                  <a:pt x="321310" y="22860"/>
                </a:lnTo>
                <a:close/>
              </a:path>
            </a:pathLst>
          </a:custGeom>
          <a:solidFill>
            <a:srgbClr val="001600"/>
          </a:solidFill>
        </p:spPr>
        <p:txBody>
          <a:bodyPr wrap="square" lIns="0" tIns="0" rIns="0" bIns="0" rtlCol="0"/>
          <a:lstStyle/>
          <a:p/>
        </p:txBody>
      </p:sp>
      <p:sp>
        <p:nvSpPr>
          <p:cNvPr id="475" name="object 475"/>
          <p:cNvSpPr/>
          <p:nvPr/>
        </p:nvSpPr>
        <p:spPr>
          <a:xfrm>
            <a:off x="6122670" y="221487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600"/>
          </a:solidFill>
        </p:spPr>
        <p:txBody>
          <a:bodyPr wrap="square" lIns="0" tIns="0" rIns="0" bIns="0" rtlCol="0"/>
          <a:lstStyle/>
          <a:p/>
        </p:txBody>
      </p:sp>
      <p:sp>
        <p:nvSpPr>
          <p:cNvPr id="476" name="object 476"/>
          <p:cNvSpPr/>
          <p:nvPr/>
        </p:nvSpPr>
        <p:spPr>
          <a:xfrm>
            <a:off x="5528310" y="2240279"/>
            <a:ext cx="323850" cy="6350"/>
          </a:xfrm>
          <a:custGeom>
            <a:avLst/>
            <a:gdLst/>
            <a:ahLst/>
            <a:cxnLst/>
            <a:rect l="l" t="t" r="r" b="b"/>
            <a:pathLst>
              <a:path w="323850" h="6350">
                <a:moveTo>
                  <a:pt x="323850" y="2540"/>
                </a:moveTo>
                <a:lnTo>
                  <a:pt x="322580" y="2540"/>
                </a:lnTo>
                <a:lnTo>
                  <a:pt x="322580" y="0"/>
                </a:lnTo>
                <a:lnTo>
                  <a:pt x="0" y="0"/>
                </a:lnTo>
                <a:lnTo>
                  <a:pt x="0" y="2540"/>
                </a:lnTo>
                <a:lnTo>
                  <a:pt x="0" y="6350"/>
                </a:lnTo>
                <a:lnTo>
                  <a:pt x="323850" y="6350"/>
                </a:lnTo>
                <a:lnTo>
                  <a:pt x="323850" y="2540"/>
                </a:lnTo>
                <a:close/>
              </a:path>
            </a:pathLst>
          </a:custGeom>
          <a:solidFill>
            <a:srgbClr val="001600"/>
          </a:solidFill>
        </p:spPr>
        <p:txBody>
          <a:bodyPr wrap="square" lIns="0" tIns="0" rIns="0" bIns="0" rtlCol="0"/>
          <a:lstStyle/>
          <a:p/>
        </p:txBody>
      </p:sp>
      <p:sp>
        <p:nvSpPr>
          <p:cNvPr id="477" name="object 477"/>
          <p:cNvSpPr/>
          <p:nvPr/>
        </p:nvSpPr>
        <p:spPr>
          <a:xfrm>
            <a:off x="6122670" y="224027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600"/>
          </a:solidFill>
        </p:spPr>
        <p:txBody>
          <a:bodyPr wrap="square" lIns="0" tIns="0" rIns="0" bIns="0" rtlCol="0"/>
          <a:lstStyle/>
          <a:p/>
        </p:txBody>
      </p:sp>
      <p:sp>
        <p:nvSpPr>
          <p:cNvPr id="478" name="object 478"/>
          <p:cNvSpPr/>
          <p:nvPr/>
        </p:nvSpPr>
        <p:spPr>
          <a:xfrm>
            <a:off x="5528310" y="2246629"/>
            <a:ext cx="330200" cy="13970"/>
          </a:xfrm>
          <a:custGeom>
            <a:avLst/>
            <a:gdLst/>
            <a:ahLst/>
            <a:cxnLst/>
            <a:rect l="l" t="t" r="r" b="b"/>
            <a:pathLst>
              <a:path w="330200" h="13969">
                <a:moveTo>
                  <a:pt x="330200" y="11430"/>
                </a:moveTo>
                <a:lnTo>
                  <a:pt x="328930" y="11430"/>
                </a:lnTo>
                <a:lnTo>
                  <a:pt x="328930" y="7620"/>
                </a:lnTo>
                <a:lnTo>
                  <a:pt x="327660" y="7620"/>
                </a:lnTo>
                <a:lnTo>
                  <a:pt x="327660" y="5080"/>
                </a:lnTo>
                <a:lnTo>
                  <a:pt x="326390" y="5080"/>
                </a:lnTo>
                <a:lnTo>
                  <a:pt x="326390" y="2540"/>
                </a:lnTo>
                <a:lnTo>
                  <a:pt x="325120" y="2540"/>
                </a:lnTo>
                <a:lnTo>
                  <a:pt x="325120" y="0"/>
                </a:lnTo>
                <a:lnTo>
                  <a:pt x="0" y="0"/>
                </a:lnTo>
                <a:lnTo>
                  <a:pt x="0" y="13970"/>
                </a:lnTo>
                <a:lnTo>
                  <a:pt x="330200" y="13970"/>
                </a:lnTo>
                <a:lnTo>
                  <a:pt x="330200" y="11430"/>
                </a:lnTo>
                <a:close/>
              </a:path>
            </a:pathLst>
          </a:custGeom>
          <a:solidFill>
            <a:srgbClr val="001600"/>
          </a:solidFill>
        </p:spPr>
        <p:txBody>
          <a:bodyPr wrap="square" lIns="0" tIns="0" rIns="0" bIns="0" rtlCol="0"/>
          <a:lstStyle/>
          <a:p/>
        </p:txBody>
      </p:sp>
      <p:sp>
        <p:nvSpPr>
          <p:cNvPr id="479" name="object 479"/>
          <p:cNvSpPr/>
          <p:nvPr/>
        </p:nvSpPr>
        <p:spPr>
          <a:xfrm>
            <a:off x="6122670" y="2246629"/>
            <a:ext cx="322580" cy="13970"/>
          </a:xfrm>
          <a:custGeom>
            <a:avLst/>
            <a:gdLst/>
            <a:ahLst/>
            <a:cxnLst/>
            <a:rect l="l" t="t" r="r" b="b"/>
            <a:pathLst>
              <a:path w="322579" h="13969">
                <a:moveTo>
                  <a:pt x="322579" y="0"/>
                </a:moveTo>
                <a:lnTo>
                  <a:pt x="0" y="0"/>
                </a:lnTo>
                <a:lnTo>
                  <a:pt x="0" y="13969"/>
                </a:lnTo>
                <a:lnTo>
                  <a:pt x="322579" y="13969"/>
                </a:lnTo>
                <a:lnTo>
                  <a:pt x="322579" y="0"/>
                </a:lnTo>
                <a:close/>
              </a:path>
            </a:pathLst>
          </a:custGeom>
          <a:solidFill>
            <a:srgbClr val="001600"/>
          </a:solidFill>
        </p:spPr>
        <p:txBody>
          <a:bodyPr wrap="square" lIns="0" tIns="0" rIns="0" bIns="0" rtlCol="0"/>
          <a:lstStyle/>
          <a:p/>
        </p:txBody>
      </p:sp>
      <p:sp>
        <p:nvSpPr>
          <p:cNvPr id="480" name="object 480"/>
          <p:cNvSpPr/>
          <p:nvPr/>
        </p:nvSpPr>
        <p:spPr>
          <a:xfrm>
            <a:off x="5528310" y="2260599"/>
            <a:ext cx="335280" cy="11430"/>
          </a:xfrm>
          <a:custGeom>
            <a:avLst/>
            <a:gdLst/>
            <a:ahLst/>
            <a:cxnLst/>
            <a:rect l="l" t="t" r="r" b="b"/>
            <a:pathLst>
              <a:path w="335279" h="11430">
                <a:moveTo>
                  <a:pt x="335280" y="8890"/>
                </a:moveTo>
                <a:lnTo>
                  <a:pt x="334010" y="8890"/>
                </a:lnTo>
                <a:lnTo>
                  <a:pt x="334010" y="5080"/>
                </a:lnTo>
                <a:lnTo>
                  <a:pt x="332740" y="5080"/>
                </a:lnTo>
                <a:lnTo>
                  <a:pt x="332740" y="2540"/>
                </a:lnTo>
                <a:lnTo>
                  <a:pt x="331470" y="2540"/>
                </a:lnTo>
                <a:lnTo>
                  <a:pt x="331470" y="0"/>
                </a:lnTo>
                <a:lnTo>
                  <a:pt x="0" y="0"/>
                </a:lnTo>
                <a:lnTo>
                  <a:pt x="0" y="2540"/>
                </a:lnTo>
                <a:lnTo>
                  <a:pt x="0" y="5080"/>
                </a:lnTo>
                <a:lnTo>
                  <a:pt x="0" y="8890"/>
                </a:lnTo>
                <a:lnTo>
                  <a:pt x="0" y="11430"/>
                </a:lnTo>
                <a:lnTo>
                  <a:pt x="335280" y="11430"/>
                </a:lnTo>
                <a:lnTo>
                  <a:pt x="335280" y="8890"/>
                </a:lnTo>
                <a:close/>
              </a:path>
            </a:pathLst>
          </a:custGeom>
          <a:solidFill>
            <a:srgbClr val="001600"/>
          </a:solidFill>
        </p:spPr>
        <p:txBody>
          <a:bodyPr wrap="square" lIns="0" tIns="0" rIns="0" bIns="0" rtlCol="0"/>
          <a:lstStyle/>
          <a:p/>
        </p:txBody>
      </p:sp>
      <p:sp>
        <p:nvSpPr>
          <p:cNvPr id="481" name="object 481"/>
          <p:cNvSpPr/>
          <p:nvPr/>
        </p:nvSpPr>
        <p:spPr>
          <a:xfrm>
            <a:off x="6122670" y="2260600"/>
            <a:ext cx="322580" cy="11430"/>
          </a:xfrm>
          <a:custGeom>
            <a:avLst/>
            <a:gdLst/>
            <a:ahLst/>
            <a:cxnLst/>
            <a:rect l="l" t="t" r="r" b="b"/>
            <a:pathLst>
              <a:path w="322579" h="11430">
                <a:moveTo>
                  <a:pt x="322579" y="0"/>
                </a:moveTo>
                <a:lnTo>
                  <a:pt x="0" y="0"/>
                </a:lnTo>
                <a:lnTo>
                  <a:pt x="0" y="11429"/>
                </a:lnTo>
                <a:lnTo>
                  <a:pt x="322579" y="11429"/>
                </a:lnTo>
                <a:lnTo>
                  <a:pt x="322579" y="0"/>
                </a:lnTo>
                <a:close/>
              </a:path>
            </a:pathLst>
          </a:custGeom>
          <a:solidFill>
            <a:srgbClr val="001600"/>
          </a:solidFill>
        </p:spPr>
        <p:txBody>
          <a:bodyPr wrap="square" lIns="0" tIns="0" rIns="0" bIns="0" rtlCol="0"/>
          <a:lstStyle/>
          <a:p/>
        </p:txBody>
      </p:sp>
      <p:sp>
        <p:nvSpPr>
          <p:cNvPr id="482" name="object 482"/>
          <p:cNvSpPr/>
          <p:nvPr/>
        </p:nvSpPr>
        <p:spPr>
          <a:xfrm>
            <a:off x="5528310" y="2272029"/>
            <a:ext cx="346710" cy="25400"/>
          </a:xfrm>
          <a:custGeom>
            <a:avLst/>
            <a:gdLst/>
            <a:ahLst/>
            <a:cxnLst/>
            <a:rect l="l" t="t" r="r" b="b"/>
            <a:pathLst>
              <a:path w="346710" h="25400">
                <a:moveTo>
                  <a:pt x="346710" y="22860"/>
                </a:moveTo>
                <a:lnTo>
                  <a:pt x="345440" y="22860"/>
                </a:lnTo>
                <a:lnTo>
                  <a:pt x="345440" y="20320"/>
                </a:lnTo>
                <a:lnTo>
                  <a:pt x="344170" y="20320"/>
                </a:lnTo>
                <a:lnTo>
                  <a:pt x="344170" y="16510"/>
                </a:lnTo>
                <a:lnTo>
                  <a:pt x="342900" y="16510"/>
                </a:lnTo>
                <a:lnTo>
                  <a:pt x="342900" y="13970"/>
                </a:lnTo>
                <a:lnTo>
                  <a:pt x="341630" y="13970"/>
                </a:lnTo>
                <a:lnTo>
                  <a:pt x="341630" y="11430"/>
                </a:lnTo>
                <a:lnTo>
                  <a:pt x="340360" y="11430"/>
                </a:lnTo>
                <a:lnTo>
                  <a:pt x="340360" y="8890"/>
                </a:lnTo>
                <a:lnTo>
                  <a:pt x="339090" y="8890"/>
                </a:lnTo>
                <a:lnTo>
                  <a:pt x="339090" y="5080"/>
                </a:lnTo>
                <a:lnTo>
                  <a:pt x="337820" y="5080"/>
                </a:lnTo>
                <a:lnTo>
                  <a:pt x="337820" y="2540"/>
                </a:lnTo>
                <a:lnTo>
                  <a:pt x="336550" y="2540"/>
                </a:lnTo>
                <a:lnTo>
                  <a:pt x="336550" y="0"/>
                </a:lnTo>
                <a:lnTo>
                  <a:pt x="0" y="0"/>
                </a:lnTo>
                <a:lnTo>
                  <a:pt x="0" y="2540"/>
                </a:lnTo>
                <a:lnTo>
                  <a:pt x="0" y="5080"/>
                </a:lnTo>
                <a:lnTo>
                  <a:pt x="0" y="25400"/>
                </a:lnTo>
                <a:lnTo>
                  <a:pt x="346710" y="25400"/>
                </a:lnTo>
                <a:lnTo>
                  <a:pt x="346710" y="22860"/>
                </a:lnTo>
                <a:close/>
              </a:path>
            </a:pathLst>
          </a:custGeom>
          <a:solidFill>
            <a:srgbClr val="001600"/>
          </a:solidFill>
        </p:spPr>
        <p:txBody>
          <a:bodyPr wrap="square" lIns="0" tIns="0" rIns="0" bIns="0" rtlCol="0"/>
          <a:lstStyle/>
          <a:p/>
        </p:txBody>
      </p:sp>
      <p:sp>
        <p:nvSpPr>
          <p:cNvPr id="483" name="object 483"/>
          <p:cNvSpPr/>
          <p:nvPr/>
        </p:nvSpPr>
        <p:spPr>
          <a:xfrm>
            <a:off x="6122670" y="227202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600"/>
          </a:solidFill>
        </p:spPr>
        <p:txBody>
          <a:bodyPr wrap="square" lIns="0" tIns="0" rIns="0" bIns="0" rtlCol="0"/>
          <a:lstStyle/>
          <a:p/>
        </p:txBody>
      </p:sp>
      <p:sp>
        <p:nvSpPr>
          <p:cNvPr id="484" name="object 484"/>
          <p:cNvSpPr/>
          <p:nvPr/>
        </p:nvSpPr>
        <p:spPr>
          <a:xfrm>
            <a:off x="5528310" y="2297429"/>
            <a:ext cx="349250" cy="6350"/>
          </a:xfrm>
          <a:custGeom>
            <a:avLst/>
            <a:gdLst/>
            <a:ahLst/>
            <a:cxnLst/>
            <a:rect l="l" t="t" r="r" b="b"/>
            <a:pathLst>
              <a:path w="349250" h="6350">
                <a:moveTo>
                  <a:pt x="349250" y="2540"/>
                </a:moveTo>
                <a:lnTo>
                  <a:pt x="347980" y="2540"/>
                </a:lnTo>
                <a:lnTo>
                  <a:pt x="347980" y="0"/>
                </a:lnTo>
                <a:lnTo>
                  <a:pt x="0" y="0"/>
                </a:lnTo>
                <a:lnTo>
                  <a:pt x="0" y="2540"/>
                </a:lnTo>
                <a:lnTo>
                  <a:pt x="0" y="6350"/>
                </a:lnTo>
                <a:lnTo>
                  <a:pt x="349250" y="6350"/>
                </a:lnTo>
                <a:lnTo>
                  <a:pt x="349250" y="2540"/>
                </a:lnTo>
                <a:close/>
              </a:path>
            </a:pathLst>
          </a:custGeom>
          <a:solidFill>
            <a:srgbClr val="001600"/>
          </a:solidFill>
        </p:spPr>
        <p:txBody>
          <a:bodyPr wrap="square" lIns="0" tIns="0" rIns="0" bIns="0" rtlCol="0"/>
          <a:lstStyle/>
          <a:p/>
        </p:txBody>
      </p:sp>
      <p:sp>
        <p:nvSpPr>
          <p:cNvPr id="485" name="object 485"/>
          <p:cNvSpPr/>
          <p:nvPr/>
        </p:nvSpPr>
        <p:spPr>
          <a:xfrm>
            <a:off x="6122670" y="229742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600"/>
          </a:solidFill>
        </p:spPr>
        <p:txBody>
          <a:bodyPr wrap="square" lIns="0" tIns="0" rIns="0" bIns="0" rtlCol="0"/>
          <a:lstStyle/>
          <a:p/>
        </p:txBody>
      </p:sp>
      <p:sp>
        <p:nvSpPr>
          <p:cNvPr id="486" name="object 486"/>
          <p:cNvSpPr/>
          <p:nvPr/>
        </p:nvSpPr>
        <p:spPr>
          <a:xfrm>
            <a:off x="5528310" y="2303779"/>
            <a:ext cx="354330" cy="8890"/>
          </a:xfrm>
          <a:custGeom>
            <a:avLst/>
            <a:gdLst/>
            <a:ahLst/>
            <a:cxnLst/>
            <a:rect l="l" t="t" r="r" b="b"/>
            <a:pathLst>
              <a:path w="354329" h="8889">
                <a:moveTo>
                  <a:pt x="354330" y="7620"/>
                </a:moveTo>
                <a:lnTo>
                  <a:pt x="353060" y="7620"/>
                </a:lnTo>
                <a:lnTo>
                  <a:pt x="353060" y="5080"/>
                </a:lnTo>
                <a:lnTo>
                  <a:pt x="351790" y="5080"/>
                </a:lnTo>
                <a:lnTo>
                  <a:pt x="351790" y="2540"/>
                </a:lnTo>
                <a:lnTo>
                  <a:pt x="350520" y="2540"/>
                </a:lnTo>
                <a:lnTo>
                  <a:pt x="350520" y="0"/>
                </a:lnTo>
                <a:lnTo>
                  <a:pt x="0" y="0"/>
                </a:lnTo>
                <a:lnTo>
                  <a:pt x="0" y="2540"/>
                </a:lnTo>
                <a:lnTo>
                  <a:pt x="0" y="5080"/>
                </a:lnTo>
                <a:lnTo>
                  <a:pt x="0" y="7620"/>
                </a:lnTo>
                <a:lnTo>
                  <a:pt x="0" y="8890"/>
                </a:lnTo>
                <a:lnTo>
                  <a:pt x="354330" y="8890"/>
                </a:lnTo>
                <a:lnTo>
                  <a:pt x="354330" y="7620"/>
                </a:lnTo>
                <a:close/>
              </a:path>
            </a:pathLst>
          </a:custGeom>
          <a:solidFill>
            <a:srgbClr val="001600"/>
          </a:solidFill>
        </p:spPr>
        <p:txBody>
          <a:bodyPr wrap="square" lIns="0" tIns="0" rIns="0" bIns="0" rtlCol="0"/>
          <a:lstStyle/>
          <a:p/>
        </p:txBody>
      </p:sp>
      <p:sp>
        <p:nvSpPr>
          <p:cNvPr id="487" name="object 487"/>
          <p:cNvSpPr/>
          <p:nvPr/>
        </p:nvSpPr>
        <p:spPr>
          <a:xfrm>
            <a:off x="6122670" y="2303779"/>
            <a:ext cx="322580" cy="8890"/>
          </a:xfrm>
          <a:custGeom>
            <a:avLst/>
            <a:gdLst/>
            <a:ahLst/>
            <a:cxnLst/>
            <a:rect l="l" t="t" r="r" b="b"/>
            <a:pathLst>
              <a:path w="322579" h="8889">
                <a:moveTo>
                  <a:pt x="322579" y="0"/>
                </a:moveTo>
                <a:lnTo>
                  <a:pt x="0" y="0"/>
                </a:lnTo>
                <a:lnTo>
                  <a:pt x="0" y="8889"/>
                </a:lnTo>
                <a:lnTo>
                  <a:pt x="322579" y="8889"/>
                </a:lnTo>
                <a:lnTo>
                  <a:pt x="322579" y="0"/>
                </a:lnTo>
                <a:close/>
              </a:path>
            </a:pathLst>
          </a:custGeom>
          <a:solidFill>
            <a:srgbClr val="001600"/>
          </a:solidFill>
        </p:spPr>
        <p:txBody>
          <a:bodyPr wrap="square" lIns="0" tIns="0" rIns="0" bIns="0" rtlCol="0"/>
          <a:lstStyle/>
          <a:p/>
        </p:txBody>
      </p:sp>
      <p:sp>
        <p:nvSpPr>
          <p:cNvPr id="488" name="object 488"/>
          <p:cNvSpPr/>
          <p:nvPr/>
        </p:nvSpPr>
        <p:spPr>
          <a:xfrm>
            <a:off x="5528310" y="2312669"/>
            <a:ext cx="360680" cy="16510"/>
          </a:xfrm>
          <a:custGeom>
            <a:avLst/>
            <a:gdLst/>
            <a:ahLst/>
            <a:cxnLst/>
            <a:rect l="l" t="t" r="r" b="b"/>
            <a:pathLst>
              <a:path w="360679" h="16510">
                <a:moveTo>
                  <a:pt x="360680" y="13970"/>
                </a:moveTo>
                <a:lnTo>
                  <a:pt x="359410" y="13970"/>
                </a:lnTo>
                <a:lnTo>
                  <a:pt x="359410" y="10160"/>
                </a:lnTo>
                <a:lnTo>
                  <a:pt x="358140" y="10160"/>
                </a:lnTo>
                <a:lnTo>
                  <a:pt x="358140" y="7620"/>
                </a:lnTo>
                <a:lnTo>
                  <a:pt x="356870" y="7620"/>
                </a:lnTo>
                <a:lnTo>
                  <a:pt x="356870" y="5080"/>
                </a:lnTo>
                <a:lnTo>
                  <a:pt x="355600" y="5080"/>
                </a:lnTo>
                <a:lnTo>
                  <a:pt x="355600" y="2540"/>
                </a:lnTo>
                <a:lnTo>
                  <a:pt x="354330" y="2540"/>
                </a:lnTo>
                <a:lnTo>
                  <a:pt x="354330" y="0"/>
                </a:lnTo>
                <a:lnTo>
                  <a:pt x="0" y="0"/>
                </a:lnTo>
                <a:lnTo>
                  <a:pt x="0" y="2540"/>
                </a:lnTo>
                <a:lnTo>
                  <a:pt x="0" y="5080"/>
                </a:lnTo>
                <a:lnTo>
                  <a:pt x="0" y="7620"/>
                </a:lnTo>
                <a:lnTo>
                  <a:pt x="0" y="10160"/>
                </a:lnTo>
                <a:lnTo>
                  <a:pt x="0" y="13970"/>
                </a:lnTo>
                <a:lnTo>
                  <a:pt x="0" y="16510"/>
                </a:lnTo>
                <a:lnTo>
                  <a:pt x="360680" y="16510"/>
                </a:lnTo>
                <a:lnTo>
                  <a:pt x="360680" y="13970"/>
                </a:lnTo>
                <a:close/>
              </a:path>
            </a:pathLst>
          </a:custGeom>
          <a:solidFill>
            <a:srgbClr val="001700"/>
          </a:solidFill>
        </p:spPr>
        <p:txBody>
          <a:bodyPr wrap="square" lIns="0" tIns="0" rIns="0" bIns="0" rtlCol="0"/>
          <a:lstStyle/>
          <a:p/>
        </p:txBody>
      </p:sp>
      <p:sp>
        <p:nvSpPr>
          <p:cNvPr id="489" name="object 489"/>
          <p:cNvSpPr/>
          <p:nvPr/>
        </p:nvSpPr>
        <p:spPr>
          <a:xfrm>
            <a:off x="6122670" y="2312670"/>
            <a:ext cx="322580" cy="16510"/>
          </a:xfrm>
          <a:custGeom>
            <a:avLst/>
            <a:gdLst/>
            <a:ahLst/>
            <a:cxnLst/>
            <a:rect l="l" t="t" r="r" b="b"/>
            <a:pathLst>
              <a:path w="322579" h="16510">
                <a:moveTo>
                  <a:pt x="322579" y="0"/>
                </a:moveTo>
                <a:lnTo>
                  <a:pt x="0" y="0"/>
                </a:lnTo>
                <a:lnTo>
                  <a:pt x="0" y="16509"/>
                </a:lnTo>
                <a:lnTo>
                  <a:pt x="322579" y="16509"/>
                </a:lnTo>
                <a:lnTo>
                  <a:pt x="322579" y="0"/>
                </a:lnTo>
                <a:close/>
              </a:path>
            </a:pathLst>
          </a:custGeom>
          <a:solidFill>
            <a:srgbClr val="001700"/>
          </a:solidFill>
        </p:spPr>
        <p:txBody>
          <a:bodyPr wrap="square" lIns="0" tIns="0" rIns="0" bIns="0" rtlCol="0"/>
          <a:lstStyle/>
          <a:p/>
        </p:txBody>
      </p:sp>
      <p:sp>
        <p:nvSpPr>
          <p:cNvPr id="490" name="object 490"/>
          <p:cNvSpPr/>
          <p:nvPr/>
        </p:nvSpPr>
        <p:spPr>
          <a:xfrm>
            <a:off x="5528310" y="2329179"/>
            <a:ext cx="372110" cy="25400"/>
          </a:xfrm>
          <a:custGeom>
            <a:avLst/>
            <a:gdLst/>
            <a:ahLst/>
            <a:cxnLst/>
            <a:rect l="l" t="t" r="r" b="b"/>
            <a:pathLst>
              <a:path w="372110" h="25400">
                <a:moveTo>
                  <a:pt x="372110" y="22860"/>
                </a:moveTo>
                <a:lnTo>
                  <a:pt x="370840" y="22860"/>
                </a:lnTo>
                <a:lnTo>
                  <a:pt x="370840" y="20320"/>
                </a:lnTo>
                <a:lnTo>
                  <a:pt x="369570" y="20320"/>
                </a:lnTo>
                <a:lnTo>
                  <a:pt x="369570" y="16510"/>
                </a:lnTo>
                <a:lnTo>
                  <a:pt x="368300" y="16510"/>
                </a:lnTo>
                <a:lnTo>
                  <a:pt x="368300" y="13970"/>
                </a:lnTo>
                <a:lnTo>
                  <a:pt x="367030" y="13970"/>
                </a:lnTo>
                <a:lnTo>
                  <a:pt x="367030" y="11430"/>
                </a:lnTo>
                <a:lnTo>
                  <a:pt x="365760" y="11430"/>
                </a:lnTo>
                <a:lnTo>
                  <a:pt x="365760" y="8890"/>
                </a:lnTo>
                <a:lnTo>
                  <a:pt x="364490" y="8890"/>
                </a:lnTo>
                <a:lnTo>
                  <a:pt x="364490" y="5080"/>
                </a:lnTo>
                <a:lnTo>
                  <a:pt x="363220" y="5080"/>
                </a:lnTo>
                <a:lnTo>
                  <a:pt x="363220" y="2540"/>
                </a:lnTo>
                <a:lnTo>
                  <a:pt x="361950" y="2540"/>
                </a:lnTo>
                <a:lnTo>
                  <a:pt x="361950" y="0"/>
                </a:lnTo>
                <a:lnTo>
                  <a:pt x="0" y="0"/>
                </a:lnTo>
                <a:lnTo>
                  <a:pt x="0" y="2540"/>
                </a:lnTo>
                <a:lnTo>
                  <a:pt x="0" y="5080"/>
                </a:lnTo>
                <a:lnTo>
                  <a:pt x="0" y="25400"/>
                </a:lnTo>
                <a:lnTo>
                  <a:pt x="372110" y="25400"/>
                </a:lnTo>
                <a:lnTo>
                  <a:pt x="372110" y="22860"/>
                </a:lnTo>
                <a:close/>
              </a:path>
            </a:pathLst>
          </a:custGeom>
          <a:solidFill>
            <a:srgbClr val="001700"/>
          </a:solidFill>
        </p:spPr>
        <p:txBody>
          <a:bodyPr wrap="square" lIns="0" tIns="0" rIns="0" bIns="0" rtlCol="0"/>
          <a:lstStyle/>
          <a:p/>
        </p:txBody>
      </p:sp>
      <p:sp>
        <p:nvSpPr>
          <p:cNvPr id="491" name="object 491"/>
          <p:cNvSpPr/>
          <p:nvPr/>
        </p:nvSpPr>
        <p:spPr>
          <a:xfrm>
            <a:off x="6122670" y="232917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700"/>
          </a:solidFill>
        </p:spPr>
        <p:txBody>
          <a:bodyPr wrap="square" lIns="0" tIns="0" rIns="0" bIns="0" rtlCol="0"/>
          <a:lstStyle/>
          <a:p/>
        </p:txBody>
      </p:sp>
      <p:sp>
        <p:nvSpPr>
          <p:cNvPr id="492" name="object 492"/>
          <p:cNvSpPr/>
          <p:nvPr/>
        </p:nvSpPr>
        <p:spPr>
          <a:xfrm>
            <a:off x="5528310" y="2354579"/>
            <a:ext cx="374650" cy="6350"/>
          </a:xfrm>
          <a:custGeom>
            <a:avLst/>
            <a:gdLst/>
            <a:ahLst/>
            <a:cxnLst/>
            <a:rect l="l" t="t" r="r" b="b"/>
            <a:pathLst>
              <a:path w="374650" h="6350">
                <a:moveTo>
                  <a:pt x="374650" y="2540"/>
                </a:moveTo>
                <a:lnTo>
                  <a:pt x="373380" y="2540"/>
                </a:lnTo>
                <a:lnTo>
                  <a:pt x="373380" y="0"/>
                </a:lnTo>
                <a:lnTo>
                  <a:pt x="0" y="0"/>
                </a:lnTo>
                <a:lnTo>
                  <a:pt x="0" y="2540"/>
                </a:lnTo>
                <a:lnTo>
                  <a:pt x="0" y="6350"/>
                </a:lnTo>
                <a:lnTo>
                  <a:pt x="374650" y="6350"/>
                </a:lnTo>
                <a:lnTo>
                  <a:pt x="374650" y="2540"/>
                </a:lnTo>
                <a:close/>
              </a:path>
            </a:pathLst>
          </a:custGeom>
          <a:solidFill>
            <a:srgbClr val="001700"/>
          </a:solidFill>
        </p:spPr>
        <p:txBody>
          <a:bodyPr wrap="square" lIns="0" tIns="0" rIns="0" bIns="0" rtlCol="0"/>
          <a:lstStyle/>
          <a:p/>
        </p:txBody>
      </p:sp>
      <p:sp>
        <p:nvSpPr>
          <p:cNvPr id="493" name="object 493"/>
          <p:cNvSpPr/>
          <p:nvPr/>
        </p:nvSpPr>
        <p:spPr>
          <a:xfrm>
            <a:off x="6122670" y="235457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700"/>
          </a:solidFill>
        </p:spPr>
        <p:txBody>
          <a:bodyPr wrap="square" lIns="0" tIns="0" rIns="0" bIns="0" rtlCol="0"/>
          <a:lstStyle/>
          <a:p/>
        </p:txBody>
      </p:sp>
      <p:sp>
        <p:nvSpPr>
          <p:cNvPr id="494" name="object 494"/>
          <p:cNvSpPr/>
          <p:nvPr/>
        </p:nvSpPr>
        <p:spPr>
          <a:xfrm>
            <a:off x="5528310" y="2360929"/>
            <a:ext cx="377190" cy="3810"/>
          </a:xfrm>
          <a:custGeom>
            <a:avLst/>
            <a:gdLst/>
            <a:ahLst/>
            <a:cxnLst/>
            <a:rect l="l" t="t" r="r" b="b"/>
            <a:pathLst>
              <a:path w="377189" h="3810">
                <a:moveTo>
                  <a:pt x="377190" y="2540"/>
                </a:moveTo>
                <a:lnTo>
                  <a:pt x="375920" y="2540"/>
                </a:lnTo>
                <a:lnTo>
                  <a:pt x="375920" y="0"/>
                </a:lnTo>
                <a:lnTo>
                  <a:pt x="0" y="0"/>
                </a:lnTo>
                <a:lnTo>
                  <a:pt x="0" y="2540"/>
                </a:lnTo>
                <a:lnTo>
                  <a:pt x="0" y="3810"/>
                </a:lnTo>
                <a:lnTo>
                  <a:pt x="377190" y="3810"/>
                </a:lnTo>
                <a:lnTo>
                  <a:pt x="377190" y="2540"/>
                </a:lnTo>
                <a:close/>
              </a:path>
            </a:pathLst>
          </a:custGeom>
          <a:solidFill>
            <a:srgbClr val="001700"/>
          </a:solidFill>
        </p:spPr>
        <p:txBody>
          <a:bodyPr wrap="square" lIns="0" tIns="0" rIns="0" bIns="0" rtlCol="0"/>
          <a:lstStyle/>
          <a:p/>
        </p:txBody>
      </p:sp>
      <p:sp>
        <p:nvSpPr>
          <p:cNvPr id="495" name="object 495"/>
          <p:cNvSpPr/>
          <p:nvPr/>
        </p:nvSpPr>
        <p:spPr>
          <a:xfrm>
            <a:off x="6122670" y="2360929"/>
            <a:ext cx="322580" cy="3810"/>
          </a:xfrm>
          <a:custGeom>
            <a:avLst/>
            <a:gdLst/>
            <a:ahLst/>
            <a:cxnLst/>
            <a:rect l="l" t="t" r="r" b="b"/>
            <a:pathLst>
              <a:path w="322579" h="3810">
                <a:moveTo>
                  <a:pt x="322579" y="0"/>
                </a:moveTo>
                <a:lnTo>
                  <a:pt x="0" y="0"/>
                </a:lnTo>
                <a:lnTo>
                  <a:pt x="0" y="3809"/>
                </a:lnTo>
                <a:lnTo>
                  <a:pt x="322579" y="3809"/>
                </a:lnTo>
                <a:lnTo>
                  <a:pt x="322579" y="0"/>
                </a:lnTo>
                <a:close/>
              </a:path>
            </a:pathLst>
          </a:custGeom>
          <a:solidFill>
            <a:srgbClr val="001700"/>
          </a:solidFill>
        </p:spPr>
        <p:txBody>
          <a:bodyPr wrap="square" lIns="0" tIns="0" rIns="0" bIns="0" rtlCol="0"/>
          <a:lstStyle/>
          <a:p/>
        </p:txBody>
      </p:sp>
      <p:sp>
        <p:nvSpPr>
          <p:cNvPr id="496" name="object 496"/>
          <p:cNvSpPr/>
          <p:nvPr/>
        </p:nvSpPr>
        <p:spPr>
          <a:xfrm>
            <a:off x="5528310" y="2364739"/>
            <a:ext cx="383540" cy="15240"/>
          </a:xfrm>
          <a:custGeom>
            <a:avLst/>
            <a:gdLst/>
            <a:ahLst/>
            <a:cxnLst/>
            <a:rect l="l" t="t" r="r" b="b"/>
            <a:pathLst>
              <a:path w="383539" h="15239">
                <a:moveTo>
                  <a:pt x="383540" y="12700"/>
                </a:moveTo>
                <a:lnTo>
                  <a:pt x="382270" y="12700"/>
                </a:lnTo>
                <a:lnTo>
                  <a:pt x="382270" y="10160"/>
                </a:lnTo>
                <a:lnTo>
                  <a:pt x="381000" y="10160"/>
                </a:lnTo>
                <a:lnTo>
                  <a:pt x="381000" y="6350"/>
                </a:lnTo>
                <a:lnTo>
                  <a:pt x="379730" y="6350"/>
                </a:lnTo>
                <a:lnTo>
                  <a:pt x="379730" y="3810"/>
                </a:lnTo>
                <a:lnTo>
                  <a:pt x="378460" y="3810"/>
                </a:lnTo>
                <a:lnTo>
                  <a:pt x="378460" y="1270"/>
                </a:lnTo>
                <a:lnTo>
                  <a:pt x="377190" y="1270"/>
                </a:lnTo>
                <a:lnTo>
                  <a:pt x="377190" y="0"/>
                </a:lnTo>
                <a:lnTo>
                  <a:pt x="0" y="0"/>
                </a:lnTo>
                <a:lnTo>
                  <a:pt x="0" y="1270"/>
                </a:lnTo>
                <a:lnTo>
                  <a:pt x="0" y="3810"/>
                </a:lnTo>
                <a:lnTo>
                  <a:pt x="0" y="6350"/>
                </a:lnTo>
                <a:lnTo>
                  <a:pt x="0" y="10160"/>
                </a:lnTo>
                <a:lnTo>
                  <a:pt x="0" y="12700"/>
                </a:lnTo>
                <a:lnTo>
                  <a:pt x="0" y="15240"/>
                </a:lnTo>
                <a:lnTo>
                  <a:pt x="383540" y="15240"/>
                </a:lnTo>
                <a:lnTo>
                  <a:pt x="383540" y="12700"/>
                </a:lnTo>
                <a:close/>
              </a:path>
            </a:pathLst>
          </a:custGeom>
          <a:solidFill>
            <a:srgbClr val="001800"/>
          </a:solidFill>
        </p:spPr>
        <p:txBody>
          <a:bodyPr wrap="square" lIns="0" tIns="0" rIns="0" bIns="0" rtlCol="0"/>
          <a:lstStyle/>
          <a:p/>
        </p:txBody>
      </p:sp>
      <p:sp>
        <p:nvSpPr>
          <p:cNvPr id="497" name="object 497"/>
          <p:cNvSpPr/>
          <p:nvPr/>
        </p:nvSpPr>
        <p:spPr>
          <a:xfrm>
            <a:off x="6122670" y="2364739"/>
            <a:ext cx="322580" cy="15240"/>
          </a:xfrm>
          <a:custGeom>
            <a:avLst/>
            <a:gdLst/>
            <a:ahLst/>
            <a:cxnLst/>
            <a:rect l="l" t="t" r="r" b="b"/>
            <a:pathLst>
              <a:path w="322579" h="15239">
                <a:moveTo>
                  <a:pt x="322579" y="0"/>
                </a:moveTo>
                <a:lnTo>
                  <a:pt x="0" y="0"/>
                </a:lnTo>
                <a:lnTo>
                  <a:pt x="0" y="15239"/>
                </a:lnTo>
                <a:lnTo>
                  <a:pt x="322579" y="15239"/>
                </a:lnTo>
                <a:lnTo>
                  <a:pt x="322579" y="0"/>
                </a:lnTo>
                <a:close/>
              </a:path>
            </a:pathLst>
          </a:custGeom>
          <a:solidFill>
            <a:srgbClr val="001800"/>
          </a:solidFill>
        </p:spPr>
        <p:txBody>
          <a:bodyPr wrap="square" lIns="0" tIns="0" rIns="0" bIns="0" rtlCol="0"/>
          <a:lstStyle/>
          <a:p/>
        </p:txBody>
      </p:sp>
      <p:sp>
        <p:nvSpPr>
          <p:cNvPr id="498" name="object 498"/>
          <p:cNvSpPr/>
          <p:nvPr/>
        </p:nvSpPr>
        <p:spPr>
          <a:xfrm>
            <a:off x="5528310" y="2379979"/>
            <a:ext cx="386080" cy="6350"/>
          </a:xfrm>
          <a:custGeom>
            <a:avLst/>
            <a:gdLst/>
            <a:ahLst/>
            <a:cxnLst/>
            <a:rect l="l" t="t" r="r" b="b"/>
            <a:pathLst>
              <a:path w="386079" h="6350">
                <a:moveTo>
                  <a:pt x="386080" y="2540"/>
                </a:moveTo>
                <a:lnTo>
                  <a:pt x="384810" y="2540"/>
                </a:lnTo>
                <a:lnTo>
                  <a:pt x="384810" y="0"/>
                </a:lnTo>
                <a:lnTo>
                  <a:pt x="0" y="0"/>
                </a:lnTo>
                <a:lnTo>
                  <a:pt x="0" y="2540"/>
                </a:lnTo>
                <a:lnTo>
                  <a:pt x="0" y="6350"/>
                </a:lnTo>
                <a:lnTo>
                  <a:pt x="386080" y="6350"/>
                </a:lnTo>
                <a:lnTo>
                  <a:pt x="386080" y="2540"/>
                </a:lnTo>
                <a:close/>
              </a:path>
            </a:pathLst>
          </a:custGeom>
          <a:solidFill>
            <a:srgbClr val="001800"/>
          </a:solidFill>
        </p:spPr>
        <p:txBody>
          <a:bodyPr wrap="square" lIns="0" tIns="0" rIns="0" bIns="0" rtlCol="0"/>
          <a:lstStyle/>
          <a:p/>
        </p:txBody>
      </p:sp>
      <p:sp>
        <p:nvSpPr>
          <p:cNvPr id="499" name="object 499"/>
          <p:cNvSpPr/>
          <p:nvPr/>
        </p:nvSpPr>
        <p:spPr>
          <a:xfrm>
            <a:off x="6122670" y="237997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800"/>
          </a:solidFill>
        </p:spPr>
        <p:txBody>
          <a:bodyPr wrap="square" lIns="0" tIns="0" rIns="0" bIns="0" rtlCol="0"/>
          <a:lstStyle/>
          <a:p/>
        </p:txBody>
      </p:sp>
      <p:sp>
        <p:nvSpPr>
          <p:cNvPr id="500" name="object 500"/>
          <p:cNvSpPr/>
          <p:nvPr/>
        </p:nvSpPr>
        <p:spPr>
          <a:xfrm>
            <a:off x="5528310" y="2386329"/>
            <a:ext cx="397510" cy="25400"/>
          </a:xfrm>
          <a:custGeom>
            <a:avLst/>
            <a:gdLst/>
            <a:ahLst/>
            <a:cxnLst/>
            <a:rect l="l" t="t" r="r" b="b"/>
            <a:pathLst>
              <a:path w="397510" h="25400">
                <a:moveTo>
                  <a:pt x="397510" y="22860"/>
                </a:moveTo>
                <a:lnTo>
                  <a:pt x="396240" y="22860"/>
                </a:lnTo>
                <a:lnTo>
                  <a:pt x="396240" y="19050"/>
                </a:lnTo>
                <a:lnTo>
                  <a:pt x="394970" y="19050"/>
                </a:lnTo>
                <a:lnTo>
                  <a:pt x="394970" y="16510"/>
                </a:lnTo>
                <a:lnTo>
                  <a:pt x="393700" y="16510"/>
                </a:lnTo>
                <a:lnTo>
                  <a:pt x="393700" y="13970"/>
                </a:lnTo>
                <a:lnTo>
                  <a:pt x="392430" y="13970"/>
                </a:lnTo>
                <a:lnTo>
                  <a:pt x="392430" y="11430"/>
                </a:lnTo>
                <a:lnTo>
                  <a:pt x="391160" y="11430"/>
                </a:lnTo>
                <a:lnTo>
                  <a:pt x="391160" y="7620"/>
                </a:lnTo>
                <a:lnTo>
                  <a:pt x="389890" y="7620"/>
                </a:lnTo>
                <a:lnTo>
                  <a:pt x="389890" y="5080"/>
                </a:lnTo>
                <a:lnTo>
                  <a:pt x="388620" y="5080"/>
                </a:lnTo>
                <a:lnTo>
                  <a:pt x="388620" y="2540"/>
                </a:lnTo>
                <a:lnTo>
                  <a:pt x="387350" y="2540"/>
                </a:lnTo>
                <a:lnTo>
                  <a:pt x="387350" y="0"/>
                </a:lnTo>
                <a:lnTo>
                  <a:pt x="0" y="0"/>
                </a:lnTo>
                <a:lnTo>
                  <a:pt x="0" y="2540"/>
                </a:lnTo>
                <a:lnTo>
                  <a:pt x="0" y="5080"/>
                </a:lnTo>
                <a:lnTo>
                  <a:pt x="0" y="25400"/>
                </a:lnTo>
                <a:lnTo>
                  <a:pt x="397510" y="25400"/>
                </a:lnTo>
                <a:lnTo>
                  <a:pt x="397510" y="22860"/>
                </a:lnTo>
                <a:close/>
              </a:path>
            </a:pathLst>
          </a:custGeom>
          <a:solidFill>
            <a:srgbClr val="001800"/>
          </a:solidFill>
        </p:spPr>
        <p:txBody>
          <a:bodyPr wrap="square" lIns="0" tIns="0" rIns="0" bIns="0" rtlCol="0"/>
          <a:lstStyle/>
          <a:p/>
        </p:txBody>
      </p:sp>
      <p:sp>
        <p:nvSpPr>
          <p:cNvPr id="501" name="object 501"/>
          <p:cNvSpPr/>
          <p:nvPr/>
        </p:nvSpPr>
        <p:spPr>
          <a:xfrm>
            <a:off x="6122670" y="238632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800"/>
          </a:solidFill>
        </p:spPr>
        <p:txBody>
          <a:bodyPr wrap="square" lIns="0" tIns="0" rIns="0" bIns="0" rtlCol="0"/>
          <a:lstStyle/>
          <a:p/>
        </p:txBody>
      </p:sp>
      <p:sp>
        <p:nvSpPr>
          <p:cNvPr id="502" name="object 502"/>
          <p:cNvSpPr/>
          <p:nvPr/>
        </p:nvSpPr>
        <p:spPr>
          <a:xfrm>
            <a:off x="5528310" y="2411729"/>
            <a:ext cx="400050" cy="3810"/>
          </a:xfrm>
          <a:custGeom>
            <a:avLst/>
            <a:gdLst/>
            <a:ahLst/>
            <a:cxnLst/>
            <a:rect l="l" t="t" r="r" b="b"/>
            <a:pathLst>
              <a:path w="400050" h="3810">
                <a:moveTo>
                  <a:pt x="400050" y="2540"/>
                </a:moveTo>
                <a:lnTo>
                  <a:pt x="398780" y="2540"/>
                </a:lnTo>
                <a:lnTo>
                  <a:pt x="398780" y="0"/>
                </a:lnTo>
                <a:lnTo>
                  <a:pt x="0" y="0"/>
                </a:lnTo>
                <a:lnTo>
                  <a:pt x="0" y="2540"/>
                </a:lnTo>
                <a:lnTo>
                  <a:pt x="0" y="3810"/>
                </a:lnTo>
                <a:lnTo>
                  <a:pt x="400050" y="3810"/>
                </a:lnTo>
                <a:lnTo>
                  <a:pt x="400050" y="2540"/>
                </a:lnTo>
                <a:close/>
              </a:path>
            </a:pathLst>
          </a:custGeom>
          <a:solidFill>
            <a:srgbClr val="001800"/>
          </a:solidFill>
        </p:spPr>
        <p:txBody>
          <a:bodyPr wrap="square" lIns="0" tIns="0" rIns="0" bIns="0" rtlCol="0"/>
          <a:lstStyle/>
          <a:p/>
        </p:txBody>
      </p:sp>
      <p:sp>
        <p:nvSpPr>
          <p:cNvPr id="503" name="object 503"/>
          <p:cNvSpPr/>
          <p:nvPr/>
        </p:nvSpPr>
        <p:spPr>
          <a:xfrm>
            <a:off x="6122670" y="2411729"/>
            <a:ext cx="322580" cy="3810"/>
          </a:xfrm>
          <a:custGeom>
            <a:avLst/>
            <a:gdLst/>
            <a:ahLst/>
            <a:cxnLst/>
            <a:rect l="l" t="t" r="r" b="b"/>
            <a:pathLst>
              <a:path w="322579" h="3810">
                <a:moveTo>
                  <a:pt x="322579" y="0"/>
                </a:moveTo>
                <a:lnTo>
                  <a:pt x="0" y="0"/>
                </a:lnTo>
                <a:lnTo>
                  <a:pt x="0" y="3809"/>
                </a:lnTo>
                <a:lnTo>
                  <a:pt x="322579" y="3809"/>
                </a:lnTo>
                <a:lnTo>
                  <a:pt x="322579" y="0"/>
                </a:lnTo>
                <a:close/>
              </a:path>
            </a:pathLst>
          </a:custGeom>
          <a:solidFill>
            <a:srgbClr val="001800"/>
          </a:solidFill>
        </p:spPr>
        <p:txBody>
          <a:bodyPr wrap="square" lIns="0" tIns="0" rIns="0" bIns="0" rtlCol="0"/>
          <a:lstStyle/>
          <a:p/>
        </p:txBody>
      </p:sp>
      <p:sp>
        <p:nvSpPr>
          <p:cNvPr id="504" name="object 504"/>
          <p:cNvSpPr/>
          <p:nvPr/>
        </p:nvSpPr>
        <p:spPr>
          <a:xfrm>
            <a:off x="5528310" y="2415539"/>
            <a:ext cx="408940" cy="21590"/>
          </a:xfrm>
          <a:custGeom>
            <a:avLst/>
            <a:gdLst/>
            <a:ahLst/>
            <a:cxnLst/>
            <a:rect l="l" t="t" r="r" b="b"/>
            <a:pathLst>
              <a:path w="408939" h="21589">
                <a:moveTo>
                  <a:pt x="408940" y="19050"/>
                </a:moveTo>
                <a:lnTo>
                  <a:pt x="407670" y="19050"/>
                </a:lnTo>
                <a:lnTo>
                  <a:pt x="407670" y="16510"/>
                </a:lnTo>
                <a:lnTo>
                  <a:pt x="406400" y="16510"/>
                </a:lnTo>
                <a:lnTo>
                  <a:pt x="406400" y="12700"/>
                </a:lnTo>
                <a:lnTo>
                  <a:pt x="405130" y="12700"/>
                </a:lnTo>
                <a:lnTo>
                  <a:pt x="405130" y="10160"/>
                </a:lnTo>
                <a:lnTo>
                  <a:pt x="403860" y="10160"/>
                </a:lnTo>
                <a:lnTo>
                  <a:pt x="403860" y="7620"/>
                </a:lnTo>
                <a:lnTo>
                  <a:pt x="402590" y="7620"/>
                </a:lnTo>
                <a:lnTo>
                  <a:pt x="402590" y="5080"/>
                </a:lnTo>
                <a:lnTo>
                  <a:pt x="401320" y="5080"/>
                </a:lnTo>
                <a:lnTo>
                  <a:pt x="401320" y="1270"/>
                </a:lnTo>
                <a:lnTo>
                  <a:pt x="400050" y="1270"/>
                </a:lnTo>
                <a:lnTo>
                  <a:pt x="400050" y="0"/>
                </a:lnTo>
                <a:lnTo>
                  <a:pt x="0" y="0"/>
                </a:lnTo>
                <a:lnTo>
                  <a:pt x="0" y="21590"/>
                </a:lnTo>
                <a:lnTo>
                  <a:pt x="408940" y="21590"/>
                </a:lnTo>
                <a:lnTo>
                  <a:pt x="408940" y="19050"/>
                </a:lnTo>
                <a:close/>
              </a:path>
            </a:pathLst>
          </a:custGeom>
          <a:solidFill>
            <a:srgbClr val="001900"/>
          </a:solidFill>
        </p:spPr>
        <p:txBody>
          <a:bodyPr wrap="square" lIns="0" tIns="0" rIns="0" bIns="0" rtlCol="0"/>
          <a:lstStyle/>
          <a:p/>
        </p:txBody>
      </p:sp>
      <p:sp>
        <p:nvSpPr>
          <p:cNvPr id="505" name="object 505"/>
          <p:cNvSpPr/>
          <p:nvPr/>
        </p:nvSpPr>
        <p:spPr>
          <a:xfrm>
            <a:off x="6122670" y="2415539"/>
            <a:ext cx="322580" cy="21590"/>
          </a:xfrm>
          <a:custGeom>
            <a:avLst/>
            <a:gdLst/>
            <a:ahLst/>
            <a:cxnLst/>
            <a:rect l="l" t="t" r="r" b="b"/>
            <a:pathLst>
              <a:path w="322579" h="21589">
                <a:moveTo>
                  <a:pt x="322579" y="0"/>
                </a:moveTo>
                <a:lnTo>
                  <a:pt x="0" y="0"/>
                </a:lnTo>
                <a:lnTo>
                  <a:pt x="0" y="21589"/>
                </a:lnTo>
                <a:lnTo>
                  <a:pt x="322579" y="21589"/>
                </a:lnTo>
                <a:lnTo>
                  <a:pt x="322579" y="0"/>
                </a:lnTo>
                <a:close/>
              </a:path>
            </a:pathLst>
          </a:custGeom>
          <a:solidFill>
            <a:srgbClr val="001900"/>
          </a:solidFill>
        </p:spPr>
        <p:txBody>
          <a:bodyPr wrap="square" lIns="0" tIns="0" rIns="0" bIns="0" rtlCol="0"/>
          <a:lstStyle/>
          <a:p/>
        </p:txBody>
      </p:sp>
      <p:sp>
        <p:nvSpPr>
          <p:cNvPr id="506" name="object 506"/>
          <p:cNvSpPr/>
          <p:nvPr/>
        </p:nvSpPr>
        <p:spPr>
          <a:xfrm>
            <a:off x="5528310" y="2437129"/>
            <a:ext cx="411480" cy="6350"/>
          </a:xfrm>
          <a:custGeom>
            <a:avLst/>
            <a:gdLst/>
            <a:ahLst/>
            <a:cxnLst/>
            <a:rect l="l" t="t" r="r" b="b"/>
            <a:pathLst>
              <a:path w="411479" h="6350">
                <a:moveTo>
                  <a:pt x="411480" y="2540"/>
                </a:moveTo>
                <a:lnTo>
                  <a:pt x="410210" y="2540"/>
                </a:lnTo>
                <a:lnTo>
                  <a:pt x="410210" y="0"/>
                </a:lnTo>
                <a:lnTo>
                  <a:pt x="0" y="0"/>
                </a:lnTo>
                <a:lnTo>
                  <a:pt x="0" y="2540"/>
                </a:lnTo>
                <a:lnTo>
                  <a:pt x="0" y="6350"/>
                </a:lnTo>
                <a:lnTo>
                  <a:pt x="411480" y="6350"/>
                </a:lnTo>
                <a:lnTo>
                  <a:pt x="411480" y="2540"/>
                </a:lnTo>
                <a:close/>
              </a:path>
            </a:pathLst>
          </a:custGeom>
          <a:solidFill>
            <a:srgbClr val="001900"/>
          </a:solidFill>
        </p:spPr>
        <p:txBody>
          <a:bodyPr wrap="square" lIns="0" tIns="0" rIns="0" bIns="0" rtlCol="0"/>
          <a:lstStyle/>
          <a:p/>
        </p:txBody>
      </p:sp>
      <p:sp>
        <p:nvSpPr>
          <p:cNvPr id="507" name="object 507"/>
          <p:cNvSpPr/>
          <p:nvPr/>
        </p:nvSpPr>
        <p:spPr>
          <a:xfrm>
            <a:off x="6122670" y="243712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900"/>
          </a:solidFill>
        </p:spPr>
        <p:txBody>
          <a:bodyPr wrap="square" lIns="0" tIns="0" rIns="0" bIns="0" rtlCol="0"/>
          <a:lstStyle/>
          <a:p/>
        </p:txBody>
      </p:sp>
      <p:sp>
        <p:nvSpPr>
          <p:cNvPr id="508" name="object 508"/>
          <p:cNvSpPr/>
          <p:nvPr/>
        </p:nvSpPr>
        <p:spPr>
          <a:xfrm>
            <a:off x="5528310" y="2443479"/>
            <a:ext cx="422909" cy="24130"/>
          </a:xfrm>
          <a:custGeom>
            <a:avLst/>
            <a:gdLst/>
            <a:ahLst/>
            <a:cxnLst/>
            <a:rect l="l" t="t" r="r" b="b"/>
            <a:pathLst>
              <a:path w="422910" h="24130">
                <a:moveTo>
                  <a:pt x="422910" y="22860"/>
                </a:moveTo>
                <a:lnTo>
                  <a:pt x="421640" y="22860"/>
                </a:lnTo>
                <a:lnTo>
                  <a:pt x="421640" y="19050"/>
                </a:lnTo>
                <a:lnTo>
                  <a:pt x="420370" y="19050"/>
                </a:lnTo>
                <a:lnTo>
                  <a:pt x="420370" y="16510"/>
                </a:lnTo>
                <a:lnTo>
                  <a:pt x="419100" y="16510"/>
                </a:lnTo>
                <a:lnTo>
                  <a:pt x="419100" y="13970"/>
                </a:lnTo>
                <a:lnTo>
                  <a:pt x="417830" y="13970"/>
                </a:lnTo>
                <a:lnTo>
                  <a:pt x="417830" y="11430"/>
                </a:lnTo>
                <a:lnTo>
                  <a:pt x="416560" y="11430"/>
                </a:lnTo>
                <a:lnTo>
                  <a:pt x="416560" y="7620"/>
                </a:lnTo>
                <a:lnTo>
                  <a:pt x="415290" y="7620"/>
                </a:lnTo>
                <a:lnTo>
                  <a:pt x="415290" y="5080"/>
                </a:lnTo>
                <a:lnTo>
                  <a:pt x="414020" y="5080"/>
                </a:lnTo>
                <a:lnTo>
                  <a:pt x="414020" y="2540"/>
                </a:lnTo>
                <a:lnTo>
                  <a:pt x="412750" y="2540"/>
                </a:lnTo>
                <a:lnTo>
                  <a:pt x="412750" y="0"/>
                </a:lnTo>
                <a:lnTo>
                  <a:pt x="0" y="0"/>
                </a:lnTo>
                <a:lnTo>
                  <a:pt x="0" y="2540"/>
                </a:lnTo>
                <a:lnTo>
                  <a:pt x="0" y="5080"/>
                </a:lnTo>
                <a:lnTo>
                  <a:pt x="0" y="24130"/>
                </a:lnTo>
                <a:lnTo>
                  <a:pt x="422910" y="24130"/>
                </a:lnTo>
                <a:lnTo>
                  <a:pt x="422910" y="22860"/>
                </a:lnTo>
                <a:close/>
              </a:path>
            </a:pathLst>
          </a:custGeom>
          <a:solidFill>
            <a:srgbClr val="001900"/>
          </a:solidFill>
        </p:spPr>
        <p:txBody>
          <a:bodyPr wrap="square" lIns="0" tIns="0" rIns="0" bIns="0" rtlCol="0"/>
          <a:lstStyle/>
          <a:p/>
        </p:txBody>
      </p:sp>
      <p:sp>
        <p:nvSpPr>
          <p:cNvPr id="509" name="object 509"/>
          <p:cNvSpPr/>
          <p:nvPr/>
        </p:nvSpPr>
        <p:spPr>
          <a:xfrm>
            <a:off x="6122670" y="2443479"/>
            <a:ext cx="322580" cy="24130"/>
          </a:xfrm>
          <a:custGeom>
            <a:avLst/>
            <a:gdLst/>
            <a:ahLst/>
            <a:cxnLst/>
            <a:rect l="l" t="t" r="r" b="b"/>
            <a:pathLst>
              <a:path w="322579" h="24130">
                <a:moveTo>
                  <a:pt x="322579" y="0"/>
                </a:moveTo>
                <a:lnTo>
                  <a:pt x="0" y="0"/>
                </a:lnTo>
                <a:lnTo>
                  <a:pt x="0" y="24129"/>
                </a:lnTo>
                <a:lnTo>
                  <a:pt x="322579" y="24129"/>
                </a:lnTo>
                <a:lnTo>
                  <a:pt x="322579" y="0"/>
                </a:lnTo>
                <a:close/>
              </a:path>
            </a:pathLst>
          </a:custGeom>
          <a:solidFill>
            <a:srgbClr val="001900"/>
          </a:solidFill>
        </p:spPr>
        <p:txBody>
          <a:bodyPr wrap="square" lIns="0" tIns="0" rIns="0" bIns="0" rtlCol="0"/>
          <a:lstStyle/>
          <a:p/>
        </p:txBody>
      </p:sp>
      <p:sp>
        <p:nvSpPr>
          <p:cNvPr id="510" name="object 510"/>
          <p:cNvSpPr/>
          <p:nvPr/>
        </p:nvSpPr>
        <p:spPr>
          <a:xfrm>
            <a:off x="5528309" y="2467610"/>
            <a:ext cx="422909" cy="1270"/>
          </a:xfrm>
          <a:custGeom>
            <a:avLst/>
            <a:gdLst/>
            <a:ahLst/>
            <a:cxnLst/>
            <a:rect l="l" t="t" r="r" b="b"/>
            <a:pathLst>
              <a:path w="422910" h="1269">
                <a:moveTo>
                  <a:pt x="422910" y="0"/>
                </a:moveTo>
                <a:lnTo>
                  <a:pt x="0" y="0"/>
                </a:lnTo>
                <a:lnTo>
                  <a:pt x="0" y="1269"/>
                </a:lnTo>
                <a:lnTo>
                  <a:pt x="422910" y="1269"/>
                </a:lnTo>
                <a:lnTo>
                  <a:pt x="422910" y="0"/>
                </a:lnTo>
                <a:close/>
              </a:path>
            </a:pathLst>
          </a:custGeom>
          <a:solidFill>
            <a:srgbClr val="001A00"/>
          </a:solidFill>
        </p:spPr>
        <p:txBody>
          <a:bodyPr wrap="square" lIns="0" tIns="0" rIns="0" bIns="0" rtlCol="0"/>
          <a:lstStyle/>
          <a:p/>
        </p:txBody>
      </p:sp>
      <p:sp>
        <p:nvSpPr>
          <p:cNvPr id="511" name="object 511"/>
          <p:cNvSpPr/>
          <p:nvPr/>
        </p:nvSpPr>
        <p:spPr>
          <a:xfrm>
            <a:off x="6122670" y="2467610"/>
            <a:ext cx="322580" cy="1270"/>
          </a:xfrm>
          <a:custGeom>
            <a:avLst/>
            <a:gdLst/>
            <a:ahLst/>
            <a:cxnLst/>
            <a:rect l="l" t="t" r="r" b="b"/>
            <a:pathLst>
              <a:path w="322579" h="1269">
                <a:moveTo>
                  <a:pt x="322579" y="0"/>
                </a:moveTo>
                <a:lnTo>
                  <a:pt x="0" y="0"/>
                </a:lnTo>
                <a:lnTo>
                  <a:pt x="0" y="1269"/>
                </a:lnTo>
                <a:lnTo>
                  <a:pt x="322579" y="1269"/>
                </a:lnTo>
                <a:lnTo>
                  <a:pt x="322579" y="0"/>
                </a:lnTo>
                <a:close/>
              </a:path>
            </a:pathLst>
          </a:custGeom>
          <a:solidFill>
            <a:srgbClr val="001A00"/>
          </a:solidFill>
        </p:spPr>
        <p:txBody>
          <a:bodyPr wrap="square" lIns="0" tIns="0" rIns="0" bIns="0" rtlCol="0"/>
          <a:lstStyle/>
          <a:p/>
        </p:txBody>
      </p:sp>
      <p:sp>
        <p:nvSpPr>
          <p:cNvPr id="512" name="object 512"/>
          <p:cNvSpPr/>
          <p:nvPr/>
        </p:nvSpPr>
        <p:spPr>
          <a:xfrm>
            <a:off x="5528310" y="2468879"/>
            <a:ext cx="434340" cy="25400"/>
          </a:xfrm>
          <a:custGeom>
            <a:avLst/>
            <a:gdLst/>
            <a:ahLst/>
            <a:cxnLst/>
            <a:rect l="l" t="t" r="r" b="b"/>
            <a:pathLst>
              <a:path w="434339" h="25400">
                <a:moveTo>
                  <a:pt x="434340" y="22860"/>
                </a:moveTo>
                <a:lnTo>
                  <a:pt x="433070" y="22860"/>
                </a:lnTo>
                <a:lnTo>
                  <a:pt x="433070" y="20320"/>
                </a:lnTo>
                <a:lnTo>
                  <a:pt x="431800" y="20320"/>
                </a:lnTo>
                <a:lnTo>
                  <a:pt x="431800" y="16510"/>
                </a:lnTo>
                <a:lnTo>
                  <a:pt x="430530" y="16510"/>
                </a:lnTo>
                <a:lnTo>
                  <a:pt x="430530" y="13970"/>
                </a:lnTo>
                <a:lnTo>
                  <a:pt x="429260" y="13970"/>
                </a:lnTo>
                <a:lnTo>
                  <a:pt x="429260" y="11430"/>
                </a:lnTo>
                <a:lnTo>
                  <a:pt x="427990" y="11430"/>
                </a:lnTo>
                <a:lnTo>
                  <a:pt x="427990" y="8890"/>
                </a:lnTo>
                <a:lnTo>
                  <a:pt x="426720" y="8890"/>
                </a:lnTo>
                <a:lnTo>
                  <a:pt x="426720" y="5080"/>
                </a:lnTo>
                <a:lnTo>
                  <a:pt x="425450" y="5080"/>
                </a:lnTo>
                <a:lnTo>
                  <a:pt x="425450" y="2540"/>
                </a:lnTo>
                <a:lnTo>
                  <a:pt x="424180" y="2540"/>
                </a:lnTo>
                <a:lnTo>
                  <a:pt x="424180" y="0"/>
                </a:lnTo>
                <a:lnTo>
                  <a:pt x="0" y="0"/>
                </a:lnTo>
                <a:lnTo>
                  <a:pt x="0" y="2540"/>
                </a:lnTo>
                <a:lnTo>
                  <a:pt x="0" y="5080"/>
                </a:lnTo>
                <a:lnTo>
                  <a:pt x="0" y="25400"/>
                </a:lnTo>
                <a:lnTo>
                  <a:pt x="434340" y="25400"/>
                </a:lnTo>
                <a:lnTo>
                  <a:pt x="434340" y="22860"/>
                </a:lnTo>
                <a:close/>
              </a:path>
            </a:pathLst>
          </a:custGeom>
          <a:solidFill>
            <a:srgbClr val="001A00"/>
          </a:solidFill>
        </p:spPr>
        <p:txBody>
          <a:bodyPr wrap="square" lIns="0" tIns="0" rIns="0" bIns="0" rtlCol="0"/>
          <a:lstStyle/>
          <a:p/>
        </p:txBody>
      </p:sp>
      <p:sp>
        <p:nvSpPr>
          <p:cNvPr id="513" name="object 513"/>
          <p:cNvSpPr/>
          <p:nvPr/>
        </p:nvSpPr>
        <p:spPr>
          <a:xfrm>
            <a:off x="6122670" y="246887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A00"/>
          </a:solidFill>
        </p:spPr>
        <p:txBody>
          <a:bodyPr wrap="square" lIns="0" tIns="0" rIns="0" bIns="0" rtlCol="0"/>
          <a:lstStyle/>
          <a:p/>
        </p:txBody>
      </p:sp>
      <p:sp>
        <p:nvSpPr>
          <p:cNvPr id="514" name="object 514"/>
          <p:cNvSpPr/>
          <p:nvPr/>
        </p:nvSpPr>
        <p:spPr>
          <a:xfrm>
            <a:off x="5528310" y="2494279"/>
            <a:ext cx="436880" cy="6350"/>
          </a:xfrm>
          <a:custGeom>
            <a:avLst/>
            <a:gdLst/>
            <a:ahLst/>
            <a:cxnLst/>
            <a:rect l="l" t="t" r="r" b="b"/>
            <a:pathLst>
              <a:path w="436879" h="6350">
                <a:moveTo>
                  <a:pt x="436880" y="2540"/>
                </a:moveTo>
                <a:lnTo>
                  <a:pt x="435610" y="2540"/>
                </a:lnTo>
                <a:lnTo>
                  <a:pt x="435610" y="0"/>
                </a:lnTo>
                <a:lnTo>
                  <a:pt x="0" y="0"/>
                </a:lnTo>
                <a:lnTo>
                  <a:pt x="0" y="2540"/>
                </a:lnTo>
                <a:lnTo>
                  <a:pt x="0" y="6350"/>
                </a:lnTo>
                <a:lnTo>
                  <a:pt x="436880" y="6350"/>
                </a:lnTo>
                <a:lnTo>
                  <a:pt x="436880" y="2540"/>
                </a:lnTo>
                <a:close/>
              </a:path>
            </a:pathLst>
          </a:custGeom>
          <a:solidFill>
            <a:srgbClr val="001A00"/>
          </a:solidFill>
        </p:spPr>
        <p:txBody>
          <a:bodyPr wrap="square" lIns="0" tIns="0" rIns="0" bIns="0" rtlCol="0"/>
          <a:lstStyle/>
          <a:p/>
        </p:txBody>
      </p:sp>
      <p:sp>
        <p:nvSpPr>
          <p:cNvPr id="515" name="object 515"/>
          <p:cNvSpPr/>
          <p:nvPr/>
        </p:nvSpPr>
        <p:spPr>
          <a:xfrm>
            <a:off x="6122670" y="249427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A00"/>
          </a:solidFill>
        </p:spPr>
        <p:txBody>
          <a:bodyPr wrap="square" lIns="0" tIns="0" rIns="0" bIns="0" rtlCol="0"/>
          <a:lstStyle/>
          <a:p/>
        </p:txBody>
      </p:sp>
      <p:sp>
        <p:nvSpPr>
          <p:cNvPr id="516" name="object 516"/>
          <p:cNvSpPr/>
          <p:nvPr/>
        </p:nvSpPr>
        <p:spPr>
          <a:xfrm>
            <a:off x="5528310" y="2500629"/>
            <a:ext cx="445770" cy="19050"/>
          </a:xfrm>
          <a:custGeom>
            <a:avLst/>
            <a:gdLst/>
            <a:ahLst/>
            <a:cxnLst/>
            <a:rect l="l" t="t" r="r" b="b"/>
            <a:pathLst>
              <a:path w="445770" h="19050">
                <a:moveTo>
                  <a:pt x="445770" y="16510"/>
                </a:moveTo>
                <a:lnTo>
                  <a:pt x="444500" y="16510"/>
                </a:lnTo>
                <a:lnTo>
                  <a:pt x="444500" y="13970"/>
                </a:lnTo>
                <a:lnTo>
                  <a:pt x="443230" y="13970"/>
                </a:lnTo>
                <a:lnTo>
                  <a:pt x="443230" y="11430"/>
                </a:lnTo>
                <a:lnTo>
                  <a:pt x="441960" y="11430"/>
                </a:lnTo>
                <a:lnTo>
                  <a:pt x="441960" y="7620"/>
                </a:lnTo>
                <a:lnTo>
                  <a:pt x="440690" y="7620"/>
                </a:lnTo>
                <a:lnTo>
                  <a:pt x="440690" y="5080"/>
                </a:lnTo>
                <a:lnTo>
                  <a:pt x="439420" y="5080"/>
                </a:lnTo>
                <a:lnTo>
                  <a:pt x="439420" y="2540"/>
                </a:lnTo>
                <a:lnTo>
                  <a:pt x="438150" y="2540"/>
                </a:lnTo>
                <a:lnTo>
                  <a:pt x="438150" y="0"/>
                </a:lnTo>
                <a:lnTo>
                  <a:pt x="0" y="0"/>
                </a:lnTo>
                <a:lnTo>
                  <a:pt x="0" y="2540"/>
                </a:lnTo>
                <a:lnTo>
                  <a:pt x="0" y="5080"/>
                </a:lnTo>
                <a:lnTo>
                  <a:pt x="0" y="19050"/>
                </a:lnTo>
                <a:lnTo>
                  <a:pt x="445770" y="19050"/>
                </a:lnTo>
                <a:lnTo>
                  <a:pt x="445770" y="16510"/>
                </a:lnTo>
                <a:close/>
              </a:path>
            </a:pathLst>
          </a:custGeom>
          <a:solidFill>
            <a:srgbClr val="001A00"/>
          </a:solidFill>
        </p:spPr>
        <p:txBody>
          <a:bodyPr wrap="square" lIns="0" tIns="0" rIns="0" bIns="0" rtlCol="0"/>
          <a:lstStyle/>
          <a:p/>
        </p:txBody>
      </p:sp>
      <p:sp>
        <p:nvSpPr>
          <p:cNvPr id="517" name="object 517"/>
          <p:cNvSpPr/>
          <p:nvPr/>
        </p:nvSpPr>
        <p:spPr>
          <a:xfrm>
            <a:off x="6122670" y="2500629"/>
            <a:ext cx="322580" cy="19050"/>
          </a:xfrm>
          <a:custGeom>
            <a:avLst/>
            <a:gdLst/>
            <a:ahLst/>
            <a:cxnLst/>
            <a:rect l="l" t="t" r="r" b="b"/>
            <a:pathLst>
              <a:path w="322579" h="19050">
                <a:moveTo>
                  <a:pt x="322579" y="0"/>
                </a:moveTo>
                <a:lnTo>
                  <a:pt x="0" y="0"/>
                </a:lnTo>
                <a:lnTo>
                  <a:pt x="0" y="19049"/>
                </a:lnTo>
                <a:lnTo>
                  <a:pt x="322579" y="19049"/>
                </a:lnTo>
                <a:lnTo>
                  <a:pt x="322579" y="0"/>
                </a:lnTo>
                <a:close/>
              </a:path>
            </a:pathLst>
          </a:custGeom>
          <a:solidFill>
            <a:srgbClr val="001A00"/>
          </a:solidFill>
        </p:spPr>
        <p:txBody>
          <a:bodyPr wrap="square" lIns="0" tIns="0" rIns="0" bIns="0" rtlCol="0"/>
          <a:lstStyle/>
          <a:p/>
        </p:txBody>
      </p:sp>
      <p:sp>
        <p:nvSpPr>
          <p:cNvPr id="518" name="object 518"/>
          <p:cNvSpPr/>
          <p:nvPr/>
        </p:nvSpPr>
        <p:spPr>
          <a:xfrm>
            <a:off x="5528310" y="2519679"/>
            <a:ext cx="448309" cy="6350"/>
          </a:xfrm>
          <a:custGeom>
            <a:avLst/>
            <a:gdLst/>
            <a:ahLst/>
            <a:cxnLst/>
            <a:rect l="l" t="t" r="r" b="b"/>
            <a:pathLst>
              <a:path w="448310" h="6350">
                <a:moveTo>
                  <a:pt x="448310" y="3810"/>
                </a:moveTo>
                <a:lnTo>
                  <a:pt x="447040" y="3810"/>
                </a:lnTo>
                <a:lnTo>
                  <a:pt x="447040" y="0"/>
                </a:lnTo>
                <a:lnTo>
                  <a:pt x="0" y="0"/>
                </a:lnTo>
                <a:lnTo>
                  <a:pt x="0" y="3810"/>
                </a:lnTo>
                <a:lnTo>
                  <a:pt x="0" y="6350"/>
                </a:lnTo>
                <a:lnTo>
                  <a:pt x="448310" y="6350"/>
                </a:lnTo>
                <a:lnTo>
                  <a:pt x="448310" y="3810"/>
                </a:lnTo>
                <a:close/>
              </a:path>
            </a:pathLst>
          </a:custGeom>
          <a:solidFill>
            <a:srgbClr val="001B00"/>
          </a:solidFill>
        </p:spPr>
        <p:txBody>
          <a:bodyPr wrap="square" lIns="0" tIns="0" rIns="0" bIns="0" rtlCol="0"/>
          <a:lstStyle/>
          <a:p/>
        </p:txBody>
      </p:sp>
      <p:sp>
        <p:nvSpPr>
          <p:cNvPr id="519" name="object 519"/>
          <p:cNvSpPr/>
          <p:nvPr/>
        </p:nvSpPr>
        <p:spPr>
          <a:xfrm>
            <a:off x="6122670" y="2519679"/>
            <a:ext cx="322580" cy="6350"/>
          </a:xfrm>
          <a:custGeom>
            <a:avLst/>
            <a:gdLst/>
            <a:ahLst/>
            <a:cxnLst/>
            <a:rect l="l" t="t" r="r" b="b"/>
            <a:pathLst>
              <a:path w="322579" h="6350">
                <a:moveTo>
                  <a:pt x="322579" y="0"/>
                </a:moveTo>
                <a:lnTo>
                  <a:pt x="0" y="0"/>
                </a:lnTo>
                <a:lnTo>
                  <a:pt x="0" y="6350"/>
                </a:lnTo>
                <a:lnTo>
                  <a:pt x="322579" y="6350"/>
                </a:lnTo>
                <a:lnTo>
                  <a:pt x="322579" y="0"/>
                </a:lnTo>
                <a:close/>
              </a:path>
            </a:pathLst>
          </a:custGeom>
          <a:solidFill>
            <a:srgbClr val="001B00"/>
          </a:solidFill>
        </p:spPr>
        <p:txBody>
          <a:bodyPr wrap="square" lIns="0" tIns="0" rIns="0" bIns="0" rtlCol="0"/>
          <a:lstStyle/>
          <a:p/>
        </p:txBody>
      </p:sp>
      <p:sp>
        <p:nvSpPr>
          <p:cNvPr id="520" name="object 520"/>
          <p:cNvSpPr/>
          <p:nvPr/>
        </p:nvSpPr>
        <p:spPr>
          <a:xfrm>
            <a:off x="5528310" y="2526029"/>
            <a:ext cx="459740" cy="25400"/>
          </a:xfrm>
          <a:custGeom>
            <a:avLst/>
            <a:gdLst/>
            <a:ahLst/>
            <a:cxnLst/>
            <a:rect l="l" t="t" r="r" b="b"/>
            <a:pathLst>
              <a:path w="459739" h="25400">
                <a:moveTo>
                  <a:pt x="459740" y="22860"/>
                </a:moveTo>
                <a:lnTo>
                  <a:pt x="458470" y="22860"/>
                </a:lnTo>
                <a:lnTo>
                  <a:pt x="458470" y="20320"/>
                </a:lnTo>
                <a:lnTo>
                  <a:pt x="457200" y="20320"/>
                </a:lnTo>
                <a:lnTo>
                  <a:pt x="457200" y="16510"/>
                </a:lnTo>
                <a:lnTo>
                  <a:pt x="455930" y="16510"/>
                </a:lnTo>
                <a:lnTo>
                  <a:pt x="455930" y="13970"/>
                </a:lnTo>
                <a:lnTo>
                  <a:pt x="454660" y="13970"/>
                </a:lnTo>
                <a:lnTo>
                  <a:pt x="454660" y="11430"/>
                </a:lnTo>
                <a:lnTo>
                  <a:pt x="453390" y="11430"/>
                </a:lnTo>
                <a:lnTo>
                  <a:pt x="453390" y="8890"/>
                </a:lnTo>
                <a:lnTo>
                  <a:pt x="452120" y="8890"/>
                </a:lnTo>
                <a:lnTo>
                  <a:pt x="452120" y="5080"/>
                </a:lnTo>
                <a:lnTo>
                  <a:pt x="450850" y="5080"/>
                </a:lnTo>
                <a:lnTo>
                  <a:pt x="450850" y="2540"/>
                </a:lnTo>
                <a:lnTo>
                  <a:pt x="449580" y="2540"/>
                </a:lnTo>
                <a:lnTo>
                  <a:pt x="449580" y="0"/>
                </a:lnTo>
                <a:lnTo>
                  <a:pt x="0" y="0"/>
                </a:lnTo>
                <a:lnTo>
                  <a:pt x="0" y="2540"/>
                </a:lnTo>
                <a:lnTo>
                  <a:pt x="0" y="5080"/>
                </a:lnTo>
                <a:lnTo>
                  <a:pt x="0" y="25400"/>
                </a:lnTo>
                <a:lnTo>
                  <a:pt x="459740" y="25400"/>
                </a:lnTo>
                <a:lnTo>
                  <a:pt x="459740" y="22860"/>
                </a:lnTo>
                <a:close/>
              </a:path>
            </a:pathLst>
          </a:custGeom>
          <a:solidFill>
            <a:srgbClr val="001B00"/>
          </a:solidFill>
        </p:spPr>
        <p:txBody>
          <a:bodyPr wrap="square" lIns="0" tIns="0" rIns="0" bIns="0" rtlCol="0"/>
          <a:lstStyle/>
          <a:p/>
        </p:txBody>
      </p:sp>
      <p:sp>
        <p:nvSpPr>
          <p:cNvPr id="521" name="object 521"/>
          <p:cNvSpPr/>
          <p:nvPr/>
        </p:nvSpPr>
        <p:spPr>
          <a:xfrm>
            <a:off x="6122670" y="252602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B00"/>
          </a:solidFill>
        </p:spPr>
        <p:txBody>
          <a:bodyPr wrap="square" lIns="0" tIns="0" rIns="0" bIns="0" rtlCol="0"/>
          <a:lstStyle/>
          <a:p/>
        </p:txBody>
      </p:sp>
      <p:sp>
        <p:nvSpPr>
          <p:cNvPr id="522" name="object 522"/>
          <p:cNvSpPr/>
          <p:nvPr/>
        </p:nvSpPr>
        <p:spPr>
          <a:xfrm>
            <a:off x="5528310" y="2551429"/>
            <a:ext cx="462280" cy="6350"/>
          </a:xfrm>
          <a:custGeom>
            <a:avLst/>
            <a:gdLst/>
            <a:ahLst/>
            <a:cxnLst/>
            <a:rect l="l" t="t" r="r" b="b"/>
            <a:pathLst>
              <a:path w="462279" h="6350">
                <a:moveTo>
                  <a:pt x="462280" y="2540"/>
                </a:moveTo>
                <a:lnTo>
                  <a:pt x="461010" y="2540"/>
                </a:lnTo>
                <a:lnTo>
                  <a:pt x="461010" y="0"/>
                </a:lnTo>
                <a:lnTo>
                  <a:pt x="0" y="0"/>
                </a:lnTo>
                <a:lnTo>
                  <a:pt x="0" y="2540"/>
                </a:lnTo>
                <a:lnTo>
                  <a:pt x="0" y="6350"/>
                </a:lnTo>
                <a:lnTo>
                  <a:pt x="462280" y="6350"/>
                </a:lnTo>
                <a:lnTo>
                  <a:pt x="462280" y="2540"/>
                </a:lnTo>
                <a:close/>
              </a:path>
            </a:pathLst>
          </a:custGeom>
          <a:solidFill>
            <a:srgbClr val="001B00"/>
          </a:solidFill>
        </p:spPr>
        <p:txBody>
          <a:bodyPr wrap="square" lIns="0" tIns="0" rIns="0" bIns="0" rtlCol="0"/>
          <a:lstStyle/>
          <a:p/>
        </p:txBody>
      </p:sp>
      <p:sp>
        <p:nvSpPr>
          <p:cNvPr id="523" name="object 523"/>
          <p:cNvSpPr/>
          <p:nvPr/>
        </p:nvSpPr>
        <p:spPr>
          <a:xfrm>
            <a:off x="6122670" y="255142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B00"/>
          </a:solidFill>
        </p:spPr>
        <p:txBody>
          <a:bodyPr wrap="square" lIns="0" tIns="0" rIns="0" bIns="0" rtlCol="0"/>
          <a:lstStyle/>
          <a:p/>
        </p:txBody>
      </p:sp>
      <p:sp>
        <p:nvSpPr>
          <p:cNvPr id="524" name="object 524"/>
          <p:cNvSpPr/>
          <p:nvPr/>
        </p:nvSpPr>
        <p:spPr>
          <a:xfrm>
            <a:off x="5528310" y="2557779"/>
            <a:ext cx="468630" cy="13970"/>
          </a:xfrm>
          <a:custGeom>
            <a:avLst/>
            <a:gdLst/>
            <a:ahLst/>
            <a:cxnLst/>
            <a:rect l="l" t="t" r="r" b="b"/>
            <a:pathLst>
              <a:path w="468629" h="13969">
                <a:moveTo>
                  <a:pt x="468630" y="11430"/>
                </a:moveTo>
                <a:lnTo>
                  <a:pt x="467360" y="11430"/>
                </a:lnTo>
                <a:lnTo>
                  <a:pt x="467360" y="7620"/>
                </a:lnTo>
                <a:lnTo>
                  <a:pt x="466090" y="7620"/>
                </a:lnTo>
                <a:lnTo>
                  <a:pt x="466090" y="5080"/>
                </a:lnTo>
                <a:lnTo>
                  <a:pt x="464820" y="5080"/>
                </a:lnTo>
                <a:lnTo>
                  <a:pt x="464820" y="2540"/>
                </a:lnTo>
                <a:lnTo>
                  <a:pt x="463550" y="2540"/>
                </a:lnTo>
                <a:lnTo>
                  <a:pt x="463550" y="0"/>
                </a:lnTo>
                <a:lnTo>
                  <a:pt x="0" y="0"/>
                </a:lnTo>
                <a:lnTo>
                  <a:pt x="0" y="13970"/>
                </a:lnTo>
                <a:lnTo>
                  <a:pt x="468630" y="13970"/>
                </a:lnTo>
                <a:lnTo>
                  <a:pt x="468630" y="11430"/>
                </a:lnTo>
                <a:close/>
              </a:path>
            </a:pathLst>
          </a:custGeom>
          <a:solidFill>
            <a:srgbClr val="001B00"/>
          </a:solidFill>
        </p:spPr>
        <p:txBody>
          <a:bodyPr wrap="square" lIns="0" tIns="0" rIns="0" bIns="0" rtlCol="0"/>
          <a:lstStyle/>
          <a:p/>
        </p:txBody>
      </p:sp>
      <p:sp>
        <p:nvSpPr>
          <p:cNvPr id="525" name="object 525"/>
          <p:cNvSpPr/>
          <p:nvPr/>
        </p:nvSpPr>
        <p:spPr>
          <a:xfrm>
            <a:off x="6122670" y="2557779"/>
            <a:ext cx="322580" cy="13970"/>
          </a:xfrm>
          <a:custGeom>
            <a:avLst/>
            <a:gdLst/>
            <a:ahLst/>
            <a:cxnLst/>
            <a:rect l="l" t="t" r="r" b="b"/>
            <a:pathLst>
              <a:path w="322579" h="13969">
                <a:moveTo>
                  <a:pt x="322579" y="0"/>
                </a:moveTo>
                <a:lnTo>
                  <a:pt x="0" y="0"/>
                </a:lnTo>
                <a:lnTo>
                  <a:pt x="0" y="13969"/>
                </a:lnTo>
                <a:lnTo>
                  <a:pt x="322579" y="13969"/>
                </a:lnTo>
                <a:lnTo>
                  <a:pt x="322579" y="0"/>
                </a:lnTo>
                <a:close/>
              </a:path>
            </a:pathLst>
          </a:custGeom>
          <a:solidFill>
            <a:srgbClr val="001B00"/>
          </a:solidFill>
        </p:spPr>
        <p:txBody>
          <a:bodyPr wrap="square" lIns="0" tIns="0" rIns="0" bIns="0" rtlCol="0"/>
          <a:lstStyle/>
          <a:p/>
        </p:txBody>
      </p:sp>
      <p:sp>
        <p:nvSpPr>
          <p:cNvPr id="526" name="object 526"/>
          <p:cNvSpPr/>
          <p:nvPr/>
        </p:nvSpPr>
        <p:spPr>
          <a:xfrm>
            <a:off x="5528310" y="2571749"/>
            <a:ext cx="473709" cy="11430"/>
          </a:xfrm>
          <a:custGeom>
            <a:avLst/>
            <a:gdLst/>
            <a:ahLst/>
            <a:cxnLst/>
            <a:rect l="l" t="t" r="r" b="b"/>
            <a:pathLst>
              <a:path w="473710" h="11430">
                <a:moveTo>
                  <a:pt x="473710" y="8890"/>
                </a:moveTo>
                <a:lnTo>
                  <a:pt x="472440" y="8890"/>
                </a:lnTo>
                <a:lnTo>
                  <a:pt x="472440" y="5080"/>
                </a:lnTo>
                <a:lnTo>
                  <a:pt x="471170" y="5080"/>
                </a:lnTo>
                <a:lnTo>
                  <a:pt x="471170" y="2540"/>
                </a:lnTo>
                <a:lnTo>
                  <a:pt x="469900" y="2540"/>
                </a:lnTo>
                <a:lnTo>
                  <a:pt x="469900" y="0"/>
                </a:lnTo>
                <a:lnTo>
                  <a:pt x="0" y="0"/>
                </a:lnTo>
                <a:lnTo>
                  <a:pt x="0" y="2540"/>
                </a:lnTo>
                <a:lnTo>
                  <a:pt x="0" y="5080"/>
                </a:lnTo>
                <a:lnTo>
                  <a:pt x="0" y="8890"/>
                </a:lnTo>
                <a:lnTo>
                  <a:pt x="0" y="11430"/>
                </a:lnTo>
                <a:lnTo>
                  <a:pt x="473710" y="11430"/>
                </a:lnTo>
                <a:lnTo>
                  <a:pt x="473710" y="8890"/>
                </a:lnTo>
                <a:close/>
              </a:path>
            </a:pathLst>
          </a:custGeom>
          <a:solidFill>
            <a:srgbClr val="001C00"/>
          </a:solidFill>
        </p:spPr>
        <p:txBody>
          <a:bodyPr wrap="square" lIns="0" tIns="0" rIns="0" bIns="0" rtlCol="0"/>
          <a:lstStyle/>
          <a:p/>
        </p:txBody>
      </p:sp>
      <p:sp>
        <p:nvSpPr>
          <p:cNvPr id="527" name="object 527"/>
          <p:cNvSpPr/>
          <p:nvPr/>
        </p:nvSpPr>
        <p:spPr>
          <a:xfrm>
            <a:off x="6122670" y="2571750"/>
            <a:ext cx="322580" cy="11430"/>
          </a:xfrm>
          <a:custGeom>
            <a:avLst/>
            <a:gdLst/>
            <a:ahLst/>
            <a:cxnLst/>
            <a:rect l="l" t="t" r="r" b="b"/>
            <a:pathLst>
              <a:path w="322579" h="11430">
                <a:moveTo>
                  <a:pt x="322579" y="0"/>
                </a:moveTo>
                <a:lnTo>
                  <a:pt x="0" y="0"/>
                </a:lnTo>
                <a:lnTo>
                  <a:pt x="0" y="11429"/>
                </a:lnTo>
                <a:lnTo>
                  <a:pt x="322579" y="11429"/>
                </a:lnTo>
                <a:lnTo>
                  <a:pt x="322579" y="0"/>
                </a:lnTo>
                <a:close/>
              </a:path>
            </a:pathLst>
          </a:custGeom>
          <a:solidFill>
            <a:srgbClr val="001C00"/>
          </a:solidFill>
        </p:spPr>
        <p:txBody>
          <a:bodyPr wrap="square" lIns="0" tIns="0" rIns="0" bIns="0" rtlCol="0"/>
          <a:lstStyle/>
          <a:p/>
        </p:txBody>
      </p:sp>
      <p:sp>
        <p:nvSpPr>
          <p:cNvPr id="528" name="object 528"/>
          <p:cNvSpPr/>
          <p:nvPr/>
        </p:nvSpPr>
        <p:spPr>
          <a:xfrm>
            <a:off x="5528310" y="2583179"/>
            <a:ext cx="485140" cy="25400"/>
          </a:xfrm>
          <a:custGeom>
            <a:avLst/>
            <a:gdLst/>
            <a:ahLst/>
            <a:cxnLst/>
            <a:rect l="l" t="t" r="r" b="b"/>
            <a:pathLst>
              <a:path w="485139" h="25400">
                <a:moveTo>
                  <a:pt x="485140" y="22860"/>
                </a:moveTo>
                <a:lnTo>
                  <a:pt x="483870" y="22860"/>
                </a:lnTo>
                <a:lnTo>
                  <a:pt x="483870" y="20320"/>
                </a:lnTo>
                <a:lnTo>
                  <a:pt x="482600" y="20320"/>
                </a:lnTo>
                <a:lnTo>
                  <a:pt x="482600" y="16510"/>
                </a:lnTo>
                <a:lnTo>
                  <a:pt x="481330" y="16510"/>
                </a:lnTo>
                <a:lnTo>
                  <a:pt x="481330" y="13970"/>
                </a:lnTo>
                <a:lnTo>
                  <a:pt x="480060" y="13970"/>
                </a:lnTo>
                <a:lnTo>
                  <a:pt x="480060" y="11430"/>
                </a:lnTo>
                <a:lnTo>
                  <a:pt x="478790" y="11430"/>
                </a:lnTo>
                <a:lnTo>
                  <a:pt x="478790" y="8890"/>
                </a:lnTo>
                <a:lnTo>
                  <a:pt x="477520" y="8890"/>
                </a:lnTo>
                <a:lnTo>
                  <a:pt x="477520" y="5080"/>
                </a:lnTo>
                <a:lnTo>
                  <a:pt x="476250" y="5080"/>
                </a:lnTo>
                <a:lnTo>
                  <a:pt x="476250" y="2540"/>
                </a:lnTo>
                <a:lnTo>
                  <a:pt x="474980" y="2540"/>
                </a:lnTo>
                <a:lnTo>
                  <a:pt x="474980" y="0"/>
                </a:lnTo>
                <a:lnTo>
                  <a:pt x="0" y="0"/>
                </a:lnTo>
                <a:lnTo>
                  <a:pt x="0" y="2540"/>
                </a:lnTo>
                <a:lnTo>
                  <a:pt x="0" y="5080"/>
                </a:lnTo>
                <a:lnTo>
                  <a:pt x="0" y="25400"/>
                </a:lnTo>
                <a:lnTo>
                  <a:pt x="485140" y="25400"/>
                </a:lnTo>
                <a:lnTo>
                  <a:pt x="485140" y="22860"/>
                </a:lnTo>
                <a:close/>
              </a:path>
            </a:pathLst>
          </a:custGeom>
          <a:solidFill>
            <a:srgbClr val="001C00"/>
          </a:solidFill>
        </p:spPr>
        <p:txBody>
          <a:bodyPr wrap="square" lIns="0" tIns="0" rIns="0" bIns="0" rtlCol="0"/>
          <a:lstStyle/>
          <a:p/>
        </p:txBody>
      </p:sp>
      <p:sp>
        <p:nvSpPr>
          <p:cNvPr id="529" name="object 529"/>
          <p:cNvSpPr/>
          <p:nvPr/>
        </p:nvSpPr>
        <p:spPr>
          <a:xfrm>
            <a:off x="6122670" y="258317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C00"/>
          </a:solidFill>
        </p:spPr>
        <p:txBody>
          <a:bodyPr wrap="square" lIns="0" tIns="0" rIns="0" bIns="0" rtlCol="0"/>
          <a:lstStyle/>
          <a:p/>
        </p:txBody>
      </p:sp>
      <p:sp>
        <p:nvSpPr>
          <p:cNvPr id="530" name="object 530"/>
          <p:cNvSpPr/>
          <p:nvPr/>
        </p:nvSpPr>
        <p:spPr>
          <a:xfrm>
            <a:off x="5528310" y="2608579"/>
            <a:ext cx="487680" cy="6350"/>
          </a:xfrm>
          <a:custGeom>
            <a:avLst/>
            <a:gdLst/>
            <a:ahLst/>
            <a:cxnLst/>
            <a:rect l="l" t="t" r="r" b="b"/>
            <a:pathLst>
              <a:path w="487679" h="6350">
                <a:moveTo>
                  <a:pt x="487680" y="2540"/>
                </a:moveTo>
                <a:lnTo>
                  <a:pt x="486410" y="2540"/>
                </a:lnTo>
                <a:lnTo>
                  <a:pt x="486410" y="0"/>
                </a:lnTo>
                <a:lnTo>
                  <a:pt x="0" y="0"/>
                </a:lnTo>
                <a:lnTo>
                  <a:pt x="0" y="2540"/>
                </a:lnTo>
                <a:lnTo>
                  <a:pt x="0" y="6350"/>
                </a:lnTo>
                <a:lnTo>
                  <a:pt x="487680" y="6350"/>
                </a:lnTo>
                <a:lnTo>
                  <a:pt x="487680" y="2540"/>
                </a:lnTo>
                <a:close/>
              </a:path>
            </a:pathLst>
          </a:custGeom>
          <a:solidFill>
            <a:srgbClr val="001C00"/>
          </a:solidFill>
        </p:spPr>
        <p:txBody>
          <a:bodyPr wrap="square" lIns="0" tIns="0" rIns="0" bIns="0" rtlCol="0"/>
          <a:lstStyle/>
          <a:p/>
        </p:txBody>
      </p:sp>
      <p:sp>
        <p:nvSpPr>
          <p:cNvPr id="531" name="object 531"/>
          <p:cNvSpPr/>
          <p:nvPr/>
        </p:nvSpPr>
        <p:spPr>
          <a:xfrm>
            <a:off x="6122670" y="260857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C00"/>
          </a:solidFill>
        </p:spPr>
        <p:txBody>
          <a:bodyPr wrap="square" lIns="0" tIns="0" rIns="0" bIns="0" rtlCol="0"/>
          <a:lstStyle/>
          <a:p/>
        </p:txBody>
      </p:sp>
      <p:sp>
        <p:nvSpPr>
          <p:cNvPr id="532" name="object 532"/>
          <p:cNvSpPr/>
          <p:nvPr/>
        </p:nvSpPr>
        <p:spPr>
          <a:xfrm>
            <a:off x="5528310" y="2614929"/>
            <a:ext cx="491490" cy="7620"/>
          </a:xfrm>
          <a:custGeom>
            <a:avLst/>
            <a:gdLst/>
            <a:ahLst/>
            <a:cxnLst/>
            <a:rect l="l" t="t" r="r" b="b"/>
            <a:pathLst>
              <a:path w="491489" h="7619">
                <a:moveTo>
                  <a:pt x="491490" y="5080"/>
                </a:moveTo>
                <a:lnTo>
                  <a:pt x="490220" y="5080"/>
                </a:lnTo>
                <a:lnTo>
                  <a:pt x="490220" y="2540"/>
                </a:lnTo>
                <a:lnTo>
                  <a:pt x="488950" y="2540"/>
                </a:lnTo>
                <a:lnTo>
                  <a:pt x="488950" y="0"/>
                </a:lnTo>
                <a:lnTo>
                  <a:pt x="0" y="0"/>
                </a:lnTo>
                <a:lnTo>
                  <a:pt x="0" y="2540"/>
                </a:lnTo>
                <a:lnTo>
                  <a:pt x="0" y="5080"/>
                </a:lnTo>
                <a:lnTo>
                  <a:pt x="0" y="7620"/>
                </a:lnTo>
                <a:lnTo>
                  <a:pt x="491490" y="7620"/>
                </a:lnTo>
                <a:lnTo>
                  <a:pt x="491490" y="5080"/>
                </a:lnTo>
                <a:close/>
              </a:path>
            </a:pathLst>
          </a:custGeom>
          <a:solidFill>
            <a:srgbClr val="001C00"/>
          </a:solidFill>
        </p:spPr>
        <p:txBody>
          <a:bodyPr wrap="square" lIns="0" tIns="0" rIns="0" bIns="0" rtlCol="0"/>
          <a:lstStyle/>
          <a:p/>
        </p:txBody>
      </p:sp>
      <p:sp>
        <p:nvSpPr>
          <p:cNvPr id="533" name="object 533"/>
          <p:cNvSpPr/>
          <p:nvPr/>
        </p:nvSpPr>
        <p:spPr>
          <a:xfrm>
            <a:off x="6122670" y="2614929"/>
            <a:ext cx="322580" cy="7620"/>
          </a:xfrm>
          <a:custGeom>
            <a:avLst/>
            <a:gdLst/>
            <a:ahLst/>
            <a:cxnLst/>
            <a:rect l="l" t="t" r="r" b="b"/>
            <a:pathLst>
              <a:path w="322579" h="7619">
                <a:moveTo>
                  <a:pt x="322579" y="0"/>
                </a:moveTo>
                <a:lnTo>
                  <a:pt x="0" y="0"/>
                </a:lnTo>
                <a:lnTo>
                  <a:pt x="0" y="7619"/>
                </a:lnTo>
                <a:lnTo>
                  <a:pt x="322579" y="7619"/>
                </a:lnTo>
                <a:lnTo>
                  <a:pt x="322579" y="0"/>
                </a:lnTo>
                <a:close/>
              </a:path>
            </a:pathLst>
          </a:custGeom>
          <a:solidFill>
            <a:srgbClr val="001C00"/>
          </a:solidFill>
        </p:spPr>
        <p:txBody>
          <a:bodyPr wrap="square" lIns="0" tIns="0" rIns="0" bIns="0" rtlCol="0"/>
          <a:lstStyle/>
          <a:p/>
        </p:txBody>
      </p:sp>
      <p:sp>
        <p:nvSpPr>
          <p:cNvPr id="534" name="object 534"/>
          <p:cNvSpPr/>
          <p:nvPr/>
        </p:nvSpPr>
        <p:spPr>
          <a:xfrm>
            <a:off x="5528310" y="2622549"/>
            <a:ext cx="499109" cy="17780"/>
          </a:xfrm>
          <a:custGeom>
            <a:avLst/>
            <a:gdLst/>
            <a:ahLst/>
            <a:cxnLst/>
            <a:rect l="l" t="t" r="r" b="b"/>
            <a:pathLst>
              <a:path w="499110" h="17780">
                <a:moveTo>
                  <a:pt x="499110" y="15240"/>
                </a:moveTo>
                <a:lnTo>
                  <a:pt x="497840" y="15240"/>
                </a:lnTo>
                <a:lnTo>
                  <a:pt x="497840" y="11430"/>
                </a:lnTo>
                <a:lnTo>
                  <a:pt x="496570" y="11430"/>
                </a:lnTo>
                <a:lnTo>
                  <a:pt x="496570" y="8890"/>
                </a:lnTo>
                <a:lnTo>
                  <a:pt x="495300" y="8890"/>
                </a:lnTo>
                <a:lnTo>
                  <a:pt x="495300" y="6350"/>
                </a:lnTo>
                <a:lnTo>
                  <a:pt x="494030" y="6350"/>
                </a:lnTo>
                <a:lnTo>
                  <a:pt x="494030" y="3810"/>
                </a:lnTo>
                <a:lnTo>
                  <a:pt x="492760" y="3810"/>
                </a:lnTo>
                <a:lnTo>
                  <a:pt x="492760" y="0"/>
                </a:lnTo>
                <a:lnTo>
                  <a:pt x="0" y="0"/>
                </a:lnTo>
                <a:lnTo>
                  <a:pt x="0" y="3810"/>
                </a:lnTo>
                <a:lnTo>
                  <a:pt x="0" y="6350"/>
                </a:lnTo>
                <a:lnTo>
                  <a:pt x="0" y="8890"/>
                </a:lnTo>
                <a:lnTo>
                  <a:pt x="0" y="11430"/>
                </a:lnTo>
                <a:lnTo>
                  <a:pt x="0" y="15240"/>
                </a:lnTo>
                <a:lnTo>
                  <a:pt x="0" y="17780"/>
                </a:lnTo>
                <a:lnTo>
                  <a:pt x="499110" y="17780"/>
                </a:lnTo>
                <a:lnTo>
                  <a:pt x="499110" y="15240"/>
                </a:lnTo>
                <a:close/>
              </a:path>
            </a:pathLst>
          </a:custGeom>
          <a:solidFill>
            <a:srgbClr val="001D00"/>
          </a:solidFill>
        </p:spPr>
        <p:txBody>
          <a:bodyPr wrap="square" lIns="0" tIns="0" rIns="0" bIns="0" rtlCol="0"/>
          <a:lstStyle/>
          <a:p/>
        </p:txBody>
      </p:sp>
      <p:sp>
        <p:nvSpPr>
          <p:cNvPr id="535" name="object 535"/>
          <p:cNvSpPr/>
          <p:nvPr/>
        </p:nvSpPr>
        <p:spPr>
          <a:xfrm>
            <a:off x="6122670" y="2622550"/>
            <a:ext cx="322580" cy="17780"/>
          </a:xfrm>
          <a:custGeom>
            <a:avLst/>
            <a:gdLst/>
            <a:ahLst/>
            <a:cxnLst/>
            <a:rect l="l" t="t" r="r" b="b"/>
            <a:pathLst>
              <a:path w="322579" h="17780">
                <a:moveTo>
                  <a:pt x="322579" y="0"/>
                </a:moveTo>
                <a:lnTo>
                  <a:pt x="0" y="0"/>
                </a:lnTo>
                <a:lnTo>
                  <a:pt x="0" y="17779"/>
                </a:lnTo>
                <a:lnTo>
                  <a:pt x="322579" y="17779"/>
                </a:lnTo>
                <a:lnTo>
                  <a:pt x="322579" y="0"/>
                </a:lnTo>
                <a:close/>
              </a:path>
            </a:pathLst>
          </a:custGeom>
          <a:solidFill>
            <a:srgbClr val="001D00"/>
          </a:solidFill>
        </p:spPr>
        <p:txBody>
          <a:bodyPr wrap="square" lIns="0" tIns="0" rIns="0" bIns="0" rtlCol="0"/>
          <a:lstStyle/>
          <a:p/>
        </p:txBody>
      </p:sp>
      <p:sp>
        <p:nvSpPr>
          <p:cNvPr id="536" name="object 536"/>
          <p:cNvSpPr/>
          <p:nvPr/>
        </p:nvSpPr>
        <p:spPr>
          <a:xfrm>
            <a:off x="5528310" y="2640329"/>
            <a:ext cx="510540" cy="25400"/>
          </a:xfrm>
          <a:custGeom>
            <a:avLst/>
            <a:gdLst/>
            <a:ahLst/>
            <a:cxnLst/>
            <a:rect l="l" t="t" r="r" b="b"/>
            <a:pathLst>
              <a:path w="510539" h="25400">
                <a:moveTo>
                  <a:pt x="510540" y="22860"/>
                </a:moveTo>
                <a:lnTo>
                  <a:pt x="509270" y="22860"/>
                </a:lnTo>
                <a:lnTo>
                  <a:pt x="509270" y="20320"/>
                </a:lnTo>
                <a:lnTo>
                  <a:pt x="508000" y="20320"/>
                </a:lnTo>
                <a:lnTo>
                  <a:pt x="508000" y="16510"/>
                </a:lnTo>
                <a:lnTo>
                  <a:pt x="506730" y="16510"/>
                </a:lnTo>
                <a:lnTo>
                  <a:pt x="506730" y="13970"/>
                </a:lnTo>
                <a:lnTo>
                  <a:pt x="505460" y="13970"/>
                </a:lnTo>
                <a:lnTo>
                  <a:pt x="505460" y="11430"/>
                </a:lnTo>
                <a:lnTo>
                  <a:pt x="504190" y="11430"/>
                </a:lnTo>
                <a:lnTo>
                  <a:pt x="504190" y="8890"/>
                </a:lnTo>
                <a:lnTo>
                  <a:pt x="502920" y="8890"/>
                </a:lnTo>
                <a:lnTo>
                  <a:pt x="502920" y="5080"/>
                </a:lnTo>
                <a:lnTo>
                  <a:pt x="501650" y="5080"/>
                </a:lnTo>
                <a:lnTo>
                  <a:pt x="501650" y="2540"/>
                </a:lnTo>
                <a:lnTo>
                  <a:pt x="500380" y="2540"/>
                </a:lnTo>
                <a:lnTo>
                  <a:pt x="500380" y="0"/>
                </a:lnTo>
                <a:lnTo>
                  <a:pt x="0" y="0"/>
                </a:lnTo>
                <a:lnTo>
                  <a:pt x="0" y="2540"/>
                </a:lnTo>
                <a:lnTo>
                  <a:pt x="0" y="5080"/>
                </a:lnTo>
                <a:lnTo>
                  <a:pt x="0" y="25400"/>
                </a:lnTo>
                <a:lnTo>
                  <a:pt x="510540" y="25400"/>
                </a:lnTo>
                <a:lnTo>
                  <a:pt x="510540" y="22860"/>
                </a:lnTo>
                <a:close/>
              </a:path>
            </a:pathLst>
          </a:custGeom>
          <a:solidFill>
            <a:srgbClr val="001D00"/>
          </a:solidFill>
        </p:spPr>
        <p:txBody>
          <a:bodyPr wrap="square" lIns="0" tIns="0" rIns="0" bIns="0" rtlCol="0"/>
          <a:lstStyle/>
          <a:p/>
        </p:txBody>
      </p:sp>
      <p:sp>
        <p:nvSpPr>
          <p:cNvPr id="537" name="object 537"/>
          <p:cNvSpPr/>
          <p:nvPr/>
        </p:nvSpPr>
        <p:spPr>
          <a:xfrm>
            <a:off x="6122670" y="264032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D00"/>
          </a:solidFill>
        </p:spPr>
        <p:txBody>
          <a:bodyPr wrap="square" lIns="0" tIns="0" rIns="0" bIns="0" rtlCol="0"/>
          <a:lstStyle/>
          <a:p/>
        </p:txBody>
      </p:sp>
      <p:sp>
        <p:nvSpPr>
          <p:cNvPr id="538" name="object 538"/>
          <p:cNvSpPr/>
          <p:nvPr/>
        </p:nvSpPr>
        <p:spPr>
          <a:xfrm>
            <a:off x="5528310" y="2665729"/>
            <a:ext cx="513080" cy="6350"/>
          </a:xfrm>
          <a:custGeom>
            <a:avLst/>
            <a:gdLst/>
            <a:ahLst/>
            <a:cxnLst/>
            <a:rect l="l" t="t" r="r" b="b"/>
            <a:pathLst>
              <a:path w="513079" h="6350">
                <a:moveTo>
                  <a:pt x="513080" y="2540"/>
                </a:moveTo>
                <a:lnTo>
                  <a:pt x="511810" y="2540"/>
                </a:lnTo>
                <a:lnTo>
                  <a:pt x="511810" y="0"/>
                </a:lnTo>
                <a:lnTo>
                  <a:pt x="0" y="0"/>
                </a:lnTo>
                <a:lnTo>
                  <a:pt x="0" y="2540"/>
                </a:lnTo>
                <a:lnTo>
                  <a:pt x="0" y="6350"/>
                </a:lnTo>
                <a:lnTo>
                  <a:pt x="513080" y="6350"/>
                </a:lnTo>
                <a:lnTo>
                  <a:pt x="513080" y="2540"/>
                </a:lnTo>
                <a:close/>
              </a:path>
            </a:pathLst>
          </a:custGeom>
          <a:solidFill>
            <a:srgbClr val="001D00"/>
          </a:solidFill>
        </p:spPr>
        <p:txBody>
          <a:bodyPr wrap="square" lIns="0" tIns="0" rIns="0" bIns="0" rtlCol="0"/>
          <a:lstStyle/>
          <a:p/>
        </p:txBody>
      </p:sp>
      <p:sp>
        <p:nvSpPr>
          <p:cNvPr id="539" name="object 539"/>
          <p:cNvSpPr/>
          <p:nvPr/>
        </p:nvSpPr>
        <p:spPr>
          <a:xfrm>
            <a:off x="6122670" y="266572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D00"/>
          </a:solidFill>
        </p:spPr>
        <p:txBody>
          <a:bodyPr wrap="square" lIns="0" tIns="0" rIns="0" bIns="0" rtlCol="0"/>
          <a:lstStyle/>
          <a:p/>
        </p:txBody>
      </p:sp>
      <p:sp>
        <p:nvSpPr>
          <p:cNvPr id="540" name="object 540"/>
          <p:cNvSpPr/>
          <p:nvPr/>
        </p:nvSpPr>
        <p:spPr>
          <a:xfrm>
            <a:off x="5528309" y="2672079"/>
            <a:ext cx="514350" cy="2540"/>
          </a:xfrm>
          <a:custGeom>
            <a:avLst/>
            <a:gdLst/>
            <a:ahLst/>
            <a:cxnLst/>
            <a:rect l="l" t="t" r="r" b="b"/>
            <a:pathLst>
              <a:path w="514350" h="2539">
                <a:moveTo>
                  <a:pt x="514350" y="0"/>
                </a:moveTo>
                <a:lnTo>
                  <a:pt x="0" y="0"/>
                </a:lnTo>
                <a:lnTo>
                  <a:pt x="0" y="2539"/>
                </a:lnTo>
                <a:lnTo>
                  <a:pt x="514350" y="2539"/>
                </a:lnTo>
                <a:lnTo>
                  <a:pt x="514350" y="0"/>
                </a:lnTo>
                <a:close/>
              </a:path>
            </a:pathLst>
          </a:custGeom>
          <a:solidFill>
            <a:srgbClr val="001D00"/>
          </a:solidFill>
        </p:spPr>
        <p:txBody>
          <a:bodyPr wrap="square" lIns="0" tIns="0" rIns="0" bIns="0" rtlCol="0"/>
          <a:lstStyle/>
          <a:p/>
        </p:txBody>
      </p:sp>
      <p:sp>
        <p:nvSpPr>
          <p:cNvPr id="541" name="object 541"/>
          <p:cNvSpPr/>
          <p:nvPr/>
        </p:nvSpPr>
        <p:spPr>
          <a:xfrm>
            <a:off x="6122670" y="2672079"/>
            <a:ext cx="322580" cy="2540"/>
          </a:xfrm>
          <a:custGeom>
            <a:avLst/>
            <a:gdLst/>
            <a:ahLst/>
            <a:cxnLst/>
            <a:rect l="l" t="t" r="r" b="b"/>
            <a:pathLst>
              <a:path w="322579" h="2539">
                <a:moveTo>
                  <a:pt x="322579" y="0"/>
                </a:moveTo>
                <a:lnTo>
                  <a:pt x="0" y="0"/>
                </a:lnTo>
                <a:lnTo>
                  <a:pt x="0" y="2539"/>
                </a:lnTo>
                <a:lnTo>
                  <a:pt x="322579" y="2539"/>
                </a:lnTo>
                <a:lnTo>
                  <a:pt x="322579" y="0"/>
                </a:lnTo>
                <a:close/>
              </a:path>
            </a:pathLst>
          </a:custGeom>
          <a:solidFill>
            <a:srgbClr val="001D00"/>
          </a:solidFill>
        </p:spPr>
        <p:txBody>
          <a:bodyPr wrap="square" lIns="0" tIns="0" rIns="0" bIns="0" rtlCol="0"/>
          <a:lstStyle/>
          <a:p/>
        </p:txBody>
      </p:sp>
      <p:sp>
        <p:nvSpPr>
          <p:cNvPr id="542" name="object 542"/>
          <p:cNvSpPr/>
          <p:nvPr/>
        </p:nvSpPr>
        <p:spPr>
          <a:xfrm>
            <a:off x="5528310" y="2674619"/>
            <a:ext cx="521970" cy="16510"/>
          </a:xfrm>
          <a:custGeom>
            <a:avLst/>
            <a:gdLst/>
            <a:ahLst/>
            <a:cxnLst/>
            <a:rect l="l" t="t" r="r" b="b"/>
            <a:pathLst>
              <a:path w="521970" h="16510">
                <a:moveTo>
                  <a:pt x="521970" y="13970"/>
                </a:moveTo>
                <a:lnTo>
                  <a:pt x="520700" y="13970"/>
                </a:lnTo>
                <a:lnTo>
                  <a:pt x="520700" y="11430"/>
                </a:lnTo>
                <a:lnTo>
                  <a:pt x="519430" y="11430"/>
                </a:lnTo>
                <a:lnTo>
                  <a:pt x="519430" y="8890"/>
                </a:lnTo>
                <a:lnTo>
                  <a:pt x="518160" y="8890"/>
                </a:lnTo>
                <a:lnTo>
                  <a:pt x="518160" y="5080"/>
                </a:lnTo>
                <a:lnTo>
                  <a:pt x="516890" y="5080"/>
                </a:lnTo>
                <a:lnTo>
                  <a:pt x="516890" y="2540"/>
                </a:lnTo>
                <a:lnTo>
                  <a:pt x="515620" y="2540"/>
                </a:lnTo>
                <a:lnTo>
                  <a:pt x="515620" y="0"/>
                </a:lnTo>
                <a:lnTo>
                  <a:pt x="0" y="0"/>
                </a:lnTo>
                <a:lnTo>
                  <a:pt x="0" y="2540"/>
                </a:lnTo>
                <a:lnTo>
                  <a:pt x="0" y="5080"/>
                </a:lnTo>
                <a:lnTo>
                  <a:pt x="0" y="8890"/>
                </a:lnTo>
                <a:lnTo>
                  <a:pt x="0" y="11430"/>
                </a:lnTo>
                <a:lnTo>
                  <a:pt x="0" y="13970"/>
                </a:lnTo>
                <a:lnTo>
                  <a:pt x="0" y="16510"/>
                </a:lnTo>
                <a:lnTo>
                  <a:pt x="521970" y="16510"/>
                </a:lnTo>
                <a:lnTo>
                  <a:pt x="521970" y="13970"/>
                </a:lnTo>
                <a:close/>
              </a:path>
            </a:pathLst>
          </a:custGeom>
          <a:solidFill>
            <a:srgbClr val="001E00"/>
          </a:solidFill>
        </p:spPr>
        <p:txBody>
          <a:bodyPr wrap="square" lIns="0" tIns="0" rIns="0" bIns="0" rtlCol="0"/>
          <a:lstStyle/>
          <a:p/>
        </p:txBody>
      </p:sp>
      <p:sp>
        <p:nvSpPr>
          <p:cNvPr id="543" name="object 543"/>
          <p:cNvSpPr/>
          <p:nvPr/>
        </p:nvSpPr>
        <p:spPr>
          <a:xfrm>
            <a:off x="6122670" y="2674620"/>
            <a:ext cx="322580" cy="16510"/>
          </a:xfrm>
          <a:custGeom>
            <a:avLst/>
            <a:gdLst/>
            <a:ahLst/>
            <a:cxnLst/>
            <a:rect l="l" t="t" r="r" b="b"/>
            <a:pathLst>
              <a:path w="322579" h="16510">
                <a:moveTo>
                  <a:pt x="322579" y="0"/>
                </a:moveTo>
                <a:lnTo>
                  <a:pt x="0" y="0"/>
                </a:lnTo>
                <a:lnTo>
                  <a:pt x="0" y="16509"/>
                </a:lnTo>
                <a:lnTo>
                  <a:pt x="322579" y="16509"/>
                </a:lnTo>
                <a:lnTo>
                  <a:pt x="322579" y="0"/>
                </a:lnTo>
                <a:close/>
              </a:path>
            </a:pathLst>
          </a:custGeom>
          <a:solidFill>
            <a:srgbClr val="001E00"/>
          </a:solidFill>
        </p:spPr>
        <p:txBody>
          <a:bodyPr wrap="square" lIns="0" tIns="0" rIns="0" bIns="0" rtlCol="0"/>
          <a:lstStyle/>
          <a:p/>
        </p:txBody>
      </p:sp>
      <p:sp>
        <p:nvSpPr>
          <p:cNvPr id="544" name="object 544"/>
          <p:cNvSpPr/>
          <p:nvPr/>
        </p:nvSpPr>
        <p:spPr>
          <a:xfrm>
            <a:off x="5528310" y="2691129"/>
            <a:ext cx="524510" cy="6350"/>
          </a:xfrm>
          <a:custGeom>
            <a:avLst/>
            <a:gdLst/>
            <a:ahLst/>
            <a:cxnLst/>
            <a:rect l="l" t="t" r="r" b="b"/>
            <a:pathLst>
              <a:path w="524510" h="6350">
                <a:moveTo>
                  <a:pt x="524510" y="2540"/>
                </a:moveTo>
                <a:lnTo>
                  <a:pt x="523240" y="2540"/>
                </a:lnTo>
                <a:lnTo>
                  <a:pt x="523240" y="0"/>
                </a:lnTo>
                <a:lnTo>
                  <a:pt x="0" y="0"/>
                </a:lnTo>
                <a:lnTo>
                  <a:pt x="0" y="2540"/>
                </a:lnTo>
                <a:lnTo>
                  <a:pt x="0" y="6350"/>
                </a:lnTo>
                <a:lnTo>
                  <a:pt x="524510" y="6350"/>
                </a:lnTo>
                <a:lnTo>
                  <a:pt x="524510" y="2540"/>
                </a:lnTo>
                <a:close/>
              </a:path>
            </a:pathLst>
          </a:custGeom>
          <a:solidFill>
            <a:srgbClr val="001E00"/>
          </a:solidFill>
        </p:spPr>
        <p:txBody>
          <a:bodyPr wrap="square" lIns="0" tIns="0" rIns="0" bIns="0" rtlCol="0"/>
          <a:lstStyle/>
          <a:p/>
        </p:txBody>
      </p:sp>
      <p:sp>
        <p:nvSpPr>
          <p:cNvPr id="545" name="object 545"/>
          <p:cNvSpPr/>
          <p:nvPr/>
        </p:nvSpPr>
        <p:spPr>
          <a:xfrm>
            <a:off x="6122670" y="2691129"/>
            <a:ext cx="322580" cy="6350"/>
          </a:xfrm>
          <a:custGeom>
            <a:avLst/>
            <a:gdLst/>
            <a:ahLst/>
            <a:cxnLst/>
            <a:rect l="l" t="t" r="r" b="b"/>
            <a:pathLst>
              <a:path w="322579" h="6350">
                <a:moveTo>
                  <a:pt x="322579" y="0"/>
                </a:moveTo>
                <a:lnTo>
                  <a:pt x="0" y="0"/>
                </a:lnTo>
                <a:lnTo>
                  <a:pt x="0" y="6349"/>
                </a:lnTo>
                <a:lnTo>
                  <a:pt x="322579" y="6349"/>
                </a:lnTo>
                <a:lnTo>
                  <a:pt x="322579" y="0"/>
                </a:lnTo>
                <a:close/>
              </a:path>
            </a:pathLst>
          </a:custGeom>
          <a:solidFill>
            <a:srgbClr val="001E00"/>
          </a:solidFill>
        </p:spPr>
        <p:txBody>
          <a:bodyPr wrap="square" lIns="0" tIns="0" rIns="0" bIns="0" rtlCol="0"/>
          <a:lstStyle/>
          <a:p/>
        </p:txBody>
      </p:sp>
      <p:sp>
        <p:nvSpPr>
          <p:cNvPr id="546" name="object 546"/>
          <p:cNvSpPr/>
          <p:nvPr/>
        </p:nvSpPr>
        <p:spPr>
          <a:xfrm>
            <a:off x="5528310" y="2697479"/>
            <a:ext cx="535940" cy="25400"/>
          </a:xfrm>
          <a:custGeom>
            <a:avLst/>
            <a:gdLst/>
            <a:ahLst/>
            <a:cxnLst/>
            <a:rect l="l" t="t" r="r" b="b"/>
            <a:pathLst>
              <a:path w="535939" h="25400">
                <a:moveTo>
                  <a:pt x="535940" y="22860"/>
                </a:moveTo>
                <a:lnTo>
                  <a:pt x="534670" y="22860"/>
                </a:lnTo>
                <a:lnTo>
                  <a:pt x="534670" y="19050"/>
                </a:lnTo>
                <a:lnTo>
                  <a:pt x="533400" y="19050"/>
                </a:lnTo>
                <a:lnTo>
                  <a:pt x="533400" y="16510"/>
                </a:lnTo>
                <a:lnTo>
                  <a:pt x="532130" y="16510"/>
                </a:lnTo>
                <a:lnTo>
                  <a:pt x="532130" y="13970"/>
                </a:lnTo>
                <a:lnTo>
                  <a:pt x="530860" y="13970"/>
                </a:lnTo>
                <a:lnTo>
                  <a:pt x="530860" y="11430"/>
                </a:lnTo>
                <a:lnTo>
                  <a:pt x="529590" y="11430"/>
                </a:lnTo>
                <a:lnTo>
                  <a:pt x="529590" y="7620"/>
                </a:lnTo>
                <a:lnTo>
                  <a:pt x="528320" y="7620"/>
                </a:lnTo>
                <a:lnTo>
                  <a:pt x="528320" y="5080"/>
                </a:lnTo>
                <a:lnTo>
                  <a:pt x="527050" y="5080"/>
                </a:lnTo>
                <a:lnTo>
                  <a:pt x="527050" y="2540"/>
                </a:lnTo>
                <a:lnTo>
                  <a:pt x="525780" y="2540"/>
                </a:lnTo>
                <a:lnTo>
                  <a:pt x="525780" y="0"/>
                </a:lnTo>
                <a:lnTo>
                  <a:pt x="0" y="0"/>
                </a:lnTo>
                <a:lnTo>
                  <a:pt x="0" y="2540"/>
                </a:lnTo>
                <a:lnTo>
                  <a:pt x="0" y="5080"/>
                </a:lnTo>
                <a:lnTo>
                  <a:pt x="0" y="25400"/>
                </a:lnTo>
                <a:lnTo>
                  <a:pt x="535940" y="25400"/>
                </a:lnTo>
                <a:lnTo>
                  <a:pt x="535940" y="22860"/>
                </a:lnTo>
                <a:close/>
              </a:path>
            </a:pathLst>
          </a:custGeom>
          <a:solidFill>
            <a:srgbClr val="001E00"/>
          </a:solidFill>
        </p:spPr>
        <p:txBody>
          <a:bodyPr wrap="square" lIns="0" tIns="0" rIns="0" bIns="0" rtlCol="0"/>
          <a:lstStyle/>
          <a:p/>
        </p:txBody>
      </p:sp>
      <p:sp>
        <p:nvSpPr>
          <p:cNvPr id="547" name="object 547"/>
          <p:cNvSpPr/>
          <p:nvPr/>
        </p:nvSpPr>
        <p:spPr>
          <a:xfrm>
            <a:off x="6122670" y="2697479"/>
            <a:ext cx="322580" cy="25400"/>
          </a:xfrm>
          <a:custGeom>
            <a:avLst/>
            <a:gdLst/>
            <a:ahLst/>
            <a:cxnLst/>
            <a:rect l="l" t="t" r="r" b="b"/>
            <a:pathLst>
              <a:path w="322579" h="25400">
                <a:moveTo>
                  <a:pt x="322579" y="0"/>
                </a:moveTo>
                <a:lnTo>
                  <a:pt x="0" y="0"/>
                </a:lnTo>
                <a:lnTo>
                  <a:pt x="0" y="25399"/>
                </a:lnTo>
                <a:lnTo>
                  <a:pt x="322579" y="25399"/>
                </a:lnTo>
                <a:lnTo>
                  <a:pt x="322579" y="0"/>
                </a:lnTo>
                <a:close/>
              </a:path>
            </a:pathLst>
          </a:custGeom>
          <a:solidFill>
            <a:srgbClr val="001E00"/>
          </a:solidFill>
        </p:spPr>
        <p:txBody>
          <a:bodyPr wrap="square" lIns="0" tIns="0" rIns="0" bIns="0" rtlCol="0"/>
          <a:lstStyle/>
          <a:p/>
        </p:txBody>
      </p:sp>
      <p:sp>
        <p:nvSpPr>
          <p:cNvPr id="548" name="object 548"/>
          <p:cNvSpPr/>
          <p:nvPr/>
        </p:nvSpPr>
        <p:spPr>
          <a:xfrm>
            <a:off x="5528310" y="2722879"/>
            <a:ext cx="538480" cy="3810"/>
          </a:xfrm>
          <a:custGeom>
            <a:avLst/>
            <a:gdLst/>
            <a:ahLst/>
            <a:cxnLst/>
            <a:rect l="l" t="t" r="r" b="b"/>
            <a:pathLst>
              <a:path w="538479" h="3810">
                <a:moveTo>
                  <a:pt x="538480" y="2540"/>
                </a:moveTo>
                <a:lnTo>
                  <a:pt x="537210" y="2540"/>
                </a:lnTo>
                <a:lnTo>
                  <a:pt x="537210" y="0"/>
                </a:lnTo>
                <a:lnTo>
                  <a:pt x="0" y="0"/>
                </a:lnTo>
                <a:lnTo>
                  <a:pt x="0" y="2540"/>
                </a:lnTo>
                <a:lnTo>
                  <a:pt x="0" y="3810"/>
                </a:lnTo>
                <a:lnTo>
                  <a:pt x="538480" y="3810"/>
                </a:lnTo>
                <a:lnTo>
                  <a:pt x="538480" y="2540"/>
                </a:lnTo>
                <a:close/>
              </a:path>
            </a:pathLst>
          </a:custGeom>
          <a:solidFill>
            <a:srgbClr val="001E00"/>
          </a:solidFill>
        </p:spPr>
        <p:txBody>
          <a:bodyPr wrap="square" lIns="0" tIns="0" rIns="0" bIns="0" rtlCol="0"/>
          <a:lstStyle/>
          <a:p/>
        </p:txBody>
      </p:sp>
      <p:sp>
        <p:nvSpPr>
          <p:cNvPr id="549" name="object 549"/>
          <p:cNvSpPr/>
          <p:nvPr/>
        </p:nvSpPr>
        <p:spPr>
          <a:xfrm>
            <a:off x="6122670" y="2722879"/>
            <a:ext cx="322580" cy="3810"/>
          </a:xfrm>
          <a:custGeom>
            <a:avLst/>
            <a:gdLst/>
            <a:ahLst/>
            <a:cxnLst/>
            <a:rect l="l" t="t" r="r" b="b"/>
            <a:pathLst>
              <a:path w="322579" h="3810">
                <a:moveTo>
                  <a:pt x="322579" y="0"/>
                </a:moveTo>
                <a:lnTo>
                  <a:pt x="0" y="0"/>
                </a:lnTo>
                <a:lnTo>
                  <a:pt x="0" y="3809"/>
                </a:lnTo>
                <a:lnTo>
                  <a:pt x="322579" y="3809"/>
                </a:lnTo>
                <a:lnTo>
                  <a:pt x="322579" y="0"/>
                </a:lnTo>
                <a:close/>
              </a:path>
            </a:pathLst>
          </a:custGeom>
          <a:solidFill>
            <a:srgbClr val="001E00"/>
          </a:solidFill>
        </p:spPr>
        <p:txBody>
          <a:bodyPr wrap="square" lIns="0" tIns="0" rIns="0" bIns="0" rtlCol="0"/>
          <a:lstStyle/>
          <a:p/>
        </p:txBody>
      </p:sp>
      <p:sp>
        <p:nvSpPr>
          <p:cNvPr id="550" name="object 550"/>
          <p:cNvSpPr/>
          <p:nvPr/>
        </p:nvSpPr>
        <p:spPr>
          <a:xfrm>
            <a:off x="5528310" y="2726689"/>
            <a:ext cx="547370" cy="21590"/>
          </a:xfrm>
          <a:custGeom>
            <a:avLst/>
            <a:gdLst/>
            <a:ahLst/>
            <a:cxnLst/>
            <a:rect l="l" t="t" r="r" b="b"/>
            <a:pathLst>
              <a:path w="547370" h="21589">
                <a:moveTo>
                  <a:pt x="547370" y="19050"/>
                </a:moveTo>
                <a:lnTo>
                  <a:pt x="546100" y="19050"/>
                </a:lnTo>
                <a:lnTo>
                  <a:pt x="546100" y="16510"/>
                </a:lnTo>
                <a:lnTo>
                  <a:pt x="544830" y="16510"/>
                </a:lnTo>
                <a:lnTo>
                  <a:pt x="544830" y="12700"/>
                </a:lnTo>
                <a:lnTo>
                  <a:pt x="543560" y="12700"/>
                </a:lnTo>
                <a:lnTo>
                  <a:pt x="543560" y="10160"/>
                </a:lnTo>
                <a:lnTo>
                  <a:pt x="542290" y="10160"/>
                </a:lnTo>
                <a:lnTo>
                  <a:pt x="542290" y="7620"/>
                </a:lnTo>
                <a:lnTo>
                  <a:pt x="541020" y="7620"/>
                </a:lnTo>
                <a:lnTo>
                  <a:pt x="541020" y="5080"/>
                </a:lnTo>
                <a:lnTo>
                  <a:pt x="539750" y="5080"/>
                </a:lnTo>
                <a:lnTo>
                  <a:pt x="539750" y="1270"/>
                </a:lnTo>
                <a:lnTo>
                  <a:pt x="538480" y="1270"/>
                </a:lnTo>
                <a:lnTo>
                  <a:pt x="538480" y="0"/>
                </a:lnTo>
                <a:lnTo>
                  <a:pt x="0" y="0"/>
                </a:lnTo>
                <a:lnTo>
                  <a:pt x="0" y="21590"/>
                </a:lnTo>
                <a:lnTo>
                  <a:pt x="547370" y="21590"/>
                </a:lnTo>
                <a:lnTo>
                  <a:pt x="547370" y="19050"/>
                </a:lnTo>
                <a:close/>
              </a:path>
            </a:pathLst>
          </a:custGeom>
          <a:solidFill>
            <a:srgbClr val="001F00"/>
          </a:solidFill>
        </p:spPr>
        <p:txBody>
          <a:bodyPr wrap="square" lIns="0" tIns="0" rIns="0" bIns="0" rtlCol="0"/>
          <a:lstStyle/>
          <a:p/>
        </p:txBody>
      </p:sp>
      <p:grpSp>
        <p:nvGrpSpPr>
          <p:cNvPr id="551" name="object 551"/>
          <p:cNvGrpSpPr/>
          <p:nvPr/>
        </p:nvGrpSpPr>
        <p:grpSpPr>
          <a:xfrm>
            <a:off x="5528309" y="2726689"/>
            <a:ext cx="916940" cy="930910"/>
            <a:chOff x="5528309" y="2726689"/>
            <a:chExt cx="916940" cy="930910"/>
          </a:xfrm>
        </p:grpSpPr>
        <p:sp>
          <p:nvSpPr>
            <p:cNvPr id="552" name="object 552"/>
            <p:cNvSpPr/>
            <p:nvPr/>
          </p:nvSpPr>
          <p:spPr>
            <a:xfrm>
              <a:off x="5528310" y="2726689"/>
              <a:ext cx="916940" cy="50800"/>
            </a:xfrm>
            <a:custGeom>
              <a:avLst/>
              <a:gdLst/>
              <a:ahLst/>
              <a:cxnLst/>
              <a:rect l="l" t="t" r="r" b="b"/>
              <a:pathLst>
                <a:path w="916939" h="50800">
                  <a:moveTo>
                    <a:pt x="560070" y="46990"/>
                  </a:moveTo>
                  <a:lnTo>
                    <a:pt x="558800" y="46990"/>
                  </a:lnTo>
                  <a:lnTo>
                    <a:pt x="558800" y="44450"/>
                  </a:lnTo>
                  <a:lnTo>
                    <a:pt x="557530" y="44450"/>
                  </a:lnTo>
                  <a:lnTo>
                    <a:pt x="557530" y="41910"/>
                  </a:lnTo>
                  <a:lnTo>
                    <a:pt x="556260" y="41910"/>
                  </a:lnTo>
                  <a:lnTo>
                    <a:pt x="556260" y="39370"/>
                  </a:lnTo>
                  <a:lnTo>
                    <a:pt x="554990" y="39370"/>
                  </a:lnTo>
                  <a:lnTo>
                    <a:pt x="554990" y="35560"/>
                  </a:lnTo>
                  <a:lnTo>
                    <a:pt x="553720" y="35560"/>
                  </a:lnTo>
                  <a:lnTo>
                    <a:pt x="553720" y="33020"/>
                  </a:lnTo>
                  <a:lnTo>
                    <a:pt x="552450" y="33020"/>
                  </a:lnTo>
                  <a:lnTo>
                    <a:pt x="552450" y="30480"/>
                  </a:lnTo>
                  <a:lnTo>
                    <a:pt x="551180" y="30480"/>
                  </a:lnTo>
                  <a:lnTo>
                    <a:pt x="551180" y="27940"/>
                  </a:lnTo>
                  <a:lnTo>
                    <a:pt x="549910" y="27940"/>
                  </a:lnTo>
                  <a:lnTo>
                    <a:pt x="549910" y="24130"/>
                  </a:lnTo>
                  <a:lnTo>
                    <a:pt x="548640" y="24130"/>
                  </a:lnTo>
                  <a:lnTo>
                    <a:pt x="548640" y="21590"/>
                  </a:lnTo>
                  <a:lnTo>
                    <a:pt x="0" y="21590"/>
                  </a:lnTo>
                  <a:lnTo>
                    <a:pt x="0" y="24130"/>
                  </a:lnTo>
                  <a:lnTo>
                    <a:pt x="0" y="27940"/>
                  </a:lnTo>
                  <a:lnTo>
                    <a:pt x="0" y="50800"/>
                  </a:lnTo>
                  <a:lnTo>
                    <a:pt x="560070" y="50800"/>
                  </a:lnTo>
                  <a:lnTo>
                    <a:pt x="560070" y="46990"/>
                  </a:lnTo>
                  <a:close/>
                </a:path>
                <a:path w="916939" h="50800">
                  <a:moveTo>
                    <a:pt x="916940" y="27952"/>
                  </a:moveTo>
                  <a:lnTo>
                    <a:pt x="594360" y="27952"/>
                  </a:lnTo>
                  <a:lnTo>
                    <a:pt x="594360" y="50800"/>
                  </a:lnTo>
                  <a:lnTo>
                    <a:pt x="916940" y="50800"/>
                  </a:lnTo>
                  <a:lnTo>
                    <a:pt x="916940" y="27952"/>
                  </a:lnTo>
                  <a:close/>
                </a:path>
                <a:path w="916939" h="50800">
                  <a:moveTo>
                    <a:pt x="916940" y="21602"/>
                  </a:moveTo>
                  <a:lnTo>
                    <a:pt x="594360" y="21602"/>
                  </a:lnTo>
                  <a:lnTo>
                    <a:pt x="594360" y="27940"/>
                  </a:lnTo>
                  <a:lnTo>
                    <a:pt x="916940" y="27940"/>
                  </a:lnTo>
                  <a:lnTo>
                    <a:pt x="916940" y="21602"/>
                  </a:lnTo>
                  <a:close/>
                </a:path>
                <a:path w="916939" h="50800">
                  <a:moveTo>
                    <a:pt x="916940" y="0"/>
                  </a:moveTo>
                  <a:lnTo>
                    <a:pt x="594360" y="0"/>
                  </a:lnTo>
                  <a:lnTo>
                    <a:pt x="594360" y="21590"/>
                  </a:lnTo>
                  <a:lnTo>
                    <a:pt x="916940" y="21590"/>
                  </a:lnTo>
                  <a:lnTo>
                    <a:pt x="916940" y="0"/>
                  </a:lnTo>
                  <a:close/>
                </a:path>
              </a:pathLst>
            </a:custGeom>
            <a:solidFill>
              <a:srgbClr val="001F00"/>
            </a:solidFill>
          </p:spPr>
          <p:txBody>
            <a:bodyPr wrap="square" lIns="0" tIns="0" rIns="0" bIns="0" rtlCol="0"/>
            <a:lstStyle/>
            <a:p/>
          </p:txBody>
        </p:sp>
        <p:sp>
          <p:nvSpPr>
            <p:cNvPr id="553" name="object 553"/>
            <p:cNvSpPr/>
            <p:nvPr/>
          </p:nvSpPr>
          <p:spPr>
            <a:xfrm>
              <a:off x="5528310" y="2777489"/>
              <a:ext cx="916940" cy="52069"/>
            </a:xfrm>
            <a:custGeom>
              <a:avLst/>
              <a:gdLst/>
              <a:ahLst/>
              <a:cxnLst/>
              <a:rect l="l" t="t" r="r" b="b"/>
              <a:pathLst>
                <a:path w="916939" h="52069">
                  <a:moveTo>
                    <a:pt x="584200" y="50800"/>
                  </a:moveTo>
                  <a:lnTo>
                    <a:pt x="582930" y="50800"/>
                  </a:lnTo>
                  <a:lnTo>
                    <a:pt x="582930" y="48260"/>
                  </a:lnTo>
                  <a:lnTo>
                    <a:pt x="581660" y="48260"/>
                  </a:lnTo>
                  <a:lnTo>
                    <a:pt x="581660" y="45720"/>
                  </a:lnTo>
                  <a:lnTo>
                    <a:pt x="580390" y="45720"/>
                  </a:lnTo>
                  <a:lnTo>
                    <a:pt x="580390" y="41910"/>
                  </a:lnTo>
                  <a:lnTo>
                    <a:pt x="579120" y="41910"/>
                  </a:lnTo>
                  <a:lnTo>
                    <a:pt x="579120" y="39370"/>
                  </a:lnTo>
                  <a:lnTo>
                    <a:pt x="577850" y="39370"/>
                  </a:lnTo>
                  <a:lnTo>
                    <a:pt x="577850" y="36830"/>
                  </a:lnTo>
                  <a:lnTo>
                    <a:pt x="576580" y="36830"/>
                  </a:lnTo>
                  <a:lnTo>
                    <a:pt x="576580" y="34290"/>
                  </a:lnTo>
                  <a:lnTo>
                    <a:pt x="575310" y="34290"/>
                  </a:lnTo>
                  <a:lnTo>
                    <a:pt x="575310" y="30480"/>
                  </a:lnTo>
                  <a:lnTo>
                    <a:pt x="574040" y="30480"/>
                  </a:lnTo>
                  <a:lnTo>
                    <a:pt x="574040" y="27940"/>
                  </a:lnTo>
                  <a:lnTo>
                    <a:pt x="572770" y="27940"/>
                  </a:lnTo>
                  <a:lnTo>
                    <a:pt x="572770" y="25400"/>
                  </a:lnTo>
                  <a:lnTo>
                    <a:pt x="571500" y="25400"/>
                  </a:lnTo>
                  <a:lnTo>
                    <a:pt x="571500" y="22860"/>
                  </a:lnTo>
                  <a:lnTo>
                    <a:pt x="570230" y="22860"/>
                  </a:lnTo>
                  <a:lnTo>
                    <a:pt x="570230" y="19050"/>
                  </a:lnTo>
                  <a:lnTo>
                    <a:pt x="568960" y="19050"/>
                  </a:lnTo>
                  <a:lnTo>
                    <a:pt x="568960" y="16510"/>
                  </a:lnTo>
                  <a:lnTo>
                    <a:pt x="567690" y="16510"/>
                  </a:lnTo>
                  <a:lnTo>
                    <a:pt x="567690" y="13970"/>
                  </a:lnTo>
                  <a:lnTo>
                    <a:pt x="566420" y="13970"/>
                  </a:lnTo>
                  <a:lnTo>
                    <a:pt x="566420" y="11430"/>
                  </a:lnTo>
                  <a:lnTo>
                    <a:pt x="565150" y="11430"/>
                  </a:lnTo>
                  <a:lnTo>
                    <a:pt x="565150" y="7620"/>
                  </a:lnTo>
                  <a:lnTo>
                    <a:pt x="563880" y="7620"/>
                  </a:lnTo>
                  <a:lnTo>
                    <a:pt x="563880" y="5080"/>
                  </a:lnTo>
                  <a:lnTo>
                    <a:pt x="562610" y="5080"/>
                  </a:lnTo>
                  <a:lnTo>
                    <a:pt x="562610" y="2540"/>
                  </a:lnTo>
                  <a:lnTo>
                    <a:pt x="561340" y="2540"/>
                  </a:lnTo>
                  <a:lnTo>
                    <a:pt x="561340" y="0"/>
                  </a:lnTo>
                  <a:lnTo>
                    <a:pt x="0" y="0"/>
                  </a:lnTo>
                  <a:lnTo>
                    <a:pt x="0" y="2540"/>
                  </a:lnTo>
                  <a:lnTo>
                    <a:pt x="0" y="5080"/>
                  </a:lnTo>
                  <a:lnTo>
                    <a:pt x="0" y="52070"/>
                  </a:lnTo>
                  <a:lnTo>
                    <a:pt x="584200" y="52070"/>
                  </a:lnTo>
                  <a:lnTo>
                    <a:pt x="584200" y="50800"/>
                  </a:lnTo>
                  <a:close/>
                </a:path>
                <a:path w="916939" h="52069">
                  <a:moveTo>
                    <a:pt x="916940" y="34302"/>
                  </a:moveTo>
                  <a:lnTo>
                    <a:pt x="594360" y="34302"/>
                  </a:lnTo>
                  <a:lnTo>
                    <a:pt x="594360" y="52070"/>
                  </a:lnTo>
                  <a:lnTo>
                    <a:pt x="916940" y="52070"/>
                  </a:lnTo>
                  <a:lnTo>
                    <a:pt x="916940" y="34302"/>
                  </a:lnTo>
                  <a:close/>
                </a:path>
                <a:path w="916939" h="52069">
                  <a:moveTo>
                    <a:pt x="916940" y="27952"/>
                  </a:moveTo>
                  <a:lnTo>
                    <a:pt x="594360" y="27952"/>
                  </a:lnTo>
                  <a:lnTo>
                    <a:pt x="594360" y="34290"/>
                  </a:lnTo>
                  <a:lnTo>
                    <a:pt x="916940" y="34290"/>
                  </a:lnTo>
                  <a:lnTo>
                    <a:pt x="916940" y="27952"/>
                  </a:lnTo>
                  <a:close/>
                </a:path>
                <a:path w="916939" h="52069">
                  <a:moveTo>
                    <a:pt x="916940" y="2552"/>
                  </a:moveTo>
                  <a:lnTo>
                    <a:pt x="594360" y="2552"/>
                  </a:lnTo>
                  <a:lnTo>
                    <a:pt x="594360" y="27940"/>
                  </a:lnTo>
                  <a:lnTo>
                    <a:pt x="916940" y="27940"/>
                  </a:lnTo>
                  <a:lnTo>
                    <a:pt x="916940" y="2552"/>
                  </a:lnTo>
                  <a:close/>
                </a:path>
                <a:path w="916939" h="52069">
                  <a:moveTo>
                    <a:pt x="916940" y="0"/>
                  </a:moveTo>
                  <a:lnTo>
                    <a:pt x="594360" y="0"/>
                  </a:lnTo>
                  <a:lnTo>
                    <a:pt x="594360" y="2540"/>
                  </a:lnTo>
                  <a:lnTo>
                    <a:pt x="916940" y="2540"/>
                  </a:lnTo>
                  <a:lnTo>
                    <a:pt x="916940" y="0"/>
                  </a:lnTo>
                  <a:close/>
                </a:path>
              </a:pathLst>
            </a:custGeom>
            <a:solidFill>
              <a:srgbClr val="002000"/>
            </a:solidFill>
          </p:spPr>
          <p:txBody>
            <a:bodyPr wrap="square" lIns="0" tIns="0" rIns="0" bIns="0" rtlCol="0"/>
            <a:lstStyle/>
            <a:p/>
          </p:txBody>
        </p:sp>
        <p:sp>
          <p:nvSpPr>
            <p:cNvPr id="554" name="object 554"/>
            <p:cNvSpPr/>
            <p:nvPr/>
          </p:nvSpPr>
          <p:spPr>
            <a:xfrm>
              <a:off x="5528310" y="2829559"/>
              <a:ext cx="916940" cy="52069"/>
            </a:xfrm>
            <a:custGeom>
              <a:avLst/>
              <a:gdLst/>
              <a:ahLst/>
              <a:cxnLst/>
              <a:rect l="l" t="t" r="r" b="b"/>
              <a:pathLst>
                <a:path w="916939" h="52069">
                  <a:moveTo>
                    <a:pt x="916940" y="7632"/>
                  </a:moveTo>
                  <a:lnTo>
                    <a:pt x="594360" y="7632"/>
                  </a:lnTo>
                  <a:lnTo>
                    <a:pt x="594360" y="21590"/>
                  </a:lnTo>
                  <a:lnTo>
                    <a:pt x="593090" y="21590"/>
                  </a:lnTo>
                  <a:lnTo>
                    <a:pt x="593090" y="19050"/>
                  </a:lnTo>
                  <a:lnTo>
                    <a:pt x="591820" y="19050"/>
                  </a:lnTo>
                  <a:lnTo>
                    <a:pt x="591820" y="16510"/>
                  </a:lnTo>
                  <a:lnTo>
                    <a:pt x="590550" y="16510"/>
                  </a:lnTo>
                  <a:lnTo>
                    <a:pt x="590550" y="12700"/>
                  </a:lnTo>
                  <a:lnTo>
                    <a:pt x="589280" y="12700"/>
                  </a:lnTo>
                  <a:lnTo>
                    <a:pt x="589280" y="10160"/>
                  </a:lnTo>
                  <a:lnTo>
                    <a:pt x="588010" y="10160"/>
                  </a:lnTo>
                  <a:lnTo>
                    <a:pt x="588010" y="7620"/>
                  </a:lnTo>
                  <a:lnTo>
                    <a:pt x="586740" y="7620"/>
                  </a:lnTo>
                  <a:lnTo>
                    <a:pt x="586740" y="5080"/>
                  </a:lnTo>
                  <a:lnTo>
                    <a:pt x="585470" y="5080"/>
                  </a:lnTo>
                  <a:lnTo>
                    <a:pt x="585470" y="1270"/>
                  </a:lnTo>
                  <a:lnTo>
                    <a:pt x="584200" y="1270"/>
                  </a:lnTo>
                  <a:lnTo>
                    <a:pt x="584200" y="0"/>
                  </a:lnTo>
                  <a:lnTo>
                    <a:pt x="0" y="0"/>
                  </a:lnTo>
                  <a:lnTo>
                    <a:pt x="0" y="1270"/>
                  </a:lnTo>
                  <a:lnTo>
                    <a:pt x="0" y="5080"/>
                  </a:lnTo>
                  <a:lnTo>
                    <a:pt x="0" y="52070"/>
                  </a:lnTo>
                  <a:lnTo>
                    <a:pt x="916940" y="52070"/>
                  </a:lnTo>
                  <a:lnTo>
                    <a:pt x="916940" y="21590"/>
                  </a:lnTo>
                  <a:lnTo>
                    <a:pt x="916940" y="7632"/>
                  </a:lnTo>
                  <a:close/>
                </a:path>
                <a:path w="916939" h="52069">
                  <a:moveTo>
                    <a:pt x="916940" y="0"/>
                  </a:moveTo>
                  <a:lnTo>
                    <a:pt x="594360" y="0"/>
                  </a:lnTo>
                  <a:lnTo>
                    <a:pt x="594360" y="7620"/>
                  </a:lnTo>
                  <a:lnTo>
                    <a:pt x="916940" y="7620"/>
                  </a:lnTo>
                  <a:lnTo>
                    <a:pt x="916940" y="0"/>
                  </a:lnTo>
                  <a:close/>
                </a:path>
              </a:pathLst>
            </a:custGeom>
            <a:solidFill>
              <a:srgbClr val="002100"/>
            </a:solidFill>
          </p:spPr>
          <p:txBody>
            <a:bodyPr wrap="square" lIns="0" tIns="0" rIns="0" bIns="0" rtlCol="0"/>
            <a:lstStyle/>
            <a:p/>
          </p:txBody>
        </p:sp>
        <p:sp>
          <p:nvSpPr>
            <p:cNvPr id="555" name="object 555"/>
            <p:cNvSpPr/>
            <p:nvPr/>
          </p:nvSpPr>
          <p:spPr>
            <a:xfrm>
              <a:off x="5528309" y="2881629"/>
              <a:ext cx="916940" cy="52069"/>
            </a:xfrm>
            <a:custGeom>
              <a:avLst/>
              <a:gdLst/>
              <a:ahLst/>
              <a:cxnLst/>
              <a:rect l="l" t="t" r="r" b="b"/>
              <a:pathLst>
                <a:path w="916939" h="52069">
                  <a:moveTo>
                    <a:pt x="916939" y="0"/>
                  </a:moveTo>
                  <a:lnTo>
                    <a:pt x="0" y="0"/>
                  </a:lnTo>
                  <a:lnTo>
                    <a:pt x="0" y="52070"/>
                  </a:lnTo>
                  <a:lnTo>
                    <a:pt x="916939" y="52070"/>
                  </a:lnTo>
                  <a:lnTo>
                    <a:pt x="916939" y="0"/>
                  </a:lnTo>
                  <a:close/>
                </a:path>
              </a:pathLst>
            </a:custGeom>
            <a:solidFill>
              <a:srgbClr val="002200"/>
            </a:solidFill>
          </p:spPr>
          <p:txBody>
            <a:bodyPr wrap="square" lIns="0" tIns="0" rIns="0" bIns="0" rtlCol="0"/>
            <a:lstStyle/>
            <a:p/>
          </p:txBody>
        </p:sp>
        <p:sp>
          <p:nvSpPr>
            <p:cNvPr id="556" name="object 556"/>
            <p:cNvSpPr/>
            <p:nvPr/>
          </p:nvSpPr>
          <p:spPr>
            <a:xfrm>
              <a:off x="5528309" y="2933699"/>
              <a:ext cx="916940" cy="50800"/>
            </a:xfrm>
            <a:custGeom>
              <a:avLst/>
              <a:gdLst/>
              <a:ahLst/>
              <a:cxnLst/>
              <a:rect l="l" t="t" r="r" b="b"/>
              <a:pathLst>
                <a:path w="916939" h="50800">
                  <a:moveTo>
                    <a:pt x="916939" y="0"/>
                  </a:moveTo>
                  <a:lnTo>
                    <a:pt x="0" y="0"/>
                  </a:lnTo>
                  <a:lnTo>
                    <a:pt x="0" y="50800"/>
                  </a:lnTo>
                  <a:lnTo>
                    <a:pt x="916939" y="50800"/>
                  </a:lnTo>
                  <a:lnTo>
                    <a:pt x="916939" y="0"/>
                  </a:lnTo>
                  <a:close/>
                </a:path>
              </a:pathLst>
            </a:custGeom>
            <a:solidFill>
              <a:srgbClr val="002300"/>
            </a:solidFill>
          </p:spPr>
          <p:txBody>
            <a:bodyPr wrap="square" lIns="0" tIns="0" rIns="0" bIns="0" rtlCol="0"/>
            <a:lstStyle/>
            <a:p/>
          </p:txBody>
        </p:sp>
        <p:sp>
          <p:nvSpPr>
            <p:cNvPr id="557" name="object 557"/>
            <p:cNvSpPr/>
            <p:nvPr/>
          </p:nvSpPr>
          <p:spPr>
            <a:xfrm>
              <a:off x="5528310" y="2984499"/>
              <a:ext cx="916940" cy="52069"/>
            </a:xfrm>
            <a:custGeom>
              <a:avLst/>
              <a:gdLst/>
              <a:ahLst/>
              <a:cxnLst/>
              <a:rect l="l" t="t" r="r" b="b"/>
              <a:pathLst>
                <a:path w="916939" h="52069">
                  <a:moveTo>
                    <a:pt x="322580" y="36842"/>
                  </a:moveTo>
                  <a:lnTo>
                    <a:pt x="0" y="36842"/>
                  </a:lnTo>
                  <a:lnTo>
                    <a:pt x="0" y="52070"/>
                  </a:lnTo>
                  <a:lnTo>
                    <a:pt x="322580" y="52070"/>
                  </a:lnTo>
                  <a:lnTo>
                    <a:pt x="322580" y="36842"/>
                  </a:lnTo>
                  <a:close/>
                </a:path>
                <a:path w="916939" h="52069">
                  <a:moveTo>
                    <a:pt x="916940" y="0"/>
                  </a:moveTo>
                  <a:lnTo>
                    <a:pt x="0" y="0"/>
                  </a:lnTo>
                  <a:lnTo>
                    <a:pt x="0" y="36830"/>
                  </a:lnTo>
                  <a:lnTo>
                    <a:pt x="323850" y="36830"/>
                  </a:lnTo>
                  <a:lnTo>
                    <a:pt x="323850" y="39370"/>
                  </a:lnTo>
                  <a:lnTo>
                    <a:pt x="325120" y="39370"/>
                  </a:lnTo>
                  <a:lnTo>
                    <a:pt x="325120" y="41910"/>
                  </a:lnTo>
                  <a:lnTo>
                    <a:pt x="326390" y="41910"/>
                  </a:lnTo>
                  <a:lnTo>
                    <a:pt x="326390" y="45720"/>
                  </a:lnTo>
                  <a:lnTo>
                    <a:pt x="327660" y="45720"/>
                  </a:lnTo>
                  <a:lnTo>
                    <a:pt x="327660" y="48260"/>
                  </a:lnTo>
                  <a:lnTo>
                    <a:pt x="328930" y="48260"/>
                  </a:lnTo>
                  <a:lnTo>
                    <a:pt x="328930" y="50800"/>
                  </a:lnTo>
                  <a:lnTo>
                    <a:pt x="330200" y="50800"/>
                  </a:lnTo>
                  <a:lnTo>
                    <a:pt x="330200" y="52070"/>
                  </a:lnTo>
                  <a:lnTo>
                    <a:pt x="916940" y="52070"/>
                  </a:lnTo>
                  <a:lnTo>
                    <a:pt x="916940" y="50800"/>
                  </a:lnTo>
                  <a:lnTo>
                    <a:pt x="916940" y="48260"/>
                  </a:lnTo>
                  <a:lnTo>
                    <a:pt x="916940" y="45720"/>
                  </a:lnTo>
                  <a:lnTo>
                    <a:pt x="916940" y="41910"/>
                  </a:lnTo>
                  <a:lnTo>
                    <a:pt x="916940" y="39370"/>
                  </a:lnTo>
                  <a:lnTo>
                    <a:pt x="916940" y="36830"/>
                  </a:lnTo>
                  <a:lnTo>
                    <a:pt x="916940" y="0"/>
                  </a:lnTo>
                  <a:close/>
                </a:path>
              </a:pathLst>
            </a:custGeom>
            <a:solidFill>
              <a:srgbClr val="002400"/>
            </a:solidFill>
          </p:spPr>
          <p:txBody>
            <a:bodyPr wrap="square" lIns="0" tIns="0" rIns="0" bIns="0" rtlCol="0"/>
            <a:lstStyle/>
            <a:p/>
          </p:txBody>
        </p:sp>
        <p:sp>
          <p:nvSpPr>
            <p:cNvPr id="558" name="object 558"/>
            <p:cNvSpPr/>
            <p:nvPr/>
          </p:nvSpPr>
          <p:spPr>
            <a:xfrm>
              <a:off x="5528310" y="3036569"/>
              <a:ext cx="916940" cy="52069"/>
            </a:xfrm>
            <a:custGeom>
              <a:avLst/>
              <a:gdLst/>
              <a:ahLst/>
              <a:cxnLst/>
              <a:rect l="l" t="t" r="r" b="b"/>
              <a:pathLst>
                <a:path w="916939" h="52069">
                  <a:moveTo>
                    <a:pt x="322580" y="41922"/>
                  </a:moveTo>
                  <a:lnTo>
                    <a:pt x="0" y="41922"/>
                  </a:lnTo>
                  <a:lnTo>
                    <a:pt x="0" y="52070"/>
                  </a:lnTo>
                  <a:lnTo>
                    <a:pt x="322580" y="52070"/>
                  </a:lnTo>
                  <a:lnTo>
                    <a:pt x="322580" y="41922"/>
                  </a:lnTo>
                  <a:close/>
                </a:path>
                <a:path w="916939" h="52069">
                  <a:moveTo>
                    <a:pt x="322580" y="35572"/>
                  </a:moveTo>
                  <a:lnTo>
                    <a:pt x="0" y="35572"/>
                  </a:lnTo>
                  <a:lnTo>
                    <a:pt x="0" y="41910"/>
                  </a:lnTo>
                  <a:lnTo>
                    <a:pt x="322580" y="41910"/>
                  </a:lnTo>
                  <a:lnTo>
                    <a:pt x="322580" y="35572"/>
                  </a:lnTo>
                  <a:close/>
                </a:path>
                <a:path w="916939" h="52069">
                  <a:moveTo>
                    <a:pt x="322580" y="16522"/>
                  </a:moveTo>
                  <a:lnTo>
                    <a:pt x="0" y="16522"/>
                  </a:lnTo>
                  <a:lnTo>
                    <a:pt x="0" y="35560"/>
                  </a:lnTo>
                  <a:lnTo>
                    <a:pt x="322580" y="35560"/>
                  </a:lnTo>
                  <a:lnTo>
                    <a:pt x="322580" y="16522"/>
                  </a:lnTo>
                  <a:close/>
                </a:path>
                <a:path w="916939" h="52069">
                  <a:moveTo>
                    <a:pt x="322580" y="10172"/>
                  </a:moveTo>
                  <a:lnTo>
                    <a:pt x="0" y="10172"/>
                  </a:lnTo>
                  <a:lnTo>
                    <a:pt x="0" y="16510"/>
                  </a:lnTo>
                  <a:lnTo>
                    <a:pt x="322580" y="16510"/>
                  </a:lnTo>
                  <a:lnTo>
                    <a:pt x="322580" y="10172"/>
                  </a:lnTo>
                  <a:close/>
                </a:path>
                <a:path w="916939" h="52069">
                  <a:moveTo>
                    <a:pt x="322580" y="0"/>
                  </a:moveTo>
                  <a:lnTo>
                    <a:pt x="0" y="0"/>
                  </a:lnTo>
                  <a:lnTo>
                    <a:pt x="0" y="10160"/>
                  </a:lnTo>
                  <a:lnTo>
                    <a:pt x="322580" y="10160"/>
                  </a:lnTo>
                  <a:lnTo>
                    <a:pt x="322580" y="0"/>
                  </a:lnTo>
                  <a:close/>
                </a:path>
                <a:path w="916939" h="52069">
                  <a:moveTo>
                    <a:pt x="916940" y="0"/>
                  </a:moveTo>
                  <a:lnTo>
                    <a:pt x="330200" y="0"/>
                  </a:lnTo>
                  <a:lnTo>
                    <a:pt x="330200" y="1270"/>
                  </a:lnTo>
                  <a:lnTo>
                    <a:pt x="331470" y="1270"/>
                  </a:lnTo>
                  <a:lnTo>
                    <a:pt x="331470" y="5080"/>
                  </a:lnTo>
                  <a:lnTo>
                    <a:pt x="332740" y="5080"/>
                  </a:lnTo>
                  <a:lnTo>
                    <a:pt x="332740" y="7620"/>
                  </a:lnTo>
                  <a:lnTo>
                    <a:pt x="334010" y="7620"/>
                  </a:lnTo>
                  <a:lnTo>
                    <a:pt x="334010" y="10160"/>
                  </a:lnTo>
                  <a:lnTo>
                    <a:pt x="335280" y="10160"/>
                  </a:lnTo>
                  <a:lnTo>
                    <a:pt x="335280" y="12700"/>
                  </a:lnTo>
                  <a:lnTo>
                    <a:pt x="336550" y="12700"/>
                  </a:lnTo>
                  <a:lnTo>
                    <a:pt x="336550" y="16510"/>
                  </a:lnTo>
                  <a:lnTo>
                    <a:pt x="337820" y="16510"/>
                  </a:lnTo>
                  <a:lnTo>
                    <a:pt x="337820" y="19050"/>
                  </a:lnTo>
                  <a:lnTo>
                    <a:pt x="339090" y="19050"/>
                  </a:lnTo>
                  <a:lnTo>
                    <a:pt x="339090" y="21590"/>
                  </a:lnTo>
                  <a:lnTo>
                    <a:pt x="340360" y="21590"/>
                  </a:lnTo>
                  <a:lnTo>
                    <a:pt x="340360" y="24130"/>
                  </a:lnTo>
                  <a:lnTo>
                    <a:pt x="341630" y="24130"/>
                  </a:lnTo>
                  <a:lnTo>
                    <a:pt x="341630" y="26670"/>
                  </a:lnTo>
                  <a:lnTo>
                    <a:pt x="342900" y="26670"/>
                  </a:lnTo>
                  <a:lnTo>
                    <a:pt x="342900" y="30480"/>
                  </a:lnTo>
                  <a:lnTo>
                    <a:pt x="344170" y="30480"/>
                  </a:lnTo>
                  <a:lnTo>
                    <a:pt x="344170" y="33020"/>
                  </a:lnTo>
                  <a:lnTo>
                    <a:pt x="345440" y="33020"/>
                  </a:lnTo>
                  <a:lnTo>
                    <a:pt x="345440" y="35560"/>
                  </a:lnTo>
                  <a:lnTo>
                    <a:pt x="346710" y="35560"/>
                  </a:lnTo>
                  <a:lnTo>
                    <a:pt x="346710" y="38100"/>
                  </a:lnTo>
                  <a:lnTo>
                    <a:pt x="347980" y="38100"/>
                  </a:lnTo>
                  <a:lnTo>
                    <a:pt x="347980" y="41910"/>
                  </a:lnTo>
                  <a:lnTo>
                    <a:pt x="349250" y="41910"/>
                  </a:lnTo>
                  <a:lnTo>
                    <a:pt x="349250" y="44450"/>
                  </a:lnTo>
                  <a:lnTo>
                    <a:pt x="350520" y="44450"/>
                  </a:lnTo>
                  <a:lnTo>
                    <a:pt x="350520" y="46990"/>
                  </a:lnTo>
                  <a:lnTo>
                    <a:pt x="351790" y="46990"/>
                  </a:lnTo>
                  <a:lnTo>
                    <a:pt x="351790" y="49530"/>
                  </a:lnTo>
                  <a:lnTo>
                    <a:pt x="353060" y="49530"/>
                  </a:lnTo>
                  <a:lnTo>
                    <a:pt x="353060" y="52070"/>
                  </a:lnTo>
                  <a:lnTo>
                    <a:pt x="916940" y="52070"/>
                  </a:lnTo>
                  <a:lnTo>
                    <a:pt x="916940" y="49530"/>
                  </a:lnTo>
                  <a:lnTo>
                    <a:pt x="916940" y="46990"/>
                  </a:lnTo>
                  <a:lnTo>
                    <a:pt x="916940" y="1270"/>
                  </a:lnTo>
                  <a:lnTo>
                    <a:pt x="916940" y="0"/>
                  </a:lnTo>
                  <a:close/>
                </a:path>
              </a:pathLst>
            </a:custGeom>
            <a:solidFill>
              <a:srgbClr val="002500"/>
            </a:solidFill>
          </p:spPr>
          <p:txBody>
            <a:bodyPr wrap="square" lIns="0" tIns="0" rIns="0" bIns="0" rtlCol="0"/>
            <a:lstStyle/>
            <a:p/>
          </p:txBody>
        </p:sp>
        <p:sp>
          <p:nvSpPr>
            <p:cNvPr id="559" name="object 559"/>
            <p:cNvSpPr/>
            <p:nvPr/>
          </p:nvSpPr>
          <p:spPr>
            <a:xfrm>
              <a:off x="5528310" y="3088639"/>
              <a:ext cx="916940" cy="52069"/>
            </a:xfrm>
            <a:custGeom>
              <a:avLst/>
              <a:gdLst/>
              <a:ahLst/>
              <a:cxnLst/>
              <a:rect l="l" t="t" r="r" b="b"/>
              <a:pathLst>
                <a:path w="916939" h="52069">
                  <a:moveTo>
                    <a:pt x="322580" y="40652"/>
                  </a:moveTo>
                  <a:lnTo>
                    <a:pt x="0" y="40652"/>
                  </a:lnTo>
                  <a:lnTo>
                    <a:pt x="0" y="52070"/>
                  </a:lnTo>
                  <a:lnTo>
                    <a:pt x="322580" y="52070"/>
                  </a:lnTo>
                  <a:lnTo>
                    <a:pt x="322580" y="40652"/>
                  </a:lnTo>
                  <a:close/>
                </a:path>
                <a:path w="916939" h="52069">
                  <a:moveTo>
                    <a:pt x="322580" y="15252"/>
                  </a:moveTo>
                  <a:lnTo>
                    <a:pt x="0" y="15252"/>
                  </a:lnTo>
                  <a:lnTo>
                    <a:pt x="0" y="40640"/>
                  </a:lnTo>
                  <a:lnTo>
                    <a:pt x="322580" y="40640"/>
                  </a:lnTo>
                  <a:lnTo>
                    <a:pt x="322580" y="15252"/>
                  </a:lnTo>
                  <a:close/>
                </a:path>
                <a:path w="916939" h="52069">
                  <a:moveTo>
                    <a:pt x="322580" y="0"/>
                  </a:moveTo>
                  <a:lnTo>
                    <a:pt x="0" y="0"/>
                  </a:lnTo>
                  <a:lnTo>
                    <a:pt x="0" y="15240"/>
                  </a:lnTo>
                  <a:lnTo>
                    <a:pt x="322580" y="15240"/>
                  </a:lnTo>
                  <a:lnTo>
                    <a:pt x="322580" y="0"/>
                  </a:lnTo>
                  <a:close/>
                </a:path>
                <a:path w="916939" h="52069">
                  <a:moveTo>
                    <a:pt x="916940" y="0"/>
                  </a:moveTo>
                  <a:lnTo>
                    <a:pt x="353060" y="0"/>
                  </a:lnTo>
                  <a:lnTo>
                    <a:pt x="353060" y="1270"/>
                  </a:lnTo>
                  <a:lnTo>
                    <a:pt x="354330" y="1270"/>
                  </a:lnTo>
                  <a:lnTo>
                    <a:pt x="354330" y="3810"/>
                  </a:lnTo>
                  <a:lnTo>
                    <a:pt x="355600" y="3810"/>
                  </a:lnTo>
                  <a:lnTo>
                    <a:pt x="355600" y="6350"/>
                  </a:lnTo>
                  <a:lnTo>
                    <a:pt x="356870" y="6350"/>
                  </a:lnTo>
                  <a:lnTo>
                    <a:pt x="356870" y="8890"/>
                  </a:lnTo>
                  <a:lnTo>
                    <a:pt x="358140" y="8890"/>
                  </a:lnTo>
                  <a:lnTo>
                    <a:pt x="358140" y="12700"/>
                  </a:lnTo>
                  <a:lnTo>
                    <a:pt x="359410" y="12700"/>
                  </a:lnTo>
                  <a:lnTo>
                    <a:pt x="359410" y="15240"/>
                  </a:lnTo>
                  <a:lnTo>
                    <a:pt x="360680" y="15240"/>
                  </a:lnTo>
                  <a:lnTo>
                    <a:pt x="360680" y="17780"/>
                  </a:lnTo>
                  <a:lnTo>
                    <a:pt x="361950" y="17780"/>
                  </a:lnTo>
                  <a:lnTo>
                    <a:pt x="361950" y="20320"/>
                  </a:lnTo>
                  <a:lnTo>
                    <a:pt x="363220" y="20320"/>
                  </a:lnTo>
                  <a:lnTo>
                    <a:pt x="363220" y="24130"/>
                  </a:lnTo>
                  <a:lnTo>
                    <a:pt x="364490" y="24130"/>
                  </a:lnTo>
                  <a:lnTo>
                    <a:pt x="364490" y="26670"/>
                  </a:lnTo>
                  <a:lnTo>
                    <a:pt x="365760" y="26670"/>
                  </a:lnTo>
                  <a:lnTo>
                    <a:pt x="365760" y="29210"/>
                  </a:lnTo>
                  <a:lnTo>
                    <a:pt x="367030" y="29210"/>
                  </a:lnTo>
                  <a:lnTo>
                    <a:pt x="367030" y="31750"/>
                  </a:lnTo>
                  <a:lnTo>
                    <a:pt x="368300" y="31750"/>
                  </a:lnTo>
                  <a:lnTo>
                    <a:pt x="368300" y="35560"/>
                  </a:lnTo>
                  <a:lnTo>
                    <a:pt x="369570" y="35560"/>
                  </a:lnTo>
                  <a:lnTo>
                    <a:pt x="369570" y="38100"/>
                  </a:lnTo>
                  <a:lnTo>
                    <a:pt x="370840" y="38100"/>
                  </a:lnTo>
                  <a:lnTo>
                    <a:pt x="370840" y="40640"/>
                  </a:lnTo>
                  <a:lnTo>
                    <a:pt x="372110" y="40640"/>
                  </a:lnTo>
                  <a:lnTo>
                    <a:pt x="372110" y="43180"/>
                  </a:lnTo>
                  <a:lnTo>
                    <a:pt x="373380" y="43180"/>
                  </a:lnTo>
                  <a:lnTo>
                    <a:pt x="373380" y="45720"/>
                  </a:lnTo>
                  <a:lnTo>
                    <a:pt x="374650" y="45720"/>
                  </a:lnTo>
                  <a:lnTo>
                    <a:pt x="374650" y="49530"/>
                  </a:lnTo>
                  <a:lnTo>
                    <a:pt x="375920" y="49530"/>
                  </a:lnTo>
                  <a:lnTo>
                    <a:pt x="375920" y="52070"/>
                  </a:lnTo>
                  <a:lnTo>
                    <a:pt x="916940" y="52070"/>
                  </a:lnTo>
                  <a:lnTo>
                    <a:pt x="916940" y="49530"/>
                  </a:lnTo>
                  <a:lnTo>
                    <a:pt x="916940" y="45720"/>
                  </a:lnTo>
                  <a:lnTo>
                    <a:pt x="916940" y="1270"/>
                  </a:lnTo>
                  <a:lnTo>
                    <a:pt x="916940" y="0"/>
                  </a:lnTo>
                  <a:close/>
                </a:path>
              </a:pathLst>
            </a:custGeom>
            <a:solidFill>
              <a:srgbClr val="002600"/>
            </a:solidFill>
          </p:spPr>
          <p:txBody>
            <a:bodyPr wrap="square" lIns="0" tIns="0" rIns="0" bIns="0" rtlCol="0"/>
            <a:lstStyle/>
            <a:p/>
          </p:txBody>
        </p:sp>
        <p:sp>
          <p:nvSpPr>
            <p:cNvPr id="560" name="object 560"/>
            <p:cNvSpPr/>
            <p:nvPr/>
          </p:nvSpPr>
          <p:spPr>
            <a:xfrm>
              <a:off x="5528310" y="3140709"/>
              <a:ext cx="916940" cy="50800"/>
            </a:xfrm>
            <a:custGeom>
              <a:avLst/>
              <a:gdLst/>
              <a:ahLst/>
              <a:cxnLst/>
              <a:rect l="l" t="t" r="r" b="b"/>
              <a:pathLst>
                <a:path w="916939" h="50800">
                  <a:moveTo>
                    <a:pt x="322580" y="45732"/>
                  </a:moveTo>
                  <a:lnTo>
                    <a:pt x="0" y="45732"/>
                  </a:lnTo>
                  <a:lnTo>
                    <a:pt x="0" y="50800"/>
                  </a:lnTo>
                  <a:lnTo>
                    <a:pt x="322580" y="50800"/>
                  </a:lnTo>
                  <a:lnTo>
                    <a:pt x="322580" y="45732"/>
                  </a:lnTo>
                  <a:close/>
                </a:path>
                <a:path w="916939" h="50800">
                  <a:moveTo>
                    <a:pt x="322580" y="20332"/>
                  </a:moveTo>
                  <a:lnTo>
                    <a:pt x="0" y="20332"/>
                  </a:lnTo>
                  <a:lnTo>
                    <a:pt x="0" y="45720"/>
                  </a:lnTo>
                  <a:lnTo>
                    <a:pt x="322580" y="45720"/>
                  </a:lnTo>
                  <a:lnTo>
                    <a:pt x="322580" y="20332"/>
                  </a:lnTo>
                  <a:close/>
                </a:path>
                <a:path w="916939" h="50800">
                  <a:moveTo>
                    <a:pt x="322580" y="13982"/>
                  </a:moveTo>
                  <a:lnTo>
                    <a:pt x="0" y="13982"/>
                  </a:lnTo>
                  <a:lnTo>
                    <a:pt x="0" y="20320"/>
                  </a:lnTo>
                  <a:lnTo>
                    <a:pt x="322580" y="20320"/>
                  </a:lnTo>
                  <a:lnTo>
                    <a:pt x="322580" y="13982"/>
                  </a:lnTo>
                  <a:close/>
                </a:path>
                <a:path w="916939" h="50800">
                  <a:moveTo>
                    <a:pt x="322580" y="0"/>
                  </a:moveTo>
                  <a:lnTo>
                    <a:pt x="0" y="0"/>
                  </a:lnTo>
                  <a:lnTo>
                    <a:pt x="0" y="13970"/>
                  </a:lnTo>
                  <a:lnTo>
                    <a:pt x="322580" y="13970"/>
                  </a:lnTo>
                  <a:lnTo>
                    <a:pt x="322580" y="0"/>
                  </a:lnTo>
                  <a:close/>
                </a:path>
                <a:path w="916939" h="50800">
                  <a:moveTo>
                    <a:pt x="916940" y="0"/>
                  </a:moveTo>
                  <a:lnTo>
                    <a:pt x="377190" y="0"/>
                  </a:lnTo>
                  <a:lnTo>
                    <a:pt x="377190" y="2540"/>
                  </a:lnTo>
                  <a:lnTo>
                    <a:pt x="378460" y="2540"/>
                  </a:lnTo>
                  <a:lnTo>
                    <a:pt x="378460" y="5080"/>
                  </a:lnTo>
                  <a:lnTo>
                    <a:pt x="379730" y="5080"/>
                  </a:lnTo>
                  <a:lnTo>
                    <a:pt x="379730" y="8890"/>
                  </a:lnTo>
                  <a:lnTo>
                    <a:pt x="381000" y="8890"/>
                  </a:lnTo>
                  <a:lnTo>
                    <a:pt x="381000" y="11430"/>
                  </a:lnTo>
                  <a:lnTo>
                    <a:pt x="382270" y="11430"/>
                  </a:lnTo>
                  <a:lnTo>
                    <a:pt x="382270" y="13970"/>
                  </a:lnTo>
                  <a:lnTo>
                    <a:pt x="383540" y="13970"/>
                  </a:lnTo>
                  <a:lnTo>
                    <a:pt x="383540" y="16510"/>
                  </a:lnTo>
                  <a:lnTo>
                    <a:pt x="384810" y="16510"/>
                  </a:lnTo>
                  <a:lnTo>
                    <a:pt x="384810" y="20320"/>
                  </a:lnTo>
                  <a:lnTo>
                    <a:pt x="386080" y="20320"/>
                  </a:lnTo>
                  <a:lnTo>
                    <a:pt x="386080" y="22860"/>
                  </a:lnTo>
                  <a:lnTo>
                    <a:pt x="387350" y="22860"/>
                  </a:lnTo>
                  <a:lnTo>
                    <a:pt x="387350" y="25400"/>
                  </a:lnTo>
                  <a:lnTo>
                    <a:pt x="388620" y="25400"/>
                  </a:lnTo>
                  <a:lnTo>
                    <a:pt x="388620" y="27940"/>
                  </a:lnTo>
                  <a:lnTo>
                    <a:pt x="389890" y="27940"/>
                  </a:lnTo>
                  <a:lnTo>
                    <a:pt x="389890" y="31750"/>
                  </a:lnTo>
                  <a:lnTo>
                    <a:pt x="391160" y="31750"/>
                  </a:lnTo>
                  <a:lnTo>
                    <a:pt x="391160" y="34290"/>
                  </a:lnTo>
                  <a:lnTo>
                    <a:pt x="392430" y="34290"/>
                  </a:lnTo>
                  <a:lnTo>
                    <a:pt x="392430" y="36830"/>
                  </a:lnTo>
                  <a:lnTo>
                    <a:pt x="393700" y="36830"/>
                  </a:lnTo>
                  <a:lnTo>
                    <a:pt x="393700" y="39370"/>
                  </a:lnTo>
                  <a:lnTo>
                    <a:pt x="394970" y="39370"/>
                  </a:lnTo>
                  <a:lnTo>
                    <a:pt x="394970" y="43180"/>
                  </a:lnTo>
                  <a:lnTo>
                    <a:pt x="396240" y="43180"/>
                  </a:lnTo>
                  <a:lnTo>
                    <a:pt x="396240" y="45720"/>
                  </a:lnTo>
                  <a:lnTo>
                    <a:pt x="397510" y="45720"/>
                  </a:lnTo>
                  <a:lnTo>
                    <a:pt x="397510" y="48260"/>
                  </a:lnTo>
                  <a:lnTo>
                    <a:pt x="398780" y="48260"/>
                  </a:lnTo>
                  <a:lnTo>
                    <a:pt x="398780" y="50800"/>
                  </a:lnTo>
                  <a:lnTo>
                    <a:pt x="916940" y="50800"/>
                  </a:lnTo>
                  <a:lnTo>
                    <a:pt x="916940" y="2540"/>
                  </a:lnTo>
                  <a:lnTo>
                    <a:pt x="916940" y="0"/>
                  </a:lnTo>
                  <a:close/>
                </a:path>
              </a:pathLst>
            </a:custGeom>
            <a:solidFill>
              <a:srgbClr val="002700"/>
            </a:solidFill>
          </p:spPr>
          <p:txBody>
            <a:bodyPr wrap="square" lIns="0" tIns="0" rIns="0" bIns="0" rtlCol="0"/>
            <a:lstStyle/>
            <a:p/>
          </p:txBody>
        </p:sp>
        <p:sp>
          <p:nvSpPr>
            <p:cNvPr id="561" name="object 561"/>
            <p:cNvSpPr/>
            <p:nvPr/>
          </p:nvSpPr>
          <p:spPr>
            <a:xfrm>
              <a:off x="5528310" y="3191509"/>
              <a:ext cx="916940" cy="52069"/>
            </a:xfrm>
            <a:custGeom>
              <a:avLst/>
              <a:gdLst/>
              <a:ahLst/>
              <a:cxnLst/>
              <a:rect l="l" t="t" r="r" b="b"/>
              <a:pathLst>
                <a:path w="916939" h="52069">
                  <a:moveTo>
                    <a:pt x="322580" y="45732"/>
                  </a:moveTo>
                  <a:lnTo>
                    <a:pt x="0" y="45732"/>
                  </a:lnTo>
                  <a:lnTo>
                    <a:pt x="0" y="52070"/>
                  </a:lnTo>
                  <a:lnTo>
                    <a:pt x="322580" y="52070"/>
                  </a:lnTo>
                  <a:lnTo>
                    <a:pt x="322580" y="45732"/>
                  </a:lnTo>
                  <a:close/>
                </a:path>
                <a:path w="916939" h="52069">
                  <a:moveTo>
                    <a:pt x="322580" y="20332"/>
                  </a:moveTo>
                  <a:lnTo>
                    <a:pt x="0" y="20332"/>
                  </a:lnTo>
                  <a:lnTo>
                    <a:pt x="0" y="45720"/>
                  </a:lnTo>
                  <a:lnTo>
                    <a:pt x="322580" y="45720"/>
                  </a:lnTo>
                  <a:lnTo>
                    <a:pt x="322580" y="20332"/>
                  </a:lnTo>
                  <a:close/>
                </a:path>
                <a:path w="916939" h="52069">
                  <a:moveTo>
                    <a:pt x="322580" y="0"/>
                  </a:moveTo>
                  <a:lnTo>
                    <a:pt x="0" y="0"/>
                  </a:lnTo>
                  <a:lnTo>
                    <a:pt x="0" y="20320"/>
                  </a:lnTo>
                  <a:lnTo>
                    <a:pt x="322580" y="20320"/>
                  </a:lnTo>
                  <a:lnTo>
                    <a:pt x="322580" y="0"/>
                  </a:lnTo>
                  <a:close/>
                </a:path>
                <a:path w="916939" h="52069">
                  <a:moveTo>
                    <a:pt x="916940" y="0"/>
                  </a:moveTo>
                  <a:lnTo>
                    <a:pt x="400050" y="0"/>
                  </a:lnTo>
                  <a:lnTo>
                    <a:pt x="400050" y="3810"/>
                  </a:lnTo>
                  <a:lnTo>
                    <a:pt x="401320" y="3810"/>
                  </a:lnTo>
                  <a:lnTo>
                    <a:pt x="401320" y="6350"/>
                  </a:lnTo>
                  <a:lnTo>
                    <a:pt x="402590" y="6350"/>
                  </a:lnTo>
                  <a:lnTo>
                    <a:pt x="402590" y="8890"/>
                  </a:lnTo>
                  <a:lnTo>
                    <a:pt x="403860" y="8890"/>
                  </a:lnTo>
                  <a:lnTo>
                    <a:pt x="403860" y="11430"/>
                  </a:lnTo>
                  <a:lnTo>
                    <a:pt x="405130" y="11430"/>
                  </a:lnTo>
                  <a:lnTo>
                    <a:pt x="405130" y="13970"/>
                  </a:lnTo>
                  <a:lnTo>
                    <a:pt x="406400" y="13970"/>
                  </a:lnTo>
                  <a:lnTo>
                    <a:pt x="406400" y="17780"/>
                  </a:lnTo>
                  <a:lnTo>
                    <a:pt x="407670" y="17780"/>
                  </a:lnTo>
                  <a:lnTo>
                    <a:pt x="407670" y="20320"/>
                  </a:lnTo>
                  <a:lnTo>
                    <a:pt x="408940" y="20320"/>
                  </a:lnTo>
                  <a:lnTo>
                    <a:pt x="408940" y="22860"/>
                  </a:lnTo>
                  <a:lnTo>
                    <a:pt x="410210" y="22860"/>
                  </a:lnTo>
                  <a:lnTo>
                    <a:pt x="410210" y="25400"/>
                  </a:lnTo>
                  <a:lnTo>
                    <a:pt x="411480" y="25400"/>
                  </a:lnTo>
                  <a:lnTo>
                    <a:pt x="411480" y="29210"/>
                  </a:lnTo>
                  <a:lnTo>
                    <a:pt x="412750" y="29210"/>
                  </a:lnTo>
                  <a:lnTo>
                    <a:pt x="412750" y="31750"/>
                  </a:lnTo>
                  <a:lnTo>
                    <a:pt x="414020" y="31750"/>
                  </a:lnTo>
                  <a:lnTo>
                    <a:pt x="414020" y="34290"/>
                  </a:lnTo>
                  <a:lnTo>
                    <a:pt x="415290" y="34290"/>
                  </a:lnTo>
                  <a:lnTo>
                    <a:pt x="415290" y="36830"/>
                  </a:lnTo>
                  <a:lnTo>
                    <a:pt x="416560" y="36830"/>
                  </a:lnTo>
                  <a:lnTo>
                    <a:pt x="416560" y="40640"/>
                  </a:lnTo>
                  <a:lnTo>
                    <a:pt x="417830" y="40640"/>
                  </a:lnTo>
                  <a:lnTo>
                    <a:pt x="417830" y="43180"/>
                  </a:lnTo>
                  <a:lnTo>
                    <a:pt x="419100" y="43180"/>
                  </a:lnTo>
                  <a:lnTo>
                    <a:pt x="419100" y="45720"/>
                  </a:lnTo>
                  <a:lnTo>
                    <a:pt x="420370" y="45720"/>
                  </a:lnTo>
                  <a:lnTo>
                    <a:pt x="420370" y="48260"/>
                  </a:lnTo>
                  <a:lnTo>
                    <a:pt x="421640" y="48260"/>
                  </a:lnTo>
                  <a:lnTo>
                    <a:pt x="421640" y="52070"/>
                  </a:lnTo>
                  <a:lnTo>
                    <a:pt x="916940" y="52070"/>
                  </a:lnTo>
                  <a:lnTo>
                    <a:pt x="916940" y="3810"/>
                  </a:lnTo>
                  <a:lnTo>
                    <a:pt x="916940" y="0"/>
                  </a:lnTo>
                  <a:close/>
                </a:path>
              </a:pathLst>
            </a:custGeom>
            <a:solidFill>
              <a:srgbClr val="002800"/>
            </a:solidFill>
          </p:spPr>
          <p:txBody>
            <a:bodyPr wrap="square" lIns="0" tIns="0" rIns="0" bIns="0" rtlCol="0"/>
            <a:lstStyle/>
            <a:p/>
          </p:txBody>
        </p:sp>
        <p:sp>
          <p:nvSpPr>
            <p:cNvPr id="562" name="object 562"/>
            <p:cNvSpPr/>
            <p:nvPr/>
          </p:nvSpPr>
          <p:spPr>
            <a:xfrm>
              <a:off x="5528310" y="3243579"/>
              <a:ext cx="916940" cy="52069"/>
            </a:xfrm>
            <a:custGeom>
              <a:avLst/>
              <a:gdLst/>
              <a:ahLst/>
              <a:cxnLst/>
              <a:rect l="l" t="t" r="r" b="b"/>
              <a:pathLst>
                <a:path w="916939" h="52070">
                  <a:moveTo>
                    <a:pt x="322580" y="50812"/>
                  </a:moveTo>
                  <a:lnTo>
                    <a:pt x="0" y="50812"/>
                  </a:lnTo>
                  <a:lnTo>
                    <a:pt x="0" y="52070"/>
                  </a:lnTo>
                  <a:lnTo>
                    <a:pt x="322580" y="52070"/>
                  </a:lnTo>
                  <a:lnTo>
                    <a:pt x="322580" y="50812"/>
                  </a:lnTo>
                  <a:close/>
                </a:path>
                <a:path w="916939" h="52070">
                  <a:moveTo>
                    <a:pt x="322580" y="25412"/>
                  </a:moveTo>
                  <a:lnTo>
                    <a:pt x="0" y="25412"/>
                  </a:lnTo>
                  <a:lnTo>
                    <a:pt x="0" y="50800"/>
                  </a:lnTo>
                  <a:lnTo>
                    <a:pt x="322580" y="50800"/>
                  </a:lnTo>
                  <a:lnTo>
                    <a:pt x="322580" y="25412"/>
                  </a:lnTo>
                  <a:close/>
                </a:path>
                <a:path w="916939" h="52070">
                  <a:moveTo>
                    <a:pt x="322580" y="12"/>
                  </a:moveTo>
                  <a:lnTo>
                    <a:pt x="0" y="12"/>
                  </a:lnTo>
                  <a:lnTo>
                    <a:pt x="0" y="25400"/>
                  </a:lnTo>
                  <a:lnTo>
                    <a:pt x="322580" y="25400"/>
                  </a:lnTo>
                  <a:lnTo>
                    <a:pt x="322580" y="12"/>
                  </a:lnTo>
                  <a:close/>
                </a:path>
                <a:path w="916939" h="52070">
                  <a:moveTo>
                    <a:pt x="916940" y="50812"/>
                  </a:moveTo>
                  <a:lnTo>
                    <a:pt x="445770" y="50812"/>
                  </a:lnTo>
                  <a:lnTo>
                    <a:pt x="445770" y="52070"/>
                  </a:lnTo>
                  <a:lnTo>
                    <a:pt x="916940" y="52070"/>
                  </a:lnTo>
                  <a:lnTo>
                    <a:pt x="916940" y="50812"/>
                  </a:lnTo>
                  <a:close/>
                </a:path>
                <a:path w="916939" h="52070">
                  <a:moveTo>
                    <a:pt x="916940" y="0"/>
                  </a:moveTo>
                  <a:lnTo>
                    <a:pt x="422910" y="0"/>
                  </a:lnTo>
                  <a:lnTo>
                    <a:pt x="422910" y="2540"/>
                  </a:lnTo>
                  <a:lnTo>
                    <a:pt x="424180" y="2540"/>
                  </a:lnTo>
                  <a:lnTo>
                    <a:pt x="424180" y="5080"/>
                  </a:lnTo>
                  <a:lnTo>
                    <a:pt x="425450" y="5080"/>
                  </a:lnTo>
                  <a:lnTo>
                    <a:pt x="425450" y="7620"/>
                  </a:lnTo>
                  <a:lnTo>
                    <a:pt x="426720" y="7620"/>
                  </a:lnTo>
                  <a:lnTo>
                    <a:pt x="426720" y="11430"/>
                  </a:lnTo>
                  <a:lnTo>
                    <a:pt x="427990" y="11430"/>
                  </a:lnTo>
                  <a:lnTo>
                    <a:pt x="427990" y="13970"/>
                  </a:lnTo>
                  <a:lnTo>
                    <a:pt x="429260" y="13970"/>
                  </a:lnTo>
                  <a:lnTo>
                    <a:pt x="429260" y="16510"/>
                  </a:lnTo>
                  <a:lnTo>
                    <a:pt x="430530" y="16510"/>
                  </a:lnTo>
                  <a:lnTo>
                    <a:pt x="430530" y="19050"/>
                  </a:lnTo>
                  <a:lnTo>
                    <a:pt x="431800" y="19050"/>
                  </a:lnTo>
                  <a:lnTo>
                    <a:pt x="431800" y="22860"/>
                  </a:lnTo>
                  <a:lnTo>
                    <a:pt x="433070" y="22860"/>
                  </a:lnTo>
                  <a:lnTo>
                    <a:pt x="433070" y="25400"/>
                  </a:lnTo>
                  <a:lnTo>
                    <a:pt x="434340" y="25400"/>
                  </a:lnTo>
                  <a:lnTo>
                    <a:pt x="434340" y="27940"/>
                  </a:lnTo>
                  <a:lnTo>
                    <a:pt x="435610" y="27940"/>
                  </a:lnTo>
                  <a:lnTo>
                    <a:pt x="435610" y="30480"/>
                  </a:lnTo>
                  <a:lnTo>
                    <a:pt x="436880" y="30480"/>
                  </a:lnTo>
                  <a:lnTo>
                    <a:pt x="436880" y="33020"/>
                  </a:lnTo>
                  <a:lnTo>
                    <a:pt x="438150" y="33020"/>
                  </a:lnTo>
                  <a:lnTo>
                    <a:pt x="438150" y="36830"/>
                  </a:lnTo>
                  <a:lnTo>
                    <a:pt x="439420" y="36830"/>
                  </a:lnTo>
                  <a:lnTo>
                    <a:pt x="439420" y="39370"/>
                  </a:lnTo>
                  <a:lnTo>
                    <a:pt x="440690" y="39370"/>
                  </a:lnTo>
                  <a:lnTo>
                    <a:pt x="440690" y="41910"/>
                  </a:lnTo>
                  <a:lnTo>
                    <a:pt x="441960" y="41910"/>
                  </a:lnTo>
                  <a:lnTo>
                    <a:pt x="441960" y="44450"/>
                  </a:lnTo>
                  <a:lnTo>
                    <a:pt x="443230" y="44450"/>
                  </a:lnTo>
                  <a:lnTo>
                    <a:pt x="443230" y="48260"/>
                  </a:lnTo>
                  <a:lnTo>
                    <a:pt x="444500" y="48260"/>
                  </a:lnTo>
                  <a:lnTo>
                    <a:pt x="444500" y="50800"/>
                  </a:lnTo>
                  <a:lnTo>
                    <a:pt x="916940" y="50800"/>
                  </a:lnTo>
                  <a:lnTo>
                    <a:pt x="916940" y="2540"/>
                  </a:lnTo>
                  <a:lnTo>
                    <a:pt x="916940" y="0"/>
                  </a:lnTo>
                  <a:close/>
                </a:path>
              </a:pathLst>
            </a:custGeom>
            <a:solidFill>
              <a:srgbClr val="002900"/>
            </a:solidFill>
          </p:spPr>
          <p:txBody>
            <a:bodyPr wrap="square" lIns="0" tIns="0" rIns="0" bIns="0" rtlCol="0"/>
            <a:lstStyle/>
            <a:p/>
          </p:txBody>
        </p:sp>
        <p:sp>
          <p:nvSpPr>
            <p:cNvPr id="563" name="object 563"/>
            <p:cNvSpPr/>
            <p:nvPr/>
          </p:nvSpPr>
          <p:spPr>
            <a:xfrm>
              <a:off x="5528310" y="3295649"/>
              <a:ext cx="916940" cy="52069"/>
            </a:xfrm>
            <a:custGeom>
              <a:avLst/>
              <a:gdLst/>
              <a:ahLst/>
              <a:cxnLst/>
              <a:rect l="l" t="t" r="r" b="b"/>
              <a:pathLst>
                <a:path w="916939" h="52070">
                  <a:moveTo>
                    <a:pt x="322580" y="49542"/>
                  </a:moveTo>
                  <a:lnTo>
                    <a:pt x="0" y="49542"/>
                  </a:lnTo>
                  <a:lnTo>
                    <a:pt x="0" y="52070"/>
                  </a:lnTo>
                  <a:lnTo>
                    <a:pt x="322580" y="52070"/>
                  </a:lnTo>
                  <a:lnTo>
                    <a:pt x="322580" y="49542"/>
                  </a:lnTo>
                  <a:close/>
                </a:path>
                <a:path w="916939" h="52070">
                  <a:moveTo>
                    <a:pt x="322580" y="30492"/>
                  </a:moveTo>
                  <a:lnTo>
                    <a:pt x="0" y="30492"/>
                  </a:lnTo>
                  <a:lnTo>
                    <a:pt x="0" y="49530"/>
                  </a:lnTo>
                  <a:lnTo>
                    <a:pt x="322580" y="49530"/>
                  </a:lnTo>
                  <a:lnTo>
                    <a:pt x="322580" y="30492"/>
                  </a:lnTo>
                  <a:close/>
                </a:path>
                <a:path w="916939" h="52070">
                  <a:moveTo>
                    <a:pt x="322580" y="24142"/>
                  </a:moveTo>
                  <a:lnTo>
                    <a:pt x="0" y="24142"/>
                  </a:lnTo>
                  <a:lnTo>
                    <a:pt x="0" y="30480"/>
                  </a:lnTo>
                  <a:lnTo>
                    <a:pt x="322580" y="30480"/>
                  </a:lnTo>
                  <a:lnTo>
                    <a:pt x="322580" y="24142"/>
                  </a:lnTo>
                  <a:close/>
                </a:path>
                <a:path w="916939" h="52070">
                  <a:moveTo>
                    <a:pt x="322580" y="0"/>
                  </a:moveTo>
                  <a:lnTo>
                    <a:pt x="0" y="0"/>
                  </a:lnTo>
                  <a:lnTo>
                    <a:pt x="0" y="24130"/>
                  </a:lnTo>
                  <a:lnTo>
                    <a:pt x="322580" y="24130"/>
                  </a:lnTo>
                  <a:lnTo>
                    <a:pt x="322580" y="0"/>
                  </a:lnTo>
                  <a:close/>
                </a:path>
                <a:path w="916939" h="52070">
                  <a:moveTo>
                    <a:pt x="916940" y="49542"/>
                  </a:moveTo>
                  <a:lnTo>
                    <a:pt x="468630" y="49542"/>
                  </a:lnTo>
                  <a:lnTo>
                    <a:pt x="468630" y="52070"/>
                  </a:lnTo>
                  <a:lnTo>
                    <a:pt x="916940" y="52070"/>
                  </a:lnTo>
                  <a:lnTo>
                    <a:pt x="916940" y="49542"/>
                  </a:lnTo>
                  <a:close/>
                </a:path>
                <a:path w="916939" h="52070">
                  <a:moveTo>
                    <a:pt x="916940" y="0"/>
                  </a:moveTo>
                  <a:lnTo>
                    <a:pt x="445770" y="0"/>
                  </a:lnTo>
                  <a:lnTo>
                    <a:pt x="445770" y="1270"/>
                  </a:lnTo>
                  <a:lnTo>
                    <a:pt x="447040" y="1270"/>
                  </a:lnTo>
                  <a:lnTo>
                    <a:pt x="447040" y="3810"/>
                  </a:lnTo>
                  <a:lnTo>
                    <a:pt x="448310" y="3810"/>
                  </a:lnTo>
                  <a:lnTo>
                    <a:pt x="448310" y="7620"/>
                  </a:lnTo>
                  <a:lnTo>
                    <a:pt x="449580" y="7620"/>
                  </a:lnTo>
                  <a:lnTo>
                    <a:pt x="449580" y="10160"/>
                  </a:lnTo>
                  <a:lnTo>
                    <a:pt x="450850" y="10160"/>
                  </a:lnTo>
                  <a:lnTo>
                    <a:pt x="450850" y="12700"/>
                  </a:lnTo>
                  <a:lnTo>
                    <a:pt x="452120" y="12700"/>
                  </a:lnTo>
                  <a:lnTo>
                    <a:pt x="452120" y="15240"/>
                  </a:lnTo>
                  <a:lnTo>
                    <a:pt x="453390" y="15240"/>
                  </a:lnTo>
                  <a:lnTo>
                    <a:pt x="453390" y="19050"/>
                  </a:lnTo>
                  <a:lnTo>
                    <a:pt x="454660" y="19050"/>
                  </a:lnTo>
                  <a:lnTo>
                    <a:pt x="454660" y="21590"/>
                  </a:lnTo>
                  <a:lnTo>
                    <a:pt x="455930" y="21590"/>
                  </a:lnTo>
                  <a:lnTo>
                    <a:pt x="455930" y="24130"/>
                  </a:lnTo>
                  <a:lnTo>
                    <a:pt x="457200" y="24130"/>
                  </a:lnTo>
                  <a:lnTo>
                    <a:pt x="457200" y="26670"/>
                  </a:lnTo>
                  <a:lnTo>
                    <a:pt x="458470" y="26670"/>
                  </a:lnTo>
                  <a:lnTo>
                    <a:pt x="458470" y="30480"/>
                  </a:lnTo>
                  <a:lnTo>
                    <a:pt x="459740" y="30480"/>
                  </a:lnTo>
                  <a:lnTo>
                    <a:pt x="459740" y="33020"/>
                  </a:lnTo>
                  <a:lnTo>
                    <a:pt x="461010" y="33020"/>
                  </a:lnTo>
                  <a:lnTo>
                    <a:pt x="461010" y="35560"/>
                  </a:lnTo>
                  <a:lnTo>
                    <a:pt x="462280" y="35560"/>
                  </a:lnTo>
                  <a:lnTo>
                    <a:pt x="462280" y="38100"/>
                  </a:lnTo>
                  <a:lnTo>
                    <a:pt x="463550" y="38100"/>
                  </a:lnTo>
                  <a:lnTo>
                    <a:pt x="463550" y="41910"/>
                  </a:lnTo>
                  <a:lnTo>
                    <a:pt x="464820" y="41910"/>
                  </a:lnTo>
                  <a:lnTo>
                    <a:pt x="464820" y="44450"/>
                  </a:lnTo>
                  <a:lnTo>
                    <a:pt x="466090" y="44450"/>
                  </a:lnTo>
                  <a:lnTo>
                    <a:pt x="466090" y="46990"/>
                  </a:lnTo>
                  <a:lnTo>
                    <a:pt x="467360" y="46990"/>
                  </a:lnTo>
                  <a:lnTo>
                    <a:pt x="467360" y="49530"/>
                  </a:lnTo>
                  <a:lnTo>
                    <a:pt x="916940" y="49530"/>
                  </a:lnTo>
                  <a:lnTo>
                    <a:pt x="916940" y="1270"/>
                  </a:lnTo>
                  <a:lnTo>
                    <a:pt x="916940" y="0"/>
                  </a:lnTo>
                  <a:close/>
                </a:path>
              </a:pathLst>
            </a:custGeom>
            <a:solidFill>
              <a:srgbClr val="002A00"/>
            </a:solidFill>
          </p:spPr>
          <p:txBody>
            <a:bodyPr wrap="square" lIns="0" tIns="0" rIns="0" bIns="0" rtlCol="0"/>
            <a:lstStyle/>
            <a:p/>
          </p:txBody>
        </p:sp>
        <p:sp>
          <p:nvSpPr>
            <p:cNvPr id="564" name="object 564"/>
            <p:cNvSpPr/>
            <p:nvPr/>
          </p:nvSpPr>
          <p:spPr>
            <a:xfrm>
              <a:off x="5528310" y="3347719"/>
              <a:ext cx="916940" cy="50800"/>
            </a:xfrm>
            <a:custGeom>
              <a:avLst/>
              <a:gdLst/>
              <a:ahLst/>
              <a:cxnLst/>
              <a:rect l="l" t="t" r="r" b="b"/>
              <a:pathLst>
                <a:path w="916939" h="50800">
                  <a:moveTo>
                    <a:pt x="322580" y="29222"/>
                  </a:moveTo>
                  <a:lnTo>
                    <a:pt x="0" y="29222"/>
                  </a:lnTo>
                  <a:lnTo>
                    <a:pt x="0" y="50800"/>
                  </a:lnTo>
                  <a:lnTo>
                    <a:pt x="322580" y="50800"/>
                  </a:lnTo>
                  <a:lnTo>
                    <a:pt x="322580" y="29222"/>
                  </a:lnTo>
                  <a:close/>
                </a:path>
                <a:path w="916939" h="50800">
                  <a:moveTo>
                    <a:pt x="322580" y="3822"/>
                  </a:moveTo>
                  <a:lnTo>
                    <a:pt x="0" y="3822"/>
                  </a:lnTo>
                  <a:lnTo>
                    <a:pt x="0" y="29210"/>
                  </a:lnTo>
                  <a:lnTo>
                    <a:pt x="322580" y="29210"/>
                  </a:lnTo>
                  <a:lnTo>
                    <a:pt x="322580" y="3822"/>
                  </a:lnTo>
                  <a:close/>
                </a:path>
                <a:path w="916939" h="50800">
                  <a:moveTo>
                    <a:pt x="322580" y="0"/>
                  </a:moveTo>
                  <a:lnTo>
                    <a:pt x="0" y="0"/>
                  </a:lnTo>
                  <a:lnTo>
                    <a:pt x="0" y="3810"/>
                  </a:lnTo>
                  <a:lnTo>
                    <a:pt x="322580" y="3810"/>
                  </a:lnTo>
                  <a:lnTo>
                    <a:pt x="322580" y="0"/>
                  </a:lnTo>
                  <a:close/>
                </a:path>
                <a:path w="916939" h="50800">
                  <a:moveTo>
                    <a:pt x="916940" y="0"/>
                  </a:moveTo>
                  <a:lnTo>
                    <a:pt x="469900" y="0"/>
                  </a:lnTo>
                  <a:lnTo>
                    <a:pt x="469900" y="3810"/>
                  </a:lnTo>
                  <a:lnTo>
                    <a:pt x="471170" y="3810"/>
                  </a:lnTo>
                  <a:lnTo>
                    <a:pt x="471170" y="6350"/>
                  </a:lnTo>
                  <a:lnTo>
                    <a:pt x="472440" y="6350"/>
                  </a:lnTo>
                  <a:lnTo>
                    <a:pt x="472440" y="8890"/>
                  </a:lnTo>
                  <a:lnTo>
                    <a:pt x="473710" y="8890"/>
                  </a:lnTo>
                  <a:lnTo>
                    <a:pt x="473710" y="11430"/>
                  </a:lnTo>
                  <a:lnTo>
                    <a:pt x="474980" y="11430"/>
                  </a:lnTo>
                  <a:lnTo>
                    <a:pt x="474980" y="15240"/>
                  </a:lnTo>
                  <a:lnTo>
                    <a:pt x="476250" y="15240"/>
                  </a:lnTo>
                  <a:lnTo>
                    <a:pt x="476250" y="17780"/>
                  </a:lnTo>
                  <a:lnTo>
                    <a:pt x="477520" y="17780"/>
                  </a:lnTo>
                  <a:lnTo>
                    <a:pt x="477520" y="20320"/>
                  </a:lnTo>
                  <a:lnTo>
                    <a:pt x="478790" y="20320"/>
                  </a:lnTo>
                  <a:lnTo>
                    <a:pt x="478790" y="22860"/>
                  </a:lnTo>
                  <a:lnTo>
                    <a:pt x="480060" y="22860"/>
                  </a:lnTo>
                  <a:lnTo>
                    <a:pt x="480060" y="26670"/>
                  </a:lnTo>
                  <a:lnTo>
                    <a:pt x="481330" y="26670"/>
                  </a:lnTo>
                  <a:lnTo>
                    <a:pt x="481330" y="29210"/>
                  </a:lnTo>
                  <a:lnTo>
                    <a:pt x="482600" y="29210"/>
                  </a:lnTo>
                  <a:lnTo>
                    <a:pt x="482600" y="31750"/>
                  </a:lnTo>
                  <a:lnTo>
                    <a:pt x="483870" y="31750"/>
                  </a:lnTo>
                  <a:lnTo>
                    <a:pt x="483870" y="34290"/>
                  </a:lnTo>
                  <a:lnTo>
                    <a:pt x="485140" y="34290"/>
                  </a:lnTo>
                  <a:lnTo>
                    <a:pt x="485140" y="38100"/>
                  </a:lnTo>
                  <a:lnTo>
                    <a:pt x="486410" y="38100"/>
                  </a:lnTo>
                  <a:lnTo>
                    <a:pt x="486410" y="40640"/>
                  </a:lnTo>
                  <a:lnTo>
                    <a:pt x="487680" y="40640"/>
                  </a:lnTo>
                  <a:lnTo>
                    <a:pt x="487680" y="43180"/>
                  </a:lnTo>
                  <a:lnTo>
                    <a:pt x="488950" y="43180"/>
                  </a:lnTo>
                  <a:lnTo>
                    <a:pt x="488950" y="45720"/>
                  </a:lnTo>
                  <a:lnTo>
                    <a:pt x="490220" y="45720"/>
                  </a:lnTo>
                  <a:lnTo>
                    <a:pt x="490220" y="49530"/>
                  </a:lnTo>
                  <a:lnTo>
                    <a:pt x="491490" y="49530"/>
                  </a:lnTo>
                  <a:lnTo>
                    <a:pt x="491490" y="50800"/>
                  </a:lnTo>
                  <a:lnTo>
                    <a:pt x="916940" y="50800"/>
                  </a:lnTo>
                  <a:lnTo>
                    <a:pt x="916940" y="3810"/>
                  </a:lnTo>
                  <a:lnTo>
                    <a:pt x="916940" y="0"/>
                  </a:lnTo>
                  <a:close/>
                </a:path>
              </a:pathLst>
            </a:custGeom>
            <a:solidFill>
              <a:srgbClr val="002B00"/>
            </a:solidFill>
          </p:spPr>
          <p:txBody>
            <a:bodyPr wrap="square" lIns="0" tIns="0" rIns="0" bIns="0" rtlCol="0"/>
            <a:lstStyle/>
            <a:p/>
          </p:txBody>
        </p:sp>
        <p:sp>
          <p:nvSpPr>
            <p:cNvPr id="565" name="object 565"/>
            <p:cNvSpPr/>
            <p:nvPr/>
          </p:nvSpPr>
          <p:spPr>
            <a:xfrm>
              <a:off x="5528310" y="3398519"/>
              <a:ext cx="916940" cy="52069"/>
            </a:xfrm>
            <a:custGeom>
              <a:avLst/>
              <a:gdLst/>
              <a:ahLst/>
              <a:cxnLst/>
              <a:rect l="l" t="t" r="r" b="b"/>
              <a:pathLst>
                <a:path w="916939" h="52070">
                  <a:moveTo>
                    <a:pt x="322580" y="35572"/>
                  </a:moveTo>
                  <a:lnTo>
                    <a:pt x="0" y="35572"/>
                  </a:lnTo>
                  <a:lnTo>
                    <a:pt x="0" y="52070"/>
                  </a:lnTo>
                  <a:lnTo>
                    <a:pt x="322580" y="52070"/>
                  </a:lnTo>
                  <a:lnTo>
                    <a:pt x="322580" y="35572"/>
                  </a:lnTo>
                  <a:close/>
                </a:path>
                <a:path w="916939" h="52070">
                  <a:moveTo>
                    <a:pt x="322580" y="29222"/>
                  </a:moveTo>
                  <a:lnTo>
                    <a:pt x="0" y="29222"/>
                  </a:lnTo>
                  <a:lnTo>
                    <a:pt x="0" y="35560"/>
                  </a:lnTo>
                  <a:lnTo>
                    <a:pt x="322580" y="35560"/>
                  </a:lnTo>
                  <a:lnTo>
                    <a:pt x="322580" y="29222"/>
                  </a:lnTo>
                  <a:close/>
                </a:path>
                <a:path w="916939" h="52070">
                  <a:moveTo>
                    <a:pt x="322580" y="10172"/>
                  </a:moveTo>
                  <a:lnTo>
                    <a:pt x="0" y="10172"/>
                  </a:lnTo>
                  <a:lnTo>
                    <a:pt x="0" y="29210"/>
                  </a:lnTo>
                  <a:lnTo>
                    <a:pt x="322580" y="29210"/>
                  </a:lnTo>
                  <a:lnTo>
                    <a:pt x="322580" y="10172"/>
                  </a:lnTo>
                  <a:close/>
                </a:path>
                <a:path w="916939" h="52070">
                  <a:moveTo>
                    <a:pt x="322580" y="3822"/>
                  </a:moveTo>
                  <a:lnTo>
                    <a:pt x="0" y="3822"/>
                  </a:lnTo>
                  <a:lnTo>
                    <a:pt x="0" y="10160"/>
                  </a:lnTo>
                  <a:lnTo>
                    <a:pt x="322580" y="10160"/>
                  </a:lnTo>
                  <a:lnTo>
                    <a:pt x="322580" y="3822"/>
                  </a:lnTo>
                  <a:close/>
                </a:path>
                <a:path w="916939" h="52070">
                  <a:moveTo>
                    <a:pt x="322580" y="0"/>
                  </a:moveTo>
                  <a:lnTo>
                    <a:pt x="0" y="0"/>
                  </a:lnTo>
                  <a:lnTo>
                    <a:pt x="0" y="3810"/>
                  </a:lnTo>
                  <a:lnTo>
                    <a:pt x="322580" y="3810"/>
                  </a:lnTo>
                  <a:lnTo>
                    <a:pt x="322580" y="0"/>
                  </a:lnTo>
                  <a:close/>
                </a:path>
                <a:path w="916939" h="52070">
                  <a:moveTo>
                    <a:pt x="916940" y="0"/>
                  </a:moveTo>
                  <a:lnTo>
                    <a:pt x="491490" y="0"/>
                  </a:lnTo>
                  <a:lnTo>
                    <a:pt x="491490" y="1270"/>
                  </a:lnTo>
                  <a:lnTo>
                    <a:pt x="492760" y="1270"/>
                  </a:lnTo>
                  <a:lnTo>
                    <a:pt x="492760" y="3810"/>
                  </a:lnTo>
                  <a:lnTo>
                    <a:pt x="494030" y="3810"/>
                  </a:lnTo>
                  <a:lnTo>
                    <a:pt x="494030" y="6350"/>
                  </a:lnTo>
                  <a:lnTo>
                    <a:pt x="495300" y="6350"/>
                  </a:lnTo>
                  <a:lnTo>
                    <a:pt x="495300" y="10160"/>
                  </a:lnTo>
                  <a:lnTo>
                    <a:pt x="496570" y="10160"/>
                  </a:lnTo>
                  <a:lnTo>
                    <a:pt x="496570" y="12700"/>
                  </a:lnTo>
                  <a:lnTo>
                    <a:pt x="497840" y="12700"/>
                  </a:lnTo>
                  <a:lnTo>
                    <a:pt x="497840" y="15240"/>
                  </a:lnTo>
                  <a:lnTo>
                    <a:pt x="499110" y="15240"/>
                  </a:lnTo>
                  <a:lnTo>
                    <a:pt x="499110" y="17780"/>
                  </a:lnTo>
                  <a:lnTo>
                    <a:pt x="500380" y="17780"/>
                  </a:lnTo>
                  <a:lnTo>
                    <a:pt x="500380" y="20320"/>
                  </a:lnTo>
                  <a:lnTo>
                    <a:pt x="501650" y="20320"/>
                  </a:lnTo>
                  <a:lnTo>
                    <a:pt x="501650" y="24130"/>
                  </a:lnTo>
                  <a:lnTo>
                    <a:pt x="502920" y="24130"/>
                  </a:lnTo>
                  <a:lnTo>
                    <a:pt x="502920" y="26670"/>
                  </a:lnTo>
                  <a:lnTo>
                    <a:pt x="504190" y="26670"/>
                  </a:lnTo>
                  <a:lnTo>
                    <a:pt x="504190" y="29210"/>
                  </a:lnTo>
                  <a:lnTo>
                    <a:pt x="505460" y="29210"/>
                  </a:lnTo>
                  <a:lnTo>
                    <a:pt x="505460" y="31750"/>
                  </a:lnTo>
                  <a:lnTo>
                    <a:pt x="506730" y="31750"/>
                  </a:lnTo>
                  <a:lnTo>
                    <a:pt x="506730" y="35560"/>
                  </a:lnTo>
                  <a:lnTo>
                    <a:pt x="508000" y="35560"/>
                  </a:lnTo>
                  <a:lnTo>
                    <a:pt x="508000" y="38100"/>
                  </a:lnTo>
                  <a:lnTo>
                    <a:pt x="509270" y="38100"/>
                  </a:lnTo>
                  <a:lnTo>
                    <a:pt x="509270" y="40640"/>
                  </a:lnTo>
                  <a:lnTo>
                    <a:pt x="510540" y="40640"/>
                  </a:lnTo>
                  <a:lnTo>
                    <a:pt x="510540" y="43180"/>
                  </a:lnTo>
                  <a:lnTo>
                    <a:pt x="511810" y="43180"/>
                  </a:lnTo>
                  <a:lnTo>
                    <a:pt x="511810" y="46990"/>
                  </a:lnTo>
                  <a:lnTo>
                    <a:pt x="513080" y="46990"/>
                  </a:lnTo>
                  <a:lnTo>
                    <a:pt x="513080" y="49530"/>
                  </a:lnTo>
                  <a:lnTo>
                    <a:pt x="514350" y="49530"/>
                  </a:lnTo>
                  <a:lnTo>
                    <a:pt x="514350" y="52070"/>
                  </a:lnTo>
                  <a:lnTo>
                    <a:pt x="916940" y="52070"/>
                  </a:lnTo>
                  <a:lnTo>
                    <a:pt x="916940" y="49530"/>
                  </a:lnTo>
                  <a:lnTo>
                    <a:pt x="916940" y="46990"/>
                  </a:lnTo>
                  <a:lnTo>
                    <a:pt x="916940" y="1270"/>
                  </a:lnTo>
                  <a:lnTo>
                    <a:pt x="916940" y="0"/>
                  </a:lnTo>
                  <a:close/>
                </a:path>
              </a:pathLst>
            </a:custGeom>
            <a:solidFill>
              <a:srgbClr val="002C00"/>
            </a:solidFill>
          </p:spPr>
          <p:txBody>
            <a:bodyPr wrap="square" lIns="0" tIns="0" rIns="0" bIns="0" rtlCol="0"/>
            <a:lstStyle/>
            <a:p/>
          </p:txBody>
        </p:sp>
        <p:sp>
          <p:nvSpPr>
            <p:cNvPr id="566" name="object 566"/>
            <p:cNvSpPr/>
            <p:nvPr/>
          </p:nvSpPr>
          <p:spPr>
            <a:xfrm>
              <a:off x="5528310" y="3450589"/>
              <a:ext cx="916940" cy="52069"/>
            </a:xfrm>
            <a:custGeom>
              <a:avLst/>
              <a:gdLst/>
              <a:ahLst/>
              <a:cxnLst/>
              <a:rect l="l" t="t" r="r" b="b"/>
              <a:pathLst>
                <a:path w="916939" h="52070">
                  <a:moveTo>
                    <a:pt x="322580" y="34302"/>
                  </a:moveTo>
                  <a:lnTo>
                    <a:pt x="0" y="34302"/>
                  </a:lnTo>
                  <a:lnTo>
                    <a:pt x="0" y="52070"/>
                  </a:lnTo>
                  <a:lnTo>
                    <a:pt x="322580" y="52070"/>
                  </a:lnTo>
                  <a:lnTo>
                    <a:pt x="322580" y="34302"/>
                  </a:lnTo>
                  <a:close/>
                </a:path>
                <a:path w="916939" h="52070">
                  <a:moveTo>
                    <a:pt x="322580" y="8902"/>
                  </a:moveTo>
                  <a:lnTo>
                    <a:pt x="0" y="8902"/>
                  </a:lnTo>
                  <a:lnTo>
                    <a:pt x="0" y="34290"/>
                  </a:lnTo>
                  <a:lnTo>
                    <a:pt x="322580" y="34290"/>
                  </a:lnTo>
                  <a:lnTo>
                    <a:pt x="322580" y="8902"/>
                  </a:lnTo>
                  <a:close/>
                </a:path>
                <a:path w="916939" h="52070">
                  <a:moveTo>
                    <a:pt x="322580" y="0"/>
                  </a:moveTo>
                  <a:lnTo>
                    <a:pt x="0" y="0"/>
                  </a:lnTo>
                  <a:lnTo>
                    <a:pt x="0" y="8890"/>
                  </a:lnTo>
                  <a:lnTo>
                    <a:pt x="322580" y="8890"/>
                  </a:lnTo>
                  <a:lnTo>
                    <a:pt x="322580" y="0"/>
                  </a:lnTo>
                  <a:close/>
                </a:path>
                <a:path w="916939" h="52070">
                  <a:moveTo>
                    <a:pt x="916940" y="0"/>
                  </a:moveTo>
                  <a:lnTo>
                    <a:pt x="515620" y="0"/>
                  </a:lnTo>
                  <a:lnTo>
                    <a:pt x="515620" y="2540"/>
                  </a:lnTo>
                  <a:lnTo>
                    <a:pt x="516890" y="2540"/>
                  </a:lnTo>
                  <a:lnTo>
                    <a:pt x="516890" y="6350"/>
                  </a:lnTo>
                  <a:lnTo>
                    <a:pt x="518160" y="6350"/>
                  </a:lnTo>
                  <a:lnTo>
                    <a:pt x="518160" y="8890"/>
                  </a:lnTo>
                  <a:lnTo>
                    <a:pt x="519430" y="8890"/>
                  </a:lnTo>
                  <a:lnTo>
                    <a:pt x="519430" y="11430"/>
                  </a:lnTo>
                  <a:lnTo>
                    <a:pt x="520700" y="11430"/>
                  </a:lnTo>
                  <a:lnTo>
                    <a:pt x="520700" y="13970"/>
                  </a:lnTo>
                  <a:lnTo>
                    <a:pt x="521970" y="13970"/>
                  </a:lnTo>
                  <a:lnTo>
                    <a:pt x="521970" y="17780"/>
                  </a:lnTo>
                  <a:lnTo>
                    <a:pt x="523240" y="17780"/>
                  </a:lnTo>
                  <a:lnTo>
                    <a:pt x="523240" y="20320"/>
                  </a:lnTo>
                  <a:lnTo>
                    <a:pt x="524510" y="20320"/>
                  </a:lnTo>
                  <a:lnTo>
                    <a:pt x="524510" y="22860"/>
                  </a:lnTo>
                  <a:lnTo>
                    <a:pt x="525780" y="22860"/>
                  </a:lnTo>
                  <a:lnTo>
                    <a:pt x="525780" y="25400"/>
                  </a:lnTo>
                  <a:lnTo>
                    <a:pt x="527050" y="25400"/>
                  </a:lnTo>
                  <a:lnTo>
                    <a:pt x="527050" y="29210"/>
                  </a:lnTo>
                  <a:lnTo>
                    <a:pt x="528320" y="29210"/>
                  </a:lnTo>
                  <a:lnTo>
                    <a:pt x="528320" y="31750"/>
                  </a:lnTo>
                  <a:lnTo>
                    <a:pt x="529590" y="31750"/>
                  </a:lnTo>
                  <a:lnTo>
                    <a:pt x="529590" y="34290"/>
                  </a:lnTo>
                  <a:lnTo>
                    <a:pt x="530860" y="34290"/>
                  </a:lnTo>
                  <a:lnTo>
                    <a:pt x="530860" y="36830"/>
                  </a:lnTo>
                  <a:lnTo>
                    <a:pt x="532130" y="36830"/>
                  </a:lnTo>
                  <a:lnTo>
                    <a:pt x="532130" y="39370"/>
                  </a:lnTo>
                  <a:lnTo>
                    <a:pt x="533400" y="39370"/>
                  </a:lnTo>
                  <a:lnTo>
                    <a:pt x="533400" y="43180"/>
                  </a:lnTo>
                  <a:lnTo>
                    <a:pt x="534670" y="43180"/>
                  </a:lnTo>
                  <a:lnTo>
                    <a:pt x="534670" y="45720"/>
                  </a:lnTo>
                  <a:lnTo>
                    <a:pt x="535940" y="45720"/>
                  </a:lnTo>
                  <a:lnTo>
                    <a:pt x="535940" y="48260"/>
                  </a:lnTo>
                  <a:lnTo>
                    <a:pt x="537210" y="48260"/>
                  </a:lnTo>
                  <a:lnTo>
                    <a:pt x="537210" y="50800"/>
                  </a:lnTo>
                  <a:lnTo>
                    <a:pt x="538480" y="50800"/>
                  </a:lnTo>
                  <a:lnTo>
                    <a:pt x="538480" y="52070"/>
                  </a:lnTo>
                  <a:lnTo>
                    <a:pt x="916940" y="52070"/>
                  </a:lnTo>
                  <a:lnTo>
                    <a:pt x="916940" y="50800"/>
                  </a:lnTo>
                  <a:lnTo>
                    <a:pt x="916940" y="48260"/>
                  </a:lnTo>
                  <a:lnTo>
                    <a:pt x="916940" y="2540"/>
                  </a:lnTo>
                  <a:lnTo>
                    <a:pt x="916940" y="0"/>
                  </a:lnTo>
                  <a:close/>
                </a:path>
              </a:pathLst>
            </a:custGeom>
            <a:solidFill>
              <a:srgbClr val="002D00"/>
            </a:solidFill>
          </p:spPr>
          <p:txBody>
            <a:bodyPr wrap="square" lIns="0" tIns="0" rIns="0" bIns="0" rtlCol="0"/>
            <a:lstStyle/>
            <a:p/>
          </p:txBody>
        </p:sp>
        <p:sp>
          <p:nvSpPr>
            <p:cNvPr id="567" name="object 567"/>
            <p:cNvSpPr/>
            <p:nvPr/>
          </p:nvSpPr>
          <p:spPr>
            <a:xfrm>
              <a:off x="5528310" y="3502659"/>
              <a:ext cx="916940" cy="52069"/>
            </a:xfrm>
            <a:custGeom>
              <a:avLst/>
              <a:gdLst/>
              <a:ahLst/>
              <a:cxnLst/>
              <a:rect l="l" t="t" r="r" b="b"/>
              <a:pathLst>
                <a:path w="916939" h="52070">
                  <a:moveTo>
                    <a:pt x="322580" y="39382"/>
                  </a:moveTo>
                  <a:lnTo>
                    <a:pt x="0" y="39382"/>
                  </a:lnTo>
                  <a:lnTo>
                    <a:pt x="0" y="52070"/>
                  </a:lnTo>
                  <a:lnTo>
                    <a:pt x="322580" y="52070"/>
                  </a:lnTo>
                  <a:lnTo>
                    <a:pt x="322580" y="39382"/>
                  </a:lnTo>
                  <a:close/>
                </a:path>
                <a:path w="916939" h="52070">
                  <a:moveTo>
                    <a:pt x="322580" y="13982"/>
                  </a:moveTo>
                  <a:lnTo>
                    <a:pt x="0" y="13982"/>
                  </a:lnTo>
                  <a:lnTo>
                    <a:pt x="0" y="39370"/>
                  </a:lnTo>
                  <a:lnTo>
                    <a:pt x="322580" y="39370"/>
                  </a:lnTo>
                  <a:lnTo>
                    <a:pt x="322580" y="13982"/>
                  </a:lnTo>
                  <a:close/>
                </a:path>
                <a:path w="916939" h="52070">
                  <a:moveTo>
                    <a:pt x="322580" y="7632"/>
                  </a:moveTo>
                  <a:lnTo>
                    <a:pt x="0" y="7632"/>
                  </a:lnTo>
                  <a:lnTo>
                    <a:pt x="0" y="13970"/>
                  </a:lnTo>
                  <a:lnTo>
                    <a:pt x="322580" y="13970"/>
                  </a:lnTo>
                  <a:lnTo>
                    <a:pt x="322580" y="7632"/>
                  </a:lnTo>
                  <a:close/>
                </a:path>
                <a:path w="916939" h="52070">
                  <a:moveTo>
                    <a:pt x="322580" y="0"/>
                  </a:moveTo>
                  <a:lnTo>
                    <a:pt x="0" y="0"/>
                  </a:lnTo>
                  <a:lnTo>
                    <a:pt x="0" y="7620"/>
                  </a:lnTo>
                  <a:lnTo>
                    <a:pt x="322580" y="7620"/>
                  </a:lnTo>
                  <a:lnTo>
                    <a:pt x="322580" y="0"/>
                  </a:lnTo>
                  <a:close/>
                </a:path>
                <a:path w="916939" h="52070">
                  <a:moveTo>
                    <a:pt x="916940" y="0"/>
                  </a:moveTo>
                  <a:lnTo>
                    <a:pt x="538480" y="0"/>
                  </a:lnTo>
                  <a:lnTo>
                    <a:pt x="538480" y="2540"/>
                  </a:lnTo>
                  <a:lnTo>
                    <a:pt x="539750" y="2540"/>
                  </a:lnTo>
                  <a:lnTo>
                    <a:pt x="539750" y="5080"/>
                  </a:lnTo>
                  <a:lnTo>
                    <a:pt x="541020" y="5080"/>
                  </a:lnTo>
                  <a:lnTo>
                    <a:pt x="541020" y="7620"/>
                  </a:lnTo>
                  <a:lnTo>
                    <a:pt x="542290" y="7620"/>
                  </a:lnTo>
                  <a:lnTo>
                    <a:pt x="542290" y="10160"/>
                  </a:lnTo>
                  <a:lnTo>
                    <a:pt x="543560" y="10160"/>
                  </a:lnTo>
                  <a:lnTo>
                    <a:pt x="543560" y="13970"/>
                  </a:lnTo>
                  <a:lnTo>
                    <a:pt x="544830" y="13970"/>
                  </a:lnTo>
                  <a:lnTo>
                    <a:pt x="544830" y="16510"/>
                  </a:lnTo>
                  <a:lnTo>
                    <a:pt x="546100" y="16510"/>
                  </a:lnTo>
                  <a:lnTo>
                    <a:pt x="546100" y="19050"/>
                  </a:lnTo>
                  <a:lnTo>
                    <a:pt x="547370" y="19050"/>
                  </a:lnTo>
                  <a:lnTo>
                    <a:pt x="547370" y="21590"/>
                  </a:lnTo>
                  <a:lnTo>
                    <a:pt x="548640" y="21590"/>
                  </a:lnTo>
                  <a:lnTo>
                    <a:pt x="548640" y="25400"/>
                  </a:lnTo>
                  <a:lnTo>
                    <a:pt x="549910" y="25400"/>
                  </a:lnTo>
                  <a:lnTo>
                    <a:pt x="549910" y="27940"/>
                  </a:lnTo>
                  <a:lnTo>
                    <a:pt x="551180" y="27940"/>
                  </a:lnTo>
                  <a:lnTo>
                    <a:pt x="551180" y="30480"/>
                  </a:lnTo>
                  <a:lnTo>
                    <a:pt x="552450" y="30480"/>
                  </a:lnTo>
                  <a:lnTo>
                    <a:pt x="552450" y="33020"/>
                  </a:lnTo>
                  <a:lnTo>
                    <a:pt x="553720" y="33020"/>
                  </a:lnTo>
                  <a:lnTo>
                    <a:pt x="553720" y="36830"/>
                  </a:lnTo>
                  <a:lnTo>
                    <a:pt x="554990" y="36830"/>
                  </a:lnTo>
                  <a:lnTo>
                    <a:pt x="554990" y="39370"/>
                  </a:lnTo>
                  <a:lnTo>
                    <a:pt x="556260" y="39370"/>
                  </a:lnTo>
                  <a:lnTo>
                    <a:pt x="556260" y="41910"/>
                  </a:lnTo>
                  <a:lnTo>
                    <a:pt x="557530" y="41910"/>
                  </a:lnTo>
                  <a:lnTo>
                    <a:pt x="557530" y="44450"/>
                  </a:lnTo>
                  <a:lnTo>
                    <a:pt x="558800" y="44450"/>
                  </a:lnTo>
                  <a:lnTo>
                    <a:pt x="558800" y="48260"/>
                  </a:lnTo>
                  <a:lnTo>
                    <a:pt x="560070" y="48260"/>
                  </a:lnTo>
                  <a:lnTo>
                    <a:pt x="560070" y="50800"/>
                  </a:lnTo>
                  <a:lnTo>
                    <a:pt x="561340" y="50800"/>
                  </a:lnTo>
                  <a:lnTo>
                    <a:pt x="561340" y="52070"/>
                  </a:lnTo>
                  <a:lnTo>
                    <a:pt x="916940" y="52070"/>
                  </a:lnTo>
                  <a:lnTo>
                    <a:pt x="916940" y="50800"/>
                  </a:lnTo>
                  <a:lnTo>
                    <a:pt x="916940" y="48260"/>
                  </a:lnTo>
                  <a:lnTo>
                    <a:pt x="916940" y="2540"/>
                  </a:lnTo>
                  <a:lnTo>
                    <a:pt x="916940" y="0"/>
                  </a:lnTo>
                  <a:close/>
                </a:path>
              </a:pathLst>
            </a:custGeom>
            <a:solidFill>
              <a:srgbClr val="002E00"/>
            </a:solidFill>
          </p:spPr>
          <p:txBody>
            <a:bodyPr wrap="square" lIns="0" tIns="0" rIns="0" bIns="0" rtlCol="0"/>
            <a:lstStyle/>
            <a:p/>
          </p:txBody>
        </p:sp>
        <p:sp>
          <p:nvSpPr>
            <p:cNvPr id="568" name="object 568"/>
            <p:cNvSpPr/>
            <p:nvPr/>
          </p:nvSpPr>
          <p:spPr>
            <a:xfrm>
              <a:off x="5528310" y="3554729"/>
              <a:ext cx="916940" cy="50800"/>
            </a:xfrm>
            <a:custGeom>
              <a:avLst/>
              <a:gdLst/>
              <a:ahLst/>
              <a:cxnLst/>
              <a:rect l="l" t="t" r="r" b="b"/>
              <a:pathLst>
                <a:path w="916939" h="50800">
                  <a:moveTo>
                    <a:pt x="322580" y="44462"/>
                  </a:moveTo>
                  <a:lnTo>
                    <a:pt x="0" y="44462"/>
                  </a:lnTo>
                  <a:lnTo>
                    <a:pt x="0" y="50800"/>
                  </a:lnTo>
                  <a:lnTo>
                    <a:pt x="322580" y="50800"/>
                  </a:lnTo>
                  <a:lnTo>
                    <a:pt x="322580" y="44462"/>
                  </a:lnTo>
                  <a:close/>
                </a:path>
                <a:path w="916939" h="50800">
                  <a:moveTo>
                    <a:pt x="322580" y="38112"/>
                  </a:moveTo>
                  <a:lnTo>
                    <a:pt x="0" y="38112"/>
                  </a:lnTo>
                  <a:lnTo>
                    <a:pt x="0" y="44450"/>
                  </a:lnTo>
                  <a:lnTo>
                    <a:pt x="322580" y="44450"/>
                  </a:lnTo>
                  <a:lnTo>
                    <a:pt x="322580" y="38112"/>
                  </a:lnTo>
                  <a:close/>
                </a:path>
                <a:path w="916939" h="50800">
                  <a:moveTo>
                    <a:pt x="322580" y="12712"/>
                  </a:moveTo>
                  <a:lnTo>
                    <a:pt x="0" y="12712"/>
                  </a:lnTo>
                  <a:lnTo>
                    <a:pt x="0" y="38100"/>
                  </a:lnTo>
                  <a:lnTo>
                    <a:pt x="322580" y="38100"/>
                  </a:lnTo>
                  <a:lnTo>
                    <a:pt x="322580" y="12712"/>
                  </a:lnTo>
                  <a:close/>
                </a:path>
                <a:path w="916939" h="50800">
                  <a:moveTo>
                    <a:pt x="322580" y="0"/>
                  </a:moveTo>
                  <a:lnTo>
                    <a:pt x="0" y="0"/>
                  </a:lnTo>
                  <a:lnTo>
                    <a:pt x="0" y="12700"/>
                  </a:lnTo>
                  <a:lnTo>
                    <a:pt x="322580" y="12700"/>
                  </a:lnTo>
                  <a:lnTo>
                    <a:pt x="322580" y="0"/>
                  </a:lnTo>
                  <a:close/>
                </a:path>
                <a:path w="916939" h="50800">
                  <a:moveTo>
                    <a:pt x="916940" y="0"/>
                  </a:moveTo>
                  <a:lnTo>
                    <a:pt x="561340" y="0"/>
                  </a:lnTo>
                  <a:lnTo>
                    <a:pt x="561340" y="1270"/>
                  </a:lnTo>
                  <a:lnTo>
                    <a:pt x="562610" y="1270"/>
                  </a:lnTo>
                  <a:lnTo>
                    <a:pt x="562610" y="3810"/>
                  </a:lnTo>
                  <a:lnTo>
                    <a:pt x="563880" y="3810"/>
                  </a:lnTo>
                  <a:lnTo>
                    <a:pt x="563880" y="6350"/>
                  </a:lnTo>
                  <a:lnTo>
                    <a:pt x="565150" y="6350"/>
                  </a:lnTo>
                  <a:lnTo>
                    <a:pt x="565150" y="10160"/>
                  </a:lnTo>
                  <a:lnTo>
                    <a:pt x="566420" y="10160"/>
                  </a:lnTo>
                  <a:lnTo>
                    <a:pt x="566420" y="12700"/>
                  </a:lnTo>
                  <a:lnTo>
                    <a:pt x="567690" y="12700"/>
                  </a:lnTo>
                  <a:lnTo>
                    <a:pt x="567690" y="15240"/>
                  </a:lnTo>
                  <a:lnTo>
                    <a:pt x="568960" y="15240"/>
                  </a:lnTo>
                  <a:lnTo>
                    <a:pt x="568960" y="17780"/>
                  </a:lnTo>
                  <a:lnTo>
                    <a:pt x="570230" y="17780"/>
                  </a:lnTo>
                  <a:lnTo>
                    <a:pt x="570230" y="21590"/>
                  </a:lnTo>
                  <a:lnTo>
                    <a:pt x="571500" y="21590"/>
                  </a:lnTo>
                  <a:lnTo>
                    <a:pt x="571500" y="24130"/>
                  </a:lnTo>
                  <a:lnTo>
                    <a:pt x="572770" y="24130"/>
                  </a:lnTo>
                  <a:lnTo>
                    <a:pt x="572770" y="26670"/>
                  </a:lnTo>
                  <a:lnTo>
                    <a:pt x="574040" y="26670"/>
                  </a:lnTo>
                  <a:lnTo>
                    <a:pt x="574040" y="29210"/>
                  </a:lnTo>
                  <a:lnTo>
                    <a:pt x="575310" y="29210"/>
                  </a:lnTo>
                  <a:lnTo>
                    <a:pt x="575310" y="33020"/>
                  </a:lnTo>
                  <a:lnTo>
                    <a:pt x="576580" y="33020"/>
                  </a:lnTo>
                  <a:lnTo>
                    <a:pt x="576580" y="35560"/>
                  </a:lnTo>
                  <a:lnTo>
                    <a:pt x="577850" y="35560"/>
                  </a:lnTo>
                  <a:lnTo>
                    <a:pt x="577850" y="38100"/>
                  </a:lnTo>
                  <a:lnTo>
                    <a:pt x="579120" y="38100"/>
                  </a:lnTo>
                  <a:lnTo>
                    <a:pt x="579120" y="40640"/>
                  </a:lnTo>
                  <a:lnTo>
                    <a:pt x="580390" y="40640"/>
                  </a:lnTo>
                  <a:lnTo>
                    <a:pt x="580390" y="44450"/>
                  </a:lnTo>
                  <a:lnTo>
                    <a:pt x="581660" y="44450"/>
                  </a:lnTo>
                  <a:lnTo>
                    <a:pt x="581660" y="46990"/>
                  </a:lnTo>
                  <a:lnTo>
                    <a:pt x="582930" y="46990"/>
                  </a:lnTo>
                  <a:lnTo>
                    <a:pt x="582930" y="49530"/>
                  </a:lnTo>
                  <a:lnTo>
                    <a:pt x="584200" y="49530"/>
                  </a:lnTo>
                  <a:lnTo>
                    <a:pt x="584200" y="50800"/>
                  </a:lnTo>
                  <a:lnTo>
                    <a:pt x="916940" y="50800"/>
                  </a:lnTo>
                  <a:lnTo>
                    <a:pt x="916940" y="49530"/>
                  </a:lnTo>
                  <a:lnTo>
                    <a:pt x="916940" y="46990"/>
                  </a:lnTo>
                  <a:lnTo>
                    <a:pt x="916940" y="1270"/>
                  </a:lnTo>
                  <a:lnTo>
                    <a:pt x="916940" y="0"/>
                  </a:lnTo>
                  <a:close/>
                </a:path>
              </a:pathLst>
            </a:custGeom>
            <a:solidFill>
              <a:srgbClr val="002F00"/>
            </a:solidFill>
          </p:spPr>
          <p:txBody>
            <a:bodyPr wrap="square" lIns="0" tIns="0" rIns="0" bIns="0" rtlCol="0"/>
            <a:lstStyle/>
            <a:p/>
          </p:txBody>
        </p:sp>
        <p:sp>
          <p:nvSpPr>
            <p:cNvPr id="569" name="object 569"/>
            <p:cNvSpPr/>
            <p:nvPr/>
          </p:nvSpPr>
          <p:spPr>
            <a:xfrm>
              <a:off x="5528310" y="3605529"/>
              <a:ext cx="916940" cy="52069"/>
            </a:xfrm>
            <a:custGeom>
              <a:avLst/>
              <a:gdLst/>
              <a:ahLst/>
              <a:cxnLst/>
              <a:rect l="l" t="t" r="r" b="b"/>
              <a:pathLst>
                <a:path w="916939" h="52070">
                  <a:moveTo>
                    <a:pt x="322580" y="47002"/>
                  </a:moveTo>
                  <a:lnTo>
                    <a:pt x="0" y="47002"/>
                  </a:lnTo>
                  <a:lnTo>
                    <a:pt x="0" y="52070"/>
                  </a:lnTo>
                  <a:lnTo>
                    <a:pt x="322580" y="52070"/>
                  </a:lnTo>
                  <a:lnTo>
                    <a:pt x="322580" y="47002"/>
                  </a:lnTo>
                  <a:close/>
                </a:path>
                <a:path w="916939" h="52070">
                  <a:moveTo>
                    <a:pt x="322580" y="41922"/>
                  </a:moveTo>
                  <a:lnTo>
                    <a:pt x="0" y="41922"/>
                  </a:lnTo>
                  <a:lnTo>
                    <a:pt x="0" y="46990"/>
                  </a:lnTo>
                  <a:lnTo>
                    <a:pt x="322580" y="46990"/>
                  </a:lnTo>
                  <a:lnTo>
                    <a:pt x="322580" y="41922"/>
                  </a:lnTo>
                  <a:close/>
                </a:path>
                <a:path w="916939" h="52070">
                  <a:moveTo>
                    <a:pt x="322580" y="35572"/>
                  </a:moveTo>
                  <a:lnTo>
                    <a:pt x="0" y="35572"/>
                  </a:lnTo>
                  <a:lnTo>
                    <a:pt x="0" y="41910"/>
                  </a:lnTo>
                  <a:lnTo>
                    <a:pt x="322580" y="41910"/>
                  </a:lnTo>
                  <a:lnTo>
                    <a:pt x="322580" y="35572"/>
                  </a:lnTo>
                  <a:close/>
                </a:path>
                <a:path w="916939" h="52070">
                  <a:moveTo>
                    <a:pt x="322580" y="21602"/>
                  </a:moveTo>
                  <a:lnTo>
                    <a:pt x="0" y="21602"/>
                  </a:lnTo>
                  <a:lnTo>
                    <a:pt x="0" y="35560"/>
                  </a:lnTo>
                  <a:lnTo>
                    <a:pt x="322580" y="35560"/>
                  </a:lnTo>
                  <a:lnTo>
                    <a:pt x="322580" y="21602"/>
                  </a:lnTo>
                  <a:close/>
                </a:path>
                <a:path w="916939" h="52070">
                  <a:moveTo>
                    <a:pt x="322580" y="16522"/>
                  </a:moveTo>
                  <a:lnTo>
                    <a:pt x="0" y="16522"/>
                  </a:lnTo>
                  <a:lnTo>
                    <a:pt x="0" y="21590"/>
                  </a:lnTo>
                  <a:lnTo>
                    <a:pt x="322580" y="21590"/>
                  </a:lnTo>
                  <a:lnTo>
                    <a:pt x="322580" y="16522"/>
                  </a:lnTo>
                  <a:close/>
                </a:path>
                <a:path w="916939" h="52070">
                  <a:moveTo>
                    <a:pt x="322580" y="10172"/>
                  </a:moveTo>
                  <a:lnTo>
                    <a:pt x="0" y="10172"/>
                  </a:lnTo>
                  <a:lnTo>
                    <a:pt x="0" y="16510"/>
                  </a:lnTo>
                  <a:lnTo>
                    <a:pt x="322580" y="16510"/>
                  </a:lnTo>
                  <a:lnTo>
                    <a:pt x="322580" y="10172"/>
                  </a:lnTo>
                  <a:close/>
                </a:path>
                <a:path w="916939" h="52070">
                  <a:moveTo>
                    <a:pt x="322580" y="0"/>
                  </a:moveTo>
                  <a:lnTo>
                    <a:pt x="0" y="0"/>
                  </a:lnTo>
                  <a:lnTo>
                    <a:pt x="0" y="10160"/>
                  </a:lnTo>
                  <a:lnTo>
                    <a:pt x="322580" y="10160"/>
                  </a:lnTo>
                  <a:lnTo>
                    <a:pt x="322580" y="0"/>
                  </a:lnTo>
                  <a:close/>
                </a:path>
                <a:path w="916939" h="52070">
                  <a:moveTo>
                    <a:pt x="916940" y="0"/>
                  </a:moveTo>
                  <a:lnTo>
                    <a:pt x="584200" y="0"/>
                  </a:lnTo>
                  <a:lnTo>
                    <a:pt x="584200" y="1270"/>
                  </a:lnTo>
                  <a:lnTo>
                    <a:pt x="585470" y="1270"/>
                  </a:lnTo>
                  <a:lnTo>
                    <a:pt x="585470" y="5080"/>
                  </a:lnTo>
                  <a:lnTo>
                    <a:pt x="586740" y="5080"/>
                  </a:lnTo>
                  <a:lnTo>
                    <a:pt x="586740" y="7620"/>
                  </a:lnTo>
                  <a:lnTo>
                    <a:pt x="588010" y="7620"/>
                  </a:lnTo>
                  <a:lnTo>
                    <a:pt x="588010" y="10160"/>
                  </a:lnTo>
                  <a:lnTo>
                    <a:pt x="589280" y="10160"/>
                  </a:lnTo>
                  <a:lnTo>
                    <a:pt x="589280" y="12700"/>
                  </a:lnTo>
                  <a:lnTo>
                    <a:pt x="590550" y="12700"/>
                  </a:lnTo>
                  <a:lnTo>
                    <a:pt x="590550" y="16510"/>
                  </a:lnTo>
                  <a:lnTo>
                    <a:pt x="591820" y="16510"/>
                  </a:lnTo>
                  <a:lnTo>
                    <a:pt x="591820" y="19050"/>
                  </a:lnTo>
                  <a:lnTo>
                    <a:pt x="593090" y="19050"/>
                  </a:lnTo>
                  <a:lnTo>
                    <a:pt x="593090" y="21590"/>
                  </a:lnTo>
                  <a:lnTo>
                    <a:pt x="594360" y="21590"/>
                  </a:lnTo>
                  <a:lnTo>
                    <a:pt x="594360" y="24130"/>
                  </a:lnTo>
                  <a:lnTo>
                    <a:pt x="595630" y="24130"/>
                  </a:lnTo>
                  <a:lnTo>
                    <a:pt x="595630" y="26670"/>
                  </a:lnTo>
                  <a:lnTo>
                    <a:pt x="596900" y="26670"/>
                  </a:lnTo>
                  <a:lnTo>
                    <a:pt x="596900" y="30480"/>
                  </a:lnTo>
                  <a:lnTo>
                    <a:pt x="598170" y="30480"/>
                  </a:lnTo>
                  <a:lnTo>
                    <a:pt x="598170" y="33020"/>
                  </a:lnTo>
                  <a:lnTo>
                    <a:pt x="599440" y="33020"/>
                  </a:lnTo>
                  <a:lnTo>
                    <a:pt x="599440" y="35560"/>
                  </a:lnTo>
                  <a:lnTo>
                    <a:pt x="600710" y="35560"/>
                  </a:lnTo>
                  <a:lnTo>
                    <a:pt x="600710" y="38100"/>
                  </a:lnTo>
                  <a:lnTo>
                    <a:pt x="601980" y="38100"/>
                  </a:lnTo>
                  <a:lnTo>
                    <a:pt x="601980" y="41910"/>
                  </a:lnTo>
                  <a:lnTo>
                    <a:pt x="603250" y="41910"/>
                  </a:lnTo>
                  <a:lnTo>
                    <a:pt x="603250" y="44450"/>
                  </a:lnTo>
                  <a:lnTo>
                    <a:pt x="604520" y="44450"/>
                  </a:lnTo>
                  <a:lnTo>
                    <a:pt x="604520" y="46990"/>
                  </a:lnTo>
                  <a:lnTo>
                    <a:pt x="605790" y="46990"/>
                  </a:lnTo>
                  <a:lnTo>
                    <a:pt x="605790" y="49530"/>
                  </a:lnTo>
                  <a:lnTo>
                    <a:pt x="607060" y="49530"/>
                  </a:lnTo>
                  <a:lnTo>
                    <a:pt x="607060" y="52070"/>
                  </a:lnTo>
                  <a:lnTo>
                    <a:pt x="916940" y="52070"/>
                  </a:lnTo>
                  <a:lnTo>
                    <a:pt x="916940" y="49530"/>
                  </a:lnTo>
                  <a:lnTo>
                    <a:pt x="916940" y="46990"/>
                  </a:lnTo>
                  <a:lnTo>
                    <a:pt x="916940" y="1270"/>
                  </a:lnTo>
                  <a:lnTo>
                    <a:pt x="916940" y="0"/>
                  </a:lnTo>
                  <a:close/>
                </a:path>
              </a:pathLst>
            </a:custGeom>
            <a:solidFill>
              <a:srgbClr val="003000"/>
            </a:solidFill>
          </p:spPr>
          <p:txBody>
            <a:bodyPr wrap="square" lIns="0" tIns="0" rIns="0" bIns="0" rtlCol="0"/>
            <a:lstStyle/>
            <a:p/>
          </p:txBody>
        </p:sp>
      </p:grpSp>
      <p:grpSp>
        <p:nvGrpSpPr>
          <p:cNvPr id="570" name="object 570"/>
          <p:cNvGrpSpPr/>
          <p:nvPr/>
        </p:nvGrpSpPr>
        <p:grpSpPr>
          <a:xfrm>
            <a:off x="6897369" y="2209800"/>
            <a:ext cx="1027430" cy="154940"/>
            <a:chOff x="6897369" y="2209800"/>
            <a:chExt cx="1027430" cy="154940"/>
          </a:xfrm>
        </p:grpSpPr>
        <p:sp>
          <p:nvSpPr>
            <p:cNvPr id="571" name="object 571"/>
            <p:cNvSpPr/>
            <p:nvPr/>
          </p:nvSpPr>
          <p:spPr>
            <a:xfrm>
              <a:off x="6897370" y="2209799"/>
              <a:ext cx="1027430" cy="102870"/>
            </a:xfrm>
            <a:custGeom>
              <a:avLst/>
              <a:gdLst/>
              <a:ahLst/>
              <a:cxnLst/>
              <a:rect l="l" t="t" r="r" b="b"/>
              <a:pathLst>
                <a:path w="1027429" h="102869">
                  <a:moveTo>
                    <a:pt x="339090" y="96647"/>
                  </a:moveTo>
                  <a:lnTo>
                    <a:pt x="0" y="96647"/>
                  </a:lnTo>
                  <a:lnTo>
                    <a:pt x="0" y="102870"/>
                  </a:lnTo>
                  <a:lnTo>
                    <a:pt x="339090" y="102870"/>
                  </a:lnTo>
                  <a:lnTo>
                    <a:pt x="339090" y="96647"/>
                  </a:lnTo>
                  <a:close/>
                </a:path>
                <a:path w="1027429" h="102869">
                  <a:moveTo>
                    <a:pt x="339090" y="92837"/>
                  </a:moveTo>
                  <a:lnTo>
                    <a:pt x="0" y="92837"/>
                  </a:lnTo>
                  <a:lnTo>
                    <a:pt x="0" y="96520"/>
                  </a:lnTo>
                  <a:lnTo>
                    <a:pt x="339090" y="96520"/>
                  </a:lnTo>
                  <a:lnTo>
                    <a:pt x="339090" y="92837"/>
                  </a:lnTo>
                  <a:close/>
                </a:path>
                <a:path w="1027429" h="102869">
                  <a:moveTo>
                    <a:pt x="339090" y="80137"/>
                  </a:moveTo>
                  <a:lnTo>
                    <a:pt x="0" y="80137"/>
                  </a:lnTo>
                  <a:lnTo>
                    <a:pt x="0" y="92710"/>
                  </a:lnTo>
                  <a:lnTo>
                    <a:pt x="339090" y="92710"/>
                  </a:lnTo>
                  <a:lnTo>
                    <a:pt x="339090" y="80137"/>
                  </a:lnTo>
                  <a:close/>
                </a:path>
                <a:path w="1027429" h="102869">
                  <a:moveTo>
                    <a:pt x="339090" y="77597"/>
                  </a:moveTo>
                  <a:lnTo>
                    <a:pt x="0" y="77597"/>
                  </a:lnTo>
                  <a:lnTo>
                    <a:pt x="0" y="80010"/>
                  </a:lnTo>
                  <a:lnTo>
                    <a:pt x="339090" y="80010"/>
                  </a:lnTo>
                  <a:lnTo>
                    <a:pt x="339090" y="77597"/>
                  </a:lnTo>
                  <a:close/>
                </a:path>
                <a:path w="1027429" h="102869">
                  <a:moveTo>
                    <a:pt x="339090" y="73787"/>
                  </a:moveTo>
                  <a:lnTo>
                    <a:pt x="0" y="73787"/>
                  </a:lnTo>
                  <a:lnTo>
                    <a:pt x="0" y="77470"/>
                  </a:lnTo>
                  <a:lnTo>
                    <a:pt x="339090" y="77470"/>
                  </a:lnTo>
                  <a:lnTo>
                    <a:pt x="339090" y="73787"/>
                  </a:lnTo>
                  <a:close/>
                </a:path>
                <a:path w="1027429" h="102869">
                  <a:moveTo>
                    <a:pt x="339090" y="67437"/>
                  </a:moveTo>
                  <a:lnTo>
                    <a:pt x="0" y="67437"/>
                  </a:lnTo>
                  <a:lnTo>
                    <a:pt x="0" y="73660"/>
                  </a:lnTo>
                  <a:lnTo>
                    <a:pt x="339090" y="73660"/>
                  </a:lnTo>
                  <a:lnTo>
                    <a:pt x="339090" y="67437"/>
                  </a:lnTo>
                  <a:close/>
                </a:path>
                <a:path w="1027429" h="102869">
                  <a:moveTo>
                    <a:pt x="339090" y="61087"/>
                  </a:moveTo>
                  <a:lnTo>
                    <a:pt x="0" y="61087"/>
                  </a:lnTo>
                  <a:lnTo>
                    <a:pt x="0" y="67310"/>
                  </a:lnTo>
                  <a:lnTo>
                    <a:pt x="339090" y="67310"/>
                  </a:lnTo>
                  <a:lnTo>
                    <a:pt x="339090" y="61087"/>
                  </a:lnTo>
                  <a:close/>
                </a:path>
                <a:path w="1027429" h="102869">
                  <a:moveTo>
                    <a:pt x="339090" y="58547"/>
                  </a:moveTo>
                  <a:lnTo>
                    <a:pt x="0" y="58547"/>
                  </a:lnTo>
                  <a:lnTo>
                    <a:pt x="0" y="60960"/>
                  </a:lnTo>
                  <a:lnTo>
                    <a:pt x="339090" y="60960"/>
                  </a:lnTo>
                  <a:lnTo>
                    <a:pt x="339090" y="58547"/>
                  </a:lnTo>
                  <a:close/>
                </a:path>
                <a:path w="1027429" h="102869">
                  <a:moveTo>
                    <a:pt x="339090" y="56007"/>
                  </a:moveTo>
                  <a:lnTo>
                    <a:pt x="0" y="56007"/>
                  </a:lnTo>
                  <a:lnTo>
                    <a:pt x="0" y="58420"/>
                  </a:lnTo>
                  <a:lnTo>
                    <a:pt x="339090" y="58420"/>
                  </a:lnTo>
                  <a:lnTo>
                    <a:pt x="339090" y="56007"/>
                  </a:lnTo>
                  <a:close/>
                </a:path>
                <a:path w="1027429" h="102869">
                  <a:moveTo>
                    <a:pt x="339090" y="49542"/>
                  </a:moveTo>
                  <a:lnTo>
                    <a:pt x="0" y="49542"/>
                  </a:lnTo>
                  <a:lnTo>
                    <a:pt x="0" y="50800"/>
                  </a:lnTo>
                  <a:lnTo>
                    <a:pt x="0" y="55880"/>
                  </a:lnTo>
                  <a:lnTo>
                    <a:pt x="339090" y="55880"/>
                  </a:lnTo>
                  <a:lnTo>
                    <a:pt x="339090" y="50800"/>
                  </a:lnTo>
                  <a:lnTo>
                    <a:pt x="339090" y="49542"/>
                  </a:lnTo>
                  <a:close/>
                </a:path>
                <a:path w="1027429" h="102869">
                  <a:moveTo>
                    <a:pt x="339090" y="17792"/>
                  </a:moveTo>
                  <a:lnTo>
                    <a:pt x="0" y="17792"/>
                  </a:lnTo>
                  <a:lnTo>
                    <a:pt x="0" y="49530"/>
                  </a:lnTo>
                  <a:lnTo>
                    <a:pt x="339090" y="49530"/>
                  </a:lnTo>
                  <a:lnTo>
                    <a:pt x="339090" y="17792"/>
                  </a:lnTo>
                  <a:close/>
                </a:path>
                <a:path w="1027429" h="102869">
                  <a:moveTo>
                    <a:pt x="339090" y="0"/>
                  </a:moveTo>
                  <a:lnTo>
                    <a:pt x="0" y="0"/>
                  </a:lnTo>
                  <a:lnTo>
                    <a:pt x="0" y="17780"/>
                  </a:lnTo>
                  <a:lnTo>
                    <a:pt x="339090" y="17780"/>
                  </a:lnTo>
                  <a:lnTo>
                    <a:pt x="339090" y="0"/>
                  </a:lnTo>
                  <a:close/>
                </a:path>
                <a:path w="1027429" h="102869">
                  <a:moveTo>
                    <a:pt x="967740" y="96647"/>
                  </a:moveTo>
                  <a:lnTo>
                    <a:pt x="525780" y="96647"/>
                  </a:lnTo>
                  <a:lnTo>
                    <a:pt x="525780" y="97917"/>
                  </a:lnTo>
                  <a:lnTo>
                    <a:pt x="524510" y="97917"/>
                  </a:lnTo>
                  <a:lnTo>
                    <a:pt x="524510" y="100330"/>
                  </a:lnTo>
                  <a:lnTo>
                    <a:pt x="523240" y="100330"/>
                  </a:lnTo>
                  <a:lnTo>
                    <a:pt x="523240" y="101600"/>
                  </a:lnTo>
                  <a:lnTo>
                    <a:pt x="521970" y="101600"/>
                  </a:lnTo>
                  <a:lnTo>
                    <a:pt x="521970" y="102870"/>
                  </a:lnTo>
                  <a:lnTo>
                    <a:pt x="965200" y="102870"/>
                  </a:lnTo>
                  <a:lnTo>
                    <a:pt x="965200" y="101600"/>
                  </a:lnTo>
                  <a:lnTo>
                    <a:pt x="965187" y="100330"/>
                  </a:lnTo>
                  <a:lnTo>
                    <a:pt x="966457" y="100330"/>
                  </a:lnTo>
                  <a:lnTo>
                    <a:pt x="966457" y="97917"/>
                  </a:lnTo>
                  <a:lnTo>
                    <a:pt x="967740" y="97917"/>
                  </a:lnTo>
                  <a:lnTo>
                    <a:pt x="967740" y="96647"/>
                  </a:lnTo>
                  <a:close/>
                </a:path>
                <a:path w="1027429" h="102869">
                  <a:moveTo>
                    <a:pt x="975360" y="83947"/>
                  </a:moveTo>
                  <a:lnTo>
                    <a:pt x="532130" y="83947"/>
                  </a:lnTo>
                  <a:lnTo>
                    <a:pt x="532130" y="86487"/>
                  </a:lnTo>
                  <a:lnTo>
                    <a:pt x="530860" y="86487"/>
                  </a:lnTo>
                  <a:lnTo>
                    <a:pt x="530860" y="89027"/>
                  </a:lnTo>
                  <a:lnTo>
                    <a:pt x="529590" y="89027"/>
                  </a:lnTo>
                  <a:lnTo>
                    <a:pt x="529590" y="90170"/>
                  </a:lnTo>
                  <a:lnTo>
                    <a:pt x="528320" y="90170"/>
                  </a:lnTo>
                  <a:lnTo>
                    <a:pt x="528320" y="92710"/>
                  </a:lnTo>
                  <a:lnTo>
                    <a:pt x="527050" y="92710"/>
                  </a:lnTo>
                  <a:lnTo>
                    <a:pt x="527050" y="93980"/>
                  </a:lnTo>
                  <a:lnTo>
                    <a:pt x="527050" y="95250"/>
                  </a:lnTo>
                  <a:lnTo>
                    <a:pt x="525780" y="95250"/>
                  </a:lnTo>
                  <a:lnTo>
                    <a:pt x="525780" y="96520"/>
                  </a:lnTo>
                  <a:lnTo>
                    <a:pt x="969010" y="96520"/>
                  </a:lnTo>
                  <a:lnTo>
                    <a:pt x="969010" y="95250"/>
                  </a:lnTo>
                  <a:lnTo>
                    <a:pt x="969010" y="93980"/>
                  </a:lnTo>
                  <a:lnTo>
                    <a:pt x="970280" y="93980"/>
                  </a:lnTo>
                  <a:lnTo>
                    <a:pt x="970280" y="92710"/>
                  </a:lnTo>
                  <a:lnTo>
                    <a:pt x="971550" y="92710"/>
                  </a:lnTo>
                  <a:lnTo>
                    <a:pt x="971550" y="90297"/>
                  </a:lnTo>
                  <a:lnTo>
                    <a:pt x="972807" y="90297"/>
                  </a:lnTo>
                  <a:lnTo>
                    <a:pt x="972807" y="89027"/>
                  </a:lnTo>
                  <a:lnTo>
                    <a:pt x="974090" y="89027"/>
                  </a:lnTo>
                  <a:lnTo>
                    <a:pt x="974090" y="86487"/>
                  </a:lnTo>
                  <a:lnTo>
                    <a:pt x="975360" y="86487"/>
                  </a:lnTo>
                  <a:lnTo>
                    <a:pt x="975360" y="83947"/>
                  </a:lnTo>
                  <a:close/>
                </a:path>
                <a:path w="1027429" h="102869">
                  <a:moveTo>
                    <a:pt x="984250" y="69977"/>
                  </a:moveTo>
                  <a:lnTo>
                    <a:pt x="539750" y="69977"/>
                  </a:lnTo>
                  <a:lnTo>
                    <a:pt x="539750" y="72390"/>
                  </a:lnTo>
                  <a:lnTo>
                    <a:pt x="538480" y="72390"/>
                  </a:lnTo>
                  <a:lnTo>
                    <a:pt x="538480" y="73660"/>
                  </a:lnTo>
                  <a:lnTo>
                    <a:pt x="538480" y="74930"/>
                  </a:lnTo>
                  <a:lnTo>
                    <a:pt x="537210" y="74930"/>
                  </a:lnTo>
                  <a:lnTo>
                    <a:pt x="537210" y="76200"/>
                  </a:lnTo>
                  <a:lnTo>
                    <a:pt x="537210" y="77470"/>
                  </a:lnTo>
                  <a:lnTo>
                    <a:pt x="535940" y="77470"/>
                  </a:lnTo>
                  <a:lnTo>
                    <a:pt x="535940" y="78740"/>
                  </a:lnTo>
                  <a:lnTo>
                    <a:pt x="534670" y="78740"/>
                  </a:lnTo>
                  <a:lnTo>
                    <a:pt x="534670" y="80010"/>
                  </a:lnTo>
                  <a:lnTo>
                    <a:pt x="534670" y="81280"/>
                  </a:lnTo>
                  <a:lnTo>
                    <a:pt x="533400" y="81280"/>
                  </a:lnTo>
                  <a:lnTo>
                    <a:pt x="533400" y="82550"/>
                  </a:lnTo>
                  <a:lnTo>
                    <a:pt x="533400" y="83820"/>
                  </a:lnTo>
                  <a:lnTo>
                    <a:pt x="976630" y="83820"/>
                  </a:lnTo>
                  <a:lnTo>
                    <a:pt x="976630" y="82550"/>
                  </a:lnTo>
                  <a:lnTo>
                    <a:pt x="977900" y="82550"/>
                  </a:lnTo>
                  <a:lnTo>
                    <a:pt x="977900" y="81280"/>
                  </a:lnTo>
                  <a:lnTo>
                    <a:pt x="977900" y="80010"/>
                  </a:lnTo>
                  <a:lnTo>
                    <a:pt x="979170" y="80010"/>
                  </a:lnTo>
                  <a:lnTo>
                    <a:pt x="979170" y="78740"/>
                  </a:lnTo>
                  <a:lnTo>
                    <a:pt x="980440" y="78740"/>
                  </a:lnTo>
                  <a:lnTo>
                    <a:pt x="980440" y="77470"/>
                  </a:lnTo>
                  <a:lnTo>
                    <a:pt x="980440" y="76200"/>
                  </a:lnTo>
                  <a:lnTo>
                    <a:pt x="981710" y="76200"/>
                  </a:lnTo>
                  <a:lnTo>
                    <a:pt x="981710" y="74930"/>
                  </a:lnTo>
                  <a:lnTo>
                    <a:pt x="981710" y="73660"/>
                  </a:lnTo>
                  <a:lnTo>
                    <a:pt x="982980" y="73660"/>
                  </a:lnTo>
                  <a:lnTo>
                    <a:pt x="982980" y="72517"/>
                  </a:lnTo>
                  <a:lnTo>
                    <a:pt x="984250" y="72517"/>
                  </a:lnTo>
                  <a:lnTo>
                    <a:pt x="984250" y="69977"/>
                  </a:lnTo>
                  <a:close/>
                </a:path>
                <a:path w="1027429" h="102869">
                  <a:moveTo>
                    <a:pt x="988060" y="63627"/>
                  </a:moveTo>
                  <a:lnTo>
                    <a:pt x="543560" y="63627"/>
                  </a:lnTo>
                  <a:lnTo>
                    <a:pt x="543560" y="66167"/>
                  </a:lnTo>
                  <a:lnTo>
                    <a:pt x="542290" y="66167"/>
                  </a:lnTo>
                  <a:lnTo>
                    <a:pt x="542290" y="67310"/>
                  </a:lnTo>
                  <a:lnTo>
                    <a:pt x="541020" y="67310"/>
                  </a:lnTo>
                  <a:lnTo>
                    <a:pt x="541020" y="68580"/>
                  </a:lnTo>
                  <a:lnTo>
                    <a:pt x="541020" y="69850"/>
                  </a:lnTo>
                  <a:lnTo>
                    <a:pt x="985520" y="69850"/>
                  </a:lnTo>
                  <a:lnTo>
                    <a:pt x="985520" y="68580"/>
                  </a:lnTo>
                  <a:lnTo>
                    <a:pt x="986790" y="68580"/>
                  </a:lnTo>
                  <a:lnTo>
                    <a:pt x="986790" y="67310"/>
                  </a:lnTo>
                  <a:lnTo>
                    <a:pt x="986790" y="66167"/>
                  </a:lnTo>
                  <a:lnTo>
                    <a:pt x="988060" y="66167"/>
                  </a:lnTo>
                  <a:lnTo>
                    <a:pt x="988060" y="63627"/>
                  </a:lnTo>
                  <a:close/>
                </a:path>
                <a:path w="1027429" h="102869">
                  <a:moveTo>
                    <a:pt x="996950" y="49542"/>
                  </a:moveTo>
                  <a:lnTo>
                    <a:pt x="551180" y="49542"/>
                  </a:lnTo>
                  <a:lnTo>
                    <a:pt x="551180" y="50800"/>
                  </a:lnTo>
                  <a:lnTo>
                    <a:pt x="551180" y="52070"/>
                  </a:lnTo>
                  <a:lnTo>
                    <a:pt x="549910" y="52070"/>
                  </a:lnTo>
                  <a:lnTo>
                    <a:pt x="549910" y="54610"/>
                  </a:lnTo>
                  <a:lnTo>
                    <a:pt x="548640" y="54610"/>
                  </a:lnTo>
                  <a:lnTo>
                    <a:pt x="548640" y="55880"/>
                  </a:lnTo>
                  <a:lnTo>
                    <a:pt x="547370" y="55880"/>
                  </a:lnTo>
                  <a:lnTo>
                    <a:pt x="547370" y="58420"/>
                  </a:lnTo>
                  <a:lnTo>
                    <a:pt x="546100" y="58420"/>
                  </a:lnTo>
                  <a:lnTo>
                    <a:pt x="546100" y="59690"/>
                  </a:lnTo>
                  <a:lnTo>
                    <a:pt x="546100" y="60960"/>
                  </a:lnTo>
                  <a:lnTo>
                    <a:pt x="544830" y="60960"/>
                  </a:lnTo>
                  <a:lnTo>
                    <a:pt x="544830" y="62230"/>
                  </a:lnTo>
                  <a:lnTo>
                    <a:pt x="544830" y="63500"/>
                  </a:lnTo>
                  <a:lnTo>
                    <a:pt x="989330" y="63500"/>
                  </a:lnTo>
                  <a:lnTo>
                    <a:pt x="989330" y="62230"/>
                  </a:lnTo>
                  <a:lnTo>
                    <a:pt x="990600" y="62230"/>
                  </a:lnTo>
                  <a:lnTo>
                    <a:pt x="990600" y="60960"/>
                  </a:lnTo>
                  <a:lnTo>
                    <a:pt x="990600" y="59690"/>
                  </a:lnTo>
                  <a:lnTo>
                    <a:pt x="991870" y="59690"/>
                  </a:lnTo>
                  <a:lnTo>
                    <a:pt x="991870" y="58420"/>
                  </a:lnTo>
                  <a:lnTo>
                    <a:pt x="993140" y="58420"/>
                  </a:lnTo>
                  <a:lnTo>
                    <a:pt x="993140" y="55880"/>
                  </a:lnTo>
                  <a:lnTo>
                    <a:pt x="994410" y="55880"/>
                  </a:lnTo>
                  <a:lnTo>
                    <a:pt x="994410" y="54610"/>
                  </a:lnTo>
                  <a:lnTo>
                    <a:pt x="995680" y="54610"/>
                  </a:lnTo>
                  <a:lnTo>
                    <a:pt x="995680" y="52070"/>
                  </a:lnTo>
                  <a:lnTo>
                    <a:pt x="996950" y="52070"/>
                  </a:lnTo>
                  <a:lnTo>
                    <a:pt x="996950" y="50800"/>
                  </a:lnTo>
                  <a:lnTo>
                    <a:pt x="996950" y="49542"/>
                  </a:lnTo>
                  <a:close/>
                </a:path>
                <a:path w="1027429" h="102869">
                  <a:moveTo>
                    <a:pt x="1017257" y="17792"/>
                  </a:moveTo>
                  <a:lnTo>
                    <a:pt x="568960" y="17792"/>
                  </a:lnTo>
                  <a:lnTo>
                    <a:pt x="568960" y="20320"/>
                  </a:lnTo>
                  <a:lnTo>
                    <a:pt x="567690" y="20320"/>
                  </a:lnTo>
                  <a:lnTo>
                    <a:pt x="567690" y="22860"/>
                  </a:lnTo>
                  <a:lnTo>
                    <a:pt x="566420" y="22860"/>
                  </a:lnTo>
                  <a:lnTo>
                    <a:pt x="566420" y="24130"/>
                  </a:lnTo>
                  <a:lnTo>
                    <a:pt x="565150" y="24130"/>
                  </a:lnTo>
                  <a:lnTo>
                    <a:pt x="565150" y="26670"/>
                  </a:lnTo>
                  <a:lnTo>
                    <a:pt x="563880" y="26670"/>
                  </a:lnTo>
                  <a:lnTo>
                    <a:pt x="563880" y="29210"/>
                  </a:lnTo>
                  <a:lnTo>
                    <a:pt x="562610" y="29210"/>
                  </a:lnTo>
                  <a:lnTo>
                    <a:pt x="562610" y="31750"/>
                  </a:lnTo>
                  <a:lnTo>
                    <a:pt x="561340" y="31750"/>
                  </a:lnTo>
                  <a:lnTo>
                    <a:pt x="561340" y="34290"/>
                  </a:lnTo>
                  <a:lnTo>
                    <a:pt x="560070" y="34290"/>
                  </a:lnTo>
                  <a:lnTo>
                    <a:pt x="560070" y="35560"/>
                  </a:lnTo>
                  <a:lnTo>
                    <a:pt x="558800" y="35560"/>
                  </a:lnTo>
                  <a:lnTo>
                    <a:pt x="558800" y="38100"/>
                  </a:lnTo>
                  <a:lnTo>
                    <a:pt x="557530" y="38100"/>
                  </a:lnTo>
                  <a:lnTo>
                    <a:pt x="557530" y="40640"/>
                  </a:lnTo>
                  <a:lnTo>
                    <a:pt x="556260" y="40640"/>
                  </a:lnTo>
                  <a:lnTo>
                    <a:pt x="556260" y="43180"/>
                  </a:lnTo>
                  <a:lnTo>
                    <a:pt x="554990" y="43180"/>
                  </a:lnTo>
                  <a:lnTo>
                    <a:pt x="554990" y="44450"/>
                  </a:lnTo>
                  <a:lnTo>
                    <a:pt x="553720" y="44450"/>
                  </a:lnTo>
                  <a:lnTo>
                    <a:pt x="553720" y="46990"/>
                  </a:lnTo>
                  <a:lnTo>
                    <a:pt x="552450" y="46990"/>
                  </a:lnTo>
                  <a:lnTo>
                    <a:pt x="552450" y="49530"/>
                  </a:lnTo>
                  <a:lnTo>
                    <a:pt x="998220" y="49530"/>
                  </a:lnTo>
                  <a:lnTo>
                    <a:pt x="998220" y="48260"/>
                  </a:lnTo>
                  <a:lnTo>
                    <a:pt x="999490" y="48260"/>
                  </a:lnTo>
                  <a:lnTo>
                    <a:pt x="999490" y="45720"/>
                  </a:lnTo>
                  <a:lnTo>
                    <a:pt x="1000760" y="45720"/>
                  </a:lnTo>
                  <a:lnTo>
                    <a:pt x="1000760" y="44450"/>
                  </a:lnTo>
                  <a:lnTo>
                    <a:pt x="1002030" y="44450"/>
                  </a:lnTo>
                  <a:lnTo>
                    <a:pt x="1002030" y="41910"/>
                  </a:lnTo>
                  <a:lnTo>
                    <a:pt x="1003300" y="41910"/>
                  </a:lnTo>
                  <a:lnTo>
                    <a:pt x="1003300" y="39370"/>
                  </a:lnTo>
                  <a:lnTo>
                    <a:pt x="1004570" y="39370"/>
                  </a:lnTo>
                  <a:lnTo>
                    <a:pt x="1004570" y="38100"/>
                  </a:lnTo>
                  <a:lnTo>
                    <a:pt x="1005840" y="38100"/>
                  </a:lnTo>
                  <a:lnTo>
                    <a:pt x="1005840" y="35560"/>
                  </a:lnTo>
                  <a:lnTo>
                    <a:pt x="1007110" y="35560"/>
                  </a:lnTo>
                  <a:lnTo>
                    <a:pt x="1007110" y="34290"/>
                  </a:lnTo>
                  <a:lnTo>
                    <a:pt x="1008380" y="34290"/>
                  </a:lnTo>
                  <a:lnTo>
                    <a:pt x="1008380" y="31750"/>
                  </a:lnTo>
                  <a:lnTo>
                    <a:pt x="1009650" y="31750"/>
                  </a:lnTo>
                  <a:lnTo>
                    <a:pt x="1009650" y="30480"/>
                  </a:lnTo>
                  <a:lnTo>
                    <a:pt x="1010907" y="30480"/>
                  </a:lnTo>
                  <a:lnTo>
                    <a:pt x="1010920" y="27940"/>
                  </a:lnTo>
                  <a:lnTo>
                    <a:pt x="1012190" y="27940"/>
                  </a:lnTo>
                  <a:lnTo>
                    <a:pt x="1012190" y="25400"/>
                  </a:lnTo>
                  <a:lnTo>
                    <a:pt x="1013460" y="25400"/>
                  </a:lnTo>
                  <a:lnTo>
                    <a:pt x="1013460" y="24130"/>
                  </a:lnTo>
                  <a:lnTo>
                    <a:pt x="1014730" y="24130"/>
                  </a:lnTo>
                  <a:lnTo>
                    <a:pt x="1014730" y="21590"/>
                  </a:lnTo>
                  <a:lnTo>
                    <a:pt x="1015987" y="21590"/>
                  </a:lnTo>
                  <a:lnTo>
                    <a:pt x="1015987" y="20320"/>
                  </a:lnTo>
                  <a:lnTo>
                    <a:pt x="1017257" y="20320"/>
                  </a:lnTo>
                  <a:lnTo>
                    <a:pt x="1017257" y="17792"/>
                  </a:lnTo>
                  <a:close/>
                </a:path>
                <a:path w="1027429" h="102869">
                  <a:moveTo>
                    <a:pt x="1027430" y="0"/>
                  </a:moveTo>
                  <a:lnTo>
                    <a:pt x="579120" y="0"/>
                  </a:lnTo>
                  <a:lnTo>
                    <a:pt x="579120" y="1270"/>
                  </a:lnTo>
                  <a:lnTo>
                    <a:pt x="577850" y="1270"/>
                  </a:lnTo>
                  <a:lnTo>
                    <a:pt x="577850" y="3810"/>
                  </a:lnTo>
                  <a:lnTo>
                    <a:pt x="576580" y="3810"/>
                  </a:lnTo>
                  <a:lnTo>
                    <a:pt x="576580" y="6350"/>
                  </a:lnTo>
                  <a:lnTo>
                    <a:pt x="575310" y="6350"/>
                  </a:lnTo>
                  <a:lnTo>
                    <a:pt x="575310" y="8890"/>
                  </a:lnTo>
                  <a:lnTo>
                    <a:pt x="574040" y="8890"/>
                  </a:lnTo>
                  <a:lnTo>
                    <a:pt x="574040" y="11430"/>
                  </a:lnTo>
                  <a:lnTo>
                    <a:pt x="572770" y="11430"/>
                  </a:lnTo>
                  <a:lnTo>
                    <a:pt x="572770" y="12700"/>
                  </a:lnTo>
                  <a:lnTo>
                    <a:pt x="571500" y="12700"/>
                  </a:lnTo>
                  <a:lnTo>
                    <a:pt x="571500" y="15240"/>
                  </a:lnTo>
                  <a:lnTo>
                    <a:pt x="570230" y="15240"/>
                  </a:lnTo>
                  <a:lnTo>
                    <a:pt x="570230" y="17780"/>
                  </a:lnTo>
                  <a:lnTo>
                    <a:pt x="1018540" y="17780"/>
                  </a:lnTo>
                  <a:lnTo>
                    <a:pt x="1018540" y="15240"/>
                  </a:lnTo>
                  <a:lnTo>
                    <a:pt x="1019810" y="15240"/>
                  </a:lnTo>
                  <a:lnTo>
                    <a:pt x="1019810" y="13970"/>
                  </a:lnTo>
                  <a:lnTo>
                    <a:pt x="1021080" y="13970"/>
                  </a:lnTo>
                  <a:lnTo>
                    <a:pt x="1021080" y="11430"/>
                  </a:lnTo>
                  <a:lnTo>
                    <a:pt x="1022337" y="11430"/>
                  </a:lnTo>
                  <a:lnTo>
                    <a:pt x="1022337" y="10160"/>
                  </a:lnTo>
                  <a:lnTo>
                    <a:pt x="1023607" y="10160"/>
                  </a:lnTo>
                  <a:lnTo>
                    <a:pt x="1023607" y="7620"/>
                  </a:lnTo>
                  <a:lnTo>
                    <a:pt x="1024890" y="7620"/>
                  </a:lnTo>
                  <a:lnTo>
                    <a:pt x="1024890" y="5080"/>
                  </a:lnTo>
                  <a:lnTo>
                    <a:pt x="1026160" y="5080"/>
                  </a:lnTo>
                  <a:lnTo>
                    <a:pt x="1026160" y="3810"/>
                  </a:lnTo>
                  <a:lnTo>
                    <a:pt x="1027430" y="3810"/>
                  </a:lnTo>
                  <a:lnTo>
                    <a:pt x="1027430" y="0"/>
                  </a:lnTo>
                  <a:close/>
                </a:path>
              </a:pathLst>
            </a:custGeom>
            <a:solidFill>
              <a:srgbClr val="001600"/>
            </a:solidFill>
          </p:spPr>
          <p:txBody>
            <a:bodyPr wrap="square" lIns="0" tIns="0" rIns="0" bIns="0" rtlCol="0"/>
            <a:lstStyle/>
            <a:p/>
          </p:txBody>
        </p:sp>
        <p:sp>
          <p:nvSpPr>
            <p:cNvPr id="572" name="object 572"/>
            <p:cNvSpPr/>
            <p:nvPr/>
          </p:nvSpPr>
          <p:spPr>
            <a:xfrm>
              <a:off x="6897370" y="2312669"/>
              <a:ext cx="965200" cy="52069"/>
            </a:xfrm>
            <a:custGeom>
              <a:avLst/>
              <a:gdLst/>
              <a:ahLst/>
              <a:cxnLst/>
              <a:rect l="l" t="t" r="r" b="b"/>
              <a:pathLst>
                <a:path w="965200" h="52069">
                  <a:moveTo>
                    <a:pt x="339090" y="47117"/>
                  </a:moveTo>
                  <a:lnTo>
                    <a:pt x="0" y="47117"/>
                  </a:lnTo>
                  <a:lnTo>
                    <a:pt x="0" y="52070"/>
                  </a:lnTo>
                  <a:lnTo>
                    <a:pt x="339090" y="52070"/>
                  </a:lnTo>
                  <a:lnTo>
                    <a:pt x="339090" y="47117"/>
                  </a:lnTo>
                  <a:close/>
                </a:path>
                <a:path w="965200" h="52069">
                  <a:moveTo>
                    <a:pt x="339090" y="44577"/>
                  </a:moveTo>
                  <a:lnTo>
                    <a:pt x="0" y="44577"/>
                  </a:lnTo>
                  <a:lnTo>
                    <a:pt x="0" y="46990"/>
                  </a:lnTo>
                  <a:lnTo>
                    <a:pt x="339090" y="46990"/>
                  </a:lnTo>
                  <a:lnTo>
                    <a:pt x="339090" y="44577"/>
                  </a:lnTo>
                  <a:close/>
                </a:path>
                <a:path w="965200" h="52069">
                  <a:moveTo>
                    <a:pt x="339090" y="42037"/>
                  </a:moveTo>
                  <a:lnTo>
                    <a:pt x="0" y="42037"/>
                  </a:lnTo>
                  <a:lnTo>
                    <a:pt x="0" y="44450"/>
                  </a:lnTo>
                  <a:lnTo>
                    <a:pt x="339090" y="44450"/>
                  </a:lnTo>
                  <a:lnTo>
                    <a:pt x="339090" y="42037"/>
                  </a:lnTo>
                  <a:close/>
                </a:path>
                <a:path w="965200" h="52069">
                  <a:moveTo>
                    <a:pt x="339090" y="35572"/>
                  </a:moveTo>
                  <a:lnTo>
                    <a:pt x="0" y="35572"/>
                  </a:lnTo>
                  <a:lnTo>
                    <a:pt x="0" y="41910"/>
                  </a:lnTo>
                  <a:lnTo>
                    <a:pt x="339090" y="41910"/>
                  </a:lnTo>
                  <a:lnTo>
                    <a:pt x="339090" y="35572"/>
                  </a:lnTo>
                  <a:close/>
                </a:path>
                <a:path w="965200" h="52069">
                  <a:moveTo>
                    <a:pt x="339090" y="34417"/>
                  </a:moveTo>
                  <a:lnTo>
                    <a:pt x="0" y="34417"/>
                  </a:lnTo>
                  <a:lnTo>
                    <a:pt x="0" y="35560"/>
                  </a:lnTo>
                  <a:lnTo>
                    <a:pt x="339090" y="35560"/>
                  </a:lnTo>
                  <a:lnTo>
                    <a:pt x="339090" y="34417"/>
                  </a:lnTo>
                  <a:close/>
                </a:path>
                <a:path w="965200" h="52069">
                  <a:moveTo>
                    <a:pt x="339090" y="31877"/>
                  </a:moveTo>
                  <a:lnTo>
                    <a:pt x="0" y="31877"/>
                  </a:lnTo>
                  <a:lnTo>
                    <a:pt x="0" y="34290"/>
                  </a:lnTo>
                  <a:lnTo>
                    <a:pt x="339090" y="34290"/>
                  </a:lnTo>
                  <a:lnTo>
                    <a:pt x="339090" y="31877"/>
                  </a:lnTo>
                  <a:close/>
                </a:path>
                <a:path w="965200" h="52069">
                  <a:moveTo>
                    <a:pt x="339090" y="28067"/>
                  </a:moveTo>
                  <a:lnTo>
                    <a:pt x="0" y="28067"/>
                  </a:lnTo>
                  <a:lnTo>
                    <a:pt x="0" y="31750"/>
                  </a:lnTo>
                  <a:lnTo>
                    <a:pt x="339090" y="31750"/>
                  </a:lnTo>
                  <a:lnTo>
                    <a:pt x="339090" y="28067"/>
                  </a:lnTo>
                  <a:close/>
                </a:path>
                <a:path w="965200" h="52069">
                  <a:moveTo>
                    <a:pt x="339090" y="25527"/>
                  </a:moveTo>
                  <a:lnTo>
                    <a:pt x="0" y="25527"/>
                  </a:lnTo>
                  <a:lnTo>
                    <a:pt x="0" y="27940"/>
                  </a:lnTo>
                  <a:lnTo>
                    <a:pt x="339090" y="27940"/>
                  </a:lnTo>
                  <a:lnTo>
                    <a:pt x="339090" y="25527"/>
                  </a:lnTo>
                  <a:close/>
                </a:path>
                <a:path w="965200" h="52069">
                  <a:moveTo>
                    <a:pt x="339090" y="19177"/>
                  </a:moveTo>
                  <a:lnTo>
                    <a:pt x="0" y="19177"/>
                  </a:lnTo>
                  <a:lnTo>
                    <a:pt x="0" y="25400"/>
                  </a:lnTo>
                  <a:lnTo>
                    <a:pt x="339090" y="25400"/>
                  </a:lnTo>
                  <a:lnTo>
                    <a:pt x="339090" y="19177"/>
                  </a:lnTo>
                  <a:close/>
                </a:path>
                <a:path w="965200" h="52069">
                  <a:moveTo>
                    <a:pt x="339090" y="12827"/>
                  </a:moveTo>
                  <a:lnTo>
                    <a:pt x="0" y="12827"/>
                  </a:lnTo>
                  <a:lnTo>
                    <a:pt x="0" y="19050"/>
                  </a:lnTo>
                  <a:lnTo>
                    <a:pt x="339090" y="19050"/>
                  </a:lnTo>
                  <a:lnTo>
                    <a:pt x="339090" y="12827"/>
                  </a:lnTo>
                  <a:close/>
                </a:path>
                <a:path w="965200" h="52069">
                  <a:moveTo>
                    <a:pt x="339090" y="9017"/>
                  </a:moveTo>
                  <a:lnTo>
                    <a:pt x="0" y="9017"/>
                  </a:lnTo>
                  <a:lnTo>
                    <a:pt x="0" y="12700"/>
                  </a:lnTo>
                  <a:lnTo>
                    <a:pt x="339090" y="12700"/>
                  </a:lnTo>
                  <a:lnTo>
                    <a:pt x="339090" y="9017"/>
                  </a:lnTo>
                  <a:close/>
                </a:path>
                <a:path w="965200" h="52069">
                  <a:moveTo>
                    <a:pt x="339090" y="6477"/>
                  </a:moveTo>
                  <a:lnTo>
                    <a:pt x="0" y="6477"/>
                  </a:lnTo>
                  <a:lnTo>
                    <a:pt x="0" y="8890"/>
                  </a:lnTo>
                  <a:lnTo>
                    <a:pt x="339090" y="8890"/>
                  </a:lnTo>
                  <a:lnTo>
                    <a:pt x="339090" y="6477"/>
                  </a:lnTo>
                  <a:close/>
                </a:path>
                <a:path w="965200" h="52069">
                  <a:moveTo>
                    <a:pt x="339090" y="127"/>
                  </a:moveTo>
                  <a:lnTo>
                    <a:pt x="0" y="127"/>
                  </a:lnTo>
                  <a:lnTo>
                    <a:pt x="0" y="6350"/>
                  </a:lnTo>
                  <a:lnTo>
                    <a:pt x="339090" y="6350"/>
                  </a:lnTo>
                  <a:lnTo>
                    <a:pt x="339090" y="127"/>
                  </a:lnTo>
                  <a:close/>
                </a:path>
                <a:path w="965200" h="52069">
                  <a:moveTo>
                    <a:pt x="932180" y="49657"/>
                  </a:moveTo>
                  <a:lnTo>
                    <a:pt x="494030" y="49657"/>
                  </a:lnTo>
                  <a:lnTo>
                    <a:pt x="494030" y="52070"/>
                  </a:lnTo>
                  <a:lnTo>
                    <a:pt x="932180" y="52070"/>
                  </a:lnTo>
                  <a:lnTo>
                    <a:pt x="932180" y="49657"/>
                  </a:lnTo>
                  <a:close/>
                </a:path>
                <a:path w="965200" h="52069">
                  <a:moveTo>
                    <a:pt x="941070" y="35572"/>
                  </a:moveTo>
                  <a:lnTo>
                    <a:pt x="501650" y="35572"/>
                  </a:lnTo>
                  <a:lnTo>
                    <a:pt x="501650" y="38100"/>
                  </a:lnTo>
                  <a:lnTo>
                    <a:pt x="500380" y="38100"/>
                  </a:lnTo>
                  <a:lnTo>
                    <a:pt x="500380" y="39370"/>
                  </a:lnTo>
                  <a:lnTo>
                    <a:pt x="500380" y="40640"/>
                  </a:lnTo>
                  <a:lnTo>
                    <a:pt x="499110" y="40640"/>
                  </a:lnTo>
                  <a:lnTo>
                    <a:pt x="499110" y="41910"/>
                  </a:lnTo>
                  <a:lnTo>
                    <a:pt x="497840" y="41910"/>
                  </a:lnTo>
                  <a:lnTo>
                    <a:pt x="497840" y="44450"/>
                  </a:lnTo>
                  <a:lnTo>
                    <a:pt x="496570" y="44450"/>
                  </a:lnTo>
                  <a:lnTo>
                    <a:pt x="496570" y="45720"/>
                  </a:lnTo>
                  <a:lnTo>
                    <a:pt x="496570" y="46990"/>
                  </a:lnTo>
                  <a:lnTo>
                    <a:pt x="495300" y="46990"/>
                  </a:lnTo>
                  <a:lnTo>
                    <a:pt x="495300" y="48260"/>
                  </a:lnTo>
                  <a:lnTo>
                    <a:pt x="495300" y="49530"/>
                  </a:lnTo>
                  <a:lnTo>
                    <a:pt x="933450" y="49530"/>
                  </a:lnTo>
                  <a:lnTo>
                    <a:pt x="933450" y="48260"/>
                  </a:lnTo>
                  <a:lnTo>
                    <a:pt x="934720" y="48260"/>
                  </a:lnTo>
                  <a:lnTo>
                    <a:pt x="934720" y="46990"/>
                  </a:lnTo>
                  <a:lnTo>
                    <a:pt x="934720" y="45720"/>
                  </a:lnTo>
                  <a:lnTo>
                    <a:pt x="935990" y="45720"/>
                  </a:lnTo>
                  <a:lnTo>
                    <a:pt x="935990" y="44450"/>
                  </a:lnTo>
                  <a:lnTo>
                    <a:pt x="937260" y="44450"/>
                  </a:lnTo>
                  <a:lnTo>
                    <a:pt x="937260" y="41910"/>
                  </a:lnTo>
                  <a:lnTo>
                    <a:pt x="938530" y="41910"/>
                  </a:lnTo>
                  <a:lnTo>
                    <a:pt x="938530" y="40640"/>
                  </a:lnTo>
                  <a:lnTo>
                    <a:pt x="938530" y="39370"/>
                  </a:lnTo>
                  <a:lnTo>
                    <a:pt x="939800" y="39370"/>
                  </a:lnTo>
                  <a:lnTo>
                    <a:pt x="939800" y="38100"/>
                  </a:lnTo>
                  <a:lnTo>
                    <a:pt x="941070" y="38100"/>
                  </a:lnTo>
                  <a:lnTo>
                    <a:pt x="941070" y="35572"/>
                  </a:lnTo>
                  <a:close/>
                </a:path>
                <a:path w="965200" h="52069">
                  <a:moveTo>
                    <a:pt x="942340" y="34417"/>
                  </a:moveTo>
                  <a:lnTo>
                    <a:pt x="502920" y="34417"/>
                  </a:lnTo>
                  <a:lnTo>
                    <a:pt x="502920" y="35560"/>
                  </a:lnTo>
                  <a:lnTo>
                    <a:pt x="942340" y="35560"/>
                  </a:lnTo>
                  <a:lnTo>
                    <a:pt x="942340" y="34417"/>
                  </a:lnTo>
                  <a:close/>
                </a:path>
                <a:path w="965200" h="52069">
                  <a:moveTo>
                    <a:pt x="946150" y="28067"/>
                  </a:moveTo>
                  <a:lnTo>
                    <a:pt x="506730" y="28067"/>
                  </a:lnTo>
                  <a:lnTo>
                    <a:pt x="506730" y="29210"/>
                  </a:lnTo>
                  <a:lnTo>
                    <a:pt x="505460" y="29210"/>
                  </a:lnTo>
                  <a:lnTo>
                    <a:pt x="505460" y="30480"/>
                  </a:lnTo>
                  <a:lnTo>
                    <a:pt x="504190" y="30480"/>
                  </a:lnTo>
                  <a:lnTo>
                    <a:pt x="504190" y="31750"/>
                  </a:lnTo>
                  <a:lnTo>
                    <a:pt x="504190" y="33020"/>
                  </a:lnTo>
                  <a:lnTo>
                    <a:pt x="502920" y="33020"/>
                  </a:lnTo>
                  <a:lnTo>
                    <a:pt x="502920" y="34290"/>
                  </a:lnTo>
                  <a:lnTo>
                    <a:pt x="943610" y="34290"/>
                  </a:lnTo>
                  <a:lnTo>
                    <a:pt x="943610" y="33020"/>
                  </a:lnTo>
                  <a:lnTo>
                    <a:pt x="943610" y="31750"/>
                  </a:lnTo>
                  <a:lnTo>
                    <a:pt x="944880" y="31750"/>
                  </a:lnTo>
                  <a:lnTo>
                    <a:pt x="944880" y="30480"/>
                  </a:lnTo>
                  <a:lnTo>
                    <a:pt x="944880" y="29210"/>
                  </a:lnTo>
                  <a:lnTo>
                    <a:pt x="946150" y="29210"/>
                  </a:lnTo>
                  <a:lnTo>
                    <a:pt x="946150" y="28067"/>
                  </a:lnTo>
                  <a:close/>
                </a:path>
                <a:path w="965200" h="52069">
                  <a:moveTo>
                    <a:pt x="949960" y="21717"/>
                  </a:moveTo>
                  <a:lnTo>
                    <a:pt x="509270" y="21717"/>
                  </a:lnTo>
                  <a:lnTo>
                    <a:pt x="509270" y="24130"/>
                  </a:lnTo>
                  <a:lnTo>
                    <a:pt x="508000" y="24130"/>
                  </a:lnTo>
                  <a:lnTo>
                    <a:pt x="508000" y="25400"/>
                  </a:lnTo>
                  <a:lnTo>
                    <a:pt x="508000" y="26670"/>
                  </a:lnTo>
                  <a:lnTo>
                    <a:pt x="506730" y="26670"/>
                  </a:lnTo>
                  <a:lnTo>
                    <a:pt x="506730" y="27940"/>
                  </a:lnTo>
                  <a:lnTo>
                    <a:pt x="947420" y="27940"/>
                  </a:lnTo>
                  <a:lnTo>
                    <a:pt x="947420" y="26670"/>
                  </a:lnTo>
                  <a:lnTo>
                    <a:pt x="947420" y="25400"/>
                  </a:lnTo>
                  <a:lnTo>
                    <a:pt x="948690" y="25400"/>
                  </a:lnTo>
                  <a:lnTo>
                    <a:pt x="948690" y="24257"/>
                  </a:lnTo>
                  <a:lnTo>
                    <a:pt x="949960" y="24257"/>
                  </a:lnTo>
                  <a:lnTo>
                    <a:pt x="949960" y="21717"/>
                  </a:lnTo>
                  <a:close/>
                </a:path>
                <a:path w="965200" h="52069">
                  <a:moveTo>
                    <a:pt x="953770" y="15367"/>
                  </a:moveTo>
                  <a:lnTo>
                    <a:pt x="513080" y="15367"/>
                  </a:lnTo>
                  <a:lnTo>
                    <a:pt x="513080" y="17780"/>
                  </a:lnTo>
                  <a:lnTo>
                    <a:pt x="511810" y="17780"/>
                  </a:lnTo>
                  <a:lnTo>
                    <a:pt x="511810" y="19050"/>
                  </a:lnTo>
                  <a:lnTo>
                    <a:pt x="511810" y="20320"/>
                  </a:lnTo>
                  <a:lnTo>
                    <a:pt x="510540" y="20320"/>
                  </a:lnTo>
                  <a:lnTo>
                    <a:pt x="510540" y="21590"/>
                  </a:lnTo>
                  <a:lnTo>
                    <a:pt x="951230" y="21590"/>
                  </a:lnTo>
                  <a:lnTo>
                    <a:pt x="951230" y="20320"/>
                  </a:lnTo>
                  <a:lnTo>
                    <a:pt x="951230" y="19050"/>
                  </a:lnTo>
                  <a:lnTo>
                    <a:pt x="952500" y="19050"/>
                  </a:lnTo>
                  <a:lnTo>
                    <a:pt x="952500" y="17907"/>
                  </a:lnTo>
                  <a:lnTo>
                    <a:pt x="953770" y="17907"/>
                  </a:lnTo>
                  <a:lnTo>
                    <a:pt x="953770" y="15367"/>
                  </a:lnTo>
                  <a:close/>
                </a:path>
                <a:path w="965200" h="52069">
                  <a:moveTo>
                    <a:pt x="963930" y="127"/>
                  </a:moveTo>
                  <a:lnTo>
                    <a:pt x="521970" y="127"/>
                  </a:lnTo>
                  <a:lnTo>
                    <a:pt x="521970" y="1397"/>
                  </a:lnTo>
                  <a:lnTo>
                    <a:pt x="520700" y="1397"/>
                  </a:lnTo>
                  <a:lnTo>
                    <a:pt x="520700" y="3810"/>
                  </a:lnTo>
                  <a:lnTo>
                    <a:pt x="519430" y="3810"/>
                  </a:lnTo>
                  <a:lnTo>
                    <a:pt x="519430" y="5080"/>
                  </a:lnTo>
                  <a:lnTo>
                    <a:pt x="519430" y="6350"/>
                  </a:lnTo>
                  <a:lnTo>
                    <a:pt x="518160" y="6350"/>
                  </a:lnTo>
                  <a:lnTo>
                    <a:pt x="518160" y="7620"/>
                  </a:lnTo>
                  <a:lnTo>
                    <a:pt x="518160" y="8890"/>
                  </a:lnTo>
                  <a:lnTo>
                    <a:pt x="516890" y="8890"/>
                  </a:lnTo>
                  <a:lnTo>
                    <a:pt x="516890" y="10160"/>
                  </a:lnTo>
                  <a:lnTo>
                    <a:pt x="515620" y="10160"/>
                  </a:lnTo>
                  <a:lnTo>
                    <a:pt x="515620" y="11430"/>
                  </a:lnTo>
                  <a:lnTo>
                    <a:pt x="515620" y="12700"/>
                  </a:lnTo>
                  <a:lnTo>
                    <a:pt x="514350" y="12700"/>
                  </a:lnTo>
                  <a:lnTo>
                    <a:pt x="514350" y="13970"/>
                  </a:lnTo>
                  <a:lnTo>
                    <a:pt x="514350" y="15240"/>
                  </a:lnTo>
                  <a:lnTo>
                    <a:pt x="955040" y="15240"/>
                  </a:lnTo>
                  <a:lnTo>
                    <a:pt x="955040" y="13970"/>
                  </a:lnTo>
                  <a:lnTo>
                    <a:pt x="956310" y="13970"/>
                  </a:lnTo>
                  <a:lnTo>
                    <a:pt x="956310" y="12700"/>
                  </a:lnTo>
                  <a:lnTo>
                    <a:pt x="956310" y="11430"/>
                  </a:lnTo>
                  <a:lnTo>
                    <a:pt x="957580" y="11430"/>
                  </a:lnTo>
                  <a:lnTo>
                    <a:pt x="957580" y="10160"/>
                  </a:lnTo>
                  <a:lnTo>
                    <a:pt x="958837" y="10160"/>
                  </a:lnTo>
                  <a:lnTo>
                    <a:pt x="958837" y="8890"/>
                  </a:lnTo>
                  <a:lnTo>
                    <a:pt x="958850" y="7620"/>
                  </a:lnTo>
                  <a:lnTo>
                    <a:pt x="960107" y="7620"/>
                  </a:lnTo>
                  <a:lnTo>
                    <a:pt x="960107" y="6350"/>
                  </a:lnTo>
                  <a:lnTo>
                    <a:pt x="960120" y="5080"/>
                  </a:lnTo>
                  <a:lnTo>
                    <a:pt x="961390" y="5080"/>
                  </a:lnTo>
                  <a:lnTo>
                    <a:pt x="961390" y="3810"/>
                  </a:lnTo>
                  <a:lnTo>
                    <a:pt x="962660" y="3810"/>
                  </a:lnTo>
                  <a:lnTo>
                    <a:pt x="962660" y="1397"/>
                  </a:lnTo>
                  <a:lnTo>
                    <a:pt x="963930" y="1397"/>
                  </a:lnTo>
                  <a:lnTo>
                    <a:pt x="963930" y="127"/>
                  </a:lnTo>
                  <a:close/>
                </a:path>
                <a:path w="965200" h="52069">
                  <a:moveTo>
                    <a:pt x="965200" y="0"/>
                  </a:moveTo>
                  <a:lnTo>
                    <a:pt x="963930" y="0"/>
                  </a:lnTo>
                  <a:lnTo>
                    <a:pt x="963930" y="127"/>
                  </a:lnTo>
                  <a:lnTo>
                    <a:pt x="965200" y="127"/>
                  </a:lnTo>
                  <a:lnTo>
                    <a:pt x="965200" y="0"/>
                  </a:lnTo>
                  <a:close/>
                </a:path>
              </a:pathLst>
            </a:custGeom>
            <a:solidFill>
              <a:srgbClr val="001700"/>
            </a:solidFill>
          </p:spPr>
          <p:txBody>
            <a:bodyPr wrap="square" lIns="0" tIns="0" rIns="0" bIns="0" rtlCol="0"/>
            <a:lstStyle/>
            <a:p/>
          </p:txBody>
        </p:sp>
      </p:grpSp>
      <p:sp>
        <p:nvSpPr>
          <p:cNvPr id="573" name="object 573"/>
          <p:cNvSpPr/>
          <p:nvPr/>
        </p:nvSpPr>
        <p:spPr>
          <a:xfrm>
            <a:off x="6897370" y="2364739"/>
            <a:ext cx="339090" cy="50800"/>
          </a:xfrm>
          <a:custGeom>
            <a:avLst/>
            <a:gdLst/>
            <a:ahLst/>
            <a:cxnLst/>
            <a:rect l="l" t="t" r="r" b="b"/>
            <a:pathLst>
              <a:path w="339090" h="50800">
                <a:moveTo>
                  <a:pt x="339090" y="49657"/>
                </a:moveTo>
                <a:lnTo>
                  <a:pt x="0" y="49657"/>
                </a:lnTo>
                <a:lnTo>
                  <a:pt x="0" y="50800"/>
                </a:lnTo>
                <a:lnTo>
                  <a:pt x="339090" y="50800"/>
                </a:lnTo>
                <a:lnTo>
                  <a:pt x="339090" y="49657"/>
                </a:lnTo>
                <a:close/>
              </a:path>
              <a:path w="339090" h="50800">
                <a:moveTo>
                  <a:pt x="339090" y="45847"/>
                </a:moveTo>
                <a:lnTo>
                  <a:pt x="0" y="45847"/>
                </a:lnTo>
                <a:lnTo>
                  <a:pt x="0" y="49530"/>
                </a:lnTo>
                <a:lnTo>
                  <a:pt x="339090" y="49530"/>
                </a:lnTo>
                <a:lnTo>
                  <a:pt x="339090" y="45847"/>
                </a:lnTo>
                <a:close/>
              </a:path>
              <a:path w="339090" h="50800">
                <a:moveTo>
                  <a:pt x="339090" y="43307"/>
                </a:moveTo>
                <a:lnTo>
                  <a:pt x="0" y="43307"/>
                </a:lnTo>
                <a:lnTo>
                  <a:pt x="0" y="45720"/>
                </a:lnTo>
                <a:lnTo>
                  <a:pt x="339090" y="45720"/>
                </a:lnTo>
                <a:lnTo>
                  <a:pt x="339090" y="43307"/>
                </a:lnTo>
                <a:close/>
              </a:path>
              <a:path w="339090" h="50800">
                <a:moveTo>
                  <a:pt x="339090" y="30607"/>
                </a:moveTo>
                <a:lnTo>
                  <a:pt x="0" y="30607"/>
                </a:lnTo>
                <a:lnTo>
                  <a:pt x="0" y="43180"/>
                </a:lnTo>
                <a:lnTo>
                  <a:pt x="339090" y="43180"/>
                </a:lnTo>
                <a:lnTo>
                  <a:pt x="339090" y="30607"/>
                </a:lnTo>
                <a:close/>
              </a:path>
              <a:path w="339090" h="50800">
                <a:moveTo>
                  <a:pt x="339090" y="26797"/>
                </a:moveTo>
                <a:lnTo>
                  <a:pt x="0" y="26797"/>
                </a:lnTo>
                <a:lnTo>
                  <a:pt x="0" y="30480"/>
                </a:lnTo>
                <a:lnTo>
                  <a:pt x="339090" y="30480"/>
                </a:lnTo>
                <a:lnTo>
                  <a:pt x="339090" y="26797"/>
                </a:lnTo>
                <a:close/>
              </a:path>
              <a:path w="339090" h="50800">
                <a:moveTo>
                  <a:pt x="339090" y="24257"/>
                </a:moveTo>
                <a:lnTo>
                  <a:pt x="0" y="24257"/>
                </a:lnTo>
                <a:lnTo>
                  <a:pt x="0" y="26670"/>
                </a:lnTo>
                <a:lnTo>
                  <a:pt x="339090" y="26670"/>
                </a:lnTo>
                <a:lnTo>
                  <a:pt x="339090" y="24257"/>
                </a:lnTo>
                <a:close/>
              </a:path>
              <a:path w="339090" h="50800">
                <a:moveTo>
                  <a:pt x="339090" y="20447"/>
                </a:moveTo>
                <a:lnTo>
                  <a:pt x="0" y="20447"/>
                </a:lnTo>
                <a:lnTo>
                  <a:pt x="0" y="24130"/>
                </a:lnTo>
                <a:lnTo>
                  <a:pt x="339090" y="24130"/>
                </a:lnTo>
                <a:lnTo>
                  <a:pt x="339090" y="20447"/>
                </a:lnTo>
                <a:close/>
              </a:path>
              <a:path w="339090" h="50800">
                <a:moveTo>
                  <a:pt x="339090" y="14097"/>
                </a:moveTo>
                <a:lnTo>
                  <a:pt x="0" y="14097"/>
                </a:lnTo>
                <a:lnTo>
                  <a:pt x="0" y="20320"/>
                </a:lnTo>
                <a:lnTo>
                  <a:pt x="339090" y="20320"/>
                </a:lnTo>
                <a:lnTo>
                  <a:pt x="339090" y="14097"/>
                </a:lnTo>
                <a:close/>
              </a:path>
              <a:path w="339090" h="50800">
                <a:moveTo>
                  <a:pt x="339090" y="11557"/>
                </a:moveTo>
                <a:lnTo>
                  <a:pt x="0" y="11557"/>
                </a:lnTo>
                <a:lnTo>
                  <a:pt x="0" y="13970"/>
                </a:lnTo>
                <a:lnTo>
                  <a:pt x="339090" y="13970"/>
                </a:lnTo>
                <a:lnTo>
                  <a:pt x="339090" y="11557"/>
                </a:lnTo>
                <a:close/>
              </a:path>
              <a:path w="339090" h="50800">
                <a:moveTo>
                  <a:pt x="339090" y="7747"/>
                </a:moveTo>
                <a:lnTo>
                  <a:pt x="0" y="7747"/>
                </a:lnTo>
                <a:lnTo>
                  <a:pt x="0" y="11430"/>
                </a:lnTo>
                <a:lnTo>
                  <a:pt x="339090" y="11430"/>
                </a:lnTo>
                <a:lnTo>
                  <a:pt x="339090" y="7747"/>
                </a:lnTo>
                <a:close/>
              </a:path>
              <a:path w="339090" h="50800">
                <a:moveTo>
                  <a:pt x="339090" y="0"/>
                </a:moveTo>
                <a:lnTo>
                  <a:pt x="0" y="0"/>
                </a:lnTo>
                <a:lnTo>
                  <a:pt x="0" y="7620"/>
                </a:lnTo>
                <a:lnTo>
                  <a:pt x="339090" y="7620"/>
                </a:lnTo>
                <a:lnTo>
                  <a:pt x="339090" y="0"/>
                </a:lnTo>
                <a:close/>
              </a:path>
            </a:pathLst>
          </a:custGeom>
          <a:solidFill>
            <a:srgbClr val="001800"/>
          </a:solidFill>
        </p:spPr>
        <p:txBody>
          <a:bodyPr wrap="square" lIns="0" tIns="0" rIns="0" bIns="0" rtlCol="0"/>
          <a:lstStyle/>
          <a:p/>
        </p:txBody>
      </p:sp>
      <p:sp>
        <p:nvSpPr>
          <p:cNvPr id="574" name="object 574"/>
          <p:cNvSpPr/>
          <p:nvPr/>
        </p:nvSpPr>
        <p:spPr>
          <a:xfrm>
            <a:off x="7362190" y="2364739"/>
            <a:ext cx="467359" cy="50800"/>
          </a:xfrm>
          <a:custGeom>
            <a:avLst/>
            <a:gdLst/>
            <a:ahLst/>
            <a:cxnLst/>
            <a:rect l="l" t="t" r="r" b="b"/>
            <a:pathLst>
              <a:path w="467359" h="50800">
                <a:moveTo>
                  <a:pt x="447040" y="30607"/>
                </a:moveTo>
                <a:lnTo>
                  <a:pt x="11430" y="30607"/>
                </a:lnTo>
                <a:lnTo>
                  <a:pt x="11430" y="31877"/>
                </a:lnTo>
                <a:lnTo>
                  <a:pt x="10160" y="31877"/>
                </a:lnTo>
                <a:lnTo>
                  <a:pt x="10160" y="34290"/>
                </a:lnTo>
                <a:lnTo>
                  <a:pt x="8890" y="34290"/>
                </a:lnTo>
                <a:lnTo>
                  <a:pt x="8890" y="35687"/>
                </a:lnTo>
                <a:lnTo>
                  <a:pt x="7620" y="35687"/>
                </a:lnTo>
                <a:lnTo>
                  <a:pt x="7620" y="38227"/>
                </a:lnTo>
                <a:lnTo>
                  <a:pt x="6350" y="38227"/>
                </a:lnTo>
                <a:lnTo>
                  <a:pt x="6350" y="40640"/>
                </a:lnTo>
                <a:lnTo>
                  <a:pt x="5080" y="40640"/>
                </a:lnTo>
                <a:lnTo>
                  <a:pt x="5080" y="41910"/>
                </a:lnTo>
                <a:lnTo>
                  <a:pt x="5080" y="43180"/>
                </a:lnTo>
                <a:lnTo>
                  <a:pt x="3810" y="43180"/>
                </a:lnTo>
                <a:lnTo>
                  <a:pt x="3810" y="44450"/>
                </a:lnTo>
                <a:lnTo>
                  <a:pt x="3810" y="45720"/>
                </a:lnTo>
                <a:lnTo>
                  <a:pt x="2540" y="45720"/>
                </a:lnTo>
                <a:lnTo>
                  <a:pt x="2540" y="46990"/>
                </a:lnTo>
                <a:lnTo>
                  <a:pt x="1270" y="46990"/>
                </a:lnTo>
                <a:lnTo>
                  <a:pt x="1270" y="48260"/>
                </a:lnTo>
                <a:lnTo>
                  <a:pt x="1270" y="49530"/>
                </a:lnTo>
                <a:lnTo>
                  <a:pt x="0" y="49530"/>
                </a:lnTo>
                <a:lnTo>
                  <a:pt x="0" y="50800"/>
                </a:lnTo>
                <a:lnTo>
                  <a:pt x="435610" y="50800"/>
                </a:lnTo>
                <a:lnTo>
                  <a:pt x="435610" y="49530"/>
                </a:lnTo>
                <a:lnTo>
                  <a:pt x="435610" y="48260"/>
                </a:lnTo>
                <a:lnTo>
                  <a:pt x="436867" y="48260"/>
                </a:lnTo>
                <a:lnTo>
                  <a:pt x="436867" y="46990"/>
                </a:lnTo>
                <a:lnTo>
                  <a:pt x="436880" y="45720"/>
                </a:lnTo>
                <a:lnTo>
                  <a:pt x="438150" y="45720"/>
                </a:lnTo>
                <a:lnTo>
                  <a:pt x="438150" y="44450"/>
                </a:lnTo>
                <a:lnTo>
                  <a:pt x="439420" y="44450"/>
                </a:lnTo>
                <a:lnTo>
                  <a:pt x="439420" y="43180"/>
                </a:lnTo>
                <a:lnTo>
                  <a:pt x="439420" y="41910"/>
                </a:lnTo>
                <a:lnTo>
                  <a:pt x="440690" y="41910"/>
                </a:lnTo>
                <a:lnTo>
                  <a:pt x="440690" y="40640"/>
                </a:lnTo>
                <a:lnTo>
                  <a:pt x="441960" y="40640"/>
                </a:lnTo>
                <a:lnTo>
                  <a:pt x="441960" y="38227"/>
                </a:lnTo>
                <a:lnTo>
                  <a:pt x="443217" y="38227"/>
                </a:lnTo>
                <a:lnTo>
                  <a:pt x="443217" y="35687"/>
                </a:lnTo>
                <a:lnTo>
                  <a:pt x="444487" y="35687"/>
                </a:lnTo>
                <a:lnTo>
                  <a:pt x="444487" y="34290"/>
                </a:lnTo>
                <a:lnTo>
                  <a:pt x="445770" y="34290"/>
                </a:lnTo>
                <a:lnTo>
                  <a:pt x="445770" y="31877"/>
                </a:lnTo>
                <a:lnTo>
                  <a:pt x="447040" y="31877"/>
                </a:lnTo>
                <a:lnTo>
                  <a:pt x="447040" y="30607"/>
                </a:lnTo>
                <a:close/>
              </a:path>
              <a:path w="467359" h="50800">
                <a:moveTo>
                  <a:pt x="467360" y="0"/>
                </a:moveTo>
                <a:lnTo>
                  <a:pt x="29210" y="0"/>
                </a:lnTo>
                <a:lnTo>
                  <a:pt x="29210" y="127"/>
                </a:lnTo>
                <a:lnTo>
                  <a:pt x="27940" y="127"/>
                </a:lnTo>
                <a:lnTo>
                  <a:pt x="27940" y="1397"/>
                </a:lnTo>
                <a:lnTo>
                  <a:pt x="26670" y="1397"/>
                </a:lnTo>
                <a:lnTo>
                  <a:pt x="26670" y="3937"/>
                </a:lnTo>
                <a:lnTo>
                  <a:pt x="25400" y="3937"/>
                </a:lnTo>
                <a:lnTo>
                  <a:pt x="25400" y="6350"/>
                </a:lnTo>
                <a:lnTo>
                  <a:pt x="24130" y="6350"/>
                </a:lnTo>
                <a:lnTo>
                  <a:pt x="24130" y="7620"/>
                </a:lnTo>
                <a:lnTo>
                  <a:pt x="24130" y="8890"/>
                </a:lnTo>
                <a:lnTo>
                  <a:pt x="22860" y="8890"/>
                </a:lnTo>
                <a:lnTo>
                  <a:pt x="22860" y="10160"/>
                </a:lnTo>
                <a:lnTo>
                  <a:pt x="22860" y="11430"/>
                </a:lnTo>
                <a:lnTo>
                  <a:pt x="21590" y="11430"/>
                </a:lnTo>
                <a:lnTo>
                  <a:pt x="21590" y="12700"/>
                </a:lnTo>
                <a:lnTo>
                  <a:pt x="20320" y="12700"/>
                </a:lnTo>
                <a:lnTo>
                  <a:pt x="20320" y="13970"/>
                </a:lnTo>
                <a:lnTo>
                  <a:pt x="20320" y="15240"/>
                </a:lnTo>
                <a:lnTo>
                  <a:pt x="19050" y="15240"/>
                </a:lnTo>
                <a:lnTo>
                  <a:pt x="19050" y="16510"/>
                </a:lnTo>
                <a:lnTo>
                  <a:pt x="19050" y="17780"/>
                </a:lnTo>
                <a:lnTo>
                  <a:pt x="17780" y="17780"/>
                </a:lnTo>
                <a:lnTo>
                  <a:pt x="17780" y="20320"/>
                </a:lnTo>
                <a:lnTo>
                  <a:pt x="16510" y="20320"/>
                </a:lnTo>
                <a:lnTo>
                  <a:pt x="16510" y="21590"/>
                </a:lnTo>
                <a:lnTo>
                  <a:pt x="16510" y="22860"/>
                </a:lnTo>
                <a:lnTo>
                  <a:pt x="15240" y="22860"/>
                </a:lnTo>
                <a:lnTo>
                  <a:pt x="15240" y="24130"/>
                </a:lnTo>
                <a:lnTo>
                  <a:pt x="13970" y="24130"/>
                </a:lnTo>
                <a:lnTo>
                  <a:pt x="13970" y="25400"/>
                </a:lnTo>
                <a:lnTo>
                  <a:pt x="13970" y="26670"/>
                </a:lnTo>
                <a:lnTo>
                  <a:pt x="12700" y="26670"/>
                </a:lnTo>
                <a:lnTo>
                  <a:pt x="12700" y="27940"/>
                </a:lnTo>
                <a:lnTo>
                  <a:pt x="12700" y="29210"/>
                </a:lnTo>
                <a:lnTo>
                  <a:pt x="11430" y="29210"/>
                </a:lnTo>
                <a:lnTo>
                  <a:pt x="11430" y="30480"/>
                </a:lnTo>
                <a:lnTo>
                  <a:pt x="448310" y="30480"/>
                </a:lnTo>
                <a:lnTo>
                  <a:pt x="448310" y="29210"/>
                </a:lnTo>
                <a:lnTo>
                  <a:pt x="448310" y="27940"/>
                </a:lnTo>
                <a:lnTo>
                  <a:pt x="449580" y="27940"/>
                </a:lnTo>
                <a:lnTo>
                  <a:pt x="449580" y="26670"/>
                </a:lnTo>
                <a:lnTo>
                  <a:pt x="449567" y="25400"/>
                </a:lnTo>
                <a:lnTo>
                  <a:pt x="450837" y="25400"/>
                </a:lnTo>
                <a:lnTo>
                  <a:pt x="450837" y="24130"/>
                </a:lnTo>
                <a:lnTo>
                  <a:pt x="452120" y="24130"/>
                </a:lnTo>
                <a:lnTo>
                  <a:pt x="452120" y="22860"/>
                </a:lnTo>
                <a:lnTo>
                  <a:pt x="452120" y="21590"/>
                </a:lnTo>
                <a:lnTo>
                  <a:pt x="453390" y="21590"/>
                </a:lnTo>
                <a:lnTo>
                  <a:pt x="453390" y="20320"/>
                </a:lnTo>
                <a:lnTo>
                  <a:pt x="454660" y="20320"/>
                </a:lnTo>
                <a:lnTo>
                  <a:pt x="454660" y="17780"/>
                </a:lnTo>
                <a:lnTo>
                  <a:pt x="455930" y="17780"/>
                </a:lnTo>
                <a:lnTo>
                  <a:pt x="455930" y="16510"/>
                </a:lnTo>
                <a:lnTo>
                  <a:pt x="457200" y="16510"/>
                </a:lnTo>
                <a:lnTo>
                  <a:pt x="457200" y="15240"/>
                </a:lnTo>
                <a:lnTo>
                  <a:pt x="457187" y="13970"/>
                </a:lnTo>
                <a:lnTo>
                  <a:pt x="458470" y="13970"/>
                </a:lnTo>
                <a:lnTo>
                  <a:pt x="458470" y="12700"/>
                </a:lnTo>
                <a:lnTo>
                  <a:pt x="458470" y="11430"/>
                </a:lnTo>
                <a:lnTo>
                  <a:pt x="459740" y="11430"/>
                </a:lnTo>
                <a:lnTo>
                  <a:pt x="459740" y="10160"/>
                </a:lnTo>
                <a:lnTo>
                  <a:pt x="461010" y="10160"/>
                </a:lnTo>
                <a:lnTo>
                  <a:pt x="461010" y="8890"/>
                </a:lnTo>
                <a:lnTo>
                  <a:pt x="461010" y="7620"/>
                </a:lnTo>
                <a:lnTo>
                  <a:pt x="462280" y="7620"/>
                </a:lnTo>
                <a:lnTo>
                  <a:pt x="462280" y="6477"/>
                </a:lnTo>
                <a:lnTo>
                  <a:pt x="463550" y="6477"/>
                </a:lnTo>
                <a:lnTo>
                  <a:pt x="463550" y="3937"/>
                </a:lnTo>
                <a:lnTo>
                  <a:pt x="464820" y="3937"/>
                </a:lnTo>
                <a:lnTo>
                  <a:pt x="464820" y="1397"/>
                </a:lnTo>
                <a:lnTo>
                  <a:pt x="466090" y="1397"/>
                </a:lnTo>
                <a:lnTo>
                  <a:pt x="466090" y="127"/>
                </a:lnTo>
                <a:lnTo>
                  <a:pt x="467360" y="127"/>
                </a:lnTo>
                <a:lnTo>
                  <a:pt x="467360" y="0"/>
                </a:lnTo>
                <a:close/>
              </a:path>
            </a:pathLst>
          </a:custGeom>
          <a:solidFill>
            <a:srgbClr val="001800"/>
          </a:solidFill>
        </p:spPr>
        <p:txBody>
          <a:bodyPr wrap="square" lIns="0" tIns="0" rIns="0" bIns="0" rtlCol="0"/>
          <a:lstStyle/>
          <a:p/>
        </p:txBody>
      </p:sp>
      <p:sp>
        <p:nvSpPr>
          <p:cNvPr id="575" name="object 575"/>
          <p:cNvSpPr/>
          <p:nvPr/>
        </p:nvSpPr>
        <p:spPr>
          <a:xfrm>
            <a:off x="6897370" y="2415539"/>
            <a:ext cx="339090" cy="21590"/>
          </a:xfrm>
          <a:custGeom>
            <a:avLst/>
            <a:gdLst/>
            <a:ahLst/>
            <a:cxnLst/>
            <a:rect l="l" t="t" r="r" b="b"/>
            <a:pathLst>
              <a:path w="339090" h="21589">
                <a:moveTo>
                  <a:pt x="339090" y="17907"/>
                </a:moveTo>
                <a:lnTo>
                  <a:pt x="0" y="17907"/>
                </a:lnTo>
                <a:lnTo>
                  <a:pt x="0" y="21590"/>
                </a:lnTo>
                <a:lnTo>
                  <a:pt x="339090" y="21590"/>
                </a:lnTo>
                <a:lnTo>
                  <a:pt x="339090" y="17907"/>
                </a:lnTo>
                <a:close/>
              </a:path>
              <a:path w="339090" h="21589">
                <a:moveTo>
                  <a:pt x="339090" y="14097"/>
                </a:moveTo>
                <a:lnTo>
                  <a:pt x="0" y="14097"/>
                </a:lnTo>
                <a:lnTo>
                  <a:pt x="0" y="17780"/>
                </a:lnTo>
                <a:lnTo>
                  <a:pt x="339090" y="17780"/>
                </a:lnTo>
                <a:lnTo>
                  <a:pt x="339090" y="14097"/>
                </a:lnTo>
                <a:close/>
              </a:path>
              <a:path w="339090" h="21589">
                <a:moveTo>
                  <a:pt x="339090" y="11557"/>
                </a:moveTo>
                <a:lnTo>
                  <a:pt x="0" y="11557"/>
                </a:lnTo>
                <a:lnTo>
                  <a:pt x="0" y="13970"/>
                </a:lnTo>
                <a:lnTo>
                  <a:pt x="339090" y="13970"/>
                </a:lnTo>
                <a:lnTo>
                  <a:pt x="339090" y="11557"/>
                </a:lnTo>
                <a:close/>
              </a:path>
              <a:path w="339090" h="21589">
                <a:moveTo>
                  <a:pt x="339090" y="7747"/>
                </a:moveTo>
                <a:lnTo>
                  <a:pt x="0" y="7747"/>
                </a:lnTo>
                <a:lnTo>
                  <a:pt x="0" y="11430"/>
                </a:lnTo>
                <a:lnTo>
                  <a:pt x="339090" y="11430"/>
                </a:lnTo>
                <a:lnTo>
                  <a:pt x="339090" y="7747"/>
                </a:lnTo>
                <a:close/>
              </a:path>
              <a:path w="339090" h="21589">
                <a:moveTo>
                  <a:pt x="339090" y="5207"/>
                </a:moveTo>
                <a:lnTo>
                  <a:pt x="0" y="5207"/>
                </a:lnTo>
                <a:lnTo>
                  <a:pt x="0" y="7620"/>
                </a:lnTo>
                <a:lnTo>
                  <a:pt x="339090" y="7620"/>
                </a:lnTo>
                <a:lnTo>
                  <a:pt x="339090" y="5207"/>
                </a:lnTo>
                <a:close/>
              </a:path>
              <a:path w="339090" h="21589">
                <a:moveTo>
                  <a:pt x="339090" y="0"/>
                </a:moveTo>
                <a:lnTo>
                  <a:pt x="0" y="0"/>
                </a:lnTo>
                <a:lnTo>
                  <a:pt x="0" y="5080"/>
                </a:lnTo>
                <a:lnTo>
                  <a:pt x="339090" y="5080"/>
                </a:lnTo>
                <a:lnTo>
                  <a:pt x="339090" y="0"/>
                </a:lnTo>
                <a:close/>
              </a:path>
            </a:pathLst>
          </a:custGeom>
          <a:solidFill>
            <a:srgbClr val="001900"/>
          </a:solidFill>
        </p:spPr>
        <p:txBody>
          <a:bodyPr wrap="square" lIns="0" tIns="0" rIns="0" bIns="0" rtlCol="0"/>
          <a:lstStyle/>
          <a:p/>
        </p:txBody>
      </p:sp>
      <p:sp>
        <p:nvSpPr>
          <p:cNvPr id="576" name="object 576"/>
          <p:cNvSpPr/>
          <p:nvPr/>
        </p:nvSpPr>
        <p:spPr>
          <a:xfrm>
            <a:off x="7350760" y="2415539"/>
            <a:ext cx="445770" cy="21590"/>
          </a:xfrm>
          <a:custGeom>
            <a:avLst/>
            <a:gdLst/>
            <a:ahLst/>
            <a:cxnLst/>
            <a:rect l="l" t="t" r="r" b="b"/>
            <a:pathLst>
              <a:path w="445770" h="21589">
                <a:moveTo>
                  <a:pt x="434340" y="17907"/>
                </a:moveTo>
                <a:lnTo>
                  <a:pt x="1270" y="17907"/>
                </a:lnTo>
                <a:lnTo>
                  <a:pt x="1270" y="19177"/>
                </a:lnTo>
                <a:lnTo>
                  <a:pt x="0" y="19177"/>
                </a:lnTo>
                <a:lnTo>
                  <a:pt x="0" y="21590"/>
                </a:lnTo>
                <a:lnTo>
                  <a:pt x="433070" y="21590"/>
                </a:lnTo>
                <a:lnTo>
                  <a:pt x="433070" y="19177"/>
                </a:lnTo>
                <a:lnTo>
                  <a:pt x="434340" y="19177"/>
                </a:lnTo>
                <a:lnTo>
                  <a:pt x="434340" y="17907"/>
                </a:lnTo>
                <a:close/>
              </a:path>
              <a:path w="445770" h="21589">
                <a:moveTo>
                  <a:pt x="436880" y="14097"/>
                </a:moveTo>
                <a:lnTo>
                  <a:pt x="3810" y="14097"/>
                </a:lnTo>
                <a:lnTo>
                  <a:pt x="3810" y="15240"/>
                </a:lnTo>
                <a:lnTo>
                  <a:pt x="2540" y="15240"/>
                </a:lnTo>
                <a:lnTo>
                  <a:pt x="2540" y="16510"/>
                </a:lnTo>
                <a:lnTo>
                  <a:pt x="1270" y="16510"/>
                </a:lnTo>
                <a:lnTo>
                  <a:pt x="1270" y="17780"/>
                </a:lnTo>
                <a:lnTo>
                  <a:pt x="435610" y="17780"/>
                </a:lnTo>
                <a:lnTo>
                  <a:pt x="435610" y="16510"/>
                </a:lnTo>
                <a:lnTo>
                  <a:pt x="435610" y="15240"/>
                </a:lnTo>
                <a:lnTo>
                  <a:pt x="436880" y="15240"/>
                </a:lnTo>
                <a:lnTo>
                  <a:pt x="436880" y="14097"/>
                </a:lnTo>
                <a:close/>
              </a:path>
              <a:path w="445770" h="21589">
                <a:moveTo>
                  <a:pt x="444500" y="1397"/>
                </a:moveTo>
                <a:lnTo>
                  <a:pt x="10160" y="1397"/>
                </a:lnTo>
                <a:lnTo>
                  <a:pt x="10160" y="3810"/>
                </a:lnTo>
                <a:lnTo>
                  <a:pt x="8890" y="3810"/>
                </a:lnTo>
                <a:lnTo>
                  <a:pt x="8890" y="5080"/>
                </a:lnTo>
                <a:lnTo>
                  <a:pt x="8890" y="6350"/>
                </a:lnTo>
                <a:lnTo>
                  <a:pt x="7620" y="6350"/>
                </a:lnTo>
                <a:lnTo>
                  <a:pt x="7620" y="7620"/>
                </a:lnTo>
                <a:lnTo>
                  <a:pt x="6350" y="7620"/>
                </a:lnTo>
                <a:lnTo>
                  <a:pt x="6350" y="8890"/>
                </a:lnTo>
                <a:lnTo>
                  <a:pt x="6350" y="10160"/>
                </a:lnTo>
                <a:lnTo>
                  <a:pt x="5080" y="10160"/>
                </a:lnTo>
                <a:lnTo>
                  <a:pt x="5080" y="11430"/>
                </a:lnTo>
                <a:lnTo>
                  <a:pt x="5080" y="12700"/>
                </a:lnTo>
                <a:lnTo>
                  <a:pt x="3810" y="12700"/>
                </a:lnTo>
                <a:lnTo>
                  <a:pt x="3810" y="13970"/>
                </a:lnTo>
                <a:lnTo>
                  <a:pt x="438150" y="13970"/>
                </a:lnTo>
                <a:lnTo>
                  <a:pt x="438150" y="12700"/>
                </a:lnTo>
                <a:lnTo>
                  <a:pt x="438150" y="11430"/>
                </a:lnTo>
                <a:lnTo>
                  <a:pt x="439420" y="11430"/>
                </a:lnTo>
                <a:lnTo>
                  <a:pt x="439420" y="10160"/>
                </a:lnTo>
                <a:lnTo>
                  <a:pt x="439420" y="8890"/>
                </a:lnTo>
                <a:lnTo>
                  <a:pt x="440690" y="8890"/>
                </a:lnTo>
                <a:lnTo>
                  <a:pt x="440690" y="7620"/>
                </a:lnTo>
                <a:lnTo>
                  <a:pt x="441960" y="7620"/>
                </a:lnTo>
                <a:lnTo>
                  <a:pt x="441960" y="6350"/>
                </a:lnTo>
                <a:lnTo>
                  <a:pt x="441960" y="5080"/>
                </a:lnTo>
                <a:lnTo>
                  <a:pt x="443230" y="5080"/>
                </a:lnTo>
                <a:lnTo>
                  <a:pt x="443230" y="3937"/>
                </a:lnTo>
                <a:lnTo>
                  <a:pt x="444500" y="3937"/>
                </a:lnTo>
                <a:lnTo>
                  <a:pt x="444500" y="1397"/>
                </a:lnTo>
                <a:close/>
              </a:path>
              <a:path w="445770" h="21589">
                <a:moveTo>
                  <a:pt x="445770" y="0"/>
                </a:moveTo>
                <a:lnTo>
                  <a:pt x="11430" y="0"/>
                </a:lnTo>
                <a:lnTo>
                  <a:pt x="11430" y="1270"/>
                </a:lnTo>
                <a:lnTo>
                  <a:pt x="445770" y="1270"/>
                </a:lnTo>
                <a:lnTo>
                  <a:pt x="445770" y="0"/>
                </a:lnTo>
                <a:close/>
              </a:path>
            </a:pathLst>
          </a:custGeom>
          <a:solidFill>
            <a:srgbClr val="001900"/>
          </a:solidFill>
        </p:spPr>
        <p:txBody>
          <a:bodyPr wrap="square" lIns="0" tIns="0" rIns="0" bIns="0" rtlCol="0"/>
          <a:lstStyle/>
          <a:p/>
        </p:txBody>
      </p:sp>
      <p:sp>
        <p:nvSpPr>
          <p:cNvPr id="577" name="object 577"/>
          <p:cNvSpPr/>
          <p:nvPr/>
        </p:nvSpPr>
        <p:spPr>
          <a:xfrm>
            <a:off x="6897369" y="2437129"/>
            <a:ext cx="339090" cy="30480"/>
          </a:xfrm>
          <a:custGeom>
            <a:avLst/>
            <a:gdLst/>
            <a:ahLst/>
            <a:cxnLst/>
            <a:rect l="l" t="t" r="r" b="b"/>
            <a:pathLst>
              <a:path w="339090" h="30480">
                <a:moveTo>
                  <a:pt x="339090" y="0"/>
                </a:moveTo>
                <a:lnTo>
                  <a:pt x="0" y="0"/>
                </a:lnTo>
                <a:lnTo>
                  <a:pt x="0" y="30479"/>
                </a:lnTo>
                <a:lnTo>
                  <a:pt x="339090" y="30479"/>
                </a:lnTo>
                <a:lnTo>
                  <a:pt x="339090" y="0"/>
                </a:lnTo>
                <a:close/>
              </a:path>
            </a:pathLst>
          </a:custGeom>
          <a:solidFill>
            <a:srgbClr val="001900"/>
          </a:solidFill>
        </p:spPr>
        <p:txBody>
          <a:bodyPr wrap="square" lIns="0" tIns="0" rIns="0" bIns="0" rtlCol="0"/>
          <a:lstStyle/>
          <a:p/>
        </p:txBody>
      </p:sp>
      <p:sp>
        <p:nvSpPr>
          <p:cNvPr id="578" name="object 578"/>
          <p:cNvSpPr/>
          <p:nvPr/>
        </p:nvSpPr>
        <p:spPr>
          <a:xfrm>
            <a:off x="7332980" y="2437142"/>
            <a:ext cx="449580" cy="30480"/>
          </a:xfrm>
          <a:custGeom>
            <a:avLst/>
            <a:gdLst/>
            <a:ahLst/>
            <a:cxnLst/>
            <a:rect l="l" t="t" r="r" b="b"/>
            <a:pathLst>
              <a:path w="449579" h="30480">
                <a:moveTo>
                  <a:pt x="449580" y="0"/>
                </a:moveTo>
                <a:lnTo>
                  <a:pt x="16510" y="0"/>
                </a:lnTo>
                <a:lnTo>
                  <a:pt x="16510" y="2527"/>
                </a:lnTo>
                <a:lnTo>
                  <a:pt x="15240" y="2527"/>
                </a:lnTo>
                <a:lnTo>
                  <a:pt x="15240" y="3797"/>
                </a:lnTo>
                <a:lnTo>
                  <a:pt x="15240" y="5067"/>
                </a:lnTo>
                <a:lnTo>
                  <a:pt x="13970" y="5067"/>
                </a:lnTo>
                <a:lnTo>
                  <a:pt x="13970" y="6337"/>
                </a:lnTo>
                <a:lnTo>
                  <a:pt x="12700" y="6337"/>
                </a:lnTo>
                <a:lnTo>
                  <a:pt x="12700" y="7607"/>
                </a:lnTo>
                <a:lnTo>
                  <a:pt x="12700" y="8877"/>
                </a:lnTo>
                <a:lnTo>
                  <a:pt x="11430" y="8877"/>
                </a:lnTo>
                <a:lnTo>
                  <a:pt x="11430" y="10147"/>
                </a:lnTo>
                <a:lnTo>
                  <a:pt x="11430" y="11417"/>
                </a:lnTo>
                <a:lnTo>
                  <a:pt x="10160" y="11417"/>
                </a:lnTo>
                <a:lnTo>
                  <a:pt x="10160" y="13957"/>
                </a:lnTo>
                <a:lnTo>
                  <a:pt x="8890" y="13957"/>
                </a:lnTo>
                <a:lnTo>
                  <a:pt x="8890" y="16497"/>
                </a:lnTo>
                <a:lnTo>
                  <a:pt x="7620" y="16497"/>
                </a:lnTo>
                <a:lnTo>
                  <a:pt x="7620" y="17767"/>
                </a:lnTo>
                <a:lnTo>
                  <a:pt x="6350" y="17767"/>
                </a:lnTo>
                <a:lnTo>
                  <a:pt x="6350" y="20307"/>
                </a:lnTo>
                <a:lnTo>
                  <a:pt x="5080" y="20307"/>
                </a:lnTo>
                <a:lnTo>
                  <a:pt x="5080" y="21577"/>
                </a:lnTo>
                <a:lnTo>
                  <a:pt x="5080" y="22847"/>
                </a:lnTo>
                <a:lnTo>
                  <a:pt x="3810" y="22847"/>
                </a:lnTo>
                <a:lnTo>
                  <a:pt x="3810" y="24117"/>
                </a:lnTo>
                <a:lnTo>
                  <a:pt x="3810" y="25387"/>
                </a:lnTo>
                <a:lnTo>
                  <a:pt x="2540" y="25387"/>
                </a:lnTo>
                <a:lnTo>
                  <a:pt x="2540" y="26657"/>
                </a:lnTo>
                <a:lnTo>
                  <a:pt x="2540" y="27927"/>
                </a:lnTo>
                <a:lnTo>
                  <a:pt x="1270" y="27927"/>
                </a:lnTo>
                <a:lnTo>
                  <a:pt x="1270" y="29197"/>
                </a:lnTo>
                <a:lnTo>
                  <a:pt x="0" y="29197"/>
                </a:lnTo>
                <a:lnTo>
                  <a:pt x="0" y="30467"/>
                </a:lnTo>
                <a:lnTo>
                  <a:pt x="431800" y="30467"/>
                </a:lnTo>
                <a:lnTo>
                  <a:pt x="431800" y="29197"/>
                </a:lnTo>
                <a:lnTo>
                  <a:pt x="431800" y="27927"/>
                </a:lnTo>
                <a:lnTo>
                  <a:pt x="433070" y="27927"/>
                </a:lnTo>
                <a:lnTo>
                  <a:pt x="433070" y="26657"/>
                </a:lnTo>
                <a:lnTo>
                  <a:pt x="434340" y="26657"/>
                </a:lnTo>
                <a:lnTo>
                  <a:pt x="434340" y="25387"/>
                </a:lnTo>
                <a:lnTo>
                  <a:pt x="434340" y="24117"/>
                </a:lnTo>
                <a:lnTo>
                  <a:pt x="435610" y="24117"/>
                </a:lnTo>
                <a:lnTo>
                  <a:pt x="435610" y="22847"/>
                </a:lnTo>
                <a:lnTo>
                  <a:pt x="435597" y="21577"/>
                </a:lnTo>
                <a:lnTo>
                  <a:pt x="436880" y="21577"/>
                </a:lnTo>
                <a:lnTo>
                  <a:pt x="436880" y="20307"/>
                </a:lnTo>
                <a:lnTo>
                  <a:pt x="438150" y="20307"/>
                </a:lnTo>
                <a:lnTo>
                  <a:pt x="438150" y="17767"/>
                </a:lnTo>
                <a:lnTo>
                  <a:pt x="439420" y="17767"/>
                </a:lnTo>
                <a:lnTo>
                  <a:pt x="439420" y="16497"/>
                </a:lnTo>
                <a:lnTo>
                  <a:pt x="440690" y="16497"/>
                </a:lnTo>
                <a:lnTo>
                  <a:pt x="440690" y="13957"/>
                </a:lnTo>
                <a:lnTo>
                  <a:pt x="441960" y="13957"/>
                </a:lnTo>
                <a:lnTo>
                  <a:pt x="441960" y="11417"/>
                </a:lnTo>
                <a:lnTo>
                  <a:pt x="443230" y="11417"/>
                </a:lnTo>
                <a:lnTo>
                  <a:pt x="443230" y="10147"/>
                </a:lnTo>
                <a:lnTo>
                  <a:pt x="444500" y="10147"/>
                </a:lnTo>
                <a:lnTo>
                  <a:pt x="444500" y="8877"/>
                </a:lnTo>
                <a:lnTo>
                  <a:pt x="444500" y="7607"/>
                </a:lnTo>
                <a:lnTo>
                  <a:pt x="445770" y="7607"/>
                </a:lnTo>
                <a:lnTo>
                  <a:pt x="445770" y="6337"/>
                </a:lnTo>
                <a:lnTo>
                  <a:pt x="447040" y="6337"/>
                </a:lnTo>
                <a:lnTo>
                  <a:pt x="447040" y="5067"/>
                </a:lnTo>
                <a:lnTo>
                  <a:pt x="447040" y="3797"/>
                </a:lnTo>
                <a:lnTo>
                  <a:pt x="448310" y="3797"/>
                </a:lnTo>
                <a:lnTo>
                  <a:pt x="448310" y="2527"/>
                </a:lnTo>
                <a:lnTo>
                  <a:pt x="449580" y="2527"/>
                </a:lnTo>
                <a:lnTo>
                  <a:pt x="449580" y="0"/>
                </a:lnTo>
                <a:close/>
              </a:path>
            </a:pathLst>
          </a:custGeom>
          <a:solidFill>
            <a:srgbClr val="001900"/>
          </a:solidFill>
        </p:spPr>
        <p:txBody>
          <a:bodyPr wrap="square" lIns="0" tIns="0" rIns="0" bIns="0" rtlCol="0"/>
          <a:lstStyle/>
          <a:p/>
        </p:txBody>
      </p:sp>
      <p:sp>
        <p:nvSpPr>
          <p:cNvPr id="579" name="object 579"/>
          <p:cNvSpPr/>
          <p:nvPr/>
        </p:nvSpPr>
        <p:spPr>
          <a:xfrm>
            <a:off x="6897369" y="2467610"/>
            <a:ext cx="339090" cy="1270"/>
          </a:xfrm>
          <a:custGeom>
            <a:avLst/>
            <a:gdLst/>
            <a:ahLst/>
            <a:cxnLst/>
            <a:rect l="l" t="t" r="r" b="b"/>
            <a:pathLst>
              <a:path w="339090" h="1269">
                <a:moveTo>
                  <a:pt x="339090" y="0"/>
                </a:moveTo>
                <a:lnTo>
                  <a:pt x="0" y="0"/>
                </a:lnTo>
                <a:lnTo>
                  <a:pt x="0" y="1269"/>
                </a:lnTo>
                <a:lnTo>
                  <a:pt x="339090" y="1269"/>
                </a:lnTo>
                <a:lnTo>
                  <a:pt x="339090" y="0"/>
                </a:lnTo>
                <a:close/>
              </a:path>
            </a:pathLst>
          </a:custGeom>
          <a:solidFill>
            <a:srgbClr val="001A00"/>
          </a:solidFill>
        </p:spPr>
        <p:txBody>
          <a:bodyPr wrap="square" lIns="0" tIns="0" rIns="0" bIns="0" rtlCol="0"/>
          <a:lstStyle/>
          <a:p/>
        </p:txBody>
      </p:sp>
      <p:sp>
        <p:nvSpPr>
          <p:cNvPr id="580" name="object 580"/>
          <p:cNvSpPr/>
          <p:nvPr/>
        </p:nvSpPr>
        <p:spPr>
          <a:xfrm>
            <a:off x="7332980" y="2467610"/>
            <a:ext cx="430530" cy="1270"/>
          </a:xfrm>
          <a:custGeom>
            <a:avLst/>
            <a:gdLst/>
            <a:ahLst/>
            <a:cxnLst/>
            <a:rect l="l" t="t" r="r" b="b"/>
            <a:pathLst>
              <a:path w="430529" h="1269">
                <a:moveTo>
                  <a:pt x="430529" y="0"/>
                </a:moveTo>
                <a:lnTo>
                  <a:pt x="0" y="0"/>
                </a:lnTo>
                <a:lnTo>
                  <a:pt x="0" y="1269"/>
                </a:lnTo>
                <a:lnTo>
                  <a:pt x="430529" y="1269"/>
                </a:lnTo>
                <a:lnTo>
                  <a:pt x="430529" y="0"/>
                </a:lnTo>
                <a:close/>
              </a:path>
            </a:pathLst>
          </a:custGeom>
          <a:solidFill>
            <a:srgbClr val="001A00"/>
          </a:solidFill>
        </p:spPr>
        <p:txBody>
          <a:bodyPr wrap="square" lIns="0" tIns="0" rIns="0" bIns="0" rtlCol="0"/>
          <a:lstStyle/>
          <a:p/>
        </p:txBody>
      </p:sp>
      <p:sp>
        <p:nvSpPr>
          <p:cNvPr id="581" name="object 581"/>
          <p:cNvSpPr/>
          <p:nvPr/>
        </p:nvSpPr>
        <p:spPr>
          <a:xfrm>
            <a:off x="6897370" y="2469006"/>
            <a:ext cx="339090" cy="50800"/>
          </a:xfrm>
          <a:custGeom>
            <a:avLst/>
            <a:gdLst/>
            <a:ahLst/>
            <a:cxnLst/>
            <a:rect l="l" t="t" r="r" b="b"/>
            <a:pathLst>
              <a:path w="339090" h="50800">
                <a:moveTo>
                  <a:pt x="339090" y="46990"/>
                </a:moveTo>
                <a:lnTo>
                  <a:pt x="0" y="46990"/>
                </a:lnTo>
                <a:lnTo>
                  <a:pt x="0" y="50673"/>
                </a:lnTo>
                <a:lnTo>
                  <a:pt x="339090" y="50673"/>
                </a:lnTo>
                <a:lnTo>
                  <a:pt x="339090" y="46990"/>
                </a:lnTo>
                <a:close/>
              </a:path>
              <a:path w="339090" h="50800">
                <a:moveTo>
                  <a:pt x="339090" y="43180"/>
                </a:moveTo>
                <a:lnTo>
                  <a:pt x="0" y="43180"/>
                </a:lnTo>
                <a:lnTo>
                  <a:pt x="0" y="46863"/>
                </a:lnTo>
                <a:lnTo>
                  <a:pt x="339090" y="46863"/>
                </a:lnTo>
                <a:lnTo>
                  <a:pt x="339090" y="43180"/>
                </a:lnTo>
                <a:close/>
              </a:path>
              <a:path w="339090" h="50800">
                <a:moveTo>
                  <a:pt x="339090" y="40640"/>
                </a:moveTo>
                <a:lnTo>
                  <a:pt x="0" y="40640"/>
                </a:lnTo>
                <a:lnTo>
                  <a:pt x="0" y="43053"/>
                </a:lnTo>
                <a:lnTo>
                  <a:pt x="339090" y="43053"/>
                </a:lnTo>
                <a:lnTo>
                  <a:pt x="339090" y="40640"/>
                </a:lnTo>
                <a:close/>
              </a:path>
              <a:path w="339090" h="50800">
                <a:moveTo>
                  <a:pt x="339090" y="36830"/>
                </a:moveTo>
                <a:lnTo>
                  <a:pt x="0" y="36830"/>
                </a:lnTo>
                <a:lnTo>
                  <a:pt x="0" y="40513"/>
                </a:lnTo>
                <a:lnTo>
                  <a:pt x="339090" y="40513"/>
                </a:lnTo>
                <a:lnTo>
                  <a:pt x="339090" y="36830"/>
                </a:lnTo>
                <a:close/>
              </a:path>
              <a:path w="339090" h="50800">
                <a:moveTo>
                  <a:pt x="339090" y="30480"/>
                </a:moveTo>
                <a:lnTo>
                  <a:pt x="0" y="30480"/>
                </a:lnTo>
                <a:lnTo>
                  <a:pt x="0" y="36703"/>
                </a:lnTo>
                <a:lnTo>
                  <a:pt x="339090" y="36703"/>
                </a:lnTo>
                <a:lnTo>
                  <a:pt x="339090" y="30480"/>
                </a:lnTo>
                <a:close/>
              </a:path>
              <a:path w="339090" h="50800">
                <a:moveTo>
                  <a:pt x="339090" y="27940"/>
                </a:moveTo>
                <a:lnTo>
                  <a:pt x="0" y="27940"/>
                </a:lnTo>
                <a:lnTo>
                  <a:pt x="0" y="30353"/>
                </a:lnTo>
                <a:lnTo>
                  <a:pt x="339090" y="30353"/>
                </a:lnTo>
                <a:lnTo>
                  <a:pt x="339090" y="27940"/>
                </a:lnTo>
                <a:close/>
              </a:path>
              <a:path w="339090" h="50800">
                <a:moveTo>
                  <a:pt x="339090" y="24130"/>
                </a:moveTo>
                <a:lnTo>
                  <a:pt x="0" y="24130"/>
                </a:lnTo>
                <a:lnTo>
                  <a:pt x="0" y="27813"/>
                </a:lnTo>
                <a:lnTo>
                  <a:pt x="339090" y="27813"/>
                </a:lnTo>
                <a:lnTo>
                  <a:pt x="339090" y="24130"/>
                </a:lnTo>
                <a:close/>
              </a:path>
              <a:path w="339090" h="50800">
                <a:moveTo>
                  <a:pt x="339090" y="11430"/>
                </a:moveTo>
                <a:lnTo>
                  <a:pt x="0" y="11430"/>
                </a:lnTo>
                <a:lnTo>
                  <a:pt x="0" y="24003"/>
                </a:lnTo>
                <a:lnTo>
                  <a:pt x="339090" y="24003"/>
                </a:lnTo>
                <a:lnTo>
                  <a:pt x="339090" y="11430"/>
                </a:lnTo>
                <a:close/>
              </a:path>
              <a:path w="339090" h="50800">
                <a:moveTo>
                  <a:pt x="339090" y="8890"/>
                </a:moveTo>
                <a:lnTo>
                  <a:pt x="0" y="8890"/>
                </a:lnTo>
                <a:lnTo>
                  <a:pt x="0" y="11303"/>
                </a:lnTo>
                <a:lnTo>
                  <a:pt x="339090" y="11303"/>
                </a:lnTo>
                <a:lnTo>
                  <a:pt x="339090" y="8890"/>
                </a:lnTo>
                <a:close/>
              </a:path>
              <a:path w="339090" h="50800">
                <a:moveTo>
                  <a:pt x="339090" y="5080"/>
                </a:moveTo>
                <a:lnTo>
                  <a:pt x="0" y="5080"/>
                </a:lnTo>
                <a:lnTo>
                  <a:pt x="0" y="8763"/>
                </a:lnTo>
                <a:lnTo>
                  <a:pt x="339090" y="8763"/>
                </a:lnTo>
                <a:lnTo>
                  <a:pt x="339090" y="5080"/>
                </a:lnTo>
                <a:close/>
              </a:path>
              <a:path w="339090" h="50800">
                <a:moveTo>
                  <a:pt x="339090" y="0"/>
                </a:moveTo>
                <a:lnTo>
                  <a:pt x="0" y="0"/>
                </a:lnTo>
                <a:lnTo>
                  <a:pt x="0" y="4953"/>
                </a:lnTo>
                <a:lnTo>
                  <a:pt x="339090" y="4953"/>
                </a:lnTo>
                <a:lnTo>
                  <a:pt x="339090" y="0"/>
                </a:lnTo>
                <a:close/>
              </a:path>
            </a:pathLst>
          </a:custGeom>
          <a:solidFill>
            <a:srgbClr val="001A00"/>
          </a:solidFill>
        </p:spPr>
        <p:txBody>
          <a:bodyPr wrap="square" lIns="0" tIns="0" rIns="0" bIns="0" rtlCol="0"/>
          <a:lstStyle/>
          <a:p/>
        </p:txBody>
      </p:sp>
      <p:sp>
        <p:nvSpPr>
          <p:cNvPr id="582" name="object 582"/>
          <p:cNvSpPr/>
          <p:nvPr/>
        </p:nvSpPr>
        <p:spPr>
          <a:xfrm>
            <a:off x="7305040" y="2469006"/>
            <a:ext cx="457200" cy="50800"/>
          </a:xfrm>
          <a:custGeom>
            <a:avLst/>
            <a:gdLst/>
            <a:ahLst/>
            <a:cxnLst/>
            <a:rect l="l" t="t" r="r" b="b"/>
            <a:pathLst>
              <a:path w="457200" h="50800">
                <a:moveTo>
                  <a:pt x="427990" y="46990"/>
                </a:moveTo>
                <a:lnTo>
                  <a:pt x="1270" y="46990"/>
                </a:lnTo>
                <a:lnTo>
                  <a:pt x="1270" y="48260"/>
                </a:lnTo>
                <a:lnTo>
                  <a:pt x="0" y="48260"/>
                </a:lnTo>
                <a:lnTo>
                  <a:pt x="0" y="50673"/>
                </a:lnTo>
                <a:lnTo>
                  <a:pt x="426720" y="50673"/>
                </a:lnTo>
                <a:lnTo>
                  <a:pt x="426720" y="48260"/>
                </a:lnTo>
                <a:lnTo>
                  <a:pt x="427990" y="48260"/>
                </a:lnTo>
                <a:lnTo>
                  <a:pt x="427990" y="46990"/>
                </a:lnTo>
                <a:close/>
              </a:path>
              <a:path w="457200" h="50800">
                <a:moveTo>
                  <a:pt x="448310" y="13970"/>
                </a:moveTo>
                <a:lnTo>
                  <a:pt x="19050" y="13970"/>
                </a:lnTo>
                <a:lnTo>
                  <a:pt x="19050" y="16510"/>
                </a:lnTo>
                <a:lnTo>
                  <a:pt x="17780" y="16510"/>
                </a:lnTo>
                <a:lnTo>
                  <a:pt x="17780" y="18923"/>
                </a:lnTo>
                <a:lnTo>
                  <a:pt x="16510" y="18923"/>
                </a:lnTo>
                <a:lnTo>
                  <a:pt x="16510" y="20320"/>
                </a:lnTo>
                <a:lnTo>
                  <a:pt x="15240" y="20320"/>
                </a:lnTo>
                <a:lnTo>
                  <a:pt x="15240" y="22733"/>
                </a:lnTo>
                <a:lnTo>
                  <a:pt x="13970" y="22733"/>
                </a:lnTo>
                <a:lnTo>
                  <a:pt x="13970" y="24003"/>
                </a:lnTo>
                <a:lnTo>
                  <a:pt x="13970" y="25273"/>
                </a:lnTo>
                <a:lnTo>
                  <a:pt x="12700" y="25273"/>
                </a:lnTo>
                <a:lnTo>
                  <a:pt x="12700" y="26543"/>
                </a:lnTo>
                <a:lnTo>
                  <a:pt x="12700" y="27813"/>
                </a:lnTo>
                <a:lnTo>
                  <a:pt x="11430" y="27813"/>
                </a:lnTo>
                <a:lnTo>
                  <a:pt x="11430" y="29083"/>
                </a:lnTo>
                <a:lnTo>
                  <a:pt x="11430" y="30353"/>
                </a:lnTo>
                <a:lnTo>
                  <a:pt x="10160" y="30353"/>
                </a:lnTo>
                <a:lnTo>
                  <a:pt x="10160" y="31623"/>
                </a:lnTo>
                <a:lnTo>
                  <a:pt x="8890" y="31623"/>
                </a:lnTo>
                <a:lnTo>
                  <a:pt x="8890" y="32893"/>
                </a:lnTo>
                <a:lnTo>
                  <a:pt x="8890" y="34163"/>
                </a:lnTo>
                <a:lnTo>
                  <a:pt x="7620" y="34163"/>
                </a:lnTo>
                <a:lnTo>
                  <a:pt x="7620" y="36703"/>
                </a:lnTo>
                <a:lnTo>
                  <a:pt x="6350" y="36703"/>
                </a:lnTo>
                <a:lnTo>
                  <a:pt x="6350" y="37973"/>
                </a:lnTo>
                <a:lnTo>
                  <a:pt x="6350" y="39243"/>
                </a:lnTo>
                <a:lnTo>
                  <a:pt x="5080" y="39243"/>
                </a:lnTo>
                <a:lnTo>
                  <a:pt x="5080" y="40513"/>
                </a:lnTo>
                <a:lnTo>
                  <a:pt x="5080" y="41783"/>
                </a:lnTo>
                <a:lnTo>
                  <a:pt x="3810" y="41783"/>
                </a:lnTo>
                <a:lnTo>
                  <a:pt x="3810" y="43053"/>
                </a:lnTo>
                <a:lnTo>
                  <a:pt x="2540" y="43053"/>
                </a:lnTo>
                <a:lnTo>
                  <a:pt x="2540" y="44323"/>
                </a:lnTo>
                <a:lnTo>
                  <a:pt x="2540" y="45593"/>
                </a:lnTo>
                <a:lnTo>
                  <a:pt x="1270" y="45593"/>
                </a:lnTo>
                <a:lnTo>
                  <a:pt x="1270" y="46863"/>
                </a:lnTo>
                <a:lnTo>
                  <a:pt x="429260" y="46863"/>
                </a:lnTo>
                <a:lnTo>
                  <a:pt x="429260" y="45593"/>
                </a:lnTo>
                <a:lnTo>
                  <a:pt x="429260" y="44323"/>
                </a:lnTo>
                <a:lnTo>
                  <a:pt x="430530" y="44323"/>
                </a:lnTo>
                <a:lnTo>
                  <a:pt x="430530" y="43053"/>
                </a:lnTo>
                <a:lnTo>
                  <a:pt x="431800" y="43053"/>
                </a:lnTo>
                <a:lnTo>
                  <a:pt x="431800" y="41783"/>
                </a:lnTo>
                <a:lnTo>
                  <a:pt x="431800" y="40513"/>
                </a:lnTo>
                <a:lnTo>
                  <a:pt x="433070" y="40513"/>
                </a:lnTo>
                <a:lnTo>
                  <a:pt x="433070" y="39243"/>
                </a:lnTo>
                <a:lnTo>
                  <a:pt x="433070" y="37973"/>
                </a:lnTo>
                <a:lnTo>
                  <a:pt x="434340" y="37973"/>
                </a:lnTo>
                <a:lnTo>
                  <a:pt x="434340" y="36703"/>
                </a:lnTo>
                <a:lnTo>
                  <a:pt x="435610" y="36703"/>
                </a:lnTo>
                <a:lnTo>
                  <a:pt x="435610" y="34163"/>
                </a:lnTo>
                <a:lnTo>
                  <a:pt x="436880" y="34163"/>
                </a:lnTo>
                <a:lnTo>
                  <a:pt x="436880" y="32893"/>
                </a:lnTo>
                <a:lnTo>
                  <a:pt x="438137" y="32893"/>
                </a:lnTo>
                <a:lnTo>
                  <a:pt x="438137" y="31623"/>
                </a:lnTo>
                <a:lnTo>
                  <a:pt x="438150" y="30353"/>
                </a:lnTo>
                <a:lnTo>
                  <a:pt x="439420" y="30353"/>
                </a:lnTo>
                <a:lnTo>
                  <a:pt x="439420" y="29083"/>
                </a:lnTo>
                <a:lnTo>
                  <a:pt x="440690" y="29083"/>
                </a:lnTo>
                <a:lnTo>
                  <a:pt x="440690" y="27813"/>
                </a:lnTo>
                <a:lnTo>
                  <a:pt x="440690" y="26543"/>
                </a:lnTo>
                <a:lnTo>
                  <a:pt x="441960" y="26543"/>
                </a:lnTo>
                <a:lnTo>
                  <a:pt x="441960" y="25273"/>
                </a:lnTo>
                <a:lnTo>
                  <a:pt x="441960" y="24003"/>
                </a:lnTo>
                <a:lnTo>
                  <a:pt x="443217" y="24003"/>
                </a:lnTo>
                <a:lnTo>
                  <a:pt x="443217" y="22860"/>
                </a:lnTo>
                <a:lnTo>
                  <a:pt x="444487" y="22860"/>
                </a:lnTo>
                <a:lnTo>
                  <a:pt x="444487" y="20320"/>
                </a:lnTo>
                <a:lnTo>
                  <a:pt x="445770" y="20320"/>
                </a:lnTo>
                <a:lnTo>
                  <a:pt x="445770" y="18923"/>
                </a:lnTo>
                <a:lnTo>
                  <a:pt x="447040" y="18923"/>
                </a:lnTo>
                <a:lnTo>
                  <a:pt x="447040" y="16510"/>
                </a:lnTo>
                <a:lnTo>
                  <a:pt x="448310" y="16510"/>
                </a:lnTo>
                <a:lnTo>
                  <a:pt x="448310" y="13970"/>
                </a:lnTo>
                <a:close/>
              </a:path>
              <a:path w="457200" h="50800">
                <a:moveTo>
                  <a:pt x="457187" y="0"/>
                </a:moveTo>
                <a:lnTo>
                  <a:pt x="26670" y="0"/>
                </a:lnTo>
                <a:lnTo>
                  <a:pt x="26670" y="2413"/>
                </a:lnTo>
                <a:lnTo>
                  <a:pt x="25400" y="2413"/>
                </a:lnTo>
                <a:lnTo>
                  <a:pt x="25400" y="4953"/>
                </a:lnTo>
                <a:lnTo>
                  <a:pt x="24130" y="4953"/>
                </a:lnTo>
                <a:lnTo>
                  <a:pt x="24130" y="6223"/>
                </a:lnTo>
                <a:lnTo>
                  <a:pt x="24130" y="7493"/>
                </a:lnTo>
                <a:lnTo>
                  <a:pt x="22860" y="7493"/>
                </a:lnTo>
                <a:lnTo>
                  <a:pt x="22860" y="8763"/>
                </a:lnTo>
                <a:lnTo>
                  <a:pt x="21590" y="8763"/>
                </a:lnTo>
                <a:lnTo>
                  <a:pt x="21590" y="10033"/>
                </a:lnTo>
                <a:lnTo>
                  <a:pt x="21590" y="11303"/>
                </a:lnTo>
                <a:lnTo>
                  <a:pt x="20320" y="11303"/>
                </a:lnTo>
                <a:lnTo>
                  <a:pt x="20320" y="12573"/>
                </a:lnTo>
                <a:lnTo>
                  <a:pt x="20320" y="13843"/>
                </a:lnTo>
                <a:lnTo>
                  <a:pt x="449567" y="13843"/>
                </a:lnTo>
                <a:lnTo>
                  <a:pt x="449567" y="12573"/>
                </a:lnTo>
                <a:lnTo>
                  <a:pt x="450837" y="12573"/>
                </a:lnTo>
                <a:lnTo>
                  <a:pt x="450837" y="11303"/>
                </a:lnTo>
                <a:lnTo>
                  <a:pt x="450837" y="10033"/>
                </a:lnTo>
                <a:lnTo>
                  <a:pt x="452120" y="10033"/>
                </a:lnTo>
                <a:lnTo>
                  <a:pt x="452120" y="8763"/>
                </a:lnTo>
                <a:lnTo>
                  <a:pt x="453390" y="8763"/>
                </a:lnTo>
                <a:lnTo>
                  <a:pt x="453390" y="7493"/>
                </a:lnTo>
                <a:lnTo>
                  <a:pt x="453390" y="6223"/>
                </a:lnTo>
                <a:lnTo>
                  <a:pt x="454660" y="6223"/>
                </a:lnTo>
                <a:lnTo>
                  <a:pt x="454660" y="4953"/>
                </a:lnTo>
                <a:lnTo>
                  <a:pt x="455930" y="4953"/>
                </a:lnTo>
                <a:lnTo>
                  <a:pt x="455930" y="2540"/>
                </a:lnTo>
                <a:lnTo>
                  <a:pt x="457187" y="2540"/>
                </a:lnTo>
                <a:lnTo>
                  <a:pt x="457187" y="0"/>
                </a:lnTo>
                <a:close/>
              </a:path>
            </a:pathLst>
          </a:custGeom>
          <a:solidFill>
            <a:srgbClr val="001A00"/>
          </a:solidFill>
        </p:spPr>
        <p:txBody>
          <a:bodyPr wrap="square" lIns="0" tIns="0" rIns="0" bIns="0" rtlCol="0"/>
          <a:lstStyle/>
          <a:p/>
        </p:txBody>
      </p:sp>
      <p:sp>
        <p:nvSpPr>
          <p:cNvPr id="583" name="object 583"/>
          <p:cNvSpPr/>
          <p:nvPr/>
        </p:nvSpPr>
        <p:spPr>
          <a:xfrm>
            <a:off x="6897370" y="2519679"/>
            <a:ext cx="339090" cy="31750"/>
          </a:xfrm>
          <a:custGeom>
            <a:avLst/>
            <a:gdLst/>
            <a:ahLst/>
            <a:cxnLst/>
            <a:rect l="l" t="t" r="r" b="b"/>
            <a:pathLst>
              <a:path w="339090" h="31750">
                <a:moveTo>
                  <a:pt x="339090" y="30607"/>
                </a:moveTo>
                <a:lnTo>
                  <a:pt x="0" y="30607"/>
                </a:lnTo>
                <a:lnTo>
                  <a:pt x="0" y="31750"/>
                </a:lnTo>
                <a:lnTo>
                  <a:pt x="339090" y="31750"/>
                </a:lnTo>
                <a:lnTo>
                  <a:pt x="339090" y="30607"/>
                </a:lnTo>
                <a:close/>
              </a:path>
              <a:path w="339090" h="31750">
                <a:moveTo>
                  <a:pt x="339090" y="28067"/>
                </a:moveTo>
                <a:lnTo>
                  <a:pt x="0" y="28067"/>
                </a:lnTo>
                <a:lnTo>
                  <a:pt x="0" y="30480"/>
                </a:lnTo>
                <a:lnTo>
                  <a:pt x="339090" y="30480"/>
                </a:lnTo>
                <a:lnTo>
                  <a:pt x="339090" y="28067"/>
                </a:lnTo>
                <a:close/>
              </a:path>
              <a:path w="339090" h="31750">
                <a:moveTo>
                  <a:pt x="339090" y="21717"/>
                </a:moveTo>
                <a:lnTo>
                  <a:pt x="0" y="21717"/>
                </a:lnTo>
                <a:lnTo>
                  <a:pt x="0" y="27940"/>
                </a:lnTo>
                <a:lnTo>
                  <a:pt x="339090" y="27940"/>
                </a:lnTo>
                <a:lnTo>
                  <a:pt x="339090" y="21717"/>
                </a:lnTo>
                <a:close/>
              </a:path>
              <a:path w="339090" h="31750">
                <a:moveTo>
                  <a:pt x="339090" y="15367"/>
                </a:moveTo>
                <a:lnTo>
                  <a:pt x="0" y="15367"/>
                </a:lnTo>
                <a:lnTo>
                  <a:pt x="0" y="21590"/>
                </a:lnTo>
                <a:lnTo>
                  <a:pt x="339090" y="21590"/>
                </a:lnTo>
                <a:lnTo>
                  <a:pt x="339090" y="15367"/>
                </a:lnTo>
                <a:close/>
              </a:path>
              <a:path w="339090" h="31750">
                <a:moveTo>
                  <a:pt x="339090" y="11557"/>
                </a:moveTo>
                <a:lnTo>
                  <a:pt x="0" y="11557"/>
                </a:lnTo>
                <a:lnTo>
                  <a:pt x="0" y="15240"/>
                </a:lnTo>
                <a:lnTo>
                  <a:pt x="339090" y="15240"/>
                </a:lnTo>
                <a:lnTo>
                  <a:pt x="339090" y="11557"/>
                </a:lnTo>
                <a:close/>
              </a:path>
              <a:path w="339090" h="31750">
                <a:moveTo>
                  <a:pt x="339090" y="9017"/>
                </a:moveTo>
                <a:lnTo>
                  <a:pt x="0" y="9017"/>
                </a:lnTo>
                <a:lnTo>
                  <a:pt x="0" y="11430"/>
                </a:lnTo>
                <a:lnTo>
                  <a:pt x="339090" y="11430"/>
                </a:lnTo>
                <a:lnTo>
                  <a:pt x="339090" y="9017"/>
                </a:lnTo>
                <a:close/>
              </a:path>
              <a:path w="339090" h="31750">
                <a:moveTo>
                  <a:pt x="339090" y="2667"/>
                </a:moveTo>
                <a:lnTo>
                  <a:pt x="0" y="2667"/>
                </a:lnTo>
                <a:lnTo>
                  <a:pt x="0" y="8890"/>
                </a:lnTo>
                <a:lnTo>
                  <a:pt x="339090" y="8890"/>
                </a:lnTo>
                <a:lnTo>
                  <a:pt x="339090" y="2667"/>
                </a:lnTo>
                <a:close/>
              </a:path>
              <a:path w="339090" h="31750">
                <a:moveTo>
                  <a:pt x="339090" y="0"/>
                </a:moveTo>
                <a:lnTo>
                  <a:pt x="0" y="0"/>
                </a:lnTo>
                <a:lnTo>
                  <a:pt x="0" y="2540"/>
                </a:lnTo>
                <a:lnTo>
                  <a:pt x="339090" y="2540"/>
                </a:lnTo>
                <a:lnTo>
                  <a:pt x="339090" y="0"/>
                </a:lnTo>
                <a:close/>
              </a:path>
            </a:pathLst>
          </a:custGeom>
          <a:solidFill>
            <a:srgbClr val="001B00"/>
          </a:solidFill>
        </p:spPr>
        <p:txBody>
          <a:bodyPr wrap="square" lIns="0" tIns="0" rIns="0" bIns="0" rtlCol="0"/>
          <a:lstStyle/>
          <a:p/>
        </p:txBody>
      </p:sp>
      <p:sp>
        <p:nvSpPr>
          <p:cNvPr id="584" name="object 584"/>
          <p:cNvSpPr/>
          <p:nvPr/>
        </p:nvSpPr>
        <p:spPr>
          <a:xfrm>
            <a:off x="7287260" y="2519679"/>
            <a:ext cx="443230" cy="31750"/>
          </a:xfrm>
          <a:custGeom>
            <a:avLst/>
            <a:gdLst/>
            <a:ahLst/>
            <a:cxnLst/>
            <a:rect l="l" t="t" r="r" b="b"/>
            <a:pathLst>
              <a:path w="443229" h="31750">
                <a:moveTo>
                  <a:pt x="424167" y="30607"/>
                </a:moveTo>
                <a:lnTo>
                  <a:pt x="0" y="30607"/>
                </a:lnTo>
                <a:lnTo>
                  <a:pt x="0" y="31750"/>
                </a:lnTo>
                <a:lnTo>
                  <a:pt x="424167" y="31750"/>
                </a:lnTo>
                <a:lnTo>
                  <a:pt x="424167" y="30607"/>
                </a:lnTo>
                <a:close/>
              </a:path>
              <a:path w="443229" h="31750">
                <a:moveTo>
                  <a:pt x="427990" y="24257"/>
                </a:moveTo>
                <a:lnTo>
                  <a:pt x="2540" y="24257"/>
                </a:lnTo>
                <a:lnTo>
                  <a:pt x="2540" y="26670"/>
                </a:lnTo>
                <a:lnTo>
                  <a:pt x="1270" y="26670"/>
                </a:lnTo>
                <a:lnTo>
                  <a:pt x="1270" y="27940"/>
                </a:lnTo>
                <a:lnTo>
                  <a:pt x="1270" y="29210"/>
                </a:lnTo>
                <a:lnTo>
                  <a:pt x="0" y="29210"/>
                </a:lnTo>
                <a:lnTo>
                  <a:pt x="0" y="30480"/>
                </a:lnTo>
                <a:lnTo>
                  <a:pt x="425450" y="30480"/>
                </a:lnTo>
                <a:lnTo>
                  <a:pt x="425450" y="29210"/>
                </a:lnTo>
                <a:lnTo>
                  <a:pt x="425450" y="27940"/>
                </a:lnTo>
                <a:lnTo>
                  <a:pt x="426720" y="27940"/>
                </a:lnTo>
                <a:lnTo>
                  <a:pt x="426720" y="26797"/>
                </a:lnTo>
                <a:lnTo>
                  <a:pt x="427990" y="26797"/>
                </a:lnTo>
                <a:lnTo>
                  <a:pt x="427990" y="24257"/>
                </a:lnTo>
                <a:close/>
              </a:path>
              <a:path w="443229" h="31750">
                <a:moveTo>
                  <a:pt x="431800" y="17907"/>
                </a:moveTo>
                <a:lnTo>
                  <a:pt x="6350" y="17907"/>
                </a:lnTo>
                <a:lnTo>
                  <a:pt x="6350" y="20320"/>
                </a:lnTo>
                <a:lnTo>
                  <a:pt x="5080" y="20320"/>
                </a:lnTo>
                <a:lnTo>
                  <a:pt x="5080" y="21590"/>
                </a:lnTo>
                <a:lnTo>
                  <a:pt x="5080" y="22860"/>
                </a:lnTo>
                <a:lnTo>
                  <a:pt x="3810" y="22860"/>
                </a:lnTo>
                <a:lnTo>
                  <a:pt x="3810" y="24130"/>
                </a:lnTo>
                <a:lnTo>
                  <a:pt x="429260" y="24130"/>
                </a:lnTo>
                <a:lnTo>
                  <a:pt x="429260" y="22860"/>
                </a:lnTo>
                <a:lnTo>
                  <a:pt x="429260" y="21590"/>
                </a:lnTo>
                <a:lnTo>
                  <a:pt x="430530" y="21590"/>
                </a:lnTo>
                <a:lnTo>
                  <a:pt x="430530" y="20447"/>
                </a:lnTo>
                <a:lnTo>
                  <a:pt x="431800" y="20447"/>
                </a:lnTo>
                <a:lnTo>
                  <a:pt x="431800" y="17907"/>
                </a:lnTo>
                <a:close/>
              </a:path>
              <a:path w="443229" h="31750">
                <a:moveTo>
                  <a:pt x="441960" y="2667"/>
                </a:moveTo>
                <a:lnTo>
                  <a:pt x="15240" y="2667"/>
                </a:lnTo>
                <a:lnTo>
                  <a:pt x="15240" y="3937"/>
                </a:lnTo>
                <a:lnTo>
                  <a:pt x="13970" y="3937"/>
                </a:lnTo>
                <a:lnTo>
                  <a:pt x="13970" y="6350"/>
                </a:lnTo>
                <a:lnTo>
                  <a:pt x="12700" y="6350"/>
                </a:lnTo>
                <a:lnTo>
                  <a:pt x="12700" y="7620"/>
                </a:lnTo>
                <a:lnTo>
                  <a:pt x="12700" y="8890"/>
                </a:lnTo>
                <a:lnTo>
                  <a:pt x="11430" y="8890"/>
                </a:lnTo>
                <a:lnTo>
                  <a:pt x="11430" y="10160"/>
                </a:lnTo>
                <a:lnTo>
                  <a:pt x="11430" y="11430"/>
                </a:lnTo>
                <a:lnTo>
                  <a:pt x="10160" y="11430"/>
                </a:lnTo>
                <a:lnTo>
                  <a:pt x="10160" y="12700"/>
                </a:lnTo>
                <a:lnTo>
                  <a:pt x="8890" y="12700"/>
                </a:lnTo>
                <a:lnTo>
                  <a:pt x="8890" y="13970"/>
                </a:lnTo>
                <a:lnTo>
                  <a:pt x="8890" y="15240"/>
                </a:lnTo>
                <a:lnTo>
                  <a:pt x="7620" y="15240"/>
                </a:lnTo>
                <a:lnTo>
                  <a:pt x="7620" y="16510"/>
                </a:lnTo>
                <a:lnTo>
                  <a:pt x="7620" y="17780"/>
                </a:lnTo>
                <a:lnTo>
                  <a:pt x="433070" y="17780"/>
                </a:lnTo>
                <a:lnTo>
                  <a:pt x="433070" y="16510"/>
                </a:lnTo>
                <a:lnTo>
                  <a:pt x="434340" y="16510"/>
                </a:lnTo>
                <a:lnTo>
                  <a:pt x="434340" y="15240"/>
                </a:lnTo>
                <a:lnTo>
                  <a:pt x="434340" y="13970"/>
                </a:lnTo>
                <a:lnTo>
                  <a:pt x="435610" y="13970"/>
                </a:lnTo>
                <a:lnTo>
                  <a:pt x="435610" y="12700"/>
                </a:lnTo>
                <a:lnTo>
                  <a:pt x="436880" y="12700"/>
                </a:lnTo>
                <a:lnTo>
                  <a:pt x="436880" y="11430"/>
                </a:lnTo>
                <a:lnTo>
                  <a:pt x="436880" y="10160"/>
                </a:lnTo>
                <a:lnTo>
                  <a:pt x="438150" y="10160"/>
                </a:lnTo>
                <a:lnTo>
                  <a:pt x="438150" y="8890"/>
                </a:lnTo>
                <a:lnTo>
                  <a:pt x="438150" y="7620"/>
                </a:lnTo>
                <a:lnTo>
                  <a:pt x="439420" y="7620"/>
                </a:lnTo>
                <a:lnTo>
                  <a:pt x="439420" y="6350"/>
                </a:lnTo>
                <a:lnTo>
                  <a:pt x="440690" y="6350"/>
                </a:lnTo>
                <a:lnTo>
                  <a:pt x="440690" y="3937"/>
                </a:lnTo>
                <a:lnTo>
                  <a:pt x="441960" y="3937"/>
                </a:lnTo>
                <a:lnTo>
                  <a:pt x="441960" y="2667"/>
                </a:lnTo>
                <a:close/>
              </a:path>
              <a:path w="443229" h="31750">
                <a:moveTo>
                  <a:pt x="443230" y="0"/>
                </a:moveTo>
                <a:lnTo>
                  <a:pt x="16510" y="0"/>
                </a:lnTo>
                <a:lnTo>
                  <a:pt x="16510" y="1270"/>
                </a:lnTo>
                <a:lnTo>
                  <a:pt x="15240" y="1270"/>
                </a:lnTo>
                <a:lnTo>
                  <a:pt x="15240" y="2540"/>
                </a:lnTo>
                <a:lnTo>
                  <a:pt x="443230" y="2540"/>
                </a:lnTo>
                <a:lnTo>
                  <a:pt x="443230" y="1270"/>
                </a:lnTo>
                <a:lnTo>
                  <a:pt x="443230" y="0"/>
                </a:lnTo>
                <a:close/>
              </a:path>
            </a:pathLst>
          </a:custGeom>
          <a:solidFill>
            <a:srgbClr val="001B00"/>
          </a:solidFill>
        </p:spPr>
        <p:txBody>
          <a:bodyPr wrap="square" lIns="0" tIns="0" rIns="0" bIns="0" rtlCol="0"/>
          <a:lstStyle/>
          <a:p/>
        </p:txBody>
      </p:sp>
      <p:sp>
        <p:nvSpPr>
          <p:cNvPr id="585" name="object 585"/>
          <p:cNvSpPr/>
          <p:nvPr/>
        </p:nvSpPr>
        <p:spPr>
          <a:xfrm>
            <a:off x="6897369" y="2551429"/>
            <a:ext cx="339090" cy="6350"/>
          </a:xfrm>
          <a:custGeom>
            <a:avLst/>
            <a:gdLst/>
            <a:ahLst/>
            <a:cxnLst/>
            <a:rect l="l" t="t" r="r" b="b"/>
            <a:pathLst>
              <a:path w="339090" h="6350">
                <a:moveTo>
                  <a:pt x="339090" y="0"/>
                </a:moveTo>
                <a:lnTo>
                  <a:pt x="0" y="0"/>
                </a:lnTo>
                <a:lnTo>
                  <a:pt x="0" y="6349"/>
                </a:lnTo>
                <a:lnTo>
                  <a:pt x="339090" y="6349"/>
                </a:lnTo>
                <a:lnTo>
                  <a:pt x="339090" y="0"/>
                </a:lnTo>
                <a:close/>
              </a:path>
            </a:pathLst>
          </a:custGeom>
          <a:solidFill>
            <a:srgbClr val="001B00"/>
          </a:solidFill>
        </p:spPr>
        <p:txBody>
          <a:bodyPr wrap="square" lIns="0" tIns="0" rIns="0" bIns="0" rtlCol="0"/>
          <a:lstStyle/>
          <a:p/>
        </p:txBody>
      </p:sp>
      <p:sp>
        <p:nvSpPr>
          <p:cNvPr id="586" name="object 586"/>
          <p:cNvSpPr/>
          <p:nvPr/>
        </p:nvSpPr>
        <p:spPr>
          <a:xfrm>
            <a:off x="7283450" y="2551442"/>
            <a:ext cx="426720" cy="6350"/>
          </a:xfrm>
          <a:custGeom>
            <a:avLst/>
            <a:gdLst/>
            <a:ahLst/>
            <a:cxnLst/>
            <a:rect l="l" t="t" r="r" b="b"/>
            <a:pathLst>
              <a:path w="426720" h="6350">
                <a:moveTo>
                  <a:pt x="426720" y="0"/>
                </a:moveTo>
                <a:lnTo>
                  <a:pt x="2540" y="0"/>
                </a:lnTo>
                <a:lnTo>
                  <a:pt x="2540" y="2527"/>
                </a:lnTo>
                <a:lnTo>
                  <a:pt x="1270" y="2527"/>
                </a:lnTo>
                <a:lnTo>
                  <a:pt x="1270" y="3797"/>
                </a:lnTo>
                <a:lnTo>
                  <a:pt x="0" y="3797"/>
                </a:lnTo>
                <a:lnTo>
                  <a:pt x="0" y="5067"/>
                </a:lnTo>
                <a:lnTo>
                  <a:pt x="0" y="6337"/>
                </a:lnTo>
                <a:lnTo>
                  <a:pt x="424180" y="6337"/>
                </a:lnTo>
                <a:lnTo>
                  <a:pt x="424180" y="5067"/>
                </a:lnTo>
                <a:lnTo>
                  <a:pt x="425450" y="5067"/>
                </a:lnTo>
                <a:lnTo>
                  <a:pt x="425450" y="3797"/>
                </a:lnTo>
                <a:lnTo>
                  <a:pt x="425450" y="2527"/>
                </a:lnTo>
                <a:lnTo>
                  <a:pt x="426720" y="2527"/>
                </a:lnTo>
                <a:lnTo>
                  <a:pt x="426720" y="0"/>
                </a:lnTo>
                <a:close/>
              </a:path>
            </a:pathLst>
          </a:custGeom>
          <a:solidFill>
            <a:srgbClr val="001B00"/>
          </a:solidFill>
        </p:spPr>
        <p:txBody>
          <a:bodyPr wrap="square" lIns="0" tIns="0" rIns="0" bIns="0" rtlCol="0"/>
          <a:lstStyle/>
          <a:p/>
        </p:txBody>
      </p:sp>
      <p:sp>
        <p:nvSpPr>
          <p:cNvPr id="587" name="object 587"/>
          <p:cNvSpPr/>
          <p:nvPr/>
        </p:nvSpPr>
        <p:spPr>
          <a:xfrm>
            <a:off x="6897370" y="2557779"/>
            <a:ext cx="808990" cy="13970"/>
          </a:xfrm>
          <a:custGeom>
            <a:avLst/>
            <a:gdLst/>
            <a:ahLst/>
            <a:cxnLst/>
            <a:rect l="l" t="t" r="r" b="b"/>
            <a:pathLst>
              <a:path w="808990" h="13969">
                <a:moveTo>
                  <a:pt x="339090" y="11557"/>
                </a:moveTo>
                <a:lnTo>
                  <a:pt x="0" y="11557"/>
                </a:lnTo>
                <a:lnTo>
                  <a:pt x="0" y="13970"/>
                </a:lnTo>
                <a:lnTo>
                  <a:pt x="339090" y="13970"/>
                </a:lnTo>
                <a:lnTo>
                  <a:pt x="339090" y="11557"/>
                </a:lnTo>
                <a:close/>
              </a:path>
              <a:path w="808990" h="13969">
                <a:moveTo>
                  <a:pt x="339090" y="9017"/>
                </a:moveTo>
                <a:lnTo>
                  <a:pt x="0" y="9017"/>
                </a:lnTo>
                <a:lnTo>
                  <a:pt x="0" y="11430"/>
                </a:lnTo>
                <a:lnTo>
                  <a:pt x="339090" y="11430"/>
                </a:lnTo>
                <a:lnTo>
                  <a:pt x="339090" y="9017"/>
                </a:lnTo>
                <a:close/>
              </a:path>
              <a:path w="808990" h="13969">
                <a:moveTo>
                  <a:pt x="339090" y="5207"/>
                </a:moveTo>
                <a:lnTo>
                  <a:pt x="0" y="5207"/>
                </a:lnTo>
                <a:lnTo>
                  <a:pt x="0" y="8890"/>
                </a:lnTo>
                <a:lnTo>
                  <a:pt x="339090" y="8890"/>
                </a:lnTo>
                <a:lnTo>
                  <a:pt x="339090" y="5207"/>
                </a:lnTo>
                <a:close/>
              </a:path>
              <a:path w="808990" h="13969">
                <a:moveTo>
                  <a:pt x="339090" y="2667"/>
                </a:moveTo>
                <a:lnTo>
                  <a:pt x="0" y="2667"/>
                </a:lnTo>
                <a:lnTo>
                  <a:pt x="0" y="5080"/>
                </a:lnTo>
                <a:lnTo>
                  <a:pt x="339090" y="5080"/>
                </a:lnTo>
                <a:lnTo>
                  <a:pt x="339090" y="2667"/>
                </a:lnTo>
                <a:close/>
              </a:path>
              <a:path w="808990" h="13969">
                <a:moveTo>
                  <a:pt x="339090" y="127"/>
                </a:moveTo>
                <a:lnTo>
                  <a:pt x="0" y="127"/>
                </a:lnTo>
                <a:lnTo>
                  <a:pt x="0" y="2540"/>
                </a:lnTo>
                <a:lnTo>
                  <a:pt x="339090" y="2540"/>
                </a:lnTo>
                <a:lnTo>
                  <a:pt x="339090" y="127"/>
                </a:lnTo>
                <a:close/>
              </a:path>
              <a:path w="808990" h="13969">
                <a:moveTo>
                  <a:pt x="803910" y="7747"/>
                </a:moveTo>
                <a:lnTo>
                  <a:pt x="381000" y="7747"/>
                </a:lnTo>
                <a:lnTo>
                  <a:pt x="381000" y="8890"/>
                </a:lnTo>
                <a:lnTo>
                  <a:pt x="379730" y="8890"/>
                </a:lnTo>
                <a:lnTo>
                  <a:pt x="379730" y="10160"/>
                </a:lnTo>
                <a:lnTo>
                  <a:pt x="379730" y="11430"/>
                </a:lnTo>
                <a:lnTo>
                  <a:pt x="378460" y="11430"/>
                </a:lnTo>
                <a:lnTo>
                  <a:pt x="378460" y="12700"/>
                </a:lnTo>
                <a:lnTo>
                  <a:pt x="378460" y="13970"/>
                </a:lnTo>
                <a:lnTo>
                  <a:pt x="801357" y="13970"/>
                </a:lnTo>
                <a:lnTo>
                  <a:pt x="801357" y="12700"/>
                </a:lnTo>
                <a:lnTo>
                  <a:pt x="802640" y="12700"/>
                </a:lnTo>
                <a:lnTo>
                  <a:pt x="802640" y="11430"/>
                </a:lnTo>
                <a:lnTo>
                  <a:pt x="802640" y="10160"/>
                </a:lnTo>
                <a:lnTo>
                  <a:pt x="803910" y="10160"/>
                </a:lnTo>
                <a:lnTo>
                  <a:pt x="803910" y="8890"/>
                </a:lnTo>
                <a:lnTo>
                  <a:pt x="803910" y="7747"/>
                </a:lnTo>
                <a:close/>
              </a:path>
              <a:path w="808990" h="13969">
                <a:moveTo>
                  <a:pt x="808990" y="0"/>
                </a:moveTo>
                <a:lnTo>
                  <a:pt x="384810" y="0"/>
                </a:lnTo>
                <a:lnTo>
                  <a:pt x="384810" y="2540"/>
                </a:lnTo>
                <a:lnTo>
                  <a:pt x="383540" y="2540"/>
                </a:lnTo>
                <a:lnTo>
                  <a:pt x="383540" y="3810"/>
                </a:lnTo>
                <a:lnTo>
                  <a:pt x="383540" y="5080"/>
                </a:lnTo>
                <a:lnTo>
                  <a:pt x="382270" y="5080"/>
                </a:lnTo>
                <a:lnTo>
                  <a:pt x="382270" y="6350"/>
                </a:lnTo>
                <a:lnTo>
                  <a:pt x="382270" y="7620"/>
                </a:lnTo>
                <a:lnTo>
                  <a:pt x="805180" y="7620"/>
                </a:lnTo>
                <a:lnTo>
                  <a:pt x="805180" y="6350"/>
                </a:lnTo>
                <a:lnTo>
                  <a:pt x="806450" y="6350"/>
                </a:lnTo>
                <a:lnTo>
                  <a:pt x="806450" y="5080"/>
                </a:lnTo>
                <a:lnTo>
                  <a:pt x="806437" y="3810"/>
                </a:lnTo>
                <a:lnTo>
                  <a:pt x="807707" y="3810"/>
                </a:lnTo>
                <a:lnTo>
                  <a:pt x="807707" y="2540"/>
                </a:lnTo>
                <a:lnTo>
                  <a:pt x="808990" y="2540"/>
                </a:lnTo>
                <a:lnTo>
                  <a:pt x="808990" y="0"/>
                </a:lnTo>
                <a:close/>
              </a:path>
            </a:pathLst>
          </a:custGeom>
          <a:solidFill>
            <a:srgbClr val="001B00"/>
          </a:solidFill>
        </p:spPr>
        <p:txBody>
          <a:bodyPr wrap="square" lIns="0" tIns="0" rIns="0" bIns="0" rtlCol="0"/>
          <a:lstStyle/>
          <a:p/>
        </p:txBody>
      </p:sp>
      <p:grpSp>
        <p:nvGrpSpPr>
          <p:cNvPr id="588" name="object 588"/>
          <p:cNvGrpSpPr/>
          <p:nvPr/>
        </p:nvGrpSpPr>
        <p:grpSpPr>
          <a:xfrm>
            <a:off x="6897369" y="2571750"/>
            <a:ext cx="801370" cy="205740"/>
            <a:chOff x="6897369" y="2571750"/>
            <a:chExt cx="801370" cy="205740"/>
          </a:xfrm>
        </p:grpSpPr>
        <p:sp>
          <p:nvSpPr>
            <p:cNvPr id="589" name="object 589"/>
            <p:cNvSpPr/>
            <p:nvPr/>
          </p:nvSpPr>
          <p:spPr>
            <a:xfrm>
              <a:off x="6897370" y="2571749"/>
              <a:ext cx="801370" cy="50800"/>
            </a:xfrm>
            <a:custGeom>
              <a:avLst/>
              <a:gdLst/>
              <a:ahLst/>
              <a:cxnLst/>
              <a:rect l="l" t="t" r="r" b="b"/>
              <a:pathLst>
                <a:path w="801370" h="50800">
                  <a:moveTo>
                    <a:pt x="339090" y="48387"/>
                  </a:moveTo>
                  <a:lnTo>
                    <a:pt x="0" y="48387"/>
                  </a:lnTo>
                  <a:lnTo>
                    <a:pt x="0" y="50800"/>
                  </a:lnTo>
                  <a:lnTo>
                    <a:pt x="339090" y="50800"/>
                  </a:lnTo>
                  <a:lnTo>
                    <a:pt x="339090" y="48387"/>
                  </a:lnTo>
                  <a:close/>
                </a:path>
                <a:path w="801370" h="50800">
                  <a:moveTo>
                    <a:pt x="339090" y="45847"/>
                  </a:moveTo>
                  <a:lnTo>
                    <a:pt x="0" y="45847"/>
                  </a:lnTo>
                  <a:lnTo>
                    <a:pt x="0" y="48260"/>
                  </a:lnTo>
                  <a:lnTo>
                    <a:pt x="339090" y="48260"/>
                  </a:lnTo>
                  <a:lnTo>
                    <a:pt x="339090" y="45847"/>
                  </a:lnTo>
                  <a:close/>
                </a:path>
                <a:path w="801370" h="50800">
                  <a:moveTo>
                    <a:pt x="339090" y="33147"/>
                  </a:moveTo>
                  <a:lnTo>
                    <a:pt x="0" y="33147"/>
                  </a:lnTo>
                  <a:lnTo>
                    <a:pt x="0" y="45720"/>
                  </a:lnTo>
                  <a:lnTo>
                    <a:pt x="339090" y="45720"/>
                  </a:lnTo>
                  <a:lnTo>
                    <a:pt x="339090" y="33147"/>
                  </a:lnTo>
                  <a:close/>
                </a:path>
                <a:path w="801370" h="50800">
                  <a:moveTo>
                    <a:pt x="339090" y="29337"/>
                  </a:moveTo>
                  <a:lnTo>
                    <a:pt x="0" y="29337"/>
                  </a:lnTo>
                  <a:lnTo>
                    <a:pt x="0" y="33020"/>
                  </a:lnTo>
                  <a:lnTo>
                    <a:pt x="339090" y="33020"/>
                  </a:lnTo>
                  <a:lnTo>
                    <a:pt x="339090" y="29337"/>
                  </a:lnTo>
                  <a:close/>
                </a:path>
                <a:path w="801370" h="50800">
                  <a:moveTo>
                    <a:pt x="339090" y="26797"/>
                  </a:moveTo>
                  <a:lnTo>
                    <a:pt x="0" y="26797"/>
                  </a:lnTo>
                  <a:lnTo>
                    <a:pt x="0" y="29210"/>
                  </a:lnTo>
                  <a:lnTo>
                    <a:pt x="339090" y="29210"/>
                  </a:lnTo>
                  <a:lnTo>
                    <a:pt x="339090" y="26797"/>
                  </a:lnTo>
                  <a:close/>
                </a:path>
                <a:path w="801370" h="50800">
                  <a:moveTo>
                    <a:pt x="339090" y="22987"/>
                  </a:moveTo>
                  <a:lnTo>
                    <a:pt x="0" y="22987"/>
                  </a:lnTo>
                  <a:lnTo>
                    <a:pt x="0" y="26670"/>
                  </a:lnTo>
                  <a:lnTo>
                    <a:pt x="339090" y="26670"/>
                  </a:lnTo>
                  <a:lnTo>
                    <a:pt x="339090" y="22987"/>
                  </a:lnTo>
                  <a:close/>
                </a:path>
                <a:path w="801370" h="50800">
                  <a:moveTo>
                    <a:pt x="339090" y="16637"/>
                  </a:moveTo>
                  <a:lnTo>
                    <a:pt x="0" y="16637"/>
                  </a:lnTo>
                  <a:lnTo>
                    <a:pt x="0" y="22860"/>
                  </a:lnTo>
                  <a:lnTo>
                    <a:pt x="339090" y="22860"/>
                  </a:lnTo>
                  <a:lnTo>
                    <a:pt x="339090" y="16637"/>
                  </a:lnTo>
                  <a:close/>
                </a:path>
                <a:path w="801370" h="50800">
                  <a:moveTo>
                    <a:pt x="339090" y="10287"/>
                  </a:moveTo>
                  <a:lnTo>
                    <a:pt x="0" y="10287"/>
                  </a:lnTo>
                  <a:lnTo>
                    <a:pt x="0" y="16510"/>
                  </a:lnTo>
                  <a:lnTo>
                    <a:pt x="339090" y="16510"/>
                  </a:lnTo>
                  <a:lnTo>
                    <a:pt x="339090" y="10287"/>
                  </a:lnTo>
                  <a:close/>
                </a:path>
                <a:path w="801370" h="50800">
                  <a:moveTo>
                    <a:pt x="339090" y="3937"/>
                  </a:moveTo>
                  <a:lnTo>
                    <a:pt x="0" y="3937"/>
                  </a:lnTo>
                  <a:lnTo>
                    <a:pt x="0" y="10160"/>
                  </a:lnTo>
                  <a:lnTo>
                    <a:pt x="339090" y="10160"/>
                  </a:lnTo>
                  <a:lnTo>
                    <a:pt x="339090" y="3937"/>
                  </a:lnTo>
                  <a:close/>
                </a:path>
                <a:path w="801370" h="50800">
                  <a:moveTo>
                    <a:pt x="339090" y="0"/>
                  </a:moveTo>
                  <a:lnTo>
                    <a:pt x="0" y="0"/>
                  </a:lnTo>
                  <a:lnTo>
                    <a:pt x="0" y="3810"/>
                  </a:lnTo>
                  <a:lnTo>
                    <a:pt x="339090" y="3810"/>
                  </a:lnTo>
                  <a:lnTo>
                    <a:pt x="339090" y="0"/>
                  </a:lnTo>
                  <a:close/>
                </a:path>
                <a:path w="801370" h="50800">
                  <a:moveTo>
                    <a:pt x="779780" y="33147"/>
                  </a:moveTo>
                  <a:lnTo>
                    <a:pt x="359410" y="33147"/>
                  </a:lnTo>
                  <a:lnTo>
                    <a:pt x="359410" y="34417"/>
                  </a:lnTo>
                  <a:lnTo>
                    <a:pt x="358140" y="34417"/>
                  </a:lnTo>
                  <a:lnTo>
                    <a:pt x="358140" y="36830"/>
                  </a:lnTo>
                  <a:lnTo>
                    <a:pt x="356870" y="36830"/>
                  </a:lnTo>
                  <a:lnTo>
                    <a:pt x="356870" y="38227"/>
                  </a:lnTo>
                  <a:lnTo>
                    <a:pt x="355600" y="38227"/>
                  </a:lnTo>
                  <a:lnTo>
                    <a:pt x="355600" y="40767"/>
                  </a:lnTo>
                  <a:lnTo>
                    <a:pt x="354330" y="40767"/>
                  </a:lnTo>
                  <a:lnTo>
                    <a:pt x="354330" y="43180"/>
                  </a:lnTo>
                  <a:lnTo>
                    <a:pt x="353060" y="43180"/>
                  </a:lnTo>
                  <a:lnTo>
                    <a:pt x="353060" y="44450"/>
                  </a:lnTo>
                  <a:lnTo>
                    <a:pt x="353060" y="45720"/>
                  </a:lnTo>
                  <a:lnTo>
                    <a:pt x="351790" y="45720"/>
                  </a:lnTo>
                  <a:lnTo>
                    <a:pt x="351790" y="46990"/>
                  </a:lnTo>
                  <a:lnTo>
                    <a:pt x="351790" y="48260"/>
                  </a:lnTo>
                  <a:lnTo>
                    <a:pt x="350520" y="48260"/>
                  </a:lnTo>
                  <a:lnTo>
                    <a:pt x="350520" y="49530"/>
                  </a:lnTo>
                  <a:lnTo>
                    <a:pt x="349250" y="49530"/>
                  </a:lnTo>
                  <a:lnTo>
                    <a:pt x="349250" y="50800"/>
                  </a:lnTo>
                  <a:lnTo>
                    <a:pt x="769620" y="50800"/>
                  </a:lnTo>
                  <a:lnTo>
                    <a:pt x="769620" y="49530"/>
                  </a:lnTo>
                  <a:lnTo>
                    <a:pt x="769620" y="48260"/>
                  </a:lnTo>
                  <a:lnTo>
                    <a:pt x="770890" y="48260"/>
                  </a:lnTo>
                  <a:lnTo>
                    <a:pt x="770890" y="46990"/>
                  </a:lnTo>
                  <a:lnTo>
                    <a:pt x="772160" y="46990"/>
                  </a:lnTo>
                  <a:lnTo>
                    <a:pt x="772160" y="45720"/>
                  </a:lnTo>
                  <a:lnTo>
                    <a:pt x="772160" y="44450"/>
                  </a:lnTo>
                  <a:lnTo>
                    <a:pt x="773430" y="44450"/>
                  </a:lnTo>
                  <a:lnTo>
                    <a:pt x="773430" y="43180"/>
                  </a:lnTo>
                  <a:lnTo>
                    <a:pt x="774700" y="43180"/>
                  </a:lnTo>
                  <a:lnTo>
                    <a:pt x="774700" y="40767"/>
                  </a:lnTo>
                  <a:lnTo>
                    <a:pt x="775970" y="40767"/>
                  </a:lnTo>
                  <a:lnTo>
                    <a:pt x="775970" y="38227"/>
                  </a:lnTo>
                  <a:lnTo>
                    <a:pt x="777240" y="38227"/>
                  </a:lnTo>
                  <a:lnTo>
                    <a:pt x="777240" y="36830"/>
                  </a:lnTo>
                  <a:lnTo>
                    <a:pt x="778510" y="36830"/>
                  </a:lnTo>
                  <a:lnTo>
                    <a:pt x="778510" y="34417"/>
                  </a:lnTo>
                  <a:lnTo>
                    <a:pt x="779780" y="34417"/>
                  </a:lnTo>
                  <a:lnTo>
                    <a:pt x="779780" y="33147"/>
                  </a:lnTo>
                  <a:close/>
                </a:path>
                <a:path w="801370" h="50800">
                  <a:moveTo>
                    <a:pt x="783590" y="26797"/>
                  </a:moveTo>
                  <a:lnTo>
                    <a:pt x="363220" y="26797"/>
                  </a:lnTo>
                  <a:lnTo>
                    <a:pt x="363220" y="28067"/>
                  </a:lnTo>
                  <a:lnTo>
                    <a:pt x="361950" y="28067"/>
                  </a:lnTo>
                  <a:lnTo>
                    <a:pt x="361950" y="29210"/>
                  </a:lnTo>
                  <a:lnTo>
                    <a:pt x="360680" y="29210"/>
                  </a:lnTo>
                  <a:lnTo>
                    <a:pt x="360680" y="30480"/>
                  </a:lnTo>
                  <a:lnTo>
                    <a:pt x="360680" y="31750"/>
                  </a:lnTo>
                  <a:lnTo>
                    <a:pt x="359410" y="31750"/>
                  </a:lnTo>
                  <a:lnTo>
                    <a:pt x="359410" y="33020"/>
                  </a:lnTo>
                  <a:lnTo>
                    <a:pt x="781050" y="33020"/>
                  </a:lnTo>
                  <a:lnTo>
                    <a:pt x="781050" y="31750"/>
                  </a:lnTo>
                  <a:lnTo>
                    <a:pt x="781050" y="30480"/>
                  </a:lnTo>
                  <a:lnTo>
                    <a:pt x="782320" y="30480"/>
                  </a:lnTo>
                  <a:lnTo>
                    <a:pt x="782320" y="29210"/>
                  </a:lnTo>
                  <a:lnTo>
                    <a:pt x="782320" y="28067"/>
                  </a:lnTo>
                  <a:lnTo>
                    <a:pt x="783590" y="28067"/>
                  </a:lnTo>
                  <a:lnTo>
                    <a:pt x="783590" y="26797"/>
                  </a:lnTo>
                  <a:close/>
                </a:path>
                <a:path w="801370" h="50800">
                  <a:moveTo>
                    <a:pt x="796290" y="6477"/>
                  </a:moveTo>
                  <a:lnTo>
                    <a:pt x="373380" y="6477"/>
                  </a:lnTo>
                  <a:lnTo>
                    <a:pt x="373380" y="8890"/>
                  </a:lnTo>
                  <a:lnTo>
                    <a:pt x="372110" y="8890"/>
                  </a:lnTo>
                  <a:lnTo>
                    <a:pt x="372110" y="10160"/>
                  </a:lnTo>
                  <a:lnTo>
                    <a:pt x="372110" y="11430"/>
                  </a:lnTo>
                  <a:lnTo>
                    <a:pt x="370840" y="11430"/>
                  </a:lnTo>
                  <a:lnTo>
                    <a:pt x="370840" y="12700"/>
                  </a:lnTo>
                  <a:lnTo>
                    <a:pt x="370840" y="13970"/>
                  </a:lnTo>
                  <a:lnTo>
                    <a:pt x="369570" y="13970"/>
                  </a:lnTo>
                  <a:lnTo>
                    <a:pt x="369570" y="16510"/>
                  </a:lnTo>
                  <a:lnTo>
                    <a:pt x="368300" y="16510"/>
                  </a:lnTo>
                  <a:lnTo>
                    <a:pt x="368300" y="17780"/>
                  </a:lnTo>
                  <a:lnTo>
                    <a:pt x="367030" y="17780"/>
                  </a:lnTo>
                  <a:lnTo>
                    <a:pt x="367030" y="19050"/>
                  </a:lnTo>
                  <a:lnTo>
                    <a:pt x="367030" y="20320"/>
                  </a:lnTo>
                  <a:lnTo>
                    <a:pt x="365760" y="20320"/>
                  </a:lnTo>
                  <a:lnTo>
                    <a:pt x="365760" y="22860"/>
                  </a:lnTo>
                  <a:lnTo>
                    <a:pt x="364490" y="22860"/>
                  </a:lnTo>
                  <a:lnTo>
                    <a:pt x="364490" y="24130"/>
                  </a:lnTo>
                  <a:lnTo>
                    <a:pt x="364490" y="25400"/>
                  </a:lnTo>
                  <a:lnTo>
                    <a:pt x="363220" y="25400"/>
                  </a:lnTo>
                  <a:lnTo>
                    <a:pt x="363220" y="26670"/>
                  </a:lnTo>
                  <a:lnTo>
                    <a:pt x="784860" y="26670"/>
                  </a:lnTo>
                  <a:lnTo>
                    <a:pt x="784860" y="25400"/>
                  </a:lnTo>
                  <a:lnTo>
                    <a:pt x="784860" y="24130"/>
                  </a:lnTo>
                  <a:lnTo>
                    <a:pt x="786130" y="24130"/>
                  </a:lnTo>
                  <a:lnTo>
                    <a:pt x="786130" y="22860"/>
                  </a:lnTo>
                  <a:lnTo>
                    <a:pt x="787400" y="22860"/>
                  </a:lnTo>
                  <a:lnTo>
                    <a:pt x="787400" y="20320"/>
                  </a:lnTo>
                  <a:lnTo>
                    <a:pt x="788670" y="20320"/>
                  </a:lnTo>
                  <a:lnTo>
                    <a:pt x="788670" y="19050"/>
                  </a:lnTo>
                  <a:lnTo>
                    <a:pt x="789940" y="19050"/>
                  </a:lnTo>
                  <a:lnTo>
                    <a:pt x="789940" y="17780"/>
                  </a:lnTo>
                  <a:lnTo>
                    <a:pt x="789940" y="16510"/>
                  </a:lnTo>
                  <a:lnTo>
                    <a:pt x="791210" y="16510"/>
                  </a:lnTo>
                  <a:lnTo>
                    <a:pt x="791210" y="13970"/>
                  </a:lnTo>
                  <a:lnTo>
                    <a:pt x="792480" y="13970"/>
                  </a:lnTo>
                  <a:lnTo>
                    <a:pt x="792480" y="12700"/>
                  </a:lnTo>
                  <a:lnTo>
                    <a:pt x="793737" y="12700"/>
                  </a:lnTo>
                  <a:lnTo>
                    <a:pt x="793737" y="11430"/>
                  </a:lnTo>
                  <a:lnTo>
                    <a:pt x="793750" y="10160"/>
                  </a:lnTo>
                  <a:lnTo>
                    <a:pt x="795007" y="10160"/>
                  </a:lnTo>
                  <a:lnTo>
                    <a:pt x="795007" y="9017"/>
                  </a:lnTo>
                  <a:lnTo>
                    <a:pt x="796290" y="9017"/>
                  </a:lnTo>
                  <a:lnTo>
                    <a:pt x="796290" y="6477"/>
                  </a:lnTo>
                  <a:close/>
                </a:path>
                <a:path w="801370" h="50800">
                  <a:moveTo>
                    <a:pt x="801357" y="0"/>
                  </a:moveTo>
                  <a:lnTo>
                    <a:pt x="378460" y="0"/>
                  </a:lnTo>
                  <a:lnTo>
                    <a:pt x="378460" y="127"/>
                  </a:lnTo>
                  <a:lnTo>
                    <a:pt x="377190" y="127"/>
                  </a:lnTo>
                  <a:lnTo>
                    <a:pt x="377190" y="2540"/>
                  </a:lnTo>
                  <a:lnTo>
                    <a:pt x="375920" y="2540"/>
                  </a:lnTo>
                  <a:lnTo>
                    <a:pt x="375920" y="3810"/>
                  </a:lnTo>
                  <a:lnTo>
                    <a:pt x="375920" y="5080"/>
                  </a:lnTo>
                  <a:lnTo>
                    <a:pt x="374650" y="5080"/>
                  </a:lnTo>
                  <a:lnTo>
                    <a:pt x="374650" y="6350"/>
                  </a:lnTo>
                  <a:lnTo>
                    <a:pt x="797560" y="6350"/>
                  </a:lnTo>
                  <a:lnTo>
                    <a:pt x="797560" y="5080"/>
                  </a:lnTo>
                  <a:lnTo>
                    <a:pt x="797560" y="3810"/>
                  </a:lnTo>
                  <a:lnTo>
                    <a:pt x="798830" y="3810"/>
                  </a:lnTo>
                  <a:lnTo>
                    <a:pt x="798830" y="2667"/>
                  </a:lnTo>
                  <a:lnTo>
                    <a:pt x="800087" y="2667"/>
                  </a:lnTo>
                  <a:lnTo>
                    <a:pt x="800087" y="127"/>
                  </a:lnTo>
                  <a:lnTo>
                    <a:pt x="801357" y="127"/>
                  </a:lnTo>
                  <a:lnTo>
                    <a:pt x="801357" y="0"/>
                  </a:lnTo>
                  <a:close/>
                </a:path>
              </a:pathLst>
            </a:custGeom>
            <a:solidFill>
              <a:srgbClr val="001C00"/>
            </a:solidFill>
          </p:spPr>
          <p:txBody>
            <a:bodyPr wrap="square" lIns="0" tIns="0" rIns="0" bIns="0" rtlCol="0"/>
            <a:lstStyle/>
            <a:p/>
          </p:txBody>
        </p:sp>
        <p:sp>
          <p:nvSpPr>
            <p:cNvPr id="590" name="object 590"/>
            <p:cNvSpPr/>
            <p:nvPr/>
          </p:nvSpPr>
          <p:spPr>
            <a:xfrm>
              <a:off x="6897370" y="2622549"/>
              <a:ext cx="768350" cy="52069"/>
            </a:xfrm>
            <a:custGeom>
              <a:avLst/>
              <a:gdLst/>
              <a:ahLst/>
              <a:cxnLst/>
              <a:rect l="l" t="t" r="r" b="b"/>
              <a:pathLst>
                <a:path w="768350" h="52069">
                  <a:moveTo>
                    <a:pt x="339090" y="14097"/>
                  </a:moveTo>
                  <a:lnTo>
                    <a:pt x="0" y="14097"/>
                  </a:lnTo>
                  <a:lnTo>
                    <a:pt x="0" y="16510"/>
                  </a:lnTo>
                  <a:lnTo>
                    <a:pt x="339090" y="16510"/>
                  </a:lnTo>
                  <a:lnTo>
                    <a:pt x="339090" y="14097"/>
                  </a:lnTo>
                  <a:close/>
                </a:path>
                <a:path w="768350" h="52069">
                  <a:moveTo>
                    <a:pt x="339090" y="10287"/>
                  </a:moveTo>
                  <a:lnTo>
                    <a:pt x="0" y="10287"/>
                  </a:lnTo>
                  <a:lnTo>
                    <a:pt x="0" y="13970"/>
                  </a:lnTo>
                  <a:lnTo>
                    <a:pt x="339090" y="13970"/>
                  </a:lnTo>
                  <a:lnTo>
                    <a:pt x="339090" y="10287"/>
                  </a:lnTo>
                  <a:close/>
                </a:path>
                <a:path w="768350" h="52069">
                  <a:moveTo>
                    <a:pt x="339090" y="7747"/>
                  </a:moveTo>
                  <a:lnTo>
                    <a:pt x="0" y="7747"/>
                  </a:lnTo>
                  <a:lnTo>
                    <a:pt x="0" y="10160"/>
                  </a:lnTo>
                  <a:lnTo>
                    <a:pt x="339090" y="10160"/>
                  </a:lnTo>
                  <a:lnTo>
                    <a:pt x="339090" y="7747"/>
                  </a:lnTo>
                  <a:close/>
                </a:path>
                <a:path w="768350" h="52069">
                  <a:moveTo>
                    <a:pt x="339090" y="0"/>
                  </a:moveTo>
                  <a:lnTo>
                    <a:pt x="0" y="0"/>
                  </a:lnTo>
                  <a:lnTo>
                    <a:pt x="0" y="7620"/>
                  </a:lnTo>
                  <a:lnTo>
                    <a:pt x="339090" y="7620"/>
                  </a:lnTo>
                  <a:lnTo>
                    <a:pt x="339090" y="0"/>
                  </a:lnTo>
                  <a:close/>
                </a:path>
                <a:path w="768350" h="52069">
                  <a:moveTo>
                    <a:pt x="758190" y="16637"/>
                  </a:moveTo>
                  <a:lnTo>
                    <a:pt x="340360" y="16637"/>
                  </a:lnTo>
                  <a:lnTo>
                    <a:pt x="340360" y="17780"/>
                  </a:lnTo>
                  <a:lnTo>
                    <a:pt x="339090" y="17780"/>
                  </a:lnTo>
                  <a:lnTo>
                    <a:pt x="339090" y="16637"/>
                  </a:lnTo>
                  <a:lnTo>
                    <a:pt x="0" y="16637"/>
                  </a:lnTo>
                  <a:lnTo>
                    <a:pt x="0" y="17780"/>
                  </a:lnTo>
                  <a:lnTo>
                    <a:pt x="0" y="20320"/>
                  </a:lnTo>
                  <a:lnTo>
                    <a:pt x="0" y="52070"/>
                  </a:lnTo>
                  <a:lnTo>
                    <a:pt x="736600" y="52070"/>
                  </a:lnTo>
                  <a:lnTo>
                    <a:pt x="736600" y="50800"/>
                  </a:lnTo>
                  <a:lnTo>
                    <a:pt x="737870" y="50800"/>
                  </a:lnTo>
                  <a:lnTo>
                    <a:pt x="737870" y="48260"/>
                  </a:lnTo>
                  <a:lnTo>
                    <a:pt x="739140" y="48260"/>
                  </a:lnTo>
                  <a:lnTo>
                    <a:pt x="739140" y="45720"/>
                  </a:lnTo>
                  <a:lnTo>
                    <a:pt x="740410" y="45720"/>
                  </a:lnTo>
                  <a:lnTo>
                    <a:pt x="740410" y="44450"/>
                  </a:lnTo>
                  <a:lnTo>
                    <a:pt x="741680" y="44450"/>
                  </a:lnTo>
                  <a:lnTo>
                    <a:pt x="741680" y="41910"/>
                  </a:lnTo>
                  <a:lnTo>
                    <a:pt x="742950" y="41910"/>
                  </a:lnTo>
                  <a:lnTo>
                    <a:pt x="742950" y="40640"/>
                  </a:lnTo>
                  <a:lnTo>
                    <a:pt x="744220" y="40640"/>
                  </a:lnTo>
                  <a:lnTo>
                    <a:pt x="744220" y="38100"/>
                  </a:lnTo>
                  <a:lnTo>
                    <a:pt x="745490" y="38100"/>
                  </a:lnTo>
                  <a:lnTo>
                    <a:pt x="745490" y="35560"/>
                  </a:lnTo>
                  <a:lnTo>
                    <a:pt x="746760" y="35560"/>
                  </a:lnTo>
                  <a:lnTo>
                    <a:pt x="746760" y="34290"/>
                  </a:lnTo>
                  <a:lnTo>
                    <a:pt x="748030" y="34290"/>
                  </a:lnTo>
                  <a:lnTo>
                    <a:pt x="748030" y="31750"/>
                  </a:lnTo>
                  <a:lnTo>
                    <a:pt x="749300" y="31750"/>
                  </a:lnTo>
                  <a:lnTo>
                    <a:pt x="749300" y="30480"/>
                  </a:lnTo>
                  <a:lnTo>
                    <a:pt x="750570" y="30480"/>
                  </a:lnTo>
                  <a:lnTo>
                    <a:pt x="750570" y="27940"/>
                  </a:lnTo>
                  <a:lnTo>
                    <a:pt x="751840" y="27940"/>
                  </a:lnTo>
                  <a:lnTo>
                    <a:pt x="751840" y="26670"/>
                  </a:lnTo>
                  <a:lnTo>
                    <a:pt x="753110" y="26670"/>
                  </a:lnTo>
                  <a:lnTo>
                    <a:pt x="753110" y="24130"/>
                  </a:lnTo>
                  <a:lnTo>
                    <a:pt x="754380" y="24130"/>
                  </a:lnTo>
                  <a:lnTo>
                    <a:pt x="754380" y="21590"/>
                  </a:lnTo>
                  <a:lnTo>
                    <a:pt x="755650" y="21590"/>
                  </a:lnTo>
                  <a:lnTo>
                    <a:pt x="755650" y="20320"/>
                  </a:lnTo>
                  <a:lnTo>
                    <a:pt x="756920" y="20320"/>
                  </a:lnTo>
                  <a:lnTo>
                    <a:pt x="756920" y="17780"/>
                  </a:lnTo>
                  <a:lnTo>
                    <a:pt x="758190" y="17780"/>
                  </a:lnTo>
                  <a:lnTo>
                    <a:pt x="758190" y="16637"/>
                  </a:lnTo>
                  <a:close/>
                </a:path>
                <a:path w="768350" h="52069">
                  <a:moveTo>
                    <a:pt x="767080" y="1397"/>
                  </a:moveTo>
                  <a:lnTo>
                    <a:pt x="347980" y="1397"/>
                  </a:lnTo>
                  <a:lnTo>
                    <a:pt x="347980" y="3937"/>
                  </a:lnTo>
                  <a:lnTo>
                    <a:pt x="346710" y="3937"/>
                  </a:lnTo>
                  <a:lnTo>
                    <a:pt x="346710" y="6350"/>
                  </a:lnTo>
                  <a:lnTo>
                    <a:pt x="345440" y="6350"/>
                  </a:lnTo>
                  <a:lnTo>
                    <a:pt x="345440" y="7620"/>
                  </a:lnTo>
                  <a:lnTo>
                    <a:pt x="345440" y="8890"/>
                  </a:lnTo>
                  <a:lnTo>
                    <a:pt x="344170" y="8890"/>
                  </a:lnTo>
                  <a:lnTo>
                    <a:pt x="344170" y="10160"/>
                  </a:lnTo>
                  <a:lnTo>
                    <a:pt x="342900" y="10160"/>
                  </a:lnTo>
                  <a:lnTo>
                    <a:pt x="342900" y="11430"/>
                  </a:lnTo>
                  <a:lnTo>
                    <a:pt x="342900" y="12700"/>
                  </a:lnTo>
                  <a:lnTo>
                    <a:pt x="341630" y="12700"/>
                  </a:lnTo>
                  <a:lnTo>
                    <a:pt x="341630" y="13970"/>
                  </a:lnTo>
                  <a:lnTo>
                    <a:pt x="341630" y="15240"/>
                  </a:lnTo>
                  <a:lnTo>
                    <a:pt x="340360" y="15240"/>
                  </a:lnTo>
                  <a:lnTo>
                    <a:pt x="340360" y="16510"/>
                  </a:lnTo>
                  <a:lnTo>
                    <a:pt x="759460" y="16510"/>
                  </a:lnTo>
                  <a:lnTo>
                    <a:pt x="759460" y="15240"/>
                  </a:lnTo>
                  <a:lnTo>
                    <a:pt x="759460" y="13970"/>
                  </a:lnTo>
                  <a:lnTo>
                    <a:pt x="760730" y="13970"/>
                  </a:lnTo>
                  <a:lnTo>
                    <a:pt x="760730" y="12700"/>
                  </a:lnTo>
                  <a:lnTo>
                    <a:pt x="760730" y="11430"/>
                  </a:lnTo>
                  <a:lnTo>
                    <a:pt x="762000" y="11430"/>
                  </a:lnTo>
                  <a:lnTo>
                    <a:pt x="762000" y="10160"/>
                  </a:lnTo>
                  <a:lnTo>
                    <a:pt x="763270" y="10160"/>
                  </a:lnTo>
                  <a:lnTo>
                    <a:pt x="763270" y="8890"/>
                  </a:lnTo>
                  <a:lnTo>
                    <a:pt x="763257" y="7620"/>
                  </a:lnTo>
                  <a:lnTo>
                    <a:pt x="764540" y="7620"/>
                  </a:lnTo>
                  <a:lnTo>
                    <a:pt x="764540" y="6477"/>
                  </a:lnTo>
                  <a:lnTo>
                    <a:pt x="765810" y="6477"/>
                  </a:lnTo>
                  <a:lnTo>
                    <a:pt x="765810" y="3937"/>
                  </a:lnTo>
                  <a:lnTo>
                    <a:pt x="767080" y="3937"/>
                  </a:lnTo>
                  <a:lnTo>
                    <a:pt x="767080" y="1397"/>
                  </a:lnTo>
                  <a:close/>
                </a:path>
                <a:path w="768350" h="52069">
                  <a:moveTo>
                    <a:pt x="768350" y="0"/>
                  </a:moveTo>
                  <a:lnTo>
                    <a:pt x="349250" y="0"/>
                  </a:lnTo>
                  <a:lnTo>
                    <a:pt x="349250" y="1270"/>
                  </a:lnTo>
                  <a:lnTo>
                    <a:pt x="768350" y="1270"/>
                  </a:lnTo>
                  <a:lnTo>
                    <a:pt x="768350" y="0"/>
                  </a:lnTo>
                  <a:close/>
                </a:path>
              </a:pathLst>
            </a:custGeom>
            <a:solidFill>
              <a:srgbClr val="001D00"/>
            </a:solidFill>
          </p:spPr>
          <p:txBody>
            <a:bodyPr wrap="square" lIns="0" tIns="0" rIns="0" bIns="0" rtlCol="0"/>
            <a:lstStyle/>
            <a:p/>
          </p:txBody>
        </p:sp>
        <p:sp>
          <p:nvSpPr>
            <p:cNvPr id="591" name="object 591"/>
            <p:cNvSpPr/>
            <p:nvPr/>
          </p:nvSpPr>
          <p:spPr>
            <a:xfrm>
              <a:off x="6897370" y="2674619"/>
              <a:ext cx="735330" cy="52069"/>
            </a:xfrm>
            <a:custGeom>
              <a:avLst/>
              <a:gdLst/>
              <a:ahLst/>
              <a:cxnLst/>
              <a:rect l="l" t="t" r="r" b="b"/>
              <a:pathLst>
                <a:path w="735329" h="52069">
                  <a:moveTo>
                    <a:pt x="735330" y="0"/>
                  </a:moveTo>
                  <a:lnTo>
                    <a:pt x="0" y="0"/>
                  </a:lnTo>
                  <a:lnTo>
                    <a:pt x="0" y="2540"/>
                  </a:lnTo>
                  <a:lnTo>
                    <a:pt x="0" y="3810"/>
                  </a:lnTo>
                  <a:lnTo>
                    <a:pt x="0" y="52070"/>
                  </a:lnTo>
                  <a:lnTo>
                    <a:pt x="703580" y="52070"/>
                  </a:lnTo>
                  <a:lnTo>
                    <a:pt x="703580" y="50800"/>
                  </a:lnTo>
                  <a:lnTo>
                    <a:pt x="704850" y="50800"/>
                  </a:lnTo>
                  <a:lnTo>
                    <a:pt x="704850" y="48260"/>
                  </a:lnTo>
                  <a:lnTo>
                    <a:pt x="706120" y="48260"/>
                  </a:lnTo>
                  <a:lnTo>
                    <a:pt x="706120" y="46990"/>
                  </a:lnTo>
                  <a:lnTo>
                    <a:pt x="707390" y="46990"/>
                  </a:lnTo>
                  <a:lnTo>
                    <a:pt x="707390" y="44450"/>
                  </a:lnTo>
                  <a:lnTo>
                    <a:pt x="708660" y="44450"/>
                  </a:lnTo>
                  <a:lnTo>
                    <a:pt x="708660" y="41910"/>
                  </a:lnTo>
                  <a:lnTo>
                    <a:pt x="709930" y="41910"/>
                  </a:lnTo>
                  <a:lnTo>
                    <a:pt x="709930" y="40640"/>
                  </a:lnTo>
                  <a:lnTo>
                    <a:pt x="711200" y="40640"/>
                  </a:lnTo>
                  <a:lnTo>
                    <a:pt x="711200" y="38100"/>
                  </a:lnTo>
                  <a:lnTo>
                    <a:pt x="712470" y="38100"/>
                  </a:lnTo>
                  <a:lnTo>
                    <a:pt x="712470" y="36830"/>
                  </a:lnTo>
                  <a:lnTo>
                    <a:pt x="713740" y="36830"/>
                  </a:lnTo>
                  <a:lnTo>
                    <a:pt x="713740" y="34290"/>
                  </a:lnTo>
                  <a:lnTo>
                    <a:pt x="715010" y="34290"/>
                  </a:lnTo>
                  <a:lnTo>
                    <a:pt x="715010" y="33020"/>
                  </a:lnTo>
                  <a:lnTo>
                    <a:pt x="716280" y="33020"/>
                  </a:lnTo>
                  <a:lnTo>
                    <a:pt x="716280" y="30480"/>
                  </a:lnTo>
                  <a:lnTo>
                    <a:pt x="717550" y="30480"/>
                  </a:lnTo>
                  <a:lnTo>
                    <a:pt x="717550" y="27940"/>
                  </a:lnTo>
                  <a:lnTo>
                    <a:pt x="718820" y="27940"/>
                  </a:lnTo>
                  <a:lnTo>
                    <a:pt x="718820" y="26670"/>
                  </a:lnTo>
                  <a:lnTo>
                    <a:pt x="720090" y="26670"/>
                  </a:lnTo>
                  <a:lnTo>
                    <a:pt x="720090" y="24130"/>
                  </a:lnTo>
                  <a:lnTo>
                    <a:pt x="721360" y="24130"/>
                  </a:lnTo>
                  <a:lnTo>
                    <a:pt x="721360" y="22860"/>
                  </a:lnTo>
                  <a:lnTo>
                    <a:pt x="722630" y="22860"/>
                  </a:lnTo>
                  <a:lnTo>
                    <a:pt x="722630" y="20320"/>
                  </a:lnTo>
                  <a:lnTo>
                    <a:pt x="723900" y="20320"/>
                  </a:lnTo>
                  <a:lnTo>
                    <a:pt x="723900" y="17780"/>
                  </a:lnTo>
                  <a:lnTo>
                    <a:pt x="725170" y="17780"/>
                  </a:lnTo>
                  <a:lnTo>
                    <a:pt x="725170" y="16510"/>
                  </a:lnTo>
                  <a:lnTo>
                    <a:pt x="726440" y="16510"/>
                  </a:lnTo>
                  <a:lnTo>
                    <a:pt x="726440" y="13970"/>
                  </a:lnTo>
                  <a:lnTo>
                    <a:pt x="727710" y="13970"/>
                  </a:lnTo>
                  <a:lnTo>
                    <a:pt x="727710" y="12700"/>
                  </a:lnTo>
                  <a:lnTo>
                    <a:pt x="728980" y="12700"/>
                  </a:lnTo>
                  <a:lnTo>
                    <a:pt x="728980" y="10160"/>
                  </a:lnTo>
                  <a:lnTo>
                    <a:pt x="730250" y="10160"/>
                  </a:lnTo>
                  <a:lnTo>
                    <a:pt x="730250" y="7620"/>
                  </a:lnTo>
                  <a:lnTo>
                    <a:pt x="731520" y="7620"/>
                  </a:lnTo>
                  <a:lnTo>
                    <a:pt x="731520" y="6350"/>
                  </a:lnTo>
                  <a:lnTo>
                    <a:pt x="732790" y="6350"/>
                  </a:lnTo>
                  <a:lnTo>
                    <a:pt x="732790" y="3810"/>
                  </a:lnTo>
                  <a:lnTo>
                    <a:pt x="734060" y="3810"/>
                  </a:lnTo>
                  <a:lnTo>
                    <a:pt x="734060" y="2540"/>
                  </a:lnTo>
                  <a:lnTo>
                    <a:pt x="735330" y="2540"/>
                  </a:lnTo>
                  <a:lnTo>
                    <a:pt x="735330" y="0"/>
                  </a:lnTo>
                  <a:close/>
                </a:path>
              </a:pathLst>
            </a:custGeom>
            <a:solidFill>
              <a:srgbClr val="001E00"/>
            </a:solidFill>
          </p:spPr>
          <p:txBody>
            <a:bodyPr wrap="square" lIns="0" tIns="0" rIns="0" bIns="0" rtlCol="0"/>
            <a:lstStyle/>
            <a:p/>
          </p:txBody>
        </p:sp>
        <p:sp>
          <p:nvSpPr>
            <p:cNvPr id="592" name="object 592"/>
            <p:cNvSpPr/>
            <p:nvPr/>
          </p:nvSpPr>
          <p:spPr>
            <a:xfrm>
              <a:off x="6897370" y="2726689"/>
              <a:ext cx="702310" cy="50800"/>
            </a:xfrm>
            <a:custGeom>
              <a:avLst/>
              <a:gdLst/>
              <a:ahLst/>
              <a:cxnLst/>
              <a:rect l="l" t="t" r="r" b="b"/>
              <a:pathLst>
                <a:path w="702309" h="50800">
                  <a:moveTo>
                    <a:pt x="678180" y="49530"/>
                  </a:moveTo>
                  <a:lnTo>
                    <a:pt x="676910" y="49530"/>
                  </a:lnTo>
                  <a:lnTo>
                    <a:pt x="676910" y="46990"/>
                  </a:lnTo>
                  <a:lnTo>
                    <a:pt x="675640" y="46990"/>
                  </a:lnTo>
                  <a:lnTo>
                    <a:pt x="675640" y="44450"/>
                  </a:lnTo>
                  <a:lnTo>
                    <a:pt x="676910" y="44450"/>
                  </a:lnTo>
                  <a:lnTo>
                    <a:pt x="676910" y="41910"/>
                  </a:lnTo>
                  <a:lnTo>
                    <a:pt x="0" y="41910"/>
                  </a:lnTo>
                  <a:lnTo>
                    <a:pt x="0" y="44450"/>
                  </a:lnTo>
                  <a:lnTo>
                    <a:pt x="0" y="46990"/>
                  </a:lnTo>
                  <a:lnTo>
                    <a:pt x="0" y="49530"/>
                  </a:lnTo>
                  <a:lnTo>
                    <a:pt x="0" y="50800"/>
                  </a:lnTo>
                  <a:lnTo>
                    <a:pt x="678180" y="50800"/>
                  </a:lnTo>
                  <a:lnTo>
                    <a:pt x="678180" y="49530"/>
                  </a:lnTo>
                  <a:close/>
                </a:path>
                <a:path w="702309" h="50800">
                  <a:moveTo>
                    <a:pt x="702310" y="0"/>
                  </a:moveTo>
                  <a:lnTo>
                    <a:pt x="0" y="0"/>
                  </a:lnTo>
                  <a:lnTo>
                    <a:pt x="0" y="2540"/>
                  </a:lnTo>
                  <a:lnTo>
                    <a:pt x="0" y="5080"/>
                  </a:lnTo>
                  <a:lnTo>
                    <a:pt x="0" y="40640"/>
                  </a:lnTo>
                  <a:lnTo>
                    <a:pt x="678180" y="40640"/>
                  </a:lnTo>
                  <a:lnTo>
                    <a:pt x="678180" y="39370"/>
                  </a:lnTo>
                  <a:lnTo>
                    <a:pt x="679450" y="39370"/>
                  </a:lnTo>
                  <a:lnTo>
                    <a:pt x="679450" y="36830"/>
                  </a:lnTo>
                  <a:lnTo>
                    <a:pt x="680720" y="36830"/>
                  </a:lnTo>
                  <a:lnTo>
                    <a:pt x="680720" y="34290"/>
                  </a:lnTo>
                  <a:lnTo>
                    <a:pt x="681990" y="34290"/>
                  </a:lnTo>
                  <a:lnTo>
                    <a:pt x="681990" y="33020"/>
                  </a:lnTo>
                  <a:lnTo>
                    <a:pt x="683260" y="33020"/>
                  </a:lnTo>
                  <a:lnTo>
                    <a:pt x="683260" y="30480"/>
                  </a:lnTo>
                  <a:lnTo>
                    <a:pt x="684530" y="30480"/>
                  </a:lnTo>
                  <a:lnTo>
                    <a:pt x="684530" y="29210"/>
                  </a:lnTo>
                  <a:lnTo>
                    <a:pt x="685800" y="29210"/>
                  </a:lnTo>
                  <a:lnTo>
                    <a:pt x="685800" y="26670"/>
                  </a:lnTo>
                  <a:lnTo>
                    <a:pt x="687070" y="26670"/>
                  </a:lnTo>
                  <a:lnTo>
                    <a:pt x="687070" y="24130"/>
                  </a:lnTo>
                  <a:lnTo>
                    <a:pt x="688340" y="24130"/>
                  </a:lnTo>
                  <a:lnTo>
                    <a:pt x="688340" y="22860"/>
                  </a:lnTo>
                  <a:lnTo>
                    <a:pt x="689610" y="22860"/>
                  </a:lnTo>
                  <a:lnTo>
                    <a:pt x="689610" y="20320"/>
                  </a:lnTo>
                  <a:lnTo>
                    <a:pt x="690880" y="20320"/>
                  </a:lnTo>
                  <a:lnTo>
                    <a:pt x="690880" y="19050"/>
                  </a:lnTo>
                  <a:lnTo>
                    <a:pt x="692150" y="19050"/>
                  </a:lnTo>
                  <a:lnTo>
                    <a:pt x="692150" y="16510"/>
                  </a:lnTo>
                  <a:lnTo>
                    <a:pt x="693420" y="16510"/>
                  </a:lnTo>
                  <a:lnTo>
                    <a:pt x="693420" y="13970"/>
                  </a:lnTo>
                  <a:lnTo>
                    <a:pt x="694690" y="13970"/>
                  </a:lnTo>
                  <a:lnTo>
                    <a:pt x="694690" y="12700"/>
                  </a:lnTo>
                  <a:lnTo>
                    <a:pt x="695960" y="12700"/>
                  </a:lnTo>
                  <a:lnTo>
                    <a:pt x="695960" y="10160"/>
                  </a:lnTo>
                  <a:lnTo>
                    <a:pt x="697230" y="10160"/>
                  </a:lnTo>
                  <a:lnTo>
                    <a:pt x="697230" y="8890"/>
                  </a:lnTo>
                  <a:lnTo>
                    <a:pt x="698500" y="8890"/>
                  </a:lnTo>
                  <a:lnTo>
                    <a:pt x="698500" y="6350"/>
                  </a:lnTo>
                  <a:lnTo>
                    <a:pt x="699770" y="6350"/>
                  </a:lnTo>
                  <a:lnTo>
                    <a:pt x="699770" y="5080"/>
                  </a:lnTo>
                  <a:lnTo>
                    <a:pt x="701040" y="5080"/>
                  </a:lnTo>
                  <a:lnTo>
                    <a:pt x="701040" y="2540"/>
                  </a:lnTo>
                  <a:lnTo>
                    <a:pt x="702310" y="2540"/>
                  </a:lnTo>
                  <a:lnTo>
                    <a:pt x="702310" y="0"/>
                  </a:lnTo>
                  <a:close/>
                </a:path>
              </a:pathLst>
            </a:custGeom>
            <a:solidFill>
              <a:srgbClr val="001F00"/>
            </a:solidFill>
          </p:spPr>
          <p:txBody>
            <a:bodyPr wrap="square" lIns="0" tIns="0" rIns="0" bIns="0" rtlCol="0"/>
            <a:lstStyle/>
            <a:p/>
          </p:txBody>
        </p:sp>
      </p:grpSp>
      <p:sp>
        <p:nvSpPr>
          <p:cNvPr id="593" name="object 593"/>
          <p:cNvSpPr/>
          <p:nvPr/>
        </p:nvSpPr>
        <p:spPr>
          <a:xfrm>
            <a:off x="6897370" y="2777489"/>
            <a:ext cx="698500" cy="52069"/>
          </a:xfrm>
          <a:custGeom>
            <a:avLst/>
            <a:gdLst/>
            <a:ahLst/>
            <a:cxnLst/>
            <a:rect l="l" t="t" r="r" b="b"/>
            <a:pathLst>
              <a:path w="698500" h="52069">
                <a:moveTo>
                  <a:pt x="698500" y="49530"/>
                </a:moveTo>
                <a:lnTo>
                  <a:pt x="697230" y="49530"/>
                </a:lnTo>
                <a:lnTo>
                  <a:pt x="697230" y="46990"/>
                </a:lnTo>
                <a:lnTo>
                  <a:pt x="695960" y="46990"/>
                </a:lnTo>
                <a:lnTo>
                  <a:pt x="695960" y="43180"/>
                </a:lnTo>
                <a:lnTo>
                  <a:pt x="694690" y="43180"/>
                </a:lnTo>
                <a:lnTo>
                  <a:pt x="694690" y="40640"/>
                </a:lnTo>
                <a:lnTo>
                  <a:pt x="693420" y="40640"/>
                </a:lnTo>
                <a:lnTo>
                  <a:pt x="693420" y="36830"/>
                </a:lnTo>
                <a:lnTo>
                  <a:pt x="692150" y="36830"/>
                </a:lnTo>
                <a:lnTo>
                  <a:pt x="692150" y="34290"/>
                </a:lnTo>
                <a:lnTo>
                  <a:pt x="690880" y="34290"/>
                </a:lnTo>
                <a:lnTo>
                  <a:pt x="690880" y="30480"/>
                </a:lnTo>
                <a:lnTo>
                  <a:pt x="689610" y="30480"/>
                </a:lnTo>
                <a:lnTo>
                  <a:pt x="689610" y="27940"/>
                </a:lnTo>
                <a:lnTo>
                  <a:pt x="688340" y="27940"/>
                </a:lnTo>
                <a:lnTo>
                  <a:pt x="688340" y="24130"/>
                </a:lnTo>
                <a:lnTo>
                  <a:pt x="687070" y="24130"/>
                </a:lnTo>
                <a:lnTo>
                  <a:pt x="687070" y="21590"/>
                </a:lnTo>
                <a:lnTo>
                  <a:pt x="685800" y="21590"/>
                </a:lnTo>
                <a:lnTo>
                  <a:pt x="685800" y="17780"/>
                </a:lnTo>
                <a:lnTo>
                  <a:pt x="684530" y="17780"/>
                </a:lnTo>
                <a:lnTo>
                  <a:pt x="684530" y="15240"/>
                </a:lnTo>
                <a:lnTo>
                  <a:pt x="683260" y="15240"/>
                </a:lnTo>
                <a:lnTo>
                  <a:pt x="683260" y="11430"/>
                </a:lnTo>
                <a:lnTo>
                  <a:pt x="681990" y="11430"/>
                </a:lnTo>
                <a:lnTo>
                  <a:pt x="681990" y="8890"/>
                </a:lnTo>
                <a:lnTo>
                  <a:pt x="680720" y="8890"/>
                </a:lnTo>
                <a:lnTo>
                  <a:pt x="680720" y="5080"/>
                </a:lnTo>
                <a:lnTo>
                  <a:pt x="679450" y="5080"/>
                </a:lnTo>
                <a:lnTo>
                  <a:pt x="679450" y="2540"/>
                </a:lnTo>
                <a:lnTo>
                  <a:pt x="678180" y="2540"/>
                </a:lnTo>
                <a:lnTo>
                  <a:pt x="678180" y="0"/>
                </a:lnTo>
                <a:lnTo>
                  <a:pt x="0" y="0"/>
                </a:lnTo>
                <a:lnTo>
                  <a:pt x="0" y="52070"/>
                </a:lnTo>
                <a:lnTo>
                  <a:pt x="698500" y="52070"/>
                </a:lnTo>
                <a:lnTo>
                  <a:pt x="698500" y="49530"/>
                </a:lnTo>
                <a:close/>
              </a:path>
            </a:pathLst>
          </a:custGeom>
          <a:solidFill>
            <a:srgbClr val="002000"/>
          </a:solidFill>
        </p:spPr>
        <p:txBody>
          <a:bodyPr wrap="square" lIns="0" tIns="0" rIns="0" bIns="0" rtlCol="0"/>
          <a:lstStyle/>
          <a:p/>
        </p:txBody>
      </p:sp>
      <p:sp>
        <p:nvSpPr>
          <p:cNvPr id="594" name="object 594"/>
          <p:cNvSpPr/>
          <p:nvPr/>
        </p:nvSpPr>
        <p:spPr>
          <a:xfrm>
            <a:off x="6897370" y="2829559"/>
            <a:ext cx="718820" cy="52069"/>
          </a:xfrm>
          <a:custGeom>
            <a:avLst/>
            <a:gdLst/>
            <a:ahLst/>
            <a:cxnLst/>
            <a:rect l="l" t="t" r="r" b="b"/>
            <a:pathLst>
              <a:path w="718820" h="52069">
                <a:moveTo>
                  <a:pt x="718820" y="49530"/>
                </a:moveTo>
                <a:lnTo>
                  <a:pt x="717550" y="49530"/>
                </a:lnTo>
                <a:lnTo>
                  <a:pt x="717550" y="45720"/>
                </a:lnTo>
                <a:lnTo>
                  <a:pt x="716280" y="45720"/>
                </a:lnTo>
                <a:lnTo>
                  <a:pt x="716280" y="43180"/>
                </a:lnTo>
                <a:lnTo>
                  <a:pt x="715010" y="43180"/>
                </a:lnTo>
                <a:lnTo>
                  <a:pt x="715010" y="39370"/>
                </a:lnTo>
                <a:lnTo>
                  <a:pt x="713740" y="39370"/>
                </a:lnTo>
                <a:lnTo>
                  <a:pt x="713740" y="36830"/>
                </a:lnTo>
                <a:lnTo>
                  <a:pt x="712470" y="36830"/>
                </a:lnTo>
                <a:lnTo>
                  <a:pt x="712470" y="33020"/>
                </a:lnTo>
                <a:lnTo>
                  <a:pt x="711200" y="33020"/>
                </a:lnTo>
                <a:lnTo>
                  <a:pt x="711200" y="30480"/>
                </a:lnTo>
                <a:lnTo>
                  <a:pt x="709930" y="30480"/>
                </a:lnTo>
                <a:lnTo>
                  <a:pt x="709930" y="26670"/>
                </a:lnTo>
                <a:lnTo>
                  <a:pt x="708660" y="26670"/>
                </a:lnTo>
                <a:lnTo>
                  <a:pt x="708660" y="24130"/>
                </a:lnTo>
                <a:lnTo>
                  <a:pt x="707390" y="24130"/>
                </a:lnTo>
                <a:lnTo>
                  <a:pt x="707390" y="20320"/>
                </a:lnTo>
                <a:lnTo>
                  <a:pt x="706120" y="20320"/>
                </a:lnTo>
                <a:lnTo>
                  <a:pt x="706120" y="17780"/>
                </a:lnTo>
                <a:lnTo>
                  <a:pt x="704850" y="17780"/>
                </a:lnTo>
                <a:lnTo>
                  <a:pt x="704850" y="13970"/>
                </a:lnTo>
                <a:lnTo>
                  <a:pt x="703580" y="13970"/>
                </a:lnTo>
                <a:lnTo>
                  <a:pt x="703580" y="10160"/>
                </a:lnTo>
                <a:lnTo>
                  <a:pt x="702310" y="10160"/>
                </a:lnTo>
                <a:lnTo>
                  <a:pt x="702310" y="7620"/>
                </a:lnTo>
                <a:lnTo>
                  <a:pt x="701040" y="7620"/>
                </a:lnTo>
                <a:lnTo>
                  <a:pt x="701040" y="3810"/>
                </a:lnTo>
                <a:lnTo>
                  <a:pt x="699770" y="3810"/>
                </a:lnTo>
                <a:lnTo>
                  <a:pt x="699770" y="1270"/>
                </a:lnTo>
                <a:lnTo>
                  <a:pt x="698500" y="1270"/>
                </a:lnTo>
                <a:lnTo>
                  <a:pt x="698500" y="0"/>
                </a:lnTo>
                <a:lnTo>
                  <a:pt x="0" y="0"/>
                </a:lnTo>
                <a:lnTo>
                  <a:pt x="0" y="52070"/>
                </a:lnTo>
                <a:lnTo>
                  <a:pt x="718820" y="52070"/>
                </a:lnTo>
                <a:lnTo>
                  <a:pt x="718820" y="49530"/>
                </a:lnTo>
                <a:close/>
              </a:path>
            </a:pathLst>
          </a:custGeom>
          <a:solidFill>
            <a:srgbClr val="002100"/>
          </a:solidFill>
        </p:spPr>
        <p:txBody>
          <a:bodyPr wrap="square" lIns="0" tIns="0" rIns="0" bIns="0" rtlCol="0"/>
          <a:lstStyle/>
          <a:p/>
        </p:txBody>
      </p:sp>
      <p:sp>
        <p:nvSpPr>
          <p:cNvPr id="595" name="object 595"/>
          <p:cNvSpPr/>
          <p:nvPr/>
        </p:nvSpPr>
        <p:spPr>
          <a:xfrm>
            <a:off x="6897370" y="2881629"/>
            <a:ext cx="740410" cy="52069"/>
          </a:xfrm>
          <a:custGeom>
            <a:avLst/>
            <a:gdLst/>
            <a:ahLst/>
            <a:cxnLst/>
            <a:rect l="l" t="t" r="r" b="b"/>
            <a:pathLst>
              <a:path w="740409" h="52069">
                <a:moveTo>
                  <a:pt x="740410" y="50800"/>
                </a:moveTo>
                <a:lnTo>
                  <a:pt x="739140" y="50800"/>
                </a:lnTo>
                <a:lnTo>
                  <a:pt x="739140" y="48260"/>
                </a:lnTo>
                <a:lnTo>
                  <a:pt x="737870" y="48260"/>
                </a:lnTo>
                <a:lnTo>
                  <a:pt x="737870" y="44450"/>
                </a:lnTo>
                <a:lnTo>
                  <a:pt x="736600" y="44450"/>
                </a:lnTo>
                <a:lnTo>
                  <a:pt x="736600" y="41910"/>
                </a:lnTo>
                <a:lnTo>
                  <a:pt x="735330" y="41910"/>
                </a:lnTo>
                <a:lnTo>
                  <a:pt x="735330" y="38100"/>
                </a:lnTo>
                <a:lnTo>
                  <a:pt x="734060" y="38100"/>
                </a:lnTo>
                <a:lnTo>
                  <a:pt x="734060" y="35560"/>
                </a:lnTo>
                <a:lnTo>
                  <a:pt x="732790" y="35560"/>
                </a:lnTo>
                <a:lnTo>
                  <a:pt x="732790" y="31750"/>
                </a:lnTo>
                <a:lnTo>
                  <a:pt x="731520" y="31750"/>
                </a:lnTo>
                <a:lnTo>
                  <a:pt x="731520" y="29210"/>
                </a:lnTo>
                <a:lnTo>
                  <a:pt x="730250" y="29210"/>
                </a:lnTo>
                <a:lnTo>
                  <a:pt x="730250" y="25400"/>
                </a:lnTo>
                <a:lnTo>
                  <a:pt x="728980" y="25400"/>
                </a:lnTo>
                <a:lnTo>
                  <a:pt x="728980" y="22860"/>
                </a:lnTo>
                <a:lnTo>
                  <a:pt x="727710" y="22860"/>
                </a:lnTo>
                <a:lnTo>
                  <a:pt x="727710" y="19050"/>
                </a:lnTo>
                <a:lnTo>
                  <a:pt x="726440" y="19050"/>
                </a:lnTo>
                <a:lnTo>
                  <a:pt x="726440" y="16510"/>
                </a:lnTo>
                <a:lnTo>
                  <a:pt x="725170" y="16510"/>
                </a:lnTo>
                <a:lnTo>
                  <a:pt x="725170" y="12700"/>
                </a:lnTo>
                <a:lnTo>
                  <a:pt x="723900" y="12700"/>
                </a:lnTo>
                <a:lnTo>
                  <a:pt x="723900" y="10160"/>
                </a:lnTo>
                <a:lnTo>
                  <a:pt x="722630" y="10160"/>
                </a:lnTo>
                <a:lnTo>
                  <a:pt x="722630" y="6350"/>
                </a:lnTo>
                <a:lnTo>
                  <a:pt x="721360" y="6350"/>
                </a:lnTo>
                <a:lnTo>
                  <a:pt x="721360" y="3810"/>
                </a:lnTo>
                <a:lnTo>
                  <a:pt x="720090" y="3810"/>
                </a:lnTo>
                <a:lnTo>
                  <a:pt x="720090" y="0"/>
                </a:lnTo>
                <a:lnTo>
                  <a:pt x="0" y="0"/>
                </a:lnTo>
                <a:lnTo>
                  <a:pt x="0" y="52070"/>
                </a:lnTo>
                <a:lnTo>
                  <a:pt x="740410" y="52070"/>
                </a:lnTo>
                <a:lnTo>
                  <a:pt x="740410" y="50800"/>
                </a:lnTo>
                <a:close/>
              </a:path>
            </a:pathLst>
          </a:custGeom>
          <a:solidFill>
            <a:srgbClr val="002200"/>
          </a:solidFill>
        </p:spPr>
        <p:txBody>
          <a:bodyPr wrap="square" lIns="0" tIns="0" rIns="0" bIns="0" rtlCol="0"/>
          <a:lstStyle/>
          <a:p/>
        </p:txBody>
      </p:sp>
      <p:grpSp>
        <p:nvGrpSpPr>
          <p:cNvPr id="596" name="object 596"/>
          <p:cNvGrpSpPr/>
          <p:nvPr/>
        </p:nvGrpSpPr>
        <p:grpSpPr>
          <a:xfrm>
            <a:off x="6897369" y="2933700"/>
            <a:ext cx="863600" cy="309880"/>
            <a:chOff x="6897369" y="2933700"/>
            <a:chExt cx="863600" cy="309880"/>
          </a:xfrm>
        </p:grpSpPr>
        <p:sp>
          <p:nvSpPr>
            <p:cNvPr id="597" name="object 597"/>
            <p:cNvSpPr/>
            <p:nvPr/>
          </p:nvSpPr>
          <p:spPr>
            <a:xfrm>
              <a:off x="6897370" y="2933699"/>
              <a:ext cx="760730" cy="50800"/>
            </a:xfrm>
            <a:custGeom>
              <a:avLst/>
              <a:gdLst/>
              <a:ahLst/>
              <a:cxnLst/>
              <a:rect l="l" t="t" r="r" b="b"/>
              <a:pathLst>
                <a:path w="760729" h="50800">
                  <a:moveTo>
                    <a:pt x="760730" y="49530"/>
                  </a:moveTo>
                  <a:lnTo>
                    <a:pt x="759460" y="49530"/>
                  </a:lnTo>
                  <a:lnTo>
                    <a:pt x="759460" y="46990"/>
                  </a:lnTo>
                  <a:lnTo>
                    <a:pt x="758190" y="46990"/>
                  </a:lnTo>
                  <a:lnTo>
                    <a:pt x="758190" y="43180"/>
                  </a:lnTo>
                  <a:lnTo>
                    <a:pt x="756920" y="43180"/>
                  </a:lnTo>
                  <a:lnTo>
                    <a:pt x="756920" y="40640"/>
                  </a:lnTo>
                  <a:lnTo>
                    <a:pt x="755650" y="40640"/>
                  </a:lnTo>
                  <a:lnTo>
                    <a:pt x="755650" y="36830"/>
                  </a:lnTo>
                  <a:lnTo>
                    <a:pt x="754380" y="36830"/>
                  </a:lnTo>
                  <a:lnTo>
                    <a:pt x="754380" y="34290"/>
                  </a:lnTo>
                  <a:lnTo>
                    <a:pt x="753110" y="34290"/>
                  </a:lnTo>
                  <a:lnTo>
                    <a:pt x="753110" y="30480"/>
                  </a:lnTo>
                  <a:lnTo>
                    <a:pt x="751840" y="30480"/>
                  </a:lnTo>
                  <a:lnTo>
                    <a:pt x="751840" y="27940"/>
                  </a:lnTo>
                  <a:lnTo>
                    <a:pt x="750570" y="27940"/>
                  </a:lnTo>
                  <a:lnTo>
                    <a:pt x="750570" y="24130"/>
                  </a:lnTo>
                  <a:lnTo>
                    <a:pt x="749300" y="24130"/>
                  </a:lnTo>
                  <a:lnTo>
                    <a:pt x="749300" y="21590"/>
                  </a:lnTo>
                  <a:lnTo>
                    <a:pt x="748030" y="21590"/>
                  </a:lnTo>
                  <a:lnTo>
                    <a:pt x="748030" y="17780"/>
                  </a:lnTo>
                  <a:lnTo>
                    <a:pt x="746760" y="17780"/>
                  </a:lnTo>
                  <a:lnTo>
                    <a:pt x="746760" y="15240"/>
                  </a:lnTo>
                  <a:lnTo>
                    <a:pt x="745490" y="15240"/>
                  </a:lnTo>
                  <a:lnTo>
                    <a:pt x="745490" y="11430"/>
                  </a:lnTo>
                  <a:lnTo>
                    <a:pt x="744220" y="11430"/>
                  </a:lnTo>
                  <a:lnTo>
                    <a:pt x="744220" y="8890"/>
                  </a:lnTo>
                  <a:lnTo>
                    <a:pt x="742950" y="8890"/>
                  </a:lnTo>
                  <a:lnTo>
                    <a:pt x="742950" y="5080"/>
                  </a:lnTo>
                  <a:lnTo>
                    <a:pt x="741680" y="5080"/>
                  </a:lnTo>
                  <a:lnTo>
                    <a:pt x="741680" y="2540"/>
                  </a:lnTo>
                  <a:lnTo>
                    <a:pt x="740410" y="2540"/>
                  </a:lnTo>
                  <a:lnTo>
                    <a:pt x="740410" y="0"/>
                  </a:lnTo>
                  <a:lnTo>
                    <a:pt x="0" y="0"/>
                  </a:lnTo>
                  <a:lnTo>
                    <a:pt x="0" y="50800"/>
                  </a:lnTo>
                  <a:lnTo>
                    <a:pt x="760730" y="50800"/>
                  </a:lnTo>
                  <a:lnTo>
                    <a:pt x="760730" y="49530"/>
                  </a:lnTo>
                  <a:close/>
                </a:path>
              </a:pathLst>
            </a:custGeom>
            <a:solidFill>
              <a:srgbClr val="002300"/>
            </a:solidFill>
          </p:spPr>
          <p:txBody>
            <a:bodyPr wrap="square" lIns="0" tIns="0" rIns="0" bIns="0" rtlCol="0"/>
            <a:lstStyle/>
            <a:p/>
          </p:txBody>
        </p:sp>
        <p:sp>
          <p:nvSpPr>
            <p:cNvPr id="598" name="object 598"/>
            <p:cNvSpPr/>
            <p:nvPr/>
          </p:nvSpPr>
          <p:spPr>
            <a:xfrm>
              <a:off x="6897370" y="2984499"/>
              <a:ext cx="781050" cy="52069"/>
            </a:xfrm>
            <a:custGeom>
              <a:avLst/>
              <a:gdLst/>
              <a:ahLst/>
              <a:cxnLst/>
              <a:rect l="l" t="t" r="r" b="b"/>
              <a:pathLst>
                <a:path w="781050" h="52069">
                  <a:moveTo>
                    <a:pt x="763270" y="5080"/>
                  </a:moveTo>
                  <a:lnTo>
                    <a:pt x="762000" y="5080"/>
                  </a:lnTo>
                  <a:lnTo>
                    <a:pt x="762000" y="2540"/>
                  </a:lnTo>
                  <a:lnTo>
                    <a:pt x="760730" y="2540"/>
                  </a:lnTo>
                  <a:lnTo>
                    <a:pt x="760730" y="0"/>
                  </a:lnTo>
                  <a:lnTo>
                    <a:pt x="0" y="0"/>
                  </a:lnTo>
                  <a:lnTo>
                    <a:pt x="0" y="2540"/>
                  </a:lnTo>
                  <a:lnTo>
                    <a:pt x="0" y="5080"/>
                  </a:lnTo>
                  <a:lnTo>
                    <a:pt x="0" y="7620"/>
                  </a:lnTo>
                  <a:lnTo>
                    <a:pt x="763270" y="7620"/>
                  </a:lnTo>
                  <a:lnTo>
                    <a:pt x="763270" y="5080"/>
                  </a:lnTo>
                  <a:close/>
                </a:path>
                <a:path w="781050" h="52069">
                  <a:moveTo>
                    <a:pt x="779780" y="45720"/>
                  </a:moveTo>
                  <a:lnTo>
                    <a:pt x="778510" y="45720"/>
                  </a:lnTo>
                  <a:lnTo>
                    <a:pt x="778510" y="43180"/>
                  </a:lnTo>
                  <a:lnTo>
                    <a:pt x="777240" y="43180"/>
                  </a:lnTo>
                  <a:lnTo>
                    <a:pt x="777240" y="39370"/>
                  </a:lnTo>
                  <a:lnTo>
                    <a:pt x="775970" y="39370"/>
                  </a:lnTo>
                  <a:lnTo>
                    <a:pt x="775970" y="36830"/>
                  </a:lnTo>
                  <a:lnTo>
                    <a:pt x="774700" y="36830"/>
                  </a:lnTo>
                  <a:lnTo>
                    <a:pt x="774700" y="33020"/>
                  </a:lnTo>
                  <a:lnTo>
                    <a:pt x="773430" y="33020"/>
                  </a:lnTo>
                  <a:lnTo>
                    <a:pt x="773430" y="30480"/>
                  </a:lnTo>
                  <a:lnTo>
                    <a:pt x="772160" y="30480"/>
                  </a:lnTo>
                  <a:lnTo>
                    <a:pt x="772160" y="26670"/>
                  </a:lnTo>
                  <a:lnTo>
                    <a:pt x="770890" y="26670"/>
                  </a:lnTo>
                  <a:lnTo>
                    <a:pt x="770890" y="24130"/>
                  </a:lnTo>
                  <a:lnTo>
                    <a:pt x="769620" y="24130"/>
                  </a:lnTo>
                  <a:lnTo>
                    <a:pt x="769620" y="20320"/>
                  </a:lnTo>
                  <a:lnTo>
                    <a:pt x="768350" y="20320"/>
                  </a:lnTo>
                  <a:lnTo>
                    <a:pt x="768350" y="17780"/>
                  </a:lnTo>
                  <a:lnTo>
                    <a:pt x="767080" y="17780"/>
                  </a:lnTo>
                  <a:lnTo>
                    <a:pt x="767080" y="13970"/>
                  </a:lnTo>
                  <a:lnTo>
                    <a:pt x="765810" y="13970"/>
                  </a:lnTo>
                  <a:lnTo>
                    <a:pt x="765810" y="11430"/>
                  </a:lnTo>
                  <a:lnTo>
                    <a:pt x="764540" y="11430"/>
                  </a:lnTo>
                  <a:lnTo>
                    <a:pt x="764540" y="8890"/>
                  </a:lnTo>
                  <a:lnTo>
                    <a:pt x="764540" y="7620"/>
                  </a:lnTo>
                  <a:lnTo>
                    <a:pt x="763270" y="7620"/>
                  </a:lnTo>
                  <a:lnTo>
                    <a:pt x="763270" y="8890"/>
                  </a:lnTo>
                  <a:lnTo>
                    <a:pt x="0" y="8890"/>
                  </a:lnTo>
                  <a:lnTo>
                    <a:pt x="0" y="49530"/>
                  </a:lnTo>
                  <a:lnTo>
                    <a:pt x="779780" y="49530"/>
                  </a:lnTo>
                  <a:lnTo>
                    <a:pt x="779780" y="45720"/>
                  </a:lnTo>
                  <a:close/>
                </a:path>
                <a:path w="781050" h="52069">
                  <a:moveTo>
                    <a:pt x="781050" y="49542"/>
                  </a:moveTo>
                  <a:lnTo>
                    <a:pt x="0" y="49542"/>
                  </a:lnTo>
                  <a:lnTo>
                    <a:pt x="0" y="52070"/>
                  </a:lnTo>
                  <a:lnTo>
                    <a:pt x="781050" y="52070"/>
                  </a:lnTo>
                  <a:lnTo>
                    <a:pt x="781050" y="49542"/>
                  </a:lnTo>
                  <a:close/>
                </a:path>
              </a:pathLst>
            </a:custGeom>
            <a:solidFill>
              <a:srgbClr val="002400"/>
            </a:solidFill>
          </p:spPr>
          <p:txBody>
            <a:bodyPr wrap="square" lIns="0" tIns="0" rIns="0" bIns="0" rtlCol="0"/>
            <a:lstStyle/>
            <a:p/>
          </p:txBody>
        </p:sp>
        <p:sp>
          <p:nvSpPr>
            <p:cNvPr id="599" name="object 599"/>
            <p:cNvSpPr/>
            <p:nvPr/>
          </p:nvSpPr>
          <p:spPr>
            <a:xfrm>
              <a:off x="6897370" y="3036569"/>
              <a:ext cx="802640" cy="52069"/>
            </a:xfrm>
            <a:custGeom>
              <a:avLst/>
              <a:gdLst/>
              <a:ahLst/>
              <a:cxnLst/>
              <a:rect l="l" t="t" r="r" b="b"/>
              <a:pathLst>
                <a:path w="802640" h="52069">
                  <a:moveTo>
                    <a:pt x="802640" y="50800"/>
                  </a:moveTo>
                  <a:lnTo>
                    <a:pt x="801370" y="50800"/>
                  </a:lnTo>
                  <a:lnTo>
                    <a:pt x="801370" y="48260"/>
                  </a:lnTo>
                  <a:lnTo>
                    <a:pt x="800100" y="48260"/>
                  </a:lnTo>
                  <a:lnTo>
                    <a:pt x="800100" y="44450"/>
                  </a:lnTo>
                  <a:lnTo>
                    <a:pt x="798830" y="44450"/>
                  </a:lnTo>
                  <a:lnTo>
                    <a:pt x="798830" y="41910"/>
                  </a:lnTo>
                  <a:lnTo>
                    <a:pt x="797560" y="41910"/>
                  </a:lnTo>
                  <a:lnTo>
                    <a:pt x="797560" y="38100"/>
                  </a:lnTo>
                  <a:lnTo>
                    <a:pt x="796290" y="38100"/>
                  </a:lnTo>
                  <a:lnTo>
                    <a:pt x="796290" y="35560"/>
                  </a:lnTo>
                  <a:lnTo>
                    <a:pt x="795020" y="35560"/>
                  </a:lnTo>
                  <a:lnTo>
                    <a:pt x="795020" y="31750"/>
                  </a:lnTo>
                  <a:lnTo>
                    <a:pt x="793750" y="31750"/>
                  </a:lnTo>
                  <a:lnTo>
                    <a:pt x="793750" y="29210"/>
                  </a:lnTo>
                  <a:lnTo>
                    <a:pt x="792480" y="29210"/>
                  </a:lnTo>
                  <a:lnTo>
                    <a:pt x="792480" y="25400"/>
                  </a:lnTo>
                  <a:lnTo>
                    <a:pt x="791210" y="25400"/>
                  </a:lnTo>
                  <a:lnTo>
                    <a:pt x="791210" y="22860"/>
                  </a:lnTo>
                  <a:lnTo>
                    <a:pt x="789940" y="22860"/>
                  </a:lnTo>
                  <a:lnTo>
                    <a:pt x="789940" y="19050"/>
                  </a:lnTo>
                  <a:lnTo>
                    <a:pt x="788670" y="19050"/>
                  </a:lnTo>
                  <a:lnTo>
                    <a:pt x="788670" y="16510"/>
                  </a:lnTo>
                  <a:lnTo>
                    <a:pt x="787400" y="16510"/>
                  </a:lnTo>
                  <a:lnTo>
                    <a:pt x="787400" y="12700"/>
                  </a:lnTo>
                  <a:lnTo>
                    <a:pt x="786130" y="12700"/>
                  </a:lnTo>
                  <a:lnTo>
                    <a:pt x="786130" y="10160"/>
                  </a:lnTo>
                  <a:lnTo>
                    <a:pt x="784860" y="10160"/>
                  </a:lnTo>
                  <a:lnTo>
                    <a:pt x="784860" y="6350"/>
                  </a:lnTo>
                  <a:lnTo>
                    <a:pt x="783590" y="6350"/>
                  </a:lnTo>
                  <a:lnTo>
                    <a:pt x="783590" y="3810"/>
                  </a:lnTo>
                  <a:lnTo>
                    <a:pt x="782320" y="3810"/>
                  </a:lnTo>
                  <a:lnTo>
                    <a:pt x="782320" y="0"/>
                  </a:lnTo>
                  <a:lnTo>
                    <a:pt x="0" y="0"/>
                  </a:lnTo>
                  <a:lnTo>
                    <a:pt x="0" y="52070"/>
                  </a:lnTo>
                  <a:lnTo>
                    <a:pt x="802640" y="52070"/>
                  </a:lnTo>
                  <a:lnTo>
                    <a:pt x="802640" y="50800"/>
                  </a:lnTo>
                  <a:close/>
                </a:path>
              </a:pathLst>
            </a:custGeom>
            <a:solidFill>
              <a:srgbClr val="002500"/>
            </a:solidFill>
          </p:spPr>
          <p:txBody>
            <a:bodyPr wrap="square" lIns="0" tIns="0" rIns="0" bIns="0" rtlCol="0"/>
            <a:lstStyle/>
            <a:p/>
          </p:txBody>
        </p:sp>
        <p:sp>
          <p:nvSpPr>
            <p:cNvPr id="600" name="object 600"/>
            <p:cNvSpPr/>
            <p:nvPr/>
          </p:nvSpPr>
          <p:spPr>
            <a:xfrm>
              <a:off x="6897370" y="3088639"/>
              <a:ext cx="822960" cy="52069"/>
            </a:xfrm>
            <a:custGeom>
              <a:avLst/>
              <a:gdLst/>
              <a:ahLst/>
              <a:cxnLst/>
              <a:rect l="l" t="t" r="r" b="b"/>
              <a:pathLst>
                <a:path w="822959" h="52069">
                  <a:moveTo>
                    <a:pt x="820420" y="43180"/>
                  </a:moveTo>
                  <a:lnTo>
                    <a:pt x="819150" y="43180"/>
                  </a:lnTo>
                  <a:lnTo>
                    <a:pt x="819150" y="40640"/>
                  </a:lnTo>
                  <a:lnTo>
                    <a:pt x="817880" y="40640"/>
                  </a:lnTo>
                  <a:lnTo>
                    <a:pt x="817880" y="36830"/>
                  </a:lnTo>
                  <a:lnTo>
                    <a:pt x="816610" y="36830"/>
                  </a:lnTo>
                  <a:lnTo>
                    <a:pt x="816610" y="34290"/>
                  </a:lnTo>
                  <a:lnTo>
                    <a:pt x="815340" y="34290"/>
                  </a:lnTo>
                  <a:lnTo>
                    <a:pt x="815340" y="30480"/>
                  </a:lnTo>
                  <a:lnTo>
                    <a:pt x="814070" y="30480"/>
                  </a:lnTo>
                  <a:lnTo>
                    <a:pt x="814070" y="27940"/>
                  </a:lnTo>
                  <a:lnTo>
                    <a:pt x="812800" y="27940"/>
                  </a:lnTo>
                  <a:lnTo>
                    <a:pt x="812800" y="24130"/>
                  </a:lnTo>
                  <a:lnTo>
                    <a:pt x="811530" y="24130"/>
                  </a:lnTo>
                  <a:lnTo>
                    <a:pt x="811530" y="21590"/>
                  </a:lnTo>
                  <a:lnTo>
                    <a:pt x="810260" y="21590"/>
                  </a:lnTo>
                  <a:lnTo>
                    <a:pt x="810260" y="17780"/>
                  </a:lnTo>
                  <a:lnTo>
                    <a:pt x="808990" y="17780"/>
                  </a:lnTo>
                  <a:lnTo>
                    <a:pt x="808990" y="15240"/>
                  </a:lnTo>
                  <a:lnTo>
                    <a:pt x="807720" y="15240"/>
                  </a:lnTo>
                  <a:lnTo>
                    <a:pt x="807720" y="11430"/>
                  </a:lnTo>
                  <a:lnTo>
                    <a:pt x="806450" y="11430"/>
                  </a:lnTo>
                  <a:lnTo>
                    <a:pt x="806450" y="8890"/>
                  </a:lnTo>
                  <a:lnTo>
                    <a:pt x="805180" y="8890"/>
                  </a:lnTo>
                  <a:lnTo>
                    <a:pt x="805180" y="5080"/>
                  </a:lnTo>
                  <a:lnTo>
                    <a:pt x="803910" y="5080"/>
                  </a:lnTo>
                  <a:lnTo>
                    <a:pt x="803910" y="2540"/>
                  </a:lnTo>
                  <a:lnTo>
                    <a:pt x="802640" y="2540"/>
                  </a:lnTo>
                  <a:lnTo>
                    <a:pt x="802640" y="0"/>
                  </a:lnTo>
                  <a:lnTo>
                    <a:pt x="0" y="0"/>
                  </a:lnTo>
                  <a:lnTo>
                    <a:pt x="0" y="2540"/>
                  </a:lnTo>
                  <a:lnTo>
                    <a:pt x="0" y="5080"/>
                  </a:lnTo>
                  <a:lnTo>
                    <a:pt x="0" y="52070"/>
                  </a:lnTo>
                  <a:lnTo>
                    <a:pt x="436880" y="52070"/>
                  </a:lnTo>
                  <a:lnTo>
                    <a:pt x="436880" y="50800"/>
                  </a:lnTo>
                  <a:lnTo>
                    <a:pt x="438150" y="50800"/>
                  </a:lnTo>
                  <a:lnTo>
                    <a:pt x="438150" y="49530"/>
                  </a:lnTo>
                  <a:lnTo>
                    <a:pt x="439420" y="49530"/>
                  </a:lnTo>
                  <a:lnTo>
                    <a:pt x="439420" y="46990"/>
                  </a:lnTo>
                  <a:lnTo>
                    <a:pt x="440690" y="46990"/>
                  </a:lnTo>
                  <a:lnTo>
                    <a:pt x="440690" y="45720"/>
                  </a:lnTo>
                  <a:lnTo>
                    <a:pt x="441960" y="45720"/>
                  </a:lnTo>
                  <a:lnTo>
                    <a:pt x="441960" y="46990"/>
                  </a:lnTo>
                  <a:lnTo>
                    <a:pt x="820407" y="46990"/>
                  </a:lnTo>
                  <a:lnTo>
                    <a:pt x="820420" y="45720"/>
                  </a:lnTo>
                  <a:lnTo>
                    <a:pt x="820420" y="43180"/>
                  </a:lnTo>
                  <a:close/>
                </a:path>
                <a:path w="822959" h="52069">
                  <a:moveTo>
                    <a:pt x="822960" y="49530"/>
                  </a:moveTo>
                  <a:lnTo>
                    <a:pt x="821690" y="49530"/>
                  </a:lnTo>
                  <a:lnTo>
                    <a:pt x="821690" y="47002"/>
                  </a:lnTo>
                  <a:lnTo>
                    <a:pt x="441960" y="47002"/>
                  </a:lnTo>
                  <a:lnTo>
                    <a:pt x="441960" y="49530"/>
                  </a:lnTo>
                  <a:lnTo>
                    <a:pt x="443230" y="49530"/>
                  </a:lnTo>
                  <a:lnTo>
                    <a:pt x="443230" y="52070"/>
                  </a:lnTo>
                  <a:lnTo>
                    <a:pt x="822960" y="52070"/>
                  </a:lnTo>
                  <a:lnTo>
                    <a:pt x="822960" y="49530"/>
                  </a:lnTo>
                  <a:close/>
                </a:path>
              </a:pathLst>
            </a:custGeom>
            <a:solidFill>
              <a:srgbClr val="002600"/>
            </a:solidFill>
          </p:spPr>
          <p:txBody>
            <a:bodyPr wrap="square" lIns="0" tIns="0" rIns="0" bIns="0" rtlCol="0"/>
            <a:lstStyle/>
            <a:p/>
          </p:txBody>
        </p:sp>
        <p:sp>
          <p:nvSpPr>
            <p:cNvPr id="601" name="object 601"/>
            <p:cNvSpPr/>
            <p:nvPr/>
          </p:nvSpPr>
          <p:spPr>
            <a:xfrm>
              <a:off x="6897370" y="3140709"/>
              <a:ext cx="843280" cy="50800"/>
            </a:xfrm>
            <a:custGeom>
              <a:avLst/>
              <a:gdLst/>
              <a:ahLst/>
              <a:cxnLst/>
              <a:rect l="l" t="t" r="r" b="b"/>
              <a:pathLst>
                <a:path w="843279" h="50800">
                  <a:moveTo>
                    <a:pt x="436880" y="0"/>
                  </a:moveTo>
                  <a:lnTo>
                    <a:pt x="0" y="0"/>
                  </a:lnTo>
                  <a:lnTo>
                    <a:pt x="0" y="1270"/>
                  </a:lnTo>
                  <a:lnTo>
                    <a:pt x="0" y="2540"/>
                  </a:lnTo>
                  <a:lnTo>
                    <a:pt x="0" y="50800"/>
                  </a:lnTo>
                  <a:lnTo>
                    <a:pt x="405130" y="50800"/>
                  </a:lnTo>
                  <a:lnTo>
                    <a:pt x="405130" y="49530"/>
                  </a:lnTo>
                  <a:lnTo>
                    <a:pt x="406400" y="49530"/>
                  </a:lnTo>
                  <a:lnTo>
                    <a:pt x="406400" y="48260"/>
                  </a:lnTo>
                  <a:lnTo>
                    <a:pt x="407670" y="48260"/>
                  </a:lnTo>
                  <a:lnTo>
                    <a:pt x="407670" y="45720"/>
                  </a:lnTo>
                  <a:lnTo>
                    <a:pt x="408940" y="45720"/>
                  </a:lnTo>
                  <a:lnTo>
                    <a:pt x="408940" y="43180"/>
                  </a:lnTo>
                  <a:lnTo>
                    <a:pt x="410210" y="43180"/>
                  </a:lnTo>
                  <a:lnTo>
                    <a:pt x="410210" y="41910"/>
                  </a:lnTo>
                  <a:lnTo>
                    <a:pt x="411480" y="41910"/>
                  </a:lnTo>
                  <a:lnTo>
                    <a:pt x="411480" y="39370"/>
                  </a:lnTo>
                  <a:lnTo>
                    <a:pt x="412750" y="39370"/>
                  </a:lnTo>
                  <a:lnTo>
                    <a:pt x="412750" y="38100"/>
                  </a:lnTo>
                  <a:lnTo>
                    <a:pt x="414020" y="38100"/>
                  </a:lnTo>
                  <a:lnTo>
                    <a:pt x="414020" y="35560"/>
                  </a:lnTo>
                  <a:lnTo>
                    <a:pt x="415290" y="35560"/>
                  </a:lnTo>
                  <a:lnTo>
                    <a:pt x="415290" y="33020"/>
                  </a:lnTo>
                  <a:lnTo>
                    <a:pt x="416560" y="33020"/>
                  </a:lnTo>
                  <a:lnTo>
                    <a:pt x="416560" y="31750"/>
                  </a:lnTo>
                  <a:lnTo>
                    <a:pt x="417830" y="31750"/>
                  </a:lnTo>
                  <a:lnTo>
                    <a:pt x="417830" y="29210"/>
                  </a:lnTo>
                  <a:lnTo>
                    <a:pt x="419100" y="29210"/>
                  </a:lnTo>
                  <a:lnTo>
                    <a:pt x="419100" y="27940"/>
                  </a:lnTo>
                  <a:lnTo>
                    <a:pt x="420370" y="27940"/>
                  </a:lnTo>
                  <a:lnTo>
                    <a:pt x="420370" y="25400"/>
                  </a:lnTo>
                  <a:lnTo>
                    <a:pt x="421640" y="25400"/>
                  </a:lnTo>
                  <a:lnTo>
                    <a:pt x="421640" y="22860"/>
                  </a:lnTo>
                  <a:lnTo>
                    <a:pt x="422910" y="22860"/>
                  </a:lnTo>
                  <a:lnTo>
                    <a:pt x="422910" y="21590"/>
                  </a:lnTo>
                  <a:lnTo>
                    <a:pt x="424180" y="21590"/>
                  </a:lnTo>
                  <a:lnTo>
                    <a:pt x="424180" y="19050"/>
                  </a:lnTo>
                  <a:lnTo>
                    <a:pt x="425450" y="19050"/>
                  </a:lnTo>
                  <a:lnTo>
                    <a:pt x="425450" y="17780"/>
                  </a:lnTo>
                  <a:lnTo>
                    <a:pt x="426720" y="17780"/>
                  </a:lnTo>
                  <a:lnTo>
                    <a:pt x="426720" y="15240"/>
                  </a:lnTo>
                  <a:lnTo>
                    <a:pt x="427990" y="15240"/>
                  </a:lnTo>
                  <a:lnTo>
                    <a:pt x="427990" y="12700"/>
                  </a:lnTo>
                  <a:lnTo>
                    <a:pt x="429260" y="12700"/>
                  </a:lnTo>
                  <a:lnTo>
                    <a:pt x="429260" y="11430"/>
                  </a:lnTo>
                  <a:lnTo>
                    <a:pt x="430530" y="11430"/>
                  </a:lnTo>
                  <a:lnTo>
                    <a:pt x="430530" y="8890"/>
                  </a:lnTo>
                  <a:lnTo>
                    <a:pt x="431800" y="8890"/>
                  </a:lnTo>
                  <a:lnTo>
                    <a:pt x="431800" y="7620"/>
                  </a:lnTo>
                  <a:lnTo>
                    <a:pt x="433070" y="7620"/>
                  </a:lnTo>
                  <a:lnTo>
                    <a:pt x="433070" y="5080"/>
                  </a:lnTo>
                  <a:lnTo>
                    <a:pt x="434340" y="5080"/>
                  </a:lnTo>
                  <a:lnTo>
                    <a:pt x="434340" y="2540"/>
                  </a:lnTo>
                  <a:lnTo>
                    <a:pt x="435610" y="2540"/>
                  </a:lnTo>
                  <a:lnTo>
                    <a:pt x="435610" y="1270"/>
                  </a:lnTo>
                  <a:lnTo>
                    <a:pt x="436880" y="1270"/>
                  </a:lnTo>
                  <a:lnTo>
                    <a:pt x="436880" y="0"/>
                  </a:lnTo>
                  <a:close/>
                </a:path>
                <a:path w="843279" h="50800">
                  <a:moveTo>
                    <a:pt x="838200" y="36830"/>
                  </a:moveTo>
                  <a:lnTo>
                    <a:pt x="836930" y="36830"/>
                  </a:lnTo>
                  <a:lnTo>
                    <a:pt x="836930" y="35560"/>
                  </a:lnTo>
                  <a:lnTo>
                    <a:pt x="836930" y="33020"/>
                  </a:lnTo>
                  <a:lnTo>
                    <a:pt x="835660" y="33020"/>
                  </a:lnTo>
                  <a:lnTo>
                    <a:pt x="835660" y="31750"/>
                  </a:lnTo>
                  <a:lnTo>
                    <a:pt x="835660" y="30480"/>
                  </a:lnTo>
                  <a:lnTo>
                    <a:pt x="834390" y="30480"/>
                  </a:lnTo>
                  <a:lnTo>
                    <a:pt x="834390" y="27940"/>
                  </a:lnTo>
                  <a:lnTo>
                    <a:pt x="834390" y="26670"/>
                  </a:lnTo>
                  <a:lnTo>
                    <a:pt x="833120" y="26670"/>
                  </a:lnTo>
                  <a:lnTo>
                    <a:pt x="833120" y="24130"/>
                  </a:lnTo>
                  <a:lnTo>
                    <a:pt x="831850" y="24130"/>
                  </a:lnTo>
                  <a:lnTo>
                    <a:pt x="831850" y="20320"/>
                  </a:lnTo>
                  <a:lnTo>
                    <a:pt x="830580" y="20320"/>
                  </a:lnTo>
                  <a:lnTo>
                    <a:pt x="830580" y="17780"/>
                  </a:lnTo>
                  <a:lnTo>
                    <a:pt x="829310" y="17780"/>
                  </a:lnTo>
                  <a:lnTo>
                    <a:pt x="829310" y="16510"/>
                  </a:lnTo>
                  <a:lnTo>
                    <a:pt x="829310" y="13970"/>
                  </a:lnTo>
                  <a:lnTo>
                    <a:pt x="828040" y="13970"/>
                  </a:lnTo>
                  <a:lnTo>
                    <a:pt x="828040" y="12700"/>
                  </a:lnTo>
                  <a:lnTo>
                    <a:pt x="828040" y="11430"/>
                  </a:lnTo>
                  <a:lnTo>
                    <a:pt x="826757" y="11430"/>
                  </a:lnTo>
                  <a:lnTo>
                    <a:pt x="826757" y="8890"/>
                  </a:lnTo>
                  <a:lnTo>
                    <a:pt x="826770" y="7620"/>
                  </a:lnTo>
                  <a:lnTo>
                    <a:pt x="825500" y="7620"/>
                  </a:lnTo>
                  <a:lnTo>
                    <a:pt x="825500" y="5080"/>
                  </a:lnTo>
                  <a:lnTo>
                    <a:pt x="824230" y="5080"/>
                  </a:lnTo>
                  <a:lnTo>
                    <a:pt x="824230" y="1270"/>
                  </a:lnTo>
                  <a:lnTo>
                    <a:pt x="822960" y="1270"/>
                  </a:lnTo>
                  <a:lnTo>
                    <a:pt x="822960" y="0"/>
                  </a:lnTo>
                  <a:lnTo>
                    <a:pt x="443230" y="0"/>
                  </a:lnTo>
                  <a:lnTo>
                    <a:pt x="443230" y="1270"/>
                  </a:lnTo>
                  <a:lnTo>
                    <a:pt x="444500" y="1270"/>
                  </a:lnTo>
                  <a:lnTo>
                    <a:pt x="444500" y="5080"/>
                  </a:lnTo>
                  <a:lnTo>
                    <a:pt x="445770" y="5080"/>
                  </a:lnTo>
                  <a:lnTo>
                    <a:pt x="445770" y="7620"/>
                  </a:lnTo>
                  <a:lnTo>
                    <a:pt x="445770" y="8890"/>
                  </a:lnTo>
                  <a:lnTo>
                    <a:pt x="447040" y="8890"/>
                  </a:lnTo>
                  <a:lnTo>
                    <a:pt x="447040" y="11430"/>
                  </a:lnTo>
                  <a:lnTo>
                    <a:pt x="447040" y="12700"/>
                  </a:lnTo>
                  <a:lnTo>
                    <a:pt x="448310" y="12700"/>
                  </a:lnTo>
                  <a:lnTo>
                    <a:pt x="448310" y="13970"/>
                  </a:lnTo>
                  <a:lnTo>
                    <a:pt x="448310" y="16510"/>
                  </a:lnTo>
                  <a:lnTo>
                    <a:pt x="449580" y="16510"/>
                  </a:lnTo>
                  <a:lnTo>
                    <a:pt x="449580" y="17780"/>
                  </a:lnTo>
                  <a:lnTo>
                    <a:pt x="449580" y="20320"/>
                  </a:lnTo>
                  <a:lnTo>
                    <a:pt x="450850" y="20320"/>
                  </a:lnTo>
                  <a:lnTo>
                    <a:pt x="450850" y="24130"/>
                  </a:lnTo>
                  <a:lnTo>
                    <a:pt x="452120" y="24130"/>
                  </a:lnTo>
                  <a:lnTo>
                    <a:pt x="452120" y="26670"/>
                  </a:lnTo>
                  <a:lnTo>
                    <a:pt x="452120" y="27940"/>
                  </a:lnTo>
                  <a:lnTo>
                    <a:pt x="453390" y="27940"/>
                  </a:lnTo>
                  <a:lnTo>
                    <a:pt x="453390" y="30480"/>
                  </a:lnTo>
                  <a:lnTo>
                    <a:pt x="453390" y="31750"/>
                  </a:lnTo>
                  <a:lnTo>
                    <a:pt x="454660" y="31750"/>
                  </a:lnTo>
                  <a:lnTo>
                    <a:pt x="454660" y="33020"/>
                  </a:lnTo>
                  <a:lnTo>
                    <a:pt x="454660" y="35560"/>
                  </a:lnTo>
                  <a:lnTo>
                    <a:pt x="455930" y="35560"/>
                  </a:lnTo>
                  <a:lnTo>
                    <a:pt x="455930" y="36830"/>
                  </a:lnTo>
                  <a:lnTo>
                    <a:pt x="455930" y="39370"/>
                  </a:lnTo>
                  <a:lnTo>
                    <a:pt x="838200" y="39370"/>
                  </a:lnTo>
                  <a:lnTo>
                    <a:pt x="838200" y="36830"/>
                  </a:lnTo>
                  <a:close/>
                </a:path>
                <a:path w="843279" h="50800">
                  <a:moveTo>
                    <a:pt x="843280" y="49530"/>
                  </a:moveTo>
                  <a:lnTo>
                    <a:pt x="842010" y="49530"/>
                  </a:lnTo>
                  <a:lnTo>
                    <a:pt x="842010" y="46990"/>
                  </a:lnTo>
                  <a:lnTo>
                    <a:pt x="842010" y="45720"/>
                  </a:lnTo>
                  <a:lnTo>
                    <a:pt x="840740" y="45720"/>
                  </a:lnTo>
                  <a:lnTo>
                    <a:pt x="840740" y="43180"/>
                  </a:lnTo>
                  <a:lnTo>
                    <a:pt x="839470" y="43180"/>
                  </a:lnTo>
                  <a:lnTo>
                    <a:pt x="839470" y="39382"/>
                  </a:lnTo>
                  <a:lnTo>
                    <a:pt x="457200" y="39382"/>
                  </a:lnTo>
                  <a:lnTo>
                    <a:pt x="457200" y="43180"/>
                  </a:lnTo>
                  <a:lnTo>
                    <a:pt x="458470" y="43180"/>
                  </a:lnTo>
                  <a:lnTo>
                    <a:pt x="458470" y="45720"/>
                  </a:lnTo>
                  <a:lnTo>
                    <a:pt x="458470" y="46990"/>
                  </a:lnTo>
                  <a:lnTo>
                    <a:pt x="459740" y="46990"/>
                  </a:lnTo>
                  <a:lnTo>
                    <a:pt x="459740" y="49530"/>
                  </a:lnTo>
                  <a:lnTo>
                    <a:pt x="459740" y="50800"/>
                  </a:lnTo>
                  <a:lnTo>
                    <a:pt x="843280" y="50800"/>
                  </a:lnTo>
                  <a:lnTo>
                    <a:pt x="843280" y="49530"/>
                  </a:lnTo>
                  <a:close/>
                </a:path>
              </a:pathLst>
            </a:custGeom>
            <a:solidFill>
              <a:srgbClr val="002700"/>
            </a:solidFill>
          </p:spPr>
          <p:txBody>
            <a:bodyPr wrap="square" lIns="0" tIns="0" rIns="0" bIns="0" rtlCol="0"/>
            <a:lstStyle/>
            <a:p/>
          </p:txBody>
        </p:sp>
        <p:sp>
          <p:nvSpPr>
            <p:cNvPr id="602" name="object 602"/>
            <p:cNvSpPr/>
            <p:nvPr/>
          </p:nvSpPr>
          <p:spPr>
            <a:xfrm>
              <a:off x="6897369" y="3191509"/>
              <a:ext cx="863600" cy="52069"/>
            </a:xfrm>
            <a:custGeom>
              <a:avLst/>
              <a:gdLst/>
              <a:ahLst/>
              <a:cxnLst/>
              <a:rect l="l" t="t" r="r" b="b"/>
              <a:pathLst>
                <a:path w="863600" h="52069">
                  <a:moveTo>
                    <a:pt x="405129" y="0"/>
                  </a:moveTo>
                  <a:lnTo>
                    <a:pt x="0" y="0"/>
                  </a:lnTo>
                  <a:lnTo>
                    <a:pt x="0" y="39369"/>
                  </a:lnTo>
                  <a:lnTo>
                    <a:pt x="381000" y="39369"/>
                  </a:lnTo>
                  <a:lnTo>
                    <a:pt x="381000" y="38100"/>
                  </a:lnTo>
                  <a:lnTo>
                    <a:pt x="382270" y="38100"/>
                  </a:lnTo>
                  <a:lnTo>
                    <a:pt x="382270" y="35560"/>
                  </a:lnTo>
                  <a:lnTo>
                    <a:pt x="383540" y="35560"/>
                  </a:lnTo>
                  <a:lnTo>
                    <a:pt x="383540" y="34289"/>
                  </a:lnTo>
                  <a:lnTo>
                    <a:pt x="384809" y="34289"/>
                  </a:lnTo>
                  <a:lnTo>
                    <a:pt x="384809" y="31750"/>
                  </a:lnTo>
                  <a:lnTo>
                    <a:pt x="386079" y="31750"/>
                  </a:lnTo>
                  <a:lnTo>
                    <a:pt x="386079" y="29210"/>
                  </a:lnTo>
                  <a:lnTo>
                    <a:pt x="387350" y="29210"/>
                  </a:lnTo>
                  <a:lnTo>
                    <a:pt x="387350" y="27939"/>
                  </a:lnTo>
                  <a:lnTo>
                    <a:pt x="388620" y="27939"/>
                  </a:lnTo>
                  <a:lnTo>
                    <a:pt x="388620" y="25400"/>
                  </a:lnTo>
                  <a:lnTo>
                    <a:pt x="389890" y="25400"/>
                  </a:lnTo>
                  <a:lnTo>
                    <a:pt x="389890" y="22860"/>
                  </a:lnTo>
                  <a:lnTo>
                    <a:pt x="391159" y="22860"/>
                  </a:lnTo>
                  <a:lnTo>
                    <a:pt x="391159" y="21589"/>
                  </a:lnTo>
                  <a:lnTo>
                    <a:pt x="392429" y="21589"/>
                  </a:lnTo>
                  <a:lnTo>
                    <a:pt x="392429" y="19050"/>
                  </a:lnTo>
                  <a:lnTo>
                    <a:pt x="393700" y="19050"/>
                  </a:lnTo>
                  <a:lnTo>
                    <a:pt x="393700" y="17779"/>
                  </a:lnTo>
                  <a:lnTo>
                    <a:pt x="394970" y="17779"/>
                  </a:lnTo>
                  <a:lnTo>
                    <a:pt x="394970" y="15239"/>
                  </a:lnTo>
                  <a:lnTo>
                    <a:pt x="396240" y="15239"/>
                  </a:lnTo>
                  <a:lnTo>
                    <a:pt x="396240" y="12700"/>
                  </a:lnTo>
                  <a:lnTo>
                    <a:pt x="397509" y="12700"/>
                  </a:lnTo>
                  <a:lnTo>
                    <a:pt x="397509" y="11429"/>
                  </a:lnTo>
                  <a:lnTo>
                    <a:pt x="398779" y="11429"/>
                  </a:lnTo>
                  <a:lnTo>
                    <a:pt x="398779" y="8889"/>
                  </a:lnTo>
                  <a:lnTo>
                    <a:pt x="400050" y="8889"/>
                  </a:lnTo>
                  <a:lnTo>
                    <a:pt x="400050" y="7619"/>
                  </a:lnTo>
                  <a:lnTo>
                    <a:pt x="401320" y="7619"/>
                  </a:lnTo>
                  <a:lnTo>
                    <a:pt x="401320" y="5079"/>
                  </a:lnTo>
                  <a:lnTo>
                    <a:pt x="402590" y="5079"/>
                  </a:lnTo>
                  <a:lnTo>
                    <a:pt x="402590" y="2539"/>
                  </a:lnTo>
                  <a:lnTo>
                    <a:pt x="403859" y="2539"/>
                  </a:lnTo>
                  <a:lnTo>
                    <a:pt x="403859" y="1269"/>
                  </a:lnTo>
                  <a:lnTo>
                    <a:pt x="405129" y="1269"/>
                  </a:lnTo>
                  <a:lnTo>
                    <a:pt x="405129" y="0"/>
                  </a:lnTo>
                  <a:close/>
                </a:path>
                <a:path w="863600" h="52069">
                  <a:moveTo>
                    <a:pt x="855979" y="30479"/>
                  </a:moveTo>
                  <a:lnTo>
                    <a:pt x="471170" y="30479"/>
                  </a:lnTo>
                  <a:lnTo>
                    <a:pt x="471170" y="34289"/>
                  </a:lnTo>
                  <a:lnTo>
                    <a:pt x="472439" y="34289"/>
                  </a:lnTo>
                  <a:lnTo>
                    <a:pt x="472439" y="38100"/>
                  </a:lnTo>
                  <a:lnTo>
                    <a:pt x="473709" y="38100"/>
                  </a:lnTo>
                  <a:lnTo>
                    <a:pt x="473709" y="39369"/>
                  </a:lnTo>
                  <a:lnTo>
                    <a:pt x="858519" y="39369"/>
                  </a:lnTo>
                  <a:lnTo>
                    <a:pt x="858519" y="36829"/>
                  </a:lnTo>
                  <a:lnTo>
                    <a:pt x="857249" y="36829"/>
                  </a:lnTo>
                  <a:lnTo>
                    <a:pt x="857250" y="33019"/>
                  </a:lnTo>
                  <a:lnTo>
                    <a:pt x="855979" y="33019"/>
                  </a:lnTo>
                  <a:lnTo>
                    <a:pt x="855979" y="30479"/>
                  </a:lnTo>
                  <a:close/>
                </a:path>
                <a:path w="863600" h="52069">
                  <a:moveTo>
                    <a:pt x="854709" y="26669"/>
                  </a:moveTo>
                  <a:lnTo>
                    <a:pt x="469900" y="26669"/>
                  </a:lnTo>
                  <a:lnTo>
                    <a:pt x="469900" y="30479"/>
                  </a:lnTo>
                  <a:lnTo>
                    <a:pt x="854709" y="30479"/>
                  </a:lnTo>
                  <a:lnTo>
                    <a:pt x="854709" y="26669"/>
                  </a:lnTo>
                  <a:close/>
                </a:path>
                <a:path w="863600" h="52069">
                  <a:moveTo>
                    <a:pt x="848360" y="11429"/>
                  </a:moveTo>
                  <a:lnTo>
                    <a:pt x="464820" y="11429"/>
                  </a:lnTo>
                  <a:lnTo>
                    <a:pt x="464820" y="15239"/>
                  </a:lnTo>
                  <a:lnTo>
                    <a:pt x="466089" y="15239"/>
                  </a:lnTo>
                  <a:lnTo>
                    <a:pt x="466089" y="19050"/>
                  </a:lnTo>
                  <a:lnTo>
                    <a:pt x="467359" y="19050"/>
                  </a:lnTo>
                  <a:lnTo>
                    <a:pt x="467359" y="22860"/>
                  </a:lnTo>
                  <a:lnTo>
                    <a:pt x="468629" y="22860"/>
                  </a:lnTo>
                  <a:lnTo>
                    <a:pt x="468629" y="26669"/>
                  </a:lnTo>
                  <a:lnTo>
                    <a:pt x="853439" y="26669"/>
                  </a:lnTo>
                  <a:lnTo>
                    <a:pt x="853439" y="24129"/>
                  </a:lnTo>
                  <a:lnTo>
                    <a:pt x="852170" y="24129"/>
                  </a:lnTo>
                  <a:lnTo>
                    <a:pt x="852169" y="20319"/>
                  </a:lnTo>
                  <a:lnTo>
                    <a:pt x="850900" y="20319"/>
                  </a:lnTo>
                  <a:lnTo>
                    <a:pt x="850899" y="17779"/>
                  </a:lnTo>
                  <a:lnTo>
                    <a:pt x="849629" y="17779"/>
                  </a:lnTo>
                  <a:lnTo>
                    <a:pt x="849629" y="13969"/>
                  </a:lnTo>
                  <a:lnTo>
                    <a:pt x="848360" y="13969"/>
                  </a:lnTo>
                  <a:lnTo>
                    <a:pt x="848360" y="11429"/>
                  </a:lnTo>
                  <a:close/>
                </a:path>
                <a:path w="863600" h="52069">
                  <a:moveTo>
                    <a:pt x="847090" y="7619"/>
                  </a:moveTo>
                  <a:lnTo>
                    <a:pt x="463550" y="7619"/>
                  </a:lnTo>
                  <a:lnTo>
                    <a:pt x="463550" y="11429"/>
                  </a:lnTo>
                  <a:lnTo>
                    <a:pt x="847090" y="11429"/>
                  </a:lnTo>
                  <a:lnTo>
                    <a:pt x="847090" y="7619"/>
                  </a:lnTo>
                  <a:close/>
                </a:path>
                <a:path w="863600" h="52069">
                  <a:moveTo>
                    <a:pt x="843279" y="0"/>
                  </a:moveTo>
                  <a:lnTo>
                    <a:pt x="461009" y="0"/>
                  </a:lnTo>
                  <a:lnTo>
                    <a:pt x="461009" y="3810"/>
                  </a:lnTo>
                  <a:lnTo>
                    <a:pt x="462279" y="3810"/>
                  </a:lnTo>
                  <a:lnTo>
                    <a:pt x="462279" y="7619"/>
                  </a:lnTo>
                  <a:lnTo>
                    <a:pt x="845820" y="7619"/>
                  </a:lnTo>
                  <a:lnTo>
                    <a:pt x="845820" y="5079"/>
                  </a:lnTo>
                  <a:lnTo>
                    <a:pt x="844550" y="5079"/>
                  </a:lnTo>
                  <a:lnTo>
                    <a:pt x="844550" y="1269"/>
                  </a:lnTo>
                  <a:lnTo>
                    <a:pt x="843279" y="1269"/>
                  </a:lnTo>
                  <a:lnTo>
                    <a:pt x="843279" y="0"/>
                  </a:lnTo>
                  <a:close/>
                </a:path>
                <a:path w="863600" h="52069">
                  <a:moveTo>
                    <a:pt x="379729" y="39370"/>
                  </a:moveTo>
                  <a:lnTo>
                    <a:pt x="0" y="39370"/>
                  </a:lnTo>
                  <a:lnTo>
                    <a:pt x="0" y="45719"/>
                  </a:lnTo>
                  <a:lnTo>
                    <a:pt x="377190" y="45719"/>
                  </a:lnTo>
                  <a:lnTo>
                    <a:pt x="377190" y="44450"/>
                  </a:lnTo>
                  <a:lnTo>
                    <a:pt x="378459" y="44450"/>
                  </a:lnTo>
                  <a:lnTo>
                    <a:pt x="378459" y="41910"/>
                  </a:lnTo>
                  <a:lnTo>
                    <a:pt x="379729" y="41910"/>
                  </a:lnTo>
                  <a:lnTo>
                    <a:pt x="379729" y="39370"/>
                  </a:lnTo>
                  <a:close/>
                </a:path>
                <a:path w="863600" h="52069">
                  <a:moveTo>
                    <a:pt x="859789" y="39370"/>
                  </a:moveTo>
                  <a:lnTo>
                    <a:pt x="473709" y="39370"/>
                  </a:lnTo>
                  <a:lnTo>
                    <a:pt x="473709" y="41910"/>
                  </a:lnTo>
                  <a:lnTo>
                    <a:pt x="474979" y="41910"/>
                  </a:lnTo>
                  <a:lnTo>
                    <a:pt x="474979" y="45719"/>
                  </a:lnTo>
                  <a:lnTo>
                    <a:pt x="861059" y="45719"/>
                  </a:lnTo>
                  <a:lnTo>
                    <a:pt x="861059" y="43179"/>
                  </a:lnTo>
                  <a:lnTo>
                    <a:pt x="859789" y="43179"/>
                  </a:lnTo>
                  <a:lnTo>
                    <a:pt x="859789" y="39370"/>
                  </a:lnTo>
                  <a:close/>
                </a:path>
                <a:path w="863600" h="52069">
                  <a:moveTo>
                    <a:pt x="374650" y="49529"/>
                  </a:moveTo>
                  <a:lnTo>
                    <a:pt x="0" y="49529"/>
                  </a:lnTo>
                  <a:lnTo>
                    <a:pt x="0" y="52069"/>
                  </a:lnTo>
                  <a:lnTo>
                    <a:pt x="373379" y="52069"/>
                  </a:lnTo>
                  <a:lnTo>
                    <a:pt x="373379" y="50799"/>
                  </a:lnTo>
                  <a:lnTo>
                    <a:pt x="374650" y="50799"/>
                  </a:lnTo>
                  <a:lnTo>
                    <a:pt x="374650" y="49529"/>
                  </a:lnTo>
                  <a:close/>
                </a:path>
                <a:path w="863600" h="52069">
                  <a:moveTo>
                    <a:pt x="375920" y="46989"/>
                  </a:moveTo>
                  <a:lnTo>
                    <a:pt x="0" y="46989"/>
                  </a:lnTo>
                  <a:lnTo>
                    <a:pt x="0" y="48259"/>
                  </a:lnTo>
                  <a:lnTo>
                    <a:pt x="374650" y="48259"/>
                  </a:lnTo>
                  <a:lnTo>
                    <a:pt x="374650" y="49529"/>
                  </a:lnTo>
                  <a:lnTo>
                    <a:pt x="375920" y="49529"/>
                  </a:lnTo>
                  <a:lnTo>
                    <a:pt x="375920" y="46989"/>
                  </a:lnTo>
                  <a:close/>
                </a:path>
                <a:path w="863600" h="52069">
                  <a:moveTo>
                    <a:pt x="863600" y="50799"/>
                  </a:moveTo>
                  <a:lnTo>
                    <a:pt x="477520" y="50799"/>
                  </a:lnTo>
                  <a:lnTo>
                    <a:pt x="477520" y="52069"/>
                  </a:lnTo>
                  <a:lnTo>
                    <a:pt x="863600" y="52069"/>
                  </a:lnTo>
                  <a:lnTo>
                    <a:pt x="863600" y="50799"/>
                  </a:lnTo>
                  <a:close/>
                </a:path>
                <a:path w="863600" h="52069">
                  <a:moveTo>
                    <a:pt x="862329" y="49529"/>
                  </a:moveTo>
                  <a:lnTo>
                    <a:pt x="476250" y="49529"/>
                  </a:lnTo>
                  <a:lnTo>
                    <a:pt x="476250" y="50799"/>
                  </a:lnTo>
                  <a:lnTo>
                    <a:pt x="862329" y="50799"/>
                  </a:lnTo>
                  <a:lnTo>
                    <a:pt x="862329" y="49529"/>
                  </a:lnTo>
                  <a:close/>
                </a:path>
                <a:path w="863600" h="52069">
                  <a:moveTo>
                    <a:pt x="862329" y="46989"/>
                  </a:moveTo>
                  <a:lnTo>
                    <a:pt x="476250" y="46989"/>
                  </a:lnTo>
                  <a:lnTo>
                    <a:pt x="476250" y="48259"/>
                  </a:lnTo>
                  <a:lnTo>
                    <a:pt x="862329" y="48259"/>
                  </a:lnTo>
                  <a:lnTo>
                    <a:pt x="862329" y="46989"/>
                  </a:lnTo>
                  <a:close/>
                </a:path>
              </a:pathLst>
            </a:custGeom>
            <a:solidFill>
              <a:srgbClr val="002800"/>
            </a:solidFill>
          </p:spPr>
          <p:txBody>
            <a:bodyPr wrap="square" lIns="0" tIns="0" rIns="0" bIns="0" rtlCol="0"/>
            <a:lstStyle/>
            <a:p/>
          </p:txBody>
        </p:sp>
      </p:grpSp>
      <p:sp>
        <p:nvSpPr>
          <p:cNvPr id="603" name="object 603"/>
          <p:cNvSpPr/>
          <p:nvPr/>
        </p:nvSpPr>
        <p:spPr>
          <a:xfrm>
            <a:off x="6897370" y="3243579"/>
            <a:ext cx="372110" cy="52069"/>
          </a:xfrm>
          <a:custGeom>
            <a:avLst/>
            <a:gdLst/>
            <a:ahLst/>
            <a:cxnLst/>
            <a:rect l="l" t="t" r="r" b="b"/>
            <a:pathLst>
              <a:path w="372109" h="52070">
                <a:moveTo>
                  <a:pt x="342900" y="48260"/>
                </a:moveTo>
                <a:lnTo>
                  <a:pt x="0" y="48260"/>
                </a:lnTo>
                <a:lnTo>
                  <a:pt x="0" y="49530"/>
                </a:lnTo>
                <a:lnTo>
                  <a:pt x="0" y="50800"/>
                </a:lnTo>
                <a:lnTo>
                  <a:pt x="0" y="52070"/>
                </a:lnTo>
                <a:lnTo>
                  <a:pt x="340360" y="52070"/>
                </a:lnTo>
                <a:lnTo>
                  <a:pt x="340360" y="50800"/>
                </a:lnTo>
                <a:lnTo>
                  <a:pt x="341630" y="50800"/>
                </a:lnTo>
                <a:lnTo>
                  <a:pt x="341630" y="49530"/>
                </a:lnTo>
                <a:lnTo>
                  <a:pt x="342900" y="49530"/>
                </a:lnTo>
                <a:lnTo>
                  <a:pt x="342900" y="48260"/>
                </a:lnTo>
                <a:close/>
              </a:path>
              <a:path w="372109" h="52070">
                <a:moveTo>
                  <a:pt x="344170" y="44450"/>
                </a:moveTo>
                <a:lnTo>
                  <a:pt x="0" y="44450"/>
                </a:lnTo>
                <a:lnTo>
                  <a:pt x="0" y="46990"/>
                </a:lnTo>
                <a:lnTo>
                  <a:pt x="342900" y="46990"/>
                </a:lnTo>
                <a:lnTo>
                  <a:pt x="342900" y="48260"/>
                </a:lnTo>
                <a:lnTo>
                  <a:pt x="344170" y="48260"/>
                </a:lnTo>
                <a:lnTo>
                  <a:pt x="344170" y="46990"/>
                </a:lnTo>
                <a:lnTo>
                  <a:pt x="344170" y="44450"/>
                </a:lnTo>
                <a:close/>
              </a:path>
              <a:path w="372109" h="52070">
                <a:moveTo>
                  <a:pt x="346710" y="41910"/>
                </a:moveTo>
                <a:lnTo>
                  <a:pt x="0" y="41910"/>
                </a:lnTo>
                <a:lnTo>
                  <a:pt x="0" y="43180"/>
                </a:lnTo>
                <a:lnTo>
                  <a:pt x="345440" y="43180"/>
                </a:lnTo>
                <a:lnTo>
                  <a:pt x="345440" y="44450"/>
                </a:lnTo>
                <a:lnTo>
                  <a:pt x="346710" y="44450"/>
                </a:lnTo>
                <a:lnTo>
                  <a:pt x="346710" y="43180"/>
                </a:lnTo>
                <a:lnTo>
                  <a:pt x="346710" y="41910"/>
                </a:lnTo>
                <a:close/>
              </a:path>
              <a:path w="372109" h="52070">
                <a:moveTo>
                  <a:pt x="347980" y="38100"/>
                </a:moveTo>
                <a:lnTo>
                  <a:pt x="0" y="38100"/>
                </a:lnTo>
                <a:lnTo>
                  <a:pt x="0" y="40640"/>
                </a:lnTo>
                <a:lnTo>
                  <a:pt x="346710" y="40640"/>
                </a:lnTo>
                <a:lnTo>
                  <a:pt x="346710" y="41910"/>
                </a:lnTo>
                <a:lnTo>
                  <a:pt x="347980" y="41910"/>
                </a:lnTo>
                <a:lnTo>
                  <a:pt x="347980" y="40640"/>
                </a:lnTo>
                <a:lnTo>
                  <a:pt x="347980" y="38100"/>
                </a:lnTo>
                <a:close/>
              </a:path>
              <a:path w="372109" h="52070">
                <a:moveTo>
                  <a:pt x="350520" y="35560"/>
                </a:moveTo>
                <a:lnTo>
                  <a:pt x="0" y="35560"/>
                </a:lnTo>
                <a:lnTo>
                  <a:pt x="0" y="36830"/>
                </a:lnTo>
                <a:lnTo>
                  <a:pt x="349250" y="36830"/>
                </a:lnTo>
                <a:lnTo>
                  <a:pt x="349250" y="38100"/>
                </a:lnTo>
                <a:lnTo>
                  <a:pt x="350520" y="38100"/>
                </a:lnTo>
                <a:lnTo>
                  <a:pt x="350520" y="36830"/>
                </a:lnTo>
                <a:lnTo>
                  <a:pt x="350520" y="35560"/>
                </a:lnTo>
                <a:close/>
              </a:path>
              <a:path w="372109" h="52070">
                <a:moveTo>
                  <a:pt x="353060" y="31750"/>
                </a:moveTo>
                <a:lnTo>
                  <a:pt x="0" y="31750"/>
                </a:lnTo>
                <a:lnTo>
                  <a:pt x="0" y="34290"/>
                </a:lnTo>
                <a:lnTo>
                  <a:pt x="350520" y="34290"/>
                </a:lnTo>
                <a:lnTo>
                  <a:pt x="350520" y="35560"/>
                </a:lnTo>
                <a:lnTo>
                  <a:pt x="351790" y="35560"/>
                </a:lnTo>
                <a:lnTo>
                  <a:pt x="351790" y="34290"/>
                </a:lnTo>
                <a:lnTo>
                  <a:pt x="353060" y="34290"/>
                </a:lnTo>
                <a:lnTo>
                  <a:pt x="353060" y="31750"/>
                </a:lnTo>
                <a:close/>
              </a:path>
              <a:path w="372109" h="52070">
                <a:moveTo>
                  <a:pt x="354330" y="29210"/>
                </a:moveTo>
                <a:lnTo>
                  <a:pt x="0" y="29210"/>
                </a:lnTo>
                <a:lnTo>
                  <a:pt x="0" y="30480"/>
                </a:lnTo>
                <a:lnTo>
                  <a:pt x="353060" y="30480"/>
                </a:lnTo>
                <a:lnTo>
                  <a:pt x="353060" y="31750"/>
                </a:lnTo>
                <a:lnTo>
                  <a:pt x="354330" y="31750"/>
                </a:lnTo>
                <a:lnTo>
                  <a:pt x="354330" y="30480"/>
                </a:lnTo>
                <a:lnTo>
                  <a:pt x="354330" y="29210"/>
                </a:lnTo>
                <a:close/>
              </a:path>
              <a:path w="372109" h="52070">
                <a:moveTo>
                  <a:pt x="356870" y="25400"/>
                </a:moveTo>
                <a:lnTo>
                  <a:pt x="0" y="25400"/>
                </a:lnTo>
                <a:lnTo>
                  <a:pt x="0" y="27940"/>
                </a:lnTo>
                <a:lnTo>
                  <a:pt x="354330" y="27940"/>
                </a:lnTo>
                <a:lnTo>
                  <a:pt x="354330" y="29210"/>
                </a:lnTo>
                <a:lnTo>
                  <a:pt x="355600" y="29210"/>
                </a:lnTo>
                <a:lnTo>
                  <a:pt x="355600" y="27940"/>
                </a:lnTo>
                <a:lnTo>
                  <a:pt x="356870" y="27940"/>
                </a:lnTo>
                <a:lnTo>
                  <a:pt x="356870" y="25400"/>
                </a:lnTo>
                <a:close/>
              </a:path>
              <a:path w="372109" h="52070">
                <a:moveTo>
                  <a:pt x="360680" y="19050"/>
                </a:moveTo>
                <a:lnTo>
                  <a:pt x="0" y="19050"/>
                </a:lnTo>
                <a:lnTo>
                  <a:pt x="0" y="21590"/>
                </a:lnTo>
                <a:lnTo>
                  <a:pt x="0" y="24130"/>
                </a:lnTo>
                <a:lnTo>
                  <a:pt x="356870" y="24130"/>
                </a:lnTo>
                <a:lnTo>
                  <a:pt x="356870" y="25400"/>
                </a:lnTo>
                <a:lnTo>
                  <a:pt x="358140" y="25400"/>
                </a:lnTo>
                <a:lnTo>
                  <a:pt x="358140" y="24130"/>
                </a:lnTo>
                <a:lnTo>
                  <a:pt x="359410" y="24130"/>
                </a:lnTo>
                <a:lnTo>
                  <a:pt x="359410" y="21590"/>
                </a:lnTo>
                <a:lnTo>
                  <a:pt x="360680" y="21590"/>
                </a:lnTo>
                <a:lnTo>
                  <a:pt x="360680" y="19050"/>
                </a:lnTo>
                <a:close/>
              </a:path>
              <a:path w="372109" h="52070">
                <a:moveTo>
                  <a:pt x="367030" y="10160"/>
                </a:moveTo>
                <a:lnTo>
                  <a:pt x="0" y="10160"/>
                </a:lnTo>
                <a:lnTo>
                  <a:pt x="0" y="11430"/>
                </a:lnTo>
                <a:lnTo>
                  <a:pt x="0" y="12700"/>
                </a:lnTo>
                <a:lnTo>
                  <a:pt x="0" y="15240"/>
                </a:lnTo>
                <a:lnTo>
                  <a:pt x="0" y="17780"/>
                </a:lnTo>
                <a:lnTo>
                  <a:pt x="360680" y="17780"/>
                </a:lnTo>
                <a:lnTo>
                  <a:pt x="360680" y="19050"/>
                </a:lnTo>
                <a:lnTo>
                  <a:pt x="361950" y="19050"/>
                </a:lnTo>
                <a:lnTo>
                  <a:pt x="361950" y="17780"/>
                </a:lnTo>
                <a:lnTo>
                  <a:pt x="363220" y="17780"/>
                </a:lnTo>
                <a:lnTo>
                  <a:pt x="363220" y="15240"/>
                </a:lnTo>
                <a:lnTo>
                  <a:pt x="364490" y="15240"/>
                </a:lnTo>
                <a:lnTo>
                  <a:pt x="364490" y="12700"/>
                </a:lnTo>
                <a:lnTo>
                  <a:pt x="365760" y="12700"/>
                </a:lnTo>
                <a:lnTo>
                  <a:pt x="365760" y="11430"/>
                </a:lnTo>
                <a:lnTo>
                  <a:pt x="367030" y="11430"/>
                </a:lnTo>
                <a:lnTo>
                  <a:pt x="367030" y="10160"/>
                </a:lnTo>
                <a:close/>
              </a:path>
              <a:path w="372109" h="52070">
                <a:moveTo>
                  <a:pt x="368300" y="6350"/>
                </a:moveTo>
                <a:lnTo>
                  <a:pt x="0" y="6350"/>
                </a:lnTo>
                <a:lnTo>
                  <a:pt x="0" y="8890"/>
                </a:lnTo>
                <a:lnTo>
                  <a:pt x="368300" y="8890"/>
                </a:lnTo>
                <a:lnTo>
                  <a:pt x="368300" y="6350"/>
                </a:lnTo>
                <a:close/>
              </a:path>
              <a:path w="372109" h="52070">
                <a:moveTo>
                  <a:pt x="370840" y="3810"/>
                </a:moveTo>
                <a:lnTo>
                  <a:pt x="0" y="3810"/>
                </a:lnTo>
                <a:lnTo>
                  <a:pt x="0" y="5080"/>
                </a:lnTo>
                <a:lnTo>
                  <a:pt x="370840" y="5080"/>
                </a:lnTo>
                <a:lnTo>
                  <a:pt x="370840" y="3810"/>
                </a:lnTo>
                <a:close/>
              </a:path>
              <a:path w="372109" h="52070">
                <a:moveTo>
                  <a:pt x="372110" y="0"/>
                </a:moveTo>
                <a:lnTo>
                  <a:pt x="0" y="0"/>
                </a:lnTo>
                <a:lnTo>
                  <a:pt x="0" y="2540"/>
                </a:lnTo>
                <a:lnTo>
                  <a:pt x="370840" y="2540"/>
                </a:lnTo>
                <a:lnTo>
                  <a:pt x="370840" y="3810"/>
                </a:lnTo>
                <a:lnTo>
                  <a:pt x="372110" y="3810"/>
                </a:lnTo>
                <a:lnTo>
                  <a:pt x="372110" y="2540"/>
                </a:lnTo>
                <a:lnTo>
                  <a:pt x="372110" y="0"/>
                </a:lnTo>
                <a:close/>
              </a:path>
            </a:pathLst>
          </a:custGeom>
          <a:solidFill>
            <a:srgbClr val="002900"/>
          </a:solidFill>
        </p:spPr>
        <p:txBody>
          <a:bodyPr wrap="square" lIns="0" tIns="0" rIns="0" bIns="0" rtlCol="0"/>
          <a:lstStyle/>
          <a:p/>
        </p:txBody>
      </p:sp>
      <p:sp>
        <p:nvSpPr>
          <p:cNvPr id="604" name="object 604"/>
          <p:cNvSpPr/>
          <p:nvPr/>
        </p:nvSpPr>
        <p:spPr>
          <a:xfrm>
            <a:off x="7374890" y="3243579"/>
            <a:ext cx="406400" cy="52069"/>
          </a:xfrm>
          <a:custGeom>
            <a:avLst/>
            <a:gdLst/>
            <a:ahLst/>
            <a:cxnLst/>
            <a:rect l="l" t="t" r="r" b="b"/>
            <a:pathLst>
              <a:path w="406400" h="52070">
                <a:moveTo>
                  <a:pt x="387337" y="3810"/>
                </a:moveTo>
                <a:lnTo>
                  <a:pt x="1270" y="3810"/>
                </a:lnTo>
                <a:lnTo>
                  <a:pt x="1270" y="5080"/>
                </a:lnTo>
                <a:lnTo>
                  <a:pt x="1270" y="6350"/>
                </a:lnTo>
                <a:lnTo>
                  <a:pt x="2540" y="6350"/>
                </a:lnTo>
                <a:lnTo>
                  <a:pt x="2540" y="5080"/>
                </a:lnTo>
                <a:lnTo>
                  <a:pt x="387337" y="5080"/>
                </a:lnTo>
                <a:lnTo>
                  <a:pt x="387337" y="3810"/>
                </a:lnTo>
                <a:close/>
              </a:path>
              <a:path w="406400" h="52070">
                <a:moveTo>
                  <a:pt x="387350" y="0"/>
                </a:moveTo>
                <a:lnTo>
                  <a:pt x="0" y="0"/>
                </a:lnTo>
                <a:lnTo>
                  <a:pt x="0" y="2540"/>
                </a:lnTo>
                <a:lnTo>
                  <a:pt x="387350" y="2540"/>
                </a:lnTo>
                <a:lnTo>
                  <a:pt x="387350" y="0"/>
                </a:lnTo>
                <a:close/>
              </a:path>
              <a:path w="406400" h="52070">
                <a:moveTo>
                  <a:pt x="389890" y="6350"/>
                </a:moveTo>
                <a:lnTo>
                  <a:pt x="2540" y="6350"/>
                </a:lnTo>
                <a:lnTo>
                  <a:pt x="2540" y="8890"/>
                </a:lnTo>
                <a:lnTo>
                  <a:pt x="2540" y="10160"/>
                </a:lnTo>
                <a:lnTo>
                  <a:pt x="3810" y="10160"/>
                </a:lnTo>
                <a:lnTo>
                  <a:pt x="3810" y="8890"/>
                </a:lnTo>
                <a:lnTo>
                  <a:pt x="389890" y="8890"/>
                </a:lnTo>
                <a:lnTo>
                  <a:pt x="389890" y="6350"/>
                </a:lnTo>
                <a:close/>
              </a:path>
              <a:path w="406400" h="52070">
                <a:moveTo>
                  <a:pt x="392430" y="12700"/>
                </a:moveTo>
                <a:lnTo>
                  <a:pt x="391160" y="12700"/>
                </a:lnTo>
                <a:lnTo>
                  <a:pt x="391160" y="11430"/>
                </a:lnTo>
                <a:lnTo>
                  <a:pt x="389890" y="11430"/>
                </a:lnTo>
                <a:lnTo>
                  <a:pt x="389890" y="10160"/>
                </a:lnTo>
                <a:lnTo>
                  <a:pt x="3810" y="10160"/>
                </a:lnTo>
                <a:lnTo>
                  <a:pt x="3810" y="11430"/>
                </a:lnTo>
                <a:lnTo>
                  <a:pt x="3810" y="12700"/>
                </a:lnTo>
                <a:lnTo>
                  <a:pt x="5080" y="12700"/>
                </a:lnTo>
                <a:lnTo>
                  <a:pt x="5080" y="17780"/>
                </a:lnTo>
                <a:lnTo>
                  <a:pt x="392430" y="17780"/>
                </a:lnTo>
                <a:lnTo>
                  <a:pt x="392430" y="12700"/>
                </a:lnTo>
                <a:close/>
              </a:path>
              <a:path w="406400" h="52070">
                <a:moveTo>
                  <a:pt x="394970" y="19050"/>
                </a:moveTo>
                <a:lnTo>
                  <a:pt x="6350" y="19050"/>
                </a:lnTo>
                <a:lnTo>
                  <a:pt x="6350" y="21590"/>
                </a:lnTo>
                <a:lnTo>
                  <a:pt x="7620" y="21590"/>
                </a:lnTo>
                <a:lnTo>
                  <a:pt x="7620" y="24130"/>
                </a:lnTo>
                <a:lnTo>
                  <a:pt x="7620" y="25400"/>
                </a:lnTo>
                <a:lnTo>
                  <a:pt x="8890" y="25400"/>
                </a:lnTo>
                <a:lnTo>
                  <a:pt x="8890" y="24130"/>
                </a:lnTo>
                <a:lnTo>
                  <a:pt x="394970" y="24130"/>
                </a:lnTo>
                <a:lnTo>
                  <a:pt x="394970" y="21590"/>
                </a:lnTo>
                <a:lnTo>
                  <a:pt x="394970" y="19050"/>
                </a:lnTo>
                <a:close/>
              </a:path>
              <a:path w="406400" h="52070">
                <a:moveTo>
                  <a:pt x="397510" y="29210"/>
                </a:moveTo>
                <a:lnTo>
                  <a:pt x="10160" y="29210"/>
                </a:lnTo>
                <a:lnTo>
                  <a:pt x="10160" y="30480"/>
                </a:lnTo>
                <a:lnTo>
                  <a:pt x="397510" y="30480"/>
                </a:lnTo>
                <a:lnTo>
                  <a:pt x="397510" y="29210"/>
                </a:lnTo>
                <a:close/>
              </a:path>
              <a:path w="406400" h="52070">
                <a:moveTo>
                  <a:pt x="397510" y="25400"/>
                </a:moveTo>
                <a:lnTo>
                  <a:pt x="8890" y="25400"/>
                </a:lnTo>
                <a:lnTo>
                  <a:pt x="8890" y="27940"/>
                </a:lnTo>
                <a:lnTo>
                  <a:pt x="8890" y="29210"/>
                </a:lnTo>
                <a:lnTo>
                  <a:pt x="10160" y="29210"/>
                </a:lnTo>
                <a:lnTo>
                  <a:pt x="10160" y="27940"/>
                </a:lnTo>
                <a:lnTo>
                  <a:pt x="397510" y="27940"/>
                </a:lnTo>
                <a:lnTo>
                  <a:pt x="397510" y="25400"/>
                </a:lnTo>
                <a:close/>
              </a:path>
              <a:path w="406400" h="52070">
                <a:moveTo>
                  <a:pt x="400050" y="35560"/>
                </a:moveTo>
                <a:lnTo>
                  <a:pt x="11430" y="35560"/>
                </a:lnTo>
                <a:lnTo>
                  <a:pt x="11430" y="36830"/>
                </a:lnTo>
                <a:lnTo>
                  <a:pt x="400050" y="36830"/>
                </a:lnTo>
                <a:lnTo>
                  <a:pt x="400050" y="35560"/>
                </a:lnTo>
                <a:close/>
              </a:path>
              <a:path w="406400" h="52070">
                <a:moveTo>
                  <a:pt x="400050" y="31750"/>
                </a:moveTo>
                <a:lnTo>
                  <a:pt x="11430" y="31750"/>
                </a:lnTo>
                <a:lnTo>
                  <a:pt x="11430" y="34290"/>
                </a:lnTo>
                <a:lnTo>
                  <a:pt x="400050" y="34290"/>
                </a:lnTo>
                <a:lnTo>
                  <a:pt x="400050" y="31750"/>
                </a:lnTo>
                <a:close/>
              </a:path>
              <a:path w="406400" h="52070">
                <a:moveTo>
                  <a:pt x="402590" y="41910"/>
                </a:moveTo>
                <a:lnTo>
                  <a:pt x="13970" y="41910"/>
                </a:lnTo>
                <a:lnTo>
                  <a:pt x="13970" y="43180"/>
                </a:lnTo>
                <a:lnTo>
                  <a:pt x="13970" y="44450"/>
                </a:lnTo>
                <a:lnTo>
                  <a:pt x="15240" y="44450"/>
                </a:lnTo>
                <a:lnTo>
                  <a:pt x="15240" y="43180"/>
                </a:lnTo>
                <a:lnTo>
                  <a:pt x="402590" y="43180"/>
                </a:lnTo>
                <a:lnTo>
                  <a:pt x="402590" y="41910"/>
                </a:lnTo>
                <a:close/>
              </a:path>
              <a:path w="406400" h="52070">
                <a:moveTo>
                  <a:pt x="402590" y="38100"/>
                </a:moveTo>
                <a:lnTo>
                  <a:pt x="12700" y="38100"/>
                </a:lnTo>
                <a:lnTo>
                  <a:pt x="12700" y="40640"/>
                </a:lnTo>
                <a:lnTo>
                  <a:pt x="402590" y="40640"/>
                </a:lnTo>
                <a:lnTo>
                  <a:pt x="402590" y="38100"/>
                </a:lnTo>
                <a:close/>
              </a:path>
              <a:path w="406400" h="52070">
                <a:moveTo>
                  <a:pt x="403860" y="44450"/>
                </a:moveTo>
                <a:lnTo>
                  <a:pt x="15240" y="44450"/>
                </a:lnTo>
                <a:lnTo>
                  <a:pt x="15240" y="46990"/>
                </a:lnTo>
                <a:lnTo>
                  <a:pt x="15240" y="48260"/>
                </a:lnTo>
                <a:lnTo>
                  <a:pt x="16510" y="48260"/>
                </a:lnTo>
                <a:lnTo>
                  <a:pt x="16510" y="46990"/>
                </a:lnTo>
                <a:lnTo>
                  <a:pt x="403860" y="46990"/>
                </a:lnTo>
                <a:lnTo>
                  <a:pt x="403860" y="44450"/>
                </a:lnTo>
                <a:close/>
              </a:path>
              <a:path w="406400" h="52070">
                <a:moveTo>
                  <a:pt x="406400" y="49530"/>
                </a:moveTo>
                <a:lnTo>
                  <a:pt x="405130" y="49530"/>
                </a:lnTo>
                <a:lnTo>
                  <a:pt x="405130" y="48260"/>
                </a:lnTo>
                <a:lnTo>
                  <a:pt x="16510" y="48260"/>
                </a:lnTo>
                <a:lnTo>
                  <a:pt x="16510" y="49530"/>
                </a:lnTo>
                <a:lnTo>
                  <a:pt x="16510" y="50800"/>
                </a:lnTo>
                <a:lnTo>
                  <a:pt x="17780" y="50800"/>
                </a:lnTo>
                <a:lnTo>
                  <a:pt x="17780" y="52070"/>
                </a:lnTo>
                <a:lnTo>
                  <a:pt x="406400" y="52070"/>
                </a:lnTo>
                <a:lnTo>
                  <a:pt x="406400" y="50800"/>
                </a:lnTo>
                <a:lnTo>
                  <a:pt x="406400" y="49530"/>
                </a:lnTo>
                <a:close/>
              </a:path>
            </a:pathLst>
          </a:custGeom>
          <a:solidFill>
            <a:srgbClr val="002900"/>
          </a:solidFill>
        </p:spPr>
        <p:txBody>
          <a:bodyPr wrap="square" lIns="0" tIns="0" rIns="0" bIns="0" rtlCol="0"/>
          <a:lstStyle/>
          <a:p/>
        </p:txBody>
      </p:sp>
      <p:sp>
        <p:nvSpPr>
          <p:cNvPr id="605" name="object 605"/>
          <p:cNvSpPr/>
          <p:nvPr/>
        </p:nvSpPr>
        <p:spPr>
          <a:xfrm>
            <a:off x="6897370" y="3295650"/>
            <a:ext cx="340360" cy="52069"/>
          </a:xfrm>
          <a:custGeom>
            <a:avLst/>
            <a:gdLst/>
            <a:ahLst/>
            <a:cxnLst/>
            <a:rect l="l" t="t" r="r" b="b"/>
            <a:pathLst>
              <a:path w="340359" h="52070">
                <a:moveTo>
                  <a:pt x="339090" y="34290"/>
                </a:moveTo>
                <a:lnTo>
                  <a:pt x="0" y="34290"/>
                </a:lnTo>
                <a:lnTo>
                  <a:pt x="0" y="52070"/>
                </a:lnTo>
                <a:lnTo>
                  <a:pt x="339090" y="52070"/>
                </a:lnTo>
                <a:lnTo>
                  <a:pt x="339090" y="34290"/>
                </a:lnTo>
                <a:close/>
              </a:path>
              <a:path w="340359" h="52070">
                <a:moveTo>
                  <a:pt x="339090" y="15240"/>
                </a:moveTo>
                <a:lnTo>
                  <a:pt x="0" y="15240"/>
                </a:lnTo>
                <a:lnTo>
                  <a:pt x="0" y="33020"/>
                </a:lnTo>
                <a:lnTo>
                  <a:pt x="339090" y="33020"/>
                </a:lnTo>
                <a:lnTo>
                  <a:pt x="339090" y="15240"/>
                </a:lnTo>
                <a:close/>
              </a:path>
              <a:path w="340359" h="52070">
                <a:moveTo>
                  <a:pt x="339090" y="2540"/>
                </a:moveTo>
                <a:lnTo>
                  <a:pt x="0" y="2540"/>
                </a:lnTo>
                <a:lnTo>
                  <a:pt x="0" y="13970"/>
                </a:lnTo>
                <a:lnTo>
                  <a:pt x="339090" y="13970"/>
                </a:lnTo>
                <a:lnTo>
                  <a:pt x="339090" y="2540"/>
                </a:lnTo>
                <a:close/>
              </a:path>
              <a:path w="340359" h="52070">
                <a:moveTo>
                  <a:pt x="340360" y="0"/>
                </a:moveTo>
                <a:lnTo>
                  <a:pt x="0" y="0"/>
                </a:lnTo>
                <a:lnTo>
                  <a:pt x="0" y="1270"/>
                </a:lnTo>
                <a:lnTo>
                  <a:pt x="339090" y="1270"/>
                </a:lnTo>
                <a:lnTo>
                  <a:pt x="339090" y="2540"/>
                </a:lnTo>
                <a:lnTo>
                  <a:pt x="340360" y="2540"/>
                </a:lnTo>
                <a:lnTo>
                  <a:pt x="340360" y="1270"/>
                </a:lnTo>
                <a:lnTo>
                  <a:pt x="340360" y="0"/>
                </a:lnTo>
                <a:close/>
              </a:path>
            </a:pathLst>
          </a:custGeom>
          <a:solidFill>
            <a:srgbClr val="002A00"/>
          </a:solidFill>
        </p:spPr>
        <p:txBody>
          <a:bodyPr wrap="square" lIns="0" tIns="0" rIns="0" bIns="0" rtlCol="0"/>
          <a:lstStyle/>
          <a:p/>
        </p:txBody>
      </p:sp>
      <p:sp>
        <p:nvSpPr>
          <p:cNvPr id="606" name="object 606"/>
          <p:cNvSpPr/>
          <p:nvPr/>
        </p:nvSpPr>
        <p:spPr>
          <a:xfrm>
            <a:off x="7392670" y="3295650"/>
            <a:ext cx="408940" cy="52069"/>
          </a:xfrm>
          <a:custGeom>
            <a:avLst/>
            <a:gdLst/>
            <a:ahLst/>
            <a:cxnLst/>
            <a:rect l="l" t="t" r="r" b="b"/>
            <a:pathLst>
              <a:path w="408940" h="52070">
                <a:moveTo>
                  <a:pt x="388620" y="0"/>
                </a:moveTo>
                <a:lnTo>
                  <a:pt x="0" y="0"/>
                </a:lnTo>
                <a:lnTo>
                  <a:pt x="0" y="1270"/>
                </a:lnTo>
                <a:lnTo>
                  <a:pt x="388620" y="1270"/>
                </a:lnTo>
                <a:lnTo>
                  <a:pt x="388620" y="0"/>
                </a:lnTo>
                <a:close/>
              </a:path>
              <a:path w="408940" h="52070">
                <a:moveTo>
                  <a:pt x="393700" y="11430"/>
                </a:moveTo>
                <a:lnTo>
                  <a:pt x="393687" y="10160"/>
                </a:lnTo>
                <a:lnTo>
                  <a:pt x="392430" y="10160"/>
                </a:lnTo>
                <a:lnTo>
                  <a:pt x="392430" y="7620"/>
                </a:lnTo>
                <a:lnTo>
                  <a:pt x="391160" y="7620"/>
                </a:lnTo>
                <a:lnTo>
                  <a:pt x="391160" y="3810"/>
                </a:lnTo>
                <a:lnTo>
                  <a:pt x="389890" y="3810"/>
                </a:lnTo>
                <a:lnTo>
                  <a:pt x="389890" y="2540"/>
                </a:lnTo>
                <a:lnTo>
                  <a:pt x="0" y="2540"/>
                </a:lnTo>
                <a:lnTo>
                  <a:pt x="0" y="3810"/>
                </a:lnTo>
                <a:lnTo>
                  <a:pt x="1270" y="3810"/>
                </a:lnTo>
                <a:lnTo>
                  <a:pt x="1270" y="7620"/>
                </a:lnTo>
                <a:lnTo>
                  <a:pt x="2540" y="7620"/>
                </a:lnTo>
                <a:lnTo>
                  <a:pt x="2540" y="10160"/>
                </a:lnTo>
                <a:lnTo>
                  <a:pt x="2540" y="11430"/>
                </a:lnTo>
                <a:lnTo>
                  <a:pt x="3810" y="11430"/>
                </a:lnTo>
                <a:lnTo>
                  <a:pt x="3810" y="13970"/>
                </a:lnTo>
                <a:lnTo>
                  <a:pt x="3810" y="15240"/>
                </a:lnTo>
                <a:lnTo>
                  <a:pt x="5080" y="15240"/>
                </a:lnTo>
                <a:lnTo>
                  <a:pt x="5080" y="13970"/>
                </a:lnTo>
                <a:lnTo>
                  <a:pt x="393700" y="13970"/>
                </a:lnTo>
                <a:lnTo>
                  <a:pt x="393700" y="11430"/>
                </a:lnTo>
                <a:close/>
              </a:path>
              <a:path w="408940" h="52070">
                <a:moveTo>
                  <a:pt x="401307" y="29210"/>
                </a:moveTo>
                <a:lnTo>
                  <a:pt x="400037" y="29210"/>
                </a:lnTo>
                <a:lnTo>
                  <a:pt x="400037" y="26670"/>
                </a:lnTo>
                <a:lnTo>
                  <a:pt x="398780" y="26670"/>
                </a:lnTo>
                <a:lnTo>
                  <a:pt x="398780" y="22860"/>
                </a:lnTo>
                <a:lnTo>
                  <a:pt x="397510" y="22860"/>
                </a:lnTo>
                <a:lnTo>
                  <a:pt x="397510" y="20320"/>
                </a:lnTo>
                <a:lnTo>
                  <a:pt x="396240" y="20320"/>
                </a:lnTo>
                <a:lnTo>
                  <a:pt x="396240" y="17780"/>
                </a:lnTo>
                <a:lnTo>
                  <a:pt x="396240" y="16510"/>
                </a:lnTo>
                <a:lnTo>
                  <a:pt x="394970" y="16510"/>
                </a:lnTo>
                <a:lnTo>
                  <a:pt x="394970" y="15240"/>
                </a:lnTo>
                <a:lnTo>
                  <a:pt x="5080" y="15240"/>
                </a:lnTo>
                <a:lnTo>
                  <a:pt x="5080" y="16510"/>
                </a:lnTo>
                <a:lnTo>
                  <a:pt x="5080" y="17780"/>
                </a:lnTo>
                <a:lnTo>
                  <a:pt x="6350" y="17780"/>
                </a:lnTo>
                <a:lnTo>
                  <a:pt x="6350" y="20320"/>
                </a:lnTo>
                <a:lnTo>
                  <a:pt x="6350" y="22860"/>
                </a:lnTo>
                <a:lnTo>
                  <a:pt x="7620" y="22860"/>
                </a:lnTo>
                <a:lnTo>
                  <a:pt x="7620" y="26670"/>
                </a:lnTo>
                <a:lnTo>
                  <a:pt x="8890" y="26670"/>
                </a:lnTo>
                <a:lnTo>
                  <a:pt x="8890" y="29210"/>
                </a:lnTo>
                <a:lnTo>
                  <a:pt x="8890" y="30480"/>
                </a:lnTo>
                <a:lnTo>
                  <a:pt x="10160" y="30480"/>
                </a:lnTo>
                <a:lnTo>
                  <a:pt x="10160" y="33020"/>
                </a:lnTo>
                <a:lnTo>
                  <a:pt x="10160" y="34290"/>
                </a:lnTo>
                <a:lnTo>
                  <a:pt x="11430" y="34290"/>
                </a:lnTo>
                <a:lnTo>
                  <a:pt x="11430" y="33020"/>
                </a:lnTo>
                <a:lnTo>
                  <a:pt x="401307" y="33020"/>
                </a:lnTo>
                <a:lnTo>
                  <a:pt x="401307" y="30480"/>
                </a:lnTo>
                <a:lnTo>
                  <a:pt x="401307" y="29210"/>
                </a:lnTo>
                <a:close/>
              </a:path>
              <a:path w="408940" h="52070">
                <a:moveTo>
                  <a:pt x="408940" y="48260"/>
                </a:moveTo>
                <a:lnTo>
                  <a:pt x="407657" y="48260"/>
                </a:lnTo>
                <a:lnTo>
                  <a:pt x="407657" y="45720"/>
                </a:lnTo>
                <a:lnTo>
                  <a:pt x="406400" y="45720"/>
                </a:lnTo>
                <a:lnTo>
                  <a:pt x="406400" y="41910"/>
                </a:lnTo>
                <a:lnTo>
                  <a:pt x="405130" y="41910"/>
                </a:lnTo>
                <a:lnTo>
                  <a:pt x="405130" y="39370"/>
                </a:lnTo>
                <a:lnTo>
                  <a:pt x="403860" y="39370"/>
                </a:lnTo>
                <a:lnTo>
                  <a:pt x="403860" y="36830"/>
                </a:lnTo>
                <a:lnTo>
                  <a:pt x="403860" y="35560"/>
                </a:lnTo>
                <a:lnTo>
                  <a:pt x="402590" y="35560"/>
                </a:lnTo>
                <a:lnTo>
                  <a:pt x="402590" y="34290"/>
                </a:lnTo>
                <a:lnTo>
                  <a:pt x="11430" y="34290"/>
                </a:lnTo>
                <a:lnTo>
                  <a:pt x="11430" y="35560"/>
                </a:lnTo>
                <a:lnTo>
                  <a:pt x="11430" y="36830"/>
                </a:lnTo>
                <a:lnTo>
                  <a:pt x="12700" y="36830"/>
                </a:lnTo>
                <a:lnTo>
                  <a:pt x="12700" y="39370"/>
                </a:lnTo>
                <a:lnTo>
                  <a:pt x="12700" y="41910"/>
                </a:lnTo>
                <a:lnTo>
                  <a:pt x="13970" y="41910"/>
                </a:lnTo>
                <a:lnTo>
                  <a:pt x="13970" y="45720"/>
                </a:lnTo>
                <a:lnTo>
                  <a:pt x="15240" y="45720"/>
                </a:lnTo>
                <a:lnTo>
                  <a:pt x="15240" y="48260"/>
                </a:lnTo>
                <a:lnTo>
                  <a:pt x="15240" y="49530"/>
                </a:lnTo>
                <a:lnTo>
                  <a:pt x="16510" y="49530"/>
                </a:lnTo>
                <a:lnTo>
                  <a:pt x="16510" y="52070"/>
                </a:lnTo>
                <a:lnTo>
                  <a:pt x="408940" y="52070"/>
                </a:lnTo>
                <a:lnTo>
                  <a:pt x="408940" y="49530"/>
                </a:lnTo>
                <a:lnTo>
                  <a:pt x="408940" y="48260"/>
                </a:lnTo>
                <a:close/>
              </a:path>
            </a:pathLst>
          </a:custGeom>
          <a:solidFill>
            <a:srgbClr val="002A00"/>
          </a:solidFill>
        </p:spPr>
        <p:txBody>
          <a:bodyPr wrap="square" lIns="0" tIns="0" rIns="0" bIns="0" rtlCol="0"/>
          <a:lstStyle/>
          <a:p/>
        </p:txBody>
      </p:sp>
      <p:sp>
        <p:nvSpPr>
          <p:cNvPr id="607" name="object 607"/>
          <p:cNvSpPr/>
          <p:nvPr/>
        </p:nvSpPr>
        <p:spPr>
          <a:xfrm>
            <a:off x="6897370" y="3348989"/>
            <a:ext cx="339090" cy="49530"/>
          </a:xfrm>
          <a:custGeom>
            <a:avLst/>
            <a:gdLst/>
            <a:ahLst/>
            <a:cxnLst/>
            <a:rect l="l" t="t" r="r" b="b"/>
            <a:pathLst>
              <a:path w="339090" h="49529">
                <a:moveTo>
                  <a:pt x="339090" y="38100"/>
                </a:moveTo>
                <a:lnTo>
                  <a:pt x="0" y="38100"/>
                </a:lnTo>
                <a:lnTo>
                  <a:pt x="0" y="49530"/>
                </a:lnTo>
                <a:lnTo>
                  <a:pt x="339090" y="49530"/>
                </a:lnTo>
                <a:lnTo>
                  <a:pt x="339090" y="38100"/>
                </a:lnTo>
                <a:close/>
              </a:path>
              <a:path w="339090" h="49529">
                <a:moveTo>
                  <a:pt x="339090" y="19050"/>
                </a:moveTo>
                <a:lnTo>
                  <a:pt x="0" y="19050"/>
                </a:lnTo>
                <a:lnTo>
                  <a:pt x="0" y="36830"/>
                </a:lnTo>
                <a:lnTo>
                  <a:pt x="339090" y="36830"/>
                </a:lnTo>
                <a:lnTo>
                  <a:pt x="339090" y="19050"/>
                </a:lnTo>
                <a:close/>
              </a:path>
              <a:path w="339090" h="49529">
                <a:moveTo>
                  <a:pt x="339090" y="0"/>
                </a:moveTo>
                <a:lnTo>
                  <a:pt x="0" y="0"/>
                </a:lnTo>
                <a:lnTo>
                  <a:pt x="0" y="17780"/>
                </a:lnTo>
                <a:lnTo>
                  <a:pt x="339090" y="17780"/>
                </a:lnTo>
                <a:lnTo>
                  <a:pt x="339090" y="0"/>
                </a:lnTo>
                <a:close/>
              </a:path>
            </a:pathLst>
          </a:custGeom>
          <a:solidFill>
            <a:srgbClr val="002B00"/>
          </a:solidFill>
        </p:spPr>
        <p:txBody>
          <a:bodyPr wrap="square" lIns="0" tIns="0" rIns="0" bIns="0" rtlCol="0"/>
          <a:lstStyle/>
          <a:p/>
        </p:txBody>
      </p:sp>
      <p:sp>
        <p:nvSpPr>
          <p:cNvPr id="608" name="object 608"/>
          <p:cNvSpPr/>
          <p:nvPr/>
        </p:nvSpPr>
        <p:spPr>
          <a:xfrm>
            <a:off x="7409180" y="3347719"/>
            <a:ext cx="412750" cy="50800"/>
          </a:xfrm>
          <a:custGeom>
            <a:avLst/>
            <a:gdLst/>
            <a:ahLst/>
            <a:cxnLst/>
            <a:rect l="l" t="t" r="r" b="b"/>
            <a:pathLst>
              <a:path w="412750" h="50800">
                <a:moveTo>
                  <a:pt x="1270" y="0"/>
                </a:moveTo>
                <a:lnTo>
                  <a:pt x="0" y="0"/>
                </a:lnTo>
                <a:lnTo>
                  <a:pt x="0" y="1270"/>
                </a:lnTo>
                <a:lnTo>
                  <a:pt x="1270" y="1270"/>
                </a:lnTo>
                <a:lnTo>
                  <a:pt x="1270" y="0"/>
                </a:lnTo>
                <a:close/>
              </a:path>
              <a:path w="412750" h="50800">
                <a:moveTo>
                  <a:pt x="400050" y="15240"/>
                </a:moveTo>
                <a:lnTo>
                  <a:pt x="398780" y="15240"/>
                </a:lnTo>
                <a:lnTo>
                  <a:pt x="398780" y="12700"/>
                </a:lnTo>
                <a:lnTo>
                  <a:pt x="397510" y="12700"/>
                </a:lnTo>
                <a:lnTo>
                  <a:pt x="397510" y="8890"/>
                </a:lnTo>
                <a:lnTo>
                  <a:pt x="396240" y="8890"/>
                </a:lnTo>
                <a:lnTo>
                  <a:pt x="396240" y="6350"/>
                </a:lnTo>
                <a:lnTo>
                  <a:pt x="394970" y="6350"/>
                </a:lnTo>
                <a:lnTo>
                  <a:pt x="394970" y="3810"/>
                </a:lnTo>
                <a:lnTo>
                  <a:pt x="394970" y="2540"/>
                </a:lnTo>
                <a:lnTo>
                  <a:pt x="393700" y="2540"/>
                </a:lnTo>
                <a:lnTo>
                  <a:pt x="393700" y="1270"/>
                </a:lnTo>
                <a:lnTo>
                  <a:pt x="1270" y="1270"/>
                </a:lnTo>
                <a:lnTo>
                  <a:pt x="1270" y="2540"/>
                </a:lnTo>
                <a:lnTo>
                  <a:pt x="1270" y="3810"/>
                </a:lnTo>
                <a:lnTo>
                  <a:pt x="2540" y="3810"/>
                </a:lnTo>
                <a:lnTo>
                  <a:pt x="2540" y="6350"/>
                </a:lnTo>
                <a:lnTo>
                  <a:pt x="2540" y="8890"/>
                </a:lnTo>
                <a:lnTo>
                  <a:pt x="3810" y="8890"/>
                </a:lnTo>
                <a:lnTo>
                  <a:pt x="3810" y="12700"/>
                </a:lnTo>
                <a:lnTo>
                  <a:pt x="5080" y="12700"/>
                </a:lnTo>
                <a:lnTo>
                  <a:pt x="5080" y="15240"/>
                </a:lnTo>
                <a:lnTo>
                  <a:pt x="5080" y="16510"/>
                </a:lnTo>
                <a:lnTo>
                  <a:pt x="6350" y="16510"/>
                </a:lnTo>
                <a:lnTo>
                  <a:pt x="6350" y="19050"/>
                </a:lnTo>
                <a:lnTo>
                  <a:pt x="6350" y="20320"/>
                </a:lnTo>
                <a:lnTo>
                  <a:pt x="7620" y="20320"/>
                </a:lnTo>
                <a:lnTo>
                  <a:pt x="7620" y="19050"/>
                </a:lnTo>
                <a:lnTo>
                  <a:pt x="400050" y="19050"/>
                </a:lnTo>
                <a:lnTo>
                  <a:pt x="400050" y="16510"/>
                </a:lnTo>
                <a:lnTo>
                  <a:pt x="400050" y="15240"/>
                </a:lnTo>
                <a:close/>
              </a:path>
              <a:path w="412750" h="50800">
                <a:moveTo>
                  <a:pt x="407670" y="34290"/>
                </a:moveTo>
                <a:lnTo>
                  <a:pt x="406400" y="34290"/>
                </a:lnTo>
                <a:lnTo>
                  <a:pt x="406400" y="31750"/>
                </a:lnTo>
                <a:lnTo>
                  <a:pt x="405130" y="31750"/>
                </a:lnTo>
                <a:lnTo>
                  <a:pt x="405130" y="27940"/>
                </a:lnTo>
                <a:lnTo>
                  <a:pt x="403860" y="27940"/>
                </a:lnTo>
                <a:lnTo>
                  <a:pt x="403860" y="25400"/>
                </a:lnTo>
                <a:lnTo>
                  <a:pt x="402590" y="25400"/>
                </a:lnTo>
                <a:lnTo>
                  <a:pt x="402590" y="22860"/>
                </a:lnTo>
                <a:lnTo>
                  <a:pt x="402590" y="21590"/>
                </a:lnTo>
                <a:lnTo>
                  <a:pt x="401320" y="21590"/>
                </a:lnTo>
                <a:lnTo>
                  <a:pt x="401320" y="20320"/>
                </a:lnTo>
                <a:lnTo>
                  <a:pt x="7620" y="20320"/>
                </a:lnTo>
                <a:lnTo>
                  <a:pt x="7620" y="21590"/>
                </a:lnTo>
                <a:lnTo>
                  <a:pt x="7620" y="22860"/>
                </a:lnTo>
                <a:lnTo>
                  <a:pt x="8890" y="22860"/>
                </a:lnTo>
                <a:lnTo>
                  <a:pt x="8890" y="25400"/>
                </a:lnTo>
                <a:lnTo>
                  <a:pt x="8890" y="27940"/>
                </a:lnTo>
                <a:lnTo>
                  <a:pt x="10160" y="27940"/>
                </a:lnTo>
                <a:lnTo>
                  <a:pt x="10160" y="31750"/>
                </a:lnTo>
                <a:lnTo>
                  <a:pt x="11430" y="31750"/>
                </a:lnTo>
                <a:lnTo>
                  <a:pt x="11430" y="34290"/>
                </a:lnTo>
                <a:lnTo>
                  <a:pt x="11430" y="35560"/>
                </a:lnTo>
                <a:lnTo>
                  <a:pt x="12700" y="35560"/>
                </a:lnTo>
                <a:lnTo>
                  <a:pt x="12700" y="38100"/>
                </a:lnTo>
                <a:lnTo>
                  <a:pt x="12700" y="39370"/>
                </a:lnTo>
                <a:lnTo>
                  <a:pt x="13970" y="39370"/>
                </a:lnTo>
                <a:lnTo>
                  <a:pt x="13970" y="38100"/>
                </a:lnTo>
                <a:lnTo>
                  <a:pt x="407670" y="38100"/>
                </a:lnTo>
                <a:lnTo>
                  <a:pt x="407670" y="35560"/>
                </a:lnTo>
                <a:lnTo>
                  <a:pt x="407670" y="34290"/>
                </a:lnTo>
                <a:close/>
              </a:path>
              <a:path w="412750" h="50800">
                <a:moveTo>
                  <a:pt x="412750" y="46990"/>
                </a:moveTo>
                <a:lnTo>
                  <a:pt x="411480" y="46990"/>
                </a:lnTo>
                <a:lnTo>
                  <a:pt x="411480" y="44450"/>
                </a:lnTo>
                <a:lnTo>
                  <a:pt x="410210" y="44450"/>
                </a:lnTo>
                <a:lnTo>
                  <a:pt x="410210" y="41910"/>
                </a:lnTo>
                <a:lnTo>
                  <a:pt x="410210" y="40640"/>
                </a:lnTo>
                <a:lnTo>
                  <a:pt x="408940" y="40640"/>
                </a:lnTo>
                <a:lnTo>
                  <a:pt x="408940" y="39370"/>
                </a:lnTo>
                <a:lnTo>
                  <a:pt x="13970" y="39370"/>
                </a:lnTo>
                <a:lnTo>
                  <a:pt x="13970" y="40640"/>
                </a:lnTo>
                <a:lnTo>
                  <a:pt x="13970" y="41910"/>
                </a:lnTo>
                <a:lnTo>
                  <a:pt x="15240" y="41910"/>
                </a:lnTo>
                <a:lnTo>
                  <a:pt x="15240" y="44450"/>
                </a:lnTo>
                <a:lnTo>
                  <a:pt x="15240" y="46990"/>
                </a:lnTo>
                <a:lnTo>
                  <a:pt x="16510" y="46990"/>
                </a:lnTo>
                <a:lnTo>
                  <a:pt x="16510" y="48260"/>
                </a:lnTo>
                <a:lnTo>
                  <a:pt x="17780" y="48260"/>
                </a:lnTo>
                <a:lnTo>
                  <a:pt x="17780" y="50800"/>
                </a:lnTo>
                <a:lnTo>
                  <a:pt x="412750" y="50800"/>
                </a:lnTo>
                <a:lnTo>
                  <a:pt x="412750" y="48260"/>
                </a:lnTo>
                <a:lnTo>
                  <a:pt x="412750" y="46990"/>
                </a:lnTo>
                <a:close/>
              </a:path>
            </a:pathLst>
          </a:custGeom>
          <a:solidFill>
            <a:srgbClr val="002B00"/>
          </a:solidFill>
        </p:spPr>
        <p:txBody>
          <a:bodyPr wrap="square" lIns="0" tIns="0" rIns="0" bIns="0" rtlCol="0"/>
          <a:lstStyle/>
          <a:p/>
        </p:txBody>
      </p:sp>
      <p:sp>
        <p:nvSpPr>
          <p:cNvPr id="609" name="object 609"/>
          <p:cNvSpPr/>
          <p:nvPr/>
        </p:nvSpPr>
        <p:spPr>
          <a:xfrm>
            <a:off x="6897370" y="3398519"/>
            <a:ext cx="339090" cy="52069"/>
          </a:xfrm>
          <a:custGeom>
            <a:avLst/>
            <a:gdLst/>
            <a:ahLst/>
            <a:cxnLst/>
            <a:rect l="l" t="t" r="r" b="b"/>
            <a:pathLst>
              <a:path w="339090" h="52070">
                <a:moveTo>
                  <a:pt x="339090" y="33020"/>
                </a:moveTo>
                <a:lnTo>
                  <a:pt x="0" y="33020"/>
                </a:lnTo>
                <a:lnTo>
                  <a:pt x="0" y="52070"/>
                </a:lnTo>
                <a:lnTo>
                  <a:pt x="339090" y="52070"/>
                </a:lnTo>
                <a:lnTo>
                  <a:pt x="339090" y="33020"/>
                </a:lnTo>
                <a:close/>
              </a:path>
              <a:path w="339090" h="52070">
                <a:moveTo>
                  <a:pt x="339090" y="13970"/>
                </a:moveTo>
                <a:lnTo>
                  <a:pt x="0" y="13970"/>
                </a:lnTo>
                <a:lnTo>
                  <a:pt x="0" y="31750"/>
                </a:lnTo>
                <a:lnTo>
                  <a:pt x="339090" y="31750"/>
                </a:lnTo>
                <a:lnTo>
                  <a:pt x="339090" y="13970"/>
                </a:lnTo>
                <a:close/>
              </a:path>
              <a:path w="339090" h="52070">
                <a:moveTo>
                  <a:pt x="339090" y="0"/>
                </a:moveTo>
                <a:lnTo>
                  <a:pt x="0" y="0"/>
                </a:lnTo>
                <a:lnTo>
                  <a:pt x="0" y="12700"/>
                </a:lnTo>
                <a:lnTo>
                  <a:pt x="339090" y="12700"/>
                </a:lnTo>
                <a:lnTo>
                  <a:pt x="339090" y="0"/>
                </a:lnTo>
                <a:close/>
              </a:path>
            </a:pathLst>
          </a:custGeom>
          <a:solidFill>
            <a:srgbClr val="002C00"/>
          </a:solidFill>
        </p:spPr>
        <p:txBody>
          <a:bodyPr wrap="square" lIns="0" tIns="0" rIns="0" bIns="0" rtlCol="0"/>
          <a:lstStyle/>
          <a:p/>
        </p:txBody>
      </p:sp>
      <p:sp>
        <p:nvSpPr>
          <p:cNvPr id="610" name="object 610"/>
          <p:cNvSpPr/>
          <p:nvPr/>
        </p:nvSpPr>
        <p:spPr>
          <a:xfrm>
            <a:off x="7426960" y="3398519"/>
            <a:ext cx="416559" cy="52069"/>
          </a:xfrm>
          <a:custGeom>
            <a:avLst/>
            <a:gdLst/>
            <a:ahLst/>
            <a:cxnLst/>
            <a:rect l="l" t="t" r="r" b="b"/>
            <a:pathLst>
              <a:path w="416559" h="52070">
                <a:moveTo>
                  <a:pt x="400050" y="8890"/>
                </a:moveTo>
                <a:lnTo>
                  <a:pt x="398780" y="8890"/>
                </a:lnTo>
                <a:lnTo>
                  <a:pt x="398780" y="6350"/>
                </a:lnTo>
                <a:lnTo>
                  <a:pt x="397510" y="6350"/>
                </a:lnTo>
                <a:lnTo>
                  <a:pt x="397510" y="2540"/>
                </a:lnTo>
                <a:lnTo>
                  <a:pt x="396240" y="2540"/>
                </a:lnTo>
                <a:lnTo>
                  <a:pt x="396240" y="0"/>
                </a:lnTo>
                <a:lnTo>
                  <a:pt x="0" y="0"/>
                </a:lnTo>
                <a:lnTo>
                  <a:pt x="0" y="2540"/>
                </a:lnTo>
                <a:lnTo>
                  <a:pt x="1270" y="2540"/>
                </a:lnTo>
                <a:lnTo>
                  <a:pt x="1270" y="6350"/>
                </a:lnTo>
                <a:lnTo>
                  <a:pt x="2540" y="6350"/>
                </a:lnTo>
                <a:lnTo>
                  <a:pt x="2540" y="8890"/>
                </a:lnTo>
                <a:lnTo>
                  <a:pt x="2540" y="10160"/>
                </a:lnTo>
                <a:lnTo>
                  <a:pt x="3810" y="10160"/>
                </a:lnTo>
                <a:lnTo>
                  <a:pt x="3810" y="12700"/>
                </a:lnTo>
                <a:lnTo>
                  <a:pt x="3810" y="13970"/>
                </a:lnTo>
                <a:lnTo>
                  <a:pt x="5080" y="13970"/>
                </a:lnTo>
                <a:lnTo>
                  <a:pt x="5080" y="12700"/>
                </a:lnTo>
                <a:lnTo>
                  <a:pt x="400050" y="12700"/>
                </a:lnTo>
                <a:lnTo>
                  <a:pt x="400050" y="10160"/>
                </a:lnTo>
                <a:lnTo>
                  <a:pt x="400050" y="8890"/>
                </a:lnTo>
                <a:close/>
              </a:path>
              <a:path w="416559" h="52070">
                <a:moveTo>
                  <a:pt x="407670" y="27940"/>
                </a:moveTo>
                <a:lnTo>
                  <a:pt x="406400" y="27940"/>
                </a:lnTo>
                <a:lnTo>
                  <a:pt x="406400" y="25400"/>
                </a:lnTo>
                <a:lnTo>
                  <a:pt x="405117" y="25400"/>
                </a:lnTo>
                <a:lnTo>
                  <a:pt x="405117" y="21590"/>
                </a:lnTo>
                <a:lnTo>
                  <a:pt x="403847" y="21590"/>
                </a:lnTo>
                <a:lnTo>
                  <a:pt x="403847" y="19050"/>
                </a:lnTo>
                <a:lnTo>
                  <a:pt x="402590" y="19050"/>
                </a:lnTo>
                <a:lnTo>
                  <a:pt x="402590" y="16510"/>
                </a:lnTo>
                <a:lnTo>
                  <a:pt x="402590" y="15240"/>
                </a:lnTo>
                <a:lnTo>
                  <a:pt x="401320" y="15240"/>
                </a:lnTo>
                <a:lnTo>
                  <a:pt x="401320" y="13970"/>
                </a:lnTo>
                <a:lnTo>
                  <a:pt x="5080" y="13970"/>
                </a:lnTo>
                <a:lnTo>
                  <a:pt x="5080" y="15240"/>
                </a:lnTo>
                <a:lnTo>
                  <a:pt x="5080" y="16510"/>
                </a:lnTo>
                <a:lnTo>
                  <a:pt x="6350" y="16510"/>
                </a:lnTo>
                <a:lnTo>
                  <a:pt x="6350" y="19050"/>
                </a:lnTo>
                <a:lnTo>
                  <a:pt x="6350" y="21590"/>
                </a:lnTo>
                <a:lnTo>
                  <a:pt x="7620" y="21590"/>
                </a:lnTo>
                <a:lnTo>
                  <a:pt x="7620" y="25400"/>
                </a:lnTo>
                <a:lnTo>
                  <a:pt x="8890" y="25400"/>
                </a:lnTo>
                <a:lnTo>
                  <a:pt x="8890" y="27940"/>
                </a:lnTo>
                <a:lnTo>
                  <a:pt x="8890" y="29210"/>
                </a:lnTo>
                <a:lnTo>
                  <a:pt x="10160" y="29210"/>
                </a:lnTo>
                <a:lnTo>
                  <a:pt x="10160" y="31750"/>
                </a:lnTo>
                <a:lnTo>
                  <a:pt x="10160" y="33020"/>
                </a:lnTo>
                <a:lnTo>
                  <a:pt x="11430" y="33020"/>
                </a:lnTo>
                <a:lnTo>
                  <a:pt x="11430" y="31750"/>
                </a:lnTo>
                <a:lnTo>
                  <a:pt x="407670" y="31750"/>
                </a:lnTo>
                <a:lnTo>
                  <a:pt x="407670" y="29210"/>
                </a:lnTo>
                <a:lnTo>
                  <a:pt x="407670" y="27940"/>
                </a:lnTo>
                <a:close/>
              </a:path>
              <a:path w="416559" h="52070">
                <a:moveTo>
                  <a:pt x="416560" y="50800"/>
                </a:moveTo>
                <a:lnTo>
                  <a:pt x="415290" y="50800"/>
                </a:lnTo>
                <a:lnTo>
                  <a:pt x="415290" y="48260"/>
                </a:lnTo>
                <a:lnTo>
                  <a:pt x="414020" y="48260"/>
                </a:lnTo>
                <a:lnTo>
                  <a:pt x="414020" y="44450"/>
                </a:lnTo>
                <a:lnTo>
                  <a:pt x="412750" y="44450"/>
                </a:lnTo>
                <a:lnTo>
                  <a:pt x="412750" y="41910"/>
                </a:lnTo>
                <a:lnTo>
                  <a:pt x="411467" y="41910"/>
                </a:lnTo>
                <a:lnTo>
                  <a:pt x="411467" y="40640"/>
                </a:lnTo>
                <a:lnTo>
                  <a:pt x="411467" y="38100"/>
                </a:lnTo>
                <a:lnTo>
                  <a:pt x="410197" y="38100"/>
                </a:lnTo>
                <a:lnTo>
                  <a:pt x="410197" y="35560"/>
                </a:lnTo>
                <a:lnTo>
                  <a:pt x="410210" y="34290"/>
                </a:lnTo>
                <a:lnTo>
                  <a:pt x="408940" y="34290"/>
                </a:lnTo>
                <a:lnTo>
                  <a:pt x="408940" y="33020"/>
                </a:lnTo>
                <a:lnTo>
                  <a:pt x="11430" y="33020"/>
                </a:lnTo>
                <a:lnTo>
                  <a:pt x="11430" y="34290"/>
                </a:lnTo>
                <a:lnTo>
                  <a:pt x="11430" y="35560"/>
                </a:lnTo>
                <a:lnTo>
                  <a:pt x="12700" y="35560"/>
                </a:lnTo>
                <a:lnTo>
                  <a:pt x="12700" y="38100"/>
                </a:lnTo>
                <a:lnTo>
                  <a:pt x="12700" y="40640"/>
                </a:lnTo>
                <a:lnTo>
                  <a:pt x="13970" y="40640"/>
                </a:lnTo>
                <a:lnTo>
                  <a:pt x="13970" y="41910"/>
                </a:lnTo>
                <a:lnTo>
                  <a:pt x="13970" y="44450"/>
                </a:lnTo>
                <a:lnTo>
                  <a:pt x="15240" y="44450"/>
                </a:lnTo>
                <a:lnTo>
                  <a:pt x="15240" y="48260"/>
                </a:lnTo>
                <a:lnTo>
                  <a:pt x="16510" y="48260"/>
                </a:lnTo>
                <a:lnTo>
                  <a:pt x="16510" y="50800"/>
                </a:lnTo>
                <a:lnTo>
                  <a:pt x="16510" y="52070"/>
                </a:lnTo>
                <a:lnTo>
                  <a:pt x="416560" y="52070"/>
                </a:lnTo>
                <a:lnTo>
                  <a:pt x="416560" y="50800"/>
                </a:lnTo>
                <a:close/>
              </a:path>
            </a:pathLst>
          </a:custGeom>
          <a:solidFill>
            <a:srgbClr val="002C00"/>
          </a:solidFill>
        </p:spPr>
        <p:txBody>
          <a:bodyPr wrap="square" lIns="0" tIns="0" rIns="0" bIns="0" rtlCol="0"/>
          <a:lstStyle/>
          <a:p/>
        </p:txBody>
      </p:sp>
      <p:sp>
        <p:nvSpPr>
          <p:cNvPr id="611" name="object 611"/>
          <p:cNvSpPr/>
          <p:nvPr/>
        </p:nvSpPr>
        <p:spPr>
          <a:xfrm>
            <a:off x="6897370" y="3450589"/>
            <a:ext cx="339090" cy="52069"/>
          </a:xfrm>
          <a:custGeom>
            <a:avLst/>
            <a:gdLst/>
            <a:ahLst/>
            <a:cxnLst/>
            <a:rect l="l" t="t" r="r" b="b"/>
            <a:pathLst>
              <a:path w="339090" h="52070">
                <a:moveTo>
                  <a:pt x="339090" y="40640"/>
                </a:moveTo>
                <a:lnTo>
                  <a:pt x="0" y="40640"/>
                </a:lnTo>
                <a:lnTo>
                  <a:pt x="0" y="52070"/>
                </a:lnTo>
                <a:lnTo>
                  <a:pt x="339090" y="52070"/>
                </a:lnTo>
                <a:lnTo>
                  <a:pt x="339090" y="40640"/>
                </a:lnTo>
                <a:close/>
              </a:path>
              <a:path w="339090" h="52070">
                <a:moveTo>
                  <a:pt x="339090" y="21590"/>
                </a:moveTo>
                <a:lnTo>
                  <a:pt x="0" y="21590"/>
                </a:lnTo>
                <a:lnTo>
                  <a:pt x="0" y="39370"/>
                </a:lnTo>
                <a:lnTo>
                  <a:pt x="339090" y="39370"/>
                </a:lnTo>
                <a:lnTo>
                  <a:pt x="339090" y="21590"/>
                </a:lnTo>
                <a:close/>
              </a:path>
              <a:path w="339090" h="52070">
                <a:moveTo>
                  <a:pt x="339090" y="2540"/>
                </a:moveTo>
                <a:lnTo>
                  <a:pt x="0" y="2540"/>
                </a:lnTo>
                <a:lnTo>
                  <a:pt x="0" y="20320"/>
                </a:lnTo>
                <a:lnTo>
                  <a:pt x="339090" y="20320"/>
                </a:lnTo>
                <a:lnTo>
                  <a:pt x="339090" y="2540"/>
                </a:lnTo>
                <a:close/>
              </a:path>
              <a:path w="339090" h="52070">
                <a:moveTo>
                  <a:pt x="339090" y="0"/>
                </a:moveTo>
                <a:lnTo>
                  <a:pt x="0" y="0"/>
                </a:lnTo>
                <a:lnTo>
                  <a:pt x="0" y="1270"/>
                </a:lnTo>
                <a:lnTo>
                  <a:pt x="339090" y="1270"/>
                </a:lnTo>
                <a:lnTo>
                  <a:pt x="339090" y="0"/>
                </a:lnTo>
                <a:close/>
              </a:path>
            </a:pathLst>
          </a:custGeom>
          <a:solidFill>
            <a:srgbClr val="002D00"/>
          </a:solidFill>
        </p:spPr>
        <p:txBody>
          <a:bodyPr wrap="square" lIns="0" tIns="0" rIns="0" bIns="0" rtlCol="0"/>
          <a:lstStyle/>
          <a:p/>
        </p:txBody>
      </p:sp>
      <p:sp>
        <p:nvSpPr>
          <p:cNvPr id="612" name="object 612"/>
          <p:cNvSpPr/>
          <p:nvPr/>
        </p:nvSpPr>
        <p:spPr>
          <a:xfrm>
            <a:off x="7444740" y="3450589"/>
            <a:ext cx="419100" cy="52069"/>
          </a:xfrm>
          <a:custGeom>
            <a:avLst/>
            <a:gdLst/>
            <a:ahLst/>
            <a:cxnLst/>
            <a:rect l="l" t="t" r="r" b="b"/>
            <a:pathLst>
              <a:path w="419100" h="52070">
                <a:moveTo>
                  <a:pt x="398780" y="0"/>
                </a:moveTo>
                <a:lnTo>
                  <a:pt x="0" y="0"/>
                </a:lnTo>
                <a:lnTo>
                  <a:pt x="0" y="1270"/>
                </a:lnTo>
                <a:lnTo>
                  <a:pt x="398780" y="1270"/>
                </a:lnTo>
                <a:lnTo>
                  <a:pt x="398780" y="0"/>
                </a:lnTo>
                <a:close/>
              </a:path>
              <a:path w="419100" h="52070">
                <a:moveTo>
                  <a:pt x="406400" y="17780"/>
                </a:moveTo>
                <a:lnTo>
                  <a:pt x="405130" y="17780"/>
                </a:lnTo>
                <a:lnTo>
                  <a:pt x="405130" y="15240"/>
                </a:lnTo>
                <a:lnTo>
                  <a:pt x="403860" y="15240"/>
                </a:lnTo>
                <a:lnTo>
                  <a:pt x="403860" y="11430"/>
                </a:lnTo>
                <a:lnTo>
                  <a:pt x="402590" y="11430"/>
                </a:lnTo>
                <a:lnTo>
                  <a:pt x="402590" y="8890"/>
                </a:lnTo>
                <a:lnTo>
                  <a:pt x="401320" y="8890"/>
                </a:lnTo>
                <a:lnTo>
                  <a:pt x="401320" y="7620"/>
                </a:lnTo>
                <a:lnTo>
                  <a:pt x="401320" y="5080"/>
                </a:lnTo>
                <a:lnTo>
                  <a:pt x="400037" y="5080"/>
                </a:lnTo>
                <a:lnTo>
                  <a:pt x="400037" y="2540"/>
                </a:lnTo>
                <a:lnTo>
                  <a:pt x="400050" y="1270"/>
                </a:lnTo>
                <a:lnTo>
                  <a:pt x="398780" y="1270"/>
                </a:lnTo>
                <a:lnTo>
                  <a:pt x="398780" y="2540"/>
                </a:lnTo>
                <a:lnTo>
                  <a:pt x="1270" y="2540"/>
                </a:lnTo>
                <a:lnTo>
                  <a:pt x="1270" y="5080"/>
                </a:lnTo>
                <a:lnTo>
                  <a:pt x="1270" y="7620"/>
                </a:lnTo>
                <a:lnTo>
                  <a:pt x="2540" y="7620"/>
                </a:lnTo>
                <a:lnTo>
                  <a:pt x="2540" y="8890"/>
                </a:lnTo>
                <a:lnTo>
                  <a:pt x="2540" y="11430"/>
                </a:lnTo>
                <a:lnTo>
                  <a:pt x="3810" y="11430"/>
                </a:lnTo>
                <a:lnTo>
                  <a:pt x="3810" y="15240"/>
                </a:lnTo>
                <a:lnTo>
                  <a:pt x="5080" y="15240"/>
                </a:lnTo>
                <a:lnTo>
                  <a:pt x="5080" y="17780"/>
                </a:lnTo>
                <a:lnTo>
                  <a:pt x="5080" y="19050"/>
                </a:lnTo>
                <a:lnTo>
                  <a:pt x="6350" y="19050"/>
                </a:lnTo>
                <a:lnTo>
                  <a:pt x="6350" y="20320"/>
                </a:lnTo>
                <a:lnTo>
                  <a:pt x="406400" y="20320"/>
                </a:lnTo>
                <a:lnTo>
                  <a:pt x="406400" y="19050"/>
                </a:lnTo>
                <a:lnTo>
                  <a:pt x="406400" y="17780"/>
                </a:lnTo>
                <a:close/>
              </a:path>
              <a:path w="419100" h="52070">
                <a:moveTo>
                  <a:pt x="414020" y="36830"/>
                </a:moveTo>
                <a:lnTo>
                  <a:pt x="412750" y="36830"/>
                </a:lnTo>
                <a:lnTo>
                  <a:pt x="412750" y="34290"/>
                </a:lnTo>
                <a:lnTo>
                  <a:pt x="411480" y="34290"/>
                </a:lnTo>
                <a:lnTo>
                  <a:pt x="411480" y="30480"/>
                </a:lnTo>
                <a:lnTo>
                  <a:pt x="410210" y="30480"/>
                </a:lnTo>
                <a:lnTo>
                  <a:pt x="410210" y="27940"/>
                </a:lnTo>
                <a:lnTo>
                  <a:pt x="408940" y="27940"/>
                </a:lnTo>
                <a:lnTo>
                  <a:pt x="408940" y="26670"/>
                </a:lnTo>
                <a:lnTo>
                  <a:pt x="408940" y="24130"/>
                </a:lnTo>
                <a:lnTo>
                  <a:pt x="407670" y="24130"/>
                </a:lnTo>
                <a:lnTo>
                  <a:pt x="407670" y="21590"/>
                </a:lnTo>
                <a:lnTo>
                  <a:pt x="407670" y="20320"/>
                </a:lnTo>
                <a:lnTo>
                  <a:pt x="406400" y="20320"/>
                </a:lnTo>
                <a:lnTo>
                  <a:pt x="406400" y="21590"/>
                </a:lnTo>
                <a:lnTo>
                  <a:pt x="7620" y="21590"/>
                </a:lnTo>
                <a:lnTo>
                  <a:pt x="7620" y="24130"/>
                </a:lnTo>
                <a:lnTo>
                  <a:pt x="7620" y="26670"/>
                </a:lnTo>
                <a:lnTo>
                  <a:pt x="8890" y="26670"/>
                </a:lnTo>
                <a:lnTo>
                  <a:pt x="8890" y="27940"/>
                </a:lnTo>
                <a:lnTo>
                  <a:pt x="8890" y="30480"/>
                </a:lnTo>
                <a:lnTo>
                  <a:pt x="10160" y="30480"/>
                </a:lnTo>
                <a:lnTo>
                  <a:pt x="10160" y="34290"/>
                </a:lnTo>
                <a:lnTo>
                  <a:pt x="11430" y="34290"/>
                </a:lnTo>
                <a:lnTo>
                  <a:pt x="11430" y="36830"/>
                </a:lnTo>
                <a:lnTo>
                  <a:pt x="11430" y="38100"/>
                </a:lnTo>
                <a:lnTo>
                  <a:pt x="12700" y="38100"/>
                </a:lnTo>
                <a:lnTo>
                  <a:pt x="12700" y="39370"/>
                </a:lnTo>
                <a:lnTo>
                  <a:pt x="414020" y="39370"/>
                </a:lnTo>
                <a:lnTo>
                  <a:pt x="414020" y="38100"/>
                </a:lnTo>
                <a:lnTo>
                  <a:pt x="414020" y="36830"/>
                </a:lnTo>
                <a:close/>
              </a:path>
              <a:path w="419100" h="52070">
                <a:moveTo>
                  <a:pt x="419100" y="49530"/>
                </a:moveTo>
                <a:lnTo>
                  <a:pt x="417830" y="49530"/>
                </a:lnTo>
                <a:lnTo>
                  <a:pt x="417830" y="46990"/>
                </a:lnTo>
                <a:lnTo>
                  <a:pt x="416560" y="46990"/>
                </a:lnTo>
                <a:lnTo>
                  <a:pt x="416560" y="45720"/>
                </a:lnTo>
                <a:lnTo>
                  <a:pt x="416560" y="43180"/>
                </a:lnTo>
                <a:lnTo>
                  <a:pt x="415290" y="43180"/>
                </a:lnTo>
                <a:lnTo>
                  <a:pt x="415290" y="40640"/>
                </a:lnTo>
                <a:lnTo>
                  <a:pt x="415290" y="39370"/>
                </a:lnTo>
                <a:lnTo>
                  <a:pt x="414020" y="39370"/>
                </a:lnTo>
                <a:lnTo>
                  <a:pt x="414020" y="40640"/>
                </a:lnTo>
                <a:lnTo>
                  <a:pt x="13970" y="40640"/>
                </a:lnTo>
                <a:lnTo>
                  <a:pt x="13970" y="43180"/>
                </a:lnTo>
                <a:lnTo>
                  <a:pt x="13970" y="45720"/>
                </a:lnTo>
                <a:lnTo>
                  <a:pt x="15240" y="45720"/>
                </a:lnTo>
                <a:lnTo>
                  <a:pt x="15240" y="46990"/>
                </a:lnTo>
                <a:lnTo>
                  <a:pt x="15240" y="49530"/>
                </a:lnTo>
                <a:lnTo>
                  <a:pt x="16510" y="49530"/>
                </a:lnTo>
                <a:lnTo>
                  <a:pt x="16510" y="52070"/>
                </a:lnTo>
                <a:lnTo>
                  <a:pt x="419100" y="52070"/>
                </a:lnTo>
                <a:lnTo>
                  <a:pt x="419100" y="49530"/>
                </a:lnTo>
                <a:close/>
              </a:path>
            </a:pathLst>
          </a:custGeom>
          <a:solidFill>
            <a:srgbClr val="002D00"/>
          </a:solidFill>
        </p:spPr>
        <p:txBody>
          <a:bodyPr wrap="square" lIns="0" tIns="0" rIns="0" bIns="0" rtlCol="0"/>
          <a:lstStyle/>
          <a:p/>
        </p:txBody>
      </p:sp>
      <p:sp>
        <p:nvSpPr>
          <p:cNvPr id="613" name="object 613"/>
          <p:cNvSpPr/>
          <p:nvPr/>
        </p:nvSpPr>
        <p:spPr>
          <a:xfrm>
            <a:off x="6897370" y="3502659"/>
            <a:ext cx="339090" cy="52069"/>
          </a:xfrm>
          <a:custGeom>
            <a:avLst/>
            <a:gdLst/>
            <a:ahLst/>
            <a:cxnLst/>
            <a:rect l="l" t="t" r="r" b="b"/>
            <a:pathLst>
              <a:path w="339090" h="52070">
                <a:moveTo>
                  <a:pt x="339090" y="45720"/>
                </a:moveTo>
                <a:lnTo>
                  <a:pt x="0" y="45720"/>
                </a:lnTo>
                <a:lnTo>
                  <a:pt x="0" y="52070"/>
                </a:lnTo>
                <a:lnTo>
                  <a:pt x="339090" y="52070"/>
                </a:lnTo>
                <a:lnTo>
                  <a:pt x="339090" y="45720"/>
                </a:lnTo>
                <a:close/>
              </a:path>
              <a:path w="339090" h="52070">
                <a:moveTo>
                  <a:pt x="339090" y="26670"/>
                </a:moveTo>
                <a:lnTo>
                  <a:pt x="0" y="26670"/>
                </a:lnTo>
                <a:lnTo>
                  <a:pt x="0" y="44450"/>
                </a:lnTo>
                <a:lnTo>
                  <a:pt x="339090" y="44450"/>
                </a:lnTo>
                <a:lnTo>
                  <a:pt x="339090" y="26670"/>
                </a:lnTo>
                <a:close/>
              </a:path>
              <a:path w="339090" h="52070">
                <a:moveTo>
                  <a:pt x="339090" y="7620"/>
                </a:moveTo>
                <a:lnTo>
                  <a:pt x="0" y="7620"/>
                </a:lnTo>
                <a:lnTo>
                  <a:pt x="0" y="25400"/>
                </a:lnTo>
                <a:lnTo>
                  <a:pt x="339090" y="25400"/>
                </a:lnTo>
                <a:lnTo>
                  <a:pt x="339090" y="7620"/>
                </a:lnTo>
                <a:close/>
              </a:path>
              <a:path w="339090" h="52070">
                <a:moveTo>
                  <a:pt x="339090" y="0"/>
                </a:moveTo>
                <a:lnTo>
                  <a:pt x="0" y="0"/>
                </a:lnTo>
                <a:lnTo>
                  <a:pt x="0" y="6350"/>
                </a:lnTo>
                <a:lnTo>
                  <a:pt x="339090" y="6350"/>
                </a:lnTo>
                <a:lnTo>
                  <a:pt x="339090" y="0"/>
                </a:lnTo>
                <a:close/>
              </a:path>
            </a:pathLst>
          </a:custGeom>
          <a:solidFill>
            <a:srgbClr val="002E00"/>
          </a:solidFill>
        </p:spPr>
        <p:txBody>
          <a:bodyPr wrap="square" lIns="0" tIns="0" rIns="0" bIns="0" rtlCol="0"/>
          <a:lstStyle/>
          <a:p/>
        </p:txBody>
      </p:sp>
      <p:sp>
        <p:nvSpPr>
          <p:cNvPr id="614" name="object 614"/>
          <p:cNvSpPr/>
          <p:nvPr/>
        </p:nvSpPr>
        <p:spPr>
          <a:xfrm>
            <a:off x="7461250" y="3502659"/>
            <a:ext cx="422909" cy="52069"/>
          </a:xfrm>
          <a:custGeom>
            <a:avLst/>
            <a:gdLst/>
            <a:ahLst/>
            <a:cxnLst/>
            <a:rect l="l" t="t" r="r" b="b"/>
            <a:pathLst>
              <a:path w="422909" h="52070">
                <a:moveTo>
                  <a:pt x="405130" y="3810"/>
                </a:moveTo>
                <a:lnTo>
                  <a:pt x="403860" y="3810"/>
                </a:lnTo>
                <a:lnTo>
                  <a:pt x="403860" y="1270"/>
                </a:lnTo>
                <a:lnTo>
                  <a:pt x="402590" y="1270"/>
                </a:lnTo>
                <a:lnTo>
                  <a:pt x="402590" y="0"/>
                </a:lnTo>
                <a:lnTo>
                  <a:pt x="0" y="0"/>
                </a:lnTo>
                <a:lnTo>
                  <a:pt x="0" y="1270"/>
                </a:lnTo>
                <a:lnTo>
                  <a:pt x="1270" y="1270"/>
                </a:lnTo>
                <a:lnTo>
                  <a:pt x="1270" y="3810"/>
                </a:lnTo>
                <a:lnTo>
                  <a:pt x="1270" y="5080"/>
                </a:lnTo>
                <a:lnTo>
                  <a:pt x="2540" y="5080"/>
                </a:lnTo>
                <a:lnTo>
                  <a:pt x="2540" y="6350"/>
                </a:lnTo>
                <a:lnTo>
                  <a:pt x="405130" y="6350"/>
                </a:lnTo>
                <a:lnTo>
                  <a:pt x="405130" y="5080"/>
                </a:lnTo>
                <a:lnTo>
                  <a:pt x="405130" y="3810"/>
                </a:lnTo>
                <a:close/>
              </a:path>
              <a:path w="422909" h="52070">
                <a:moveTo>
                  <a:pt x="412750" y="22860"/>
                </a:moveTo>
                <a:lnTo>
                  <a:pt x="411480" y="22860"/>
                </a:lnTo>
                <a:lnTo>
                  <a:pt x="411480" y="20320"/>
                </a:lnTo>
                <a:lnTo>
                  <a:pt x="410210" y="20320"/>
                </a:lnTo>
                <a:lnTo>
                  <a:pt x="410210" y="16510"/>
                </a:lnTo>
                <a:lnTo>
                  <a:pt x="408927" y="16510"/>
                </a:lnTo>
                <a:lnTo>
                  <a:pt x="408927" y="13970"/>
                </a:lnTo>
                <a:lnTo>
                  <a:pt x="407670" y="13970"/>
                </a:lnTo>
                <a:lnTo>
                  <a:pt x="407670" y="12700"/>
                </a:lnTo>
                <a:lnTo>
                  <a:pt x="407657" y="10160"/>
                </a:lnTo>
                <a:lnTo>
                  <a:pt x="406400" y="10160"/>
                </a:lnTo>
                <a:lnTo>
                  <a:pt x="406400" y="7620"/>
                </a:lnTo>
                <a:lnTo>
                  <a:pt x="406400" y="6350"/>
                </a:lnTo>
                <a:lnTo>
                  <a:pt x="405130" y="6350"/>
                </a:lnTo>
                <a:lnTo>
                  <a:pt x="405130" y="7620"/>
                </a:lnTo>
                <a:lnTo>
                  <a:pt x="3810" y="7620"/>
                </a:lnTo>
                <a:lnTo>
                  <a:pt x="3810" y="10160"/>
                </a:lnTo>
                <a:lnTo>
                  <a:pt x="3810" y="12700"/>
                </a:lnTo>
                <a:lnTo>
                  <a:pt x="5080" y="12700"/>
                </a:lnTo>
                <a:lnTo>
                  <a:pt x="5080" y="13970"/>
                </a:lnTo>
                <a:lnTo>
                  <a:pt x="5080" y="16510"/>
                </a:lnTo>
                <a:lnTo>
                  <a:pt x="6350" y="16510"/>
                </a:lnTo>
                <a:lnTo>
                  <a:pt x="6350" y="20320"/>
                </a:lnTo>
                <a:lnTo>
                  <a:pt x="7620" y="20320"/>
                </a:lnTo>
                <a:lnTo>
                  <a:pt x="7620" y="22860"/>
                </a:lnTo>
                <a:lnTo>
                  <a:pt x="7620" y="24130"/>
                </a:lnTo>
                <a:lnTo>
                  <a:pt x="8890" y="24130"/>
                </a:lnTo>
                <a:lnTo>
                  <a:pt x="8890" y="25400"/>
                </a:lnTo>
                <a:lnTo>
                  <a:pt x="412750" y="25400"/>
                </a:lnTo>
                <a:lnTo>
                  <a:pt x="412750" y="24130"/>
                </a:lnTo>
                <a:lnTo>
                  <a:pt x="412750" y="22860"/>
                </a:lnTo>
                <a:close/>
              </a:path>
              <a:path w="422909" h="52070">
                <a:moveTo>
                  <a:pt x="420370" y="41910"/>
                </a:moveTo>
                <a:lnTo>
                  <a:pt x="419100" y="41910"/>
                </a:lnTo>
                <a:lnTo>
                  <a:pt x="419100" y="39370"/>
                </a:lnTo>
                <a:lnTo>
                  <a:pt x="417830" y="39370"/>
                </a:lnTo>
                <a:lnTo>
                  <a:pt x="417830" y="35560"/>
                </a:lnTo>
                <a:lnTo>
                  <a:pt x="416560" y="35560"/>
                </a:lnTo>
                <a:lnTo>
                  <a:pt x="416560" y="33020"/>
                </a:lnTo>
                <a:lnTo>
                  <a:pt x="415277" y="33020"/>
                </a:lnTo>
                <a:lnTo>
                  <a:pt x="415277" y="31750"/>
                </a:lnTo>
                <a:lnTo>
                  <a:pt x="415277" y="29210"/>
                </a:lnTo>
                <a:lnTo>
                  <a:pt x="414007" y="29210"/>
                </a:lnTo>
                <a:lnTo>
                  <a:pt x="414007" y="26670"/>
                </a:lnTo>
                <a:lnTo>
                  <a:pt x="414020" y="25400"/>
                </a:lnTo>
                <a:lnTo>
                  <a:pt x="412750" y="25400"/>
                </a:lnTo>
                <a:lnTo>
                  <a:pt x="412750" y="26670"/>
                </a:lnTo>
                <a:lnTo>
                  <a:pt x="10160" y="26670"/>
                </a:lnTo>
                <a:lnTo>
                  <a:pt x="10160" y="29210"/>
                </a:lnTo>
                <a:lnTo>
                  <a:pt x="10160" y="31750"/>
                </a:lnTo>
                <a:lnTo>
                  <a:pt x="11430" y="31750"/>
                </a:lnTo>
                <a:lnTo>
                  <a:pt x="11430" y="33020"/>
                </a:lnTo>
                <a:lnTo>
                  <a:pt x="11430" y="35560"/>
                </a:lnTo>
                <a:lnTo>
                  <a:pt x="12700" y="35560"/>
                </a:lnTo>
                <a:lnTo>
                  <a:pt x="12700" y="39370"/>
                </a:lnTo>
                <a:lnTo>
                  <a:pt x="13970" y="39370"/>
                </a:lnTo>
                <a:lnTo>
                  <a:pt x="13970" y="41910"/>
                </a:lnTo>
                <a:lnTo>
                  <a:pt x="13970" y="43180"/>
                </a:lnTo>
                <a:lnTo>
                  <a:pt x="15240" y="43180"/>
                </a:lnTo>
                <a:lnTo>
                  <a:pt x="15240" y="44450"/>
                </a:lnTo>
                <a:lnTo>
                  <a:pt x="420370" y="44450"/>
                </a:lnTo>
                <a:lnTo>
                  <a:pt x="420370" y="43180"/>
                </a:lnTo>
                <a:lnTo>
                  <a:pt x="420370" y="41910"/>
                </a:lnTo>
                <a:close/>
              </a:path>
              <a:path w="422909" h="52070">
                <a:moveTo>
                  <a:pt x="422910" y="48260"/>
                </a:moveTo>
                <a:lnTo>
                  <a:pt x="421627" y="48260"/>
                </a:lnTo>
                <a:lnTo>
                  <a:pt x="421627" y="45720"/>
                </a:lnTo>
                <a:lnTo>
                  <a:pt x="421640" y="44450"/>
                </a:lnTo>
                <a:lnTo>
                  <a:pt x="420370" y="44450"/>
                </a:lnTo>
                <a:lnTo>
                  <a:pt x="420370" y="45720"/>
                </a:lnTo>
                <a:lnTo>
                  <a:pt x="16510" y="45720"/>
                </a:lnTo>
                <a:lnTo>
                  <a:pt x="16510" y="48260"/>
                </a:lnTo>
                <a:lnTo>
                  <a:pt x="16510" y="50800"/>
                </a:lnTo>
                <a:lnTo>
                  <a:pt x="17780" y="50800"/>
                </a:lnTo>
                <a:lnTo>
                  <a:pt x="17780" y="52070"/>
                </a:lnTo>
                <a:lnTo>
                  <a:pt x="422910" y="52070"/>
                </a:lnTo>
                <a:lnTo>
                  <a:pt x="422910" y="50800"/>
                </a:lnTo>
                <a:lnTo>
                  <a:pt x="422910" y="48260"/>
                </a:lnTo>
                <a:close/>
              </a:path>
            </a:pathLst>
          </a:custGeom>
          <a:solidFill>
            <a:srgbClr val="002E00"/>
          </a:solidFill>
        </p:spPr>
        <p:txBody>
          <a:bodyPr wrap="square" lIns="0" tIns="0" rIns="0" bIns="0" rtlCol="0"/>
          <a:lstStyle/>
          <a:p/>
        </p:txBody>
      </p:sp>
      <p:sp>
        <p:nvSpPr>
          <p:cNvPr id="615" name="object 615"/>
          <p:cNvSpPr/>
          <p:nvPr/>
        </p:nvSpPr>
        <p:spPr>
          <a:xfrm>
            <a:off x="6897370" y="3554729"/>
            <a:ext cx="339090" cy="30480"/>
          </a:xfrm>
          <a:custGeom>
            <a:avLst/>
            <a:gdLst/>
            <a:ahLst/>
            <a:cxnLst/>
            <a:rect l="l" t="t" r="r" b="b"/>
            <a:pathLst>
              <a:path w="339090" h="30479">
                <a:moveTo>
                  <a:pt x="339090" y="12700"/>
                </a:moveTo>
                <a:lnTo>
                  <a:pt x="0" y="12700"/>
                </a:lnTo>
                <a:lnTo>
                  <a:pt x="0" y="30480"/>
                </a:lnTo>
                <a:lnTo>
                  <a:pt x="339090" y="30480"/>
                </a:lnTo>
                <a:lnTo>
                  <a:pt x="339090" y="12700"/>
                </a:lnTo>
                <a:close/>
              </a:path>
              <a:path w="339090" h="30479">
                <a:moveTo>
                  <a:pt x="339090" y="0"/>
                </a:moveTo>
                <a:lnTo>
                  <a:pt x="0" y="0"/>
                </a:lnTo>
                <a:lnTo>
                  <a:pt x="0" y="11430"/>
                </a:lnTo>
                <a:lnTo>
                  <a:pt x="339090" y="11430"/>
                </a:lnTo>
                <a:lnTo>
                  <a:pt x="339090" y="0"/>
                </a:lnTo>
                <a:close/>
              </a:path>
            </a:pathLst>
          </a:custGeom>
          <a:solidFill>
            <a:srgbClr val="002F00"/>
          </a:solidFill>
        </p:spPr>
        <p:txBody>
          <a:bodyPr wrap="square" lIns="0" tIns="0" rIns="0" bIns="0" rtlCol="0"/>
          <a:lstStyle/>
          <a:p/>
        </p:txBody>
      </p:sp>
      <p:sp>
        <p:nvSpPr>
          <p:cNvPr id="616" name="object 616"/>
          <p:cNvSpPr/>
          <p:nvPr/>
        </p:nvSpPr>
        <p:spPr>
          <a:xfrm>
            <a:off x="7479030" y="3554729"/>
            <a:ext cx="419100" cy="31750"/>
          </a:xfrm>
          <a:custGeom>
            <a:avLst/>
            <a:gdLst/>
            <a:ahLst/>
            <a:cxnLst/>
            <a:rect l="l" t="t" r="r" b="b"/>
            <a:pathLst>
              <a:path w="419100" h="31750">
                <a:moveTo>
                  <a:pt x="410210" y="8890"/>
                </a:moveTo>
                <a:lnTo>
                  <a:pt x="408940" y="8890"/>
                </a:lnTo>
                <a:lnTo>
                  <a:pt x="408940" y="6350"/>
                </a:lnTo>
                <a:lnTo>
                  <a:pt x="407670" y="6350"/>
                </a:lnTo>
                <a:lnTo>
                  <a:pt x="407670" y="2540"/>
                </a:lnTo>
                <a:lnTo>
                  <a:pt x="406400" y="2540"/>
                </a:lnTo>
                <a:lnTo>
                  <a:pt x="406400" y="0"/>
                </a:lnTo>
                <a:lnTo>
                  <a:pt x="0" y="0"/>
                </a:lnTo>
                <a:lnTo>
                  <a:pt x="0" y="2540"/>
                </a:lnTo>
                <a:lnTo>
                  <a:pt x="1270" y="2540"/>
                </a:lnTo>
                <a:lnTo>
                  <a:pt x="1270" y="6350"/>
                </a:lnTo>
                <a:lnTo>
                  <a:pt x="2540" y="6350"/>
                </a:lnTo>
                <a:lnTo>
                  <a:pt x="2540" y="8890"/>
                </a:lnTo>
                <a:lnTo>
                  <a:pt x="2540" y="10160"/>
                </a:lnTo>
                <a:lnTo>
                  <a:pt x="3810" y="10160"/>
                </a:lnTo>
                <a:lnTo>
                  <a:pt x="3810" y="11430"/>
                </a:lnTo>
                <a:lnTo>
                  <a:pt x="410210" y="11430"/>
                </a:lnTo>
                <a:lnTo>
                  <a:pt x="410210" y="10160"/>
                </a:lnTo>
                <a:lnTo>
                  <a:pt x="410210" y="8890"/>
                </a:lnTo>
                <a:close/>
              </a:path>
              <a:path w="419100" h="31750">
                <a:moveTo>
                  <a:pt x="417830" y="27940"/>
                </a:moveTo>
                <a:lnTo>
                  <a:pt x="416560" y="27940"/>
                </a:lnTo>
                <a:lnTo>
                  <a:pt x="416560" y="25400"/>
                </a:lnTo>
                <a:lnTo>
                  <a:pt x="415290" y="25400"/>
                </a:lnTo>
                <a:lnTo>
                  <a:pt x="415290" y="21590"/>
                </a:lnTo>
                <a:lnTo>
                  <a:pt x="414020" y="21590"/>
                </a:lnTo>
                <a:lnTo>
                  <a:pt x="414020" y="19050"/>
                </a:lnTo>
                <a:lnTo>
                  <a:pt x="412750" y="19050"/>
                </a:lnTo>
                <a:lnTo>
                  <a:pt x="412750" y="17780"/>
                </a:lnTo>
                <a:lnTo>
                  <a:pt x="412750" y="15240"/>
                </a:lnTo>
                <a:lnTo>
                  <a:pt x="411480" y="15240"/>
                </a:lnTo>
                <a:lnTo>
                  <a:pt x="411480" y="12700"/>
                </a:lnTo>
                <a:lnTo>
                  <a:pt x="411480" y="11430"/>
                </a:lnTo>
                <a:lnTo>
                  <a:pt x="410210" y="11430"/>
                </a:lnTo>
                <a:lnTo>
                  <a:pt x="410210" y="12700"/>
                </a:lnTo>
                <a:lnTo>
                  <a:pt x="5080" y="12700"/>
                </a:lnTo>
                <a:lnTo>
                  <a:pt x="5080" y="15240"/>
                </a:lnTo>
                <a:lnTo>
                  <a:pt x="5080" y="17780"/>
                </a:lnTo>
                <a:lnTo>
                  <a:pt x="6350" y="17780"/>
                </a:lnTo>
                <a:lnTo>
                  <a:pt x="6350" y="19050"/>
                </a:lnTo>
                <a:lnTo>
                  <a:pt x="6350" y="21590"/>
                </a:lnTo>
                <a:lnTo>
                  <a:pt x="7620" y="21590"/>
                </a:lnTo>
                <a:lnTo>
                  <a:pt x="7620" y="25400"/>
                </a:lnTo>
                <a:lnTo>
                  <a:pt x="8890" y="25400"/>
                </a:lnTo>
                <a:lnTo>
                  <a:pt x="8890" y="27940"/>
                </a:lnTo>
                <a:lnTo>
                  <a:pt x="8890" y="29210"/>
                </a:lnTo>
                <a:lnTo>
                  <a:pt x="10160" y="29210"/>
                </a:lnTo>
                <a:lnTo>
                  <a:pt x="10160" y="30480"/>
                </a:lnTo>
                <a:lnTo>
                  <a:pt x="417830" y="30480"/>
                </a:lnTo>
                <a:lnTo>
                  <a:pt x="417830" y="29210"/>
                </a:lnTo>
                <a:lnTo>
                  <a:pt x="417830" y="27940"/>
                </a:lnTo>
                <a:close/>
              </a:path>
              <a:path w="419100" h="31750">
                <a:moveTo>
                  <a:pt x="419100" y="30480"/>
                </a:moveTo>
                <a:lnTo>
                  <a:pt x="417830" y="30480"/>
                </a:lnTo>
                <a:lnTo>
                  <a:pt x="417830" y="31750"/>
                </a:lnTo>
                <a:lnTo>
                  <a:pt x="419100" y="31750"/>
                </a:lnTo>
                <a:lnTo>
                  <a:pt x="419100" y="30480"/>
                </a:lnTo>
                <a:close/>
              </a:path>
            </a:pathLst>
          </a:custGeom>
          <a:solidFill>
            <a:srgbClr val="002F00"/>
          </a:solidFill>
        </p:spPr>
        <p:txBody>
          <a:bodyPr wrap="square" lIns="0" tIns="0" rIns="0" bIns="0" rtlCol="0"/>
          <a:lstStyle/>
          <a:p/>
        </p:txBody>
      </p:sp>
      <p:sp>
        <p:nvSpPr>
          <p:cNvPr id="617" name="object 617"/>
          <p:cNvSpPr/>
          <p:nvPr/>
        </p:nvSpPr>
        <p:spPr>
          <a:xfrm>
            <a:off x="6897369" y="3586479"/>
            <a:ext cx="339090" cy="19050"/>
          </a:xfrm>
          <a:custGeom>
            <a:avLst/>
            <a:gdLst/>
            <a:ahLst/>
            <a:cxnLst/>
            <a:rect l="l" t="t" r="r" b="b"/>
            <a:pathLst>
              <a:path w="339090" h="19050">
                <a:moveTo>
                  <a:pt x="339090" y="0"/>
                </a:moveTo>
                <a:lnTo>
                  <a:pt x="0" y="0"/>
                </a:lnTo>
                <a:lnTo>
                  <a:pt x="0" y="19049"/>
                </a:lnTo>
                <a:lnTo>
                  <a:pt x="339090" y="19049"/>
                </a:lnTo>
                <a:lnTo>
                  <a:pt x="339090" y="0"/>
                </a:lnTo>
                <a:close/>
              </a:path>
            </a:pathLst>
          </a:custGeom>
          <a:solidFill>
            <a:srgbClr val="002F00"/>
          </a:solidFill>
        </p:spPr>
        <p:txBody>
          <a:bodyPr wrap="square" lIns="0" tIns="0" rIns="0" bIns="0" rtlCol="0"/>
          <a:lstStyle/>
          <a:p/>
        </p:txBody>
      </p:sp>
      <p:sp>
        <p:nvSpPr>
          <p:cNvPr id="618" name="object 618"/>
          <p:cNvSpPr/>
          <p:nvPr/>
        </p:nvSpPr>
        <p:spPr>
          <a:xfrm>
            <a:off x="7490460" y="3586479"/>
            <a:ext cx="415290" cy="19050"/>
          </a:xfrm>
          <a:custGeom>
            <a:avLst/>
            <a:gdLst/>
            <a:ahLst/>
            <a:cxnLst/>
            <a:rect l="l" t="t" r="r" b="b"/>
            <a:pathLst>
              <a:path w="415290" h="19050">
                <a:moveTo>
                  <a:pt x="415290" y="17780"/>
                </a:moveTo>
                <a:lnTo>
                  <a:pt x="414020" y="17780"/>
                </a:lnTo>
                <a:lnTo>
                  <a:pt x="414020" y="15240"/>
                </a:lnTo>
                <a:lnTo>
                  <a:pt x="412750" y="15240"/>
                </a:lnTo>
                <a:lnTo>
                  <a:pt x="412750" y="11430"/>
                </a:lnTo>
                <a:lnTo>
                  <a:pt x="411480" y="11430"/>
                </a:lnTo>
                <a:lnTo>
                  <a:pt x="411480" y="8890"/>
                </a:lnTo>
                <a:lnTo>
                  <a:pt x="410210" y="8890"/>
                </a:lnTo>
                <a:lnTo>
                  <a:pt x="410210" y="7620"/>
                </a:lnTo>
                <a:lnTo>
                  <a:pt x="410210" y="5080"/>
                </a:lnTo>
                <a:lnTo>
                  <a:pt x="408940" y="5080"/>
                </a:lnTo>
                <a:lnTo>
                  <a:pt x="408940" y="3810"/>
                </a:lnTo>
                <a:lnTo>
                  <a:pt x="408940" y="2540"/>
                </a:lnTo>
                <a:lnTo>
                  <a:pt x="407670" y="2540"/>
                </a:lnTo>
                <a:lnTo>
                  <a:pt x="407670" y="0"/>
                </a:lnTo>
                <a:lnTo>
                  <a:pt x="0" y="0"/>
                </a:lnTo>
                <a:lnTo>
                  <a:pt x="0" y="2540"/>
                </a:lnTo>
                <a:lnTo>
                  <a:pt x="0" y="3810"/>
                </a:lnTo>
                <a:lnTo>
                  <a:pt x="1270" y="3810"/>
                </a:lnTo>
                <a:lnTo>
                  <a:pt x="1270" y="5080"/>
                </a:lnTo>
                <a:lnTo>
                  <a:pt x="1270" y="7620"/>
                </a:lnTo>
                <a:lnTo>
                  <a:pt x="2540" y="7620"/>
                </a:lnTo>
                <a:lnTo>
                  <a:pt x="2540" y="8890"/>
                </a:lnTo>
                <a:lnTo>
                  <a:pt x="2540" y="11430"/>
                </a:lnTo>
                <a:lnTo>
                  <a:pt x="3810" y="11430"/>
                </a:lnTo>
                <a:lnTo>
                  <a:pt x="3810" y="15252"/>
                </a:lnTo>
                <a:lnTo>
                  <a:pt x="5080" y="15252"/>
                </a:lnTo>
                <a:lnTo>
                  <a:pt x="5080" y="17780"/>
                </a:lnTo>
                <a:lnTo>
                  <a:pt x="5080" y="19050"/>
                </a:lnTo>
                <a:lnTo>
                  <a:pt x="415290" y="19050"/>
                </a:lnTo>
                <a:lnTo>
                  <a:pt x="415290" y="17780"/>
                </a:lnTo>
                <a:close/>
              </a:path>
            </a:pathLst>
          </a:custGeom>
          <a:solidFill>
            <a:srgbClr val="002F00"/>
          </a:solidFill>
        </p:spPr>
        <p:txBody>
          <a:bodyPr wrap="square" lIns="0" tIns="0" rIns="0" bIns="0" rtlCol="0"/>
          <a:lstStyle/>
          <a:p/>
        </p:txBody>
      </p:sp>
      <p:sp>
        <p:nvSpPr>
          <p:cNvPr id="619" name="object 619"/>
          <p:cNvSpPr/>
          <p:nvPr/>
        </p:nvSpPr>
        <p:spPr>
          <a:xfrm>
            <a:off x="6897369" y="3605529"/>
            <a:ext cx="339090" cy="3810"/>
          </a:xfrm>
          <a:custGeom>
            <a:avLst/>
            <a:gdLst/>
            <a:ahLst/>
            <a:cxnLst/>
            <a:rect l="l" t="t" r="r" b="b"/>
            <a:pathLst>
              <a:path w="339090" h="3810">
                <a:moveTo>
                  <a:pt x="339090" y="0"/>
                </a:moveTo>
                <a:lnTo>
                  <a:pt x="0" y="0"/>
                </a:lnTo>
                <a:lnTo>
                  <a:pt x="0" y="3810"/>
                </a:lnTo>
                <a:lnTo>
                  <a:pt x="339090" y="3810"/>
                </a:lnTo>
                <a:lnTo>
                  <a:pt x="339090" y="0"/>
                </a:lnTo>
                <a:close/>
              </a:path>
            </a:pathLst>
          </a:custGeom>
          <a:solidFill>
            <a:srgbClr val="003000"/>
          </a:solidFill>
        </p:spPr>
        <p:txBody>
          <a:bodyPr wrap="square" lIns="0" tIns="0" rIns="0" bIns="0" rtlCol="0"/>
          <a:lstStyle/>
          <a:p/>
        </p:txBody>
      </p:sp>
      <p:sp>
        <p:nvSpPr>
          <p:cNvPr id="620" name="object 620"/>
          <p:cNvSpPr/>
          <p:nvPr/>
        </p:nvSpPr>
        <p:spPr>
          <a:xfrm>
            <a:off x="7496810" y="3605529"/>
            <a:ext cx="410209" cy="3810"/>
          </a:xfrm>
          <a:custGeom>
            <a:avLst/>
            <a:gdLst/>
            <a:ahLst/>
            <a:cxnLst/>
            <a:rect l="l" t="t" r="r" b="b"/>
            <a:pathLst>
              <a:path w="410209" h="3810">
                <a:moveTo>
                  <a:pt x="410197" y="2540"/>
                </a:moveTo>
                <a:lnTo>
                  <a:pt x="408940" y="2540"/>
                </a:lnTo>
                <a:lnTo>
                  <a:pt x="408940" y="0"/>
                </a:lnTo>
                <a:lnTo>
                  <a:pt x="0" y="0"/>
                </a:lnTo>
                <a:lnTo>
                  <a:pt x="0" y="2540"/>
                </a:lnTo>
                <a:lnTo>
                  <a:pt x="0" y="3810"/>
                </a:lnTo>
                <a:lnTo>
                  <a:pt x="410197" y="3810"/>
                </a:lnTo>
                <a:lnTo>
                  <a:pt x="410197" y="2540"/>
                </a:lnTo>
                <a:close/>
              </a:path>
            </a:pathLst>
          </a:custGeom>
          <a:solidFill>
            <a:srgbClr val="003000"/>
          </a:solidFill>
        </p:spPr>
        <p:txBody>
          <a:bodyPr wrap="square" lIns="0" tIns="0" rIns="0" bIns="0" rtlCol="0"/>
          <a:lstStyle/>
          <a:p/>
        </p:txBody>
      </p:sp>
      <p:sp>
        <p:nvSpPr>
          <p:cNvPr id="621" name="object 621"/>
          <p:cNvSpPr/>
          <p:nvPr/>
        </p:nvSpPr>
        <p:spPr>
          <a:xfrm>
            <a:off x="6897369" y="3609340"/>
            <a:ext cx="339090" cy="5080"/>
          </a:xfrm>
          <a:custGeom>
            <a:avLst/>
            <a:gdLst/>
            <a:ahLst/>
            <a:cxnLst/>
            <a:rect l="l" t="t" r="r" b="b"/>
            <a:pathLst>
              <a:path w="339090" h="5079">
                <a:moveTo>
                  <a:pt x="339090" y="0"/>
                </a:moveTo>
                <a:lnTo>
                  <a:pt x="0" y="0"/>
                </a:lnTo>
                <a:lnTo>
                  <a:pt x="0" y="5079"/>
                </a:lnTo>
                <a:lnTo>
                  <a:pt x="339090" y="5079"/>
                </a:lnTo>
                <a:lnTo>
                  <a:pt x="339090" y="0"/>
                </a:lnTo>
                <a:close/>
              </a:path>
            </a:pathLst>
          </a:custGeom>
          <a:solidFill>
            <a:srgbClr val="003000"/>
          </a:solidFill>
        </p:spPr>
        <p:txBody>
          <a:bodyPr wrap="square" lIns="0" tIns="0" rIns="0" bIns="0" rtlCol="0"/>
          <a:lstStyle/>
          <a:p/>
        </p:txBody>
      </p:sp>
      <p:sp>
        <p:nvSpPr>
          <p:cNvPr id="622" name="object 622"/>
          <p:cNvSpPr/>
          <p:nvPr/>
        </p:nvSpPr>
        <p:spPr>
          <a:xfrm>
            <a:off x="7498080" y="3609339"/>
            <a:ext cx="410209" cy="5080"/>
          </a:xfrm>
          <a:custGeom>
            <a:avLst/>
            <a:gdLst/>
            <a:ahLst/>
            <a:cxnLst/>
            <a:rect l="l" t="t" r="r" b="b"/>
            <a:pathLst>
              <a:path w="410209" h="5079">
                <a:moveTo>
                  <a:pt x="410210" y="3810"/>
                </a:moveTo>
                <a:lnTo>
                  <a:pt x="410197" y="1270"/>
                </a:lnTo>
                <a:lnTo>
                  <a:pt x="408940" y="1270"/>
                </a:lnTo>
                <a:lnTo>
                  <a:pt x="408940" y="0"/>
                </a:lnTo>
                <a:lnTo>
                  <a:pt x="0" y="0"/>
                </a:lnTo>
                <a:lnTo>
                  <a:pt x="0" y="1270"/>
                </a:lnTo>
                <a:lnTo>
                  <a:pt x="0" y="3810"/>
                </a:lnTo>
                <a:lnTo>
                  <a:pt x="1270" y="3810"/>
                </a:lnTo>
                <a:lnTo>
                  <a:pt x="1270" y="5080"/>
                </a:lnTo>
                <a:lnTo>
                  <a:pt x="410210" y="5080"/>
                </a:lnTo>
                <a:lnTo>
                  <a:pt x="410210" y="3810"/>
                </a:lnTo>
                <a:close/>
              </a:path>
            </a:pathLst>
          </a:custGeom>
          <a:solidFill>
            <a:srgbClr val="003000"/>
          </a:solidFill>
        </p:spPr>
        <p:txBody>
          <a:bodyPr wrap="square" lIns="0" tIns="0" rIns="0" bIns="0" rtlCol="0"/>
          <a:lstStyle/>
          <a:p/>
        </p:txBody>
      </p:sp>
      <p:sp>
        <p:nvSpPr>
          <p:cNvPr id="623" name="object 623"/>
          <p:cNvSpPr/>
          <p:nvPr/>
        </p:nvSpPr>
        <p:spPr>
          <a:xfrm>
            <a:off x="6897369" y="3614420"/>
            <a:ext cx="339090" cy="6350"/>
          </a:xfrm>
          <a:custGeom>
            <a:avLst/>
            <a:gdLst/>
            <a:ahLst/>
            <a:cxnLst/>
            <a:rect l="l" t="t" r="r" b="b"/>
            <a:pathLst>
              <a:path w="339090" h="6350">
                <a:moveTo>
                  <a:pt x="339090" y="0"/>
                </a:moveTo>
                <a:lnTo>
                  <a:pt x="0" y="0"/>
                </a:lnTo>
                <a:lnTo>
                  <a:pt x="0" y="6349"/>
                </a:lnTo>
                <a:lnTo>
                  <a:pt x="339090" y="6349"/>
                </a:lnTo>
                <a:lnTo>
                  <a:pt x="339090" y="0"/>
                </a:lnTo>
                <a:close/>
              </a:path>
            </a:pathLst>
          </a:custGeom>
          <a:solidFill>
            <a:srgbClr val="003000"/>
          </a:solidFill>
        </p:spPr>
        <p:txBody>
          <a:bodyPr wrap="square" lIns="0" tIns="0" rIns="0" bIns="0" rtlCol="0"/>
          <a:lstStyle/>
          <a:p/>
        </p:txBody>
      </p:sp>
      <p:sp>
        <p:nvSpPr>
          <p:cNvPr id="624" name="object 624"/>
          <p:cNvSpPr/>
          <p:nvPr/>
        </p:nvSpPr>
        <p:spPr>
          <a:xfrm>
            <a:off x="7499350" y="3614432"/>
            <a:ext cx="411480" cy="6350"/>
          </a:xfrm>
          <a:custGeom>
            <a:avLst/>
            <a:gdLst/>
            <a:ahLst/>
            <a:cxnLst/>
            <a:rect l="l" t="t" r="r" b="b"/>
            <a:pathLst>
              <a:path w="411479" h="6350">
                <a:moveTo>
                  <a:pt x="411480" y="2527"/>
                </a:moveTo>
                <a:lnTo>
                  <a:pt x="410210" y="2527"/>
                </a:lnTo>
                <a:lnTo>
                  <a:pt x="410210" y="0"/>
                </a:lnTo>
                <a:lnTo>
                  <a:pt x="0" y="0"/>
                </a:lnTo>
                <a:lnTo>
                  <a:pt x="0" y="2527"/>
                </a:lnTo>
                <a:lnTo>
                  <a:pt x="1270" y="2527"/>
                </a:lnTo>
                <a:lnTo>
                  <a:pt x="1270" y="6337"/>
                </a:lnTo>
                <a:lnTo>
                  <a:pt x="411480" y="6337"/>
                </a:lnTo>
                <a:lnTo>
                  <a:pt x="411480" y="2527"/>
                </a:lnTo>
                <a:close/>
              </a:path>
            </a:pathLst>
          </a:custGeom>
          <a:solidFill>
            <a:srgbClr val="003000"/>
          </a:solidFill>
        </p:spPr>
        <p:txBody>
          <a:bodyPr wrap="square" lIns="0" tIns="0" rIns="0" bIns="0" rtlCol="0"/>
          <a:lstStyle/>
          <a:p/>
        </p:txBody>
      </p:sp>
      <p:sp>
        <p:nvSpPr>
          <p:cNvPr id="625" name="object 625"/>
          <p:cNvSpPr/>
          <p:nvPr/>
        </p:nvSpPr>
        <p:spPr>
          <a:xfrm>
            <a:off x="6897369" y="3620770"/>
            <a:ext cx="339090" cy="7620"/>
          </a:xfrm>
          <a:custGeom>
            <a:avLst/>
            <a:gdLst/>
            <a:ahLst/>
            <a:cxnLst/>
            <a:rect l="l" t="t" r="r" b="b"/>
            <a:pathLst>
              <a:path w="339090" h="7620">
                <a:moveTo>
                  <a:pt x="339090" y="0"/>
                </a:moveTo>
                <a:lnTo>
                  <a:pt x="0" y="0"/>
                </a:lnTo>
                <a:lnTo>
                  <a:pt x="0" y="7619"/>
                </a:lnTo>
                <a:lnTo>
                  <a:pt x="339090" y="7619"/>
                </a:lnTo>
                <a:lnTo>
                  <a:pt x="339090" y="0"/>
                </a:lnTo>
                <a:close/>
              </a:path>
            </a:pathLst>
          </a:custGeom>
          <a:solidFill>
            <a:srgbClr val="003000"/>
          </a:solidFill>
        </p:spPr>
        <p:txBody>
          <a:bodyPr wrap="square" lIns="0" tIns="0" rIns="0" bIns="0" rtlCol="0"/>
          <a:lstStyle/>
          <a:p/>
        </p:txBody>
      </p:sp>
      <p:sp>
        <p:nvSpPr>
          <p:cNvPr id="626" name="object 626"/>
          <p:cNvSpPr/>
          <p:nvPr/>
        </p:nvSpPr>
        <p:spPr>
          <a:xfrm>
            <a:off x="7501890" y="3620769"/>
            <a:ext cx="412750" cy="7620"/>
          </a:xfrm>
          <a:custGeom>
            <a:avLst/>
            <a:gdLst/>
            <a:ahLst/>
            <a:cxnLst/>
            <a:rect l="l" t="t" r="r" b="b"/>
            <a:pathLst>
              <a:path w="412750" h="7620">
                <a:moveTo>
                  <a:pt x="412737" y="6350"/>
                </a:moveTo>
                <a:lnTo>
                  <a:pt x="411467" y="6350"/>
                </a:lnTo>
                <a:lnTo>
                  <a:pt x="411467" y="3810"/>
                </a:lnTo>
                <a:lnTo>
                  <a:pt x="411480" y="2540"/>
                </a:lnTo>
                <a:lnTo>
                  <a:pt x="410210" y="2540"/>
                </a:lnTo>
                <a:lnTo>
                  <a:pt x="410210" y="0"/>
                </a:lnTo>
                <a:lnTo>
                  <a:pt x="0" y="0"/>
                </a:lnTo>
                <a:lnTo>
                  <a:pt x="0" y="2540"/>
                </a:lnTo>
                <a:lnTo>
                  <a:pt x="0" y="3810"/>
                </a:lnTo>
                <a:lnTo>
                  <a:pt x="1270" y="3810"/>
                </a:lnTo>
                <a:lnTo>
                  <a:pt x="1270" y="6350"/>
                </a:lnTo>
                <a:lnTo>
                  <a:pt x="1270" y="7620"/>
                </a:lnTo>
                <a:lnTo>
                  <a:pt x="412737" y="7620"/>
                </a:lnTo>
                <a:lnTo>
                  <a:pt x="412737" y="6350"/>
                </a:lnTo>
                <a:close/>
              </a:path>
            </a:pathLst>
          </a:custGeom>
          <a:solidFill>
            <a:srgbClr val="003000"/>
          </a:solidFill>
        </p:spPr>
        <p:txBody>
          <a:bodyPr wrap="square" lIns="0" tIns="0" rIns="0" bIns="0" rtlCol="0"/>
          <a:lstStyle/>
          <a:p/>
        </p:txBody>
      </p:sp>
      <p:sp>
        <p:nvSpPr>
          <p:cNvPr id="627" name="object 627"/>
          <p:cNvSpPr/>
          <p:nvPr/>
        </p:nvSpPr>
        <p:spPr>
          <a:xfrm>
            <a:off x="6897369" y="3628390"/>
            <a:ext cx="339090" cy="5080"/>
          </a:xfrm>
          <a:custGeom>
            <a:avLst/>
            <a:gdLst/>
            <a:ahLst/>
            <a:cxnLst/>
            <a:rect l="l" t="t" r="r" b="b"/>
            <a:pathLst>
              <a:path w="339090" h="5079">
                <a:moveTo>
                  <a:pt x="339090" y="0"/>
                </a:moveTo>
                <a:lnTo>
                  <a:pt x="0" y="0"/>
                </a:lnTo>
                <a:lnTo>
                  <a:pt x="0" y="5079"/>
                </a:lnTo>
                <a:lnTo>
                  <a:pt x="339090" y="5079"/>
                </a:lnTo>
                <a:lnTo>
                  <a:pt x="339090" y="0"/>
                </a:lnTo>
                <a:close/>
              </a:path>
            </a:pathLst>
          </a:custGeom>
          <a:solidFill>
            <a:srgbClr val="003000"/>
          </a:solidFill>
        </p:spPr>
        <p:txBody>
          <a:bodyPr wrap="square" lIns="0" tIns="0" rIns="0" bIns="0" rtlCol="0"/>
          <a:lstStyle/>
          <a:p/>
        </p:txBody>
      </p:sp>
      <p:sp>
        <p:nvSpPr>
          <p:cNvPr id="628" name="object 628"/>
          <p:cNvSpPr/>
          <p:nvPr/>
        </p:nvSpPr>
        <p:spPr>
          <a:xfrm>
            <a:off x="7504430" y="3628389"/>
            <a:ext cx="411480" cy="5080"/>
          </a:xfrm>
          <a:custGeom>
            <a:avLst/>
            <a:gdLst/>
            <a:ahLst/>
            <a:cxnLst/>
            <a:rect l="l" t="t" r="r" b="b"/>
            <a:pathLst>
              <a:path w="411479" h="5079">
                <a:moveTo>
                  <a:pt x="411480" y="1270"/>
                </a:moveTo>
                <a:lnTo>
                  <a:pt x="410197" y="1270"/>
                </a:lnTo>
                <a:lnTo>
                  <a:pt x="410197" y="0"/>
                </a:lnTo>
                <a:lnTo>
                  <a:pt x="0" y="0"/>
                </a:lnTo>
                <a:lnTo>
                  <a:pt x="0" y="1270"/>
                </a:lnTo>
                <a:lnTo>
                  <a:pt x="0" y="3810"/>
                </a:lnTo>
                <a:lnTo>
                  <a:pt x="1270" y="3810"/>
                </a:lnTo>
                <a:lnTo>
                  <a:pt x="1270" y="5080"/>
                </a:lnTo>
                <a:lnTo>
                  <a:pt x="411480" y="5080"/>
                </a:lnTo>
                <a:lnTo>
                  <a:pt x="411480" y="3810"/>
                </a:lnTo>
                <a:lnTo>
                  <a:pt x="411480" y="1270"/>
                </a:lnTo>
                <a:close/>
              </a:path>
            </a:pathLst>
          </a:custGeom>
          <a:solidFill>
            <a:srgbClr val="003000"/>
          </a:solidFill>
        </p:spPr>
        <p:txBody>
          <a:bodyPr wrap="square" lIns="0" tIns="0" rIns="0" bIns="0" rtlCol="0"/>
          <a:lstStyle/>
          <a:p/>
        </p:txBody>
      </p:sp>
      <p:sp>
        <p:nvSpPr>
          <p:cNvPr id="629" name="object 629"/>
          <p:cNvSpPr/>
          <p:nvPr/>
        </p:nvSpPr>
        <p:spPr>
          <a:xfrm>
            <a:off x="6897369" y="3633470"/>
            <a:ext cx="339090" cy="6350"/>
          </a:xfrm>
          <a:custGeom>
            <a:avLst/>
            <a:gdLst/>
            <a:ahLst/>
            <a:cxnLst/>
            <a:rect l="l" t="t" r="r" b="b"/>
            <a:pathLst>
              <a:path w="339090" h="6350">
                <a:moveTo>
                  <a:pt x="339090" y="0"/>
                </a:moveTo>
                <a:lnTo>
                  <a:pt x="0" y="0"/>
                </a:lnTo>
                <a:lnTo>
                  <a:pt x="0" y="6349"/>
                </a:lnTo>
                <a:lnTo>
                  <a:pt x="339090" y="6349"/>
                </a:lnTo>
                <a:lnTo>
                  <a:pt x="339090" y="0"/>
                </a:lnTo>
                <a:close/>
              </a:path>
            </a:pathLst>
          </a:custGeom>
          <a:solidFill>
            <a:srgbClr val="003000"/>
          </a:solidFill>
        </p:spPr>
        <p:txBody>
          <a:bodyPr wrap="square" lIns="0" tIns="0" rIns="0" bIns="0" rtlCol="0"/>
          <a:lstStyle/>
          <a:p/>
        </p:txBody>
      </p:sp>
      <p:sp>
        <p:nvSpPr>
          <p:cNvPr id="630" name="object 630"/>
          <p:cNvSpPr/>
          <p:nvPr/>
        </p:nvSpPr>
        <p:spPr>
          <a:xfrm>
            <a:off x="7505700" y="3633482"/>
            <a:ext cx="412750" cy="6350"/>
          </a:xfrm>
          <a:custGeom>
            <a:avLst/>
            <a:gdLst/>
            <a:ahLst/>
            <a:cxnLst/>
            <a:rect l="l" t="t" r="r" b="b"/>
            <a:pathLst>
              <a:path w="412750" h="6350">
                <a:moveTo>
                  <a:pt x="412750" y="2527"/>
                </a:moveTo>
                <a:lnTo>
                  <a:pt x="411480" y="2527"/>
                </a:lnTo>
                <a:lnTo>
                  <a:pt x="411480" y="0"/>
                </a:lnTo>
                <a:lnTo>
                  <a:pt x="0" y="0"/>
                </a:lnTo>
                <a:lnTo>
                  <a:pt x="0" y="2527"/>
                </a:lnTo>
                <a:lnTo>
                  <a:pt x="1270" y="2527"/>
                </a:lnTo>
                <a:lnTo>
                  <a:pt x="1270" y="6337"/>
                </a:lnTo>
                <a:lnTo>
                  <a:pt x="412750" y="6337"/>
                </a:lnTo>
                <a:lnTo>
                  <a:pt x="412750" y="2527"/>
                </a:lnTo>
                <a:close/>
              </a:path>
            </a:pathLst>
          </a:custGeom>
          <a:solidFill>
            <a:srgbClr val="003000"/>
          </a:solidFill>
        </p:spPr>
        <p:txBody>
          <a:bodyPr wrap="square" lIns="0" tIns="0" rIns="0" bIns="0" rtlCol="0"/>
          <a:lstStyle/>
          <a:p/>
        </p:txBody>
      </p:sp>
      <p:sp>
        <p:nvSpPr>
          <p:cNvPr id="631" name="object 631"/>
          <p:cNvSpPr/>
          <p:nvPr/>
        </p:nvSpPr>
        <p:spPr>
          <a:xfrm>
            <a:off x="6897369" y="3639820"/>
            <a:ext cx="339090" cy="7620"/>
          </a:xfrm>
          <a:custGeom>
            <a:avLst/>
            <a:gdLst/>
            <a:ahLst/>
            <a:cxnLst/>
            <a:rect l="l" t="t" r="r" b="b"/>
            <a:pathLst>
              <a:path w="339090" h="7620">
                <a:moveTo>
                  <a:pt x="339090" y="0"/>
                </a:moveTo>
                <a:lnTo>
                  <a:pt x="0" y="0"/>
                </a:lnTo>
                <a:lnTo>
                  <a:pt x="0" y="7619"/>
                </a:lnTo>
                <a:lnTo>
                  <a:pt x="339090" y="7619"/>
                </a:lnTo>
                <a:lnTo>
                  <a:pt x="339090" y="0"/>
                </a:lnTo>
                <a:close/>
              </a:path>
            </a:pathLst>
          </a:custGeom>
          <a:solidFill>
            <a:srgbClr val="003000"/>
          </a:solidFill>
        </p:spPr>
        <p:txBody>
          <a:bodyPr wrap="square" lIns="0" tIns="0" rIns="0" bIns="0" rtlCol="0"/>
          <a:lstStyle/>
          <a:p/>
        </p:txBody>
      </p:sp>
      <p:sp>
        <p:nvSpPr>
          <p:cNvPr id="632" name="object 632"/>
          <p:cNvSpPr/>
          <p:nvPr/>
        </p:nvSpPr>
        <p:spPr>
          <a:xfrm>
            <a:off x="7508240" y="3639819"/>
            <a:ext cx="414020" cy="7620"/>
          </a:xfrm>
          <a:custGeom>
            <a:avLst/>
            <a:gdLst/>
            <a:ahLst/>
            <a:cxnLst/>
            <a:rect l="l" t="t" r="r" b="b"/>
            <a:pathLst>
              <a:path w="414020" h="7620">
                <a:moveTo>
                  <a:pt x="414020" y="6350"/>
                </a:moveTo>
                <a:lnTo>
                  <a:pt x="412737" y="6350"/>
                </a:lnTo>
                <a:lnTo>
                  <a:pt x="412737" y="3810"/>
                </a:lnTo>
                <a:lnTo>
                  <a:pt x="412750" y="2540"/>
                </a:lnTo>
                <a:lnTo>
                  <a:pt x="411480" y="2540"/>
                </a:lnTo>
                <a:lnTo>
                  <a:pt x="411480" y="0"/>
                </a:lnTo>
                <a:lnTo>
                  <a:pt x="0" y="0"/>
                </a:lnTo>
                <a:lnTo>
                  <a:pt x="0" y="2540"/>
                </a:lnTo>
                <a:lnTo>
                  <a:pt x="0" y="3810"/>
                </a:lnTo>
                <a:lnTo>
                  <a:pt x="1270" y="3810"/>
                </a:lnTo>
                <a:lnTo>
                  <a:pt x="1270" y="6350"/>
                </a:lnTo>
                <a:lnTo>
                  <a:pt x="1270" y="7620"/>
                </a:lnTo>
                <a:lnTo>
                  <a:pt x="414020" y="7620"/>
                </a:lnTo>
                <a:lnTo>
                  <a:pt x="414020" y="6350"/>
                </a:lnTo>
                <a:close/>
              </a:path>
            </a:pathLst>
          </a:custGeom>
          <a:solidFill>
            <a:srgbClr val="003000"/>
          </a:solidFill>
        </p:spPr>
        <p:txBody>
          <a:bodyPr wrap="square" lIns="0" tIns="0" rIns="0" bIns="0" rtlCol="0"/>
          <a:lstStyle/>
          <a:p/>
        </p:txBody>
      </p:sp>
      <p:sp>
        <p:nvSpPr>
          <p:cNvPr id="633" name="object 633"/>
          <p:cNvSpPr/>
          <p:nvPr/>
        </p:nvSpPr>
        <p:spPr>
          <a:xfrm>
            <a:off x="6897369" y="3647440"/>
            <a:ext cx="339090" cy="5080"/>
          </a:xfrm>
          <a:custGeom>
            <a:avLst/>
            <a:gdLst/>
            <a:ahLst/>
            <a:cxnLst/>
            <a:rect l="l" t="t" r="r" b="b"/>
            <a:pathLst>
              <a:path w="339090" h="5079">
                <a:moveTo>
                  <a:pt x="339090" y="0"/>
                </a:moveTo>
                <a:lnTo>
                  <a:pt x="0" y="0"/>
                </a:lnTo>
                <a:lnTo>
                  <a:pt x="0" y="5079"/>
                </a:lnTo>
                <a:lnTo>
                  <a:pt x="339090" y="5079"/>
                </a:lnTo>
                <a:lnTo>
                  <a:pt x="339090" y="0"/>
                </a:lnTo>
                <a:close/>
              </a:path>
            </a:pathLst>
          </a:custGeom>
          <a:solidFill>
            <a:srgbClr val="003000"/>
          </a:solidFill>
        </p:spPr>
        <p:txBody>
          <a:bodyPr wrap="square" lIns="0" tIns="0" rIns="0" bIns="0" rtlCol="0"/>
          <a:lstStyle/>
          <a:p/>
        </p:txBody>
      </p:sp>
      <p:sp>
        <p:nvSpPr>
          <p:cNvPr id="634" name="object 634"/>
          <p:cNvSpPr/>
          <p:nvPr/>
        </p:nvSpPr>
        <p:spPr>
          <a:xfrm>
            <a:off x="7510780" y="3647439"/>
            <a:ext cx="412750" cy="5080"/>
          </a:xfrm>
          <a:custGeom>
            <a:avLst/>
            <a:gdLst/>
            <a:ahLst/>
            <a:cxnLst/>
            <a:rect l="l" t="t" r="r" b="b"/>
            <a:pathLst>
              <a:path w="412750" h="5079">
                <a:moveTo>
                  <a:pt x="412750" y="1270"/>
                </a:moveTo>
                <a:lnTo>
                  <a:pt x="411480" y="1270"/>
                </a:lnTo>
                <a:lnTo>
                  <a:pt x="411480" y="0"/>
                </a:lnTo>
                <a:lnTo>
                  <a:pt x="0" y="0"/>
                </a:lnTo>
                <a:lnTo>
                  <a:pt x="0" y="1270"/>
                </a:lnTo>
                <a:lnTo>
                  <a:pt x="0" y="3810"/>
                </a:lnTo>
                <a:lnTo>
                  <a:pt x="1270" y="3810"/>
                </a:lnTo>
                <a:lnTo>
                  <a:pt x="1270" y="5080"/>
                </a:lnTo>
                <a:lnTo>
                  <a:pt x="412750" y="5080"/>
                </a:lnTo>
                <a:lnTo>
                  <a:pt x="412750" y="3810"/>
                </a:lnTo>
                <a:lnTo>
                  <a:pt x="412750" y="1270"/>
                </a:lnTo>
                <a:close/>
              </a:path>
            </a:pathLst>
          </a:custGeom>
          <a:solidFill>
            <a:srgbClr val="003000"/>
          </a:solidFill>
        </p:spPr>
        <p:txBody>
          <a:bodyPr wrap="square" lIns="0" tIns="0" rIns="0" bIns="0" rtlCol="0"/>
          <a:lstStyle/>
          <a:p/>
        </p:txBody>
      </p:sp>
      <p:sp>
        <p:nvSpPr>
          <p:cNvPr id="635" name="object 635"/>
          <p:cNvSpPr/>
          <p:nvPr/>
        </p:nvSpPr>
        <p:spPr>
          <a:xfrm>
            <a:off x="6897369" y="3652520"/>
            <a:ext cx="339090" cy="5080"/>
          </a:xfrm>
          <a:custGeom>
            <a:avLst/>
            <a:gdLst/>
            <a:ahLst/>
            <a:cxnLst/>
            <a:rect l="l" t="t" r="r" b="b"/>
            <a:pathLst>
              <a:path w="339090" h="5079">
                <a:moveTo>
                  <a:pt x="339090" y="0"/>
                </a:moveTo>
                <a:lnTo>
                  <a:pt x="0" y="0"/>
                </a:lnTo>
                <a:lnTo>
                  <a:pt x="0" y="5079"/>
                </a:lnTo>
                <a:lnTo>
                  <a:pt x="339090" y="5079"/>
                </a:lnTo>
                <a:lnTo>
                  <a:pt x="339090" y="0"/>
                </a:lnTo>
                <a:close/>
              </a:path>
            </a:pathLst>
          </a:custGeom>
          <a:solidFill>
            <a:srgbClr val="003000"/>
          </a:solidFill>
        </p:spPr>
        <p:txBody>
          <a:bodyPr wrap="square" lIns="0" tIns="0" rIns="0" bIns="0" rtlCol="0"/>
          <a:lstStyle/>
          <a:p/>
        </p:txBody>
      </p:sp>
      <p:sp>
        <p:nvSpPr>
          <p:cNvPr id="636" name="object 636"/>
          <p:cNvSpPr/>
          <p:nvPr/>
        </p:nvSpPr>
        <p:spPr>
          <a:xfrm>
            <a:off x="7512050" y="3652519"/>
            <a:ext cx="412750" cy="5080"/>
          </a:xfrm>
          <a:custGeom>
            <a:avLst/>
            <a:gdLst/>
            <a:ahLst/>
            <a:cxnLst/>
            <a:rect l="l" t="t" r="r" b="b"/>
            <a:pathLst>
              <a:path w="412750" h="5079">
                <a:moveTo>
                  <a:pt x="412750" y="0"/>
                </a:moveTo>
                <a:lnTo>
                  <a:pt x="0" y="0"/>
                </a:lnTo>
                <a:lnTo>
                  <a:pt x="0" y="2540"/>
                </a:lnTo>
                <a:lnTo>
                  <a:pt x="1270" y="2540"/>
                </a:lnTo>
                <a:lnTo>
                  <a:pt x="1270" y="5080"/>
                </a:lnTo>
                <a:lnTo>
                  <a:pt x="412750" y="5080"/>
                </a:lnTo>
                <a:lnTo>
                  <a:pt x="412750" y="2540"/>
                </a:lnTo>
                <a:lnTo>
                  <a:pt x="412750" y="0"/>
                </a:lnTo>
                <a:close/>
              </a:path>
            </a:pathLst>
          </a:custGeom>
          <a:solidFill>
            <a:srgbClr val="003000"/>
          </a:solidFill>
        </p:spPr>
        <p:txBody>
          <a:bodyPr wrap="square" lIns="0" tIns="0" rIns="0" bIns="0" rtlCol="0"/>
          <a:lstStyle/>
          <a:p/>
        </p:txBody>
      </p:sp>
      <p:sp>
        <p:nvSpPr>
          <p:cNvPr id="637" name="object 637"/>
          <p:cNvSpPr/>
          <p:nvPr/>
        </p:nvSpPr>
        <p:spPr>
          <a:xfrm>
            <a:off x="2832100" y="4404359"/>
            <a:ext cx="1068070" cy="1400810"/>
          </a:xfrm>
          <a:custGeom>
            <a:avLst/>
            <a:gdLst/>
            <a:ahLst/>
            <a:cxnLst/>
            <a:rect l="l" t="t" r="r" b="b"/>
            <a:pathLst>
              <a:path w="1068070" h="1400810">
                <a:moveTo>
                  <a:pt x="1068070" y="0"/>
                </a:moveTo>
                <a:lnTo>
                  <a:pt x="694689" y="0"/>
                </a:lnTo>
                <a:lnTo>
                  <a:pt x="534670" y="398779"/>
                </a:lnTo>
                <a:lnTo>
                  <a:pt x="374650" y="0"/>
                </a:lnTo>
                <a:lnTo>
                  <a:pt x="0" y="0"/>
                </a:lnTo>
                <a:lnTo>
                  <a:pt x="365760" y="817879"/>
                </a:lnTo>
                <a:lnTo>
                  <a:pt x="365760" y="1400809"/>
                </a:lnTo>
                <a:lnTo>
                  <a:pt x="702310" y="1400809"/>
                </a:lnTo>
                <a:lnTo>
                  <a:pt x="702310" y="817879"/>
                </a:lnTo>
                <a:lnTo>
                  <a:pt x="1068070" y="0"/>
                </a:lnTo>
                <a:close/>
              </a:path>
            </a:pathLst>
          </a:custGeom>
          <a:solidFill>
            <a:srgbClr val="4C4C4C">
              <a:alpha val="79998"/>
            </a:srgbClr>
          </a:solidFill>
        </p:spPr>
        <p:txBody>
          <a:bodyPr wrap="square" lIns="0" tIns="0" rIns="0" bIns="0" rtlCol="0"/>
          <a:lstStyle/>
          <a:p/>
        </p:txBody>
      </p:sp>
      <p:sp>
        <p:nvSpPr>
          <p:cNvPr id="638" name="object 638"/>
          <p:cNvSpPr/>
          <p:nvPr/>
        </p:nvSpPr>
        <p:spPr>
          <a:xfrm>
            <a:off x="4184703" y="4381500"/>
            <a:ext cx="977900" cy="1446530"/>
          </a:xfrm>
          <a:custGeom>
            <a:avLst/>
            <a:gdLst/>
            <a:ahLst/>
            <a:cxnLst/>
            <a:rect l="l" t="t" r="r" b="b"/>
            <a:pathLst>
              <a:path w="977900" h="1446529">
                <a:moveTo>
                  <a:pt x="487625" y="0"/>
                </a:moveTo>
                <a:lnTo>
                  <a:pt x="431745" y="2539"/>
                </a:lnTo>
                <a:lnTo>
                  <a:pt x="378405" y="11430"/>
                </a:lnTo>
                <a:lnTo>
                  <a:pt x="328875" y="26669"/>
                </a:lnTo>
                <a:lnTo>
                  <a:pt x="283155" y="48260"/>
                </a:lnTo>
                <a:lnTo>
                  <a:pt x="238705" y="74930"/>
                </a:lnTo>
                <a:lnTo>
                  <a:pt x="199335" y="107950"/>
                </a:lnTo>
                <a:lnTo>
                  <a:pt x="162505" y="147319"/>
                </a:lnTo>
                <a:lnTo>
                  <a:pt x="128215" y="193039"/>
                </a:lnTo>
                <a:lnTo>
                  <a:pt x="99005" y="242569"/>
                </a:lnTo>
                <a:lnTo>
                  <a:pt x="72335" y="298450"/>
                </a:lnTo>
                <a:lnTo>
                  <a:pt x="49475" y="358139"/>
                </a:lnTo>
                <a:lnTo>
                  <a:pt x="31695" y="422910"/>
                </a:lnTo>
                <a:lnTo>
                  <a:pt x="17725" y="491489"/>
                </a:lnTo>
                <a:lnTo>
                  <a:pt x="7565" y="563880"/>
                </a:lnTo>
                <a:lnTo>
                  <a:pt x="1215" y="641350"/>
                </a:lnTo>
                <a:lnTo>
                  <a:pt x="102" y="713739"/>
                </a:lnTo>
                <a:lnTo>
                  <a:pt x="0" y="726439"/>
                </a:lnTo>
                <a:lnTo>
                  <a:pt x="1215" y="783589"/>
                </a:lnTo>
                <a:lnTo>
                  <a:pt x="3755" y="839469"/>
                </a:lnTo>
                <a:lnTo>
                  <a:pt x="8835" y="894080"/>
                </a:lnTo>
                <a:lnTo>
                  <a:pt x="15185" y="946150"/>
                </a:lnTo>
                <a:lnTo>
                  <a:pt x="25345" y="995680"/>
                </a:lnTo>
                <a:lnTo>
                  <a:pt x="35505" y="1042669"/>
                </a:lnTo>
                <a:lnTo>
                  <a:pt x="49475" y="1087120"/>
                </a:lnTo>
                <a:lnTo>
                  <a:pt x="63445" y="1129030"/>
                </a:lnTo>
                <a:lnTo>
                  <a:pt x="81225" y="1168400"/>
                </a:lnTo>
                <a:lnTo>
                  <a:pt x="99005" y="1205230"/>
                </a:lnTo>
                <a:lnTo>
                  <a:pt x="118055" y="1239520"/>
                </a:lnTo>
                <a:lnTo>
                  <a:pt x="139645" y="1271270"/>
                </a:lnTo>
                <a:lnTo>
                  <a:pt x="184095" y="1325880"/>
                </a:lnTo>
                <a:lnTo>
                  <a:pt x="234895" y="1370330"/>
                </a:lnTo>
                <a:lnTo>
                  <a:pt x="290775" y="1403350"/>
                </a:lnTo>
                <a:lnTo>
                  <a:pt x="353005" y="1427480"/>
                </a:lnTo>
                <a:lnTo>
                  <a:pt x="421585" y="1441450"/>
                </a:lnTo>
                <a:lnTo>
                  <a:pt x="459685" y="1445260"/>
                </a:lnTo>
                <a:lnTo>
                  <a:pt x="497785" y="1446530"/>
                </a:lnTo>
                <a:lnTo>
                  <a:pt x="537155" y="1445260"/>
                </a:lnTo>
                <a:lnTo>
                  <a:pt x="608275" y="1433830"/>
                </a:lnTo>
                <a:lnTo>
                  <a:pt x="674315" y="1412240"/>
                </a:lnTo>
                <a:lnTo>
                  <a:pt x="734005" y="1377950"/>
                </a:lnTo>
                <a:lnTo>
                  <a:pt x="787345" y="1334770"/>
                </a:lnTo>
                <a:lnTo>
                  <a:pt x="833065" y="1281430"/>
                </a:lnTo>
                <a:lnTo>
                  <a:pt x="873705" y="1219200"/>
                </a:lnTo>
                <a:lnTo>
                  <a:pt x="891485" y="1184910"/>
                </a:lnTo>
                <a:lnTo>
                  <a:pt x="907995" y="1149350"/>
                </a:lnTo>
                <a:lnTo>
                  <a:pt x="923235" y="1111250"/>
                </a:lnTo>
                <a:lnTo>
                  <a:pt x="935935" y="1070610"/>
                </a:lnTo>
                <a:lnTo>
                  <a:pt x="937953" y="1062990"/>
                </a:lnTo>
                <a:lnTo>
                  <a:pt x="472385" y="1062990"/>
                </a:lnTo>
                <a:lnTo>
                  <a:pt x="463495" y="1060450"/>
                </a:lnTo>
                <a:lnTo>
                  <a:pt x="455875" y="1059180"/>
                </a:lnTo>
                <a:lnTo>
                  <a:pt x="448255" y="1055370"/>
                </a:lnTo>
                <a:lnTo>
                  <a:pt x="440635" y="1052830"/>
                </a:lnTo>
                <a:lnTo>
                  <a:pt x="433015" y="1049020"/>
                </a:lnTo>
                <a:lnTo>
                  <a:pt x="426665" y="1045210"/>
                </a:lnTo>
                <a:lnTo>
                  <a:pt x="419045" y="1038860"/>
                </a:lnTo>
                <a:lnTo>
                  <a:pt x="412695" y="1033780"/>
                </a:lnTo>
                <a:lnTo>
                  <a:pt x="393645" y="1014730"/>
                </a:lnTo>
                <a:lnTo>
                  <a:pt x="388565" y="1005840"/>
                </a:lnTo>
                <a:lnTo>
                  <a:pt x="382215" y="998219"/>
                </a:lnTo>
                <a:lnTo>
                  <a:pt x="377135" y="988060"/>
                </a:lnTo>
                <a:lnTo>
                  <a:pt x="372055" y="979169"/>
                </a:lnTo>
                <a:lnTo>
                  <a:pt x="366975" y="967740"/>
                </a:lnTo>
                <a:lnTo>
                  <a:pt x="363165" y="956310"/>
                </a:lnTo>
                <a:lnTo>
                  <a:pt x="358085" y="944880"/>
                </a:lnTo>
                <a:lnTo>
                  <a:pt x="351735" y="916940"/>
                </a:lnTo>
                <a:lnTo>
                  <a:pt x="340305" y="850900"/>
                </a:lnTo>
                <a:lnTo>
                  <a:pt x="337765" y="812800"/>
                </a:lnTo>
                <a:lnTo>
                  <a:pt x="335302" y="772160"/>
                </a:lnTo>
                <a:lnTo>
                  <a:pt x="335225" y="680719"/>
                </a:lnTo>
                <a:lnTo>
                  <a:pt x="337765" y="638810"/>
                </a:lnTo>
                <a:lnTo>
                  <a:pt x="340305" y="599439"/>
                </a:lnTo>
                <a:lnTo>
                  <a:pt x="351735" y="533400"/>
                </a:lnTo>
                <a:lnTo>
                  <a:pt x="363165" y="494030"/>
                </a:lnTo>
                <a:lnTo>
                  <a:pt x="388565" y="444500"/>
                </a:lnTo>
                <a:lnTo>
                  <a:pt x="393645" y="435610"/>
                </a:lnTo>
                <a:lnTo>
                  <a:pt x="399995" y="429260"/>
                </a:lnTo>
                <a:lnTo>
                  <a:pt x="406345" y="421639"/>
                </a:lnTo>
                <a:lnTo>
                  <a:pt x="412695" y="416560"/>
                </a:lnTo>
                <a:lnTo>
                  <a:pt x="419045" y="410210"/>
                </a:lnTo>
                <a:lnTo>
                  <a:pt x="426665" y="405130"/>
                </a:lnTo>
                <a:lnTo>
                  <a:pt x="433015" y="401319"/>
                </a:lnTo>
                <a:lnTo>
                  <a:pt x="440635" y="397510"/>
                </a:lnTo>
                <a:lnTo>
                  <a:pt x="446985" y="393700"/>
                </a:lnTo>
                <a:lnTo>
                  <a:pt x="462225" y="388619"/>
                </a:lnTo>
                <a:lnTo>
                  <a:pt x="469845" y="388619"/>
                </a:lnTo>
                <a:lnTo>
                  <a:pt x="478735" y="387350"/>
                </a:lnTo>
                <a:lnTo>
                  <a:pt x="486355" y="386080"/>
                </a:lnTo>
                <a:lnTo>
                  <a:pt x="937750" y="386080"/>
                </a:lnTo>
                <a:lnTo>
                  <a:pt x="928315" y="353060"/>
                </a:lnTo>
                <a:lnTo>
                  <a:pt x="905455" y="293369"/>
                </a:lnTo>
                <a:lnTo>
                  <a:pt x="894025" y="265430"/>
                </a:lnTo>
                <a:lnTo>
                  <a:pt x="880055" y="240030"/>
                </a:lnTo>
                <a:lnTo>
                  <a:pt x="864815" y="214630"/>
                </a:lnTo>
                <a:lnTo>
                  <a:pt x="850845" y="189230"/>
                </a:lnTo>
                <a:lnTo>
                  <a:pt x="833065" y="166369"/>
                </a:lnTo>
                <a:lnTo>
                  <a:pt x="816555" y="144780"/>
                </a:lnTo>
                <a:lnTo>
                  <a:pt x="798775" y="124460"/>
                </a:lnTo>
                <a:lnTo>
                  <a:pt x="759405" y="88900"/>
                </a:lnTo>
                <a:lnTo>
                  <a:pt x="718765" y="59689"/>
                </a:lnTo>
                <a:lnTo>
                  <a:pt x="673045" y="36830"/>
                </a:lnTo>
                <a:lnTo>
                  <a:pt x="598115" y="11430"/>
                </a:lnTo>
                <a:lnTo>
                  <a:pt x="544775" y="2539"/>
                </a:lnTo>
                <a:lnTo>
                  <a:pt x="487625" y="0"/>
                </a:lnTo>
                <a:close/>
              </a:path>
              <a:path w="977900" h="1446529">
                <a:moveTo>
                  <a:pt x="937750" y="386080"/>
                </a:moveTo>
                <a:lnTo>
                  <a:pt x="486355" y="386080"/>
                </a:lnTo>
                <a:lnTo>
                  <a:pt x="504135" y="388619"/>
                </a:lnTo>
                <a:lnTo>
                  <a:pt x="511755" y="388619"/>
                </a:lnTo>
                <a:lnTo>
                  <a:pt x="520645" y="391160"/>
                </a:lnTo>
                <a:lnTo>
                  <a:pt x="535885" y="396239"/>
                </a:lnTo>
                <a:lnTo>
                  <a:pt x="542235" y="401319"/>
                </a:lnTo>
                <a:lnTo>
                  <a:pt x="549855" y="405130"/>
                </a:lnTo>
                <a:lnTo>
                  <a:pt x="589225" y="443230"/>
                </a:lnTo>
                <a:lnTo>
                  <a:pt x="594305" y="450850"/>
                </a:lnTo>
                <a:lnTo>
                  <a:pt x="600655" y="459739"/>
                </a:lnTo>
                <a:lnTo>
                  <a:pt x="605735" y="469900"/>
                </a:lnTo>
                <a:lnTo>
                  <a:pt x="609545" y="480060"/>
                </a:lnTo>
                <a:lnTo>
                  <a:pt x="619705" y="502919"/>
                </a:lnTo>
                <a:lnTo>
                  <a:pt x="632405" y="558800"/>
                </a:lnTo>
                <a:lnTo>
                  <a:pt x="640025" y="627380"/>
                </a:lnTo>
                <a:lnTo>
                  <a:pt x="642565" y="665480"/>
                </a:lnTo>
                <a:lnTo>
                  <a:pt x="642565" y="758189"/>
                </a:lnTo>
                <a:lnTo>
                  <a:pt x="640025" y="803910"/>
                </a:lnTo>
                <a:lnTo>
                  <a:pt x="637485" y="845819"/>
                </a:lnTo>
                <a:lnTo>
                  <a:pt x="632405" y="883919"/>
                </a:lnTo>
                <a:lnTo>
                  <a:pt x="619705" y="946150"/>
                </a:lnTo>
                <a:lnTo>
                  <a:pt x="601925" y="990600"/>
                </a:lnTo>
                <a:lnTo>
                  <a:pt x="590495" y="1008380"/>
                </a:lnTo>
                <a:lnTo>
                  <a:pt x="585415" y="1016000"/>
                </a:lnTo>
                <a:lnTo>
                  <a:pt x="553665" y="1045210"/>
                </a:lnTo>
                <a:lnTo>
                  <a:pt x="538425" y="1052830"/>
                </a:lnTo>
                <a:lnTo>
                  <a:pt x="530805" y="1056640"/>
                </a:lnTo>
                <a:lnTo>
                  <a:pt x="523185" y="1059180"/>
                </a:lnTo>
                <a:lnTo>
                  <a:pt x="515565" y="1060450"/>
                </a:lnTo>
                <a:lnTo>
                  <a:pt x="506675" y="1062990"/>
                </a:lnTo>
                <a:lnTo>
                  <a:pt x="937953" y="1062990"/>
                </a:lnTo>
                <a:lnTo>
                  <a:pt x="947365" y="1027430"/>
                </a:lnTo>
                <a:lnTo>
                  <a:pt x="956255" y="981710"/>
                </a:lnTo>
                <a:lnTo>
                  <a:pt x="963875" y="933450"/>
                </a:lnTo>
                <a:lnTo>
                  <a:pt x="970225" y="882650"/>
                </a:lnTo>
                <a:lnTo>
                  <a:pt x="974035" y="828039"/>
                </a:lnTo>
                <a:lnTo>
                  <a:pt x="977845" y="772160"/>
                </a:lnTo>
                <a:lnTo>
                  <a:pt x="977845" y="713739"/>
                </a:lnTo>
                <a:lnTo>
                  <a:pt x="975305" y="632460"/>
                </a:lnTo>
                <a:lnTo>
                  <a:pt x="970225" y="554989"/>
                </a:lnTo>
                <a:lnTo>
                  <a:pt x="960065" y="483869"/>
                </a:lnTo>
                <a:lnTo>
                  <a:pt x="946095" y="415289"/>
                </a:lnTo>
                <a:lnTo>
                  <a:pt x="937750" y="386080"/>
                </a:lnTo>
                <a:close/>
              </a:path>
            </a:pathLst>
          </a:custGeom>
          <a:solidFill>
            <a:srgbClr val="4C4C4C">
              <a:alpha val="79998"/>
            </a:srgbClr>
          </a:solidFill>
        </p:spPr>
        <p:txBody>
          <a:bodyPr wrap="square" lIns="0" tIns="0" rIns="0" bIns="0" rtlCol="0"/>
          <a:lstStyle/>
          <a:p/>
        </p:txBody>
      </p:sp>
      <p:sp>
        <p:nvSpPr>
          <p:cNvPr id="639" name="object 639"/>
          <p:cNvSpPr/>
          <p:nvPr/>
        </p:nvSpPr>
        <p:spPr>
          <a:xfrm>
            <a:off x="5579109" y="4404359"/>
            <a:ext cx="910590" cy="1424940"/>
          </a:xfrm>
          <a:custGeom>
            <a:avLst/>
            <a:gdLst/>
            <a:ahLst/>
            <a:cxnLst/>
            <a:rect l="l" t="t" r="r" b="b"/>
            <a:pathLst>
              <a:path w="910589" h="1424939">
                <a:moveTo>
                  <a:pt x="910589" y="0"/>
                </a:moveTo>
                <a:lnTo>
                  <a:pt x="575310" y="0"/>
                </a:lnTo>
                <a:lnTo>
                  <a:pt x="575310" y="869949"/>
                </a:lnTo>
                <a:lnTo>
                  <a:pt x="574039" y="891539"/>
                </a:lnTo>
                <a:lnTo>
                  <a:pt x="567689" y="930909"/>
                </a:lnTo>
                <a:lnTo>
                  <a:pt x="554989" y="971549"/>
                </a:lnTo>
                <a:lnTo>
                  <a:pt x="521969" y="1015999"/>
                </a:lnTo>
                <a:lnTo>
                  <a:pt x="488950" y="1033779"/>
                </a:lnTo>
                <a:lnTo>
                  <a:pt x="482600" y="1036319"/>
                </a:lnTo>
                <a:lnTo>
                  <a:pt x="455929" y="1038859"/>
                </a:lnTo>
                <a:lnTo>
                  <a:pt x="441960" y="1037589"/>
                </a:lnTo>
                <a:lnTo>
                  <a:pt x="435610" y="1037589"/>
                </a:lnTo>
                <a:lnTo>
                  <a:pt x="429260" y="1036319"/>
                </a:lnTo>
                <a:lnTo>
                  <a:pt x="416560" y="1031239"/>
                </a:lnTo>
                <a:lnTo>
                  <a:pt x="411479" y="1029969"/>
                </a:lnTo>
                <a:lnTo>
                  <a:pt x="405129" y="1026159"/>
                </a:lnTo>
                <a:lnTo>
                  <a:pt x="400050" y="1023619"/>
                </a:lnTo>
                <a:lnTo>
                  <a:pt x="389889" y="1015999"/>
                </a:lnTo>
                <a:lnTo>
                  <a:pt x="379729" y="1005839"/>
                </a:lnTo>
                <a:lnTo>
                  <a:pt x="363219" y="984249"/>
                </a:lnTo>
                <a:lnTo>
                  <a:pt x="359410" y="976629"/>
                </a:lnTo>
                <a:lnTo>
                  <a:pt x="355600" y="970279"/>
                </a:lnTo>
                <a:lnTo>
                  <a:pt x="347979" y="947419"/>
                </a:lnTo>
                <a:lnTo>
                  <a:pt x="342900" y="929639"/>
                </a:lnTo>
                <a:lnTo>
                  <a:pt x="339089" y="911859"/>
                </a:lnTo>
                <a:lnTo>
                  <a:pt x="337819" y="891539"/>
                </a:lnTo>
                <a:lnTo>
                  <a:pt x="335279" y="869949"/>
                </a:lnTo>
                <a:lnTo>
                  <a:pt x="335279" y="0"/>
                </a:lnTo>
                <a:lnTo>
                  <a:pt x="0" y="0"/>
                </a:lnTo>
                <a:lnTo>
                  <a:pt x="0" y="828039"/>
                </a:lnTo>
                <a:lnTo>
                  <a:pt x="3810" y="909319"/>
                </a:lnTo>
                <a:lnTo>
                  <a:pt x="7619" y="937259"/>
                </a:lnTo>
                <a:lnTo>
                  <a:pt x="15239" y="996949"/>
                </a:lnTo>
                <a:lnTo>
                  <a:pt x="26669" y="1061720"/>
                </a:lnTo>
                <a:lnTo>
                  <a:pt x="36829" y="1103630"/>
                </a:lnTo>
                <a:lnTo>
                  <a:pt x="50800" y="1145539"/>
                </a:lnTo>
                <a:lnTo>
                  <a:pt x="69850" y="1187449"/>
                </a:lnTo>
                <a:lnTo>
                  <a:pt x="78739" y="1207770"/>
                </a:lnTo>
                <a:lnTo>
                  <a:pt x="90169" y="1228089"/>
                </a:lnTo>
                <a:lnTo>
                  <a:pt x="101600" y="1247139"/>
                </a:lnTo>
                <a:lnTo>
                  <a:pt x="114300" y="1264920"/>
                </a:lnTo>
                <a:lnTo>
                  <a:pt x="125729" y="1282699"/>
                </a:lnTo>
                <a:lnTo>
                  <a:pt x="151129" y="1313180"/>
                </a:lnTo>
                <a:lnTo>
                  <a:pt x="179069" y="1339849"/>
                </a:lnTo>
                <a:lnTo>
                  <a:pt x="222250" y="1371599"/>
                </a:lnTo>
                <a:lnTo>
                  <a:pt x="290829" y="1402080"/>
                </a:lnTo>
                <a:lnTo>
                  <a:pt x="330200" y="1410970"/>
                </a:lnTo>
                <a:lnTo>
                  <a:pt x="369569" y="1417320"/>
                </a:lnTo>
                <a:lnTo>
                  <a:pt x="407669" y="1421130"/>
                </a:lnTo>
                <a:lnTo>
                  <a:pt x="477519" y="1424939"/>
                </a:lnTo>
                <a:lnTo>
                  <a:pt x="534669" y="1422399"/>
                </a:lnTo>
                <a:lnTo>
                  <a:pt x="588010" y="1413509"/>
                </a:lnTo>
                <a:lnTo>
                  <a:pt x="636269" y="1398270"/>
                </a:lnTo>
                <a:lnTo>
                  <a:pt x="697229" y="1367789"/>
                </a:lnTo>
                <a:lnTo>
                  <a:pt x="728979" y="1343659"/>
                </a:lnTo>
                <a:lnTo>
                  <a:pt x="758189" y="1314449"/>
                </a:lnTo>
                <a:lnTo>
                  <a:pt x="787400" y="1277620"/>
                </a:lnTo>
                <a:lnTo>
                  <a:pt x="815339" y="1235709"/>
                </a:lnTo>
                <a:lnTo>
                  <a:pt x="839469" y="1189989"/>
                </a:lnTo>
                <a:lnTo>
                  <a:pt x="861060" y="1140459"/>
                </a:lnTo>
                <a:lnTo>
                  <a:pt x="868679" y="1115059"/>
                </a:lnTo>
                <a:lnTo>
                  <a:pt x="877569" y="1088389"/>
                </a:lnTo>
                <a:lnTo>
                  <a:pt x="890269" y="1033779"/>
                </a:lnTo>
                <a:lnTo>
                  <a:pt x="900429" y="976629"/>
                </a:lnTo>
                <a:lnTo>
                  <a:pt x="909319" y="888999"/>
                </a:lnTo>
                <a:lnTo>
                  <a:pt x="910589" y="858519"/>
                </a:lnTo>
                <a:lnTo>
                  <a:pt x="910589" y="0"/>
                </a:lnTo>
                <a:close/>
              </a:path>
            </a:pathLst>
          </a:custGeom>
          <a:solidFill>
            <a:srgbClr val="4C4C4C">
              <a:alpha val="79998"/>
            </a:srgbClr>
          </a:solidFill>
        </p:spPr>
        <p:txBody>
          <a:bodyPr wrap="square" lIns="0" tIns="0" rIns="0" bIns="0" rtlCol="0"/>
          <a:lstStyle/>
          <a:p/>
        </p:txBody>
      </p:sp>
      <p:sp>
        <p:nvSpPr>
          <p:cNvPr id="640" name="object 640"/>
          <p:cNvSpPr/>
          <p:nvPr/>
        </p:nvSpPr>
        <p:spPr>
          <a:xfrm>
            <a:off x="2819400" y="4366259"/>
            <a:ext cx="1068070" cy="1400810"/>
          </a:xfrm>
          <a:custGeom>
            <a:avLst/>
            <a:gdLst/>
            <a:ahLst/>
            <a:cxnLst/>
            <a:rect l="l" t="t" r="r" b="b"/>
            <a:pathLst>
              <a:path w="1068070" h="1400810">
                <a:moveTo>
                  <a:pt x="1068070" y="0"/>
                </a:moveTo>
                <a:lnTo>
                  <a:pt x="694689" y="0"/>
                </a:lnTo>
                <a:lnTo>
                  <a:pt x="534670" y="398779"/>
                </a:lnTo>
                <a:lnTo>
                  <a:pt x="374650" y="0"/>
                </a:lnTo>
                <a:lnTo>
                  <a:pt x="0" y="0"/>
                </a:lnTo>
                <a:lnTo>
                  <a:pt x="365760" y="817879"/>
                </a:lnTo>
                <a:lnTo>
                  <a:pt x="365760" y="1400809"/>
                </a:lnTo>
                <a:lnTo>
                  <a:pt x="702310" y="1400809"/>
                </a:lnTo>
                <a:lnTo>
                  <a:pt x="702310" y="817879"/>
                </a:lnTo>
                <a:lnTo>
                  <a:pt x="1068070" y="0"/>
                </a:lnTo>
                <a:close/>
              </a:path>
            </a:pathLst>
          </a:custGeom>
          <a:solidFill>
            <a:srgbClr val="003300"/>
          </a:solidFill>
        </p:spPr>
        <p:txBody>
          <a:bodyPr wrap="square" lIns="0" tIns="0" rIns="0" bIns="0" rtlCol="0"/>
          <a:lstStyle/>
          <a:p/>
        </p:txBody>
      </p:sp>
      <p:sp>
        <p:nvSpPr>
          <p:cNvPr id="641" name="object 641"/>
          <p:cNvSpPr/>
          <p:nvPr/>
        </p:nvSpPr>
        <p:spPr>
          <a:xfrm>
            <a:off x="4172003" y="4343400"/>
            <a:ext cx="977900" cy="1446530"/>
          </a:xfrm>
          <a:custGeom>
            <a:avLst/>
            <a:gdLst/>
            <a:ahLst/>
            <a:cxnLst/>
            <a:rect l="l" t="t" r="r" b="b"/>
            <a:pathLst>
              <a:path w="977900" h="1446529">
                <a:moveTo>
                  <a:pt x="487625" y="0"/>
                </a:moveTo>
                <a:lnTo>
                  <a:pt x="431745" y="2539"/>
                </a:lnTo>
                <a:lnTo>
                  <a:pt x="378405" y="11430"/>
                </a:lnTo>
                <a:lnTo>
                  <a:pt x="328875" y="26669"/>
                </a:lnTo>
                <a:lnTo>
                  <a:pt x="283155" y="48260"/>
                </a:lnTo>
                <a:lnTo>
                  <a:pt x="239975" y="74930"/>
                </a:lnTo>
                <a:lnTo>
                  <a:pt x="199335" y="107950"/>
                </a:lnTo>
                <a:lnTo>
                  <a:pt x="162505" y="147319"/>
                </a:lnTo>
                <a:lnTo>
                  <a:pt x="128215" y="193039"/>
                </a:lnTo>
                <a:lnTo>
                  <a:pt x="99005" y="242569"/>
                </a:lnTo>
                <a:lnTo>
                  <a:pt x="72335" y="298450"/>
                </a:lnTo>
                <a:lnTo>
                  <a:pt x="49475" y="358139"/>
                </a:lnTo>
                <a:lnTo>
                  <a:pt x="31695" y="422910"/>
                </a:lnTo>
                <a:lnTo>
                  <a:pt x="17725" y="491489"/>
                </a:lnTo>
                <a:lnTo>
                  <a:pt x="7565" y="563880"/>
                </a:lnTo>
                <a:lnTo>
                  <a:pt x="1215" y="641350"/>
                </a:lnTo>
                <a:lnTo>
                  <a:pt x="102" y="713739"/>
                </a:lnTo>
                <a:lnTo>
                  <a:pt x="0" y="726439"/>
                </a:lnTo>
                <a:lnTo>
                  <a:pt x="1215" y="783589"/>
                </a:lnTo>
                <a:lnTo>
                  <a:pt x="3755" y="839469"/>
                </a:lnTo>
                <a:lnTo>
                  <a:pt x="8835" y="894080"/>
                </a:lnTo>
                <a:lnTo>
                  <a:pt x="15185" y="946150"/>
                </a:lnTo>
                <a:lnTo>
                  <a:pt x="25345" y="995680"/>
                </a:lnTo>
                <a:lnTo>
                  <a:pt x="35505" y="1042669"/>
                </a:lnTo>
                <a:lnTo>
                  <a:pt x="49475" y="1087120"/>
                </a:lnTo>
                <a:lnTo>
                  <a:pt x="64715" y="1129030"/>
                </a:lnTo>
                <a:lnTo>
                  <a:pt x="81225" y="1168400"/>
                </a:lnTo>
                <a:lnTo>
                  <a:pt x="99005" y="1205230"/>
                </a:lnTo>
                <a:lnTo>
                  <a:pt x="118055" y="1239520"/>
                </a:lnTo>
                <a:lnTo>
                  <a:pt x="139645" y="1271270"/>
                </a:lnTo>
                <a:lnTo>
                  <a:pt x="184095" y="1325880"/>
                </a:lnTo>
                <a:lnTo>
                  <a:pt x="234895" y="1370330"/>
                </a:lnTo>
                <a:lnTo>
                  <a:pt x="290775" y="1403350"/>
                </a:lnTo>
                <a:lnTo>
                  <a:pt x="353005" y="1427480"/>
                </a:lnTo>
                <a:lnTo>
                  <a:pt x="422855" y="1441450"/>
                </a:lnTo>
                <a:lnTo>
                  <a:pt x="497785" y="1446530"/>
                </a:lnTo>
                <a:lnTo>
                  <a:pt x="537155" y="1445260"/>
                </a:lnTo>
                <a:lnTo>
                  <a:pt x="608275" y="1433830"/>
                </a:lnTo>
                <a:lnTo>
                  <a:pt x="674315" y="1412240"/>
                </a:lnTo>
                <a:lnTo>
                  <a:pt x="734005" y="1377950"/>
                </a:lnTo>
                <a:lnTo>
                  <a:pt x="787345" y="1334770"/>
                </a:lnTo>
                <a:lnTo>
                  <a:pt x="834335" y="1281430"/>
                </a:lnTo>
                <a:lnTo>
                  <a:pt x="873705" y="1219200"/>
                </a:lnTo>
                <a:lnTo>
                  <a:pt x="891485" y="1184910"/>
                </a:lnTo>
                <a:lnTo>
                  <a:pt x="907995" y="1149350"/>
                </a:lnTo>
                <a:lnTo>
                  <a:pt x="923235" y="1111250"/>
                </a:lnTo>
                <a:lnTo>
                  <a:pt x="935935" y="1070610"/>
                </a:lnTo>
                <a:lnTo>
                  <a:pt x="937953" y="1062990"/>
                </a:lnTo>
                <a:lnTo>
                  <a:pt x="472385" y="1062990"/>
                </a:lnTo>
                <a:lnTo>
                  <a:pt x="463495" y="1060450"/>
                </a:lnTo>
                <a:lnTo>
                  <a:pt x="455875" y="1059180"/>
                </a:lnTo>
                <a:lnTo>
                  <a:pt x="448255" y="1055370"/>
                </a:lnTo>
                <a:lnTo>
                  <a:pt x="440635" y="1052830"/>
                </a:lnTo>
                <a:lnTo>
                  <a:pt x="433015" y="1049020"/>
                </a:lnTo>
                <a:lnTo>
                  <a:pt x="426665" y="1045210"/>
                </a:lnTo>
                <a:lnTo>
                  <a:pt x="419045" y="1038860"/>
                </a:lnTo>
                <a:lnTo>
                  <a:pt x="412695" y="1033780"/>
                </a:lnTo>
                <a:lnTo>
                  <a:pt x="393645" y="1014730"/>
                </a:lnTo>
                <a:lnTo>
                  <a:pt x="388565" y="1005840"/>
                </a:lnTo>
                <a:lnTo>
                  <a:pt x="382215" y="996950"/>
                </a:lnTo>
                <a:lnTo>
                  <a:pt x="372055" y="979169"/>
                </a:lnTo>
                <a:lnTo>
                  <a:pt x="366975" y="967740"/>
                </a:lnTo>
                <a:lnTo>
                  <a:pt x="363165" y="956310"/>
                </a:lnTo>
                <a:lnTo>
                  <a:pt x="358085" y="944880"/>
                </a:lnTo>
                <a:lnTo>
                  <a:pt x="345385" y="885189"/>
                </a:lnTo>
                <a:lnTo>
                  <a:pt x="337765" y="812800"/>
                </a:lnTo>
                <a:lnTo>
                  <a:pt x="335302" y="772160"/>
                </a:lnTo>
                <a:lnTo>
                  <a:pt x="335225" y="680719"/>
                </a:lnTo>
                <a:lnTo>
                  <a:pt x="337765" y="638810"/>
                </a:lnTo>
                <a:lnTo>
                  <a:pt x="341575" y="599439"/>
                </a:lnTo>
                <a:lnTo>
                  <a:pt x="351735" y="533400"/>
                </a:lnTo>
                <a:lnTo>
                  <a:pt x="363165" y="494030"/>
                </a:lnTo>
                <a:lnTo>
                  <a:pt x="388565" y="444500"/>
                </a:lnTo>
                <a:lnTo>
                  <a:pt x="393645" y="435610"/>
                </a:lnTo>
                <a:lnTo>
                  <a:pt x="399995" y="429260"/>
                </a:lnTo>
                <a:lnTo>
                  <a:pt x="406345" y="421639"/>
                </a:lnTo>
                <a:lnTo>
                  <a:pt x="412695" y="416560"/>
                </a:lnTo>
                <a:lnTo>
                  <a:pt x="419045" y="410210"/>
                </a:lnTo>
                <a:lnTo>
                  <a:pt x="426665" y="405130"/>
                </a:lnTo>
                <a:lnTo>
                  <a:pt x="433015" y="401319"/>
                </a:lnTo>
                <a:lnTo>
                  <a:pt x="440635" y="397510"/>
                </a:lnTo>
                <a:lnTo>
                  <a:pt x="446985" y="393700"/>
                </a:lnTo>
                <a:lnTo>
                  <a:pt x="462225" y="388619"/>
                </a:lnTo>
                <a:lnTo>
                  <a:pt x="471115" y="388619"/>
                </a:lnTo>
                <a:lnTo>
                  <a:pt x="486355" y="386080"/>
                </a:lnTo>
                <a:lnTo>
                  <a:pt x="937750" y="386080"/>
                </a:lnTo>
                <a:lnTo>
                  <a:pt x="928315" y="353060"/>
                </a:lnTo>
                <a:lnTo>
                  <a:pt x="905455" y="293369"/>
                </a:lnTo>
                <a:lnTo>
                  <a:pt x="866085" y="214630"/>
                </a:lnTo>
                <a:lnTo>
                  <a:pt x="834335" y="166369"/>
                </a:lnTo>
                <a:lnTo>
                  <a:pt x="798775" y="124460"/>
                </a:lnTo>
                <a:lnTo>
                  <a:pt x="759405" y="88900"/>
                </a:lnTo>
                <a:lnTo>
                  <a:pt x="718765" y="59689"/>
                </a:lnTo>
                <a:lnTo>
                  <a:pt x="673045" y="36830"/>
                </a:lnTo>
                <a:lnTo>
                  <a:pt x="623515" y="17780"/>
                </a:lnTo>
                <a:lnTo>
                  <a:pt x="544775" y="2539"/>
                </a:lnTo>
                <a:lnTo>
                  <a:pt x="487625" y="0"/>
                </a:lnTo>
                <a:close/>
              </a:path>
              <a:path w="977900" h="1446529">
                <a:moveTo>
                  <a:pt x="937750" y="386080"/>
                </a:moveTo>
                <a:lnTo>
                  <a:pt x="486355" y="386080"/>
                </a:lnTo>
                <a:lnTo>
                  <a:pt x="504135" y="388619"/>
                </a:lnTo>
                <a:lnTo>
                  <a:pt x="511755" y="388619"/>
                </a:lnTo>
                <a:lnTo>
                  <a:pt x="520645" y="391160"/>
                </a:lnTo>
                <a:lnTo>
                  <a:pt x="535885" y="396239"/>
                </a:lnTo>
                <a:lnTo>
                  <a:pt x="543505" y="401319"/>
                </a:lnTo>
                <a:lnTo>
                  <a:pt x="549855" y="405130"/>
                </a:lnTo>
                <a:lnTo>
                  <a:pt x="589225" y="443230"/>
                </a:lnTo>
                <a:lnTo>
                  <a:pt x="594305" y="450850"/>
                </a:lnTo>
                <a:lnTo>
                  <a:pt x="600655" y="459739"/>
                </a:lnTo>
                <a:lnTo>
                  <a:pt x="610815" y="480060"/>
                </a:lnTo>
                <a:lnTo>
                  <a:pt x="614625" y="491489"/>
                </a:lnTo>
                <a:lnTo>
                  <a:pt x="619705" y="502919"/>
                </a:lnTo>
                <a:lnTo>
                  <a:pt x="632405" y="558800"/>
                </a:lnTo>
                <a:lnTo>
                  <a:pt x="640025" y="627380"/>
                </a:lnTo>
                <a:lnTo>
                  <a:pt x="642565" y="665480"/>
                </a:lnTo>
                <a:lnTo>
                  <a:pt x="642565" y="758189"/>
                </a:lnTo>
                <a:lnTo>
                  <a:pt x="640025" y="803910"/>
                </a:lnTo>
                <a:lnTo>
                  <a:pt x="637485" y="845819"/>
                </a:lnTo>
                <a:lnTo>
                  <a:pt x="632405" y="883919"/>
                </a:lnTo>
                <a:lnTo>
                  <a:pt x="619705" y="946150"/>
                </a:lnTo>
                <a:lnTo>
                  <a:pt x="601925" y="990600"/>
                </a:lnTo>
                <a:lnTo>
                  <a:pt x="585415" y="1016000"/>
                </a:lnTo>
                <a:lnTo>
                  <a:pt x="580335" y="1022350"/>
                </a:lnTo>
                <a:lnTo>
                  <a:pt x="567635" y="1035050"/>
                </a:lnTo>
                <a:lnTo>
                  <a:pt x="560015" y="1040130"/>
                </a:lnTo>
                <a:lnTo>
                  <a:pt x="553665" y="1045210"/>
                </a:lnTo>
                <a:lnTo>
                  <a:pt x="546045" y="1050290"/>
                </a:lnTo>
                <a:lnTo>
                  <a:pt x="538425" y="1052830"/>
                </a:lnTo>
                <a:lnTo>
                  <a:pt x="530805" y="1056640"/>
                </a:lnTo>
                <a:lnTo>
                  <a:pt x="523185" y="1059180"/>
                </a:lnTo>
                <a:lnTo>
                  <a:pt x="515565" y="1060450"/>
                </a:lnTo>
                <a:lnTo>
                  <a:pt x="506675" y="1062990"/>
                </a:lnTo>
                <a:lnTo>
                  <a:pt x="937953" y="1062990"/>
                </a:lnTo>
                <a:lnTo>
                  <a:pt x="947365" y="1027430"/>
                </a:lnTo>
                <a:lnTo>
                  <a:pt x="956255" y="981710"/>
                </a:lnTo>
                <a:lnTo>
                  <a:pt x="963875" y="933450"/>
                </a:lnTo>
                <a:lnTo>
                  <a:pt x="970225" y="881380"/>
                </a:lnTo>
                <a:lnTo>
                  <a:pt x="974035" y="828039"/>
                </a:lnTo>
                <a:lnTo>
                  <a:pt x="977845" y="772160"/>
                </a:lnTo>
                <a:lnTo>
                  <a:pt x="977845" y="713739"/>
                </a:lnTo>
                <a:lnTo>
                  <a:pt x="976575" y="632460"/>
                </a:lnTo>
                <a:lnTo>
                  <a:pt x="970225" y="554989"/>
                </a:lnTo>
                <a:lnTo>
                  <a:pt x="960065" y="483869"/>
                </a:lnTo>
                <a:lnTo>
                  <a:pt x="946095" y="415289"/>
                </a:lnTo>
                <a:lnTo>
                  <a:pt x="937750" y="386080"/>
                </a:lnTo>
                <a:close/>
              </a:path>
            </a:pathLst>
          </a:custGeom>
          <a:solidFill>
            <a:srgbClr val="003300"/>
          </a:solidFill>
        </p:spPr>
        <p:txBody>
          <a:bodyPr wrap="square" lIns="0" tIns="0" rIns="0" bIns="0" rtlCol="0"/>
          <a:lstStyle/>
          <a:p/>
        </p:txBody>
      </p:sp>
      <p:sp>
        <p:nvSpPr>
          <p:cNvPr id="642" name="object 642"/>
          <p:cNvSpPr/>
          <p:nvPr/>
        </p:nvSpPr>
        <p:spPr>
          <a:xfrm>
            <a:off x="5566409" y="4366259"/>
            <a:ext cx="910590" cy="1424940"/>
          </a:xfrm>
          <a:custGeom>
            <a:avLst/>
            <a:gdLst/>
            <a:ahLst/>
            <a:cxnLst/>
            <a:rect l="l" t="t" r="r" b="b"/>
            <a:pathLst>
              <a:path w="910589" h="1424939">
                <a:moveTo>
                  <a:pt x="910589" y="0"/>
                </a:moveTo>
                <a:lnTo>
                  <a:pt x="575310" y="0"/>
                </a:lnTo>
                <a:lnTo>
                  <a:pt x="575310" y="869949"/>
                </a:lnTo>
                <a:lnTo>
                  <a:pt x="574039" y="891539"/>
                </a:lnTo>
                <a:lnTo>
                  <a:pt x="571500" y="911859"/>
                </a:lnTo>
                <a:lnTo>
                  <a:pt x="567689" y="930909"/>
                </a:lnTo>
                <a:lnTo>
                  <a:pt x="563879" y="948689"/>
                </a:lnTo>
                <a:lnTo>
                  <a:pt x="560069" y="956309"/>
                </a:lnTo>
                <a:lnTo>
                  <a:pt x="554989" y="971549"/>
                </a:lnTo>
                <a:lnTo>
                  <a:pt x="521969" y="1015999"/>
                </a:lnTo>
                <a:lnTo>
                  <a:pt x="488950" y="1033779"/>
                </a:lnTo>
                <a:lnTo>
                  <a:pt x="482600" y="1036319"/>
                </a:lnTo>
                <a:lnTo>
                  <a:pt x="455929" y="1038859"/>
                </a:lnTo>
                <a:lnTo>
                  <a:pt x="441960" y="1037589"/>
                </a:lnTo>
                <a:lnTo>
                  <a:pt x="435610" y="1037589"/>
                </a:lnTo>
                <a:lnTo>
                  <a:pt x="429260" y="1036319"/>
                </a:lnTo>
                <a:lnTo>
                  <a:pt x="416560" y="1031239"/>
                </a:lnTo>
                <a:lnTo>
                  <a:pt x="411479" y="1029969"/>
                </a:lnTo>
                <a:lnTo>
                  <a:pt x="405129" y="1026159"/>
                </a:lnTo>
                <a:lnTo>
                  <a:pt x="400050" y="1023619"/>
                </a:lnTo>
                <a:lnTo>
                  <a:pt x="389889" y="1015999"/>
                </a:lnTo>
                <a:lnTo>
                  <a:pt x="384810" y="1010919"/>
                </a:lnTo>
                <a:lnTo>
                  <a:pt x="381000" y="1005839"/>
                </a:lnTo>
                <a:lnTo>
                  <a:pt x="375919" y="1000759"/>
                </a:lnTo>
                <a:lnTo>
                  <a:pt x="363219" y="984249"/>
                </a:lnTo>
                <a:lnTo>
                  <a:pt x="359410" y="976629"/>
                </a:lnTo>
                <a:lnTo>
                  <a:pt x="356869" y="970279"/>
                </a:lnTo>
                <a:lnTo>
                  <a:pt x="353060" y="962659"/>
                </a:lnTo>
                <a:lnTo>
                  <a:pt x="347979" y="947419"/>
                </a:lnTo>
                <a:lnTo>
                  <a:pt x="342900" y="929639"/>
                </a:lnTo>
                <a:lnTo>
                  <a:pt x="340360" y="911859"/>
                </a:lnTo>
                <a:lnTo>
                  <a:pt x="335279" y="869949"/>
                </a:lnTo>
                <a:lnTo>
                  <a:pt x="335279" y="0"/>
                </a:lnTo>
                <a:lnTo>
                  <a:pt x="0" y="0"/>
                </a:lnTo>
                <a:lnTo>
                  <a:pt x="0" y="828039"/>
                </a:lnTo>
                <a:lnTo>
                  <a:pt x="3810" y="909319"/>
                </a:lnTo>
                <a:lnTo>
                  <a:pt x="7619" y="937259"/>
                </a:lnTo>
                <a:lnTo>
                  <a:pt x="15239" y="996949"/>
                </a:lnTo>
                <a:lnTo>
                  <a:pt x="26669" y="1061720"/>
                </a:lnTo>
                <a:lnTo>
                  <a:pt x="31750" y="1083309"/>
                </a:lnTo>
                <a:lnTo>
                  <a:pt x="36829" y="1103630"/>
                </a:lnTo>
                <a:lnTo>
                  <a:pt x="44450" y="1125220"/>
                </a:lnTo>
                <a:lnTo>
                  <a:pt x="50800" y="1145539"/>
                </a:lnTo>
                <a:lnTo>
                  <a:pt x="59689" y="1167130"/>
                </a:lnTo>
                <a:lnTo>
                  <a:pt x="69850" y="1187449"/>
                </a:lnTo>
                <a:lnTo>
                  <a:pt x="78739" y="1207770"/>
                </a:lnTo>
                <a:lnTo>
                  <a:pt x="101600" y="1245870"/>
                </a:lnTo>
                <a:lnTo>
                  <a:pt x="114300" y="1264920"/>
                </a:lnTo>
                <a:lnTo>
                  <a:pt x="125729" y="1282699"/>
                </a:lnTo>
                <a:lnTo>
                  <a:pt x="165100" y="1327149"/>
                </a:lnTo>
                <a:lnTo>
                  <a:pt x="207010" y="1362709"/>
                </a:lnTo>
                <a:lnTo>
                  <a:pt x="255269" y="1388109"/>
                </a:lnTo>
                <a:lnTo>
                  <a:pt x="292100" y="1402080"/>
                </a:lnTo>
                <a:lnTo>
                  <a:pt x="330200" y="1410970"/>
                </a:lnTo>
                <a:lnTo>
                  <a:pt x="369569" y="1417320"/>
                </a:lnTo>
                <a:lnTo>
                  <a:pt x="407669" y="1421130"/>
                </a:lnTo>
                <a:lnTo>
                  <a:pt x="477519" y="1424939"/>
                </a:lnTo>
                <a:lnTo>
                  <a:pt x="534669" y="1422399"/>
                </a:lnTo>
                <a:lnTo>
                  <a:pt x="588010" y="1412239"/>
                </a:lnTo>
                <a:lnTo>
                  <a:pt x="636269" y="1398270"/>
                </a:lnTo>
                <a:lnTo>
                  <a:pt x="681989" y="1376680"/>
                </a:lnTo>
                <a:lnTo>
                  <a:pt x="728979" y="1343659"/>
                </a:lnTo>
                <a:lnTo>
                  <a:pt x="758189" y="1314449"/>
                </a:lnTo>
                <a:lnTo>
                  <a:pt x="787400" y="1277620"/>
                </a:lnTo>
                <a:lnTo>
                  <a:pt x="815339" y="1235709"/>
                </a:lnTo>
                <a:lnTo>
                  <a:pt x="840739" y="1189989"/>
                </a:lnTo>
                <a:lnTo>
                  <a:pt x="861060" y="1140459"/>
                </a:lnTo>
                <a:lnTo>
                  <a:pt x="868679" y="1115059"/>
                </a:lnTo>
                <a:lnTo>
                  <a:pt x="877569" y="1088389"/>
                </a:lnTo>
                <a:lnTo>
                  <a:pt x="890269" y="1033779"/>
                </a:lnTo>
                <a:lnTo>
                  <a:pt x="900429" y="976629"/>
                </a:lnTo>
                <a:lnTo>
                  <a:pt x="909319" y="888999"/>
                </a:lnTo>
                <a:lnTo>
                  <a:pt x="910589" y="858519"/>
                </a:lnTo>
                <a:lnTo>
                  <a:pt x="910589" y="0"/>
                </a:lnTo>
                <a:close/>
              </a:path>
            </a:pathLst>
          </a:custGeom>
          <a:solidFill>
            <a:srgbClr val="003300"/>
          </a:solidFill>
        </p:spPr>
        <p:txBody>
          <a:bodyPr wrap="square" lIns="0" tIns="0" rIns="0" bIns="0" rtlCol="0"/>
          <a:lstStyle/>
          <a:p/>
        </p:txBody>
      </p:sp>
      <p:sp>
        <p:nvSpPr>
          <p:cNvPr id="643" name="object 643"/>
          <p:cNvSpPr txBox="1">
            <a:spLocks noGrp="1"/>
          </p:cNvSpPr>
          <p:nvPr>
            <p:ph type="sldNum" sz="quarter" idx="7"/>
          </p:nvPr>
        </p:nvSpPr>
        <p:spPr>
          <a:prstGeom prst="rect">
            <a:avLst/>
          </a:prstGeom>
        </p:spPr>
        <p:txBody>
          <a:bodyPr vert="horz" wrap="square" lIns="0" tIns="12700" rIns="0" bIns="0" rtlCol="0">
            <a:spAutoFit/>
          </a:bodyPr>
          <a:lstStyle/>
          <a:p>
            <a:pPr marL="38100">
              <a:lnSpc>
                <a:spcPct val="100000"/>
              </a:lnSpc>
              <a:spcBef>
                <a:spcPts val="100"/>
              </a:spcBef>
            </a:pPr>
            <a:fld id="{81D60167-4931-47E6-BA6A-407CBD079E47}" type="slidenum">
              <a:rPr dirty="0"/>
            </a:fld>
            <a:endParaRPr dirty="0"/>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0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8640</Words>
  <Application>WPS Presentation</Application>
  <PresentationFormat>On-screen Show (4:3)</PresentationFormat>
  <Paragraphs>178</Paragraphs>
  <Slides>27</Slides>
  <Notes>0</Notes>
  <HiddenSlides>0</HiddenSlides>
  <MMClips>0</MMClips>
  <ScaleCrop>false</ScaleCrop>
  <HeadingPairs>
    <vt:vector size="6" baseType="variant">
      <vt:variant>
        <vt:lpstr>已用的字体</vt:lpstr>
      </vt:variant>
      <vt:variant>
        <vt:i4>12</vt:i4>
      </vt:variant>
      <vt:variant>
        <vt:lpstr>主题</vt:lpstr>
      </vt:variant>
      <vt:variant>
        <vt:i4>1</vt:i4>
      </vt:variant>
      <vt:variant>
        <vt:lpstr>幻灯片标题</vt:lpstr>
      </vt:variant>
      <vt:variant>
        <vt:i4>27</vt:i4>
      </vt:variant>
    </vt:vector>
  </HeadingPairs>
  <TitlesOfParts>
    <vt:vector size="40" baseType="lpstr">
      <vt:lpstr>Arial</vt:lpstr>
      <vt:lpstr>SimSun</vt:lpstr>
      <vt:lpstr>Wingdings</vt:lpstr>
      <vt:lpstr>Tahoma</vt:lpstr>
      <vt:lpstr>Arial</vt:lpstr>
      <vt:lpstr>Wingdings</vt:lpstr>
      <vt:lpstr>Georgia</vt:lpstr>
      <vt:lpstr>Wingdings</vt:lpstr>
      <vt:lpstr>Times New Roman</vt:lpstr>
      <vt:lpstr>Calibri</vt:lpstr>
      <vt:lpstr>Microsoft YaHei</vt:lpstr>
      <vt:lpstr>Arial Unicode MS</vt:lpstr>
      <vt:lpstr>Office Theme</vt:lpstr>
      <vt:lpstr>PowerPoint 演示文稿</vt:lpstr>
      <vt:lpstr>PowerPoint 演示文稿</vt:lpstr>
      <vt:lpstr>PowerPoint 演示文稿</vt:lpstr>
      <vt:lpstr>The First and the foremost communication skill that we learn in  our lives is nothing but “LISTENING”</vt:lpstr>
      <vt:lpstr>Fallacies about Listening</vt:lpstr>
      <vt:lpstr>PowerPoint 演示文稿</vt:lpstr>
      <vt:lpstr>PowerPoint 演示文稿</vt:lpstr>
      <vt:lpstr>PowerPoint 演示文稿</vt:lpstr>
      <vt:lpstr>                     DISCRIMINATIVE LISTENING</vt:lpstr>
      <vt:lpstr>                COMPREHENSIVE LISTENING</vt:lpstr>
      <vt:lpstr>                 EMPATHETIC LISTENING</vt:lpstr>
      <vt:lpstr>                     APPRECIATIVE LISTENING</vt:lpstr>
      <vt:lpstr>                  CRITICAL LISTENING</vt:lpstr>
      <vt:lpstr>             ETHOS, LOGOS AND PATHOS</vt:lpstr>
      <vt:lpstr>                                  LOGOS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TRAITS OF A GOOD LISTENER</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dell</dc:creator>
  <cp:lastModifiedBy>Paresh Parmar</cp:lastModifiedBy>
  <cp:revision>29</cp:revision>
  <dcterms:created xsi:type="dcterms:W3CDTF">2020-08-11T03:53:00Z</dcterms:created>
  <dcterms:modified xsi:type="dcterms:W3CDTF">2022-03-10T07:15:35Z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2012-02-14T03:30:00Z</vt:filetime>
  </property>
  <property fmtid="{D5CDD505-2E9C-101B-9397-08002B2CF9AE}" pid="3" name="Creator">
    <vt:lpwstr>Impress</vt:lpwstr>
  </property>
  <property fmtid="{D5CDD505-2E9C-101B-9397-08002B2CF9AE}" pid="4" name="LastSaved">
    <vt:filetime>2020-08-12T03:30:00Z</vt:filetime>
  </property>
  <property fmtid="{D5CDD505-2E9C-101B-9397-08002B2CF9AE}" pid="5" name="KSOProductBuildVer">
    <vt:lpwstr>1033-11.2.0.10463</vt:lpwstr>
  </property>
  <property fmtid="{D5CDD505-2E9C-101B-9397-08002B2CF9AE}" pid="6" name="ICV">
    <vt:lpwstr>5F11FF07464548299A29A9D7D5194401</vt:lpwstr>
  </property>
</Properties>
</file>